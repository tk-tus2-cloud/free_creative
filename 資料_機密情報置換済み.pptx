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6.xml" ContentType="application/vnd.openxmlformats-officedocument.presentationml.notesSlide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notesSlides/notesSlide7.xml" ContentType="application/vnd.openxmlformats-officedocument.presentationml.notesSlid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65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3.xml" ContentType="application/vnd.openxmlformats-officedocument.presentationml.notesSl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rawings/drawing1.xml" ContentType="application/vnd.openxmlformats-officedocument.drawingml.chartshapes+xml"/>
  <Override PartName="/ppt/charts/chart7.xml" ContentType="application/vnd.openxmlformats-officedocument.drawingml.chart+xml"/>
  <Override PartName="/ppt/drawings/drawing2.xml" ContentType="application/vnd.openxmlformats-officedocument.drawingml.chartshape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8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drawings/drawing3.xml" ContentType="application/vnd.openxmlformats-officedocument.drawingml.chartshapes+xml"/>
  <Override PartName="/ppt/charts/chart9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10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6.xml" ContentType="application/vnd.openxmlformats-officedocument.presentationml.notesSlide+xml"/>
  <Override PartName="/ppt/charts/chart11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2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3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notesSlides/notesSlide17.xml" ContentType="application/vnd.openxmlformats-officedocument.presentationml.notesSlide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charts/chart14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5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6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drawings/drawing4.xml" ContentType="application/vnd.openxmlformats-officedocument.drawingml.chartshapes+xml"/>
  <Override PartName="/ppt/charts/chart17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drawings/drawing5.xml" ContentType="application/vnd.openxmlformats-officedocument.drawingml.chartshape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charts/chart18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notesSlides/notesSlide22.xml" ContentType="application/vnd.openxmlformats-officedocument.presentationml.notesSlide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charts/chart19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20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21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2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3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24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5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6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7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8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9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30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31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notesSlides/notesSlide30.xml" ContentType="application/vnd.openxmlformats-officedocument.presentationml.notesSlide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rts/chart32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notesSlides/notesSlide36.xml" ContentType="application/vnd.openxmlformats-officedocument.presentationml.notesSlide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notesSlides/notesSlide37.xml" ContentType="application/vnd.openxmlformats-officedocument.presentationml.notesSlide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notesSlides/notesSlide38.xml" ContentType="application/vnd.openxmlformats-officedocument.presentationml.notesSlide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notesSlides/notesSlide39.xml" ContentType="application/vnd.openxmlformats-officedocument.presentationml.notesSlide+xml"/>
  <Override PartName="/ppt/charts/chart33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notesSlides/notesSlide40.xml" ContentType="application/vnd.openxmlformats-officedocument.presentationml.notesSlide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rts/chart34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notesSlides/notesSlide45.xml" ContentType="application/vnd.openxmlformats-officedocument.presentationml.notesSlide+xml"/>
  <Override PartName="/ppt/charts/chartEx1.xml" ContentType="application/vnd.ms-office.chartex+xml"/>
  <Override PartName="/ppt/charts/style33.xml" ContentType="application/vnd.ms-office.chartstyle+xml"/>
  <Override PartName="/ppt/charts/colors33.xml" ContentType="application/vnd.ms-office.chartcolorstyle+xml"/>
  <Override PartName="/ppt/charts/chartEx2.xml" ContentType="application/vnd.ms-office.chartex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notesSlides/notesSlide46.xml" ContentType="application/vnd.openxmlformats-officedocument.presentationml.notesSlid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notesSlides/notesSlide47.xml" ContentType="application/vnd.openxmlformats-officedocument.presentationml.notesSlid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notesSlides/notesSlide48.xml" ContentType="application/vnd.openxmlformats-officedocument.presentationml.notesSlid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ink/ink1.xml" ContentType="application/inkml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notesSlides/notesSlide52.xml" ContentType="application/vnd.openxmlformats-officedocument.presentationml.notesSlide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notesSlides/notesSlide53.xml" ContentType="application/vnd.openxmlformats-officedocument.presentationml.notesSlide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notesSlides/notesSlide54.xml" ContentType="application/vnd.openxmlformats-officedocument.presentationml.notesSlide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charts/chart43.xml" ContentType="application/vnd.openxmlformats-officedocument.drawingml.chart+xml"/>
  <Override PartName="/ppt/theme/themeOverride1.xml" ContentType="application/vnd.openxmlformats-officedocument.themeOverride+xml"/>
  <Override PartName="/ppt/charts/chart44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drawings/drawing6.xml" ContentType="application/vnd.openxmlformats-officedocument.drawingml.chartshapes+xml"/>
  <Override PartName="/ppt/charts/chart45.xml" ContentType="application/vnd.openxmlformats-officedocument.drawingml.chart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ink/ink2.xml" ContentType="application/inkml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charts/chart46.xml" ContentType="application/vnd.openxmlformats-officedocument.drawingml.chart+xml"/>
  <Override PartName="/ppt/theme/themeOverride2.xml" ContentType="application/vnd.openxmlformats-officedocument.themeOverride+xml"/>
  <Override PartName="/ppt/charts/chart47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drawings/drawing7.xml" ContentType="application/vnd.openxmlformats-officedocument.drawingml.chartshapes+xml"/>
  <Override PartName="/ppt/charts/chart48.xml" ContentType="application/vnd.openxmlformats-officedocument.drawingml.chart+xml"/>
  <Override PartName="/ppt/notesSlides/notesSlide71.xml" ContentType="application/vnd.openxmlformats-officedocument.presentationml.notesSlide+xml"/>
  <Override PartName="/ppt/charts/chart49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charts/chart50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51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notesSlides/notesSlide76.xml" ContentType="application/vnd.openxmlformats-officedocument.presentationml.notesSlide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notesSlides/notesSlide81.xml" ContentType="application/vnd.openxmlformats-officedocument.presentationml.notesSlide+xml"/>
  <Override PartName="/ppt/ink/ink3.xml" ContentType="application/inkml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charts/chart52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charts/chart53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notesSlides/notesSlide92.xml" ContentType="application/vnd.openxmlformats-officedocument.presentationml.notesSlide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notesSlides/notesSlide93.xml" ContentType="application/vnd.openxmlformats-officedocument.presentationml.notesSlide+xml"/>
  <Override PartName="/ppt/tags/tag361.xml" ContentType="application/vnd.openxmlformats-officedocument.presentationml.tags+xml"/>
  <Override PartName="/ppt/charts/chart54.xml" ContentType="application/vnd.openxmlformats-officedocument.drawingml.chart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charts/chart55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notesSlides/notesSlide109.xml" ContentType="application/vnd.openxmlformats-officedocument.presentationml.notesSlide+xml"/>
  <Override PartName="/ppt/charts/chart56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charts/chart57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charts/chart58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9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60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drawings/drawing8.xml" ContentType="application/vnd.openxmlformats-officedocument.drawingml.chartshapes+xml"/>
  <Override PartName="/ppt/notesSlides/notesSlide110.xml" ContentType="application/vnd.openxmlformats-officedocument.presentationml.notesSlide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notesSlides/notesSlide116.xml" ContentType="application/vnd.openxmlformats-officedocument.presentationml.notesSlide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charts/chart61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Ex3.xml" ContentType="application/vnd.ms-office.chartex+xml"/>
  <Override PartName="/ppt/charts/style57.xml" ContentType="application/vnd.ms-office.chartstyle+xml"/>
  <Override PartName="/ppt/charts/colors57.xml" ContentType="application/vnd.ms-office.chartcolorstyle+xml"/>
  <Override PartName="/ppt/charts/chart62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notesSlides/notesSlide121.xml" ContentType="application/vnd.openxmlformats-officedocument.presentationml.notesSlide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charts/chart63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charts/chart64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5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6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7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notesSlides/notesSlide128.xml" ContentType="application/vnd.openxmlformats-officedocument.presentationml.notesSlide+xml"/>
  <Override PartName="/ppt/charts/chart68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charts/chart69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70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notesSlides/notesSlide129.xml" ContentType="application/vnd.openxmlformats-officedocument.presentationml.notesSlide+xml"/>
  <Override PartName="/ppt/charts/chart71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72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73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4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notesSlides/notesSlide130.xml" ContentType="application/vnd.openxmlformats-officedocument.presentationml.notesSlide+xml"/>
  <Override PartName="/ppt/charts/chart75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6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7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8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9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charts/chart80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3="http://schemas.microsoft.com/office/powerpoint/2010/main" xmlns:ns4="http://schemas.microsoft.com/office/powerpoint/2012/main" xmlns:p="http://schemas.openxmlformats.org/presentationml/2006/main" xmlns:r="http://schemas.openxmlformats.org/officeDocument/2006/relationships" saveSubsetFonts="1">
  <p:sldMasterIdLst>
    <p:sldMasterId id="2147483648" r:id="rId4"/>
  </p:sldMasterIdLst>
  <p:notesMasterIdLst>
    <p:notesMasterId r:id="rId417"/>
  </p:notesMasterIdLst>
  <p:handoutMasterIdLst>
    <p:handoutMasterId r:id="rId418"/>
  </p:handoutMasterIdLst>
  <p:sldIdLst>
    <p:sldId id="2147483186" r:id="rId5"/>
    <p:sldId id="2147483197" r:id="rId6"/>
    <p:sldId id="2147483573" r:id="rId7"/>
    <p:sldId id="2147483272" r:id="rId8"/>
    <p:sldId id="2147483195" r:id="rId9"/>
    <p:sldId id="2147483196" r:id="rId10"/>
    <p:sldId id="2147483280" r:id="rId11"/>
    <p:sldId id="2147483278" r:id="rId12"/>
    <p:sldId id="2147483281" r:id="rId13"/>
    <p:sldId id="2147483266" r:id="rId14"/>
    <p:sldId id="2147483264" r:id="rId15"/>
    <p:sldId id="2147483267" r:id="rId16"/>
    <p:sldId id="2147483570" r:id="rId17"/>
    <p:sldId id="2147483571" r:id="rId18"/>
    <p:sldId id="2147483572" r:id="rId19"/>
    <p:sldId id="2147483575" r:id="rId20"/>
    <p:sldId id="2147483325" r:id="rId21"/>
    <p:sldId id="2147483187" r:id="rId22"/>
    <p:sldId id="2147483332" r:id="rId23"/>
    <p:sldId id="2147483333" r:id="rId24"/>
    <p:sldId id="2147483334" r:id="rId25"/>
    <p:sldId id="2147483336" r:id="rId26"/>
    <p:sldId id="2147483304" r:id="rId27"/>
    <p:sldId id="2147483307" r:id="rId28"/>
    <p:sldId id="2147483305" r:id="rId29"/>
    <p:sldId id="2147483569" r:id="rId30"/>
    <p:sldId id="2147483306" r:id="rId31"/>
    <p:sldId id="2147483568" r:id="rId32"/>
    <p:sldId id="2147483567" r:id="rId33"/>
    <p:sldId id="2147483566" r:id="rId34"/>
    <p:sldId id="2147483337" r:id="rId35"/>
    <p:sldId id="2147483341" r:id="rId36"/>
    <p:sldId id="2147483342" r:id="rId37"/>
    <p:sldId id="2147483343" r:id="rId38"/>
    <p:sldId id="2147483311" r:id="rId39"/>
    <p:sldId id="2147483314" r:id="rId40"/>
    <p:sldId id="2147483205" r:id="rId41"/>
    <p:sldId id="2147483202" r:id="rId42"/>
    <p:sldId id="2147483204" r:id="rId43"/>
    <p:sldId id="2147483190" r:id="rId44"/>
    <p:sldId id="2147483560" r:id="rId45"/>
    <p:sldId id="580" r:id="rId46"/>
    <p:sldId id="2147483203" r:id="rId47"/>
    <p:sldId id="2147483210" r:id="rId48"/>
    <p:sldId id="576" r:id="rId49"/>
    <p:sldId id="2147483262" r:id="rId50"/>
    <p:sldId id="377" r:id="rId51"/>
    <p:sldId id="378" r:id="rId52"/>
    <p:sldId id="2147483556" r:id="rId53"/>
    <p:sldId id="2147483548" r:id="rId54"/>
    <p:sldId id="2147483555" r:id="rId55"/>
    <p:sldId id="2147483552" r:id="rId56"/>
    <p:sldId id="2147483545" r:id="rId57"/>
    <p:sldId id="2147483193" r:id="rId58"/>
    <p:sldId id="2147483546" r:id="rId59"/>
    <p:sldId id="2147483328" r:id="rId60"/>
    <p:sldId id="2147483399" r:id="rId61"/>
    <p:sldId id="2147483554" r:id="rId62"/>
    <p:sldId id="2147483189" r:id="rId63"/>
    <p:sldId id="2147483557" r:id="rId64"/>
    <p:sldId id="2147483558" r:id="rId65"/>
    <p:sldId id="2147483559" r:id="rId66"/>
    <p:sldId id="2147483550" r:id="rId67"/>
    <p:sldId id="2147483222" r:id="rId68"/>
    <p:sldId id="2147483221" r:id="rId69"/>
    <p:sldId id="2147483224" r:id="rId70"/>
    <p:sldId id="2147483201" r:id="rId71"/>
    <p:sldId id="2147483564" r:id="rId72"/>
    <p:sldId id="2147483561" r:id="rId73"/>
    <p:sldId id="2147483562" r:id="rId74"/>
    <p:sldId id="2147483563" r:id="rId75"/>
    <p:sldId id="2147483565" r:id="rId76"/>
    <p:sldId id="2147483199" r:id="rId77"/>
    <p:sldId id="2147483200" r:id="rId78"/>
    <p:sldId id="2147483206" r:id="rId79"/>
    <p:sldId id="2147483188" r:id="rId80"/>
    <p:sldId id="2147483551" r:id="rId81"/>
    <p:sldId id="2147483574" r:id="rId82"/>
    <p:sldId id="2147483553" r:id="rId83"/>
    <p:sldId id="2147483577" r:id="rId84"/>
    <p:sldId id="2147483580" r:id="rId85"/>
    <p:sldId id="2147483578" r:id="rId86"/>
    <p:sldId id="2147483223" r:id="rId87"/>
    <p:sldId id="2147483576" r:id="rId88"/>
    <p:sldId id="2147483579" r:id="rId89"/>
    <p:sldId id="2147483194" r:id="rId90"/>
    <p:sldId id="2147483581" r:id="rId91"/>
    <p:sldId id="2147483582" r:id="rId92"/>
    <p:sldId id="2147483583" r:id="rId93"/>
    <p:sldId id="2147483584" r:id="rId94"/>
    <p:sldId id="2147483585" r:id="rId95"/>
    <p:sldId id="2147483586" r:id="rId96"/>
    <p:sldId id="341" r:id="rId97"/>
    <p:sldId id="336" r:id="rId98"/>
    <p:sldId id="337" r:id="rId99"/>
    <p:sldId id="344" r:id="rId100"/>
    <p:sldId id="332" r:id="rId101"/>
    <p:sldId id="2147483590" r:id="rId102"/>
    <p:sldId id="2147483591" r:id="rId103"/>
    <p:sldId id="2147483589" r:id="rId104"/>
    <p:sldId id="2147483438" r:id="rId105"/>
    <p:sldId id="2147483588" r:id="rId106"/>
    <p:sldId id="2147483587" r:id="rId107"/>
    <p:sldId id="2147483592" r:id="rId108"/>
    <p:sldId id="2147483593" r:id="rId109"/>
    <p:sldId id="2147483594" r:id="rId110"/>
    <p:sldId id="2147483627" r:id="rId111"/>
    <p:sldId id="2147483628" r:id="rId112"/>
    <p:sldId id="2147483629" r:id="rId113"/>
    <p:sldId id="2147483639" r:id="rId114"/>
    <p:sldId id="256" r:id="rId115"/>
    <p:sldId id="2147483644" r:id="rId116"/>
    <p:sldId id="2147483646" r:id="rId117"/>
    <p:sldId id="2147483618" r:id="rId118"/>
    <p:sldId id="2147483647" r:id="rId119"/>
    <p:sldId id="258" r:id="rId120"/>
    <p:sldId id="259" r:id="rId121"/>
    <p:sldId id="2147483631" r:id="rId122"/>
    <p:sldId id="2147483632" r:id="rId123"/>
    <p:sldId id="260" r:id="rId124"/>
    <p:sldId id="370" r:id="rId125"/>
    <p:sldId id="261" r:id="rId126"/>
    <p:sldId id="262" r:id="rId127"/>
    <p:sldId id="263" r:id="rId128"/>
    <p:sldId id="264" r:id="rId129"/>
    <p:sldId id="265" r:id="rId130"/>
    <p:sldId id="266" r:id="rId131"/>
    <p:sldId id="267" r:id="rId132"/>
    <p:sldId id="268" r:id="rId133"/>
    <p:sldId id="269" r:id="rId134"/>
    <p:sldId id="270" r:id="rId135"/>
    <p:sldId id="272" r:id="rId136"/>
    <p:sldId id="273" r:id="rId137"/>
    <p:sldId id="274" r:id="rId138"/>
    <p:sldId id="275" r:id="rId139"/>
    <p:sldId id="276" r:id="rId140"/>
    <p:sldId id="2147483643" r:id="rId141"/>
    <p:sldId id="277" r:id="rId142"/>
    <p:sldId id="2147483641" r:id="rId143"/>
    <p:sldId id="2147483640" r:id="rId144"/>
    <p:sldId id="280" r:id="rId145"/>
    <p:sldId id="2147483611" r:id="rId146"/>
    <p:sldId id="2147483615" r:id="rId147"/>
    <p:sldId id="2147483613" r:id="rId148"/>
    <p:sldId id="2147483616" r:id="rId149"/>
    <p:sldId id="282" r:id="rId150"/>
    <p:sldId id="283" r:id="rId151"/>
    <p:sldId id="284" r:id="rId152"/>
    <p:sldId id="294" r:id="rId153"/>
    <p:sldId id="296" r:id="rId154"/>
    <p:sldId id="297" r:id="rId155"/>
    <p:sldId id="298" r:id="rId156"/>
    <p:sldId id="299" r:id="rId157"/>
    <p:sldId id="300" r:id="rId158"/>
    <p:sldId id="301" r:id="rId159"/>
    <p:sldId id="2147483377" r:id="rId160"/>
    <p:sldId id="313" r:id="rId161"/>
    <p:sldId id="314" r:id="rId162"/>
    <p:sldId id="315" r:id="rId163"/>
    <p:sldId id="316" r:id="rId164"/>
    <p:sldId id="317" r:id="rId165"/>
    <p:sldId id="318" r:id="rId166"/>
    <p:sldId id="319" r:id="rId167"/>
    <p:sldId id="320" r:id="rId168"/>
    <p:sldId id="321" r:id="rId169"/>
    <p:sldId id="322" r:id="rId170"/>
    <p:sldId id="323" r:id="rId171"/>
    <p:sldId id="324" r:id="rId172"/>
    <p:sldId id="325" r:id="rId173"/>
    <p:sldId id="326" r:id="rId174"/>
    <p:sldId id="2147483595" r:id="rId175"/>
    <p:sldId id="328" r:id="rId176"/>
    <p:sldId id="329" r:id="rId177"/>
    <p:sldId id="2147483597" r:id="rId178"/>
    <p:sldId id="330" r:id="rId179"/>
    <p:sldId id="331" r:id="rId180"/>
    <p:sldId id="327" r:id="rId181"/>
    <p:sldId id="333" r:id="rId182"/>
    <p:sldId id="334" r:id="rId183"/>
    <p:sldId id="335" r:id="rId184"/>
    <p:sldId id="338" r:id="rId185"/>
    <p:sldId id="339" r:id="rId186"/>
    <p:sldId id="340" r:id="rId187"/>
    <p:sldId id="342" r:id="rId188"/>
    <p:sldId id="343" r:id="rId189"/>
    <p:sldId id="345" r:id="rId190"/>
    <p:sldId id="346" r:id="rId191"/>
    <p:sldId id="290" r:id="rId192"/>
    <p:sldId id="278" r:id="rId193"/>
    <p:sldId id="279" r:id="rId194"/>
    <p:sldId id="271" r:id="rId195"/>
    <p:sldId id="2147483191" r:id="rId196"/>
    <p:sldId id="281" r:id="rId197"/>
    <p:sldId id="285" r:id="rId198"/>
    <p:sldId id="286" r:id="rId199"/>
    <p:sldId id="287" r:id="rId200"/>
    <p:sldId id="288" r:id="rId201"/>
    <p:sldId id="289" r:id="rId202"/>
    <p:sldId id="291" r:id="rId203"/>
    <p:sldId id="292" r:id="rId204"/>
    <p:sldId id="293" r:id="rId205"/>
    <p:sldId id="295" r:id="rId206"/>
    <p:sldId id="2147483621" r:id="rId207"/>
    <p:sldId id="2147483622" r:id="rId208"/>
    <p:sldId id="302" r:id="rId209"/>
    <p:sldId id="303" r:id="rId210"/>
    <p:sldId id="304" r:id="rId211"/>
    <p:sldId id="305" r:id="rId212"/>
    <p:sldId id="306" r:id="rId213"/>
    <p:sldId id="307" r:id="rId214"/>
    <p:sldId id="308" r:id="rId215"/>
    <p:sldId id="309" r:id="rId216"/>
    <p:sldId id="310" r:id="rId217"/>
    <p:sldId id="311" r:id="rId218"/>
    <p:sldId id="312" r:id="rId219"/>
    <p:sldId id="347" r:id="rId220"/>
    <p:sldId id="348" r:id="rId221"/>
    <p:sldId id="349" r:id="rId222"/>
    <p:sldId id="350" r:id="rId223"/>
    <p:sldId id="351" r:id="rId224"/>
    <p:sldId id="352" r:id="rId225"/>
    <p:sldId id="353" r:id="rId226"/>
    <p:sldId id="354" r:id="rId227"/>
    <p:sldId id="355" r:id="rId228"/>
    <p:sldId id="356" r:id="rId229"/>
    <p:sldId id="357" r:id="rId230"/>
    <p:sldId id="358" r:id="rId231"/>
    <p:sldId id="359" r:id="rId232"/>
    <p:sldId id="360" r:id="rId233"/>
    <p:sldId id="361" r:id="rId234"/>
    <p:sldId id="362" r:id="rId235"/>
    <p:sldId id="363" r:id="rId236"/>
    <p:sldId id="364" r:id="rId237"/>
    <p:sldId id="365" r:id="rId238"/>
    <p:sldId id="366" r:id="rId239"/>
    <p:sldId id="367" r:id="rId240"/>
    <p:sldId id="368" r:id="rId241"/>
    <p:sldId id="369" r:id="rId242"/>
    <p:sldId id="371" r:id="rId243"/>
    <p:sldId id="372" r:id="rId244"/>
    <p:sldId id="373" r:id="rId245"/>
    <p:sldId id="374" r:id="rId246"/>
    <p:sldId id="375" r:id="rId247"/>
    <p:sldId id="376" r:id="rId248"/>
    <p:sldId id="379" r:id="rId249"/>
    <p:sldId id="380" r:id="rId250"/>
    <p:sldId id="381" r:id="rId251"/>
    <p:sldId id="382" r:id="rId252"/>
    <p:sldId id="383" r:id="rId253"/>
    <p:sldId id="384" r:id="rId254"/>
    <p:sldId id="385" r:id="rId255"/>
    <p:sldId id="386" r:id="rId256"/>
    <p:sldId id="387" r:id="rId257"/>
    <p:sldId id="388" r:id="rId258"/>
    <p:sldId id="389" r:id="rId259"/>
    <p:sldId id="2147483634" r:id="rId260"/>
    <p:sldId id="390" r:id="rId261"/>
    <p:sldId id="2147483630" r:id="rId262"/>
    <p:sldId id="391" r:id="rId263"/>
    <p:sldId id="392" r:id="rId264"/>
    <p:sldId id="393" r:id="rId265"/>
    <p:sldId id="2147483623" r:id="rId266"/>
    <p:sldId id="2147483624" r:id="rId267"/>
    <p:sldId id="2147483625" r:id="rId268"/>
    <p:sldId id="2147483633" r:id="rId269"/>
    <p:sldId id="394" r:id="rId270"/>
    <p:sldId id="395" r:id="rId271"/>
    <p:sldId id="396" r:id="rId272"/>
    <p:sldId id="397" r:id="rId273"/>
    <p:sldId id="398" r:id="rId274"/>
    <p:sldId id="399" r:id="rId275"/>
    <p:sldId id="400" r:id="rId276"/>
    <p:sldId id="401" r:id="rId277"/>
    <p:sldId id="402" r:id="rId278"/>
    <p:sldId id="403" r:id="rId279"/>
    <p:sldId id="404" r:id="rId280"/>
    <p:sldId id="2147483635" r:id="rId281"/>
    <p:sldId id="2147483642" r:id="rId282"/>
    <p:sldId id="405" r:id="rId283"/>
    <p:sldId id="406" r:id="rId284"/>
    <p:sldId id="407" r:id="rId285"/>
    <p:sldId id="408" r:id="rId286"/>
    <p:sldId id="2147483645" r:id="rId287"/>
    <p:sldId id="2147483636" r:id="rId288"/>
    <p:sldId id="409" r:id="rId289"/>
    <p:sldId id="410" r:id="rId290"/>
    <p:sldId id="411" r:id="rId291"/>
    <p:sldId id="412" r:id="rId292"/>
    <p:sldId id="2147483637" r:id="rId293"/>
    <p:sldId id="413" r:id="rId294"/>
    <p:sldId id="414" r:id="rId295"/>
    <p:sldId id="415" r:id="rId296"/>
    <p:sldId id="416" r:id="rId297"/>
    <p:sldId id="417" r:id="rId298"/>
    <p:sldId id="418" r:id="rId299"/>
    <p:sldId id="419" r:id="rId300"/>
    <p:sldId id="420" r:id="rId301"/>
    <p:sldId id="421" r:id="rId302"/>
    <p:sldId id="422" r:id="rId303"/>
    <p:sldId id="423" r:id="rId304"/>
    <p:sldId id="424" r:id="rId305"/>
    <p:sldId id="425" r:id="rId306"/>
    <p:sldId id="2147483614" r:id="rId307"/>
    <p:sldId id="2147483626" r:id="rId308"/>
    <p:sldId id="426" r:id="rId309"/>
    <p:sldId id="427" r:id="rId310"/>
    <p:sldId id="428" r:id="rId311"/>
    <p:sldId id="429" r:id="rId312"/>
    <p:sldId id="430" r:id="rId313"/>
    <p:sldId id="2147483619" r:id="rId314"/>
    <p:sldId id="431" r:id="rId315"/>
    <p:sldId id="432" r:id="rId316"/>
    <p:sldId id="433" r:id="rId317"/>
    <p:sldId id="434" r:id="rId318"/>
    <p:sldId id="2147483617" r:id="rId319"/>
    <p:sldId id="435" r:id="rId320"/>
    <p:sldId id="2147483612" r:id="rId321"/>
    <p:sldId id="436" r:id="rId322"/>
    <p:sldId id="437" r:id="rId323"/>
    <p:sldId id="438" r:id="rId324"/>
    <p:sldId id="439" r:id="rId325"/>
    <p:sldId id="440" r:id="rId326"/>
    <p:sldId id="441" r:id="rId327"/>
    <p:sldId id="2147483598" r:id="rId328"/>
    <p:sldId id="442" r:id="rId329"/>
    <p:sldId id="2147483610" r:id="rId330"/>
    <p:sldId id="443" r:id="rId331"/>
    <p:sldId id="444" r:id="rId332"/>
    <p:sldId id="445" r:id="rId333"/>
    <p:sldId id="446" r:id="rId334"/>
    <p:sldId id="447" r:id="rId335"/>
    <p:sldId id="448" r:id="rId336"/>
    <p:sldId id="449" r:id="rId337"/>
    <p:sldId id="450" r:id="rId338"/>
    <p:sldId id="451" r:id="rId339"/>
    <p:sldId id="2147483603" r:id="rId340"/>
    <p:sldId id="452" r:id="rId341"/>
    <p:sldId id="453" r:id="rId342"/>
    <p:sldId id="454" r:id="rId343"/>
    <p:sldId id="455" r:id="rId344"/>
    <p:sldId id="2147483596" r:id="rId345"/>
    <p:sldId id="456" r:id="rId346"/>
    <p:sldId id="457" r:id="rId347"/>
    <p:sldId id="458" r:id="rId348"/>
    <p:sldId id="459" r:id="rId349"/>
    <p:sldId id="460" r:id="rId350"/>
    <p:sldId id="2147483599" r:id="rId351"/>
    <p:sldId id="2147483600" r:id="rId352"/>
    <p:sldId id="2147483601" r:id="rId353"/>
    <p:sldId id="461" r:id="rId354"/>
    <p:sldId id="462" r:id="rId355"/>
    <p:sldId id="463" r:id="rId356"/>
    <p:sldId id="464" r:id="rId357"/>
    <p:sldId id="465" r:id="rId358"/>
    <p:sldId id="466" r:id="rId359"/>
    <p:sldId id="467" r:id="rId360"/>
    <p:sldId id="468" r:id="rId361"/>
    <p:sldId id="469" r:id="rId362"/>
    <p:sldId id="470" r:id="rId363"/>
    <p:sldId id="471" r:id="rId364"/>
    <p:sldId id="472" r:id="rId365"/>
    <p:sldId id="473" r:id="rId366"/>
    <p:sldId id="474" r:id="rId367"/>
    <p:sldId id="475" r:id="rId368"/>
    <p:sldId id="476" r:id="rId369"/>
    <p:sldId id="477" r:id="rId370"/>
    <p:sldId id="478" r:id="rId371"/>
    <p:sldId id="479" r:id="rId372"/>
    <p:sldId id="480" r:id="rId373"/>
    <p:sldId id="481" r:id="rId374"/>
    <p:sldId id="482" r:id="rId375"/>
    <p:sldId id="483" r:id="rId376"/>
    <p:sldId id="484" r:id="rId377"/>
    <p:sldId id="485" r:id="rId378"/>
    <p:sldId id="486" r:id="rId379"/>
    <p:sldId id="487" r:id="rId380"/>
    <p:sldId id="488" r:id="rId381"/>
    <p:sldId id="489" r:id="rId382"/>
    <p:sldId id="490" r:id="rId383"/>
    <p:sldId id="491" r:id="rId384"/>
    <p:sldId id="492" r:id="rId385"/>
    <p:sldId id="493" r:id="rId386"/>
    <p:sldId id="494" r:id="rId387"/>
    <p:sldId id="495" r:id="rId388"/>
    <p:sldId id="496" r:id="rId389"/>
    <p:sldId id="497" r:id="rId390"/>
    <p:sldId id="498" r:id="rId391"/>
    <p:sldId id="499" r:id="rId392"/>
    <p:sldId id="500" r:id="rId393"/>
    <p:sldId id="501" r:id="rId394"/>
    <p:sldId id="502" r:id="rId395"/>
    <p:sldId id="503" r:id="rId396"/>
    <p:sldId id="504" r:id="rId397"/>
    <p:sldId id="505" r:id="rId398"/>
    <p:sldId id="506" r:id="rId399"/>
    <p:sldId id="507" r:id="rId400"/>
    <p:sldId id="508" r:id="rId401"/>
    <p:sldId id="509" r:id="rId402"/>
    <p:sldId id="510" r:id="rId403"/>
    <p:sldId id="511" r:id="rId404"/>
    <p:sldId id="512" r:id="rId405"/>
    <p:sldId id="513" r:id="rId406"/>
    <p:sldId id="514" r:id="rId407"/>
    <p:sldId id="515" r:id="rId408"/>
    <p:sldId id="257" r:id="rId409"/>
    <p:sldId id="5849" r:id="rId410"/>
    <p:sldId id="5851" r:id="rId411"/>
    <p:sldId id="5852" r:id="rId412"/>
    <p:sldId id="5854" r:id="rId413"/>
    <p:sldId id="5856" r:id="rId414"/>
    <p:sldId id="5858" r:id="rId415"/>
    <p:sldId id="5860" r:id="rId416"/>
  </p:sldIdLst>
  <p:sldSz cx="12192000" cy="6858000"/>
  <p:notesSz cx="6858000" cy="9144000"/>
  <p:custDataLst>
    <p:tags r:id="rId419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ns3:sectionLst>
        <ns3:section name="既定のセクション" id="{D90C0FF0-51AA-45E8-8BF0-03CED0DF343C}">
          <ns3:sldIdLst>
            <ns3:sldId id="2147483186"/>
            <ns3:sldId id="2147483197"/>
            <ns3:sldId id="2147483573"/>
            <ns3:sldId id="2147483272"/>
            <ns3:sldId id="2147483195"/>
            <ns3:sldId id="2147483196"/>
            <ns3:sldId id="2147483280"/>
            <ns3:sldId id="2147483278"/>
            <ns3:sldId id="2147483281"/>
            <ns3:sldId id="2147483266"/>
            <ns3:sldId id="2147483264"/>
            <ns3:sldId id="2147483267"/>
            <ns3:sldId id="2147483570"/>
            <ns3:sldId id="2147483571"/>
            <ns3:sldId id="2147483572"/>
            <ns3:sldId id="2147483575"/>
            <ns3:sldId id="2147483325"/>
            <ns3:sldId id="2147483187"/>
            <ns3:sldId id="2147483332"/>
            <ns3:sldId id="2147483333"/>
            <ns3:sldId id="2147483334"/>
            <ns3:sldId id="2147483336"/>
            <ns3:sldId id="2147483304"/>
            <ns3:sldId id="2147483307"/>
            <ns3:sldId id="2147483305"/>
            <ns3:sldId id="2147483569"/>
            <ns3:sldId id="2147483306"/>
            <ns3:sldId id="2147483568"/>
            <ns3:sldId id="2147483567"/>
            <ns3:sldId id="2147483566"/>
            <ns3:sldId id="2147483337"/>
            <ns3:sldId id="2147483341"/>
            <ns3:sldId id="2147483342"/>
            <ns3:sldId id="2147483343"/>
            <ns3:sldId id="2147483311"/>
            <ns3:sldId id="2147483314"/>
            <ns3:sldId id="2147483205"/>
            <ns3:sldId id="2147483202"/>
            <ns3:sldId id="2147483204"/>
            <ns3:sldId id="2147483190"/>
            <ns3:sldId id="2147483560"/>
            <ns3:sldId id="580"/>
            <ns3:sldId id="2147483203"/>
            <ns3:sldId id="2147483210"/>
            <ns3:sldId id="576"/>
            <ns3:sldId id="2147483262"/>
            <ns3:sldId id="377"/>
            <ns3:sldId id="378"/>
            <ns3:sldId id="2147483556"/>
            <ns3:sldId id="2147483548"/>
            <ns3:sldId id="2147483555"/>
            <ns3:sldId id="2147483552"/>
            <ns3:sldId id="2147483545"/>
            <ns3:sldId id="2147483193"/>
            <ns3:sldId id="2147483546"/>
            <ns3:sldId id="2147483328"/>
            <ns3:sldId id="2147483399"/>
            <ns3:sldId id="2147483554"/>
            <ns3:sldId id="2147483189"/>
            <ns3:sldId id="2147483557"/>
            <ns3:sldId id="2147483558"/>
            <ns3:sldId id="2147483559"/>
            <ns3:sldId id="2147483550"/>
            <ns3:sldId id="2147483222"/>
            <ns3:sldId id="2147483221"/>
            <ns3:sldId id="2147483224"/>
          </ns3:sldIdLst>
        </ns3:section>
        <ns3:section name="DXテーマサマリ" id="{B9020E0A-8297-4C35-BE4C-0B7B9DE651F7}">
          <ns3:sldIdLst>
            <ns3:sldId id="2147483201"/>
            <ns3:sldId id="2147483564"/>
            <ns3:sldId id="2147483561"/>
            <ns3:sldId id="2147483562"/>
            <ns3:sldId id="2147483563"/>
            <ns3:sldId id="2147483565"/>
            <ns3:sldId id="2147483199"/>
            <ns3:sldId id="2147483200"/>
            <ns3:sldId id="2147483206"/>
            <ns3:sldId id="2147483188"/>
            <ns3:sldId id="2147483551"/>
            <ns3:sldId id="2147483574"/>
            <ns3:sldId id="2147483553"/>
            <ns3:sldId id="2147483577"/>
            <ns3:sldId id="2147483580"/>
            <ns3:sldId id="2147483578"/>
            <ns3:sldId id="2147483223"/>
            <ns3:sldId id="2147483576"/>
            <ns3:sldId id="2147483579"/>
            <ns3:sldId id="2147483194"/>
            <ns3:sldId id="2147483581"/>
            <ns3:sldId id="2147483582"/>
            <ns3:sldId id="2147483583"/>
            <ns3:sldId id="2147483584"/>
            <ns3:sldId id="2147483585"/>
            <ns3:sldId id="2147483586"/>
            <ns3:sldId id="341"/>
            <ns3:sldId id="336"/>
            <ns3:sldId id="337"/>
            <ns3:sldId id="344"/>
            <ns3:sldId id="332"/>
            <ns3:sldId id="2147483590"/>
            <ns3:sldId id="2147483591"/>
            <ns3:sldId id="2147483589"/>
            <ns3:sldId id="2147483438"/>
            <ns3:sldId id="2147483588"/>
            <ns3:sldId id="2147483587"/>
            <ns3:sldId id="2147483592"/>
            <ns3:sldId id="2147483593"/>
            <ns3:sldId id="2147483594"/>
          </ns3:sldIdLst>
        </ns3:section>
        <ns3:section name="マルウェア対策" id="{5EF40D2E-61BC-4EBC-9161-E409C8AF864A}">
          <ns3:sldIdLst>
            <ns3:sldId id="2147483627"/>
            <ns3:sldId id="2147483628"/>
            <ns3:sldId id="2147483629"/>
            <ns3:sldId id="2147483639"/>
            <ns3:sldId id="256"/>
            <ns3:sldId id="2147483644"/>
            <ns3:sldId id="2147483646"/>
            <ns3:sldId id="2147483618"/>
            <ns3:sldId id="2147483647"/>
            <ns3:sldId id="258"/>
            <ns3:sldId id="259"/>
            <ns3:sldId id="2147483631"/>
            <ns3:sldId id="2147483632"/>
            <ns3:sldId id="260"/>
            <ns3:sldId id="370"/>
            <ns3:sldId id="261"/>
            <ns3:sldId id="262"/>
            <ns3:sldId id="263"/>
            <ns3:sldId id="264"/>
            <ns3:sldId id="265"/>
            <ns3:sldId id="266"/>
            <ns3:sldId id="267"/>
            <ns3:sldId id="268"/>
            <ns3:sldId id="269"/>
            <ns3:sldId id="270"/>
            <ns3:sldId id="272"/>
            <ns3:sldId id="273"/>
            <ns3:sldId id="274"/>
            <ns3:sldId id="275"/>
            <ns3:sldId id="276"/>
            <ns3:sldId id="2147483643"/>
            <ns3:sldId id="277"/>
            <ns3:sldId id="2147483641"/>
            <ns3:sldId id="2147483640"/>
            <ns3:sldId id="280"/>
            <ns3:sldId id="2147483611"/>
            <ns3:sldId id="2147483615"/>
            <ns3:sldId id="2147483613"/>
            <ns3:sldId id="2147483616"/>
            <ns3:sldId id="282"/>
            <ns3:sldId id="283"/>
            <ns3:sldId id="284"/>
            <ns3:sldId id="294"/>
            <ns3:sldId id="296"/>
            <ns3:sldId id="297"/>
            <ns3:sldId id="298"/>
            <ns3:sldId id="299"/>
            <ns3:sldId id="300"/>
            <ns3:sldId id="301"/>
            <ns3:sldId id="2147483377"/>
            <ns3:sldId id="313"/>
            <ns3:sldId id="314"/>
            <ns3:sldId id="315"/>
            <ns3:sldId id="316"/>
            <ns3:sldId id="317"/>
            <ns3:sldId id="318"/>
            <ns3:sldId id="319"/>
            <ns3:sldId id="320"/>
            <ns3:sldId id="321"/>
            <ns3:sldId id="322"/>
            <ns3:sldId id="323"/>
            <ns3:sldId id="324"/>
            <ns3:sldId id="325"/>
            <ns3:sldId id="326"/>
            <ns3:sldId id="2147483595"/>
            <ns3:sldId id="328"/>
            <ns3:sldId id="329"/>
            <ns3:sldId id="2147483597"/>
            <ns3:sldId id="330"/>
            <ns3:sldId id="331"/>
            <ns3:sldId id="327"/>
            <ns3:sldId id="333"/>
            <ns3:sldId id="334"/>
            <ns3:sldId id="335"/>
            <ns3:sldId id="338"/>
            <ns3:sldId id="339"/>
            <ns3:sldId id="340"/>
            <ns3:sldId id="342"/>
            <ns3:sldId id="343"/>
            <ns3:sldId id="345"/>
            <ns3:sldId id="346"/>
          </ns3:sldIdLst>
        </ns3:section>
        <ns3:section name="新組織" id="{231A6674-301A-4B0B-8B1D-7835A20ADF0B}">
          <ns3:sldIdLst>
            <ns3:sldId id="290"/>
            <ns3:sldId id="278"/>
            <ns3:sldId id="279"/>
            <ns3:sldId id="271"/>
            <ns3:sldId id="2147483191"/>
            <ns3:sldId id="281"/>
            <ns3:sldId id="285"/>
            <ns3:sldId id="286"/>
            <ns3:sldId id="287"/>
            <ns3:sldId id="288"/>
            <ns3:sldId id="289"/>
            <ns3:sldId id="291"/>
            <ns3:sldId id="292"/>
            <ns3:sldId id="293"/>
            <ns3:sldId id="295"/>
            <ns3:sldId id="2147483621"/>
            <ns3:sldId id="2147483622"/>
            <ns3:sldId id="302"/>
            <ns3:sldId id="303"/>
            <ns3:sldId id="304"/>
            <ns3:sldId id="305"/>
            <ns3:sldId id="306"/>
            <ns3:sldId id="307"/>
            <ns3:sldId id="308"/>
            <ns3:sldId id="309"/>
            <ns3:sldId id="310"/>
            <ns3:sldId id="311"/>
            <ns3:sldId id="312"/>
            <ns3:sldId id="347"/>
            <ns3:sldId id="348"/>
            <ns3:sldId id="349"/>
            <ns3:sldId id="350"/>
            <ns3:sldId id="351"/>
            <ns3:sldId id="352"/>
            <ns3:sldId id="353"/>
            <ns3:sldId id="354"/>
            <ns3:sldId id="355"/>
            <ns3:sldId id="356"/>
            <ns3:sldId id="357"/>
            <ns3:sldId id="358"/>
            <ns3:sldId id="359"/>
            <ns3:sldId id="360"/>
            <ns3:sldId id="361"/>
            <ns3:sldId id="362"/>
            <ns3:sldId id="363"/>
            <ns3:sldId id="364"/>
            <ns3:sldId id="365"/>
            <ns3:sldId id="366"/>
            <ns3:sldId id="367"/>
            <ns3:sldId id="368"/>
            <ns3:sldId id="369"/>
            <ns3:sldId id="371"/>
            <ns3:sldId id="372"/>
            <ns3:sldId id="373"/>
            <ns3:sldId id="374"/>
            <ns3:sldId id="375"/>
            <ns3:sldId id="376"/>
            <ns3:sldId id="379"/>
            <ns3:sldId id="380"/>
            <ns3:sldId id="381"/>
            <ns3:sldId id="382"/>
            <ns3:sldId id="383"/>
            <ns3:sldId id="384"/>
            <ns3:sldId id="385"/>
            <ns3:sldId id="386"/>
            <ns3:sldId id="387"/>
            <ns3:sldId id="388"/>
            <ns3:sldId id="389"/>
            <ns3:sldId id="2147483634"/>
            <ns3:sldId id="390"/>
            <ns3:sldId id="2147483630"/>
            <ns3:sldId id="391"/>
            <ns3:sldId id="392"/>
            <ns3:sldId id="393"/>
            <ns3:sldId id="2147483623"/>
            <ns3:sldId id="2147483624"/>
            <ns3:sldId id="2147483625"/>
            <ns3:sldId id="2147483633"/>
            <ns3:sldId id="394"/>
            <ns3:sldId id="395"/>
            <ns3:sldId id="396"/>
            <ns3:sldId id="397"/>
            <ns3:sldId id="398"/>
            <ns3:sldId id="399"/>
            <ns3:sldId id="400"/>
            <ns3:sldId id="401"/>
            <ns3:sldId id="402"/>
            <ns3:sldId id="403"/>
            <ns3:sldId id="404"/>
            <ns3:sldId id="2147483635"/>
            <ns3:sldId id="2147483642"/>
            <ns3:sldId id="405"/>
            <ns3:sldId id="406"/>
            <ns3:sldId id="407"/>
            <ns3:sldId id="408"/>
            <ns3:sldId id="2147483645"/>
            <ns3:sldId id="2147483636"/>
            <ns3:sldId id="409"/>
            <ns3:sldId id="410"/>
            <ns3:sldId id="411"/>
            <ns3:sldId id="412"/>
            <ns3:sldId id="2147483637"/>
            <ns3:sldId id="413"/>
            <ns3:sldId id="414"/>
            <ns3:sldId id="415"/>
            <ns3:sldId id="416"/>
            <ns3:sldId id="417"/>
            <ns3:sldId id="418"/>
            <ns3:sldId id="419"/>
            <ns3:sldId id="420"/>
            <ns3:sldId id="421"/>
            <ns3:sldId id="422"/>
            <ns3:sldId id="423"/>
            <ns3:sldId id="424"/>
            <ns3:sldId id="425"/>
            <ns3:sldId id="2147483614"/>
            <ns3:sldId id="2147483626"/>
            <ns3:sldId id="426"/>
            <ns3:sldId id="427"/>
            <ns3:sldId id="428"/>
            <ns3:sldId id="429"/>
            <ns3:sldId id="430"/>
            <ns3:sldId id="2147483619"/>
            <ns3:sldId id="431"/>
            <ns3:sldId id="432"/>
            <ns3:sldId id="433"/>
            <ns3:sldId id="434"/>
            <ns3:sldId id="2147483617"/>
            <ns3:sldId id="435"/>
            <ns3:sldId id="2147483612"/>
            <ns3:sldId id="436"/>
            <ns3:sldId id="437"/>
            <ns3:sldId id="438"/>
            <ns3:sldId id="439"/>
            <ns3:sldId id="440"/>
            <ns3:sldId id="441"/>
            <ns3:sldId id="2147483598"/>
            <ns3:sldId id="442"/>
            <ns3:sldId id="2147483610"/>
            <ns3:sldId id="443"/>
            <ns3:sldId id="444"/>
            <ns3:sldId id="445"/>
            <ns3:sldId id="446"/>
            <ns3:sldId id="447"/>
            <ns3:sldId id="448"/>
            <ns3:sldId id="449"/>
            <ns3:sldId id="450"/>
            <ns3:sldId id="451"/>
            <ns3:sldId id="2147483603"/>
            <ns3:sldId id="452"/>
            <ns3:sldId id="453"/>
            <ns3:sldId id="454"/>
            <ns3:sldId id="455"/>
            <ns3:sldId id="2147483596"/>
            <ns3:sldId id="456"/>
            <ns3:sldId id="457"/>
            <ns3:sldId id="458"/>
            <ns3:sldId id="459"/>
            <ns3:sldId id="460"/>
            <ns3:sldId id="2147483599"/>
            <ns3:sldId id="2147483600"/>
            <ns3:sldId id="2147483601"/>
            <ns3:sldId id="461"/>
            <ns3:sldId id="462"/>
            <ns3:sldId id="463"/>
            <ns3:sldId id="464"/>
            <ns3:sldId id="465"/>
            <ns3:sldId id="466"/>
            <ns3:sldId id="467"/>
            <ns3:sldId id="468"/>
            <ns3:sldId id="469"/>
            <ns3:sldId id="470"/>
            <ns3:sldId id="471"/>
            <ns3:sldId id="472"/>
            <ns3:sldId id="473"/>
            <ns3:sldId id="474"/>
            <ns3:sldId id="475"/>
            <ns3:sldId id="476"/>
            <ns3:sldId id="477"/>
            <ns3:sldId id="478"/>
            <ns3:sldId id="479"/>
            <ns3:sldId id="480"/>
            <ns3:sldId id="481"/>
            <ns3:sldId id="482"/>
            <ns3:sldId id="483"/>
            <ns3:sldId id="484"/>
            <ns3:sldId id="485"/>
            <ns3:sldId id="486"/>
            <ns3:sldId id="487"/>
            <ns3:sldId id="488"/>
            <ns3:sldId id="489"/>
            <ns3:sldId id="490"/>
            <ns3:sldId id="491"/>
            <ns3:sldId id="492"/>
            <ns3:sldId id="493"/>
            <ns3:sldId id="494"/>
            <ns3:sldId id="495"/>
            <ns3:sldId id="496"/>
            <ns3:sldId id="497"/>
            <ns3:sldId id="498"/>
            <ns3:sldId id="499"/>
            <ns3:sldId id="500"/>
            <ns3:sldId id="501"/>
            <ns3:sldId id="502"/>
            <ns3:sldId id="503"/>
            <ns3:sldId id="504"/>
            <ns3:sldId id="505"/>
            <ns3:sldId id="506"/>
            <ns3:sldId id="507"/>
            <ns3:sldId id="508"/>
            <ns3:sldId id="509"/>
            <ns3:sldId id="510"/>
            <ns3:sldId id="511"/>
            <ns3:sldId id="512"/>
            <ns3:sldId id="513"/>
            <ns3:sldId id="514"/>
            <ns3:sldId id="515"/>
          </ns3:sldIdLst>
        </ns3:section>
        <ns3:section name="参考" id="{36EAACEA-9D19-4230-8F5B-2C66447B25E5}">
          <ns3:sldIdLst>
            <ns3:sldId id="257"/>
            <ns3:sldId id="5849"/>
            <ns3:sldId id="5851"/>
            <ns3:sldId id="5852"/>
            <ns3:sldId id="5854"/>
            <ns3:sldId id="5856"/>
            <ns3:sldId id="5858"/>
            <ns3:sldId id="5860"/>
          </ns3:sldIdLst>
        </ns3:section>
      </ns3:sectionLst>
    </p:ext>
    <p:ext uri="{EFAFB233-063F-42B5-8137-9DF3F51BA10A}">
      <ns4:sldGuideLst>
        <ns4:guide id="1" orient="horz" pos="2160" userDrawn="1">
          <ns4:clr>
            <a:srgbClr val="A4A3A4"/>
          </ns4:clr>
        </ns4:guide>
        <ns4:guide id="2" pos="3840" userDrawn="1">
          <ns4:clr>
            <a:srgbClr val="A4A3A4"/>
          </ns4:clr>
        </ns4:guide>
      </ns4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008000"/>
    <a:srgbClr val="008D2E"/>
    <a:srgbClr val="E2F0D9"/>
    <a:srgbClr val="01953D"/>
    <a:srgbClr val="D9D9D9"/>
    <a:srgbClr val="FFF2CC"/>
    <a:srgbClr val="5B9BD5"/>
    <a:srgbClr val="595959"/>
    <a:srgbClr val="407F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402" Type="http://schemas.openxmlformats.org/officeDocument/2006/relationships/slide" Target="slides/slide398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413" Type="http://schemas.openxmlformats.org/officeDocument/2006/relationships/slide" Target="slides/slide409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399" Type="http://schemas.openxmlformats.org/officeDocument/2006/relationships/slide" Target="slides/slide395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slide" Target="slides/slide386.xml"/><Relationship Id="rId404" Type="http://schemas.openxmlformats.org/officeDocument/2006/relationships/slide" Target="slides/slide400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415" Type="http://schemas.openxmlformats.org/officeDocument/2006/relationships/slide" Target="slides/slide411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406" Type="http://schemas.openxmlformats.org/officeDocument/2006/relationships/slide" Target="slides/slide402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slide" Target="slides/slide388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417" Type="http://schemas.openxmlformats.org/officeDocument/2006/relationships/notesMaster" Target="notesMasters/notesMaster1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63" Type="http://schemas.openxmlformats.org/officeDocument/2006/relationships/slide" Target="slides/slide259.xml"/><Relationship Id="rId319" Type="http://schemas.openxmlformats.org/officeDocument/2006/relationships/slide" Target="slides/slide315.xml"/><Relationship Id="rId58" Type="http://schemas.openxmlformats.org/officeDocument/2006/relationships/slide" Target="slides/slide54.xml"/><Relationship Id="rId123" Type="http://schemas.openxmlformats.org/officeDocument/2006/relationships/slide" Target="slides/slide119.xml"/><Relationship Id="rId330" Type="http://schemas.openxmlformats.org/officeDocument/2006/relationships/slide" Target="slides/slide326.xml"/><Relationship Id="rId165" Type="http://schemas.openxmlformats.org/officeDocument/2006/relationships/slide" Target="slides/slide161.xml"/><Relationship Id="rId372" Type="http://schemas.openxmlformats.org/officeDocument/2006/relationships/slide" Target="slides/slide368.xml"/><Relationship Id="rId232" Type="http://schemas.openxmlformats.org/officeDocument/2006/relationships/slide" Target="slides/slide228.xml"/><Relationship Id="rId274" Type="http://schemas.openxmlformats.org/officeDocument/2006/relationships/slide" Target="slides/slide270.xml"/><Relationship Id="rId27" Type="http://schemas.openxmlformats.org/officeDocument/2006/relationships/slide" Target="slides/slide23.xml"/><Relationship Id="rId69" Type="http://schemas.openxmlformats.org/officeDocument/2006/relationships/slide" Target="slides/slide65.xml"/><Relationship Id="rId134" Type="http://schemas.openxmlformats.org/officeDocument/2006/relationships/slide" Target="slides/slide130.xml"/><Relationship Id="rId80" Type="http://schemas.openxmlformats.org/officeDocument/2006/relationships/slide" Target="slides/slide76.xml"/><Relationship Id="rId176" Type="http://schemas.openxmlformats.org/officeDocument/2006/relationships/slide" Target="slides/slide172.xml"/><Relationship Id="rId341" Type="http://schemas.openxmlformats.org/officeDocument/2006/relationships/slide" Target="slides/slide337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43" Type="http://schemas.openxmlformats.org/officeDocument/2006/relationships/slide" Target="slides/slide239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slide" Target="slides/slide390.xml"/><Relationship Id="rId408" Type="http://schemas.openxmlformats.org/officeDocument/2006/relationships/slide" Target="slides/slide404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419" Type="http://schemas.openxmlformats.org/officeDocument/2006/relationships/tags" Target="tags/tag1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395" Type="http://schemas.openxmlformats.org/officeDocument/2006/relationships/slide" Target="slides/slide391.xml"/><Relationship Id="rId409" Type="http://schemas.openxmlformats.org/officeDocument/2006/relationships/slide" Target="slides/slide405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420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410" Type="http://schemas.openxmlformats.org/officeDocument/2006/relationships/slide" Target="slides/slide406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96" Type="http://schemas.openxmlformats.org/officeDocument/2006/relationships/slide" Target="slides/slide392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400" Type="http://schemas.openxmlformats.org/officeDocument/2006/relationships/slide" Target="slides/slide396.xml"/><Relationship Id="rId421" Type="http://schemas.openxmlformats.org/officeDocument/2006/relationships/viewProps" Target="viewProps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411" Type="http://schemas.openxmlformats.org/officeDocument/2006/relationships/slide" Target="slides/slide407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397" Type="http://schemas.openxmlformats.org/officeDocument/2006/relationships/slide" Target="slides/slide393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401" Type="http://schemas.openxmlformats.org/officeDocument/2006/relationships/slide" Target="slides/slide397.xml"/><Relationship Id="rId422" Type="http://schemas.openxmlformats.org/officeDocument/2006/relationships/theme" Target="theme/theme1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412" Type="http://schemas.openxmlformats.org/officeDocument/2006/relationships/slide" Target="slides/slide408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398" Type="http://schemas.openxmlformats.org/officeDocument/2006/relationships/slide" Target="slides/slide394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423" Type="http://schemas.openxmlformats.org/officeDocument/2006/relationships/tableStyles" Target="tableStyles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403" Type="http://schemas.openxmlformats.org/officeDocument/2006/relationships/slide" Target="slides/slide399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slide" Target="slides/slide385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414" Type="http://schemas.openxmlformats.org/officeDocument/2006/relationships/slide" Target="slides/slide410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slide" Target="slides/slide387.xml"/><Relationship Id="rId405" Type="http://schemas.openxmlformats.org/officeDocument/2006/relationships/slide" Target="slides/slide40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416" Type="http://schemas.openxmlformats.org/officeDocument/2006/relationships/slide" Target="slides/slide412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242" Type="http://schemas.openxmlformats.org/officeDocument/2006/relationships/slide" Target="slides/slide238.xml"/><Relationship Id="rId284" Type="http://schemas.openxmlformats.org/officeDocument/2006/relationships/slide" Target="slides/slide280.xml"/><Relationship Id="rId37" Type="http://schemas.openxmlformats.org/officeDocument/2006/relationships/slide" Target="slides/slide33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44" Type="http://schemas.openxmlformats.org/officeDocument/2006/relationships/slide" Target="slides/slide140.xml"/><Relationship Id="rId90" Type="http://schemas.openxmlformats.org/officeDocument/2006/relationships/slide" Target="slides/slide86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93" Type="http://schemas.openxmlformats.org/officeDocument/2006/relationships/slide" Target="slides/slide389.xml"/><Relationship Id="rId407" Type="http://schemas.openxmlformats.org/officeDocument/2006/relationships/slide" Target="slides/slide403.xml"/><Relationship Id="rId211" Type="http://schemas.openxmlformats.org/officeDocument/2006/relationships/slide" Target="slides/slide207.xml"/><Relationship Id="rId253" Type="http://schemas.openxmlformats.org/officeDocument/2006/relationships/slide" Target="slides/slide249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48" Type="http://schemas.openxmlformats.org/officeDocument/2006/relationships/slide" Target="slides/slide44.xml"/><Relationship Id="rId113" Type="http://schemas.openxmlformats.org/officeDocument/2006/relationships/slide" Target="slides/slide109.xml"/><Relationship Id="rId320" Type="http://schemas.openxmlformats.org/officeDocument/2006/relationships/slide" Target="slides/slide316.xml"/><Relationship Id="rId155" Type="http://schemas.openxmlformats.org/officeDocument/2006/relationships/slide" Target="slides/slide151.xml"/><Relationship Id="rId197" Type="http://schemas.openxmlformats.org/officeDocument/2006/relationships/slide" Target="slides/slide193.xml"/><Relationship Id="rId362" Type="http://schemas.openxmlformats.org/officeDocument/2006/relationships/slide" Target="slides/slide358.xml"/><Relationship Id="rId418" Type="http://schemas.openxmlformats.org/officeDocument/2006/relationships/handoutMaster" Target="handoutMasters/handoutMaster1.xml"/><Relationship Id="rId222" Type="http://schemas.openxmlformats.org/officeDocument/2006/relationships/slide" Target="slides/slide218.xml"/><Relationship Id="rId264" Type="http://schemas.openxmlformats.org/officeDocument/2006/relationships/slide" Target="slides/slide26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chartUserShapes" Target="../drawings/drawing1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2.xml"/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chartUserShapes" Target="../drawings/drawing3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4.xml"/><Relationship Id="rId1" Type="http://schemas.microsoft.com/office/2011/relationships/chartStyle" Target="style14.xml"/><Relationship Id="rId4" Type="http://schemas.openxmlformats.org/officeDocument/2006/relationships/chartUserShapes" Target="../drawings/drawing4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5.xml"/><Relationship Id="rId1" Type="http://schemas.microsoft.com/office/2011/relationships/chartStyle" Target="style15.xml"/><Relationship Id="rId4" Type="http://schemas.openxmlformats.org/officeDocument/2006/relationships/chartUserShapes" Target="../drawings/drawing5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128465\Desktop\&#12501;&#12457;&#12540;&#12510;&#12483;&#12488;\BI_&#12454;&#12457;&#12540;&#12479;&#12540;&#12501;&#12457;&#12540;&#12523;&#22259;_1.0.xlsm" TargetMode="External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125318\Desktop\Book1.xlsx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42.xlsx"/><Relationship Id="rId1" Type="http://schemas.openxmlformats.org/officeDocument/2006/relationships/themeOverride" Target="../theme/themeOverride1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3.xml"/><Relationship Id="rId1" Type="http://schemas.microsoft.com/office/2011/relationships/chartStyle" Target="style43.xml"/><Relationship Id="rId4" Type="http://schemas.openxmlformats.org/officeDocument/2006/relationships/chartUserShapes" Target="../drawings/drawing6.xml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45.xlsx"/><Relationship Id="rId1" Type="http://schemas.openxmlformats.org/officeDocument/2006/relationships/themeOverride" Target="../theme/themeOverride2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4.xml"/><Relationship Id="rId1" Type="http://schemas.microsoft.com/office/2011/relationships/chartStyle" Target="style44.xml"/><Relationship Id="rId4" Type="http://schemas.openxmlformats.org/officeDocument/2006/relationships/chartUserShapes" Target="../drawings/drawing7.xml"/></Relationships>
</file>

<file path=ppt/charts/_rels/chart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55.xml"/><Relationship Id="rId1" Type="http://schemas.microsoft.com/office/2011/relationships/chartStyle" Target="style55.xml"/><Relationship Id="rId4" Type="http://schemas.openxmlformats.org/officeDocument/2006/relationships/chartUserShapes" Target="../drawings/drawing8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33.xml"/><Relationship Id="rId2" Type="http://schemas.microsoft.com/office/2011/relationships/chartStyle" Target="style33.xml"/><Relationship Id="rId1" Type="http://schemas.openxmlformats.org/officeDocument/2006/relationships/package" Target="../embeddings/Microsoft_Excel_Worksheet32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34.xml"/><Relationship Id="rId2" Type="http://schemas.microsoft.com/office/2011/relationships/chartStyle" Target="style34.xml"/><Relationship Id="rId1" Type="http://schemas.openxmlformats.org/officeDocument/2006/relationships/package" Target="../embeddings/Microsoft_Excel_Worksheet33.xlsx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57.xml"/><Relationship Id="rId2" Type="http://schemas.microsoft.com/office/2011/relationships/chartStyle" Target="style57.xml"/><Relationship Id="rId1" Type="http://schemas.openxmlformats.org/officeDocument/2006/relationships/package" Target="../embeddings/Microsoft_Excel_Worksheet6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8769338959212379E-2"/>
          <c:y val="8.1410643094946195E-2"/>
          <c:w val="0.88443741209563997"/>
          <c:h val="0.7903493536442219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ライオン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008000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0.21</c:v>
                </c:pt>
                <c:pt idx="1">
                  <c:v>0.27900000000000003</c:v>
                </c:pt>
                <c:pt idx="2">
                  <c:v>0.249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7D-4547-AD40-17CF3DD0CE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製造業・化学工業における中位値</c:v>
                </c:pt>
              </c:strCache>
            </c:strRef>
          </c:tx>
          <c:spPr>
            <a:ln w="28575" cap="rnd">
              <a:solidFill>
                <a:srgbClr val="66B366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66B366"/>
              </a:solidFill>
              <a:ln w="9525">
                <a:noFill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Sheet1!$C$2:$C$4</c:f>
              <c:numCache>
                <c:formatCode>0.0%</c:formatCode>
                <c:ptCount val="3"/>
                <c:pt idx="0">
                  <c:v>0.14899999999999999</c:v>
                </c:pt>
                <c:pt idx="1">
                  <c:v>0.114</c:v>
                </c:pt>
                <c:pt idx="2">
                  <c:v>0.20200000000000001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27D-4547-AD40-17CF3DD0CED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1,000-5,000億企業中位値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prstDash val="sysDot"/>
              <a:round/>
            </a:ln>
            <a:effectLst/>
          </c:spPr>
          <c:marker>
            <c:symbol val="circle"/>
            <c:size val="6"/>
            <c:spPr>
              <a:solidFill>
                <a:schemeClr val="bg1">
                  <a:lumMod val="65000"/>
                </a:schemeClr>
              </a:solidFill>
              <a:ln w="9525">
                <a:noFill/>
                <a:prstDash val="sysDot"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Sheet1!$D$2:$D$4</c:f>
              <c:numCache>
                <c:formatCode>0.0%</c:formatCode>
                <c:ptCount val="3"/>
                <c:pt idx="0">
                  <c:v>0.17</c:v>
                </c:pt>
                <c:pt idx="1">
                  <c:v>0.16800000000000001</c:v>
                </c:pt>
                <c:pt idx="2">
                  <c:v>0.161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27D-4547-AD40-17CF3DD0CED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1,000-5,000人企業中位値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prstDash val="dash"/>
              <a:round/>
            </a:ln>
            <a:effectLst/>
          </c:spPr>
          <c:marker>
            <c:symbol val="circle"/>
            <c:size val="6"/>
            <c:spPr>
              <a:solidFill>
                <a:schemeClr val="bg1">
                  <a:lumMod val="65000"/>
                </a:schemeClr>
              </a:solidFill>
              <a:ln w="9525">
                <a:noFill/>
                <a:prstDash val="dash"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Sheet1!$E$2:$E$4</c:f>
              <c:numCache>
                <c:formatCode>0.0%</c:formatCode>
                <c:ptCount val="3"/>
                <c:pt idx="0">
                  <c:v>0.125</c:v>
                </c:pt>
                <c:pt idx="1">
                  <c:v>0.153</c:v>
                </c:pt>
                <c:pt idx="2">
                  <c:v>0.151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27D-4547-AD40-17CF3DD0CE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94960431"/>
        <c:axId val="794961391"/>
      </c:lineChart>
      <c:catAx>
        <c:axId val="794960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794961391"/>
        <c:crosses val="autoZero"/>
        <c:auto val="1"/>
        <c:lblAlgn val="ctr"/>
        <c:lblOffset val="100"/>
        <c:noMultiLvlLbl val="0"/>
      </c:catAx>
      <c:valAx>
        <c:axId val="7949613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in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794960431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1002109704641357E-2"/>
          <c:y val="8.1410555143820867E-2"/>
          <c:w val="0.88443741209563997"/>
          <c:h val="0.7903493536442219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ライオン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008000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0.152</c:v>
                </c:pt>
                <c:pt idx="1">
                  <c:v>0.17100000000000001</c:v>
                </c:pt>
                <c:pt idx="2">
                  <c:v>0.192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808-44CE-8849-7D45194D00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製造業・化学工業における中位値</c:v>
                </c:pt>
              </c:strCache>
            </c:strRef>
          </c:tx>
          <c:spPr>
            <a:ln w="28575" cap="rnd">
              <a:solidFill>
                <a:srgbClr val="66B366"/>
              </a:solidFill>
              <a:round/>
            </a:ln>
            <a:effectLst/>
          </c:spPr>
          <c:marker>
            <c:symbol val="circle"/>
            <c:size val="6"/>
            <c:spPr>
              <a:solidFill>
                <a:srgbClr val="66B366"/>
              </a:solidFill>
              <a:ln w="9525">
                <a:noFill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Sheet1!$C$2:$C$4</c:f>
              <c:numCache>
                <c:formatCode>0.0%</c:formatCode>
                <c:ptCount val="3"/>
                <c:pt idx="0">
                  <c:v>0.127</c:v>
                </c:pt>
                <c:pt idx="1">
                  <c:v>0.10299999999999999</c:v>
                </c:pt>
                <c:pt idx="2">
                  <c:v>0.13300000000000001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808-44CE-8849-7D45194D00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1,000-5,000億企業中位値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prstDash val="sysDot"/>
              <a:round/>
            </a:ln>
            <a:effectLst/>
          </c:spPr>
          <c:marker>
            <c:symbol val="circle"/>
            <c:size val="6"/>
            <c:spPr>
              <a:solidFill>
                <a:schemeClr val="bg1">
                  <a:lumMod val="65000"/>
                </a:schemeClr>
              </a:solidFill>
              <a:ln w="9525">
                <a:noFill/>
                <a:prstDash val="sysDot"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Sheet1!$D$2:$D$4</c:f>
              <c:numCache>
                <c:formatCode>0.0%</c:formatCode>
                <c:ptCount val="3"/>
                <c:pt idx="0">
                  <c:v>0.11700000000000001</c:v>
                </c:pt>
                <c:pt idx="1">
                  <c:v>0.10199999999999999</c:v>
                </c:pt>
                <c:pt idx="2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808-44CE-8849-7D45194D002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1,000-5,000人企業中位値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prstDash val="dash"/>
              <a:round/>
            </a:ln>
            <a:effectLst/>
          </c:spPr>
          <c:marker>
            <c:symbol val="circle"/>
            <c:size val="6"/>
            <c:spPr>
              <a:solidFill>
                <a:schemeClr val="bg1">
                  <a:lumMod val="65000"/>
                </a:schemeClr>
              </a:solidFill>
              <a:ln w="9525">
                <a:noFill/>
                <a:prstDash val="dash"/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2019‐20</c:v>
                </c:pt>
                <c:pt idx="1">
                  <c:v>2021‐22</c:v>
                </c:pt>
                <c:pt idx="2">
                  <c:v>2023‐24</c:v>
                </c:pt>
              </c:strCache>
            </c:strRef>
          </c:cat>
          <c:val>
            <c:numRef>
              <c:f>Sheet1!$E$2:$E$4</c:f>
              <c:numCache>
                <c:formatCode>0.0%</c:formatCode>
                <c:ptCount val="3"/>
                <c:pt idx="0">
                  <c:v>0.111</c:v>
                </c:pt>
                <c:pt idx="1">
                  <c:v>9.4E-2</c:v>
                </c:pt>
                <c:pt idx="2">
                  <c:v>9.5000000000000001E-2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808-44CE-8849-7D45194D00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94960431"/>
        <c:axId val="794961391"/>
      </c:lineChart>
      <c:catAx>
        <c:axId val="794960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794961391"/>
        <c:crosses val="autoZero"/>
        <c:auto val="1"/>
        <c:lblAlgn val="ctr"/>
        <c:lblOffset val="100"/>
        <c:noMultiLvlLbl val="0"/>
      </c:catAx>
      <c:valAx>
        <c:axId val="7949613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in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794960431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開発</c:v>
                </c:pt>
              </c:strCache>
            </c:strRef>
          </c:tx>
          <c:spPr>
            <a:solidFill>
              <a:schemeClr val="tx1">
                <a:alpha val="10000"/>
              </a:schemeClr>
            </a:solidFill>
          </c:spPr>
          <c:dPt>
            <c:idx val="0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BAD-4EC7-8001-FD0BC3CA8128}"/>
              </c:ext>
            </c:extLst>
          </c:dPt>
          <c:dPt>
            <c:idx val="1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BAD-4EC7-8001-FD0BC3CA8128}"/>
              </c:ext>
            </c:extLst>
          </c:dPt>
          <c:dPt>
            <c:idx val="2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BAD-4EC7-8001-FD0BC3CA8128}"/>
              </c:ext>
            </c:extLst>
          </c:dPt>
          <c:dPt>
            <c:idx val="3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BAD-4EC7-8001-FD0BC3CA8128}"/>
              </c:ext>
            </c:extLst>
          </c:dPt>
          <c:dPt>
            <c:idx val="4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5BAD-4EC7-8001-FD0BC3CA8128}"/>
              </c:ext>
            </c:extLst>
          </c:dPt>
          <c:dPt>
            <c:idx val="5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5BAD-4EC7-8001-FD0BC3CA8128}"/>
              </c:ext>
            </c:extLst>
          </c:dPt>
          <c:dPt>
            <c:idx val="6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5BAD-4EC7-8001-FD0BC3CA8128}"/>
              </c:ext>
            </c:extLst>
          </c:dPt>
          <c:dPt>
            <c:idx val="7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5BAD-4EC7-8001-FD0BC3CA8128}"/>
              </c:ext>
            </c:extLst>
          </c:dPt>
          <c:dPt>
            <c:idx val="8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5BAD-4EC7-8001-FD0BC3CA8128}"/>
              </c:ext>
            </c:extLst>
          </c:dPt>
          <c:dPt>
            <c:idx val="9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5BAD-4EC7-8001-FD0BC3CA8128}"/>
              </c:ext>
            </c:extLst>
          </c:dPt>
          <c:dLbls>
            <c:delete val="1"/>
          </c:dLbls>
          <c:cat>
            <c:strRef>
              <c:f>Sheet1!$A$2:$A$11</c:f>
              <c:strCache>
                <c:ptCount val="10"/>
                <c:pt idx="0">
                  <c:v>デジ戦 減価償却費 </c:v>
                </c:pt>
                <c:pt idx="1">
                  <c:v>デジ戦 岡山DC等旧基幹関連含む</c:v>
                </c:pt>
                <c:pt idx="2">
                  <c:v>ビジ開  システム関係委託料 Lidea（CX）</c:v>
                </c:pt>
                <c:pt idx="3">
                  <c:v>デジ戦  基幹（新基幹）</c:v>
                </c:pt>
                <c:pt idx="4">
                  <c:v>ビジ開 減価償却費 エクスペリエンス </c:v>
                </c:pt>
                <c:pt idx="5">
                  <c:v>ビジ開 減価償却費 CX</c:v>
                </c:pt>
                <c:pt idx="6">
                  <c:v>デジ戦  新規</c:v>
                </c:pt>
                <c:pt idx="7">
                  <c:v>デジ戦  EDI</c:v>
                </c:pt>
                <c:pt idx="8">
                  <c:v>ビジ開  Lidea</c:v>
                </c:pt>
                <c:pt idx="9">
                  <c:v>その他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1623949009</c:v>
                </c:pt>
                <c:pt idx="1">
                  <c:v>925549347</c:v>
                </c:pt>
                <c:pt idx="2">
                  <c:v>357908304</c:v>
                </c:pt>
                <c:pt idx="3" formatCode="&quot;¥&quot;#,##0_);[Red]\(&quot;¥&quot;#,##0\)">
                  <c:v>341598906</c:v>
                </c:pt>
                <c:pt idx="4">
                  <c:v>242252237</c:v>
                </c:pt>
                <c:pt idx="5">
                  <c:v>222181865</c:v>
                </c:pt>
                <c:pt idx="6">
                  <c:v>206272259</c:v>
                </c:pt>
                <c:pt idx="7">
                  <c:v>187763421</c:v>
                </c:pt>
                <c:pt idx="8">
                  <c:v>147321361</c:v>
                </c:pt>
                <c:pt idx="9">
                  <c:v>4254796709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BAD-4EC7-8001-FD0BC3CA81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100"/>
      </a:pPr>
      <a:endParaRPr lang="ja-JP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運用</c:v>
                </c:pt>
              </c:strCache>
            </c:strRef>
          </c:tx>
          <c:spPr>
            <a:solidFill>
              <a:schemeClr val="tx1">
                <a:alpha val="10000"/>
              </a:schemeClr>
            </a:solidFill>
          </c:spPr>
          <c:dPt>
            <c:idx val="0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19-4C58-9DEC-011EB7E78EA8}"/>
              </c:ext>
            </c:extLst>
          </c:dPt>
          <c:dPt>
            <c:idx val="1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19-4C58-9DEC-011EB7E78EA8}"/>
              </c:ext>
            </c:extLst>
          </c:dPt>
          <c:dPt>
            <c:idx val="2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A19-4C58-9DEC-011EB7E78EA8}"/>
              </c:ext>
            </c:extLst>
          </c:dPt>
          <c:dPt>
            <c:idx val="3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A19-4C58-9DEC-011EB7E78EA8}"/>
              </c:ext>
            </c:extLst>
          </c:dPt>
          <c:dPt>
            <c:idx val="4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A19-4C58-9DEC-011EB7E78EA8}"/>
              </c:ext>
            </c:extLst>
          </c:dPt>
          <c:dPt>
            <c:idx val="5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7A19-4C58-9DEC-011EB7E78EA8}"/>
              </c:ext>
            </c:extLst>
          </c:dPt>
          <c:dPt>
            <c:idx val="6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7A19-4C58-9DEC-011EB7E78EA8}"/>
              </c:ext>
            </c:extLst>
          </c:dPt>
          <c:dPt>
            <c:idx val="7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7A19-4C58-9DEC-011EB7E78EA8}"/>
              </c:ext>
            </c:extLst>
          </c:dPt>
          <c:dPt>
            <c:idx val="8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7A19-4C58-9DEC-011EB7E78EA8}"/>
              </c:ext>
            </c:extLst>
          </c:dPt>
          <c:cat>
            <c:strRef>
              <c:f>Sheet1!$A$2:$A$10</c:f>
              <c:strCache>
                <c:ptCount val="9"/>
                <c:pt idx="0">
                  <c:v>デジ戦 岡山DC等旧基幹関連含む</c:v>
                </c:pt>
                <c:pt idx="1">
                  <c:v>デジ戦 一般経費 基幹（新基幹）</c:v>
                </c:pt>
                <c:pt idx="2">
                  <c:v>ビジ開 Lidea</c:v>
                </c:pt>
                <c:pt idx="3">
                  <c:v>ビジ開 DMP</c:v>
                </c:pt>
                <c:pt idx="4">
                  <c:v>ビジ開 Lidea</c:v>
                </c:pt>
                <c:pt idx="5">
                  <c:v>ビジ開 LionID</c:v>
                </c:pt>
                <c:pt idx="6">
                  <c:v>デジ戦 新規</c:v>
                </c:pt>
                <c:pt idx="7">
                  <c:v>ビジ開 DMP</c:v>
                </c:pt>
                <c:pt idx="8">
                  <c:v>その他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464183367</c:v>
                </c:pt>
                <c:pt idx="1">
                  <c:v>388587437</c:v>
                </c:pt>
                <c:pt idx="2">
                  <c:v>202068230</c:v>
                </c:pt>
                <c:pt idx="3">
                  <c:v>174189543</c:v>
                </c:pt>
                <c:pt idx="4">
                  <c:v>106168162</c:v>
                </c:pt>
                <c:pt idx="5">
                  <c:v>91714544</c:v>
                </c:pt>
                <c:pt idx="6">
                  <c:v>76104169</c:v>
                </c:pt>
                <c:pt idx="7">
                  <c:v>69621221</c:v>
                </c:pt>
                <c:pt idx="8">
                  <c:v>138796207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7A19-4C58-9DEC-011EB7E78E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開発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22</c:v>
                </c:pt>
                <c:pt idx="1">
                  <c:v>24 デジ戦</c:v>
                </c:pt>
                <c:pt idx="2">
                  <c:v>2022 デジ戦</c:v>
                </c:pt>
                <c:pt idx="3">
                  <c:v>2024 デジ戦</c:v>
                </c:pt>
                <c:pt idx="4">
                  <c:v>2022 ビジ開</c:v>
                </c:pt>
                <c:pt idx="5">
                  <c:v>2024 ビジ開</c:v>
                </c:pt>
                <c:pt idx="6">
                  <c:v>2022 ビジ開 減価償却</c:v>
                </c:pt>
                <c:pt idx="7">
                  <c:v>2024 ビジ開 減価償却</c:v>
                </c:pt>
              </c:strCache>
            </c:strRef>
          </c:cat>
          <c:val>
            <c:numRef>
              <c:f>Sheet1!$B$2:$B$9</c:f>
              <c:numCache>
                <c:formatCode>"¥"#,##0_);[Red]\("¥"#,##0\)</c:formatCode>
                <c:ptCount val="8"/>
                <c:pt idx="0">
                  <c:v>111216419</c:v>
                </c:pt>
                <c:pt idx="1">
                  <c:v>1708087293</c:v>
                </c:pt>
                <c:pt idx="2">
                  <c:v>1170269043</c:v>
                </c:pt>
                <c:pt idx="3">
                  <c:v>1623949009</c:v>
                </c:pt>
                <c:pt idx="4">
                  <c:v>685950847</c:v>
                </c:pt>
                <c:pt idx="5">
                  <c:v>1127528220</c:v>
                </c:pt>
                <c:pt idx="6">
                  <c:v>224966442</c:v>
                </c:pt>
                <c:pt idx="7">
                  <c:v>491228681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DDF-46B2-BF63-47F3C926385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運用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22</c:v>
                </c:pt>
                <c:pt idx="1">
                  <c:v>24 デジ戦</c:v>
                </c:pt>
                <c:pt idx="2">
                  <c:v>2022 デジ戦</c:v>
                </c:pt>
                <c:pt idx="3">
                  <c:v>2024 デジ戦</c:v>
                </c:pt>
                <c:pt idx="4">
                  <c:v>2022 ビジ開</c:v>
                </c:pt>
                <c:pt idx="5">
                  <c:v>2024 ビジ開</c:v>
                </c:pt>
                <c:pt idx="6">
                  <c:v>2022 ビジ開 減価償却</c:v>
                </c:pt>
                <c:pt idx="7">
                  <c:v>2024 ビジ開 減価償却</c:v>
                </c:pt>
              </c:strCache>
            </c:strRef>
          </c:cat>
          <c:val>
            <c:numRef>
              <c:f>Sheet1!$C$2:$C$9</c:f>
              <c:numCache>
                <c:formatCode>"¥"#,##0_);[Red]\("¥"#,##0\)</c:formatCode>
                <c:ptCount val="8"/>
                <c:pt idx="0">
                  <c:v>1552714314</c:v>
                </c:pt>
                <c:pt idx="1">
                  <c:v>965679010</c:v>
                </c:pt>
                <c:pt idx="2">
                  <c:v>59094470</c:v>
                </c:pt>
                <c:pt idx="3">
                  <c:v>0</c:v>
                </c:pt>
                <c:pt idx="4">
                  <c:v>210420719</c:v>
                </c:pt>
                <c:pt idx="5">
                  <c:v>745753870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DDF-46B2-BF63-47F3C92638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994304928"/>
        <c:axId val="994302184"/>
      </c:barChart>
      <c:catAx>
        <c:axId val="9943049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994302184"/>
        <c:crosses val="autoZero"/>
        <c:auto val="1"/>
        <c:lblAlgn val="ctr"/>
        <c:lblOffset val="100"/>
        <c:noMultiLvlLbl val="0"/>
      </c:catAx>
      <c:valAx>
        <c:axId val="9943021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9430492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開発</c:v>
                </c:pt>
              </c:strCache>
            </c:strRef>
          </c:tx>
          <c:dPt>
            <c:idx val="0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B36-4D4E-AB5F-07312922641E}"/>
              </c:ext>
            </c:extLst>
          </c:dPt>
          <c:dPt>
            <c:idx val="1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B36-4D4E-AB5F-07312922641E}"/>
              </c:ext>
            </c:extLst>
          </c:dPt>
          <c:dPt>
            <c:idx val="2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B36-4D4E-AB5F-07312922641E}"/>
              </c:ext>
            </c:extLst>
          </c:dPt>
          <c:dPt>
            <c:idx val="3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B36-4D4E-AB5F-07312922641E}"/>
              </c:ext>
            </c:extLst>
          </c:dPt>
          <c:dPt>
            <c:idx val="4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B36-4D4E-AB5F-07312922641E}"/>
              </c:ext>
            </c:extLst>
          </c:dPt>
          <c:dPt>
            <c:idx val="5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B36-4D4E-AB5F-07312922641E}"/>
              </c:ext>
            </c:extLst>
          </c:dPt>
          <c:dPt>
            <c:idx val="6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BB36-4D4E-AB5F-07312922641E}"/>
              </c:ext>
            </c:extLst>
          </c:dPt>
          <c:dPt>
            <c:idx val="7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BB36-4D4E-AB5F-07312922641E}"/>
              </c:ext>
            </c:extLst>
          </c:dPt>
          <c:dPt>
            <c:idx val="8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BB36-4D4E-AB5F-07312922641E}"/>
              </c:ext>
            </c:extLst>
          </c:dPt>
          <c:dPt>
            <c:idx val="9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BB36-4D4E-AB5F-07312922641E}"/>
              </c:ext>
            </c:extLst>
          </c:dPt>
          <c:dPt>
            <c:idx val="10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BB36-4D4E-AB5F-07312922641E}"/>
              </c:ext>
            </c:extLst>
          </c:dPt>
          <c:dPt>
            <c:idx val="11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BB36-4D4E-AB5F-07312922641E}"/>
              </c:ext>
            </c:extLst>
          </c:dPt>
          <c:dPt>
            <c:idx val="12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BB36-4D4E-AB5F-07312922641E}"/>
              </c:ext>
            </c:extLst>
          </c:dPt>
          <c:dPt>
            <c:idx val="13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BB36-4D4E-AB5F-07312922641E}"/>
              </c:ext>
            </c:extLst>
          </c:dPt>
          <c:dPt>
            <c:idx val="14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BB36-4D4E-AB5F-07312922641E}"/>
              </c:ext>
            </c:extLst>
          </c:dPt>
          <c:dPt>
            <c:idx val="15"/>
            <c:bubble3D val="0"/>
            <c:spPr>
              <a:solidFill>
                <a:schemeClr val="accent6">
                  <a:shade val="6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BB36-4D4E-AB5F-07312922641E}"/>
              </c:ext>
            </c:extLst>
          </c:dPt>
          <c:dPt>
            <c:idx val="16"/>
            <c:bubble3D val="0"/>
            <c:spPr>
              <a:solidFill>
                <a:schemeClr val="accent6">
                  <a:shade val="69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BB36-4D4E-AB5F-07312922641E}"/>
              </c:ext>
            </c:extLst>
          </c:dPt>
          <c:dPt>
            <c:idx val="17"/>
            <c:bubble3D val="0"/>
            <c:spPr>
              <a:solidFill>
                <a:schemeClr val="accent6">
                  <a:shade val="72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BB36-4D4E-AB5F-07312922641E}"/>
              </c:ext>
            </c:extLst>
          </c:dPt>
          <c:dPt>
            <c:idx val="18"/>
            <c:bubble3D val="0"/>
            <c:spPr>
              <a:solidFill>
                <a:schemeClr val="accent6">
                  <a:shade val="7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BB36-4D4E-AB5F-07312922641E}"/>
              </c:ext>
            </c:extLst>
          </c:dPt>
          <c:dPt>
            <c:idx val="19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BB36-4D4E-AB5F-07312922641E}"/>
              </c:ext>
            </c:extLst>
          </c:dPt>
          <c:dPt>
            <c:idx val="20"/>
            <c:bubble3D val="0"/>
            <c:spPr>
              <a:solidFill>
                <a:schemeClr val="accent6">
                  <a:shade val="79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9-BB36-4D4E-AB5F-07312922641E}"/>
              </c:ext>
            </c:extLst>
          </c:dPt>
          <c:dPt>
            <c:idx val="21"/>
            <c:bubble3D val="0"/>
            <c:spPr>
              <a:solidFill>
                <a:schemeClr val="accent6">
                  <a:shade val="81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B-BB36-4D4E-AB5F-07312922641E}"/>
              </c:ext>
            </c:extLst>
          </c:dPt>
          <c:dPt>
            <c:idx val="22"/>
            <c:bubble3D val="0"/>
            <c:spPr>
              <a:solidFill>
                <a:schemeClr val="accent6">
                  <a:shade val="8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D-BB36-4D4E-AB5F-07312922641E}"/>
              </c:ext>
            </c:extLst>
          </c:dPt>
          <c:dPt>
            <c:idx val="23"/>
            <c:bubble3D val="0"/>
            <c:spPr>
              <a:solidFill>
                <a:schemeClr val="accent6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F-BB36-4D4E-AB5F-07312922641E}"/>
              </c:ext>
            </c:extLst>
          </c:dPt>
          <c:dPt>
            <c:idx val="24"/>
            <c:bubble3D val="0"/>
            <c:spPr>
              <a:solidFill>
                <a:schemeClr val="accent6">
                  <a:tint val="52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1-BB36-4D4E-AB5F-07312922641E}"/>
              </c:ext>
            </c:extLst>
          </c:dPt>
          <c:dPt>
            <c:idx val="25"/>
            <c:bubble3D val="0"/>
            <c:spPr>
              <a:solidFill>
                <a:schemeClr val="accent6">
                  <a:tint val="7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3-BB36-4D4E-AB5F-07312922641E}"/>
              </c:ext>
            </c:extLst>
          </c:dPt>
          <c:dPt>
            <c:idx val="26"/>
            <c:bubble3D val="0"/>
            <c:spPr>
              <a:solidFill>
                <a:schemeClr val="accent6">
                  <a:shade val="9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5-BB36-4D4E-AB5F-07312922641E}"/>
              </c:ext>
            </c:extLst>
          </c:dPt>
          <c:dPt>
            <c:idx val="27"/>
            <c:bubble3D val="0"/>
            <c:spPr>
              <a:solidFill>
                <a:schemeClr val="accent6">
                  <a:shade val="9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7-BB36-4D4E-AB5F-07312922641E}"/>
              </c:ext>
            </c:extLst>
          </c:dPt>
          <c:dPt>
            <c:idx val="28"/>
            <c:bubble3D val="0"/>
            <c:spPr>
              <a:solidFill>
                <a:schemeClr val="accent6">
                  <a:shade val="9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9-BB36-4D4E-AB5F-07312922641E}"/>
              </c:ext>
            </c:extLst>
          </c:dPt>
          <c:dPt>
            <c:idx val="29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B-BB36-4D4E-AB5F-07312922641E}"/>
              </c:ext>
            </c:extLst>
          </c:dPt>
          <c:dPt>
            <c:idx val="30"/>
            <c:bubble3D val="0"/>
            <c:spPr>
              <a:solidFill>
                <a:schemeClr val="accent6">
                  <a:tint val="9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D-BB36-4D4E-AB5F-07312922641E}"/>
              </c:ext>
            </c:extLst>
          </c:dPt>
          <c:dLbls>
            <c:delete val="1"/>
          </c:dLbls>
          <c:cat>
            <c:strRef>
              <c:f>Sheet1!$A$2:$A$32</c:f>
              <c:strCache>
                <c:ptCount val="31"/>
                <c:pt idx="0">
                  <c:v>デジ戦 減価償却費 ソフトウェア(新基幹システム）※2</c:v>
                </c:pt>
                <c:pt idx="1">
                  <c:v>ビジ開 システム関係委託料 Lidea</c:v>
                </c:pt>
                <c:pt idx="2">
                  <c:v>ビジ開 減価償却費 CXプランニング</c:v>
                </c:pt>
                <c:pt idx="3">
                  <c:v>デジ戦 減価償却費 ソフトウェア(旧基幹システム・その他)</c:v>
                </c:pt>
                <c:pt idx="4">
                  <c:v>デジ戦 その他経費 統合システム部</c:v>
                </c:pt>
                <c:pt idx="5">
                  <c:v>ビジ開 システム関係委託料 DMP</c:v>
                </c:pt>
                <c:pt idx="6">
                  <c:v>ビジ開 システム関係委託料 共通（統括部）</c:v>
                </c:pt>
                <c:pt idx="7">
                  <c:v>ビジ開 派遣社員人件費 共通（CX）</c:v>
                </c:pt>
                <c:pt idx="8">
                  <c:v>ビジ開 システム関係委託料 コーポレート</c:v>
                </c:pt>
                <c:pt idx="9">
                  <c:v>ビジ開 派遣社員人件費 デジタルAGC</c:v>
                </c:pt>
                <c:pt idx="10">
                  <c:v>ビジ開 システム関係委託料 シェフトモ</c:v>
                </c:pt>
                <c:pt idx="11">
                  <c:v>デジ戦 その他経費 DX推進部</c:v>
                </c:pt>
                <c:pt idx="12">
                  <c:v>ビジ開 システム関係委託料 UX</c:v>
                </c:pt>
                <c:pt idx="13">
                  <c:v>ビジ開 システム関係委託料 PJT</c:v>
                </c:pt>
                <c:pt idx="14">
                  <c:v>ビジ開 派遣社員人件費 共通（クリエイティブ）</c:v>
                </c:pt>
                <c:pt idx="15">
                  <c:v>ビジ開 派遣社員人件費 コンディションナビ</c:v>
                </c:pt>
                <c:pt idx="16">
                  <c:v>デジ戦 減価償却費 事務、通信機器</c:v>
                </c:pt>
                <c:pt idx="17">
                  <c:v>ビジ開 システム関係委託料 共通（CX）</c:v>
                </c:pt>
                <c:pt idx="18">
                  <c:v>ビジ開 減価償却費 ポジティブハビッツナレッジ</c:v>
                </c:pt>
                <c:pt idx="19">
                  <c:v>ビジ開 派遣社員人件費 共通（PHN）</c:v>
                </c:pt>
                <c:pt idx="20">
                  <c:v>ビジ開 派遣社員人件費 本部共通PJT</c:v>
                </c:pt>
                <c:pt idx="21">
                  <c:v>ビジ開 派遣社員人件費 外部リソース活用</c:v>
                </c:pt>
                <c:pt idx="22">
                  <c:v>ビジ開 システム関係委託料 オーラルD-Care</c:v>
                </c:pt>
                <c:pt idx="23">
                  <c:v>ビジ開 派遣社員人件費 インターコミュニケーション</c:v>
                </c:pt>
                <c:pt idx="24">
                  <c:v>デジ戦 その他経費 BPR推進室</c:v>
                </c:pt>
                <c:pt idx="25">
                  <c:v>デジ戦 固定費個別 新基幹システム(003)*</c:v>
                </c:pt>
                <c:pt idx="26">
                  <c:v>ビジ開 システム関係委託料 デジタルAGC</c:v>
                </c:pt>
                <c:pt idx="27">
                  <c:v>ビジ開 システム関係委託料 共通（BI）</c:v>
                </c:pt>
                <c:pt idx="28">
                  <c:v>ビジ開 派遣社員人件費 オーラルD-Care</c:v>
                </c:pt>
                <c:pt idx="29">
                  <c:v>ビジ開 システム関係委託料 PJT</c:v>
                </c:pt>
                <c:pt idx="30">
                  <c:v>ビジ開 システム関係委託料 本部共通PJT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977800028</c:v>
                </c:pt>
                <c:pt idx="1">
                  <c:v>357908304</c:v>
                </c:pt>
                <c:pt idx="2">
                  <c:v>222181865</c:v>
                </c:pt>
                <c:pt idx="3">
                  <c:v>188934152</c:v>
                </c:pt>
                <c:pt idx="4" formatCode="&quot;¥&quot;#,##0_);[Red]\(&quot;¥&quot;#,##0\)">
                  <c:v>99006419</c:v>
                </c:pt>
                <c:pt idx="5">
                  <c:v>93268534</c:v>
                </c:pt>
                <c:pt idx="6">
                  <c:v>64312142</c:v>
                </c:pt>
                <c:pt idx="7">
                  <c:v>54936040</c:v>
                </c:pt>
                <c:pt idx="8">
                  <c:v>39393594</c:v>
                </c:pt>
                <c:pt idx="9">
                  <c:v>29198195</c:v>
                </c:pt>
                <c:pt idx="10">
                  <c:v>13514914</c:v>
                </c:pt>
                <c:pt idx="11" formatCode="&quot;¥&quot;#,##0_);[Red]\(&quot;¥&quot;#,##0\)">
                  <c:v>11160000</c:v>
                </c:pt>
                <c:pt idx="12">
                  <c:v>7846746</c:v>
                </c:pt>
                <c:pt idx="13">
                  <c:v>5901500</c:v>
                </c:pt>
                <c:pt idx="14">
                  <c:v>4819386</c:v>
                </c:pt>
                <c:pt idx="15">
                  <c:v>3730000</c:v>
                </c:pt>
                <c:pt idx="16">
                  <c:v>3534863</c:v>
                </c:pt>
                <c:pt idx="17">
                  <c:v>3098489</c:v>
                </c:pt>
                <c:pt idx="18">
                  <c:v>2784577</c:v>
                </c:pt>
                <c:pt idx="19">
                  <c:v>2259347</c:v>
                </c:pt>
                <c:pt idx="20">
                  <c:v>1615768</c:v>
                </c:pt>
                <c:pt idx="21">
                  <c:v>1500000</c:v>
                </c:pt>
                <c:pt idx="22">
                  <c:v>1176000</c:v>
                </c:pt>
                <c:pt idx="23">
                  <c:v>1114429</c:v>
                </c:pt>
                <c:pt idx="24" formatCode="&quot;¥&quot;#,##0_);[Red]\(&quot;¥&quot;#,##0\)">
                  <c:v>800000</c:v>
                </c:pt>
                <c:pt idx="25" formatCode="&quot;¥&quot;#,##0_);[Red]\(&quot;¥&quot;#,##0\)">
                  <c:v>250000</c:v>
                </c:pt>
                <c:pt idx="26">
                  <c:v>150000</c:v>
                </c:pt>
                <c:pt idx="27">
                  <c:v>84000</c:v>
                </c:pt>
                <c:pt idx="28">
                  <c:v>77560</c:v>
                </c:pt>
                <c:pt idx="29">
                  <c:v>42000</c:v>
                </c:pt>
                <c:pt idx="30">
                  <c:v>3899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E-BB36-4D4E-AB5F-0731292264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運用</c:v>
                </c:pt>
              </c:strCache>
            </c:strRef>
          </c:tx>
          <c:explosion val="1"/>
          <c:dPt>
            <c:idx val="0"/>
            <c:bubble3D val="0"/>
            <c:explosion val="2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3C3-46EF-871E-64BCCED33E9E}"/>
              </c:ext>
            </c:extLst>
          </c:dPt>
          <c:dPt>
            <c:idx val="1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3C3-46EF-871E-64BCCED33E9E}"/>
              </c:ext>
            </c:extLst>
          </c:dPt>
          <c:dPt>
            <c:idx val="2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3C3-46EF-871E-64BCCED33E9E}"/>
              </c:ext>
            </c:extLst>
          </c:dPt>
          <c:dPt>
            <c:idx val="3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3C3-46EF-871E-64BCCED33E9E}"/>
              </c:ext>
            </c:extLst>
          </c:dPt>
          <c:dPt>
            <c:idx val="4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3C3-46EF-871E-64BCCED33E9E}"/>
              </c:ext>
            </c:extLst>
          </c:dPt>
          <c:dPt>
            <c:idx val="5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3C3-46EF-871E-64BCCED33E9E}"/>
              </c:ext>
            </c:extLst>
          </c:dPt>
          <c:dPt>
            <c:idx val="6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B3C3-46EF-871E-64BCCED33E9E}"/>
              </c:ext>
            </c:extLst>
          </c:dPt>
          <c:dPt>
            <c:idx val="7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B3C3-46EF-871E-64BCCED33E9E}"/>
              </c:ext>
            </c:extLst>
          </c:dPt>
          <c:dPt>
            <c:idx val="8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B3C3-46EF-871E-64BCCED33E9E}"/>
              </c:ext>
            </c:extLst>
          </c:dPt>
          <c:dPt>
            <c:idx val="9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B3C3-46EF-871E-64BCCED33E9E}"/>
              </c:ext>
            </c:extLst>
          </c:dPt>
          <c:dPt>
            <c:idx val="10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B3C3-46EF-871E-64BCCED33E9E}"/>
              </c:ext>
            </c:extLst>
          </c:dPt>
          <c:dPt>
            <c:idx val="11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B3C3-46EF-871E-64BCCED33E9E}"/>
              </c:ext>
            </c:extLst>
          </c:dPt>
          <c:dPt>
            <c:idx val="12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B3C3-46EF-871E-64BCCED33E9E}"/>
              </c:ext>
            </c:extLst>
          </c:dPt>
          <c:dPt>
            <c:idx val="13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B3C3-46EF-871E-64BCCED33E9E}"/>
              </c:ext>
            </c:extLst>
          </c:dPt>
          <c:dPt>
            <c:idx val="14"/>
            <c:bubble3D val="0"/>
            <c:spPr>
              <a:solidFill>
                <a:schemeClr val="accent6">
                  <a:shade val="6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B3C3-46EF-871E-64BCCED33E9E}"/>
              </c:ext>
            </c:extLst>
          </c:dPt>
          <c:dPt>
            <c:idx val="15"/>
            <c:bubble3D val="0"/>
            <c:spPr>
              <a:solidFill>
                <a:schemeClr val="accent6">
                  <a:shade val="6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B3C3-46EF-871E-64BCCED33E9E}"/>
              </c:ext>
            </c:extLst>
          </c:dPt>
          <c:dPt>
            <c:idx val="16"/>
            <c:bubble3D val="0"/>
            <c:spPr>
              <a:solidFill>
                <a:schemeClr val="tx1">
                  <a:alpha val="1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B3C3-46EF-871E-64BCCED33E9E}"/>
              </c:ext>
            </c:extLst>
          </c:dPt>
          <c:dPt>
            <c:idx val="17"/>
            <c:bubble3D val="0"/>
            <c:spPr>
              <a:solidFill>
                <a:schemeClr val="accent6">
                  <a:shade val="72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B3C3-46EF-871E-64BCCED33E9E}"/>
              </c:ext>
            </c:extLst>
          </c:dPt>
          <c:dPt>
            <c:idx val="18"/>
            <c:bubble3D val="0"/>
            <c:spPr>
              <a:solidFill>
                <a:schemeClr val="accent6">
                  <a:shade val="74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B3C3-46EF-871E-64BCCED33E9E}"/>
              </c:ext>
            </c:extLst>
          </c:dPt>
          <c:dPt>
            <c:idx val="19"/>
            <c:bubble3D val="0"/>
            <c:spPr>
              <a:solidFill>
                <a:schemeClr val="accent6">
                  <a:shade val="7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B3C3-46EF-871E-64BCCED33E9E}"/>
              </c:ext>
            </c:extLst>
          </c:dPt>
          <c:dPt>
            <c:idx val="20"/>
            <c:bubble3D val="0"/>
            <c:spPr>
              <a:solidFill>
                <a:schemeClr val="accent6">
                  <a:shade val="79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9-B3C3-46EF-871E-64BCCED33E9E}"/>
              </c:ext>
            </c:extLst>
          </c:dPt>
          <c:dPt>
            <c:idx val="21"/>
            <c:bubble3D val="0"/>
            <c:spPr>
              <a:solidFill>
                <a:schemeClr val="accent6">
                  <a:shade val="81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B-B3C3-46EF-871E-64BCCED33E9E}"/>
              </c:ext>
            </c:extLst>
          </c:dPt>
          <c:dPt>
            <c:idx val="22"/>
            <c:bubble3D val="0"/>
            <c:spPr>
              <a:solidFill>
                <a:schemeClr val="accent6">
                  <a:shade val="8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D-B3C3-46EF-871E-64BCCED33E9E}"/>
              </c:ext>
            </c:extLst>
          </c:dPt>
          <c:dPt>
            <c:idx val="23"/>
            <c:bubble3D val="0"/>
            <c:spPr>
              <a:solidFill>
                <a:schemeClr val="accent6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F-B3C3-46EF-871E-64BCCED33E9E}"/>
              </c:ext>
            </c:extLst>
          </c:dPt>
          <c:cat>
            <c:strRef>
              <c:f>Sheet1!$A$2:$A$25</c:f>
              <c:strCache>
                <c:ptCount val="24"/>
                <c:pt idx="0">
                  <c:v>デジ戦 固定費共通 保守・リース料</c:v>
                </c:pt>
                <c:pt idx="1">
                  <c:v>デジ戦 その他経費 BPR推進室</c:v>
                </c:pt>
                <c:pt idx="2">
                  <c:v>デジ戦 固定費共通 派遣社員人件費</c:v>
                </c:pt>
                <c:pt idx="3">
                  <c:v>ビジ開 システム関係委託料 Lidea</c:v>
                </c:pt>
                <c:pt idx="4">
                  <c:v>デジ戦 その他経費 統合システム部</c:v>
                </c:pt>
                <c:pt idx="5">
                  <c:v>ビジ開 システム関係委託料 DMP</c:v>
                </c:pt>
                <c:pt idx="6">
                  <c:v>デジ戦 固定費個別 新会計運用費用(002)*</c:v>
                </c:pt>
                <c:pt idx="7">
                  <c:v>デジ戦 減価償却費 LAN　通信　設備</c:v>
                </c:pt>
                <c:pt idx="8">
                  <c:v>デジ戦 固定費個別 SPURT関連(001)*</c:v>
                </c:pt>
                <c:pt idx="9">
                  <c:v>デジ戦 固定費個別 内部統制ｾｷｭﾘﾃｨ対策(007)*</c:v>
                </c:pt>
                <c:pt idx="10">
                  <c:v>ビジ開 システム関係委託料 コーポレート</c:v>
                </c:pt>
                <c:pt idx="11">
                  <c:v>ビジ開 システム関係委託料 共通（統括部）</c:v>
                </c:pt>
                <c:pt idx="12">
                  <c:v>デジ戦 固定費個別 新情報(004)*</c:v>
                </c:pt>
                <c:pt idx="13">
                  <c:v>デジ戦 固定費個別 新マスタ(005)*</c:v>
                </c:pt>
                <c:pt idx="14">
                  <c:v>デジ戦 減価償却費 ソフトウェア(旧基幹システム・その他)</c:v>
                </c:pt>
                <c:pt idx="15">
                  <c:v>デジ戦 固定費共通 ｼｽﾃﾑ関係委託料</c:v>
                </c:pt>
                <c:pt idx="16">
                  <c:v>ビジ開 システム関係委託料 シェフトモ</c:v>
                </c:pt>
                <c:pt idx="17">
                  <c:v>ビジ開 システム関係委託料 PJT</c:v>
                </c:pt>
                <c:pt idx="18">
                  <c:v>ビジ開 システム関係委託料 共通（CX）</c:v>
                </c:pt>
                <c:pt idx="19">
                  <c:v>ビジ開 システム関係委託料 UX</c:v>
                </c:pt>
                <c:pt idx="20">
                  <c:v>ビジ開 システム関係委託料 オーラルD-Care</c:v>
                </c:pt>
                <c:pt idx="21">
                  <c:v>ビジ開 システム関係委託料 共通（エキスパーツ）</c:v>
                </c:pt>
                <c:pt idx="22">
                  <c:v>デジ戦 減価償却費 裁断機</c:v>
                </c:pt>
                <c:pt idx="23">
                  <c:v>ビジ開 システム関係委託料 CoCoRe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664195618</c:v>
                </c:pt>
                <c:pt idx="1">
                  <c:v>546995901</c:v>
                </c:pt>
                <c:pt idx="2">
                  <c:v>122110335</c:v>
                </c:pt>
                <c:pt idx="3">
                  <c:v>106168162</c:v>
                </c:pt>
                <c:pt idx="4">
                  <c:v>76176184</c:v>
                </c:pt>
                <c:pt idx="5">
                  <c:v>69621221</c:v>
                </c:pt>
                <c:pt idx="6">
                  <c:v>58895585</c:v>
                </c:pt>
                <c:pt idx="7">
                  <c:v>55190470</c:v>
                </c:pt>
                <c:pt idx="8">
                  <c:v>44104381</c:v>
                </c:pt>
                <c:pt idx="9">
                  <c:v>15768000</c:v>
                </c:pt>
                <c:pt idx="10">
                  <c:v>14499823</c:v>
                </c:pt>
                <c:pt idx="11">
                  <c:v>12543084</c:v>
                </c:pt>
                <c:pt idx="12">
                  <c:v>12000000</c:v>
                </c:pt>
                <c:pt idx="13">
                  <c:v>9349000</c:v>
                </c:pt>
                <c:pt idx="14">
                  <c:v>3714000</c:v>
                </c:pt>
                <c:pt idx="15">
                  <c:v>3119310</c:v>
                </c:pt>
                <c:pt idx="16">
                  <c:v>2663881</c:v>
                </c:pt>
                <c:pt idx="17">
                  <c:v>1874194</c:v>
                </c:pt>
                <c:pt idx="18">
                  <c:v>1522200</c:v>
                </c:pt>
                <c:pt idx="19">
                  <c:v>579340</c:v>
                </c:pt>
                <c:pt idx="20">
                  <c:v>407520</c:v>
                </c:pt>
                <c:pt idx="21">
                  <c:v>383400</c:v>
                </c:pt>
                <c:pt idx="22">
                  <c:v>190000</c:v>
                </c:pt>
                <c:pt idx="23">
                  <c:v>157894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0-B3C3-46EF-871E-64BCCED33E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1">
    <c:autoUpdate val="0"/>
  </c:externalData>
  <c:userShapes r:id="rId2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総人件費に対する人件費の割合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>
                  <a:alpha val="50196"/>
                </a:srgbClr>
              </a:solidFill>
              <a:ln w="9525">
                <a:noFill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</c:v>
                </c:pt>
                <c:pt idx="1">
                  <c:v>25</c:v>
                </c:pt>
                <c:pt idx="2">
                  <c:v>25</c:v>
                </c:pt>
                <c:pt idx="3">
                  <c:v>90</c:v>
                </c:pt>
                <c:pt idx="4">
                  <c:v>10</c:v>
                </c:pt>
                <c:pt idx="5">
                  <c:v>50</c:v>
                </c:pt>
                <c:pt idx="6">
                  <c:v>75</c:v>
                </c:pt>
                <c:pt idx="7">
                  <c:v>50</c:v>
                </c:pt>
                <c:pt idx="8">
                  <c:v>75</c:v>
                </c:pt>
                <c:pt idx="9">
                  <c:v>75</c:v>
                </c:pt>
                <c:pt idx="10">
                  <c:v>50</c:v>
                </c:pt>
                <c:pt idx="11">
                  <c:v>50</c:v>
                </c:pt>
                <c:pt idx="12">
                  <c:v>50</c:v>
                </c:pt>
                <c:pt idx="13">
                  <c:v>75</c:v>
                </c:pt>
                <c:pt idx="14">
                  <c:v>75</c:v>
                </c:pt>
                <c:pt idx="15">
                  <c:v>90</c:v>
                </c:pt>
                <c:pt idx="16">
                  <c:v>25</c:v>
                </c:pt>
                <c:pt idx="17">
                  <c:v>25</c:v>
                </c:pt>
                <c:pt idx="18">
                  <c:v>25</c:v>
                </c:pt>
                <c:pt idx="19">
                  <c:v>50</c:v>
                </c:pt>
                <c:pt idx="20">
                  <c:v>75</c:v>
                </c:pt>
                <c:pt idx="21">
                  <c:v>50</c:v>
                </c:pt>
                <c:pt idx="22">
                  <c:v>75</c:v>
                </c:pt>
                <c:pt idx="23">
                  <c:v>50</c:v>
                </c:pt>
              </c:numCache>
            </c:numRef>
          </c:xVal>
          <c:yVal>
            <c:numRef>
              <c:f>Sheet1!$B$2:$B$25</c:f>
              <c:numCache>
                <c:formatCode>0.00%</c:formatCode>
                <c:ptCount val="24"/>
                <c:pt idx="0">
                  <c:v>1.2999999999999999E-2</c:v>
                </c:pt>
                <c:pt idx="1">
                  <c:v>8.2000000000000007E-3</c:v>
                </c:pt>
                <c:pt idx="2">
                  <c:v>4.4999999999999997E-3</c:v>
                </c:pt>
                <c:pt idx="3">
                  <c:v>1.67E-2</c:v>
                </c:pt>
                <c:pt idx="4">
                  <c:v>2.5000000000000001E-3</c:v>
                </c:pt>
                <c:pt idx="5">
                  <c:v>3.8999999999999998E-3</c:v>
                </c:pt>
                <c:pt idx="6">
                  <c:v>2.5999999999999999E-3</c:v>
                </c:pt>
                <c:pt idx="7">
                  <c:v>4.7999999999999996E-3</c:v>
                </c:pt>
                <c:pt idx="8">
                  <c:v>4.1999999999999997E-3</c:v>
                </c:pt>
                <c:pt idx="9">
                  <c:v>9.5999999999999992E-3</c:v>
                </c:pt>
                <c:pt idx="10">
                  <c:v>4.1999999999999997E-3</c:v>
                </c:pt>
                <c:pt idx="11">
                  <c:v>9.5999999999999992E-3</c:v>
                </c:pt>
                <c:pt idx="12">
                  <c:v>5.1000000000000004E-3</c:v>
                </c:pt>
                <c:pt idx="13">
                  <c:v>2.4299999999999999E-2</c:v>
                </c:pt>
                <c:pt idx="14">
                  <c:v>9.5999999999999992E-3</c:v>
                </c:pt>
                <c:pt idx="15">
                  <c:v>0.01</c:v>
                </c:pt>
                <c:pt idx="16">
                  <c:v>4.7000000000000002E-3</c:v>
                </c:pt>
                <c:pt idx="17">
                  <c:v>0.14699999999999999</c:v>
                </c:pt>
                <c:pt idx="18">
                  <c:v>4.2200000000000001E-2</c:v>
                </c:pt>
                <c:pt idx="19">
                  <c:v>0.10489999999999999</c:v>
                </c:pt>
                <c:pt idx="20">
                  <c:v>0.23730000000000001</c:v>
                </c:pt>
                <c:pt idx="21">
                  <c:v>0.13469999999999999</c:v>
                </c:pt>
                <c:pt idx="22">
                  <c:v>0.1026</c:v>
                </c:pt>
                <c:pt idx="23">
                  <c:v>1.3100000000000001E-2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0AC-42A2-9588-727C46DB95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37969199"/>
        <c:axId val="237970159"/>
      </c:scatterChart>
      <c:valAx>
        <c:axId val="2379691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37970159"/>
        <c:crosses val="autoZero"/>
        <c:crossBetween val="midCat"/>
      </c:valAx>
      <c:valAx>
        <c:axId val="237970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3796919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総外注費に対する外注費の割合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>
                  <a:alpha val="50196"/>
                </a:srgbClr>
              </a:solidFill>
              <a:ln w="9525">
                <a:noFill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25</c:v>
                </c:pt>
                <c:pt idx="1">
                  <c:v>25</c:v>
                </c:pt>
                <c:pt idx="2">
                  <c:v>0</c:v>
                </c:pt>
                <c:pt idx="3">
                  <c:v>50</c:v>
                </c:pt>
                <c:pt idx="4">
                  <c:v>50</c:v>
                </c:pt>
                <c:pt idx="5">
                  <c:v>75</c:v>
                </c:pt>
                <c:pt idx="6">
                  <c:v>50</c:v>
                </c:pt>
                <c:pt idx="7">
                  <c:v>90</c:v>
                </c:pt>
                <c:pt idx="8">
                  <c:v>50</c:v>
                </c:pt>
                <c:pt idx="9">
                  <c:v>0</c:v>
                </c:pt>
                <c:pt idx="10">
                  <c:v>0</c:v>
                </c:pt>
                <c:pt idx="11">
                  <c:v>75</c:v>
                </c:pt>
                <c:pt idx="13">
                  <c:v>50</c:v>
                </c:pt>
                <c:pt idx="14">
                  <c:v>0</c:v>
                </c:pt>
                <c:pt idx="15">
                  <c:v>0</c:v>
                </c:pt>
                <c:pt idx="16">
                  <c:v>25</c:v>
                </c:pt>
                <c:pt idx="17">
                  <c:v>0</c:v>
                </c:pt>
              </c:numCache>
            </c:numRef>
          </c:xVal>
          <c:yVal>
            <c:numRef>
              <c:f>Sheet1!$B$2:$B$19</c:f>
              <c:numCache>
                <c:formatCode>0.00%</c:formatCode>
                <c:ptCount val="18"/>
                <c:pt idx="0">
                  <c:v>0.12670000000000001</c:v>
                </c:pt>
                <c:pt idx="1">
                  <c:v>1.17E-2</c:v>
                </c:pt>
                <c:pt idx="2" formatCode="General">
                  <c:v>0</c:v>
                </c:pt>
                <c:pt idx="3">
                  <c:v>0</c:v>
                </c:pt>
                <c:pt idx="4">
                  <c:v>0.41770000000000002</c:v>
                </c:pt>
                <c:pt idx="5">
                  <c:v>0.67869999999999997</c:v>
                </c:pt>
                <c:pt idx="6">
                  <c:v>6.7699999999999996E-2</c:v>
                </c:pt>
                <c:pt idx="7">
                  <c:v>0.89910000000000001</c:v>
                </c:pt>
                <c:pt idx="8">
                  <c:v>6.4999999999999997E-3</c:v>
                </c:pt>
                <c:pt idx="9">
                  <c:v>0</c:v>
                </c:pt>
                <c:pt idx="10">
                  <c:v>0</c:v>
                </c:pt>
                <c:pt idx="11">
                  <c:v>0.8952</c:v>
                </c:pt>
                <c:pt idx="12">
                  <c:v>0.96319999999999995</c:v>
                </c:pt>
                <c:pt idx="13">
                  <c:v>0</c:v>
                </c:pt>
                <c:pt idx="14">
                  <c:v>0.97060000000000002</c:v>
                </c:pt>
                <c:pt idx="15" formatCode="General">
                  <c:v>0</c:v>
                </c:pt>
                <c:pt idx="16">
                  <c:v>0.1608</c:v>
                </c:pt>
                <c:pt idx="17">
                  <c:v>4.4999999999999997E-3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9C0-4C47-B1CA-C5F0B27C45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40112639"/>
        <c:axId val="2140114559"/>
      </c:scatterChart>
      <c:valAx>
        <c:axId val="214011263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140114559"/>
        <c:crosses val="autoZero"/>
        <c:crossBetween val="midCat"/>
      </c:valAx>
      <c:valAx>
        <c:axId val="21401145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14011263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128992748992296"/>
          <c:y val="6.0903239050425953E-2"/>
          <c:w val="0.82800726506493538"/>
          <c:h val="0.8267502456047742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化学工業におけるスケール (上位何％か)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50</c:v>
                </c:pt>
                <c:pt idx="1">
                  <c:v>10</c:v>
                </c:pt>
                <c:pt idx="2">
                  <c:v>25</c:v>
                </c:pt>
                <c:pt idx="3">
                  <c:v>50</c:v>
                </c:pt>
                <c:pt idx="4">
                  <c:v>50</c:v>
                </c:pt>
                <c:pt idx="5">
                  <c:v>90</c:v>
                </c:pt>
                <c:pt idx="6">
                  <c:v>25</c:v>
                </c:pt>
                <c:pt idx="7">
                  <c:v>90</c:v>
                </c:pt>
                <c:pt idx="8">
                  <c:v>90</c:v>
                </c:pt>
                <c:pt idx="9">
                  <c:v>25</c:v>
                </c:pt>
                <c:pt idx="10">
                  <c:v>10</c:v>
                </c:pt>
                <c:pt idx="11">
                  <c:v>90</c:v>
                </c:pt>
                <c:pt idx="12">
                  <c:v>75</c:v>
                </c:pt>
                <c:pt idx="13">
                  <c:v>25</c:v>
                </c:pt>
                <c:pt idx="14">
                  <c:v>75</c:v>
                </c:pt>
                <c:pt idx="15">
                  <c:v>25</c:v>
                </c:pt>
                <c:pt idx="16">
                  <c:v>75</c:v>
                </c:pt>
                <c:pt idx="17">
                  <c:v>50</c:v>
                </c:pt>
              </c:numCache>
            </c:numRef>
          </c:xVal>
          <c:yVal>
            <c:numRef>
              <c:f>Sheet1!$B$2:$B$19</c:f>
              <c:numCache>
                <c:formatCode>0.00%</c:formatCode>
                <c:ptCount val="18"/>
                <c:pt idx="0">
                  <c:v>2.9600000000000001E-2</c:v>
                </c:pt>
                <c:pt idx="1">
                  <c:v>2.8999999999999998E-3</c:v>
                </c:pt>
                <c:pt idx="2">
                  <c:v>4.1999999999999997E-3</c:v>
                </c:pt>
                <c:pt idx="3">
                  <c:v>9.5999999999999992E-3</c:v>
                </c:pt>
                <c:pt idx="4">
                  <c:v>9.4999999999999998E-3</c:v>
                </c:pt>
                <c:pt idx="5">
                  <c:v>7.9000000000000001E-2</c:v>
                </c:pt>
                <c:pt idx="6">
                  <c:v>0.15909999999999999</c:v>
                </c:pt>
                <c:pt idx="7">
                  <c:v>2.9550999999999998</c:v>
                </c:pt>
                <c:pt idx="8">
                  <c:v>1.7000000000000001E-2</c:v>
                </c:pt>
                <c:pt idx="9">
                  <c:v>2.8999999999999998E-3</c:v>
                </c:pt>
                <c:pt idx="10">
                  <c:v>6.1999999999999998E-3</c:v>
                </c:pt>
                <c:pt idx="11">
                  <c:v>2.3046000000000002</c:v>
                </c:pt>
                <c:pt idx="12">
                  <c:v>0.28810000000000002</c:v>
                </c:pt>
                <c:pt idx="13">
                  <c:v>8.0999999999999996E-3</c:v>
                </c:pt>
                <c:pt idx="14">
                  <c:v>0.32869999999999999</c:v>
                </c:pt>
                <c:pt idx="15">
                  <c:v>0</c:v>
                </c:pt>
                <c:pt idx="16">
                  <c:v>0.28270000000000001</c:v>
                </c:pt>
                <c:pt idx="17">
                  <c:v>1.32E-2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6FA-4470-8FE2-4B1B70F998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78446671"/>
        <c:axId val="166510623"/>
        <c:extLst>
          <c:ext xmlns:c15="http://schemas.microsoft.com/office/drawing/2012/chart" uri="{02D57815-91ED-43cb-92C2-25804820EDAC}">
            <c15:filteredScatterSeries>
              <c15:ser>
                <c:idx val="2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列2</c:v>
                      </c:pt>
                    </c:strCache>
                  </c:strRef>
                </c:tx>
                <c:spPr>
                  <a:ln w="25400" cap="rnd">
                    <a:noFill/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3"/>
                    </a:solidFill>
                    <a:ln w="9525">
                      <a:solidFill>
                        <a:schemeClr val="accent3"/>
                      </a:solidFill>
                    </a:ln>
                    <a:effectLst/>
                  </c:spPr>
                </c:marker>
                <c:xVal>
                  <c:numRef>
                    <c:extLst>
                      <c:ext uri="{02D57815-91ED-43cb-92C2-25804820EDAC}">
                        <c15:formulaRef>
                          <c15:sqref>Sheet1!$A$2:$A$19</c15:sqref>
                        </c15:formulaRef>
                      </c:ext>
                    </c:extLst>
                    <c:numCache>
                      <c:formatCode>General</c:formatCode>
                      <c:ptCount val="18"/>
                      <c:pt idx="0">
                        <c:v>50</c:v>
                      </c:pt>
                      <c:pt idx="1">
                        <c:v>10</c:v>
                      </c:pt>
                      <c:pt idx="2">
                        <c:v>25</c:v>
                      </c:pt>
                      <c:pt idx="3">
                        <c:v>50</c:v>
                      </c:pt>
                      <c:pt idx="4">
                        <c:v>50</c:v>
                      </c:pt>
                      <c:pt idx="5">
                        <c:v>90</c:v>
                      </c:pt>
                      <c:pt idx="6">
                        <c:v>25</c:v>
                      </c:pt>
                      <c:pt idx="7">
                        <c:v>90</c:v>
                      </c:pt>
                      <c:pt idx="8">
                        <c:v>90</c:v>
                      </c:pt>
                      <c:pt idx="9">
                        <c:v>25</c:v>
                      </c:pt>
                      <c:pt idx="10">
                        <c:v>10</c:v>
                      </c:pt>
                      <c:pt idx="11">
                        <c:v>90</c:v>
                      </c:pt>
                      <c:pt idx="12">
                        <c:v>75</c:v>
                      </c:pt>
                      <c:pt idx="13">
                        <c:v>25</c:v>
                      </c:pt>
                      <c:pt idx="14">
                        <c:v>75</c:v>
                      </c:pt>
                      <c:pt idx="15">
                        <c:v>25</c:v>
                      </c:pt>
                      <c:pt idx="16">
                        <c:v>75</c:v>
                      </c:pt>
                      <c:pt idx="17">
                        <c:v>50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Sheet1!$D$2:$D$19</c15:sqref>
                        </c15:formulaRef>
                      </c:ext>
                    </c:extLst>
                    <c:numCache>
                      <c:formatCode>General</c:formatCode>
                      <c:ptCount val="18"/>
                    </c:numCache>
                  </c:numRef>
                </c:yVal>
                <c:smooth val="0"/>
                <c:extLst>
                  <c:ext xmlns:c16="http://schemas.microsoft.com/office/drawing/2014/chart" uri="{C3380CC4-5D6E-409C-BE32-E72D297353CC}">
                    <c16:uniqueId val="{00000003-D6FA-4470-8FE2-4B1B70F9985C}"/>
                  </c:ext>
                </c:extLst>
              </c15:ser>
            </c15:filteredScatterSeries>
            <c15:filteredScatterSeries>
              <c15:ser>
                <c:idx val="3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Sheet1!$E$1</c15:sqref>
                        </c15:formulaRef>
                      </c:ext>
                    </c:extLst>
                    <c:strCache>
                      <c:ptCount val="1"/>
                      <c:pt idx="0">
                        <c:v>列3</c:v>
                      </c:pt>
                    </c:strCache>
                  </c:strRef>
                </c:tx>
                <c:spPr>
                  <a:ln w="25400" cap="rnd">
                    <a:noFill/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4"/>
                    </a:solidFill>
                    <a:ln w="9525">
                      <a:solidFill>
                        <a:schemeClr val="accent4"/>
                      </a:solidFill>
                    </a:ln>
                    <a:effectLst/>
                  </c:spPr>
                </c:marker>
                <c:x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Sheet1!$A$2:$A$19</c15:sqref>
                        </c15:formulaRef>
                      </c:ext>
                    </c:extLst>
                    <c:numCache>
                      <c:formatCode>General</c:formatCode>
                      <c:ptCount val="18"/>
                      <c:pt idx="0">
                        <c:v>50</c:v>
                      </c:pt>
                      <c:pt idx="1">
                        <c:v>10</c:v>
                      </c:pt>
                      <c:pt idx="2">
                        <c:v>25</c:v>
                      </c:pt>
                      <c:pt idx="3">
                        <c:v>50</c:v>
                      </c:pt>
                      <c:pt idx="4">
                        <c:v>50</c:v>
                      </c:pt>
                      <c:pt idx="5">
                        <c:v>90</c:v>
                      </c:pt>
                      <c:pt idx="6">
                        <c:v>25</c:v>
                      </c:pt>
                      <c:pt idx="7">
                        <c:v>90</c:v>
                      </c:pt>
                      <c:pt idx="8">
                        <c:v>90</c:v>
                      </c:pt>
                      <c:pt idx="9">
                        <c:v>25</c:v>
                      </c:pt>
                      <c:pt idx="10">
                        <c:v>10</c:v>
                      </c:pt>
                      <c:pt idx="11">
                        <c:v>90</c:v>
                      </c:pt>
                      <c:pt idx="12">
                        <c:v>75</c:v>
                      </c:pt>
                      <c:pt idx="13">
                        <c:v>25</c:v>
                      </c:pt>
                      <c:pt idx="14">
                        <c:v>75</c:v>
                      </c:pt>
                      <c:pt idx="15">
                        <c:v>25</c:v>
                      </c:pt>
                      <c:pt idx="16">
                        <c:v>75</c:v>
                      </c:pt>
                      <c:pt idx="17">
                        <c:v>50</c:v>
                      </c:pt>
                    </c:numCache>
                  </c:num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Sheet1!$E$2:$E$19</c15:sqref>
                        </c15:formulaRef>
                      </c:ext>
                    </c:extLst>
                    <c:numCache>
                      <c:formatCode>General</c:formatCode>
                      <c:ptCount val="18"/>
                    </c:numCache>
                  </c:numRef>
                </c:y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D6FA-4470-8FE2-4B1B70F9985C}"/>
                  </c:ext>
                </c:extLst>
              </c15:ser>
            </c15:filteredScatterSeries>
          </c:ext>
        </c:extLst>
      </c:scatterChart>
      <c:valAx>
        <c:axId val="137844667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66510623"/>
        <c:crosses val="autoZero"/>
        <c:crossBetween val="midCat"/>
      </c:valAx>
      <c:valAx>
        <c:axId val="166510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37844667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9885329242854898E-2"/>
          <c:y val="6.0903239050425953E-2"/>
          <c:w val="0.84941199372270815"/>
          <c:h val="0.8514954317873709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化学工業におけるスケール (上位何％か)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7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Pt>
            <c:idx val="5"/>
            <c:marker>
              <c:symbol val="circle"/>
              <c:size val="7"/>
              <c:spPr>
                <a:solidFill>
                  <a:schemeClr val="accent2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DE73-44F8-9762-1E8DA1E9E84C}"/>
              </c:ext>
            </c:extLst>
          </c:dPt>
          <c:dPt>
            <c:idx val="7"/>
            <c:marker>
              <c:symbol val="circle"/>
              <c:size val="7"/>
              <c:spPr>
                <a:solidFill>
                  <a:schemeClr val="accent2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DE73-44F8-9762-1E8DA1E9E84C}"/>
              </c:ext>
            </c:extLst>
          </c:dPt>
          <c:xVal>
            <c:numRef>
              <c:f>Sheet1!$A$2:$A$19</c:f>
              <c:numCache>
                <c:formatCode>General</c:formatCode>
                <c:ptCount val="14"/>
                <c:pt idx="0">
                  <c:v>50</c:v>
                </c:pt>
                <c:pt idx="1">
                  <c:v>10</c:v>
                </c:pt>
                <c:pt idx="2">
                  <c:v>25</c:v>
                </c:pt>
                <c:pt idx="3">
                  <c:v>50</c:v>
                </c:pt>
                <c:pt idx="4">
                  <c:v>50</c:v>
                </c:pt>
                <c:pt idx="5">
                  <c:v>90</c:v>
                </c:pt>
                <c:pt idx="6">
                  <c:v>25</c:v>
                </c:pt>
                <c:pt idx="7">
                  <c:v>75</c:v>
                </c:pt>
                <c:pt idx="8">
                  <c:v>50</c:v>
                </c:pt>
              </c:numCache>
            </c:numRef>
          </c:xVal>
          <c:yVal>
            <c:numRef>
              <c:f>Sheet1!$B$2:$B$19</c:f>
              <c:numCache>
                <c:formatCode>0.00%</c:formatCode>
                <c:ptCount val="14"/>
                <c:pt idx="0">
                  <c:v>2.9600000000000001E-2</c:v>
                </c:pt>
                <c:pt idx="1">
                  <c:v>2.8999999999999998E-3</c:v>
                </c:pt>
                <c:pt idx="2">
                  <c:v>4.1999999999999997E-3</c:v>
                </c:pt>
                <c:pt idx="3">
                  <c:v>9.5999999999999992E-3</c:v>
                </c:pt>
                <c:pt idx="4">
                  <c:v>9.4999999999999998E-3</c:v>
                </c:pt>
                <c:pt idx="5">
                  <c:v>7.4200000000000002E-2</c:v>
                </c:pt>
                <c:pt idx="6">
                  <c:v>0.15909999999999999</c:v>
                </c:pt>
                <c:pt idx="7">
                  <c:v>0.28270000000000001</c:v>
                </c:pt>
                <c:pt idx="8">
                  <c:v>1.32E-2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E-DE73-44F8-9762-1E8DA1E9E84C}"/>
            </c:ext>
          </c:extLst>
        </c:ser>
        <c:ser>
          <c:idx val="2"/>
          <c:order val="1"/>
          <c:tx>
            <c:strRef>
              <c:f>Sheet1!$D$1</c:f>
              <c:strCache>
                <c:ptCount val="1"/>
                <c:pt idx="0">
                  <c:v>列2</c:v>
                </c:pt>
              </c:strCache>
              <c:extLst xmlns:c15="http://schemas.microsoft.com/office/drawing/2012/chart"/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4"/>
                <c:pt idx="0">
                  <c:v>50</c:v>
                </c:pt>
                <c:pt idx="1">
                  <c:v>10</c:v>
                </c:pt>
                <c:pt idx="2">
                  <c:v>25</c:v>
                </c:pt>
                <c:pt idx="3">
                  <c:v>50</c:v>
                </c:pt>
                <c:pt idx="4">
                  <c:v>50</c:v>
                </c:pt>
                <c:pt idx="5">
                  <c:v>90</c:v>
                </c:pt>
                <c:pt idx="6">
                  <c:v>25</c:v>
                </c:pt>
                <c:pt idx="7">
                  <c:v>75</c:v>
                </c:pt>
                <c:pt idx="8">
                  <c:v>50</c:v>
                </c:pt>
              </c:numCache>
              <c:extLst xmlns:c15="http://schemas.microsoft.com/office/drawing/2012/chart"/>
            </c:numRef>
          </c:xVal>
          <c:yVal>
            <c:numRef>
              <c:f>Sheet1!$D$2:$D$19</c:f>
              <c:numCache>
                <c:formatCode>General</c:formatCode>
                <c:ptCount val="14"/>
              </c:numCache>
              <c:extLst xmlns:c15="http://schemas.microsoft.com/office/drawing/2012/chart"/>
            </c:numRef>
          </c:y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F-DE73-44F8-9762-1E8DA1E9E84C}"/>
            </c:ext>
          </c:extLst>
        </c:ser>
        <c:ser>
          <c:idx val="3"/>
          <c:order val="2"/>
          <c:tx>
            <c:strRef>
              <c:f>Sheet1!$E$1</c:f>
              <c:strCache>
                <c:ptCount val="1"/>
                <c:pt idx="0">
                  <c:v>列3</c:v>
                </c:pt>
              </c:strCache>
              <c:extLst xmlns:c15="http://schemas.microsoft.com/office/drawing/2012/chart"/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4"/>
                <c:pt idx="0">
                  <c:v>50</c:v>
                </c:pt>
                <c:pt idx="1">
                  <c:v>10</c:v>
                </c:pt>
                <c:pt idx="2">
                  <c:v>25</c:v>
                </c:pt>
                <c:pt idx="3">
                  <c:v>50</c:v>
                </c:pt>
                <c:pt idx="4">
                  <c:v>50</c:v>
                </c:pt>
                <c:pt idx="5">
                  <c:v>90</c:v>
                </c:pt>
                <c:pt idx="6">
                  <c:v>25</c:v>
                </c:pt>
                <c:pt idx="7">
                  <c:v>75</c:v>
                </c:pt>
                <c:pt idx="8">
                  <c:v>50</c:v>
                </c:pt>
              </c:numCache>
              <c:extLst xmlns:c15="http://schemas.microsoft.com/office/drawing/2012/chart"/>
            </c:numRef>
          </c:xVal>
          <c:yVal>
            <c:numRef>
              <c:f>Sheet1!$E$2:$E$19</c:f>
              <c:numCache>
                <c:formatCode>General</c:formatCode>
                <c:ptCount val="14"/>
              </c:numCache>
              <c:extLst xmlns:c15="http://schemas.microsoft.com/office/drawing/2012/chart"/>
            </c:numRef>
          </c:y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10-DE73-44F8-9762-1E8DA1E9E8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94240408"/>
        <c:axId val="694240800"/>
        <c:extLst/>
      </c:scatterChart>
      <c:valAx>
        <c:axId val="69424040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94240800"/>
        <c:crosses val="autoZero"/>
        <c:crossBetween val="midCat"/>
      </c:valAx>
      <c:valAx>
        <c:axId val="694240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9424040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181547122104821E-2"/>
          <c:y val="4.6772517919581369E-2"/>
          <c:w val="0.89525315260517302"/>
          <c:h val="0.83021944282734639"/>
        </c:manualLayout>
      </c:layout>
      <c:scatterChart>
        <c:scatterStyle val="lineMarker"/>
        <c:varyColors val="0"/>
        <c:ser>
          <c:idx val="1"/>
          <c:order val="0"/>
          <c:tx>
            <c:strRef>
              <c:f>Sheet1!$C$1</c:f>
              <c:strCache>
                <c:ptCount val="1"/>
                <c:pt idx="0">
                  <c:v>列1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78207"/>
              </a:solidFill>
              <a:ln w="9525">
                <a:noFill/>
              </a:ln>
              <a:effectLst/>
            </c:spPr>
          </c:marker>
          <c:dPt>
            <c:idx val="5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D169-40B9-8D0D-F2253CCD3B8F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D169-40B9-8D0D-F2253CCD3B8F}"/>
              </c:ext>
            </c:extLst>
          </c:dPt>
          <c:xVal>
            <c:numRef>
              <c:f>Sheet1!$A$2:$A$10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25</c:v>
                </c:pt>
                <c:pt idx="7">
                  <c:v>75</c:v>
                </c:pt>
                <c:pt idx="8">
                  <c:v>50</c:v>
                </c:pt>
              </c:numCache>
            </c:numRef>
          </c:xVal>
          <c:yVal>
            <c:numRef>
              <c:f>Sheet1!$B$2:$B$10</c:f>
              <c:numCache>
                <c:formatCode>0.00%</c:formatCode>
                <c:ptCount val="9"/>
                <c:pt idx="0">
                  <c:v>1.2999999999999999E-2</c:v>
                </c:pt>
                <c:pt idx="1">
                  <c:v>2.5000000000000001E-3</c:v>
                </c:pt>
                <c:pt idx="2">
                  <c:v>4.1999999999999997E-3</c:v>
                </c:pt>
                <c:pt idx="3">
                  <c:v>9.5999999999999992E-3</c:v>
                </c:pt>
                <c:pt idx="4">
                  <c:v>5.1000000000000004E-3</c:v>
                </c:pt>
                <c:pt idx="5">
                  <c:v>1.95E-2</c:v>
                </c:pt>
                <c:pt idx="6">
                  <c:v>0.14699999999999999</c:v>
                </c:pt>
                <c:pt idx="7">
                  <c:v>0.23730000000000001</c:v>
                </c:pt>
                <c:pt idx="8">
                  <c:v>1.3100000000000001E-2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D169-40B9-8D0D-F2253CCD3B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94241976"/>
        <c:axId val="694236880"/>
      </c:scatterChart>
      <c:valAx>
        <c:axId val="694241976"/>
        <c:scaling>
          <c:orientation val="minMax"/>
          <c:max val="1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94236880"/>
        <c:crosses val="autoZero"/>
        <c:crossBetween val="midCat"/>
      </c:valAx>
      <c:valAx>
        <c:axId val="6942368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94241976"/>
        <c:crosses val="autoZero"/>
        <c:crossBetween val="midCat"/>
        <c:minorUnit val="1.0000000000000002E-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8259050322416493E-2"/>
          <c:y val="0.10127907423531399"/>
          <c:w val="0.88517564940486126"/>
          <c:h val="0.76650569794476686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総外注費に対する外注費の割合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Pt>
            <c:idx val="5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8764-4CC9-A79B-8807CE672CB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chemeClr val="accent2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8764-4CC9-A79B-8807CE672CB4}"/>
              </c:ext>
            </c:extLst>
          </c:dPt>
          <c:xVal>
            <c:numRef>
              <c:f>Sheet1!$A$2:$A$10</c:f>
              <c:numCache>
                <c:formatCode>General</c:formatCode>
                <c:ptCount val="9"/>
                <c:pt idx="0">
                  <c:v>25</c:v>
                </c:pt>
                <c:pt idx="1">
                  <c:v>25</c:v>
                </c:pt>
                <c:pt idx="2">
                  <c:v>0</c:v>
                </c:pt>
                <c:pt idx="3">
                  <c:v>50</c:v>
                </c:pt>
                <c:pt idx="4">
                  <c:v>50</c:v>
                </c:pt>
                <c:pt idx="5">
                  <c:v>75</c:v>
                </c:pt>
                <c:pt idx="6">
                  <c:v>50</c:v>
                </c:pt>
                <c:pt idx="7">
                  <c:v>25</c:v>
                </c:pt>
                <c:pt idx="8">
                  <c:v>0</c:v>
                </c:pt>
              </c:numCache>
            </c:numRef>
          </c:xVal>
          <c:yVal>
            <c:numRef>
              <c:f>Sheet1!$B$2:$B$10</c:f>
              <c:numCache>
                <c:formatCode>0.00%</c:formatCode>
                <c:ptCount val="9"/>
                <c:pt idx="0">
                  <c:v>0.12670000000000001</c:v>
                </c:pt>
                <c:pt idx="1">
                  <c:v>1.17E-2</c:v>
                </c:pt>
                <c:pt idx="2" formatCode="General">
                  <c:v>0</c:v>
                </c:pt>
                <c:pt idx="3">
                  <c:v>0</c:v>
                </c:pt>
                <c:pt idx="4">
                  <c:v>0.41770000000000002</c:v>
                </c:pt>
                <c:pt idx="5">
                  <c:v>0.72470000000000001</c:v>
                </c:pt>
                <c:pt idx="6">
                  <c:v>6.7699999999999996E-2</c:v>
                </c:pt>
                <c:pt idx="7">
                  <c:v>0.1608</c:v>
                </c:pt>
                <c:pt idx="8">
                  <c:v>4.4999999999999997E-3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8764-4CC9-A79B-8807CE672C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94242760"/>
        <c:axId val="694236096"/>
      </c:scatterChart>
      <c:valAx>
        <c:axId val="694242760"/>
        <c:scaling>
          <c:orientation val="minMax"/>
          <c:max val="1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94236096"/>
        <c:crosses val="autoZero"/>
        <c:crossBetween val="midCat"/>
      </c:valAx>
      <c:valAx>
        <c:axId val="694236096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94242760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936811195779973"/>
          <c:y val="0.11563491365336716"/>
          <c:w val="0.86379763631924733"/>
          <c:h val="0.7583050009290344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マスタ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FD-4B58-9507-32C870E493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変動</c:v>
                </c:pt>
              </c:strCache>
            </c:strRef>
          </c:tx>
          <c:spPr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747832864"/>
        <c:axId val="74783718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マスタ2</c:v>
                </c:pt>
              </c:strCache>
            </c:strRef>
          </c:tx>
          <c:spPr>
            <a:ln w="28575" cap="rnd">
              <a:solidFill>
                <a:srgbClr val="01953D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7FD-4B58-9507-32C870E493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変動2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7832864"/>
        <c:axId val="747837184"/>
      </c:lineChart>
      <c:catAx>
        <c:axId val="747832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7184"/>
        <c:crosses val="autoZero"/>
        <c:auto val="1"/>
        <c:lblAlgn val="ctr"/>
        <c:lblOffset val="100"/>
        <c:noMultiLvlLbl val="0"/>
      </c:catAx>
      <c:valAx>
        <c:axId val="747837184"/>
        <c:scaling>
          <c:orientation val="minMax"/>
          <c:max val="9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件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c:rich>
          </c:tx>
          <c:layout>
            <c:manualLayout>
              <c:xMode val="edge"/>
              <c:yMode val="edge"/>
              <c:x val="2.1114175970777634E-2"/>
              <c:y val="0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286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legendEntry>
        <c:idx val="2"/>
        <c:delete val="1"/>
      </c:legendEntry>
      <c:legendEntry>
        <c:idx val="3"/>
        <c:delete val="1"/>
      </c:legendEntry>
      <c:layout>
        <c:manualLayout>
          <c:xMode val="edge"/>
          <c:yMode val="edge"/>
          <c:x val="0.13977590998750875"/>
          <c:y val="3.5290836997535199E-2"/>
          <c:w val="0.27206824902577614"/>
          <c:h val="9.781496706471459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936811195779973"/>
          <c:y val="0.11563491365336716"/>
          <c:w val="0.86379763631924733"/>
          <c:h val="0.7583050009290344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マスタ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FD-4B58-9507-32C870E493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変動</c:v>
                </c:pt>
              </c:strCache>
            </c:strRef>
          </c:tx>
          <c:spPr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747832864"/>
        <c:axId val="74783718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マスタ2</c:v>
                </c:pt>
              </c:strCache>
            </c:strRef>
          </c:tx>
          <c:spPr>
            <a:ln w="28575" cap="rnd">
              <a:solidFill>
                <a:srgbClr val="01953D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18</c:v>
                </c:pt>
                <c:pt idx="3">
                  <c:v>20</c:v>
                </c:pt>
                <c:pt idx="4">
                  <c:v>25</c:v>
                </c:pt>
                <c:pt idx="5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7FD-4B58-9507-32C870E493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変動2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2019年</c:v>
                </c:pt>
                <c:pt idx="1">
                  <c:v>2020年</c:v>
                </c:pt>
                <c:pt idx="2">
                  <c:v>2021年</c:v>
                </c:pt>
                <c:pt idx="3">
                  <c:v>2022年</c:v>
                </c:pt>
                <c:pt idx="4">
                  <c:v>2023年</c:v>
                </c:pt>
                <c:pt idx="5">
                  <c:v>2024年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31</c:v>
                </c:pt>
                <c:pt idx="2">
                  <c:v>54</c:v>
                </c:pt>
                <c:pt idx="3">
                  <c:v>51</c:v>
                </c:pt>
                <c:pt idx="4">
                  <c:v>70</c:v>
                </c:pt>
                <c:pt idx="5">
                  <c:v>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7FD-4B58-9507-32C870E493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7832864"/>
        <c:axId val="747837184"/>
      </c:lineChart>
      <c:catAx>
        <c:axId val="747832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7184"/>
        <c:crosses val="autoZero"/>
        <c:auto val="1"/>
        <c:lblAlgn val="ctr"/>
        <c:lblOffset val="100"/>
        <c:noMultiLvlLbl val="0"/>
      </c:catAx>
      <c:valAx>
        <c:axId val="747837184"/>
        <c:scaling>
          <c:orientation val="minMax"/>
          <c:max val="9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件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c:rich>
          </c:tx>
          <c:layout>
            <c:manualLayout>
              <c:xMode val="edge"/>
              <c:yMode val="edge"/>
              <c:x val="2.1114175970777634E-2"/>
              <c:y val="0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74783286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legendEntry>
        <c:idx val="2"/>
        <c:delete val="1"/>
      </c:legendEntry>
      <c:legendEntry>
        <c:idx val="3"/>
        <c:delete val="1"/>
      </c:legendEntry>
      <c:layout>
        <c:manualLayout>
          <c:xMode val="edge"/>
          <c:yMode val="edge"/>
          <c:x val="0.13977590998750875"/>
          <c:y val="3.5290836997535199E-2"/>
          <c:w val="0.27206824902577614"/>
          <c:h val="9.781496706471459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花王</c:v>
                </c:pt>
              </c:strCache>
            </c:strRef>
          </c:tx>
          <c:spPr>
            <a:ln w="28575" cap="rnd">
              <a:solidFill>
                <a:schemeClr val="accent6">
                  <a:lumMod val="40000"/>
                  <a:lumOff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chemeClr val="accent6">
                    <a:lumMod val="40000"/>
                    <a:lumOff val="60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25.1</c:v>
                </c:pt>
                <c:pt idx="1">
                  <c:v>26.7</c:v>
                </c:pt>
                <c:pt idx="2">
                  <c:v>29.1</c:v>
                </c:pt>
                <c:pt idx="3">
                  <c:v>30.1</c:v>
                </c:pt>
                <c:pt idx="4">
                  <c:v>27.7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C3-4FD8-BD4F-B5F9EDCFE1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ユニ・チャーム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23.8</c:v>
                </c:pt>
                <c:pt idx="1">
                  <c:v>23</c:v>
                </c:pt>
                <c:pt idx="2">
                  <c:v>24.1</c:v>
                </c:pt>
                <c:pt idx="3">
                  <c:v>24</c:v>
                </c:pt>
                <c:pt idx="4">
                  <c:v>23.3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C3-4FD8-BD4F-B5F9EDCFE1A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ライオン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27.5</c:v>
                </c:pt>
                <c:pt idx="1">
                  <c:v>27.9</c:v>
                </c:pt>
                <c:pt idx="2">
                  <c:v>28.7</c:v>
                </c:pt>
                <c:pt idx="3">
                  <c:v>27.8</c:v>
                </c:pt>
                <c:pt idx="4">
                  <c:v>28.6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4C3-4FD8-BD4F-B5F9EDCFE1A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マンダム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Sheet1!$E$2:$E$6</c:f>
              <c:numCache>
                <c:formatCode>General</c:formatCode>
                <c:ptCount val="5"/>
                <c:pt idx="0">
                  <c:v>28.9</c:v>
                </c:pt>
                <c:pt idx="1">
                  <c:v>35.299999999999997</c:v>
                </c:pt>
                <c:pt idx="2">
                  <c:v>31.1</c:v>
                </c:pt>
                <c:pt idx="3">
                  <c:v>27.2</c:v>
                </c:pt>
                <c:pt idx="4">
                  <c:v>26.4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4C3-4FD8-BD4F-B5F9EDCFE1A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アース製薬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65000"/>
                </a:schemeClr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Sheet1!$F$2:$F$6</c:f>
              <c:numCache>
                <c:formatCode>General</c:formatCode>
                <c:ptCount val="5"/>
                <c:pt idx="0">
                  <c:v>21.7</c:v>
                </c:pt>
                <c:pt idx="1">
                  <c:v>21.6</c:v>
                </c:pt>
                <c:pt idx="2">
                  <c:v>28.5</c:v>
                </c:pt>
                <c:pt idx="3">
                  <c:v>29.1</c:v>
                </c:pt>
                <c:pt idx="4">
                  <c:v>29.2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4C3-4FD8-BD4F-B5F9EDCFE1A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小林製薬</c:v>
                </c:pt>
              </c:strCache>
            </c:strRef>
          </c:tx>
          <c:spPr>
            <a:ln w="28575" cap="rnd">
              <a:solidFill>
                <a:schemeClr val="bg1">
                  <a:lumMod val="8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  <a:effectLst/>
            </c:spPr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Sheet1!$G$2:$G$6</c:f>
              <c:numCache>
                <c:formatCode>General</c:formatCode>
                <c:ptCount val="5"/>
                <c:pt idx="0">
                  <c:v>14.9</c:v>
                </c:pt>
                <c:pt idx="1">
                  <c:v>15.5</c:v>
                </c:pt>
                <c:pt idx="2">
                  <c:v>15.9</c:v>
                </c:pt>
                <c:pt idx="3">
                  <c:v>16.3</c:v>
                </c:pt>
                <c:pt idx="4">
                  <c:v>19.5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04C3-4FD8-BD4F-B5F9EDCFE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97975199"/>
        <c:axId val="997971839"/>
      </c:lineChart>
      <c:catAx>
        <c:axId val="997975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7971839"/>
        <c:crosses val="autoZero"/>
        <c:auto val="1"/>
        <c:lblAlgn val="ctr"/>
        <c:lblOffset val="100"/>
        <c:noMultiLvlLbl val="0"/>
      </c:catAx>
      <c:valAx>
        <c:axId val="997971839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97975199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  <c:userShapes r:id="rId4"/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日本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ja-JP"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</c:v>
                </c:pt>
                <c:pt idx="1">
                  <c:v>21</c:v>
                </c:pt>
                <c:pt idx="2">
                  <c:v>21</c:v>
                </c:pt>
                <c:pt idx="3">
                  <c:v>21</c:v>
                </c:pt>
                <c:pt idx="4">
                  <c:v>21</c:v>
                </c:pt>
                <c:pt idx="5">
                  <c:v>21</c:v>
                </c:pt>
                <c:pt idx="6">
                  <c:v>21</c:v>
                </c:pt>
                <c:pt idx="7">
                  <c:v>21</c:v>
                </c:pt>
                <c:pt idx="8">
                  <c:v>25</c:v>
                </c:pt>
                <c:pt idx="9">
                  <c:v>29</c:v>
                </c:pt>
                <c:pt idx="10">
                  <c:v>29</c:v>
                </c:pt>
                <c:pt idx="11">
                  <c:v>30</c:v>
                </c:pt>
                <c:pt idx="12">
                  <c:v>31</c:v>
                </c:pt>
                <c:pt idx="13">
                  <c:v>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B8-4D2B-9B94-E43C9D7E71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米国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3</c:v>
                </c:pt>
                <c:pt idx="4">
                  <c:v>4</c:v>
                </c:pt>
                <c:pt idx="5">
                  <c:v>3</c:v>
                </c:pt>
                <c:pt idx="6">
                  <c:v>3</c:v>
                </c:pt>
                <c:pt idx="7">
                  <c:v>4</c:v>
                </c:pt>
                <c:pt idx="8">
                  <c:v>4</c:v>
                </c:pt>
                <c:pt idx="9">
                  <c:v>4</c:v>
                </c:pt>
                <c:pt idx="10">
                  <c:v>3</c:v>
                </c:pt>
                <c:pt idx="11">
                  <c:v>4</c:v>
                </c:pt>
                <c:pt idx="12">
                  <c:v>5</c:v>
                </c:pt>
                <c:pt idx="1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B8-4D2B-9B94-E43C9D7E71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イタリア</c:v>
                </c:pt>
              </c:strCache>
            </c:strRef>
          </c:tx>
          <c:spPr>
            <a:ln w="28575" cap="rnd">
              <a:solidFill>
                <a:schemeClr val="accent6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7</c:v>
                </c:pt>
                <c:pt idx="1">
                  <c:v>7</c:v>
                </c:pt>
                <c:pt idx="2">
                  <c:v>7</c:v>
                </c:pt>
                <c:pt idx="3">
                  <c:v>10</c:v>
                </c:pt>
                <c:pt idx="4">
                  <c:v>11</c:v>
                </c:pt>
                <c:pt idx="5">
                  <c:v>11</c:v>
                </c:pt>
                <c:pt idx="6">
                  <c:v>11</c:v>
                </c:pt>
                <c:pt idx="7">
                  <c:v>11</c:v>
                </c:pt>
                <c:pt idx="8">
                  <c:v>11</c:v>
                </c:pt>
                <c:pt idx="9">
                  <c:v>11</c:v>
                </c:pt>
                <c:pt idx="10">
                  <c:v>15</c:v>
                </c:pt>
                <c:pt idx="11">
                  <c:v>8</c:v>
                </c:pt>
                <c:pt idx="12">
                  <c:v>8</c:v>
                </c:pt>
                <c:pt idx="13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B8-4D2B-9B94-E43C9D7E71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フランス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9</c:v>
                </c:pt>
                <c:pt idx="1">
                  <c:v>8</c:v>
                </c:pt>
                <c:pt idx="2">
                  <c:v>8</c:v>
                </c:pt>
                <c:pt idx="3">
                  <c:v>7</c:v>
                </c:pt>
                <c:pt idx="4">
                  <c:v>9</c:v>
                </c:pt>
                <c:pt idx="5">
                  <c:v>9</c:v>
                </c:pt>
                <c:pt idx="6">
                  <c:v>8</c:v>
                </c:pt>
                <c:pt idx="7">
                  <c:v>10</c:v>
                </c:pt>
                <c:pt idx="8">
                  <c:v>9</c:v>
                </c:pt>
                <c:pt idx="9">
                  <c:v>7</c:v>
                </c:pt>
                <c:pt idx="10">
                  <c:v>8</c:v>
                </c:pt>
                <c:pt idx="11">
                  <c:v>10</c:v>
                </c:pt>
                <c:pt idx="12">
                  <c:v>11</c:v>
                </c:pt>
                <c:pt idx="13">
                  <c:v>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B8-4D2B-9B94-E43C9D7E71B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ドイツ</c:v>
                </c:pt>
              </c:strCache>
            </c:strRef>
          </c:tx>
          <c:spPr>
            <a:ln w="28575" cap="rnd">
              <a:solidFill>
                <a:schemeClr val="bg1">
                  <a:lumMod val="6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65000"/>
                </a:schemeClr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14</c:v>
                </c:pt>
                <c:pt idx="1">
                  <c:v>13</c:v>
                </c:pt>
                <c:pt idx="2">
                  <c:v>13</c:v>
                </c:pt>
                <c:pt idx="3">
                  <c:v>14</c:v>
                </c:pt>
                <c:pt idx="4">
                  <c:v>12</c:v>
                </c:pt>
                <c:pt idx="5">
                  <c:v>13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13</c:v>
                </c:pt>
                <c:pt idx="13">
                  <c:v>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B8-4D2B-9B94-E43C9D7E71B4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英国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75000"/>
                </a:schemeClr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Sheet1!$G$2:$G$15</c:f>
              <c:numCache>
                <c:formatCode>General</c:formatCode>
                <c:ptCount val="14"/>
                <c:pt idx="0">
                  <c:v>18</c:v>
                </c:pt>
                <c:pt idx="1">
                  <c:v>19</c:v>
                </c:pt>
                <c:pt idx="2">
                  <c:v>18</c:v>
                </c:pt>
                <c:pt idx="3">
                  <c:v>18</c:v>
                </c:pt>
                <c:pt idx="4">
                  <c:v>18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18</c:v>
                </c:pt>
                <c:pt idx="10">
                  <c:v>18</c:v>
                </c:pt>
                <c:pt idx="11">
                  <c:v>19</c:v>
                </c:pt>
                <c:pt idx="12">
                  <c:v>19</c:v>
                </c:pt>
                <c:pt idx="13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B8-4D2B-9B94-E43C9D7E71B4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カナダ</c:v>
                </c:pt>
              </c:strCache>
            </c:strRef>
          </c:tx>
          <c:spPr>
            <a:ln w="28575" cap="rnd">
              <a:solidFill>
                <a:schemeClr val="bg1">
                  <a:lumMod val="8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  <a:effectLst/>
            </c:spPr>
          </c:marker>
          <c:cat>
            <c:numRef>
              <c:f>Sheet1!$A$2:$A$15</c:f>
              <c:numCache>
                <c:formatCode>General</c:formatCod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numCache>
            </c:numRef>
          </c:cat>
          <c:val>
            <c:numRef>
              <c:f>Sheet1!$H$2:$H$15</c:f>
              <c:numCache>
                <c:formatCode>General</c:formatCode>
                <c:ptCount val="14"/>
                <c:pt idx="0">
                  <c:v>16</c:v>
                </c:pt>
                <c:pt idx="1">
                  <c:v>16</c:v>
                </c:pt>
                <c:pt idx="2">
                  <c:v>17</c:v>
                </c:pt>
                <c:pt idx="3">
                  <c:v>17</c:v>
                </c:pt>
                <c:pt idx="4">
                  <c:v>16</c:v>
                </c:pt>
                <c:pt idx="5">
                  <c:v>17</c:v>
                </c:pt>
                <c:pt idx="6">
                  <c:v>18</c:v>
                </c:pt>
                <c:pt idx="7">
                  <c:v>18</c:v>
                </c:pt>
                <c:pt idx="8">
                  <c:v>18</c:v>
                </c:pt>
                <c:pt idx="9">
                  <c:v>19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31-45BC-A72F-F06CA8CA42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14030159"/>
        <c:axId val="1314030639"/>
      </c:lineChart>
      <c:catAx>
        <c:axId val="1314030159"/>
        <c:scaling>
          <c:orientation val="minMax"/>
        </c:scaling>
        <c:delete val="0"/>
        <c:axPos val="t"/>
        <c:numFmt formatCode="General" sourceLinked="1"/>
        <c:majorTickMark val="none"/>
        <c:minorTickMark val="none"/>
        <c:tickLblPos val="high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4030639"/>
        <c:crosses val="autoZero"/>
        <c:auto val="1"/>
        <c:lblAlgn val="ctr"/>
        <c:lblOffset val="100"/>
        <c:noMultiLvlLbl val="0"/>
      </c:catAx>
      <c:valAx>
        <c:axId val="131403063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14030159"/>
        <c:crosses val="autoZero"/>
        <c:crossBetween val="between"/>
        <c:majorUnit val="10"/>
      </c:valAx>
      <c:spPr>
        <a:noFill/>
        <a:ln>
          <a:solidFill>
            <a:schemeClr val="bg1">
              <a:lumMod val="85000"/>
            </a:schemeClr>
          </a:solidFill>
        </a:ln>
        <a:effectLst/>
      </c:spPr>
    </c:plotArea>
    <c:legend>
      <c:legendPos val="t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</a:defRPr>
      </a:pPr>
      <a:endParaRPr lang="en-US"/>
    </a:p>
  </c:txPr>
  <c:externalData r:id="rId3">
    <c:autoUpdate val="0"/>
  </c:externalData>
  <c:userShapes r:id="rId4"/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5598264076866533E-2"/>
          <c:y val="0.11628020116096795"/>
          <c:w val="0.90897900078785554"/>
          <c:h val="0.8727843297310864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Pt>
            <c:idx val="8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C9D-40C8-B23A-337591A2D3F6}"/>
              </c:ext>
            </c:extLst>
          </c:dPt>
          <c:dPt>
            <c:idx val="11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C9D-40C8-B23A-337591A2D3F6}"/>
              </c:ext>
            </c:extLst>
          </c:dPt>
          <c:dPt>
            <c:idx val="12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C9D-40C8-B23A-337591A2D3F6}"/>
              </c:ext>
            </c:extLst>
          </c:dPt>
          <c:dPt>
            <c:idx val="13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3C9D-40C8-B23A-337591A2D3F6}"/>
              </c:ext>
            </c:extLst>
          </c:dPt>
          <c:dPt>
            <c:idx val="15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C9D-40C8-B23A-337591A2D3F6}"/>
              </c:ext>
            </c:extLst>
          </c:dPt>
          <c:dPt>
            <c:idx val="23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C9D-40C8-B23A-337591A2D3F6}"/>
              </c:ext>
            </c:extLst>
          </c:dPt>
          <c:dPt>
            <c:idx val="24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4BA-46F3-A02E-C02B4FD9CE1C}"/>
              </c:ext>
            </c:extLst>
          </c:dPt>
          <c:dPt>
            <c:idx val="26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4BA-46F3-A02E-C02B4FD9CE1C}"/>
              </c:ext>
            </c:extLst>
          </c:dPt>
          <c:cat>
            <c:numRef>
              <c:f>Sheet1!$A$2:$A$31</c:f>
              <c:numCache>
                <c:formatCode>General</c:formatCode>
                <c:ptCount val="30"/>
                <c:pt idx="0">
                  <c:v>1995</c:v>
                </c:pt>
                <c:pt idx="1">
                  <c:v>1996</c:v>
                </c:pt>
                <c:pt idx="2">
                  <c:v>1997</c:v>
                </c:pt>
                <c:pt idx="3">
                  <c:v>1998</c:v>
                </c:pt>
                <c:pt idx="4">
                  <c:v>1999</c:v>
                </c:pt>
                <c:pt idx="5">
                  <c:v>2000</c:v>
                </c:pt>
                <c:pt idx="6">
                  <c:v>2001</c:v>
                </c:pt>
                <c:pt idx="7">
                  <c:v>2002</c:v>
                </c:pt>
                <c:pt idx="8">
                  <c:v>2003</c:v>
                </c:pt>
                <c:pt idx="9">
                  <c:v>2004</c:v>
                </c:pt>
                <c:pt idx="10">
                  <c:v>2005</c:v>
                </c:pt>
                <c:pt idx="11">
                  <c:v>2006</c:v>
                </c:pt>
                <c:pt idx="12">
                  <c:v>2007</c:v>
                </c:pt>
                <c:pt idx="13">
                  <c:v>2008</c:v>
                </c:pt>
                <c:pt idx="14">
                  <c:v>2009</c:v>
                </c:pt>
                <c:pt idx="15">
                  <c:v>2010</c:v>
                </c:pt>
                <c:pt idx="16">
                  <c:v>2011</c:v>
                </c:pt>
                <c:pt idx="17">
                  <c:v>2012</c:v>
                </c:pt>
                <c:pt idx="18">
                  <c:v>2013</c:v>
                </c:pt>
                <c:pt idx="19">
                  <c:v>2014</c:v>
                </c:pt>
                <c:pt idx="20">
                  <c:v>2015</c:v>
                </c:pt>
                <c:pt idx="21">
                  <c:v>2016</c:v>
                </c:pt>
                <c:pt idx="22">
                  <c:v>2017</c:v>
                </c:pt>
                <c:pt idx="23">
                  <c:v>2018</c:v>
                </c:pt>
                <c:pt idx="24">
                  <c:v>2019</c:v>
                </c:pt>
                <c:pt idx="25">
                  <c:v>2020</c:v>
                </c:pt>
                <c:pt idx="26">
                  <c:v>2021</c:v>
                </c:pt>
                <c:pt idx="27">
                  <c:v>2022</c:v>
                </c:pt>
                <c:pt idx="28">
                  <c:v>2023</c:v>
                </c:pt>
                <c:pt idx="29">
                  <c:v>2024</c:v>
                </c:pt>
              </c:numCache>
            </c:num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5.48</c:v>
                </c:pt>
                <c:pt idx="1">
                  <c:v>10.33</c:v>
                </c:pt>
                <c:pt idx="2">
                  <c:v>16.16</c:v>
                </c:pt>
                <c:pt idx="3">
                  <c:v>34.67</c:v>
                </c:pt>
                <c:pt idx="4">
                  <c:v>58.38</c:v>
                </c:pt>
                <c:pt idx="5">
                  <c:v>21.69</c:v>
                </c:pt>
                <c:pt idx="6">
                  <c:v>33.130000000000003</c:v>
                </c:pt>
                <c:pt idx="7">
                  <c:v>25.85</c:v>
                </c:pt>
                <c:pt idx="8">
                  <c:v>27.37</c:v>
                </c:pt>
                <c:pt idx="9">
                  <c:v>26.72</c:v>
                </c:pt>
                <c:pt idx="10">
                  <c:v>26.15</c:v>
                </c:pt>
                <c:pt idx="11">
                  <c:v>29.86</c:v>
                </c:pt>
                <c:pt idx="12">
                  <c:v>35.6</c:v>
                </c:pt>
                <c:pt idx="13">
                  <c:v>19.440000000000001</c:v>
                </c:pt>
                <c:pt idx="14">
                  <c:v>30.48</c:v>
                </c:pt>
                <c:pt idx="15">
                  <c:v>27.91</c:v>
                </c:pt>
                <c:pt idx="16">
                  <c:v>25.96</c:v>
                </c:pt>
                <c:pt idx="17">
                  <c:v>26.71</c:v>
                </c:pt>
                <c:pt idx="18">
                  <c:v>37.409999999999997</c:v>
                </c:pt>
                <c:pt idx="19">
                  <c:v>46.45</c:v>
                </c:pt>
                <c:pt idx="20">
                  <c:v>55.48</c:v>
                </c:pt>
                <c:pt idx="21">
                  <c:v>62.14</c:v>
                </c:pt>
                <c:pt idx="22">
                  <c:v>85.54</c:v>
                </c:pt>
                <c:pt idx="23">
                  <c:v>101.57</c:v>
                </c:pt>
                <c:pt idx="24">
                  <c:v>157.69999999999999</c:v>
                </c:pt>
                <c:pt idx="25">
                  <c:v>222.42</c:v>
                </c:pt>
                <c:pt idx="26">
                  <c:v>336.32</c:v>
                </c:pt>
                <c:pt idx="27">
                  <c:v>239.82</c:v>
                </c:pt>
                <c:pt idx="28">
                  <c:v>376.04</c:v>
                </c:pt>
                <c:pt idx="29">
                  <c:v>421.5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9D-40C8-B23A-337591A2D3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1210634224"/>
        <c:axId val="1210634704"/>
      </c:barChart>
      <c:catAx>
        <c:axId val="121063422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0634704"/>
        <c:crosses val="autoZero"/>
        <c:auto val="1"/>
        <c:lblAlgn val="ctr"/>
        <c:lblOffset val="100"/>
        <c:noMultiLvlLbl val="0"/>
      </c:catAx>
      <c:valAx>
        <c:axId val="1210634704"/>
        <c:scaling>
          <c:orientation val="minMax"/>
          <c:max val="800"/>
        </c:scaling>
        <c:delete val="0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06342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dPt>
            <c:idx val="0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DE6-412F-8D47-6D5D6F81351E}"/>
              </c:ext>
            </c:extLst>
          </c:dPt>
          <c:dPt>
            <c:idx val="1"/>
            <c:bubble3D val="0"/>
            <c:spPr>
              <a:solidFill>
                <a:srgbClr val="008000">
                  <a:alpha val="30000"/>
                </a:srgb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EDE6-412F-8D47-6D5D6F81351E}"/>
              </c:ext>
            </c:extLst>
          </c:dPt>
          <c:dLbls>
            <c:dLbl>
              <c:idx val="0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lang="ja-JP" sz="1100" b="0" i="0" u="none" strike="noStrike" kern="1200" baseline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>
                        <a:solidFill>
                          <a:schemeClr val="bg1"/>
                        </a:solidFill>
                      </a:rPr>
                      <a:t>6</a:t>
                    </a:r>
                    <a:r>
                      <a:rPr lang="ja-JP" altLang="en-US">
                        <a:solidFill>
                          <a:schemeClr val="bg1"/>
                        </a:solidFill>
                      </a:rPr>
                      <a:t>割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lang="ja-JP" sz="11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EDE6-412F-8D47-6D5D6F81351E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ja-JP"/>
                      <a:t>4</a:t>
                    </a:r>
                    <a:r>
                      <a:rPr lang="ja-JP" altLang="en-US"/>
                      <a:t>割</a:t>
                    </a:r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EDE6-412F-8D47-6D5D6F81351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ja-JP"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6割</c:v>
                </c:pt>
                <c:pt idx="1">
                  <c:v>4割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E6-412F-8D47-6D5D6F81351E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100"/>
      </a:pPr>
      <a:endParaRPr lang="ja-JP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31A-4674-9069-5F76C8E1A5AC}"/>
              </c:ext>
            </c:extLst>
          </c:dPt>
          <c:cat>
            <c:strRef>
              <c:f>Sheet1!$A$2:$A$8</c:f>
              <c:strCache>
                <c:ptCount val="7"/>
                <c:pt idx="0">
                  <c:v>性別</c:v>
                </c:pt>
                <c:pt idx="1">
                  <c:v>年齢</c:v>
                </c:pt>
                <c:pt idx="2">
                  <c:v>勤務地コード</c:v>
                </c:pt>
                <c:pt idx="3">
                  <c:v>メイン識別コード</c:v>
                </c:pt>
                <c:pt idx="4">
                  <c:v>所属会社資格コード</c:v>
                </c:pt>
                <c:pt idx="5">
                  <c:v>所属会社職位コード</c:v>
                </c:pt>
                <c:pt idx="6">
                  <c:v>最新_組織階層03_コード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0.02</c:v>
                </c:pt>
                <c:pt idx="1">
                  <c:v>0.03</c:v>
                </c:pt>
                <c:pt idx="2">
                  <c:v>0.03</c:v>
                </c:pt>
                <c:pt idx="3">
                  <c:v>0.04</c:v>
                </c:pt>
                <c:pt idx="4">
                  <c:v>0.04</c:v>
                </c:pt>
                <c:pt idx="5">
                  <c:v>0.05</c:v>
                </c:pt>
                <c:pt idx="6">
                  <c:v>0.82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1A-4674-9069-5F76C8E1A5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572590552"/>
        <c:axId val="572590912"/>
      </c:barChart>
      <c:catAx>
        <c:axId val="57259055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2590912"/>
        <c:crosses val="autoZero"/>
        <c:auto val="1"/>
        <c:lblAlgn val="ctr"/>
        <c:lblOffset val="100"/>
        <c:noMultiLvlLbl val="0"/>
      </c:catAx>
      <c:valAx>
        <c:axId val="572590912"/>
        <c:scaling>
          <c:orientation val="minMax"/>
        </c:scaling>
        <c:delete val="0"/>
        <c:axPos val="b"/>
        <c:numFmt formatCode="General" sourceLinked="1"/>
        <c:majorTickMark val="in"/>
        <c:minorTickMark val="none"/>
        <c:tickLblPos val="nextTo"/>
        <c:spPr>
          <a:noFill/>
          <a:ln>
            <a:solidFill>
              <a:schemeClr val="bg1">
                <a:lumMod val="7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25905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solidFill>
              <a:srgbClr val="00953C">
                <a:alpha val="20000"/>
              </a:srgbClr>
            </a:solidFill>
            <a:ln w="9525"/>
          </c:spPr>
          <c:dPt>
            <c:idx val="0"/>
            <c:bubble3D val="0"/>
            <c:spPr>
              <a:solidFill>
                <a:srgbClr val="00953C">
                  <a:alpha val="8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925-4ED9-A2F4-FE4297293A11}"/>
              </c:ext>
            </c:extLst>
          </c:dPt>
          <c:dPt>
            <c:idx val="1"/>
            <c:bubble3D val="0"/>
            <c:spPr>
              <a:solidFill>
                <a:srgbClr val="00953C">
                  <a:alpha val="6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925-4ED9-A2F4-FE4297293A11}"/>
              </c:ext>
            </c:extLst>
          </c:dPt>
          <c:dPt>
            <c:idx val="2"/>
            <c:bubble3D val="0"/>
            <c:spPr>
              <a:solidFill>
                <a:srgbClr val="00953C">
                  <a:alpha val="4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925-4ED9-A2F4-FE4297293A11}"/>
              </c:ext>
            </c:extLst>
          </c:dPt>
          <c:dPt>
            <c:idx val="3"/>
            <c:bubble3D val="0"/>
            <c:spPr>
              <a:solidFill>
                <a:srgbClr val="00953C">
                  <a:alpha val="2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925-4ED9-A2F4-FE4297293A11}"/>
              </c:ext>
            </c:extLst>
          </c:dPt>
          <c:dPt>
            <c:idx val="4"/>
            <c:bubble3D val="0"/>
            <c:spPr>
              <a:solidFill>
                <a:srgbClr val="00953C">
                  <a:alpha val="2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925-4ED9-A2F4-FE4297293A11}"/>
              </c:ext>
            </c:extLst>
          </c:dPt>
          <c:dLbls>
            <c:dLbl>
              <c:idx val="0"/>
              <c:layout>
                <c:manualLayout>
                  <c:x val="0"/>
                  <c:y val="5.596240323447789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848772113856695"/>
                      <c:h val="0.18253761075010175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925-4ED9-A2F4-FE4297293A11}"/>
                </c:ext>
              </c:extLst>
            </c:dLbl>
            <c:dLbl>
              <c:idx val="1"/>
              <c:layout>
                <c:manualLayout>
                  <c:x val="0"/>
                  <c:y val="-3.9194892209967587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084128760347816"/>
                      <c:h val="0.18253761075010175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925-4ED9-A2F4-FE4297293A11}"/>
                </c:ext>
              </c:extLst>
            </c:dLbl>
            <c:dLbl>
              <c:idx val="2"/>
              <c:layout>
                <c:manualLayout>
                  <c:x val="4.9414265859644806E-2"/>
                  <c:y val="-7.037351258456794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813628065435389"/>
                      <c:h val="0.1973379575676776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2925-4ED9-A2F4-FE4297293A11}"/>
                </c:ext>
              </c:extLst>
            </c:dLbl>
            <c:dLbl>
              <c:idx val="3"/>
              <c:layout>
                <c:manualLayout>
                  <c:x val="-3.9531412687715872E-2"/>
                  <c:y val="0.157870366054142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907345527892214"/>
                      <c:h val="0.2614727937771728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7-2925-4ED9-A2F4-FE4297293A1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925-4ED9-A2F4-FE4297293A1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0～50</c:v>
                </c:pt>
                <c:pt idx="1">
                  <c:v>51～100</c:v>
                </c:pt>
                <c:pt idx="2">
                  <c:v>101～200</c:v>
                </c:pt>
                <c:pt idx="3">
                  <c:v>201～300</c:v>
                </c:pt>
                <c:pt idx="4">
                  <c:v>301～359</c:v>
                </c:pt>
              </c:strCache>
            </c:strRef>
          </c:cat>
          <c:val>
            <c:numRef>
              <c:f>Sheet1!$B$2:$B$6</c:f>
              <c:numCache>
                <c:formatCode>0.000%</c:formatCode>
                <c:ptCount val="5"/>
                <c:pt idx="0">
                  <c:v>0.28301999999999999</c:v>
                </c:pt>
                <c:pt idx="1">
                  <c:v>0.15093999999999999</c:v>
                </c:pt>
                <c:pt idx="2">
                  <c:v>0.45283000000000001</c:v>
                </c:pt>
                <c:pt idx="3">
                  <c:v>9.4339999999999993E-2</c:v>
                </c:pt>
                <c:pt idx="4">
                  <c:v>6.8000000000000005E-4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925-4ED9-A2F4-FE4297293A11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600" baseline="0"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solidFill>
              <a:srgbClr val="00953C">
                <a:alpha val="20000"/>
              </a:srgbClr>
            </a:solidFill>
            <a:ln w="9525"/>
          </c:spPr>
          <c:dPt>
            <c:idx val="0"/>
            <c:bubble3D val="0"/>
            <c:spPr>
              <a:solidFill>
                <a:srgbClr val="00953C">
                  <a:alpha val="8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925-4ED9-A2F4-FE4297293A11}"/>
              </c:ext>
            </c:extLst>
          </c:dPt>
          <c:dPt>
            <c:idx val="1"/>
            <c:bubble3D val="0"/>
            <c:spPr>
              <a:solidFill>
                <a:srgbClr val="00953C">
                  <a:alpha val="6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925-4ED9-A2F4-FE4297293A11}"/>
              </c:ext>
            </c:extLst>
          </c:dPt>
          <c:dPt>
            <c:idx val="2"/>
            <c:bubble3D val="0"/>
            <c:spPr>
              <a:solidFill>
                <a:srgbClr val="00953C">
                  <a:alpha val="4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925-4ED9-A2F4-FE4297293A11}"/>
              </c:ext>
            </c:extLst>
          </c:dPt>
          <c:dPt>
            <c:idx val="3"/>
            <c:bubble3D val="0"/>
            <c:spPr>
              <a:solidFill>
                <a:srgbClr val="00953C">
                  <a:alpha val="2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925-4ED9-A2F4-FE4297293A11}"/>
              </c:ext>
            </c:extLst>
          </c:dPt>
          <c:dPt>
            <c:idx val="4"/>
            <c:bubble3D val="0"/>
            <c:spPr>
              <a:solidFill>
                <a:srgbClr val="00953C">
                  <a:alpha val="2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925-4ED9-A2F4-FE4297293A11}"/>
              </c:ext>
            </c:extLst>
          </c:dPt>
          <c:dLbls>
            <c:dLbl>
              <c:idx val="0"/>
              <c:layout>
                <c:manualLayout>
                  <c:x val="-1.1303026954509396E-2"/>
                  <c:y val="-0.21335185513218541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6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8866537904244"/>
                      <c:h val="0.2604861039893344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925-4ED9-A2F4-FE4297293A11}"/>
                </c:ext>
              </c:extLst>
            </c:dLbl>
            <c:dLbl>
              <c:idx val="1"/>
              <c:layout>
                <c:manualLayout>
                  <c:x val="2.9648948604494459E-2"/>
                  <c:y val="8.123331561953241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613415467365575"/>
                      <c:h val="0.162803814993334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925-4ED9-A2F4-FE4297293A11}"/>
                </c:ext>
              </c:extLst>
            </c:dLbl>
            <c:dLbl>
              <c:idx val="2"/>
              <c:layout>
                <c:manualLayout>
                  <c:x val="2.4707132929822382E-2"/>
                  <c:y val="0.1226463175494044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601700784558469"/>
                      <c:h val="0.162803814993334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2925-4ED9-A2F4-FE4297293A1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925-4ED9-A2F4-FE4297293A1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925-4ED9-A2F4-FE4297293A1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0～50</c:v>
                </c:pt>
                <c:pt idx="1">
                  <c:v>51～100</c:v>
                </c:pt>
                <c:pt idx="2">
                  <c:v>101～200</c:v>
                </c:pt>
                <c:pt idx="3">
                  <c:v>201～300</c:v>
                </c:pt>
                <c:pt idx="4">
                  <c:v>301～359</c:v>
                </c:pt>
              </c:strCache>
            </c:strRef>
          </c:cat>
          <c:val>
            <c:numRef>
              <c:f>Sheet1!$B$2:$B$6</c:f>
              <c:numCache>
                <c:formatCode>0.000%</c:formatCode>
                <c:ptCount val="5"/>
                <c:pt idx="0">
                  <c:v>0.69759000000000004</c:v>
                </c:pt>
                <c:pt idx="1">
                  <c:v>0.20275000000000001</c:v>
                </c:pt>
                <c:pt idx="2">
                  <c:v>9.9659999999999999E-2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925-4ED9-A2F4-FE4297293A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aseline="0"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solidFill>
              <a:srgbClr val="00953C">
                <a:alpha val="20000"/>
              </a:srgbClr>
            </a:solidFill>
            <a:ln w="9525"/>
          </c:spPr>
          <c:dPt>
            <c:idx val="0"/>
            <c:bubble3D val="0"/>
            <c:spPr>
              <a:solidFill>
                <a:srgbClr val="00953C">
                  <a:alpha val="8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925-4ED9-A2F4-FE4297293A11}"/>
              </c:ext>
            </c:extLst>
          </c:dPt>
          <c:dPt>
            <c:idx val="1"/>
            <c:bubble3D val="0"/>
            <c:spPr>
              <a:solidFill>
                <a:srgbClr val="00953C">
                  <a:alpha val="6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925-4ED9-A2F4-FE4297293A11}"/>
              </c:ext>
            </c:extLst>
          </c:dPt>
          <c:dPt>
            <c:idx val="2"/>
            <c:bubble3D val="0"/>
            <c:spPr>
              <a:solidFill>
                <a:srgbClr val="00953C">
                  <a:alpha val="4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925-4ED9-A2F4-FE4297293A11}"/>
              </c:ext>
            </c:extLst>
          </c:dPt>
          <c:dPt>
            <c:idx val="3"/>
            <c:bubble3D val="0"/>
            <c:spPr>
              <a:solidFill>
                <a:srgbClr val="00953C">
                  <a:alpha val="2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925-4ED9-A2F4-FE4297293A11}"/>
              </c:ext>
            </c:extLst>
          </c:dPt>
          <c:dPt>
            <c:idx val="4"/>
            <c:bubble3D val="0"/>
            <c:spPr>
              <a:solidFill>
                <a:srgbClr val="00953C">
                  <a:alpha val="20000"/>
                </a:srgbClr>
              </a:solidFill>
              <a:ln w="9525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925-4ED9-A2F4-FE4297293A11}"/>
              </c:ext>
            </c:extLst>
          </c:dPt>
          <c:dLbls>
            <c:dLbl>
              <c:idx val="0"/>
              <c:layout>
                <c:manualLayout>
                  <c:x val="1.9765706343857922E-2"/>
                  <c:y val="-0.2960069363515163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50820588084234"/>
                      <c:h val="0.213519670088227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925-4ED9-A2F4-FE4297293A11}"/>
                </c:ext>
              </c:extLst>
            </c:dLbl>
            <c:dLbl>
              <c:idx val="1"/>
              <c:layout>
                <c:manualLayout>
                  <c:x val="1.9765706343857922E-2"/>
                  <c:y val="0.157870366054142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7391222470028"/>
                      <c:h val="0.2529872616017626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925-4ED9-A2F4-FE4297293A11}"/>
                </c:ext>
              </c:extLst>
            </c:dLbl>
            <c:dLbl>
              <c:idx val="2"/>
              <c:layout>
                <c:manualLayout>
                  <c:x val="-3.9531412687715872E-2"/>
                  <c:y val="0.13320312135818238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130987491576229"/>
                      <c:h val="0.305873834229900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2925-4ED9-A2F4-FE4297293A1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925-4ED9-A2F4-FE4297293A1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925-4ED9-A2F4-FE4297293A1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0～50</c:v>
                </c:pt>
                <c:pt idx="1">
                  <c:v>51～100</c:v>
                </c:pt>
                <c:pt idx="2">
                  <c:v>101～200</c:v>
                </c:pt>
                <c:pt idx="3">
                  <c:v>201～300</c:v>
                </c:pt>
                <c:pt idx="4">
                  <c:v>301～359</c:v>
                </c:pt>
              </c:strCache>
            </c:strRef>
          </c:cat>
          <c:val>
            <c:numRef>
              <c:f>Sheet1!$B$2:$B$6</c:f>
              <c:numCache>
                <c:formatCode>0.000%</c:formatCode>
                <c:ptCount val="5"/>
                <c:pt idx="0">
                  <c:v>0.75351000000000001</c:v>
                </c:pt>
                <c:pt idx="1">
                  <c:v>0.17699000000000001</c:v>
                </c:pt>
                <c:pt idx="2">
                  <c:v>6.4360000000000001E-2</c:v>
                </c:pt>
                <c:pt idx="3">
                  <c:v>4.45E-3</c:v>
                </c:pt>
                <c:pt idx="4">
                  <c:v>6.8000000000000005E-4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925-4ED9-A2F4-FE4297293A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aseline="0"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458858338411931"/>
          <c:y val="0.12987744011611196"/>
          <c:w val="0.76967299927008048"/>
          <c:h val="0.6540804236260471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3-8863-42B6-B9FD-02BAE57E6B3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400</c:v>
                </c:pt>
                <c:pt idx="1">
                  <c:v>350</c:v>
                </c:pt>
                <c:pt idx="2">
                  <c:v>200</c:v>
                </c:pt>
                <c:pt idx="3">
                  <c:v>400</c:v>
                </c:pt>
                <c:pt idx="4">
                  <c:v>550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63-42B6-B9FD-02BAE57E6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3793376"/>
        <c:axId val="183787136"/>
      </c:barChart>
      <c:lineChart>
        <c:grouping val="standard"/>
        <c:varyColors val="0"/>
        <c:ser>
          <c:idx val="2"/>
          <c:order val="1"/>
          <c:tx>
            <c:strRef>
              <c:f>Sheet1!$D$1</c:f>
              <c:strCache>
                <c:ptCount val="1"/>
                <c:pt idx="0">
                  <c:v>EBITDAマージン (％)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>
                  <a:lumMod val="75000"/>
                </a:schemeClr>
              </a:solidFill>
              <a:ln w="9525" cap="rnd">
                <a:solidFill>
                  <a:schemeClr val="accent3"/>
                </a:solidFill>
                <a:headEnd type="oval"/>
              </a:ln>
              <a:effectLst/>
            </c:spPr>
          </c:marker>
          <c:dPt>
            <c:idx val="4"/>
            <c:marker>
              <c:symbol val="circle"/>
              <c:size val="5"/>
              <c:spPr>
                <a:solidFill>
                  <a:schemeClr val="accent3">
                    <a:lumMod val="75000"/>
                  </a:schemeClr>
                </a:solidFill>
                <a:ln w="9525" cap="rnd">
                  <a:solidFill>
                    <a:schemeClr val="accent3"/>
                  </a:solidFill>
                  <a:headEnd type="oval"/>
                </a:ln>
                <a:effectLst/>
              </c:spPr>
            </c:marker>
            <c:bubble3D val="0"/>
            <c:spPr>
              <a:ln w="28575" cap="rnd">
                <a:solidFill>
                  <a:schemeClr val="accent3"/>
                </a:solidFill>
                <a:prstDash val="sysDot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8863-42B6-B9FD-02BAE57E6B31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0.13</c:v>
                </c:pt>
                <c:pt idx="1">
                  <c:v>0.11</c:v>
                </c:pt>
                <c:pt idx="2">
                  <c:v>0.1</c:v>
                </c:pt>
                <c:pt idx="3">
                  <c:v>0.12</c:v>
                </c:pt>
                <c:pt idx="4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863-42B6-B9FD-02BAE57E6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3794336"/>
        <c:axId val="183803456"/>
      </c:lineChart>
      <c:catAx>
        <c:axId val="183793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3787136"/>
        <c:crosses val="autoZero"/>
        <c:auto val="1"/>
        <c:lblAlgn val="ctr"/>
        <c:lblOffset val="100"/>
        <c:noMultiLvlLbl val="0"/>
      </c:catAx>
      <c:valAx>
        <c:axId val="183787136"/>
        <c:scaling>
          <c:orientation val="minMax"/>
          <c:max val="100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3793376"/>
        <c:crosses val="autoZero"/>
        <c:crossBetween val="between"/>
        <c:majorUnit val="500"/>
      </c:valAx>
      <c:valAx>
        <c:axId val="183803456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3794336"/>
        <c:crosses val="max"/>
        <c:crossBetween val="between"/>
        <c:majorUnit val="0.1"/>
      </c:valAx>
      <c:catAx>
        <c:axId val="18379433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83803456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税引後営業利益 (NOPAT)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5-D7D4-45C3-AD73-1DCA4C35E5FB}"/>
              </c:ext>
            </c:extLst>
          </c:dPt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30</c:v>
                </c:pt>
                <c:pt idx="2">
                  <c:v>35</c:v>
                </c:pt>
                <c:pt idx="3">
                  <c:v>50</c:v>
                </c:pt>
                <c:pt idx="4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D4-45C3-AD73-1DCA4C35E5F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投下資本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spPr>
              <a:noFill/>
              <a:ln>
                <a:solidFill>
                  <a:srgbClr val="92D050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4-D7D4-45C3-AD73-1DCA4C35E5FB}"/>
              </c:ext>
            </c:extLst>
          </c:dPt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14</c:v>
                </c:pt>
                <c:pt idx="3">
                  <c:v>12</c:v>
                </c:pt>
                <c:pt idx="4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7D4-45C3-AD73-1DCA4C35E5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3505551"/>
        <c:axId val="80337455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ROIC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4"/>
            <c:marker>
              <c:symbol val="circle"/>
              <c:size val="5"/>
              <c:spPr>
                <a:solidFill>
                  <a:schemeClr val="accent3"/>
                </a:solidFill>
                <a:ln w="9525">
                  <a:solidFill>
                    <a:schemeClr val="accent3"/>
                  </a:solidFill>
                  <a:prstDash val="sysDot"/>
                </a:ln>
                <a:effectLst/>
              </c:spPr>
            </c:marker>
            <c:bubble3D val="0"/>
            <c:spPr>
              <a:ln w="28575" cap="rnd">
                <a:solidFill>
                  <a:schemeClr val="accent3"/>
                </a:solidFill>
                <a:prstDash val="sysDot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D7D4-45C3-AD73-1DCA4C35E5FB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0.08</c:v>
                </c:pt>
                <c:pt idx="1">
                  <c:v>0.06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7D4-45C3-AD73-1DCA4C35E5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11412432"/>
        <c:axId val="811410992"/>
      </c:lineChart>
      <c:catAx>
        <c:axId val="8114124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811410992"/>
        <c:crosses val="autoZero"/>
        <c:auto val="1"/>
        <c:lblAlgn val="ctr"/>
        <c:lblOffset val="100"/>
        <c:noMultiLvlLbl val="0"/>
      </c:catAx>
      <c:valAx>
        <c:axId val="811410992"/>
        <c:scaling>
          <c:orientation val="minMax"/>
          <c:max val="0.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811412432"/>
        <c:crosses val="autoZero"/>
        <c:crossBetween val="between"/>
        <c:majorUnit val="5.000000000000001E-2"/>
      </c:valAx>
      <c:valAx>
        <c:axId val="80337455"/>
        <c:scaling>
          <c:orientation val="minMax"/>
          <c:max val="100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505551"/>
        <c:crosses val="max"/>
        <c:crossBetween val="between"/>
        <c:majorUnit val="50"/>
      </c:valAx>
      <c:catAx>
        <c:axId val="73505551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033745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1.4859743795923341E-3"/>
          <c:y val="3.8766887380157156E-2"/>
          <c:w val="0.99702787306642926"/>
          <c:h val="0.1169844245635545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794538563084156"/>
          <c:y val="0.23210376501771729"/>
          <c:w val="0.85716365263905669"/>
          <c:h val="0.5981837560636855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OHC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-4.3248090549648378E-2"/>
                  <c:y val="-5.739127338032507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81C-4807-AE31-1262995410F8}"/>
                </c:ext>
              </c:extLst>
            </c:dLbl>
            <c:dLbl>
              <c:idx val="1"/>
              <c:layout>
                <c:manualLayout>
                  <c:x val="-5.0036534657857963E-2"/>
                  <c:y val="-7.0313569173710816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81C-4807-AE31-1262995410F8}"/>
                </c:ext>
              </c:extLst>
            </c:dLbl>
            <c:dLbl>
              <c:idx val="2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F81C-4807-AE31-1262995410F8}"/>
                </c:ext>
              </c:extLst>
            </c:dLbl>
            <c:dLbl>
              <c:idx val="3"/>
              <c:layout>
                <c:manualLayout>
                  <c:x val="-4.5510905252384909E-2"/>
                  <c:y val="-7.677471707040362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F81C-4807-AE31-1262995410F8}"/>
                </c:ext>
              </c:extLst>
            </c:dLbl>
            <c:dLbl>
              <c:idx val="4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9-F81C-4807-AE31-1262995410F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</c:v>
                </c:pt>
                <c:pt idx="1">
                  <c:v>0.35</c:v>
                </c:pt>
                <c:pt idx="2">
                  <c:v>0.4</c:v>
                </c:pt>
                <c:pt idx="3">
                  <c:v>0.44</c:v>
                </c:pt>
                <c:pt idx="4">
                  <c:v>0.45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81C-4807-AE31-1262995410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</c:v>
                </c:pt>
              </c:strCache>
            </c:strRef>
          </c:tx>
          <c:spPr>
            <a:ln w="28575" cap="rnd">
              <a:solidFill>
                <a:schemeClr val="accent6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0.48</c:v>
                </c:pt>
                <c:pt idx="1">
                  <c:v>0.45</c:v>
                </c:pt>
                <c:pt idx="2">
                  <c:v>0.45</c:v>
                </c:pt>
                <c:pt idx="3">
                  <c:v>0.35</c:v>
                </c:pt>
                <c:pt idx="4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81C-4807-AE31-1262995410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PH2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</c:v>
                </c:pt>
                <c:pt idx="1">
                  <c:v>0.25</c:v>
                </c:pt>
                <c:pt idx="2">
                  <c:v>0.2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81C-4807-AE31-1262995410F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FC</c:v>
                </c:pt>
              </c:strCache>
            </c:strRef>
          </c:tx>
          <c:spPr>
            <a:ln w="28575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0.18</c:v>
                </c:pt>
                <c:pt idx="1">
                  <c:v>0.15</c:v>
                </c:pt>
                <c:pt idx="2">
                  <c:v>0.12</c:v>
                </c:pt>
                <c:pt idx="3">
                  <c:v>0.12</c:v>
                </c:pt>
                <c:pt idx="4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81C-4807-AE31-1262995410F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LC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0.1</c:v>
                </c:pt>
                <c:pt idx="1">
                  <c:v>0.08</c:v>
                </c:pt>
                <c:pt idx="2">
                  <c:v>0.08</c:v>
                </c:pt>
                <c:pt idx="3">
                  <c:v>0.05</c:v>
                </c:pt>
                <c:pt idx="4">
                  <c:v>0.05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F81C-4807-AE31-1262995410F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628492928"/>
        <c:axId val="628496768"/>
      </c:lineChart>
      <c:catAx>
        <c:axId val="628492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6768"/>
        <c:crosses val="autoZero"/>
        <c:auto val="1"/>
        <c:lblAlgn val="ctr"/>
        <c:lblOffset val="100"/>
        <c:noMultiLvlLbl val="0"/>
      </c:catAx>
      <c:valAx>
        <c:axId val="628496768"/>
        <c:scaling>
          <c:orientation val="minMax"/>
          <c:max val="0.60000000000000009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2928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3.2296245562789629E-2"/>
          <c:y val="3.8766887380157156E-2"/>
          <c:w val="0.93993313827989378"/>
          <c:h val="0.1200028490100961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670067713338382"/>
          <c:y val="8.3744517782747038E-2"/>
          <c:w val="0.80239152501384192"/>
          <c:h val="0.72245064188928143"/>
        </c:manualLayout>
      </c:layout>
      <c:bubbleChart>
        <c:varyColors val="0"/>
        <c:ser>
          <c:idx val="1"/>
          <c:order val="0"/>
          <c:tx>
            <c:strRef>
              <c:f>Sheet1!$A$2</c:f>
              <c:strCache>
                <c:ptCount val="1"/>
                <c:pt idx="0">
                  <c:v>FC</c:v>
                </c:pt>
              </c:strCache>
            </c:strRef>
          </c:tx>
          <c:spPr>
            <a:solidFill>
              <a:schemeClr val="accent2">
                <a:alpha val="7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1-EED2-44A2-AD80-C671F10FBF52}"/>
              </c:ext>
            </c:extLst>
          </c:dPt>
          <c:dPt>
            <c:idx val="1"/>
            <c:invertIfNegative val="0"/>
            <c:bubble3D val="0"/>
            <c:spPr>
              <a:noFill/>
              <a:ln w="9525"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3-EED2-44A2-AD80-C671F10FBF52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5-EED2-44A2-AD80-C671F10FBF5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ED2-44A2-AD80-C671F10FBF52}"/>
              </c:ext>
            </c:extLst>
          </c:dPt>
          <c:dPt>
            <c:idx val="4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9-EED2-44A2-AD80-C671F10FBF52}"/>
              </c:ext>
            </c:extLst>
          </c:dPt>
          <c:dPt>
            <c:idx val="5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B-EED2-44A2-AD80-C671F10FBF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Sheet1!$B$2</c:f>
              <c:numCache>
                <c:formatCode>0.00%</c:formatCode>
                <c:ptCount val="1"/>
                <c:pt idx="0">
                  <c:v>5.0000000000000001E-3</c:v>
                </c:pt>
              </c:numCache>
            </c:numRef>
          </c:xVal>
          <c:yVal>
            <c:numRef>
              <c:f>Sheet1!$C$2</c:f>
              <c:numCache>
                <c:formatCode>0.00%</c:formatCode>
                <c:ptCount val="1"/>
                <c:pt idx="0">
                  <c:v>2.5000000000000001E-2</c:v>
                </c:pt>
              </c:numCache>
            </c:numRef>
          </c:yVal>
          <c:bubbleSize>
            <c:numRef>
              <c:f>Sheet1!$D$2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D-5BA6-4365-8807-B97DC6AFB5A4}"/>
            </c:ext>
          </c:extLst>
        </c:ser>
        <c:ser>
          <c:idx val="2"/>
          <c:order val="1"/>
          <c:tx>
            <c:strRef>
              <c:f>Sheet1!$A$3</c:f>
              <c:strCache>
                <c:ptCount val="1"/>
                <c:pt idx="0">
                  <c:v>LC</c:v>
                </c:pt>
              </c:strCache>
            </c:strRef>
          </c:tx>
          <c:spPr>
            <a:solidFill>
              <a:schemeClr val="accent3">
                <a:alpha val="75000"/>
              </a:schemeClr>
            </a:solidFill>
            <a:ln w="9525">
              <a:solidFill>
                <a:schemeClr val="accent5"/>
              </a:solidFill>
              <a:prstDash val="sysDot"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 w="9525"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13-5BA6-4365-8807-B97DC6AFB5A4}"/>
              </c:ext>
            </c:extLst>
          </c:dPt>
          <c:dLbls>
            <c:dLbl>
              <c:idx val="0"/>
              <c:layout>
                <c:manualLayout>
                  <c:x val="-5.3449744802173953E-2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BA6-4365-8807-B97DC6AFB5A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Sheet1!$B$3</c:f>
              <c:numCache>
                <c:formatCode>0.00%</c:formatCode>
                <c:ptCount val="1"/>
                <c:pt idx="0">
                  <c:v>7.0000000000000001E-3</c:v>
                </c:pt>
              </c:numCache>
            </c:numRef>
          </c:xVal>
          <c:yVal>
            <c:numRef>
              <c:f>Sheet1!$C$3</c:f>
              <c:numCache>
                <c:formatCode>0.00%</c:formatCode>
                <c:ptCount val="1"/>
                <c:pt idx="0">
                  <c:v>0.02</c:v>
                </c:pt>
              </c:numCache>
            </c:numRef>
          </c:yVal>
          <c:bubbleSize>
            <c:numRef>
              <c:f>Sheet1!$D$3</c:f>
              <c:numCache>
                <c:formatCode>General</c:formatCode>
                <c:ptCount val="1"/>
                <c:pt idx="0">
                  <c:v>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E-5BA6-4365-8807-B97DC6AFB5A4}"/>
            </c:ext>
          </c:extLst>
        </c:ser>
        <c:ser>
          <c:idx val="3"/>
          <c:order val="2"/>
          <c:tx>
            <c:strRef>
              <c:f>Sheet1!$A$4</c:f>
              <c:strCache>
                <c:ptCount val="1"/>
                <c:pt idx="0">
                  <c:v>PH</c:v>
                </c:pt>
              </c:strCache>
            </c:strRef>
          </c:tx>
          <c:spPr>
            <a:solidFill>
              <a:schemeClr val="accent4">
                <a:alpha val="75000"/>
              </a:schemeClr>
            </a:solidFill>
            <a:ln w="25400"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0F-EED2-44A2-AD80-C671F10FBF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Sheet1!$B$4</c:f>
              <c:numCache>
                <c:formatCode>0.00%</c:formatCode>
                <c:ptCount val="1"/>
                <c:pt idx="0">
                  <c:v>5.0000000000000001E-3</c:v>
                </c:pt>
              </c:numCache>
            </c:numRef>
          </c:xVal>
          <c:yVal>
            <c:numRef>
              <c:f>Sheet1!$C$4</c:f>
              <c:numCache>
                <c:formatCode>0.00%</c:formatCode>
                <c:ptCount val="1"/>
                <c:pt idx="0">
                  <c:v>6.8000000000000005E-2</c:v>
                </c:pt>
              </c:numCache>
            </c:numRef>
          </c:yVal>
          <c:bubbleSize>
            <c:numRef>
              <c:f>Sheet1!$D$4</c:f>
              <c:numCache>
                <c:formatCode>General</c:formatCode>
                <c:ptCount val="1"/>
                <c:pt idx="0">
                  <c:v>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F-5BA6-4365-8807-B97DC6AFB5A4}"/>
            </c:ext>
          </c:extLst>
        </c:ser>
        <c:ser>
          <c:idx val="4"/>
          <c:order val="3"/>
          <c:tx>
            <c:strRef>
              <c:f>Sheet1!$A$5</c:f>
              <c:strCache>
                <c:ptCount val="1"/>
                <c:pt idx="0">
                  <c:v>全体</c:v>
                </c:pt>
              </c:strCache>
            </c:strRef>
          </c:tx>
          <c:spPr>
            <a:solidFill>
              <a:schemeClr val="accent5">
                <a:alpha val="75000"/>
              </a:schemeClr>
            </a:solidFill>
            <a:ln w="25400"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EED2-44A2-AD80-C671F10FBF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Sheet1!$B$5</c:f>
              <c:numCache>
                <c:formatCode>0.00%</c:formatCode>
                <c:ptCount val="1"/>
                <c:pt idx="0">
                  <c:v>0.01</c:v>
                </c:pt>
              </c:numCache>
            </c:numRef>
          </c:xVal>
          <c:yVal>
            <c:numRef>
              <c:f>Sheet1!$C$5</c:f>
              <c:numCache>
                <c:formatCode>0.00%</c:formatCode>
                <c:ptCount val="1"/>
                <c:pt idx="0">
                  <c:v>0.05</c:v>
                </c:pt>
              </c:numCache>
            </c:numRef>
          </c:yVal>
          <c:bubbleSize>
            <c:numRef>
              <c:f>Sheet1!$D$5</c:f>
              <c:numCache>
                <c:formatCode>General</c:formatCode>
                <c:ptCount val="1"/>
                <c:pt idx="0">
                  <c:v>8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10-5BA6-4365-8807-B97DC6AFB5A4}"/>
            </c:ext>
          </c:extLst>
        </c:ser>
        <c:ser>
          <c:idx val="5"/>
          <c:order val="4"/>
          <c:tx>
            <c:strRef>
              <c:f>Sheet1!$A$6</c:f>
              <c:strCache>
                <c:ptCount val="1"/>
                <c:pt idx="0">
                  <c:v>BC</c:v>
                </c:pt>
              </c:strCache>
            </c:strRef>
          </c:tx>
          <c:spPr>
            <a:solidFill>
              <a:schemeClr val="accent6">
                <a:alpha val="75000"/>
              </a:schemeClr>
            </a:solidFill>
            <a:ln w="25400"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13-EED2-44A2-AD80-C671F10FBF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Sheet1!$B$6</c:f>
              <c:numCache>
                <c:formatCode>0.00%</c:formatCode>
                <c:ptCount val="1"/>
                <c:pt idx="0">
                  <c:v>6.4999999999999997E-3</c:v>
                </c:pt>
              </c:numCache>
            </c:numRef>
          </c:xVal>
          <c:yVal>
            <c:numRef>
              <c:f>Sheet1!$C$6</c:f>
              <c:numCache>
                <c:formatCode>0.00%</c:formatCode>
                <c:ptCount val="1"/>
                <c:pt idx="0">
                  <c:v>0.12</c:v>
                </c:pt>
              </c:numCache>
            </c:numRef>
          </c:yVal>
          <c:bubbleSize>
            <c:numRef>
              <c:f>Sheet1!$D$6</c:f>
              <c:numCache>
                <c:formatCode>General</c:formatCode>
                <c:ptCount val="1"/>
                <c:pt idx="0">
                  <c:v>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11-5BA6-4365-8807-B97DC6AFB5A4}"/>
            </c:ext>
          </c:extLst>
        </c:ser>
        <c:ser>
          <c:idx val="6"/>
          <c:order val="5"/>
          <c:tx>
            <c:strRef>
              <c:f>Sheet1!$A$7</c:f>
              <c:strCache>
                <c:ptCount val="1"/>
                <c:pt idx="0">
                  <c:v>OHC</c:v>
                </c:pt>
              </c:strCache>
            </c:strRef>
          </c:tx>
          <c:spPr>
            <a:solidFill>
              <a:schemeClr val="accent1">
                <a:lumMod val="60000"/>
                <a:alpha val="75000"/>
              </a:schemeClr>
            </a:solidFill>
            <a:ln w="25400"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noFill/>
              <a:ln>
                <a:solidFill>
                  <a:schemeClr val="accent5"/>
                </a:solidFill>
                <a:prstDash val="sysDot"/>
              </a:ln>
              <a:effectLst/>
            </c:spPr>
            <c:extLst>
              <c:ext xmlns:c16="http://schemas.microsoft.com/office/drawing/2014/chart" uri="{C3380CC4-5D6E-409C-BE32-E72D297353CC}">
                <c16:uniqueId val="{00000015-EED2-44A2-AD80-C671F10FBF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Sheet1!$B$7</c:f>
              <c:numCache>
                <c:formatCode>0.00%</c:formatCode>
                <c:ptCount val="1"/>
                <c:pt idx="0">
                  <c:v>1.2999999999999999E-2</c:v>
                </c:pt>
              </c:numCache>
            </c:numRef>
          </c:xVal>
          <c:yVal>
            <c:numRef>
              <c:f>Sheet1!$C$7</c:f>
              <c:numCache>
                <c:formatCode>0.00%</c:formatCode>
                <c:ptCount val="1"/>
                <c:pt idx="0">
                  <c:v>0.09</c:v>
                </c:pt>
              </c:numCache>
            </c:numRef>
          </c:yVal>
          <c:bubbleSize>
            <c:numRef>
              <c:f>Sheet1!$D$7</c:f>
              <c:numCache>
                <c:formatCode>General</c:formatCode>
                <c:ptCount val="1"/>
                <c:pt idx="0">
                  <c:v>4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12-5BA6-4365-8807-B97DC6AFB5A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bubbleScale val="100"/>
        <c:showNegBubbles val="0"/>
        <c:axId val="419911407"/>
        <c:axId val="419906127"/>
      </c:bubbleChart>
      <c:valAx>
        <c:axId val="419911407"/>
        <c:scaling>
          <c:orientation val="minMax"/>
          <c:max val="2.4000000000000004E-2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9906127"/>
        <c:crosses val="autoZero"/>
        <c:crossBetween val="midCat"/>
        <c:majorUnit val="1.2000000000000002E-2"/>
      </c:valAx>
      <c:valAx>
        <c:axId val="419906127"/>
        <c:scaling>
          <c:orientation val="minMax"/>
          <c:max val="0.16000000000000003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9911407"/>
        <c:crosses val="autoZero"/>
        <c:crossBetween val="midCat"/>
        <c:majorUnit val="8.0000000000000016E-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794538563084156"/>
          <c:y val="0.23210376501771729"/>
          <c:w val="0.85716365263905669"/>
          <c:h val="0.5981837560636855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OHC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-4.3248090549648378E-2"/>
                  <c:y val="-5.739127338032507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2AB-461E-8A51-7F0F767DC568}"/>
                </c:ext>
              </c:extLst>
            </c:dLbl>
            <c:dLbl>
              <c:idx val="1"/>
              <c:layout>
                <c:manualLayout>
                  <c:x val="-5.0036534657857963E-2"/>
                  <c:y val="-7.0313569173710816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2AB-461E-8A51-7F0F767DC568}"/>
                </c:ext>
              </c:extLst>
            </c:dLbl>
            <c:dLbl>
              <c:idx val="2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42AB-461E-8A51-7F0F767DC568}"/>
                </c:ext>
              </c:extLst>
            </c:dLbl>
            <c:dLbl>
              <c:idx val="3"/>
              <c:layout>
                <c:manualLayout>
                  <c:x val="-4.5510905252384909E-2"/>
                  <c:y val="-7.677471707040362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2AB-461E-8A51-7F0F767DC568}"/>
                </c:ext>
              </c:extLst>
            </c:dLbl>
            <c:dLbl>
              <c:idx val="4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42AB-461E-8A51-7F0F767DC56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0.15</c:v>
                </c:pt>
                <c:pt idx="1">
                  <c:v>0.2</c:v>
                </c:pt>
                <c:pt idx="2">
                  <c:v>0.15</c:v>
                </c:pt>
                <c:pt idx="3">
                  <c:v>0.25</c:v>
                </c:pt>
                <c:pt idx="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2AB-461E-8A51-7F0F767DC5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</c:v>
                </c:pt>
              </c:strCache>
            </c:strRef>
          </c:tx>
          <c:spPr>
            <a:ln w="28575" cap="rnd">
              <a:solidFill>
                <a:schemeClr val="accent6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</c:v>
                </c:pt>
                <c:pt idx="1">
                  <c:v>0.12</c:v>
                </c:pt>
                <c:pt idx="2">
                  <c:v>0.08</c:v>
                </c:pt>
                <c:pt idx="3">
                  <c:v>0.1</c:v>
                </c:pt>
                <c:pt idx="4">
                  <c:v>0.12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42AB-461E-8A51-7F0F767DC5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BC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</c:v>
                </c:pt>
                <c:pt idx="1">
                  <c:v>0.15</c:v>
                </c:pt>
                <c:pt idx="2">
                  <c:v>0.18</c:v>
                </c:pt>
                <c:pt idx="3">
                  <c:v>0.16</c:v>
                </c:pt>
                <c:pt idx="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42AB-461E-8A51-7F0F767DC56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FC</c:v>
                </c:pt>
              </c:strCache>
            </c:strRef>
          </c:tx>
          <c:spPr>
            <a:ln w="28575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0.05</c:v>
                </c:pt>
                <c:pt idx="1">
                  <c:v>0.02</c:v>
                </c:pt>
                <c:pt idx="2">
                  <c:v>0.03</c:v>
                </c:pt>
                <c:pt idx="3">
                  <c:v>0.05</c:v>
                </c:pt>
                <c:pt idx="4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42AB-461E-8A51-7F0F767DC56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LC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0.05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42AB-461E-8A51-7F0F767DC568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全体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0.11000000000000001</c:v>
                </c:pt>
                <c:pt idx="1">
                  <c:v>0.10200000000000001</c:v>
                </c:pt>
                <c:pt idx="2">
                  <c:v>9.4E-2</c:v>
                </c:pt>
                <c:pt idx="3">
                  <c:v>0.12000000000000002</c:v>
                </c:pt>
                <c:pt idx="4">
                  <c:v>0.13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42AB-461E-8A51-7F0F767DC56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628492928"/>
        <c:axId val="628496768"/>
      </c:lineChart>
      <c:catAx>
        <c:axId val="628492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6768"/>
        <c:crosses val="autoZero"/>
        <c:auto val="1"/>
        <c:lblAlgn val="ctr"/>
        <c:lblOffset val="100"/>
        <c:noMultiLvlLbl val="0"/>
      </c:catAx>
      <c:valAx>
        <c:axId val="628496768"/>
        <c:scaling>
          <c:orientation val="minMax"/>
          <c:max val="0.30000000000000004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2928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3.2296245562789629E-2"/>
          <c:y val="3.8766887380157156E-2"/>
          <c:w val="0.64448205507762257"/>
          <c:h val="0.12000284901009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'ローソク (項目名)'!$B$3</c:f>
              <c:strCache>
                <c:ptCount val="1"/>
                <c:pt idx="0">
                  <c:v>全数</c:v>
                </c:pt>
              </c:strCache>
            </c:strRef>
          </c:tx>
          <c:spPr>
            <a:solidFill>
              <a:srgbClr val="018001"/>
            </a:solidFill>
            <a:ln w="6350" cap="flat" cmpd="sng" algn="ctr">
              <a:solidFill>
                <a:schemeClr val="accent1"/>
              </a:solidFill>
              <a:prstDash val="solid"/>
              <a:miter lim="800000"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'ローソク (項目名)'!$H$4:$H$10</c:f>
              <c:strCache>
                <c:ptCount val="7"/>
                <c:pt idx="0">
                  <c:v>計画</c:v>
                </c:pt>
                <c:pt idx="6">
                  <c:v>実績</c:v>
                </c:pt>
              </c:strCache>
            </c:strRef>
          </c:cat>
          <c:val>
            <c:numRef>
              <c:f>'ローソク (項目名)'!$B$4:$B$10</c:f>
              <c:numCache>
                <c:formatCode>General</c:formatCode>
                <c:ptCount val="7"/>
                <c:pt idx="0" formatCode="#,##0_ ">
                  <c:v>100</c:v>
                </c:pt>
                <c:pt idx="6" formatCode="#,##0_ 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A3-4DE6-AEA7-3E4F747C10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401856968"/>
        <c:axId val="401855792"/>
      </c:barChart>
      <c:lineChart>
        <c:grouping val="standard"/>
        <c:varyColors val="0"/>
        <c:ser>
          <c:idx val="1"/>
          <c:order val="1"/>
          <c:tx>
            <c:strRef>
              <c:f>'ローソク (項目名)'!$E$3</c:f>
              <c:strCache>
                <c:ptCount val="1"/>
                <c:pt idx="0">
                  <c:v>低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cat>
            <c:strRef>
              <c:f>'ローソク (項目名)'!$A$4:$A$10</c:f>
              <c:strCache>
                <c:ptCount val="7"/>
                <c:pt idx="0">
                  <c:v>計画</c:v>
                </c:pt>
                <c:pt idx="1">
                  <c:v>原価</c:v>
                </c:pt>
                <c:pt idx="2">
                  <c:v>販促費</c:v>
                </c:pt>
                <c:pt idx="3">
                  <c:v>宣伝費</c:v>
                </c:pt>
                <c:pt idx="4">
                  <c:v>物流費</c:v>
                </c:pt>
                <c:pt idx="5">
                  <c:v>一般経費</c:v>
                </c:pt>
                <c:pt idx="6">
                  <c:v>実績</c:v>
                </c:pt>
              </c:strCache>
            </c:strRef>
          </c:cat>
          <c:val>
            <c:numRef>
              <c:f>'ローソク (項目名)'!$E$4:$E$10</c:f>
              <c:numCache>
                <c:formatCode>General</c:formatCode>
                <c:ptCount val="7"/>
                <c:pt idx="0">
                  <c:v>#N/A</c:v>
                </c:pt>
                <c:pt idx="1">
                  <c:v>100</c:v>
                </c:pt>
                <c:pt idx="2">
                  <c:v>250</c:v>
                </c:pt>
                <c:pt idx="3">
                  <c:v>350</c:v>
                </c:pt>
                <c:pt idx="4">
                  <c:v>400</c:v>
                </c:pt>
                <c:pt idx="5">
                  <c:v>300</c:v>
                </c:pt>
                <c:pt idx="6">
                  <c:v>#N/A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2A3-4DE6-AEA7-3E4F747C1026}"/>
            </c:ext>
          </c:extLst>
        </c:ser>
        <c:ser>
          <c:idx val="2"/>
          <c:order val="2"/>
          <c:tx>
            <c:strRef>
              <c:f>'ローソク (項目名)'!$F$3</c:f>
              <c:strCache>
                <c:ptCount val="1"/>
                <c:pt idx="0">
                  <c:v>高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cat>
            <c:strRef>
              <c:f>'ローソク (項目名)'!$A$4:$A$10</c:f>
              <c:strCache>
                <c:ptCount val="7"/>
                <c:pt idx="0">
                  <c:v>計画</c:v>
                </c:pt>
                <c:pt idx="1">
                  <c:v>原価</c:v>
                </c:pt>
                <c:pt idx="2">
                  <c:v>販促費</c:v>
                </c:pt>
                <c:pt idx="3">
                  <c:v>宣伝費</c:v>
                </c:pt>
                <c:pt idx="4">
                  <c:v>物流費</c:v>
                </c:pt>
                <c:pt idx="5">
                  <c:v>一般経費</c:v>
                </c:pt>
                <c:pt idx="6">
                  <c:v>実績</c:v>
                </c:pt>
              </c:strCache>
            </c:strRef>
          </c:cat>
          <c:val>
            <c:numRef>
              <c:f>'ローソク (項目名)'!$F$4:$F$10</c:f>
              <c:numCache>
                <c:formatCode>General</c:formatCode>
                <c:ptCount val="7"/>
                <c:pt idx="0">
                  <c:v>#N/A</c:v>
                </c:pt>
                <c:pt idx="1">
                  <c:v>250</c:v>
                </c:pt>
                <c:pt idx="2">
                  <c:v>350</c:v>
                </c:pt>
                <c:pt idx="3">
                  <c:v>400</c:v>
                </c:pt>
                <c:pt idx="4">
                  <c:v>300</c:v>
                </c:pt>
                <c:pt idx="5">
                  <c:v>150</c:v>
                </c:pt>
                <c:pt idx="6">
                  <c:v>#N/A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2A3-4DE6-AEA7-3E4F747C10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upDownBars>
          <c:gapWidth val="219"/>
          <c:upBars>
            <c:spPr>
              <a:gradFill rotWithShape="1">
                <a:gsLst>
                  <a:gs pos="0">
                    <a:schemeClr val="accent6">
                      <a:lumMod val="110000"/>
                      <a:satMod val="105000"/>
                      <a:tint val="67000"/>
                    </a:schemeClr>
                  </a:gs>
                  <a:gs pos="50000">
                    <a:schemeClr val="accent6">
                      <a:lumMod val="105000"/>
                      <a:satMod val="103000"/>
                      <a:tint val="73000"/>
                    </a:schemeClr>
                  </a:gs>
                  <a:gs pos="100000">
                    <a:schemeClr val="accent6">
                      <a:lumMod val="105000"/>
                      <a:satMod val="109000"/>
                      <a:tint val="81000"/>
                    </a:schemeClr>
                  </a:gs>
                </a:gsLst>
                <a:lin ang="5400000" scaled="0"/>
              </a:gradFill>
              <a:ln w="6350" cap="flat" cmpd="sng" algn="ctr">
                <a:solidFill>
                  <a:schemeClr val="accent6"/>
                </a:solidFill>
                <a:prstDash val="solid"/>
                <a:miter lim="800000"/>
              </a:ln>
              <a:effectLst/>
            </c:spPr>
          </c:upBars>
          <c:downBars>
            <c:spPr>
              <a:gradFill rotWithShape="1">
                <a:gsLst>
                  <a:gs pos="0">
                    <a:schemeClr val="accent2">
                      <a:lumMod val="110000"/>
                      <a:satMod val="105000"/>
                      <a:tint val="67000"/>
                    </a:schemeClr>
                  </a:gs>
                  <a:gs pos="50000">
                    <a:schemeClr val="accent2">
                      <a:lumMod val="105000"/>
                      <a:satMod val="103000"/>
                      <a:tint val="73000"/>
                    </a:schemeClr>
                  </a:gs>
                  <a:gs pos="100000">
                    <a:schemeClr val="accent2">
                      <a:lumMod val="105000"/>
                      <a:satMod val="109000"/>
                      <a:tint val="81000"/>
                    </a:schemeClr>
                  </a:gs>
                </a:gsLst>
                <a:lin ang="5400000" scaled="0"/>
              </a:gradFill>
              <a:ln w="6350" cap="flat" cmpd="sng" algn="ctr">
                <a:solidFill>
                  <a:schemeClr val="accent2"/>
                </a:solidFill>
                <a:prstDash val="solid"/>
                <a:miter lim="800000"/>
              </a:ln>
              <a:effectLst/>
            </c:spPr>
          </c:downBars>
        </c:upDownBars>
        <c:marker val="1"/>
        <c:smooth val="0"/>
        <c:axId val="401856968"/>
        <c:axId val="401855792"/>
      </c:lineChart>
      <c:scatterChart>
        <c:scatterStyle val="lineMarker"/>
        <c:varyColors val="0"/>
        <c:ser>
          <c:idx val="5"/>
          <c:order val="5"/>
          <c:tx>
            <c:strRef>
              <c:f>'ローソク (項目名)'!$G$3</c:f>
              <c:strCache>
                <c:ptCount val="1"/>
                <c:pt idx="0">
                  <c:v>上端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tx>
                <c:rich>
                  <a:bodyPr/>
                  <a:lstStyle/>
                  <a:p>
                    <a:endParaRPr lang="ja-JP" altLang="en-US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2A3-4DE6-AEA7-3E4F747C1026}"/>
                </c:ext>
              </c:extLst>
            </c:dLbl>
            <c:dLbl>
              <c:idx val="1"/>
              <c:tx>
                <c:strRef>
                  <c:f>'ローソク (項目名)'!$I$5</c:f>
                  <c:strCache>
                    <c:ptCount val="1"/>
                    <c:pt idx="0">
                      <c:v>原価
+150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{B2B9EC15-C827-4580-9F0B-EA61078DECD4}</c15:txfldGUID>
                      <c15:f>'ローソク (項目名)'!$I$5</c15:f>
                      <c15:dlblFieldTableCache>
                        <c:ptCount val="1"/>
                        <c:pt idx="0">
                          <c:v>原価
+150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D2A3-4DE6-AEA7-3E4F747C1026}"/>
                </c:ext>
              </c:extLst>
            </c:dLbl>
            <c:dLbl>
              <c:idx val="2"/>
              <c:tx>
                <c:strRef>
                  <c:f>'ローソク (項目名)'!$I$6</c:f>
                  <c:strCache>
                    <c:ptCount val="1"/>
                    <c:pt idx="0">
                      <c:v>販促費
+100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{A8F3A87C-F3BE-4F79-8896-91A4CD1D4299}</c15:txfldGUID>
                      <c15:f>'ローソク (項目名)'!$I$6</c15:f>
                      <c15:dlblFieldTableCache>
                        <c:ptCount val="1"/>
                        <c:pt idx="0">
                          <c:v>販促費
+100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D2A3-4DE6-AEA7-3E4F747C1026}"/>
                </c:ext>
              </c:extLst>
            </c:dLbl>
            <c:dLbl>
              <c:idx val="3"/>
              <c:tx>
                <c:strRef>
                  <c:f>'ローソク (項目名)'!$I$7</c:f>
                  <c:strCache>
                    <c:ptCount val="1"/>
                    <c:pt idx="0">
                      <c:v>宣伝費
+50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{5BE00C6D-D928-411D-A56F-BF3DD2BB359D}</c15:txfldGUID>
                      <c15:f>'ローソク (項目名)'!$I$7</c15:f>
                      <c15:dlblFieldTableCache>
                        <c:ptCount val="1"/>
                        <c:pt idx="0">
                          <c:v>宣伝費
+50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D2A3-4DE6-AEA7-3E4F747C1026}"/>
                </c:ext>
              </c:extLst>
            </c:dLbl>
            <c:dLbl>
              <c:idx val="4"/>
              <c:tx>
                <c:strRef>
                  <c:f>'ローソク (項目名)'!$I$8</c:f>
                  <c:strCache>
                    <c:ptCount val="1"/>
                    <c:pt idx="0">
                      <c:v>物流費
-100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{C82685AB-6124-47D0-8236-A703E2B0D547}</c15:txfldGUID>
                      <c15:f>'ローソク (項目名)'!$I$8</c15:f>
                      <c15:dlblFieldTableCache>
                        <c:ptCount val="1"/>
                        <c:pt idx="0">
                          <c:v>物流費
-100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D2A3-4DE6-AEA7-3E4F747C1026}"/>
                </c:ext>
              </c:extLst>
            </c:dLbl>
            <c:dLbl>
              <c:idx val="5"/>
              <c:tx>
                <c:strRef>
                  <c:f>'ローソク (項目名)'!$I$9</c:f>
                  <c:strCache>
                    <c:ptCount val="1"/>
                    <c:pt idx="0">
                      <c:v>一般経費
-150</c:v>
                    </c:pt>
                  </c:strCache>
                </c:strRef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{00D9B80C-8313-4852-A5BE-BE8D4444307C}</c15:txfldGUID>
                      <c15:f>'ローソク (項目名)'!$I$9</c15:f>
                      <c15:dlblFieldTableCache>
                        <c:ptCount val="1"/>
                        <c:pt idx="0">
                          <c:v>一般経費
-150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D2A3-4DE6-AEA7-3E4F747C102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 altLang="ja-JP"/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D2A3-4DE6-AEA7-3E4F747C102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strRef>
              <c:f>'ローソク (項目名)'!$A$4:$A$10</c:f>
              <c:strCache>
                <c:ptCount val="7"/>
                <c:pt idx="0">
                  <c:v>計画</c:v>
                </c:pt>
                <c:pt idx="1">
                  <c:v>原価</c:v>
                </c:pt>
                <c:pt idx="2">
                  <c:v>販促費</c:v>
                </c:pt>
                <c:pt idx="3">
                  <c:v>宣伝費</c:v>
                </c:pt>
                <c:pt idx="4">
                  <c:v>物流費</c:v>
                </c:pt>
                <c:pt idx="5">
                  <c:v>一般経費</c:v>
                </c:pt>
                <c:pt idx="6">
                  <c:v>実績</c:v>
                </c:pt>
              </c:strCache>
            </c:strRef>
          </c:xVal>
          <c:yVal>
            <c:numRef>
              <c:f>'ローソク (項目名)'!$G$4:$G$10</c:f>
              <c:numCache>
                <c:formatCode>General</c:formatCode>
                <c:ptCount val="7"/>
                <c:pt idx="0">
                  <c:v>#N/A</c:v>
                </c:pt>
                <c:pt idx="1">
                  <c:v>250</c:v>
                </c:pt>
                <c:pt idx="2">
                  <c:v>350</c:v>
                </c:pt>
                <c:pt idx="3">
                  <c:v>400</c:v>
                </c:pt>
                <c:pt idx="4">
                  <c:v>400</c:v>
                </c:pt>
                <c:pt idx="5">
                  <c:v>300</c:v>
                </c:pt>
                <c:pt idx="6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D2A3-4DE6-AEA7-3E4F747C1026}"/>
            </c:ext>
          </c:extLst>
        </c:ser>
        <c:ser>
          <c:idx val="6"/>
          <c:order val="6"/>
          <c:tx>
            <c:strRef>
              <c:f>'ローソク (項目名)'!$D$3</c:f>
              <c:strCache>
                <c:ptCount val="1"/>
                <c:pt idx="0">
                  <c:v>結果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errBars>
            <c:errDir val="x"/>
            <c:errBarType val="plus"/>
            <c:errValType val="fixedVal"/>
            <c:noEndCap val="1"/>
            <c:val val="1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strRef>
              <c:f>'ローソク (項目名)'!$A$4:$A$10</c:f>
              <c:strCache>
                <c:ptCount val="7"/>
                <c:pt idx="0">
                  <c:v>計画</c:v>
                </c:pt>
                <c:pt idx="1">
                  <c:v>原価</c:v>
                </c:pt>
                <c:pt idx="2">
                  <c:v>販促費</c:v>
                </c:pt>
                <c:pt idx="3">
                  <c:v>宣伝費</c:v>
                </c:pt>
                <c:pt idx="4">
                  <c:v>物流費</c:v>
                </c:pt>
                <c:pt idx="5">
                  <c:v>一般経費</c:v>
                </c:pt>
                <c:pt idx="6">
                  <c:v>実績</c:v>
                </c:pt>
              </c:strCache>
            </c:strRef>
          </c:xVal>
          <c:yVal>
            <c:numRef>
              <c:f>'ローソク (項目名)'!$D$4:$D$10</c:f>
              <c:numCache>
                <c:formatCode>General</c:formatCode>
                <c:ptCount val="7"/>
                <c:pt idx="0">
                  <c:v>100</c:v>
                </c:pt>
                <c:pt idx="1">
                  <c:v>250</c:v>
                </c:pt>
                <c:pt idx="2">
                  <c:v>350</c:v>
                </c:pt>
                <c:pt idx="3">
                  <c:v>400</c:v>
                </c:pt>
                <c:pt idx="4">
                  <c:v>300</c:v>
                </c:pt>
                <c:pt idx="5">
                  <c:v>150</c:v>
                </c:pt>
                <c:pt idx="6">
                  <c:v>#N/A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B-D2A3-4DE6-AEA7-3E4F747C10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1856968"/>
        <c:axId val="401855792"/>
        <c:extLst>
          <c:ext xmlns:c15="http://schemas.microsoft.com/office/drawing/2012/chart" uri="{02D57815-91ED-43cb-92C2-25804820EDAC}">
            <c15:filteredScatterSeries>
              <c15:ser>
                <c:idx val="3"/>
                <c:order val="3"/>
                <c:tx>
                  <c:strRef>
                    <c:extLst>
                      <c:ext uri="{02D57815-91ED-43cb-92C2-25804820EDAC}">
                        <c15:formulaRef>
                          <c15:sqref>'ローソク (項目名)'!$E$3</c15:sqref>
                        </c15:formulaRef>
                      </c:ext>
                    </c:extLst>
                    <c:strCache>
                      <c:ptCount val="1"/>
                      <c:pt idx="0">
                        <c:v>低</c:v>
                      </c:pt>
                    </c:strCache>
                  </c:strRef>
                </c:tx>
                <c:spPr>
                  <a:ln w="25400" cap="rnd">
                    <a:noFill/>
                    <a:round/>
                  </a:ln>
                  <a:effectLst/>
                </c:spPr>
                <c:marker>
                  <c:symbol val="none"/>
                </c:marker>
                <c:errBars>
                  <c:errDir val="y"/>
                  <c:errBarType val="both"/>
                  <c:errValType val="fixedVal"/>
                  <c:noEndCap val="0"/>
                  <c:val val="1"/>
                  <c:spPr>
                    <a:noFill/>
                    <a:ln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round/>
                    </a:ln>
                    <a:effectLst/>
                  </c:spPr>
                </c:errBars>
                <c:xVal>
                  <c:strRef>
                    <c:extLst>
                      <c:ext uri="{02D57815-91ED-43cb-92C2-25804820EDAC}">
                        <c15:formulaRef>
                          <c15:sqref>'ローソク (項目名)'!$A$4:$A$10</c15:sqref>
                        </c15:formulaRef>
                      </c:ext>
                    </c:extLst>
                    <c:strCache>
                      <c:ptCount val="7"/>
                      <c:pt idx="0">
                        <c:v>計画</c:v>
                      </c:pt>
                      <c:pt idx="1">
                        <c:v>原価</c:v>
                      </c:pt>
                      <c:pt idx="2">
                        <c:v>販促費</c:v>
                      </c:pt>
                      <c:pt idx="3">
                        <c:v>宣伝費</c:v>
                      </c:pt>
                      <c:pt idx="4">
                        <c:v>物流費</c:v>
                      </c:pt>
                      <c:pt idx="5">
                        <c:v>一般経費</c:v>
                      </c:pt>
                      <c:pt idx="6">
                        <c:v>実績</c:v>
                      </c:pt>
                    </c:strCache>
                  </c:strRef>
                </c:xVal>
                <c:yVal>
                  <c:numRef>
                    <c:extLst>
                      <c:ext uri="{02D57815-91ED-43cb-92C2-25804820EDAC}">
                        <c15:formulaRef>
                          <c15:sqref>'ローソク (項目名)'!$E$4:$E$10</c15:sqref>
                        </c15:formulaRef>
                      </c:ext>
                    </c:extLst>
                    <c:numCache>
                      <c:formatCode>General</c:formatCode>
                      <c:ptCount val="7"/>
                      <c:pt idx="0">
                        <c:v>#N/A</c:v>
                      </c:pt>
                      <c:pt idx="1">
                        <c:v>100</c:v>
                      </c:pt>
                      <c:pt idx="2">
                        <c:v>250</c:v>
                      </c:pt>
                      <c:pt idx="3">
                        <c:v>350</c:v>
                      </c:pt>
                      <c:pt idx="4">
                        <c:v>400</c:v>
                      </c:pt>
                      <c:pt idx="5">
                        <c:v>300</c:v>
                      </c:pt>
                      <c:pt idx="6">
                        <c:v>#N/A</c:v>
                      </c:pt>
                    </c:numCache>
                  </c:numRef>
                </c:yVal>
                <c:smooth val="0"/>
                <c:extLst>
                  <c:ext xmlns:c16="http://schemas.microsoft.com/office/drawing/2014/chart" uri="{C3380CC4-5D6E-409C-BE32-E72D297353CC}">
                    <c16:uniqueId val="{0000000C-D2A3-4DE6-AEA7-3E4F747C1026}"/>
                  </c:ext>
                </c:extLst>
              </c15:ser>
            </c15:filteredScatterSeries>
            <c15:filteredScatter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'ローソク (項目名)'!$F$3</c15:sqref>
                        </c15:formulaRef>
                      </c:ext>
                    </c:extLst>
                    <c:strCache>
                      <c:ptCount val="1"/>
                      <c:pt idx="0">
                        <c:v>高</c:v>
                      </c:pt>
                    </c:strCache>
                  </c:strRef>
                </c:tx>
                <c:spPr>
                  <a:ln w="25400" cap="rnd">
                    <a:noFill/>
                    <a:round/>
                  </a:ln>
                  <a:effectLst/>
                </c:spPr>
                <c:marker>
                  <c:symbol val="none"/>
                </c:marker>
                <c:errBars>
                  <c:errDir val="y"/>
                  <c:errBarType val="both"/>
                  <c:errValType val="fixedVal"/>
                  <c:noEndCap val="0"/>
                  <c:val val="1"/>
                  <c:spPr>
                    <a:noFill/>
                    <a:ln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round/>
                    </a:ln>
                    <a:effectLst/>
                  </c:spPr>
                </c:errBars>
                <c:xVal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'ローソク (項目名)'!$A$4:$A$10</c15:sqref>
                        </c15:formulaRef>
                      </c:ext>
                    </c:extLst>
                    <c:strCache>
                      <c:ptCount val="7"/>
                      <c:pt idx="0">
                        <c:v>計画</c:v>
                      </c:pt>
                      <c:pt idx="1">
                        <c:v>原価</c:v>
                      </c:pt>
                      <c:pt idx="2">
                        <c:v>販促費</c:v>
                      </c:pt>
                      <c:pt idx="3">
                        <c:v>宣伝費</c:v>
                      </c:pt>
                      <c:pt idx="4">
                        <c:v>物流費</c:v>
                      </c:pt>
                      <c:pt idx="5">
                        <c:v>一般経費</c:v>
                      </c:pt>
                      <c:pt idx="6">
                        <c:v>実績</c:v>
                      </c:pt>
                    </c:strCache>
                  </c:str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'ローソク (項目名)'!$F$4:$F$10</c15:sqref>
                        </c15:formulaRef>
                      </c:ext>
                    </c:extLst>
                    <c:numCache>
                      <c:formatCode>General</c:formatCode>
                      <c:ptCount val="7"/>
                      <c:pt idx="0">
                        <c:v>#N/A</c:v>
                      </c:pt>
                      <c:pt idx="1">
                        <c:v>250</c:v>
                      </c:pt>
                      <c:pt idx="2">
                        <c:v>350</c:v>
                      </c:pt>
                      <c:pt idx="3">
                        <c:v>400</c:v>
                      </c:pt>
                      <c:pt idx="4">
                        <c:v>300</c:v>
                      </c:pt>
                      <c:pt idx="5">
                        <c:v>150</c:v>
                      </c:pt>
                      <c:pt idx="6">
                        <c:v>#N/A</c:v>
                      </c:pt>
                    </c:numCache>
                  </c:numRef>
                </c:y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D2A3-4DE6-AEA7-3E4F747C1026}"/>
                  </c:ext>
                </c:extLst>
              </c15:ser>
            </c15:filteredScatterSeries>
          </c:ext>
        </c:extLst>
      </c:scatterChart>
      <c:catAx>
        <c:axId val="401856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635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401855792"/>
        <c:crosses val="autoZero"/>
        <c:auto val="1"/>
        <c:lblAlgn val="ctr"/>
        <c:lblOffset val="100"/>
        <c:noMultiLvlLbl val="0"/>
      </c:catAx>
      <c:valAx>
        <c:axId val="401855792"/>
        <c:scaling>
          <c:orientation val="minMax"/>
          <c:max val="6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#,##0_ " sourceLinked="1"/>
        <c:majorTickMark val="none"/>
        <c:minorTickMark val="none"/>
        <c:tickLblPos val="nextTo"/>
        <c:spPr>
          <a:noFill/>
          <a:ln w="635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ja-JP"/>
          </a:p>
        </c:txPr>
        <c:crossAx val="401856968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0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794538563084156"/>
          <c:y val="0.23210376501771729"/>
          <c:w val="0.85716365263905669"/>
          <c:h val="0.5981837560636855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OHC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-4.3248090549648378E-2"/>
                  <c:y val="-5.739127338032507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5F5-4DD5-AEBC-320252C4AD97}"/>
                </c:ext>
              </c:extLst>
            </c:dLbl>
            <c:dLbl>
              <c:idx val="1"/>
              <c:layout>
                <c:manualLayout>
                  <c:x val="-5.0036534657857963E-2"/>
                  <c:y val="-7.0313569173710816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5F5-4DD5-AEBC-320252C4AD97}"/>
                </c:ext>
              </c:extLst>
            </c:dLbl>
            <c:dLbl>
              <c:idx val="2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15F5-4DD5-AEBC-320252C4AD97}"/>
                </c:ext>
              </c:extLst>
            </c:dLbl>
            <c:dLbl>
              <c:idx val="3"/>
              <c:layout>
                <c:manualLayout>
                  <c:x val="-4.5510905252384909E-2"/>
                  <c:y val="-7.677471707040362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5F5-4DD5-AEBC-320252C4AD97}"/>
                </c:ext>
              </c:extLst>
            </c:dLbl>
            <c:dLbl>
              <c:idx val="4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15F5-4DD5-AEBC-320252C4AD9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</c:v>
                </c:pt>
                <c:pt idx="1">
                  <c:v>0.35</c:v>
                </c:pt>
                <c:pt idx="2">
                  <c:v>0.4</c:v>
                </c:pt>
                <c:pt idx="3">
                  <c:v>0.44</c:v>
                </c:pt>
                <c:pt idx="4">
                  <c:v>0.45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5F5-4DD5-AEBC-320252C4AD9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</c:v>
                </c:pt>
              </c:strCache>
            </c:strRef>
          </c:tx>
          <c:spPr>
            <a:ln w="28575" cap="rnd">
              <a:solidFill>
                <a:schemeClr val="accent6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0.48</c:v>
                </c:pt>
                <c:pt idx="1">
                  <c:v>0.45</c:v>
                </c:pt>
                <c:pt idx="2">
                  <c:v>0.45</c:v>
                </c:pt>
                <c:pt idx="3">
                  <c:v>0.35</c:v>
                </c:pt>
                <c:pt idx="4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5F5-4DD5-AEBC-320252C4AD9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PH2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</c:v>
                </c:pt>
                <c:pt idx="1">
                  <c:v>0.25</c:v>
                </c:pt>
                <c:pt idx="2">
                  <c:v>0.2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5F5-4DD5-AEBC-320252C4AD9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FC</c:v>
                </c:pt>
              </c:strCache>
            </c:strRef>
          </c:tx>
          <c:spPr>
            <a:ln w="28575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0.18</c:v>
                </c:pt>
                <c:pt idx="1">
                  <c:v>0.15</c:v>
                </c:pt>
                <c:pt idx="2">
                  <c:v>0.12</c:v>
                </c:pt>
                <c:pt idx="3">
                  <c:v>0.12</c:v>
                </c:pt>
                <c:pt idx="4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15F5-4DD5-AEBC-320252C4AD9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LC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0.1</c:v>
                </c:pt>
                <c:pt idx="1">
                  <c:v>0.08</c:v>
                </c:pt>
                <c:pt idx="2">
                  <c:v>0.08</c:v>
                </c:pt>
                <c:pt idx="3">
                  <c:v>0.05</c:v>
                </c:pt>
                <c:pt idx="4">
                  <c:v>0.05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15F5-4DD5-AEBC-320252C4AD9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628492928"/>
        <c:axId val="628496768"/>
      </c:lineChart>
      <c:catAx>
        <c:axId val="628492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6768"/>
        <c:crosses val="autoZero"/>
        <c:auto val="1"/>
        <c:lblAlgn val="ctr"/>
        <c:lblOffset val="100"/>
        <c:noMultiLvlLbl val="0"/>
      </c:catAx>
      <c:valAx>
        <c:axId val="628496768"/>
        <c:scaling>
          <c:orientation val="minMax"/>
          <c:max val="0.60000000000000009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2928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3.2296245562789629E-2"/>
          <c:y val="3.8766887380157156E-2"/>
          <c:w val="0.93993313827989378"/>
          <c:h val="0.1200028490100961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794538563084156"/>
          <c:y val="0.23210376501771729"/>
          <c:w val="0.85716365263905669"/>
          <c:h val="0.5981837560636855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OHC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-4.3248090549648378E-2"/>
                  <c:y val="-5.739127338032507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AF5-4B66-A353-254B25279445}"/>
                </c:ext>
              </c:extLst>
            </c:dLbl>
            <c:dLbl>
              <c:idx val="1"/>
              <c:layout>
                <c:manualLayout>
                  <c:x val="-5.0036534657857963E-2"/>
                  <c:y val="-7.0313569173710816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AF5-4B66-A353-254B25279445}"/>
                </c:ext>
              </c:extLst>
            </c:dLbl>
            <c:dLbl>
              <c:idx val="2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CAF5-4B66-A353-254B25279445}"/>
                </c:ext>
              </c:extLst>
            </c:dLbl>
            <c:dLbl>
              <c:idx val="3"/>
              <c:layout>
                <c:manualLayout>
                  <c:x val="-4.5510905252384909E-2"/>
                  <c:y val="-7.677471707040362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AF5-4B66-A353-254B25279445}"/>
                </c:ext>
              </c:extLst>
            </c:dLbl>
            <c:dLbl>
              <c:idx val="4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CAF5-4B66-A353-254B2527944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</c:v>
                </c:pt>
                <c:pt idx="1">
                  <c:v>0.65</c:v>
                </c:pt>
                <c:pt idx="2">
                  <c:v>0.55000000000000004</c:v>
                </c:pt>
                <c:pt idx="3">
                  <c:v>0.6</c:v>
                </c:pt>
                <c:pt idx="4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AF5-4B66-A353-254B252794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</c:v>
                </c:pt>
              </c:strCache>
            </c:strRef>
          </c:tx>
          <c:spPr>
            <a:ln w="28575" cap="rnd">
              <a:solidFill>
                <a:schemeClr val="accent6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</c:v>
                </c:pt>
                <c:pt idx="1">
                  <c:v>0.3</c:v>
                </c:pt>
                <c:pt idx="2">
                  <c:v>0.35</c:v>
                </c:pt>
                <c:pt idx="3">
                  <c:v>0.35</c:v>
                </c:pt>
                <c:pt idx="4">
                  <c:v>0.4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CAF5-4B66-A353-254B2527944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BC</c:v>
                </c:pt>
              </c:strCache>
            </c:strRef>
          </c:tx>
          <c:spPr>
            <a:ln w="28575" cap="rnd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0.5</c:v>
                </c:pt>
                <c:pt idx="1">
                  <c:v>0.45</c:v>
                </c:pt>
                <c:pt idx="2">
                  <c:v>0.45</c:v>
                </c:pt>
                <c:pt idx="3">
                  <c:v>0.5</c:v>
                </c:pt>
                <c:pt idx="4">
                  <c:v>0.55000000000000004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CAF5-4B66-A353-254B2527944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FC</c:v>
                </c:pt>
              </c:strCache>
            </c:strRef>
          </c:tx>
          <c:spPr>
            <a:ln w="28575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</c:v>
                </c:pt>
                <c:pt idx="1">
                  <c:v>0.25</c:v>
                </c:pt>
                <c:pt idx="2">
                  <c:v>0.3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CAF5-4B66-A353-254B2527944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LC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0.3</c:v>
                </c:pt>
                <c:pt idx="1">
                  <c:v>0.2</c:v>
                </c:pt>
                <c:pt idx="2">
                  <c:v>0.3</c:v>
                </c:pt>
                <c:pt idx="3">
                  <c:v>0.3</c:v>
                </c:pt>
                <c:pt idx="4">
                  <c:v>0.45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CAF5-4B66-A353-254B2527944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全体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numCache>
            </c:num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0.4</c:v>
                </c:pt>
                <c:pt idx="1">
                  <c:v>0.37</c:v>
                </c:pt>
                <c:pt idx="2">
                  <c:v>0.39</c:v>
                </c:pt>
                <c:pt idx="3">
                  <c:v>0.41</c:v>
                </c:pt>
                <c:pt idx="4">
                  <c:v>0.45600000000000007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CAF5-4B66-A353-254B2527944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628492928"/>
        <c:axId val="628496768"/>
      </c:lineChart>
      <c:catAx>
        <c:axId val="628492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6768"/>
        <c:crosses val="autoZero"/>
        <c:auto val="1"/>
        <c:lblAlgn val="ctr"/>
        <c:lblOffset val="100"/>
        <c:noMultiLvlLbl val="0"/>
      </c:catAx>
      <c:valAx>
        <c:axId val="628496768"/>
        <c:scaling>
          <c:orientation val="minMax"/>
          <c:max val="0.70000000000000007"/>
          <c:min val="0.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28492928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3.2296245562789629E-2"/>
          <c:y val="3.8766887380157156E-2"/>
          <c:w val="0.64448205507762257"/>
          <c:h val="0.12000284901009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8822198178453956"/>
          <c:y val="0.19757985837922895"/>
          <c:w val="0.33038657275323846"/>
          <c:h val="0.63057806025408503"/>
        </c:manualLayout>
      </c:layout>
      <c:radarChart>
        <c:radarStyle val="marker"/>
        <c:varyColors val="0"/>
        <c:ser>
          <c:idx val="0"/>
          <c:order val="0"/>
          <c:tx>
            <c:strRef>
              <c:f>Sheet2!$B$12</c:f>
              <c:strCache>
                <c:ptCount val="1"/>
                <c:pt idx="0">
                  <c:v>個数 / スキルカテゴリ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cat>
            <c:strRef>
              <c:f>Sheet2!$A$13:$A$17</c:f>
              <c:strCache>
                <c:ptCount val="5"/>
                <c:pt idx="0">
                  <c:v>ビジネス</c:v>
                </c:pt>
                <c:pt idx="1">
                  <c:v>データサイエンス</c:v>
                </c:pt>
                <c:pt idx="2">
                  <c:v>セキュリティ</c:v>
                </c:pt>
                <c:pt idx="3">
                  <c:v>デザイン</c:v>
                </c:pt>
                <c:pt idx="4">
                  <c:v>ITエンジニアリング</c:v>
                </c:pt>
              </c:strCache>
            </c:strRef>
          </c:cat>
          <c:val>
            <c:numRef>
              <c:f>Sheet2!$B$13:$B$17</c:f>
              <c:numCache>
                <c:formatCode>0%</c:formatCode>
                <c:ptCount val="5"/>
                <c:pt idx="0">
                  <c:v>0.38750000000000001</c:v>
                </c:pt>
                <c:pt idx="1">
                  <c:v>0.10852713178294573</c:v>
                </c:pt>
                <c:pt idx="2">
                  <c:v>0.33333333333333331</c:v>
                </c:pt>
                <c:pt idx="3">
                  <c:v>0.2</c:v>
                </c:pt>
                <c:pt idx="4">
                  <c:v>0.14130434782608695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ED-4943-B021-C5310BE4AA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48417407"/>
        <c:axId val="448415487"/>
      </c:radarChart>
      <c:catAx>
        <c:axId val="448417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ja-JP"/>
          </a:p>
        </c:txPr>
        <c:crossAx val="448415487"/>
        <c:crosses val="autoZero"/>
        <c:auto val="1"/>
        <c:lblAlgn val="ctr"/>
        <c:lblOffset val="100"/>
        <c:noMultiLvlLbl val="0"/>
      </c:catAx>
      <c:valAx>
        <c:axId val="448415487"/>
        <c:scaling>
          <c:orientation val="minMax"/>
          <c:max val="0.5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4484174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898293650793648"/>
          <c:y val="4.8551784711385472E-2"/>
          <c:w val="0.62661230158730152"/>
          <c:h val="0.7554002504824513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ln w="9525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6D3-4E3E-85E1-0E6B73AD67AD}"/>
              </c:ext>
            </c:extLst>
          </c:dPt>
          <c:dPt>
            <c:idx val="1"/>
            <c:bubble3D val="0"/>
            <c:spPr>
              <a:solidFill>
                <a:srgbClr val="008000">
                  <a:alpha val="60000"/>
                </a:srgbClr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76D3-4E3E-85E1-0E6B73AD67A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09B-4C1F-A39C-3A8F8FEB7304}"/>
              </c:ext>
            </c:extLst>
          </c:dPt>
          <c:dPt>
            <c:idx val="3"/>
            <c:bubble3D val="0"/>
            <c:spPr>
              <a:solidFill>
                <a:srgbClr val="008000">
                  <a:alpha val="20000"/>
                </a:srgbClr>
              </a:solidFill>
              <a:ln w="9525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6D3-4E3E-85E1-0E6B73AD67AD}"/>
              </c:ext>
            </c:extLst>
          </c:dPt>
          <c:dLbls>
            <c:dLbl>
              <c:idx val="2"/>
              <c:layout>
                <c:manualLayout>
                  <c:x val="-0.16940956763877077"/>
                  <c:y val="-5.4679419776249738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09B-4C1F-A39C-3A8F8FEB7304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76D3-4E3E-85E1-0E6B73AD67A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VPN機器</c:v>
                </c:pt>
                <c:pt idx="1">
                  <c:v>リモートデスクトップ</c:v>
                </c:pt>
                <c:pt idx="2">
                  <c:v>不審メールやその添付ファイル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31</c:v>
                </c:pt>
                <c:pt idx="2">
                  <c:v>2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D3-4E3E-85E1-0E6B73AD67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4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3248053211734208"/>
          <c:w val="1"/>
          <c:h val="0.1457582069360102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>
        <c:manualLayout>
          <c:layoutTarget val="inner"/>
          <c:xMode val="edge"/>
          <c:yMode val="edge"/>
          <c:x val="9.8971070659674643E-2"/>
          <c:y val="0.19654873169249162"/>
          <c:w val="0.88241805555555552"/>
          <c:h val="0.6882387959114905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A案件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Sheet1!$B$2:$F$2</c:f>
              <c:numCache>
                <c:formatCode>General</c:formatCode>
                <c:ptCount val="5"/>
                <c:pt idx="0" formatCode="#,##0">
                  <c:v>1050</c:v>
                </c:pt>
                <c:pt idx="1">
                  <c:v>450</c:v>
                </c:pt>
                <c:pt idx="2">
                  <c:v>450</c:v>
                </c:pt>
                <c:pt idx="3">
                  <c:v>120</c:v>
                </c:pt>
                <c:pt idx="4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0C-481E-9C55-124143D89EF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B案件</c:v>
                </c:pt>
              </c:strCache>
            </c:strRef>
          </c:tx>
          <c:spPr>
            <a:solidFill>
              <a:schemeClr val="accent5">
                <a:alpha val="9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Sheet1!$B$3:$F$3</c:f>
              <c:numCache>
                <c:formatCode>General</c:formatCode>
                <c:ptCount val="5"/>
                <c:pt idx="0">
                  <c:v>750</c:v>
                </c:pt>
                <c:pt idx="1">
                  <c:v>650</c:v>
                </c:pt>
                <c:pt idx="2">
                  <c:v>600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60C-481E-9C55-124143D89EFB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C案件</c:v>
                </c:pt>
              </c:strCache>
            </c:strRef>
          </c:tx>
          <c:spPr>
            <a:solidFill>
              <a:schemeClr val="accent5">
                <a:alpha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Sheet1!$B$4:$F$4</c:f>
              <c:numCache>
                <c:formatCode>General</c:formatCode>
                <c:ptCount val="5"/>
                <c:pt idx="0" formatCode="#,##0">
                  <c:v>1029</c:v>
                </c:pt>
                <c:pt idx="1">
                  <c:v>979</c:v>
                </c:pt>
                <c:pt idx="2">
                  <c:v>479</c:v>
                </c:pt>
                <c:pt idx="3">
                  <c:v>279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60C-481E-9C55-124143D89EFB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D案件</c:v>
                </c:pt>
              </c:strCache>
            </c:strRef>
          </c:tx>
          <c:spPr>
            <a:solidFill>
              <a:schemeClr val="accent5">
                <a:alpha val="7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Sheet1!$B$5:$F$5</c:f>
              <c:numCache>
                <c:formatCode>#,##0</c:formatCode>
                <c:ptCount val="5"/>
                <c:pt idx="0">
                  <c:v>2159</c:v>
                </c:pt>
                <c:pt idx="1">
                  <c:v>1700</c:v>
                </c:pt>
                <c:pt idx="2">
                  <c:v>1575</c:v>
                </c:pt>
                <c:pt idx="3">
                  <c:v>1450</c:v>
                </c:pt>
                <c:pt idx="4">
                  <c:v>1100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60C-481E-9C55-124143D89EFB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E案件</c:v>
                </c:pt>
              </c:strCache>
            </c:strRef>
          </c:tx>
          <c:spPr>
            <a:solidFill>
              <a:schemeClr val="accent5">
                <a:alpha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Sheet1!$B$6:$F$6</c:f>
              <c:numCache>
                <c:formatCode>General</c:formatCode>
                <c:ptCount val="5"/>
                <c:pt idx="0">
                  <c:v>550</c:v>
                </c:pt>
                <c:pt idx="1">
                  <c:v>550</c:v>
                </c:pt>
                <c:pt idx="2">
                  <c:v>550</c:v>
                </c:pt>
                <c:pt idx="3">
                  <c:v>550</c:v>
                </c:pt>
                <c:pt idx="4">
                  <c:v>268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60C-481E-9C55-124143D89EFB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F案件</c:v>
                </c:pt>
              </c:strCache>
            </c:strRef>
          </c:tx>
          <c:spPr>
            <a:solidFill>
              <a:schemeClr val="accent5">
                <a:alpha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Sheet1!$B$7:$F$7</c:f>
              <c:numCache>
                <c:formatCode>#,##0</c:formatCode>
                <c:ptCount val="5"/>
                <c:pt idx="0">
                  <c:v>3500</c:v>
                </c:pt>
                <c:pt idx="1">
                  <c:v>2500</c:v>
                </c:pt>
                <c:pt idx="2">
                  <c:v>2000</c:v>
                </c:pt>
                <c:pt idx="3">
                  <c:v>2000</c:v>
                </c:pt>
                <c:pt idx="4">
                  <c:v>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60C-481E-9C55-124143D89EFB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G案件</c:v>
                </c:pt>
              </c:strCache>
            </c:strRef>
          </c:tx>
          <c:spPr>
            <a:solidFill>
              <a:schemeClr val="accent5">
                <a:alpha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Sheet1!$B$8:$F$8</c:f>
              <c:numCache>
                <c:formatCode>General</c:formatCode>
                <c:ptCount val="5"/>
                <c:pt idx="0">
                  <c:v>441</c:v>
                </c:pt>
                <c:pt idx="1">
                  <c:v>387</c:v>
                </c:pt>
                <c:pt idx="2">
                  <c:v>387</c:v>
                </c:pt>
                <c:pt idx="3">
                  <c:v>387</c:v>
                </c:pt>
                <c:pt idx="4">
                  <c:v>387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60C-481E-9C55-124143D89EFB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H案件</c:v>
                </c:pt>
              </c:strCache>
            </c:strRef>
          </c:tx>
          <c:spPr>
            <a:solidFill>
              <a:schemeClr val="accent5">
                <a:alpha val="3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Sheet1!$B$9:$F$9</c:f>
              <c:numCache>
                <c:formatCode>#,##0</c:formatCode>
                <c:ptCount val="5"/>
                <c:pt idx="0">
                  <c:v>5484</c:v>
                </c:pt>
                <c:pt idx="1">
                  <c:v>4552</c:v>
                </c:pt>
                <c:pt idx="2">
                  <c:v>4625</c:v>
                </c:pt>
                <c:pt idx="3">
                  <c:v>4719</c:v>
                </c:pt>
                <c:pt idx="4">
                  <c:v>4719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560C-481E-9C55-124143D89EFB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I案件</c:v>
                </c:pt>
              </c:strCache>
            </c:strRef>
          </c:tx>
          <c:spPr>
            <a:solidFill>
              <a:schemeClr val="accent5">
                <a:alpha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Sheet1!$B$1:$F$1</c:f>
              <c:strCache>
                <c:ptCount val="5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2030</c:v>
                </c:pt>
              </c:strCache>
            </c:strRef>
          </c:cat>
          <c:val>
            <c:numRef>
              <c:f>Sheet1!$B$10:$F$10</c:f>
              <c:numCache>
                <c:formatCode>#,##0</c:formatCode>
                <c:ptCount val="5"/>
                <c:pt idx="0">
                  <c:v>7939</c:v>
                </c:pt>
                <c:pt idx="1">
                  <c:v>7939</c:v>
                </c:pt>
                <c:pt idx="2">
                  <c:v>5599</c:v>
                </c:pt>
                <c:pt idx="3">
                  <c:v>5599</c:v>
                </c:pt>
                <c:pt idx="4">
                  <c:v>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60C-481E-9C55-124143D89E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10"/>
        <c:overlap val="100"/>
        <c:axId val="386225152"/>
        <c:axId val="386227072"/>
      </c:barChart>
      <c:catAx>
        <c:axId val="386225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en-US"/>
          </a:p>
        </c:txPr>
        <c:crossAx val="386227072"/>
        <c:crosses val="autoZero"/>
        <c:auto val="1"/>
        <c:lblAlgn val="ctr"/>
        <c:lblOffset val="100"/>
        <c:noMultiLvlLbl val="0"/>
      </c:catAx>
      <c:valAx>
        <c:axId val="386227072"/>
        <c:scaling>
          <c:orientation val="minMax"/>
        </c:scaling>
        <c:delete val="0"/>
        <c:axPos val="l"/>
        <c:numFmt formatCode="#,##0" sourceLinked="1"/>
        <c:majorTickMark val="none"/>
        <c:minorTickMark val="none"/>
        <c:tickLblPos val="nextTo"/>
        <c:spPr>
          <a:noFill/>
          <a:ln>
            <a:solidFill>
              <a:schemeClr val="bg1">
                <a:lumMod val="7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en-US"/>
          </a:p>
        </c:txPr>
        <c:crossAx val="3862251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5.588594553376415E-2"/>
          <c:y val="3.3616616724729931E-2"/>
          <c:w val="0.88679798446008939"/>
          <c:h val="6.33891027296520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5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</a:defRPr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当社（仮）</c:v>
                </c:pt>
              </c:strCache>
            </c:strRef>
          </c:tx>
          <c:spPr>
            <a:solidFill>
              <a:srgbClr val="008000"/>
            </a:solidFill>
          </c:spPr>
          <c:dPt>
            <c:idx val="0"/>
            <c:bubble3D val="0"/>
            <c:spPr>
              <a:solidFill>
                <a:srgbClr val="E2F0D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A8C-3C44-95DC-30E6EB182580}"/>
              </c:ext>
            </c:extLst>
          </c:dPt>
          <c:dPt>
            <c:idx val="1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15F-433A-8BD8-B6E892D691DE}"/>
              </c:ext>
            </c:extLst>
          </c:dPt>
          <c:dLbls>
            <c:dLbl>
              <c:idx val="1"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F15F-433A-8BD8-B6E892D691D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バリューアップ</c:v>
                </c:pt>
                <c:pt idx="1">
                  <c:v>ランザビジネス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0.36</c:v>
                </c:pt>
                <c:pt idx="1">
                  <c:v>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8C-3C44-95DC-30E6EB1825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aseline="0"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4286957939975981"/>
          <c:y val="4.1823729194461E-2"/>
          <c:w val="0.64161788984535395"/>
          <c:h val="0.85990260255361906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ランザビジネス予算の割合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0.18740211145597707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74.2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9B13-4771-8A34-BC3161C77B79}"/>
                </c:ext>
              </c:extLst>
            </c:dLbl>
            <c:dLbl>
              <c:idx val="1"/>
              <c:layout>
                <c:manualLayout>
                  <c:x val="-0.18595507345591977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74.3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B13-4771-8A34-BC3161C77B79}"/>
                </c:ext>
              </c:extLst>
            </c:dLbl>
            <c:dLbl>
              <c:idx val="2"/>
              <c:layout>
                <c:manualLayout>
                  <c:x val="-0.19092428430416464"/>
                  <c:y val="2.911036117707341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77.2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9B13-4771-8A34-BC3161C77B79}"/>
                </c:ext>
              </c:extLst>
            </c:dLbl>
            <c:dLbl>
              <c:idx val="3"/>
              <c:layout>
                <c:manualLayout>
                  <c:x val="-0.18803020830405009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B13-4771-8A34-BC3161C77B79}"/>
                </c:ext>
              </c:extLst>
            </c:dLbl>
            <c:dLbl>
              <c:idx val="4"/>
              <c:layout>
                <c:manualLayout>
                  <c:x val="-0.18184321018596497"/>
                  <c:y val="-3.6970158677667665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74.7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B13-4771-8A34-BC3161C77B79}"/>
                </c:ext>
              </c:extLst>
            </c:dLbl>
            <c:dLbl>
              <c:idx val="5"/>
              <c:layout>
                <c:manualLayout>
                  <c:x val="-0.20160932164880505"/>
                  <c:y val="5.8220722327035699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80.4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B13-4771-8A34-BC3161C77B79}"/>
                </c:ext>
              </c:extLst>
            </c:dLbl>
            <c:dLbl>
              <c:idx val="6"/>
              <c:layout>
                <c:manualLayout>
                  <c:x val="-0.18482214987032228"/>
                  <c:y val="1.355556825339694E-16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76.0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9B13-4771-8A34-BC3161C77B79}"/>
                </c:ext>
              </c:extLst>
            </c:dLbl>
            <c:dLbl>
              <c:idx val="7"/>
              <c:layout>
                <c:manualLayout>
                  <c:x val="-0.1894057126853522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77.1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B13-4771-8A34-BC3161C77B79}"/>
                </c:ext>
              </c:extLst>
            </c:dLbl>
            <c:dLbl>
              <c:idx val="8"/>
              <c:layout>
                <c:manualLayout>
                  <c:x val="-0.18803020830405009"/>
                  <c:y val="3.6970158677667665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9B13-4771-8A34-BC3161C77B79}"/>
                </c:ext>
              </c:extLst>
            </c:dLbl>
            <c:dLbl>
              <c:idx val="9"/>
              <c:layout>
                <c:manualLayout>
                  <c:x val="-0.1930586785523338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9B13-4771-8A34-BC3161C77B79}"/>
                </c:ext>
              </c:extLst>
            </c:dLbl>
            <c:dLbl>
              <c:idx val="10"/>
              <c:layout>
                <c:manualLayout>
                  <c:x val="-0.19115340305353526"/>
                  <c:y val="-3.6970158677666989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77.3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9B13-4771-8A34-BC3161C77B79}"/>
                </c:ext>
              </c:extLst>
            </c:dLbl>
            <c:dLbl>
              <c:idx val="11"/>
              <c:layout>
                <c:manualLayout>
                  <c:x val="-0.19023679607520644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76.9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9B13-4771-8A34-BC3161C77B79}"/>
                </c:ext>
              </c:extLst>
            </c:dLbl>
            <c:dLbl>
              <c:idx val="12"/>
              <c:layout>
                <c:manualLayout>
                  <c:x val="-0.18344717341240571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75.4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9B13-4771-8A34-BC3161C77B79}"/>
                </c:ext>
              </c:extLst>
            </c:dLbl>
            <c:dLbl>
              <c:idx val="13"/>
              <c:layout>
                <c:manualLayout>
                  <c:x val="-0.18702873764147851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75.5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9B13-4771-8A34-BC3161C77B79}"/>
                </c:ext>
              </c:extLst>
            </c:dLbl>
            <c:dLbl>
              <c:idx val="14"/>
              <c:layout>
                <c:manualLayout>
                  <c:x val="-0.1986303819644478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79.1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9B13-4771-8A34-BC3161C77B79}"/>
                </c:ext>
              </c:extLst>
            </c:dLbl>
            <c:dLbl>
              <c:idx val="15"/>
              <c:layout>
                <c:manualLayout>
                  <c:x val="-0.18535258089205062"/>
                  <c:y val="3.388892063349235E-1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75.5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9B13-4771-8A34-BC3161C77B79}"/>
                </c:ext>
              </c:extLst>
            </c:dLbl>
            <c:dLbl>
              <c:idx val="16"/>
              <c:layout>
                <c:manualLayout>
                  <c:x val="-0.19244338384636267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/>
                      <a:t>77.2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9B13-4771-8A34-BC3161C77B79}"/>
                </c:ext>
              </c:extLst>
            </c:dLbl>
            <c:dLbl>
              <c:idx val="17"/>
              <c:layout>
                <c:manualLayout>
                  <c:x val="-0.18565379751795658"/>
                  <c:y val="2.911036116351785E-7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/>
                      <a:t>78.1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9B13-4771-8A34-BC3161C77B79}"/>
                </c:ext>
              </c:extLst>
            </c:dLbl>
            <c:dLbl>
              <c:idx val="18"/>
              <c:layout>
                <c:manualLayout>
                  <c:x val="-0.1926004410535925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/>
                      <a:t>76.4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9B13-4771-8A34-BC3161C77B79}"/>
                </c:ext>
              </c:extLst>
            </c:dLbl>
            <c:dLbl>
              <c:idx val="19"/>
              <c:layout>
                <c:manualLayout>
                  <c:x val="-0.2030435575067604"/>
                  <c:y val="2.9110361165212291E-7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defRPr>
                    </a:pPr>
                    <a:r>
                      <a:rPr lang="en-US" altLang="ja-JP" sz="900" b="1" dirty="0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74.9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9B13-4771-8A34-BC3161C77B79}"/>
                </c:ext>
              </c:extLst>
            </c:dLbl>
            <c:dLbl>
              <c:idx val="20"/>
              <c:layout>
                <c:manualLayout>
                  <c:x val="-0.1890910703475068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ja-JP"/>
                      <a:t>76.4</a:t>
                    </a:r>
                    <a:endParaRPr lang="en-US" altLang="ja-JP" dirty="0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9B13-4771-8A34-BC3161C77B79}"/>
                </c:ext>
              </c:extLst>
            </c:dLbl>
            <c:dLbl>
              <c:idx val="21"/>
              <c:layout>
                <c:manualLayout>
                  <c:x val="-0.19678436586568818"/>
                  <c:y val="2.9110361162670626E-7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1" i="0" u="none" strike="noStrike" kern="1200" baseline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defRPr>
                    </a:pPr>
                    <a:r>
                      <a:rPr lang="en-US" altLang="ja-JP" sz="900" b="1"/>
                      <a:t>76.1</a:t>
                    </a:r>
                    <a:endParaRPr lang="en-US" altLang="ja-JP" sz="900" b="1" dirty="0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en-US" alt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9B13-4771-8A34-BC3161C77B79}"/>
                </c:ext>
              </c:extLst>
            </c:dLbl>
            <c:dLbl>
              <c:idx val="22"/>
              <c:layout>
                <c:manualLayout>
                  <c:x val="-0.17257947457633166"/>
                  <c:y val="2.911036116351785E-7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900" b="1" i="0" u="none" strike="noStrike" kern="1200" baseline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+mn-cs"/>
                      </a:defRPr>
                    </a:pPr>
                    <a:r>
                      <a:rPr lang="en-US" altLang="ja-JP" sz="900" b="1"/>
                      <a:t>67.0</a:t>
                    </a:r>
                    <a:endParaRPr lang="en-US" altLang="ja-JP" sz="900" b="1" dirty="0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en-US" alt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9B13-4771-8A34-BC3161C77B7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6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Sheet1!$A$2:$A$24</c:f>
              <c:strCache>
                <c:ptCount val="23"/>
                <c:pt idx="0">
                  <c:v>21年度(n=165)</c:v>
                </c:pt>
                <c:pt idx="1">
                  <c:v>22年度(n=157)</c:v>
                </c:pt>
                <c:pt idx="2">
                  <c:v>21年度(n=97)</c:v>
                </c:pt>
                <c:pt idx="3">
                  <c:v>22年度(n=88)</c:v>
                </c:pt>
                <c:pt idx="4">
                  <c:v>21年度(n=41)</c:v>
                </c:pt>
                <c:pt idx="5">
                  <c:v>22年度(n=31)</c:v>
                </c:pt>
                <c:pt idx="6">
                  <c:v>21年度(n=47)</c:v>
                </c:pt>
                <c:pt idx="7">
                  <c:v>22年度(n=41)</c:v>
                </c:pt>
                <c:pt idx="8">
                  <c:v>21年度(n=102)</c:v>
                </c:pt>
                <c:pt idx="9">
                  <c:v>22年度(n=95)</c:v>
                </c:pt>
                <c:pt idx="10">
                  <c:v>21年度(n=103)</c:v>
                </c:pt>
                <c:pt idx="11">
                  <c:v>22年度(n=94)</c:v>
                </c:pt>
                <c:pt idx="12">
                  <c:v>21年度(n=154)</c:v>
                </c:pt>
                <c:pt idx="13">
                  <c:v>22年度(n=152)</c:v>
                </c:pt>
                <c:pt idx="14">
                  <c:v>21年度(n=89)</c:v>
                </c:pt>
                <c:pt idx="15">
                  <c:v>22年度(n=71)</c:v>
                </c:pt>
                <c:pt idx="16">
                  <c:v>21年度(n=193)</c:v>
                </c:pt>
                <c:pt idx="17">
                  <c:v>22年度(n=196)</c:v>
                </c:pt>
                <c:pt idx="18">
                  <c:v>21年度(n=87)</c:v>
                </c:pt>
                <c:pt idx="19">
                  <c:v>22年度(n=68)</c:v>
                </c:pt>
                <c:pt idx="20">
                  <c:v>21年度(n=1078)</c:v>
                </c:pt>
                <c:pt idx="21">
                  <c:v>22年度(n=993)</c:v>
                </c:pt>
                <c:pt idx="22">
                  <c:v>3年後の目標(n=1076)</c:v>
                </c:pt>
              </c:strCache>
            </c:strRef>
          </c:cat>
          <c:val>
            <c:numRef>
              <c:f>Sheet1!$B$2:$B$24</c:f>
              <c:numCache>
                <c:formatCode>0.0</c:formatCode>
                <c:ptCount val="23"/>
                <c:pt idx="0">
                  <c:v>-73.599999999999994</c:v>
                </c:pt>
                <c:pt idx="1">
                  <c:v>-75.599999999999994</c:v>
                </c:pt>
                <c:pt idx="2">
                  <c:v>-77.900000000000006</c:v>
                </c:pt>
                <c:pt idx="3">
                  <c:v>-80.3</c:v>
                </c:pt>
                <c:pt idx="4">
                  <c:v>-75.7</c:v>
                </c:pt>
                <c:pt idx="5">
                  <c:v>-72</c:v>
                </c:pt>
                <c:pt idx="6">
                  <c:v>-73.099999999999994</c:v>
                </c:pt>
                <c:pt idx="7">
                  <c:v>-74.900000000000006</c:v>
                </c:pt>
                <c:pt idx="8">
                  <c:v>-77.2</c:v>
                </c:pt>
                <c:pt idx="9">
                  <c:v>-71.8</c:v>
                </c:pt>
                <c:pt idx="10">
                  <c:v>-77.7</c:v>
                </c:pt>
                <c:pt idx="11">
                  <c:v>-78.2</c:v>
                </c:pt>
                <c:pt idx="12">
                  <c:v>-74.3</c:v>
                </c:pt>
                <c:pt idx="13">
                  <c:v>-74.400000000000006</c:v>
                </c:pt>
                <c:pt idx="14">
                  <c:v>-76.099999999999994</c:v>
                </c:pt>
                <c:pt idx="15">
                  <c:v>-78.7</c:v>
                </c:pt>
                <c:pt idx="16">
                  <c:v>-75</c:v>
                </c:pt>
                <c:pt idx="17">
                  <c:v>-76.2</c:v>
                </c:pt>
                <c:pt idx="18">
                  <c:v>-77.599999999999994</c:v>
                </c:pt>
                <c:pt idx="19">
                  <c:v>-79.400000000000006</c:v>
                </c:pt>
                <c:pt idx="20">
                  <c:v>-75.5</c:v>
                </c:pt>
                <c:pt idx="21">
                  <c:v>-76.2</c:v>
                </c:pt>
                <c:pt idx="22">
                  <c:v>-68.2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56-6A47-BEBC-455735D973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バリューアップ予算の割合</c:v>
                </c:pt>
              </c:strCache>
            </c:strRef>
          </c:tx>
          <c:spPr>
            <a:solidFill>
              <a:srgbClr val="E2F0D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1641447106630091E-2"/>
                  <c:y val="-1.355556825339694E-1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B13-4771-8A34-BC3161C77B79}"/>
                </c:ext>
              </c:extLst>
            </c:dLbl>
            <c:dLbl>
              <c:idx val="1"/>
              <c:layout>
                <c:manualLayout>
                  <c:x val="6.8060014858403572E-2"/>
                  <c:y val="-1.355556825339694E-1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9B13-4771-8A34-BC3161C77B79}"/>
                </c:ext>
              </c:extLst>
            </c:dLbl>
            <c:dLbl>
              <c:idx val="2"/>
              <c:layout>
                <c:manualLayout>
                  <c:x val="6.141464726073080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9B13-4771-8A34-BC3161C77B79}"/>
                </c:ext>
              </c:extLst>
            </c:dLbl>
            <c:dLbl>
              <c:idx val="3"/>
              <c:layout>
                <c:manualLayout>
                  <c:x val="6.2632566511417603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9B13-4771-8A34-BC3161C77B79}"/>
                </c:ext>
              </c:extLst>
            </c:dLbl>
            <c:dLbl>
              <c:idx val="4"/>
              <c:layout>
                <c:manualLayout>
                  <c:x val="6.8819564629502714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9B13-4771-8A34-BC3161C77B79}"/>
                </c:ext>
              </c:extLst>
            </c:dLbl>
            <c:dLbl>
              <c:idx val="5"/>
              <c:layout>
                <c:manualLayout>
                  <c:x val="5.7434236913802124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9B13-4771-8A34-BC3161C77B79}"/>
                </c:ext>
              </c:extLst>
            </c:dLbl>
            <c:dLbl>
              <c:idx val="6"/>
              <c:layout>
                <c:manualLayout>
                  <c:x val="6.416446819571756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9B13-4771-8A34-BC3161C77B79}"/>
                </c:ext>
              </c:extLst>
            </c:dLbl>
            <c:dLbl>
              <c:idx val="7"/>
              <c:layout>
                <c:manualLayout>
                  <c:x val="6.667223625838524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9B13-4771-8A34-BC3161C77B79}"/>
                </c:ext>
              </c:extLst>
            </c:dLbl>
            <c:dLbl>
              <c:idx val="8"/>
              <c:layout>
                <c:manualLayout>
                  <c:x val="6.2632566511417603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9B13-4771-8A34-BC3161C77B79}"/>
                </c:ext>
              </c:extLst>
            </c:dLbl>
            <c:dLbl>
              <c:idx val="9"/>
              <c:layout>
                <c:manualLayout>
                  <c:x val="6.5984880010273389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9B13-4771-8A34-BC3161C77B79}"/>
                </c:ext>
              </c:extLst>
            </c:dLbl>
            <c:dLbl>
              <c:idx val="10"/>
              <c:layout>
                <c:manualLayout>
                  <c:x val="6.2861685260788086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9B13-4771-8A34-BC3161C77B79}"/>
                </c:ext>
              </c:extLst>
            </c:dLbl>
            <c:dLbl>
              <c:idx val="11"/>
              <c:layout>
                <c:manualLayout>
                  <c:x val="6.3778292239117088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9B13-4771-8A34-BC3161C77B79}"/>
                </c:ext>
              </c:extLst>
            </c:dLbl>
            <c:dLbl>
              <c:idx val="12"/>
              <c:layout>
                <c:manualLayout>
                  <c:x val="7.0567782921071243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9B13-4771-8A34-BC3161C77B79}"/>
                </c:ext>
              </c:extLst>
            </c:dLbl>
            <c:dLbl>
              <c:idx val="13"/>
              <c:layout>
                <c:manualLayout>
                  <c:x val="7.2014820921128514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9B13-4771-8A34-BC3161C77B79}"/>
                </c:ext>
              </c:extLst>
            </c:dLbl>
            <c:dLbl>
              <c:idx val="14"/>
              <c:layout>
                <c:manualLayout>
                  <c:x val="5.7060863099303451E-2"/>
                  <c:y val="3.697015867766766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9B13-4771-8A34-BC3161C77B79}"/>
                </c:ext>
              </c:extLst>
            </c:dLbl>
            <c:dLbl>
              <c:idx val="15"/>
              <c:layout>
                <c:manualLayout>
                  <c:x val="7.2014820921128514E-2"/>
                  <c:y val="-6.777784126698470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9B13-4771-8A34-BC3161C77B79}"/>
                </c:ext>
              </c:extLst>
            </c:dLbl>
            <c:dLbl>
              <c:idx val="16"/>
              <c:layout>
                <c:manualLayout>
                  <c:x val="6.4924017966816461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9B13-4771-8A34-BC3161C77B79}"/>
                </c:ext>
              </c:extLst>
            </c:dLbl>
            <c:dLbl>
              <c:idx val="17"/>
              <c:layout>
                <c:manualLayout>
                  <c:x val="7.0037351899342834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9B13-4771-8A34-BC3161C77B79}"/>
                </c:ext>
              </c:extLst>
            </c:dLbl>
            <c:dLbl>
              <c:idx val="18"/>
              <c:layout>
                <c:manualLayout>
                  <c:x val="6.3090804010158832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9B13-4771-8A34-BC3161C77B79}"/>
                </c:ext>
              </c:extLst>
            </c:dLbl>
            <c:dLbl>
              <c:idx val="19"/>
              <c:layout>
                <c:manualLayout>
                  <c:x val="6.9409255051269936E-2"/>
                  <c:y val="1.69444603167461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9B13-4771-8A34-BC3161C77B79}"/>
                </c:ext>
              </c:extLst>
            </c:dLbl>
            <c:dLbl>
              <c:idx val="20"/>
              <c:layout>
                <c:manualLayout>
                  <c:x val="6.6600174716244478E-2"/>
                  <c:y val="-1.69444603167461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9B13-4771-8A34-BC3161C77B79}"/>
                </c:ext>
              </c:extLst>
            </c:dLbl>
            <c:dLbl>
              <c:idx val="21"/>
              <c:layout>
                <c:manualLayout>
                  <c:x val="7.2316133193486426E-2"/>
                  <c:y val="8.4722301583730876E-18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9B13-4771-8A34-BC3161C77B79}"/>
                </c:ext>
              </c:extLst>
            </c:dLbl>
            <c:dLbl>
              <c:idx val="22"/>
              <c:layout>
                <c:manualLayout>
                  <c:x val="9.4844867733414939E-2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9B13-4771-8A34-BC3161C77B7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5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Sheet1!$A$2:$A$24</c:f>
              <c:strCache>
                <c:ptCount val="23"/>
                <c:pt idx="0">
                  <c:v>21年度(n=165)</c:v>
                </c:pt>
                <c:pt idx="1">
                  <c:v>22年度(n=157)</c:v>
                </c:pt>
                <c:pt idx="2">
                  <c:v>21年度(n=97)</c:v>
                </c:pt>
                <c:pt idx="3">
                  <c:v>22年度(n=88)</c:v>
                </c:pt>
                <c:pt idx="4">
                  <c:v>21年度(n=41)</c:v>
                </c:pt>
                <c:pt idx="5">
                  <c:v>22年度(n=31)</c:v>
                </c:pt>
                <c:pt idx="6">
                  <c:v>21年度(n=47)</c:v>
                </c:pt>
                <c:pt idx="7">
                  <c:v>22年度(n=41)</c:v>
                </c:pt>
                <c:pt idx="8">
                  <c:v>21年度(n=102)</c:v>
                </c:pt>
                <c:pt idx="9">
                  <c:v>22年度(n=95)</c:v>
                </c:pt>
                <c:pt idx="10">
                  <c:v>21年度(n=103)</c:v>
                </c:pt>
                <c:pt idx="11">
                  <c:v>22年度(n=94)</c:v>
                </c:pt>
                <c:pt idx="12">
                  <c:v>21年度(n=154)</c:v>
                </c:pt>
                <c:pt idx="13">
                  <c:v>22年度(n=152)</c:v>
                </c:pt>
                <c:pt idx="14">
                  <c:v>21年度(n=89)</c:v>
                </c:pt>
                <c:pt idx="15">
                  <c:v>22年度(n=71)</c:v>
                </c:pt>
                <c:pt idx="16">
                  <c:v>21年度(n=193)</c:v>
                </c:pt>
                <c:pt idx="17">
                  <c:v>22年度(n=196)</c:v>
                </c:pt>
                <c:pt idx="18">
                  <c:v>21年度(n=87)</c:v>
                </c:pt>
                <c:pt idx="19">
                  <c:v>22年度(n=68)</c:v>
                </c:pt>
                <c:pt idx="20">
                  <c:v>21年度(n=1078)</c:v>
                </c:pt>
                <c:pt idx="21">
                  <c:v>22年度(n=993)</c:v>
                </c:pt>
                <c:pt idx="22">
                  <c:v>3年後の目標(n=1076)</c:v>
                </c:pt>
              </c:strCache>
            </c:strRef>
          </c:cat>
          <c:val>
            <c:numRef>
              <c:f>Sheet1!$C$2:$C$24</c:f>
              <c:numCache>
                <c:formatCode>0.0</c:formatCode>
                <c:ptCount val="23"/>
                <c:pt idx="0">
                  <c:v>26.4</c:v>
                </c:pt>
                <c:pt idx="1">
                  <c:v>24.4</c:v>
                </c:pt>
                <c:pt idx="2">
                  <c:v>22.1</c:v>
                </c:pt>
                <c:pt idx="3">
                  <c:v>19.7</c:v>
                </c:pt>
                <c:pt idx="4">
                  <c:v>24.3</c:v>
                </c:pt>
                <c:pt idx="5">
                  <c:v>28</c:v>
                </c:pt>
                <c:pt idx="6">
                  <c:v>26.9</c:v>
                </c:pt>
                <c:pt idx="7">
                  <c:v>25.1</c:v>
                </c:pt>
                <c:pt idx="8">
                  <c:v>22.8</c:v>
                </c:pt>
                <c:pt idx="9">
                  <c:v>28.2</c:v>
                </c:pt>
                <c:pt idx="10">
                  <c:v>22.3</c:v>
                </c:pt>
                <c:pt idx="11">
                  <c:v>21.8</c:v>
                </c:pt>
                <c:pt idx="12">
                  <c:v>25.7</c:v>
                </c:pt>
                <c:pt idx="13">
                  <c:v>25.6</c:v>
                </c:pt>
                <c:pt idx="14">
                  <c:v>23.9</c:v>
                </c:pt>
                <c:pt idx="15">
                  <c:v>21.3</c:v>
                </c:pt>
                <c:pt idx="16">
                  <c:v>25</c:v>
                </c:pt>
                <c:pt idx="17">
                  <c:v>23.8</c:v>
                </c:pt>
                <c:pt idx="18">
                  <c:v>22.4</c:v>
                </c:pt>
                <c:pt idx="19">
                  <c:v>20.6</c:v>
                </c:pt>
                <c:pt idx="20">
                  <c:v>24.5</c:v>
                </c:pt>
                <c:pt idx="21">
                  <c:v>23.8</c:v>
                </c:pt>
                <c:pt idx="22">
                  <c:v>31.8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56-6A47-BEBC-455735D97368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100"/>
        <c:axId val="1291998512"/>
        <c:axId val="1291997728"/>
      </c:barChart>
      <c:catAx>
        <c:axId val="129199851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91997728"/>
        <c:crosses val="autoZero"/>
        <c:auto val="1"/>
        <c:lblAlgn val="ctr"/>
        <c:lblOffset val="100"/>
        <c:noMultiLvlLbl val="0"/>
      </c:catAx>
      <c:valAx>
        <c:axId val="1291997728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129199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aseline="0"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14299535873885"/>
          <c:y val="9.5358389348115441E-2"/>
          <c:w val="0.78785346394460387"/>
          <c:h val="0.676394431449465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107748649798996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6BED-4CCA-8E87-AABBBF18F60C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000" b="0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039411287072346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Sheet1!$B$2:$B$6</c:f>
              <c:numCache>
                <c:formatCode>#,##0.0;[Red]\-#,##0.0</c:formatCode>
                <c:ptCount val="5"/>
                <c:pt idx="0">
                  <c:v>9.92</c:v>
                </c:pt>
                <c:pt idx="1">
                  <c:v>5.39</c:v>
                </c:pt>
                <c:pt idx="2">
                  <c:v>5.48</c:v>
                </c:pt>
                <c:pt idx="3">
                  <c:v>4.6269999999999998</c:v>
                </c:pt>
                <c:pt idx="4">
                  <c:v>16.8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51485087"/>
        <c:axId val="1851487967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  <a:headEnd type="none"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4.299415937673419E-2"/>
                  <c:y val="-9.44637588670419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ED-4CCA-8E87-AABBBF18F60C}"/>
                </c:ext>
              </c:extLst>
            </c:dLbl>
            <c:dLbl>
              <c:idx val="1"/>
              <c:layout>
                <c:manualLayout>
                  <c:x val="-4.5427286101496489E-2"/>
                  <c:y val="-0.1012974951397068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BED-4CCA-8E87-AABBBF18F60C}"/>
                </c:ext>
              </c:extLst>
            </c:dLbl>
            <c:dLbl>
              <c:idx val="2"/>
              <c:layout>
                <c:manualLayout>
                  <c:x val="-4.4836338714790397E-2"/>
                  <c:y val="-0.1005646172811738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BED-4CCA-8E87-AABBBF18F60C}"/>
                </c:ext>
              </c:extLst>
            </c:dLbl>
            <c:dLbl>
              <c:idx val="3"/>
              <c:layout>
                <c:manualLayout>
                  <c:x val="-4.700720060510688E-2"/>
                  <c:y val="-8.10341218675794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BED-4CCA-8E87-AABBBF18F60C}"/>
                </c:ext>
              </c:extLst>
            </c:dLbl>
            <c:dLbl>
              <c:idx val="4"/>
              <c:layout>
                <c:manualLayout>
                  <c:x val="-5.4111382663830691E-2"/>
                  <c:y val="-5.895821638198651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Sheet1!$C$2:$C$6</c:f>
              <c:numCache>
                <c:formatCode>0%</c:formatCode>
                <c:ptCount val="5"/>
                <c:pt idx="0">
                  <c:v>0.23497643129544971</c:v>
                </c:pt>
                <c:pt idx="1">
                  <c:v>0.12767368595589454</c:v>
                </c:pt>
                <c:pt idx="2">
                  <c:v>0.12980552857853472</c:v>
                </c:pt>
                <c:pt idx="3">
                  <c:v>0.10960039794395622</c:v>
                </c:pt>
                <c:pt idx="4">
                  <c:v>0.39794395622616485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4381887"/>
        <c:axId val="2044377567"/>
      </c:lineChart>
      <c:catAx>
        <c:axId val="1851485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008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851487967"/>
        <c:crosses val="autoZero"/>
        <c:auto val="1"/>
        <c:lblAlgn val="ctr"/>
        <c:lblOffset val="100"/>
        <c:noMultiLvlLbl val="0"/>
      </c:catAx>
      <c:valAx>
        <c:axId val="1851487967"/>
        <c:scaling>
          <c:orientation val="minMax"/>
          <c:max val="20"/>
        </c:scaling>
        <c:delete val="0"/>
        <c:axPos val="l"/>
        <c:numFmt formatCode="#,##0.0;[Red]\-#,##0.0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51485087"/>
        <c:crosses val="autoZero"/>
        <c:crossBetween val="between"/>
        <c:majorUnit val="10"/>
        <c:minorUnit val="5"/>
      </c:valAx>
      <c:valAx>
        <c:axId val="2044377567"/>
        <c:scaling>
          <c:orientation val="minMax"/>
          <c:max val="100"/>
        </c:scaling>
        <c:delete val="0"/>
        <c:axPos val="r"/>
        <c:numFmt formatCode="0%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t" anchorCtr="0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44381887"/>
        <c:crosses val="max"/>
        <c:crossBetween val="between"/>
        <c:majorUnit val="50"/>
      </c:valAx>
      <c:catAx>
        <c:axId val="2044381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43775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便益</c:v>
                </c:pt>
              </c:strCache>
            </c:strRef>
          </c:tx>
          <c:spPr>
            <a:solidFill>
              <a:schemeClr val="accent6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戦略型</c:v>
                </c:pt>
                <c:pt idx="1">
                  <c:v>情報整備型</c:v>
                </c:pt>
                <c:pt idx="2">
                  <c:v>業務効率型</c:v>
                </c:pt>
                <c:pt idx="3">
                  <c:v>インフラ維持・強化型</c:v>
                </c:pt>
                <c:pt idx="4">
                  <c:v>外部環境型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32-4916-B234-4455125FF6A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列1</c:v>
                </c:pt>
              </c:strCache>
            </c:strRef>
          </c:tx>
          <c:spPr>
            <a:solidFill>
              <a:srgbClr val="069740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戦略型</c:v>
                </c:pt>
                <c:pt idx="1">
                  <c:v>情報整備型</c:v>
                </c:pt>
                <c:pt idx="2">
                  <c:v>業務効率型</c:v>
                </c:pt>
                <c:pt idx="3">
                  <c:v>インフラ維持・強化型</c:v>
                </c:pt>
                <c:pt idx="4">
                  <c:v>外部環境型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732-4916-B234-4455125FF6A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戦略型</c:v>
                </c:pt>
                <c:pt idx="1">
                  <c:v>情報整備型</c:v>
                </c:pt>
                <c:pt idx="2">
                  <c:v>業務効率型</c:v>
                </c:pt>
                <c:pt idx="3">
                  <c:v>インフラ維持・強化型</c:v>
                </c:pt>
                <c:pt idx="4">
                  <c:v>外部環境型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732-4916-B234-4455125FF6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14165272"/>
        <c:axId val="1314171936"/>
      </c:barChart>
      <c:catAx>
        <c:axId val="1314165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314171936"/>
        <c:crosses val="autoZero"/>
        <c:auto val="1"/>
        <c:lblAlgn val="ctr"/>
        <c:lblOffset val="100"/>
        <c:noMultiLvlLbl val="0"/>
      </c:catAx>
      <c:valAx>
        <c:axId val="131417193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141652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Meiryo UI" panose="020B0604030504040204" pitchFamily="50" charset="-128"/>
          <a:ea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14299535873885"/>
          <c:y val="9.5358389348115441E-2"/>
          <c:w val="0.78785346394460387"/>
          <c:h val="0.676394431449465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5687852783303808E-5"/>
                  <c:y val="0.113499195079199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BED-4CCA-8E87-AABBBF18F60C}"/>
                </c:ext>
              </c:extLst>
            </c:dLbl>
            <c:dLbl>
              <c:idx val="1"/>
              <c:layout>
                <c:manualLayout>
                  <c:x val="-1.9706355834996805E-4"/>
                  <c:y val="0.12631542697130424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BED-4CCA-8E87-AABBBF18F60C}"/>
                </c:ext>
              </c:extLst>
            </c:dLbl>
            <c:dLbl>
              <c:idx val="2"/>
              <c:layout>
                <c:manualLayout>
                  <c:x val="6.5687852783302345E-5"/>
                  <c:y val="0.1452314242098290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107748649798996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6BED-4CCA-8E87-AABBBF18F60C}"/>
                </c:ext>
              </c:extLst>
            </c:dLbl>
            <c:dLbl>
              <c:idx val="3"/>
              <c:layout>
                <c:manualLayout>
                  <c:x val="1.3149734973843001E-4"/>
                  <c:y val="0.15694778433589265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039411287072346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BED-4CCA-8E87-AABBBF18F60C}"/>
                </c:ext>
              </c:extLst>
            </c:dLbl>
            <c:dLbl>
              <c:idx val="4"/>
              <c:layout>
                <c:manualLayout>
                  <c:x val="-1.1328996328723893E-16"/>
                  <c:y val="0.18233161700728615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51485087"/>
        <c:axId val="1851487967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  <a:headEnd type="none"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4.299415937673419E-2"/>
                  <c:y val="-9.44637588670419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ED-4CCA-8E87-AABBBF18F60C}"/>
                </c:ext>
              </c:extLst>
            </c:dLbl>
            <c:dLbl>
              <c:idx val="1"/>
              <c:layout>
                <c:manualLayout>
                  <c:x val="-4.5427286101496489E-2"/>
                  <c:y val="-0.1012974951397068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BED-4CCA-8E87-AABBBF18F60C}"/>
                </c:ext>
              </c:extLst>
            </c:dLbl>
            <c:dLbl>
              <c:idx val="2"/>
              <c:layout>
                <c:manualLayout>
                  <c:x val="-4.4836338714790397E-2"/>
                  <c:y val="-0.1005646172811738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BED-4CCA-8E87-AABBBF18F60C}"/>
                </c:ext>
              </c:extLst>
            </c:dLbl>
            <c:dLbl>
              <c:idx val="3"/>
              <c:layout>
                <c:manualLayout>
                  <c:x val="-4.700720060510688E-2"/>
                  <c:y val="-8.10341218675794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BED-4CCA-8E87-AABBBF18F60C}"/>
                </c:ext>
              </c:extLst>
            </c:dLbl>
            <c:dLbl>
              <c:idx val="4"/>
              <c:layout>
                <c:manualLayout>
                  <c:x val="-9.5392872965288464E-2"/>
                  <c:y val="-3.343580350479195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45</c:v>
                </c:pt>
                <c:pt idx="3">
                  <c:v>70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4381887"/>
        <c:axId val="2044377567"/>
      </c:lineChart>
      <c:catAx>
        <c:axId val="1851485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008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851487967"/>
        <c:crosses val="autoZero"/>
        <c:auto val="1"/>
        <c:lblAlgn val="ctr"/>
        <c:lblOffset val="100"/>
        <c:noMultiLvlLbl val="0"/>
      </c:catAx>
      <c:valAx>
        <c:axId val="1851487967"/>
        <c:scaling>
          <c:orientation val="minMax"/>
          <c:max val="2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51485087"/>
        <c:crosses val="autoZero"/>
        <c:crossBetween val="between"/>
        <c:majorUnit val="10"/>
        <c:minorUnit val="5"/>
      </c:valAx>
      <c:valAx>
        <c:axId val="2044377567"/>
        <c:scaling>
          <c:orientation val="minMax"/>
          <c:max val="100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t" anchorCtr="0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44381887"/>
        <c:crosses val="max"/>
        <c:crossBetween val="between"/>
        <c:majorUnit val="50"/>
      </c:valAx>
      <c:catAx>
        <c:axId val="2044381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43775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spPr>
              <a:solidFill>
                <a:srgbClr val="008000">
                  <a:alpha val="2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963-4902-A049-73BA0FAAA7B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148000</c:v>
                </c:pt>
                <c:pt idx="1">
                  <c:v>163200</c:v>
                </c:pt>
                <c:pt idx="2">
                  <c:v>171300</c:v>
                </c:pt>
                <c:pt idx="3">
                  <c:v>177900</c:v>
                </c:pt>
                <c:pt idx="4">
                  <c:v>186700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5.5672594775333387E-2"/>
                  <c:y val="0.1090054921793407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703-495F-9727-140EF478E0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100.8</c:v>
                </c:pt>
                <c:pt idx="1">
                  <c:v>110.3</c:v>
                </c:pt>
                <c:pt idx="2">
                  <c:v>105</c:v>
                </c:pt>
                <c:pt idx="3">
                  <c:v>103.9</c:v>
                </c:pt>
                <c:pt idx="4">
                  <c:v>104.9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  <c:majorUnit val="4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0367552534579634"/>
          <c:y val="0"/>
          <c:w val="0.37145410741350809"/>
          <c:h val="9.050990798928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6"/>
              <c:layout>
                <c:manualLayout>
                  <c:x val="-8.3454819859657947E-17"/>
                  <c:y val="1.317727656474969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 formatCode="#,##0">
                  <c:v>1427</c:v>
                </c:pt>
                <c:pt idx="1">
                  <c:v>1500</c:v>
                </c:pt>
                <c:pt idx="2">
                  <c:v>1570</c:v>
                </c:pt>
                <c:pt idx="3">
                  <c:v>1688</c:v>
                </c:pt>
                <c:pt idx="4">
                  <c:v>1788</c:v>
                </c:pt>
                <c:pt idx="5">
                  <c:v>1919</c:v>
                </c:pt>
                <c:pt idx="6">
                  <c:v>2084</c:v>
                </c:pt>
                <c:pt idx="7">
                  <c:v>2164</c:v>
                </c:pt>
                <c:pt idx="8">
                  <c:v>2271</c:v>
                </c:pt>
                <c:pt idx="9">
                  <c:v>2310</c:v>
                </c:pt>
                <c:pt idx="10">
                  <c:v>2160</c:v>
                </c:pt>
                <c:pt idx="11">
                  <c:v>2250</c:v>
                </c:pt>
                <c:pt idx="12">
                  <c:v>2270</c:v>
                </c:pt>
                <c:pt idx="13">
                  <c:v>2295</c:v>
                </c:pt>
                <c:pt idx="14">
                  <c:v>2331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7"/>
              <c:layout>
                <c:manualLayout>
                  <c:x val="-5.1979631531662233E-2"/>
                  <c:y val="5.00518617485795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8F7-4511-AFA0-BA26AD753E06}"/>
                </c:ext>
              </c:extLst>
            </c:dLbl>
            <c:dLbl>
              <c:idx val="8"/>
              <c:layout>
                <c:manualLayout>
                  <c:x val="-4.7427497862379049E-2"/>
                  <c:y val="4.56594362269963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F7-4511-AFA0-BA26AD753E06}"/>
                </c:ext>
              </c:extLst>
            </c:dLbl>
            <c:dLbl>
              <c:idx val="9"/>
              <c:layout>
                <c:manualLayout>
                  <c:x val="-6.1083898870228526E-2"/>
                  <c:y val="5.44442872701628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8F7-4511-AFA0-BA26AD753E06}"/>
                </c:ext>
              </c:extLst>
            </c:dLbl>
            <c:dLbl>
              <c:idx val="10"/>
              <c:layout>
                <c:manualLayout>
                  <c:x val="-3.2667294048658806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8F7-4511-AFA0-BA26AD753E06}"/>
                </c:ext>
              </c:extLst>
            </c:dLbl>
            <c:dLbl>
              <c:idx val="11"/>
              <c:layout>
                <c:manualLayout>
                  <c:x val="-4.2875364193095858E-2"/>
                  <c:y val="6.322913831332935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8F7-4511-AFA0-BA26AD753E06}"/>
                </c:ext>
              </c:extLst>
            </c:dLbl>
            <c:dLbl>
              <c:idx val="12"/>
              <c:layout>
                <c:manualLayout>
                  <c:x val="-4.2875364193095941E-2"/>
                  <c:y val="3.68745851838299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8F7-4511-AFA0-BA26AD753E06}"/>
                </c:ext>
              </c:extLst>
            </c:dLbl>
            <c:dLbl>
              <c:idx val="13"/>
              <c:layout>
                <c:manualLayout>
                  <c:x val="-4.5151431027737367E-2"/>
                  <c:y val="3.687458518382984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8F7-4511-AFA0-BA26AD753E06}"/>
                </c:ext>
              </c:extLst>
            </c:dLbl>
            <c:dLbl>
              <c:idx val="14"/>
              <c:layout>
                <c:manualLayout>
                  <c:x val="-4.2875364193095775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105.7</c:v>
                </c:pt>
                <c:pt idx="1">
                  <c:v>105.1</c:v>
                </c:pt>
                <c:pt idx="2">
                  <c:v>104.7</c:v>
                </c:pt>
                <c:pt idx="3">
                  <c:v>107.5</c:v>
                </c:pt>
                <c:pt idx="4">
                  <c:v>105.9</c:v>
                </c:pt>
                <c:pt idx="5">
                  <c:v>107.3</c:v>
                </c:pt>
                <c:pt idx="6">
                  <c:v>108.6</c:v>
                </c:pt>
                <c:pt idx="7">
                  <c:v>103.8</c:v>
                </c:pt>
                <c:pt idx="8">
                  <c:v>104.9</c:v>
                </c:pt>
                <c:pt idx="9">
                  <c:v>101.7</c:v>
                </c:pt>
                <c:pt idx="10">
                  <c:v>93.5</c:v>
                </c:pt>
                <c:pt idx="11">
                  <c:v>104.2</c:v>
                </c:pt>
                <c:pt idx="12">
                  <c:v>100.9</c:v>
                </c:pt>
                <c:pt idx="13">
                  <c:v>101.1</c:v>
                </c:pt>
                <c:pt idx="14">
                  <c:v>101.6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  <c:max val="25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2246669728902516"/>
          <c:y val="1.3692608377911841E-2"/>
          <c:w val="0.32775362418838949"/>
          <c:h val="7.90324679011910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★☆☆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13722334</c:v>
                </c:pt>
                <c:pt idx="1">
                  <c:v>38656205</c:v>
                </c:pt>
                <c:pt idx="2">
                  <c:v>64918260</c:v>
                </c:pt>
                <c:pt idx="3">
                  <c:v>82771891</c:v>
                </c:pt>
                <c:pt idx="4">
                  <c:v>100297148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FA-4C63-BCD0-8E89C714810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★★☆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28630021</c:v>
                </c:pt>
                <c:pt idx="1">
                  <c:v>105628589</c:v>
                </c:pt>
                <c:pt idx="2">
                  <c:v>218890490</c:v>
                </c:pt>
                <c:pt idx="3">
                  <c:v>361162105</c:v>
                </c:pt>
                <c:pt idx="4">
                  <c:v>521947171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FA-4C63-BCD0-8E89C714810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★★★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55864109</c:v>
                </c:pt>
                <c:pt idx="1">
                  <c:v>177174878</c:v>
                </c:pt>
                <c:pt idx="2">
                  <c:v>445836708</c:v>
                </c:pt>
                <c:pt idx="3">
                  <c:v>911919010</c:v>
                </c:pt>
                <c:pt idx="4">
                  <c:v>1597840586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14813960"/>
        <c:axId val="1114811800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ワースト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-60430724</c:v>
                </c:pt>
                <c:pt idx="1">
                  <c:v>-47971889</c:v>
                </c:pt>
                <c:pt idx="2">
                  <c:v>-41420214</c:v>
                </c:pt>
                <c:pt idx="3">
                  <c:v>-43165878</c:v>
                </c:pt>
                <c:pt idx="4">
                  <c:v>-50947340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FFA-4C63-BCD0-8E89C714810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ベース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-60476509</c:v>
                </c:pt>
                <c:pt idx="1">
                  <c:v>-55018295</c:v>
                </c:pt>
                <c:pt idx="2">
                  <c:v>-31810577</c:v>
                </c:pt>
                <c:pt idx="3">
                  <c:v>-13404726</c:v>
                </c:pt>
                <c:pt idx="4">
                  <c:v>-14266845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FA-4C63-BCD0-8E89C714810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ベスト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-70390892</c:v>
                </c:pt>
                <c:pt idx="1">
                  <c:v>-53607468</c:v>
                </c:pt>
                <c:pt idx="2">
                  <c:v>29254693</c:v>
                </c:pt>
                <c:pt idx="3">
                  <c:v>-182049035</c:v>
                </c:pt>
                <c:pt idx="4">
                  <c:v>391402126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8815992"/>
        <c:axId val="1108827152"/>
      </c:lineChart>
      <c:catAx>
        <c:axId val="1114813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1800"/>
        <c:crosses val="autoZero"/>
        <c:auto val="1"/>
        <c:lblAlgn val="ctr"/>
        <c:lblOffset val="100"/>
        <c:noMultiLvlLbl val="0"/>
      </c:catAx>
      <c:valAx>
        <c:axId val="111481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3960"/>
        <c:crosses val="autoZero"/>
        <c:crossBetween val="between"/>
        <c:dispUnits>
          <c:builtInUnit val="millions"/>
        </c:dispUnits>
      </c:valAx>
      <c:valAx>
        <c:axId val="110882715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8815992"/>
        <c:crosses val="max"/>
        <c:crossBetween val="between"/>
        <c:dispUnits>
          <c:builtInUnit val="millions"/>
        </c:dispUnits>
      </c:valAx>
      <c:catAx>
        <c:axId val="110881599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882715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7.0100127708438417E-2"/>
          <c:y val="3.8151405648628588E-2"/>
          <c:w val="0.90334600627302042"/>
          <c:h val="0.83544222103476695"/>
        </c:manualLayout>
      </c:layout>
      <c:scatterChart>
        <c:scatterStyle val="lineMarker"/>
        <c:varyColors val="0"/>
        <c:ser>
          <c:idx val="0"/>
          <c:order val="0"/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>
                  <a:alpha val="30000"/>
                </a:srgbClr>
              </a:solidFill>
              <a:ln w="9525">
                <a:noFill/>
              </a:ln>
              <a:effectLst/>
            </c:spPr>
          </c:marker>
          <c:dPt>
            <c:idx val="14"/>
            <c:marker>
              <c:symbol val="circle"/>
              <c:size val="7"/>
              <c:spPr>
                <a:solidFill>
                  <a:srgbClr val="008000"/>
                </a:solidFill>
                <a:ln w="12700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FF3-4111-8F86-C73872544DBA}"/>
              </c:ext>
            </c:extLst>
          </c:dPt>
          <c:dLbls>
            <c:dLbl>
              <c:idx val="0"/>
              <c:layout>
                <c:manualLayout>
                  <c:x val="-4.7821472527435288E-3"/>
                  <c:y val="-6.9460662567211399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P&amp;G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6148064594901783E-2"/>
                      <c:h val="7.858079286885115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AFF3-4111-8F86-C73872544DBA}"/>
                </c:ext>
              </c:extLst>
            </c:dLbl>
            <c:dLbl>
              <c:idx val="1"/>
              <c:layout>
                <c:manualLayout>
                  <c:x val="2.391214834286861E-3"/>
                  <c:y val="-3.49121918243722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ユニリーバ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9926315827129113E-2"/>
                      <c:h val="7.265748411018642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2-AFF3-4111-8F86-C73872544DBA}"/>
                </c:ext>
              </c:extLst>
            </c:dLbl>
            <c:dLbl>
              <c:idx val="2"/>
              <c:layout>
                <c:manualLayout>
                  <c:x val="4.7822413913535845E-3"/>
                  <c:y val="-4.9026997860773802E-8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Henkel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583811886957587E-2"/>
                      <c:h val="5.4405102635360338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3-AFF3-4111-8F86-C73872544DBA}"/>
                </c:ext>
              </c:extLst>
            </c:dLbl>
            <c:dLbl>
              <c:idx val="3"/>
              <c:layout>
                <c:manualLayout>
                  <c:x val="-4.7821472527435288E-3"/>
                  <c:y val="0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コルゲート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2628534504718877E-2"/>
                      <c:h val="4.5790437727969077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AFF3-4111-8F86-C73872544DBA}"/>
                </c:ext>
              </c:extLst>
            </c:dLbl>
            <c:dLbl>
              <c:idx val="4"/>
              <c:layout>
                <c:manualLayout>
                  <c:x val="-5.0398046284942568E-3"/>
                  <c:y val="8.0623592669547637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KimberlyClark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FF3-4111-8F86-C73872544DBA}"/>
                </c:ext>
              </c:extLst>
            </c:dLbl>
            <c:dLbl>
              <c:idx val="5"/>
              <c:layout>
                <c:manualLayout>
                  <c:x val="-1.5501993196790928E-2"/>
                  <c:y val="-2.3341517294337644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Kenvue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FF3-4111-8F86-C73872544DBA}"/>
                </c:ext>
              </c:extLst>
            </c:dLbl>
            <c:dLbl>
              <c:idx val="6"/>
              <c:layout>
                <c:manualLayout>
                  <c:x val="-3.5866716296541916E-2"/>
                  <c:y val="-4.8622463797048009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Haleon</a:t>
                    </a:r>
                    <a:endParaRPr lang="en-US" altLang="ja-JP" sz="500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5.5935655883465427E-2"/>
                      <c:h val="5.051485665124129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AFF3-4111-8F86-C73872544DBA}"/>
                </c:ext>
              </c:extLst>
            </c:dLbl>
            <c:dLbl>
              <c:idx val="7"/>
              <c:layout>
                <c:manualLayout>
                  <c:x val="3.5866810435152188E-3"/>
                  <c:y val="-3.5641596042451842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花王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0978284670261632E-2"/>
                      <c:h val="6.3950175168751039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8-AFF3-4111-8F86-C73872544DBA}"/>
                </c:ext>
              </c:extLst>
            </c:dLbl>
            <c:dLbl>
              <c:idx val="8"/>
              <c:layout>
                <c:manualLayout>
                  <c:x val="-5.3402009332148915E-3"/>
                  <c:y val="5.4847397112077111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Beiersdorf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3583444558101119E-2"/>
                      <c:h val="3.961226729994371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9-AFF3-4111-8F86-C73872544DBA}"/>
                </c:ext>
              </c:extLst>
            </c:dLbl>
            <c:dLbl>
              <c:idx val="9"/>
              <c:layout>
                <c:manualLayout>
                  <c:x val="-8.3243007336974983E-3"/>
                  <c:y val="-2.116191898458579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Clorox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686611249149697E-2"/>
                      <c:h val="7.803450968194808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A-AFF3-4111-8F86-C73872544DBA}"/>
                </c:ext>
              </c:extLst>
            </c:dLbl>
            <c:dLbl>
              <c:idx val="10"/>
              <c:layout>
                <c:manualLayout>
                  <c:x val="-2.9134487736280849E-2"/>
                  <c:y val="-4.38300016297245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ユニ・チャーム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8.616318702122279E-2"/>
                      <c:h val="7.160464522282926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B-AFF3-4111-8F86-C73872544DBA}"/>
                </c:ext>
              </c:extLst>
            </c:dLbl>
            <c:dLbl>
              <c:idx val="11"/>
              <c:layout>
                <c:manualLayout>
                  <c:x val="-2.1520086261091177E-2"/>
                  <c:y val="-4.0583334842337469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LG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AFF3-4111-8F86-C73872544DBA}"/>
                </c:ext>
              </c:extLst>
            </c:dLbl>
            <c:dLbl>
              <c:idx val="12"/>
              <c:layout>
                <c:manualLayout>
                  <c:x val="-2.8352666579682809E-3"/>
                  <c:y val="-1.167048517999336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大王製紙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AFF3-4111-8F86-C73872544DBA}"/>
                </c:ext>
              </c:extLst>
            </c:dLbl>
            <c:dLbl>
              <c:idx val="13"/>
              <c:layout>
                <c:manualLayout>
                  <c:x val="-9.4486922923259897E-3"/>
                  <c:y val="2.2788566665554441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AmorePacific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AFF3-4111-8F86-C73872544DBA}"/>
                </c:ext>
              </c:extLst>
            </c:dLbl>
            <c:dLbl>
              <c:idx val="14"/>
              <c:layout>
                <c:manualLayout>
                  <c:x val="6.7351092017290642E-2"/>
                  <c:y val="6.9952903483042029E-4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8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800" b="1" baseline="0" dirty="0">
                        <a:solidFill>
                          <a:srgbClr val="008000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ライオン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13192867230482"/>
                      <c:h val="0.10466627980176911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0-AFF3-4111-8F86-C73872544DBA}"/>
                </c:ext>
              </c:extLst>
            </c:dLbl>
            <c:dLbl>
              <c:idx val="15"/>
              <c:layout>
                <c:manualLayout>
                  <c:x val="6.6133915450653164E-3"/>
                  <c:y val="4.2792536148512458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ピジョン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AFF3-4111-8F86-C73872544DBA}"/>
                </c:ext>
              </c:extLst>
            </c:dLbl>
            <c:dLbl>
              <c:idx val="16"/>
              <c:layout>
                <c:manualLayout>
                  <c:x val="-2.3502457111861334E-2"/>
                  <c:y val="-4.5577428422607792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小林製薬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AFF3-4111-8F86-C73872544DBA}"/>
                </c:ext>
              </c:extLst>
            </c:dLbl>
            <c:dLbl>
              <c:idx val="17"/>
              <c:layout>
                <c:manualLayout>
                  <c:x val="-2.2826730168807485E-2"/>
                  <c:y val="-4.4086177273545524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マンダム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AFF3-4111-8F86-C73872544DBA}"/>
                </c:ext>
              </c:extLst>
            </c:dLbl>
            <c:dLbl>
              <c:idx val="18"/>
              <c:layout>
                <c:manualLayout>
                  <c:x val="-6.6133915450653164E-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ロート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AFF3-4111-8F86-C73872544DBA}"/>
                </c:ext>
              </c:extLst>
            </c:dLbl>
            <c:dLbl>
              <c:idx val="19"/>
              <c:layout>
                <c:manualLayout>
                  <c:x val="-6.3066843873186271E-2"/>
                  <c:y val="-4.796689209413204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レキットベンキーザー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115344273369486"/>
                      <c:h val="7.5342801357890676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13-AFF3-4111-8F86-C73872544D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6000" tIns="19050" rIns="38100" bIns="19050" anchor="ctr" anchorCtr="0">
                <a:spAutoFit/>
              </a:bodyPr>
              <a:lstStyle/>
              <a:p>
                <a:pPr algn="l">
                  <a:defRPr lang="ja-JP" sz="5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3175" cap="flat" cmpd="sng" algn="ctr">
                      <a:solidFill>
                        <a:srgbClr val="008000">
                          <a:alpha val="80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9525" cap="rnd">
                <a:solidFill>
                  <a:srgbClr val="969696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-2.1656587245686899E-2"/>
                  <c:y val="-2.6311917754200047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lang="ja-JP"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</c:trendlineLbl>
          </c:trendline>
          <c:xVal>
            <c:numRef>
              <c:f>競合財務比較!$G$9:$G$28</c:f>
              <c:numCache>
                <c:formatCode>#,##0</c:formatCode>
                <c:ptCount val="20"/>
                <c:pt idx="0">
                  <c:v>12622409.836885247</c:v>
                </c:pt>
                <c:pt idx="1">
                  <c:v>9967842.0500000007</c:v>
                </c:pt>
                <c:pt idx="2">
                  <c:v>3541183.3000000003</c:v>
                </c:pt>
                <c:pt idx="3">
                  <c:v>3049162.5328979595</c:v>
                </c:pt>
                <c:pt idx="4">
                  <c:v>3042639.7733877553</c:v>
                </c:pt>
                <c:pt idx="5">
                  <c:v>2344401.1216326533</c:v>
                </c:pt>
                <c:pt idx="6">
                  <c:v>2177512.4651020407</c:v>
                </c:pt>
                <c:pt idx="7">
                  <c:v>1628448</c:v>
                </c:pt>
                <c:pt idx="8">
                  <c:v>1615892.5</c:v>
                </c:pt>
                <c:pt idx="9">
                  <c:v>1063898.2426229508</c:v>
                </c:pt>
                <c:pt idx="10">
                  <c:v>988981</c:v>
                </c:pt>
                <c:pt idx="11">
                  <c:v>758252.74925024726</c:v>
                </c:pt>
                <c:pt idx="12">
                  <c:v>668912</c:v>
                </c:pt>
                <c:pt idx="13">
                  <c:v>432461.97936227464</c:v>
                </c:pt>
                <c:pt idx="14">
                  <c:v>412943</c:v>
                </c:pt>
                <c:pt idx="15">
                  <c:v>104171</c:v>
                </c:pt>
                <c:pt idx="16">
                  <c:v>165600</c:v>
                </c:pt>
                <c:pt idx="17">
                  <c:v>76183</c:v>
                </c:pt>
                <c:pt idx="18">
                  <c:v>308625</c:v>
                </c:pt>
                <c:pt idx="19">
                  <c:v>2746654.8667346938</c:v>
                </c:pt>
              </c:numCache>
            </c:numRef>
          </c:xVal>
          <c:yVal>
            <c:numRef>
              <c:f>競合財務比較!$AQ$9:$AQ$28</c:f>
              <c:numCache>
                <c:formatCode>#,##0.0</c:formatCode>
                <c:ptCount val="20"/>
                <c:pt idx="0">
                  <c:v>24.264391818138677</c:v>
                </c:pt>
                <c:pt idx="1">
                  <c:v>18.515165978176789</c:v>
                </c:pt>
                <c:pt idx="2">
                  <c:v>13.096451403687576</c:v>
                </c:pt>
                <c:pt idx="3">
                  <c:v>21.54121685488284</c:v>
                </c:pt>
                <c:pt idx="4">
                  <c:v>16.487187157243994</c:v>
                </c:pt>
                <c:pt idx="5">
                  <c:v>17.049498544160464</c:v>
                </c:pt>
                <c:pt idx="6">
                  <c:v>19.638564942579897</c:v>
                </c:pt>
                <c:pt idx="7">
                  <c:v>9.0051386350684819</c:v>
                </c:pt>
                <c:pt idx="8">
                  <c:v>13.583756345177664</c:v>
                </c:pt>
                <c:pt idx="9">
                  <c:v>16.56813063063063</c:v>
                </c:pt>
                <c:pt idx="10">
                  <c:v>13.626449850907147</c:v>
                </c:pt>
                <c:pt idx="11">
                  <c:v>6.7447062752386291</c:v>
                </c:pt>
                <c:pt idx="12">
                  <c:v>1.4661121343315713</c:v>
                </c:pt>
                <c:pt idx="13">
                  <c:v>5.6750337735945404</c:v>
                </c:pt>
                <c:pt idx="14">
                  <c:v>6.8743143726858191</c:v>
                </c:pt>
                <c:pt idx="15">
                  <c:v>11.652955237062137</c:v>
                </c:pt>
                <c:pt idx="16">
                  <c:v>15.012077294685991</c:v>
                </c:pt>
                <c:pt idx="17">
                  <c:v>1.3493824081487997</c:v>
                </c:pt>
                <c:pt idx="18">
                  <c:v>12.616929931146212</c:v>
                </c:pt>
                <c:pt idx="19">
                  <c:v>24.30658479779801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5-AFF3-4111-8F86-C73872544D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89591247"/>
        <c:axId val="1089572047"/>
      </c:scatterChart>
      <c:valAx>
        <c:axId val="108959124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,,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72047"/>
        <c:crosses val="autoZero"/>
        <c:crossBetween val="midCat"/>
        <c:minorUnit val="400"/>
      </c:valAx>
      <c:valAx>
        <c:axId val="10895720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.0&quot;%&quot;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91247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 w="12700">
      <a:noFill/>
    </a:ln>
    <a:effectLst/>
  </c:spPr>
  <c:txPr>
    <a:bodyPr/>
    <a:lstStyle/>
    <a:p>
      <a:pPr>
        <a:defRPr/>
      </a:pPr>
      <a:endParaRPr lang="ja-JP"/>
    </a:p>
  </c:txPr>
  <c:externalData r:id="rId2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505740475943473E-2"/>
          <c:y val="0.23594497619489516"/>
          <c:w val="0.79777435763191507"/>
          <c:h val="0.6071377789156943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008000">
                <a:alpha val="2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5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198-4F5D-BC7D-B8A45D6AFD3B}"/>
                </c:ext>
              </c:extLst>
            </c:dLbl>
            <c:dLbl>
              <c:idx val="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198-4F5D-BC7D-B8A45D6AFD3B}"/>
                </c:ext>
              </c:extLst>
            </c:dLbl>
            <c:dLbl>
              <c:idx val="7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198-4F5D-BC7D-B8A45D6AFD3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Sheet1!$B$2:$B$9</c:f>
              <c:numCache>
                <c:formatCode>#,##0</c:formatCode>
                <c:ptCount val="8"/>
                <c:pt idx="0">
                  <c:v>3500</c:v>
                </c:pt>
                <c:pt idx="1">
                  <c:v>3500</c:v>
                </c:pt>
                <c:pt idx="2">
                  <c:v>3500</c:v>
                </c:pt>
                <c:pt idx="3">
                  <c:v>3600</c:v>
                </c:pt>
                <c:pt idx="4">
                  <c:v>3800</c:v>
                </c:pt>
                <c:pt idx="5">
                  <c:v>3899</c:v>
                </c:pt>
                <c:pt idx="6">
                  <c:v>4028</c:v>
                </c:pt>
                <c:pt idx="7">
                  <c:v>4129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65968384"/>
        <c:axId val="865983264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事業利益率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dPt>
            <c:idx val="3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A-2198-4F5D-BC7D-B8A45D6AFD3B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9-2198-4F5D-BC7D-B8A45D6AFD3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198-4F5D-BC7D-B8A45D6AFD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198-4F5D-BC7D-B8A45D6AFD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198-4F5D-BC7D-B8A45D6AFD3B}"/>
                </c:ext>
              </c:extLst>
            </c:dLbl>
            <c:dLbl>
              <c:idx val="3"/>
              <c:layout>
                <c:manualLayout>
                  <c:x val="-4.3011235682677257E-2"/>
                  <c:y val="-7.313279915235057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198-4F5D-BC7D-B8A45D6AFD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198-4F5D-BC7D-B8A45D6AFD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198-4F5D-BC7D-B8A45D6AFD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198-4F5D-BC7D-B8A45D6AFD3B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8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8.9</c:v>
                </c:pt>
                <c:pt idx="1">
                  <c:v>8.8000000000000007</c:v>
                </c:pt>
                <c:pt idx="2">
                  <c:v>8.9</c:v>
                </c:pt>
                <c:pt idx="3">
                  <c:v>10.1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  <c:pt idx="7">
                  <c:v>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35972112"/>
        <c:axId val="1735971632"/>
      </c:lineChart>
      <c:valAx>
        <c:axId val="1735971632"/>
        <c:scaling>
          <c:orientation val="minMax"/>
          <c:max val="12"/>
          <c:min val="-6"/>
        </c:scaling>
        <c:delete val="0"/>
        <c:axPos val="r"/>
        <c:numFmt formatCode="0.0&quot;%&quot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2112"/>
        <c:crosses val="max"/>
        <c:crossBetween val="between"/>
        <c:majorUnit val="5"/>
      </c:valAx>
      <c:catAx>
        <c:axId val="1735972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1632"/>
        <c:crossesAt val="-6"/>
        <c:auto val="0"/>
        <c:lblAlgn val="ctr"/>
        <c:lblOffset val="100"/>
        <c:noMultiLvlLbl val="0"/>
      </c:catAx>
      <c:valAx>
        <c:axId val="865983264"/>
        <c:scaling>
          <c:orientation val="minMax"/>
          <c:max val="6000"/>
        </c:scaling>
        <c:delete val="0"/>
        <c:axPos val="l"/>
        <c:numFmt formatCode="#,##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5968384"/>
        <c:crosses val="autoZero"/>
        <c:crossBetween val="between"/>
        <c:majorUnit val="2000"/>
      </c:valAx>
      <c:catAx>
        <c:axId val="86596838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6598326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0590656740393595"/>
          <c:y val="0.13483411346082039"/>
          <c:w val="0.32597989148976447"/>
          <c:h val="9.741058507568203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224925541077153"/>
          <c:y val="7.5000107373095731E-2"/>
          <c:w val="0.71639371234266214"/>
          <c:h val="0.9045453178887872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30000"/>
              </a:srgb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85A-47DD-918B-B28BE6A2BB5E}"/>
              </c:ext>
            </c:extLst>
          </c:dPt>
          <c:dLbls>
            <c:dLbl>
              <c:idx val="0"/>
              <c:layout>
                <c:manualLayout>
                  <c:x val="3.1264378229061956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85A-47DD-918B-B28BE6A2BB5E}"/>
                </c:ext>
              </c:extLst>
            </c:dLbl>
            <c:dLbl>
              <c:idx val="12"/>
              <c:layout>
                <c:manualLayout>
                  <c:x val="0"/>
                  <c:y val="-4.2119044972270684E-3"/>
                </c:manualLayout>
              </c:layout>
              <c:numFmt formatCode="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19050" rIns="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D85A-47DD-918B-B28BE6A2BB5E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マンダム</c:v>
                </c:pt>
                <c:pt idx="1">
                  <c:v>ライオン</c:v>
                </c:pt>
                <c:pt idx="2">
                  <c:v>ピジョン</c:v>
                </c:pt>
                <c:pt idx="3">
                  <c:v>ロート製薬</c:v>
                </c:pt>
                <c:pt idx="4">
                  <c:v>花王</c:v>
                </c:pt>
                <c:pt idx="5">
                  <c:v>小林製薬</c:v>
                </c:pt>
                <c:pt idx="6">
                  <c:v>ユニ・チャーム</c:v>
                </c:pt>
                <c:pt idx="7">
                  <c:v>Henkel AG &amp; Co KGaA</c:v>
                </c:pt>
                <c:pt idx="8">
                  <c:v>I-ne</c:v>
                </c:pt>
                <c:pt idx="9">
                  <c:v>Univer PLC</c:v>
                </c:pt>
                <c:pt idx="10">
                  <c:v>Kenvue Inc</c:v>
                </c:pt>
                <c:pt idx="11">
                  <c:v>Colgate-Palmolive Co</c:v>
                </c:pt>
                <c:pt idx="12">
                  <c:v>Procter &amp; Gmable Co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0.4</c:v>
                </c:pt>
                <c:pt idx="1">
                  <c:v>3.7</c:v>
                </c:pt>
                <c:pt idx="2">
                  <c:v>4</c:v>
                </c:pt>
                <c:pt idx="3">
                  <c:v>4.3</c:v>
                </c:pt>
                <c:pt idx="4">
                  <c:v>4.5</c:v>
                </c:pt>
                <c:pt idx="5">
                  <c:v>6.9</c:v>
                </c:pt>
                <c:pt idx="6">
                  <c:v>8.1999999999999993</c:v>
                </c:pt>
                <c:pt idx="7">
                  <c:v>9.8000000000000007</c:v>
                </c:pt>
                <c:pt idx="8">
                  <c:v>10.6</c:v>
                </c:pt>
                <c:pt idx="9">
                  <c:v>14.8</c:v>
                </c:pt>
                <c:pt idx="10">
                  <c:v>18.2</c:v>
                </c:pt>
                <c:pt idx="11">
                  <c:v>19.3</c:v>
                </c:pt>
                <c:pt idx="12">
                  <c:v>28.1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5A-47DD-918B-B28BE6A2BB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887103632"/>
        <c:axId val="887104112"/>
      </c:barChart>
      <c:catAx>
        <c:axId val="8871036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87104112"/>
        <c:crosses val="autoZero"/>
        <c:auto val="1"/>
        <c:lblAlgn val="ctr"/>
        <c:lblOffset val="100"/>
        <c:noMultiLvlLbl val="0"/>
      </c:catAx>
      <c:valAx>
        <c:axId val="88710411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871036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7.0100127708438417E-2"/>
          <c:y val="3.8151405648628588E-2"/>
          <c:w val="0.90334600627302042"/>
          <c:h val="0.83544222103476695"/>
        </c:manualLayout>
      </c:layout>
      <c:scatterChart>
        <c:scatterStyle val="lineMarker"/>
        <c:varyColors val="0"/>
        <c:ser>
          <c:idx val="0"/>
          <c:order val="0"/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8000">
                  <a:alpha val="30000"/>
                </a:srgbClr>
              </a:solidFill>
              <a:ln w="9525">
                <a:noFill/>
              </a:ln>
              <a:effectLst/>
            </c:spPr>
          </c:marker>
          <c:dPt>
            <c:idx val="14"/>
            <c:marker>
              <c:symbol val="circle"/>
              <c:size val="7"/>
              <c:spPr>
                <a:solidFill>
                  <a:srgbClr val="008000"/>
                </a:solidFill>
                <a:ln w="12700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FF3-4111-8F86-C73872544DBA}"/>
              </c:ext>
            </c:extLst>
          </c:dPt>
          <c:dLbls>
            <c:dLbl>
              <c:idx val="0"/>
              <c:layout>
                <c:manualLayout>
                  <c:x val="-4.7821472527435288E-3"/>
                  <c:y val="-6.9460662567211399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P&amp;G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6148064594901783E-2"/>
                      <c:h val="7.858079286885115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AFF3-4111-8F86-C73872544DBA}"/>
                </c:ext>
              </c:extLst>
            </c:dLbl>
            <c:dLbl>
              <c:idx val="1"/>
              <c:layout>
                <c:manualLayout>
                  <c:x val="2.391214834286861E-3"/>
                  <c:y val="-3.49121918243722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ユニリーバ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9926315827129113E-2"/>
                      <c:h val="7.265748411018642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2-AFF3-4111-8F86-C73872544DBA}"/>
                </c:ext>
              </c:extLst>
            </c:dLbl>
            <c:dLbl>
              <c:idx val="2"/>
              <c:layout>
                <c:manualLayout>
                  <c:x val="4.7822413913535845E-3"/>
                  <c:y val="-4.9026997860773802E-8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Henkel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583811886957587E-2"/>
                      <c:h val="5.4405102635360338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3-AFF3-4111-8F86-C73872544DBA}"/>
                </c:ext>
              </c:extLst>
            </c:dLbl>
            <c:dLbl>
              <c:idx val="3"/>
              <c:layout>
                <c:manualLayout>
                  <c:x val="-4.7821472527435288E-3"/>
                  <c:y val="0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コルゲート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2628534504718877E-2"/>
                      <c:h val="4.5790437727969077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AFF3-4111-8F86-C73872544DBA}"/>
                </c:ext>
              </c:extLst>
            </c:dLbl>
            <c:dLbl>
              <c:idx val="4"/>
              <c:layout>
                <c:manualLayout>
                  <c:x val="-5.0398046284942568E-3"/>
                  <c:y val="8.0623592669547637E-3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KimberlyClark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FF3-4111-8F86-C73872544DBA}"/>
                </c:ext>
              </c:extLst>
            </c:dLbl>
            <c:dLbl>
              <c:idx val="5"/>
              <c:layout>
                <c:manualLayout>
                  <c:x val="-1.5501993196790928E-2"/>
                  <c:y val="-2.3341517294337644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Kenvue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FF3-4111-8F86-C73872544DBA}"/>
                </c:ext>
              </c:extLst>
            </c:dLbl>
            <c:dLbl>
              <c:idx val="6"/>
              <c:layout>
                <c:manualLayout>
                  <c:x val="-3.5866716296541916E-2"/>
                  <c:y val="-4.8622463797048009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Haleon</a:t>
                    </a:r>
                    <a:endParaRPr lang="en-US" altLang="ja-JP" sz="500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5.5935655883465427E-2"/>
                      <c:h val="5.051485665124129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AFF3-4111-8F86-C73872544DBA}"/>
                </c:ext>
              </c:extLst>
            </c:dLbl>
            <c:dLbl>
              <c:idx val="7"/>
              <c:layout>
                <c:manualLayout>
                  <c:x val="3.5866810435152188E-3"/>
                  <c:y val="-3.5641596042451842E-3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花王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0978284670261632E-2"/>
                      <c:h val="6.3950175168751039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8-AFF3-4111-8F86-C73872544DBA}"/>
                </c:ext>
              </c:extLst>
            </c:dLbl>
            <c:dLbl>
              <c:idx val="8"/>
              <c:layout>
                <c:manualLayout>
                  <c:x val="-5.3402009332148915E-3"/>
                  <c:y val="5.4847397112077111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Beiersdorf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3583444558101119E-2"/>
                      <c:h val="3.961226729994371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9-AFF3-4111-8F86-C73872544DBA}"/>
                </c:ext>
              </c:extLst>
            </c:dLbl>
            <c:dLbl>
              <c:idx val="9"/>
              <c:layout>
                <c:manualLayout>
                  <c:x val="-8.3243007336974983E-3"/>
                  <c:y val="-2.116191898458579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altLang="ja-JP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Clorox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0686611249149697E-2"/>
                      <c:h val="7.803450968194808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A-AFF3-4111-8F86-C73872544DBA}"/>
                </c:ext>
              </c:extLst>
            </c:dLbl>
            <c:dLbl>
              <c:idx val="10"/>
              <c:layout>
                <c:manualLayout>
                  <c:x val="-2.9134487736280849E-2"/>
                  <c:y val="-4.383000162972453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ユニ・チャーム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8.616318702122279E-2"/>
                      <c:h val="7.1604645222829263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B-AFF3-4111-8F86-C73872544DBA}"/>
                </c:ext>
              </c:extLst>
            </c:dLbl>
            <c:dLbl>
              <c:idx val="11"/>
              <c:layout>
                <c:manualLayout>
                  <c:x val="-2.1520086261091177E-2"/>
                  <c:y val="-4.0583334842337469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LG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AFF3-4111-8F86-C73872544DBA}"/>
                </c:ext>
              </c:extLst>
            </c:dLbl>
            <c:dLbl>
              <c:idx val="12"/>
              <c:layout>
                <c:manualLayout>
                  <c:x val="-2.8352666579682809E-3"/>
                  <c:y val="-1.167048517999336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大王製紙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AFF3-4111-8F86-C73872544DBA}"/>
                </c:ext>
              </c:extLst>
            </c:dLbl>
            <c:dLbl>
              <c:idx val="13"/>
              <c:layout>
                <c:manualLayout>
                  <c:x val="-9.4486922923259897E-3"/>
                  <c:y val="2.2788566665554441E-2"/>
                </c:manualLayout>
              </c:layout>
              <c:tx>
                <c:rich>
                  <a:bodyPr/>
                  <a:lstStyle/>
                  <a:p>
                    <a:r>
                      <a:rPr lang="en-US" altLang="ja-JP" dirty="0" err="1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AmorePacific</a:t>
                    </a:r>
                    <a:endParaRPr lang="en-US" altLang="ja-JP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AFF3-4111-8F86-C73872544DBA}"/>
                </c:ext>
              </c:extLst>
            </c:dLbl>
            <c:dLbl>
              <c:idx val="14"/>
              <c:layout>
                <c:manualLayout>
                  <c:x val="6.7351092017290642E-2"/>
                  <c:y val="6.9952903483042029E-4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8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800" b="1" baseline="0" dirty="0">
                        <a:solidFill>
                          <a:srgbClr val="008000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ライオン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13192867230482"/>
                      <c:h val="0.10466627980176911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0-AFF3-4111-8F86-C73872544DBA}"/>
                </c:ext>
              </c:extLst>
            </c:dLbl>
            <c:dLbl>
              <c:idx val="15"/>
              <c:layout>
                <c:manualLayout>
                  <c:x val="6.6133915450653164E-3"/>
                  <c:y val="4.2792536148512458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ピジョン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AFF3-4111-8F86-C73872544DBA}"/>
                </c:ext>
              </c:extLst>
            </c:dLbl>
            <c:dLbl>
              <c:idx val="16"/>
              <c:layout>
                <c:manualLayout>
                  <c:x val="-2.3502457111861334E-2"/>
                  <c:y val="-4.5577428422607792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小林製薬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AFF3-4111-8F86-C73872544DBA}"/>
                </c:ext>
              </c:extLst>
            </c:dLbl>
            <c:dLbl>
              <c:idx val="17"/>
              <c:layout>
                <c:manualLayout>
                  <c:x val="-2.2826730168807485E-2"/>
                  <c:y val="-4.4086177273545524E-2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マンダム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AFF3-4111-8F86-C73872544DBA}"/>
                </c:ext>
              </c:extLst>
            </c:dLbl>
            <c:dLbl>
              <c:idx val="18"/>
              <c:layout>
                <c:manualLayout>
                  <c:x val="-6.6133915450653164E-3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ロート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AFF3-4111-8F86-C73872544DBA}"/>
                </c:ext>
              </c:extLst>
            </c:dLbl>
            <c:dLbl>
              <c:idx val="19"/>
              <c:layout>
                <c:manualLayout>
                  <c:x val="-6.3066843873186271E-2"/>
                  <c:y val="-4.7966892094132046E-2"/>
                </c:manualLayout>
              </c:layout>
              <c:tx>
                <c:rich>
                  <a:bodyPr rot="0" spcFirstLastPara="1" vertOverflow="ellipsis" vert="horz" wrap="square" lIns="36000" tIns="19050" rIns="38100" bIns="19050" anchor="ctr" anchorCtr="0">
                    <a:noAutofit/>
                  </a:bodyPr>
                  <a:lstStyle/>
                  <a:p>
                    <a:pPr algn="l">
                      <a:defRPr lang="ja-JP" sz="5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 sz="500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レキットベンキーザー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115344273369486"/>
                      <c:h val="7.5342801357890676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13-AFF3-4111-8F86-C73872544D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6000" tIns="19050" rIns="38100" bIns="19050" anchor="ctr" anchorCtr="0">
                <a:spAutoFit/>
              </a:bodyPr>
              <a:lstStyle/>
              <a:p>
                <a:pPr algn="l">
                  <a:defRPr lang="ja-JP" sz="5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  <c15:leaderLines>
                  <c:spPr>
                    <a:ln w="3175" cap="flat" cmpd="sng" algn="ctr">
                      <a:solidFill>
                        <a:srgbClr val="008000">
                          <a:alpha val="80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trendline>
            <c:spPr>
              <a:ln w="9525" cap="rnd">
                <a:solidFill>
                  <a:srgbClr val="969696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-2.1656587245686899E-2"/>
                  <c:y val="-2.6311917754200047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lang="ja-JP"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</c:trendlineLbl>
          </c:trendline>
          <c:xVal>
            <c:numRef>
              <c:f>競合財務比較!$G$9:$G$28</c:f>
              <c:numCache>
                <c:formatCode>#,##0</c:formatCode>
                <c:ptCount val="20"/>
                <c:pt idx="0">
                  <c:v>12622409.836885247</c:v>
                </c:pt>
                <c:pt idx="1">
                  <c:v>9967842.0500000007</c:v>
                </c:pt>
                <c:pt idx="2">
                  <c:v>3541183.3000000003</c:v>
                </c:pt>
                <c:pt idx="3">
                  <c:v>3049162.5328979595</c:v>
                </c:pt>
                <c:pt idx="4">
                  <c:v>3042639.7733877553</c:v>
                </c:pt>
                <c:pt idx="5">
                  <c:v>2344401.1216326533</c:v>
                </c:pt>
                <c:pt idx="6">
                  <c:v>2177512.4651020407</c:v>
                </c:pt>
                <c:pt idx="7">
                  <c:v>1628448</c:v>
                </c:pt>
                <c:pt idx="8">
                  <c:v>1615892.5</c:v>
                </c:pt>
                <c:pt idx="9">
                  <c:v>1063898.2426229508</c:v>
                </c:pt>
                <c:pt idx="10">
                  <c:v>988981</c:v>
                </c:pt>
                <c:pt idx="11">
                  <c:v>758252.74925024726</c:v>
                </c:pt>
                <c:pt idx="12">
                  <c:v>668912</c:v>
                </c:pt>
                <c:pt idx="13">
                  <c:v>432461.97936227464</c:v>
                </c:pt>
                <c:pt idx="14">
                  <c:v>412943</c:v>
                </c:pt>
                <c:pt idx="15">
                  <c:v>104171</c:v>
                </c:pt>
                <c:pt idx="16">
                  <c:v>165600</c:v>
                </c:pt>
                <c:pt idx="17">
                  <c:v>76183</c:v>
                </c:pt>
                <c:pt idx="18">
                  <c:v>308625</c:v>
                </c:pt>
                <c:pt idx="19">
                  <c:v>2746654.8667346938</c:v>
                </c:pt>
              </c:numCache>
            </c:numRef>
          </c:xVal>
          <c:yVal>
            <c:numRef>
              <c:f>競合財務比較!$AQ$9:$AQ$28</c:f>
              <c:numCache>
                <c:formatCode>#,##0.0</c:formatCode>
                <c:ptCount val="20"/>
                <c:pt idx="0">
                  <c:v>24.264391818138677</c:v>
                </c:pt>
                <c:pt idx="1">
                  <c:v>18.515165978176789</c:v>
                </c:pt>
                <c:pt idx="2">
                  <c:v>13.096451403687576</c:v>
                </c:pt>
                <c:pt idx="3">
                  <c:v>21.54121685488284</c:v>
                </c:pt>
                <c:pt idx="4">
                  <c:v>16.487187157243994</c:v>
                </c:pt>
                <c:pt idx="5">
                  <c:v>17.049498544160464</c:v>
                </c:pt>
                <c:pt idx="6">
                  <c:v>19.638564942579897</c:v>
                </c:pt>
                <c:pt idx="7">
                  <c:v>9.0051386350684819</c:v>
                </c:pt>
                <c:pt idx="8">
                  <c:v>13.583756345177664</c:v>
                </c:pt>
                <c:pt idx="9">
                  <c:v>16.56813063063063</c:v>
                </c:pt>
                <c:pt idx="10">
                  <c:v>13.626449850907147</c:v>
                </c:pt>
                <c:pt idx="11">
                  <c:v>6.7447062752386291</c:v>
                </c:pt>
                <c:pt idx="12">
                  <c:v>1.4661121343315713</c:v>
                </c:pt>
                <c:pt idx="13">
                  <c:v>5.6750337735945404</c:v>
                </c:pt>
                <c:pt idx="14">
                  <c:v>6.8743143726858191</c:v>
                </c:pt>
                <c:pt idx="15">
                  <c:v>11.652955237062137</c:v>
                </c:pt>
                <c:pt idx="16">
                  <c:v>15.012077294685991</c:v>
                </c:pt>
                <c:pt idx="17">
                  <c:v>1.3493824081487997</c:v>
                </c:pt>
                <c:pt idx="18">
                  <c:v>12.616929931146212</c:v>
                </c:pt>
                <c:pt idx="19">
                  <c:v>24.30658479779801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5-AFF3-4111-8F86-C73872544D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89591247"/>
        <c:axId val="1089572047"/>
      </c:scatterChart>
      <c:valAx>
        <c:axId val="108959124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,,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72047"/>
        <c:crosses val="autoZero"/>
        <c:crossBetween val="midCat"/>
        <c:minorUnit val="400"/>
      </c:valAx>
      <c:valAx>
        <c:axId val="10895720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0.0&quot;%&quot;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89591247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 w="12700">
      <a:noFill/>
    </a:ln>
    <a:effectLst/>
  </c:spPr>
  <c:txPr>
    <a:bodyPr/>
    <a:lstStyle/>
    <a:p>
      <a:pPr>
        <a:defRPr/>
      </a:pPr>
      <a:endParaRPr lang="ja-JP"/>
    </a:p>
  </c:txPr>
  <c:externalData r:id="rId2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505740475943473E-2"/>
          <c:y val="0.23594497619489516"/>
          <c:w val="0.79777435763191507"/>
          <c:h val="0.6071377789156943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008000">
                <a:alpha val="2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5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198-4F5D-BC7D-B8A45D6AFD3B}"/>
                </c:ext>
              </c:extLst>
            </c:dLbl>
            <c:dLbl>
              <c:idx val="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198-4F5D-BC7D-B8A45D6AFD3B}"/>
                </c:ext>
              </c:extLst>
            </c:dLbl>
            <c:dLbl>
              <c:idx val="7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198-4F5D-BC7D-B8A45D6AFD3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Sheet1!$B$2:$B$9</c:f>
              <c:numCache>
                <c:formatCode>#,##0</c:formatCode>
                <c:ptCount val="8"/>
                <c:pt idx="0">
                  <c:v>3500</c:v>
                </c:pt>
                <c:pt idx="1">
                  <c:v>3500</c:v>
                </c:pt>
                <c:pt idx="2">
                  <c:v>3500</c:v>
                </c:pt>
                <c:pt idx="3">
                  <c:v>3600</c:v>
                </c:pt>
                <c:pt idx="4">
                  <c:v>3800</c:v>
                </c:pt>
                <c:pt idx="5">
                  <c:v>3899</c:v>
                </c:pt>
                <c:pt idx="6">
                  <c:v>4028</c:v>
                </c:pt>
                <c:pt idx="7">
                  <c:v>4129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65968384"/>
        <c:axId val="865983264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事業利益率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dPt>
            <c:idx val="3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A-2198-4F5D-BC7D-B8A45D6AFD3B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8000"/>
                </a:solidFill>
                <a:ln w="9525">
                  <a:noFill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9-2198-4F5D-BC7D-B8A45D6AFD3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198-4F5D-BC7D-B8A45D6AFD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198-4F5D-BC7D-B8A45D6AFD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198-4F5D-BC7D-B8A45D6AFD3B}"/>
                </c:ext>
              </c:extLst>
            </c:dLbl>
            <c:dLbl>
              <c:idx val="3"/>
              <c:layout>
                <c:manualLayout>
                  <c:x val="-4.3011235682677257E-2"/>
                  <c:y val="-7.313279915235057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198-4F5D-BC7D-B8A45D6AFD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198-4F5D-BC7D-B8A45D6AFD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198-4F5D-BC7D-B8A45D6AFD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198-4F5D-BC7D-B8A45D6AFD3B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8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8.9</c:v>
                </c:pt>
                <c:pt idx="1">
                  <c:v>8.8000000000000007</c:v>
                </c:pt>
                <c:pt idx="2">
                  <c:v>8.9</c:v>
                </c:pt>
                <c:pt idx="3">
                  <c:v>10.1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  <c:pt idx="7">
                  <c:v>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198-4F5D-BC7D-B8A45D6AFD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35972112"/>
        <c:axId val="1735971632"/>
      </c:lineChart>
      <c:valAx>
        <c:axId val="1735971632"/>
        <c:scaling>
          <c:orientation val="minMax"/>
          <c:max val="12"/>
          <c:min val="-6"/>
        </c:scaling>
        <c:delete val="0"/>
        <c:axPos val="r"/>
        <c:numFmt formatCode="0.0&quot;%&quot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2112"/>
        <c:crosses val="max"/>
        <c:crossBetween val="between"/>
        <c:majorUnit val="5"/>
      </c:valAx>
      <c:catAx>
        <c:axId val="1735972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5971632"/>
        <c:crossesAt val="-6"/>
        <c:auto val="0"/>
        <c:lblAlgn val="ctr"/>
        <c:lblOffset val="100"/>
        <c:noMultiLvlLbl val="0"/>
      </c:catAx>
      <c:valAx>
        <c:axId val="865983264"/>
        <c:scaling>
          <c:orientation val="minMax"/>
          <c:max val="6000"/>
        </c:scaling>
        <c:delete val="0"/>
        <c:axPos val="l"/>
        <c:numFmt formatCode="#,##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5968384"/>
        <c:crosses val="autoZero"/>
        <c:crossBetween val="between"/>
        <c:majorUnit val="2000"/>
      </c:valAx>
      <c:catAx>
        <c:axId val="86596838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6598326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0590656740393595"/>
          <c:y val="0.13483411346082039"/>
          <c:w val="0.32597989148976447"/>
          <c:h val="9.741058507568203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224925541077153"/>
          <c:y val="7.5000107373095731E-2"/>
          <c:w val="0.71639371234266214"/>
          <c:h val="0.9045453178887872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30000"/>
              </a:srgb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08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85A-47DD-918B-B28BE6A2BB5E}"/>
              </c:ext>
            </c:extLst>
          </c:dPt>
          <c:dLbls>
            <c:dLbl>
              <c:idx val="0"/>
              <c:layout>
                <c:manualLayout>
                  <c:x val="3.1264378229061956E-3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85A-47DD-918B-B28BE6A2BB5E}"/>
                </c:ext>
              </c:extLst>
            </c:dLbl>
            <c:dLbl>
              <c:idx val="12"/>
              <c:layout>
                <c:manualLayout>
                  <c:x val="0"/>
                  <c:y val="-4.2119044972270684E-3"/>
                </c:manualLayout>
              </c:layout>
              <c:numFmt formatCode="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19050" rIns="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D85A-47DD-918B-B28BE6A2BB5E}"/>
                </c:ext>
              </c:extLst>
            </c:dLbl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マンダム</c:v>
                </c:pt>
                <c:pt idx="1">
                  <c:v>ライオン</c:v>
                </c:pt>
                <c:pt idx="2">
                  <c:v>ピジョン</c:v>
                </c:pt>
                <c:pt idx="3">
                  <c:v>ロート製薬</c:v>
                </c:pt>
                <c:pt idx="4">
                  <c:v>花王</c:v>
                </c:pt>
                <c:pt idx="5">
                  <c:v>小林製薬</c:v>
                </c:pt>
                <c:pt idx="6">
                  <c:v>ユニ・チャーム</c:v>
                </c:pt>
                <c:pt idx="7">
                  <c:v>Henkel AG &amp; Co KGaA</c:v>
                </c:pt>
                <c:pt idx="8">
                  <c:v>I-ne</c:v>
                </c:pt>
                <c:pt idx="9">
                  <c:v>Univer PLC</c:v>
                </c:pt>
                <c:pt idx="10">
                  <c:v>Kenvue Inc</c:v>
                </c:pt>
                <c:pt idx="11">
                  <c:v>Colgate-Palmolive Co</c:v>
                </c:pt>
                <c:pt idx="12">
                  <c:v>Procter &amp; Gmable Co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0.4</c:v>
                </c:pt>
                <c:pt idx="1">
                  <c:v>3.7</c:v>
                </c:pt>
                <c:pt idx="2">
                  <c:v>4</c:v>
                </c:pt>
                <c:pt idx="3">
                  <c:v>4.3</c:v>
                </c:pt>
                <c:pt idx="4">
                  <c:v>4.5</c:v>
                </c:pt>
                <c:pt idx="5">
                  <c:v>6.9</c:v>
                </c:pt>
                <c:pt idx="6">
                  <c:v>8.1999999999999993</c:v>
                </c:pt>
                <c:pt idx="7">
                  <c:v>9.8000000000000007</c:v>
                </c:pt>
                <c:pt idx="8">
                  <c:v>10.6</c:v>
                </c:pt>
                <c:pt idx="9">
                  <c:v>14.8</c:v>
                </c:pt>
                <c:pt idx="10">
                  <c:v>18.2</c:v>
                </c:pt>
                <c:pt idx="11">
                  <c:v>19.3</c:v>
                </c:pt>
                <c:pt idx="12">
                  <c:v>28.1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5A-47DD-918B-B28BE6A2BB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887103632"/>
        <c:axId val="887104112"/>
      </c:barChart>
      <c:catAx>
        <c:axId val="8871036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87104112"/>
        <c:crosses val="autoZero"/>
        <c:auto val="1"/>
        <c:lblAlgn val="ctr"/>
        <c:lblOffset val="100"/>
        <c:noMultiLvlLbl val="0"/>
      </c:catAx>
      <c:valAx>
        <c:axId val="88710411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871036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14299535873885"/>
          <c:y val="9.5358389348115441E-2"/>
          <c:w val="0.78785346394460387"/>
          <c:h val="0.676394431449465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5687852783303808E-5"/>
                  <c:y val="0.113499195079199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BED-4CCA-8E87-AABBBF18F60C}"/>
                </c:ext>
              </c:extLst>
            </c:dLbl>
            <c:dLbl>
              <c:idx val="1"/>
              <c:layout>
                <c:manualLayout>
                  <c:x val="-1.9706355834996805E-4"/>
                  <c:y val="0.12631542697130424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BED-4CCA-8E87-AABBBF18F60C}"/>
                </c:ext>
              </c:extLst>
            </c:dLbl>
            <c:dLbl>
              <c:idx val="2"/>
              <c:layout>
                <c:manualLayout>
                  <c:x val="6.5687852783302345E-5"/>
                  <c:y val="0.1452314242098290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107748649798996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6-6BED-4CCA-8E87-AABBBF18F60C}"/>
                </c:ext>
              </c:extLst>
            </c:dLbl>
            <c:dLbl>
              <c:idx val="3"/>
              <c:layout>
                <c:manualLayout>
                  <c:x val="1.3149734973843001E-4"/>
                  <c:y val="0.15694778433589265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pPr>
                  <a:endParaRPr lang="ja-JP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0074212676344513E-2"/>
                      <c:h val="0.1039411287072346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BED-4CCA-8E87-AABBBF18F60C}"/>
                </c:ext>
              </c:extLst>
            </c:dLbl>
            <c:dLbl>
              <c:idx val="4"/>
              <c:layout>
                <c:manualLayout>
                  <c:x val="-1.1328996328723893E-16"/>
                  <c:y val="0.18233161700728615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51485087"/>
        <c:axId val="1851487967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9050" cap="rnd">
              <a:solidFill>
                <a:srgbClr val="008000"/>
              </a:solidFill>
              <a:round/>
              <a:headEnd type="none"/>
            </a:ln>
            <a:effectLst/>
          </c:spPr>
          <c:marker>
            <c:symbol val="circle"/>
            <c:size val="6"/>
            <c:spPr>
              <a:solidFill>
                <a:srgbClr val="008000"/>
              </a:solidFill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4.299415937673419E-2"/>
                  <c:y val="-9.44637588670419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ED-4CCA-8E87-AABBBF18F60C}"/>
                </c:ext>
              </c:extLst>
            </c:dLbl>
            <c:dLbl>
              <c:idx val="1"/>
              <c:layout>
                <c:manualLayout>
                  <c:x val="-4.5427286101496489E-2"/>
                  <c:y val="-0.1012974951397068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BED-4CCA-8E87-AABBBF18F60C}"/>
                </c:ext>
              </c:extLst>
            </c:dLbl>
            <c:dLbl>
              <c:idx val="2"/>
              <c:layout>
                <c:manualLayout>
                  <c:x val="-4.4836338714790397E-2"/>
                  <c:y val="-0.1005646172811738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BED-4CCA-8E87-AABBBF18F60C}"/>
                </c:ext>
              </c:extLst>
            </c:dLbl>
            <c:dLbl>
              <c:idx val="3"/>
              <c:layout>
                <c:manualLayout>
                  <c:x val="-4.700720060510688E-2"/>
                  <c:y val="-8.10341218675794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BED-4CCA-8E87-AABBBF18F60C}"/>
                </c:ext>
              </c:extLst>
            </c:dLbl>
            <c:dLbl>
              <c:idx val="4"/>
              <c:layout>
                <c:manualLayout>
                  <c:x val="-9.5392872965288464E-2"/>
                  <c:y val="-3.343580350479195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ED-4CCA-8E87-AABBBF18F6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45</c:v>
                </c:pt>
                <c:pt idx="3">
                  <c:v>70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BED-4CCA-8E87-AABBBF18F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4381887"/>
        <c:axId val="2044377567"/>
      </c:lineChart>
      <c:catAx>
        <c:axId val="1851485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008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851487967"/>
        <c:crosses val="autoZero"/>
        <c:auto val="1"/>
        <c:lblAlgn val="ctr"/>
        <c:lblOffset val="100"/>
        <c:noMultiLvlLbl val="0"/>
      </c:catAx>
      <c:valAx>
        <c:axId val="1851487967"/>
        <c:scaling>
          <c:orientation val="minMax"/>
          <c:max val="2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851485087"/>
        <c:crosses val="autoZero"/>
        <c:crossBetween val="between"/>
        <c:majorUnit val="10"/>
        <c:minorUnit val="5"/>
      </c:valAx>
      <c:valAx>
        <c:axId val="2044377567"/>
        <c:scaling>
          <c:orientation val="minMax"/>
          <c:max val="100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 w="6350">
            <a:solidFill>
              <a:srgbClr val="008000"/>
            </a:solidFill>
          </a:ln>
          <a:effectLst/>
        </c:spPr>
        <c:txPr>
          <a:bodyPr rot="-60000000" spcFirstLastPara="1" vertOverflow="ellipsis" vert="horz" wrap="square" anchor="t" anchorCtr="0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44381887"/>
        <c:crosses val="max"/>
        <c:crossBetween val="between"/>
        <c:majorUnit val="50"/>
      </c:valAx>
      <c:catAx>
        <c:axId val="2044381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43775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spPr>
              <a:solidFill>
                <a:srgbClr val="008000">
                  <a:alpha val="2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963-4902-A049-73BA0FAAA7B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148000</c:v>
                </c:pt>
                <c:pt idx="1">
                  <c:v>163200</c:v>
                </c:pt>
                <c:pt idx="2">
                  <c:v>171300</c:v>
                </c:pt>
                <c:pt idx="3">
                  <c:v>177900</c:v>
                </c:pt>
                <c:pt idx="4">
                  <c:v>186700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1"/>
              <c:layout>
                <c:manualLayout>
                  <c:x val="-5.5672594775333387E-2"/>
                  <c:y val="0.1090054921793407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703-495F-9727-140EF478E0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2020年度</c:v>
                </c:pt>
                <c:pt idx="1">
                  <c:v>2021年度</c:v>
                </c:pt>
                <c:pt idx="2">
                  <c:v>2022年度</c:v>
                </c:pt>
                <c:pt idx="3">
                  <c:v>2023年度</c:v>
                </c:pt>
                <c:pt idx="4">
                  <c:v>2024年度 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100.8</c:v>
                </c:pt>
                <c:pt idx="1">
                  <c:v>110.3</c:v>
                </c:pt>
                <c:pt idx="2">
                  <c:v>105</c:v>
                </c:pt>
                <c:pt idx="3">
                  <c:v>103.9</c:v>
                </c:pt>
                <c:pt idx="4">
                  <c:v>104.9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  <c:majorUnit val="4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0367552534579634"/>
          <c:y val="0"/>
          <c:w val="0.37145410741350809"/>
          <c:h val="9.050990798928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097810039370081E-2"/>
          <c:y val="0.11801371075210933"/>
          <c:w val="0.92440218996062995"/>
          <c:h val="0.7325067216715845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6"/>
              <c:layout>
                <c:manualLayout>
                  <c:x val="-8.3454819859657947E-17"/>
                  <c:y val="1.317727656474969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 formatCode="#,##0">
                  <c:v>1427</c:v>
                </c:pt>
                <c:pt idx="1">
                  <c:v>1500</c:v>
                </c:pt>
                <c:pt idx="2">
                  <c:v>1570</c:v>
                </c:pt>
                <c:pt idx="3">
                  <c:v>1688</c:v>
                </c:pt>
                <c:pt idx="4">
                  <c:v>1788</c:v>
                </c:pt>
                <c:pt idx="5">
                  <c:v>1919</c:v>
                </c:pt>
                <c:pt idx="6">
                  <c:v>2084</c:v>
                </c:pt>
                <c:pt idx="7">
                  <c:v>2164</c:v>
                </c:pt>
                <c:pt idx="8">
                  <c:v>2271</c:v>
                </c:pt>
                <c:pt idx="9">
                  <c:v>2310</c:v>
                </c:pt>
                <c:pt idx="10">
                  <c:v>2160</c:v>
                </c:pt>
                <c:pt idx="11">
                  <c:v>2250</c:v>
                </c:pt>
                <c:pt idx="12">
                  <c:v>2270</c:v>
                </c:pt>
                <c:pt idx="13">
                  <c:v>2295</c:v>
                </c:pt>
                <c:pt idx="14">
                  <c:v>2331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03-495F-9727-140EF478E05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46069503"/>
        <c:axId val="14607238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前年度比</c:v>
                </c:pt>
              </c:strCache>
            </c:strRef>
          </c:tx>
          <c:spPr>
            <a:ln w="28575" cap="rnd">
              <a:solidFill>
                <a:srgbClr val="008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c:spPr>
          </c:marker>
          <c:dLbls>
            <c:dLbl>
              <c:idx val="7"/>
              <c:layout>
                <c:manualLayout>
                  <c:x val="-5.1979631531662233E-2"/>
                  <c:y val="5.00518617485795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8F7-4511-AFA0-BA26AD753E06}"/>
                </c:ext>
              </c:extLst>
            </c:dLbl>
            <c:dLbl>
              <c:idx val="8"/>
              <c:layout>
                <c:manualLayout>
                  <c:x val="-4.7427497862379049E-2"/>
                  <c:y val="4.56594362269963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F7-4511-AFA0-BA26AD753E06}"/>
                </c:ext>
              </c:extLst>
            </c:dLbl>
            <c:dLbl>
              <c:idx val="9"/>
              <c:layout>
                <c:manualLayout>
                  <c:x val="-6.1083898870228526E-2"/>
                  <c:y val="5.444428727016287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8F7-4511-AFA0-BA26AD753E06}"/>
                </c:ext>
              </c:extLst>
            </c:dLbl>
            <c:dLbl>
              <c:idx val="10"/>
              <c:layout>
                <c:manualLayout>
                  <c:x val="-3.2667294048658806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8F7-4511-AFA0-BA26AD753E06}"/>
                </c:ext>
              </c:extLst>
            </c:dLbl>
            <c:dLbl>
              <c:idx val="11"/>
              <c:layout>
                <c:manualLayout>
                  <c:x val="-4.2875364193095858E-2"/>
                  <c:y val="6.322913831332935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8F7-4511-AFA0-BA26AD753E06}"/>
                </c:ext>
              </c:extLst>
            </c:dLbl>
            <c:dLbl>
              <c:idx val="12"/>
              <c:layout>
                <c:manualLayout>
                  <c:x val="-4.2875364193095941E-2"/>
                  <c:y val="3.68745851838299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8F7-4511-AFA0-BA26AD753E06}"/>
                </c:ext>
              </c:extLst>
            </c:dLbl>
            <c:dLbl>
              <c:idx val="13"/>
              <c:layout>
                <c:manualLayout>
                  <c:x val="-4.5151431027737367E-2"/>
                  <c:y val="3.687458518382984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8F7-4511-AFA0-BA26AD753E06}"/>
                </c:ext>
              </c:extLst>
            </c:dLbl>
            <c:dLbl>
              <c:idx val="14"/>
              <c:layout>
                <c:manualLayout>
                  <c:x val="-4.2875364193095775E-2"/>
                  <c:y val="4.12670107054131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8F7-4511-AFA0-BA26AD753E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numCache>
            </c:num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105.7</c:v>
                </c:pt>
                <c:pt idx="1">
                  <c:v>105.1</c:v>
                </c:pt>
                <c:pt idx="2">
                  <c:v>104.7</c:v>
                </c:pt>
                <c:pt idx="3">
                  <c:v>107.5</c:v>
                </c:pt>
                <c:pt idx="4">
                  <c:v>105.9</c:v>
                </c:pt>
                <c:pt idx="5">
                  <c:v>107.3</c:v>
                </c:pt>
                <c:pt idx="6">
                  <c:v>108.6</c:v>
                </c:pt>
                <c:pt idx="7">
                  <c:v>103.8</c:v>
                </c:pt>
                <c:pt idx="8">
                  <c:v>104.9</c:v>
                </c:pt>
                <c:pt idx="9">
                  <c:v>101.7</c:v>
                </c:pt>
                <c:pt idx="10">
                  <c:v>93.5</c:v>
                </c:pt>
                <c:pt idx="11">
                  <c:v>104.2</c:v>
                </c:pt>
                <c:pt idx="12">
                  <c:v>100.9</c:v>
                </c:pt>
                <c:pt idx="13">
                  <c:v>101.1</c:v>
                </c:pt>
                <c:pt idx="14">
                  <c:v>101.6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03-495F-9727-140EF478E0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9871999"/>
        <c:axId val="309760175"/>
      </c:lineChart>
      <c:catAx>
        <c:axId val="146069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72383"/>
        <c:crosses val="autoZero"/>
        <c:auto val="1"/>
        <c:lblAlgn val="ctr"/>
        <c:lblOffset val="100"/>
        <c:noMultiLvlLbl val="0"/>
      </c:catAx>
      <c:valAx>
        <c:axId val="146072383"/>
        <c:scaling>
          <c:orientation val="minMax"/>
          <c:max val="25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6069503"/>
        <c:crosses val="autoZero"/>
        <c:crossBetween val="between"/>
        <c:majorUnit val="500"/>
      </c:valAx>
      <c:valAx>
        <c:axId val="3097601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bg1">
                <a:lumMod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71999"/>
        <c:crosses val="max"/>
        <c:crossBetween val="between"/>
      </c:valAx>
      <c:catAx>
        <c:axId val="49871999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097601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2246669728902516"/>
          <c:y val="1.3692608377911841E-2"/>
          <c:w val="0.32775362418838949"/>
          <c:h val="7.90324679011910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★☆☆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13722334</c:v>
                </c:pt>
                <c:pt idx="1">
                  <c:v>38656205</c:v>
                </c:pt>
                <c:pt idx="2">
                  <c:v>64918260</c:v>
                </c:pt>
                <c:pt idx="3">
                  <c:v>82771891</c:v>
                </c:pt>
                <c:pt idx="4">
                  <c:v>100297148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FA-4C63-BCD0-8E89C714810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★★☆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28630021</c:v>
                </c:pt>
                <c:pt idx="1">
                  <c:v>105628589</c:v>
                </c:pt>
                <c:pt idx="2">
                  <c:v>218890490</c:v>
                </c:pt>
                <c:pt idx="3">
                  <c:v>361162105</c:v>
                </c:pt>
                <c:pt idx="4">
                  <c:v>521947171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FA-4C63-BCD0-8E89C714810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★★★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55864109</c:v>
                </c:pt>
                <c:pt idx="1">
                  <c:v>177174878</c:v>
                </c:pt>
                <c:pt idx="2">
                  <c:v>445836708</c:v>
                </c:pt>
                <c:pt idx="3">
                  <c:v>911919010</c:v>
                </c:pt>
                <c:pt idx="4">
                  <c:v>1597840586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14813960"/>
        <c:axId val="1114811800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ワースト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-60430724</c:v>
                </c:pt>
                <c:pt idx="1">
                  <c:v>-47971889</c:v>
                </c:pt>
                <c:pt idx="2">
                  <c:v>-41420214</c:v>
                </c:pt>
                <c:pt idx="3">
                  <c:v>-43165878</c:v>
                </c:pt>
                <c:pt idx="4">
                  <c:v>-50947340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FFA-4C63-BCD0-8E89C714810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ベース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-60476509</c:v>
                </c:pt>
                <c:pt idx="1">
                  <c:v>-55018295</c:v>
                </c:pt>
                <c:pt idx="2">
                  <c:v>-31810577</c:v>
                </c:pt>
                <c:pt idx="3">
                  <c:v>-13404726</c:v>
                </c:pt>
                <c:pt idx="4">
                  <c:v>-14266845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FA-4C63-BCD0-8E89C714810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ベスト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2027年</c:v>
                </c:pt>
                <c:pt idx="1">
                  <c:v>2028年</c:v>
                </c:pt>
                <c:pt idx="2">
                  <c:v>2029年</c:v>
                </c:pt>
                <c:pt idx="3">
                  <c:v>2030年</c:v>
                </c:pt>
                <c:pt idx="4">
                  <c:v>2031年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-70390892</c:v>
                </c:pt>
                <c:pt idx="1">
                  <c:v>-53607468</c:v>
                </c:pt>
                <c:pt idx="2">
                  <c:v>29254693</c:v>
                </c:pt>
                <c:pt idx="3">
                  <c:v>-182049035</c:v>
                </c:pt>
                <c:pt idx="4">
                  <c:v>391402126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FFA-4C63-BCD0-8E89C71481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8815992"/>
        <c:axId val="1108827152"/>
      </c:lineChart>
      <c:catAx>
        <c:axId val="1114813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1800"/>
        <c:crosses val="autoZero"/>
        <c:auto val="1"/>
        <c:lblAlgn val="ctr"/>
        <c:lblOffset val="100"/>
        <c:noMultiLvlLbl val="0"/>
      </c:catAx>
      <c:valAx>
        <c:axId val="111481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4813960"/>
        <c:crosses val="autoZero"/>
        <c:crossBetween val="between"/>
        <c:dispUnits>
          <c:builtInUnit val="millions"/>
        </c:dispUnits>
      </c:valAx>
      <c:valAx>
        <c:axId val="110882715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8815992"/>
        <c:crosses val="max"/>
        <c:crossBetween val="between"/>
        <c:dispUnits>
          <c:builtInUnit val="millions"/>
        </c:dispUnits>
      </c:valAx>
      <c:catAx>
        <c:axId val="110881599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882715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2"/>
              </a:solidFill>
              <a:prstDash val="sysDot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1.5</c:v>
                </c:pt>
                <c:pt idx="1">
                  <c:v>2</c:v>
                </c:pt>
                <c:pt idx="2">
                  <c:v>2.5</c:v>
                </c:pt>
                <c:pt idx="3">
                  <c:v>3</c:v>
                </c:pt>
                <c:pt idx="4">
                  <c:v>3.1</c:v>
                </c:pt>
                <c:pt idx="5">
                  <c:v>3.2</c:v>
                </c:pt>
                <c:pt idx="6">
                  <c:v>3.3</c:v>
                </c:pt>
                <c:pt idx="7">
                  <c:v>3.4</c:v>
                </c:pt>
                <c:pt idx="8">
                  <c:v>3.5</c:v>
                </c:pt>
                <c:pt idx="9">
                  <c:v>3.6</c:v>
                </c:pt>
                <c:pt idx="10">
                  <c:v>3.7</c:v>
                </c:pt>
                <c:pt idx="11">
                  <c:v>3.8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154-44D8-9BD9-A6058AC5C35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2.2000000000000002</c:v>
                </c:pt>
                <c:pt idx="1">
                  <c:v>2.6</c:v>
                </c:pt>
                <c:pt idx="2">
                  <c:v>3</c:v>
                </c:pt>
                <c:pt idx="3">
                  <c:v>3.3</c:v>
                </c:pt>
                <c:pt idx="4">
                  <c:v>3.7</c:v>
                </c:pt>
                <c:pt idx="5">
                  <c:v>4.0999999999999996</c:v>
                </c:pt>
                <c:pt idx="6">
                  <c:v>4.5</c:v>
                </c:pt>
                <c:pt idx="7">
                  <c:v>4.8</c:v>
                </c:pt>
                <c:pt idx="8">
                  <c:v>5.0999999999999996</c:v>
                </c:pt>
                <c:pt idx="9">
                  <c:v>5.4</c:v>
                </c:pt>
                <c:pt idx="10">
                  <c:v>5.7</c:v>
                </c:pt>
                <c:pt idx="11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154-44D8-9BD9-A6058AC5C3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01114400"/>
        <c:axId val="1939345392"/>
      </c:lineChart>
      <c:catAx>
        <c:axId val="1401114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5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9345392"/>
        <c:crosses val="autoZero"/>
        <c:auto val="1"/>
        <c:lblAlgn val="ctr"/>
        <c:lblOffset val="100"/>
        <c:noMultiLvlLbl val="0"/>
      </c:catAx>
      <c:valAx>
        <c:axId val="1939345392"/>
        <c:scaling>
          <c:orientation val="minMax"/>
          <c:max val="7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bg1">
                <a:lumMod val="50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01114400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予想PER</c:v>
                </c:pt>
              </c:strCache>
            </c:strRef>
          </c:tx>
          <c:spPr>
            <a:solidFill>
              <a:srgbClr val="B23A2E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2FA0-4849-82F7-E74AA15D55C5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2FA0-4849-82F7-E74AA15D55C5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2FA0-4849-82F7-E74AA15D55C5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2FA0-4849-82F7-E74AA15D55C5}"/>
              </c:ext>
            </c:extLst>
          </c:dPt>
          <c:dLbls>
            <c:dLbl>
              <c:idx val="0"/>
              <c:numFmt formatCode="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lang="ja-JP" sz="1200" b="1" i="0" u="none" strike="noStrike">
                      <a:solidFill>
                        <a:srgbClr val="C00000"/>
                      </a:solidFill>
                      <a:latin typeface="+mn-ea"/>
                      <a:ea typeface="+mn-ea"/>
                    </a:defRPr>
                  </a:pPr>
                  <a:endParaRPr lang="ja-JP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2FA0-4849-82F7-E74AA15D55C5}"/>
                </c:ext>
              </c:extLst>
            </c:dLbl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lang="ja-JP" sz="800" b="0" i="0" u="none" strike="noStrike">
                    <a:solidFill>
                      <a:schemeClr val="tx1"/>
                    </a:solidFill>
                    <a:latin typeface="+mn-ea"/>
                    <a:ea typeface="+mn-ea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ライオン</c:v>
                </c:pt>
                <c:pt idx="1">
                  <c:v>花王</c:v>
                </c:pt>
                <c:pt idx="2">
                  <c:v>ユニ・チャーム</c:v>
                </c:pt>
                <c:pt idx="3">
                  <c:v>資生堂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19.2</c:v>
                </c:pt>
                <c:pt idx="1">
                  <c:v>22.7</c:v>
                </c:pt>
                <c:pt idx="2">
                  <c:v>23.5</c:v>
                </c:pt>
                <c:pt idx="3">
                  <c:v>32.4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FA0-4849-82F7-E74AA15D55C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lang="ja-JP" sz="800" b="0" i="0" u="none" strike="noStrike">
                <a:solidFill>
                  <a:schemeClr val="tx1"/>
                </a:solidFill>
                <a:latin typeface="+mn-ea"/>
                <a:ea typeface="+mn-ea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solidFill>
              <a:schemeClr val="accent5">
                <a:alpha val="9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50" b="0" i="0" u="none" strike="noStrike" kern="1200" baseline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事業者C</c:v>
                </c:pt>
                <c:pt idx="1">
                  <c:v>事業者B</c:v>
                </c:pt>
                <c:pt idx="2">
                  <c:v>事業者A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46.8</c:v>
                </c:pt>
                <c:pt idx="1">
                  <c:v>35.200000000000003</c:v>
                </c:pt>
                <c:pt idx="2">
                  <c:v>29.2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09-4DA0-9B33-CD568A4C1E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5">
                <a:alpha val="7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50" b="0" i="0" u="none" strike="noStrike" kern="1200" baseline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事業者C</c:v>
                </c:pt>
                <c:pt idx="1">
                  <c:v>事業者B</c:v>
                </c:pt>
                <c:pt idx="2">
                  <c:v>事業者A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12.6</c:v>
                </c:pt>
                <c:pt idx="1">
                  <c:v>15</c:v>
                </c:pt>
                <c:pt idx="2">
                  <c:v>11.6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D09-4DA0-9B33-CD568A4C1E4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5">
                <a:alpha val="4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50" b="0" i="0" u="none" strike="noStrike" kern="1200" baseline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pPr>
                <a:endParaRPr lang="ja-JP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事業者C</c:v>
                </c:pt>
                <c:pt idx="1">
                  <c:v>事業者B</c:v>
                </c:pt>
                <c:pt idx="2">
                  <c:v>事業者A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16</c:v>
                </c:pt>
                <c:pt idx="1">
                  <c:v>13</c:v>
                </c:pt>
                <c:pt idx="2">
                  <c:v>17.600000000000001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D09-4DA0-9B33-CD568A4C1E45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0"/>
        <c:axId val="644330351"/>
        <c:axId val="881978543"/>
      </c:barChart>
      <c:catAx>
        <c:axId val="644330351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81978543"/>
        <c:crosses val="autoZero"/>
        <c:auto val="1"/>
        <c:lblAlgn val="ctr"/>
        <c:lblOffset val="100"/>
        <c:noMultiLvlLbl val="0"/>
      </c:catAx>
      <c:valAx>
        <c:axId val="88197854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443303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617461955296191"/>
          <c:y val="0.11282151507100002"/>
          <c:w val="0.80905556200927975"/>
          <c:h val="0.7704263877975092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dLbls>
            <c:dLbl>
              <c:idx val="3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lnSpc>
                        <a:spcPts val="400"/>
                      </a:lnSpc>
                      <a:defRPr lang="ja-JP" sz="400" b="0" i="0" u="none" strike="noStrike" kern="1200" baseline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ja-JP" altLang="en-US"/>
                      <a:t>約</a:t>
                    </a:r>
                    <a:fld id="{640A00DE-72A0-485F-88AC-263B541BEA31}" type="VALUE">
                      <a:rPr lang="en-US" altLang="ja-JP" smtClean="0"/>
                      <a:pPr>
                        <a:lnSpc>
                          <a:spcPts val="400"/>
                        </a:lnSpc>
                        <a:defRPr lang="ja-JP" sz="400">
                          <a:solidFill>
                            <a:srgbClr val="FFFFFF"/>
                          </a:solidFill>
                        </a:defRPr>
                      </a:pPr>
                      <a:t>[値]</a:t>
                    </a:fld>
                    <a:endParaRPr lang="ja-JP" alt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lnSpc>
                      <a:spcPts val="400"/>
                    </a:lnSpc>
                    <a:defRPr lang="ja-JP" sz="400" b="0" i="0" u="none" strike="noStrike" kern="1200" baseline="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 alt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AFAF-4995-8634-1C6ED284303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ja-JP" sz="40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Sheet1!$A$2:$A$5</c:f>
              <c:numCache>
                <c:formatCode>General</c:formatCode>
                <c:ptCount val="4"/>
                <c:pt idx="0">
                  <c:v>2025</c:v>
                </c:pt>
                <c:pt idx="1">
                  <c:v>2040</c:v>
                </c:pt>
                <c:pt idx="2">
                  <c:v>2050</c:v>
                </c:pt>
                <c:pt idx="3">
                  <c:v>2060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1.24</c:v>
                </c:pt>
                <c:pt idx="1">
                  <c:v>1.1100000000000001</c:v>
                </c:pt>
                <c:pt idx="2">
                  <c:v>1.04</c:v>
                </c:pt>
                <c:pt idx="3">
                  <c:v>0.96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AF-4995-8634-1C6ED28430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2"/>
        <c:overlap val="-27"/>
        <c:axId val="1980314448"/>
        <c:axId val="1605019888"/>
      </c:barChart>
      <c:catAx>
        <c:axId val="1980314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1605019888"/>
        <c:crosses val="autoZero"/>
        <c:auto val="1"/>
        <c:lblAlgn val="ctr"/>
        <c:lblOffset val="100"/>
        <c:noMultiLvlLbl val="0"/>
      </c:catAx>
      <c:valAx>
        <c:axId val="1605019888"/>
        <c:scaling>
          <c:orientation val="minMax"/>
          <c:max val="1.5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980314448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269412181314568"/>
          <c:y val="9.4594567143521699E-2"/>
          <c:w val="0.82016119078303062"/>
          <c:h val="0.7910902345498361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140</c:v>
                </c:pt>
                <c:pt idx="1">
                  <c:v>140</c:v>
                </c:pt>
                <c:pt idx="2">
                  <c:v>140</c:v>
                </c:pt>
                <c:pt idx="3">
                  <c:v>140</c:v>
                </c:pt>
                <c:pt idx="4">
                  <c:v>140</c:v>
                </c:pt>
                <c:pt idx="5">
                  <c:v>140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03-49AD-B2D2-89FD4B604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745157039"/>
        <c:axId val="745168079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140</c:v>
                </c:pt>
                <c:pt idx="1">
                  <c:v>140</c:v>
                </c:pt>
                <c:pt idx="2">
                  <c:v>140</c:v>
                </c:pt>
                <c:pt idx="3">
                  <c:v>140</c:v>
                </c:pt>
                <c:pt idx="4">
                  <c:v>140</c:v>
                </c:pt>
                <c:pt idx="5">
                  <c:v>140</c:v>
                </c:pt>
                <c:pt idx="6">
                  <c:v>140</c:v>
                </c:pt>
                <c:pt idx="7">
                  <c:v>140</c:v>
                </c:pt>
                <c:pt idx="8">
                  <c:v>140</c:v>
                </c:pt>
                <c:pt idx="9">
                  <c:v>140</c:v>
                </c:pt>
                <c:pt idx="10">
                  <c:v>140</c:v>
                </c:pt>
                <c:pt idx="11">
                  <c:v>140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03-49AD-B2D2-89FD4B60464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008D2E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140</c:v>
                </c:pt>
                <c:pt idx="1">
                  <c:v>140</c:v>
                </c:pt>
                <c:pt idx="2">
                  <c:v>140</c:v>
                </c:pt>
                <c:pt idx="3">
                  <c:v>140</c:v>
                </c:pt>
                <c:pt idx="4">
                  <c:v>140</c:v>
                </c:pt>
                <c:pt idx="5">
                  <c:v>140</c:v>
                </c:pt>
                <c:pt idx="6">
                  <c:v>140</c:v>
                </c:pt>
                <c:pt idx="7">
                  <c:v>140</c:v>
                </c:pt>
                <c:pt idx="8">
                  <c:v>140</c:v>
                </c:pt>
                <c:pt idx="9">
                  <c:v>140</c:v>
                </c:pt>
                <c:pt idx="10">
                  <c:v>140</c:v>
                </c:pt>
                <c:pt idx="11">
                  <c:v>140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03-49AD-B2D2-89FD4B604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5157039"/>
        <c:axId val="745168079"/>
      </c:lineChart>
      <c:catAx>
        <c:axId val="74515703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68079"/>
        <c:crosses val="autoZero"/>
        <c:auto val="1"/>
        <c:lblAlgn val="ctr"/>
        <c:lblOffset val="100"/>
        <c:noMultiLvlLbl val="0"/>
      </c:catAx>
      <c:valAx>
        <c:axId val="745168079"/>
        <c:scaling>
          <c:orientation val="minMax"/>
          <c:max val="160"/>
          <c:min val="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#,##0.0_);[Red]\(#,##0.0\)" sourceLinked="0"/>
        <c:majorTickMark val="out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57039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  <a:prstDash val="dash"/>
    </a:ln>
    <a:effectLst/>
  </c:spPr>
  <c:txPr>
    <a:bodyPr/>
    <a:lstStyle/>
    <a:p>
      <a:pPr>
        <a:defRPr baseline="0">
          <a:latin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269412181314568"/>
          <c:y val="9.4594567143521699E-2"/>
          <c:w val="0.82016119078303062"/>
          <c:h val="0.7910902345498361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DA-47CC-A4EB-5EB8A792D4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745157039"/>
        <c:axId val="745168079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20</c:v>
                </c:pt>
                <c:pt idx="7">
                  <c:v>20</c:v>
                </c:pt>
                <c:pt idx="8">
                  <c:v>20</c:v>
                </c:pt>
                <c:pt idx="9">
                  <c:v>20</c:v>
                </c:pt>
                <c:pt idx="10">
                  <c:v>20</c:v>
                </c:pt>
                <c:pt idx="11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DA-47CC-A4EB-5EB8A792D41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008D2E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20</c:v>
                </c:pt>
                <c:pt idx="7">
                  <c:v>20</c:v>
                </c:pt>
                <c:pt idx="8">
                  <c:v>20</c:v>
                </c:pt>
                <c:pt idx="9">
                  <c:v>20</c:v>
                </c:pt>
                <c:pt idx="10">
                  <c:v>20</c:v>
                </c:pt>
                <c:pt idx="11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DDA-47CC-A4EB-5EB8A792D4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5157039"/>
        <c:axId val="745168079"/>
      </c:lineChart>
      <c:catAx>
        <c:axId val="74515703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68079"/>
        <c:crosses val="autoZero"/>
        <c:auto val="1"/>
        <c:lblAlgn val="ctr"/>
        <c:lblOffset val="100"/>
        <c:noMultiLvlLbl val="0"/>
      </c:catAx>
      <c:valAx>
        <c:axId val="745168079"/>
        <c:scaling>
          <c:orientation val="minMax"/>
          <c:max val="24"/>
          <c:min val="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#,##0.0_);[Red]\(#,##0.0\)" sourceLinked="0"/>
        <c:majorTickMark val="out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57039"/>
        <c:crosses val="autoZero"/>
        <c:crossBetween val="between"/>
        <c:majorUnit val="6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  <a:prstDash val="dash"/>
    </a:ln>
    <a:effectLst/>
  </c:spPr>
  <c:txPr>
    <a:bodyPr/>
    <a:lstStyle/>
    <a:p>
      <a:pPr>
        <a:defRPr baseline="0">
          <a:latin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269412181314568"/>
          <c:y val="9.4594567143521699E-2"/>
          <c:w val="0.82016119078303062"/>
          <c:h val="0.7910902345498361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D2E">
                <a:alpha val="7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F6-4A66-BB5A-3F43AD9D6F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745157039"/>
        <c:axId val="745168079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12700" cap="rnd">
              <a:solidFill>
                <a:schemeClr val="accent2"/>
              </a:solidFill>
              <a:prstDash val="sys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  <c:pt idx="8">
                  <c:v>4</c:v>
                </c:pt>
                <c:pt idx="9">
                  <c:v>4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1F6-4A66-BB5A-3F43AD9D6F7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008D2E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1"/>
                <c:pt idx="0">
                  <c:v>4月</c:v>
                </c:pt>
                <c:pt idx="2">
                  <c:v>6月</c:v>
                </c:pt>
                <c:pt idx="4">
                  <c:v>8月</c:v>
                </c:pt>
                <c:pt idx="6">
                  <c:v>10月</c:v>
                </c:pt>
                <c:pt idx="8">
                  <c:v>12月</c:v>
                </c:pt>
                <c:pt idx="10">
                  <c:v>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  <c:pt idx="8">
                  <c:v>4</c:v>
                </c:pt>
                <c:pt idx="9">
                  <c:v>4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1F6-4A66-BB5A-3F43AD9D6F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5157039"/>
        <c:axId val="745168079"/>
      </c:lineChart>
      <c:catAx>
        <c:axId val="74515703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4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68079"/>
        <c:crosses val="autoZero"/>
        <c:auto val="1"/>
        <c:lblAlgn val="ctr"/>
        <c:lblOffset val="100"/>
        <c:noMultiLvlLbl val="0"/>
      </c:catAx>
      <c:valAx>
        <c:axId val="745168079"/>
        <c:scaling>
          <c:orientation val="minMax"/>
          <c:max val="8"/>
          <c:min val="0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#,##0.00_);[Red]\(#,##0.00\)" sourceLinked="0"/>
        <c:majorTickMark val="out"/>
        <c:minorTickMark val="none"/>
        <c:tickLblPos val="nextTo"/>
        <c:spPr>
          <a:noFill/>
          <a:ln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+mn-ea"/>
                <a:cs typeface="+mn-cs"/>
              </a:defRPr>
            </a:pPr>
            <a:endParaRPr lang="ja-JP"/>
          </a:p>
        </c:txPr>
        <c:crossAx val="745157039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  <a:prstDash val="dash"/>
    </a:ln>
    <a:effectLst/>
  </c:spPr>
  <c:txPr>
    <a:bodyPr/>
    <a:lstStyle/>
    <a:p>
      <a:pPr>
        <a:defRPr baseline="0">
          <a:latin typeface="Meiryo UI" panose="020B0604030504040204" pitchFamily="50" charset="-128"/>
        </a:defRPr>
      </a:pPr>
      <a:endParaRPr lang="ja-JP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4.725631400046057E-2"/>
          <c:y val="8.0888675295950063E-2"/>
          <c:w val="0.95011127631036485"/>
          <c:h val="0.759762950439039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換算影響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USD</c:v>
                </c:pt>
                <c:pt idx="1">
                  <c:v>CNY</c:v>
                </c:pt>
                <c:pt idx="2">
                  <c:v>THB</c:v>
                </c:pt>
                <c:pt idx="3">
                  <c:v>MYR</c:v>
                </c:pt>
                <c:pt idx="4">
                  <c:v>KRW</c:v>
                </c:pt>
                <c:pt idx="5">
                  <c:v>TWD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25</c:v>
                </c:pt>
                <c:pt idx="2">
                  <c:v>28</c:v>
                </c:pt>
                <c:pt idx="3">
                  <c:v>10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4B-4527-A154-C0627D1C29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取引影響 (ヘッジ後)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USD</c:v>
                </c:pt>
                <c:pt idx="1">
                  <c:v>CNY</c:v>
                </c:pt>
                <c:pt idx="2">
                  <c:v>THB</c:v>
                </c:pt>
                <c:pt idx="3">
                  <c:v>MYR</c:v>
                </c:pt>
                <c:pt idx="4">
                  <c:v>KRW</c:v>
                </c:pt>
                <c:pt idx="5">
                  <c:v>TWD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-120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4B-4527-A154-C0627D1C29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08074159"/>
        <c:axId val="1008074639"/>
      </c:barChart>
      <c:catAx>
        <c:axId val="100807415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6350" cap="flat" cmpd="sng" algn="ctr">
            <a:solidFill>
              <a:srgbClr val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08074639"/>
        <c:crosses val="autoZero"/>
        <c:auto val="1"/>
        <c:lblAlgn val="ctr"/>
        <c:lblOffset val="100"/>
        <c:noMultiLvlLbl val="0"/>
      </c:catAx>
      <c:valAx>
        <c:axId val="1008074639"/>
        <c:scaling>
          <c:orientation val="minMax"/>
          <c:max val="45"/>
          <c:min val="-135"/>
        </c:scaling>
        <c:delete val="0"/>
        <c:axPos val="l"/>
        <c:majorGridlines>
          <c:spPr>
            <a:ln w="6350" cap="flat" cmpd="sng" algn="ctr">
              <a:solidFill>
                <a:srgbClr val="EDEDED">
                  <a:alpha val="50000"/>
                </a:srgb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6350">
            <a:solidFill>
              <a:srgbClr val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08074159"/>
        <c:crosses val="autoZero"/>
        <c:crossBetween val="between"/>
        <c:majorUnit val="4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72459170672458E-2"/>
          <c:y val="9.5732371486829254E-2"/>
          <c:w val="0.96627540829327541"/>
          <c:h val="0.8205018034621951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国内BU</c:v>
                </c:pt>
              </c:strCache>
            </c:strRef>
          </c:tx>
          <c:spPr>
            <a:ln w="9525" cap="rnd">
              <a:solidFill>
                <a:srgbClr val="008000">
                  <a:alpha val="4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2</c:v>
                </c:pt>
                <c:pt idx="10">
                  <c:v>1</c:v>
                </c:pt>
                <c:pt idx="11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2E-4259-BCC4-FE895631E0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海外BU</c:v>
                </c:pt>
              </c:strCache>
            </c:strRef>
          </c:tx>
          <c:spPr>
            <a:ln w="9525" cap="rnd">
              <a:solidFill>
                <a:srgbClr val="008000">
                  <a:alpha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</c:v>
                </c:pt>
                <c:pt idx="1">
                  <c:v>4</c:v>
                </c:pt>
                <c:pt idx="2">
                  <c:v>8</c:v>
                </c:pt>
                <c:pt idx="3">
                  <c:v>4</c:v>
                </c:pt>
                <c:pt idx="4">
                  <c:v>6</c:v>
                </c:pt>
                <c:pt idx="5">
                  <c:v>9</c:v>
                </c:pt>
                <c:pt idx="6">
                  <c:v>3</c:v>
                </c:pt>
                <c:pt idx="7">
                  <c:v>4</c:v>
                </c:pt>
                <c:pt idx="8">
                  <c:v>3</c:v>
                </c:pt>
                <c:pt idx="9">
                  <c:v>4</c:v>
                </c:pt>
                <c:pt idx="10">
                  <c:v>3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2E-4259-BCC4-FE895631E0C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研究技術セ</c:v>
                </c:pt>
              </c:strCache>
            </c:strRef>
          </c:tx>
          <c:spPr>
            <a:ln w="9525" cap="rnd">
              <a:solidFill>
                <a:srgbClr val="008000">
                  <a:alpha val="7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6</c:v>
                </c:pt>
                <c:pt idx="4">
                  <c:v>5</c:v>
                </c:pt>
                <c:pt idx="5">
                  <c:v>6</c:v>
                </c:pt>
                <c:pt idx="6">
                  <c:v>5</c:v>
                </c:pt>
                <c:pt idx="7">
                  <c:v>6</c:v>
                </c:pt>
                <c:pt idx="8">
                  <c:v>5</c:v>
                </c:pt>
                <c:pt idx="9">
                  <c:v>6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2E-4259-BCC4-FE895631E0C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生産技術セ</c:v>
                </c:pt>
              </c:strCache>
            </c:strRef>
          </c:tx>
          <c:spPr>
            <a:ln w="9525" cap="rnd">
              <a:solidFill>
                <a:srgbClr val="00800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7</c:v>
                </c:pt>
                <c:pt idx="1">
                  <c:v>8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  <c:pt idx="5">
                  <c:v>8</c:v>
                </c:pt>
                <c:pt idx="6">
                  <c:v>7</c:v>
                </c:pt>
                <c:pt idx="7">
                  <c:v>8</c:v>
                </c:pt>
                <c:pt idx="8">
                  <c:v>7</c:v>
                </c:pt>
                <c:pt idx="9">
                  <c:v>8</c:v>
                </c:pt>
                <c:pt idx="10">
                  <c:v>7</c:v>
                </c:pt>
                <c:pt idx="11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2E-4259-BCC4-FE895631E0C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GOHC事業開</c:v>
                </c:pt>
              </c:strCache>
            </c:strRef>
          </c:tx>
          <c:spPr>
            <a:ln w="9525" cap="rnd">
              <a:solidFill>
                <a:srgbClr val="008000">
                  <a:alpha val="9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9</c:v>
                </c:pt>
                <c:pt idx="1">
                  <c:v>10</c:v>
                </c:pt>
                <c:pt idx="2">
                  <c:v>9</c:v>
                </c:pt>
                <c:pt idx="3">
                  <c:v>10</c:v>
                </c:pt>
                <c:pt idx="4">
                  <c:v>9</c:v>
                </c:pt>
                <c:pt idx="5">
                  <c:v>10</c:v>
                </c:pt>
                <c:pt idx="6">
                  <c:v>9</c:v>
                </c:pt>
                <c:pt idx="7">
                  <c:v>10</c:v>
                </c:pt>
                <c:pt idx="8">
                  <c:v>9</c:v>
                </c:pt>
                <c:pt idx="9">
                  <c:v>10</c:v>
                </c:pt>
                <c:pt idx="10">
                  <c:v>9</c:v>
                </c:pt>
                <c:pt idx="11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2E-4259-BCC4-FE895631E0C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マーケティングデ</c:v>
                </c:pt>
              </c:strCache>
            </c:strRef>
          </c:tx>
          <c:spPr>
            <a:ln w="9525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11</c:v>
                </c:pt>
                <c:pt idx="1">
                  <c:v>12</c:v>
                </c:pt>
                <c:pt idx="2">
                  <c:v>11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12</c:v>
                </c:pt>
                <c:pt idx="8">
                  <c:v>11</c:v>
                </c:pt>
                <c:pt idx="9">
                  <c:v>12</c:v>
                </c:pt>
                <c:pt idx="10">
                  <c:v>11</c:v>
                </c:pt>
                <c:pt idx="11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02E-4259-BCC4-FE895631E0C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コーポレート</c:v>
                </c:pt>
              </c:strCache>
            </c:strRef>
          </c:tx>
          <c:spPr>
            <a:ln w="9525" cap="rnd">
              <a:solidFill>
                <a:srgbClr val="00800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8</c:v>
                </c:pt>
                <c:pt idx="1">
                  <c:v>7</c:v>
                </c:pt>
                <c:pt idx="2">
                  <c:v>9</c:v>
                </c:pt>
                <c:pt idx="3">
                  <c:v>7</c:v>
                </c:pt>
                <c:pt idx="4">
                  <c:v>5</c:v>
                </c:pt>
                <c:pt idx="5">
                  <c:v>2</c:v>
                </c:pt>
                <c:pt idx="6">
                  <c:v>7</c:v>
                </c:pt>
                <c:pt idx="7">
                  <c:v>9</c:v>
                </c:pt>
                <c:pt idx="8">
                  <c:v>3</c:v>
                </c:pt>
                <c:pt idx="9">
                  <c:v>8</c:v>
                </c:pt>
                <c:pt idx="10">
                  <c:v>7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02E-4259-BCC4-FE895631E0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97528143"/>
        <c:axId val="376613551"/>
      </c:lineChart>
      <c:catAx>
        <c:axId val="139752814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3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376613551"/>
        <c:crosses val="autoZero"/>
        <c:auto val="1"/>
        <c:lblAlgn val="ctr"/>
        <c:lblOffset val="100"/>
        <c:noMultiLvlLbl val="0"/>
      </c:catAx>
      <c:valAx>
        <c:axId val="376613551"/>
        <c:scaling>
          <c:orientation val="minMax"/>
          <c:max val="12"/>
          <c:min val="0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975281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72459170672458E-2"/>
          <c:y val="9.5732371486829254E-2"/>
          <c:w val="0.96627540829327541"/>
          <c:h val="0.8205018034621951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国内BU</c:v>
                </c:pt>
              </c:strCache>
            </c:strRef>
          </c:tx>
          <c:spPr>
            <a:ln w="9525" cap="rnd">
              <a:solidFill>
                <a:srgbClr val="008000">
                  <a:alpha val="4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2</c:v>
                </c:pt>
                <c:pt idx="10">
                  <c:v>1</c:v>
                </c:pt>
                <c:pt idx="11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432-480B-B06E-0C29DB4937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海外BU</c:v>
                </c:pt>
              </c:strCache>
            </c:strRef>
          </c:tx>
          <c:spPr>
            <a:ln w="9525" cap="rnd">
              <a:solidFill>
                <a:srgbClr val="008000">
                  <a:alpha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</c:v>
                </c:pt>
                <c:pt idx="1">
                  <c:v>4</c:v>
                </c:pt>
                <c:pt idx="2">
                  <c:v>8</c:v>
                </c:pt>
                <c:pt idx="3">
                  <c:v>4</c:v>
                </c:pt>
                <c:pt idx="4">
                  <c:v>6</c:v>
                </c:pt>
                <c:pt idx="5">
                  <c:v>9</c:v>
                </c:pt>
                <c:pt idx="6">
                  <c:v>3</c:v>
                </c:pt>
                <c:pt idx="7">
                  <c:v>4</c:v>
                </c:pt>
                <c:pt idx="8">
                  <c:v>3</c:v>
                </c:pt>
                <c:pt idx="9">
                  <c:v>4</c:v>
                </c:pt>
                <c:pt idx="10">
                  <c:v>3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432-480B-B06E-0C29DB49374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研究技術セ</c:v>
                </c:pt>
              </c:strCache>
            </c:strRef>
          </c:tx>
          <c:spPr>
            <a:ln w="9525" cap="rnd">
              <a:solidFill>
                <a:srgbClr val="008000">
                  <a:alpha val="7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6</c:v>
                </c:pt>
                <c:pt idx="4">
                  <c:v>5</c:v>
                </c:pt>
                <c:pt idx="5">
                  <c:v>6</c:v>
                </c:pt>
                <c:pt idx="6">
                  <c:v>5</c:v>
                </c:pt>
                <c:pt idx="7">
                  <c:v>6</c:v>
                </c:pt>
                <c:pt idx="8">
                  <c:v>5</c:v>
                </c:pt>
                <c:pt idx="9">
                  <c:v>6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32-480B-B06E-0C29DB49374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生産技術セ</c:v>
                </c:pt>
              </c:strCache>
            </c:strRef>
          </c:tx>
          <c:spPr>
            <a:ln w="9525" cap="rnd">
              <a:solidFill>
                <a:srgbClr val="00800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7</c:v>
                </c:pt>
                <c:pt idx="1">
                  <c:v>8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  <c:pt idx="5">
                  <c:v>8</c:v>
                </c:pt>
                <c:pt idx="6">
                  <c:v>7</c:v>
                </c:pt>
                <c:pt idx="7">
                  <c:v>8</c:v>
                </c:pt>
                <c:pt idx="8">
                  <c:v>7</c:v>
                </c:pt>
                <c:pt idx="9">
                  <c:v>8</c:v>
                </c:pt>
                <c:pt idx="10">
                  <c:v>7</c:v>
                </c:pt>
                <c:pt idx="11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432-480B-B06E-0C29DB49374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GOHC事業開</c:v>
                </c:pt>
              </c:strCache>
            </c:strRef>
          </c:tx>
          <c:spPr>
            <a:ln w="9525" cap="rnd">
              <a:solidFill>
                <a:srgbClr val="008000">
                  <a:alpha val="9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9</c:v>
                </c:pt>
                <c:pt idx="1">
                  <c:v>10</c:v>
                </c:pt>
                <c:pt idx="2">
                  <c:v>9</c:v>
                </c:pt>
                <c:pt idx="3">
                  <c:v>10</c:v>
                </c:pt>
                <c:pt idx="4">
                  <c:v>9</c:v>
                </c:pt>
                <c:pt idx="5">
                  <c:v>10</c:v>
                </c:pt>
                <c:pt idx="6">
                  <c:v>9</c:v>
                </c:pt>
                <c:pt idx="7">
                  <c:v>10</c:v>
                </c:pt>
                <c:pt idx="8">
                  <c:v>9</c:v>
                </c:pt>
                <c:pt idx="9">
                  <c:v>10</c:v>
                </c:pt>
                <c:pt idx="10">
                  <c:v>9</c:v>
                </c:pt>
                <c:pt idx="11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432-480B-B06E-0C29DB49374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マーケティングデ</c:v>
                </c:pt>
              </c:strCache>
            </c:strRef>
          </c:tx>
          <c:spPr>
            <a:ln w="9525" cap="rnd">
              <a:solidFill>
                <a:srgbClr val="008000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11</c:v>
                </c:pt>
                <c:pt idx="1">
                  <c:v>12</c:v>
                </c:pt>
                <c:pt idx="2">
                  <c:v>11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12</c:v>
                </c:pt>
                <c:pt idx="8">
                  <c:v>11</c:v>
                </c:pt>
                <c:pt idx="9">
                  <c:v>12</c:v>
                </c:pt>
                <c:pt idx="10">
                  <c:v>11</c:v>
                </c:pt>
                <c:pt idx="11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D432-480B-B06E-0C29DB49374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コーポレート</c:v>
                </c:pt>
              </c:strCache>
            </c:strRef>
          </c:tx>
          <c:spPr>
            <a:ln w="9525" cap="rnd">
              <a:solidFill>
                <a:srgbClr val="008000">
                  <a:alpha val="6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Sheet1!$A$2:$A$13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8</c:v>
                </c:pt>
                <c:pt idx="1">
                  <c:v>7</c:v>
                </c:pt>
                <c:pt idx="2">
                  <c:v>9</c:v>
                </c:pt>
                <c:pt idx="3">
                  <c:v>7</c:v>
                </c:pt>
                <c:pt idx="4">
                  <c:v>5</c:v>
                </c:pt>
                <c:pt idx="5">
                  <c:v>2</c:v>
                </c:pt>
                <c:pt idx="6">
                  <c:v>7</c:v>
                </c:pt>
                <c:pt idx="7">
                  <c:v>9</c:v>
                </c:pt>
                <c:pt idx="8">
                  <c:v>3</c:v>
                </c:pt>
                <c:pt idx="9">
                  <c:v>8</c:v>
                </c:pt>
                <c:pt idx="10">
                  <c:v>7</c:v>
                </c:pt>
                <c:pt idx="11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432-480B-B06E-0C29DB4937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97528143"/>
        <c:axId val="376613551"/>
      </c:lineChart>
      <c:catAx>
        <c:axId val="139752814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300" b="0" i="0" u="none" strike="noStrike" kern="1200" baseline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pPr>
            <a:endParaRPr lang="ja-JP"/>
          </a:p>
        </c:txPr>
        <c:crossAx val="376613551"/>
        <c:crosses val="autoZero"/>
        <c:auto val="1"/>
        <c:lblAlgn val="ctr"/>
        <c:lblOffset val="100"/>
        <c:noMultiLvlLbl val="0"/>
      </c:catAx>
      <c:valAx>
        <c:axId val="376613551"/>
        <c:scaling>
          <c:orientation val="minMax"/>
          <c:max val="12"/>
          <c:min val="0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975281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dPt>
            <c:idx val="0"/>
            <c:bubble3D val="0"/>
            <c:spPr>
              <a:solidFill>
                <a:srgbClr val="47A247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28-4CD4-BD25-B9EA5BA61C8E}"/>
              </c:ext>
            </c:extLst>
          </c:dPt>
          <c:dPt>
            <c:idx val="1"/>
            <c:bubble3D val="0"/>
            <c:spPr>
              <a:solidFill>
                <a:srgbClr val="82C08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DC28-4CD4-BD25-B9EA5BA61C8E}"/>
              </c:ext>
            </c:extLst>
          </c:dPt>
          <c:dPt>
            <c:idx val="2"/>
            <c:bubble3D val="0"/>
            <c:spPr>
              <a:solidFill>
                <a:srgbClr val="008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28-4CD4-BD25-B9EA5BA61C8E}"/>
              </c:ext>
            </c:extLst>
          </c:dPt>
          <c:cat>
            <c:strRef>
              <c:f>Sheet1!$A$2:$A$4</c:f>
              <c:strCache>
                <c:ptCount val="3"/>
                <c:pt idx="0">
                  <c:v>第 1 四半期</c:v>
                </c:pt>
                <c:pt idx="1">
                  <c:v>第 2 四半期</c:v>
                </c:pt>
                <c:pt idx="2">
                  <c:v>第 3 四半期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33</c:v>
                </c:pt>
                <c:pt idx="2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28-4CD4-BD25-B9EA5BA61C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60"/>
        <c:holeSize val="4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4809312401109791E-2"/>
          <c:y val="8.0834302608938077E-2"/>
          <c:w val="0.87952722650732418"/>
          <c:h val="0.681807736460739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給与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D3-4F65-9BD6-7AB222A2FE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賞与</c:v>
                </c:pt>
              </c:strCache>
            </c:strRef>
          </c:tx>
          <c:spPr>
            <a:solidFill>
              <a:srgbClr val="008000">
                <a:alpha val="25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D3-4F65-9BD6-7AB222A2FE9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法定福利費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10</c:v>
                </c:pt>
                <c:pt idx="5">
                  <c:v>10</c:v>
                </c:pt>
                <c:pt idx="6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9D3-4F65-9BD6-7AB222A2FE9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福利厚生費</c:v>
                </c:pt>
              </c:strCache>
            </c:strRef>
          </c:tx>
          <c:spPr>
            <a:solidFill>
              <a:srgbClr val="008000">
                <a:alpha val="6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9D3-4F65-9BD6-7AB222A2FE9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退職給付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9D3-4F65-9BD6-7AB222A2FE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5"/>
        <c:overlap val="100"/>
        <c:axId val="67549680"/>
        <c:axId val="67547760"/>
      </c:barChart>
      <c:lineChart>
        <c:grouping val="standard"/>
        <c:varyColors val="0"/>
        <c:ser>
          <c:idx val="5"/>
          <c:order val="5"/>
          <c:tx>
            <c:strRef>
              <c:f>Sheet1!$G$1</c:f>
              <c:strCache>
                <c:ptCount val="1"/>
                <c:pt idx="0">
                  <c:v>外注費</c:v>
                </c:pt>
              </c:strCache>
            </c:strRef>
          </c:tx>
          <c:spPr>
            <a:ln w="25400" cap="rnd">
              <a:solidFill>
                <a:schemeClr val="bg1">
                  <a:lumMod val="65000"/>
                </a:schemeClr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60</c:v>
                </c:pt>
                <c:pt idx="4">
                  <c:v>40</c:v>
                </c:pt>
                <c:pt idx="5">
                  <c:v>50</c:v>
                </c:pt>
                <c:pt idx="6">
                  <c:v>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9D3-4F65-9BD6-7AB222A2FE9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人件費合計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-3.2662586843811292E-2"/>
                  <c:y val="-0.10904034896952075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B6F-4BCD-AF5F-50550DA2EFD1}"/>
                </c:ext>
              </c:extLst>
            </c:dLbl>
            <c:dLbl>
              <c:idx val="1"/>
              <c:layout>
                <c:manualLayout>
                  <c:x val="-4.0475154297656142E-2"/>
                  <c:y val="-7.240703413786155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9D3-4F65-9BD6-7AB222A2FE9F}"/>
                </c:ext>
              </c:extLst>
            </c:dLbl>
            <c:dLbl>
              <c:idx val="2"/>
              <c:layout>
                <c:manualLayout>
                  <c:x val="-4.1994754513471663E-2"/>
                  <c:y val="-0.1026262107948430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B6F-4BCD-AF5F-50550DA2EFD1}"/>
                </c:ext>
              </c:extLst>
            </c:dLbl>
            <c:dLbl>
              <c:idx val="3"/>
              <c:layout>
                <c:manualLayout>
                  <c:x val="-3.4995628761226388E-2"/>
                  <c:y val="-3.848482904806614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B6F-4BCD-AF5F-50550DA2EFD1}"/>
                </c:ext>
              </c:extLst>
            </c:dLbl>
            <c:dLbl>
              <c:idx val="4"/>
              <c:layout>
                <c:manualLayout>
                  <c:x val="-3.2662586843811209E-2"/>
                  <c:y val="-4.489896722274384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B6F-4BCD-AF5F-50550DA2EFD1}"/>
                </c:ext>
              </c:extLst>
            </c:dLbl>
            <c:dLbl>
              <c:idx val="5"/>
              <c:layout>
                <c:manualLayout>
                  <c:x val="-3.4995628761226472E-2"/>
                  <c:y val="-3.84848290480661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B6F-4BCD-AF5F-50550DA2EFD1}"/>
                </c:ext>
              </c:extLst>
            </c:dLbl>
            <c:dLbl>
              <c:idx val="6"/>
              <c:layout>
                <c:manualLayout>
                  <c:x val="-3.4995628761226388E-2"/>
                  <c:y val="-3.84848290480661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B6F-4BCD-AF5F-50550DA2EFD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95</c:v>
                </c:pt>
                <c:pt idx="1">
                  <c:v>105</c:v>
                </c:pt>
                <c:pt idx="2">
                  <c:v>105</c:v>
                </c:pt>
                <c:pt idx="3">
                  <c:v>110</c:v>
                </c:pt>
                <c:pt idx="4">
                  <c:v>95</c:v>
                </c:pt>
                <c:pt idx="5">
                  <c:v>105</c:v>
                </c:pt>
                <c:pt idx="6">
                  <c:v>105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69D3-4F65-9BD6-7AB222A2FE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7549680"/>
        <c:axId val="67547760"/>
      </c:lineChart>
      <c:catAx>
        <c:axId val="6754968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67547760"/>
        <c:crosses val="autoZero"/>
        <c:auto val="1"/>
        <c:lblAlgn val="ctr"/>
        <c:lblOffset val="100"/>
        <c:noMultiLvlLbl val="0"/>
      </c:catAx>
      <c:valAx>
        <c:axId val="67547760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7549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6"/>
        <c:delete val="1"/>
      </c:legendEntry>
      <c:layout>
        <c:manualLayout>
          <c:xMode val="edge"/>
          <c:yMode val="edge"/>
          <c:x val="9.2086092715231785E-2"/>
          <c:y val="0.89865005118684282"/>
          <c:w val="0.81582781456953646"/>
          <c:h val="9.49358106384794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5699043414275202E-2"/>
          <c:y val="7.0555555555555552E-2"/>
          <c:w val="0.9486019131714496"/>
          <c:h val="0.69339747474747471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給与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32-4C13-9C3E-3777EABE5A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賞与</c:v>
                </c:pt>
              </c:strCache>
            </c:strRef>
          </c:tx>
          <c:spPr>
            <a:solidFill>
              <a:srgbClr val="008000">
                <a:alpha val="25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432-4C13-9C3E-3777EABE5A8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法定福利費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10</c:v>
                </c:pt>
                <c:pt idx="5">
                  <c:v>10</c:v>
                </c:pt>
                <c:pt idx="6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432-4C13-9C3E-3777EABE5A8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福利厚生費</c:v>
                </c:pt>
              </c:strCache>
            </c:strRef>
          </c:tx>
          <c:spPr>
            <a:solidFill>
              <a:srgbClr val="008000">
                <a:alpha val="6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432-4C13-9C3E-3777EABE5A8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退職給付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432-4C13-9C3E-3777EABE5A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5"/>
        <c:overlap val="100"/>
        <c:axId val="1433217183"/>
        <c:axId val="1433218623"/>
      </c:barChart>
      <c:catAx>
        <c:axId val="14332171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433218623"/>
        <c:crosses val="autoZero"/>
        <c:auto val="1"/>
        <c:lblAlgn val="ctr"/>
        <c:lblOffset val="100"/>
        <c:noMultiLvlLbl val="0"/>
      </c:catAx>
      <c:valAx>
        <c:axId val="1433218623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1433217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6730022075055188"/>
          <c:y val="0.90506414141414127"/>
          <c:w val="0.46539955849889625"/>
          <c:h val="9.49358585858585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5699043414275202E-2"/>
          <c:y val="7.0555555555555552E-2"/>
          <c:w val="0.9486019131714496"/>
          <c:h val="0.69339747474747471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派遣社員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</c:v>
                </c:pt>
                <c:pt idx="1">
                  <c:v>50</c:v>
                </c:pt>
                <c:pt idx="2">
                  <c:v>60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32-4C13-9C3E-3777EABE5A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業務委託費</c:v>
                </c:pt>
              </c:strCache>
            </c:strRef>
          </c:tx>
          <c:spPr>
            <a:solidFill>
              <a:srgbClr val="008000">
                <a:alpha val="6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</c:v>
                </c:pt>
                <c:pt idx="1">
                  <c:v>30</c:v>
                </c:pt>
                <c:pt idx="2">
                  <c:v>30</c:v>
                </c:pt>
                <c:pt idx="3">
                  <c:v>20</c:v>
                </c:pt>
                <c:pt idx="4">
                  <c:v>30</c:v>
                </c:pt>
                <c:pt idx="5">
                  <c:v>30</c:v>
                </c:pt>
                <c:pt idx="6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432-4C13-9C3E-3777EABE5A8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シェアードサービス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20</c:v>
                </c:pt>
                <c:pt idx="5">
                  <c:v>10</c:v>
                </c:pt>
                <c:pt idx="6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432-4C13-9C3E-3777EABE5A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5"/>
        <c:overlap val="100"/>
        <c:axId val="1433217183"/>
        <c:axId val="1433218623"/>
        <c:extLst>
          <c:ext xmlns:c15="http://schemas.microsoft.com/office/drawing/2012/chart" uri="{02D57815-91ED-43cb-92C2-25804820EDAC}">
            <c15:filteredBarSeries>
              <c15:ser>
                <c:idx val="3"/>
                <c:order val="3"/>
                <c:tx>
                  <c:strRef>
                    <c:extLst>
                      <c:ext uri="{02D57815-91ED-43cb-92C2-25804820EDAC}">
                        <c15:formulaRef>
                          <c15:sqref>Sheet1!$E$1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rgbClr val="008000">
                      <a:alpha val="60000"/>
                    </a:srgbClr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Sheet1!$A$2:$A$8</c15:sqref>
                        </c15:formulaRef>
                      </c:ext>
                    </c:extLst>
                    <c:strCache>
                      <c:ptCount val="7"/>
                      <c:pt idx="0">
                        <c:v>国内BU</c:v>
                      </c:pt>
                      <c:pt idx="1">
                        <c:v>海外BU</c:v>
                      </c:pt>
                      <c:pt idx="2">
                        <c:v>研究技術センター</c:v>
                      </c:pt>
                      <c:pt idx="3">
                        <c:v>生産技術センター</c:v>
                      </c:pt>
                      <c:pt idx="4">
                        <c:v>GOHC</c:v>
                      </c:pt>
                      <c:pt idx="5">
                        <c:v>マーケティングデザインセンター</c:v>
                      </c:pt>
                      <c:pt idx="6">
                        <c:v>コーポレート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Sheet1!$E$2:$E$8</c15:sqref>
                        </c15:formulaRef>
                      </c:ext>
                    </c:extLst>
                    <c:numCache>
                      <c:formatCode>General</c:formatCode>
                      <c:ptCount val="7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3-5432-4C13-9C3E-3777EABE5A86}"/>
                  </c:ext>
                </c:extLst>
              </c15:ser>
            </c15:filteredBarSeries>
            <c15:filteredBar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Sheet1!$F$1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rgbClr val="008000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Sheet1!$A$2:$A$8</c15:sqref>
                        </c15:formulaRef>
                      </c:ext>
                    </c:extLst>
                    <c:strCache>
                      <c:ptCount val="7"/>
                      <c:pt idx="0">
                        <c:v>国内BU</c:v>
                      </c:pt>
                      <c:pt idx="1">
                        <c:v>海外BU</c:v>
                      </c:pt>
                      <c:pt idx="2">
                        <c:v>研究技術センター</c:v>
                      </c:pt>
                      <c:pt idx="3">
                        <c:v>生産技術センター</c:v>
                      </c:pt>
                      <c:pt idx="4">
                        <c:v>GOHC</c:v>
                      </c:pt>
                      <c:pt idx="5">
                        <c:v>マーケティングデザインセンター</c:v>
                      </c:pt>
                      <c:pt idx="6">
                        <c:v>コーポレート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Sheet1!$F$2:$F$8</c15:sqref>
                        </c15:formulaRef>
                      </c:ext>
                    </c:extLst>
                    <c:numCache>
                      <c:formatCode>General</c:formatCode>
                      <c:ptCount val="7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5432-4C13-9C3E-3777EABE5A86}"/>
                  </c:ext>
                </c:extLst>
              </c15:ser>
            </c15:filteredBarSeries>
          </c:ext>
        </c:extLst>
      </c:barChart>
      <c:catAx>
        <c:axId val="14332171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433218623"/>
        <c:crosses val="autoZero"/>
        <c:auto val="1"/>
        <c:lblAlgn val="ctr"/>
        <c:lblOffset val="100"/>
        <c:noMultiLvlLbl val="0"/>
      </c:catAx>
      <c:valAx>
        <c:axId val="1433218623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1433217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6730022075055188"/>
          <c:y val="0.90506414141414127"/>
          <c:w val="0.46539955849889625"/>
          <c:h val="9.49358585858585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4809312401109791E-2"/>
          <c:y val="8.0834302608938077E-2"/>
          <c:w val="0.87952722650732418"/>
          <c:h val="0.681807736460739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月給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D3-4F65-9BD6-7AB222A2FE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5"/>
        <c:overlap val="100"/>
        <c:axId val="67549680"/>
        <c:axId val="67547760"/>
      </c:barChart>
      <c:catAx>
        <c:axId val="6754968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67547760"/>
        <c:crosses val="autoZero"/>
        <c:auto val="1"/>
        <c:lblAlgn val="ctr"/>
        <c:lblOffset val="100"/>
        <c:noMultiLvlLbl val="0"/>
      </c:catAx>
      <c:valAx>
        <c:axId val="67547760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754968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7.4686152428182079E-2"/>
          <c:w val="0.99400954698967947"/>
          <c:h val="0.9185241973510742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E2F0D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25</c:v>
                </c:pt>
                <c:pt idx="2">
                  <c:v>20</c:v>
                </c:pt>
                <c:pt idx="3">
                  <c:v>40</c:v>
                </c:pt>
                <c:pt idx="4">
                  <c:v>30</c:v>
                </c:pt>
                <c:pt idx="5">
                  <c:v>50</c:v>
                </c:pt>
                <c:pt idx="6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42-42F9-BC18-28AE67FF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1132910239"/>
        <c:axId val="1132918879"/>
      </c:barChart>
      <c:catAx>
        <c:axId val="1132910239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crossAx val="1132918879"/>
        <c:crosses val="autoZero"/>
        <c:auto val="1"/>
        <c:lblAlgn val="ctr"/>
        <c:lblOffset val="100"/>
        <c:noMultiLvlLbl val="0"/>
      </c:catAx>
      <c:valAx>
        <c:axId val="1132918879"/>
        <c:scaling>
          <c:orientation val="minMax"/>
        </c:scaling>
        <c:delete val="1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1329102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7.4686152428182079E-2"/>
          <c:w val="0.99400954698967947"/>
          <c:h val="0.9185241973510742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>
                <a:alpha val="4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国内BU</c:v>
                </c:pt>
                <c:pt idx="1">
                  <c:v>海外BU</c:v>
                </c:pt>
                <c:pt idx="2">
                  <c:v>研究技術センター</c:v>
                </c:pt>
                <c:pt idx="3">
                  <c:v>生産技術センター</c:v>
                </c:pt>
                <c:pt idx="4">
                  <c:v>GOHC</c:v>
                </c:pt>
                <c:pt idx="5">
                  <c:v>マーケティングデザインセンター</c:v>
                </c:pt>
                <c:pt idx="6">
                  <c:v>コーポレート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20</c:v>
                </c:pt>
                <c:pt idx="2">
                  <c:v>10</c:v>
                </c:pt>
                <c:pt idx="3">
                  <c:v>50</c:v>
                </c:pt>
                <c:pt idx="4">
                  <c:v>30</c:v>
                </c:pt>
                <c:pt idx="5">
                  <c:v>60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42-42F9-BC18-28AE67FF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1132910239"/>
        <c:axId val="1132918879"/>
      </c:barChart>
      <c:catAx>
        <c:axId val="1132910239"/>
        <c:scaling>
          <c:orientation val="maxMin"/>
        </c:scaling>
        <c:delete val="1"/>
        <c:axPos val="r"/>
        <c:numFmt formatCode="General" sourceLinked="1"/>
        <c:majorTickMark val="out"/>
        <c:minorTickMark val="none"/>
        <c:tickLblPos val="nextTo"/>
        <c:crossAx val="1132918879"/>
        <c:crosses val="autoZero"/>
        <c:auto val="1"/>
        <c:lblAlgn val="ctr"/>
        <c:lblOffset val="100"/>
        <c:noMultiLvlLbl val="0"/>
      </c:catAx>
      <c:valAx>
        <c:axId val="1132918879"/>
        <c:scaling>
          <c:orientation val="maxMin"/>
        </c:scaling>
        <c:delete val="1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1329102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85467255334803E-2"/>
          <c:y val="8.0834302608938077E-2"/>
          <c:w val="0.92625275938189833"/>
          <c:h val="0.7844339472555822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国内BU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D3-4F65-9BD6-7AB222A2FE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海外BU</c:v>
                </c:pt>
              </c:strCache>
            </c:strRef>
          </c:tx>
          <c:spPr>
            <a:solidFill>
              <a:srgbClr val="008000">
                <a:alpha val="7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66-439F-BF4F-27AB825FB35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研究技術センター</c:v>
                </c:pt>
              </c:strCache>
            </c:strRef>
          </c:tx>
          <c:spPr>
            <a:solidFill>
              <a:srgbClr val="008000">
                <a:alpha val="5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C66-439F-BF4F-27AB825FB35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生産技術センター</c:v>
                </c:pt>
              </c:strCache>
            </c:strRef>
          </c:tx>
          <c:spPr>
            <a:solidFill>
              <a:srgbClr val="008000">
                <a:alpha val="3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C66-439F-BF4F-27AB825FB35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GOHC</c:v>
                </c:pt>
              </c:strCache>
            </c:strRef>
          </c:tx>
          <c:spPr>
            <a:solidFill>
              <a:srgbClr val="008000">
                <a:alpha val="10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C66-439F-BF4F-27AB825FB35E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マーケティングデザインセンター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ln w="25400"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C66-439F-BF4F-27AB825FB35E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コーポレート</c:v>
                </c:pt>
              </c:strCache>
            </c:strRef>
          </c:tx>
          <c:spPr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時間外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C66-439F-BF4F-27AB825FB35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5"/>
        <c:overlap val="-7"/>
        <c:axId val="67549680"/>
        <c:axId val="67547760"/>
      </c:barChart>
      <c:catAx>
        <c:axId val="6754968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crossAx val="67547760"/>
        <c:crosses val="autoZero"/>
        <c:auto val="1"/>
        <c:lblAlgn val="ctr"/>
        <c:lblOffset val="100"/>
        <c:noMultiLvlLbl val="0"/>
      </c:catAx>
      <c:valAx>
        <c:axId val="67547760"/>
        <c:scaling>
          <c:orientation val="minMax"/>
        </c:scaling>
        <c:delete val="0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67549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4.218616629874912E-2"/>
          <c:y val="0.84838239980686891"/>
          <c:w val="0.94379617365710078"/>
          <c:h val="0.1306585198694344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カテゴリ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D7-491D-9845-9E0DF9643A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45882560"/>
        <c:axId val="1145881840"/>
      </c:barChart>
      <c:catAx>
        <c:axId val="1145882560"/>
        <c:scaling>
          <c:orientation val="minMax"/>
        </c:scaling>
        <c:delete val="0"/>
        <c:axPos val="b"/>
        <c:numFmt formatCode="General" sourceLinked="1"/>
        <c:majorTickMark val="in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45881840"/>
        <c:crosses val="autoZero"/>
        <c:auto val="1"/>
        <c:lblAlgn val="ctr"/>
        <c:lblOffset val="100"/>
        <c:noMultiLvlLbl val="0"/>
      </c:catAx>
      <c:valAx>
        <c:axId val="1145881840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1458825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ja-JP" sz="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 altLang="ja-JP" sz="600" err="1"/>
              <a:t>Monthly</a:t>
            </a:r>
            <a:r>
              <a:rPr lang="fr-FR" altLang="ja-JP" sz="600" baseline="0"/>
              <a:t> </a:t>
            </a:r>
            <a:r>
              <a:rPr lang="fr-FR" altLang="ja-JP" sz="600" baseline="0" err="1"/>
              <a:t>Movements</a:t>
            </a:r>
            <a:endParaRPr lang="ja-JP" altLang="fr-FR" sz="600"/>
          </a:p>
        </c:rich>
      </c:tx>
      <c:layout>
        <c:manualLayout>
          <c:xMode val="edge"/>
          <c:yMode val="edge"/>
          <c:x val="0.42563801182429534"/>
          <c:y val="2.721399911278854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 altLang="fr-FR"/>
        </a:p>
      </c:txPr>
    </c:title>
    <c:autoTitleDeleted val="0"/>
    <c:plotArea>
      <c:layout>
        <c:manualLayout>
          <c:layoutTarget val="inner"/>
          <c:xMode val="edge"/>
          <c:yMode val="edge"/>
          <c:x val="4.3534487410127623E-2"/>
          <c:y val="0.15301259640579509"/>
          <c:w val="0.93175121744882305"/>
          <c:h val="0.616908652879229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OHC事業部</c:v>
                </c:pt>
                <c:pt idx="1">
                  <c:v>HBC事業部</c:v>
                </c:pt>
                <c:pt idx="2">
                  <c:v>HC事業部</c:v>
                </c:pt>
                <c:pt idx="3">
                  <c:v>業者用事業</c:v>
                </c:pt>
                <c:pt idx="4">
                  <c:v>特販事業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4.3</c:v>
                </c:pt>
                <c:pt idx="2">
                  <c:v>4.3</c:v>
                </c:pt>
                <c:pt idx="3">
                  <c:v>4.3</c:v>
                </c:pt>
                <c:pt idx="4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91-429F-8727-D623B13160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009338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OHC事業部</c:v>
                </c:pt>
                <c:pt idx="1">
                  <c:v>HBC事業部</c:v>
                </c:pt>
                <c:pt idx="2">
                  <c:v>HC事業部</c:v>
                </c:pt>
                <c:pt idx="3">
                  <c:v>業者用事業</c:v>
                </c:pt>
                <c:pt idx="4">
                  <c:v>特販事業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2.4</c:v>
                </c:pt>
                <c:pt idx="1">
                  <c:v>2.4</c:v>
                </c:pt>
                <c:pt idx="2">
                  <c:v>2.4</c:v>
                </c:pt>
                <c:pt idx="3">
                  <c:v>2.4</c:v>
                </c:pt>
                <c:pt idx="4">
                  <c:v>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91-429F-8727-D623B13160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18782840"/>
        <c:axId val="1218781760"/>
      </c:barChart>
      <c:catAx>
        <c:axId val="1218782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8781760"/>
        <c:crosses val="autoZero"/>
        <c:auto val="1"/>
        <c:lblAlgn val="ctr"/>
        <c:lblOffset val="100"/>
        <c:noMultiLvlLbl val="0"/>
      </c:catAx>
      <c:valAx>
        <c:axId val="1218781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87828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dPt>
            <c:idx val="0"/>
            <c:bubble3D val="0"/>
            <c:spPr>
              <a:solidFill>
                <a:schemeClr val="dk1">
                  <a:tint val="885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78A-406F-9A08-633776E0A33F}"/>
              </c:ext>
            </c:extLst>
          </c:dPt>
          <c:dPt>
            <c:idx val="1"/>
            <c:bubble3D val="0"/>
            <c:spPr>
              <a:solidFill>
                <a:schemeClr val="dk1">
                  <a:tint val="5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78A-406F-9A08-633776E0A33F}"/>
              </c:ext>
            </c:extLst>
          </c:dPt>
          <c:dPt>
            <c:idx val="2"/>
            <c:bubble3D val="0"/>
            <c:spPr>
              <a:solidFill>
                <a:schemeClr val="dk1">
                  <a:tint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78A-406F-9A08-633776E0A33F}"/>
              </c:ext>
            </c:extLst>
          </c:dPt>
          <c:dPt>
            <c:idx val="3"/>
            <c:bubble3D val="0"/>
            <c:spPr>
              <a:solidFill>
                <a:schemeClr val="dk1">
                  <a:tint val="985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78A-406F-9A08-633776E0A33F}"/>
              </c:ext>
            </c:extLst>
          </c:dPt>
          <c:dPt>
            <c:idx val="4"/>
            <c:bubble3D val="0"/>
            <c:spPr>
              <a:solidFill>
                <a:schemeClr val="dk1">
                  <a:tint val="3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78A-406F-9A08-633776E0A33F}"/>
              </c:ext>
            </c:extLst>
          </c:dPt>
          <c:cat>
            <c:strRef>
              <c:f>Sheet1!$A$2:$A$6</c:f>
              <c:strCache>
                <c:ptCount val="5"/>
                <c:pt idx="0">
                  <c:v>第 1 四半期</c:v>
                </c:pt>
                <c:pt idx="1">
                  <c:v>第 2 四半期</c:v>
                </c:pt>
                <c:pt idx="2">
                  <c:v>第 3 四半期</c:v>
                </c:pt>
                <c:pt idx="3">
                  <c:v>第 4 四半期</c:v>
                </c:pt>
                <c:pt idx="4">
                  <c:v>第 1 四半期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B3-45DF-A27E-DCCA6DBF02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29C-48DD-8541-596D16B038B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29C-48DD-8541-596D16B038B3}"/>
              </c:ext>
            </c:extLst>
          </c:dPt>
          <c:dPt>
            <c:idx val="2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29C-48DD-8541-596D16B038B3}"/>
              </c:ext>
            </c:extLst>
          </c:dPt>
          <c:dPt>
            <c:idx val="3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29C-48DD-8541-596D16B038B3}"/>
              </c:ext>
            </c:extLst>
          </c:dPt>
          <c:dPt>
            <c:idx val="4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129C-48DD-8541-596D16B038B3}"/>
              </c:ext>
            </c:extLst>
          </c:dPt>
          <c:cat>
            <c:strRef>
              <c:f>Sheet1!$A$2:$A$6</c:f>
              <c:strCache>
                <c:ptCount val="5"/>
                <c:pt idx="0">
                  <c:v>第 1 四半期</c:v>
                </c:pt>
                <c:pt idx="1">
                  <c:v>第 2 四半期</c:v>
                </c:pt>
                <c:pt idx="2">
                  <c:v>第 3 四半期</c:v>
                </c:pt>
                <c:pt idx="3">
                  <c:v>第 4 四半期</c:v>
                </c:pt>
                <c:pt idx="4">
                  <c:v>第 1 四半期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B3-45DF-A27E-DCCA6DBF02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ja-JP" sz="1050" b="0" i="0" u="none" strike="noStrike" kern="1200" spc="0" baseline="0">
                <a:solidFill>
                  <a:srgbClr val="008D2E"/>
                </a:solidFill>
                <a:latin typeface="+mn-lt"/>
                <a:ea typeface="+mn-ea"/>
                <a:cs typeface="+mn-cs"/>
              </a:defRPr>
            </a:pPr>
            <a:r>
              <a:rPr lang="ja-JP" altLang="fr-FR" sz="1050">
                <a:solidFill>
                  <a:srgbClr val="008D2E"/>
                </a:solidFill>
              </a:rPr>
              <a:t>月間計画</a:t>
            </a:r>
          </a:p>
        </c:rich>
      </c:tx>
      <c:layout>
        <c:manualLayout>
          <c:xMode val="edge"/>
          <c:yMode val="edge"/>
          <c:x val="2.5124698945142708E-2"/>
          <c:y val="2.911648658005085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050" b="0" i="0" u="none" strike="noStrike" kern="1200" spc="0" baseline="0">
              <a:solidFill>
                <a:srgbClr val="008D2E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5.8207045327595491E-2"/>
          <c:y val="2.5285490589872506E-2"/>
          <c:w val="0.9068499461381786"/>
          <c:h val="0.6712021010074693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月間計画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Sheet1!$A$2:$A$24</c:f>
              <c:strCache>
                <c:ptCount val="22"/>
                <c:pt idx="0">
                  <c:v>歯磨</c:v>
                </c:pt>
                <c:pt idx="1">
                  <c:v>歯刷子</c:v>
                </c:pt>
                <c:pt idx="2">
                  <c:v>口中剤</c:v>
                </c:pt>
                <c:pt idx="3">
                  <c:v>デンタル用品</c:v>
                </c:pt>
                <c:pt idx="4">
                  <c:v>デントヘルス</c:v>
                </c:pt>
                <c:pt idx="5">
                  <c:v>オーラルヘルスケア</c:v>
                </c:pt>
                <c:pt idx="6">
                  <c:v>ハンドソープ</c:v>
                </c:pt>
                <c:pt idx="7">
                  <c:v>バスプロダクト</c:v>
                </c:pt>
                <c:pt idx="8">
                  <c:v>ビューティケア</c:v>
                </c:pt>
                <c:pt idx="9">
                  <c:v>解熱鎮痛剤</c:v>
                </c:pt>
                <c:pt idx="10">
                  <c:v>止瀉薬</c:v>
                </c:pt>
                <c:pt idx="11">
                  <c:v>胃腸薬</c:v>
                </c:pt>
                <c:pt idx="12">
                  <c:v>アイケア</c:v>
                </c:pt>
                <c:pt idx="13">
                  <c:v>にきび関連品</c:v>
                </c:pt>
                <c:pt idx="14">
                  <c:v>足用冷却シート</c:v>
                </c:pt>
                <c:pt idx="15">
                  <c:v>薬品</c:v>
                </c:pt>
                <c:pt idx="16">
                  <c:v>ヘビー洗剤</c:v>
                </c:pt>
                <c:pt idx="17">
                  <c:v>柔軟剤</c:v>
                </c:pt>
                <c:pt idx="18">
                  <c:v>ファブリック</c:v>
                </c:pt>
                <c:pt idx="19">
                  <c:v>台所用洗剤</c:v>
                </c:pt>
                <c:pt idx="20">
                  <c:v>住居用洗剤</c:v>
                </c:pt>
                <c:pt idx="21">
                  <c:v>リビング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3</c:v>
                </c:pt>
                <c:pt idx="4">
                  <c:v>4.5</c:v>
                </c:pt>
                <c:pt idx="5">
                  <c:v>6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  <c:pt idx="9">
                  <c:v>4</c:v>
                </c:pt>
                <c:pt idx="10">
                  <c:v>5</c:v>
                </c:pt>
                <c:pt idx="11">
                  <c:v>7</c:v>
                </c:pt>
                <c:pt idx="12">
                  <c:v>6</c:v>
                </c:pt>
                <c:pt idx="13">
                  <c:v>3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6</c:v>
                </c:pt>
                <c:pt idx="18">
                  <c:v>7</c:v>
                </c:pt>
                <c:pt idx="19">
                  <c:v>8</c:v>
                </c:pt>
                <c:pt idx="20">
                  <c:v>4</c:v>
                </c:pt>
                <c:pt idx="2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EA-45FC-833C-320EE92F8EF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XX月見通し</c:v>
                </c:pt>
              </c:strCache>
            </c:strRef>
          </c:tx>
          <c:spPr>
            <a:solidFill>
              <a:srgbClr val="008000"/>
            </a:solidFill>
            <a:ln>
              <a:noFill/>
            </a:ln>
            <a:effectLst/>
          </c:spPr>
          <c:invertIfNegative val="0"/>
          <c:cat>
            <c:strRef>
              <c:f>Sheet1!$A$2:$A$24</c:f>
              <c:strCache>
                <c:ptCount val="22"/>
                <c:pt idx="0">
                  <c:v>歯磨</c:v>
                </c:pt>
                <c:pt idx="1">
                  <c:v>歯刷子</c:v>
                </c:pt>
                <c:pt idx="2">
                  <c:v>口中剤</c:v>
                </c:pt>
                <c:pt idx="3">
                  <c:v>デンタル用品</c:v>
                </c:pt>
                <c:pt idx="4">
                  <c:v>デントヘルス</c:v>
                </c:pt>
                <c:pt idx="5">
                  <c:v>オーラルヘルスケア</c:v>
                </c:pt>
                <c:pt idx="6">
                  <c:v>ハンドソープ</c:v>
                </c:pt>
                <c:pt idx="7">
                  <c:v>バスプロダクト</c:v>
                </c:pt>
                <c:pt idx="8">
                  <c:v>ビューティケア</c:v>
                </c:pt>
                <c:pt idx="9">
                  <c:v>解熱鎮痛剤</c:v>
                </c:pt>
                <c:pt idx="10">
                  <c:v>止瀉薬</c:v>
                </c:pt>
                <c:pt idx="11">
                  <c:v>胃腸薬</c:v>
                </c:pt>
                <c:pt idx="12">
                  <c:v>アイケア</c:v>
                </c:pt>
                <c:pt idx="13">
                  <c:v>にきび関連品</c:v>
                </c:pt>
                <c:pt idx="14">
                  <c:v>足用冷却シート</c:v>
                </c:pt>
                <c:pt idx="15">
                  <c:v>薬品</c:v>
                </c:pt>
                <c:pt idx="16">
                  <c:v>ヘビー洗剤</c:v>
                </c:pt>
                <c:pt idx="17">
                  <c:v>柔軟剤</c:v>
                </c:pt>
                <c:pt idx="18">
                  <c:v>ファブリック</c:v>
                </c:pt>
                <c:pt idx="19">
                  <c:v>台所用洗剤</c:v>
                </c:pt>
                <c:pt idx="20">
                  <c:v>住居用洗剤</c:v>
                </c:pt>
                <c:pt idx="21">
                  <c:v>リビング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</c:v>
                </c:pt>
                <c:pt idx="4">
                  <c:v>2.8</c:v>
                </c:pt>
                <c:pt idx="5">
                  <c:v>2</c:v>
                </c:pt>
                <c:pt idx="6">
                  <c:v>5</c:v>
                </c:pt>
                <c:pt idx="7">
                  <c:v>5</c:v>
                </c:pt>
                <c:pt idx="8">
                  <c:v>8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6</c:v>
                </c:pt>
                <c:pt idx="13">
                  <c:v>7</c:v>
                </c:pt>
                <c:pt idx="14">
                  <c:v>3</c:v>
                </c:pt>
                <c:pt idx="15">
                  <c:v>4</c:v>
                </c:pt>
                <c:pt idx="16">
                  <c:v>5</c:v>
                </c:pt>
                <c:pt idx="17">
                  <c:v>8</c:v>
                </c:pt>
                <c:pt idx="18">
                  <c:v>6</c:v>
                </c:pt>
                <c:pt idx="19">
                  <c:v>5</c:v>
                </c:pt>
                <c:pt idx="20">
                  <c:v>4</c:v>
                </c:pt>
                <c:pt idx="2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2EA-45FC-833C-320EE92F8E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53598168"/>
        <c:axId val="653594208"/>
      </c:barChart>
      <c:catAx>
        <c:axId val="653598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eaVert" wrap="square" anchor="ctr" anchorCtr="1"/>
          <a:lstStyle/>
          <a:p>
            <a:pPr>
              <a:defRPr lang="ja-JP" sz="5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653594208"/>
        <c:crosses val="autoZero"/>
        <c:auto val="1"/>
        <c:lblAlgn val="ctr"/>
        <c:lblOffset val="100"/>
        <c:noMultiLvlLbl val="0"/>
      </c:catAx>
      <c:valAx>
        <c:axId val="653594208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653598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r"/>
      <c:layout>
        <c:manualLayout>
          <c:xMode val="edge"/>
          <c:yMode val="edge"/>
          <c:x val="0.75136011318897644"/>
          <c:y val="2.2700691526374432E-2"/>
          <c:w val="0.21426488681102365"/>
          <c:h val="7.060889516535814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5520130420389215E-2"/>
          <c:y val="0.15934354219822977"/>
          <c:w val="0.57573877811500962"/>
          <c:h val="0.6738555885903831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前回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</c:v>
                </c:pt>
                <c:pt idx="1">
                  <c:v>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D6-4F6F-9424-34240BB7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月度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FF000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1D6-4F6F-9424-34240BB72A34}"/>
              </c:ext>
            </c:extLst>
          </c:dPt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D6-4F6F-9424-34240BB72A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32"/>
        <c:overlap val="-12"/>
        <c:axId val="1518014792"/>
        <c:axId val="1518009032"/>
      </c:barChart>
      <c:catAx>
        <c:axId val="1518014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chemeClr val="bg1"/>
          </a:solidFill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518009032"/>
        <c:crosses val="autoZero"/>
        <c:auto val="1"/>
        <c:lblAlgn val="ctr"/>
        <c:lblOffset val="100"/>
        <c:noMultiLvlLbl val="0"/>
      </c:catAx>
      <c:valAx>
        <c:axId val="1518009032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518014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61700181435605E-2"/>
          <c:y val="0.13011841452686682"/>
          <c:w val="0.55177631797420057"/>
          <c:h val="0.563514134806485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前回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</c:v>
                </c:pt>
                <c:pt idx="1">
                  <c:v>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D6-4F6F-9424-34240BB7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月度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FF0000">
                  <a:alpha val="6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1D6-4F6F-9424-34240BB72A34}"/>
              </c:ext>
            </c:extLst>
          </c:dPt>
          <c:cat>
            <c:numRef>
              <c:f>Sheet1!$A$2:$A$3</c:f>
              <c:numCache>
                <c:formatCode>General</c:formatCode>
                <c:ptCount val="2"/>
              </c:numCache>
            </c:num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D6-4F6F-9424-34240BB72A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32"/>
        <c:overlap val="-12"/>
        <c:axId val="1518014792"/>
        <c:axId val="1518009032"/>
      </c:barChart>
      <c:catAx>
        <c:axId val="1518014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chemeClr val="bg1"/>
          </a:solidFill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518009032"/>
        <c:crosses val="autoZero"/>
        <c:auto val="1"/>
        <c:lblAlgn val="ctr"/>
        <c:lblOffset val="100"/>
        <c:noMultiLvlLbl val="0"/>
      </c:catAx>
      <c:valAx>
        <c:axId val="1518009032"/>
        <c:scaling>
          <c:orientation val="minMax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518014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3555002315886984"/>
          <c:y val="0.12566756535517429"/>
          <c:w val="0.5284995947197777"/>
          <c:h val="0.7469501262948987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E57-4F52-AC82-7CAD4D76B31B}"/>
              </c:ext>
            </c:extLst>
          </c:dPt>
          <c:dPt>
            <c:idx val="1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E57-4F52-AC82-7CAD4D76B31B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E57-4F52-AC82-7CAD4D76B31B}"/>
              </c:ext>
            </c:extLst>
          </c:dPt>
          <c:dPt>
            <c:idx val="3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E57-4F52-AC82-7CAD4D76B31B}"/>
              </c:ext>
            </c:extLst>
          </c:dPt>
          <c:dPt>
            <c:idx val="4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EE57-4F52-AC82-7CAD4D76B31B}"/>
              </c:ext>
            </c:extLst>
          </c:dPt>
          <c:dPt>
            <c:idx val="5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EE57-4F52-AC82-7CAD4D76B31B}"/>
              </c:ext>
            </c:extLst>
          </c:dPt>
          <c:dPt>
            <c:idx val="6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EE57-4F52-AC82-7CAD4D76B31B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EE57-4F52-AC82-7CAD4D76B31B}"/>
              </c:ext>
            </c:extLst>
          </c:dPt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120</c:v>
                </c:pt>
                <c:pt idx="3">
                  <c:v>130</c:v>
                </c:pt>
                <c:pt idx="4">
                  <c:v>140</c:v>
                </c:pt>
                <c:pt idx="5">
                  <c:v>120</c:v>
                </c:pt>
                <c:pt idx="6">
                  <c:v>110</c:v>
                </c:pt>
                <c:pt idx="7">
                  <c:v>115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EE57-4F52-AC82-7CAD4D76B3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1">
                  <c:v>50</c:v>
                </c:pt>
                <c:pt idx="2">
                  <c:v>40</c:v>
                </c:pt>
                <c:pt idx="3">
                  <c:v>30</c:v>
                </c:pt>
                <c:pt idx="4">
                  <c:v>20</c:v>
                </c:pt>
                <c:pt idx="5">
                  <c:v>10</c:v>
                </c:pt>
                <c:pt idx="6">
                  <c:v>5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E57-4F52-AC82-7CAD4D76B31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1">
                  <c:v>40</c:v>
                </c:pt>
                <c:pt idx="2">
                  <c:v>30</c:v>
                </c:pt>
                <c:pt idx="3">
                  <c:v>20</c:v>
                </c:pt>
                <c:pt idx="4">
                  <c:v>10</c:v>
                </c:pt>
                <c:pt idx="5">
                  <c:v>5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E57-4F52-AC82-7CAD4D76B3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100"/>
        <c:axId val="1625134568"/>
        <c:axId val="1625136008"/>
      </c:barChart>
      <c:catAx>
        <c:axId val="16251345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5136008"/>
        <c:crosses val="autoZero"/>
        <c:auto val="1"/>
        <c:lblAlgn val="ctr"/>
        <c:lblOffset val="100"/>
        <c:noMultiLvlLbl val="0"/>
      </c:catAx>
      <c:valAx>
        <c:axId val="1625136008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625134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3555002315886984"/>
          <c:y val="0.12566756535517429"/>
          <c:w val="0.5284995947197777"/>
          <c:h val="0.74695012629489876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F11-4C6B-8EF8-F31D9EB0C851}"/>
              </c:ext>
            </c:extLst>
          </c:dPt>
          <c:dPt>
            <c:idx val="1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F11-4C6B-8EF8-F31D9EB0C851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F11-4C6B-8EF8-F31D9EB0C851}"/>
              </c:ext>
            </c:extLst>
          </c:dPt>
          <c:dPt>
            <c:idx val="3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F11-4C6B-8EF8-F31D9EB0C851}"/>
              </c:ext>
            </c:extLst>
          </c:dPt>
          <c:dPt>
            <c:idx val="4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F11-4C6B-8EF8-F31D9EB0C851}"/>
              </c:ext>
            </c:extLst>
          </c:dPt>
          <c:dPt>
            <c:idx val="5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F11-4C6B-8EF8-F31D9EB0C851}"/>
              </c:ext>
            </c:extLst>
          </c:dPt>
          <c:dPt>
            <c:idx val="6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F11-4C6B-8EF8-F31D9EB0C851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F11-4C6B-8EF8-F31D9EB0C851}"/>
              </c:ext>
            </c:extLst>
          </c:dPt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120</c:v>
                </c:pt>
                <c:pt idx="3">
                  <c:v>130</c:v>
                </c:pt>
                <c:pt idx="4">
                  <c:v>140</c:v>
                </c:pt>
                <c:pt idx="5">
                  <c:v>120</c:v>
                </c:pt>
                <c:pt idx="6">
                  <c:v>110</c:v>
                </c:pt>
                <c:pt idx="7">
                  <c:v>115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8F11-4C6B-8EF8-F31D9EB0C85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008D2E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1">
                  <c:v>50</c:v>
                </c:pt>
                <c:pt idx="2">
                  <c:v>40</c:v>
                </c:pt>
                <c:pt idx="3">
                  <c:v>30</c:v>
                </c:pt>
                <c:pt idx="4">
                  <c:v>20</c:v>
                </c:pt>
                <c:pt idx="5">
                  <c:v>10</c:v>
                </c:pt>
                <c:pt idx="6">
                  <c:v>5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F11-4C6B-8EF8-F31D9EB0C85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XXXXX</c:v>
                </c:pt>
                <c:pt idx="1">
                  <c:v>XXXXX</c:v>
                </c:pt>
                <c:pt idx="2">
                  <c:v>XXXXX</c:v>
                </c:pt>
                <c:pt idx="3">
                  <c:v>XXXXX</c:v>
                </c:pt>
                <c:pt idx="4">
                  <c:v>XXXXX</c:v>
                </c:pt>
                <c:pt idx="5">
                  <c:v>XXXXX</c:v>
                </c:pt>
                <c:pt idx="6">
                  <c:v>XXXXX</c:v>
                </c:pt>
                <c:pt idx="7">
                  <c:v>XXXXX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1">
                  <c:v>40</c:v>
                </c:pt>
                <c:pt idx="2">
                  <c:v>30</c:v>
                </c:pt>
                <c:pt idx="3">
                  <c:v>20</c:v>
                </c:pt>
                <c:pt idx="4">
                  <c:v>10</c:v>
                </c:pt>
                <c:pt idx="5">
                  <c:v>5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8F11-4C6B-8EF8-F31D9EB0C8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100"/>
        <c:axId val="1625134568"/>
        <c:axId val="1625136008"/>
      </c:barChart>
      <c:catAx>
        <c:axId val="16251345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5136008"/>
        <c:crosses val="autoZero"/>
        <c:auto val="1"/>
        <c:lblAlgn val="ctr"/>
        <c:lblOffset val="100"/>
        <c:noMultiLvlLbl val="0"/>
      </c:catAx>
      <c:valAx>
        <c:axId val="1625136008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625134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2209794821070788E-2"/>
          <c:y val="0.1179016377946908"/>
          <c:w val="0.88287347337792432"/>
          <c:h val="0.5123817818760623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CREATIVE</c:v>
                </c:pt>
              </c:strCache>
            </c:strRef>
          </c:tx>
          <c:spPr>
            <a:solidFill>
              <a:srgbClr val="FF645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Sheet1!$B$2</c:f>
              <c:numCache>
                <c:formatCode>0%</c:formatCode>
                <c:ptCount val="1"/>
                <c:pt idx="0">
                  <c:v>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74-4E87-B7FE-ACE3FDA5BAE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REACH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Sheet1!$C$2</c:f>
              <c:numCache>
                <c:formatCode>0%</c:formatCode>
                <c:ptCount val="1"/>
                <c:pt idx="0">
                  <c:v>0.22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F74-4E87-B7FE-ACE3FDA5BAE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BRAND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Sheet1!$D$2</c:f>
              <c:numCache>
                <c:formatCode>0%</c:formatCode>
                <c:ptCount val="1"/>
                <c:pt idx="0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F74-4E87-B7FE-ACE3FDA5BAE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TARGETING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Sheet1!$E$2</c:f>
              <c:numCache>
                <c:formatCode>0%</c:formatCode>
                <c:ptCount val="1"/>
                <c:pt idx="0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74-4E87-B7FE-ACE3FDA5BAE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RECENCY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Sheet1!$F$2</c:f>
              <c:numCache>
                <c:formatCode>0%</c:formatCode>
                <c:ptCount val="1"/>
                <c:pt idx="0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74-4E87-B7FE-ACE3FDA5BAEE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CONTEXT</c:v>
                </c:pt>
              </c:strCache>
            </c:strRef>
          </c:tx>
          <c:spPr>
            <a:solidFill>
              <a:schemeClr val="tx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3.8066121152174351E-2"/>
                  <c:y val="3.215499212582476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0" i="0" u="none" strike="noStrike" kern="1200" baseline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ja-JP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74-4E87-B7FE-ACE3FDA5BAE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CONTEXT</c:v>
                </c:pt>
              </c:strCache>
            </c:strRef>
          </c:cat>
          <c:val>
            <c:numRef>
              <c:f>Sheet1!$G$2</c:f>
              <c:numCache>
                <c:formatCode>0%</c:formatCode>
                <c:ptCount val="1"/>
                <c:pt idx="0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74-4E87-B7FE-ACE3FDA5BAE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1248035103"/>
        <c:axId val="1248035583"/>
      </c:barChart>
      <c:catAx>
        <c:axId val="124803510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48035583"/>
        <c:crosses val="autoZero"/>
        <c:auto val="1"/>
        <c:lblAlgn val="ctr"/>
        <c:lblOffset val="100"/>
        <c:noMultiLvlLbl val="0"/>
      </c:catAx>
      <c:valAx>
        <c:axId val="1248035583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2480351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7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Sheet1!$A$2:$A$8</cx:f>
        <cx:lvl ptCount="7">
          <cx:pt idx="0">計画</cx:pt>
          <cx:pt idx="6">実績</cx:pt>
        </cx:lvl>
      </cx:strDim>
      <cx:numDim type="val">
        <cx:f>Sheet1!$B$2:$B$8</cx:f>
        <cx:lvl ptCount="7" formatCode="Standard">
          <cx:pt idx="0">100</cx:pt>
          <cx:pt idx="1">150</cx:pt>
          <cx:pt idx="2">100</cx:pt>
          <cx:pt idx="3">50</cx:pt>
          <cx:pt idx="4">-100</cx:pt>
          <cx:pt idx="5">-150</cx:pt>
          <cx:pt idx="6">150</cx:pt>
        </cx:lvl>
      </cx:numDim>
    </cx:data>
  </cx:chartData>
  <cx:chart>
    <cx:title pos="t" align="ctr" overlay="0"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endParaRPr lang="ja-JP" altLang="en-US" sz="1862" b="0" i="0" u="none" strike="noStrike" baseline="0" dirty="0">
            <a:solidFill>
              <a:prstClr val="black">
                <a:lumMod val="65000"/>
                <a:lumOff val="35000"/>
              </a:prstClr>
            </a:solidFill>
            <a:latin typeface="Meiryo UI"/>
            <a:ea typeface="Meiryo UI"/>
          </a:endParaRPr>
        </a:p>
      </cx:txPr>
    </cx:title>
    <cx:plotArea>
      <cx:plotAreaRegion>
        <cx:series layoutId="waterfall" uniqueId="{C41C1A32-5E2B-4742-B83F-86FB36B4C978}">
          <cx:tx>
            <cx:txData>
              <cx:f>Sheet1!$B$1</cx:f>
              <cx:v>系列1</cx:v>
            </cx:txData>
          </cx:tx>
          <cx:spPr>
            <a:solidFill>
              <a:schemeClr val="accent5">
                <a:alpha val="50000"/>
              </a:schemeClr>
            </a:solidFill>
          </cx:spPr>
          <cx:dataPt idx="0">
            <cx:spPr>
              <a:solidFill>
                <a:srgbClr val="008D2E"/>
              </a:solidFill>
            </cx:spPr>
          </cx:dataPt>
          <cx:dataPt idx="4">
            <cx:spPr>
              <a:solidFill>
                <a:srgbClr val="ED7D31">
                  <a:alpha val="50000"/>
                </a:srgbClr>
              </a:solidFill>
            </cx:spPr>
          </cx:dataPt>
          <cx:dataPt idx="5">
            <cx:spPr>
              <a:solidFill>
                <a:srgbClr val="ED7D31">
                  <a:alpha val="50000"/>
                </a:srgbClr>
              </a:solidFill>
            </cx:spPr>
          </cx:dataPt>
          <cx:dataPt idx="6">
            <cx:spPr>
              <a:solidFill>
                <a:srgbClr val="008D2E"/>
              </a:solidFill>
            </cx:spPr>
          </cx:dataPt>
          <cx:dataLabels pos="outEnd">
            <cx:numFmt formatCode="+0;-0;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200">
                    <a:solidFill>
                      <a:schemeClr val="tx1"/>
                    </a:solidFill>
                  </a:defRPr>
                </a:pPr>
                <a:endParaRPr lang="ja-JP" altLang="en-US" sz="1200" b="0" i="0" u="none" strike="noStrike" baseline="0">
                  <a:solidFill>
                    <a:schemeClr val="tx1"/>
                  </a:solidFill>
                  <a:latin typeface="Meiryo UI"/>
                  <a:ea typeface="Meiryo UI"/>
                </a:endParaRPr>
              </a:p>
            </cx:txPr>
            <cx:visibility seriesName="0" categoryName="0" value="1"/>
            <cx:separator>, </cx:separator>
            <cx:dataLabel idx="0" pos="ctr">
              <cx:numFmt formatCode="#,##0;-#,##0" sourceLinked="0"/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>
                      <a:solidFill>
                        <a:schemeClr val="bg1"/>
                      </a:solidFill>
                    </a:defRPr>
                  </a:pPr>
                  <a:r>
                    <a:rPr lang="ja-JP" altLang="en-US" sz="1050" b="0" i="0" u="none" strike="noStrike" baseline="0">
                      <a:solidFill>
                        <a:schemeClr val="bg1"/>
                      </a:solidFill>
                      <a:latin typeface="Meiryo UI"/>
                      <a:ea typeface="Meiryo UI"/>
                    </a:rPr>
                    <a:t>100</a:t>
                  </a:r>
                </a:p>
              </cx:txPr>
              <cx:visibility seriesName="0" categoryName="0" value="1"/>
              <cx:separator>, </cx:separator>
            </cx:dataLabel>
            <cx:dataLabel idx="1">
              <cx:numFmt formatCode="+0;-0;0" sourceLinked="0"/>
              <cx:visibility seriesName="0" categoryName="0" value="1"/>
              <cx:separator>, </cx:separator>
            </cx:dataLabel>
            <cx:dataLabel idx="4">
              <cx:numFmt formatCode="+0;-0;0" sourceLinked="0"/>
              <cx:visibility seriesName="0" categoryName="0" value="0"/>
              <cx:separator>, </cx:separator>
            </cx:dataLabel>
            <cx:dataLabel idx="5" pos="outEnd">
              <cx:numFmt formatCode="+0;-0;0" sourceLinked="0"/>
              <cx:visibility seriesName="0" categoryName="0" value="0"/>
              <cx:separator>, </cx:separator>
            </cx:dataLabel>
            <cx:dataLabel idx="6" pos="ctr">
              <cx:numFmt formatCode="#,##0;-#,##0" sourceLinked="0"/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>
                      <a:solidFill>
                        <a:schemeClr val="bg1"/>
                      </a:solidFill>
                    </a:defRPr>
                  </a:pPr>
                  <a:r>
                    <a:rPr lang="ja-JP" altLang="en-US" sz="1050" b="0" i="0" u="none" strike="noStrike" baseline="0">
                      <a:solidFill>
                        <a:schemeClr val="bg1"/>
                      </a:solidFill>
                      <a:latin typeface="Meiryo UI"/>
                      <a:ea typeface="Meiryo UI"/>
                    </a:rPr>
                    <a:t>150</a:t>
                  </a:r>
                </a:p>
              </cx:txPr>
              <cx:visibility seriesName="0" categoryName="0" value="1"/>
              <cx:separator>, </cx:separator>
            </cx:dataLabel>
          </cx:dataLabels>
          <cx:dataId val="0"/>
          <cx:layoutPr>
            <cx:subtotals>
              <cx:idx val="0"/>
              <cx:idx val="6"/>
            </cx:subtotals>
          </cx:layoutPr>
        </cx:series>
      </cx:plotAreaRegion>
      <cx:axis id="0">
        <cx:catScaling gapWidth="0.5"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>
                <a:solidFill>
                  <a:schemeClr val="tx1"/>
                </a:solidFill>
              </a:defRPr>
            </a:pPr>
            <a:endParaRPr lang="ja-JP" altLang="en-US" sz="1197" b="0" i="0" u="none" strike="noStrike" baseline="0">
              <a:solidFill>
                <a:schemeClr val="tx1"/>
              </a:solidFill>
              <a:latin typeface="Meiryo UI"/>
              <a:ea typeface="Meiryo UI"/>
            </a:endParaRPr>
          </a:p>
        </cx:txPr>
      </cx:axis>
      <cx:axis id="1">
        <cx:valScaling max="600"/>
        <cx:majorGridlines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>
                <a:solidFill>
                  <a:schemeClr val="tx1"/>
                </a:solidFill>
              </a:defRPr>
            </a:pPr>
            <a:endParaRPr lang="ja-JP" altLang="en-US" sz="1197" b="0" i="0" u="none" strike="noStrike" baseline="0">
              <a:solidFill>
                <a:schemeClr val="tx1"/>
              </a:solidFill>
              <a:latin typeface="Meiryo UI"/>
              <a:ea typeface="Meiryo UI"/>
            </a:endParaRPr>
          </a:p>
        </cx:txPr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Sheet1!$A$2:$A$8</cx:f>
        <cx:lvl ptCount="7">
          <cx:pt idx="0">計画</cx:pt>
          <cx:pt idx="6">実績</cx:pt>
        </cx:lvl>
      </cx:strDim>
      <cx:numDim type="val">
        <cx:f>Sheet1!$B$2:$B$8</cx:f>
        <cx:lvl ptCount="7" formatCode="G/標準">
          <cx:pt idx="0">100</cx:pt>
          <cx:pt idx="1">150</cx:pt>
          <cx:pt idx="2">100</cx:pt>
          <cx:pt idx="3">50</cx:pt>
          <cx:pt idx="4">-100</cx:pt>
          <cx:pt idx="5">-150</cx:pt>
          <cx:pt idx="6">150</cx:pt>
        </cx:lvl>
      </cx:numDim>
    </cx:data>
  </cx:chartData>
  <cx:chart>
    <cx:title pos="t" align="ctr" overlay="0"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endParaRPr lang="ja-JP" altLang="en-US" sz="1862" b="0" i="0" u="none" strike="noStrike" baseline="0" dirty="0">
            <a:solidFill>
              <a:prstClr val="black">
                <a:lumMod val="65000"/>
                <a:lumOff val="35000"/>
              </a:prstClr>
            </a:solidFill>
            <a:latin typeface="Meiryo UI"/>
            <a:ea typeface="Meiryo UI"/>
          </a:endParaRPr>
        </a:p>
      </cx:txPr>
    </cx:title>
    <cx:plotArea>
      <cx:plotAreaRegion>
        <cx:series layoutId="waterfall" uniqueId="{C41C1A32-5E2B-4742-B83F-86FB36B4C978}">
          <cx:tx>
            <cx:txData>
              <cx:f>Sheet1!$B$1</cx:f>
              <cx:v>系列1</cx:v>
            </cx:txData>
          </cx:tx>
          <cx:spPr>
            <a:solidFill>
              <a:schemeClr val="accent5">
                <a:alpha val="50000"/>
              </a:schemeClr>
            </a:solidFill>
          </cx:spPr>
          <cx:dataPt idx="0">
            <cx:spPr>
              <a:solidFill>
                <a:srgbClr val="008D2E"/>
              </a:solidFill>
            </cx:spPr>
          </cx:dataPt>
          <cx:dataPt idx="4">
            <cx:spPr>
              <a:solidFill>
                <a:srgbClr val="ED7D31">
                  <a:alpha val="50000"/>
                </a:srgbClr>
              </a:solidFill>
            </cx:spPr>
          </cx:dataPt>
          <cx:dataPt idx="5">
            <cx:spPr>
              <a:solidFill>
                <a:srgbClr val="ED7D31">
                  <a:alpha val="50000"/>
                </a:srgbClr>
              </a:solidFill>
            </cx:spPr>
          </cx:dataPt>
          <cx:dataPt idx="6">
            <cx:spPr>
              <a:solidFill>
                <a:srgbClr val="008D2E"/>
              </a:solidFill>
            </cx:spPr>
          </cx:dataPt>
          <cx:dataLabels pos="outEnd">
            <cx:numFmt formatCode="+0;-0;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>
                    <a:solidFill>
                      <a:schemeClr val="tx1"/>
                    </a:solidFill>
                  </a:defRPr>
                </a:pPr>
                <a:endParaRPr lang="ja-JP" altLang="en-US" sz="1197" b="0" i="0" u="none" strike="noStrike" baseline="0">
                  <a:solidFill>
                    <a:schemeClr val="tx1"/>
                  </a:solidFill>
                  <a:latin typeface="Meiryo UI"/>
                  <a:ea typeface="Meiryo UI"/>
                </a:endParaRPr>
              </a:p>
            </cx:txPr>
            <cx:visibility seriesName="0" categoryName="0" value="1"/>
            <cx:separator>, </cx:separator>
            <cx:dataLabel idx="0" pos="ctr">
              <cx:numFmt formatCode="#,##0;-#,##0" sourceLinked="0"/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>
                      <a:solidFill>
                        <a:schemeClr val="bg1"/>
                      </a:solidFill>
                    </a:defRPr>
                  </a:pPr>
                  <a:r>
                    <a:rPr lang="ja-JP" altLang="en-US" sz="1050" b="0" i="0" u="none" strike="noStrike" baseline="0">
                      <a:solidFill>
                        <a:schemeClr val="bg1"/>
                      </a:solidFill>
                      <a:latin typeface="Meiryo UI"/>
                      <a:ea typeface="Meiryo UI"/>
                    </a:rPr>
                    <a:t>100</a:t>
                  </a:r>
                </a:p>
              </cx:txPr>
              <cx:visibility seriesName="0" categoryName="0" value="1"/>
              <cx:separator>, </cx:separator>
            </cx:dataLabel>
            <cx:dataLabel idx="1">
              <cx:numFmt formatCode="+0;-0;0" sourceLinked="0"/>
              <cx:visibility seriesName="0" categoryName="0" value="1"/>
              <cx:separator>, </cx:separator>
            </cx:dataLabel>
            <cx:dataLabel idx="4">
              <cx:numFmt formatCode="+0;-0;0" sourceLinked="0"/>
              <cx:visibility seriesName="0" categoryName="0" value="0"/>
              <cx:separator>, </cx:separator>
            </cx:dataLabel>
            <cx:dataLabel idx="5" pos="outEnd">
              <cx:numFmt formatCode="+0;-0;0" sourceLinked="0"/>
              <cx:visibility seriesName="0" categoryName="0" value="0"/>
              <cx:separator>, </cx:separator>
            </cx:dataLabel>
            <cx:dataLabel idx="6" pos="ctr">
              <cx:numFmt formatCode="#,##0;-#,##0" sourceLinked="0"/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>
                      <a:solidFill>
                        <a:schemeClr val="bg1"/>
                      </a:solidFill>
                    </a:defRPr>
                  </a:pPr>
                  <a:r>
                    <a:rPr lang="ja-JP" altLang="en-US" sz="1050" b="0" i="0" u="none" strike="noStrike" baseline="0">
                      <a:solidFill>
                        <a:schemeClr val="bg1"/>
                      </a:solidFill>
                      <a:latin typeface="Meiryo UI"/>
                      <a:ea typeface="Meiryo UI"/>
                    </a:rPr>
                    <a:t>150</a:t>
                  </a:r>
                </a:p>
              </cx:txPr>
              <cx:visibility seriesName="0" categoryName="0" value="1"/>
              <cx:separator>, </cx:separator>
            </cx:dataLabel>
          </cx:dataLabels>
          <cx:dataId val="0"/>
          <cx:layoutPr>
            <cx:subtotals>
              <cx:idx val="0"/>
              <cx:idx val="6"/>
            </cx:subtotals>
          </cx:layoutPr>
        </cx:series>
      </cx:plotAreaRegion>
      <cx:axis id="0">
        <cx:catScaling gapWidth="0.5"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>
                <a:solidFill>
                  <a:schemeClr val="tx1"/>
                </a:solidFill>
              </a:defRPr>
            </a:pPr>
            <a:endParaRPr lang="ja-JP" altLang="en-US" sz="1197" b="0" i="0" u="none" strike="noStrike" baseline="0">
              <a:solidFill>
                <a:schemeClr val="tx1"/>
              </a:solidFill>
              <a:latin typeface="Meiryo UI"/>
              <a:ea typeface="Meiryo UI"/>
            </a:endParaRPr>
          </a:p>
        </cx:txPr>
      </cx:axis>
      <cx:axis id="1">
        <cx:valScaling max="600"/>
        <cx:majorGridlines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>
                <a:solidFill>
                  <a:schemeClr val="tx1"/>
                </a:solidFill>
              </a:defRPr>
            </a:pPr>
            <a:endParaRPr lang="ja-JP" altLang="en-US" sz="1197" b="0" i="0" u="none" strike="noStrike" baseline="0">
              <a:solidFill>
                <a:schemeClr val="tx1"/>
              </a:solidFill>
              <a:latin typeface="Meiryo UI"/>
              <a:ea typeface="Meiryo UI"/>
            </a:endParaRPr>
          </a:p>
        </cx:txPr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Sheet1!$A$2:$A$5</cx:f>
        <cx:lvl ptCount="4">
          <cx:pt idx="0">現状人件費</cx:pt>
          <cx:pt idx="1">▲不要手当適正化</cx:pt>
          <cx:pt idx="2">▲労務効率化 (外注)</cx:pt>
          <cx:pt idx="3">筋肉質な組織基盤</cx:pt>
        </cx:lvl>
      </cx:strDim>
      <cx:numDim type="val">
        <cx:f>Sheet1!$B$2:$B$5</cx:f>
        <cx:lvl ptCount="4" formatCode="G/標準">
          <cx:pt idx="0">210</cx:pt>
          <cx:pt idx="1">-30</cx:pt>
          <cx:pt idx="2">-50</cx:pt>
          <cx:pt idx="3">-130</cx:pt>
        </cx:lvl>
      </cx:numDim>
    </cx:data>
  </cx:chartData>
  <cx:chart>
    <cx:plotArea>
      <cx:plotAreaRegion>
        <cx:series layoutId="waterfall" uniqueId="{4EB83EB8-1ECD-47D2-BFF7-7FEB4A3B4B69}">
          <cx:tx>
            <cx:txData>
              <cx:f>Sheet1!$B$1</cx:f>
              <cx:v>系列1</cx:v>
            </cx:txData>
          </cx:tx>
          <cx:dataPt idx="0">
            <cx:spPr>
              <a:solidFill>
                <a:srgbClr val="008000"/>
              </a:solidFill>
            </cx:spPr>
          </cx:dataPt>
          <cx:dataPt idx="1">
            <cx:spPr>
              <a:solidFill>
                <a:srgbClr val="008000">
                  <a:alpha val="60000"/>
                </a:srgbClr>
              </a:solidFill>
            </cx:spPr>
          </cx:dataPt>
          <cx:dataPt idx="2">
            <cx:spPr>
              <a:solidFill>
                <a:srgbClr val="008000">
                  <a:alpha val="40000"/>
                </a:srgbClr>
              </a:solidFill>
            </cx:spPr>
          </cx:dataPt>
          <cx:dataPt idx="3">
            <cx:spPr>
              <a:solidFill>
                <a:srgbClr val="008000">
                  <a:alpha val="20000"/>
                </a:srgbClr>
              </a:solidFill>
            </cx:spPr>
          </cx:dataPt>
          <cx:dataId val="0"/>
          <cx:layoutPr>
            <cx:visibility connectorLines="0"/>
            <cx:subtotals>
              <cx:idx val="0"/>
            </cx:subtotals>
          </cx:layoutPr>
        </cx:series>
      </cx:plotAreaRegion>
      <cx:axis id="0" hidden="1">
        <cx:catScaling gapWidth="0.5"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600" baseline="0">
                <a:solidFill>
                  <a:srgbClr val="000000"/>
                </a:solidFill>
                <a:latin typeface="Meiryo UI" panose="020B0604030504040204" pitchFamily="50" charset="-128"/>
              </a:defRPr>
            </a:pPr>
            <a:endParaRPr lang="ja-JP" altLang="en-US" sz="600" b="0" i="0" u="none" strike="noStrike" baseline="0">
              <a:solidFill>
                <a:srgbClr val="000000"/>
              </a:solidFill>
              <a:latin typeface="Meiryo UI" panose="020B0604030504040204" pitchFamily="50" charset="-128"/>
              <a:ea typeface="Meiryo UI"/>
            </a:endParaRPr>
          </a:p>
        </cx:txPr>
      </cx:axis>
      <cx:axis id="1" hidden="1">
        <cx:valScaling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9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withinLinear" id="19">
  <a:schemeClr val="accent6"/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20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2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4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5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0.53374</cdr:x>
      <cdr:y>0.42919</cdr:y>
    </cdr:from>
    <cdr:to>
      <cdr:x>0.63373</cdr:x>
      <cdr:y>0.52651</cdr:y>
    </cdr:to>
    <cdr:sp macro="" textlink="">
      <cdr:nvSpPr>
        <cdr:cNvPr id="2" name="テキスト ボックス 1"/>
        <cdr:cNvSpPr txBox="1"/>
      </cdr:nvSpPr>
      <cdr:spPr>
        <a:xfrm xmlns:a="http://schemas.openxmlformats.org/drawingml/2006/main">
          <a:off x="2594000" y="868068"/>
          <a:ext cx="485910" cy="196835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9525">
          <a:noFill/>
        </a:ln>
      </cdr:spPr>
      <cdr:txBody>
        <a:bodyPr xmlns:a="http://schemas.openxmlformats.org/drawingml/2006/main" vertOverflow="clip" wrap="none" tIns="0" bIns="0" numCol="1" rtlCol="0">
          <a:noAutofit/>
        </a:bodyPr>
        <a:lstStyle xmlns:a="http://schemas.openxmlformats.org/drawingml/2006/main"/>
        <a:p xmlns:a="http://schemas.openxmlformats.org/drawingml/2006/main">
          <a:pPr algn="l"/>
          <a:r>
            <a:rPr lang="en-US" altLang="ja-JP" sz="1200" dirty="0">
              <a:solidFill>
                <a:schemeClr val="bg1"/>
              </a:solidFill>
            </a:rPr>
            <a:t>45%</a:t>
          </a:r>
          <a:endParaRPr lang="ja-JP" altLang="en-US" sz="1200" dirty="0">
            <a:solidFill>
              <a:schemeClr val="bg1"/>
            </a:solidFill>
          </a:endParaRPr>
        </a:p>
      </cdr:txBody>
    </cdr:sp>
  </cdr:relSizeAnchor>
  <cdr:relSizeAnchor xmlns:cdr="http://schemas.openxmlformats.org/drawingml/2006/chartDrawing">
    <cdr:from>
      <cdr:x>0.42769</cdr:x>
      <cdr:y>0.70785</cdr:y>
    </cdr:from>
    <cdr:to>
      <cdr:x>0.53061</cdr:x>
      <cdr:y>0.8047</cdr:y>
    </cdr:to>
    <cdr:sp macro="" textlink="">
      <cdr:nvSpPr>
        <cdr:cNvPr id="3" name="テキスト ボックス 2"/>
        <cdr:cNvSpPr txBox="1"/>
      </cdr:nvSpPr>
      <cdr:spPr>
        <a:xfrm xmlns:a="http://schemas.openxmlformats.org/drawingml/2006/main">
          <a:off x="2078589" y="1431675"/>
          <a:ext cx="500172" cy="195885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9525">
          <a:noFill/>
        </a:ln>
      </cdr:spPr>
      <cdr:txBody>
        <a:bodyPr xmlns:a="http://schemas.openxmlformats.org/drawingml/2006/main" vertOverflow="clip" wrap="none" tIns="0" bIns="0" numCol="1" rtlCol="0">
          <a:noAutofit/>
        </a:bodyPr>
        <a:lstStyle xmlns:a="http://schemas.openxmlformats.org/drawingml/2006/main"/>
        <a:p xmlns:a="http://schemas.openxmlformats.org/drawingml/2006/main">
          <a:pPr algn="l"/>
          <a:r>
            <a:rPr lang="en-US" altLang="ja-JP" sz="1200" dirty="0">
              <a:solidFill>
                <a:schemeClr val="bg1"/>
              </a:solidFill>
            </a:rPr>
            <a:t>16%</a:t>
          </a:r>
          <a:endParaRPr lang="ja-JP" altLang="en-US" sz="1200" dirty="0">
            <a:solidFill>
              <a:schemeClr val="bg1"/>
            </a:solidFill>
          </a:endParaRPr>
        </a:p>
      </cdr:txBody>
    </cdr:sp>
  </cdr:relSizeAnchor>
  <cdr:relSizeAnchor xmlns:cdr="http://schemas.openxmlformats.org/drawingml/2006/chartDrawing">
    <cdr:from>
      <cdr:x>0.352</cdr:x>
      <cdr:y>0.57783</cdr:y>
    </cdr:from>
    <cdr:to>
      <cdr:x>0.45347</cdr:x>
      <cdr:y>0.67501</cdr:y>
    </cdr:to>
    <cdr:sp macro="" textlink="">
      <cdr:nvSpPr>
        <cdr:cNvPr id="4" name="テキスト ボックス 3"/>
        <cdr:cNvSpPr txBox="1"/>
      </cdr:nvSpPr>
      <cdr:spPr>
        <a:xfrm xmlns:a="http://schemas.openxmlformats.org/drawingml/2006/main">
          <a:off x="1710737" y="1168711"/>
          <a:ext cx="493104" cy="196544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9525">
          <a:noFill/>
        </a:ln>
      </cdr:spPr>
      <cdr:txBody>
        <a:bodyPr xmlns:a="http://schemas.openxmlformats.org/drawingml/2006/main" vertOverflow="clip" wrap="none" tIns="0" bIns="0" numCol="1" rtlCol="0">
          <a:noAutofit/>
        </a:bodyPr>
        <a:lstStyle xmlns:a="http://schemas.openxmlformats.org/drawingml/2006/main"/>
        <a:p xmlns:a="http://schemas.openxmlformats.org/drawingml/2006/main">
          <a:pPr algn="l"/>
          <a:r>
            <a:rPr lang="en-US" altLang="ja-JP" sz="1200" dirty="0">
              <a:solidFill>
                <a:schemeClr val="bg1"/>
              </a:solidFill>
            </a:rPr>
            <a:t>10%</a:t>
          </a:r>
          <a:endParaRPr lang="ja-JP" altLang="en-US" sz="1200" dirty="0">
            <a:solidFill>
              <a:schemeClr val="bg1"/>
            </a:solidFill>
          </a:endParaRP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0.52199</cdr:x>
      <cdr:y>0.37534</cdr:y>
    </cdr:from>
    <cdr:to>
      <cdr:x>0.62904</cdr:x>
      <cdr:y>0.48053</cdr:y>
    </cdr:to>
    <cdr:sp macro="" textlink="">
      <cdr:nvSpPr>
        <cdr:cNvPr id="2" name="テキスト ボックス 1"/>
        <cdr:cNvSpPr txBox="1"/>
      </cdr:nvSpPr>
      <cdr:spPr>
        <a:xfrm xmlns:a="http://schemas.openxmlformats.org/drawingml/2006/main">
          <a:off x="2536888" y="762561"/>
          <a:ext cx="520234" cy="21370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9525">
          <a:noFill/>
        </a:ln>
      </cdr:spPr>
      <cdr:txBody>
        <a:bodyPr xmlns:a="http://schemas.openxmlformats.org/drawingml/2006/main" vertOverflow="clip" wrap="none" tIns="0" bIns="0" numCol="1" rtlCol="0">
          <a:noAutofit/>
        </a:bodyPr>
        <a:lstStyle xmlns:a="http://schemas.openxmlformats.org/drawingml/2006/main"/>
        <a:p xmlns:a="http://schemas.openxmlformats.org/drawingml/2006/main">
          <a:pPr algn="l"/>
          <a:r>
            <a:rPr lang="en-US" altLang="ja-JP" sz="1200" dirty="0">
              <a:solidFill>
                <a:schemeClr val="bg1"/>
              </a:solidFill>
            </a:rPr>
            <a:t>36%</a:t>
          </a:r>
          <a:endParaRPr lang="ja-JP" altLang="en-US" sz="1200" dirty="0">
            <a:solidFill>
              <a:schemeClr val="bg1"/>
            </a:solidFill>
          </a:endParaRPr>
        </a:p>
      </cdr:txBody>
    </cdr:sp>
  </cdr:relSizeAnchor>
  <cdr:relSizeAnchor xmlns:cdr="http://schemas.openxmlformats.org/drawingml/2006/chartDrawing">
    <cdr:from>
      <cdr:x>0.44628</cdr:x>
      <cdr:y>0.66395</cdr:y>
    </cdr:from>
    <cdr:to>
      <cdr:x>0.55167</cdr:x>
      <cdr:y>0.77075</cdr:y>
    </cdr:to>
    <cdr:sp macro="" textlink="">
      <cdr:nvSpPr>
        <cdr:cNvPr id="4" name="テキスト ボックス 3"/>
        <cdr:cNvSpPr txBox="1"/>
      </cdr:nvSpPr>
      <cdr:spPr>
        <a:xfrm xmlns:a="http://schemas.openxmlformats.org/drawingml/2006/main">
          <a:off x="2168936" y="1348900"/>
          <a:ext cx="512174" cy="216991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9525">
          <a:noFill/>
        </a:ln>
      </cdr:spPr>
      <cdr:txBody>
        <a:bodyPr xmlns:a="http://schemas.openxmlformats.org/drawingml/2006/main" vertOverflow="clip" wrap="none" tIns="0" bIns="0" numCol="1" rtlCol="0">
          <a:noAutofit/>
        </a:bodyPr>
        <a:lstStyle xmlns:a="http://schemas.openxmlformats.org/drawingml/2006/main"/>
        <a:p xmlns:a="http://schemas.openxmlformats.org/drawingml/2006/main">
          <a:pPr algn="l"/>
          <a:r>
            <a:rPr lang="en-US" altLang="ja-JP" sz="1200" dirty="0">
              <a:solidFill>
                <a:schemeClr val="bg1"/>
              </a:solidFill>
            </a:rPr>
            <a:t>30%</a:t>
          </a:r>
          <a:endParaRPr lang="ja-JP" altLang="en-US" sz="1200" dirty="0">
            <a:solidFill>
              <a:schemeClr val="bg1"/>
            </a:solidFill>
          </a:endParaRPr>
        </a:p>
      </cdr:txBody>
    </cdr:sp>
  </cdr:relSizeAnchor>
  <cdr:relSizeAnchor xmlns:cdr="http://schemas.openxmlformats.org/drawingml/2006/chartDrawing">
    <cdr:from>
      <cdr:x>0.33344</cdr:x>
      <cdr:y>0.55273</cdr:y>
    </cdr:from>
    <cdr:to>
      <cdr:x>0.41502</cdr:x>
      <cdr:y>0.65132</cdr:y>
    </cdr:to>
    <cdr:sp macro="" textlink="">
      <cdr:nvSpPr>
        <cdr:cNvPr id="5" name="テキスト ボックス 4"/>
        <cdr:cNvSpPr txBox="1"/>
      </cdr:nvSpPr>
      <cdr:spPr>
        <a:xfrm xmlns:a="http://schemas.openxmlformats.org/drawingml/2006/main">
          <a:off x="1620518" y="1122940"/>
          <a:ext cx="396497" cy="200309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9525">
          <a:noFill/>
        </a:ln>
      </cdr:spPr>
      <cdr:txBody>
        <a:bodyPr xmlns:a="http://schemas.openxmlformats.org/drawingml/2006/main" vertOverflow="clip" wrap="none" tIns="0" bIns="0" numCol="1" rtlCol="0">
          <a:noAutofit/>
        </a:bodyPr>
        <a:lstStyle xmlns:a="http://schemas.openxmlformats.org/drawingml/2006/main"/>
        <a:p xmlns:a="http://schemas.openxmlformats.org/drawingml/2006/main">
          <a:pPr algn="l"/>
          <a:r>
            <a:rPr lang="en-US" altLang="ja-JP" sz="1200" dirty="0">
              <a:solidFill>
                <a:schemeClr val="bg1"/>
              </a:solidFill>
            </a:rPr>
            <a:t>7%</a:t>
          </a:r>
          <a:endParaRPr lang="ja-JP" altLang="en-US" sz="1200" dirty="0">
            <a:solidFill>
              <a:schemeClr val="bg1"/>
            </a:solidFill>
          </a:endParaRP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0.76426</cdr:x>
      <cdr:y>0.05706</cdr:y>
    </cdr:from>
    <cdr:to>
      <cdr:x>0.95598</cdr:x>
      <cdr:y>0.16932</cdr:y>
    </cdr:to>
    <cdr:sp macro="" textlink="">
      <cdr:nvSpPr>
        <cdr:cNvPr id="2" name="吹き出し: 線 1">
          <a:extLst xmlns:a="http://schemas.openxmlformats.org/drawingml/2006/main">
            <a:ext uri="{FF2B5EF4-FFF2-40B4-BE49-F238E27FC236}">
              <a16:creationId xmlns:a16="http://schemas.microsoft.com/office/drawing/2014/main" id="{8177DCCE-B556-8945-51CC-FF598DF6A76F}"/>
            </a:ext>
          </a:extLst>
        </cdr:cNvPr>
        <cdr:cNvSpPr/>
      </cdr:nvSpPr>
      <cdr:spPr>
        <a:xfrm xmlns:a="http://schemas.openxmlformats.org/drawingml/2006/main">
          <a:off x="4107077" y="96837"/>
          <a:ext cx="1030287" cy="190500"/>
        </a:xfrm>
        <a:prstGeom xmlns:a="http://schemas.openxmlformats.org/drawingml/2006/main" prst="borderCallout1">
          <a:avLst>
            <a:gd name="adj1" fmla="val 46955"/>
            <a:gd name="adj2" fmla="val -438"/>
            <a:gd name="adj3" fmla="val 59583"/>
            <a:gd name="adj4" fmla="val -13290"/>
          </a:avLst>
        </a:prstGeom>
        <a:solidFill xmlns:a="http://schemas.openxmlformats.org/drawingml/2006/main">
          <a:schemeClr val="bg1"/>
        </a:solidFill>
        <a:ln xmlns:a="http://schemas.openxmlformats.org/drawingml/2006/main" w="9525">
          <a:solidFill>
            <a:srgbClr val="008000"/>
          </a:solidFill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defPPr>
            <a:defRPr lang="ja-JP"/>
          </a:defPPr>
          <a:lvl1pPr marL="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営業・販売・マーケ</a:t>
          </a:r>
          <a:endParaRPr kumimoji="1" lang="ja-JP" altLang="en-US" sz="100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cdr:txBody>
    </cdr:sp>
  </cdr:relSizeAnchor>
  <cdr:relSizeAnchor xmlns:cdr="http://schemas.openxmlformats.org/drawingml/2006/chartDrawing">
    <cdr:from>
      <cdr:x>0.76426</cdr:x>
      <cdr:y>0.41628</cdr:y>
    </cdr:from>
    <cdr:to>
      <cdr:x>0.83546</cdr:x>
      <cdr:y>0.52853</cdr:y>
    </cdr:to>
    <cdr:sp macro="" textlink="">
      <cdr:nvSpPr>
        <cdr:cNvPr id="3" name="吹き出し: 線 2">
          <a:extLst xmlns:a="http://schemas.openxmlformats.org/drawingml/2006/main">
            <a:ext uri="{FF2B5EF4-FFF2-40B4-BE49-F238E27FC236}">
              <a16:creationId xmlns:a16="http://schemas.microsoft.com/office/drawing/2014/main" id="{B394DE86-0FB7-0885-AC37-50216B36E6B8}"/>
            </a:ext>
          </a:extLst>
        </cdr:cNvPr>
        <cdr:cNvSpPr/>
      </cdr:nvSpPr>
      <cdr:spPr>
        <a:xfrm xmlns:a="http://schemas.openxmlformats.org/drawingml/2006/main">
          <a:off x="4107078" y="706437"/>
          <a:ext cx="382588" cy="190500"/>
        </a:xfrm>
        <a:prstGeom xmlns:a="http://schemas.openxmlformats.org/drawingml/2006/main" prst="borderCallout1">
          <a:avLst>
            <a:gd name="adj1" fmla="val 46955"/>
            <a:gd name="adj2" fmla="val -438"/>
            <a:gd name="adj3" fmla="val 68750"/>
            <a:gd name="adj4" fmla="val -41292"/>
          </a:avLst>
        </a:prstGeom>
        <a:solidFill xmlns:a="http://schemas.openxmlformats.org/drawingml/2006/main">
          <a:schemeClr val="bg1"/>
        </a:solidFill>
        <a:ln xmlns:a="http://schemas.openxmlformats.org/drawingml/2006/main" w="9525">
          <a:solidFill>
            <a:srgbClr val="008000"/>
          </a:solidFill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defPPr>
            <a:defRPr lang="ja-JP"/>
          </a:defPPr>
          <a:lvl1pPr marL="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マーケ</a:t>
          </a:r>
          <a:endParaRPr kumimoji="1" lang="ja-JP" altLang="en-US" sz="100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cdr:txBody>
    </cdr:sp>
  </cdr:relSizeAnchor>
  <cdr:relSizeAnchor xmlns:cdr="http://schemas.openxmlformats.org/drawingml/2006/chartDrawing">
    <cdr:from>
      <cdr:x>0.56043</cdr:x>
      <cdr:y>0.6782</cdr:y>
    </cdr:from>
    <cdr:to>
      <cdr:x>0.65998</cdr:x>
      <cdr:y>0.79046</cdr:y>
    </cdr:to>
    <cdr:sp macro="" textlink="">
      <cdr:nvSpPr>
        <cdr:cNvPr id="4" name="吹き出し: 線 3">
          <a:extLst xmlns:a="http://schemas.openxmlformats.org/drawingml/2006/main">
            <a:ext uri="{FF2B5EF4-FFF2-40B4-BE49-F238E27FC236}">
              <a16:creationId xmlns:a16="http://schemas.microsoft.com/office/drawing/2014/main" id="{5BC7B03E-3A4F-322C-4F81-25783C88CCFF}"/>
            </a:ext>
          </a:extLst>
        </cdr:cNvPr>
        <cdr:cNvSpPr/>
      </cdr:nvSpPr>
      <cdr:spPr>
        <a:xfrm xmlns:a="http://schemas.openxmlformats.org/drawingml/2006/main">
          <a:off x="3011701" y="1150937"/>
          <a:ext cx="534989" cy="190500"/>
        </a:xfrm>
        <a:prstGeom xmlns:a="http://schemas.openxmlformats.org/drawingml/2006/main" prst="borderCallout1">
          <a:avLst>
            <a:gd name="adj1" fmla="val 46955"/>
            <a:gd name="adj2" fmla="val 101045"/>
            <a:gd name="adj3" fmla="val 31250"/>
            <a:gd name="adj4" fmla="val 175707"/>
          </a:avLst>
        </a:prstGeom>
        <a:solidFill xmlns:a="http://schemas.openxmlformats.org/drawingml/2006/main">
          <a:schemeClr val="bg1"/>
        </a:solidFill>
        <a:ln xmlns:a="http://schemas.openxmlformats.org/drawingml/2006/main" w="9525">
          <a:solidFill>
            <a:srgbClr val="008000"/>
          </a:solidFill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defPPr>
            <a:defRPr lang="ja-JP"/>
          </a:defPPr>
          <a:lvl1pPr marL="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情シス</a:t>
          </a:r>
        </a:p>
      </cdr:txBody>
    </cdr:sp>
  </cdr:relSizeAnchor>
  <cdr:relSizeAnchor xmlns:cdr="http://schemas.openxmlformats.org/drawingml/2006/chartDrawing">
    <cdr:from>
      <cdr:x>0.8133</cdr:x>
      <cdr:y>0.27655</cdr:y>
    </cdr:from>
    <cdr:to>
      <cdr:x>1</cdr:x>
      <cdr:y>0.38881</cdr:y>
    </cdr:to>
    <cdr:sp macro="" textlink="">
      <cdr:nvSpPr>
        <cdr:cNvPr id="5" name="吹き出し: 線 4">
          <a:extLst xmlns:a="http://schemas.openxmlformats.org/drawingml/2006/main">
            <a:ext uri="{FF2B5EF4-FFF2-40B4-BE49-F238E27FC236}">
              <a16:creationId xmlns:a16="http://schemas.microsoft.com/office/drawing/2014/main" id="{9A8DD4E4-86E7-B754-7B1A-4F39FF17E844}"/>
            </a:ext>
          </a:extLst>
        </cdr:cNvPr>
        <cdr:cNvSpPr/>
      </cdr:nvSpPr>
      <cdr:spPr>
        <a:xfrm xmlns:a="http://schemas.openxmlformats.org/drawingml/2006/main">
          <a:off x="4370603" y="469324"/>
          <a:ext cx="1003300" cy="190500"/>
        </a:xfrm>
        <a:prstGeom xmlns:a="http://schemas.openxmlformats.org/drawingml/2006/main" prst="borderCallout1">
          <a:avLst>
            <a:gd name="adj1" fmla="val 99455"/>
            <a:gd name="adj2" fmla="val 51777"/>
            <a:gd name="adj3" fmla="val 393750"/>
            <a:gd name="adj4" fmla="val 27537"/>
          </a:avLst>
        </a:prstGeom>
        <a:solidFill xmlns:a="http://schemas.openxmlformats.org/drawingml/2006/main">
          <a:schemeClr val="bg1"/>
        </a:solidFill>
        <a:ln xmlns:a="http://schemas.openxmlformats.org/drawingml/2006/main" w="9525">
          <a:solidFill>
            <a:srgbClr val="008000"/>
          </a:solidFill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defPPr>
            <a:defRPr lang="ja-JP"/>
          </a:defPPr>
          <a:lvl1pPr marL="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給与オペレーション</a:t>
          </a:r>
          <a:endParaRPr kumimoji="1" lang="ja-JP" altLang="en-US" sz="100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cdr:txBody>
    </cdr:sp>
  </cdr:relSizeAnchor>
  <cdr:relSizeAnchor xmlns:cdr="http://schemas.openxmlformats.org/drawingml/2006/chartDrawing">
    <cdr:from>
      <cdr:x>0.65112</cdr:x>
      <cdr:y>0.54864</cdr:y>
    </cdr:from>
    <cdr:to>
      <cdr:x>0.8647</cdr:x>
      <cdr:y>0.6609</cdr:y>
    </cdr:to>
    <cdr:sp macro="" textlink="">
      <cdr:nvSpPr>
        <cdr:cNvPr id="6" name="吹き出し: 線 5">
          <a:extLst xmlns:a="http://schemas.openxmlformats.org/drawingml/2006/main">
            <a:ext uri="{FF2B5EF4-FFF2-40B4-BE49-F238E27FC236}">
              <a16:creationId xmlns:a16="http://schemas.microsoft.com/office/drawing/2014/main" id="{B193A251-A18A-88BC-3013-DDD39CD7D692}"/>
            </a:ext>
          </a:extLst>
        </cdr:cNvPr>
        <cdr:cNvSpPr/>
      </cdr:nvSpPr>
      <cdr:spPr>
        <a:xfrm xmlns:a="http://schemas.openxmlformats.org/drawingml/2006/main">
          <a:off x="3499064" y="931069"/>
          <a:ext cx="1147763" cy="190500"/>
        </a:xfrm>
        <a:prstGeom xmlns:a="http://schemas.openxmlformats.org/drawingml/2006/main" prst="borderCallout1">
          <a:avLst>
            <a:gd name="adj1" fmla="val 99455"/>
            <a:gd name="adj2" fmla="val 51777"/>
            <a:gd name="adj3" fmla="val 183750"/>
            <a:gd name="adj4" fmla="val 100566"/>
          </a:avLst>
        </a:prstGeom>
        <a:solidFill xmlns:a="http://schemas.openxmlformats.org/drawingml/2006/main">
          <a:schemeClr val="bg1"/>
        </a:solidFill>
        <a:ln xmlns:a="http://schemas.openxmlformats.org/drawingml/2006/main" w="9525">
          <a:solidFill>
            <a:srgbClr val="008000"/>
          </a:solidFill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defPPr>
            <a:defRPr lang="ja-JP"/>
          </a:defPPr>
          <a:lvl1pPr marL="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kumimoji="1"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情シス </a:t>
          </a:r>
          <a:r>
            <a:rPr kumimoji="1"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(</a:t>
          </a:r>
          <a:r>
            <a: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設計・開発</a:t>
          </a:r>
          <a:r>
            <a:rPr kumimoji="1"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rPr>
            <a:t>)</a:t>
          </a:r>
          <a:endParaRPr kumimoji="1" lang="ja-JP" altLang="en-US" sz="1000" dirty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endParaRPr>
        </a:p>
      </cdr:txBody>
    </cdr:sp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0</cdr:x>
      <cdr:y>0.10308</cdr:y>
    </cdr:from>
    <cdr:to>
      <cdr:x>0.06954</cdr:x>
      <cdr:y>0.16554</cdr:y>
    </cdr:to>
    <cdr:sp macro="" textlink="">
      <cdr:nvSpPr>
        <cdr:cNvPr id="2" name="正方形/長方形 1">
          <a:extLst xmlns:a="http://schemas.openxmlformats.org/drawingml/2006/main">
            <a:ext uri="{FF2B5EF4-FFF2-40B4-BE49-F238E27FC236}">
              <a16:creationId xmlns:a16="http://schemas.microsoft.com/office/drawing/2014/main" id="{493510D3-188D-A3C3-9269-0519B7AC0339}"/>
            </a:ext>
          </a:extLst>
        </cdr:cNvPr>
        <cdr:cNvSpPr/>
      </cdr:nvSpPr>
      <cdr:spPr>
        <a:xfrm xmlns:a="http://schemas.openxmlformats.org/drawingml/2006/main">
          <a:off x="0" y="387304"/>
          <a:ext cx="380262" cy="23471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3175">
          <a:noFill/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r>
            <a:rPr lang="en-US" altLang="ja-JP" kern="1200" dirty="0">
              <a:solidFill>
                <a:schemeClr val="tx1"/>
              </a:solidFill>
            </a:rPr>
            <a:t>(%)</a:t>
          </a:r>
          <a:endParaRPr lang="ja-JP" altLang="en-US" kern="1200" dirty="0">
            <a:solidFill>
              <a:schemeClr val="tx1"/>
            </a:solidFill>
          </a:endParaRPr>
        </a:p>
      </cdr:txBody>
    </cdr:sp>
  </cdr:relSizeAnchor>
</c:userShapes>
</file>

<file path=ppt/drawings/drawing5.xml><?xml version="1.0" encoding="utf-8"?>
<c:userShapes xmlns:c="http://schemas.openxmlformats.org/drawingml/2006/chart">
  <cdr:relSizeAnchor xmlns:cdr="http://schemas.openxmlformats.org/drawingml/2006/chartDrawing">
    <cdr:from>
      <cdr:x>0</cdr:x>
      <cdr:y>0.09</cdr:y>
    </cdr:from>
    <cdr:to>
      <cdr:x>0.06601</cdr:x>
      <cdr:y>0.15278</cdr:y>
    </cdr:to>
    <cdr:sp macro="" textlink="">
      <cdr:nvSpPr>
        <cdr:cNvPr id="2" name="正方形/長方形 1">
          <a:extLst xmlns:a="http://schemas.openxmlformats.org/drawingml/2006/main">
            <a:ext uri="{FF2B5EF4-FFF2-40B4-BE49-F238E27FC236}">
              <a16:creationId xmlns:a16="http://schemas.microsoft.com/office/drawing/2014/main" id="{FFA42241-92DD-9659-C742-C623650734F9}"/>
            </a:ext>
          </a:extLst>
        </cdr:cNvPr>
        <cdr:cNvSpPr/>
      </cdr:nvSpPr>
      <cdr:spPr>
        <a:xfrm xmlns:a="http://schemas.openxmlformats.org/drawingml/2006/main">
          <a:off x="0" y="336504"/>
          <a:ext cx="380262" cy="23471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3175">
          <a:noFill/>
        </a:ln>
        <a:effectLst xmlns:a="http://schemas.openxmlformats.org/drawingml/2006/main"/>
      </cdr:spPr>
      <cdr:style>
        <a:lnRef xmlns:a="http://schemas.openxmlformats.org/drawingml/2006/main" idx="1">
          <a:schemeClr val="accent1"/>
        </a:lnRef>
        <a:fillRef xmlns:a="http://schemas.openxmlformats.org/drawingml/2006/main" idx="3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ot="0" spcFirstLastPara="0" vertOverflow="overflow" horzOverflow="overflow" vert="horz" wrap="square" lIns="36000" tIns="36000" rIns="36000" bIns="36000" numCol="1" spcCol="0" rtlCol="0" fromWordArt="0" anchor="ctr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r>
            <a:rPr lang="ja-JP" altLang="en-US" kern="1200" dirty="0">
              <a:solidFill>
                <a:schemeClr val="tx1"/>
              </a:solidFill>
            </a:rPr>
            <a:t>順位</a:t>
          </a:r>
        </a:p>
      </cdr:txBody>
    </cdr:sp>
  </cdr:relSizeAnchor>
</c:userShapes>
</file>

<file path=ppt/drawings/drawing6.xml><?xml version="1.0" encoding="utf-8"?>
<c:userShapes xmlns:c="http://schemas.openxmlformats.org/drawingml/2006/chart">
  <cdr:relSizeAnchor xmlns:cdr="http://schemas.openxmlformats.org/drawingml/2006/chartDrawing">
    <cdr:from>
      <cdr:x>0.4717</cdr:x>
      <cdr:y>0.27391</cdr:y>
    </cdr:from>
    <cdr:to>
      <cdr:x>0.57043</cdr:x>
      <cdr:y>0.38471</cdr:y>
    </cdr:to>
    <cdr:cxnSp macro="">
      <cdr:nvCxnSpPr>
        <cdr:cNvPr id="3" name="直線矢印コネクタ 2">
          <a:extLst xmlns:a="http://schemas.openxmlformats.org/drawingml/2006/main">
            <a:ext uri="{FF2B5EF4-FFF2-40B4-BE49-F238E27FC236}">
              <a16:creationId xmlns:a16="http://schemas.microsoft.com/office/drawing/2014/main" id="{C9CFB38B-880D-7F64-6023-928AD4CA261D}"/>
            </a:ext>
          </a:extLst>
        </cdr:cNvPr>
        <cdr:cNvCxnSpPr/>
      </cdr:nvCxnSpPr>
      <cdr:spPr>
        <a:xfrm xmlns:a="http://schemas.openxmlformats.org/drawingml/2006/main">
          <a:off x="2646331" y="618368"/>
          <a:ext cx="553847" cy="250136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0.74764</cdr:x>
      <cdr:y>0.47161</cdr:y>
    </cdr:from>
    <cdr:to>
      <cdr:x>0.85483</cdr:x>
      <cdr:y>0.52783</cdr:y>
    </cdr:to>
    <cdr:cxnSp macro="">
      <cdr:nvCxnSpPr>
        <cdr:cNvPr id="7" name="直線矢印コネクタ 6">
          <a:extLst xmlns:a="http://schemas.openxmlformats.org/drawingml/2006/main">
            <a:ext uri="{FF2B5EF4-FFF2-40B4-BE49-F238E27FC236}">
              <a16:creationId xmlns:a16="http://schemas.microsoft.com/office/drawing/2014/main" id="{D6D31524-A616-72E6-CF68-1C9B689E234E}"/>
            </a:ext>
          </a:extLst>
        </cdr:cNvPr>
        <cdr:cNvCxnSpPr/>
      </cdr:nvCxnSpPr>
      <cdr:spPr>
        <a:xfrm xmlns:a="http://schemas.openxmlformats.org/drawingml/2006/main" flipV="1">
          <a:off x="4194391" y="1064674"/>
          <a:ext cx="601338" cy="126913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7.xml><?xml version="1.0" encoding="utf-8"?>
<c:userShapes xmlns:c="http://schemas.openxmlformats.org/drawingml/2006/chart">
  <cdr:relSizeAnchor xmlns:cdr="http://schemas.openxmlformats.org/drawingml/2006/chartDrawing">
    <cdr:from>
      <cdr:x>0.4717</cdr:x>
      <cdr:y>0.27391</cdr:y>
    </cdr:from>
    <cdr:to>
      <cdr:x>0.57043</cdr:x>
      <cdr:y>0.38471</cdr:y>
    </cdr:to>
    <cdr:cxnSp macro="">
      <cdr:nvCxnSpPr>
        <cdr:cNvPr id="3" name="直線矢印コネクタ 2">
          <a:extLst xmlns:a="http://schemas.openxmlformats.org/drawingml/2006/main">
            <a:ext uri="{FF2B5EF4-FFF2-40B4-BE49-F238E27FC236}">
              <a16:creationId xmlns:a16="http://schemas.microsoft.com/office/drawing/2014/main" id="{C9CFB38B-880D-7F64-6023-928AD4CA261D}"/>
            </a:ext>
          </a:extLst>
        </cdr:cNvPr>
        <cdr:cNvCxnSpPr/>
      </cdr:nvCxnSpPr>
      <cdr:spPr>
        <a:xfrm xmlns:a="http://schemas.openxmlformats.org/drawingml/2006/main">
          <a:off x="2646331" y="618368"/>
          <a:ext cx="553847" cy="250136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0.74764</cdr:x>
      <cdr:y>0.47161</cdr:y>
    </cdr:from>
    <cdr:to>
      <cdr:x>0.85483</cdr:x>
      <cdr:y>0.52783</cdr:y>
    </cdr:to>
    <cdr:cxnSp macro="">
      <cdr:nvCxnSpPr>
        <cdr:cNvPr id="7" name="直線矢印コネクタ 6">
          <a:extLst xmlns:a="http://schemas.openxmlformats.org/drawingml/2006/main">
            <a:ext uri="{FF2B5EF4-FFF2-40B4-BE49-F238E27FC236}">
              <a16:creationId xmlns:a16="http://schemas.microsoft.com/office/drawing/2014/main" id="{D6D31524-A616-72E6-CF68-1C9B689E234E}"/>
            </a:ext>
          </a:extLst>
        </cdr:cNvPr>
        <cdr:cNvCxnSpPr/>
      </cdr:nvCxnSpPr>
      <cdr:spPr>
        <a:xfrm xmlns:a="http://schemas.openxmlformats.org/drawingml/2006/main" flipV="1">
          <a:off x="4194391" y="1064674"/>
          <a:ext cx="601338" cy="126913"/>
        </a:xfrm>
        <a:prstGeom xmlns:a="http://schemas.openxmlformats.org/drawingml/2006/main" prst="straightConnector1">
          <a:avLst/>
        </a:prstGeom>
        <a:ln xmlns:a="http://schemas.openxmlformats.org/drawingml/2006/main" w="22225">
          <a:solidFill>
            <a:srgbClr val="339966"/>
          </a:solidFill>
          <a:headEnd type="none" w="med" len="med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drawings/drawing8.xml><?xml version="1.0" encoding="utf-8"?>
<c:userShapes xmlns:c="http://schemas.openxmlformats.org/drawingml/2006/chart">
  <cdr:relSizeAnchor xmlns:cdr="http://schemas.openxmlformats.org/drawingml/2006/chartDrawing">
    <cdr:from>
      <cdr:x>0.06516</cdr:x>
      <cdr:y>0.75793</cdr:y>
    </cdr:from>
    <cdr:to>
      <cdr:x>1</cdr:x>
      <cdr:y>0.75793</cdr:y>
    </cdr:to>
    <cdr:cxnSp macro="">
      <cdr:nvCxnSpPr>
        <cdr:cNvPr id="3" name="直線コネクタ 2">
          <a:extLst xmlns:a="http://schemas.openxmlformats.org/drawingml/2006/main">
            <a:ext uri="{FF2B5EF4-FFF2-40B4-BE49-F238E27FC236}">
              <a16:creationId xmlns:a16="http://schemas.microsoft.com/office/drawing/2014/main" id="{0EAC07B9-0868-1EDF-89CB-03DACECF7478}"/>
            </a:ext>
          </a:extLst>
        </cdr:cNvPr>
        <cdr:cNvCxnSpPr/>
      </cdr:nvCxnSpPr>
      <cdr:spPr>
        <a:xfrm xmlns:a="http://schemas.openxmlformats.org/drawingml/2006/main">
          <a:off x="229184" y="455220"/>
          <a:ext cx="3276000" cy="0"/>
        </a:xfrm>
        <a:prstGeom xmlns:a="http://schemas.openxmlformats.org/drawingml/2006/main" prst="line">
          <a:avLst/>
        </a:prstGeom>
        <a:ln xmlns:a="http://schemas.openxmlformats.org/drawingml/2006/main">
          <a:solidFill>
            <a:schemeClr val="tx1"/>
          </a:solidFill>
          <a:headEnd type="none" w="med" len="med"/>
          <a:tailEnd type="none" w="med" len="med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87EA5-B015-4E39-A84B-A594D563A58F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D636F3-8413-4B74-BB00-76FFFF9698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809174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3T22:03:25.766"/>
    </inkml:context>
    <inkml:brush xml:id="br0">
      <inkml:brushProperty name="width" value="0.02646" units="cm"/>
      <inkml:brushProperty name="height" value="0.02646" units="cm"/>
    </inkml:brush>
  </inkml:definitions>
  <inkml:trace contextRef="#ctx0" brushRef="#br0">1 1 14256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3T22:03:25.766"/>
    </inkml:context>
    <inkml:brush xml:id="br0">
      <inkml:brushProperty name="width" value="0.02646" units="cm"/>
      <inkml:brushProperty name="height" value="0.02646" units="cm"/>
    </inkml:brush>
  </inkml:definitions>
  <inkml:trace contextRef="#ctx0" brushRef="#br0">1 1 14256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3T22:03:25.766"/>
    </inkml:context>
    <inkml:brush xml:id="br0">
      <inkml:brushProperty name="width" value="0.02646" units="cm"/>
      <inkml:brushProperty name="height" value="0.02646" units="cm"/>
    </inkml:brush>
  </inkml:definitions>
  <inkml:trace contextRef="#ctx0" brushRef="#br0">1 1 14256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1B69A8-C8FA-4C38-B005-FB4A7565DD3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2A0D92-6B77-46DB-8A11-5C7100D44D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106987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4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3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7493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61F45-BFFE-FFDC-2582-C07655F52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55ABFD5-DBEC-5B74-5939-841C57941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B17B31E-3AE0-CC2B-BD0D-38794F151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87161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8246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E28BF-E0B0-658B-A3F0-42C173EA9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803B68F-A840-C6FA-204C-9BE24FB8C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FC1C2EB-7255-3AB1-1302-3973E059B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3384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D2B36-1AFB-E76D-AD49-6D1B4E387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E981345-A175-4E10-C1AF-75F7D6093D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B7CDE37-E872-FDE0-518D-B60813237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0830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55A9B-6059-59AF-1618-BC7672C84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99D1C1A-29FF-A349-C6A9-EFB4BE984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FDF03A1-3ABD-79A2-53C0-18B72021A3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2349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0A1B2-69E1-9672-34D0-F5E0A1478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D630565-8252-49AF-CC0F-5A9932CB3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F9B37DE-2A39-DDBB-B249-AA87730DD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700054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9FA4-1E03-F6EA-2FB6-C99CE982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ABE20F1-C43F-37C5-2274-E94D7ACA96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C82E0C6-35AA-5484-75A1-9746FC7BEF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0988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50464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72FFF4-3006-4EAE-97DB-DA267AD94C42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67694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4A9F6-4DCC-CE9C-FB64-8A8388B3A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9804E31-4747-AAF6-9200-292D12737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8723026-38F3-7E1C-481D-08A0DC67B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71832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E1211-D17B-FA32-60FD-0A89C98C4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7D25B89-E1CD-1FFB-C7EB-43E40305C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F176DB7-A34C-D45B-DCB7-B4452F1E58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94038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988C0-ED79-911F-E3F3-11891F99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3BD3AFF-C037-09C8-64F7-A679CD67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1AA3C8C-2C5C-335F-42E3-3352554C6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735210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1F192-874B-ED61-3BF8-69246BC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8E2742-7557-0141-B47F-255B6FB170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6D7679B-6945-C405-32C9-374480DB4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69980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09582-F89D-8D68-3273-128D5BBB2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4B67A01-4B11-7DA6-292E-90E89C4BC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391EF99-5562-F4AE-10A1-461656AFFD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12166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96391-227F-99E1-CE6B-A7F21496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177BF32-699D-655C-699F-D2F45F29F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CA3B503-A358-6110-F332-C9562702C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67383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714D-EEA2-6BD6-341A-0B8998CFE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94A1243-D438-EF7F-646C-55E6A56CE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8E9FFBA-5C60-FD10-4DFC-079B1153F7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8202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CF5C-611E-523D-398A-85BCC9FEF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4489654-46ED-5D6C-35B9-3A3B9156C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CC15BF3-E07E-CCE5-65F2-0A56C7EAF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2094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it-IT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42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73508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8CC01-B2DF-9759-935E-2B2D3E44B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1393A1-4C42-4556-0562-4C4BB264E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1DC3A3-416B-9085-A2D6-185818FE3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14CB458-A828-A116-6CFE-5E5DE4E02A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2A0D92-6B77-46DB-8A11-5C7100D44DD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61244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ABF3C-165D-5B48-0684-B314DB5AC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DF7AB7C-F149-9503-F9AB-32DCC8D21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A005712-ABFD-6CA4-DCE8-FCCB86060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904F86-2B8A-20EE-E3F3-F298C84F9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2530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504640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A1346-DA10-381B-14F7-619388AA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B834D16-41F4-8B6D-6264-3E48F1F59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8FA75AB-F5AF-9870-B8CA-3E1EFE376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12541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6607A-1B0F-BA9B-9F2C-F636515D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6F8BA7D-81B0-ECBD-DB37-71D4AC9CD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AF58041-709B-527C-442E-309F1BF31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447330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A9350-9D06-75CB-B9CF-25C88E12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8D0A916-6FC6-5E22-E6D3-CED79F3B47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5F5C3EA-EC28-551A-F33F-ED7AB3764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031481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DBC54-1570-E27C-988D-C30CE7BF9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F8C95E7-F8E7-B572-184D-847B9706A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C9E1768-F069-55E7-BF48-C0C60C35C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880840B-AF54-B38F-6EDD-CF1FB2D371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2A0D92-6B77-46DB-8A11-5C7100D44DD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1796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69D53-5743-32B0-6CE1-B0E550093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283D070-0DEF-6C5A-ADF5-95200EE78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DBF91E-B755-1706-75A0-ABECFD96F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C352A-A9B3-E35D-3C7D-4F38F4581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2A0D92-6B77-46DB-8A11-5C7100D44DD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36282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8AA9E-A3CE-744B-AA6E-F4342296B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2600142-0708-2506-7082-EF3DBD639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A3C2549-D132-86B1-35C6-729A69DB5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E29551-148A-47CE-A416-5D7A9F7B3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2A0D92-6B77-46DB-8A11-5C7100D44DD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79647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7011009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327030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96610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57570-B3F4-66FA-A86C-CD05ABE5E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1A6886-1953-4155-8F68-68D8D6523F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D68E8E4-C3B7-C0BC-DFFE-667FD5D15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1050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703881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8339-8143-E8CA-57B9-210672C35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30C29ED-8508-3FE6-D355-370092600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53FD09B-C214-C517-847F-5D526E0F9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3052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41425662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97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0390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9959-B0A4-5841-E304-0A084F044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9081970-E525-0E0C-3EFB-7F0099312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9449456-A849-4DB7-2EAC-8CDA3479D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0C50BE-F675-401A-3B6A-FA3A8A9B7C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101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17347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215614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3093534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6370860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81482025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6217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89742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D5D1-987D-51C2-0F6B-F56F3371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150CD1C-40CC-AC36-B73A-6AD38CDB17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6EA911D-DA56-3248-777E-160DA6FE0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E4B6C3-2ABB-EFC9-3D51-67BD62858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119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943368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083809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87657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045BF-BC58-AB4B-304C-96B689040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6E4730-5DC4-E271-4AE1-A674F1C1E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BB0183C-E2D3-E628-7921-7FF1752AC4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FF7A38-8D06-1857-00EA-0E48E8E85E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A0D92-6B77-46DB-8A11-5C7100D44DD0}" type="slidenum">
              <a:rPr kumimoji="1" lang="ja-JP" altLang="en-US" smtClean="0"/>
              <a:t>139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56023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87657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00EA-7E0B-A247-ABCA-DB92E72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F7C7D-8CE9-5ECA-E568-14633D3C9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4464F-41F8-FB59-63F0-F4865F1E28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11144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47590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A34D4-6250-0E24-D5E1-E3F347A0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431E9-E0F1-8047-D77F-657D701C5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E6A30-59CA-16BC-DE03-DC083B942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583266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796239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79623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995245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F9A2-9626-BD1B-AA18-F7156D7C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A0390D9-9E3B-DF2D-AE5D-C32F28FE6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E1F1C13-8B69-FCD9-5B8B-85D94FB2B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442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85992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572748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036542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0697332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40BB-7029-A3B6-AAF1-08F204D4C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3CB94-C656-D9FC-5A17-EDC99EBF5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AD462E-3DC1-E78B-07A8-F84962F8E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394040038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40BB-7029-A3B6-AAF1-08F204D4C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3CB94-C656-D9FC-5A17-EDC99EBF5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AD462E-3DC1-E78B-07A8-F84962F8E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394040038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A9594-015D-AB61-F6EF-82ED167EC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E57B6F-2637-8358-C447-4765ABF41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9A58298-04CD-9011-4010-896A30528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38888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6F4EB-34A6-A150-A8E9-DCEC6C28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5EAF29D-ED39-E1CC-02F8-9E79C9697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53E696-312B-0B7F-B97A-9594EC2FC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938546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8FD0-5A33-7638-ACE9-60E9B2254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8CF5D9-2CBB-5BC6-B5A5-4846B1D22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4C5A12D-9A0B-AAB0-0C7A-9034EB68B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58224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F3D2E-A547-0F77-0910-28658E61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9BFD1F-9187-5390-6C52-E8C01F9A8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BE1C22D-2316-DF76-55F8-AE3D3F19C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020602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B654-92C2-3F94-A30F-97ECC8AD1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35C64C-9FC5-C5CF-A2A3-ED6F2D19E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8364C2B-9E7D-1439-600D-0C18419E4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886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417519612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A781-F72A-FD95-BBBF-831FE189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C721BD9-F0AC-4CD6-3067-3577CF741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4E39E1F-5220-F714-8767-B1561FA97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954965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26129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E02EA-81F1-726E-2D8D-5974E6EA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B42703F-F08D-FCD2-FCB5-622D48BDE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C15FC35-9C3D-AB70-3EA2-6A2B9D4BF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702993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876573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00EA-7E0B-A247-ABCA-DB92E72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F7C7D-8CE9-5ECA-E568-14633D3C9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4464F-41F8-FB59-63F0-F4865F1E28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11144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475905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A34D4-6250-0E24-D5E1-E3F347A0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431E9-E0F1-8047-D77F-657D701C5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E6A30-59CA-16BC-DE03-DC083B942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583266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40BB-7029-A3B6-AAF1-08F204D4C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3CB94-C656-D9FC-5A17-EDC99EBF5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AD462E-3DC1-E78B-07A8-F84962F8E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39404003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A9594-015D-AB61-F6EF-82ED167EC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E57B6F-2637-8358-C447-4765ABF41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9A58298-04CD-9011-4010-896A30528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38888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6F4EB-34A6-A150-A8E9-DCEC6C28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5EAF29D-ED39-E1CC-02F8-9E79C9697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53E696-312B-0B7F-B97A-9594EC2FC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938546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8FD0-5A33-7638-ACE9-60E9B2254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8CF5D9-2CBB-5BC6-B5A5-4846B1D22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4C5A12D-9A0B-AAB0-0C7A-9034EB68B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58224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F3D2E-A547-0F77-0910-28658E61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9BFD1F-9187-5390-6C52-E8C01F9A8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BE1C22D-2316-DF76-55F8-AE3D3F19C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020602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B654-92C2-3F94-A30F-97ECC8AD1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35C64C-9FC5-C5CF-A2A3-ED6F2D19E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8364C2B-9E7D-1439-600D-0C18419E4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8869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41751961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FC3DF-D660-7048-7A81-61C125E81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B93B860-A933-3870-5C3C-A1BC939B1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AFB8856-DEE8-A506-B2E7-33974CABB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KR" altLang="en-US" dirty="0"/>
          </a:p>
        </p:txBody>
      </p:sp>
    </p:spTree>
    <p:extLst>
      <p:ext uri="{BB962C8B-B14F-4D97-AF65-F5344CB8AC3E}">
        <p14:creationId xmlns:p14="http://schemas.microsoft.com/office/powerpoint/2010/main" val="2560082535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FB6C8-774A-CC6D-3DC3-D642A27D7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EB153FF-B4D9-943E-D7E1-ED6CF0E8B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E62149A-62D7-5BBB-9131-61F390E1BD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KR" altLang="en-US" dirty="0"/>
          </a:p>
        </p:txBody>
      </p:sp>
    </p:spTree>
    <p:extLst>
      <p:ext uri="{BB962C8B-B14F-4D97-AF65-F5344CB8AC3E}">
        <p14:creationId xmlns:p14="http://schemas.microsoft.com/office/powerpoint/2010/main" val="155824692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7053610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1408-E144-37AD-44B3-D62252963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049D5C0-DF02-AF36-6E4E-DE3066BCA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B2DF5E7-E62D-0D05-2B7A-917482EC4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8848739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E4BA-B71E-259A-ED8C-50EA5ECE8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0EAF9A-B706-DFBF-78B0-CDB158DDA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4A8D971-B85E-4BE7-B7F2-40751EE24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5591770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BF587-D856-7191-0A5B-AB53F9DFA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CDC85A6-1DFE-CA89-5D75-F8BAA2A25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A69F8FD-1D63-4C92-1D80-5552A5C34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3026620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8B52-186E-A7BA-41D4-2609C00BC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8335B31-9DE5-8673-3CA8-7EDB386B7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7097F03-06F9-6190-1D5C-1EABD8292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9172083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C07F-D0F7-3284-71F3-8334CFE54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EFF92B0-CEF9-2523-12D7-FEEF651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58B5152-60AA-9B6B-A5ED-1138AB6CB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2051914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2AC2B-B9DE-314B-E999-42C116C0A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C7D7A92-3FA4-AA62-090F-6FACF1F73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FDB936-0948-82DB-5BC5-B3C69303AF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9425615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CAAF6-0678-4235-74D0-AA6CF0BF9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085DAD-4AC2-7182-C46D-48800C7D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C713AB-9A5E-EC3E-7AFE-640082F8B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41991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FR" altLang="en-US" dirty="0"/>
          </a:p>
        </p:txBody>
      </p:sp>
    </p:spTree>
    <p:extLst>
      <p:ext uri="{BB962C8B-B14F-4D97-AF65-F5344CB8AC3E}">
        <p14:creationId xmlns:p14="http://schemas.microsoft.com/office/powerpoint/2010/main" val="81771176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FR" altLang="en-US" dirty="0"/>
          </a:p>
        </p:txBody>
      </p:sp>
    </p:spTree>
    <p:extLst>
      <p:ext uri="{BB962C8B-B14F-4D97-AF65-F5344CB8AC3E}">
        <p14:creationId xmlns:p14="http://schemas.microsoft.com/office/powerpoint/2010/main" val="258859159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3E6EA-99A6-3B81-A874-E713053F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B24D925-634C-D64F-E815-D8B285DEF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97A63C-A528-515E-D2FA-8FF54E84C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9857500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510317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93849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105662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2539706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9051179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2897345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61338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ED837-1ACC-D033-F2AD-1DD3D079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D17C180-63DA-1283-6780-770C7399A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4AA8D3-5AD5-1031-32E5-DE32632401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73944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E2E2A-A41A-986B-B1D0-F1372EDB8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4BC0D18-2B0E-ED6F-B1C4-3B2DBA964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C10BBA-C9E5-6508-A29C-E1768E9BF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376184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A548D-CA32-3CB6-4B91-E7927FB46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EB7092-7B79-10D5-7391-1E73BC482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BE73CB-CFDE-A23E-89BE-1BDC9123CC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020329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EFD5E-8720-D4EA-81A4-D69653DC2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532C1C9-FD18-E07A-C393-89E3233AD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9DE15E2-7458-9219-3C26-FFF1727E9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29740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48CE1-1846-3377-EDD3-4FB6340CC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FF450C-209E-56F8-7151-C5A89ED0D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96F56CB-C0E1-2292-FBC8-62DEC7382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857528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ECAE6-FF6D-A7EC-4EB9-D16E6272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08B0468-C208-1710-CF5D-0E5F912822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66A3DD7-3C04-F6E9-6356-B7DF66EA7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39670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4234699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101458482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246677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50148-77C1-E0DC-4BC1-41008D56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8A6FB-269D-A330-0CBF-5F23994FE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02EA3-BF0E-CE22-7420-211835E911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4365712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B6818-0F12-574B-70F1-FE560C26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EF548D-BA7E-9933-B962-A698721B2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4557F5B-5CFA-C9D8-55F4-2664C1C67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4623962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05B9-5032-FCAA-3ACD-05F334CFF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5836978-D3D3-206F-27DC-595C7B407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0E4DB6-CE6D-0285-4260-5F2430BBB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079774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1DAEC-F74C-C924-92DB-86ECBB6D2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71D30B3-8ED6-089D-1147-AAB053981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BAF05A0-D76D-013A-E156-84DA3A9A4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94489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07CA9-1D61-1136-6FAD-43FECBFC4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2786F37-D96E-0AD5-7E50-3D72D4007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B294E9-8487-4584-2A4F-48F0C44F1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026563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5771066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77475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A80AD-1B11-DDB1-1670-B572A762B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5487F8-3E5E-4C82-9243-A76C1570D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14663B7-F0F9-3C17-FD39-9ACB64ED0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115646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0161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83124812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329167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0DEC2-CB22-BC15-0D23-AC028B109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2042C3-CE6D-9F95-FE20-BF231F8DF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3F1093F-994D-4DEE-AE7E-9E910B2A8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44545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14112-347B-B7C6-060E-8873576E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1A1536-0B23-EE0D-4741-ADB50D015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416D189-89F1-AC0E-0781-715674EEB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167793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81422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8C2227-5C75-434C-8442-056E2B8EB32C}" type="slidenum">
              <a:rPr lang="ja-JP" altLang="en-US" smtClean="0"/>
              <a:pPr/>
              <a:t>357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0963964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F506B-F424-C8FC-AED4-1FF5F96CA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D80BB2-CDB3-E69B-F152-2B9905393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E4F32D1-2F02-7A81-088F-094C2240E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185D7B1-01A7-9177-7327-C1E11C603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D8C2227-5C75-434C-8442-056E2B8EB32C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358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046252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A7A2-D7AE-993E-5374-5F18A04FC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6D7005D-0E0D-7CA5-17D0-903D5F66D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3F88C3-DD93-01D5-789C-3C4E3F2E3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1938032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C96DD-2AD8-51F6-7885-CA88454BD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203BCED-1495-0E91-6DBE-AEC1304B2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6979752-9377-6DB5-C010-96208D641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97421874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A071A-4E5A-DC97-D7A5-C1EB93289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6B1A158-27C6-0D49-E10D-DB926E4E1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7F078D0-7A44-01E4-AA2B-4DBE1E41A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133678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27302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C3879-A3D4-EFD3-5D62-16291782A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B20720-CF42-EE08-FA5E-7B54CF04E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BCD6DA6-572C-A902-DF4B-4C799B278A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03790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6644717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180956698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405565702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06BCF-9484-4E57-A1E9-A319FD90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A0E92AE-FE12-12BB-3225-305C6F233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91B3CE5-9CBE-124F-A7C7-622425350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84050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1B233-DF32-E528-B346-2C1090A7A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FC88EE0-CD38-8710-645F-78BFEDEAB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BF36329-1B55-0C4B-33CC-1AFB419AF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fr-FR"/>
          </a:p>
        </p:txBody>
      </p:sp>
    </p:spTree>
    <p:extLst>
      <p:ext uri="{BB962C8B-B14F-4D97-AF65-F5344CB8AC3E}">
        <p14:creationId xmlns:p14="http://schemas.microsoft.com/office/powerpoint/2010/main" val="19254467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413714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809B2-615A-DAA2-0F77-EF50D3EC8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B77FB3A-36AA-4624-4FA9-1CCD212BB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CD46D73-53AE-3273-D1B0-14E3A81B7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808530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2143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859926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5727485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036542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F9A2-9626-BD1B-AA18-F7156D7C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A0390D9-9E3B-DF2D-AE5D-C32F28FE6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E1F1C13-8B69-FCD9-5B8B-85D94FB2B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4424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9952450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3E6EA-99A6-3B81-A874-E713053F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B24D925-634C-D64F-E815-D8B285DEF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97A63C-A528-515E-D2FA-8FF54E84C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9857500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55103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E9BC486-A67F-4F3D-8FA3-20FB0639AB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179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223045" y="1"/>
            <a:ext cx="11745912" cy="914400"/>
          </a:xfrm>
        </p:spPr>
        <p:txBody>
          <a:bodyPr anchor="b">
            <a:normAutofit/>
          </a:bodyPr>
          <a:lstStyle>
            <a:lvl1pPr>
              <a:defRPr sz="2400" baseline="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スライドタイトル</a:t>
            </a:r>
          </a:p>
        </p:txBody>
      </p:sp>
      <p:cxnSp>
        <p:nvCxnSpPr>
          <p:cNvPr id="8" name="直線コネクタ 7"/>
          <p:cNvCxnSpPr/>
          <p:nvPr userDrawn="1"/>
        </p:nvCxnSpPr>
        <p:spPr>
          <a:xfrm>
            <a:off x="0" y="914400"/>
            <a:ext cx="12192000" cy="0"/>
          </a:xfrm>
          <a:prstGeom prst="line">
            <a:avLst/>
          </a:prstGeom>
          <a:ln w="28575">
            <a:solidFill>
              <a:srgbClr val="008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プレースホルダー 11"/>
          <p:cNvSpPr>
            <a:spLocks noGrp="1"/>
          </p:cNvSpPr>
          <p:nvPr>
            <p:ph type="body" sz="quarter" idx="13" hasCustomPrompt="1"/>
          </p:nvPr>
        </p:nvSpPr>
        <p:spPr>
          <a:xfrm>
            <a:off x="223044" y="914400"/>
            <a:ext cx="11745912" cy="427038"/>
          </a:xfrm>
        </p:spPr>
        <p:txBody>
          <a:bodyPr>
            <a:noAutofit/>
          </a:bodyPr>
          <a:lstStyle>
            <a:lvl1pPr marL="342900" indent="-342900">
              <a:buClr>
                <a:srgbClr val="008000"/>
              </a:buClr>
              <a:buFont typeface="Wingdings" panose="05000000000000000000" pitchFamily="2" charset="2"/>
              <a:buChar char="n"/>
              <a:defRPr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スライドメッセージ</a:t>
            </a:r>
          </a:p>
        </p:txBody>
      </p:sp>
      <p:pic>
        <p:nvPicPr>
          <p:cNvPr id="7" name="Picture 2" descr="今日を愛する。ライオン。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567" b="11841"/>
          <a:stretch/>
        </p:blipFill>
        <p:spPr bwMode="auto">
          <a:xfrm>
            <a:off x="10752012" y="284692"/>
            <a:ext cx="1102101" cy="539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722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3974" userDrawn="1">
          <p15:clr>
            <a:srgbClr val="FBAE40"/>
          </p15:clr>
        </p15:guide>
        <p15:guide id="4" pos="7469" userDrawn="1">
          <p15:clr>
            <a:srgbClr val="FBAE40"/>
          </p15:clr>
        </p15:guide>
        <p15:guide id="5" orient="horz" pos="18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図プレースホルダー 8">
            <a:extLst>
              <a:ext uri="{FF2B5EF4-FFF2-40B4-BE49-F238E27FC236}">
                <a16:creationId xmlns:a16="http://schemas.microsoft.com/office/drawing/2014/main" id="{769171BB-12EF-D7D1-8CAA-8B54FA9AFE5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651413" y="8878"/>
            <a:ext cx="5540587" cy="6849121"/>
          </a:xfrm>
        </p:spPr>
        <p:txBody>
          <a:bodyPr/>
          <a:lstStyle/>
          <a:p>
            <a:r>
              <a:rPr kumimoji="1" lang="ja-JP" altLang="en-US"/>
              <a:t>図を追加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2875" y="136525"/>
            <a:ext cx="6508538" cy="692457"/>
          </a:xfrm>
        </p:spPr>
        <p:txBody>
          <a:bodyPr anchor="ctr">
            <a:normAutofit/>
          </a:bodyPr>
          <a:lstStyle>
            <a:lvl1pPr>
              <a:defRPr sz="3200" b="1" baseline="0">
                <a:solidFill>
                  <a:srgbClr val="595959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スライドタイトル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35814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12" name="テキスト プレースホルダー 11"/>
          <p:cNvSpPr>
            <a:spLocks noGrp="1"/>
          </p:cNvSpPr>
          <p:nvPr>
            <p:ph type="body" sz="quarter" idx="13" hasCustomPrompt="1"/>
          </p:nvPr>
        </p:nvSpPr>
        <p:spPr>
          <a:xfrm>
            <a:off x="1019175" y="1384919"/>
            <a:ext cx="5076825" cy="692457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1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見出し</a:t>
            </a:r>
          </a:p>
        </p:txBody>
      </p:sp>
      <p:sp>
        <p:nvSpPr>
          <p:cNvPr id="11" name="テキスト プレースホルダー 11">
            <a:extLst>
              <a:ext uri="{FF2B5EF4-FFF2-40B4-BE49-F238E27FC236}">
                <a16:creationId xmlns:a16="http://schemas.microsoft.com/office/drawing/2014/main" id="{AA811C02-548F-41AB-8518-014E458761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19175" y="2116348"/>
            <a:ext cx="5076825" cy="365125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0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</a:t>
            </a:r>
          </a:p>
        </p:txBody>
      </p:sp>
      <p:sp>
        <p:nvSpPr>
          <p:cNvPr id="21" name="テキスト プレースホルダー 11">
            <a:extLst>
              <a:ext uri="{FF2B5EF4-FFF2-40B4-BE49-F238E27FC236}">
                <a16:creationId xmlns:a16="http://schemas.microsoft.com/office/drawing/2014/main" id="{D0945B70-3014-AE59-0012-E35A46BA11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16418" y="3261321"/>
            <a:ext cx="4500438" cy="365125"/>
          </a:xfrm>
        </p:spPr>
        <p:txBody>
          <a:bodyPr>
            <a:normAutofit/>
          </a:bodyPr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 sz="1800" b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</a:t>
            </a:r>
          </a:p>
        </p:txBody>
      </p:sp>
      <p:sp>
        <p:nvSpPr>
          <p:cNvPr id="20" name="図プレースホルダー 19">
            <a:extLst>
              <a:ext uri="{FF2B5EF4-FFF2-40B4-BE49-F238E27FC236}">
                <a16:creationId xmlns:a16="http://schemas.microsoft.com/office/drawing/2014/main" id="{B53DC72C-2BC8-F8E4-ECCF-7A9BA48790D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579458" y="1361786"/>
            <a:ext cx="1633787" cy="1633787"/>
          </a:xfrm>
        </p:spPr>
        <p:txBody>
          <a:bodyPr/>
          <a:lstStyle/>
          <a:p>
            <a:r>
              <a:rPr kumimoji="1" lang="ja-JP" altLang="en-US"/>
              <a:t>図を追加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altLang="ja-JP"/>
              <a:t>©LION Corporation All rights reserved                                   </a:t>
            </a:r>
            <a:fld id="{AE9BC486-A67F-4F3D-8FA3-20FB0639ABC0}" type="slidenum">
              <a:rPr lang="ja-JP" altLang="en-US" smtClean="0"/>
              <a:pPr algn="l"/>
              <a:t>‹#›</a:t>
            </a:fld>
            <a:endParaRPr lang="ja-JP" altLang="en-US"/>
          </a:p>
        </p:txBody>
      </p:sp>
      <p:sp>
        <p:nvSpPr>
          <p:cNvPr id="5" name="テキスト プレースホルダー 11">
            <a:extLst>
              <a:ext uri="{FF2B5EF4-FFF2-40B4-BE49-F238E27FC236}">
                <a16:creationId xmlns:a16="http://schemas.microsoft.com/office/drawing/2014/main" id="{4ED55D75-A3D4-A129-D2FC-3108681FBD8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19175" y="4121758"/>
            <a:ext cx="5076825" cy="692457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1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見出し</a:t>
            </a:r>
          </a:p>
        </p:txBody>
      </p:sp>
      <p:sp>
        <p:nvSpPr>
          <p:cNvPr id="7" name="テキスト プレースホルダー 11">
            <a:extLst>
              <a:ext uri="{FF2B5EF4-FFF2-40B4-BE49-F238E27FC236}">
                <a16:creationId xmlns:a16="http://schemas.microsoft.com/office/drawing/2014/main" id="{E28757FD-1708-EB5C-375D-071B3DC61F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19175" y="4853187"/>
            <a:ext cx="5076825" cy="365125"/>
          </a:xfrm>
        </p:spPr>
        <p:txBody>
          <a:bodyPr anchor="ctr">
            <a:normAutofit/>
          </a:bodyPr>
          <a:lstStyle>
            <a:lvl1pPr marL="0" indent="0">
              <a:buClr>
                <a:srgbClr val="008000"/>
              </a:buClr>
              <a:buFont typeface="Wingdings" panose="05000000000000000000" pitchFamily="2" charset="2"/>
              <a:buNone/>
              <a:defRPr sz="1800" b="0">
                <a:solidFill>
                  <a:srgbClr val="407FA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</a:t>
            </a:r>
          </a:p>
        </p:txBody>
      </p:sp>
    </p:spTree>
    <p:extLst>
      <p:ext uri="{BB962C8B-B14F-4D97-AF65-F5344CB8AC3E}">
        <p14:creationId xmlns:p14="http://schemas.microsoft.com/office/powerpoint/2010/main" val="1439624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3974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182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witchフォーマット(標準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A2761D-693F-9841-B5AF-D1EB28A82F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72382"/>
            <a:ext cx="11449050" cy="414335"/>
          </a:xfrm>
        </p:spPr>
        <p:txBody>
          <a:bodyPr/>
          <a:lstStyle>
            <a:lvl1pPr>
              <a:defRPr b="0" i="0"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スライドタイトル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5712C66-E961-8540-BD9F-1F4EE5B3ED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ea typeface="Meiryo" panose="020B0604030504040204" pitchFamily="34" charset="-128"/>
              </a:defRPr>
            </a:lvl1pPr>
          </a:lstStyle>
          <a:p>
            <a:fld id="{CE884680-B901-7B4E-B61D-104198092958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541C21-8410-5742-AC55-110D8A38657A}"/>
              </a:ext>
            </a:extLst>
          </p:cNvPr>
          <p:cNvSpPr txBox="1"/>
          <p:nvPr userDrawn="1"/>
        </p:nvSpPr>
        <p:spPr>
          <a:xfrm>
            <a:off x="705394" y="-535577"/>
            <a:ext cx="0" cy="0"/>
          </a:xfrm>
          <a:prstGeom prst="rect">
            <a:avLst/>
          </a:prstGeom>
          <a:noFill/>
        </p:spPr>
        <p:txBody>
          <a:bodyPr wrap="none" lIns="36000" tIns="36000" rIns="36000" bIns="36000" rtlCol="0" anchor="t">
            <a:noAutofit/>
          </a:bodyPr>
          <a:lstStyle/>
          <a:p>
            <a:pPr algn="l">
              <a:buClr>
                <a:schemeClr val="bg2">
                  <a:lumMod val="75000"/>
                  <a:lumOff val="25000"/>
                </a:schemeClr>
              </a:buClr>
            </a:pPr>
            <a:endParaRPr kumimoji="1" lang="ja-JP" altLang="en-US" b="0" i="0">
              <a:solidFill>
                <a:schemeClr val="bg2">
                  <a:lumMod val="75000"/>
                  <a:lumOff val="2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57C84D7-6329-474A-9349-CACC71FE3194}"/>
              </a:ext>
            </a:extLst>
          </p:cNvPr>
          <p:cNvSpPr txBox="1"/>
          <p:nvPr userDrawn="1"/>
        </p:nvSpPr>
        <p:spPr>
          <a:xfrm>
            <a:off x="6113417" y="-444137"/>
            <a:ext cx="0" cy="0"/>
          </a:xfrm>
          <a:prstGeom prst="rect">
            <a:avLst/>
          </a:prstGeom>
          <a:noFill/>
        </p:spPr>
        <p:txBody>
          <a:bodyPr wrap="none" lIns="36000" tIns="36000" rIns="36000" bIns="36000" rtlCol="0" anchor="t">
            <a:noAutofit/>
          </a:bodyPr>
          <a:lstStyle/>
          <a:p>
            <a:pPr algn="l">
              <a:buClr>
                <a:schemeClr val="bg2">
                  <a:lumMod val="75000"/>
                  <a:lumOff val="25000"/>
                </a:schemeClr>
              </a:buClr>
            </a:pPr>
            <a:endParaRPr kumimoji="1" lang="ja-JP" altLang="en-US" b="0" i="0">
              <a:solidFill>
                <a:schemeClr val="bg2">
                  <a:lumMod val="75000"/>
                  <a:lumOff val="2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B63BB7A7-E4F0-461C-C658-0C0CC986ED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32525" y="6524086"/>
            <a:ext cx="288000" cy="15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698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67302-71E9-4E10-930C-B752A5BD7583}" type="datetime1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2026/9/28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7D4DE007-1F2D-4313-8E3A-480C015024D7}" type="slidenum">
              <a:rPr lang="ja-JP" altLang="en-US" smtClean="0">
                <a:solidFill>
                  <a:prstClr val="black"/>
                </a:solidFill>
              </a:rPr>
              <a:pPr/>
              <a:t>‹#›</a:t>
            </a:fld>
            <a:endParaRPr lang="ja-JP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245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B8A581B-A44C-1A50-AA22-A78798A438A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644057" y="6492208"/>
            <a:ext cx="4115157" cy="365792"/>
          </a:xfrm>
          <a:prstGeom prst="rect">
            <a:avLst/>
          </a:prstGeom>
        </p:spPr>
      </p:pic>
      <p:sp>
        <p:nvSpPr>
          <p:cNvPr id="4" name="テキスト ボックス 3"/>
          <p:cNvSpPr txBox="1"/>
          <p:nvPr userDrawn="1"/>
        </p:nvSpPr>
        <p:spPr>
          <a:xfrm>
            <a:off x="11353800" y="6544299"/>
            <a:ext cx="659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159CA7EA-7377-4C6F-958C-65E49E0817CC}" type="slidenum">
              <a:rPr kumimoji="1" lang="ja-JP" altLang="en-US" sz="1200" smtClean="0">
                <a:solidFill>
                  <a:srgbClr val="969696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0105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svg"/><Relationship Id="rId4" Type="http://schemas.openxmlformats.org/officeDocument/2006/relationships/image" Target="../media/image32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svg"/><Relationship Id="rId7" Type="http://schemas.openxmlformats.org/officeDocument/2006/relationships/image" Target="../media/image39.svg"/><Relationship Id="rId12" Type="http://schemas.openxmlformats.org/officeDocument/2006/relationships/image" Target="../media/image44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svg"/><Relationship Id="rId11" Type="http://schemas.openxmlformats.org/officeDocument/2006/relationships/image" Target="../media/image43.svg"/><Relationship Id="rId5" Type="http://schemas.openxmlformats.org/officeDocument/2006/relationships/image" Target="../media/image37.svg"/><Relationship Id="rId10" Type="http://schemas.openxmlformats.org/officeDocument/2006/relationships/image" Target="../media/image42.svg"/><Relationship Id="rId4" Type="http://schemas.openxmlformats.org/officeDocument/2006/relationships/image" Target="../media/image36.svg"/><Relationship Id="rId9" Type="http://schemas.openxmlformats.org/officeDocument/2006/relationships/image" Target="../media/image4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.xml"/><Relationship Id="rId5" Type="http://schemas.openxmlformats.org/officeDocument/2006/relationships/image" Target="../media/image66.svg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svg"/><Relationship Id="rId3" Type="http://schemas.openxmlformats.org/officeDocument/2006/relationships/image" Target="../media/image47.svg"/><Relationship Id="rId7" Type="http://schemas.openxmlformats.org/officeDocument/2006/relationships/image" Target="../media/image86.svg"/><Relationship Id="rId2" Type="http://schemas.openxmlformats.org/officeDocument/2006/relationships/image" Target="../media/image8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svg"/><Relationship Id="rId11" Type="http://schemas.openxmlformats.org/officeDocument/2006/relationships/image" Target="../media/image90.svg"/><Relationship Id="rId5" Type="http://schemas.openxmlformats.org/officeDocument/2006/relationships/image" Target="../media/image62.svg"/><Relationship Id="rId10" Type="http://schemas.openxmlformats.org/officeDocument/2006/relationships/image" Target="../media/image89.svg"/><Relationship Id="rId4" Type="http://schemas.openxmlformats.org/officeDocument/2006/relationships/image" Target="../media/image84.svg"/><Relationship Id="rId9" Type="http://schemas.openxmlformats.org/officeDocument/2006/relationships/image" Target="../media/image88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svg"/><Relationship Id="rId13" Type="http://schemas.openxmlformats.org/officeDocument/2006/relationships/image" Target="../media/image102.svg"/><Relationship Id="rId3" Type="http://schemas.openxmlformats.org/officeDocument/2006/relationships/image" Target="../media/image92.svg"/><Relationship Id="rId7" Type="http://schemas.openxmlformats.org/officeDocument/2006/relationships/image" Target="../media/image96.svg"/><Relationship Id="rId12" Type="http://schemas.openxmlformats.org/officeDocument/2006/relationships/image" Target="../media/image101.svg"/><Relationship Id="rId2" Type="http://schemas.openxmlformats.org/officeDocument/2006/relationships/image" Target="../media/image9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svg"/><Relationship Id="rId11" Type="http://schemas.openxmlformats.org/officeDocument/2006/relationships/image" Target="../media/image100.svg"/><Relationship Id="rId5" Type="http://schemas.openxmlformats.org/officeDocument/2006/relationships/image" Target="../media/image94.svg"/><Relationship Id="rId10" Type="http://schemas.openxmlformats.org/officeDocument/2006/relationships/image" Target="../media/image99.svg"/><Relationship Id="rId4" Type="http://schemas.openxmlformats.org/officeDocument/2006/relationships/image" Target="../media/image93.svg"/><Relationship Id="rId9" Type="http://schemas.openxmlformats.org/officeDocument/2006/relationships/image" Target="../media/image98.svg"/><Relationship Id="rId14" Type="http://schemas.openxmlformats.org/officeDocument/2006/relationships/image" Target="../media/image10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svg"/><Relationship Id="rId2" Type="http://schemas.openxmlformats.org/officeDocument/2006/relationships/image" Target="../media/image90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4.svg"/><Relationship Id="rId4" Type="http://schemas.openxmlformats.org/officeDocument/2006/relationships/image" Target="../media/image97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15.png"/><Relationship Id="rId18" Type="http://schemas.openxmlformats.org/officeDocument/2006/relationships/image" Target="../media/image120.png"/><Relationship Id="rId3" Type="http://schemas.openxmlformats.org/officeDocument/2006/relationships/image" Target="../media/image105.png"/><Relationship Id="rId21" Type="http://schemas.openxmlformats.org/officeDocument/2006/relationships/image" Target="../media/image123.png"/><Relationship Id="rId7" Type="http://schemas.openxmlformats.org/officeDocument/2006/relationships/image" Target="../media/image109.png"/><Relationship Id="rId12" Type="http://schemas.openxmlformats.org/officeDocument/2006/relationships/image" Target="../media/image114.png"/><Relationship Id="rId17" Type="http://schemas.openxmlformats.org/officeDocument/2006/relationships/image" Target="../media/image119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18.png"/><Relationship Id="rId20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11" Type="http://schemas.openxmlformats.org/officeDocument/2006/relationships/image" Target="../media/image113.png"/><Relationship Id="rId5" Type="http://schemas.openxmlformats.org/officeDocument/2006/relationships/image" Target="../media/image107.png"/><Relationship Id="rId15" Type="http://schemas.openxmlformats.org/officeDocument/2006/relationships/image" Target="../media/image117.png"/><Relationship Id="rId23" Type="http://schemas.openxmlformats.org/officeDocument/2006/relationships/image" Target="../media/image125.svg"/><Relationship Id="rId10" Type="http://schemas.openxmlformats.org/officeDocument/2006/relationships/image" Target="../media/image112.png"/><Relationship Id="rId19" Type="http://schemas.openxmlformats.org/officeDocument/2006/relationships/image" Target="../media/image121.svg"/><Relationship Id="rId4" Type="http://schemas.openxmlformats.org/officeDocument/2006/relationships/image" Target="../media/image106.png"/><Relationship Id="rId9" Type="http://schemas.openxmlformats.org/officeDocument/2006/relationships/image" Target="../media/image111.png"/><Relationship Id="rId14" Type="http://schemas.openxmlformats.org/officeDocument/2006/relationships/image" Target="../media/image116.png"/><Relationship Id="rId22" Type="http://schemas.openxmlformats.org/officeDocument/2006/relationships/image" Target="../media/image12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143.jpeg"/><Relationship Id="rId12" Type="http://schemas.openxmlformats.org/officeDocument/2006/relationships/image" Target="../media/image148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Relationship Id="rId6" Type="http://schemas.openxmlformats.org/officeDocument/2006/relationships/image" Target="../media/image142.png"/><Relationship Id="rId11" Type="http://schemas.openxmlformats.org/officeDocument/2006/relationships/image" Target="../media/image147.jpeg"/><Relationship Id="rId5" Type="http://schemas.openxmlformats.org/officeDocument/2006/relationships/image" Target="../media/image141.jpeg"/><Relationship Id="rId10" Type="http://schemas.openxmlformats.org/officeDocument/2006/relationships/image" Target="../media/image146.png"/><Relationship Id="rId4" Type="http://schemas.openxmlformats.org/officeDocument/2006/relationships/image" Target="../media/image140.png"/><Relationship Id="rId9" Type="http://schemas.openxmlformats.org/officeDocument/2006/relationships/image" Target="../media/image14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svg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.svg"/><Relationship Id="rId5" Type="http://schemas.openxmlformats.org/officeDocument/2006/relationships/image" Target="../media/image150.svg"/><Relationship Id="rId4" Type="http://schemas.openxmlformats.org/officeDocument/2006/relationships/chart" Target="../charts/char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4.svg"/><Relationship Id="rId4" Type="http://schemas.openxmlformats.org/officeDocument/2006/relationships/image" Target="../media/image153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4" Type="http://schemas.openxmlformats.org/officeDocument/2006/relationships/image" Target="../media/image1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svg"/><Relationship Id="rId7" Type="http://schemas.openxmlformats.org/officeDocument/2006/relationships/image" Target="../media/image162.sv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0.xml"/><Relationship Id="rId5" Type="http://schemas.openxmlformats.org/officeDocument/2006/relationships/image" Target="../media/image95.svg"/><Relationship Id="rId4" Type="http://schemas.openxmlformats.org/officeDocument/2006/relationships/chart" Target="../charts/chart9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2.xml"/><Relationship Id="rId3" Type="http://schemas.openxmlformats.org/officeDocument/2006/relationships/image" Target="../media/image100.svg"/><Relationship Id="rId7" Type="http://schemas.openxmlformats.org/officeDocument/2006/relationships/image" Target="../media/image165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1.xml"/><Relationship Id="rId5" Type="http://schemas.openxmlformats.org/officeDocument/2006/relationships/image" Target="../media/image164.svg"/><Relationship Id="rId10" Type="http://schemas.openxmlformats.org/officeDocument/2006/relationships/chart" Target="../charts/chart13.xml"/><Relationship Id="rId4" Type="http://schemas.openxmlformats.org/officeDocument/2006/relationships/image" Target="../media/image163.svg"/><Relationship Id="rId9" Type="http://schemas.openxmlformats.org/officeDocument/2006/relationships/image" Target="../media/image99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svg"/><Relationship Id="rId13" Type="http://schemas.openxmlformats.org/officeDocument/2006/relationships/image" Target="../media/image60.svg"/><Relationship Id="rId3" Type="http://schemas.openxmlformats.org/officeDocument/2006/relationships/tags" Target="../tags/tag68.xml"/><Relationship Id="rId7" Type="http://schemas.openxmlformats.org/officeDocument/2006/relationships/image" Target="../media/image167.svg"/><Relationship Id="rId12" Type="http://schemas.openxmlformats.org/officeDocument/2006/relationships/image" Target="../media/image172.svg"/><Relationship Id="rId2" Type="http://schemas.openxmlformats.org/officeDocument/2006/relationships/tags" Target="../tags/tag67.xml"/><Relationship Id="rId1" Type="http://schemas.openxmlformats.org/officeDocument/2006/relationships/tags" Target="../tags/tag66.xml"/><Relationship Id="rId6" Type="http://schemas.openxmlformats.org/officeDocument/2006/relationships/image" Target="../media/image166.svg"/><Relationship Id="rId11" Type="http://schemas.openxmlformats.org/officeDocument/2006/relationships/image" Target="../media/image171.svg"/><Relationship Id="rId5" Type="http://schemas.openxmlformats.org/officeDocument/2006/relationships/notesSlide" Target="../notesSlides/notesSlide17.xml"/><Relationship Id="rId15" Type="http://schemas.openxmlformats.org/officeDocument/2006/relationships/image" Target="../media/image174.svg"/><Relationship Id="rId10" Type="http://schemas.openxmlformats.org/officeDocument/2006/relationships/image" Target="../media/image170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69.svg"/><Relationship Id="rId14" Type="http://schemas.openxmlformats.org/officeDocument/2006/relationships/image" Target="../media/image173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7" Type="http://schemas.openxmlformats.org/officeDocument/2006/relationships/image" Target="../media/image182.svg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image" Target="../media/image181.sv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8.svg"/><Relationship Id="rId13" Type="http://schemas.openxmlformats.org/officeDocument/2006/relationships/image" Target="../media/image192.svg"/><Relationship Id="rId3" Type="http://schemas.openxmlformats.org/officeDocument/2006/relationships/image" Target="../media/image184.svg"/><Relationship Id="rId7" Type="http://schemas.openxmlformats.org/officeDocument/2006/relationships/image" Target="../media/image187.svg"/><Relationship Id="rId12" Type="http://schemas.openxmlformats.org/officeDocument/2006/relationships/image" Target="../media/image92.svg"/><Relationship Id="rId2" Type="http://schemas.openxmlformats.org/officeDocument/2006/relationships/image" Target="../media/image18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6.svg"/><Relationship Id="rId11" Type="http://schemas.openxmlformats.org/officeDocument/2006/relationships/image" Target="../media/image191.svg"/><Relationship Id="rId5" Type="http://schemas.openxmlformats.org/officeDocument/2006/relationships/image" Target="../media/image5.svg"/><Relationship Id="rId15" Type="http://schemas.openxmlformats.org/officeDocument/2006/relationships/image" Target="../media/image194.svg"/><Relationship Id="rId10" Type="http://schemas.openxmlformats.org/officeDocument/2006/relationships/image" Target="../media/image190.png"/><Relationship Id="rId4" Type="http://schemas.openxmlformats.org/officeDocument/2006/relationships/image" Target="../media/image185.svg"/><Relationship Id="rId9" Type="http://schemas.openxmlformats.org/officeDocument/2006/relationships/image" Target="../media/image189.svg"/><Relationship Id="rId14" Type="http://schemas.openxmlformats.org/officeDocument/2006/relationships/image" Target="../media/image193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svg"/><Relationship Id="rId3" Type="http://schemas.openxmlformats.org/officeDocument/2006/relationships/image" Target="../media/image196.svg"/><Relationship Id="rId7" Type="http://schemas.openxmlformats.org/officeDocument/2006/relationships/image" Target="../media/image161.svg"/><Relationship Id="rId2" Type="http://schemas.openxmlformats.org/officeDocument/2006/relationships/image" Target="../media/image19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9.svg"/><Relationship Id="rId11" Type="http://schemas.openxmlformats.org/officeDocument/2006/relationships/image" Target="../media/image203.svg"/><Relationship Id="rId5" Type="http://schemas.openxmlformats.org/officeDocument/2006/relationships/image" Target="../media/image198.svg"/><Relationship Id="rId10" Type="http://schemas.openxmlformats.org/officeDocument/2006/relationships/image" Target="../media/image202.svg"/><Relationship Id="rId4" Type="http://schemas.openxmlformats.org/officeDocument/2006/relationships/image" Target="../media/image197.svg"/><Relationship Id="rId9" Type="http://schemas.openxmlformats.org/officeDocument/2006/relationships/image" Target="../media/image201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svg"/><Relationship Id="rId13" Type="http://schemas.openxmlformats.org/officeDocument/2006/relationships/image" Target="../media/image215.svg"/><Relationship Id="rId3" Type="http://schemas.openxmlformats.org/officeDocument/2006/relationships/image" Target="../media/image205.svg"/><Relationship Id="rId7" Type="http://schemas.openxmlformats.org/officeDocument/2006/relationships/image" Target="../media/image209.svg"/><Relationship Id="rId12" Type="http://schemas.openxmlformats.org/officeDocument/2006/relationships/image" Target="../media/image214.svg"/><Relationship Id="rId2" Type="http://schemas.openxmlformats.org/officeDocument/2006/relationships/image" Target="../media/image20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svg"/><Relationship Id="rId11" Type="http://schemas.openxmlformats.org/officeDocument/2006/relationships/image" Target="../media/image213.svg"/><Relationship Id="rId5" Type="http://schemas.openxmlformats.org/officeDocument/2006/relationships/image" Target="../media/image207.svg"/><Relationship Id="rId10" Type="http://schemas.openxmlformats.org/officeDocument/2006/relationships/image" Target="../media/image212.svg"/><Relationship Id="rId4" Type="http://schemas.openxmlformats.org/officeDocument/2006/relationships/image" Target="../media/image206.svg"/><Relationship Id="rId9" Type="http://schemas.openxmlformats.org/officeDocument/2006/relationships/image" Target="../media/image211.svg"/><Relationship Id="rId14" Type="http://schemas.openxmlformats.org/officeDocument/2006/relationships/image" Target="../media/image97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.svg"/><Relationship Id="rId13" Type="http://schemas.openxmlformats.org/officeDocument/2006/relationships/image" Target="../media/image226.svg"/><Relationship Id="rId3" Type="http://schemas.openxmlformats.org/officeDocument/2006/relationships/image" Target="../media/image217.svg"/><Relationship Id="rId7" Type="http://schemas.openxmlformats.org/officeDocument/2006/relationships/image" Target="../media/image15.svg"/><Relationship Id="rId12" Type="http://schemas.openxmlformats.org/officeDocument/2006/relationships/image" Target="../media/image225.svg"/><Relationship Id="rId2" Type="http://schemas.openxmlformats.org/officeDocument/2006/relationships/image" Target="../media/image21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svg"/><Relationship Id="rId11" Type="http://schemas.openxmlformats.org/officeDocument/2006/relationships/image" Target="../media/image224.svg"/><Relationship Id="rId5" Type="http://schemas.openxmlformats.org/officeDocument/2006/relationships/image" Target="../media/image219.svg"/><Relationship Id="rId10" Type="http://schemas.openxmlformats.org/officeDocument/2006/relationships/image" Target="../media/image223.svg"/><Relationship Id="rId4" Type="http://schemas.openxmlformats.org/officeDocument/2006/relationships/image" Target="../media/image218.svg"/><Relationship Id="rId9" Type="http://schemas.openxmlformats.org/officeDocument/2006/relationships/image" Target="../media/image222.svg"/><Relationship Id="rId14" Type="http://schemas.openxmlformats.org/officeDocument/2006/relationships/image" Target="../media/image97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svg"/><Relationship Id="rId7" Type="http://schemas.openxmlformats.org/officeDocument/2006/relationships/image" Target="../media/image224.svg"/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svg"/><Relationship Id="rId5" Type="http://schemas.openxmlformats.org/officeDocument/2006/relationships/image" Target="../media/image229.svg"/><Relationship Id="rId4" Type="http://schemas.openxmlformats.org/officeDocument/2006/relationships/image" Target="../media/image228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svg"/><Relationship Id="rId7" Type="http://schemas.openxmlformats.org/officeDocument/2006/relationships/image" Target="../media/image224.svg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svg"/><Relationship Id="rId5" Type="http://schemas.openxmlformats.org/officeDocument/2006/relationships/image" Target="../media/image229.svg"/><Relationship Id="rId4" Type="http://schemas.openxmlformats.org/officeDocument/2006/relationships/image" Target="../media/image228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svg"/><Relationship Id="rId7" Type="http://schemas.openxmlformats.org/officeDocument/2006/relationships/image" Target="../media/image235.svg"/><Relationship Id="rId2" Type="http://schemas.openxmlformats.org/officeDocument/2006/relationships/image" Target="../media/image1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.svg"/><Relationship Id="rId5" Type="http://schemas.openxmlformats.org/officeDocument/2006/relationships/image" Target="../media/image233.svg"/><Relationship Id="rId4" Type="http://schemas.openxmlformats.org/officeDocument/2006/relationships/image" Target="../media/image232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svg"/><Relationship Id="rId13" Type="http://schemas.openxmlformats.org/officeDocument/2006/relationships/image" Target="../media/image245.svg"/><Relationship Id="rId3" Type="http://schemas.openxmlformats.org/officeDocument/2006/relationships/image" Target="../media/image236.svg"/><Relationship Id="rId7" Type="http://schemas.openxmlformats.org/officeDocument/2006/relationships/image" Target="../media/image239.svg"/><Relationship Id="rId12" Type="http://schemas.openxmlformats.org/officeDocument/2006/relationships/image" Target="../media/image244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svg"/><Relationship Id="rId11" Type="http://schemas.openxmlformats.org/officeDocument/2006/relationships/image" Target="../media/image243.svg"/><Relationship Id="rId5" Type="http://schemas.openxmlformats.org/officeDocument/2006/relationships/image" Target="../media/image238.svg"/><Relationship Id="rId10" Type="http://schemas.openxmlformats.org/officeDocument/2006/relationships/image" Target="../media/image242.svg"/><Relationship Id="rId4" Type="http://schemas.openxmlformats.org/officeDocument/2006/relationships/image" Target="../media/image237.svg"/><Relationship Id="rId9" Type="http://schemas.openxmlformats.org/officeDocument/2006/relationships/image" Target="../media/image241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2.svg"/><Relationship Id="rId13" Type="http://schemas.openxmlformats.org/officeDocument/2006/relationships/image" Target="../media/image257.svg"/><Relationship Id="rId3" Type="http://schemas.openxmlformats.org/officeDocument/2006/relationships/image" Target="../media/image247.svg"/><Relationship Id="rId7" Type="http://schemas.openxmlformats.org/officeDocument/2006/relationships/image" Target="../media/image251.svg"/><Relationship Id="rId12" Type="http://schemas.openxmlformats.org/officeDocument/2006/relationships/image" Target="../media/image256.svg"/><Relationship Id="rId2" Type="http://schemas.openxmlformats.org/officeDocument/2006/relationships/image" Target="../media/image24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svg"/><Relationship Id="rId11" Type="http://schemas.openxmlformats.org/officeDocument/2006/relationships/image" Target="../media/image255.svg"/><Relationship Id="rId5" Type="http://schemas.openxmlformats.org/officeDocument/2006/relationships/image" Target="../media/image249.svg"/><Relationship Id="rId10" Type="http://schemas.openxmlformats.org/officeDocument/2006/relationships/image" Target="../media/image254.svg"/><Relationship Id="rId4" Type="http://schemas.openxmlformats.org/officeDocument/2006/relationships/image" Target="../media/image248.svg"/><Relationship Id="rId9" Type="http://schemas.openxmlformats.org/officeDocument/2006/relationships/image" Target="../media/image253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8.svg"/><Relationship Id="rId3" Type="http://schemas.openxmlformats.org/officeDocument/2006/relationships/image" Target="../media/image263.svg"/><Relationship Id="rId7" Type="http://schemas.openxmlformats.org/officeDocument/2006/relationships/image" Target="../media/image267.svg"/><Relationship Id="rId2" Type="http://schemas.openxmlformats.org/officeDocument/2006/relationships/image" Target="../media/image26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6.svg"/><Relationship Id="rId5" Type="http://schemas.openxmlformats.org/officeDocument/2006/relationships/image" Target="../media/image265.svg"/><Relationship Id="rId4" Type="http://schemas.openxmlformats.org/officeDocument/2006/relationships/image" Target="../media/image264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3.svg"/><Relationship Id="rId3" Type="http://schemas.openxmlformats.org/officeDocument/2006/relationships/image" Target="../media/image159.svg"/><Relationship Id="rId7" Type="http://schemas.openxmlformats.org/officeDocument/2006/relationships/image" Target="../media/image272.svg"/><Relationship Id="rId2" Type="http://schemas.openxmlformats.org/officeDocument/2006/relationships/image" Target="../media/image1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1.png"/><Relationship Id="rId5" Type="http://schemas.openxmlformats.org/officeDocument/2006/relationships/image" Target="../media/image270.svg"/><Relationship Id="rId4" Type="http://schemas.openxmlformats.org/officeDocument/2006/relationships/image" Target="../media/image269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5.svg"/><Relationship Id="rId2" Type="http://schemas.openxmlformats.org/officeDocument/2006/relationships/image" Target="../media/image27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svg"/><Relationship Id="rId5" Type="http://schemas.openxmlformats.org/officeDocument/2006/relationships/image" Target="../media/image277.svg"/><Relationship Id="rId4" Type="http://schemas.openxmlformats.org/officeDocument/2006/relationships/image" Target="../media/image276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8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.svg"/><Relationship Id="rId5" Type="http://schemas.openxmlformats.org/officeDocument/2006/relationships/image" Target="../media/image280.svg"/><Relationship Id="rId4" Type="http://schemas.openxmlformats.org/officeDocument/2006/relationships/image" Target="../media/image279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2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5.png"/><Relationship Id="rId5" Type="http://schemas.openxmlformats.org/officeDocument/2006/relationships/image" Target="../media/image284.svg"/><Relationship Id="rId4" Type="http://schemas.openxmlformats.org/officeDocument/2006/relationships/image" Target="../media/image283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28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7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2.svg"/><Relationship Id="rId13" Type="http://schemas.openxmlformats.org/officeDocument/2006/relationships/image" Target="../media/image294.svg"/><Relationship Id="rId3" Type="http://schemas.openxmlformats.org/officeDocument/2006/relationships/image" Target="../media/image257.svg"/><Relationship Id="rId7" Type="http://schemas.openxmlformats.org/officeDocument/2006/relationships/image" Target="../media/image291.svg"/><Relationship Id="rId12" Type="http://schemas.openxmlformats.org/officeDocument/2006/relationships/image" Target="../media/image293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svg"/><Relationship Id="rId11" Type="http://schemas.openxmlformats.org/officeDocument/2006/relationships/image" Target="../media/image75.svg"/><Relationship Id="rId5" Type="http://schemas.openxmlformats.org/officeDocument/2006/relationships/image" Target="../media/image289.svg"/><Relationship Id="rId10" Type="http://schemas.openxmlformats.org/officeDocument/2006/relationships/image" Target="../media/image167.svg"/><Relationship Id="rId4" Type="http://schemas.openxmlformats.org/officeDocument/2006/relationships/image" Target="../media/image288.svg"/><Relationship Id="rId9" Type="http://schemas.openxmlformats.org/officeDocument/2006/relationships/image" Target="../media/image91.svg"/><Relationship Id="rId14" Type="http://schemas.openxmlformats.org/officeDocument/2006/relationships/image" Target="../media/image295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svg"/><Relationship Id="rId3" Type="http://schemas.openxmlformats.org/officeDocument/2006/relationships/tags" Target="../tags/tag75.xml"/><Relationship Id="rId7" Type="http://schemas.openxmlformats.org/officeDocument/2006/relationships/image" Target="../media/image55.svg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6" Type="http://schemas.openxmlformats.org/officeDocument/2006/relationships/image" Target="../media/image300.svg"/><Relationship Id="rId11" Type="http://schemas.openxmlformats.org/officeDocument/2006/relationships/image" Target="../media/image59.svg"/><Relationship Id="rId5" Type="http://schemas.openxmlformats.org/officeDocument/2006/relationships/image" Target="../media/image299.svg"/><Relationship Id="rId10" Type="http://schemas.openxmlformats.org/officeDocument/2006/relationships/image" Target="../media/image58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57.sv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tags" Target="../tags/tag78.xml"/><Relationship Id="rId7" Type="http://schemas.openxmlformats.org/officeDocument/2006/relationships/image" Target="../media/image57.svg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image" Target="../media/image56.svg"/><Relationship Id="rId5" Type="http://schemas.openxmlformats.org/officeDocument/2006/relationships/image" Target="../media/image55.svg"/><Relationship Id="rId10" Type="http://schemas.openxmlformats.org/officeDocument/2006/relationships/image" Target="../media/image301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59.sv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3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ion-group.ent.box.com/integrations/officeonline/openOfficeOnline?fileId=1850228761274&amp;sharedAccessCode=" TargetMode="External"/><Relationship Id="rId5" Type="http://schemas.openxmlformats.org/officeDocument/2006/relationships/image" Target="../media/image305.svg"/><Relationship Id="rId4" Type="http://schemas.openxmlformats.org/officeDocument/2006/relationships/image" Target="../media/image304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svg"/><Relationship Id="rId3" Type="http://schemas.openxmlformats.org/officeDocument/2006/relationships/chart" Target="../charts/chart18.xml"/><Relationship Id="rId7" Type="http://schemas.openxmlformats.org/officeDocument/2006/relationships/image" Target="../media/image309.svg"/><Relationship Id="rId2" Type="http://schemas.openxmlformats.org/officeDocument/2006/relationships/image" Target="../media/image1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8.svg"/><Relationship Id="rId5" Type="http://schemas.openxmlformats.org/officeDocument/2006/relationships/image" Target="../media/image307.png"/><Relationship Id="rId4" Type="http://schemas.openxmlformats.org/officeDocument/2006/relationships/image" Target="../media/image30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5" Type="http://schemas.openxmlformats.org/officeDocument/2006/relationships/image" Target="../media/image317.svg"/><Relationship Id="rId4" Type="http://schemas.openxmlformats.org/officeDocument/2006/relationships/image" Target="../media/image125.sv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15.png"/><Relationship Id="rId18" Type="http://schemas.openxmlformats.org/officeDocument/2006/relationships/image" Target="../media/image120.png"/><Relationship Id="rId3" Type="http://schemas.openxmlformats.org/officeDocument/2006/relationships/image" Target="../media/image105.png"/><Relationship Id="rId21" Type="http://schemas.openxmlformats.org/officeDocument/2006/relationships/image" Target="../media/image123.png"/><Relationship Id="rId7" Type="http://schemas.openxmlformats.org/officeDocument/2006/relationships/image" Target="../media/image109.png"/><Relationship Id="rId12" Type="http://schemas.openxmlformats.org/officeDocument/2006/relationships/image" Target="../media/image114.png"/><Relationship Id="rId17" Type="http://schemas.openxmlformats.org/officeDocument/2006/relationships/image" Target="../media/image119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118.png"/><Relationship Id="rId20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11" Type="http://schemas.openxmlformats.org/officeDocument/2006/relationships/image" Target="../media/image113.png"/><Relationship Id="rId5" Type="http://schemas.openxmlformats.org/officeDocument/2006/relationships/image" Target="../media/image107.png"/><Relationship Id="rId15" Type="http://schemas.openxmlformats.org/officeDocument/2006/relationships/image" Target="../media/image117.png"/><Relationship Id="rId23" Type="http://schemas.openxmlformats.org/officeDocument/2006/relationships/image" Target="../media/image125.svg"/><Relationship Id="rId10" Type="http://schemas.openxmlformats.org/officeDocument/2006/relationships/image" Target="../media/image112.png"/><Relationship Id="rId19" Type="http://schemas.openxmlformats.org/officeDocument/2006/relationships/image" Target="../media/image121.svg"/><Relationship Id="rId4" Type="http://schemas.openxmlformats.org/officeDocument/2006/relationships/image" Target="../media/image106.png"/><Relationship Id="rId9" Type="http://schemas.openxmlformats.org/officeDocument/2006/relationships/image" Target="../media/image111.png"/><Relationship Id="rId14" Type="http://schemas.openxmlformats.org/officeDocument/2006/relationships/image" Target="../media/image116.png"/><Relationship Id="rId22" Type="http://schemas.openxmlformats.org/officeDocument/2006/relationships/image" Target="../media/image124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2.svg"/><Relationship Id="rId3" Type="http://schemas.openxmlformats.org/officeDocument/2006/relationships/image" Target="../media/image91.svg"/><Relationship Id="rId7" Type="http://schemas.openxmlformats.org/officeDocument/2006/relationships/image" Target="../media/image59.svg"/><Relationship Id="rId2" Type="http://schemas.openxmlformats.org/officeDocument/2006/relationships/image" Target="../media/image31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svg"/><Relationship Id="rId11" Type="http://schemas.openxmlformats.org/officeDocument/2006/relationships/image" Target="../media/image322.svg"/><Relationship Id="rId5" Type="http://schemas.openxmlformats.org/officeDocument/2006/relationships/image" Target="../media/image319.svg"/><Relationship Id="rId10" Type="http://schemas.openxmlformats.org/officeDocument/2006/relationships/image" Target="../media/image321.svg"/><Relationship Id="rId4" Type="http://schemas.openxmlformats.org/officeDocument/2006/relationships/image" Target="../media/image194.svg"/><Relationship Id="rId9" Type="http://schemas.openxmlformats.org/officeDocument/2006/relationships/image" Target="../media/image97.sv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4.svg"/><Relationship Id="rId2" Type="http://schemas.openxmlformats.org/officeDocument/2006/relationships/image" Target="../media/image3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7.svg"/><Relationship Id="rId5" Type="http://schemas.openxmlformats.org/officeDocument/2006/relationships/image" Target="../media/image326.svg"/><Relationship Id="rId4" Type="http://schemas.openxmlformats.org/officeDocument/2006/relationships/image" Target="../media/image325.sv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3.svg"/><Relationship Id="rId3" Type="http://schemas.openxmlformats.org/officeDocument/2006/relationships/image" Target="../media/image329.svg"/><Relationship Id="rId7" Type="http://schemas.openxmlformats.org/officeDocument/2006/relationships/image" Target="../media/image332.svg"/><Relationship Id="rId2" Type="http://schemas.openxmlformats.org/officeDocument/2006/relationships/image" Target="../media/image32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svg"/><Relationship Id="rId5" Type="http://schemas.openxmlformats.org/officeDocument/2006/relationships/image" Target="../media/image330.svg"/><Relationship Id="rId4" Type="http://schemas.openxmlformats.org/officeDocument/2006/relationships/image" Target="../media/image159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4.svg"/><Relationship Id="rId2" Type="http://schemas.openxmlformats.org/officeDocument/2006/relationships/image" Target="../media/image33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svg"/><Relationship Id="rId5" Type="http://schemas.openxmlformats.org/officeDocument/2006/relationships/image" Target="../media/image335.svg"/><Relationship Id="rId4" Type="http://schemas.openxmlformats.org/officeDocument/2006/relationships/image" Target="../media/image169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svg"/><Relationship Id="rId2" Type="http://schemas.openxmlformats.org/officeDocument/2006/relationships/image" Target="../media/image33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3.svg"/><Relationship Id="rId4" Type="http://schemas.openxmlformats.org/officeDocument/2006/relationships/image" Target="../media/image335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Relationship Id="rId6" Type="http://schemas.openxmlformats.org/officeDocument/2006/relationships/chart" Target="../charts/chart1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4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3.xml"/><Relationship Id="rId3" Type="http://schemas.openxmlformats.org/officeDocument/2006/relationships/image" Target="../media/image345.svg"/><Relationship Id="rId7" Type="http://schemas.openxmlformats.org/officeDocument/2006/relationships/image" Target="../media/image347.svg"/><Relationship Id="rId2" Type="http://schemas.openxmlformats.org/officeDocument/2006/relationships/chart" Target="../charts/chart2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2.xml"/><Relationship Id="rId5" Type="http://schemas.openxmlformats.org/officeDocument/2006/relationships/image" Target="../media/image346.svg"/><Relationship Id="rId4" Type="http://schemas.openxmlformats.org/officeDocument/2006/relationships/chart" Target="../charts/chart21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3.png"/><Relationship Id="rId3" Type="http://schemas.openxmlformats.org/officeDocument/2006/relationships/image" Target="../media/image348.svg"/><Relationship Id="rId7" Type="http://schemas.openxmlformats.org/officeDocument/2006/relationships/image" Target="../media/image352.svg"/><Relationship Id="rId2" Type="http://schemas.openxmlformats.org/officeDocument/2006/relationships/image" Target="../media/image1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svg"/><Relationship Id="rId5" Type="http://schemas.openxmlformats.org/officeDocument/2006/relationships/image" Target="../media/image350.svg"/><Relationship Id="rId4" Type="http://schemas.openxmlformats.org/officeDocument/2006/relationships/image" Target="../media/image349.svg"/><Relationship Id="rId9" Type="http://schemas.openxmlformats.org/officeDocument/2006/relationships/image" Target="../media/image354.jpe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8.svg"/><Relationship Id="rId13" Type="http://schemas.openxmlformats.org/officeDocument/2006/relationships/image" Target="../media/image72.svg"/><Relationship Id="rId18" Type="http://schemas.openxmlformats.org/officeDocument/2006/relationships/image" Target="../media/image365.svg"/><Relationship Id="rId3" Type="http://schemas.openxmlformats.org/officeDocument/2006/relationships/image" Target="../media/image257.svg"/><Relationship Id="rId21" Type="http://schemas.openxmlformats.org/officeDocument/2006/relationships/image" Target="../media/image367.svg"/><Relationship Id="rId7" Type="http://schemas.openxmlformats.org/officeDocument/2006/relationships/image" Target="../media/image357.svg"/><Relationship Id="rId12" Type="http://schemas.openxmlformats.org/officeDocument/2006/relationships/image" Target="../media/image75.svg"/><Relationship Id="rId17" Type="http://schemas.openxmlformats.org/officeDocument/2006/relationships/image" Target="../media/image364.svg"/><Relationship Id="rId25" Type="http://schemas.openxmlformats.org/officeDocument/2006/relationships/image" Target="../media/image371.svg"/><Relationship Id="rId2" Type="http://schemas.openxmlformats.org/officeDocument/2006/relationships/image" Target="../media/image99.svg"/><Relationship Id="rId16" Type="http://schemas.openxmlformats.org/officeDocument/2006/relationships/image" Target="../media/image363.svg"/><Relationship Id="rId20" Type="http://schemas.openxmlformats.org/officeDocument/2006/relationships/image" Target="../media/image36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6.svg"/><Relationship Id="rId11" Type="http://schemas.openxmlformats.org/officeDocument/2006/relationships/image" Target="../media/image361.svg"/><Relationship Id="rId24" Type="http://schemas.openxmlformats.org/officeDocument/2006/relationships/image" Target="../media/image370.svg"/><Relationship Id="rId5" Type="http://schemas.openxmlformats.org/officeDocument/2006/relationships/image" Target="../media/image270.svg"/><Relationship Id="rId15" Type="http://schemas.openxmlformats.org/officeDocument/2006/relationships/image" Target="../media/image362.svg"/><Relationship Id="rId23" Type="http://schemas.openxmlformats.org/officeDocument/2006/relationships/image" Target="../media/image369.svg"/><Relationship Id="rId10" Type="http://schemas.openxmlformats.org/officeDocument/2006/relationships/image" Target="../media/image360.svg"/><Relationship Id="rId19" Type="http://schemas.openxmlformats.org/officeDocument/2006/relationships/image" Target="../media/image260.svg"/><Relationship Id="rId4" Type="http://schemas.openxmlformats.org/officeDocument/2006/relationships/image" Target="../media/image355.svg"/><Relationship Id="rId9" Type="http://schemas.openxmlformats.org/officeDocument/2006/relationships/image" Target="../media/image359.svg"/><Relationship Id="rId14" Type="http://schemas.openxmlformats.org/officeDocument/2006/relationships/image" Target="../media/image76.svg"/><Relationship Id="rId22" Type="http://schemas.openxmlformats.org/officeDocument/2006/relationships/image" Target="../media/image368.sv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6.svg"/><Relationship Id="rId13" Type="http://schemas.openxmlformats.org/officeDocument/2006/relationships/image" Target="../media/image378.svg"/><Relationship Id="rId18" Type="http://schemas.openxmlformats.org/officeDocument/2006/relationships/image" Target="../media/image12.svg"/><Relationship Id="rId26" Type="http://schemas.openxmlformats.org/officeDocument/2006/relationships/image" Target="../media/image386.svg"/><Relationship Id="rId3" Type="http://schemas.openxmlformats.org/officeDocument/2006/relationships/image" Target="../media/image372.svg"/><Relationship Id="rId21" Type="http://schemas.openxmlformats.org/officeDocument/2006/relationships/image" Target="../media/image383.svg"/><Relationship Id="rId7" Type="http://schemas.openxmlformats.org/officeDocument/2006/relationships/image" Target="../media/image375.svg"/><Relationship Id="rId12" Type="http://schemas.openxmlformats.org/officeDocument/2006/relationships/image" Target="../media/image366.svg"/><Relationship Id="rId17" Type="http://schemas.openxmlformats.org/officeDocument/2006/relationships/image" Target="../media/image381.svg"/><Relationship Id="rId25" Type="http://schemas.openxmlformats.org/officeDocument/2006/relationships/image" Target="../media/image371.svg"/><Relationship Id="rId2" Type="http://schemas.openxmlformats.org/officeDocument/2006/relationships/image" Target="../media/image364.svg"/><Relationship Id="rId16" Type="http://schemas.openxmlformats.org/officeDocument/2006/relationships/image" Target="../media/image380.svg"/><Relationship Id="rId20" Type="http://schemas.openxmlformats.org/officeDocument/2006/relationships/image" Target="../media/image382.svg"/><Relationship Id="rId29" Type="http://schemas.openxmlformats.org/officeDocument/2006/relationships/image" Target="../media/image3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5.svg"/><Relationship Id="rId11" Type="http://schemas.openxmlformats.org/officeDocument/2006/relationships/image" Target="../media/image377.svg"/><Relationship Id="rId24" Type="http://schemas.openxmlformats.org/officeDocument/2006/relationships/image" Target="../media/image385.svg"/><Relationship Id="rId5" Type="http://schemas.openxmlformats.org/officeDocument/2006/relationships/image" Target="../media/image374.svg"/><Relationship Id="rId15" Type="http://schemas.openxmlformats.org/officeDocument/2006/relationships/image" Target="../media/image367.svg"/><Relationship Id="rId23" Type="http://schemas.openxmlformats.org/officeDocument/2006/relationships/image" Target="../media/image384.svg"/><Relationship Id="rId28" Type="http://schemas.openxmlformats.org/officeDocument/2006/relationships/image" Target="../media/image387.svg"/><Relationship Id="rId10" Type="http://schemas.openxmlformats.org/officeDocument/2006/relationships/image" Target="../media/image69.svg"/><Relationship Id="rId19" Type="http://schemas.openxmlformats.org/officeDocument/2006/relationships/image" Target="../media/image368.svg"/><Relationship Id="rId4" Type="http://schemas.openxmlformats.org/officeDocument/2006/relationships/image" Target="../media/image373.svg"/><Relationship Id="rId9" Type="http://schemas.openxmlformats.org/officeDocument/2006/relationships/image" Target="../media/image260.svg"/><Relationship Id="rId14" Type="http://schemas.openxmlformats.org/officeDocument/2006/relationships/image" Target="../media/image379.svg"/><Relationship Id="rId22" Type="http://schemas.openxmlformats.org/officeDocument/2006/relationships/image" Target="../media/image370.svg"/><Relationship Id="rId27" Type="http://schemas.openxmlformats.org/officeDocument/2006/relationships/image" Target="../media/image369.sv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svg"/><Relationship Id="rId13" Type="http://schemas.openxmlformats.org/officeDocument/2006/relationships/image" Target="../media/image192.svg"/><Relationship Id="rId3" Type="http://schemas.openxmlformats.org/officeDocument/2006/relationships/image" Target="../media/image388.svg"/><Relationship Id="rId7" Type="http://schemas.openxmlformats.org/officeDocument/2006/relationships/image" Target="../media/image257.svg"/><Relationship Id="rId12" Type="http://schemas.openxmlformats.org/officeDocument/2006/relationships/image" Target="../media/image40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9.svg"/><Relationship Id="rId11" Type="http://schemas.openxmlformats.org/officeDocument/2006/relationships/image" Target="../media/image167.svg"/><Relationship Id="rId5" Type="http://schemas.openxmlformats.org/officeDocument/2006/relationships/image" Target="../media/image125.svg"/><Relationship Id="rId10" Type="http://schemas.openxmlformats.org/officeDocument/2006/relationships/image" Target="../media/image401.svg"/><Relationship Id="rId4" Type="http://schemas.openxmlformats.org/officeDocument/2006/relationships/image" Target="../media/image398.svg"/><Relationship Id="rId9" Type="http://schemas.openxmlformats.org/officeDocument/2006/relationships/image" Target="../media/image395.sv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5.svg"/><Relationship Id="rId13" Type="http://schemas.openxmlformats.org/officeDocument/2006/relationships/image" Target="../media/image409.svg"/><Relationship Id="rId3" Type="http://schemas.openxmlformats.org/officeDocument/2006/relationships/image" Target="../media/image357.svg"/><Relationship Id="rId7" Type="http://schemas.openxmlformats.org/officeDocument/2006/relationships/image" Target="../media/image404.svg"/><Relationship Id="rId12" Type="http://schemas.openxmlformats.org/officeDocument/2006/relationships/image" Target="../media/image408.sv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41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3.svg"/><Relationship Id="rId11" Type="http://schemas.openxmlformats.org/officeDocument/2006/relationships/image" Target="../media/image407.svg"/><Relationship Id="rId5" Type="http://schemas.openxmlformats.org/officeDocument/2006/relationships/image" Target="../media/image388.svg"/><Relationship Id="rId15" Type="http://schemas.openxmlformats.org/officeDocument/2006/relationships/image" Target="../media/image411.svg"/><Relationship Id="rId10" Type="http://schemas.openxmlformats.org/officeDocument/2006/relationships/image" Target="../media/image406.svg"/><Relationship Id="rId4" Type="http://schemas.openxmlformats.org/officeDocument/2006/relationships/image" Target="../media/image125.svg"/><Relationship Id="rId9" Type="http://schemas.openxmlformats.org/officeDocument/2006/relationships/image" Target="../media/image164.svg"/><Relationship Id="rId14" Type="http://schemas.openxmlformats.org/officeDocument/2006/relationships/image" Target="../media/image410.sv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4.svg"/><Relationship Id="rId2" Type="http://schemas.openxmlformats.org/officeDocument/2006/relationships/image" Target="../media/image41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6.svg"/><Relationship Id="rId4" Type="http://schemas.openxmlformats.org/officeDocument/2006/relationships/image" Target="../media/image415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8.svg"/><Relationship Id="rId7" Type="http://schemas.openxmlformats.org/officeDocument/2006/relationships/image" Target="../media/image422.svg"/><Relationship Id="rId2" Type="http://schemas.openxmlformats.org/officeDocument/2006/relationships/image" Target="../media/image4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1.svg"/><Relationship Id="rId5" Type="http://schemas.openxmlformats.org/officeDocument/2006/relationships/image" Target="../media/image420.svg"/><Relationship Id="rId4" Type="http://schemas.openxmlformats.org/officeDocument/2006/relationships/image" Target="../media/image419.sv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1.svg"/><Relationship Id="rId2" Type="http://schemas.openxmlformats.org/officeDocument/2006/relationships/image" Target="../media/image4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9.svg"/><Relationship Id="rId5" Type="http://schemas.openxmlformats.org/officeDocument/2006/relationships/image" Target="../media/image417.svg"/><Relationship Id="rId4" Type="http://schemas.openxmlformats.org/officeDocument/2006/relationships/image" Target="../media/image418.sv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1.svg"/><Relationship Id="rId2" Type="http://schemas.openxmlformats.org/officeDocument/2006/relationships/image" Target="../media/image4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9.svg"/><Relationship Id="rId5" Type="http://schemas.openxmlformats.org/officeDocument/2006/relationships/image" Target="../media/image417.svg"/><Relationship Id="rId4" Type="http://schemas.openxmlformats.org/officeDocument/2006/relationships/image" Target="../media/image418.sv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sv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5.xml"/><Relationship Id="rId3" Type="http://schemas.openxmlformats.org/officeDocument/2006/relationships/image" Target="../media/image424.svg"/><Relationship Id="rId7" Type="http://schemas.openxmlformats.org/officeDocument/2006/relationships/chart" Target="../charts/chart2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4.svg"/><Relationship Id="rId5" Type="http://schemas.openxmlformats.org/officeDocument/2006/relationships/image" Target="../media/image426.svg"/><Relationship Id="rId10" Type="http://schemas.openxmlformats.org/officeDocument/2006/relationships/chart" Target="../charts/chart27.xml"/><Relationship Id="rId4" Type="http://schemas.openxmlformats.org/officeDocument/2006/relationships/image" Target="../media/image425.svg"/><Relationship Id="rId9" Type="http://schemas.openxmlformats.org/officeDocument/2006/relationships/chart" Target="../charts/chart26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7" Type="http://schemas.openxmlformats.org/officeDocument/2006/relationships/chart" Target="../charts/chart31.xml"/><Relationship Id="rId2" Type="http://schemas.openxmlformats.org/officeDocument/2006/relationships/image" Target="../media/image426.sv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0.xml"/><Relationship Id="rId5" Type="http://schemas.openxmlformats.org/officeDocument/2006/relationships/image" Target="../media/image425.svg"/><Relationship Id="rId4" Type="http://schemas.openxmlformats.org/officeDocument/2006/relationships/chart" Target="../charts/chart29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8.svg"/><Relationship Id="rId2" Type="http://schemas.openxmlformats.org/officeDocument/2006/relationships/image" Target="../media/image427.sv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9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2.svg"/><Relationship Id="rId5" Type="http://schemas.openxmlformats.org/officeDocument/2006/relationships/image" Target="../media/image431.svg"/><Relationship Id="rId4" Type="http://schemas.openxmlformats.org/officeDocument/2006/relationships/image" Target="../media/image430.sv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437.svg"/><Relationship Id="rId3" Type="http://schemas.openxmlformats.org/officeDocument/2006/relationships/tags" Target="../tags/tag87.xml"/><Relationship Id="rId7" Type="http://schemas.openxmlformats.org/officeDocument/2006/relationships/image" Target="../media/image433.svg"/><Relationship Id="rId12" Type="http://schemas.openxmlformats.org/officeDocument/2006/relationships/image" Target="../media/image436.svg"/><Relationship Id="rId2" Type="http://schemas.openxmlformats.org/officeDocument/2006/relationships/tags" Target="../tags/tag86.xml"/><Relationship Id="rId16" Type="http://schemas.openxmlformats.org/officeDocument/2006/relationships/image" Target="../media/image440.png"/><Relationship Id="rId1" Type="http://schemas.openxmlformats.org/officeDocument/2006/relationships/tags" Target="../tags/tag85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94.svg"/><Relationship Id="rId5" Type="http://schemas.openxmlformats.org/officeDocument/2006/relationships/tags" Target="../tags/tag89.xml"/><Relationship Id="rId15" Type="http://schemas.openxmlformats.org/officeDocument/2006/relationships/image" Target="../media/image439.png"/><Relationship Id="rId10" Type="http://schemas.openxmlformats.org/officeDocument/2006/relationships/image" Target="../media/image435.svg"/><Relationship Id="rId4" Type="http://schemas.openxmlformats.org/officeDocument/2006/relationships/tags" Target="../tags/tag88.xml"/><Relationship Id="rId9" Type="http://schemas.openxmlformats.org/officeDocument/2006/relationships/image" Target="../media/image434.svg"/><Relationship Id="rId14" Type="http://schemas.openxmlformats.org/officeDocument/2006/relationships/image" Target="../media/image438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5.svg"/><Relationship Id="rId13" Type="http://schemas.openxmlformats.org/officeDocument/2006/relationships/image" Target="../media/image12.svg"/><Relationship Id="rId18" Type="http://schemas.openxmlformats.org/officeDocument/2006/relationships/image" Target="../media/image454.svg"/><Relationship Id="rId26" Type="http://schemas.openxmlformats.org/officeDocument/2006/relationships/image" Target="../media/image375.svg"/><Relationship Id="rId3" Type="http://schemas.openxmlformats.org/officeDocument/2006/relationships/image" Target="../media/image11.svg"/><Relationship Id="rId21" Type="http://schemas.openxmlformats.org/officeDocument/2006/relationships/image" Target="../media/image69.svg"/><Relationship Id="rId7" Type="http://schemas.openxmlformats.org/officeDocument/2006/relationships/image" Target="../media/image444.svg"/><Relationship Id="rId12" Type="http://schemas.openxmlformats.org/officeDocument/2006/relationships/image" Target="../media/image449.svg"/><Relationship Id="rId17" Type="http://schemas.openxmlformats.org/officeDocument/2006/relationships/image" Target="../media/image453.svg"/><Relationship Id="rId25" Type="http://schemas.openxmlformats.org/officeDocument/2006/relationships/image" Target="../media/image458.svg"/><Relationship Id="rId2" Type="http://schemas.openxmlformats.org/officeDocument/2006/relationships/notesSlide" Target="../notesSlides/notesSlide33.xml"/><Relationship Id="rId16" Type="http://schemas.openxmlformats.org/officeDocument/2006/relationships/image" Target="../media/image452.svg"/><Relationship Id="rId20" Type="http://schemas.openxmlformats.org/officeDocument/2006/relationships/image" Target="../media/image325.svg"/><Relationship Id="rId29" Type="http://schemas.openxmlformats.org/officeDocument/2006/relationships/image" Target="../media/image46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3.svg"/><Relationship Id="rId11" Type="http://schemas.openxmlformats.org/officeDocument/2006/relationships/image" Target="../media/image448.svg"/><Relationship Id="rId24" Type="http://schemas.openxmlformats.org/officeDocument/2006/relationships/image" Target="../media/image457.svg"/><Relationship Id="rId5" Type="http://schemas.openxmlformats.org/officeDocument/2006/relationships/image" Target="../media/image442.svg"/><Relationship Id="rId15" Type="http://schemas.openxmlformats.org/officeDocument/2006/relationships/image" Target="../media/image451.svg"/><Relationship Id="rId23" Type="http://schemas.openxmlformats.org/officeDocument/2006/relationships/image" Target="../media/image456.svg"/><Relationship Id="rId28" Type="http://schemas.openxmlformats.org/officeDocument/2006/relationships/image" Target="../media/image460.svg"/><Relationship Id="rId10" Type="http://schemas.openxmlformats.org/officeDocument/2006/relationships/image" Target="../media/image447.svg"/><Relationship Id="rId19" Type="http://schemas.openxmlformats.org/officeDocument/2006/relationships/image" Target="../media/image323.svg"/><Relationship Id="rId31" Type="http://schemas.openxmlformats.org/officeDocument/2006/relationships/image" Target="../media/image463.svg"/><Relationship Id="rId4" Type="http://schemas.openxmlformats.org/officeDocument/2006/relationships/image" Target="../media/image441.png"/><Relationship Id="rId9" Type="http://schemas.openxmlformats.org/officeDocument/2006/relationships/image" Target="../media/image446.svg"/><Relationship Id="rId14" Type="http://schemas.openxmlformats.org/officeDocument/2006/relationships/image" Target="../media/image450.svg"/><Relationship Id="rId22" Type="http://schemas.openxmlformats.org/officeDocument/2006/relationships/image" Target="../media/image455.svg"/><Relationship Id="rId27" Type="http://schemas.openxmlformats.org/officeDocument/2006/relationships/image" Target="../media/image459.svg"/><Relationship Id="rId30" Type="http://schemas.openxmlformats.org/officeDocument/2006/relationships/image" Target="../media/image462.sv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5.svg"/><Relationship Id="rId13" Type="http://schemas.openxmlformats.org/officeDocument/2006/relationships/image" Target="../media/image450.svg"/><Relationship Id="rId18" Type="http://schemas.openxmlformats.org/officeDocument/2006/relationships/image" Target="../media/image454.svg"/><Relationship Id="rId26" Type="http://schemas.openxmlformats.org/officeDocument/2006/relationships/image" Target="../media/image455.svg"/><Relationship Id="rId3" Type="http://schemas.openxmlformats.org/officeDocument/2006/relationships/image" Target="../media/image441.png"/><Relationship Id="rId21" Type="http://schemas.openxmlformats.org/officeDocument/2006/relationships/image" Target="../media/image457.svg"/><Relationship Id="rId7" Type="http://schemas.openxmlformats.org/officeDocument/2006/relationships/image" Target="../media/image444.svg"/><Relationship Id="rId12" Type="http://schemas.openxmlformats.org/officeDocument/2006/relationships/image" Target="../media/image12.svg"/><Relationship Id="rId17" Type="http://schemas.openxmlformats.org/officeDocument/2006/relationships/image" Target="../media/image461.svg"/><Relationship Id="rId25" Type="http://schemas.openxmlformats.org/officeDocument/2006/relationships/image" Target="../media/image463.svg"/><Relationship Id="rId2" Type="http://schemas.openxmlformats.org/officeDocument/2006/relationships/notesSlide" Target="../notesSlides/notesSlide34.xml"/><Relationship Id="rId16" Type="http://schemas.openxmlformats.org/officeDocument/2006/relationships/image" Target="../media/image453.svg"/><Relationship Id="rId20" Type="http://schemas.openxmlformats.org/officeDocument/2006/relationships/image" Target="../media/image456.svg"/><Relationship Id="rId29" Type="http://schemas.openxmlformats.org/officeDocument/2006/relationships/image" Target="../media/image46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3.svg"/><Relationship Id="rId11" Type="http://schemas.openxmlformats.org/officeDocument/2006/relationships/image" Target="../media/image449.svg"/><Relationship Id="rId24" Type="http://schemas.openxmlformats.org/officeDocument/2006/relationships/image" Target="../media/image69.svg"/><Relationship Id="rId5" Type="http://schemas.openxmlformats.org/officeDocument/2006/relationships/image" Target="../media/image442.svg"/><Relationship Id="rId15" Type="http://schemas.openxmlformats.org/officeDocument/2006/relationships/image" Target="../media/image452.svg"/><Relationship Id="rId23" Type="http://schemas.openxmlformats.org/officeDocument/2006/relationships/image" Target="../media/image325.svg"/><Relationship Id="rId28" Type="http://schemas.openxmlformats.org/officeDocument/2006/relationships/image" Target="../media/image375.svg"/><Relationship Id="rId10" Type="http://schemas.openxmlformats.org/officeDocument/2006/relationships/image" Target="../media/image448.svg"/><Relationship Id="rId19" Type="http://schemas.openxmlformats.org/officeDocument/2006/relationships/image" Target="../media/image323.svg"/><Relationship Id="rId31" Type="http://schemas.openxmlformats.org/officeDocument/2006/relationships/image" Target="../media/image462.svg"/><Relationship Id="rId4" Type="http://schemas.openxmlformats.org/officeDocument/2006/relationships/image" Target="../media/image11.svg"/><Relationship Id="rId9" Type="http://schemas.openxmlformats.org/officeDocument/2006/relationships/image" Target="../media/image446.svg"/><Relationship Id="rId14" Type="http://schemas.openxmlformats.org/officeDocument/2006/relationships/image" Target="../media/image451.svg"/><Relationship Id="rId22" Type="http://schemas.openxmlformats.org/officeDocument/2006/relationships/image" Target="../media/image464.svg"/><Relationship Id="rId27" Type="http://schemas.openxmlformats.org/officeDocument/2006/relationships/image" Target="../media/image458.svg"/><Relationship Id="rId30" Type="http://schemas.openxmlformats.org/officeDocument/2006/relationships/image" Target="../media/image466.sv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svg"/><Relationship Id="rId2" Type="http://schemas.openxmlformats.org/officeDocument/2006/relationships/image" Target="../media/image479.sv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1.sv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4.svg"/><Relationship Id="rId3" Type="http://schemas.openxmlformats.org/officeDocument/2006/relationships/image" Target="../media/image482.svg"/><Relationship Id="rId7" Type="http://schemas.openxmlformats.org/officeDocument/2006/relationships/image" Target="../media/image362.svg"/><Relationship Id="rId12" Type="http://schemas.openxmlformats.org/officeDocument/2006/relationships/image" Target="../media/image327.svg"/><Relationship Id="rId2" Type="http://schemas.openxmlformats.org/officeDocument/2006/relationships/image" Target="../media/image21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3.svg"/><Relationship Id="rId11" Type="http://schemas.openxmlformats.org/officeDocument/2006/relationships/image" Target="../media/image355.svg"/><Relationship Id="rId5" Type="http://schemas.openxmlformats.org/officeDocument/2006/relationships/image" Target="../media/image276.svg"/><Relationship Id="rId10" Type="http://schemas.openxmlformats.org/officeDocument/2006/relationships/image" Target="../media/image360.svg"/><Relationship Id="rId4" Type="http://schemas.openxmlformats.org/officeDocument/2006/relationships/image" Target="../media/image275.svg"/><Relationship Id="rId9" Type="http://schemas.openxmlformats.org/officeDocument/2006/relationships/image" Target="../media/image485.sv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5.svg"/><Relationship Id="rId3" Type="http://schemas.openxmlformats.org/officeDocument/2006/relationships/tags" Target="../tags/tag92.xml"/><Relationship Id="rId7" Type="http://schemas.openxmlformats.org/officeDocument/2006/relationships/image" Target="../media/image484.svg"/><Relationship Id="rId2" Type="http://schemas.openxmlformats.org/officeDocument/2006/relationships/tags" Target="../tags/tag91.xml"/><Relationship Id="rId1" Type="http://schemas.openxmlformats.org/officeDocument/2006/relationships/tags" Target="../tags/tag90.xml"/><Relationship Id="rId6" Type="http://schemas.openxmlformats.org/officeDocument/2006/relationships/image" Target="../media/image327.svg"/><Relationship Id="rId5" Type="http://schemas.openxmlformats.org/officeDocument/2006/relationships/image" Target="../media/image362.svg"/><Relationship Id="rId10" Type="http://schemas.openxmlformats.org/officeDocument/2006/relationships/image" Target="../media/image276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482.sv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5.svg"/><Relationship Id="rId3" Type="http://schemas.openxmlformats.org/officeDocument/2006/relationships/tags" Target="../tags/tag9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94.xml"/><Relationship Id="rId1" Type="http://schemas.openxmlformats.org/officeDocument/2006/relationships/tags" Target="../tags/tag93.xml"/><Relationship Id="rId6" Type="http://schemas.openxmlformats.org/officeDocument/2006/relationships/tags" Target="../tags/tag98.xml"/><Relationship Id="rId5" Type="http://schemas.openxmlformats.org/officeDocument/2006/relationships/tags" Target="../tags/tag97.xml"/><Relationship Id="rId4" Type="http://schemas.openxmlformats.org/officeDocument/2006/relationships/tags" Target="../tags/tag96.xml"/><Relationship Id="rId9" Type="http://schemas.openxmlformats.org/officeDocument/2006/relationships/image" Target="../media/image486.sv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497.svg"/><Relationship Id="rId3" Type="http://schemas.openxmlformats.org/officeDocument/2006/relationships/image" Target="../media/image488.png"/><Relationship Id="rId7" Type="http://schemas.openxmlformats.org/officeDocument/2006/relationships/image" Target="../media/image492.png"/><Relationship Id="rId12" Type="http://schemas.openxmlformats.org/officeDocument/2006/relationships/image" Target="../media/image496.png"/><Relationship Id="rId17" Type="http://schemas.openxmlformats.org/officeDocument/2006/relationships/image" Target="../media/image501.svg"/><Relationship Id="rId2" Type="http://schemas.openxmlformats.org/officeDocument/2006/relationships/image" Target="../media/image487.svg"/><Relationship Id="rId16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11" Type="http://schemas.openxmlformats.org/officeDocument/2006/relationships/image" Target="../media/image495.svg"/><Relationship Id="rId5" Type="http://schemas.openxmlformats.org/officeDocument/2006/relationships/image" Target="../media/image490.png"/><Relationship Id="rId15" Type="http://schemas.openxmlformats.org/officeDocument/2006/relationships/image" Target="../media/image499.svg"/><Relationship Id="rId10" Type="http://schemas.openxmlformats.org/officeDocument/2006/relationships/image" Target="../media/image494.svg"/><Relationship Id="rId4" Type="http://schemas.openxmlformats.org/officeDocument/2006/relationships/image" Target="../media/image489.png"/><Relationship Id="rId9" Type="http://schemas.openxmlformats.org/officeDocument/2006/relationships/image" Target="../media/image493.svg"/><Relationship Id="rId14" Type="http://schemas.openxmlformats.org/officeDocument/2006/relationships/image" Target="../media/image498.sv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7.svg"/><Relationship Id="rId13" Type="http://schemas.openxmlformats.org/officeDocument/2006/relationships/image" Target="../media/image59.svg"/><Relationship Id="rId18" Type="http://schemas.microsoft.com/office/2007/relationships/hdphoto" Target="../media/hdphoto1.wdp"/><Relationship Id="rId3" Type="http://schemas.openxmlformats.org/officeDocument/2006/relationships/tags" Target="../tags/tag101.xml"/><Relationship Id="rId7" Type="http://schemas.openxmlformats.org/officeDocument/2006/relationships/image" Target="../media/image362.svg"/><Relationship Id="rId12" Type="http://schemas.openxmlformats.org/officeDocument/2006/relationships/image" Target="../media/image355.svg"/><Relationship Id="rId17" Type="http://schemas.openxmlformats.org/officeDocument/2006/relationships/image" Target="../media/image502.png"/><Relationship Id="rId2" Type="http://schemas.openxmlformats.org/officeDocument/2006/relationships/tags" Target="../tags/tag100.xml"/><Relationship Id="rId16" Type="http://schemas.openxmlformats.org/officeDocument/2006/relationships/image" Target="../media/image276.svg"/><Relationship Id="rId1" Type="http://schemas.openxmlformats.org/officeDocument/2006/relationships/tags" Target="../tags/tag99.xml"/><Relationship Id="rId6" Type="http://schemas.openxmlformats.org/officeDocument/2006/relationships/image" Target="../media/image275.svg"/><Relationship Id="rId11" Type="http://schemas.openxmlformats.org/officeDocument/2006/relationships/image" Target="../media/image360.svg"/><Relationship Id="rId5" Type="http://schemas.openxmlformats.org/officeDocument/2006/relationships/notesSlide" Target="../notesSlides/notesSlide36.xml"/><Relationship Id="rId15" Type="http://schemas.openxmlformats.org/officeDocument/2006/relationships/image" Target="../media/image482.svg"/><Relationship Id="rId10" Type="http://schemas.openxmlformats.org/officeDocument/2006/relationships/image" Target="../media/image485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484.svg"/><Relationship Id="rId14" Type="http://schemas.openxmlformats.org/officeDocument/2006/relationships/image" Target="../media/image213.sv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7.svg"/><Relationship Id="rId13" Type="http://schemas.openxmlformats.org/officeDocument/2006/relationships/image" Target="../media/image512.svg"/><Relationship Id="rId18" Type="http://schemas.openxmlformats.org/officeDocument/2006/relationships/image" Target="../media/image517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06.svg"/><Relationship Id="rId12" Type="http://schemas.openxmlformats.org/officeDocument/2006/relationships/image" Target="../media/image511.svg"/><Relationship Id="rId17" Type="http://schemas.openxmlformats.org/officeDocument/2006/relationships/image" Target="../media/image516.svg"/><Relationship Id="rId2" Type="http://schemas.openxmlformats.org/officeDocument/2006/relationships/tags" Target="../tags/tag103.xml"/><Relationship Id="rId16" Type="http://schemas.openxmlformats.org/officeDocument/2006/relationships/image" Target="../media/image515.svg"/><Relationship Id="rId1" Type="http://schemas.openxmlformats.org/officeDocument/2006/relationships/tags" Target="../tags/tag102.xml"/><Relationship Id="rId6" Type="http://schemas.openxmlformats.org/officeDocument/2006/relationships/image" Target="../media/image505.svg"/><Relationship Id="rId11" Type="http://schemas.openxmlformats.org/officeDocument/2006/relationships/image" Target="../media/image510.svg"/><Relationship Id="rId5" Type="http://schemas.openxmlformats.org/officeDocument/2006/relationships/image" Target="../media/image504.svg"/><Relationship Id="rId15" Type="http://schemas.openxmlformats.org/officeDocument/2006/relationships/image" Target="../media/image514.svg"/><Relationship Id="rId10" Type="http://schemas.openxmlformats.org/officeDocument/2006/relationships/image" Target="../media/image509.svg"/><Relationship Id="rId19" Type="http://schemas.openxmlformats.org/officeDocument/2006/relationships/image" Target="../media/image518.svg"/><Relationship Id="rId4" Type="http://schemas.openxmlformats.org/officeDocument/2006/relationships/image" Target="../media/image503.svg"/><Relationship Id="rId9" Type="http://schemas.openxmlformats.org/officeDocument/2006/relationships/image" Target="../media/image508.svg"/><Relationship Id="rId14" Type="http://schemas.openxmlformats.org/officeDocument/2006/relationships/image" Target="../media/image513.svg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2.svg"/><Relationship Id="rId3" Type="http://schemas.openxmlformats.org/officeDocument/2006/relationships/image" Target="../media/image428.svg"/><Relationship Id="rId7" Type="http://schemas.openxmlformats.org/officeDocument/2006/relationships/image" Target="../media/image521.svg"/><Relationship Id="rId12" Type="http://schemas.openxmlformats.org/officeDocument/2006/relationships/image" Target="../media/image526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4.svg"/><Relationship Id="rId11" Type="http://schemas.openxmlformats.org/officeDocument/2006/relationships/image" Target="../media/image525.svg"/><Relationship Id="rId5" Type="http://schemas.openxmlformats.org/officeDocument/2006/relationships/image" Target="../media/image520.svg"/><Relationship Id="rId10" Type="http://schemas.openxmlformats.org/officeDocument/2006/relationships/image" Target="../media/image524.svg"/><Relationship Id="rId4" Type="http://schemas.openxmlformats.org/officeDocument/2006/relationships/image" Target="../media/image519.svg"/><Relationship Id="rId9" Type="http://schemas.openxmlformats.org/officeDocument/2006/relationships/image" Target="../media/image523.sv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7.svg"/><Relationship Id="rId7" Type="http://schemas.openxmlformats.org/officeDocument/2006/relationships/image" Target="../media/image531.svg"/><Relationship Id="rId2" Type="http://schemas.openxmlformats.org/officeDocument/2006/relationships/image" Target="../media/image40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svg"/><Relationship Id="rId5" Type="http://schemas.openxmlformats.org/officeDocument/2006/relationships/image" Target="../media/image529.svg"/><Relationship Id="rId4" Type="http://schemas.openxmlformats.org/officeDocument/2006/relationships/image" Target="../media/image528.sv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7.svg"/><Relationship Id="rId2" Type="http://schemas.openxmlformats.org/officeDocument/2006/relationships/image" Target="../media/image17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4.svg"/><Relationship Id="rId4" Type="http://schemas.openxmlformats.org/officeDocument/2006/relationships/image" Target="../media/image167.sv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3.svg"/><Relationship Id="rId2" Type="http://schemas.openxmlformats.org/officeDocument/2006/relationships/image" Target="../media/image532.sv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3.svg"/><Relationship Id="rId2" Type="http://schemas.openxmlformats.org/officeDocument/2006/relationships/image" Target="../media/image532.sv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3.svg"/><Relationship Id="rId2" Type="http://schemas.openxmlformats.org/officeDocument/2006/relationships/image" Target="../media/image532.sv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3" Type="http://schemas.openxmlformats.org/officeDocument/2006/relationships/tags" Target="../tags/tag116.xml"/><Relationship Id="rId18" Type="http://schemas.openxmlformats.org/officeDocument/2006/relationships/tags" Target="../tags/tag121.xml"/><Relationship Id="rId26" Type="http://schemas.openxmlformats.org/officeDocument/2006/relationships/tags" Target="../tags/tag129.xml"/><Relationship Id="rId39" Type="http://schemas.openxmlformats.org/officeDocument/2006/relationships/tags" Target="../tags/tag142.xml"/><Relationship Id="rId21" Type="http://schemas.openxmlformats.org/officeDocument/2006/relationships/tags" Target="../tags/tag124.xml"/><Relationship Id="rId34" Type="http://schemas.openxmlformats.org/officeDocument/2006/relationships/tags" Target="../tags/tag137.xml"/><Relationship Id="rId42" Type="http://schemas.openxmlformats.org/officeDocument/2006/relationships/tags" Target="../tags/tag145.xml"/><Relationship Id="rId47" Type="http://schemas.openxmlformats.org/officeDocument/2006/relationships/slideLayout" Target="../slideLayouts/slideLayout2.xml"/><Relationship Id="rId50" Type="http://schemas.openxmlformats.org/officeDocument/2006/relationships/image" Target="../media/image535.svg"/><Relationship Id="rId55" Type="http://schemas.openxmlformats.org/officeDocument/2006/relationships/image" Target="../media/image401.svg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6" Type="http://schemas.openxmlformats.org/officeDocument/2006/relationships/tags" Target="../tags/tag119.xml"/><Relationship Id="rId29" Type="http://schemas.openxmlformats.org/officeDocument/2006/relationships/tags" Target="../tags/tag132.xml"/><Relationship Id="rId11" Type="http://schemas.openxmlformats.org/officeDocument/2006/relationships/tags" Target="../tags/tag114.xml"/><Relationship Id="rId24" Type="http://schemas.openxmlformats.org/officeDocument/2006/relationships/tags" Target="../tags/tag127.xml"/><Relationship Id="rId32" Type="http://schemas.openxmlformats.org/officeDocument/2006/relationships/tags" Target="../tags/tag135.xml"/><Relationship Id="rId37" Type="http://schemas.openxmlformats.org/officeDocument/2006/relationships/tags" Target="../tags/tag140.xml"/><Relationship Id="rId40" Type="http://schemas.openxmlformats.org/officeDocument/2006/relationships/tags" Target="../tags/tag143.xml"/><Relationship Id="rId45" Type="http://schemas.openxmlformats.org/officeDocument/2006/relationships/tags" Target="../tags/tag148.xml"/><Relationship Id="rId53" Type="http://schemas.openxmlformats.org/officeDocument/2006/relationships/image" Target="../media/image537.svg"/><Relationship Id="rId58" Type="http://schemas.openxmlformats.org/officeDocument/2006/relationships/image" Target="../media/image541.svg"/><Relationship Id="rId5" Type="http://schemas.openxmlformats.org/officeDocument/2006/relationships/tags" Target="../tags/tag108.xml"/><Relationship Id="rId19" Type="http://schemas.openxmlformats.org/officeDocument/2006/relationships/tags" Target="../tags/tag122.xml"/><Relationship Id="rId4" Type="http://schemas.openxmlformats.org/officeDocument/2006/relationships/tags" Target="../tags/tag107.xml"/><Relationship Id="rId9" Type="http://schemas.openxmlformats.org/officeDocument/2006/relationships/tags" Target="../tags/tag112.xml"/><Relationship Id="rId14" Type="http://schemas.openxmlformats.org/officeDocument/2006/relationships/tags" Target="../tags/tag117.xml"/><Relationship Id="rId22" Type="http://schemas.openxmlformats.org/officeDocument/2006/relationships/tags" Target="../tags/tag125.xml"/><Relationship Id="rId27" Type="http://schemas.openxmlformats.org/officeDocument/2006/relationships/tags" Target="../tags/tag130.xml"/><Relationship Id="rId30" Type="http://schemas.openxmlformats.org/officeDocument/2006/relationships/tags" Target="../tags/tag133.xml"/><Relationship Id="rId35" Type="http://schemas.openxmlformats.org/officeDocument/2006/relationships/tags" Target="../tags/tag138.xml"/><Relationship Id="rId43" Type="http://schemas.openxmlformats.org/officeDocument/2006/relationships/tags" Target="../tags/tag146.xml"/><Relationship Id="rId48" Type="http://schemas.openxmlformats.org/officeDocument/2006/relationships/notesSlide" Target="../notesSlides/notesSlide38.xml"/><Relationship Id="rId56" Type="http://schemas.openxmlformats.org/officeDocument/2006/relationships/image" Target="../media/image539.svg"/><Relationship Id="rId8" Type="http://schemas.openxmlformats.org/officeDocument/2006/relationships/tags" Target="../tags/tag111.xml"/><Relationship Id="rId51" Type="http://schemas.openxmlformats.org/officeDocument/2006/relationships/image" Target="../media/image536.svg"/><Relationship Id="rId3" Type="http://schemas.openxmlformats.org/officeDocument/2006/relationships/tags" Target="../tags/tag106.xml"/><Relationship Id="rId12" Type="http://schemas.openxmlformats.org/officeDocument/2006/relationships/tags" Target="../tags/tag115.xml"/><Relationship Id="rId17" Type="http://schemas.openxmlformats.org/officeDocument/2006/relationships/tags" Target="../tags/tag120.xml"/><Relationship Id="rId25" Type="http://schemas.openxmlformats.org/officeDocument/2006/relationships/tags" Target="../tags/tag128.xml"/><Relationship Id="rId33" Type="http://schemas.openxmlformats.org/officeDocument/2006/relationships/tags" Target="../tags/tag136.xml"/><Relationship Id="rId38" Type="http://schemas.openxmlformats.org/officeDocument/2006/relationships/tags" Target="../tags/tag141.xml"/><Relationship Id="rId46" Type="http://schemas.openxmlformats.org/officeDocument/2006/relationships/tags" Target="../tags/tag149.xml"/><Relationship Id="rId59" Type="http://schemas.openxmlformats.org/officeDocument/2006/relationships/image" Target="../media/image542.svg"/><Relationship Id="rId20" Type="http://schemas.openxmlformats.org/officeDocument/2006/relationships/tags" Target="../tags/tag123.xml"/><Relationship Id="rId41" Type="http://schemas.openxmlformats.org/officeDocument/2006/relationships/tags" Target="../tags/tag144.xml"/><Relationship Id="rId54" Type="http://schemas.openxmlformats.org/officeDocument/2006/relationships/image" Target="../media/image538.svg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5" Type="http://schemas.openxmlformats.org/officeDocument/2006/relationships/tags" Target="../tags/tag118.xml"/><Relationship Id="rId23" Type="http://schemas.openxmlformats.org/officeDocument/2006/relationships/tags" Target="../tags/tag126.xml"/><Relationship Id="rId28" Type="http://schemas.openxmlformats.org/officeDocument/2006/relationships/tags" Target="../tags/tag131.xml"/><Relationship Id="rId36" Type="http://schemas.openxmlformats.org/officeDocument/2006/relationships/tags" Target="../tags/tag139.xml"/><Relationship Id="rId49" Type="http://schemas.openxmlformats.org/officeDocument/2006/relationships/image" Target="../media/image534.svg"/><Relationship Id="rId57" Type="http://schemas.openxmlformats.org/officeDocument/2006/relationships/image" Target="../media/image540.svg"/><Relationship Id="rId10" Type="http://schemas.openxmlformats.org/officeDocument/2006/relationships/tags" Target="../tags/tag113.xml"/><Relationship Id="rId31" Type="http://schemas.openxmlformats.org/officeDocument/2006/relationships/tags" Target="../tags/tag134.xml"/><Relationship Id="rId44" Type="http://schemas.openxmlformats.org/officeDocument/2006/relationships/tags" Target="../tags/tag147.xml"/><Relationship Id="rId52" Type="http://schemas.openxmlformats.org/officeDocument/2006/relationships/image" Target="../media/image477.sv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tags" Target="../tags/tag157.xml"/><Relationship Id="rId13" Type="http://schemas.openxmlformats.org/officeDocument/2006/relationships/tags" Target="../tags/tag162.xml"/><Relationship Id="rId18" Type="http://schemas.openxmlformats.org/officeDocument/2006/relationships/notesSlide" Target="../notesSlides/notesSlide39.xml"/><Relationship Id="rId26" Type="http://schemas.openxmlformats.org/officeDocument/2006/relationships/chart" Target="../charts/chart33.xml"/><Relationship Id="rId3" Type="http://schemas.openxmlformats.org/officeDocument/2006/relationships/tags" Target="../tags/tag152.xml"/><Relationship Id="rId21" Type="http://schemas.openxmlformats.org/officeDocument/2006/relationships/image" Target="../media/image545.svg"/><Relationship Id="rId7" Type="http://schemas.openxmlformats.org/officeDocument/2006/relationships/tags" Target="../tags/tag156.xml"/><Relationship Id="rId12" Type="http://schemas.openxmlformats.org/officeDocument/2006/relationships/tags" Target="../tags/tag161.xml"/><Relationship Id="rId17" Type="http://schemas.openxmlformats.org/officeDocument/2006/relationships/slideLayout" Target="../slideLayouts/slideLayout2.xml"/><Relationship Id="rId25" Type="http://schemas.openxmlformats.org/officeDocument/2006/relationships/image" Target="../media/image102.svg"/><Relationship Id="rId2" Type="http://schemas.openxmlformats.org/officeDocument/2006/relationships/tags" Target="../tags/tag151.xml"/><Relationship Id="rId16" Type="http://schemas.openxmlformats.org/officeDocument/2006/relationships/tags" Target="../tags/tag165.xml"/><Relationship Id="rId20" Type="http://schemas.openxmlformats.org/officeDocument/2006/relationships/image" Target="../media/image544.svg"/><Relationship Id="rId1" Type="http://schemas.openxmlformats.org/officeDocument/2006/relationships/tags" Target="../tags/tag150.xml"/><Relationship Id="rId6" Type="http://schemas.openxmlformats.org/officeDocument/2006/relationships/tags" Target="../tags/tag155.xml"/><Relationship Id="rId11" Type="http://schemas.openxmlformats.org/officeDocument/2006/relationships/tags" Target="../tags/tag160.xml"/><Relationship Id="rId24" Type="http://schemas.openxmlformats.org/officeDocument/2006/relationships/image" Target="../media/image547.svg"/><Relationship Id="rId5" Type="http://schemas.openxmlformats.org/officeDocument/2006/relationships/tags" Target="../tags/tag154.xml"/><Relationship Id="rId15" Type="http://schemas.openxmlformats.org/officeDocument/2006/relationships/tags" Target="../tags/tag164.xml"/><Relationship Id="rId23" Type="http://schemas.openxmlformats.org/officeDocument/2006/relationships/image" Target="../media/image534.svg"/><Relationship Id="rId10" Type="http://schemas.openxmlformats.org/officeDocument/2006/relationships/tags" Target="../tags/tag159.xml"/><Relationship Id="rId19" Type="http://schemas.openxmlformats.org/officeDocument/2006/relationships/image" Target="../media/image543.svg"/><Relationship Id="rId4" Type="http://schemas.openxmlformats.org/officeDocument/2006/relationships/tags" Target="../tags/tag153.xml"/><Relationship Id="rId9" Type="http://schemas.openxmlformats.org/officeDocument/2006/relationships/tags" Target="../tags/tag158.xml"/><Relationship Id="rId14" Type="http://schemas.openxmlformats.org/officeDocument/2006/relationships/tags" Target="../tags/tag163.xml"/><Relationship Id="rId22" Type="http://schemas.openxmlformats.org/officeDocument/2006/relationships/image" Target="../media/image546.sv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tags" Target="../tags/tag173.xml"/><Relationship Id="rId13" Type="http://schemas.openxmlformats.org/officeDocument/2006/relationships/tags" Target="../tags/tag178.xml"/><Relationship Id="rId18" Type="http://schemas.openxmlformats.org/officeDocument/2006/relationships/tags" Target="../tags/tag183.xml"/><Relationship Id="rId26" Type="http://schemas.openxmlformats.org/officeDocument/2006/relationships/image" Target="../media/image562.svg"/><Relationship Id="rId3" Type="http://schemas.openxmlformats.org/officeDocument/2006/relationships/tags" Target="../tags/tag168.xml"/><Relationship Id="rId21" Type="http://schemas.openxmlformats.org/officeDocument/2006/relationships/slideLayout" Target="../slideLayouts/slideLayout2.xml"/><Relationship Id="rId7" Type="http://schemas.openxmlformats.org/officeDocument/2006/relationships/tags" Target="../tags/tag172.xml"/><Relationship Id="rId12" Type="http://schemas.openxmlformats.org/officeDocument/2006/relationships/tags" Target="../tags/tag177.xml"/><Relationship Id="rId17" Type="http://schemas.openxmlformats.org/officeDocument/2006/relationships/tags" Target="../tags/tag182.xml"/><Relationship Id="rId25" Type="http://schemas.openxmlformats.org/officeDocument/2006/relationships/image" Target="../media/image561.svg"/><Relationship Id="rId2" Type="http://schemas.openxmlformats.org/officeDocument/2006/relationships/tags" Target="../tags/tag167.xml"/><Relationship Id="rId16" Type="http://schemas.openxmlformats.org/officeDocument/2006/relationships/tags" Target="../tags/tag181.xml"/><Relationship Id="rId20" Type="http://schemas.openxmlformats.org/officeDocument/2006/relationships/tags" Target="../tags/tag185.xml"/><Relationship Id="rId1" Type="http://schemas.openxmlformats.org/officeDocument/2006/relationships/tags" Target="../tags/tag166.xml"/><Relationship Id="rId6" Type="http://schemas.openxmlformats.org/officeDocument/2006/relationships/tags" Target="../tags/tag171.xml"/><Relationship Id="rId11" Type="http://schemas.openxmlformats.org/officeDocument/2006/relationships/tags" Target="../tags/tag176.xml"/><Relationship Id="rId24" Type="http://schemas.openxmlformats.org/officeDocument/2006/relationships/image" Target="../media/image540.svg"/><Relationship Id="rId5" Type="http://schemas.openxmlformats.org/officeDocument/2006/relationships/tags" Target="../tags/tag170.xml"/><Relationship Id="rId15" Type="http://schemas.openxmlformats.org/officeDocument/2006/relationships/tags" Target="../tags/tag180.xml"/><Relationship Id="rId23" Type="http://schemas.openxmlformats.org/officeDocument/2006/relationships/image" Target="../media/image560.svg"/><Relationship Id="rId10" Type="http://schemas.openxmlformats.org/officeDocument/2006/relationships/tags" Target="../tags/tag175.xml"/><Relationship Id="rId19" Type="http://schemas.openxmlformats.org/officeDocument/2006/relationships/tags" Target="../tags/tag184.xml"/><Relationship Id="rId4" Type="http://schemas.openxmlformats.org/officeDocument/2006/relationships/tags" Target="../tags/tag169.xml"/><Relationship Id="rId9" Type="http://schemas.openxmlformats.org/officeDocument/2006/relationships/tags" Target="../tags/tag174.xml"/><Relationship Id="rId14" Type="http://schemas.openxmlformats.org/officeDocument/2006/relationships/tags" Target="../tags/tag179.xml"/><Relationship Id="rId22" Type="http://schemas.openxmlformats.org/officeDocument/2006/relationships/image" Target="../media/image559.svg"/><Relationship Id="rId27" Type="http://schemas.openxmlformats.org/officeDocument/2006/relationships/image" Target="../media/image563.sv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tags" Target="../tags/tag188.xml"/><Relationship Id="rId2" Type="http://schemas.openxmlformats.org/officeDocument/2006/relationships/tags" Target="../tags/tag187.xml"/><Relationship Id="rId1" Type="http://schemas.openxmlformats.org/officeDocument/2006/relationships/tags" Target="../tags/tag18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90.xml"/><Relationship Id="rId4" Type="http://schemas.openxmlformats.org/officeDocument/2006/relationships/tags" Target="../tags/tag189.xml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tags" Target="../tags/tag207.xml"/><Relationship Id="rId13" Type="http://schemas.openxmlformats.org/officeDocument/2006/relationships/tags" Target="../tags/tag212.xml"/><Relationship Id="rId18" Type="http://schemas.openxmlformats.org/officeDocument/2006/relationships/tags" Target="../tags/tag217.xml"/><Relationship Id="rId26" Type="http://schemas.openxmlformats.org/officeDocument/2006/relationships/image" Target="../media/image562.svg"/><Relationship Id="rId3" Type="http://schemas.openxmlformats.org/officeDocument/2006/relationships/tags" Target="../tags/tag202.xml"/><Relationship Id="rId21" Type="http://schemas.openxmlformats.org/officeDocument/2006/relationships/slideLayout" Target="../slideLayouts/slideLayout2.xml"/><Relationship Id="rId7" Type="http://schemas.openxmlformats.org/officeDocument/2006/relationships/tags" Target="../tags/tag206.xml"/><Relationship Id="rId12" Type="http://schemas.openxmlformats.org/officeDocument/2006/relationships/tags" Target="../tags/tag211.xml"/><Relationship Id="rId17" Type="http://schemas.openxmlformats.org/officeDocument/2006/relationships/tags" Target="../tags/tag216.xml"/><Relationship Id="rId25" Type="http://schemas.openxmlformats.org/officeDocument/2006/relationships/image" Target="../media/image561.svg"/><Relationship Id="rId2" Type="http://schemas.openxmlformats.org/officeDocument/2006/relationships/tags" Target="../tags/tag201.xml"/><Relationship Id="rId16" Type="http://schemas.openxmlformats.org/officeDocument/2006/relationships/tags" Target="../tags/tag215.xml"/><Relationship Id="rId20" Type="http://schemas.openxmlformats.org/officeDocument/2006/relationships/tags" Target="../tags/tag219.xml"/><Relationship Id="rId29" Type="http://schemas.openxmlformats.org/officeDocument/2006/relationships/image" Target="../media/image565.svg"/><Relationship Id="rId1" Type="http://schemas.openxmlformats.org/officeDocument/2006/relationships/tags" Target="../tags/tag200.xml"/><Relationship Id="rId6" Type="http://schemas.openxmlformats.org/officeDocument/2006/relationships/tags" Target="../tags/tag205.xml"/><Relationship Id="rId11" Type="http://schemas.openxmlformats.org/officeDocument/2006/relationships/tags" Target="../tags/tag210.xml"/><Relationship Id="rId24" Type="http://schemas.openxmlformats.org/officeDocument/2006/relationships/image" Target="../media/image540.svg"/><Relationship Id="rId32" Type="http://schemas.openxmlformats.org/officeDocument/2006/relationships/image" Target="../media/image476.svg"/><Relationship Id="rId5" Type="http://schemas.openxmlformats.org/officeDocument/2006/relationships/tags" Target="../tags/tag204.xml"/><Relationship Id="rId15" Type="http://schemas.openxmlformats.org/officeDocument/2006/relationships/tags" Target="../tags/tag214.xml"/><Relationship Id="rId23" Type="http://schemas.openxmlformats.org/officeDocument/2006/relationships/image" Target="../media/image560.svg"/><Relationship Id="rId28" Type="http://schemas.openxmlformats.org/officeDocument/2006/relationships/image" Target="../media/image564.svg"/><Relationship Id="rId10" Type="http://schemas.openxmlformats.org/officeDocument/2006/relationships/tags" Target="../tags/tag209.xml"/><Relationship Id="rId19" Type="http://schemas.openxmlformats.org/officeDocument/2006/relationships/tags" Target="../tags/tag218.xml"/><Relationship Id="rId31" Type="http://schemas.openxmlformats.org/officeDocument/2006/relationships/image" Target="../media/image567.svg"/><Relationship Id="rId4" Type="http://schemas.openxmlformats.org/officeDocument/2006/relationships/tags" Target="../tags/tag203.xml"/><Relationship Id="rId9" Type="http://schemas.openxmlformats.org/officeDocument/2006/relationships/tags" Target="../tags/tag208.xml"/><Relationship Id="rId14" Type="http://schemas.openxmlformats.org/officeDocument/2006/relationships/tags" Target="../tags/tag213.xml"/><Relationship Id="rId22" Type="http://schemas.openxmlformats.org/officeDocument/2006/relationships/image" Target="../media/image559.svg"/><Relationship Id="rId27" Type="http://schemas.openxmlformats.org/officeDocument/2006/relationships/image" Target="../media/image563.svg"/><Relationship Id="rId30" Type="http://schemas.openxmlformats.org/officeDocument/2006/relationships/image" Target="../media/image566.svg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6.svg"/><Relationship Id="rId13" Type="http://schemas.openxmlformats.org/officeDocument/2006/relationships/image" Target="../media/image575.svg"/><Relationship Id="rId18" Type="http://schemas.openxmlformats.org/officeDocument/2006/relationships/image" Target="../media/image580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71.svg"/><Relationship Id="rId12" Type="http://schemas.openxmlformats.org/officeDocument/2006/relationships/image" Target="../media/image574.svg"/><Relationship Id="rId17" Type="http://schemas.openxmlformats.org/officeDocument/2006/relationships/image" Target="../media/image579.svg"/><Relationship Id="rId2" Type="http://schemas.openxmlformats.org/officeDocument/2006/relationships/tags" Target="../tags/tag221.xml"/><Relationship Id="rId16" Type="http://schemas.openxmlformats.org/officeDocument/2006/relationships/image" Target="../media/image578.svg"/><Relationship Id="rId1" Type="http://schemas.openxmlformats.org/officeDocument/2006/relationships/tags" Target="../tags/tag220.xml"/><Relationship Id="rId6" Type="http://schemas.openxmlformats.org/officeDocument/2006/relationships/image" Target="../media/image570.svg"/><Relationship Id="rId11" Type="http://schemas.openxmlformats.org/officeDocument/2006/relationships/image" Target="../media/image125.svg"/><Relationship Id="rId5" Type="http://schemas.openxmlformats.org/officeDocument/2006/relationships/image" Target="../media/image569.svg"/><Relationship Id="rId15" Type="http://schemas.openxmlformats.org/officeDocument/2006/relationships/image" Target="../media/image577.svg"/><Relationship Id="rId10" Type="http://schemas.openxmlformats.org/officeDocument/2006/relationships/image" Target="../media/image573.svg"/><Relationship Id="rId4" Type="http://schemas.openxmlformats.org/officeDocument/2006/relationships/image" Target="../media/image568.svg"/><Relationship Id="rId9" Type="http://schemas.openxmlformats.org/officeDocument/2006/relationships/image" Target="../media/image572.svg"/><Relationship Id="rId14" Type="http://schemas.openxmlformats.org/officeDocument/2006/relationships/image" Target="../media/image576.sv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2.svg"/><Relationship Id="rId2" Type="http://schemas.openxmlformats.org/officeDocument/2006/relationships/image" Target="../media/image581.sv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7.svg"/><Relationship Id="rId13" Type="http://schemas.openxmlformats.org/officeDocument/2006/relationships/image" Target="../media/image333.svg"/><Relationship Id="rId18" Type="http://schemas.openxmlformats.org/officeDocument/2006/relationships/image" Target="../media/image320.svg"/><Relationship Id="rId3" Type="http://schemas.openxmlformats.org/officeDocument/2006/relationships/image" Target="../media/image125.svg"/><Relationship Id="rId7" Type="http://schemas.openxmlformats.org/officeDocument/2006/relationships/image" Target="../media/image586.svg"/><Relationship Id="rId12" Type="http://schemas.openxmlformats.org/officeDocument/2006/relationships/image" Target="../media/image532.svg"/><Relationship Id="rId17" Type="http://schemas.openxmlformats.org/officeDocument/2006/relationships/image" Target="../media/image594.svg"/><Relationship Id="rId2" Type="http://schemas.openxmlformats.org/officeDocument/2006/relationships/notesSlide" Target="../notesSlides/notesSlide41.xml"/><Relationship Id="rId16" Type="http://schemas.openxmlformats.org/officeDocument/2006/relationships/image" Target="../media/image59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5.svg"/><Relationship Id="rId11" Type="http://schemas.openxmlformats.org/officeDocument/2006/relationships/image" Target="../media/image590.svg"/><Relationship Id="rId5" Type="http://schemas.openxmlformats.org/officeDocument/2006/relationships/image" Target="../media/image584.svg"/><Relationship Id="rId15" Type="http://schemas.openxmlformats.org/officeDocument/2006/relationships/image" Target="../media/image592.svg"/><Relationship Id="rId10" Type="http://schemas.openxmlformats.org/officeDocument/2006/relationships/image" Target="../media/image589.svg"/><Relationship Id="rId4" Type="http://schemas.openxmlformats.org/officeDocument/2006/relationships/image" Target="../media/image583.svg"/><Relationship Id="rId9" Type="http://schemas.openxmlformats.org/officeDocument/2006/relationships/image" Target="../media/image588.svg"/><Relationship Id="rId14" Type="http://schemas.openxmlformats.org/officeDocument/2006/relationships/image" Target="../media/image591.svg"/></Relationships>
</file>

<file path=ppt/slides/_rels/slide1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svg"/><Relationship Id="rId3" Type="http://schemas.openxmlformats.org/officeDocument/2006/relationships/image" Target="../media/image595.svg"/><Relationship Id="rId7" Type="http://schemas.openxmlformats.org/officeDocument/2006/relationships/image" Target="../media/image599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8.svg"/><Relationship Id="rId5" Type="http://schemas.openxmlformats.org/officeDocument/2006/relationships/image" Target="../media/image597.svg"/><Relationship Id="rId4" Type="http://schemas.openxmlformats.org/officeDocument/2006/relationships/image" Target="../media/image596.sv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1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3.svg"/><Relationship Id="rId4" Type="http://schemas.openxmlformats.org/officeDocument/2006/relationships/image" Target="../media/image602.sv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4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5.svg"/><Relationship Id="rId13" Type="http://schemas.openxmlformats.org/officeDocument/2006/relationships/image" Target="../media/image610.svg"/><Relationship Id="rId3" Type="http://schemas.openxmlformats.org/officeDocument/2006/relationships/image" Target="../media/image605.svg"/><Relationship Id="rId7" Type="http://schemas.openxmlformats.org/officeDocument/2006/relationships/image" Target="../media/image606.svg"/><Relationship Id="rId12" Type="http://schemas.openxmlformats.org/officeDocument/2006/relationships/image" Target="../media/image609.svg"/><Relationship Id="rId17" Type="http://schemas.openxmlformats.org/officeDocument/2006/relationships/image" Target="../media/image614.svg"/><Relationship Id="rId2" Type="http://schemas.openxmlformats.org/officeDocument/2006/relationships/image" Target="../media/image604.svg"/><Relationship Id="rId16" Type="http://schemas.openxmlformats.org/officeDocument/2006/relationships/image" Target="../media/image61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9.svg"/><Relationship Id="rId11" Type="http://schemas.openxmlformats.org/officeDocument/2006/relationships/image" Target="../media/image608.svg"/><Relationship Id="rId5" Type="http://schemas.openxmlformats.org/officeDocument/2006/relationships/image" Target="../media/image427.svg"/><Relationship Id="rId15" Type="http://schemas.openxmlformats.org/officeDocument/2006/relationships/image" Target="../media/image612.svg"/><Relationship Id="rId10" Type="http://schemas.openxmlformats.org/officeDocument/2006/relationships/image" Target="../media/image444.svg"/><Relationship Id="rId4" Type="http://schemas.openxmlformats.org/officeDocument/2006/relationships/image" Target="../media/image59.svg"/><Relationship Id="rId9" Type="http://schemas.openxmlformats.org/officeDocument/2006/relationships/image" Target="../media/image607.svg"/><Relationship Id="rId14" Type="http://schemas.openxmlformats.org/officeDocument/2006/relationships/image" Target="../media/image611.svg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svg"/><Relationship Id="rId3" Type="http://schemas.openxmlformats.org/officeDocument/2006/relationships/image" Target="../media/image615.svg"/><Relationship Id="rId7" Type="http://schemas.openxmlformats.org/officeDocument/2006/relationships/image" Target="../media/image614.svg"/><Relationship Id="rId2" Type="http://schemas.openxmlformats.org/officeDocument/2006/relationships/image" Target="../media/image60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617.svg"/><Relationship Id="rId4" Type="http://schemas.openxmlformats.org/officeDocument/2006/relationships/image" Target="../media/image616.svg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9.svg"/><Relationship Id="rId3" Type="http://schemas.openxmlformats.org/officeDocument/2006/relationships/image" Target="../media/image617.svg"/><Relationship Id="rId7" Type="http://schemas.openxmlformats.org/officeDocument/2006/relationships/image" Target="../media/image618.svg"/><Relationship Id="rId12" Type="http://schemas.openxmlformats.org/officeDocument/2006/relationships/image" Target="../media/image615.svg"/><Relationship Id="rId2" Type="http://schemas.openxmlformats.org/officeDocument/2006/relationships/image" Target="../media/image61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svg"/><Relationship Id="rId11" Type="http://schemas.openxmlformats.org/officeDocument/2006/relationships/image" Target="../media/image621.svg"/><Relationship Id="rId5" Type="http://schemas.openxmlformats.org/officeDocument/2006/relationships/image" Target="../media/image614.svg"/><Relationship Id="rId10" Type="http://schemas.openxmlformats.org/officeDocument/2006/relationships/image" Target="../media/image620.svg"/><Relationship Id="rId4" Type="http://schemas.openxmlformats.org/officeDocument/2006/relationships/image" Target="../media/image60.svg"/><Relationship Id="rId9" Type="http://schemas.openxmlformats.org/officeDocument/2006/relationships/image" Target="../media/image82.sv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4.svg"/><Relationship Id="rId3" Type="http://schemas.openxmlformats.org/officeDocument/2006/relationships/image" Target="../media/image261.svg"/><Relationship Id="rId7" Type="http://schemas.openxmlformats.org/officeDocument/2006/relationships/image" Target="../media/image400.svg"/><Relationship Id="rId2" Type="http://schemas.openxmlformats.org/officeDocument/2006/relationships/image" Target="../media/image62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9.svg"/><Relationship Id="rId11" Type="http://schemas.openxmlformats.org/officeDocument/2006/relationships/image" Target="../media/image162.svg"/><Relationship Id="rId5" Type="http://schemas.openxmlformats.org/officeDocument/2006/relationships/image" Target="../media/image195.svg"/><Relationship Id="rId10" Type="http://schemas.openxmlformats.org/officeDocument/2006/relationships/image" Target="../media/image625.svg"/><Relationship Id="rId4" Type="http://schemas.openxmlformats.org/officeDocument/2006/relationships/image" Target="../media/image623.svg"/><Relationship Id="rId9" Type="http://schemas.openxmlformats.org/officeDocument/2006/relationships/image" Target="../media/image60.svg"/></Relationships>
</file>

<file path=ppt/slides/_rels/slide124.xml.rels><?xml version="1.0" encoding="UTF-8" standalone="yes"?>
<Relationships xmlns="http://schemas.openxmlformats.org/package/2006/relationships"><Relationship Id="rId13" Type="http://schemas.microsoft.com/office/2014/relationships/chartEx" Target="../charts/chartEx2.xml"/><Relationship Id="rId3" Type="http://schemas.openxmlformats.org/officeDocument/2006/relationships/image" Target="../media/image626.svg"/><Relationship Id="rId7" Type="http://schemas.microsoft.com/office/2014/relationships/chartEx" Target="../charts/chartEx1.xml"/><Relationship Id="rId12" Type="http://schemas.openxmlformats.org/officeDocument/2006/relationships/image" Target="NUL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287.svg"/><Relationship Id="rId4" Type="http://schemas.openxmlformats.org/officeDocument/2006/relationships/image" Target="../media/image627.svg"/><Relationship Id="rId14" Type="http://schemas.openxmlformats.org/officeDocument/2006/relationships/image" Target="NUL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3.svg"/><Relationship Id="rId2" Type="http://schemas.openxmlformats.org/officeDocument/2006/relationships/image" Target="../media/image532.sv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3.svg"/><Relationship Id="rId2" Type="http://schemas.openxmlformats.org/officeDocument/2006/relationships/image" Target="../media/image532.sv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8.svg"/><Relationship Id="rId2" Type="http://schemas.openxmlformats.org/officeDocument/2006/relationships/image" Target="../media/image72.sv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8.svg"/><Relationship Id="rId2" Type="http://schemas.openxmlformats.org/officeDocument/2006/relationships/image" Target="../media/image16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5.sv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6.svg"/><Relationship Id="rId2" Type="http://schemas.openxmlformats.org/officeDocument/2006/relationships/image" Target="../media/image1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6.svg"/><Relationship Id="rId5" Type="http://schemas.openxmlformats.org/officeDocument/2006/relationships/image" Target="../media/image630.svg"/><Relationship Id="rId4" Type="http://schemas.openxmlformats.org/officeDocument/2006/relationships/image" Target="../media/image629.sv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6.svg"/><Relationship Id="rId2" Type="http://schemas.openxmlformats.org/officeDocument/2006/relationships/image" Target="../media/image286.sv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image" Target="../media/image286.sv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1.svg"/><Relationship Id="rId7" Type="http://schemas.openxmlformats.org/officeDocument/2006/relationships/image" Target="../media/image635.svg"/><Relationship Id="rId2" Type="http://schemas.openxmlformats.org/officeDocument/2006/relationships/image" Target="../media/image28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4.svg"/><Relationship Id="rId5" Type="http://schemas.openxmlformats.org/officeDocument/2006/relationships/image" Target="../media/image633.svg"/><Relationship Id="rId4" Type="http://schemas.openxmlformats.org/officeDocument/2006/relationships/image" Target="../media/image632.sv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8.svg"/><Relationship Id="rId2" Type="http://schemas.openxmlformats.org/officeDocument/2006/relationships/image" Target="../media/image63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1.svg"/><Relationship Id="rId5" Type="http://schemas.openxmlformats.org/officeDocument/2006/relationships/image" Target="../media/image640.svg"/><Relationship Id="rId4" Type="http://schemas.openxmlformats.org/officeDocument/2006/relationships/image" Target="../media/image639.svg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7.svg"/><Relationship Id="rId13" Type="http://schemas.openxmlformats.org/officeDocument/2006/relationships/image" Target="../media/image651.svg"/><Relationship Id="rId18" Type="http://schemas.openxmlformats.org/officeDocument/2006/relationships/image" Target="../media/image656.svg"/><Relationship Id="rId3" Type="http://schemas.openxmlformats.org/officeDocument/2006/relationships/image" Target="../media/image642.svg"/><Relationship Id="rId7" Type="http://schemas.openxmlformats.org/officeDocument/2006/relationships/image" Target="../media/image646.svg"/><Relationship Id="rId12" Type="http://schemas.openxmlformats.org/officeDocument/2006/relationships/image" Target="../media/image650.svg"/><Relationship Id="rId17" Type="http://schemas.openxmlformats.org/officeDocument/2006/relationships/image" Target="../media/image655.svg"/><Relationship Id="rId2" Type="http://schemas.openxmlformats.org/officeDocument/2006/relationships/image" Target="../media/image396.svg"/><Relationship Id="rId16" Type="http://schemas.openxmlformats.org/officeDocument/2006/relationships/image" Target="../media/image65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5.svg"/><Relationship Id="rId11" Type="http://schemas.openxmlformats.org/officeDocument/2006/relationships/image" Target="../media/image649.svg"/><Relationship Id="rId5" Type="http://schemas.openxmlformats.org/officeDocument/2006/relationships/image" Target="../media/image644.svg"/><Relationship Id="rId15" Type="http://schemas.openxmlformats.org/officeDocument/2006/relationships/image" Target="../media/image653.svg"/><Relationship Id="rId10" Type="http://schemas.openxmlformats.org/officeDocument/2006/relationships/image" Target="../media/image276.svg"/><Relationship Id="rId4" Type="http://schemas.openxmlformats.org/officeDocument/2006/relationships/image" Target="../media/image643.svg"/><Relationship Id="rId9" Type="http://schemas.openxmlformats.org/officeDocument/2006/relationships/image" Target="../media/image648.svg"/><Relationship Id="rId14" Type="http://schemas.openxmlformats.org/officeDocument/2006/relationships/image" Target="../media/image652.svg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2.svg"/><Relationship Id="rId3" Type="http://schemas.openxmlformats.org/officeDocument/2006/relationships/image" Target="../media/image348.svg"/><Relationship Id="rId7" Type="http://schemas.openxmlformats.org/officeDocument/2006/relationships/image" Target="../media/image661.svg"/><Relationship Id="rId2" Type="http://schemas.openxmlformats.org/officeDocument/2006/relationships/image" Target="../media/image65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svg"/><Relationship Id="rId5" Type="http://schemas.openxmlformats.org/officeDocument/2006/relationships/image" Target="../media/image659.svg"/><Relationship Id="rId4" Type="http://schemas.openxmlformats.org/officeDocument/2006/relationships/image" Target="../media/image658.svg"/><Relationship Id="rId9" Type="http://schemas.openxmlformats.org/officeDocument/2006/relationships/image" Target="../media/image663.sv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6.xml"/><Relationship Id="rId2" Type="http://schemas.openxmlformats.org/officeDocument/2006/relationships/chart" Target="../charts/chart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4.svg"/><Relationship Id="rId4" Type="http://schemas.openxmlformats.org/officeDocument/2006/relationships/image" Target="../media/image125.svg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6.svg"/><Relationship Id="rId13" Type="http://schemas.openxmlformats.org/officeDocument/2006/relationships/image" Target="../media/image670.svg"/><Relationship Id="rId3" Type="http://schemas.openxmlformats.org/officeDocument/2006/relationships/chart" Target="../charts/chart37.xml"/><Relationship Id="rId7" Type="http://schemas.openxmlformats.org/officeDocument/2006/relationships/image" Target="../media/image167.svg"/><Relationship Id="rId12" Type="http://schemas.openxmlformats.org/officeDocument/2006/relationships/image" Target="../media/image669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5.svg"/><Relationship Id="rId11" Type="http://schemas.openxmlformats.org/officeDocument/2006/relationships/image" Target="../media/image668.svg"/><Relationship Id="rId5" Type="http://schemas.openxmlformats.org/officeDocument/2006/relationships/image" Target="../media/image281.svg"/><Relationship Id="rId10" Type="http://schemas.openxmlformats.org/officeDocument/2006/relationships/image" Target="../media/image667.svg"/><Relationship Id="rId4" Type="http://schemas.openxmlformats.org/officeDocument/2006/relationships/image" Target="../media/image125.svg"/><Relationship Id="rId9" Type="http://schemas.openxmlformats.org/officeDocument/2006/relationships/image" Target="../media/image428.svg"/><Relationship Id="rId14" Type="http://schemas.openxmlformats.org/officeDocument/2006/relationships/image" Target="../media/image671.sv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8.sv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8.xml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6.svg"/><Relationship Id="rId13" Type="http://schemas.openxmlformats.org/officeDocument/2006/relationships/image" Target="../media/image669.svg"/><Relationship Id="rId3" Type="http://schemas.openxmlformats.org/officeDocument/2006/relationships/chart" Target="../charts/chart39.xml"/><Relationship Id="rId7" Type="http://schemas.openxmlformats.org/officeDocument/2006/relationships/image" Target="../media/image167.svg"/><Relationship Id="rId12" Type="http://schemas.openxmlformats.org/officeDocument/2006/relationships/image" Target="../media/image668.sv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5.svg"/><Relationship Id="rId11" Type="http://schemas.openxmlformats.org/officeDocument/2006/relationships/image" Target="../media/image667.svg"/><Relationship Id="rId5" Type="http://schemas.openxmlformats.org/officeDocument/2006/relationships/image" Target="../media/image281.svg"/><Relationship Id="rId15" Type="http://schemas.openxmlformats.org/officeDocument/2006/relationships/image" Target="../media/image671.svg"/><Relationship Id="rId10" Type="http://schemas.openxmlformats.org/officeDocument/2006/relationships/image" Target="../media/image428.svg"/><Relationship Id="rId4" Type="http://schemas.openxmlformats.org/officeDocument/2006/relationships/image" Target="../media/image125.svg"/><Relationship Id="rId9" Type="http://schemas.openxmlformats.org/officeDocument/2006/relationships/image" Target="../media/image459.svg"/><Relationship Id="rId14" Type="http://schemas.openxmlformats.org/officeDocument/2006/relationships/image" Target="../media/image670.svg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tags" Target="../tags/tag229.xml"/><Relationship Id="rId13" Type="http://schemas.openxmlformats.org/officeDocument/2006/relationships/image" Target="../media/image684.svg"/><Relationship Id="rId3" Type="http://schemas.openxmlformats.org/officeDocument/2006/relationships/tags" Target="../tags/tag224.xml"/><Relationship Id="rId7" Type="http://schemas.openxmlformats.org/officeDocument/2006/relationships/tags" Target="../tags/tag228.xml"/><Relationship Id="rId12" Type="http://schemas.openxmlformats.org/officeDocument/2006/relationships/image" Target="../media/image683.svg"/><Relationship Id="rId2" Type="http://schemas.openxmlformats.org/officeDocument/2006/relationships/tags" Target="../tags/tag223.xml"/><Relationship Id="rId1" Type="http://schemas.openxmlformats.org/officeDocument/2006/relationships/tags" Target="../tags/tag222.xml"/><Relationship Id="rId6" Type="http://schemas.openxmlformats.org/officeDocument/2006/relationships/tags" Target="../tags/tag227.xml"/><Relationship Id="rId11" Type="http://schemas.openxmlformats.org/officeDocument/2006/relationships/image" Target="../media/image682.svg"/><Relationship Id="rId5" Type="http://schemas.openxmlformats.org/officeDocument/2006/relationships/tags" Target="../tags/tag226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225.xml"/><Relationship Id="rId9" Type="http://schemas.openxmlformats.org/officeDocument/2006/relationships/tags" Target="../tags/tag230.xml"/><Relationship Id="rId14" Type="http://schemas.openxmlformats.org/officeDocument/2006/relationships/image" Target="../media/image685.sv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.sv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svg"/><Relationship Id="rId3" Type="http://schemas.openxmlformats.org/officeDocument/2006/relationships/image" Target="../media/image276.svg"/><Relationship Id="rId7" Type="http://schemas.openxmlformats.org/officeDocument/2006/relationships/image" Target="../media/image689.svg"/><Relationship Id="rId2" Type="http://schemas.openxmlformats.org/officeDocument/2006/relationships/image" Target="../media/image56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8.svg"/><Relationship Id="rId5" Type="http://schemas.openxmlformats.org/officeDocument/2006/relationships/image" Target="../media/image687.svg"/><Relationship Id="rId10" Type="http://schemas.openxmlformats.org/officeDocument/2006/relationships/image" Target="../media/image692.svg"/><Relationship Id="rId4" Type="http://schemas.openxmlformats.org/officeDocument/2006/relationships/image" Target="../media/image686.svg"/><Relationship Id="rId9" Type="http://schemas.openxmlformats.org/officeDocument/2006/relationships/image" Target="../media/image691.sv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4.svg"/><Relationship Id="rId2" Type="http://schemas.openxmlformats.org/officeDocument/2006/relationships/image" Target="../media/image69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5.svg"/></Relationships>
</file>

<file path=ppt/slides/_rels/slide149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3" Type="http://schemas.openxmlformats.org/officeDocument/2006/relationships/image" Target="../media/image213.svg"/><Relationship Id="rId7" Type="http://schemas.openxmlformats.org/officeDocument/2006/relationships/customXml" Target="../ink/ink1.xml"/><Relationship Id="rId17" Type="http://schemas.openxmlformats.org/officeDocument/2006/relationships/image" Target="../media/image318.svg"/><Relationship Id="rId2" Type="http://schemas.openxmlformats.org/officeDocument/2006/relationships/image" Target="../media/image125.svg"/><Relationship Id="rId16" Type="http://schemas.openxmlformats.org/officeDocument/2006/relationships/image" Target="../media/image70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8.svg"/><Relationship Id="rId5" Type="http://schemas.openxmlformats.org/officeDocument/2006/relationships/image" Target="../media/image697.svg"/><Relationship Id="rId15" Type="http://schemas.openxmlformats.org/officeDocument/2006/relationships/image" Target="../media/image699.svg"/><Relationship Id="rId4" Type="http://schemas.openxmlformats.org/officeDocument/2006/relationships/image" Target="../media/image696.svg"/><Relationship Id="rId14" Type="http://schemas.openxmlformats.org/officeDocument/2006/relationships/image" Target="../media/image698.sv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tags" Target="../tags/tag233.xml"/><Relationship Id="rId2" Type="http://schemas.openxmlformats.org/officeDocument/2006/relationships/tags" Target="../tags/tag232.xml"/><Relationship Id="rId1" Type="http://schemas.openxmlformats.org/officeDocument/2006/relationships/tags" Target="../tags/tag231.xml"/><Relationship Id="rId4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6.svg"/><Relationship Id="rId3" Type="http://schemas.openxmlformats.org/officeDocument/2006/relationships/image" Target="../media/image702.svg"/><Relationship Id="rId7" Type="http://schemas.openxmlformats.org/officeDocument/2006/relationships/image" Target="../media/image705.svg"/><Relationship Id="rId2" Type="http://schemas.openxmlformats.org/officeDocument/2006/relationships/image" Target="../media/image70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4.svg"/><Relationship Id="rId5" Type="http://schemas.openxmlformats.org/officeDocument/2006/relationships/image" Target="../media/image569.svg"/><Relationship Id="rId4" Type="http://schemas.openxmlformats.org/officeDocument/2006/relationships/image" Target="../media/image703.sv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4.svg"/><Relationship Id="rId2" Type="http://schemas.openxmlformats.org/officeDocument/2006/relationships/image" Target="../media/image707.sv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4.svg"/><Relationship Id="rId13" Type="http://schemas.openxmlformats.org/officeDocument/2006/relationships/image" Target="../media/image718.svg"/><Relationship Id="rId3" Type="http://schemas.openxmlformats.org/officeDocument/2006/relationships/image" Target="../media/image709.svg"/><Relationship Id="rId7" Type="http://schemas.openxmlformats.org/officeDocument/2006/relationships/image" Target="../media/image713.svg"/><Relationship Id="rId12" Type="http://schemas.openxmlformats.org/officeDocument/2006/relationships/image" Target="../media/image134.svg"/><Relationship Id="rId2" Type="http://schemas.openxmlformats.org/officeDocument/2006/relationships/image" Target="../media/image70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2.svg"/><Relationship Id="rId11" Type="http://schemas.openxmlformats.org/officeDocument/2006/relationships/image" Target="../media/image717.svg"/><Relationship Id="rId5" Type="http://schemas.openxmlformats.org/officeDocument/2006/relationships/image" Target="../media/image711.svg"/><Relationship Id="rId15" Type="http://schemas.openxmlformats.org/officeDocument/2006/relationships/image" Target="../media/image720.svg"/><Relationship Id="rId10" Type="http://schemas.openxmlformats.org/officeDocument/2006/relationships/image" Target="../media/image716.svg"/><Relationship Id="rId4" Type="http://schemas.openxmlformats.org/officeDocument/2006/relationships/image" Target="../media/image710.svg"/><Relationship Id="rId9" Type="http://schemas.openxmlformats.org/officeDocument/2006/relationships/image" Target="../media/image715.svg"/><Relationship Id="rId14" Type="http://schemas.openxmlformats.org/officeDocument/2006/relationships/image" Target="../media/image719.svg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3.svg"/><Relationship Id="rId13" Type="http://schemas.openxmlformats.org/officeDocument/2006/relationships/image" Target="../media/image631.svg"/><Relationship Id="rId3" Type="http://schemas.openxmlformats.org/officeDocument/2006/relationships/image" Target="../media/image722.svg"/><Relationship Id="rId7" Type="http://schemas.openxmlformats.org/officeDocument/2006/relationships/image" Target="../media/image164.svg"/><Relationship Id="rId12" Type="http://schemas.openxmlformats.org/officeDocument/2006/relationships/image" Target="../media/image52.svg"/><Relationship Id="rId2" Type="http://schemas.openxmlformats.org/officeDocument/2006/relationships/image" Target="../media/image72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svg"/><Relationship Id="rId11" Type="http://schemas.openxmlformats.org/officeDocument/2006/relationships/image" Target="../media/image274.svg"/><Relationship Id="rId5" Type="http://schemas.openxmlformats.org/officeDocument/2006/relationships/image" Target="../media/image91.svg"/><Relationship Id="rId15" Type="http://schemas.openxmlformats.org/officeDocument/2006/relationships/image" Target="../media/image725.svg"/><Relationship Id="rId10" Type="http://schemas.openxmlformats.org/officeDocument/2006/relationships/image" Target="../media/image660.svg"/><Relationship Id="rId4" Type="http://schemas.openxmlformats.org/officeDocument/2006/relationships/image" Target="../media/image484.svg"/><Relationship Id="rId9" Type="http://schemas.openxmlformats.org/officeDocument/2006/relationships/image" Target="../media/image724.svg"/><Relationship Id="rId14" Type="http://schemas.openxmlformats.org/officeDocument/2006/relationships/image" Target="../media/image89.svg"/></Relationships>
</file>

<file path=ppt/slides/_rels/slide1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7.svg"/><Relationship Id="rId3" Type="http://schemas.openxmlformats.org/officeDocument/2006/relationships/image" Target="../media/image673.svg"/><Relationship Id="rId7" Type="http://schemas.openxmlformats.org/officeDocument/2006/relationships/image" Target="../media/image676.svg"/><Relationship Id="rId12" Type="http://schemas.openxmlformats.org/officeDocument/2006/relationships/image" Target="../media/image681.svg"/><Relationship Id="rId2" Type="http://schemas.openxmlformats.org/officeDocument/2006/relationships/image" Target="../media/image6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7.svg"/><Relationship Id="rId11" Type="http://schemas.openxmlformats.org/officeDocument/2006/relationships/image" Target="../media/image680.svg"/><Relationship Id="rId5" Type="http://schemas.openxmlformats.org/officeDocument/2006/relationships/image" Target="../media/image675.svg"/><Relationship Id="rId10" Type="http://schemas.openxmlformats.org/officeDocument/2006/relationships/image" Target="../media/image679.svg"/><Relationship Id="rId4" Type="http://schemas.openxmlformats.org/officeDocument/2006/relationships/image" Target="../media/image674.svg"/><Relationship Id="rId9" Type="http://schemas.openxmlformats.org/officeDocument/2006/relationships/image" Target="../media/image678.sv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29.svg"/><Relationship Id="rId2" Type="http://schemas.openxmlformats.org/officeDocument/2006/relationships/tags" Target="../tags/tag250.xml"/><Relationship Id="rId1" Type="http://schemas.openxmlformats.org/officeDocument/2006/relationships/tags" Target="../tags/tag249.xml"/><Relationship Id="rId6" Type="http://schemas.openxmlformats.org/officeDocument/2006/relationships/image" Target="../media/image728.svg"/><Relationship Id="rId5" Type="http://schemas.openxmlformats.org/officeDocument/2006/relationships/image" Target="../media/image727.svg"/><Relationship Id="rId4" Type="http://schemas.openxmlformats.org/officeDocument/2006/relationships/image" Target="../media/image726.sv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3.sv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4.svg"/><Relationship Id="rId5" Type="http://schemas.openxmlformats.org/officeDocument/2006/relationships/image" Target="../media/image357.svg"/><Relationship Id="rId4" Type="http://schemas.openxmlformats.org/officeDocument/2006/relationships/image" Target="../media/image257.sv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29.svg"/><Relationship Id="rId2" Type="http://schemas.openxmlformats.org/officeDocument/2006/relationships/tags" Target="../tags/tag256.xml"/><Relationship Id="rId1" Type="http://schemas.openxmlformats.org/officeDocument/2006/relationships/tags" Target="../tags/tag255.xml"/><Relationship Id="rId6" Type="http://schemas.openxmlformats.org/officeDocument/2006/relationships/image" Target="../media/image728.svg"/><Relationship Id="rId5" Type="http://schemas.openxmlformats.org/officeDocument/2006/relationships/image" Target="../media/image727.svg"/><Relationship Id="rId4" Type="http://schemas.openxmlformats.org/officeDocument/2006/relationships/image" Target="../media/image726.sv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3.sv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4.svg"/><Relationship Id="rId5" Type="http://schemas.openxmlformats.org/officeDocument/2006/relationships/image" Target="../media/image357.svg"/><Relationship Id="rId4" Type="http://schemas.openxmlformats.org/officeDocument/2006/relationships/image" Target="../media/image257.svg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9.svg"/><Relationship Id="rId3" Type="http://schemas.openxmlformats.org/officeDocument/2006/relationships/image" Target="../media/image60.svg"/><Relationship Id="rId7" Type="http://schemas.openxmlformats.org/officeDocument/2006/relationships/image" Target="../media/image754.svg"/><Relationship Id="rId2" Type="http://schemas.openxmlformats.org/officeDocument/2006/relationships/image" Target="../media/image25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7.svg"/><Relationship Id="rId5" Type="http://schemas.openxmlformats.org/officeDocument/2006/relationships/image" Target="../media/image68.svg"/><Relationship Id="rId4" Type="http://schemas.openxmlformats.org/officeDocument/2006/relationships/image" Target="../media/image753.svg"/><Relationship Id="rId9" Type="http://schemas.openxmlformats.org/officeDocument/2006/relationships/image" Target="../media/image755.svg"/></Relationships>
</file>

<file path=ppt/slides/_rels/slide1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svg"/><Relationship Id="rId3" Type="http://schemas.openxmlformats.org/officeDocument/2006/relationships/image" Target="../media/image756.svg"/><Relationship Id="rId7" Type="http://schemas.openxmlformats.org/officeDocument/2006/relationships/image" Target="../media/image357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1.xml"/><Relationship Id="rId6" Type="http://schemas.openxmlformats.org/officeDocument/2006/relationships/image" Target="../media/image335.svg"/><Relationship Id="rId5" Type="http://schemas.openxmlformats.org/officeDocument/2006/relationships/image" Target="../media/image757.svg"/><Relationship Id="rId10" Type="http://schemas.openxmlformats.org/officeDocument/2006/relationships/image" Target="../media/image92.svg"/><Relationship Id="rId4" Type="http://schemas.openxmlformats.org/officeDocument/2006/relationships/image" Target="../media/image192.svg"/><Relationship Id="rId9" Type="http://schemas.openxmlformats.org/officeDocument/2006/relationships/image" Target="../media/image758.svg"/></Relationships>
</file>

<file path=ppt/slides/_rels/slide1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2.svg"/><Relationship Id="rId13" Type="http://schemas.openxmlformats.org/officeDocument/2006/relationships/image" Target="../media/image325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61.svg"/><Relationship Id="rId12" Type="http://schemas.openxmlformats.org/officeDocument/2006/relationships/image" Target="../media/image765.svg"/><Relationship Id="rId2" Type="http://schemas.openxmlformats.org/officeDocument/2006/relationships/tags" Target="../tags/tag263.xml"/><Relationship Id="rId1" Type="http://schemas.openxmlformats.org/officeDocument/2006/relationships/tags" Target="../tags/tag262.xml"/><Relationship Id="rId6" Type="http://schemas.openxmlformats.org/officeDocument/2006/relationships/image" Target="../media/image760.svg"/><Relationship Id="rId11" Type="http://schemas.openxmlformats.org/officeDocument/2006/relationships/image" Target="../media/image764.svg"/><Relationship Id="rId5" Type="http://schemas.openxmlformats.org/officeDocument/2006/relationships/image" Target="../media/image759.svg"/><Relationship Id="rId10" Type="http://schemas.openxmlformats.org/officeDocument/2006/relationships/image" Target="../media/image425.svg"/><Relationship Id="rId4" Type="http://schemas.openxmlformats.org/officeDocument/2006/relationships/image" Target="../media/image636.svg"/><Relationship Id="rId9" Type="http://schemas.openxmlformats.org/officeDocument/2006/relationships/image" Target="../media/image763.sv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4.svg"/><Relationship Id="rId7" Type="http://schemas.openxmlformats.org/officeDocument/2006/relationships/image" Target="../media/image768.svg"/><Relationship Id="rId2" Type="http://schemas.openxmlformats.org/officeDocument/2006/relationships/image" Target="../media/image70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7.svg"/><Relationship Id="rId5" Type="http://schemas.openxmlformats.org/officeDocument/2006/relationships/image" Target="../media/image766.svg"/><Relationship Id="rId4" Type="http://schemas.openxmlformats.org/officeDocument/2006/relationships/image" Target="../media/image212.sv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4.sv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5.svg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8.svg"/><Relationship Id="rId3" Type="http://schemas.openxmlformats.org/officeDocument/2006/relationships/image" Target="../media/image784.svg"/><Relationship Id="rId7" Type="http://schemas.openxmlformats.org/officeDocument/2006/relationships/image" Target="../media/image787.svg"/><Relationship Id="rId2" Type="http://schemas.openxmlformats.org/officeDocument/2006/relationships/image" Target="../media/image78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6.svg"/><Relationship Id="rId5" Type="http://schemas.openxmlformats.org/officeDocument/2006/relationships/image" Target="../media/image785.svg"/><Relationship Id="rId10" Type="http://schemas.openxmlformats.org/officeDocument/2006/relationships/image" Target="../media/image167.svg"/><Relationship Id="rId4" Type="http://schemas.openxmlformats.org/officeDocument/2006/relationships/image" Target="../media/image362.svg"/><Relationship Id="rId9" Type="http://schemas.openxmlformats.org/officeDocument/2006/relationships/image" Target="../media/image789.svg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5.svg"/><Relationship Id="rId3" Type="http://schemas.openxmlformats.org/officeDocument/2006/relationships/image" Target="../media/image790.svg"/><Relationship Id="rId7" Type="http://schemas.openxmlformats.org/officeDocument/2006/relationships/image" Target="../media/image794.sv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3.svg"/><Relationship Id="rId5" Type="http://schemas.openxmlformats.org/officeDocument/2006/relationships/image" Target="../media/image792.svg"/><Relationship Id="rId4" Type="http://schemas.openxmlformats.org/officeDocument/2006/relationships/image" Target="../media/image791.svg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6.sv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3.sv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7.svg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1.svg"/><Relationship Id="rId3" Type="http://schemas.openxmlformats.org/officeDocument/2006/relationships/image" Target="../media/image440.png"/><Relationship Id="rId7" Type="http://schemas.openxmlformats.org/officeDocument/2006/relationships/image" Target="../media/image800.sv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9.svg"/><Relationship Id="rId11" Type="http://schemas.openxmlformats.org/officeDocument/2006/relationships/image" Target="../media/image803.svg"/><Relationship Id="rId5" Type="http://schemas.openxmlformats.org/officeDocument/2006/relationships/image" Target="../media/image798.svg"/><Relationship Id="rId10" Type="http://schemas.openxmlformats.org/officeDocument/2006/relationships/image" Target="../media/image437.svg"/><Relationship Id="rId4" Type="http://schemas.openxmlformats.org/officeDocument/2006/relationships/image" Target="../media/image438.png"/><Relationship Id="rId9" Type="http://schemas.openxmlformats.org/officeDocument/2006/relationships/image" Target="../media/image802.svg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5.svg"/><Relationship Id="rId2" Type="http://schemas.openxmlformats.org/officeDocument/2006/relationships/image" Target="../media/image80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6.svg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3.svg"/><Relationship Id="rId3" Type="http://schemas.openxmlformats.org/officeDocument/2006/relationships/image" Target="../media/image808.svg"/><Relationship Id="rId7" Type="http://schemas.openxmlformats.org/officeDocument/2006/relationships/image" Target="../media/image811.svg"/><Relationship Id="rId2" Type="http://schemas.openxmlformats.org/officeDocument/2006/relationships/image" Target="../media/image80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2.svg"/><Relationship Id="rId5" Type="http://schemas.openxmlformats.org/officeDocument/2006/relationships/image" Target="../media/image810.svg"/><Relationship Id="rId10" Type="http://schemas.openxmlformats.org/officeDocument/2006/relationships/image" Target="../media/image404.svg"/><Relationship Id="rId4" Type="http://schemas.openxmlformats.org/officeDocument/2006/relationships/image" Target="../media/image809.svg"/><Relationship Id="rId9" Type="http://schemas.openxmlformats.org/officeDocument/2006/relationships/image" Target="../media/image313.svg"/></Relationships>
</file>

<file path=ppt/slides/_rels/slide1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3.svg"/><Relationship Id="rId3" Type="http://schemas.openxmlformats.org/officeDocument/2006/relationships/image" Target="../media/image97.svg"/><Relationship Id="rId7" Type="http://schemas.openxmlformats.org/officeDocument/2006/relationships/image" Target="../media/image812.svg"/><Relationship Id="rId2" Type="http://schemas.openxmlformats.org/officeDocument/2006/relationships/image" Target="../media/image19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svg"/><Relationship Id="rId5" Type="http://schemas.openxmlformats.org/officeDocument/2006/relationships/image" Target="../media/image478.svg"/><Relationship Id="rId4" Type="http://schemas.openxmlformats.org/officeDocument/2006/relationships/image" Target="../media/image459.svg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5.svg"/><Relationship Id="rId2" Type="http://schemas.openxmlformats.org/officeDocument/2006/relationships/image" Target="../media/image81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7.svg"/><Relationship Id="rId4" Type="http://schemas.openxmlformats.org/officeDocument/2006/relationships/image" Target="../media/image816.svg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2.svg"/><Relationship Id="rId3" Type="http://schemas.openxmlformats.org/officeDocument/2006/relationships/image" Target="../media/image818.svg"/><Relationship Id="rId7" Type="http://schemas.openxmlformats.org/officeDocument/2006/relationships/image" Target="../media/image730.svg"/><Relationship Id="rId12" Type="http://schemas.openxmlformats.org/officeDocument/2006/relationships/image" Target="../media/image826.sv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1.svg"/><Relationship Id="rId11" Type="http://schemas.openxmlformats.org/officeDocument/2006/relationships/image" Target="../media/image825.svg"/><Relationship Id="rId5" Type="http://schemas.openxmlformats.org/officeDocument/2006/relationships/image" Target="../media/image820.svg"/><Relationship Id="rId10" Type="http://schemas.openxmlformats.org/officeDocument/2006/relationships/image" Target="../media/image824.svg"/><Relationship Id="rId4" Type="http://schemas.openxmlformats.org/officeDocument/2006/relationships/image" Target="../media/image819.svg"/><Relationship Id="rId9" Type="http://schemas.openxmlformats.org/officeDocument/2006/relationships/image" Target="../media/image823.svg"/></Relationships>
</file>

<file path=ppt/slides/_rels/slide1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9.svg"/><Relationship Id="rId3" Type="http://schemas.openxmlformats.org/officeDocument/2006/relationships/tags" Target="../tags/tag270.xml"/><Relationship Id="rId7" Type="http://schemas.openxmlformats.org/officeDocument/2006/relationships/image" Target="../media/image828.svg"/><Relationship Id="rId2" Type="http://schemas.openxmlformats.org/officeDocument/2006/relationships/tags" Target="../tags/tag269.xml"/><Relationship Id="rId1" Type="http://schemas.openxmlformats.org/officeDocument/2006/relationships/tags" Target="../tags/tag268.xml"/><Relationship Id="rId6" Type="http://schemas.openxmlformats.org/officeDocument/2006/relationships/image" Target="../media/image276.svg"/><Relationship Id="rId5" Type="http://schemas.openxmlformats.org/officeDocument/2006/relationships/image" Target="../media/image827.png"/><Relationship Id="rId10" Type="http://schemas.openxmlformats.org/officeDocument/2006/relationships/image" Target="../media/image831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830.svg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13" Type="http://schemas.openxmlformats.org/officeDocument/2006/relationships/image" Target="../media/image837.svg"/><Relationship Id="rId3" Type="http://schemas.openxmlformats.org/officeDocument/2006/relationships/tags" Target="../tags/tag273.xml"/><Relationship Id="rId7" Type="http://schemas.openxmlformats.org/officeDocument/2006/relationships/image" Target="../media/image613.svg"/><Relationship Id="rId12" Type="http://schemas.openxmlformats.org/officeDocument/2006/relationships/image" Target="../media/image836.svg"/><Relationship Id="rId2" Type="http://schemas.openxmlformats.org/officeDocument/2006/relationships/tags" Target="../tags/tag272.xml"/><Relationship Id="rId1" Type="http://schemas.openxmlformats.org/officeDocument/2006/relationships/tags" Target="../tags/tag271.xml"/><Relationship Id="rId6" Type="http://schemas.openxmlformats.org/officeDocument/2006/relationships/image" Target="../media/image833.svg"/><Relationship Id="rId11" Type="http://schemas.openxmlformats.org/officeDocument/2006/relationships/image" Target="../media/image835.svg"/><Relationship Id="rId5" Type="http://schemas.openxmlformats.org/officeDocument/2006/relationships/image" Target="../media/image832.svg"/><Relationship Id="rId10" Type="http://schemas.openxmlformats.org/officeDocument/2006/relationships/image" Target="../media/image834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208.sv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4.xml"/><Relationship Id="rId2" Type="http://schemas.openxmlformats.org/officeDocument/2006/relationships/chart" Target="../charts/chart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8.svg"/><Relationship Id="rId4" Type="http://schemas.openxmlformats.org/officeDocument/2006/relationships/chart" Target="../charts/chart45.xml"/></Relationships>
</file>

<file path=ppt/slides/_rels/slide1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13" Type="http://schemas.openxmlformats.org/officeDocument/2006/relationships/image" Target="../media/image837.svg"/><Relationship Id="rId3" Type="http://schemas.openxmlformats.org/officeDocument/2006/relationships/tags" Target="../tags/tag276.xml"/><Relationship Id="rId7" Type="http://schemas.openxmlformats.org/officeDocument/2006/relationships/image" Target="../media/image613.svg"/><Relationship Id="rId12" Type="http://schemas.openxmlformats.org/officeDocument/2006/relationships/image" Target="../media/image836.svg"/><Relationship Id="rId2" Type="http://schemas.openxmlformats.org/officeDocument/2006/relationships/tags" Target="../tags/tag275.xml"/><Relationship Id="rId1" Type="http://schemas.openxmlformats.org/officeDocument/2006/relationships/tags" Target="../tags/tag274.xml"/><Relationship Id="rId6" Type="http://schemas.openxmlformats.org/officeDocument/2006/relationships/image" Target="../media/image833.svg"/><Relationship Id="rId11" Type="http://schemas.openxmlformats.org/officeDocument/2006/relationships/image" Target="../media/image835.svg"/><Relationship Id="rId5" Type="http://schemas.openxmlformats.org/officeDocument/2006/relationships/image" Target="../media/image832.svg"/><Relationship Id="rId10" Type="http://schemas.openxmlformats.org/officeDocument/2006/relationships/image" Target="../media/image834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208.svg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4.svg"/><Relationship Id="rId3" Type="http://schemas.openxmlformats.org/officeDocument/2006/relationships/image" Target="../media/image839.svg"/><Relationship Id="rId7" Type="http://schemas.openxmlformats.org/officeDocument/2006/relationships/image" Target="../media/image843.sv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2.svg"/><Relationship Id="rId5" Type="http://schemas.openxmlformats.org/officeDocument/2006/relationships/image" Target="../media/image841.svg"/><Relationship Id="rId4" Type="http://schemas.openxmlformats.org/officeDocument/2006/relationships/image" Target="../media/image840.svg"/></Relationships>
</file>

<file path=ppt/slides/_rels/slide1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4.svg"/><Relationship Id="rId3" Type="http://schemas.openxmlformats.org/officeDocument/2006/relationships/image" Target="../media/image839.svg"/><Relationship Id="rId7" Type="http://schemas.openxmlformats.org/officeDocument/2006/relationships/image" Target="../media/image843.sv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2.svg"/><Relationship Id="rId5" Type="http://schemas.openxmlformats.org/officeDocument/2006/relationships/image" Target="../media/image841.svg"/><Relationship Id="rId4" Type="http://schemas.openxmlformats.org/officeDocument/2006/relationships/image" Target="../media/image840.svg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8.svg"/><Relationship Id="rId13" Type="http://schemas.openxmlformats.org/officeDocument/2006/relationships/image" Target="../media/image852.svg"/><Relationship Id="rId3" Type="http://schemas.openxmlformats.org/officeDocument/2006/relationships/image" Target="../media/image125.svg"/><Relationship Id="rId7" Type="http://schemas.openxmlformats.org/officeDocument/2006/relationships/image" Target="../media/image847.svg"/><Relationship Id="rId12" Type="http://schemas.openxmlformats.org/officeDocument/2006/relationships/image" Target="../media/image851.sv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6.svg"/><Relationship Id="rId11" Type="http://schemas.openxmlformats.org/officeDocument/2006/relationships/image" Target="../media/image850.svg"/><Relationship Id="rId5" Type="http://schemas.openxmlformats.org/officeDocument/2006/relationships/image" Target="../media/image318.svg"/><Relationship Id="rId15" Type="http://schemas.openxmlformats.org/officeDocument/2006/relationships/image" Target="../media/image854.svg"/><Relationship Id="rId10" Type="http://schemas.openxmlformats.org/officeDocument/2006/relationships/image" Target="../media/image849.svg"/><Relationship Id="rId4" Type="http://schemas.openxmlformats.org/officeDocument/2006/relationships/image" Target="../media/image845.svg"/><Relationship Id="rId9" Type="http://schemas.openxmlformats.org/officeDocument/2006/relationships/image" Target="../media/image209.svg"/><Relationship Id="rId14" Type="http://schemas.openxmlformats.org/officeDocument/2006/relationships/image" Target="../media/image853.sv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8.sv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9.svg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2.sv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8.svg"/></Relationships>
</file>

<file path=ppt/slides/_rels/slide2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0.svg"/><Relationship Id="rId3" Type="http://schemas.openxmlformats.org/officeDocument/2006/relationships/image" Target="../media/image865.svg"/><Relationship Id="rId7" Type="http://schemas.openxmlformats.org/officeDocument/2006/relationships/image" Target="../media/image869.svg"/><Relationship Id="rId2" Type="http://schemas.openxmlformats.org/officeDocument/2006/relationships/image" Target="../media/image8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8.svg"/><Relationship Id="rId11" Type="http://schemas.openxmlformats.org/officeDocument/2006/relationships/image" Target="../media/image873.svg"/><Relationship Id="rId5" Type="http://schemas.openxmlformats.org/officeDocument/2006/relationships/image" Target="../media/image867.svg"/><Relationship Id="rId10" Type="http://schemas.openxmlformats.org/officeDocument/2006/relationships/image" Target="../media/image872.svg"/><Relationship Id="rId4" Type="http://schemas.openxmlformats.org/officeDocument/2006/relationships/image" Target="../media/image866.svg"/><Relationship Id="rId9" Type="http://schemas.openxmlformats.org/officeDocument/2006/relationships/image" Target="../media/image871.svg"/></Relationships>
</file>

<file path=ppt/slides/_rels/slide202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3" Type="http://schemas.openxmlformats.org/officeDocument/2006/relationships/image" Target="../media/image213.svg"/><Relationship Id="rId7" Type="http://schemas.openxmlformats.org/officeDocument/2006/relationships/customXml" Target="../ink/ink2.xml"/><Relationship Id="rId17" Type="http://schemas.openxmlformats.org/officeDocument/2006/relationships/image" Target="../media/image318.svg"/><Relationship Id="rId2" Type="http://schemas.openxmlformats.org/officeDocument/2006/relationships/image" Target="../media/image125.svg"/><Relationship Id="rId16" Type="http://schemas.openxmlformats.org/officeDocument/2006/relationships/image" Target="../media/image70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8.svg"/><Relationship Id="rId5" Type="http://schemas.openxmlformats.org/officeDocument/2006/relationships/image" Target="../media/image697.svg"/><Relationship Id="rId15" Type="http://schemas.openxmlformats.org/officeDocument/2006/relationships/image" Target="../media/image699.svg"/><Relationship Id="rId4" Type="http://schemas.openxmlformats.org/officeDocument/2006/relationships/image" Target="../media/image696.svg"/><Relationship Id="rId14" Type="http://schemas.openxmlformats.org/officeDocument/2006/relationships/image" Target="../media/image698.sv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9.svg"/><Relationship Id="rId2" Type="http://schemas.openxmlformats.org/officeDocument/2006/relationships/image" Target="../media/image59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7.svg"/><Relationship Id="rId5" Type="http://schemas.openxmlformats.org/officeDocument/2006/relationships/image" Target="../media/image894.svg"/><Relationship Id="rId4" Type="http://schemas.openxmlformats.org/officeDocument/2006/relationships/image" Target="../media/image893.sv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0.xml"/><Relationship Id="rId1" Type="http://schemas.openxmlformats.org/officeDocument/2006/relationships/tags" Target="../tags/tag279.xml"/><Relationship Id="rId6" Type="http://schemas.openxmlformats.org/officeDocument/2006/relationships/image" Target="../media/image897.svg"/><Relationship Id="rId5" Type="http://schemas.openxmlformats.org/officeDocument/2006/relationships/image" Target="../media/image896.svg"/><Relationship Id="rId4" Type="http://schemas.openxmlformats.org/officeDocument/2006/relationships/image" Target="../media/image161.svg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8.svg"/><Relationship Id="rId2" Type="http://schemas.openxmlformats.org/officeDocument/2006/relationships/image" Target="../media/image16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svg"/><Relationship Id="rId5" Type="http://schemas.openxmlformats.org/officeDocument/2006/relationships/image" Target="../media/image899.svg"/><Relationship Id="rId4" Type="http://schemas.openxmlformats.org/officeDocument/2006/relationships/image" Target="../media/image895.svg"/></Relationships>
</file>

<file path=ppt/slides/_rels/slide2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2.svg"/><Relationship Id="rId3" Type="http://schemas.openxmlformats.org/officeDocument/2006/relationships/image" Target="../media/image348.svg"/><Relationship Id="rId7" Type="http://schemas.openxmlformats.org/officeDocument/2006/relationships/image" Target="../media/image661.svg"/><Relationship Id="rId2" Type="http://schemas.openxmlformats.org/officeDocument/2006/relationships/image" Target="../media/image65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svg"/><Relationship Id="rId5" Type="http://schemas.openxmlformats.org/officeDocument/2006/relationships/image" Target="../media/image659.svg"/><Relationship Id="rId4" Type="http://schemas.openxmlformats.org/officeDocument/2006/relationships/image" Target="../media/image658.svg"/><Relationship Id="rId9" Type="http://schemas.openxmlformats.org/officeDocument/2006/relationships/image" Target="../media/image663.sv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1.svg"/><Relationship Id="rId7" Type="http://schemas.openxmlformats.org/officeDocument/2006/relationships/image" Target="../media/image635.svg"/><Relationship Id="rId2" Type="http://schemas.openxmlformats.org/officeDocument/2006/relationships/image" Target="../media/image28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4.svg"/><Relationship Id="rId5" Type="http://schemas.openxmlformats.org/officeDocument/2006/relationships/image" Target="../media/image633.svg"/><Relationship Id="rId4" Type="http://schemas.openxmlformats.org/officeDocument/2006/relationships/image" Target="../media/image632.svg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8.svg"/><Relationship Id="rId2" Type="http://schemas.openxmlformats.org/officeDocument/2006/relationships/image" Target="../media/image63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1.svg"/><Relationship Id="rId5" Type="http://schemas.openxmlformats.org/officeDocument/2006/relationships/image" Target="../media/image640.svg"/><Relationship Id="rId4" Type="http://schemas.openxmlformats.org/officeDocument/2006/relationships/image" Target="../media/image639.svg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7.svg"/><Relationship Id="rId13" Type="http://schemas.openxmlformats.org/officeDocument/2006/relationships/image" Target="../media/image651.svg"/><Relationship Id="rId18" Type="http://schemas.openxmlformats.org/officeDocument/2006/relationships/image" Target="../media/image656.svg"/><Relationship Id="rId3" Type="http://schemas.openxmlformats.org/officeDocument/2006/relationships/image" Target="../media/image642.svg"/><Relationship Id="rId7" Type="http://schemas.openxmlformats.org/officeDocument/2006/relationships/image" Target="../media/image646.svg"/><Relationship Id="rId12" Type="http://schemas.openxmlformats.org/officeDocument/2006/relationships/image" Target="../media/image650.svg"/><Relationship Id="rId17" Type="http://schemas.openxmlformats.org/officeDocument/2006/relationships/image" Target="../media/image655.svg"/><Relationship Id="rId2" Type="http://schemas.openxmlformats.org/officeDocument/2006/relationships/image" Target="../media/image396.svg"/><Relationship Id="rId16" Type="http://schemas.openxmlformats.org/officeDocument/2006/relationships/image" Target="../media/image65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5.svg"/><Relationship Id="rId11" Type="http://schemas.openxmlformats.org/officeDocument/2006/relationships/image" Target="../media/image649.svg"/><Relationship Id="rId5" Type="http://schemas.openxmlformats.org/officeDocument/2006/relationships/image" Target="../media/image644.svg"/><Relationship Id="rId15" Type="http://schemas.openxmlformats.org/officeDocument/2006/relationships/image" Target="../media/image653.svg"/><Relationship Id="rId10" Type="http://schemas.openxmlformats.org/officeDocument/2006/relationships/image" Target="../media/image276.svg"/><Relationship Id="rId4" Type="http://schemas.openxmlformats.org/officeDocument/2006/relationships/image" Target="../media/image643.svg"/><Relationship Id="rId9" Type="http://schemas.openxmlformats.org/officeDocument/2006/relationships/image" Target="../media/image648.svg"/><Relationship Id="rId14" Type="http://schemas.openxmlformats.org/officeDocument/2006/relationships/image" Target="../media/image652.svg"/></Relationships>
</file>

<file path=ppt/slides/_rels/slide2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4.svg"/><Relationship Id="rId13" Type="http://schemas.openxmlformats.org/officeDocument/2006/relationships/image" Target="../media/image327.svg"/><Relationship Id="rId3" Type="http://schemas.openxmlformats.org/officeDocument/2006/relationships/image" Target="../media/image900.svg"/><Relationship Id="rId7" Type="http://schemas.openxmlformats.org/officeDocument/2006/relationships/image" Target="../media/image903.svg"/><Relationship Id="rId12" Type="http://schemas.openxmlformats.org/officeDocument/2006/relationships/image" Target="../media/image700.svg"/><Relationship Id="rId2" Type="http://schemas.openxmlformats.org/officeDocument/2006/relationships/image" Target="../media/image89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2.svg"/><Relationship Id="rId11" Type="http://schemas.openxmlformats.org/officeDocument/2006/relationships/image" Target="../media/image906.svg"/><Relationship Id="rId5" Type="http://schemas.openxmlformats.org/officeDocument/2006/relationships/image" Target="../media/image901.svg"/><Relationship Id="rId10" Type="http://schemas.openxmlformats.org/officeDocument/2006/relationships/image" Target="../media/image277.svg"/><Relationship Id="rId4" Type="http://schemas.openxmlformats.org/officeDocument/2006/relationships/image" Target="../media/image767.svg"/><Relationship Id="rId9" Type="http://schemas.openxmlformats.org/officeDocument/2006/relationships/image" Target="../media/image905.svg"/></Relationships>
</file>

<file path=ppt/slides/_rels/slide2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13" Type="http://schemas.openxmlformats.org/officeDocument/2006/relationships/image" Target="../media/image837.svg"/><Relationship Id="rId3" Type="http://schemas.openxmlformats.org/officeDocument/2006/relationships/tags" Target="../tags/tag283.xml"/><Relationship Id="rId7" Type="http://schemas.openxmlformats.org/officeDocument/2006/relationships/image" Target="../media/image613.svg"/><Relationship Id="rId12" Type="http://schemas.openxmlformats.org/officeDocument/2006/relationships/image" Target="../media/image836.svg"/><Relationship Id="rId2" Type="http://schemas.openxmlformats.org/officeDocument/2006/relationships/tags" Target="../tags/tag282.xml"/><Relationship Id="rId1" Type="http://schemas.openxmlformats.org/officeDocument/2006/relationships/tags" Target="../tags/tag281.xml"/><Relationship Id="rId6" Type="http://schemas.openxmlformats.org/officeDocument/2006/relationships/image" Target="../media/image833.svg"/><Relationship Id="rId11" Type="http://schemas.openxmlformats.org/officeDocument/2006/relationships/image" Target="../media/image835.svg"/><Relationship Id="rId5" Type="http://schemas.openxmlformats.org/officeDocument/2006/relationships/image" Target="../media/image832.svg"/><Relationship Id="rId10" Type="http://schemas.openxmlformats.org/officeDocument/2006/relationships/image" Target="../media/image834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208.svg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7.xml"/><Relationship Id="rId2" Type="http://schemas.openxmlformats.org/officeDocument/2006/relationships/chart" Target="../charts/chart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8.svg"/><Relationship Id="rId4" Type="http://schemas.openxmlformats.org/officeDocument/2006/relationships/chart" Target="../charts/chart48.xml"/></Relationships>
</file>

<file path=ppt/slides/_rels/slide2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6.svg"/><Relationship Id="rId13" Type="http://schemas.openxmlformats.org/officeDocument/2006/relationships/image" Target="../media/image669.svg"/><Relationship Id="rId3" Type="http://schemas.openxmlformats.org/officeDocument/2006/relationships/chart" Target="../charts/chart49.xml"/><Relationship Id="rId7" Type="http://schemas.openxmlformats.org/officeDocument/2006/relationships/image" Target="../media/image167.svg"/><Relationship Id="rId12" Type="http://schemas.openxmlformats.org/officeDocument/2006/relationships/image" Target="../media/image668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5.svg"/><Relationship Id="rId11" Type="http://schemas.openxmlformats.org/officeDocument/2006/relationships/image" Target="../media/image667.svg"/><Relationship Id="rId5" Type="http://schemas.openxmlformats.org/officeDocument/2006/relationships/image" Target="../media/image281.svg"/><Relationship Id="rId15" Type="http://schemas.openxmlformats.org/officeDocument/2006/relationships/image" Target="../media/image671.svg"/><Relationship Id="rId10" Type="http://schemas.openxmlformats.org/officeDocument/2006/relationships/image" Target="../media/image428.svg"/><Relationship Id="rId4" Type="http://schemas.openxmlformats.org/officeDocument/2006/relationships/image" Target="../media/image125.svg"/><Relationship Id="rId9" Type="http://schemas.openxmlformats.org/officeDocument/2006/relationships/image" Target="../media/image459.svg"/><Relationship Id="rId14" Type="http://schemas.openxmlformats.org/officeDocument/2006/relationships/image" Target="../media/image670.svg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tags" Target="../tags/tag291.xml"/><Relationship Id="rId13" Type="http://schemas.openxmlformats.org/officeDocument/2006/relationships/image" Target="../media/image684.svg"/><Relationship Id="rId3" Type="http://schemas.openxmlformats.org/officeDocument/2006/relationships/tags" Target="../tags/tag286.xml"/><Relationship Id="rId7" Type="http://schemas.openxmlformats.org/officeDocument/2006/relationships/tags" Target="../tags/tag290.xml"/><Relationship Id="rId12" Type="http://schemas.openxmlformats.org/officeDocument/2006/relationships/image" Target="../media/image683.svg"/><Relationship Id="rId2" Type="http://schemas.openxmlformats.org/officeDocument/2006/relationships/tags" Target="../tags/tag285.xml"/><Relationship Id="rId1" Type="http://schemas.openxmlformats.org/officeDocument/2006/relationships/tags" Target="../tags/tag284.xml"/><Relationship Id="rId6" Type="http://schemas.openxmlformats.org/officeDocument/2006/relationships/tags" Target="../tags/tag289.xml"/><Relationship Id="rId11" Type="http://schemas.openxmlformats.org/officeDocument/2006/relationships/image" Target="../media/image682.svg"/><Relationship Id="rId5" Type="http://schemas.openxmlformats.org/officeDocument/2006/relationships/tags" Target="../tags/tag288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287.xml"/><Relationship Id="rId9" Type="http://schemas.openxmlformats.org/officeDocument/2006/relationships/tags" Target="../tags/tag292.xml"/><Relationship Id="rId14" Type="http://schemas.openxmlformats.org/officeDocument/2006/relationships/image" Target="../media/image685.sv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.sv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4.svg"/><Relationship Id="rId3" Type="http://schemas.openxmlformats.org/officeDocument/2006/relationships/image" Target="../media/image839.svg"/><Relationship Id="rId7" Type="http://schemas.openxmlformats.org/officeDocument/2006/relationships/image" Target="../media/image843.sv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2.svg"/><Relationship Id="rId5" Type="http://schemas.openxmlformats.org/officeDocument/2006/relationships/image" Target="../media/image841.svg"/><Relationship Id="rId4" Type="http://schemas.openxmlformats.org/officeDocument/2006/relationships/image" Target="../media/image840.svg"/></Relationships>
</file>

<file path=ppt/slides/_rels/slide2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svg"/><Relationship Id="rId3" Type="http://schemas.openxmlformats.org/officeDocument/2006/relationships/image" Target="../media/image276.svg"/><Relationship Id="rId7" Type="http://schemas.openxmlformats.org/officeDocument/2006/relationships/image" Target="../media/image689.svg"/><Relationship Id="rId2" Type="http://schemas.openxmlformats.org/officeDocument/2006/relationships/image" Target="../media/image56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8.svg"/><Relationship Id="rId5" Type="http://schemas.openxmlformats.org/officeDocument/2006/relationships/image" Target="../media/image687.svg"/><Relationship Id="rId10" Type="http://schemas.openxmlformats.org/officeDocument/2006/relationships/image" Target="../media/image692.svg"/><Relationship Id="rId4" Type="http://schemas.openxmlformats.org/officeDocument/2006/relationships/image" Target="../media/image686.svg"/><Relationship Id="rId9" Type="http://schemas.openxmlformats.org/officeDocument/2006/relationships/image" Target="../media/image691.svg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4.svg"/><Relationship Id="rId2" Type="http://schemas.openxmlformats.org/officeDocument/2006/relationships/image" Target="../media/image69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5.svg"/></Relationships>
</file>

<file path=ppt/slides/_rels/slide2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8.svg"/><Relationship Id="rId13" Type="http://schemas.openxmlformats.org/officeDocument/2006/relationships/image" Target="../media/image852.svg"/><Relationship Id="rId3" Type="http://schemas.openxmlformats.org/officeDocument/2006/relationships/image" Target="../media/image125.svg"/><Relationship Id="rId7" Type="http://schemas.openxmlformats.org/officeDocument/2006/relationships/image" Target="../media/image847.svg"/><Relationship Id="rId12" Type="http://schemas.openxmlformats.org/officeDocument/2006/relationships/image" Target="../media/image851.sv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6.svg"/><Relationship Id="rId11" Type="http://schemas.openxmlformats.org/officeDocument/2006/relationships/image" Target="../media/image850.svg"/><Relationship Id="rId5" Type="http://schemas.openxmlformats.org/officeDocument/2006/relationships/image" Target="../media/image318.svg"/><Relationship Id="rId15" Type="http://schemas.openxmlformats.org/officeDocument/2006/relationships/image" Target="../media/image854.svg"/><Relationship Id="rId10" Type="http://schemas.openxmlformats.org/officeDocument/2006/relationships/image" Target="../media/image849.svg"/><Relationship Id="rId4" Type="http://schemas.openxmlformats.org/officeDocument/2006/relationships/image" Target="../media/image845.svg"/><Relationship Id="rId9" Type="http://schemas.openxmlformats.org/officeDocument/2006/relationships/image" Target="../media/image209.svg"/><Relationship Id="rId14" Type="http://schemas.openxmlformats.org/officeDocument/2006/relationships/image" Target="../media/image853.svg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8.sv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9.svg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2.sv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8.svg"/></Relationships>
</file>

<file path=ppt/slides/_rels/slide2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9.svg"/><Relationship Id="rId3" Type="http://schemas.openxmlformats.org/officeDocument/2006/relationships/tags" Target="../tags/tag297.xml"/><Relationship Id="rId7" Type="http://schemas.openxmlformats.org/officeDocument/2006/relationships/image" Target="../media/image828.svg"/><Relationship Id="rId2" Type="http://schemas.openxmlformats.org/officeDocument/2006/relationships/tags" Target="../tags/tag296.xml"/><Relationship Id="rId1" Type="http://schemas.openxmlformats.org/officeDocument/2006/relationships/tags" Target="../tags/tag295.xml"/><Relationship Id="rId6" Type="http://schemas.openxmlformats.org/officeDocument/2006/relationships/image" Target="../media/image276.svg"/><Relationship Id="rId5" Type="http://schemas.openxmlformats.org/officeDocument/2006/relationships/image" Target="../media/image827.png"/><Relationship Id="rId10" Type="http://schemas.openxmlformats.org/officeDocument/2006/relationships/image" Target="../media/image831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830.svg"/></Relationships>
</file>

<file path=ppt/slides/_rels/slide2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0.svg"/><Relationship Id="rId3" Type="http://schemas.openxmlformats.org/officeDocument/2006/relationships/image" Target="../media/image865.svg"/><Relationship Id="rId7" Type="http://schemas.openxmlformats.org/officeDocument/2006/relationships/image" Target="../media/image869.svg"/><Relationship Id="rId2" Type="http://schemas.openxmlformats.org/officeDocument/2006/relationships/image" Target="../media/image8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8.svg"/><Relationship Id="rId11" Type="http://schemas.openxmlformats.org/officeDocument/2006/relationships/image" Target="../media/image873.svg"/><Relationship Id="rId5" Type="http://schemas.openxmlformats.org/officeDocument/2006/relationships/image" Target="../media/image867.svg"/><Relationship Id="rId10" Type="http://schemas.openxmlformats.org/officeDocument/2006/relationships/image" Target="../media/image872.svg"/><Relationship Id="rId4" Type="http://schemas.openxmlformats.org/officeDocument/2006/relationships/image" Target="../media/image866.svg"/><Relationship Id="rId9" Type="http://schemas.openxmlformats.org/officeDocument/2006/relationships/image" Target="../media/image871.svg"/></Relationships>
</file>

<file path=ppt/slides/_rels/slide2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3" Type="http://schemas.openxmlformats.org/officeDocument/2006/relationships/image" Target="../media/image213.svg"/><Relationship Id="rId7" Type="http://schemas.openxmlformats.org/officeDocument/2006/relationships/customXml" Target="../ink/ink3.xml"/><Relationship Id="rId17" Type="http://schemas.openxmlformats.org/officeDocument/2006/relationships/image" Target="../media/image318.svg"/><Relationship Id="rId2" Type="http://schemas.openxmlformats.org/officeDocument/2006/relationships/image" Target="../media/image125.svg"/><Relationship Id="rId16" Type="http://schemas.openxmlformats.org/officeDocument/2006/relationships/image" Target="../media/image70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8.svg"/><Relationship Id="rId5" Type="http://schemas.openxmlformats.org/officeDocument/2006/relationships/image" Target="../media/image697.svg"/><Relationship Id="rId15" Type="http://schemas.openxmlformats.org/officeDocument/2006/relationships/image" Target="../media/image699.svg"/><Relationship Id="rId4" Type="http://schemas.openxmlformats.org/officeDocument/2006/relationships/image" Target="../media/image696.svg"/><Relationship Id="rId14" Type="http://schemas.openxmlformats.org/officeDocument/2006/relationships/image" Target="../media/image698.svg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3.svg"/><Relationship Id="rId3" Type="http://schemas.openxmlformats.org/officeDocument/2006/relationships/image" Target="../media/image908.svg"/><Relationship Id="rId7" Type="http://schemas.openxmlformats.org/officeDocument/2006/relationships/image" Target="../media/image912.sv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svg"/><Relationship Id="rId5" Type="http://schemas.openxmlformats.org/officeDocument/2006/relationships/image" Target="../media/image910.svg"/><Relationship Id="rId4" Type="http://schemas.openxmlformats.org/officeDocument/2006/relationships/image" Target="../media/image909.svg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tags" Target="../tags/tag300.xml"/><Relationship Id="rId2" Type="http://schemas.openxmlformats.org/officeDocument/2006/relationships/tags" Target="../tags/tag299.xml"/><Relationship Id="rId1" Type="http://schemas.openxmlformats.org/officeDocument/2006/relationships/tags" Target="../tags/tag298.xml"/><Relationship Id="rId4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image" Target="../media/image919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6.svg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tags" Target="../tags/tag323.xml"/><Relationship Id="rId13" Type="http://schemas.openxmlformats.org/officeDocument/2006/relationships/tags" Target="../tags/tag328.xml"/><Relationship Id="rId18" Type="http://schemas.openxmlformats.org/officeDocument/2006/relationships/image" Target="../media/image921.svg"/><Relationship Id="rId26" Type="http://schemas.openxmlformats.org/officeDocument/2006/relationships/image" Target="../media/image929.svg"/><Relationship Id="rId3" Type="http://schemas.openxmlformats.org/officeDocument/2006/relationships/tags" Target="../tags/tag318.xml"/><Relationship Id="rId21" Type="http://schemas.openxmlformats.org/officeDocument/2006/relationships/image" Target="../media/image924.svg"/><Relationship Id="rId7" Type="http://schemas.openxmlformats.org/officeDocument/2006/relationships/tags" Target="../tags/tag322.xml"/><Relationship Id="rId12" Type="http://schemas.openxmlformats.org/officeDocument/2006/relationships/tags" Target="../tags/tag327.xml"/><Relationship Id="rId17" Type="http://schemas.openxmlformats.org/officeDocument/2006/relationships/image" Target="../media/image920.svg"/><Relationship Id="rId25" Type="http://schemas.openxmlformats.org/officeDocument/2006/relationships/image" Target="../media/image928.svg"/><Relationship Id="rId2" Type="http://schemas.openxmlformats.org/officeDocument/2006/relationships/tags" Target="../tags/tag317.xml"/><Relationship Id="rId16" Type="http://schemas.openxmlformats.org/officeDocument/2006/relationships/slideLayout" Target="../slideLayouts/slideLayout2.xml"/><Relationship Id="rId20" Type="http://schemas.openxmlformats.org/officeDocument/2006/relationships/image" Target="../media/image923.svg"/><Relationship Id="rId29" Type="http://schemas.openxmlformats.org/officeDocument/2006/relationships/image" Target="../media/image932.svg"/><Relationship Id="rId1" Type="http://schemas.openxmlformats.org/officeDocument/2006/relationships/tags" Target="../tags/tag316.xml"/><Relationship Id="rId6" Type="http://schemas.openxmlformats.org/officeDocument/2006/relationships/tags" Target="../tags/tag321.xml"/><Relationship Id="rId11" Type="http://schemas.openxmlformats.org/officeDocument/2006/relationships/tags" Target="../tags/tag326.xml"/><Relationship Id="rId24" Type="http://schemas.openxmlformats.org/officeDocument/2006/relationships/image" Target="../media/image927.svg"/><Relationship Id="rId5" Type="http://schemas.openxmlformats.org/officeDocument/2006/relationships/tags" Target="../tags/tag320.xml"/><Relationship Id="rId15" Type="http://schemas.openxmlformats.org/officeDocument/2006/relationships/tags" Target="../tags/tag330.xml"/><Relationship Id="rId23" Type="http://schemas.openxmlformats.org/officeDocument/2006/relationships/image" Target="../media/image926.svg"/><Relationship Id="rId28" Type="http://schemas.openxmlformats.org/officeDocument/2006/relationships/image" Target="../media/image931.svg"/><Relationship Id="rId10" Type="http://schemas.openxmlformats.org/officeDocument/2006/relationships/tags" Target="../tags/tag325.xml"/><Relationship Id="rId19" Type="http://schemas.openxmlformats.org/officeDocument/2006/relationships/image" Target="../media/image922.svg"/><Relationship Id="rId4" Type="http://schemas.openxmlformats.org/officeDocument/2006/relationships/tags" Target="../tags/tag319.xml"/><Relationship Id="rId9" Type="http://schemas.openxmlformats.org/officeDocument/2006/relationships/tags" Target="../tags/tag324.xml"/><Relationship Id="rId14" Type="http://schemas.openxmlformats.org/officeDocument/2006/relationships/tags" Target="../tags/tag329.xml"/><Relationship Id="rId22" Type="http://schemas.openxmlformats.org/officeDocument/2006/relationships/image" Target="../media/image925.svg"/><Relationship Id="rId27" Type="http://schemas.openxmlformats.org/officeDocument/2006/relationships/image" Target="../media/image930.svg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8.svg"/><Relationship Id="rId3" Type="http://schemas.openxmlformats.org/officeDocument/2006/relationships/image" Target="../media/image933.svg"/><Relationship Id="rId7" Type="http://schemas.openxmlformats.org/officeDocument/2006/relationships/image" Target="../media/image937.svg"/><Relationship Id="rId2" Type="http://schemas.openxmlformats.org/officeDocument/2006/relationships/image" Target="../media/image3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6.svg"/><Relationship Id="rId5" Type="http://schemas.openxmlformats.org/officeDocument/2006/relationships/image" Target="../media/image935.svg"/><Relationship Id="rId4" Type="http://schemas.openxmlformats.org/officeDocument/2006/relationships/image" Target="../media/image934.svg"/><Relationship Id="rId9" Type="http://schemas.openxmlformats.org/officeDocument/2006/relationships/image" Target="../media/image97.svg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9.sv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2.svg"/><Relationship Id="rId5" Type="http://schemas.openxmlformats.org/officeDocument/2006/relationships/image" Target="../media/image941.svg"/><Relationship Id="rId4" Type="http://schemas.openxmlformats.org/officeDocument/2006/relationships/image" Target="../media/image940.svg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2.sv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svg"/><Relationship Id="rId5" Type="http://schemas.openxmlformats.org/officeDocument/2006/relationships/image" Target="../media/image944.svg"/><Relationship Id="rId4" Type="http://schemas.openxmlformats.org/officeDocument/2006/relationships/image" Target="../media/image943.svg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svg"/><Relationship Id="rId7" Type="http://schemas.openxmlformats.org/officeDocument/2006/relationships/image" Target="../media/image812.sv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svg"/><Relationship Id="rId5" Type="http://schemas.openxmlformats.org/officeDocument/2006/relationships/image" Target="../media/image945.svg"/><Relationship Id="rId4" Type="http://schemas.openxmlformats.org/officeDocument/2006/relationships/image" Target="../media/image167.svg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6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2.svg"/></Relationships>
</file>

<file path=ppt/slides/_rels/slide2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svg"/><Relationship Id="rId3" Type="http://schemas.openxmlformats.org/officeDocument/2006/relationships/image" Target="../media/image97.svg"/><Relationship Id="rId7" Type="http://schemas.openxmlformats.org/officeDocument/2006/relationships/image" Target="../media/image949.sv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4.svg"/><Relationship Id="rId5" Type="http://schemas.openxmlformats.org/officeDocument/2006/relationships/image" Target="../media/image948.svg"/><Relationship Id="rId4" Type="http://schemas.openxmlformats.org/officeDocument/2006/relationships/image" Target="../media/image947.svg"/><Relationship Id="rId9" Type="http://schemas.openxmlformats.org/officeDocument/2006/relationships/image" Target="../media/image622.svg"/></Relationships>
</file>

<file path=ppt/slides/_rels/slide2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6.svg"/><Relationship Id="rId3" Type="http://schemas.openxmlformats.org/officeDocument/2006/relationships/image" Target="../media/image951.svg"/><Relationship Id="rId7" Type="http://schemas.openxmlformats.org/officeDocument/2006/relationships/image" Target="../media/image955.sv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4.svg"/><Relationship Id="rId5" Type="http://schemas.openxmlformats.org/officeDocument/2006/relationships/image" Target="../media/image953.svg"/><Relationship Id="rId4" Type="http://schemas.openxmlformats.org/officeDocument/2006/relationships/image" Target="../media/image952.svg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2.svg"/><Relationship Id="rId7" Type="http://schemas.openxmlformats.org/officeDocument/2006/relationships/image" Target="../media/image960.sv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9.svg"/><Relationship Id="rId5" Type="http://schemas.openxmlformats.org/officeDocument/2006/relationships/image" Target="../media/image958.svg"/><Relationship Id="rId4" Type="http://schemas.openxmlformats.org/officeDocument/2006/relationships/image" Target="../media/image957.svg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svg"/><Relationship Id="rId2" Type="http://schemas.openxmlformats.org/officeDocument/2006/relationships/image" Target="../media/image85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5.svg"/><Relationship Id="rId4" Type="http://schemas.openxmlformats.org/officeDocument/2006/relationships/image" Target="../media/image961.svg"/></Relationships>
</file>

<file path=ppt/slides/_rels/slide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7.svg"/><Relationship Id="rId2" Type="http://schemas.openxmlformats.org/officeDocument/2006/relationships/image" Target="../media/image83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7.svg"/><Relationship Id="rId4" Type="http://schemas.openxmlformats.org/officeDocument/2006/relationships/image" Target="../media/image962.svg"/></Relationships>
</file>

<file path=ppt/slides/_rels/slide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6.svg"/><Relationship Id="rId2" Type="http://schemas.openxmlformats.org/officeDocument/2006/relationships/image" Target="../media/image7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4.svg"/><Relationship Id="rId5" Type="http://schemas.openxmlformats.org/officeDocument/2006/relationships/image" Target="../media/image594.svg"/><Relationship Id="rId4" Type="http://schemas.openxmlformats.org/officeDocument/2006/relationships/image" Target="../media/image802.svg"/></Relationships>
</file>

<file path=ppt/slides/_rels/slide2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5.svg"/><Relationship Id="rId3" Type="http://schemas.openxmlformats.org/officeDocument/2006/relationships/image" Target="../media/image963.svg"/><Relationship Id="rId7" Type="http://schemas.openxmlformats.org/officeDocument/2006/relationships/image" Target="../media/image375.svg"/><Relationship Id="rId2" Type="http://schemas.openxmlformats.org/officeDocument/2006/relationships/image" Target="../media/image38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8.svg"/><Relationship Id="rId11" Type="http://schemas.openxmlformats.org/officeDocument/2006/relationships/image" Target="../media/image463.svg"/><Relationship Id="rId5" Type="http://schemas.openxmlformats.org/officeDocument/2006/relationships/image" Target="../media/image964.svg"/><Relationship Id="rId10" Type="http://schemas.openxmlformats.org/officeDocument/2006/relationships/image" Target="../media/image966.svg"/><Relationship Id="rId4" Type="http://schemas.openxmlformats.org/officeDocument/2006/relationships/image" Target="../media/image377.svg"/><Relationship Id="rId9" Type="http://schemas.openxmlformats.org/officeDocument/2006/relationships/image" Target="../media/image369.svg"/></Relationships>
</file>

<file path=ppt/slides/_rels/slide2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6.svg"/><Relationship Id="rId3" Type="http://schemas.openxmlformats.org/officeDocument/2006/relationships/image" Target="../media/image371.svg"/><Relationship Id="rId7" Type="http://schemas.openxmlformats.org/officeDocument/2006/relationships/image" Target="../media/image732.svg"/><Relationship Id="rId2" Type="http://schemas.openxmlformats.org/officeDocument/2006/relationships/image" Target="../media/image37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svg"/><Relationship Id="rId11" Type="http://schemas.openxmlformats.org/officeDocument/2006/relationships/image" Target="../media/image968.svg"/><Relationship Id="rId5" Type="http://schemas.openxmlformats.org/officeDocument/2006/relationships/image" Target="../media/image781.svg"/><Relationship Id="rId10" Type="http://schemas.openxmlformats.org/officeDocument/2006/relationships/image" Target="../media/image967.svg"/><Relationship Id="rId4" Type="http://schemas.openxmlformats.org/officeDocument/2006/relationships/image" Target="../media/image484.svg"/><Relationship Id="rId9" Type="http://schemas.openxmlformats.org/officeDocument/2006/relationships/image" Target="../media/image193.svg"/></Relationships>
</file>

<file path=ppt/slides/_rels/slide2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svg"/><Relationship Id="rId3" Type="http://schemas.openxmlformats.org/officeDocument/2006/relationships/image" Target="../media/image444.svg"/><Relationship Id="rId7" Type="http://schemas.openxmlformats.org/officeDocument/2006/relationships/image" Target="../media/image970.sv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svg"/><Relationship Id="rId5" Type="http://schemas.openxmlformats.org/officeDocument/2006/relationships/image" Target="../media/image367.svg"/><Relationship Id="rId4" Type="http://schemas.openxmlformats.org/officeDocument/2006/relationships/image" Target="../media/image969.svg"/><Relationship Id="rId9" Type="http://schemas.openxmlformats.org/officeDocument/2006/relationships/image" Target="../media/image862.svg"/></Relationships>
</file>

<file path=ppt/slides/_rels/slide2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2.svg"/><Relationship Id="rId2" Type="http://schemas.openxmlformats.org/officeDocument/2006/relationships/image" Target="../media/image97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3.svg"/></Relationships>
</file>

<file path=ppt/slides/_rels/slide2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4.svg"/><Relationship Id="rId3" Type="http://schemas.openxmlformats.org/officeDocument/2006/relationships/tags" Target="../tags/tag333.xml"/><Relationship Id="rId7" Type="http://schemas.openxmlformats.org/officeDocument/2006/relationships/image" Target="../media/image899.svg"/><Relationship Id="rId2" Type="http://schemas.openxmlformats.org/officeDocument/2006/relationships/tags" Target="../tags/tag332.xml"/><Relationship Id="rId1" Type="http://schemas.openxmlformats.org/officeDocument/2006/relationships/tags" Target="../tags/tag331.xml"/><Relationship Id="rId6" Type="http://schemas.openxmlformats.org/officeDocument/2006/relationships/image" Target="../media/image257.sv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34.xml"/><Relationship Id="rId9" Type="http://schemas.openxmlformats.org/officeDocument/2006/relationships/image" Target="../media/image192.svg"/></Relationships>
</file>

<file path=ppt/slides/_rels/slide26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338.xml"/><Relationship Id="rId7" Type="http://schemas.openxmlformats.org/officeDocument/2006/relationships/tags" Target="../tags/tag342.xml"/><Relationship Id="rId12" Type="http://schemas.openxmlformats.org/officeDocument/2006/relationships/image" Target="../media/image977.svg"/><Relationship Id="rId2" Type="http://schemas.openxmlformats.org/officeDocument/2006/relationships/tags" Target="../tags/tag337.xml"/><Relationship Id="rId1" Type="http://schemas.openxmlformats.org/officeDocument/2006/relationships/tags" Target="../tags/tag336.xml"/><Relationship Id="rId6" Type="http://schemas.openxmlformats.org/officeDocument/2006/relationships/tags" Target="../tags/tag341.xml"/><Relationship Id="rId11" Type="http://schemas.openxmlformats.org/officeDocument/2006/relationships/image" Target="../media/image594.svg"/><Relationship Id="rId5" Type="http://schemas.openxmlformats.org/officeDocument/2006/relationships/tags" Target="../tags/tag340.xml"/><Relationship Id="rId10" Type="http://schemas.openxmlformats.org/officeDocument/2006/relationships/image" Target="../media/image899.svg"/><Relationship Id="rId4" Type="http://schemas.openxmlformats.org/officeDocument/2006/relationships/tags" Target="../tags/tag339.xml"/><Relationship Id="rId9" Type="http://schemas.openxmlformats.org/officeDocument/2006/relationships/image" Target="../media/image257.svg"/></Relationships>
</file>

<file path=ppt/slides/_rels/slide267.xml.rels><?xml version="1.0" encoding="UTF-8" standalone="yes"?>
<Relationships xmlns="http://schemas.openxmlformats.org/package/2006/relationships"><Relationship Id="rId8" Type="http://schemas.openxmlformats.org/officeDocument/2006/relationships/tags" Target="../tags/tag350.xml"/><Relationship Id="rId13" Type="http://schemas.openxmlformats.org/officeDocument/2006/relationships/image" Target="../media/image977.svg"/><Relationship Id="rId3" Type="http://schemas.openxmlformats.org/officeDocument/2006/relationships/tags" Target="../tags/tag345.xml"/><Relationship Id="rId7" Type="http://schemas.openxmlformats.org/officeDocument/2006/relationships/tags" Target="../tags/tag349.xml"/><Relationship Id="rId12" Type="http://schemas.openxmlformats.org/officeDocument/2006/relationships/image" Target="../media/image899.svg"/><Relationship Id="rId2" Type="http://schemas.openxmlformats.org/officeDocument/2006/relationships/tags" Target="../tags/tag344.xml"/><Relationship Id="rId1" Type="http://schemas.openxmlformats.org/officeDocument/2006/relationships/tags" Target="../tags/tag343.xml"/><Relationship Id="rId6" Type="http://schemas.openxmlformats.org/officeDocument/2006/relationships/tags" Target="../tags/tag348.xml"/><Relationship Id="rId11" Type="http://schemas.openxmlformats.org/officeDocument/2006/relationships/image" Target="../media/image257.svg"/><Relationship Id="rId5" Type="http://schemas.openxmlformats.org/officeDocument/2006/relationships/tags" Target="../tags/tag347.xml"/><Relationship Id="rId15" Type="http://schemas.openxmlformats.org/officeDocument/2006/relationships/image" Target="../media/image978.svg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346.xml"/><Relationship Id="rId9" Type="http://schemas.openxmlformats.org/officeDocument/2006/relationships/tags" Target="../tags/tag351.xml"/><Relationship Id="rId14" Type="http://schemas.openxmlformats.org/officeDocument/2006/relationships/image" Target="../media/image594.svg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0.sv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6.svg"/><Relationship Id="rId4" Type="http://schemas.openxmlformats.org/officeDocument/2006/relationships/image" Target="../media/image981.svg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7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61.xml"/><Relationship Id="rId6" Type="http://schemas.openxmlformats.org/officeDocument/2006/relationships/image" Target="../media/image788.svg"/><Relationship Id="rId5" Type="http://schemas.openxmlformats.org/officeDocument/2006/relationships/image" Target="../media/image102.svg"/><Relationship Id="rId4" Type="http://schemas.openxmlformats.org/officeDocument/2006/relationships/image" Target="../media/image899.svg"/></Relationships>
</file>

<file path=ppt/slides/_rels/slide2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9.svg"/><Relationship Id="rId2" Type="http://schemas.openxmlformats.org/officeDocument/2006/relationships/image" Target="../media/image257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2.svg"/><Relationship Id="rId4" Type="http://schemas.openxmlformats.org/officeDocument/2006/relationships/image" Target="../media/image977.svg"/></Relationships>
</file>

<file path=ppt/slides/_rels/slide2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4.svg"/><Relationship Id="rId2" Type="http://schemas.openxmlformats.org/officeDocument/2006/relationships/image" Target="../media/image98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5.svg"/></Relationships>
</file>

<file path=ppt/slides/_rels/slide2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9.svg"/><Relationship Id="rId2" Type="http://schemas.openxmlformats.org/officeDocument/2006/relationships/image" Target="../media/image257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7.svg"/><Relationship Id="rId4" Type="http://schemas.openxmlformats.org/officeDocument/2006/relationships/image" Target="../media/image986.svg"/></Relationships>
</file>

<file path=ppt/slides/_rels/slide2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svg"/><Relationship Id="rId3" Type="http://schemas.openxmlformats.org/officeDocument/2006/relationships/image" Target="../media/image987.svg"/><Relationship Id="rId7" Type="http://schemas.openxmlformats.org/officeDocument/2006/relationships/image" Target="../media/image990.svg"/><Relationship Id="rId2" Type="http://schemas.openxmlformats.org/officeDocument/2006/relationships/image" Target="../media/image194.sv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4.xml"/><Relationship Id="rId5" Type="http://schemas.openxmlformats.org/officeDocument/2006/relationships/image" Target="../media/image989.svg"/><Relationship Id="rId4" Type="http://schemas.openxmlformats.org/officeDocument/2006/relationships/image" Target="../media/image988.svg"/></Relationships>
</file>

<file path=ppt/slides/_rels/slide2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2.svg"/><Relationship Id="rId7" Type="http://schemas.openxmlformats.org/officeDocument/2006/relationships/image" Target="../media/image995.svg"/><Relationship Id="rId2" Type="http://schemas.openxmlformats.org/officeDocument/2006/relationships/image" Target="../media/image99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4.svg"/><Relationship Id="rId5" Type="http://schemas.openxmlformats.org/officeDocument/2006/relationships/image" Target="../media/image993.svg"/><Relationship Id="rId4" Type="http://schemas.openxmlformats.org/officeDocument/2006/relationships/image" Target="../media/image327.svg"/></Relationships>
</file>

<file path=ppt/slides/_rels/slide2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8.svg"/><Relationship Id="rId3" Type="http://schemas.openxmlformats.org/officeDocument/2006/relationships/image" Target="../media/image994.svg"/><Relationship Id="rId7" Type="http://schemas.openxmlformats.org/officeDocument/2006/relationships/image" Target="../media/image997.svg"/><Relationship Id="rId2" Type="http://schemas.openxmlformats.org/officeDocument/2006/relationships/image" Target="../media/image99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1.svg"/><Relationship Id="rId5" Type="http://schemas.openxmlformats.org/officeDocument/2006/relationships/image" Target="../media/image428.svg"/><Relationship Id="rId4" Type="http://schemas.openxmlformats.org/officeDocument/2006/relationships/image" Target="../media/image318.svg"/></Relationships>
</file>

<file path=ppt/slides/_rels/slide2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8.svg"/><Relationship Id="rId3" Type="http://schemas.openxmlformats.org/officeDocument/2006/relationships/image" Target="../media/image998.svg"/><Relationship Id="rId7" Type="http://schemas.openxmlformats.org/officeDocument/2006/relationships/image" Target="../media/image994.sv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0.svg"/><Relationship Id="rId11" Type="http://schemas.openxmlformats.org/officeDocument/2006/relationships/image" Target="../media/image361.svg"/><Relationship Id="rId5" Type="http://schemas.openxmlformats.org/officeDocument/2006/relationships/image" Target="../media/image1003.svg"/><Relationship Id="rId10" Type="http://schemas.openxmlformats.org/officeDocument/2006/relationships/image" Target="../media/image97.svg"/><Relationship Id="rId4" Type="http://schemas.openxmlformats.org/officeDocument/2006/relationships/image" Target="../media/image999.svg"/><Relationship Id="rId9" Type="http://schemas.openxmlformats.org/officeDocument/2006/relationships/image" Target="../media/image428.svg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2.svg"/><Relationship Id="rId13" Type="http://schemas.openxmlformats.org/officeDocument/2006/relationships/image" Target="../media/image257.svg"/><Relationship Id="rId3" Type="http://schemas.openxmlformats.org/officeDocument/2006/relationships/image" Target="../media/image1007.png"/><Relationship Id="rId7" Type="http://schemas.openxmlformats.org/officeDocument/2006/relationships/image" Target="../media/image1011.svg"/><Relationship Id="rId12" Type="http://schemas.openxmlformats.org/officeDocument/2006/relationships/image" Target="../media/image333.sv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svg"/><Relationship Id="rId11" Type="http://schemas.openxmlformats.org/officeDocument/2006/relationships/image" Target="../media/image1014.svg"/><Relationship Id="rId5" Type="http://schemas.openxmlformats.org/officeDocument/2006/relationships/image" Target="../media/image1009.svg"/><Relationship Id="rId10" Type="http://schemas.openxmlformats.org/officeDocument/2006/relationships/image" Target="../media/image26.svg"/><Relationship Id="rId4" Type="http://schemas.openxmlformats.org/officeDocument/2006/relationships/image" Target="../media/image1008.png"/><Relationship Id="rId9" Type="http://schemas.openxmlformats.org/officeDocument/2006/relationships/image" Target="../media/image1013.svg"/><Relationship Id="rId14" Type="http://schemas.openxmlformats.org/officeDocument/2006/relationships/image" Target="../media/image1015.svg"/></Relationships>
</file>

<file path=ppt/slides/_rels/slide28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5.xml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7.svg"/><Relationship Id="rId4" Type="http://schemas.openxmlformats.org/officeDocument/2006/relationships/image" Target="../media/image1016.svg"/></Relationships>
</file>

<file path=ppt/slides/_rels/slide28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3.xml"/><Relationship Id="rId1" Type="http://schemas.openxmlformats.org/officeDocument/2006/relationships/tags" Target="../tags/tag362.xml"/><Relationship Id="rId5" Type="http://schemas.openxmlformats.org/officeDocument/2006/relationships/image" Target="../media/image99.svg"/><Relationship Id="rId4" Type="http://schemas.openxmlformats.org/officeDocument/2006/relationships/notesSlide" Target="../notesSlides/notesSlide100.xml"/></Relationships>
</file>

<file path=ppt/slides/_rels/slide2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svg"/><Relationship Id="rId3" Type="http://schemas.openxmlformats.org/officeDocument/2006/relationships/image" Target="../media/image1018.svg"/><Relationship Id="rId7" Type="http://schemas.openxmlformats.org/officeDocument/2006/relationships/image" Target="../media/image1022.svg"/><Relationship Id="rId12" Type="http://schemas.openxmlformats.org/officeDocument/2006/relationships/image" Target="../media/image1026.sv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1.svg"/><Relationship Id="rId11" Type="http://schemas.openxmlformats.org/officeDocument/2006/relationships/image" Target="../media/image1025.svg"/><Relationship Id="rId5" Type="http://schemas.openxmlformats.org/officeDocument/2006/relationships/image" Target="../media/image1020.svg"/><Relationship Id="rId10" Type="http://schemas.openxmlformats.org/officeDocument/2006/relationships/image" Target="../media/image1024.svg"/><Relationship Id="rId4" Type="http://schemas.openxmlformats.org/officeDocument/2006/relationships/image" Target="../media/image1019.svg"/><Relationship Id="rId9" Type="http://schemas.openxmlformats.org/officeDocument/2006/relationships/image" Target="../media/image1023.svg"/></Relationships>
</file>

<file path=ppt/slides/_rels/slide2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027.svg"/><Relationship Id="rId7" Type="http://schemas.openxmlformats.org/officeDocument/2006/relationships/image" Target="../media/image1031.sv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svg"/><Relationship Id="rId5" Type="http://schemas.openxmlformats.org/officeDocument/2006/relationships/image" Target="../media/image1029.svg"/><Relationship Id="rId4" Type="http://schemas.openxmlformats.org/officeDocument/2006/relationships/image" Target="../media/image1028.svg"/><Relationship Id="rId9" Type="http://schemas.openxmlformats.org/officeDocument/2006/relationships/image" Target="../media/image1032.svg"/></Relationships>
</file>

<file path=ppt/slides/_rels/slide2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https://www.jbs.co.jp/case/kao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oogle.com/search?q=https://www.infomart.co.jp/case/suntory.asp" TargetMode="External"/><Relationship Id="rId5" Type="http://schemas.openxmlformats.org/officeDocument/2006/relationships/hyperlink" Target="https://www.google.com/search?q=https://www.concur.co.jp/casestudies/ajinomoto-financial-solutions" TargetMode="External"/><Relationship Id="rId4" Type="http://schemas.openxmlformats.org/officeDocument/2006/relationships/hyperlink" Target="https://www.google.com/search?q=https://www.global.toshiba/jp/products-solutions/ai-iot/di-pro/case/shiseido.html" TargetMode="External"/></Relationships>
</file>

<file path=ppt/slides/_rels/slide2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5.svg"/><Relationship Id="rId5" Type="http://schemas.openxmlformats.org/officeDocument/2006/relationships/image" Target="../media/image1034.svg"/><Relationship Id="rId4" Type="http://schemas.openxmlformats.org/officeDocument/2006/relationships/image" Target="../media/image1033.svg"/></Relationships>
</file>

<file path=ppt/slides/_rels/slide2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6.sv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7.svg"/></Relationships>
</file>

<file path=ppt/slides/_rels/slide2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8.svg"/><Relationship Id="rId7" Type="http://schemas.openxmlformats.org/officeDocument/2006/relationships/image" Target="../media/image1042.sv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1.svg"/><Relationship Id="rId5" Type="http://schemas.openxmlformats.org/officeDocument/2006/relationships/image" Target="../media/image1040.svg"/><Relationship Id="rId4" Type="http://schemas.openxmlformats.org/officeDocument/2006/relationships/image" Target="../media/image1039.svg"/></Relationships>
</file>

<file path=ppt/slides/_rels/slide2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3.sv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6.svg"/><Relationship Id="rId5" Type="http://schemas.openxmlformats.org/officeDocument/2006/relationships/image" Target="../media/image1045.svg"/><Relationship Id="rId4" Type="http://schemas.openxmlformats.org/officeDocument/2006/relationships/image" Target="../media/image1044.svg"/></Relationships>
</file>

<file path=ppt/slides/_rels/slide2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3.svg"/><Relationship Id="rId3" Type="http://schemas.openxmlformats.org/officeDocument/2006/relationships/image" Target="../media/image1048.svg"/><Relationship Id="rId7" Type="http://schemas.openxmlformats.org/officeDocument/2006/relationships/image" Target="../media/image1052.svg"/><Relationship Id="rId2" Type="http://schemas.openxmlformats.org/officeDocument/2006/relationships/image" Target="../media/image104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1.svg"/><Relationship Id="rId5" Type="http://schemas.openxmlformats.org/officeDocument/2006/relationships/image" Target="../media/image1050.svg"/><Relationship Id="rId10" Type="http://schemas.openxmlformats.org/officeDocument/2006/relationships/image" Target="../media/image357.svg"/><Relationship Id="rId4" Type="http://schemas.openxmlformats.org/officeDocument/2006/relationships/image" Target="../media/image1049.svg"/><Relationship Id="rId9" Type="http://schemas.openxmlformats.org/officeDocument/2006/relationships/image" Target="../media/image666.svg"/></Relationships>
</file>

<file path=ppt/slides/_rels/slide2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1.svg"/><Relationship Id="rId2" Type="http://schemas.openxmlformats.org/officeDocument/2006/relationships/image" Target="../media/image105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55.svg"/><Relationship Id="rId4" Type="http://schemas.openxmlformats.org/officeDocument/2006/relationships/image" Target="../media/image327.svg"/></Relationships>
</file>

<file path=ppt/slides/_rels/slide2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8.svg"/><Relationship Id="rId2" Type="http://schemas.openxmlformats.org/officeDocument/2006/relationships/image" Target="../media/image357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8.svg"/><Relationship Id="rId4" Type="http://schemas.openxmlformats.org/officeDocument/2006/relationships/image" Target="../media/image781.svg"/></Relationships>
</file>

<file path=ppt/slides/_rels/slide2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svg"/><Relationship Id="rId7" Type="http://schemas.openxmlformats.org/officeDocument/2006/relationships/image" Target="../media/image260.svg"/><Relationship Id="rId2" Type="http://schemas.openxmlformats.org/officeDocument/2006/relationships/image" Target="../media/image105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8.svg"/><Relationship Id="rId5" Type="http://schemas.openxmlformats.org/officeDocument/2006/relationships/image" Target="../media/image1057.svg"/><Relationship Id="rId4" Type="http://schemas.openxmlformats.org/officeDocument/2006/relationships/image" Target="../media/image1056.svg"/></Relationships>
</file>

<file path=ppt/slides/_rels/slide2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svg"/><Relationship Id="rId3" Type="http://schemas.openxmlformats.org/officeDocument/2006/relationships/image" Target="../media/image1059.svg"/><Relationship Id="rId7" Type="http://schemas.openxmlformats.org/officeDocument/2006/relationships/image" Target="../media/image428.svg"/><Relationship Id="rId12" Type="http://schemas.openxmlformats.org/officeDocument/2006/relationships/image" Target="../media/image60.svg"/><Relationship Id="rId2" Type="http://schemas.openxmlformats.org/officeDocument/2006/relationships/image" Target="../media/image105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1.svg"/><Relationship Id="rId11" Type="http://schemas.openxmlformats.org/officeDocument/2006/relationships/image" Target="../media/image888.svg"/><Relationship Id="rId5" Type="http://schemas.openxmlformats.org/officeDocument/2006/relationships/image" Target="../media/image1060.svg"/><Relationship Id="rId10" Type="http://schemas.openxmlformats.org/officeDocument/2006/relationships/image" Target="../media/image812.svg"/><Relationship Id="rId4" Type="http://schemas.openxmlformats.org/officeDocument/2006/relationships/image" Target="../media/image745.svg"/><Relationship Id="rId9" Type="http://schemas.openxmlformats.org/officeDocument/2006/relationships/image" Target="../media/image74.svg"/></Relationships>
</file>

<file path=ppt/slides/_rels/slide2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7.svg"/><Relationship Id="rId3" Type="http://schemas.openxmlformats.org/officeDocument/2006/relationships/image" Target="../media/image1062.svg"/><Relationship Id="rId7" Type="http://schemas.openxmlformats.org/officeDocument/2006/relationships/image" Target="../media/image425.svg"/><Relationship Id="rId2" Type="http://schemas.openxmlformats.org/officeDocument/2006/relationships/image" Target="../media/image26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3.svg"/><Relationship Id="rId5" Type="http://schemas.openxmlformats.org/officeDocument/2006/relationships/image" Target="../media/image463.svg"/><Relationship Id="rId4" Type="http://schemas.openxmlformats.org/officeDocument/2006/relationships/image" Target="../media/image424.svg"/><Relationship Id="rId9" Type="http://schemas.openxmlformats.org/officeDocument/2006/relationships/image" Target="../media/image1064.svg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5.svg"/><Relationship Id="rId7" Type="http://schemas.openxmlformats.org/officeDocument/2006/relationships/image" Target="../media/image327.sv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8.svg"/><Relationship Id="rId5" Type="http://schemas.openxmlformats.org/officeDocument/2006/relationships/image" Target="../media/image1067.svg"/><Relationship Id="rId4" Type="http://schemas.openxmlformats.org/officeDocument/2006/relationships/image" Target="../media/image1066.svg"/></Relationships>
</file>

<file path=ppt/slides/_rels/slide3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7.svg"/><Relationship Id="rId13" Type="http://schemas.openxmlformats.org/officeDocument/2006/relationships/image" Target="../media/image79.svg"/><Relationship Id="rId18" Type="http://schemas.openxmlformats.org/officeDocument/2006/relationships/image" Target="../media/image1072.svg"/><Relationship Id="rId3" Type="http://schemas.openxmlformats.org/officeDocument/2006/relationships/tags" Target="../tags/tag366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259.svg"/><Relationship Id="rId17" Type="http://schemas.openxmlformats.org/officeDocument/2006/relationships/image" Target="../media/image166.svg"/><Relationship Id="rId2" Type="http://schemas.openxmlformats.org/officeDocument/2006/relationships/tags" Target="../tags/tag365.xml"/><Relationship Id="rId16" Type="http://schemas.openxmlformats.org/officeDocument/2006/relationships/image" Target="../media/image1071.svg"/><Relationship Id="rId1" Type="http://schemas.openxmlformats.org/officeDocument/2006/relationships/tags" Target="../tags/tag364.xml"/><Relationship Id="rId6" Type="http://schemas.openxmlformats.org/officeDocument/2006/relationships/tags" Target="../tags/tag369.xml"/><Relationship Id="rId11" Type="http://schemas.openxmlformats.org/officeDocument/2006/relationships/image" Target="../media/image338.svg"/><Relationship Id="rId5" Type="http://schemas.openxmlformats.org/officeDocument/2006/relationships/tags" Target="../tags/tag368.xml"/><Relationship Id="rId15" Type="http://schemas.openxmlformats.org/officeDocument/2006/relationships/image" Target="../media/image318.svg"/><Relationship Id="rId10" Type="http://schemas.openxmlformats.org/officeDocument/2006/relationships/image" Target="../media/image1070.svg"/><Relationship Id="rId19" Type="http://schemas.openxmlformats.org/officeDocument/2006/relationships/image" Target="../media/image1073.svg"/><Relationship Id="rId4" Type="http://schemas.openxmlformats.org/officeDocument/2006/relationships/tags" Target="../tags/tag367.xml"/><Relationship Id="rId9" Type="http://schemas.openxmlformats.org/officeDocument/2006/relationships/image" Target="../media/image1069.svg"/><Relationship Id="rId14" Type="http://schemas.openxmlformats.org/officeDocument/2006/relationships/image" Target="../media/image745.svg"/></Relationships>
</file>

<file path=ppt/slides/_rels/slide3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5.svg"/><Relationship Id="rId3" Type="http://schemas.openxmlformats.org/officeDocument/2006/relationships/image" Target="../media/image327.svg"/><Relationship Id="rId7" Type="http://schemas.openxmlformats.org/officeDocument/2006/relationships/image" Target="../media/image370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0.xml"/><Relationship Id="rId6" Type="http://schemas.openxmlformats.org/officeDocument/2006/relationships/image" Target="../media/image1074.svg"/><Relationship Id="rId5" Type="http://schemas.openxmlformats.org/officeDocument/2006/relationships/image" Target="../media/image72.svg"/><Relationship Id="rId10" Type="http://schemas.openxmlformats.org/officeDocument/2006/relationships/image" Target="../media/image1077.svg"/><Relationship Id="rId4" Type="http://schemas.openxmlformats.org/officeDocument/2006/relationships/image" Target="../media/image96.svg"/><Relationship Id="rId9" Type="http://schemas.openxmlformats.org/officeDocument/2006/relationships/image" Target="../media/image1076.svg"/></Relationships>
</file>

<file path=ppt/slides/_rels/slide3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image" Target="../media/image1078.svg"/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7.svg"/><Relationship Id="rId13" Type="http://schemas.openxmlformats.org/officeDocument/2006/relationships/image" Target="../media/image79.svg"/><Relationship Id="rId3" Type="http://schemas.openxmlformats.org/officeDocument/2006/relationships/tags" Target="../tags/tag373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374.svg"/><Relationship Id="rId2" Type="http://schemas.openxmlformats.org/officeDocument/2006/relationships/tags" Target="../tags/tag372.xml"/><Relationship Id="rId16" Type="http://schemas.openxmlformats.org/officeDocument/2006/relationships/image" Target="../media/image1083.svg"/><Relationship Id="rId1" Type="http://schemas.openxmlformats.org/officeDocument/2006/relationships/tags" Target="../tags/tag371.xml"/><Relationship Id="rId6" Type="http://schemas.openxmlformats.org/officeDocument/2006/relationships/tags" Target="../tags/tag376.xml"/><Relationship Id="rId11" Type="http://schemas.openxmlformats.org/officeDocument/2006/relationships/image" Target="../media/image1080.svg"/><Relationship Id="rId5" Type="http://schemas.openxmlformats.org/officeDocument/2006/relationships/tags" Target="../tags/tag375.xml"/><Relationship Id="rId15" Type="http://schemas.openxmlformats.org/officeDocument/2006/relationships/image" Target="../media/image1082.svg"/><Relationship Id="rId10" Type="http://schemas.openxmlformats.org/officeDocument/2006/relationships/image" Target="../media/image1079.svg"/><Relationship Id="rId4" Type="http://schemas.openxmlformats.org/officeDocument/2006/relationships/tags" Target="../tags/tag374.xml"/><Relationship Id="rId9" Type="http://schemas.openxmlformats.org/officeDocument/2006/relationships/image" Target="../media/image364.svg"/><Relationship Id="rId14" Type="http://schemas.openxmlformats.org/officeDocument/2006/relationships/image" Target="../media/image1081.svg"/></Relationships>
</file>

<file path=ppt/slides/_rels/slide307.xml.rels><?xml version="1.0" encoding="UTF-8" standalone="yes"?>
<Relationships xmlns="http://schemas.openxmlformats.org/package/2006/relationships"><Relationship Id="rId8" Type="http://schemas.openxmlformats.org/officeDocument/2006/relationships/tags" Target="../tags/tag384.xml"/><Relationship Id="rId13" Type="http://schemas.openxmlformats.org/officeDocument/2006/relationships/image" Target="../media/image1085.svg"/><Relationship Id="rId3" Type="http://schemas.openxmlformats.org/officeDocument/2006/relationships/tags" Target="../tags/tag379.xml"/><Relationship Id="rId7" Type="http://schemas.openxmlformats.org/officeDocument/2006/relationships/tags" Target="../tags/tag383.xml"/><Relationship Id="rId12" Type="http://schemas.openxmlformats.org/officeDocument/2006/relationships/image" Target="../media/image1084.svg"/><Relationship Id="rId17" Type="http://schemas.openxmlformats.org/officeDocument/2006/relationships/image" Target="../media/image1089.svg"/><Relationship Id="rId2" Type="http://schemas.openxmlformats.org/officeDocument/2006/relationships/tags" Target="../tags/tag378.xml"/><Relationship Id="rId16" Type="http://schemas.openxmlformats.org/officeDocument/2006/relationships/image" Target="../media/image1088.svg"/><Relationship Id="rId1" Type="http://schemas.openxmlformats.org/officeDocument/2006/relationships/tags" Target="../tags/tag377.xml"/><Relationship Id="rId6" Type="http://schemas.openxmlformats.org/officeDocument/2006/relationships/tags" Target="../tags/tag382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381.xml"/><Relationship Id="rId15" Type="http://schemas.openxmlformats.org/officeDocument/2006/relationships/image" Target="../media/image1087.svg"/><Relationship Id="rId10" Type="http://schemas.openxmlformats.org/officeDocument/2006/relationships/tags" Target="../tags/tag386.xml"/><Relationship Id="rId4" Type="http://schemas.openxmlformats.org/officeDocument/2006/relationships/tags" Target="../tags/tag380.xml"/><Relationship Id="rId9" Type="http://schemas.openxmlformats.org/officeDocument/2006/relationships/tags" Target="../tags/tag385.xml"/><Relationship Id="rId14" Type="http://schemas.openxmlformats.org/officeDocument/2006/relationships/image" Target="../media/image1086.svg"/></Relationships>
</file>

<file path=ppt/slides/_rels/slide3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4.svg"/><Relationship Id="rId3" Type="http://schemas.openxmlformats.org/officeDocument/2006/relationships/image" Target="../media/image1090.svg"/><Relationship Id="rId7" Type="http://schemas.openxmlformats.org/officeDocument/2006/relationships/image" Target="../media/image1093.sv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2.svg"/><Relationship Id="rId11" Type="http://schemas.openxmlformats.org/officeDocument/2006/relationships/image" Target="../media/image28.svg"/><Relationship Id="rId5" Type="http://schemas.openxmlformats.org/officeDocument/2006/relationships/image" Target="../media/image1091.svg"/><Relationship Id="rId10" Type="http://schemas.openxmlformats.org/officeDocument/2006/relationships/image" Target="../media/image26.svg"/><Relationship Id="rId4" Type="http://schemas.openxmlformats.org/officeDocument/2006/relationships/image" Target="../media/image753.svg"/><Relationship Id="rId9" Type="http://schemas.openxmlformats.org/officeDocument/2006/relationships/image" Target="../media/image1095.svg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7.svg"/><Relationship Id="rId2" Type="http://schemas.openxmlformats.org/officeDocument/2006/relationships/image" Target="../media/image10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99.svg"/><Relationship Id="rId4" Type="http://schemas.openxmlformats.org/officeDocument/2006/relationships/image" Target="../media/image1098.svg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6.xml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2.svg"/><Relationship Id="rId7" Type="http://schemas.openxmlformats.org/officeDocument/2006/relationships/image" Target="../media/image899.svg"/><Relationship Id="rId2" Type="http://schemas.openxmlformats.org/officeDocument/2006/relationships/image" Target="../media/image110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2.svg"/><Relationship Id="rId5" Type="http://schemas.openxmlformats.org/officeDocument/2006/relationships/image" Target="../media/image1103.svg"/><Relationship Id="rId4" Type="http://schemas.openxmlformats.org/officeDocument/2006/relationships/image" Target="../media/image533.svg"/></Relationships>
</file>

<file path=ppt/slides/_rels/slide31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57.xml"/><Relationship Id="rId3" Type="http://schemas.openxmlformats.org/officeDocument/2006/relationships/tags" Target="../tags/tag389.xml"/><Relationship Id="rId7" Type="http://schemas.openxmlformats.org/officeDocument/2006/relationships/image" Target="../media/image319.svg"/><Relationship Id="rId12" Type="http://schemas.openxmlformats.org/officeDocument/2006/relationships/chart" Target="../charts/chart60.xml"/><Relationship Id="rId2" Type="http://schemas.openxmlformats.org/officeDocument/2006/relationships/tags" Target="../tags/tag388.xml"/><Relationship Id="rId1" Type="http://schemas.openxmlformats.org/officeDocument/2006/relationships/tags" Target="../tags/tag387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104.svg"/><Relationship Id="rId5" Type="http://schemas.openxmlformats.org/officeDocument/2006/relationships/tags" Target="../tags/tag391.xml"/><Relationship Id="rId10" Type="http://schemas.openxmlformats.org/officeDocument/2006/relationships/chart" Target="../charts/chart59.xml"/><Relationship Id="rId4" Type="http://schemas.openxmlformats.org/officeDocument/2006/relationships/tags" Target="../tags/tag390.xml"/><Relationship Id="rId9" Type="http://schemas.openxmlformats.org/officeDocument/2006/relationships/chart" Target="../charts/chart58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1.svg"/><Relationship Id="rId7" Type="http://schemas.openxmlformats.org/officeDocument/2006/relationships/image" Target="../media/image1106.svg"/><Relationship Id="rId2" Type="http://schemas.openxmlformats.org/officeDocument/2006/relationships/image" Target="../media/image16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4.svg"/><Relationship Id="rId5" Type="http://schemas.openxmlformats.org/officeDocument/2006/relationships/image" Target="../media/image1105.svg"/><Relationship Id="rId4" Type="http://schemas.openxmlformats.org/officeDocument/2006/relationships/image" Target="../media/image784.svg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svg"/><Relationship Id="rId2" Type="http://schemas.openxmlformats.org/officeDocument/2006/relationships/image" Target="../media/image73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7.svg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3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svg"/></Relationships>
</file>

<file path=ppt/slides/_rels/slide3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2.svg"/><Relationship Id="rId3" Type="http://schemas.openxmlformats.org/officeDocument/2006/relationships/image" Target="../media/image1108.svg"/><Relationship Id="rId7" Type="http://schemas.openxmlformats.org/officeDocument/2006/relationships/image" Target="../media/image1111.sv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11" Type="http://schemas.openxmlformats.org/officeDocument/2006/relationships/image" Target="../media/image1115.svg"/><Relationship Id="rId5" Type="http://schemas.openxmlformats.org/officeDocument/2006/relationships/image" Target="../media/image1110.svg"/><Relationship Id="rId10" Type="http://schemas.openxmlformats.org/officeDocument/2006/relationships/image" Target="../media/image1114.svg"/><Relationship Id="rId4" Type="http://schemas.openxmlformats.org/officeDocument/2006/relationships/image" Target="../media/image1109.svg"/><Relationship Id="rId9" Type="http://schemas.openxmlformats.org/officeDocument/2006/relationships/image" Target="../media/image1113.svg"/></Relationships>
</file>

<file path=ppt/slides/_rels/slide3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4.svg"/><Relationship Id="rId13" Type="http://schemas.openxmlformats.org/officeDocument/2006/relationships/image" Target="../media/image1129.svg"/><Relationship Id="rId18" Type="http://schemas.openxmlformats.org/officeDocument/2006/relationships/image" Target="../media/image1134.svg"/><Relationship Id="rId3" Type="http://schemas.openxmlformats.org/officeDocument/2006/relationships/image" Target="../media/image1119.svg"/><Relationship Id="rId7" Type="http://schemas.openxmlformats.org/officeDocument/2006/relationships/image" Target="../media/image1123.svg"/><Relationship Id="rId12" Type="http://schemas.openxmlformats.org/officeDocument/2006/relationships/image" Target="../media/image1128.svg"/><Relationship Id="rId17" Type="http://schemas.openxmlformats.org/officeDocument/2006/relationships/image" Target="../media/image1133.svg"/><Relationship Id="rId2" Type="http://schemas.openxmlformats.org/officeDocument/2006/relationships/image" Target="../media/image1118.svg"/><Relationship Id="rId16" Type="http://schemas.openxmlformats.org/officeDocument/2006/relationships/image" Target="../media/image113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2.svg"/><Relationship Id="rId11" Type="http://schemas.openxmlformats.org/officeDocument/2006/relationships/image" Target="../media/image1127.svg"/><Relationship Id="rId5" Type="http://schemas.openxmlformats.org/officeDocument/2006/relationships/image" Target="../media/image1121.svg"/><Relationship Id="rId15" Type="http://schemas.openxmlformats.org/officeDocument/2006/relationships/image" Target="../media/image1131.svg"/><Relationship Id="rId10" Type="http://schemas.openxmlformats.org/officeDocument/2006/relationships/image" Target="../media/image1126.svg"/><Relationship Id="rId19" Type="http://schemas.openxmlformats.org/officeDocument/2006/relationships/image" Target="../media/image1135.svg"/><Relationship Id="rId4" Type="http://schemas.openxmlformats.org/officeDocument/2006/relationships/image" Target="../media/image1120.svg"/><Relationship Id="rId9" Type="http://schemas.openxmlformats.org/officeDocument/2006/relationships/image" Target="../media/image1125.svg"/><Relationship Id="rId14" Type="http://schemas.openxmlformats.org/officeDocument/2006/relationships/image" Target="../media/image1130.svg"/></Relationships>
</file>

<file path=ppt/slides/_rels/slide3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8.svg"/><Relationship Id="rId3" Type="http://schemas.openxmlformats.org/officeDocument/2006/relationships/tags" Target="../tags/tag394.xml"/><Relationship Id="rId7" Type="http://schemas.openxmlformats.org/officeDocument/2006/relationships/image" Target="../media/image1137.svg"/><Relationship Id="rId2" Type="http://schemas.openxmlformats.org/officeDocument/2006/relationships/tags" Target="../tags/tag393.xml"/><Relationship Id="rId1" Type="http://schemas.openxmlformats.org/officeDocument/2006/relationships/tags" Target="../tags/tag392.xml"/><Relationship Id="rId6" Type="http://schemas.openxmlformats.org/officeDocument/2006/relationships/image" Target="../media/image1136.sv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95.xml"/><Relationship Id="rId9" Type="http://schemas.openxmlformats.org/officeDocument/2006/relationships/image" Target="../media/image1139.svg"/></Relationships>
</file>

<file path=ppt/slides/_rels/slide3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8.svg"/><Relationship Id="rId13" Type="http://schemas.openxmlformats.org/officeDocument/2006/relationships/image" Target="../media/image1143.svg"/><Relationship Id="rId3" Type="http://schemas.openxmlformats.org/officeDocument/2006/relationships/tags" Target="../tags/tag398.xml"/><Relationship Id="rId7" Type="http://schemas.openxmlformats.org/officeDocument/2006/relationships/image" Target="../media/image1137.svg"/><Relationship Id="rId12" Type="http://schemas.openxmlformats.org/officeDocument/2006/relationships/image" Target="../media/image1142.svg"/><Relationship Id="rId2" Type="http://schemas.openxmlformats.org/officeDocument/2006/relationships/tags" Target="../tags/tag397.xml"/><Relationship Id="rId1" Type="http://schemas.openxmlformats.org/officeDocument/2006/relationships/tags" Target="../tags/tag396.xml"/><Relationship Id="rId6" Type="http://schemas.openxmlformats.org/officeDocument/2006/relationships/image" Target="../media/image1136.svg"/><Relationship Id="rId11" Type="http://schemas.openxmlformats.org/officeDocument/2006/relationships/image" Target="../media/image1141.sv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140.svg"/><Relationship Id="rId4" Type="http://schemas.openxmlformats.org/officeDocument/2006/relationships/tags" Target="../tags/tag399.xml"/><Relationship Id="rId9" Type="http://schemas.openxmlformats.org/officeDocument/2006/relationships/image" Target="../media/image1139.svg"/></Relationships>
</file>

<file path=ppt/slides/_rels/slide3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3.svg"/><Relationship Id="rId3" Type="http://schemas.openxmlformats.org/officeDocument/2006/relationships/tags" Target="../tags/tag402.xml"/><Relationship Id="rId7" Type="http://schemas.openxmlformats.org/officeDocument/2006/relationships/image" Target="../media/image1142.svg"/><Relationship Id="rId2" Type="http://schemas.openxmlformats.org/officeDocument/2006/relationships/tags" Target="../tags/tag401.xml"/><Relationship Id="rId1" Type="http://schemas.openxmlformats.org/officeDocument/2006/relationships/tags" Target="../tags/tag400.xml"/><Relationship Id="rId6" Type="http://schemas.openxmlformats.org/officeDocument/2006/relationships/image" Target="../media/image1141.svg"/><Relationship Id="rId11" Type="http://schemas.openxmlformats.org/officeDocument/2006/relationships/image" Target="../media/image1146.svg"/><Relationship Id="rId5" Type="http://schemas.openxmlformats.org/officeDocument/2006/relationships/image" Target="../media/image1140.svg"/><Relationship Id="rId10" Type="http://schemas.openxmlformats.org/officeDocument/2006/relationships/image" Target="../media/image1145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144.svg"/></Relationships>
</file>

<file path=ppt/slides/_rels/slide3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148.svg"/><Relationship Id="rId2" Type="http://schemas.openxmlformats.org/officeDocument/2006/relationships/tags" Target="../tags/tag404.xml"/><Relationship Id="rId1" Type="http://schemas.openxmlformats.org/officeDocument/2006/relationships/tags" Target="../tags/tag403.xml"/><Relationship Id="rId6" Type="http://schemas.openxmlformats.org/officeDocument/2006/relationships/image" Target="../media/image1147.svg"/><Relationship Id="rId5" Type="http://schemas.openxmlformats.org/officeDocument/2006/relationships/image" Target="../media/image286.svg"/><Relationship Id="rId4" Type="http://schemas.openxmlformats.org/officeDocument/2006/relationships/image" Target="../media/image125.svg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2.svg"/><Relationship Id="rId3" Type="http://schemas.openxmlformats.org/officeDocument/2006/relationships/image" Target="../media/image194.svg"/><Relationship Id="rId7" Type="http://schemas.openxmlformats.org/officeDocument/2006/relationships/image" Target="../media/image1151.svg"/><Relationship Id="rId2" Type="http://schemas.openxmlformats.org/officeDocument/2006/relationships/image" Target="../media/image16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0.svg"/><Relationship Id="rId5" Type="http://schemas.openxmlformats.org/officeDocument/2006/relationships/image" Target="../media/image1091.svg"/><Relationship Id="rId4" Type="http://schemas.openxmlformats.org/officeDocument/2006/relationships/image" Target="../media/image59.svg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.sv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5.png"/><Relationship Id="rId4" Type="http://schemas.openxmlformats.org/officeDocument/2006/relationships/image" Target="../media/image1154.png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7.svg"/><Relationship Id="rId13" Type="http://schemas.openxmlformats.org/officeDocument/2006/relationships/image" Target="../media/image539.svg"/><Relationship Id="rId3" Type="http://schemas.openxmlformats.org/officeDocument/2006/relationships/tags" Target="../tags/tag407.xml"/><Relationship Id="rId7" Type="http://schemas.openxmlformats.org/officeDocument/2006/relationships/image" Target="../media/image160.svg"/><Relationship Id="rId12" Type="http://schemas.openxmlformats.org/officeDocument/2006/relationships/image" Target="../media/image1159.svg"/><Relationship Id="rId2" Type="http://schemas.openxmlformats.org/officeDocument/2006/relationships/tags" Target="../tags/tag406.xml"/><Relationship Id="rId1" Type="http://schemas.openxmlformats.org/officeDocument/2006/relationships/tags" Target="../tags/tag405.xml"/><Relationship Id="rId6" Type="http://schemas.openxmlformats.org/officeDocument/2006/relationships/image" Target="../media/image1156.svg"/><Relationship Id="rId11" Type="http://schemas.openxmlformats.org/officeDocument/2006/relationships/image" Target="../media/image214.svg"/><Relationship Id="rId5" Type="http://schemas.openxmlformats.org/officeDocument/2006/relationships/notesSlide" Target="../notesSlides/notesSlide116.xml"/><Relationship Id="rId10" Type="http://schemas.openxmlformats.org/officeDocument/2006/relationships/image" Target="../media/image1158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707.svg"/><Relationship Id="rId14" Type="http://schemas.openxmlformats.org/officeDocument/2006/relationships/image" Target="../media/image657.sv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67.svg"/><Relationship Id="rId2" Type="http://schemas.openxmlformats.org/officeDocument/2006/relationships/tags" Target="../tags/tag409.xml"/><Relationship Id="rId1" Type="http://schemas.openxmlformats.org/officeDocument/2006/relationships/tags" Target="../tags/tag408.xml"/><Relationship Id="rId6" Type="http://schemas.openxmlformats.org/officeDocument/2006/relationships/image" Target="../media/image1160.svg"/><Relationship Id="rId5" Type="http://schemas.openxmlformats.org/officeDocument/2006/relationships/image" Target="../media/image159.svg"/><Relationship Id="rId4" Type="http://schemas.openxmlformats.org/officeDocument/2006/relationships/notesSlide" Target="../notesSlides/notesSlide117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4.svg"/><Relationship Id="rId2" Type="http://schemas.openxmlformats.org/officeDocument/2006/relationships/image" Target="../media/image116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2.svg"/></Relationships>
</file>

<file path=ppt/slides/_rels/slide3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9.svg"/><Relationship Id="rId13" Type="http://schemas.openxmlformats.org/officeDocument/2006/relationships/image" Target="../media/image1173.svg"/><Relationship Id="rId18" Type="http://schemas.openxmlformats.org/officeDocument/2006/relationships/image" Target="../media/image1178.svg"/><Relationship Id="rId3" Type="http://schemas.openxmlformats.org/officeDocument/2006/relationships/image" Target="../media/image1164.svg"/><Relationship Id="rId7" Type="http://schemas.openxmlformats.org/officeDocument/2006/relationships/image" Target="../media/image1168.svg"/><Relationship Id="rId12" Type="http://schemas.openxmlformats.org/officeDocument/2006/relationships/image" Target="../media/image1172.svg"/><Relationship Id="rId17" Type="http://schemas.openxmlformats.org/officeDocument/2006/relationships/image" Target="../media/image1177.svg"/><Relationship Id="rId2" Type="http://schemas.openxmlformats.org/officeDocument/2006/relationships/image" Target="../media/image1163.svg"/><Relationship Id="rId16" Type="http://schemas.openxmlformats.org/officeDocument/2006/relationships/image" Target="../media/image117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7.svg"/><Relationship Id="rId11" Type="http://schemas.openxmlformats.org/officeDocument/2006/relationships/image" Target="../media/image1171.svg"/><Relationship Id="rId5" Type="http://schemas.openxmlformats.org/officeDocument/2006/relationships/image" Target="../media/image1166.svg"/><Relationship Id="rId15" Type="http://schemas.openxmlformats.org/officeDocument/2006/relationships/image" Target="../media/image1175.svg"/><Relationship Id="rId10" Type="http://schemas.openxmlformats.org/officeDocument/2006/relationships/image" Target="../media/image1170.svg"/><Relationship Id="rId4" Type="http://schemas.openxmlformats.org/officeDocument/2006/relationships/image" Target="../media/image1165.svg"/><Relationship Id="rId9" Type="http://schemas.openxmlformats.org/officeDocument/2006/relationships/image" Target="../media/image529.svg"/><Relationship Id="rId14" Type="http://schemas.openxmlformats.org/officeDocument/2006/relationships/image" Target="../media/image1174.svg"/></Relationships>
</file>

<file path=ppt/slides/_rels/slide3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7.svg"/><Relationship Id="rId2" Type="http://schemas.openxmlformats.org/officeDocument/2006/relationships/image" Target="../media/image1179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8.svg"/></Relationships>
</file>

<file path=ppt/slides/_rels/slide33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1.xml"/><Relationship Id="rId3" Type="http://schemas.openxmlformats.org/officeDocument/2006/relationships/image" Target="../media/image707.svg"/><Relationship Id="rId7" Type="http://schemas.openxmlformats.org/officeDocument/2006/relationships/image" Target="../media/image357.sv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7.svg"/><Relationship Id="rId11" Type="http://schemas.openxmlformats.org/officeDocument/2006/relationships/chart" Target="../charts/chart62.xml"/><Relationship Id="rId5" Type="http://schemas.openxmlformats.org/officeDocument/2006/relationships/image" Target="../media/image1181.svg"/><Relationship Id="rId10" Type="http://schemas.openxmlformats.org/officeDocument/2006/relationships/image" Target="../media/image8.png"/><Relationship Id="rId4" Type="http://schemas.openxmlformats.org/officeDocument/2006/relationships/image" Target="../media/image1180.svg"/><Relationship Id="rId9" Type="http://schemas.microsoft.com/office/2014/relationships/chartEx" Target="../charts/chartEx3.xml"/></Relationships>
</file>

<file path=ppt/slides/_rels/slide3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5.svg"/><Relationship Id="rId13" Type="http://schemas.openxmlformats.org/officeDocument/2006/relationships/image" Target="../media/image1190.svg"/><Relationship Id="rId3" Type="http://schemas.openxmlformats.org/officeDocument/2006/relationships/image" Target="../media/image723.svg"/><Relationship Id="rId7" Type="http://schemas.openxmlformats.org/officeDocument/2006/relationships/image" Target="../media/image1184.svg"/><Relationship Id="rId12" Type="http://schemas.openxmlformats.org/officeDocument/2006/relationships/image" Target="../media/image1189.svg"/><Relationship Id="rId2" Type="http://schemas.openxmlformats.org/officeDocument/2006/relationships/image" Target="../media/image118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3.svg"/><Relationship Id="rId11" Type="http://schemas.openxmlformats.org/officeDocument/2006/relationships/image" Target="../media/image1188.svg"/><Relationship Id="rId5" Type="http://schemas.openxmlformats.org/officeDocument/2006/relationships/image" Target="../media/image658.svg"/><Relationship Id="rId10" Type="http://schemas.openxmlformats.org/officeDocument/2006/relationships/image" Target="../media/image1187.svg"/><Relationship Id="rId4" Type="http://schemas.openxmlformats.org/officeDocument/2006/relationships/image" Target="../media/image589.svg"/><Relationship Id="rId9" Type="http://schemas.openxmlformats.org/officeDocument/2006/relationships/image" Target="../media/image1186.svg"/><Relationship Id="rId14" Type="http://schemas.openxmlformats.org/officeDocument/2006/relationships/image" Target="../media/image1191.svg"/></Relationships>
</file>

<file path=ppt/slides/_rels/slide3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4.svg"/><Relationship Id="rId3" Type="http://schemas.openxmlformats.org/officeDocument/2006/relationships/image" Target="../media/image1182.svg"/><Relationship Id="rId7" Type="http://schemas.openxmlformats.org/officeDocument/2006/relationships/image" Target="../media/image1183.sv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8.svg"/><Relationship Id="rId11" Type="http://schemas.openxmlformats.org/officeDocument/2006/relationships/image" Target="../media/image1187.svg"/><Relationship Id="rId5" Type="http://schemas.openxmlformats.org/officeDocument/2006/relationships/image" Target="../media/image589.svg"/><Relationship Id="rId10" Type="http://schemas.openxmlformats.org/officeDocument/2006/relationships/image" Target="../media/image1186.svg"/><Relationship Id="rId4" Type="http://schemas.openxmlformats.org/officeDocument/2006/relationships/image" Target="../media/image723.svg"/><Relationship Id="rId9" Type="http://schemas.openxmlformats.org/officeDocument/2006/relationships/image" Target="../media/image1185.svg"/></Relationships>
</file>

<file path=ppt/slides/_rels/slide3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5.svg"/><Relationship Id="rId3" Type="http://schemas.openxmlformats.org/officeDocument/2006/relationships/image" Target="../media/image723.svg"/><Relationship Id="rId7" Type="http://schemas.openxmlformats.org/officeDocument/2006/relationships/image" Target="../media/image1184.svg"/><Relationship Id="rId2" Type="http://schemas.openxmlformats.org/officeDocument/2006/relationships/image" Target="../media/image118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3.svg"/><Relationship Id="rId5" Type="http://schemas.openxmlformats.org/officeDocument/2006/relationships/image" Target="../media/image658.svg"/><Relationship Id="rId10" Type="http://schemas.openxmlformats.org/officeDocument/2006/relationships/image" Target="../media/image1187.svg"/><Relationship Id="rId4" Type="http://schemas.openxmlformats.org/officeDocument/2006/relationships/image" Target="../media/image589.svg"/><Relationship Id="rId9" Type="http://schemas.openxmlformats.org/officeDocument/2006/relationships/image" Target="../media/image1186.svg"/></Relationships>
</file>

<file path=ppt/slides/_rels/slide3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6.svg"/><Relationship Id="rId2" Type="http://schemas.openxmlformats.org/officeDocument/2006/relationships/image" Target="../media/image1195.svg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8.svg"/><Relationship Id="rId3" Type="http://schemas.openxmlformats.org/officeDocument/2006/relationships/image" Target="../media/image125.svg"/><Relationship Id="rId7" Type="http://schemas.openxmlformats.org/officeDocument/2006/relationships/image" Target="../media/image1197.sv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7.svg"/><Relationship Id="rId5" Type="http://schemas.openxmlformats.org/officeDocument/2006/relationships/image" Target="../media/image286.svg"/><Relationship Id="rId4" Type="http://schemas.openxmlformats.org/officeDocument/2006/relationships/image" Target="../media/image318.svg"/><Relationship Id="rId9" Type="http://schemas.openxmlformats.org/officeDocument/2006/relationships/image" Target="../media/image1199.svg"/></Relationships>
</file>

<file path=ppt/slides/_rels/slide3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1209.svg"/><Relationship Id="rId3" Type="http://schemas.openxmlformats.org/officeDocument/2006/relationships/image" Target="../media/image357.svg"/><Relationship Id="rId7" Type="http://schemas.openxmlformats.org/officeDocument/2006/relationships/image" Target="../media/image997.svg"/><Relationship Id="rId12" Type="http://schemas.openxmlformats.org/officeDocument/2006/relationships/image" Target="../media/image548.svg"/><Relationship Id="rId2" Type="http://schemas.openxmlformats.org/officeDocument/2006/relationships/image" Target="../media/image731.svg"/><Relationship Id="rId16" Type="http://schemas.openxmlformats.org/officeDocument/2006/relationships/image" Target="../media/image89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3.svg"/><Relationship Id="rId11" Type="http://schemas.openxmlformats.org/officeDocument/2006/relationships/image" Target="../media/image103.svg"/><Relationship Id="rId5" Type="http://schemas.openxmlformats.org/officeDocument/2006/relationships/image" Target="../media/image1207.svg"/><Relationship Id="rId15" Type="http://schemas.openxmlformats.org/officeDocument/2006/relationships/image" Target="../media/image360.svg"/><Relationship Id="rId10" Type="http://schemas.openxmlformats.org/officeDocument/2006/relationships/image" Target="../media/image361.svg"/><Relationship Id="rId4" Type="http://schemas.openxmlformats.org/officeDocument/2006/relationships/image" Target="../media/image1206.svg"/><Relationship Id="rId9" Type="http://schemas.openxmlformats.org/officeDocument/2006/relationships/image" Target="../media/image1208.svg"/><Relationship Id="rId14" Type="http://schemas.openxmlformats.org/officeDocument/2006/relationships/image" Target="../media/image1210.svg"/></Relationships>
</file>

<file path=ppt/slides/_rels/slide3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2.svg"/><Relationship Id="rId3" Type="http://schemas.openxmlformats.org/officeDocument/2006/relationships/tags" Target="../tags/tag412.xml"/><Relationship Id="rId7" Type="http://schemas.openxmlformats.org/officeDocument/2006/relationships/image" Target="../media/image224.svg"/><Relationship Id="rId2" Type="http://schemas.openxmlformats.org/officeDocument/2006/relationships/tags" Target="../tags/tag411.xml"/><Relationship Id="rId1" Type="http://schemas.openxmlformats.org/officeDocument/2006/relationships/tags" Target="../tags/tag410.xml"/><Relationship Id="rId6" Type="http://schemas.openxmlformats.org/officeDocument/2006/relationships/image" Target="../media/image1211.svg"/><Relationship Id="rId5" Type="http://schemas.openxmlformats.org/officeDocument/2006/relationships/notesSlide" Target="../notesSlides/notesSlide121.xml"/><Relationship Id="rId10" Type="http://schemas.openxmlformats.org/officeDocument/2006/relationships/image" Target="../media/image1214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213.svg"/></Relationships>
</file>

<file path=ppt/slides/_rels/slide3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6.svg"/><Relationship Id="rId3" Type="http://schemas.openxmlformats.org/officeDocument/2006/relationships/tags" Target="../tags/tag415.xml"/><Relationship Id="rId7" Type="http://schemas.openxmlformats.org/officeDocument/2006/relationships/image" Target="../media/image1215.svg"/><Relationship Id="rId2" Type="http://schemas.openxmlformats.org/officeDocument/2006/relationships/tags" Target="../tags/tag414.xml"/><Relationship Id="rId1" Type="http://schemas.openxmlformats.org/officeDocument/2006/relationships/tags" Target="../tags/tag413.xml"/><Relationship Id="rId6" Type="http://schemas.openxmlformats.org/officeDocument/2006/relationships/image" Target="../media/image23.svg"/><Relationship Id="rId5" Type="http://schemas.openxmlformats.org/officeDocument/2006/relationships/image" Target="../media/image125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326.svg"/></Relationships>
</file>

<file path=ppt/slides/_rels/slide347.xml.rels><?xml version="1.0" encoding="UTF-8" standalone="yes"?>
<Relationships xmlns="http://schemas.openxmlformats.org/package/2006/relationships"><Relationship Id="rId13" Type="http://schemas.openxmlformats.org/officeDocument/2006/relationships/tags" Target="../tags/tag428.xml"/><Relationship Id="rId18" Type="http://schemas.openxmlformats.org/officeDocument/2006/relationships/tags" Target="../tags/tag433.xml"/><Relationship Id="rId26" Type="http://schemas.openxmlformats.org/officeDocument/2006/relationships/tags" Target="../tags/tag441.xml"/><Relationship Id="rId39" Type="http://schemas.openxmlformats.org/officeDocument/2006/relationships/tags" Target="../tags/tag454.xml"/><Relationship Id="rId21" Type="http://schemas.openxmlformats.org/officeDocument/2006/relationships/tags" Target="../tags/tag436.xml"/><Relationship Id="rId34" Type="http://schemas.openxmlformats.org/officeDocument/2006/relationships/tags" Target="../tags/tag449.xml"/><Relationship Id="rId7" Type="http://schemas.openxmlformats.org/officeDocument/2006/relationships/tags" Target="../tags/tag422.xml"/><Relationship Id="rId2" Type="http://schemas.openxmlformats.org/officeDocument/2006/relationships/tags" Target="../tags/tag417.xml"/><Relationship Id="rId16" Type="http://schemas.openxmlformats.org/officeDocument/2006/relationships/tags" Target="../tags/tag431.xml"/><Relationship Id="rId20" Type="http://schemas.openxmlformats.org/officeDocument/2006/relationships/tags" Target="../tags/tag435.xml"/><Relationship Id="rId29" Type="http://schemas.openxmlformats.org/officeDocument/2006/relationships/tags" Target="../tags/tag444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416.xml"/><Relationship Id="rId6" Type="http://schemas.openxmlformats.org/officeDocument/2006/relationships/tags" Target="../tags/tag421.xml"/><Relationship Id="rId11" Type="http://schemas.openxmlformats.org/officeDocument/2006/relationships/tags" Target="../tags/tag426.xml"/><Relationship Id="rId24" Type="http://schemas.openxmlformats.org/officeDocument/2006/relationships/tags" Target="../tags/tag439.xml"/><Relationship Id="rId32" Type="http://schemas.openxmlformats.org/officeDocument/2006/relationships/tags" Target="../tags/tag447.xml"/><Relationship Id="rId37" Type="http://schemas.openxmlformats.org/officeDocument/2006/relationships/tags" Target="../tags/tag452.xml"/><Relationship Id="rId40" Type="http://schemas.openxmlformats.org/officeDocument/2006/relationships/tags" Target="../tags/tag455.xml"/><Relationship Id="rId5" Type="http://schemas.openxmlformats.org/officeDocument/2006/relationships/tags" Target="../tags/tag420.xml"/><Relationship Id="rId15" Type="http://schemas.openxmlformats.org/officeDocument/2006/relationships/tags" Target="../tags/tag430.xml"/><Relationship Id="rId23" Type="http://schemas.openxmlformats.org/officeDocument/2006/relationships/tags" Target="../tags/tag438.xml"/><Relationship Id="rId28" Type="http://schemas.openxmlformats.org/officeDocument/2006/relationships/tags" Target="../tags/tag443.xml"/><Relationship Id="rId36" Type="http://schemas.openxmlformats.org/officeDocument/2006/relationships/tags" Target="../tags/tag451.xml"/><Relationship Id="rId10" Type="http://schemas.openxmlformats.org/officeDocument/2006/relationships/tags" Target="../tags/tag425.xml"/><Relationship Id="rId19" Type="http://schemas.openxmlformats.org/officeDocument/2006/relationships/tags" Target="../tags/tag434.xml"/><Relationship Id="rId31" Type="http://schemas.openxmlformats.org/officeDocument/2006/relationships/tags" Target="../tags/tag446.xml"/><Relationship Id="rId4" Type="http://schemas.openxmlformats.org/officeDocument/2006/relationships/tags" Target="../tags/tag419.xml"/><Relationship Id="rId9" Type="http://schemas.openxmlformats.org/officeDocument/2006/relationships/tags" Target="../tags/tag424.xml"/><Relationship Id="rId14" Type="http://schemas.openxmlformats.org/officeDocument/2006/relationships/tags" Target="../tags/tag429.xml"/><Relationship Id="rId22" Type="http://schemas.openxmlformats.org/officeDocument/2006/relationships/tags" Target="../tags/tag437.xml"/><Relationship Id="rId27" Type="http://schemas.openxmlformats.org/officeDocument/2006/relationships/tags" Target="../tags/tag442.xml"/><Relationship Id="rId30" Type="http://schemas.openxmlformats.org/officeDocument/2006/relationships/tags" Target="../tags/tag445.xml"/><Relationship Id="rId35" Type="http://schemas.openxmlformats.org/officeDocument/2006/relationships/tags" Target="../tags/tag450.xml"/><Relationship Id="rId8" Type="http://schemas.openxmlformats.org/officeDocument/2006/relationships/tags" Target="../tags/tag423.xml"/><Relationship Id="rId3" Type="http://schemas.openxmlformats.org/officeDocument/2006/relationships/tags" Target="../tags/tag418.xml"/><Relationship Id="rId12" Type="http://schemas.openxmlformats.org/officeDocument/2006/relationships/tags" Target="../tags/tag427.xml"/><Relationship Id="rId17" Type="http://schemas.openxmlformats.org/officeDocument/2006/relationships/tags" Target="../tags/tag432.xml"/><Relationship Id="rId25" Type="http://schemas.openxmlformats.org/officeDocument/2006/relationships/tags" Target="../tags/tag440.xml"/><Relationship Id="rId33" Type="http://schemas.openxmlformats.org/officeDocument/2006/relationships/tags" Target="../tags/tag448.xml"/><Relationship Id="rId38" Type="http://schemas.openxmlformats.org/officeDocument/2006/relationships/tags" Target="../tags/tag453.xml"/></Relationships>
</file>

<file path=ppt/slides/_rels/slide3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7.svg"/><Relationship Id="rId2" Type="http://schemas.openxmlformats.org/officeDocument/2006/relationships/image" Target="../media/image121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19.svg"/><Relationship Id="rId4" Type="http://schemas.openxmlformats.org/officeDocument/2006/relationships/image" Target="../media/image1218.svg"/></Relationships>
</file>

<file path=ppt/slides/_rels/slide3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9.sv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20.svg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6.svg"/><Relationship Id="rId3" Type="http://schemas.openxmlformats.org/officeDocument/2006/relationships/image" Target="../media/image997.svg"/><Relationship Id="rId7" Type="http://schemas.openxmlformats.org/officeDocument/2006/relationships/image" Target="../media/image868.sv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5.svg"/><Relationship Id="rId5" Type="http://schemas.openxmlformats.org/officeDocument/2006/relationships/image" Target="../media/image899.svg"/><Relationship Id="rId10" Type="http://schemas.openxmlformats.org/officeDocument/2006/relationships/image" Target="../media/image854.svg"/><Relationship Id="rId4" Type="http://schemas.openxmlformats.org/officeDocument/2006/relationships/image" Target="../media/image1224.svg"/><Relationship Id="rId9" Type="http://schemas.openxmlformats.org/officeDocument/2006/relationships/image" Target="../media/image1227.svg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8.svg"/><Relationship Id="rId1" Type="http://schemas.openxmlformats.org/officeDocument/2006/relationships/slideLayout" Target="../slideLayouts/slideLayout4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3.xml"/><Relationship Id="rId1" Type="http://schemas.openxmlformats.org/officeDocument/2006/relationships/slideLayout" Target="../slideLayouts/slideLayout4.xml"/></Relationships>
</file>

<file path=ppt/slides/_rels/slide3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0.svg"/><Relationship Id="rId3" Type="http://schemas.openxmlformats.org/officeDocument/2006/relationships/tags" Target="../tags/tag458.xml"/><Relationship Id="rId7" Type="http://schemas.openxmlformats.org/officeDocument/2006/relationships/image" Target="../media/image1229.svg"/><Relationship Id="rId2" Type="http://schemas.openxmlformats.org/officeDocument/2006/relationships/tags" Target="../tags/tag457.xml"/><Relationship Id="rId1" Type="http://schemas.openxmlformats.org/officeDocument/2006/relationships/tags" Target="../tags/tag456.xml"/><Relationship Id="rId6" Type="http://schemas.openxmlformats.org/officeDocument/2006/relationships/slideLayout" Target="../slideLayouts/slideLayout4.xml"/><Relationship Id="rId5" Type="http://schemas.openxmlformats.org/officeDocument/2006/relationships/tags" Target="../tags/tag460.xml"/><Relationship Id="rId4" Type="http://schemas.openxmlformats.org/officeDocument/2006/relationships/tags" Target="../tags/tag459.xml"/></Relationships>
</file>

<file path=ppt/slides/_rels/slide3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6.svg"/><Relationship Id="rId2" Type="http://schemas.openxmlformats.org/officeDocument/2006/relationships/image" Target="../media/image1231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3.svg"/><Relationship Id="rId4" Type="http://schemas.openxmlformats.org/officeDocument/2006/relationships/image" Target="../media/image539.svg"/></Relationships>
</file>

<file path=ppt/slides/_rels/slide3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2.svg"/><Relationship Id="rId3" Type="http://schemas.openxmlformats.org/officeDocument/2006/relationships/image" Target="../media/image1231.svg"/><Relationship Id="rId7" Type="http://schemas.openxmlformats.org/officeDocument/2006/relationships/image" Target="../media/image411.sv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7.svg"/><Relationship Id="rId11" Type="http://schemas.openxmlformats.org/officeDocument/2006/relationships/image" Target="../media/image222.svg"/><Relationship Id="rId5" Type="http://schemas.openxmlformats.org/officeDocument/2006/relationships/image" Target="../media/image223.svg"/><Relationship Id="rId10" Type="http://schemas.openxmlformats.org/officeDocument/2006/relationships/image" Target="../media/image390.svg"/><Relationship Id="rId4" Type="http://schemas.openxmlformats.org/officeDocument/2006/relationships/image" Target="../media/image476.svg"/><Relationship Id="rId9" Type="http://schemas.openxmlformats.org/officeDocument/2006/relationships/image" Target="../media/image1166.svg"/></Relationships>
</file>

<file path=ppt/slides/_rels/slide3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2.svg"/><Relationship Id="rId3" Type="http://schemas.openxmlformats.org/officeDocument/2006/relationships/image" Target="../media/image1231.svg"/><Relationship Id="rId7" Type="http://schemas.openxmlformats.org/officeDocument/2006/relationships/image" Target="../media/image411.sv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7.svg"/><Relationship Id="rId11" Type="http://schemas.openxmlformats.org/officeDocument/2006/relationships/image" Target="../media/image222.svg"/><Relationship Id="rId5" Type="http://schemas.openxmlformats.org/officeDocument/2006/relationships/image" Target="../media/image223.svg"/><Relationship Id="rId10" Type="http://schemas.openxmlformats.org/officeDocument/2006/relationships/image" Target="../media/image390.svg"/><Relationship Id="rId4" Type="http://schemas.openxmlformats.org/officeDocument/2006/relationships/image" Target="../media/image476.svg"/><Relationship Id="rId9" Type="http://schemas.openxmlformats.org/officeDocument/2006/relationships/image" Target="../media/image1166.svg"/></Relationships>
</file>

<file path=ppt/slides/_rels/slide3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74.svg"/><Relationship Id="rId7" Type="http://schemas.openxmlformats.org/officeDocument/2006/relationships/image" Target="../media/image942.svg"/><Relationship Id="rId2" Type="http://schemas.openxmlformats.org/officeDocument/2006/relationships/image" Target="../media/image123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34.svg"/><Relationship Id="rId5" Type="http://schemas.openxmlformats.org/officeDocument/2006/relationships/image" Target="../media/image1116.svg"/><Relationship Id="rId4" Type="http://schemas.openxmlformats.org/officeDocument/2006/relationships/image" Target="../media/image194.svg"/></Relationships>
</file>

<file path=ppt/slides/_rels/slide3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2.sv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svg"/><Relationship Id="rId4" Type="http://schemas.openxmlformats.org/officeDocument/2006/relationships/image" Target="../media/image60.svg"/></Relationships>
</file>

<file path=ppt/slides/_rels/slide3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1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4.svg"/><Relationship Id="rId3" Type="http://schemas.openxmlformats.org/officeDocument/2006/relationships/image" Target="../media/image393.svg"/><Relationship Id="rId7" Type="http://schemas.openxmlformats.org/officeDocument/2006/relationships/image" Target="../media/image210.svg"/><Relationship Id="rId2" Type="http://schemas.openxmlformats.org/officeDocument/2006/relationships/image" Target="../media/image54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3.svg"/><Relationship Id="rId11" Type="http://schemas.openxmlformats.org/officeDocument/2006/relationships/image" Target="../media/image1244.png"/><Relationship Id="rId5" Type="http://schemas.openxmlformats.org/officeDocument/2006/relationships/image" Target="../media/image1243.svg"/><Relationship Id="rId10" Type="http://schemas.openxmlformats.org/officeDocument/2006/relationships/image" Target="../media/image652.svg"/><Relationship Id="rId4" Type="http://schemas.openxmlformats.org/officeDocument/2006/relationships/image" Target="../media/image1242.svg"/><Relationship Id="rId9" Type="http://schemas.openxmlformats.org/officeDocument/2006/relationships/image" Target="../media/image768.svg"/></Relationships>
</file>

<file path=ppt/slides/_rels/slide3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7.svg"/><Relationship Id="rId13" Type="http://schemas.openxmlformats.org/officeDocument/2006/relationships/image" Target="../media/image733.svg"/><Relationship Id="rId3" Type="http://schemas.openxmlformats.org/officeDocument/2006/relationships/tags" Target="../tags/tag463.xml"/><Relationship Id="rId7" Type="http://schemas.openxmlformats.org/officeDocument/2006/relationships/image" Target="../media/image1246.svg"/><Relationship Id="rId12" Type="http://schemas.openxmlformats.org/officeDocument/2006/relationships/image" Target="../media/image765.svg"/><Relationship Id="rId2" Type="http://schemas.openxmlformats.org/officeDocument/2006/relationships/tags" Target="../tags/tag462.xml"/><Relationship Id="rId1" Type="http://schemas.openxmlformats.org/officeDocument/2006/relationships/tags" Target="../tags/tag461.xml"/><Relationship Id="rId6" Type="http://schemas.openxmlformats.org/officeDocument/2006/relationships/image" Target="../media/image1245.svg"/><Relationship Id="rId11" Type="http://schemas.openxmlformats.org/officeDocument/2006/relationships/image" Target="../media/image1249.svg"/><Relationship Id="rId5" Type="http://schemas.openxmlformats.org/officeDocument/2006/relationships/notesSlide" Target="../notesSlides/notesSlide133.xml"/><Relationship Id="rId10" Type="http://schemas.openxmlformats.org/officeDocument/2006/relationships/image" Target="../media/image1248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852.svg"/></Relationships>
</file>

<file path=ppt/slides/_rels/slide3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9.svg"/><Relationship Id="rId7" Type="http://schemas.openxmlformats.org/officeDocument/2006/relationships/image" Target="../media/image97.sv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7.svg"/><Relationship Id="rId5" Type="http://schemas.openxmlformats.org/officeDocument/2006/relationships/image" Target="../media/image942.svg"/><Relationship Id="rId4" Type="http://schemas.openxmlformats.org/officeDocument/2006/relationships/image" Target="../media/image125.svg"/></Relationships>
</file>

<file path=ppt/slides/_rels/slide3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2.svg"/><Relationship Id="rId7" Type="http://schemas.openxmlformats.org/officeDocument/2006/relationships/image" Target="../media/image357.sv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0.svg"/><Relationship Id="rId5" Type="http://schemas.openxmlformats.org/officeDocument/2006/relationships/image" Target="../media/image395.svg"/><Relationship Id="rId4" Type="http://schemas.openxmlformats.org/officeDocument/2006/relationships/image" Target="../media/image768.svg"/></Relationships>
</file>

<file path=ppt/slides/_rels/slide3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3.svg"/><Relationship Id="rId7" Type="http://schemas.openxmlformats.org/officeDocument/2006/relationships/image" Target="../media/image1252.sv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7.svg"/><Relationship Id="rId5" Type="http://schemas.openxmlformats.org/officeDocument/2006/relationships/image" Target="../media/image1251.svg"/><Relationship Id="rId4" Type="http://schemas.openxmlformats.org/officeDocument/2006/relationships/image" Target="../media/image606.svg"/></Relationships>
</file>

<file path=ppt/slides/_rels/slide3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5.svg"/><Relationship Id="rId2" Type="http://schemas.openxmlformats.org/officeDocument/2006/relationships/image" Target="../media/image53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1.svg"/><Relationship Id="rId5" Type="http://schemas.openxmlformats.org/officeDocument/2006/relationships/image" Target="../media/image476.svg"/><Relationship Id="rId4" Type="http://schemas.openxmlformats.org/officeDocument/2006/relationships/image" Target="../media/image906.svg"/></Relationships>
</file>

<file path=ppt/slides/_rels/slide3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image" Target="../media/image1253.svg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6.svg"/><Relationship Id="rId13" Type="http://schemas.openxmlformats.org/officeDocument/2006/relationships/image" Target="../media/image1259.svg"/><Relationship Id="rId18" Type="http://schemas.openxmlformats.org/officeDocument/2006/relationships/image" Target="../media/image375.svg"/><Relationship Id="rId3" Type="http://schemas.openxmlformats.org/officeDocument/2006/relationships/image" Target="../media/image617.svg"/><Relationship Id="rId7" Type="http://schemas.openxmlformats.org/officeDocument/2006/relationships/image" Target="../media/image338.svg"/><Relationship Id="rId12" Type="http://schemas.openxmlformats.org/officeDocument/2006/relationships/image" Target="../media/image1258.svg"/><Relationship Id="rId17" Type="http://schemas.openxmlformats.org/officeDocument/2006/relationships/image" Target="../media/image614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60.svg"/><Relationship Id="rId1" Type="http://schemas.openxmlformats.org/officeDocument/2006/relationships/tags" Target="../tags/tag464.xml"/><Relationship Id="rId6" Type="http://schemas.openxmlformats.org/officeDocument/2006/relationships/image" Target="../media/image1255.svg"/><Relationship Id="rId11" Type="http://schemas.openxmlformats.org/officeDocument/2006/relationships/image" Target="../media/image33.svg"/><Relationship Id="rId5" Type="http://schemas.openxmlformats.org/officeDocument/2006/relationships/image" Target="../media/image260.svg"/><Relationship Id="rId15" Type="http://schemas.openxmlformats.org/officeDocument/2006/relationships/image" Target="../media/image327.svg"/><Relationship Id="rId10" Type="http://schemas.openxmlformats.org/officeDocument/2006/relationships/image" Target="../media/image369.svg"/><Relationship Id="rId4" Type="http://schemas.openxmlformats.org/officeDocument/2006/relationships/image" Target="../media/image1254.svg"/><Relationship Id="rId9" Type="http://schemas.openxmlformats.org/officeDocument/2006/relationships/image" Target="../media/image1257.svg"/><Relationship Id="rId14" Type="http://schemas.openxmlformats.org/officeDocument/2006/relationships/image" Target="../media/image802.svg"/></Relationships>
</file>

<file path=ppt/slides/_rels/slide3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8.svg"/><Relationship Id="rId13" Type="http://schemas.openxmlformats.org/officeDocument/2006/relationships/image" Target="../media/image259.svg"/><Relationship Id="rId3" Type="http://schemas.openxmlformats.org/officeDocument/2006/relationships/tags" Target="../tags/tag467.xml"/><Relationship Id="rId7" Type="http://schemas.openxmlformats.org/officeDocument/2006/relationships/image" Target="../media/image733.svg"/><Relationship Id="rId12" Type="http://schemas.openxmlformats.org/officeDocument/2006/relationships/image" Target="../media/image1262.svg"/><Relationship Id="rId17" Type="http://schemas.openxmlformats.org/officeDocument/2006/relationships/image" Target="../media/image1264.svg"/><Relationship Id="rId2" Type="http://schemas.openxmlformats.org/officeDocument/2006/relationships/tags" Target="../tags/tag466.xml"/><Relationship Id="rId16" Type="http://schemas.openxmlformats.org/officeDocument/2006/relationships/image" Target="../media/image1263.svg"/><Relationship Id="rId1" Type="http://schemas.openxmlformats.org/officeDocument/2006/relationships/tags" Target="../tags/tag465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363.svg"/><Relationship Id="rId5" Type="http://schemas.openxmlformats.org/officeDocument/2006/relationships/tags" Target="../tags/tag469.xml"/><Relationship Id="rId15" Type="http://schemas.openxmlformats.org/officeDocument/2006/relationships/image" Target="../media/image593.svg"/><Relationship Id="rId10" Type="http://schemas.openxmlformats.org/officeDocument/2006/relationships/image" Target="../media/image374.svg"/><Relationship Id="rId4" Type="http://schemas.openxmlformats.org/officeDocument/2006/relationships/tags" Target="../tags/tag468.xml"/><Relationship Id="rId9" Type="http://schemas.openxmlformats.org/officeDocument/2006/relationships/image" Target="../media/image1261.svg"/><Relationship Id="rId14" Type="http://schemas.openxmlformats.org/officeDocument/2006/relationships/image" Target="../media/image399.svg"/></Relationships>
</file>

<file path=ppt/slides/_rels/slide3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6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265.svg"/><Relationship Id="rId2" Type="http://schemas.openxmlformats.org/officeDocument/2006/relationships/tags" Target="../tags/tag471.xml"/><Relationship Id="rId1" Type="http://schemas.openxmlformats.org/officeDocument/2006/relationships/tags" Target="../tags/tag470.xml"/><Relationship Id="rId6" Type="http://schemas.openxmlformats.org/officeDocument/2006/relationships/image" Target="../media/image1233.svg"/><Relationship Id="rId5" Type="http://schemas.openxmlformats.org/officeDocument/2006/relationships/image" Target="../media/image168.svg"/><Relationship Id="rId10" Type="http://schemas.openxmlformats.org/officeDocument/2006/relationships/image" Target="../media/image1267.svg"/><Relationship Id="rId4" Type="http://schemas.openxmlformats.org/officeDocument/2006/relationships/image" Target="../media/image899.svg"/><Relationship Id="rId9" Type="http://schemas.openxmlformats.org/officeDocument/2006/relationships/image" Target="../media/image966.svg"/></Relationships>
</file>

<file path=ppt/slides/_rels/slide3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9.svg"/><Relationship Id="rId13" Type="http://schemas.openxmlformats.org/officeDocument/2006/relationships/image" Target="../media/image964.svg"/><Relationship Id="rId18" Type="http://schemas.openxmlformats.org/officeDocument/2006/relationships/image" Target="../media/image1276.svg"/><Relationship Id="rId3" Type="http://schemas.openxmlformats.org/officeDocument/2006/relationships/image" Target="../media/image60.svg"/><Relationship Id="rId7" Type="http://schemas.openxmlformats.org/officeDocument/2006/relationships/image" Target="../media/image32.svg"/><Relationship Id="rId12" Type="http://schemas.openxmlformats.org/officeDocument/2006/relationships/image" Target="../media/image1272.svg"/><Relationship Id="rId17" Type="http://schemas.openxmlformats.org/officeDocument/2006/relationships/image" Target="../media/image621.svg"/><Relationship Id="rId2" Type="http://schemas.openxmlformats.org/officeDocument/2006/relationships/notesSlide" Target="../notesSlides/notesSlide137.xml"/><Relationship Id="rId16" Type="http://schemas.openxmlformats.org/officeDocument/2006/relationships/image" Target="../media/image127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6.svg"/><Relationship Id="rId11" Type="http://schemas.openxmlformats.org/officeDocument/2006/relationships/image" Target="../media/image1271.svg"/><Relationship Id="rId5" Type="http://schemas.openxmlformats.org/officeDocument/2006/relationships/image" Target="../media/image1268.svg"/><Relationship Id="rId15" Type="http://schemas.openxmlformats.org/officeDocument/2006/relationships/image" Target="../media/image1274.svg"/><Relationship Id="rId10" Type="http://schemas.openxmlformats.org/officeDocument/2006/relationships/image" Target="../media/image1080.svg"/><Relationship Id="rId4" Type="http://schemas.openxmlformats.org/officeDocument/2006/relationships/image" Target="../media/image333.svg"/><Relationship Id="rId9" Type="http://schemas.openxmlformats.org/officeDocument/2006/relationships/image" Target="../media/image1270.svg"/><Relationship Id="rId14" Type="http://schemas.openxmlformats.org/officeDocument/2006/relationships/image" Target="../media/image1273.svg"/></Relationships>
</file>

<file path=ppt/slides/_rels/slide3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1.svg"/><Relationship Id="rId3" Type="http://schemas.openxmlformats.org/officeDocument/2006/relationships/image" Target="../media/image81.svg"/><Relationship Id="rId7" Type="http://schemas.openxmlformats.org/officeDocument/2006/relationships/image" Target="../media/image1280.svg"/><Relationship Id="rId2" Type="http://schemas.openxmlformats.org/officeDocument/2006/relationships/image" Target="../media/image80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79.svg"/><Relationship Id="rId5" Type="http://schemas.openxmlformats.org/officeDocument/2006/relationships/image" Target="../media/image1278.svg"/><Relationship Id="rId4" Type="http://schemas.openxmlformats.org/officeDocument/2006/relationships/image" Target="../media/image1277.svg"/><Relationship Id="rId9" Type="http://schemas.openxmlformats.org/officeDocument/2006/relationships/image" Target="../media/image1282.svg"/></Relationships>
</file>

<file path=ppt/slides/_rels/slide3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8.svg"/><Relationship Id="rId7" Type="http://schemas.openxmlformats.org/officeDocument/2006/relationships/image" Target="../media/image1272.svg"/><Relationship Id="rId2" Type="http://schemas.openxmlformats.org/officeDocument/2006/relationships/image" Target="../media/image128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svg"/><Relationship Id="rId5" Type="http://schemas.openxmlformats.org/officeDocument/2006/relationships/image" Target="../media/image833.svg"/><Relationship Id="rId4" Type="http://schemas.openxmlformats.org/officeDocument/2006/relationships/image" Target="../media/image91.svg"/></Relationships>
</file>

<file path=ppt/slides/_rels/slide3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1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68.svg"/><Relationship Id="rId12" Type="http://schemas.openxmlformats.org/officeDocument/2006/relationships/image" Target="../media/image1295.svg"/><Relationship Id="rId2" Type="http://schemas.openxmlformats.org/officeDocument/2006/relationships/tags" Target="../tags/tag473.xml"/><Relationship Id="rId1" Type="http://schemas.openxmlformats.org/officeDocument/2006/relationships/tags" Target="../tags/tag472.xml"/><Relationship Id="rId6" Type="http://schemas.openxmlformats.org/officeDocument/2006/relationships/image" Target="../media/image1290.svg"/><Relationship Id="rId11" Type="http://schemas.openxmlformats.org/officeDocument/2006/relationships/image" Target="../media/image1294.svg"/><Relationship Id="rId5" Type="http://schemas.openxmlformats.org/officeDocument/2006/relationships/image" Target="../media/image1289.svg"/><Relationship Id="rId10" Type="http://schemas.openxmlformats.org/officeDocument/2006/relationships/image" Target="../media/image1293.svg"/><Relationship Id="rId4" Type="http://schemas.openxmlformats.org/officeDocument/2006/relationships/notesSlide" Target="../notesSlides/notesSlide139.xml"/><Relationship Id="rId9" Type="http://schemas.openxmlformats.org/officeDocument/2006/relationships/image" Target="../media/image1292.svg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svg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8.svg"/><Relationship Id="rId13" Type="http://schemas.openxmlformats.org/officeDocument/2006/relationships/image" Target="../media/image1306.svg"/><Relationship Id="rId18" Type="http://schemas.openxmlformats.org/officeDocument/2006/relationships/image" Target="../media/image1310.svg"/><Relationship Id="rId26" Type="http://schemas.openxmlformats.org/officeDocument/2006/relationships/image" Target="../media/image1317.svg"/><Relationship Id="rId3" Type="http://schemas.openxmlformats.org/officeDocument/2006/relationships/image" Target="../media/image1297.svg"/><Relationship Id="rId21" Type="http://schemas.openxmlformats.org/officeDocument/2006/relationships/image" Target="../media/image1313.svg"/><Relationship Id="rId7" Type="http://schemas.openxmlformats.org/officeDocument/2006/relationships/image" Target="../media/image1301.svg"/><Relationship Id="rId12" Type="http://schemas.openxmlformats.org/officeDocument/2006/relationships/image" Target="../media/image1305.svg"/><Relationship Id="rId17" Type="http://schemas.openxmlformats.org/officeDocument/2006/relationships/image" Target="../media/image1309.svg"/><Relationship Id="rId25" Type="http://schemas.openxmlformats.org/officeDocument/2006/relationships/image" Target="../media/image1316.svg"/><Relationship Id="rId2" Type="http://schemas.openxmlformats.org/officeDocument/2006/relationships/image" Target="../media/image1296.svg"/><Relationship Id="rId16" Type="http://schemas.openxmlformats.org/officeDocument/2006/relationships/image" Target="../media/image1308.svg"/><Relationship Id="rId20" Type="http://schemas.openxmlformats.org/officeDocument/2006/relationships/image" Target="../media/image1312.svg"/><Relationship Id="rId29" Type="http://schemas.openxmlformats.org/officeDocument/2006/relationships/image" Target="../media/image132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svg"/><Relationship Id="rId11" Type="http://schemas.openxmlformats.org/officeDocument/2006/relationships/image" Target="../media/image1304.svg"/><Relationship Id="rId24" Type="http://schemas.openxmlformats.org/officeDocument/2006/relationships/image" Target="../media/image395.svg"/><Relationship Id="rId5" Type="http://schemas.openxmlformats.org/officeDocument/2006/relationships/image" Target="../media/image1299.svg"/><Relationship Id="rId15" Type="http://schemas.openxmlformats.org/officeDocument/2006/relationships/image" Target="../media/image1307.svg"/><Relationship Id="rId23" Type="http://schemas.openxmlformats.org/officeDocument/2006/relationships/image" Target="../media/image1315.svg"/><Relationship Id="rId28" Type="http://schemas.openxmlformats.org/officeDocument/2006/relationships/image" Target="../media/image1319.svg"/><Relationship Id="rId10" Type="http://schemas.openxmlformats.org/officeDocument/2006/relationships/image" Target="../media/image1303.svg"/><Relationship Id="rId19" Type="http://schemas.openxmlformats.org/officeDocument/2006/relationships/image" Target="../media/image1311.svg"/><Relationship Id="rId31" Type="http://schemas.openxmlformats.org/officeDocument/2006/relationships/image" Target="../media/image1322.svg"/><Relationship Id="rId4" Type="http://schemas.openxmlformats.org/officeDocument/2006/relationships/image" Target="../media/image1298.svg"/><Relationship Id="rId9" Type="http://schemas.openxmlformats.org/officeDocument/2006/relationships/image" Target="../media/image1302.svg"/><Relationship Id="rId14" Type="http://schemas.openxmlformats.org/officeDocument/2006/relationships/image" Target="../media/image1242.svg"/><Relationship Id="rId22" Type="http://schemas.openxmlformats.org/officeDocument/2006/relationships/image" Target="../media/image1314.svg"/><Relationship Id="rId27" Type="http://schemas.openxmlformats.org/officeDocument/2006/relationships/image" Target="../media/image1318.svg"/><Relationship Id="rId30" Type="http://schemas.openxmlformats.org/officeDocument/2006/relationships/image" Target="../media/image1321.svg"/></Relationships>
</file>

<file path=ppt/slides/_rels/slide3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8.svg"/><Relationship Id="rId2" Type="http://schemas.openxmlformats.org/officeDocument/2006/relationships/image" Target="../media/image83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3.svg"/><Relationship Id="rId4" Type="http://schemas.openxmlformats.org/officeDocument/2006/relationships/image" Target="../media/image167.svg"/></Relationships>
</file>

<file path=ppt/slides/_rels/slide3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3.svg"/><Relationship Id="rId3" Type="http://schemas.openxmlformats.org/officeDocument/2006/relationships/image" Target="../media/image808.svg"/><Relationship Id="rId7" Type="http://schemas.openxmlformats.org/officeDocument/2006/relationships/image" Target="../media/image811.svg"/><Relationship Id="rId2" Type="http://schemas.openxmlformats.org/officeDocument/2006/relationships/image" Target="../media/image80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2.svg"/><Relationship Id="rId5" Type="http://schemas.openxmlformats.org/officeDocument/2006/relationships/image" Target="../media/image810.svg"/><Relationship Id="rId10" Type="http://schemas.openxmlformats.org/officeDocument/2006/relationships/image" Target="../media/image404.svg"/><Relationship Id="rId4" Type="http://schemas.openxmlformats.org/officeDocument/2006/relationships/image" Target="../media/image809.svg"/><Relationship Id="rId9" Type="http://schemas.openxmlformats.org/officeDocument/2006/relationships/image" Target="../media/image313.svg"/></Relationships>
</file>

<file path=ppt/slides/_rels/slide3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3.svg"/><Relationship Id="rId3" Type="http://schemas.openxmlformats.org/officeDocument/2006/relationships/image" Target="../media/image97.svg"/><Relationship Id="rId7" Type="http://schemas.openxmlformats.org/officeDocument/2006/relationships/image" Target="../media/image812.svg"/><Relationship Id="rId2" Type="http://schemas.openxmlformats.org/officeDocument/2006/relationships/image" Target="../media/image19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svg"/><Relationship Id="rId5" Type="http://schemas.openxmlformats.org/officeDocument/2006/relationships/image" Target="../media/image478.svg"/><Relationship Id="rId4" Type="http://schemas.openxmlformats.org/officeDocument/2006/relationships/image" Target="../media/image459.svg"/></Relationships>
</file>

<file path=ppt/slides/_rels/slide3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5.svg"/><Relationship Id="rId2" Type="http://schemas.openxmlformats.org/officeDocument/2006/relationships/image" Target="../media/image81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7.svg"/><Relationship Id="rId4" Type="http://schemas.openxmlformats.org/officeDocument/2006/relationships/image" Target="../media/image816.svg"/></Relationships>
</file>

<file path=ppt/slides/_rels/slide3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5.svg"/><Relationship Id="rId2" Type="http://schemas.openxmlformats.org/officeDocument/2006/relationships/image" Target="../media/image80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6.svg"/></Relationships>
</file>

<file path=ppt/slides/_rels/slide3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6.sv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3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3.sv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7.svg"/></Relationships>
</file>

<file path=ppt/slides/_rels/slide3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svg"/><Relationship Id="rId3" Type="http://schemas.openxmlformats.org/officeDocument/2006/relationships/image" Target="../media/image440.png"/><Relationship Id="rId7" Type="http://schemas.openxmlformats.org/officeDocument/2006/relationships/image" Target="../media/image435.sv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4.svg"/><Relationship Id="rId11" Type="http://schemas.openxmlformats.org/officeDocument/2006/relationships/image" Target="../media/image74.svg"/><Relationship Id="rId5" Type="http://schemas.openxmlformats.org/officeDocument/2006/relationships/image" Target="../media/image798.svg"/><Relationship Id="rId10" Type="http://schemas.openxmlformats.org/officeDocument/2006/relationships/image" Target="../media/image437.svg"/><Relationship Id="rId4" Type="http://schemas.openxmlformats.org/officeDocument/2006/relationships/image" Target="../media/image438.png"/><Relationship Id="rId9" Type="http://schemas.openxmlformats.org/officeDocument/2006/relationships/image" Target="../media/image802.svg"/></Relationships>
</file>

<file path=ppt/slides/_rels/slide3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8.svg"/><Relationship Id="rId3" Type="http://schemas.openxmlformats.org/officeDocument/2006/relationships/image" Target="../media/image784.svg"/><Relationship Id="rId7" Type="http://schemas.openxmlformats.org/officeDocument/2006/relationships/image" Target="../media/image787.svg"/><Relationship Id="rId2" Type="http://schemas.openxmlformats.org/officeDocument/2006/relationships/image" Target="../media/image78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6.svg"/><Relationship Id="rId5" Type="http://schemas.openxmlformats.org/officeDocument/2006/relationships/image" Target="../media/image785.svg"/><Relationship Id="rId10" Type="http://schemas.openxmlformats.org/officeDocument/2006/relationships/image" Target="../media/image167.svg"/><Relationship Id="rId4" Type="http://schemas.openxmlformats.org/officeDocument/2006/relationships/image" Target="../media/image362.svg"/><Relationship Id="rId9" Type="http://schemas.openxmlformats.org/officeDocument/2006/relationships/image" Target="../media/image789.svg"/></Relationships>
</file>

<file path=ppt/slides/_rels/slide3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5.svg"/><Relationship Id="rId3" Type="http://schemas.openxmlformats.org/officeDocument/2006/relationships/image" Target="../media/image790.svg"/><Relationship Id="rId7" Type="http://schemas.openxmlformats.org/officeDocument/2006/relationships/image" Target="../media/image794.sv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3.svg"/><Relationship Id="rId5" Type="http://schemas.openxmlformats.org/officeDocument/2006/relationships/image" Target="../media/image792.svg"/><Relationship Id="rId4" Type="http://schemas.openxmlformats.org/officeDocument/2006/relationships/image" Target="../media/image791.svg"/></Relationships>
</file>

<file path=ppt/slides/_rels/slide3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4.sv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5.svg"/></Relationships>
</file>

<file path=ppt/slides/_rels/slide4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svg"/><Relationship Id="rId2" Type="http://schemas.openxmlformats.org/officeDocument/2006/relationships/image" Target="../media/image919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6.svg"/></Relationships>
</file>

<file path=ppt/slides/_rels/slide4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2.svg"/><Relationship Id="rId7" Type="http://schemas.openxmlformats.org/officeDocument/2006/relationships/image" Target="../media/image995.svg"/><Relationship Id="rId2" Type="http://schemas.openxmlformats.org/officeDocument/2006/relationships/image" Target="../media/image99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4.svg"/><Relationship Id="rId5" Type="http://schemas.openxmlformats.org/officeDocument/2006/relationships/image" Target="../media/image993.svg"/><Relationship Id="rId4" Type="http://schemas.openxmlformats.org/officeDocument/2006/relationships/image" Target="../media/image327.svg"/></Relationships>
</file>

<file path=ppt/slides/_rels/slide4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8.svg"/><Relationship Id="rId3" Type="http://schemas.openxmlformats.org/officeDocument/2006/relationships/image" Target="../media/image994.svg"/><Relationship Id="rId7" Type="http://schemas.openxmlformats.org/officeDocument/2006/relationships/image" Target="../media/image997.svg"/><Relationship Id="rId2" Type="http://schemas.openxmlformats.org/officeDocument/2006/relationships/image" Target="../media/image99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1.svg"/><Relationship Id="rId5" Type="http://schemas.openxmlformats.org/officeDocument/2006/relationships/image" Target="../media/image428.svg"/><Relationship Id="rId4" Type="http://schemas.openxmlformats.org/officeDocument/2006/relationships/image" Target="../media/image318.svg"/></Relationships>
</file>

<file path=ppt/slides/_rels/slide4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8.svg"/><Relationship Id="rId3" Type="http://schemas.openxmlformats.org/officeDocument/2006/relationships/image" Target="../media/image998.svg"/><Relationship Id="rId7" Type="http://schemas.openxmlformats.org/officeDocument/2006/relationships/image" Target="../media/image994.sv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0.svg"/><Relationship Id="rId11" Type="http://schemas.openxmlformats.org/officeDocument/2006/relationships/image" Target="../media/image361.svg"/><Relationship Id="rId5" Type="http://schemas.openxmlformats.org/officeDocument/2006/relationships/image" Target="../media/image1003.svg"/><Relationship Id="rId10" Type="http://schemas.openxmlformats.org/officeDocument/2006/relationships/image" Target="../media/image97.svg"/><Relationship Id="rId4" Type="http://schemas.openxmlformats.org/officeDocument/2006/relationships/image" Target="../media/image999.svg"/><Relationship Id="rId9" Type="http://schemas.openxmlformats.org/officeDocument/2006/relationships/image" Target="../media/image428.svg"/></Relationships>
</file>

<file path=ppt/slides/_rels/slide40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3" Type="http://schemas.openxmlformats.org/officeDocument/2006/relationships/tags" Target="../tags/tag480.xml"/><Relationship Id="rId7" Type="http://schemas.openxmlformats.org/officeDocument/2006/relationships/tags" Target="../tags/tag484.xml"/><Relationship Id="rId2" Type="http://schemas.openxmlformats.org/officeDocument/2006/relationships/tags" Target="../tags/tag479.xml"/><Relationship Id="rId1" Type="http://schemas.openxmlformats.org/officeDocument/2006/relationships/tags" Target="../tags/tag478.xml"/><Relationship Id="rId6" Type="http://schemas.openxmlformats.org/officeDocument/2006/relationships/tags" Target="../tags/tag483.xml"/><Relationship Id="rId5" Type="http://schemas.openxmlformats.org/officeDocument/2006/relationships/tags" Target="../tags/tag482.xml"/><Relationship Id="rId10" Type="http://schemas.openxmlformats.org/officeDocument/2006/relationships/image" Target="../media/image1325.png"/><Relationship Id="rId4" Type="http://schemas.openxmlformats.org/officeDocument/2006/relationships/tags" Target="../tags/tag481.xml"/><Relationship Id="rId9" Type="http://schemas.openxmlformats.org/officeDocument/2006/relationships/image" Target="../media/image1324.png"/></Relationships>
</file>

<file path=ppt/slides/_rels/slide4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7.png"/><Relationship Id="rId3" Type="http://schemas.openxmlformats.org/officeDocument/2006/relationships/tags" Target="../tags/tag487.xml"/><Relationship Id="rId7" Type="http://schemas.openxmlformats.org/officeDocument/2006/relationships/image" Target="../media/image1326.png"/><Relationship Id="rId12" Type="http://schemas.openxmlformats.org/officeDocument/2006/relationships/image" Target="../media/image1329.svg"/><Relationship Id="rId2" Type="http://schemas.openxmlformats.org/officeDocument/2006/relationships/tags" Target="../tags/tag486.xml"/><Relationship Id="rId1" Type="http://schemas.openxmlformats.org/officeDocument/2006/relationships/tags" Target="../tags/tag485.xml"/><Relationship Id="rId6" Type="http://schemas.openxmlformats.org/officeDocument/2006/relationships/chart" Target="../charts/chart80.xml"/><Relationship Id="rId11" Type="http://schemas.openxmlformats.org/officeDocument/2006/relationships/image" Target="../media/image813.svg"/><Relationship Id="rId5" Type="http://schemas.openxmlformats.org/officeDocument/2006/relationships/slideLayout" Target="../slideLayouts/slideLayout4.xml"/><Relationship Id="rId10" Type="http://schemas.openxmlformats.org/officeDocument/2006/relationships/image" Target="../media/image986.svg"/><Relationship Id="rId4" Type="http://schemas.openxmlformats.org/officeDocument/2006/relationships/tags" Target="../tags/tag488.xml"/><Relationship Id="rId9" Type="http://schemas.openxmlformats.org/officeDocument/2006/relationships/image" Target="../media/image1328.svg"/></Relationships>
</file>

<file path=ppt/slides/_rels/slide4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6.png"/><Relationship Id="rId13" Type="http://schemas.openxmlformats.org/officeDocument/2006/relationships/image" Target="../media/image1339.svg"/><Relationship Id="rId3" Type="http://schemas.openxmlformats.org/officeDocument/2006/relationships/image" Target="../media/image1331.svg"/><Relationship Id="rId7" Type="http://schemas.openxmlformats.org/officeDocument/2006/relationships/image" Target="../media/image1335.png"/><Relationship Id="rId12" Type="http://schemas.openxmlformats.org/officeDocument/2006/relationships/image" Target="../media/image888.svg"/><Relationship Id="rId2" Type="http://schemas.openxmlformats.org/officeDocument/2006/relationships/image" Target="../media/image1330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34.svg"/><Relationship Id="rId11" Type="http://schemas.openxmlformats.org/officeDocument/2006/relationships/image" Target="../media/image208.svg"/><Relationship Id="rId5" Type="http://schemas.openxmlformats.org/officeDocument/2006/relationships/image" Target="../media/image1333.svg"/><Relationship Id="rId10" Type="http://schemas.openxmlformats.org/officeDocument/2006/relationships/image" Target="../media/image1338.png"/><Relationship Id="rId4" Type="http://schemas.openxmlformats.org/officeDocument/2006/relationships/image" Target="../media/image1332.svg"/><Relationship Id="rId9" Type="http://schemas.openxmlformats.org/officeDocument/2006/relationships/image" Target="../media/image1337.png"/></Relationships>
</file>

<file path=ppt/slides/_rels/slide4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2.svg"/><Relationship Id="rId3" Type="http://schemas.openxmlformats.org/officeDocument/2006/relationships/image" Target="../media/image1341.svg"/><Relationship Id="rId7" Type="http://schemas.openxmlformats.org/officeDocument/2006/relationships/image" Target="../media/image1332.svg"/><Relationship Id="rId2" Type="http://schemas.openxmlformats.org/officeDocument/2006/relationships/image" Target="../media/image1340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2.svg"/><Relationship Id="rId5" Type="http://schemas.openxmlformats.org/officeDocument/2006/relationships/image" Target="../media/image192.svg"/><Relationship Id="rId4" Type="http://schemas.openxmlformats.org/officeDocument/2006/relationships/image" Target="../media/image327.svg"/></Relationships>
</file>

<file path=ppt/slides/_rels/slide4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1.svg"/><Relationship Id="rId3" Type="http://schemas.openxmlformats.org/officeDocument/2006/relationships/image" Target="../media/image1344.svg"/><Relationship Id="rId7" Type="http://schemas.openxmlformats.org/officeDocument/2006/relationships/image" Target="../media/image1345.svg"/><Relationship Id="rId2" Type="http://schemas.openxmlformats.org/officeDocument/2006/relationships/image" Target="../media/image134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7.svg"/><Relationship Id="rId5" Type="http://schemas.openxmlformats.org/officeDocument/2006/relationships/image" Target="../media/image1014.svg"/><Relationship Id="rId4" Type="http://schemas.openxmlformats.org/officeDocument/2006/relationships/image" Target="../media/image321.svg"/></Relationships>
</file>

<file path=ppt/slides/_rels/slide4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7.svg"/><Relationship Id="rId2" Type="http://schemas.openxmlformats.org/officeDocument/2006/relationships/image" Target="../media/image1346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48.svg"/></Relationships>
</file>

<file path=ppt/slides/_rels/slide4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7.svg"/><Relationship Id="rId2" Type="http://schemas.openxmlformats.org/officeDocument/2006/relationships/image" Target="../media/image1346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48.svg"/></Relationships>
</file>

<file path=ppt/slides/_rels/slide4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5.svg"/><Relationship Id="rId3" Type="http://schemas.openxmlformats.org/officeDocument/2006/relationships/image" Target="../media/image1350.png"/><Relationship Id="rId7" Type="http://schemas.openxmlformats.org/officeDocument/2006/relationships/image" Target="../media/image1354.svg"/><Relationship Id="rId2" Type="http://schemas.openxmlformats.org/officeDocument/2006/relationships/image" Target="../media/image1349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53.svg"/><Relationship Id="rId5" Type="http://schemas.openxmlformats.org/officeDocument/2006/relationships/image" Target="../media/image1352.svg"/><Relationship Id="rId10" Type="http://schemas.openxmlformats.org/officeDocument/2006/relationships/image" Target="../media/image1357.svg"/><Relationship Id="rId4" Type="http://schemas.openxmlformats.org/officeDocument/2006/relationships/image" Target="../media/image1351.png"/><Relationship Id="rId9" Type="http://schemas.openxmlformats.org/officeDocument/2006/relationships/image" Target="../media/image1356.svg"/></Relationships>
</file>

<file path=ppt/slides/slide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EUC</a:t>
            </a:r>
            <a:r>
              <a:rPr kumimoji="1" lang="ja-JP" altLang="en-US" dirty="0"/>
              <a:t>XX</a:t>
            </a:r>
          </a:p>
        </p:txBody>
      </p:sp>
      <p:sp>
        <p:nvSpPr>
          <p:cNvPr id="41" name="タイトル 40">
            <a:extLst>
              <a:ext uri="{FF2B5EF4-FFF2-40B4-BE49-F238E27FC236}">
                <ns2:creationId id="{348D10A6-CCD2-5BE8-D0F4-C9C151AF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34" name="グループ化 233">
            <a:extLst>
              <a:ext uri="{FF2B5EF4-FFF2-40B4-BE49-F238E27FC236}">
                <ns2:creationId id="{DE1C3072-9080-7EE3-2CB0-154571C55217}"/>
              </a:ext>
            </a:extLst>
          </p:cNvPr>
          <p:cNvGrpSpPr/>
          <p:nvPr/>
        </p:nvGrpSpPr>
        <p:grpSpPr>
          <a:xfrm>
            <a:off x="10074948" y="1298178"/>
            <a:ext cx="1782090" cy="252000"/>
            <a:chOff x="9880308" y="1276950"/>
            <a:chExt cx="1782090" cy="252000"/>
          </a:xfrm>
        </p:grpSpPr>
        <p:sp>
          <p:nvSpPr>
            <p:cNvPr id="224" name="Rounded Rectangle 42">
              <a:extLst>
                <a:ext uri="{FF2B5EF4-FFF2-40B4-BE49-F238E27FC236}">
                  <ns2:creationId id="{D2379776-6357-D5BD-FB8C-28691C49FF4D}"/>
                </a:ext>
              </a:extLst>
            </p:cNvPr>
            <p:cNvSpPr/>
            <p:nvPr/>
          </p:nvSpPr>
          <p:spPr>
            <a:xfrm>
              <a:off x="10240308" y="1276950"/>
              <a:ext cx="432000" cy="252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自動</a:t>
              </a:r>
              <a:endParaRPr kumimoji="1" lang="ja-JP" altLang="en-US" sz="1200" noProof="0" dirty="0"/>
            </a:p>
          </p:txBody>
        </p:sp>
        <p:sp>
          <p:nvSpPr>
            <p:cNvPr id="225" name="Rounded Rectangle 42">
              <a:extLst>
                <a:ext uri="{FF2B5EF4-FFF2-40B4-BE49-F238E27FC236}">
                  <ns2:creationId id="{723BC239-DEEE-232F-73D7-E194D7D5FD1C}"/>
                </a:ext>
              </a:extLst>
            </p:cNvPr>
            <p:cNvSpPr/>
            <p:nvPr/>
          </p:nvSpPr>
          <p:spPr>
            <a:xfrm>
              <a:off x="11230398" y="1276950"/>
              <a:ext cx="432000" cy="252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手動</a:t>
              </a:r>
              <a:endParaRPr kumimoji="1" lang="ja-JP" altLang="en-US" sz="1200" noProof="0" dirty="0"/>
            </a:p>
          </p:txBody>
        </p:sp>
        <p:cxnSp>
          <p:nvCxnSpPr>
            <p:cNvPr id="226" name="直線矢印コネクタ 225">
              <a:extLst>
                <a:ext uri="{FF2B5EF4-FFF2-40B4-BE49-F238E27FC236}">
                  <ns2:creationId id="{7698529A-EF1A-389E-AF50-2BF91F7C26EA}"/>
                </a:ext>
              </a:extLst>
            </p:cNvPr>
            <p:cNvCxnSpPr>
              <a:cxnSpLocks/>
            </p:cNvCxnSpPr>
            <p:nvPr/>
          </p:nvCxnSpPr>
          <p:spPr>
            <a:xfrm>
              <a:off x="9880308" y="1402950"/>
              <a:ext cx="360000" cy="0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228">
              <a:extLst>
                <a:ext uri="{FF2B5EF4-FFF2-40B4-BE49-F238E27FC236}">
                  <ns2:creationId id="{85B1160A-295C-E9D5-913C-2C285E95BD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70398" y="1402950"/>
              <a:ext cx="360000" cy="0"/>
            </a:xfrm>
            <a:prstGeom prst="straightConnector1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グループ化 6">
            <a:extLst>
              <a:ext uri="{FF2B5EF4-FFF2-40B4-BE49-F238E27FC236}">
                <ns2:creationId id="{C07688FD-943C-2D8E-5AA8-28436C890E7C}"/>
              </a:ext>
            </a:extLst>
          </p:cNvPr>
          <p:cNvGrpSpPr/>
          <p:nvPr/>
        </p:nvGrpSpPr>
        <p:grpSpPr>
          <a:xfrm>
            <a:off x="334962" y="1587029"/>
            <a:ext cx="11522076" cy="4740557"/>
            <a:chOff x="334962" y="1587029"/>
            <a:chExt cx="11522076" cy="4740557"/>
          </a:xfrm>
        </p:grpSpPr>
        <p:sp>
          <p:nvSpPr>
            <p:cNvPr id="2" name="Rounded Rectangle 25">
              <a:extLst>
                <a:ext uri="{FF2B5EF4-FFF2-40B4-BE49-F238E27FC236}">
                  <ns2:creationId id="{4D0B9562-0E3D-8BA2-DC16-ED7CC6322272}"/>
                </a:ext>
              </a:extLst>
            </p:cNvPr>
            <p:cNvSpPr/>
            <p:nvPr/>
          </p:nvSpPr>
          <p:spPr>
            <a:xfrm>
              <a:off x="6104930" y="2769913"/>
              <a:ext cx="1214612" cy="867161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576000" rIns="0" bIns="0" rtlCol="0" anchor="t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noProof="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grpSp>
          <p:nvGrpSpPr>
            <p:cNvPr id="282" name="グループ化 281">
              <a:extLst>
                <a:ext uri="{FF2B5EF4-FFF2-40B4-BE49-F238E27FC236}">
                  <ns2:creationId id="{9C55BEC6-79F1-3A70-4BB0-B3BB6B32062C}"/>
                </a:ext>
              </a:extLst>
            </p:cNvPr>
            <p:cNvGrpSpPr/>
            <p:nvPr/>
          </p:nvGrpSpPr>
          <p:grpSpPr>
            <a:xfrm>
              <a:off x="3273613" y="2290667"/>
              <a:ext cx="687672" cy="1075980"/>
              <a:chOff x="3273613" y="2290667"/>
              <a:chExt cx="687672" cy="1075980"/>
            </a:xfrm>
          </p:grpSpPr>
          <p:cxnSp>
            <p:nvCxnSpPr>
              <p:cNvPr id="255" name="直線矢印コネクタ 254">
                <a:extLst>
                  <a:ext uri="{FF2B5EF4-FFF2-40B4-BE49-F238E27FC236}">
                    <ns2:creationId id="{E1FA0470-5EA6-B4D3-87AA-C78F8587D8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7285" y="2290667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矢印コネクタ 255">
                <a:extLst>
                  <a:ext uri="{FF2B5EF4-FFF2-40B4-BE49-F238E27FC236}">
                    <ns2:creationId id="{6CDBA47E-4689-D4BD-8FF3-F553D99C6D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2444378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直線矢印コネクタ 256">
                <a:extLst>
                  <a:ext uri="{FF2B5EF4-FFF2-40B4-BE49-F238E27FC236}">
                    <ns2:creationId id="{49E40FC8-0A95-727D-A836-49FB0D1E06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7285" y="2598089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直線矢印コネクタ 257">
                <a:extLst>
                  <a:ext uri="{FF2B5EF4-FFF2-40B4-BE49-F238E27FC236}">
                    <ns2:creationId id="{1D58EDC9-ACD8-95CB-E69C-99C05BA29C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2751800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矢印コネクタ 258">
                <a:extLst>
                  <a:ext uri="{FF2B5EF4-FFF2-40B4-BE49-F238E27FC236}">
                    <ns2:creationId id="{46D937E5-D9A4-5B04-FF1C-E1F3D51468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2905511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矢印コネクタ 259">
                <a:extLst>
                  <a:ext uri="{FF2B5EF4-FFF2-40B4-BE49-F238E27FC236}">
                    <ns2:creationId id="{38D6F3AA-2716-3657-16CF-BDE0CA704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3059222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矢印コネクタ 260">
                <a:extLst>
                  <a:ext uri="{FF2B5EF4-FFF2-40B4-BE49-F238E27FC236}">
                    <ns2:creationId id="{25B6C5AF-418E-9A3F-9604-CFA541E52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3212933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直線矢印コネクタ 263">
                <a:extLst>
                  <a:ext uri="{FF2B5EF4-FFF2-40B4-BE49-F238E27FC236}">
                    <ns2:creationId id="{F24B3CE2-AC77-7021-1E14-CC4ABBE36F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3613" y="3366647"/>
                <a:ext cx="684000" cy="0"/>
              </a:xfrm>
              <a:prstGeom prst="straightConnector1">
                <a:avLst/>
              </a:prstGeom>
              <a:ln w="9525">
                <a:solidFill>
                  <a:schemeClr val="accent5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7" name="グループ化 286">
              <a:extLst>
                <a:ext uri="{FF2B5EF4-FFF2-40B4-BE49-F238E27FC236}">
                  <ns2:creationId id="{2E06D44C-4A32-2048-567D-709F5051E778}"/>
                </a:ext>
              </a:extLst>
            </p:cNvPr>
            <p:cNvGrpSpPr/>
            <p:nvPr/>
          </p:nvGrpSpPr>
          <p:grpSpPr>
            <a:xfrm>
              <a:off x="1895233" y="3463284"/>
              <a:ext cx="2056909" cy="2685121"/>
              <a:chOff x="1895233" y="3463284"/>
              <a:chExt cx="2056909" cy="2685121"/>
            </a:xfrm>
          </p:grpSpPr>
          <p:cxnSp>
            <p:nvCxnSpPr>
              <p:cNvPr id="266" name="直線矢印コネクタ 265">
                <a:extLst>
                  <a:ext uri="{FF2B5EF4-FFF2-40B4-BE49-F238E27FC236}">
                    <ns2:creationId id="{83F2A2A0-5844-5E70-65B5-A4BFA5CC02A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5484" y="4092384"/>
                <a:ext cx="28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矢印コネクタ 266">
                <a:extLst>
                  <a:ext uri="{FF2B5EF4-FFF2-40B4-BE49-F238E27FC236}">
                    <ns2:creationId id="{35815CF7-16A8-2497-2B27-C78EA45270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5484" y="4364595"/>
                <a:ext cx="28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直線矢印コネクタ 267">
                <a:extLst>
                  <a:ext uri="{FF2B5EF4-FFF2-40B4-BE49-F238E27FC236}">
                    <ns2:creationId id="{956874EC-E1F2-7FEE-CDBA-8A39982184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7592" y="4900649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直線矢印コネクタ 268">
                <a:extLst>
                  <a:ext uri="{FF2B5EF4-FFF2-40B4-BE49-F238E27FC236}">
                    <ns2:creationId id="{95E98634-C07D-00E5-2C40-5555F3DD17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7592" y="5090302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直線矢印コネクタ 269">
                <a:extLst>
                  <a:ext uri="{FF2B5EF4-FFF2-40B4-BE49-F238E27FC236}">
                    <ns2:creationId id="{D3111A6F-D656-E5D9-85E7-9C8C93A861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7592" y="5279955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直線矢印コネクタ 270">
                <a:extLst>
                  <a:ext uri="{FF2B5EF4-FFF2-40B4-BE49-F238E27FC236}">
                    <ns2:creationId id="{D326A5EC-0C81-2074-7FA3-DA86EB8756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5233" y="5769099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直線矢印コネクタ 271">
                <a:extLst>
                  <a:ext uri="{FF2B5EF4-FFF2-40B4-BE49-F238E27FC236}">
                    <ns2:creationId id="{A77743B6-B830-9872-176E-C080C0A95A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5233" y="5958752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矢印コネクタ 272">
                <a:extLst>
                  <a:ext uri="{FF2B5EF4-FFF2-40B4-BE49-F238E27FC236}">
                    <ns2:creationId id="{9765908F-BFF8-3C7A-43F5-1B3FAB1B53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5233" y="6148405"/>
                <a:ext cx="828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コネクタ: カギ線 274">
                <a:extLst>
                  <a:ext uri="{FF2B5EF4-FFF2-40B4-BE49-F238E27FC236}">
                    <ns2:creationId id="{5CEF31E6-9D94-A8F8-CD2D-74B372385397}"/>
                  </a:ext>
                </a:extLst>
              </p:cNvPr>
              <p:cNvCxnSpPr>
                <a:cxnSpLocks/>
                <a:stCxn id="240" idx="0"/>
              </p:cNvCxnSpPr>
              <p:nvPr/>
            </p:nvCxnSpPr>
            <p:spPr>
              <a:xfrm rot="5400000" flipH="1" flipV="1">
                <a:off x="2704371" y="2788468"/>
                <a:ext cx="572955" cy="1922587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" name="グループ化 290">
              <a:extLst>
                <a:ext uri="{FF2B5EF4-FFF2-40B4-BE49-F238E27FC236}">
                  <ns2:creationId id="{B6A68089-6148-BF82-1BA3-F7B8A885D837}"/>
                </a:ext>
              </a:extLst>
            </p:cNvPr>
            <p:cNvGrpSpPr/>
            <p:nvPr/>
          </p:nvGrpSpPr>
          <p:grpSpPr>
            <a:xfrm>
              <a:off x="334962" y="1587029"/>
              <a:ext cx="11522076" cy="252000"/>
              <a:chOff x="334962" y="1637831"/>
              <a:chExt cx="11522076" cy="252000"/>
            </a:xfrm>
          </p:grpSpPr>
          <p:cxnSp>
            <p:nvCxnSpPr>
              <p:cNvPr id="55" name="直線矢印コネクタ 54">
                <a:extLst>
                  <a:ext uri="{FF2B5EF4-FFF2-40B4-BE49-F238E27FC236}">
                    <ns2:creationId id="{136611C9-AF18-D580-5C48-A7F78E8CB2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2" y="1763831"/>
                <a:ext cx="3445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線矢印コネクタ 67">
                <a:extLst>
                  <a:ext uri="{FF2B5EF4-FFF2-40B4-BE49-F238E27FC236}">
                    <ns2:creationId id="{2751DC1A-EF99-A98D-7698-4F99FB84DD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63210" y="1763831"/>
                <a:ext cx="2063812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矢印コネクタ 72">
                <a:extLst>
                  <a:ext uri="{FF2B5EF4-FFF2-40B4-BE49-F238E27FC236}">
                    <ns2:creationId id="{A9E77E30-E678-B050-794C-9CFF4E2F9B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12730" y="1763831"/>
                <a:ext cx="274430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矢印コネクタ 75">
                <a:extLst>
                  <a:ext uri="{FF2B5EF4-FFF2-40B4-BE49-F238E27FC236}">
                    <ns2:creationId id="{FA953794-13C2-0877-7173-C972DE1AC2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10084" y="1763831"/>
                <a:ext cx="14696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矢印コネクタ 77">
                <a:extLst>
                  <a:ext uri="{FF2B5EF4-FFF2-40B4-BE49-F238E27FC236}">
                    <ns2:creationId id="{6BD0C56C-B6D9-653B-AEB6-C1F8E99AE5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407" y="1763831"/>
                <a:ext cx="146962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Rounded Rectangle 29">
                <a:extLst>
                  <a:ext uri="{FF2B5EF4-FFF2-40B4-BE49-F238E27FC236}">
                    <ns2:creationId id="{33ADC0AF-1025-36DA-4942-E19FE87DCDAE}"/>
                  </a:ext>
                </a:extLst>
              </p:cNvPr>
              <p:cNvSpPr/>
              <p:nvPr/>
            </p:nvSpPr>
            <p:spPr>
              <a:xfrm>
                <a:off x="1193705" y="1637831"/>
                <a:ext cx="1548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12" name="Rounded Rectangle 31">
                <a:extLst>
                  <a:ext uri="{FF2B5EF4-FFF2-40B4-BE49-F238E27FC236}">
                    <ns2:creationId id="{22E0F4AD-16C3-8ED9-1A1B-827ED8E25C88}"/>
                  </a:ext>
                </a:extLst>
              </p:cNvPr>
              <p:cNvSpPr/>
              <p:nvPr/>
            </p:nvSpPr>
            <p:spPr>
              <a:xfrm>
                <a:off x="4553116" y="1637831"/>
                <a:ext cx="684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DWH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16" name="Rounded Rectangle 33">
                <a:extLst>
                  <a:ext uri="{FF2B5EF4-FFF2-40B4-BE49-F238E27FC236}">
                    <ns2:creationId id="{E1551C84-93F0-2ADE-1C0A-413B980268D8}"/>
                  </a:ext>
                </a:extLst>
              </p:cNvPr>
              <p:cNvSpPr/>
              <p:nvPr/>
            </p:nvSpPr>
            <p:spPr>
              <a:xfrm>
                <a:off x="6388236" y="1637831"/>
                <a:ext cx="648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21" name="Rounded Rectangle 41">
                <a:extLst>
                  <a:ext uri="{FF2B5EF4-FFF2-40B4-BE49-F238E27FC236}">
                    <ns2:creationId id="{D79E3E29-FDAB-3F97-D9F2-318A0BE003CA}"/>
                  </a:ext>
                </a:extLst>
              </p:cNvPr>
              <p:cNvSpPr/>
              <p:nvPr/>
            </p:nvSpPr>
            <p:spPr>
              <a:xfrm>
                <a:off x="9600839" y="1637831"/>
                <a:ext cx="1368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22" name="Rounded Rectangle 42">
                <a:extLst>
                  <a:ext uri="{FF2B5EF4-FFF2-40B4-BE49-F238E27FC236}">
                    <ns2:creationId id="{1E4992F7-B30F-B3EA-5DC8-9DDC50DBCE76}"/>
                  </a:ext>
                </a:extLst>
              </p:cNvPr>
              <p:cNvSpPr/>
              <p:nvPr/>
            </p:nvSpPr>
            <p:spPr>
              <a:xfrm>
                <a:off x="8065705" y="1637831"/>
                <a:ext cx="432000" cy="252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</p:grpSp>
        <p:sp>
          <p:nvSpPr>
            <p:cNvPr id="38" name="Rounded Rectangle 25">
              <a:extLst>
                <a:ext uri="{FF2B5EF4-FFF2-40B4-BE49-F238E27FC236}">
                  <ns2:creationId id="{F8B0BBEB-8B12-E26C-F825-AF7858637E41}"/>
                </a:ext>
              </a:extLst>
            </p:cNvPr>
            <p:cNvSpPr/>
            <p:nvPr/>
          </p:nvSpPr>
          <p:spPr>
            <a:xfrm>
              <a:off x="9261438" y="2110156"/>
              <a:ext cx="2046802" cy="494059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KPI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58" name="Rounded Rectangle 25">
              <a:extLst>
                <a:ext uri="{FF2B5EF4-FFF2-40B4-BE49-F238E27FC236}">
                  <ns2:creationId id="{F14E668C-96EB-E237-F462-D39A3DBB6E58}"/>
                </a:ext>
              </a:extLst>
            </p:cNvPr>
            <p:cNvSpPr/>
            <p:nvPr/>
          </p:nvSpPr>
          <p:spPr>
            <a:xfrm>
              <a:off x="9261438" y="2628016"/>
              <a:ext cx="2046802" cy="494059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KPI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59" name="Rounded Rectangle 25">
              <a:extLst>
                <a:ext uri="{FF2B5EF4-FFF2-40B4-BE49-F238E27FC236}">
                  <ns2:creationId id="{2A4D149D-BA94-DF05-0862-E209F46D83C2}"/>
                </a:ext>
              </a:extLst>
            </p:cNvPr>
            <p:cNvSpPr/>
            <p:nvPr/>
          </p:nvSpPr>
          <p:spPr>
            <a:xfrm>
              <a:off x="9261438" y="3145876"/>
              <a:ext cx="2046802" cy="494059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KPI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60" name="Rounded Rectangle 25">
              <a:extLst>
                <a:ext uri="{FF2B5EF4-FFF2-40B4-BE49-F238E27FC236}">
                  <ns2:creationId id="{8C5216B3-C527-9318-B085-34EB5B71A6D8}"/>
                </a:ext>
              </a:extLst>
            </p:cNvPr>
            <p:cNvSpPr/>
            <p:nvPr/>
          </p:nvSpPr>
          <p:spPr>
            <a:xfrm>
              <a:off x="9261438" y="3663736"/>
              <a:ext cx="2046802" cy="369784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84557E84-FE60-A8F7-D4F4-29BBCA2C4F55}"/>
                </a:ext>
              </a:extLst>
            </p:cNvPr>
            <p:cNvGrpSpPr/>
            <p:nvPr/>
          </p:nvGrpSpPr>
          <p:grpSpPr>
            <a:xfrm>
              <a:off x="9261438" y="4059514"/>
              <a:ext cx="2046802" cy="1529777"/>
              <a:chOff x="9261438" y="4108015"/>
              <a:chExt cx="2046802" cy="1529777"/>
            </a:xfrm>
          </p:grpSpPr>
          <p:sp>
            <p:nvSpPr>
              <p:cNvPr id="83" name="Rounded Rectangle 25">
                <a:extLst>
                  <a:ext uri="{FF2B5EF4-FFF2-40B4-BE49-F238E27FC236}">
                    <ns2:creationId id="{EC0B5076-2644-613A-3D68-1517E8885A99}"/>
                  </a:ext>
                </a:extLst>
              </p:cNvPr>
              <p:cNvSpPr/>
              <p:nvPr/>
            </p:nvSpPr>
            <p:spPr>
              <a:xfrm>
                <a:off x="9261438" y="4108015"/>
                <a:ext cx="2046802" cy="494059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84" name="Rounded Rectangle 25">
                <a:extLst>
                  <a:ext uri="{FF2B5EF4-FFF2-40B4-BE49-F238E27FC236}">
                    <ns2:creationId id="{648D8047-6274-4ED6-761E-3F04379562D3}"/>
                  </a:ext>
                </a:extLst>
              </p:cNvPr>
              <p:cNvSpPr/>
              <p:nvPr/>
            </p:nvSpPr>
            <p:spPr>
              <a:xfrm>
                <a:off x="9261438" y="4625875"/>
                <a:ext cx="2046802" cy="494059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sp>
            <p:nvSpPr>
              <p:cNvPr id="85" name="Rounded Rectangle 25">
                <a:extLst>
                  <a:ext uri="{FF2B5EF4-FFF2-40B4-BE49-F238E27FC236}">
                    <ns2:creationId id="{EBDF5A99-647D-DF09-9D74-C0B7A1CD9253}"/>
                  </a:ext>
                </a:extLst>
              </p:cNvPr>
              <p:cNvSpPr/>
              <p:nvPr/>
            </p:nvSpPr>
            <p:spPr>
              <a:xfrm>
                <a:off x="9261438" y="5143733"/>
                <a:ext cx="2046802" cy="494059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1163902B-118C-4CBA-96C1-E0E79D5DC7D1}"/>
                </a:ext>
              </a:extLst>
            </p:cNvPr>
            <p:cNvGrpSpPr/>
            <p:nvPr/>
          </p:nvGrpSpPr>
          <p:grpSpPr>
            <a:xfrm>
              <a:off x="11355185" y="2109797"/>
              <a:ext cx="501853" cy="1894513"/>
              <a:chOff x="11355185" y="2109797"/>
              <a:chExt cx="501853" cy="1822003"/>
            </a:xfrm>
          </p:grpSpPr>
          <p:sp>
            <p:nvSpPr>
              <p:cNvPr id="87" name="右中かっこ 86">
                <a:extLst>
                  <a:ext uri="{FF2B5EF4-FFF2-40B4-BE49-F238E27FC236}">
                    <ns2:creationId id="{7A1F6D91-238A-BA95-9C30-68F04C6FAC7A}"/>
                  </a:ext>
                </a:extLst>
              </p:cNvPr>
              <p:cNvSpPr/>
              <p:nvPr/>
            </p:nvSpPr>
            <p:spPr>
              <a:xfrm>
                <a:off x="11355185" y="2109797"/>
                <a:ext cx="325482" cy="1822003"/>
              </a:xfrm>
              <a:prstGeom prst="rightBrace">
                <a:avLst>
                  <a:gd name="adj1" fmla="val 8333"/>
                  <a:gd name="adj2" fmla="val 49772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88" name="Rounded Rectangle 25">
                <a:extLst>
                  <a:ext uri="{FF2B5EF4-FFF2-40B4-BE49-F238E27FC236}">
                    <ns2:creationId id="{508A536F-DC8D-DD82-C1B5-F1964742BD4B}"/>
                  </a:ext>
                </a:extLst>
              </p:cNvPr>
              <p:cNvSpPr/>
              <p:nvPr/>
            </p:nvSpPr>
            <p:spPr>
              <a:xfrm>
                <a:off x="11680667" y="2109797"/>
                <a:ext cx="176371" cy="182200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lIns="72000" tIns="36000" rIns="0" bIns="0" rtlCol="0" anchor="t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ja-JP" altLang="en-US" sz="10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000" noProof="0" dirty="0">
                  <a:latin typeface="+mn-ea"/>
                </a:endParaRPr>
              </a:p>
            </p:txBody>
          </p:sp>
        </p:grpSp>
        <p:grpSp>
          <p:nvGrpSpPr>
            <p:cNvPr id="93" name="グループ化 92">
              <a:extLst>
                <a:ext uri="{FF2B5EF4-FFF2-40B4-BE49-F238E27FC236}">
                  <ns2:creationId id="{467DAAEC-D27D-3D65-B0FF-4AE20BCABCFA}"/>
                </a:ext>
              </a:extLst>
            </p:cNvPr>
            <p:cNvGrpSpPr/>
            <p:nvPr/>
          </p:nvGrpSpPr>
          <p:grpSpPr>
            <a:xfrm>
              <a:off x="11354499" y="4059513"/>
              <a:ext cx="501853" cy="1425879"/>
              <a:chOff x="11354499" y="3956159"/>
              <a:chExt cx="501853" cy="1529234"/>
            </a:xfrm>
          </p:grpSpPr>
          <p:sp>
            <p:nvSpPr>
              <p:cNvPr id="91" name="右中かっこ 90">
                <a:extLst>
                  <a:ext uri="{FF2B5EF4-FFF2-40B4-BE49-F238E27FC236}">
                    <ns2:creationId id="{0BA3CD6B-49FD-6105-0411-4D95457717C7}"/>
                  </a:ext>
                </a:extLst>
              </p:cNvPr>
              <p:cNvSpPr/>
              <p:nvPr/>
            </p:nvSpPr>
            <p:spPr>
              <a:xfrm>
                <a:off x="11354499" y="3956159"/>
                <a:ext cx="325482" cy="1529234"/>
              </a:xfrm>
              <a:prstGeom prst="rightBrace">
                <a:avLst>
                  <a:gd name="adj1" fmla="val 8333"/>
                  <a:gd name="adj2" fmla="val 49772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92" name="Rounded Rectangle 25">
                <a:extLst>
                  <a:ext uri="{FF2B5EF4-FFF2-40B4-BE49-F238E27FC236}">
                    <ns2:creationId id="{E1E32AC2-7BA7-6FA9-CB7C-0DCA8C401159}"/>
                  </a:ext>
                </a:extLst>
              </p:cNvPr>
              <p:cNvSpPr/>
              <p:nvPr/>
            </p:nvSpPr>
            <p:spPr>
              <a:xfrm>
                <a:off x="11679981" y="3956159"/>
                <a:ext cx="176371" cy="1529234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lIns="72000" tIns="36000" rIns="0" bIns="0" rtlCol="0" anchor="t" anchorCtr="0"/>
              <a:lstStyle/>
              <a:p>
                <a:pPr algn="ctr">
                  <a:lnSpc>
                    <a:spcPts val="1240"/>
                  </a:lnSpc>
                </a:pPr>
                <a:r>
                  <a:rPr lang="en-US" altLang="ja-JP" sz="10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1000" noProof="0" dirty="0">
                  <a:latin typeface="+mn-ea"/>
                </a:endParaRPr>
              </a:p>
            </p:txBody>
          </p:sp>
        </p:grpSp>
        <p:sp>
          <p:nvSpPr>
            <p:cNvPr id="30" name="Rounded Rectangle 25">
              <a:extLst>
                <a:ext uri="{FF2B5EF4-FFF2-40B4-BE49-F238E27FC236}">
                  <ns2:creationId id="{0613752B-5ADB-7A86-823F-37135CC7B089}"/>
                </a:ext>
              </a:extLst>
            </p:cNvPr>
            <p:cNvSpPr/>
            <p:nvPr/>
          </p:nvSpPr>
          <p:spPr>
            <a:xfrm>
              <a:off x="7674399" y="4059514"/>
              <a:ext cx="1214612" cy="745200"/>
            </a:xfrm>
            <a:prstGeom prst="roundRect">
              <a:avLst>
                <a:gd name="adj" fmla="val 0"/>
              </a:avLst>
            </a:prstGeom>
            <a:solidFill>
              <a:schemeClr val="accent6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45" name="Rounded Rectangle 25">
              <a:extLst>
                <a:ext uri="{FF2B5EF4-FFF2-40B4-BE49-F238E27FC236}">
                  <ns2:creationId id="{51236553-2478-A67E-0FE2-77C674E6710F}"/>
                </a:ext>
              </a:extLst>
            </p:cNvPr>
            <p:cNvSpPr/>
            <p:nvPr/>
          </p:nvSpPr>
          <p:spPr>
            <a:xfrm>
              <a:off x="7674399" y="2109797"/>
              <a:ext cx="1214612" cy="334581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 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grpSp>
          <p:nvGrpSpPr>
            <p:cNvPr id="223" name="グループ化 222">
              <a:extLst>
                <a:ext uri="{FF2B5EF4-FFF2-40B4-BE49-F238E27FC236}">
                  <ns2:creationId id="{FE48AD18-914A-4352-A37A-C52694D224A3}"/>
                </a:ext>
              </a:extLst>
            </p:cNvPr>
            <p:cNvGrpSpPr/>
            <p:nvPr/>
          </p:nvGrpSpPr>
          <p:grpSpPr>
            <a:xfrm>
              <a:off x="7674399" y="5177839"/>
              <a:ext cx="1214612" cy="900316"/>
              <a:chOff x="7674399" y="5494648"/>
              <a:chExt cx="1214612" cy="900316"/>
            </a:xfrm>
          </p:grpSpPr>
          <p:sp>
            <p:nvSpPr>
              <p:cNvPr id="64" name="Rounded Rectangle 25">
                <a:extLst>
                  <a:ext uri="{FF2B5EF4-FFF2-40B4-BE49-F238E27FC236}">
                    <ns2:creationId id="{3801B9BE-BCB4-323D-7A63-70FECF851FCA}"/>
                  </a:ext>
                </a:extLst>
              </p:cNvPr>
              <p:cNvSpPr/>
              <p:nvPr/>
            </p:nvSpPr>
            <p:spPr>
              <a:xfrm>
                <a:off x="7674399" y="5649764"/>
                <a:ext cx="1214612" cy="7452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pic>
            <p:nvPicPr>
              <p:cNvPr id="216" name="グラフィックス 215" descr="ノート PC 単色塗りつぶし">
                <a:extLst>
                  <a:ext uri="{FF2B5EF4-FFF2-40B4-BE49-F238E27FC236}">
                    <ns2:creationId id="{8F7C3215-144F-E4D4-776C-65BCFD5C39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8065705" y="5494648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ns2:creationId id="{A0C3A6AB-CD2D-58D0-6F91-BE6E5641E242}"/>
                </a:ext>
              </a:extLst>
            </p:cNvPr>
            <p:cNvSpPr/>
            <p:nvPr/>
          </p:nvSpPr>
          <p:spPr>
            <a:xfrm>
              <a:off x="334962" y="2019583"/>
              <a:ext cx="3265487" cy="162000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DC8EF66-B5E9-4E72-3883-2425B77935AB}"/>
                </a:ext>
              </a:extLst>
            </p:cNvPr>
            <p:cNvSpPr/>
            <p:nvPr/>
          </p:nvSpPr>
          <p:spPr>
            <a:xfrm>
              <a:off x="2723233" y="3707584"/>
              <a:ext cx="877215" cy="1724001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>
                <a:lnSpc>
                  <a:spcPts val="1240"/>
                </a:lnSpc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手動</a:t>
              </a:r>
              <a:endParaRPr kumimoji="1" lang="ja-JP" altLang="en-US" sz="800" noProof="0" dirty="0">
                <a:latin typeface="+mn-ea"/>
              </a:endParaRP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36F90D3A-0175-A849-FBDA-959AD9CDD472}"/>
                </a:ext>
              </a:extLst>
            </p:cNvPr>
            <p:cNvSpPr/>
            <p:nvPr/>
          </p:nvSpPr>
          <p:spPr>
            <a:xfrm>
              <a:off x="2809545" y="3915511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2BC32BA5-AD8A-CCED-DB6D-2910C6F6B581}"/>
                </a:ext>
              </a:extLst>
            </p:cNvPr>
            <p:cNvSpPr/>
            <p:nvPr/>
          </p:nvSpPr>
          <p:spPr>
            <a:xfrm>
              <a:off x="2809545" y="4322076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0D7C9BFF-91E8-41B3-D03A-F2328CEE63D7}"/>
                </a:ext>
              </a:extLst>
            </p:cNvPr>
            <p:cNvSpPr/>
            <p:nvPr/>
          </p:nvSpPr>
          <p:spPr>
            <a:xfrm>
              <a:off x="2809545" y="4728641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CCAE1BA6-8D1E-988C-AD7E-4FC334977C36}"/>
                </a:ext>
              </a:extLst>
            </p:cNvPr>
            <p:cNvSpPr/>
            <p:nvPr/>
          </p:nvSpPr>
          <p:spPr>
            <a:xfrm>
              <a:off x="2809545" y="5135207"/>
              <a:ext cx="694018" cy="252000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54" name="直線矢印コネクタ 153">
              <a:extLst>
                <a:ext uri="{FF2B5EF4-FFF2-40B4-BE49-F238E27FC236}">
                  <ns2:creationId id="{B9B1AE3F-A275-9D0D-95E8-9586159C1F41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3156554" y="4167511"/>
              <a:ext cx="0" cy="154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矢印コネクタ 155">
              <a:extLst>
                <a:ext uri="{FF2B5EF4-FFF2-40B4-BE49-F238E27FC236}">
                  <ns2:creationId id="{275DF75D-C8E2-808D-31BA-E4EB151B32CD}"/>
                </a:ext>
              </a:extLst>
            </p:cNvPr>
            <p:cNvCxnSpPr>
              <a:cxnSpLocks/>
              <a:stCxn id="150" idx="2"/>
              <a:endCxn id="151" idx="0"/>
            </p:cNvCxnSpPr>
            <p:nvPr/>
          </p:nvCxnSpPr>
          <p:spPr>
            <a:xfrm>
              <a:off x="3156554" y="4574076"/>
              <a:ext cx="0" cy="154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線矢印コネクタ 158">
              <a:extLst>
                <a:ext uri="{FF2B5EF4-FFF2-40B4-BE49-F238E27FC236}">
                  <ns2:creationId id="{5BBAA70D-7DE7-3075-1D8C-18DE5D40B0F3}"/>
                </a:ext>
              </a:extLst>
            </p:cNvPr>
            <p:cNvCxnSpPr>
              <a:cxnSpLocks/>
              <a:stCxn id="151" idx="2"/>
              <a:endCxn id="152" idx="0"/>
            </p:cNvCxnSpPr>
            <p:nvPr/>
          </p:nvCxnSpPr>
          <p:spPr>
            <a:xfrm>
              <a:off x="3156554" y="4980641"/>
              <a:ext cx="0" cy="15456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正方形/長方形 41">
              <a:extLst>
                <a:ext uri="{FF2B5EF4-FFF2-40B4-BE49-F238E27FC236}">
                  <ns2:creationId id="{2584A93B-1E77-1980-8813-35AF554290E6}"/>
                </a:ext>
              </a:extLst>
            </p:cNvPr>
            <p:cNvSpPr/>
            <p:nvPr/>
          </p:nvSpPr>
          <p:spPr>
            <a:xfrm>
              <a:off x="2723233" y="5499586"/>
              <a:ext cx="877216" cy="828000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  <a:endParaRPr kumimoji="1" lang="ja-JP" altLang="en-US" sz="800" noProof="0" dirty="0">
                <a:latin typeface="+mn-ea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835E28B8-4825-386F-6353-F76A588EB20E}"/>
                </a:ext>
              </a:extLst>
            </p:cNvPr>
            <p:cNvGrpSpPr/>
            <p:nvPr/>
          </p:nvGrpSpPr>
          <p:grpSpPr>
            <a:xfrm>
              <a:off x="2799920" y="5590018"/>
              <a:ext cx="694018" cy="647136"/>
              <a:chOff x="2799920" y="5531512"/>
              <a:chExt cx="694018" cy="647136"/>
            </a:xfrm>
          </p:grpSpPr>
          <p:sp>
            <p:nvSpPr>
              <p:cNvPr id="171" name="正方形/長方形 170">
                <a:extLst>
                  <a:ext uri="{FF2B5EF4-FFF2-40B4-BE49-F238E27FC236}">
                    <ns2:creationId id="{37A387E1-A5F1-5490-5473-FF0A2913369A}"/>
                  </a:ext>
                </a:extLst>
              </p:cNvPr>
              <p:cNvSpPr/>
              <p:nvPr/>
            </p:nvSpPr>
            <p:spPr>
              <a:xfrm>
                <a:off x="2799920" y="5531512"/>
                <a:ext cx="694018" cy="252000"/>
              </a:xfrm>
              <a:prstGeom prst="rect">
                <a:avLst/>
              </a:prstGeom>
              <a:solidFill>
                <a:schemeClr val="accent2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72" name="正方形/長方形 171">
                <a:extLst>
                  <a:ext uri="{FF2B5EF4-FFF2-40B4-BE49-F238E27FC236}">
                    <ns2:creationId id="{B87FE75A-BD20-459D-DA27-75CB5DEEBF8D}"/>
                  </a:ext>
                </a:extLst>
              </p:cNvPr>
              <p:cNvSpPr/>
              <p:nvPr/>
            </p:nvSpPr>
            <p:spPr>
              <a:xfrm>
                <a:off x="2799920" y="5926648"/>
                <a:ext cx="694018" cy="252000"/>
              </a:xfrm>
              <a:prstGeom prst="rect">
                <a:avLst/>
              </a:prstGeom>
              <a:solidFill>
                <a:schemeClr val="accent2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173" name="直線矢印コネクタ 172">
                <a:extLst>
                  <a:ext uri="{FF2B5EF4-FFF2-40B4-BE49-F238E27FC236}">
                    <ns2:creationId id="{2A242CA1-3003-D8C4-A1FA-BEA4E4BCC28B}"/>
                  </a:ext>
                </a:extLst>
              </p:cNvPr>
              <p:cNvCxnSpPr>
                <a:cxnSpLocks/>
                <a:stCxn id="171" idx="2"/>
                <a:endCxn id="172" idx="0"/>
              </p:cNvCxnSpPr>
              <p:nvPr/>
            </p:nvCxnSpPr>
            <p:spPr>
              <a:xfrm>
                <a:off x="3146929" y="5783512"/>
                <a:ext cx="0" cy="143136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グループ化 180">
              <a:extLst>
                <a:ext uri="{FF2B5EF4-FFF2-40B4-BE49-F238E27FC236}">
                  <ns2:creationId id="{B4BC0501-D36C-79A1-A7A5-1571365629A6}"/>
                </a:ext>
              </a:extLst>
            </p:cNvPr>
            <p:cNvGrpSpPr/>
            <p:nvPr/>
          </p:nvGrpSpPr>
          <p:grpSpPr>
            <a:xfrm>
              <a:off x="658182" y="2238391"/>
              <a:ext cx="2616742" cy="1346865"/>
              <a:chOff x="5578552" y="1654175"/>
              <a:chExt cx="2895320" cy="1702906"/>
            </a:xfrm>
          </p:grpSpPr>
          <p:sp>
            <p:nvSpPr>
              <p:cNvPr id="182" name="正方形/長方形 181">
                <a:extLst>
                  <a:ext uri="{FF2B5EF4-FFF2-40B4-BE49-F238E27FC236}">
                    <ns2:creationId id="{120F4BE7-2EE8-A4FA-073D-F45B8C6A089A}"/>
                  </a:ext>
                </a:extLst>
              </p:cNvPr>
              <p:cNvSpPr/>
              <p:nvPr/>
            </p:nvSpPr>
            <p:spPr>
              <a:xfrm>
                <a:off x="5578552" y="1654175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3" name="正方形/長方形 182">
                <a:extLst>
                  <a:ext uri="{FF2B5EF4-FFF2-40B4-BE49-F238E27FC236}">
                    <ns2:creationId id="{44AF1F76-B9AB-E8D9-2366-1345241773AF}"/>
                  </a:ext>
                </a:extLst>
              </p:cNvPr>
              <p:cNvSpPr/>
              <p:nvPr/>
            </p:nvSpPr>
            <p:spPr>
              <a:xfrm>
                <a:off x="5578552" y="1849038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D40B2D57-03BF-0F3B-14C3-EEC3007809D8}"/>
                  </a:ext>
                </a:extLst>
              </p:cNvPr>
              <p:cNvSpPr/>
              <p:nvPr/>
            </p:nvSpPr>
            <p:spPr>
              <a:xfrm>
                <a:off x="5578552" y="2043901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5" name="正方形/長方形 184">
                <a:extLst>
                  <a:ext uri="{FF2B5EF4-FFF2-40B4-BE49-F238E27FC236}">
                    <ns2:creationId id="{9CFA727F-13A6-724C-AE69-05407FE7DBE0}"/>
                  </a:ext>
                </a:extLst>
              </p:cNvPr>
              <p:cNvSpPr/>
              <p:nvPr/>
            </p:nvSpPr>
            <p:spPr>
              <a:xfrm>
                <a:off x="5578552" y="2238764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6" name="正方形/長方形 185">
                <a:extLst>
                  <a:ext uri="{FF2B5EF4-FFF2-40B4-BE49-F238E27FC236}">
                    <ns2:creationId id="{E06BFE9C-27A7-8308-BE9C-82ED3834084D}"/>
                  </a:ext>
                </a:extLst>
              </p:cNvPr>
              <p:cNvSpPr/>
              <p:nvPr/>
            </p:nvSpPr>
            <p:spPr>
              <a:xfrm>
                <a:off x="5578552" y="2433627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13D30C1D-468C-8B08-9905-43C223B8A05F}"/>
                  </a:ext>
                </a:extLst>
              </p:cNvPr>
              <p:cNvSpPr/>
              <p:nvPr/>
            </p:nvSpPr>
            <p:spPr>
              <a:xfrm>
                <a:off x="5578552" y="2628490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8" name="正方形/長方形 187">
                <a:extLst>
                  <a:ext uri="{FF2B5EF4-FFF2-40B4-BE49-F238E27FC236}">
                    <ns2:creationId id="{B9E26399-6143-84DD-6FEF-0604F15B292E}"/>
                  </a:ext>
                </a:extLst>
              </p:cNvPr>
              <p:cNvSpPr/>
              <p:nvPr/>
            </p:nvSpPr>
            <p:spPr>
              <a:xfrm>
                <a:off x="5578552" y="2823353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ns2:creationId id="{BD408E44-23F4-7085-36A4-8CF6FCF5A5D7}"/>
                  </a:ext>
                </a:extLst>
              </p:cNvPr>
              <p:cNvSpPr/>
              <p:nvPr/>
            </p:nvSpPr>
            <p:spPr>
              <a:xfrm>
                <a:off x="5578552" y="3018216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ns2:creationId id="{60DC7DD3-B3F9-B77F-8F96-EFDBF7464A3F}"/>
                  </a:ext>
                </a:extLst>
              </p:cNvPr>
              <p:cNvSpPr/>
              <p:nvPr/>
            </p:nvSpPr>
            <p:spPr>
              <a:xfrm>
                <a:off x="5578552" y="3213081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F6A8D866-A523-80BE-78A1-919D95E75648}"/>
                  </a:ext>
                </a:extLst>
              </p:cNvPr>
              <p:cNvSpPr/>
              <p:nvPr/>
            </p:nvSpPr>
            <p:spPr>
              <a:xfrm>
                <a:off x="7249872" y="1654175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ns2:creationId id="{D7D4D386-EFF0-B243-88FE-BA1807658B32}"/>
                  </a:ext>
                </a:extLst>
              </p:cNvPr>
              <p:cNvSpPr/>
              <p:nvPr/>
            </p:nvSpPr>
            <p:spPr>
              <a:xfrm>
                <a:off x="7249872" y="1849038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3" name="正方形/長方形 192">
                <a:extLst>
                  <a:ext uri="{FF2B5EF4-FFF2-40B4-BE49-F238E27FC236}">
                    <ns2:creationId id="{8AD9C219-E28F-ABEA-A74D-FBC6F7B09A06}"/>
                  </a:ext>
                </a:extLst>
              </p:cNvPr>
              <p:cNvSpPr/>
              <p:nvPr/>
            </p:nvSpPr>
            <p:spPr>
              <a:xfrm>
                <a:off x="7249872" y="2043901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ns2:creationId id="{5144CD4F-A864-FB9F-908F-C82AC9CB1A9F}"/>
                  </a:ext>
                </a:extLst>
              </p:cNvPr>
              <p:cNvSpPr/>
              <p:nvPr/>
            </p:nvSpPr>
            <p:spPr>
              <a:xfrm>
                <a:off x="7249872" y="2238764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ns2:creationId id="{A7929841-4AF1-6B58-C0CD-6EC8C788937B}"/>
                  </a:ext>
                </a:extLst>
              </p:cNvPr>
              <p:cNvSpPr/>
              <p:nvPr/>
            </p:nvSpPr>
            <p:spPr>
              <a:xfrm>
                <a:off x="7249872" y="2433627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DCEB456E-90A8-3299-1F9C-A3662A2AF693}"/>
                  </a:ext>
                </a:extLst>
              </p:cNvPr>
              <p:cNvSpPr/>
              <p:nvPr/>
            </p:nvSpPr>
            <p:spPr>
              <a:xfrm>
                <a:off x="7249872" y="2628490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1 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/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560B8A04-C18E-78DF-D6CA-B50CD8667B6F}"/>
                  </a:ext>
                </a:extLst>
              </p:cNvPr>
              <p:cNvSpPr/>
              <p:nvPr/>
            </p:nvSpPr>
            <p:spPr>
              <a:xfrm>
                <a:off x="7249872" y="2823353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2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/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8" name="正方形/長方形 197">
                <a:extLst>
                  <a:ext uri="{FF2B5EF4-FFF2-40B4-BE49-F238E27FC236}">
                    <ns2:creationId id="{FB46A40A-508C-72CD-A68D-B9CF1F47927E}"/>
                  </a:ext>
                </a:extLst>
              </p:cNvPr>
              <p:cNvSpPr/>
              <p:nvPr/>
            </p:nvSpPr>
            <p:spPr>
              <a:xfrm>
                <a:off x="7249872" y="3018216"/>
                <a:ext cx="1224000" cy="14400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205" name="グループ化 204">
              <a:extLst>
                <a:ext uri="{FF2B5EF4-FFF2-40B4-BE49-F238E27FC236}">
                  <ns2:creationId id="{6D14DC69-5E6D-A8EA-C418-F2D19696A216}"/>
                </a:ext>
              </a:extLst>
            </p:cNvPr>
            <p:cNvGrpSpPr/>
            <p:nvPr/>
          </p:nvGrpSpPr>
          <p:grpSpPr>
            <a:xfrm>
              <a:off x="2143324" y="3493022"/>
              <a:ext cx="788440" cy="354487"/>
              <a:chOff x="2347026" y="3451007"/>
              <a:chExt cx="704093" cy="374458"/>
            </a:xfrm>
          </p:grpSpPr>
          <p:sp>
            <p:nvSpPr>
              <p:cNvPr id="204" name="正方形/長方形 203">
                <a:extLst>
                  <a:ext uri="{FF2B5EF4-FFF2-40B4-BE49-F238E27FC236}">
                    <ns2:creationId id="{B3ED5691-319C-1F41-AD95-A80099359022}"/>
                  </a:ext>
                </a:extLst>
              </p:cNvPr>
              <p:cNvSpPr/>
              <p:nvPr/>
            </p:nvSpPr>
            <p:spPr>
              <a:xfrm>
                <a:off x="2438348" y="3451007"/>
                <a:ext cx="612771" cy="2913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03" name="正方形/長方形 202">
                <a:extLst>
                  <a:ext uri="{FF2B5EF4-FFF2-40B4-BE49-F238E27FC236}">
                    <ns2:creationId id="{AE6E71C1-959F-7E44-B59D-3107127DBCFE}"/>
                  </a:ext>
                </a:extLst>
              </p:cNvPr>
              <p:cNvSpPr/>
              <p:nvPr/>
            </p:nvSpPr>
            <p:spPr>
              <a:xfrm>
                <a:off x="2393114" y="3490362"/>
                <a:ext cx="612771" cy="2913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03CEFE8F-287F-018E-BF47-53AA208A2E3B}"/>
                  </a:ext>
                </a:extLst>
              </p:cNvPr>
              <p:cNvSpPr/>
              <p:nvPr/>
            </p:nvSpPr>
            <p:spPr>
              <a:xfrm>
                <a:off x="2347026" y="3534156"/>
                <a:ext cx="612771" cy="2913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+mn-ea"/>
                  </a:rPr>
                  <a:t>/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en-US" altLang="ja-JP" sz="700" dirty="0">
                    <a:solidFill>
                      <a:schemeClr val="tx1"/>
                    </a:solidFill>
                    <a:latin typeface="+mn-ea"/>
                  </a:rPr>
                  <a:t>PL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284" name="グループ化 283">
              <a:extLst>
                <a:ext uri="{FF2B5EF4-FFF2-40B4-BE49-F238E27FC236}">
                  <ns2:creationId id="{DCE93C40-9C0F-6533-2688-1A9DC4AFF980}"/>
                </a:ext>
              </a:extLst>
            </p:cNvPr>
            <p:cNvGrpSpPr/>
            <p:nvPr/>
          </p:nvGrpSpPr>
          <p:grpSpPr>
            <a:xfrm>
              <a:off x="334962" y="3707584"/>
              <a:ext cx="2276352" cy="828000"/>
              <a:chOff x="334962" y="3707584"/>
              <a:chExt cx="2276352" cy="828000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6B62EE47-036B-3D76-E2D0-DDB26EEE507D}"/>
                  </a:ext>
                </a:extLst>
              </p:cNvPr>
              <p:cNvSpPr/>
              <p:nvPr/>
            </p:nvSpPr>
            <p:spPr>
              <a:xfrm>
                <a:off x="334962" y="3707584"/>
                <a:ext cx="2276352" cy="828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0" rtlCol="0" anchor="t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83" name="グループ化 282">
                <a:extLst>
                  <a:ext uri="{FF2B5EF4-FFF2-40B4-BE49-F238E27FC236}">
                    <ns2:creationId id="{EB5E117F-50EC-6451-D56A-A52AFE600055}"/>
                  </a:ext>
                </a:extLst>
              </p:cNvPr>
              <p:cNvGrpSpPr/>
              <p:nvPr/>
            </p:nvGrpSpPr>
            <p:grpSpPr>
              <a:xfrm>
                <a:off x="486592" y="4036238"/>
                <a:ext cx="1968892" cy="388302"/>
                <a:chOff x="486592" y="4036238"/>
                <a:chExt cx="1968892" cy="388302"/>
              </a:xfrm>
            </p:grpSpPr>
            <p:sp>
              <p:nvSpPr>
                <p:cNvPr id="238" name="正方形/長方形 237">
                  <a:extLst>
                    <a:ext uri="{FF2B5EF4-FFF2-40B4-BE49-F238E27FC236}">
                      <ns2:creationId id="{F3B3A75B-07DE-5810-4C4E-93A6AC3B9129}"/>
                    </a:ext>
                  </a:extLst>
                </p:cNvPr>
                <p:cNvSpPr/>
                <p:nvPr/>
              </p:nvSpPr>
              <p:spPr>
                <a:xfrm>
                  <a:off x="486593" y="4036239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39" name="正方形/長方形 238">
                  <a:extLst>
                    <a:ext uri="{FF2B5EF4-FFF2-40B4-BE49-F238E27FC236}">
                      <ns2:creationId id="{24940B21-28AC-F90E-26AA-46A46F9FEADE}"/>
                    </a:ext>
                  </a:extLst>
                </p:cNvPr>
                <p:cNvSpPr/>
                <p:nvPr/>
              </p:nvSpPr>
              <p:spPr>
                <a:xfrm>
                  <a:off x="486592" y="4310647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0" name="正方形/長方形 239">
                  <a:extLst>
                    <a:ext uri="{FF2B5EF4-FFF2-40B4-BE49-F238E27FC236}">
                      <ns2:creationId id="{40ABE7A1-6ADA-CFB7-DA9B-7451CCBB02B3}"/>
                    </a:ext>
                  </a:extLst>
                </p:cNvPr>
                <p:cNvSpPr/>
                <p:nvPr/>
              </p:nvSpPr>
              <p:spPr>
                <a:xfrm>
                  <a:off x="1603626" y="4036238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1" name="正方形/長方形 240">
                  <a:extLst>
                    <a:ext uri="{FF2B5EF4-FFF2-40B4-BE49-F238E27FC236}">
                      <ns2:creationId id="{CFB4A910-B28A-2C84-7CD7-276CF3560981}"/>
                    </a:ext>
                  </a:extLst>
                </p:cNvPr>
                <p:cNvSpPr/>
                <p:nvPr/>
              </p:nvSpPr>
              <p:spPr>
                <a:xfrm>
                  <a:off x="1603626" y="4310646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800" dirty="0">
                      <a:solidFill>
                        <a:schemeClr val="tx1"/>
                      </a:solidFill>
                      <a:latin typeface="+mn-ea"/>
                    </a:rPr>
                    <a:t>KPI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285" name="グループ化 284">
              <a:extLst>
                <a:ext uri="{FF2B5EF4-FFF2-40B4-BE49-F238E27FC236}">
                  <ns2:creationId id="{F3B39FA1-34A7-AE94-4BDD-161CD4F01911}"/>
                </a:ext>
              </a:extLst>
            </p:cNvPr>
            <p:cNvGrpSpPr/>
            <p:nvPr/>
          </p:nvGrpSpPr>
          <p:grpSpPr>
            <a:xfrm>
              <a:off x="334962" y="4603585"/>
              <a:ext cx="2276352" cy="828000"/>
              <a:chOff x="334962" y="4603585"/>
              <a:chExt cx="2276352" cy="82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FFD8F0D9-DB43-1B6F-A9B6-DBEDB46BC5AE}"/>
                  </a:ext>
                </a:extLst>
              </p:cNvPr>
              <p:cNvSpPr/>
              <p:nvPr/>
            </p:nvSpPr>
            <p:spPr>
              <a:xfrm>
                <a:off x="334962" y="4603585"/>
                <a:ext cx="2276352" cy="828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0" rtlCol="0" anchor="t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50" name="グループ化 249">
                <a:extLst>
                  <a:ext uri="{FF2B5EF4-FFF2-40B4-BE49-F238E27FC236}">
                    <ns2:creationId id="{7F2969E1-3E66-E5C1-3016-C7CFBADDB7A2}"/>
                  </a:ext>
                </a:extLst>
              </p:cNvPr>
              <p:cNvGrpSpPr/>
              <p:nvPr/>
            </p:nvGrpSpPr>
            <p:grpSpPr>
              <a:xfrm>
                <a:off x="1042830" y="4844150"/>
                <a:ext cx="851858" cy="495736"/>
                <a:chOff x="1042830" y="4844150"/>
                <a:chExt cx="851858" cy="495736"/>
              </a:xfrm>
            </p:grpSpPr>
            <p:sp>
              <p:nvSpPr>
                <p:cNvPr id="242" name="正方形/長方形 241">
                  <a:extLst>
                    <a:ext uri="{FF2B5EF4-FFF2-40B4-BE49-F238E27FC236}">
                      <ns2:creationId id="{8D4C4C9B-487F-6587-C50B-C58EFB72A6CA}"/>
                    </a:ext>
                  </a:extLst>
                </p:cNvPr>
                <p:cNvSpPr/>
                <p:nvPr/>
              </p:nvSpPr>
              <p:spPr>
                <a:xfrm>
                  <a:off x="1042830" y="4844150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43" name="正方形/長方形 242">
                  <a:extLst>
                    <a:ext uri="{FF2B5EF4-FFF2-40B4-BE49-F238E27FC236}">
                      <ns2:creationId id="{1172D888-5FF6-393B-A6AE-97B3C20E07E4}"/>
                    </a:ext>
                  </a:extLst>
                </p:cNvPr>
                <p:cNvSpPr/>
                <p:nvPr/>
              </p:nvSpPr>
              <p:spPr>
                <a:xfrm>
                  <a:off x="1042830" y="5035072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4" name="正方形/長方形 243">
                  <a:extLst>
                    <a:ext uri="{FF2B5EF4-FFF2-40B4-BE49-F238E27FC236}">
                      <ns2:creationId id="{C2A60CA9-CCB2-E652-C371-C739853E912C}"/>
                    </a:ext>
                  </a:extLst>
                </p:cNvPr>
                <p:cNvSpPr/>
                <p:nvPr/>
              </p:nvSpPr>
              <p:spPr>
                <a:xfrm>
                  <a:off x="1042830" y="5225993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286" name="グループ化 285">
              <a:extLst>
                <a:ext uri="{FF2B5EF4-FFF2-40B4-BE49-F238E27FC236}">
                  <ns2:creationId id="{38864425-0938-E973-C22B-4A56819E34D3}"/>
                </a:ext>
              </a:extLst>
            </p:cNvPr>
            <p:cNvGrpSpPr/>
            <p:nvPr/>
          </p:nvGrpSpPr>
          <p:grpSpPr>
            <a:xfrm>
              <a:off x="334962" y="5499586"/>
              <a:ext cx="2276352" cy="828000"/>
              <a:chOff x="334962" y="5499586"/>
              <a:chExt cx="2276352" cy="828000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7E51A4BB-3884-7625-5B40-74C3B9DE3326}"/>
                  </a:ext>
                </a:extLst>
              </p:cNvPr>
              <p:cNvSpPr/>
              <p:nvPr/>
            </p:nvSpPr>
            <p:spPr>
              <a:xfrm>
                <a:off x="334962" y="5499586"/>
                <a:ext cx="2276352" cy="828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0" rtlCol="0" anchor="t"/>
              <a:lstStyle/>
              <a:p>
                <a:pPr algn="ctr">
                  <a:lnSpc>
                    <a:spcPts val="1240"/>
                  </a:lnSpc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51" name="グループ化 250">
                <a:extLst>
                  <a:ext uri="{FF2B5EF4-FFF2-40B4-BE49-F238E27FC236}">
                    <ns2:creationId id="{8C82CD3D-7C8A-1190-979B-0A0089D7F723}"/>
                  </a:ext>
                </a:extLst>
              </p:cNvPr>
              <p:cNvGrpSpPr/>
              <p:nvPr/>
            </p:nvGrpSpPr>
            <p:grpSpPr>
              <a:xfrm>
                <a:off x="1047209" y="5708801"/>
                <a:ext cx="851858" cy="495736"/>
                <a:chOff x="1042830" y="4844150"/>
                <a:chExt cx="851858" cy="495736"/>
              </a:xfrm>
            </p:grpSpPr>
            <p:sp>
              <p:nvSpPr>
                <p:cNvPr id="252" name="正方形/長方形 251">
                  <a:extLst>
                    <a:ext uri="{FF2B5EF4-FFF2-40B4-BE49-F238E27FC236}">
                      <ns2:creationId id="{C7DF9310-3D13-D7D6-8BA0-EE524085DE9A}"/>
                    </a:ext>
                  </a:extLst>
                </p:cNvPr>
                <p:cNvSpPr/>
                <p:nvPr/>
              </p:nvSpPr>
              <p:spPr>
                <a:xfrm>
                  <a:off x="1042830" y="4844150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53" name="正方形/長方形 252">
                  <a:extLst>
                    <a:ext uri="{FF2B5EF4-FFF2-40B4-BE49-F238E27FC236}">
                      <ns2:creationId id="{C9D4EBEF-51AA-A0A4-7355-91057FD0F673}"/>
                    </a:ext>
                  </a:extLst>
                </p:cNvPr>
                <p:cNvSpPr/>
                <p:nvPr/>
              </p:nvSpPr>
              <p:spPr>
                <a:xfrm>
                  <a:off x="1042830" y="5035072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54" name="正方形/長方形 253">
                  <a:extLst>
                    <a:ext uri="{FF2B5EF4-FFF2-40B4-BE49-F238E27FC236}">
                      <ns2:creationId id="{74A476AC-71C8-C327-5F98-2FA59678885C}"/>
                    </a:ext>
                  </a:extLst>
                </p:cNvPr>
                <p:cNvSpPr/>
                <p:nvPr/>
              </p:nvSpPr>
              <p:spPr>
                <a:xfrm>
                  <a:off x="1042830" y="5225993"/>
                  <a:ext cx="851858" cy="113893"/>
                </a:xfrm>
                <a:prstGeom prst="rect">
                  <a:avLst/>
                </a:prstGeom>
                <a:solidFill>
                  <a:schemeClr val="accent6">
                    <a:alpha val="3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sp>
          <p:nvSpPr>
            <p:cNvPr id="46" name="Rounded Rectangle 25">
              <a:extLst>
                <a:ext uri="{FF2B5EF4-FFF2-40B4-BE49-F238E27FC236}">
                  <ns2:creationId id="{E83AFE2A-120C-3975-A391-3A68B65D4BB4}"/>
                </a:ext>
              </a:extLst>
            </p:cNvPr>
            <p:cNvSpPr/>
            <p:nvPr/>
          </p:nvSpPr>
          <p:spPr>
            <a:xfrm>
              <a:off x="6104930" y="4066488"/>
              <a:ext cx="1214612" cy="745200"/>
            </a:xfrm>
            <a:prstGeom prst="roundRect">
              <a:avLst>
                <a:gd name="adj" fmla="val 0"/>
              </a:avLst>
            </a:prstGeom>
            <a:solidFill>
              <a:schemeClr val="accent6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sp>
          <p:nvSpPr>
            <p:cNvPr id="37" name="Rounded Rectangle 25">
              <a:extLst>
                <a:ext uri="{FF2B5EF4-FFF2-40B4-BE49-F238E27FC236}">
                  <ns2:creationId id="{108351AB-013D-396E-AC3A-D3220920862C}"/>
                </a:ext>
              </a:extLst>
            </p:cNvPr>
            <p:cNvSpPr/>
            <p:nvPr/>
          </p:nvSpPr>
          <p:spPr>
            <a:xfrm>
              <a:off x="6104930" y="2109796"/>
              <a:ext cx="1214612" cy="631045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t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noProof="0" dirty="0">
                <a:latin typeface="+mn-ea"/>
              </a:endParaRPr>
            </a:p>
          </p:txBody>
        </p:sp>
        <p:grpSp>
          <p:nvGrpSpPr>
            <p:cNvPr id="222" name="グループ化 221">
              <a:extLst>
                <a:ext uri="{FF2B5EF4-FFF2-40B4-BE49-F238E27FC236}">
                  <ns2:creationId id="{30890293-5A9D-3A99-ACC4-3042A464CC55}"/>
                </a:ext>
              </a:extLst>
            </p:cNvPr>
            <p:cNvGrpSpPr/>
            <p:nvPr/>
          </p:nvGrpSpPr>
          <p:grpSpPr>
            <a:xfrm>
              <a:off x="6104930" y="5177839"/>
              <a:ext cx="1214612" cy="913378"/>
              <a:chOff x="6104930" y="5481586"/>
              <a:chExt cx="1214612" cy="913378"/>
            </a:xfrm>
          </p:grpSpPr>
          <p:sp>
            <p:nvSpPr>
              <p:cNvPr id="66" name="Rounded Rectangle 25">
                <a:extLst>
                  <a:ext uri="{FF2B5EF4-FFF2-40B4-BE49-F238E27FC236}">
                    <ns2:creationId id="{11CE1467-8BDD-F804-4F53-0169420AD47D}"/>
                  </a:ext>
                </a:extLst>
              </p:cNvPr>
              <p:cNvSpPr/>
              <p:nvPr/>
            </p:nvSpPr>
            <p:spPr>
              <a:xfrm>
                <a:off x="6104930" y="5649764"/>
                <a:ext cx="1214612" cy="7452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pic>
            <p:nvPicPr>
              <p:cNvPr id="212" name="グラフィックス 211" descr="数学 単色塗りつぶし">
                <a:extLst>
                  <a:ext uri="{FF2B5EF4-FFF2-40B4-BE49-F238E27FC236}">
                    <ns2:creationId id="{2B722548-9057-9F6B-ED85-D97C41323D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496236" y="5481586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120" name="Rectangle 477">
              <a:extLst>
                <a:ext uri="{FF2B5EF4-FFF2-40B4-BE49-F238E27FC236}">
                  <ns2:creationId id="{BC1153A4-8AF0-2A6D-FEDC-9028B57C8B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0129" y="2508045"/>
              <a:ext cx="1106645" cy="704547"/>
            </a:xfrm>
            <a:prstGeom prst="roundRect">
              <a:avLst>
                <a:gd name="adj" fmla="val 5048"/>
              </a:avLst>
            </a:prstGeom>
            <a:solidFill>
              <a:schemeClr val="bg2"/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txBody>
            <a:bodyPr vert="horz" wrap="square" lIns="72009" tIns="72009" rIns="72009" bIns="72009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marL="88900" indent="-88900">
                <a:lnSpc>
                  <a:spcPts val="1240"/>
                </a:lnSpc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  <a:p>
              <a:pPr marL="88900" indent="-88900">
                <a:lnSpc>
                  <a:spcPts val="1240"/>
                </a:lnSpc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noProof="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kumimoji="1" lang="en-US" altLang="ja-JP" sz="800" noProof="0" dirty="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800" noProof="0" dirty="0">
                <a:latin typeface="+mn-ea"/>
              </a:endParaRPr>
            </a:p>
          </p:txBody>
        </p:sp>
        <p:grpSp>
          <p:nvGrpSpPr>
            <p:cNvPr id="138" name="グループ化 137">
              <a:extLst>
                <a:ext uri="{FF2B5EF4-FFF2-40B4-BE49-F238E27FC236}">
                  <ns2:creationId id="{8A1946F3-54E5-5A64-DA48-36FD34591E37}"/>
                </a:ext>
              </a:extLst>
            </p:cNvPr>
            <p:cNvGrpSpPr/>
            <p:nvPr/>
          </p:nvGrpSpPr>
          <p:grpSpPr>
            <a:xfrm>
              <a:off x="6146601" y="4654192"/>
              <a:ext cx="1106645" cy="487643"/>
              <a:chOff x="3784256" y="5825997"/>
              <a:chExt cx="1106645" cy="487643"/>
            </a:xfrm>
            <a:solidFill>
              <a:schemeClr val="bg2"/>
            </a:solidFill>
          </p:grpSpPr>
          <p:sp>
            <p:nvSpPr>
              <p:cNvPr id="131" name="AutoShape 9">
                <a:extLst>
                  <a:ext uri="{FF2B5EF4-FFF2-40B4-BE49-F238E27FC236}">
                    <ns2:creationId id="{60C12AA8-13BF-237C-B490-9212E3DC9ED7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4237149" y="5825997"/>
                <a:ext cx="200858" cy="241383"/>
              </a:xfrm>
              <a:prstGeom prst="triangle">
                <a:avLst>
                  <a:gd name="adj" fmla="val 50000"/>
                </a:avLst>
              </a:prstGeom>
              <a:grpFill/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ja-JP" altLang="en-US" sz="800" dirty="0">
                  <a:latin typeface="+mn-ea"/>
                  <a:cs typeface="Arial" pitchFamily="34" charset="0"/>
                </a:endParaRPr>
              </a:p>
            </p:txBody>
          </p:sp>
          <p:sp>
            <p:nvSpPr>
              <p:cNvPr id="130" name="Rectangle 477">
                <a:extLst>
                  <a:ext uri="{FF2B5EF4-FFF2-40B4-BE49-F238E27FC236}">
                    <ns2:creationId id="{81443AB8-148A-B8F9-57F3-2C89DF9A74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84256" y="5991816"/>
                <a:ext cx="1106645" cy="321824"/>
              </a:xfrm>
              <a:prstGeom prst="roundRect">
                <a:avLst>
                  <a:gd name="adj" fmla="val 11970"/>
                </a:avLst>
              </a:prstGeom>
              <a:grpFill/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vert="horz" wrap="square" lIns="72009" tIns="72009" rIns="72009" bIns="72009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lnSpc>
                    <a:spcPts val="1240"/>
                  </a:lnSpc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800" noProof="0" dirty="0">
                  <a:latin typeface="+mn-ea"/>
                </a:endParaRPr>
              </a:p>
            </p:txBody>
          </p:sp>
        </p:grpSp>
        <p:grpSp>
          <p:nvGrpSpPr>
            <p:cNvPr id="308" name="グループ化 307">
              <a:extLst>
                <a:ext uri="{FF2B5EF4-FFF2-40B4-BE49-F238E27FC236}">
                  <ns2:creationId id="{C2F743B6-1BE3-1458-622C-A02B585B4B29}"/>
                </a:ext>
              </a:extLst>
            </p:cNvPr>
            <p:cNvGrpSpPr/>
            <p:nvPr/>
          </p:nvGrpSpPr>
          <p:grpSpPr>
            <a:xfrm>
              <a:off x="2832863" y="1790104"/>
              <a:ext cx="4233417" cy="4324267"/>
              <a:chOff x="2832863" y="1790104"/>
              <a:chExt cx="4233417" cy="4324267"/>
            </a:xfrm>
          </p:grpSpPr>
          <p:cxnSp>
            <p:nvCxnSpPr>
              <p:cNvPr id="277" name="直線矢印コネクタ 276">
                <a:extLst>
                  <a:ext uri="{FF2B5EF4-FFF2-40B4-BE49-F238E27FC236}">
                    <ns2:creationId id="{A358B3D9-9993-CBA6-5B02-63224AFEA9BA}"/>
                  </a:ext>
                </a:extLst>
              </p:cNvPr>
              <p:cNvCxnSpPr>
                <a:cxnSpLocks/>
                <a:endCxn id="214" idx="1"/>
              </p:cNvCxnSpPr>
              <p:nvPr/>
            </p:nvCxnSpPr>
            <p:spPr>
              <a:xfrm>
                <a:off x="3600448" y="5393839"/>
                <a:ext cx="1078376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線矢印コネクタ 278">
                <a:extLst>
                  <a:ext uri="{FF2B5EF4-FFF2-40B4-BE49-F238E27FC236}">
                    <ns2:creationId id="{3F2499BB-A712-E2B1-2F85-0B2B41ED213D}"/>
                  </a:ext>
                </a:extLst>
              </p:cNvPr>
              <p:cNvCxnSpPr>
                <a:cxnSpLocks/>
                <a:stCxn id="35" idx="2"/>
                <a:endCxn id="214" idx="0"/>
              </p:cNvCxnSpPr>
              <p:nvPr/>
            </p:nvCxnSpPr>
            <p:spPr>
              <a:xfrm flipH="1">
                <a:off x="4894824" y="3637074"/>
                <a:ext cx="293" cy="1540765"/>
              </a:xfrm>
              <a:prstGeom prst="straightConnector1">
                <a:avLst/>
              </a:prstGeom>
              <a:ln w="9525">
                <a:solidFill>
                  <a:schemeClr val="tx1">
                    <a:lumMod val="85000"/>
                    <a:lumOff val="15000"/>
                  </a:schemeClr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0" name="グループ化 209">
                <a:extLst>
                  <a:ext uri="{FF2B5EF4-FFF2-40B4-BE49-F238E27FC236}">
                    <ns2:creationId id="{5C30C8D8-DFC3-53E7-F63C-B549C1AAA3EA}"/>
                  </a:ext>
                </a:extLst>
              </p:cNvPr>
              <p:cNvGrpSpPr/>
              <p:nvPr/>
            </p:nvGrpSpPr>
            <p:grpSpPr>
              <a:xfrm>
                <a:off x="5281556" y="3754692"/>
                <a:ext cx="1784724" cy="194178"/>
                <a:chOff x="5954988" y="3891794"/>
                <a:chExt cx="1784724" cy="194178"/>
              </a:xfrm>
              <a:solidFill>
                <a:schemeClr val="bg2"/>
              </a:solidFill>
            </p:grpSpPr>
            <p:sp>
              <p:nvSpPr>
                <p:cNvPr id="175" name="AutoShape 9">
                  <a:extLst>
                    <a:ext uri="{FF2B5EF4-FFF2-40B4-BE49-F238E27FC236}">
                      <ns2:creationId id="{50660319-74E1-A972-85E5-55B4C094B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gray">
                <a:xfrm rot="16200000">
                  <a:off x="5987324" y="3902970"/>
                  <a:ext cx="107156" cy="171827"/>
                </a:xfrm>
                <a:prstGeom prst="triangle">
                  <a:avLst>
                    <a:gd name="adj" fmla="val 5000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0" tIns="0" rIns="0" bIns="0" numCol="1" anchor="ctr" anchorCtr="0" compatLnSpc="1">
                  <a:prstTxWarp prst="textNoShape">
                    <a:avLst/>
                  </a:prstTxWarp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ja-JP" altLang="en-US" sz="800" dirty="0">
                    <a:latin typeface="+mn-ea"/>
                    <a:cs typeface="Arial" pitchFamily="34" charset="0"/>
                  </a:endParaRPr>
                </a:p>
              </p:txBody>
            </p:sp>
            <p:sp>
              <p:nvSpPr>
                <p:cNvPr id="176" name="Rectangle 477">
                  <a:extLst>
                    <a:ext uri="{FF2B5EF4-FFF2-40B4-BE49-F238E27FC236}">
                      <ns2:creationId id="{098711D2-B02B-85C5-D91B-621CFAE3A1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098635" y="3891794"/>
                  <a:ext cx="1641077" cy="194178"/>
                </a:xfrm>
                <a:prstGeom prst="roundRect">
                  <a:avLst>
                    <a:gd name="adj" fmla="val 1197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72009" tIns="72009" rIns="72009" bIns="72009" numCol="1" anchor="ctr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</p:grpSp>
          <p:sp>
            <p:nvSpPr>
              <p:cNvPr id="35" name="Rounded Rectangle 25">
                <a:extLst>
                  <a:ext uri="{FF2B5EF4-FFF2-40B4-BE49-F238E27FC236}">
                    <ns2:creationId id="{CB18914E-9759-0A73-EF22-780903C780BC}"/>
                  </a:ext>
                </a:extLst>
              </p:cNvPr>
              <p:cNvSpPr/>
              <p:nvPr/>
            </p:nvSpPr>
            <p:spPr>
              <a:xfrm>
                <a:off x="3952142" y="2110155"/>
                <a:ext cx="1885949" cy="1526919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0" bIns="0" rtlCol="0" anchor="ctr" anchorCtr="0"/>
              <a:lstStyle/>
              <a:p>
                <a:pPr algn="ctr">
                  <a:lnSpc>
                    <a:spcPts val="1240"/>
                  </a:lnSpc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GCP</a:t>
                </a:r>
                <a:endParaRPr kumimoji="1" lang="ja-JP" altLang="en-US" sz="1200" noProof="0" dirty="0">
                  <a:latin typeface="+mn-ea"/>
                </a:endParaRPr>
              </a:p>
            </p:txBody>
          </p:sp>
          <p:grpSp>
            <p:nvGrpSpPr>
              <p:cNvPr id="221" name="グループ化 220">
                <a:extLst>
                  <a:ext uri="{FF2B5EF4-FFF2-40B4-BE49-F238E27FC236}">
                    <ns2:creationId id="{CA4C9A33-B3E8-B6D9-F202-29A0499C5EE9}"/>
                  </a:ext>
                </a:extLst>
              </p:cNvPr>
              <p:cNvGrpSpPr/>
              <p:nvPr/>
            </p:nvGrpSpPr>
            <p:grpSpPr>
              <a:xfrm>
                <a:off x="4287518" y="5177839"/>
                <a:ext cx="1214612" cy="936532"/>
                <a:chOff x="4287518" y="5017585"/>
                <a:chExt cx="1214612" cy="936532"/>
              </a:xfrm>
            </p:grpSpPr>
            <p:sp>
              <p:nvSpPr>
                <p:cNvPr id="178" name="Rounded Rectangle 25">
                  <a:extLst>
                    <a:ext uri="{FF2B5EF4-FFF2-40B4-BE49-F238E27FC236}">
                      <ns2:creationId id="{3B4E79E1-BFAA-EEFF-8725-C066633395B0}"/>
                    </a:ext>
                  </a:extLst>
                </p:cNvPr>
                <p:cNvSpPr/>
                <p:nvPr/>
              </p:nvSpPr>
              <p:spPr>
                <a:xfrm>
                  <a:off x="4287518" y="5208917"/>
                  <a:ext cx="1214612" cy="745200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0" rtlCol="0" anchor="ctr" anchorCtr="0"/>
                <a:lstStyle/>
                <a:p>
                  <a:pPr algn="ctr">
                    <a:lnSpc>
                      <a:spcPts val="1240"/>
                    </a:lnSpc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200" noProof="0" dirty="0">
                    <a:latin typeface="+mn-ea"/>
                  </a:endParaRPr>
                </a:p>
              </p:txBody>
            </p:sp>
            <p:pic>
              <p:nvPicPr>
                <p:cNvPr id="214" name="グラフィックス 213" descr="サーバー 単色塗りつぶし">
                  <a:extLst>
                    <a:ext uri="{FF2B5EF4-FFF2-40B4-BE49-F238E27FC236}">
                      <ns2:creationId id="{C89D50A3-6C2F-ED75-F7E5-261EB119EA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78824" y="5017585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177" name="グループ化 176">
                <a:extLst>
                  <a:ext uri="{FF2B5EF4-FFF2-40B4-BE49-F238E27FC236}">
                    <ns2:creationId id="{E25EBA7B-4CBA-B221-A9B2-95729A50CAF5}"/>
                  </a:ext>
                </a:extLst>
              </p:cNvPr>
              <p:cNvGrpSpPr/>
              <p:nvPr/>
            </p:nvGrpSpPr>
            <p:grpSpPr>
              <a:xfrm>
                <a:off x="3658733" y="4864413"/>
                <a:ext cx="1095840" cy="484739"/>
                <a:chOff x="3523164" y="4196231"/>
                <a:chExt cx="1095840" cy="484739"/>
              </a:xfrm>
              <a:solidFill>
                <a:schemeClr val="bg2"/>
              </a:solidFill>
            </p:grpSpPr>
            <p:sp>
              <p:nvSpPr>
                <p:cNvPr id="128" name="AutoShape 9">
                  <a:extLst>
                    <a:ext uri="{FF2B5EF4-FFF2-40B4-BE49-F238E27FC236}">
                      <ns2:creationId id="{9587BE58-2A1F-1D11-85BC-1096C42FF6B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gray">
                <a:xfrm rot="10800000">
                  <a:off x="3620338" y="4439587"/>
                  <a:ext cx="200858" cy="241383"/>
                </a:xfrm>
                <a:prstGeom prst="triangle">
                  <a:avLst>
                    <a:gd name="adj" fmla="val 5000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0" tIns="0" rIns="0" bIns="0" numCol="1" anchor="ctr" anchorCtr="0" compatLnSpc="1">
                  <a:prstTxWarp prst="textNoShape">
                    <a:avLst/>
                  </a:prstTxWarp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ja-JP" altLang="en-US" sz="800" dirty="0">
                    <a:latin typeface="+mn-ea"/>
                    <a:cs typeface="Arial" pitchFamily="34" charset="0"/>
                  </a:endParaRPr>
                </a:p>
              </p:txBody>
            </p:sp>
            <p:sp>
              <p:nvSpPr>
                <p:cNvPr id="127" name="Rectangle 477">
                  <a:extLst>
                    <a:ext uri="{FF2B5EF4-FFF2-40B4-BE49-F238E27FC236}">
                      <ns2:creationId id="{E69C8AE1-7959-0566-0B2F-5B5636B01DD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523164" y="4196231"/>
                  <a:ext cx="1095840" cy="320400"/>
                </a:xfrm>
                <a:prstGeom prst="roundRect">
                  <a:avLst>
                    <a:gd name="adj" fmla="val 11970"/>
                  </a:avLst>
                </a:prstGeom>
                <a:grpFill/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72009" tIns="72009" rIns="72009" bIns="72009" numCol="1" anchor="ctr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endParaRPr kumimoji="1" lang="ja-JP" altLang="en-US" sz="800" noProof="0" dirty="0">
                    <a:latin typeface="+mn-ea"/>
                  </a:endParaRPr>
                </a:p>
              </p:txBody>
            </p:sp>
          </p:grpSp>
          <p:grpSp>
            <p:nvGrpSpPr>
              <p:cNvPr id="206" name="グループ化 205">
                <a:extLst>
                  <a:ext uri="{FF2B5EF4-FFF2-40B4-BE49-F238E27FC236}">
                    <ns2:creationId id="{85378244-C07E-37C8-9D79-CC0AA69EF29E}"/>
                  </a:ext>
                </a:extLst>
              </p:cNvPr>
              <p:cNvGrpSpPr/>
              <p:nvPr/>
            </p:nvGrpSpPr>
            <p:grpSpPr>
              <a:xfrm>
                <a:off x="4542777" y="3742076"/>
                <a:ext cx="704093" cy="374458"/>
                <a:chOff x="2347026" y="3451007"/>
                <a:chExt cx="704093" cy="374458"/>
              </a:xfrm>
              <a:solidFill>
                <a:schemeClr val="bg1"/>
              </a:solidFill>
            </p:grpSpPr>
            <p:sp>
              <p:nvSpPr>
                <p:cNvPr id="207" name="正方形/長方形 206">
                  <a:extLst>
                    <a:ext uri="{FF2B5EF4-FFF2-40B4-BE49-F238E27FC236}">
                      <ns2:creationId id="{9B6CB932-9B70-9C90-3B4C-1D822C800C6A}"/>
                    </a:ext>
                  </a:extLst>
                </p:cNvPr>
                <p:cNvSpPr/>
                <p:nvPr/>
              </p:nvSpPr>
              <p:spPr>
                <a:xfrm>
                  <a:off x="2438348" y="3451007"/>
                  <a:ext cx="612771" cy="291309"/>
                </a:xfrm>
                <a:prstGeom prst="rect">
                  <a:avLst/>
                </a:prstGeom>
                <a:grp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7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08" name="正方形/長方形 207">
                  <a:extLst>
                    <a:ext uri="{FF2B5EF4-FFF2-40B4-BE49-F238E27FC236}">
                      <ns2:creationId id="{2C901C6B-36B6-8F5A-8B33-B23A9DD89BC6}"/>
                    </a:ext>
                  </a:extLst>
                </p:cNvPr>
                <p:cNvSpPr/>
                <p:nvPr/>
              </p:nvSpPr>
              <p:spPr>
                <a:xfrm>
                  <a:off x="2393114" y="3490362"/>
                  <a:ext cx="612771" cy="291309"/>
                </a:xfrm>
                <a:prstGeom prst="rect">
                  <a:avLst/>
                </a:prstGeom>
                <a:grp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7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09" name="正方形/長方形 208">
                  <a:extLst>
                    <a:ext uri="{FF2B5EF4-FFF2-40B4-BE49-F238E27FC236}">
                      <ns2:creationId id="{08624AF3-927D-953A-5A64-AA95E54EAD61}"/>
                    </a:ext>
                  </a:extLst>
                </p:cNvPr>
                <p:cNvSpPr/>
                <p:nvPr/>
              </p:nvSpPr>
              <p:spPr>
                <a:xfrm>
                  <a:off x="2347026" y="3534156"/>
                  <a:ext cx="612771" cy="291309"/>
                </a:xfrm>
                <a:prstGeom prst="rect">
                  <a:avLst/>
                </a:prstGeom>
                <a:grp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7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265" name="グループ化 264">
                <a:extLst>
                  <a:ext uri="{FF2B5EF4-FFF2-40B4-BE49-F238E27FC236}">
                    <ns2:creationId id="{544B673B-9A8C-BC28-4287-321683DDDE81}"/>
                  </a:ext>
                </a:extLst>
              </p:cNvPr>
              <p:cNvGrpSpPr/>
              <p:nvPr/>
            </p:nvGrpSpPr>
            <p:grpSpPr>
              <a:xfrm>
                <a:off x="2832863" y="1790104"/>
                <a:ext cx="1885949" cy="474862"/>
                <a:chOff x="2832863" y="1790104"/>
                <a:chExt cx="1885949" cy="474862"/>
              </a:xfrm>
            </p:grpSpPr>
            <p:sp>
              <p:nvSpPr>
                <p:cNvPr id="123" name="AutoShape 9">
                  <a:extLst>
                    <a:ext uri="{FF2B5EF4-FFF2-40B4-BE49-F238E27FC236}">
                      <ns2:creationId id="{2936CA40-1C0F-F670-0B14-1046C15A1F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gray">
                <a:xfrm rot="10800000">
                  <a:off x="3667950" y="1993035"/>
                  <a:ext cx="215775" cy="271931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0" tIns="0" rIns="0" bIns="0" numCol="1" anchor="ctr" anchorCtr="0" compatLnSpc="1">
                  <a:prstTxWarp prst="textNoShape">
                    <a:avLst/>
                  </a:prstTxWarp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ja-JP" altLang="en-US" sz="800" dirty="0">
                    <a:latin typeface="+mn-ea"/>
                    <a:cs typeface="Arial" pitchFamily="34" charset="0"/>
                  </a:endParaRPr>
                </a:p>
              </p:txBody>
            </p:sp>
            <p:sp>
              <p:nvSpPr>
                <p:cNvPr id="124" name="Rectangle 477">
                  <a:extLst>
                    <a:ext uri="{FF2B5EF4-FFF2-40B4-BE49-F238E27FC236}">
                      <ns2:creationId id="{C8CC86B3-772B-593D-0A3A-0958243B58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32863" y="1790104"/>
                  <a:ext cx="1885949" cy="356819"/>
                </a:xfrm>
                <a:prstGeom prst="roundRect">
                  <a:avLst>
                    <a:gd name="adj" fmla="val 11970"/>
                  </a:avLst>
                </a:prstGeom>
                <a:solidFill>
                  <a:schemeClr val="bg2"/>
                </a:solidFill>
                <a:ln w="9525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</p:spPr>
              <p:txBody>
                <a:bodyPr vert="horz" wrap="square" lIns="72009" tIns="72009" rIns="72009" bIns="72009" numCol="1" anchor="ctr" anchorCtr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prstClr val="black"/>
                    </a:solidFill>
                    <a:latin typeface="+mn-ea"/>
                  </a:endParaRPr>
                </a:p>
                <a:p>
                  <a:pPr marL="88900" indent="-88900">
                    <a:lnSpc>
                      <a:spcPts val="124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en-US" altLang="ja-JP" sz="800" noProof="0" dirty="0">
                      <a:solidFill>
                        <a:prstClr val="black"/>
                      </a:solidFill>
                      <a:latin typeface="+mn-ea"/>
                    </a:rPr>
                    <a:t>BW</a:t>
                  </a:r>
                  <a:r>
                    <a:rPr kumimoji="1" lang="ja-JP" altLang="en-US" sz="800" noProof="0" dirty="0">
                      <a:solidFill>
                        <a:prstClr val="black"/>
                      </a:solidFill>
                      <a:latin typeface="+mn-ea"/>
                    </a:rPr>
                    <a:t>XX</a:t>
                  </a:r>
                  <a:endParaRPr kumimoji="1" lang="ja-JP" altLang="en-US" sz="800" noProof="0" dirty="0">
                    <a:latin typeface="+mn-ea"/>
                  </a:endParaRPr>
                </a:p>
              </p:txBody>
            </p:sp>
          </p:grpSp>
        </p:grpSp>
        <p:sp>
          <p:nvSpPr>
            <p:cNvPr id="4" name="Rounded Rectangle 25">
              <a:extLst>
                <a:ext uri="{FF2B5EF4-FFF2-40B4-BE49-F238E27FC236}">
                  <ns2:creationId id="{6C38CB4E-965A-8E6B-F941-7BB0B32DF9C5}"/>
                </a:ext>
              </a:extLst>
            </p:cNvPr>
            <p:cNvSpPr/>
            <p:nvPr/>
          </p:nvSpPr>
          <p:spPr>
            <a:xfrm>
              <a:off x="7674399" y="2472993"/>
              <a:ext cx="1214612" cy="1164081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0" bIns="0" rtlCol="0" anchor="ctr" anchorCtr="0"/>
            <a:lstStyle/>
            <a:p>
              <a:pPr algn="ctr">
                <a:lnSpc>
                  <a:spcPts val="1240"/>
                </a:lnSpc>
              </a:pPr>
              <a:r>
                <a:rPr kumimoji="1" lang="en-US" altLang="ja-JP" sz="1200" noProof="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noProof="0" dirty="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2169218075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FDD4930-E680-66F4-CC6F-6E032D1FD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48178AA-D563-6B09-7A02-F5BF7634C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lt"/>
              </a:rPr>
              <a:t>XX</a:t>
            </a:r>
            <a:endParaRPr kumimoji="1" lang="ja-JP" altLang="en-US" dirty="0">
              <a:latin typeface="+mn-lt"/>
            </a:endParaRPr>
          </a:p>
        </p:txBody>
      </p:sp>
      <p:grpSp>
        <p:nvGrpSpPr>
          <p:cNvPr id="16" name="グループ化 15">
            <a:extLst>
              <a:ext uri="{FF2B5EF4-FFF2-40B4-BE49-F238E27FC236}">
                <ns2:creationId id="{86CE5C24-CB64-4D2D-1601-B3BD6491C47C}"/>
              </a:ext>
            </a:extLst>
          </p:cNvPr>
          <p:cNvGrpSpPr/>
          <p:nvPr/>
        </p:nvGrpSpPr>
        <p:grpSpPr>
          <a:xfrm>
            <a:off x="334963" y="1192972"/>
            <a:ext cx="11522793" cy="5124795"/>
            <a:chOff x="334963" y="1192972"/>
            <a:chExt cx="11522793" cy="5124795"/>
          </a:xfrm>
        </p:grpSpPr>
        <p:sp>
          <p:nvSpPr>
            <p:cNvPr id="6" name="正方形/長方形 5">
              <a:extLst>
                <a:ext uri="{FF2B5EF4-FFF2-40B4-BE49-F238E27FC236}">
                  <ns2:creationId id="{67A8A8A6-E502-8D29-A895-56F1920A4501}"/>
                </a:ext>
              </a:extLst>
            </p:cNvPr>
            <p:cNvSpPr/>
            <p:nvPr/>
          </p:nvSpPr>
          <p:spPr>
            <a:xfrm>
              <a:off x="334963" y="4634099"/>
              <a:ext cx="1604559" cy="167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8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8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endParaRPr lang="en-US" altLang="ja-JP" b="0" i="0" dirty="0">
                <a:solidFill>
                  <a:srgbClr val="000000"/>
                </a:solidFill>
                <a:effectLst/>
                <a:latin typeface="+mn-ea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4342A165-B9D2-9BBD-784C-475DF67685F0}"/>
                </a:ext>
              </a:extLst>
            </p:cNvPr>
            <p:cNvSpPr/>
            <p:nvPr/>
          </p:nvSpPr>
          <p:spPr>
            <a:xfrm>
              <a:off x="334963" y="1192972"/>
              <a:ext cx="1604559" cy="11916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dirty="0">
                  <a:solidFill>
                    <a:srgbClr val="000000"/>
                  </a:solidFill>
                  <a:latin typeface="+mn-ea"/>
                </a:rPr>
                <a:t>XX</a:t>
              </a:r>
              <a:endParaRPr kumimoji="1" lang="en-US" altLang="ja-JP" dirty="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A5317C28-3F8D-28EC-6B2D-70F587830716}"/>
                </a:ext>
              </a:extLst>
            </p:cNvPr>
            <p:cNvSpPr/>
            <p:nvPr/>
          </p:nvSpPr>
          <p:spPr>
            <a:xfrm>
              <a:off x="334963" y="2588298"/>
              <a:ext cx="1604559" cy="18432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8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endParaRPr kumimoji="1" lang="ja-JP" altLang="en-US" dirty="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14" name="ホームベース 51">
              <a:extLst>
                <a:ext uri="{FF2B5EF4-FFF2-40B4-BE49-F238E27FC236}">
                  <ns2:creationId id="{E2D5757B-62BC-C671-14A5-BD8C363470E8}"/>
                </a:ext>
              </a:extLst>
            </p:cNvPr>
            <p:cNvSpPr/>
            <p:nvPr/>
          </p:nvSpPr>
          <p:spPr>
            <a:xfrm>
              <a:off x="2486204" y="2612479"/>
              <a:ext cx="4708176" cy="399321"/>
            </a:xfrm>
            <a:prstGeom prst="homePlate">
              <a:avLst>
                <a:gd name="adj" fmla="val 18206"/>
              </a:avLst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latin typeface="+mn-ea"/>
                </a:rPr>
                <a:t>XX</a:t>
              </a:r>
              <a:r>
                <a:rPr lang="en-US" altLang="ja-JP" sz="1400" dirty="0">
                  <a:latin typeface="+mn-ea"/>
                </a:rPr>
                <a:t>(</a:t>
              </a:r>
              <a:r>
                <a:rPr lang="ja-JP" altLang="en-US" sz="1400" dirty="0">
                  <a:latin typeface="+mn-ea"/>
                </a:rPr>
                <a:t>XX</a:t>
              </a:r>
              <a:r>
                <a:rPr lang="en-US" altLang="ja-JP" sz="1400" dirty="0">
                  <a:latin typeface="+mn-ea"/>
                </a:rPr>
                <a:t>3</a:t>
              </a:r>
              <a:r>
                <a:rPr lang="ja-JP" altLang="en-US" sz="1400" dirty="0">
                  <a:latin typeface="+mn-ea"/>
                </a:rPr>
                <a:t>XX</a:t>
              </a:r>
              <a:r>
                <a:rPr lang="en-US" altLang="ja-JP" sz="1400" dirty="0">
                  <a:latin typeface="+mn-ea"/>
                </a:rPr>
                <a:t>)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15" name="山形 52">
              <a:extLst>
                <a:ext uri="{FF2B5EF4-FFF2-40B4-BE49-F238E27FC236}">
                  <ns2:creationId id="{01FBB54E-21F0-1BC7-BC3B-518CC42B5CF9}"/>
                </a:ext>
              </a:extLst>
            </p:cNvPr>
            <p:cNvSpPr/>
            <p:nvPr/>
          </p:nvSpPr>
          <p:spPr>
            <a:xfrm>
              <a:off x="7136299" y="2612478"/>
              <a:ext cx="4708176" cy="399321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14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D08BEFB2-3787-BDB6-63DC-01BF55FE962D}"/>
                </a:ext>
              </a:extLst>
            </p:cNvPr>
            <p:cNvSpPr/>
            <p:nvPr/>
          </p:nvSpPr>
          <p:spPr>
            <a:xfrm>
              <a:off x="2486205" y="3055993"/>
              <a:ext cx="4632950" cy="39932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7B0A0E77-3346-C26A-7762-03A6E48BCC7A}"/>
                </a:ext>
              </a:extLst>
            </p:cNvPr>
            <p:cNvSpPr/>
            <p:nvPr/>
          </p:nvSpPr>
          <p:spPr>
            <a:xfrm>
              <a:off x="7136299" y="3055993"/>
              <a:ext cx="4720739" cy="39932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*</a:t>
              </a:r>
              <a:r>
                <a:rPr lang="ja-JP" altLang="ja-JP" sz="1200" b="0" i="0" u="none" strike="noStrike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u="none" strike="noStrike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u="none" strike="noStrike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4CDAEC9-214E-A3BA-4940-05D7227F2326}"/>
                </a:ext>
              </a:extLst>
            </p:cNvPr>
            <p:cNvSpPr/>
            <p:nvPr/>
          </p:nvSpPr>
          <p:spPr>
            <a:xfrm>
              <a:off x="7146931" y="3499509"/>
              <a:ext cx="4697544" cy="37438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rtl="0" fontAlgn="base">
                <a:lnSpc>
                  <a:spcPts val="1200"/>
                </a:lnSpc>
              </a:pPr>
              <a:r>
                <a:rPr lang="en-US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) </a:t>
              </a: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br>
                <a:rPr lang="en-US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</a:br>
              <a:r>
                <a:rPr lang="ja-JP" altLang="ja-JP" sz="1200" b="0" i="0" u="none" strike="noStrike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dirty="0">
                  <a:solidFill>
                    <a:schemeClr val="accent5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E8017AEF-4264-9A4C-4EAD-AF00AA1A3975}"/>
                </a:ext>
              </a:extLst>
            </p:cNvPr>
            <p:cNvSpPr/>
            <p:nvPr/>
          </p:nvSpPr>
          <p:spPr>
            <a:xfrm>
              <a:off x="7146931" y="3938286"/>
              <a:ext cx="4697544" cy="437972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71450" indent="-171450" rtl="0" fontAlgn="base">
                <a:lnSpc>
                  <a:spcPts val="1200"/>
                </a:lnSpc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33F3952E-3661-A94F-F24D-51B741780E15}"/>
                </a:ext>
              </a:extLst>
            </p:cNvPr>
            <p:cNvGrpSpPr/>
            <p:nvPr/>
          </p:nvGrpSpPr>
          <p:grpSpPr>
            <a:xfrm>
              <a:off x="2503868" y="3501681"/>
              <a:ext cx="4615287" cy="881519"/>
              <a:chOff x="2503868" y="3501681"/>
              <a:chExt cx="4690512" cy="881519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289E9D13-53C8-3963-79D4-7D3CD24BD0CB}"/>
                  </a:ext>
                </a:extLst>
              </p:cNvPr>
              <p:cNvSpPr/>
              <p:nvPr/>
            </p:nvSpPr>
            <p:spPr>
              <a:xfrm>
                <a:off x="2503868" y="3501681"/>
                <a:ext cx="2362902" cy="88151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br>
                  <a:rPr lang="en-US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</a:b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200" b="0" i="0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endParaRPr lang="en-US" altLang="ja-JP" sz="1000" b="0" i="0" u="none" strike="noStrike" dirty="0">
                  <a:solidFill>
                    <a:schemeClr val="tx1"/>
                  </a:solidFill>
                  <a:effectLst/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endParaRPr lang="en-US" altLang="ja-JP" sz="1000" b="0" i="0" u="none" strike="noStrike" dirty="0">
                  <a:solidFill>
                    <a:schemeClr val="tx1"/>
                  </a:solidFill>
                  <a:effectLst/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000" b="0" i="0" dirty="0">
                    <a:solidFill>
                      <a:schemeClr val="accent1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6D52333A-4C15-0B5B-7233-3D17AB413ED0}"/>
                  </a:ext>
                </a:extLst>
              </p:cNvPr>
              <p:cNvSpPr/>
              <p:nvPr/>
            </p:nvSpPr>
            <p:spPr>
              <a:xfrm>
                <a:off x="4894997" y="3506452"/>
                <a:ext cx="2299383" cy="876748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rtl="0" fontAlgn="base">
                  <a:lnSpc>
                    <a:spcPts val="1200"/>
                  </a:lnSpc>
                </a:pP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endParaRPr lang="en-US" altLang="ja-JP" sz="1100" b="0" i="0" u="none" strike="noStrike" dirty="0">
                  <a:solidFill>
                    <a:schemeClr val="accent5"/>
                  </a:solidFill>
                  <a:effectLst/>
                  <a:latin typeface="+mn-ea"/>
                </a:endParaRPr>
              </a:p>
              <a:p>
                <a:pPr rtl="0" fontAlgn="base">
                  <a:lnSpc>
                    <a:spcPts val="1200"/>
                  </a:lnSpc>
                  <a:spcAft>
                    <a:spcPts val="300"/>
                  </a:spcAft>
                </a:pPr>
                <a:r>
                  <a:rPr lang="en-US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(</a:t>
                </a:r>
                <a:r>
                  <a:rPr lang="ja-JP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100" b="0" i="0" u="none" strike="noStrike" dirty="0">
                    <a:solidFill>
                      <a:schemeClr val="accent5"/>
                    </a:solidFill>
                    <a:effectLst/>
                    <a:latin typeface="+mn-ea"/>
                  </a:rPr>
                  <a:t>)</a:t>
                </a:r>
                <a:r>
                  <a:rPr lang="en-US" altLang="ja-JP" sz="1100" b="0" i="0" dirty="0">
                    <a:solidFill>
                      <a:schemeClr val="accent1"/>
                    </a:solidFill>
                    <a:effectLst/>
                    <a:latin typeface="+mn-ea"/>
                  </a:rPr>
                  <a:t>XX</a:t>
                </a:r>
              </a:p>
              <a:p>
                <a:pPr marL="171450" indent="-171450" rtl="0" fontAlgn="base">
                  <a:lnSpc>
                    <a:spcPts val="1200"/>
                  </a:lnSpc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ja-JP" sz="1000" b="0" i="0" u="none" strike="noStrike" dirty="0">
                    <a:solidFill>
                      <a:schemeClr val="tx1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1100" b="0" i="0" dirty="0">
                    <a:solidFill>
                      <a:schemeClr val="accent1"/>
                    </a:solidFill>
                    <a:effectLst/>
                    <a:latin typeface="+mn-ea"/>
                  </a:rPr>
                  <a:t>XX</a:t>
                </a:r>
              </a:p>
            </p:txBody>
          </p:sp>
        </p:grpSp>
        <p:sp>
          <p:nvSpPr>
            <p:cNvPr id="28" name="四角形: 角を丸くする 27">
              <a:extLst>
                <a:ext uri="{FF2B5EF4-FFF2-40B4-BE49-F238E27FC236}">
                  <ns2:creationId id="{C46141F5-D4C7-B832-8DC4-250E23B21C9C}"/>
                </a:ext>
              </a:extLst>
            </p:cNvPr>
            <p:cNvSpPr/>
            <p:nvPr/>
          </p:nvSpPr>
          <p:spPr>
            <a:xfrm>
              <a:off x="2515544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D071C068-FEB1-9A41-08A1-B98FAEE892BB}"/>
                </a:ext>
              </a:extLst>
            </p:cNvPr>
            <p:cNvSpPr/>
            <p:nvPr/>
          </p:nvSpPr>
          <p:spPr>
            <a:xfrm>
              <a:off x="4882015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7388334F-30A1-918C-EB90-27EBBA5C384D}"/>
                </a:ext>
              </a:extLst>
            </p:cNvPr>
            <p:cNvSpPr/>
            <p:nvPr/>
          </p:nvSpPr>
          <p:spPr>
            <a:xfrm>
              <a:off x="7248486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4389EE89-FBE6-5B91-5FD6-3D07133E5F19}"/>
                </a:ext>
              </a:extLst>
            </p:cNvPr>
            <p:cNvSpPr/>
            <p:nvPr/>
          </p:nvSpPr>
          <p:spPr>
            <a:xfrm>
              <a:off x="9614957" y="4634099"/>
              <a:ext cx="2229517" cy="242933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0" i="0" u="none" strike="noStrike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dirty="0">
                  <a:solidFill>
                    <a:schemeClr val="bg1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7B135C9C-3D1C-FF83-8048-1D2434BBC0F9}"/>
                </a:ext>
              </a:extLst>
            </p:cNvPr>
            <p:cNvSpPr/>
            <p:nvPr/>
          </p:nvSpPr>
          <p:spPr>
            <a:xfrm>
              <a:off x="2516661" y="4886074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0B5CFB39-B39B-0AFE-C397-DC80A84E33B5}"/>
                </a:ext>
              </a:extLst>
            </p:cNvPr>
            <p:cNvSpPr/>
            <p:nvPr/>
          </p:nvSpPr>
          <p:spPr>
            <a:xfrm>
              <a:off x="4883132" y="4877032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1</a:t>
              </a:r>
              <a:r>
                <a:rPr lang="ja-JP" altLang="ja-JP" sz="12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2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729BE999-4501-1067-0202-2B8C2B8FD77A}"/>
                </a:ext>
              </a:extLst>
            </p:cNvPr>
            <p:cNvSpPr/>
            <p:nvPr/>
          </p:nvSpPr>
          <p:spPr>
            <a:xfrm>
              <a:off x="7249603" y="4877032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b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ja-JP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866C3BC4-FA29-69CC-0B63-64FE37574493}"/>
                </a:ext>
              </a:extLst>
            </p:cNvPr>
            <p:cNvSpPr/>
            <p:nvPr/>
          </p:nvSpPr>
          <p:spPr>
            <a:xfrm>
              <a:off x="9616074" y="4877032"/>
              <a:ext cx="2228400" cy="1431693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marL="171450" indent="-171450" rtl="0" fontAlgn="base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 /</a:t>
              </a:r>
              <a:br>
                <a:rPr lang="en-US" altLang="ja-JP" sz="1400" dirty="0">
                  <a:solidFill>
                    <a:srgbClr val="000000"/>
                  </a:solidFill>
                  <a:latin typeface="+mn-ea"/>
                </a:rPr>
              </a:br>
              <a:r>
                <a:rPr lang="ja-JP" altLang="ja-JP" sz="14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  <a:r>
                <a:rPr lang="en-US" altLang="ja-JP" sz="1400" b="0" i="0" dirty="0">
                  <a:solidFill>
                    <a:srgbClr val="000000"/>
                  </a:solidFill>
                  <a:effectLst/>
                  <a:latin typeface="+mn-ea"/>
                </a:rPr>
                <a:t>XX</a:t>
              </a:r>
            </a:p>
          </p:txBody>
        </p:sp>
        <p:cxnSp>
          <p:nvCxnSpPr>
            <p:cNvPr id="36" name="直線コネクタ 35">
              <a:extLst>
                <a:ext uri="{FF2B5EF4-FFF2-40B4-BE49-F238E27FC236}">
                  <ns2:creationId id="{95E769AD-18C6-3807-9A8A-690C2D2E97DE}"/>
                </a:ext>
              </a:extLst>
            </p:cNvPr>
            <p:cNvCxnSpPr>
              <a:cxnSpLocks/>
            </p:cNvCxnSpPr>
            <p:nvPr/>
          </p:nvCxnSpPr>
          <p:spPr>
            <a:xfrm>
              <a:off x="2241258" y="1192972"/>
              <a:ext cx="0" cy="1191600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AB876A79-338A-91E7-54E2-94D5569BF790}"/>
                </a:ext>
              </a:extLst>
            </p:cNvPr>
            <p:cNvCxnSpPr>
              <a:cxnSpLocks/>
            </p:cNvCxnSpPr>
            <p:nvPr/>
          </p:nvCxnSpPr>
          <p:spPr>
            <a:xfrm>
              <a:off x="2241258" y="2588298"/>
              <a:ext cx="0" cy="1842076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B5783A9B-64D1-4D25-13FC-6A7C34F17775}"/>
                </a:ext>
              </a:extLst>
            </p:cNvPr>
            <p:cNvCxnSpPr>
              <a:cxnSpLocks/>
            </p:cNvCxnSpPr>
            <p:nvPr/>
          </p:nvCxnSpPr>
          <p:spPr>
            <a:xfrm>
              <a:off x="2241258" y="4634099"/>
              <a:ext cx="0" cy="1674626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B9A994EF-929F-AC06-8B4D-3B8141F9E143}"/>
                </a:ext>
              </a:extLst>
            </p:cNvPr>
            <p:cNvCxnSpPr>
              <a:cxnSpLocks/>
            </p:cNvCxnSpPr>
            <p:nvPr/>
          </p:nvCxnSpPr>
          <p:spPr>
            <a:xfrm>
              <a:off x="2486204" y="2485764"/>
              <a:ext cx="937155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AC40EA07-1A4F-975F-5615-0063B8547A88}"/>
                </a:ext>
              </a:extLst>
            </p:cNvPr>
            <p:cNvCxnSpPr>
              <a:cxnSpLocks/>
            </p:cNvCxnSpPr>
            <p:nvPr/>
          </p:nvCxnSpPr>
          <p:spPr>
            <a:xfrm>
              <a:off x="2503868" y="4532305"/>
              <a:ext cx="9350913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7" name="グラフィックス 46" descr="握手 単色塗りつぶし">
              <a:extLst>
                <a:ext uri="{FF2B5EF4-FFF2-40B4-BE49-F238E27FC236}">
                  <ns2:creationId id="{92C49AD2-BE1E-4319-2CCA-C8B28F769E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897842" y="1383849"/>
              <a:ext cx="478800" cy="478800"/>
            </a:xfrm>
            <a:prstGeom prst="rect">
              <a:avLst/>
            </a:prstGeom>
          </p:spPr>
        </p:pic>
        <p:pic>
          <p:nvPicPr>
            <p:cNvPr id="49" name="グラフィックス 48" descr="グループでのブレーンストーミング 単色塗りつぶし">
              <a:extLst>
                <a:ext uri="{FF2B5EF4-FFF2-40B4-BE49-F238E27FC236}">
                  <ns2:creationId id="{C9127F36-65F8-CFE9-1324-94E90F7B81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97842" y="3108039"/>
              <a:ext cx="478800" cy="478800"/>
            </a:xfrm>
            <a:prstGeom prst="rect">
              <a:avLst/>
            </a:prstGeom>
          </p:spPr>
        </p:pic>
        <p:pic>
          <p:nvPicPr>
            <p:cNvPr id="51" name="グラフィックス 50" descr="チェック マーク 単色塗りつぶし">
              <a:extLst>
                <a:ext uri="{FF2B5EF4-FFF2-40B4-BE49-F238E27FC236}">
                  <ns2:creationId id="{290E5024-4C82-0417-A484-23C4350F62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897842" y="4892798"/>
              <a:ext cx="478800" cy="478800"/>
            </a:xfrm>
            <a:prstGeom prst="rect">
              <a:avLst/>
            </a:prstGeom>
          </p:spPr>
        </p:pic>
        <p:grpSp>
          <p:nvGrpSpPr>
            <p:cNvPr id="4" name="グループ化 3">
              <a:extLst>
                <a:ext uri="{FF2B5EF4-FFF2-40B4-BE49-F238E27FC236}">
                  <ns2:creationId id="{3F4C887A-145B-1368-E095-6B5758FF74C0}"/>
                </a:ext>
              </a:extLst>
            </p:cNvPr>
            <p:cNvGrpSpPr/>
            <p:nvPr/>
          </p:nvGrpSpPr>
          <p:grpSpPr>
            <a:xfrm>
              <a:off x="2492675" y="1192972"/>
              <a:ext cx="9351806" cy="1191600"/>
              <a:chOff x="2492675" y="1192972"/>
              <a:chExt cx="9351806" cy="1191600"/>
            </a:xfrm>
          </p:grpSpPr>
          <p:grpSp>
            <p:nvGrpSpPr>
              <p:cNvPr id="93" name="グループ化 92">
                <a:extLst>
                  <a:ext uri="{FF2B5EF4-FFF2-40B4-BE49-F238E27FC236}">
                    <ns2:creationId id="{19C65B8E-8860-735B-BCCF-AA6F7C640A61}"/>
                  </a:ext>
                </a:extLst>
              </p:cNvPr>
              <p:cNvGrpSpPr/>
              <p:nvPr/>
            </p:nvGrpSpPr>
            <p:grpSpPr>
              <a:xfrm>
                <a:off x="2492675" y="1192972"/>
                <a:ext cx="2231570" cy="1189999"/>
                <a:chOff x="2676088" y="1168440"/>
                <a:chExt cx="2231570" cy="1189999"/>
              </a:xfrm>
            </p:grpSpPr>
            <p:sp>
              <p:nvSpPr>
                <p:cNvPr id="11" name="正方形/長方形 10">
                  <a:extLst>
                    <a:ext uri="{FF2B5EF4-FFF2-40B4-BE49-F238E27FC236}">
                      <ns2:creationId id="{73EB2C62-7560-C0CA-2FCE-A9E047DEF6A7}"/>
                    </a:ext>
                  </a:extLst>
                </p:cNvPr>
                <p:cNvSpPr/>
                <p:nvPr/>
              </p:nvSpPr>
              <p:spPr>
                <a:xfrm>
                  <a:off x="2676088" y="1168440"/>
                  <a:ext cx="2229517" cy="1189999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en-US" altLang="ja-JP" sz="1200" b="0" i="0" u="none" strike="noStrike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ja-JP" altLang="ja-JP" sz="1200" b="0" i="0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</p:txBody>
            </p:sp>
            <p:pic>
              <p:nvPicPr>
                <p:cNvPr id="53" name="グラフィックス 52" descr="地球: 南北アメリカ 単色塗りつぶし">
                  <a:extLst>
                    <a:ext uri="{FF2B5EF4-FFF2-40B4-BE49-F238E27FC236}">
                      <ns2:creationId id="{E6A04BD5-325C-2FC2-85BC-534FAC5C53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4367658" y="1806263"/>
                  <a:ext cx="540000" cy="540000"/>
                </a:xfrm>
                <a:prstGeom prst="rect">
                  <a:avLst/>
                </a:prstGeom>
              </p:spPr>
            </p:pic>
          </p:grpSp>
          <p:grpSp>
            <p:nvGrpSpPr>
              <p:cNvPr id="94" name="グループ化 93">
                <a:extLst>
                  <a:ext uri="{FF2B5EF4-FFF2-40B4-BE49-F238E27FC236}">
                    <ns2:creationId id="{44A9C476-45C8-6A9E-392F-C272434F533F}"/>
                  </a:ext>
                </a:extLst>
              </p:cNvPr>
              <p:cNvGrpSpPr/>
              <p:nvPr/>
            </p:nvGrpSpPr>
            <p:grpSpPr>
              <a:xfrm>
                <a:off x="4874392" y="1192972"/>
                <a:ext cx="2229517" cy="1191600"/>
                <a:chOff x="4996667" y="1192972"/>
                <a:chExt cx="2229517" cy="1191600"/>
              </a:xfrm>
            </p:grpSpPr>
            <p:sp>
              <p:nvSpPr>
                <p:cNvPr id="10" name="正方形/長方形 9">
                  <a:extLst>
                    <a:ext uri="{FF2B5EF4-FFF2-40B4-BE49-F238E27FC236}">
                      <ns2:creationId id="{6AEC30A7-254B-1728-DCB9-49A62CFB8622}"/>
                    </a:ext>
                  </a:extLst>
                </p:cNvPr>
                <p:cNvSpPr/>
                <p:nvPr/>
              </p:nvSpPr>
              <p:spPr>
                <a:xfrm>
                  <a:off x="4996667" y="1192972"/>
                  <a:ext cx="2229517" cy="11916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3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ja-JP" altLang="ja-JP" sz="1200" b="0" i="0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5" name="グラフィックス 54" descr="会議 単色塗りつぶし">
                  <a:extLst>
                    <a:ext uri="{FF2B5EF4-FFF2-40B4-BE49-F238E27FC236}">
                      <ns2:creationId id="{6684C639-E733-C8E4-F0FB-351D9DCE74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6677474" y="1830795"/>
                  <a:ext cx="540000" cy="540000"/>
                </a:xfrm>
                <a:prstGeom prst="rect">
                  <a:avLst/>
                </a:prstGeom>
              </p:spPr>
            </p:pic>
          </p:grpSp>
          <p:grpSp>
            <p:nvGrpSpPr>
              <p:cNvPr id="95" name="グループ化 94">
                <a:extLst>
                  <a:ext uri="{FF2B5EF4-FFF2-40B4-BE49-F238E27FC236}">
                    <ns2:creationId id="{76FF52E0-F606-D6A7-D527-E8ACCBC9B08A}"/>
                  </a:ext>
                </a:extLst>
              </p:cNvPr>
              <p:cNvGrpSpPr/>
              <p:nvPr/>
            </p:nvGrpSpPr>
            <p:grpSpPr>
              <a:xfrm>
                <a:off x="7256109" y="1192972"/>
                <a:ext cx="2229517" cy="1191600"/>
                <a:chOff x="7317246" y="1192972"/>
                <a:chExt cx="2229517" cy="1191600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EDA24359-E10C-D1F7-2B1C-EAC26607AD07}"/>
                    </a:ext>
                  </a:extLst>
                </p:cNvPr>
                <p:cNvSpPr/>
                <p:nvPr/>
              </p:nvSpPr>
              <p:spPr>
                <a:xfrm>
                  <a:off x="7317246" y="1192972"/>
                  <a:ext cx="2229517" cy="11916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en-US" altLang="ja-JP" sz="1200" b="0" i="0" u="none" strike="noStrike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DX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SCM</a:t>
                  </a: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kumimoji="1" lang="en-US" altLang="ja-JP" sz="1200" dirty="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pic>
              <p:nvPicPr>
                <p:cNvPr id="56" name="グラフィックス 55" descr="手のひらと植物 単色塗りつぶし">
                  <a:extLst>
                    <a:ext uri="{FF2B5EF4-FFF2-40B4-BE49-F238E27FC236}">
                      <ns2:creationId id="{D8A98330-6CC9-8AFF-3D24-FC54971C48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8987290" y="1830795"/>
                  <a:ext cx="540000" cy="540000"/>
                </a:xfrm>
                <a:prstGeom prst="rect">
                  <a:avLst/>
                </a:prstGeom>
              </p:spPr>
            </p:pic>
          </p:grpSp>
          <p:grpSp>
            <p:nvGrpSpPr>
              <p:cNvPr id="96" name="グループ化 95">
                <a:extLst>
                  <a:ext uri="{FF2B5EF4-FFF2-40B4-BE49-F238E27FC236}">
                    <ns2:creationId id="{305BACE5-BB03-5B8B-D940-3AA4A82F102E}"/>
                  </a:ext>
                </a:extLst>
              </p:cNvPr>
              <p:cNvGrpSpPr/>
              <p:nvPr/>
            </p:nvGrpSpPr>
            <p:grpSpPr>
              <a:xfrm>
                <a:off x="9637832" y="1192972"/>
                <a:ext cx="2206649" cy="1191600"/>
                <a:chOff x="9637826" y="1192972"/>
                <a:chExt cx="2229517" cy="1191600"/>
              </a:xfrm>
            </p:grpSpPr>
            <p:sp>
              <p:nvSpPr>
                <p:cNvPr id="12" name="正方形/長方形 11">
                  <a:extLst>
                    <a:ext uri="{FF2B5EF4-FFF2-40B4-BE49-F238E27FC236}">
                      <ns2:creationId id="{BFA1B043-5854-F7F3-AE21-A3B0F2A60DA3}"/>
                    </a:ext>
                  </a:extLst>
                </p:cNvPr>
                <p:cNvSpPr/>
                <p:nvPr/>
              </p:nvSpPr>
              <p:spPr>
                <a:xfrm>
                  <a:off x="9637826" y="1192972"/>
                  <a:ext cx="2229517" cy="11916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endParaRPr lang="en-US" altLang="ja-JP" sz="1200" b="0" i="0" u="none" strike="noStrike" dirty="0">
                    <a:solidFill>
                      <a:srgbClr val="000000"/>
                    </a:solidFill>
                    <a:effectLst/>
                    <a:latin typeface="+mn-ea"/>
                  </a:endParaRPr>
                </a:p>
                <a:p>
                  <a:pPr>
                    <a:buClr>
                      <a:schemeClr val="accent1"/>
                    </a:buClr>
                  </a:pP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br>
                    <a:rPr lang="en-US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</a:br>
                  <a:r>
                    <a:rPr lang="ja-JP" altLang="ja-JP" sz="1200" b="0" i="0" u="none" strike="noStrike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  <a:r>
                    <a:rPr lang="en-US" altLang="ja-JP" sz="1200" b="0" i="0" dirty="0">
                      <a:solidFill>
                        <a:srgbClr val="000000"/>
                      </a:solidFill>
                      <a:effectLst/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8" name="グラフィックス 57" descr="熱望 単色塗りつぶし">
                  <a:extLst>
                    <a:ext uri="{FF2B5EF4-FFF2-40B4-BE49-F238E27FC236}">
                      <ns2:creationId id="{00677A67-37BD-65D8-72F2-F39454365B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1314296" y="1830795"/>
                  <a:ext cx="545596" cy="5400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82" name="グラフィックス 81" descr="地球 単色塗りつぶし">
              <a:extLst>
                <a:ext uri="{FF2B5EF4-FFF2-40B4-BE49-F238E27FC236}">
                  <ns2:creationId id="{F95FE3D3-DBF8-27C3-44E2-C19478CF8F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173661" y="5145264"/>
              <a:ext cx="914400" cy="914400"/>
            </a:xfrm>
            <a:prstGeom prst="rect">
              <a:avLst/>
            </a:prstGeom>
          </p:spPr>
        </p:pic>
        <p:pic>
          <p:nvPicPr>
            <p:cNvPr id="84" name="グラフィックス 83" descr="オフィス ワーカー (男性) 単色塗りつぶし">
              <a:extLst>
                <a:ext uri="{FF2B5EF4-FFF2-40B4-BE49-F238E27FC236}">
                  <ns2:creationId id="{EE187967-4D55-1DB6-0024-41948F2D59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5540132" y="5145264"/>
              <a:ext cx="914400" cy="914400"/>
            </a:xfrm>
            <a:prstGeom prst="rect">
              <a:avLst/>
            </a:prstGeom>
          </p:spPr>
        </p:pic>
        <p:pic>
          <p:nvPicPr>
            <p:cNvPr id="86" name="グラフィックス 85" descr="ホーム 単色塗りつぶし">
              <a:extLst>
                <a:ext uri="{FF2B5EF4-FFF2-40B4-BE49-F238E27FC236}">
                  <ns2:creationId id="{694E6C33-47E8-D43E-057E-B2124136F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7906603" y="5145264"/>
              <a:ext cx="914400" cy="914400"/>
            </a:xfrm>
            <a:prstGeom prst="rect">
              <a:avLst/>
            </a:prstGeom>
          </p:spPr>
        </p:pic>
        <p:pic>
          <p:nvPicPr>
            <p:cNvPr id="88" name="グラフィックス 87" descr="手のひら 単色塗りつぶし">
              <a:extLst>
                <a:ext uri="{FF2B5EF4-FFF2-40B4-BE49-F238E27FC236}">
                  <ns2:creationId id="{91B4D587-6853-EB25-F5F7-F53FD2B9A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10273074" y="514526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4188697846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1A3D511-E949-25B2-4241-07A2901BB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B069770-A50A-E9CB-B201-91FFE8C33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D8D597B-DB3A-C069-ECEE-D05B21A5B6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633994" cy="590931"/>
          </a:xfrm>
        </p:spPr>
        <p:txBody>
          <a:bodyPr>
            <a:noAutofit/>
          </a:bodyPr>
          <a:lstStyle/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/ 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lang="ja-JP" altLang="en-US" sz="1800" dirty="0"/>
              <a:t>XX</a:t>
            </a:r>
            <a:r>
              <a:rPr kumimoji="1" lang="ja-JP" altLang="en-US" sz="1800" dirty="0"/>
              <a:t>XX</a:t>
            </a:r>
            <a:br>
              <a:rPr kumimoji="1" lang="en-US" altLang="ja-JP" sz="1800" dirty="0"/>
            </a:br>
            <a:r>
              <a:rPr kumimoji="1" lang="ja-JP" altLang="en-US" sz="1800" dirty="0"/>
              <a:t>XX</a:t>
            </a:r>
            <a:r>
              <a:rPr lang="ja-JP" altLang="en-US" sz="1800" dirty="0"/>
              <a:t>XX</a:t>
            </a:r>
            <a:endParaRPr kumimoji="1" lang="en-US" altLang="ja-JP" sz="1800" dirty="0"/>
          </a:p>
        </p:txBody>
      </p:sp>
      <p:grpSp>
        <p:nvGrpSpPr>
          <p:cNvPr id="4" name="グループ化 3">
            <a:extLst>
              <a:ext uri="{FF2B5EF4-FFF2-40B4-BE49-F238E27FC236}">
                <ns2:creationId id="{A56125EF-E715-E133-FC3B-11BC443A6500}"/>
              </a:ext>
            </a:extLst>
          </p:cNvPr>
          <p:cNvGrpSpPr/>
          <p:nvPr/>
        </p:nvGrpSpPr>
        <p:grpSpPr>
          <a:xfrm>
            <a:off x="335926" y="1643929"/>
            <a:ext cx="5688000" cy="288147"/>
            <a:chOff x="335926" y="1643929"/>
            <a:chExt cx="5688000" cy="288147"/>
          </a:xfrm>
        </p:grpSpPr>
        <p:sp>
          <p:nvSpPr>
            <p:cNvPr id="6" name="正方形/長方形 5">
              <a:extLst>
                <a:ext uri="{FF2B5EF4-FFF2-40B4-BE49-F238E27FC236}">
                  <ns2:creationId id="{57ADE722-2636-6EC1-DD9C-88CEB151DB8F}"/>
                </a:ext>
              </a:extLst>
            </p:cNvPr>
            <p:cNvSpPr/>
            <p:nvPr/>
          </p:nvSpPr>
          <p:spPr>
            <a:xfrm>
              <a:off x="335926" y="1643929"/>
              <a:ext cx="5688000" cy="2881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0" tIns="108000" rIns="36000" bIns="36000" rtlCol="0" anchor="ctr"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+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) </a:t>
              </a:r>
              <a:endParaRPr kumimoji="1" lang="ja-JP" altLang="en-US" sz="1200" dirty="0">
                <a:solidFill>
                  <a:schemeClr val="tx1"/>
                </a:solidFill>
                <a:latin typeface="Trebuchet MS" panose="020B060302020202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8" name="直線コネクタ 7">
              <a:extLst>
                <a:ext uri="{FF2B5EF4-FFF2-40B4-BE49-F238E27FC236}">
                  <ns2:creationId id="{AA06AC7F-AB21-3C45-8651-5DEA6AE2AB59}"/>
                </a:ext>
              </a:extLst>
            </p:cNvPr>
            <p:cNvCxnSpPr>
              <a:cxnSpLocks/>
            </p:cNvCxnSpPr>
            <p:nvPr/>
          </p:nvCxnSpPr>
          <p:spPr>
            <a:xfrm>
              <a:off x="335926" y="1932076"/>
              <a:ext cx="568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グラフィックス 17" descr="硬貨 枠線">
              <a:extLst>
                <a:ext uri="{FF2B5EF4-FFF2-40B4-BE49-F238E27FC236}">
                  <ns2:creationId id="{7D28E9DA-1B96-6F1E-B58B-6C92886E31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35926" y="1643929"/>
              <a:ext cx="288147" cy="288147"/>
            </a:xfrm>
            <a:prstGeom prst="rect">
              <a:avLst/>
            </a:prstGeom>
          </p:spPr>
        </p:pic>
      </p:grpSp>
      <p:graphicFrame>
        <p:nvGraphicFramePr>
          <p:cNvPr id="21" name="グラフ 20">
            <a:extLst>
              <a:ext uri="{FF2B5EF4-FFF2-40B4-BE49-F238E27FC236}">
                <ns2:creationId id="{52810D78-7D0C-B53E-DD2C-8B3325E9E7FD}"/>
              </a:ext>
            </a:extLst>
          </p:cNvPr>
          <p:cNvGraphicFramePr/>
          <p:nvPr/>
        </p:nvGraphicFramePr>
        <p:xfrm>
          <a:off x="335925" y="2414775"/>
          <a:ext cx="5688000" cy="2305927"/>
        </p:xfrm>
        <a:graphic>
          <a:graphicData uri="http://schemas.openxmlformats.org/drawingml/2006/chart">
            <ns5:chart r:id="rId4"/>
          </a:graphicData>
        </a:graphic>
      </p:graphicFrame>
      <p:grpSp>
        <p:nvGrpSpPr>
          <p:cNvPr id="7" name="グループ化 6">
            <a:extLst>
              <a:ext uri="{FF2B5EF4-FFF2-40B4-BE49-F238E27FC236}">
                <ns2:creationId id="{84D9AC7E-9464-454F-B04E-BCD18B1589D3}"/>
              </a:ext>
            </a:extLst>
          </p:cNvPr>
          <p:cNvGrpSpPr/>
          <p:nvPr/>
        </p:nvGrpSpPr>
        <p:grpSpPr>
          <a:xfrm>
            <a:off x="335925" y="4750336"/>
            <a:ext cx="5692831" cy="1563681"/>
            <a:chOff x="335925" y="4750336"/>
            <a:chExt cx="5692831" cy="1563681"/>
          </a:xfrm>
        </p:grpSpPr>
        <p:sp>
          <p:nvSpPr>
            <p:cNvPr id="22" name="四角形: 角を丸くする 21">
              <a:extLst>
                <a:ext uri="{FF2B5EF4-FFF2-40B4-BE49-F238E27FC236}">
                  <ns2:creationId id="{7AFA4E79-CDFA-D86D-02B2-C5E7029A0038}"/>
                </a:ext>
              </a:extLst>
            </p:cNvPr>
            <p:cNvSpPr/>
            <p:nvPr/>
          </p:nvSpPr>
          <p:spPr>
            <a:xfrm>
              <a:off x="335926" y="4750336"/>
              <a:ext cx="534368" cy="216000"/>
            </a:xfrm>
            <a:prstGeom prst="round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BFA9A89C-3D49-03AD-9475-81E7747566DE}"/>
                </a:ext>
              </a:extLst>
            </p:cNvPr>
            <p:cNvSpPr/>
            <p:nvPr/>
          </p:nvSpPr>
          <p:spPr>
            <a:xfrm>
              <a:off x="335925" y="5024053"/>
              <a:ext cx="5692831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) 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34C7D5DC-9EFB-7A07-E853-0950EA633705}"/>
                </a:ext>
              </a:extLst>
            </p:cNvPr>
            <p:cNvSpPr/>
            <p:nvPr/>
          </p:nvSpPr>
          <p:spPr>
            <a:xfrm>
              <a:off x="335925" y="5287972"/>
              <a:ext cx="1872000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zh-TW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74F0C54C-EDC2-6D78-86D7-DD24B7033CC1}"/>
                </a:ext>
              </a:extLst>
            </p:cNvPr>
            <p:cNvSpPr/>
            <p:nvPr/>
          </p:nvSpPr>
          <p:spPr>
            <a:xfrm>
              <a:off x="2246340" y="5287972"/>
              <a:ext cx="1872000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24AA7902-2929-D9A2-8723-2A984C3FF598}"/>
                </a:ext>
              </a:extLst>
            </p:cNvPr>
            <p:cNvSpPr/>
            <p:nvPr/>
          </p:nvSpPr>
          <p:spPr>
            <a:xfrm>
              <a:off x="4156756" y="5287972"/>
              <a:ext cx="1872000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zh-TW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85E873A-8814-917A-C9B5-BCBB4008019F}"/>
                </a:ext>
              </a:extLst>
            </p:cNvPr>
            <p:cNvSpPr/>
            <p:nvPr/>
          </p:nvSpPr>
          <p:spPr>
            <a:xfrm>
              <a:off x="335925" y="5551891"/>
              <a:ext cx="1872000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zh-TW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E0DED179-48C3-BFDB-91DB-90C47C74FAC9}"/>
                </a:ext>
              </a:extLst>
            </p:cNvPr>
            <p:cNvSpPr/>
            <p:nvPr/>
          </p:nvSpPr>
          <p:spPr>
            <a:xfrm>
              <a:off x="2246340" y="5551891"/>
              <a:ext cx="1872000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E2091511-7816-B107-9CCB-476BB38F16E8}"/>
                </a:ext>
              </a:extLst>
            </p:cNvPr>
            <p:cNvSpPr/>
            <p:nvPr/>
          </p:nvSpPr>
          <p:spPr>
            <a:xfrm>
              <a:off x="4156756" y="5551891"/>
              <a:ext cx="1872000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7CCE0DB1-5D95-02BE-80EF-0D610BD5D90E}"/>
                </a:ext>
              </a:extLst>
            </p:cNvPr>
            <p:cNvSpPr/>
            <p:nvPr/>
          </p:nvSpPr>
          <p:spPr>
            <a:xfrm>
              <a:off x="335925" y="5815811"/>
              <a:ext cx="1872000" cy="216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6E264354-F8DE-31EA-7AC2-7933146E945C}"/>
                </a:ext>
              </a:extLst>
            </p:cNvPr>
            <p:cNvSpPr/>
            <p:nvPr/>
          </p:nvSpPr>
          <p:spPr>
            <a:xfrm>
              <a:off x="2863850" y="6079731"/>
              <a:ext cx="632152" cy="23428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kumimoji="1"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2" name="直線コネクタ 31">
              <a:extLst>
                <a:ext uri="{FF2B5EF4-FFF2-40B4-BE49-F238E27FC236}">
                  <ns2:creationId id="{9244E855-18ED-EEB0-05AB-C5118FD6AD59}"/>
                </a:ext>
              </a:extLst>
            </p:cNvPr>
            <p:cNvCxnSpPr>
              <a:cxnSpLocks/>
            </p:cNvCxnSpPr>
            <p:nvPr/>
          </p:nvCxnSpPr>
          <p:spPr>
            <a:xfrm>
              <a:off x="335926" y="6079730"/>
              <a:ext cx="568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グループ化 68">
            <a:extLst>
              <a:ext uri="{FF2B5EF4-FFF2-40B4-BE49-F238E27FC236}">
                <ns2:creationId id="{39BC3E35-0E35-8E4E-172C-ABB940EA467F}"/>
              </a:ext>
            </a:extLst>
          </p:cNvPr>
          <p:cNvGrpSpPr/>
          <p:nvPr/>
        </p:nvGrpSpPr>
        <p:grpSpPr>
          <a:xfrm>
            <a:off x="779324" y="1979620"/>
            <a:ext cx="4801204" cy="422406"/>
            <a:chOff x="528294" y="1979620"/>
            <a:chExt cx="4801204" cy="422406"/>
          </a:xfrm>
        </p:grpSpPr>
        <p:cxnSp>
          <p:nvCxnSpPr>
            <p:cNvPr id="50" name="直線コネクタ 49">
              <a:extLst>
                <a:ext uri="{FF2B5EF4-FFF2-40B4-BE49-F238E27FC236}">
                  <ns2:creationId id="{E8DDC31B-D78D-2649-3E93-37E3AA2AC0C9}"/>
                </a:ext>
              </a:extLst>
            </p:cNvPr>
            <p:cNvCxnSpPr>
              <a:cxnSpLocks/>
            </p:cNvCxnSpPr>
            <p:nvPr/>
          </p:nvCxnSpPr>
          <p:spPr>
            <a:xfrm>
              <a:off x="528294" y="2085222"/>
              <a:ext cx="540000" cy="0"/>
            </a:xfrm>
            <a:prstGeom prst="line">
              <a:avLst/>
            </a:prstGeom>
            <a:ln w="1905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楕円 50">
              <a:extLst>
                <a:ext uri="{FF2B5EF4-FFF2-40B4-BE49-F238E27FC236}">
                  <ns2:creationId id="{81DBF692-3E74-9CCF-3122-43DE9A0D64FE}"/>
                </a:ext>
              </a:extLst>
            </p:cNvPr>
            <p:cNvSpPr/>
            <p:nvPr/>
          </p:nvSpPr>
          <p:spPr>
            <a:xfrm>
              <a:off x="762294" y="2049222"/>
              <a:ext cx="72000" cy="72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956194B4-93F3-1877-3D97-B9245436FEED}"/>
                </a:ext>
              </a:extLst>
            </p:cNvPr>
            <p:cNvSpPr/>
            <p:nvPr/>
          </p:nvSpPr>
          <p:spPr>
            <a:xfrm>
              <a:off x="1068294" y="1979620"/>
              <a:ext cx="410937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  <p:cxnSp>
          <p:nvCxnSpPr>
            <p:cNvPr id="53" name="直線コネクタ 52">
              <a:extLst>
                <a:ext uri="{FF2B5EF4-FFF2-40B4-BE49-F238E27FC236}">
                  <ns2:creationId id="{DC161272-E935-C816-1C13-10A3F7A094F3}"/>
                </a:ext>
              </a:extLst>
            </p:cNvPr>
            <p:cNvCxnSpPr/>
            <p:nvPr/>
          </p:nvCxnSpPr>
          <p:spPr>
            <a:xfrm>
              <a:off x="3136234" y="2085222"/>
              <a:ext cx="540000" cy="0"/>
            </a:xfrm>
            <a:prstGeom prst="line">
              <a:avLst/>
            </a:prstGeom>
            <a:ln w="19050">
              <a:solidFill>
                <a:srgbClr val="66B366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楕円 53">
              <a:extLst>
                <a:ext uri="{FF2B5EF4-FFF2-40B4-BE49-F238E27FC236}">
                  <ns2:creationId id="{7B66CA44-ED57-5F0A-BD7D-BB7CBD35CDE3}"/>
                </a:ext>
              </a:extLst>
            </p:cNvPr>
            <p:cNvSpPr/>
            <p:nvPr/>
          </p:nvSpPr>
          <p:spPr>
            <a:xfrm>
              <a:off x="3370234" y="2049222"/>
              <a:ext cx="72000" cy="72000"/>
            </a:xfrm>
            <a:prstGeom prst="ellipse">
              <a:avLst/>
            </a:prstGeom>
            <a:solidFill>
              <a:srgbClr val="66B36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A6E7FF7B-8E0B-B770-7045-04EE2451A5B2}"/>
                </a:ext>
              </a:extLst>
            </p:cNvPr>
            <p:cNvSpPr/>
            <p:nvPr/>
          </p:nvSpPr>
          <p:spPr>
            <a:xfrm>
              <a:off x="3676234" y="1979620"/>
              <a:ext cx="1653264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sp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  <p:cxnSp>
          <p:nvCxnSpPr>
            <p:cNvPr id="57" name="直線コネクタ 56">
              <a:extLst>
                <a:ext uri="{FF2B5EF4-FFF2-40B4-BE49-F238E27FC236}">
                  <ns2:creationId id="{59BB1992-ABB5-0D46-F63C-E814B147D9B0}"/>
                </a:ext>
              </a:extLst>
            </p:cNvPr>
            <p:cNvCxnSpPr>
              <a:cxnSpLocks/>
            </p:cNvCxnSpPr>
            <p:nvPr/>
          </p:nvCxnSpPr>
          <p:spPr>
            <a:xfrm>
              <a:off x="528294" y="2296425"/>
              <a:ext cx="54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楕円 57">
              <a:extLst>
                <a:ext uri="{FF2B5EF4-FFF2-40B4-BE49-F238E27FC236}">
                  <ns2:creationId id="{0FF40E4E-156C-3CEB-CFA7-214DB6976E97}"/>
                </a:ext>
              </a:extLst>
            </p:cNvPr>
            <p:cNvSpPr/>
            <p:nvPr/>
          </p:nvSpPr>
          <p:spPr>
            <a:xfrm>
              <a:off x="762294" y="2260425"/>
              <a:ext cx="72000" cy="7200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2ABB3AD2-9009-D922-9844-93A8C7B03C54}"/>
                </a:ext>
              </a:extLst>
            </p:cNvPr>
            <p:cNvSpPr/>
            <p:nvPr/>
          </p:nvSpPr>
          <p:spPr>
            <a:xfrm>
              <a:off x="1068294" y="2190823"/>
              <a:ext cx="1473728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kumimoji="1" lang="en-US" altLang="zh-TW" sz="900" dirty="0">
                  <a:solidFill>
                    <a:schemeClr val="tx1"/>
                  </a:solidFill>
                  <a:latin typeface="+mj-lt"/>
                </a:rPr>
                <a:t>XX</a:t>
              </a:r>
              <a:r>
                <a:rPr kumimoji="1" lang="zh-TW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  <p:cxnSp>
          <p:nvCxnSpPr>
            <p:cNvPr id="62" name="直線コネクタ 61">
              <a:extLst>
                <a:ext uri="{FF2B5EF4-FFF2-40B4-BE49-F238E27FC236}">
                  <ns2:creationId id="{EFC1A019-0DE4-B11D-5E5D-BDAB912A6CC8}"/>
                </a:ext>
              </a:extLst>
            </p:cNvPr>
            <p:cNvCxnSpPr>
              <a:cxnSpLocks/>
            </p:cNvCxnSpPr>
            <p:nvPr/>
          </p:nvCxnSpPr>
          <p:spPr>
            <a:xfrm>
              <a:off x="3136234" y="2296425"/>
              <a:ext cx="54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楕円 62">
              <a:extLst>
                <a:ext uri="{FF2B5EF4-FFF2-40B4-BE49-F238E27FC236}">
                  <ns2:creationId id="{D2BD90C8-1430-9A18-1DFB-489FF5E7BE0A}"/>
                </a:ext>
              </a:extLst>
            </p:cNvPr>
            <p:cNvSpPr/>
            <p:nvPr/>
          </p:nvSpPr>
          <p:spPr>
            <a:xfrm>
              <a:off x="3370234" y="2260425"/>
              <a:ext cx="72000" cy="7200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BBA6C102-610F-6F0C-C719-4DDC3354DEFB}"/>
                </a:ext>
              </a:extLst>
            </p:cNvPr>
            <p:cNvSpPr/>
            <p:nvPr/>
          </p:nvSpPr>
          <p:spPr>
            <a:xfrm>
              <a:off x="3676234" y="2190823"/>
              <a:ext cx="1473728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kumimoji="1" lang="en-US" altLang="zh-TW" sz="900" dirty="0">
                  <a:solidFill>
                    <a:schemeClr val="tx1"/>
                  </a:solidFill>
                  <a:latin typeface="+mj-lt"/>
                </a:rPr>
                <a:t>XX</a:t>
              </a:r>
              <a:r>
                <a:rPr kumimoji="1" lang="zh-TW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</p:grpSp>
      <p:grpSp>
        <p:nvGrpSpPr>
          <p:cNvPr id="5" name="グループ化 4">
            <a:extLst>
              <a:ext uri="{FF2B5EF4-FFF2-40B4-BE49-F238E27FC236}">
                <ns2:creationId id="{BDB44731-49D2-61C2-EE5C-34555C16F0BE}"/>
              </a:ext>
            </a:extLst>
          </p:cNvPr>
          <p:cNvGrpSpPr/>
          <p:nvPr/>
        </p:nvGrpSpPr>
        <p:grpSpPr>
          <a:xfrm>
            <a:off x="6162580" y="1643929"/>
            <a:ext cx="5688000" cy="288147"/>
            <a:chOff x="6162580" y="1643929"/>
            <a:chExt cx="5688000" cy="288147"/>
          </a:xfrm>
        </p:grpSpPr>
        <p:sp>
          <p:nvSpPr>
            <p:cNvPr id="14" name="正方形/長方形 13">
              <a:extLst>
                <a:ext uri="{FF2B5EF4-FFF2-40B4-BE49-F238E27FC236}">
                  <ns2:creationId id="{93A69F50-6AFF-5C1B-E866-67753D26279F}"/>
                </a:ext>
              </a:extLst>
            </p:cNvPr>
            <p:cNvSpPr/>
            <p:nvPr/>
          </p:nvSpPr>
          <p:spPr>
            <a:xfrm>
              <a:off x="6162580" y="1643929"/>
              <a:ext cx="5688000" cy="2881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0" tIns="108000" rIns="36000" bIns="36000" rtlCol="0" anchor="ctr"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cxnSp>
          <p:nvCxnSpPr>
            <p:cNvPr id="15" name="直線コネクタ 14">
              <a:extLst>
                <a:ext uri="{FF2B5EF4-FFF2-40B4-BE49-F238E27FC236}">
                  <ns2:creationId id="{FAE1547B-590A-4847-8FF0-103C3EAD41ED}"/>
                </a:ext>
              </a:extLst>
            </p:cNvPr>
            <p:cNvCxnSpPr>
              <a:cxnSpLocks/>
            </p:cNvCxnSpPr>
            <p:nvPr/>
          </p:nvCxnSpPr>
          <p:spPr>
            <a:xfrm>
              <a:off x="6162580" y="1932076"/>
              <a:ext cx="568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グラフィックス 16" descr="ユーザー 枠線">
              <a:extLst>
                <a:ext uri="{FF2B5EF4-FFF2-40B4-BE49-F238E27FC236}">
                  <ns2:creationId id="{ED9ED26F-B823-FFC9-25DC-5B63A33FC8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6162580" y="1643929"/>
              <a:ext cx="288147" cy="288147"/>
            </a:xfrm>
            <a:prstGeom prst="rect">
              <a:avLst/>
            </a:prstGeom>
          </p:spPr>
        </p:pic>
      </p:grpSp>
      <p:grpSp>
        <p:nvGrpSpPr>
          <p:cNvPr id="9" name="グループ化 8">
            <a:extLst>
              <a:ext uri="{FF2B5EF4-FFF2-40B4-BE49-F238E27FC236}">
                <ns2:creationId id="{3B3740E2-0513-1C06-7E09-1BBEB65D87CD}"/>
              </a:ext>
            </a:extLst>
          </p:cNvPr>
          <p:cNvGrpSpPr/>
          <p:nvPr/>
        </p:nvGrpSpPr>
        <p:grpSpPr>
          <a:xfrm>
            <a:off x="6157749" y="4750336"/>
            <a:ext cx="5692831" cy="1212242"/>
            <a:chOff x="6157749" y="4750336"/>
            <a:chExt cx="5692831" cy="1212242"/>
          </a:xfrm>
        </p:grpSpPr>
        <p:sp>
          <p:nvSpPr>
            <p:cNvPr id="33" name="四角形: 角を丸くする 32">
              <a:extLst>
                <a:ext uri="{FF2B5EF4-FFF2-40B4-BE49-F238E27FC236}">
                  <ns2:creationId id="{65D066CC-5703-8919-83C3-0AC0E2142DB4}"/>
                </a:ext>
              </a:extLst>
            </p:cNvPr>
            <p:cNvSpPr/>
            <p:nvPr/>
          </p:nvSpPr>
          <p:spPr>
            <a:xfrm>
              <a:off x="6157750" y="4750336"/>
              <a:ext cx="534368" cy="216000"/>
            </a:xfrm>
            <a:prstGeom prst="round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34" charset="-128"/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1711D536-DFD4-3C3F-E0BA-11496759A76E}"/>
                </a:ext>
              </a:extLst>
            </p:cNvPr>
            <p:cNvGrpSpPr/>
            <p:nvPr/>
          </p:nvGrpSpPr>
          <p:grpSpPr>
            <a:xfrm>
              <a:off x="6157749" y="5287973"/>
              <a:ext cx="5692831" cy="674605"/>
              <a:chOff x="6157749" y="5639412"/>
              <a:chExt cx="5692831" cy="674605"/>
            </a:xfrm>
          </p:grpSpPr>
          <p:sp>
            <p:nvSpPr>
              <p:cNvPr id="34" name="正方形/長方形 33">
                <a:extLst>
                  <a:ext uri="{FF2B5EF4-FFF2-40B4-BE49-F238E27FC236}">
                    <ns2:creationId id="{21F628B6-C944-046D-AC62-EE9F8E2EEAF3}"/>
                  </a:ext>
                </a:extLst>
              </p:cNvPr>
              <p:cNvSpPr/>
              <p:nvPr/>
            </p:nvSpPr>
            <p:spPr>
              <a:xfrm>
                <a:off x="6157749" y="5639412"/>
                <a:ext cx="5692831" cy="216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462984C7-0FEE-1788-4A56-C6CF4B190A26}"/>
                  </a:ext>
                </a:extLst>
              </p:cNvPr>
              <p:cNvSpPr/>
              <p:nvPr/>
            </p:nvSpPr>
            <p:spPr>
              <a:xfrm>
                <a:off x="6157749" y="5918148"/>
                <a:ext cx="5692831" cy="3958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en-US" altLang="ja-JP" sz="10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05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05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ns2:creationId id="{E702DAE8-2184-33C0-93FC-2D81E20AC3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7749" y="5918148"/>
                <a:ext cx="56928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47" name="グラフ 46">
            <a:extLst>
              <a:ext uri="{FF2B5EF4-FFF2-40B4-BE49-F238E27FC236}">
                <ns2:creationId id="{7E4DA6BF-1127-BD49-9459-01FB62873B3C}"/>
              </a:ext>
            </a:extLst>
          </p:cNvPr>
          <p:cNvGraphicFramePr/>
          <p:nvPr/>
        </p:nvGraphicFramePr>
        <p:xfrm>
          <a:off x="6162580" y="2414776"/>
          <a:ext cx="5688000" cy="2305927"/>
        </p:xfrm>
        <a:graphic>
          <a:graphicData uri="http://schemas.openxmlformats.org/drawingml/2006/chart">
            <ns5:chart r:id="rId6"/>
          </a:graphicData>
        </a:graphic>
      </p:graphicFrame>
      <p:grpSp>
        <p:nvGrpSpPr>
          <p:cNvPr id="70" name="グループ化 69">
            <a:extLst>
              <a:ext uri="{FF2B5EF4-FFF2-40B4-BE49-F238E27FC236}">
                <ns2:creationId id="{98316F72-4D3D-2826-7F53-F3105A068BDA}"/>
              </a:ext>
            </a:extLst>
          </p:cNvPr>
          <p:cNvGrpSpPr/>
          <p:nvPr/>
        </p:nvGrpSpPr>
        <p:grpSpPr>
          <a:xfrm>
            <a:off x="6605978" y="1979620"/>
            <a:ext cx="4801204" cy="422406"/>
            <a:chOff x="528294" y="1979620"/>
            <a:chExt cx="4801204" cy="422406"/>
          </a:xfrm>
        </p:grpSpPr>
        <p:cxnSp>
          <p:nvCxnSpPr>
            <p:cNvPr id="71" name="直線コネクタ 70">
              <a:extLst>
                <a:ext uri="{FF2B5EF4-FFF2-40B4-BE49-F238E27FC236}">
                  <ns2:creationId id="{54A9D124-A407-FC44-A73A-B93EE92CDB76}"/>
                </a:ext>
              </a:extLst>
            </p:cNvPr>
            <p:cNvCxnSpPr>
              <a:cxnSpLocks/>
            </p:cNvCxnSpPr>
            <p:nvPr/>
          </p:nvCxnSpPr>
          <p:spPr>
            <a:xfrm>
              <a:off x="528294" y="2085222"/>
              <a:ext cx="540000" cy="0"/>
            </a:xfrm>
            <a:prstGeom prst="line">
              <a:avLst/>
            </a:prstGeom>
            <a:ln w="1905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楕円 71">
              <a:extLst>
                <a:ext uri="{FF2B5EF4-FFF2-40B4-BE49-F238E27FC236}">
                  <ns2:creationId id="{DC289ACB-A248-F546-A0BB-9F35411A70F4}"/>
                </a:ext>
              </a:extLst>
            </p:cNvPr>
            <p:cNvSpPr/>
            <p:nvPr/>
          </p:nvSpPr>
          <p:spPr>
            <a:xfrm>
              <a:off x="762294" y="2049222"/>
              <a:ext cx="72000" cy="72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2DF45BA1-D26F-9D57-B285-D3C9CAC6445F}"/>
                </a:ext>
              </a:extLst>
            </p:cNvPr>
            <p:cNvSpPr/>
            <p:nvPr/>
          </p:nvSpPr>
          <p:spPr>
            <a:xfrm>
              <a:off x="1068294" y="1979620"/>
              <a:ext cx="410937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  <p:cxnSp>
          <p:nvCxnSpPr>
            <p:cNvPr id="74" name="直線コネクタ 73">
              <a:extLst>
                <a:ext uri="{FF2B5EF4-FFF2-40B4-BE49-F238E27FC236}">
                  <ns2:creationId id="{5A6D8619-A06C-3166-EB34-4B164B3AC1ED}"/>
                </a:ext>
              </a:extLst>
            </p:cNvPr>
            <p:cNvCxnSpPr/>
            <p:nvPr/>
          </p:nvCxnSpPr>
          <p:spPr>
            <a:xfrm>
              <a:off x="3136234" y="2085222"/>
              <a:ext cx="540000" cy="0"/>
            </a:xfrm>
            <a:prstGeom prst="line">
              <a:avLst/>
            </a:prstGeom>
            <a:ln w="19050">
              <a:solidFill>
                <a:srgbClr val="66B366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楕円 74">
              <a:extLst>
                <a:ext uri="{FF2B5EF4-FFF2-40B4-BE49-F238E27FC236}">
                  <ns2:creationId id="{1DFCDF41-A173-952B-5B1E-A22A2AA8F6FF}"/>
                </a:ext>
              </a:extLst>
            </p:cNvPr>
            <p:cNvSpPr/>
            <p:nvPr/>
          </p:nvSpPr>
          <p:spPr>
            <a:xfrm>
              <a:off x="3370234" y="2049222"/>
              <a:ext cx="72000" cy="72000"/>
            </a:xfrm>
            <a:prstGeom prst="ellipse">
              <a:avLst/>
            </a:prstGeom>
            <a:solidFill>
              <a:srgbClr val="66B36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0A724864-AF48-636A-8E64-AB16311B203D}"/>
                </a:ext>
              </a:extLst>
            </p:cNvPr>
            <p:cNvSpPr/>
            <p:nvPr/>
          </p:nvSpPr>
          <p:spPr>
            <a:xfrm>
              <a:off x="3676234" y="1979620"/>
              <a:ext cx="1653264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sp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ns2:creationId id="{3C90AC8E-D45C-6195-1293-7ACA9F64D11C}"/>
                </a:ext>
              </a:extLst>
            </p:cNvPr>
            <p:cNvCxnSpPr>
              <a:cxnSpLocks/>
            </p:cNvCxnSpPr>
            <p:nvPr/>
          </p:nvCxnSpPr>
          <p:spPr>
            <a:xfrm>
              <a:off x="528294" y="2296425"/>
              <a:ext cx="54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楕円 77">
              <a:extLst>
                <a:ext uri="{FF2B5EF4-FFF2-40B4-BE49-F238E27FC236}">
                  <ns2:creationId id="{FBDFEE51-267D-6AB8-1415-9F3194FBAC52}"/>
                </a:ext>
              </a:extLst>
            </p:cNvPr>
            <p:cNvSpPr/>
            <p:nvPr/>
          </p:nvSpPr>
          <p:spPr>
            <a:xfrm>
              <a:off x="762294" y="2260425"/>
              <a:ext cx="72000" cy="7200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8B61D7A5-86F2-94FB-B11C-6A7DD6E6376B}"/>
                </a:ext>
              </a:extLst>
            </p:cNvPr>
            <p:cNvSpPr/>
            <p:nvPr/>
          </p:nvSpPr>
          <p:spPr>
            <a:xfrm>
              <a:off x="1068294" y="2190823"/>
              <a:ext cx="1473728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kumimoji="1" lang="en-US" altLang="zh-TW" sz="900" dirty="0">
                  <a:solidFill>
                    <a:schemeClr val="tx1"/>
                  </a:solidFill>
                  <a:latin typeface="+mj-lt"/>
                </a:rPr>
                <a:t>XX</a:t>
              </a:r>
              <a:r>
                <a:rPr kumimoji="1" lang="zh-TW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  <p:cxnSp>
          <p:nvCxnSpPr>
            <p:cNvPr id="80" name="直線コネクタ 79">
              <a:extLst>
                <a:ext uri="{FF2B5EF4-FFF2-40B4-BE49-F238E27FC236}">
                  <ns2:creationId id="{15177779-8CA7-3996-3FC3-AD3732C795F2}"/>
                </a:ext>
              </a:extLst>
            </p:cNvPr>
            <p:cNvCxnSpPr>
              <a:cxnSpLocks/>
            </p:cNvCxnSpPr>
            <p:nvPr/>
          </p:nvCxnSpPr>
          <p:spPr>
            <a:xfrm>
              <a:off x="3136234" y="2296425"/>
              <a:ext cx="540000" cy="0"/>
            </a:xfrm>
            <a:prstGeom prst="line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楕円 80">
              <a:extLst>
                <a:ext uri="{FF2B5EF4-FFF2-40B4-BE49-F238E27FC236}">
                  <ns2:creationId id="{7EC64CBB-5759-7C49-D17F-A57E8ABEC543}"/>
                </a:ext>
              </a:extLst>
            </p:cNvPr>
            <p:cNvSpPr/>
            <p:nvPr/>
          </p:nvSpPr>
          <p:spPr>
            <a:xfrm>
              <a:off x="3370234" y="2260425"/>
              <a:ext cx="72000" cy="7200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A958307F-BA7B-3C7F-C014-F6050B59ABAC}"/>
                </a:ext>
              </a:extLst>
            </p:cNvPr>
            <p:cNvSpPr/>
            <p:nvPr/>
          </p:nvSpPr>
          <p:spPr>
            <a:xfrm>
              <a:off x="3676234" y="2190823"/>
              <a:ext cx="1473728" cy="211203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kumimoji="1" lang="en-US" altLang="zh-TW" sz="900" dirty="0">
                  <a:solidFill>
                    <a:schemeClr val="tx1"/>
                  </a:solidFill>
                  <a:latin typeface="+mj-lt"/>
                </a:rPr>
                <a:t>XX</a:t>
              </a:r>
              <a:r>
                <a:rPr kumimoji="1" lang="zh-TW" altLang="en-US" sz="900" dirty="0">
                  <a:solidFill>
                    <a:schemeClr val="tx1"/>
                  </a:solidFill>
                  <a:latin typeface="+mj-lt"/>
                </a:rPr>
                <a:t>XX</a:t>
              </a:r>
            </a:p>
          </p:txBody>
        </p:sp>
      </p:grpSp>
    </p:spTree>
    <p:extLst>
      <p:ext uri="{BB962C8B-B14F-4D97-AF65-F5344CB8AC3E}">
        <ns6:creationId val="2137500477"/>
      </p:ext>
    </p:extLst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87967D5-F6CE-9009-015A-C86485604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A127D88-C70E-3685-6040-49987614E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AE6FC10-D9FB-B390-795D-EC81F41949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57" name="グループ化 56">
            <a:extLst>
              <a:ext uri="{FF2B5EF4-FFF2-40B4-BE49-F238E27FC236}">
                <ns2:creationId id="{DF304ABA-82B4-69CC-348C-F2D797541249}"/>
              </a:ext>
            </a:extLst>
          </p:cNvPr>
          <p:cNvGrpSpPr/>
          <p:nvPr/>
        </p:nvGrpSpPr>
        <p:grpSpPr>
          <a:xfrm>
            <a:off x="334963" y="1641764"/>
            <a:ext cx="6249986" cy="290451"/>
            <a:chOff x="334963" y="1641764"/>
            <a:chExt cx="6249986" cy="290451"/>
          </a:xfrm>
        </p:grpSpPr>
        <p:sp>
          <p:nvSpPr>
            <p:cNvPr id="8" name="テキスト プレースホルダー 2">
              <a:extLst>
                <a:ext uri="{FF2B5EF4-FFF2-40B4-BE49-F238E27FC236}">
                  <ns2:creationId id="{646CFD01-2B31-F561-3FDB-7D02EEEDC9E2}"/>
                </a:ext>
              </a:extLst>
            </p:cNvPr>
            <p:cNvSpPr txBox="1">
              <a:spLocks/>
            </p:cNvSpPr>
            <p:nvPr/>
          </p:nvSpPr>
          <p:spPr>
            <a:xfrm>
              <a:off x="2450305" y="1641764"/>
              <a:ext cx="2322286" cy="2904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1008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400" dirty="0"/>
                <a:t>ROIC</a:t>
              </a:r>
              <a:r>
                <a:rPr lang="ja-JP" altLang="de-AT" sz="1400" dirty="0"/>
                <a:t>・</a:t>
              </a:r>
              <a:r>
                <a:rPr lang="de-AT" altLang="ja-JP" sz="1400" dirty="0"/>
                <a:t>EBITDA</a:t>
              </a:r>
            </a:p>
          </p:txBody>
        </p:sp>
        <p:sp>
          <p:nvSpPr>
            <p:cNvPr id="22" name="テキスト プレースホルダー 2">
              <a:extLst>
                <a:ext uri="{FF2B5EF4-FFF2-40B4-BE49-F238E27FC236}">
                  <ns2:creationId id="{02EAC430-DA32-84E2-1325-AB76AC3590DB}"/>
                </a:ext>
              </a:extLst>
            </p:cNvPr>
            <p:cNvSpPr txBox="1">
              <a:spLocks/>
            </p:cNvSpPr>
            <p:nvPr/>
          </p:nvSpPr>
          <p:spPr>
            <a:xfrm>
              <a:off x="5060590" y="1641764"/>
              <a:ext cx="1524359" cy="2904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864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/>
                <a:t>XX</a:t>
              </a:r>
            </a:p>
          </p:txBody>
        </p:sp>
        <p:pic>
          <p:nvPicPr>
            <p:cNvPr id="175" name="グラフィックス 174" descr="お金 単色塗りつぶし">
              <a:extLst>
                <a:ext uri="{FF2B5EF4-FFF2-40B4-BE49-F238E27FC236}">
                  <ns2:creationId id="{CE0FBE03-5E04-DDC9-D274-C701D32B36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90010" y="1642989"/>
              <a:ext cx="288000" cy="288000"/>
            </a:xfrm>
            <a:prstGeom prst="rect">
              <a:avLst/>
            </a:prstGeom>
          </p:spPr>
        </p:pic>
        <p:pic>
          <p:nvPicPr>
            <p:cNvPr id="178" name="グラフィックス 177" descr="振替 1 単色塗りつぶし">
              <a:extLst>
                <a:ext uri="{FF2B5EF4-FFF2-40B4-BE49-F238E27FC236}">
                  <ns2:creationId id="{CE7C8A21-E630-5EC0-C861-D65524FD22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042893" y="1642989"/>
              <a:ext cx="288000" cy="288000"/>
            </a:xfrm>
            <a:prstGeom prst="rect">
              <a:avLst/>
            </a:prstGeom>
          </p:spPr>
        </p:pic>
        <p:pic>
          <p:nvPicPr>
            <p:cNvPr id="177" name="グラフィックス 176" descr="硬貨 単色塗りつぶし">
              <a:extLst>
                <a:ext uri="{FF2B5EF4-FFF2-40B4-BE49-F238E27FC236}">
                  <ns2:creationId id="{04B67C5F-5C1B-880D-9EAE-2E240C3D6E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587865" y="1642989"/>
              <a:ext cx="288000" cy="288000"/>
            </a:xfrm>
            <a:prstGeom prst="rect">
              <a:avLst/>
            </a:prstGeom>
          </p:spPr>
        </p:pic>
        <p:sp>
          <p:nvSpPr>
            <p:cNvPr id="5" name="テキスト プレースホルダー 2">
              <a:extLst>
                <a:ext uri="{FF2B5EF4-FFF2-40B4-BE49-F238E27FC236}">
                  <ns2:creationId id="{2F43B630-F997-B3BD-B983-A07795A8E350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1641764"/>
              <a:ext cx="1751643" cy="290451"/>
            </a:xfrm>
            <a:prstGeom prst="rect">
              <a:avLst/>
            </a:prstGeom>
            <a:ln>
              <a:noFill/>
            </a:ln>
          </p:spPr>
          <p:txBody>
            <a:bodyPr vert="horz" wrap="square" lIns="432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/>
                <a:t>XX</a:t>
              </a:r>
            </a:p>
          </p:txBody>
        </p:sp>
        <p:sp>
          <p:nvSpPr>
            <p:cNvPr id="7" name="テキスト プレースホルダー 2">
              <a:extLst>
                <a:ext uri="{FF2B5EF4-FFF2-40B4-BE49-F238E27FC236}">
                  <ns2:creationId id="{6F79DA2F-ECF6-12A0-1C86-9C517F6A2537}"/>
                </a:ext>
              </a:extLst>
            </p:cNvPr>
            <p:cNvSpPr txBox="1">
              <a:spLocks/>
            </p:cNvSpPr>
            <p:nvPr/>
          </p:nvSpPr>
          <p:spPr>
            <a:xfrm>
              <a:off x="2450305" y="1641764"/>
              <a:ext cx="505267" cy="29045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400" dirty="0">
                  <a:solidFill>
                    <a:schemeClr val="bg1"/>
                  </a:solidFill>
                </a:rPr>
                <a:t>KGI</a:t>
              </a:r>
            </a:p>
          </p:txBody>
        </p:sp>
        <p:sp>
          <p:nvSpPr>
            <p:cNvPr id="13" name="テキスト プレースホルダー 2">
              <a:extLst>
                <a:ext uri="{FF2B5EF4-FFF2-40B4-BE49-F238E27FC236}">
                  <ns2:creationId id="{10572519-B594-EFB5-E7C7-81F862340BCB}"/>
                </a:ext>
              </a:extLst>
            </p:cNvPr>
            <p:cNvSpPr txBox="1">
              <a:spLocks/>
            </p:cNvSpPr>
            <p:nvPr/>
          </p:nvSpPr>
          <p:spPr>
            <a:xfrm>
              <a:off x="5060591" y="1641764"/>
              <a:ext cx="482824" cy="29045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400" dirty="0">
                  <a:solidFill>
                    <a:schemeClr val="bg1"/>
                  </a:solidFill>
                </a:rPr>
                <a:t>KPI</a:t>
              </a:r>
            </a:p>
          </p:txBody>
        </p:sp>
      </p:grpSp>
      <p:cxnSp>
        <p:nvCxnSpPr>
          <p:cNvPr id="187" name="コネクタ: カギ線 186">
            <a:extLst>
              <a:ext uri="{FF2B5EF4-FFF2-40B4-BE49-F238E27FC236}">
                <ns2:creationId id="{1D6F91D7-65C1-CF8D-8641-985CF1076B1A}"/>
              </a:ext>
            </a:extLst>
          </p:cNvPr>
          <p:cNvCxnSpPr>
            <a:cxnSpLocks/>
            <a:stCxn id="63" idx="2"/>
            <a:endCxn id="117" idx="0"/>
          </p:cNvCxnSpPr>
          <p:nvPr/>
        </p:nvCxnSpPr>
        <p:spPr>
          <a:xfrm rot="5400000">
            <a:off x="2336744" y="1943014"/>
            <a:ext cx="496132" cy="2798577"/>
          </a:xfrm>
          <a:prstGeom prst="bentConnector3">
            <a:avLst>
              <a:gd name="adj1" fmla="val 7507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コネクタ: カギ線 188">
            <a:extLst>
              <a:ext uri="{FF2B5EF4-FFF2-40B4-BE49-F238E27FC236}">
                <ns2:creationId id="{AD38E300-C38D-D986-7252-47CCC936500B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882266" y="3287113"/>
            <a:ext cx="496132" cy="110377"/>
          </a:xfrm>
          <a:prstGeom prst="bentConnector3">
            <a:avLst>
              <a:gd name="adj1" fmla="val 7570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コネクタ: カギ線 192">
            <a:extLst>
              <a:ext uri="{FF2B5EF4-FFF2-40B4-BE49-F238E27FC236}">
                <ns2:creationId id="{64362011-517E-E3AE-0DED-2D812F56BCE2}"/>
              </a:ext>
            </a:extLst>
          </p:cNvPr>
          <p:cNvCxnSpPr>
            <a:cxnSpLocks/>
            <a:endCxn id="120" idx="0"/>
          </p:cNvCxnSpPr>
          <p:nvPr/>
        </p:nvCxnSpPr>
        <p:spPr>
          <a:xfrm rot="10800000" flipV="1">
            <a:off x="3356883" y="3184814"/>
            <a:ext cx="731135" cy="405554"/>
          </a:xfrm>
          <a:prstGeom prst="bentConnector2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コネクタ: カギ線 202">
            <a:extLst>
              <a:ext uri="{FF2B5EF4-FFF2-40B4-BE49-F238E27FC236}">
                <ns2:creationId id="{E7A83059-0A14-EEB2-DA66-20A8730FBD63}"/>
              </a:ext>
            </a:extLst>
          </p:cNvPr>
          <p:cNvCxnSpPr>
            <a:cxnSpLocks/>
            <a:stCxn id="66" idx="2"/>
            <a:endCxn id="124" idx="0"/>
          </p:cNvCxnSpPr>
          <p:nvPr/>
        </p:nvCxnSpPr>
        <p:spPr>
          <a:xfrm rot="5400000">
            <a:off x="6414366" y="3260827"/>
            <a:ext cx="496132" cy="1629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コネクタ: カギ線 215">
            <a:extLst>
              <a:ext uri="{FF2B5EF4-FFF2-40B4-BE49-F238E27FC236}">
                <ns2:creationId id="{CA62C07C-5A01-2055-3ECF-A1F441F3B310}"/>
              </a:ext>
            </a:extLst>
          </p:cNvPr>
          <p:cNvCxnSpPr>
            <a:cxnSpLocks/>
            <a:stCxn id="68" idx="2"/>
            <a:endCxn id="127" idx="0"/>
          </p:cNvCxnSpPr>
          <p:nvPr/>
        </p:nvCxnSpPr>
        <p:spPr>
          <a:xfrm rot="5400000">
            <a:off x="7565200" y="3052662"/>
            <a:ext cx="496132" cy="57928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コネクタ: カギ線 218">
            <a:extLst>
              <a:ext uri="{FF2B5EF4-FFF2-40B4-BE49-F238E27FC236}">
                <ns2:creationId id="{AE82E0C5-5208-E49B-9C66-BDB4F502F66A}"/>
              </a:ext>
            </a:extLst>
          </p:cNvPr>
          <p:cNvCxnSpPr>
            <a:cxnSpLocks/>
            <a:stCxn id="69" idx="2"/>
            <a:endCxn id="125" idx="0"/>
          </p:cNvCxnSpPr>
          <p:nvPr/>
        </p:nvCxnSpPr>
        <p:spPr>
          <a:xfrm rot="5400000">
            <a:off x="8821152" y="2900223"/>
            <a:ext cx="496132" cy="88415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コネクタ: カギ線 221">
            <a:extLst>
              <a:ext uri="{FF2B5EF4-FFF2-40B4-BE49-F238E27FC236}">
                <ns2:creationId id="{62AE31CF-CA2F-F524-C229-F140E9BC9D57}"/>
              </a:ext>
            </a:extLst>
          </p:cNvPr>
          <p:cNvCxnSpPr>
            <a:cxnSpLocks/>
            <a:endCxn id="128" idx="0"/>
          </p:cNvCxnSpPr>
          <p:nvPr/>
        </p:nvCxnSpPr>
        <p:spPr>
          <a:xfrm rot="16200000" flipH="1">
            <a:off x="9374468" y="3171103"/>
            <a:ext cx="556092" cy="282438"/>
          </a:xfrm>
          <a:prstGeom prst="bentConnector3">
            <a:avLst>
              <a:gd name="adj1" fmla="val 54836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コネクタ: カギ線 224">
            <a:extLst>
              <a:ext uri="{FF2B5EF4-FFF2-40B4-BE49-F238E27FC236}">
                <ns2:creationId id="{3343710A-8663-8864-F7F1-B2820FAF8F59}"/>
              </a:ext>
            </a:extLst>
          </p:cNvPr>
          <p:cNvCxnSpPr>
            <a:cxnSpLocks/>
            <a:stCxn id="70" idx="2"/>
            <a:endCxn id="139" idx="0"/>
          </p:cNvCxnSpPr>
          <p:nvPr/>
        </p:nvCxnSpPr>
        <p:spPr>
          <a:xfrm rot="16200000" flipH="1">
            <a:off x="10778342" y="3313329"/>
            <a:ext cx="496132" cy="5794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矢印コネクタ 279">
            <a:extLst>
              <a:ext uri="{FF2B5EF4-FFF2-40B4-BE49-F238E27FC236}">
                <ns2:creationId id="{F69EA071-4BC7-98EB-BB10-95475ECC4058}"/>
              </a:ext>
            </a:extLst>
          </p:cNvPr>
          <p:cNvCxnSpPr>
            <a:cxnSpLocks/>
            <a:stCxn id="65" idx="2"/>
            <a:endCxn id="149" idx="0"/>
          </p:cNvCxnSpPr>
          <p:nvPr/>
        </p:nvCxnSpPr>
        <p:spPr>
          <a:xfrm>
            <a:off x="5659690" y="3094236"/>
            <a:ext cx="1" cy="616922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線矢印コネクタ 285">
            <a:extLst>
              <a:ext uri="{FF2B5EF4-FFF2-40B4-BE49-F238E27FC236}">
                <ns2:creationId id="{B8A07F65-2D98-F89B-A084-44119E156C65}"/>
              </a:ext>
            </a:extLst>
          </p:cNvPr>
          <p:cNvCxnSpPr>
            <a:cxnSpLocks/>
            <a:stCxn id="148" idx="2"/>
          </p:cNvCxnSpPr>
          <p:nvPr/>
        </p:nvCxnSpPr>
        <p:spPr>
          <a:xfrm flipH="1">
            <a:off x="5657635" y="5092958"/>
            <a:ext cx="2056" cy="275362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コネクタ: カギ線 292">
            <a:extLst>
              <a:ext uri="{FF2B5EF4-FFF2-40B4-BE49-F238E27FC236}">
                <ns2:creationId id="{2A50F946-EDCB-BA8B-5371-9561B249781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595642" y="2649157"/>
            <a:ext cx="612000" cy="1512000"/>
          </a:xfrm>
          <a:prstGeom prst="bentConnector3">
            <a:avLst>
              <a:gd name="adj1" fmla="val 37462"/>
            </a:avLst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グループ化 53">
            <a:extLst>
              <a:ext uri="{FF2B5EF4-FFF2-40B4-BE49-F238E27FC236}">
                <ns2:creationId id="{07BF5EAC-7E34-E482-A0AA-1EE0A294C683}"/>
              </a:ext>
            </a:extLst>
          </p:cNvPr>
          <p:cNvGrpSpPr/>
          <p:nvPr/>
        </p:nvGrpSpPr>
        <p:grpSpPr>
          <a:xfrm>
            <a:off x="334963" y="1972567"/>
            <a:ext cx="11522075" cy="1257017"/>
            <a:chOff x="334963" y="1972567"/>
            <a:chExt cx="11522075" cy="1257017"/>
          </a:xfrm>
        </p:grpSpPr>
        <p:pic>
          <p:nvPicPr>
            <p:cNvPr id="181" name="グラフィックス 180" descr="コメント: 重要 単色塗りつぶし">
              <a:extLst>
                <a:ext uri="{FF2B5EF4-FFF2-40B4-BE49-F238E27FC236}">
                  <ns2:creationId id="{72D3B639-8700-D3CE-3648-AD38F8972F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90010" y="1975169"/>
              <a:ext cx="288000" cy="288000"/>
            </a:xfrm>
            <a:prstGeom prst="rect">
              <a:avLst/>
            </a:prstGeom>
          </p:spPr>
        </p:pic>
        <p:pic>
          <p:nvPicPr>
            <p:cNvPr id="182" name="グラフィックス 181" descr="共有 単色塗りつぶし">
              <a:extLst>
                <a:ext uri="{FF2B5EF4-FFF2-40B4-BE49-F238E27FC236}">
                  <ns2:creationId id="{309041DB-D4A8-3A45-C05C-E325A0EA9E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485686" y="2308889"/>
              <a:ext cx="288000" cy="288000"/>
            </a:xfrm>
            <a:prstGeom prst="rect">
              <a:avLst/>
            </a:prstGeom>
          </p:spPr>
        </p:pic>
        <p:pic>
          <p:nvPicPr>
            <p:cNvPr id="183" name="グラフィックス 182" descr="山形の矢印 単色塗りつぶし">
              <a:extLst>
                <a:ext uri="{FF2B5EF4-FFF2-40B4-BE49-F238E27FC236}">
                  <ns2:creationId id="{99FD3FD6-DEA9-F329-C69F-27FF7A981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76490" y="2316508"/>
              <a:ext cx="288000" cy="288000"/>
            </a:xfrm>
            <a:prstGeom prst="rect">
              <a:avLst/>
            </a:prstGeom>
          </p:spPr>
        </p:pic>
        <p:pic>
          <p:nvPicPr>
            <p:cNvPr id="184" name="グラフィックス 183" descr="矢印: 緩い曲線 単色塗りつぶし">
              <a:extLst>
                <a:ext uri="{FF2B5EF4-FFF2-40B4-BE49-F238E27FC236}">
                  <ns2:creationId id="{49DD0BC1-EE82-4A7E-D968-68CDD822EA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102906" y="2306619"/>
              <a:ext cx="288000" cy="288000"/>
            </a:xfrm>
            <a:prstGeom prst="rect">
              <a:avLst/>
            </a:prstGeom>
          </p:spPr>
        </p:pic>
        <p:sp>
          <p:nvSpPr>
            <p:cNvPr id="55" name="テキスト プレースホルダー 2">
              <a:extLst>
                <a:ext uri="{FF2B5EF4-FFF2-40B4-BE49-F238E27FC236}">
                  <ns2:creationId id="{3A377CB2-FEC3-9FD4-9799-EE281169CCB4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1972567"/>
              <a:ext cx="11522075" cy="1257017"/>
            </a:xfrm>
            <a:prstGeom prst="roundRect">
              <a:avLst>
                <a:gd name="adj" fmla="val 5173"/>
              </a:avLst>
            </a:prstGeom>
            <a:ln w="9525">
              <a:solidFill>
                <a:srgbClr val="008000"/>
              </a:solidFill>
            </a:ln>
          </p:spPr>
          <p:txBody>
            <a:bodyPr vert="horz" wrap="square" lIns="360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endParaRPr lang="en-US" altLang="ja-JP" sz="1400" dirty="0">
                <a:solidFill>
                  <a:srgbClr val="008000"/>
                </a:solidFill>
              </a:endParaRPr>
            </a:p>
          </p:txBody>
        </p:sp>
        <p:sp>
          <p:nvSpPr>
            <p:cNvPr id="56" name="テキスト プレースホルダー 2">
              <a:extLst>
                <a:ext uri="{FF2B5EF4-FFF2-40B4-BE49-F238E27FC236}">
                  <ns2:creationId id="{D3771F75-F196-84DE-3588-ACF3BF4E2CF8}"/>
                </a:ext>
              </a:extLst>
            </p:cNvPr>
            <p:cNvSpPr txBox="1">
              <a:spLocks/>
            </p:cNvSpPr>
            <p:nvPr/>
          </p:nvSpPr>
          <p:spPr>
            <a:xfrm>
              <a:off x="2955572" y="1973289"/>
              <a:ext cx="5009705" cy="290451"/>
            </a:xfrm>
            <a:prstGeom prst="rect">
              <a:avLst/>
            </a:prstGeom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/>
                <a:t>XX</a:t>
              </a:r>
              <a:r>
                <a:rPr lang="en-US" altLang="ja-JP" sz="1400" dirty="0"/>
                <a:t>(</a:t>
              </a:r>
              <a:r>
                <a:rPr lang="ja-JP" altLang="en-US" sz="1400" dirty="0"/>
                <a:t>XX</a:t>
              </a:r>
              <a:r>
                <a:rPr lang="en-US" altLang="ja-JP" sz="1400" dirty="0"/>
                <a:t>) </a:t>
              </a:r>
              <a:r>
                <a:rPr lang="ja-JP" altLang="en-US" sz="1400" dirty="0"/>
                <a:t>XX</a:t>
              </a:r>
              <a:r>
                <a:rPr lang="en-US" altLang="ja-JP" sz="1400" dirty="0"/>
                <a:t>(</a:t>
              </a:r>
              <a:r>
                <a:rPr lang="ja-JP" altLang="en-US" sz="1400" dirty="0"/>
                <a:t>XX</a:t>
              </a:r>
              <a:r>
                <a:rPr lang="en-US" altLang="ja-JP" sz="1400" dirty="0"/>
                <a:t>) </a:t>
              </a:r>
            </a:p>
          </p:txBody>
        </p:sp>
        <p:sp>
          <p:nvSpPr>
            <p:cNvPr id="58" name="テキスト プレースホルダー 2">
              <a:extLst>
                <a:ext uri="{FF2B5EF4-FFF2-40B4-BE49-F238E27FC236}">
                  <ns2:creationId id="{714D2D9C-E278-E3F2-7BCB-9DC557B162F7}"/>
                </a:ext>
              </a:extLst>
            </p:cNvPr>
            <p:cNvSpPr txBox="1">
              <a:spLocks/>
            </p:cNvSpPr>
            <p:nvPr/>
          </p:nvSpPr>
          <p:spPr>
            <a:xfrm>
              <a:off x="423862" y="2304966"/>
              <a:ext cx="4387044" cy="855154"/>
            </a:xfrm>
            <a:prstGeom prst="roundRect">
              <a:avLst>
                <a:gd name="adj" fmla="val 7946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square" lIns="360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60" name="テキスト プレースホルダー 2">
              <a:extLst>
                <a:ext uri="{FF2B5EF4-FFF2-40B4-BE49-F238E27FC236}">
                  <ns2:creationId id="{EBF236DB-AE2D-70ED-2B1C-5CB789A61F4D}"/>
                </a:ext>
              </a:extLst>
            </p:cNvPr>
            <p:cNvSpPr txBox="1">
              <a:spLocks/>
            </p:cNvSpPr>
            <p:nvPr/>
          </p:nvSpPr>
          <p:spPr>
            <a:xfrm>
              <a:off x="557213" y="2658560"/>
              <a:ext cx="1035861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62" name="テキスト プレースホルダー 2">
              <a:extLst>
                <a:ext uri="{FF2B5EF4-FFF2-40B4-BE49-F238E27FC236}">
                  <ns2:creationId id="{EFB63D50-8AFA-9C72-5591-3A3E2EEF5CC5}"/>
                </a:ext>
              </a:extLst>
            </p:cNvPr>
            <p:cNvSpPr txBox="1">
              <a:spLocks/>
            </p:cNvSpPr>
            <p:nvPr/>
          </p:nvSpPr>
          <p:spPr>
            <a:xfrm>
              <a:off x="1979230" y="2658560"/>
              <a:ext cx="925253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63" name="テキスト プレースホルダー 2">
              <a:extLst>
                <a:ext uri="{FF2B5EF4-FFF2-40B4-BE49-F238E27FC236}">
                  <ns2:creationId id="{38BD0FED-EFE8-25AE-E45A-143F6C42EBD0}"/>
                </a:ext>
              </a:extLst>
            </p:cNvPr>
            <p:cNvSpPr txBox="1">
              <a:spLocks/>
            </p:cNvSpPr>
            <p:nvPr/>
          </p:nvSpPr>
          <p:spPr>
            <a:xfrm>
              <a:off x="3290639" y="2658560"/>
              <a:ext cx="1386918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64" name="テキスト プレースホルダー 2">
              <a:extLst>
                <a:ext uri="{FF2B5EF4-FFF2-40B4-BE49-F238E27FC236}">
                  <ns2:creationId id="{359C1839-2DFC-F959-7FBD-83D7A40F6C13}"/>
                </a:ext>
              </a:extLst>
            </p:cNvPr>
            <p:cNvSpPr txBox="1">
              <a:spLocks/>
            </p:cNvSpPr>
            <p:nvPr/>
          </p:nvSpPr>
          <p:spPr>
            <a:xfrm>
              <a:off x="5063713" y="2295634"/>
              <a:ext cx="2093428" cy="860446"/>
            </a:xfrm>
            <a:prstGeom prst="roundRect">
              <a:avLst>
                <a:gd name="adj" fmla="val 7897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square" lIns="360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65" name="テキスト プレースホルダー 2">
              <a:extLst>
                <a:ext uri="{FF2B5EF4-FFF2-40B4-BE49-F238E27FC236}">
                  <ns2:creationId id="{47CEDD47-75B5-753A-B1FB-AB5B49C6EEC3}"/>
                </a:ext>
              </a:extLst>
            </p:cNvPr>
            <p:cNvSpPr txBox="1">
              <a:spLocks/>
            </p:cNvSpPr>
            <p:nvPr/>
          </p:nvSpPr>
          <p:spPr>
            <a:xfrm>
              <a:off x="5197063" y="2658560"/>
              <a:ext cx="925253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66" name="テキスト プレースホルダー 2">
              <a:extLst>
                <a:ext uri="{FF2B5EF4-FFF2-40B4-BE49-F238E27FC236}">
                  <ns2:creationId id="{A651F739-3D58-971D-6B1D-9356353617E4}"/>
                </a:ext>
              </a:extLst>
            </p:cNvPr>
            <p:cNvSpPr txBox="1">
              <a:spLocks/>
            </p:cNvSpPr>
            <p:nvPr/>
          </p:nvSpPr>
          <p:spPr>
            <a:xfrm>
              <a:off x="6464022" y="2658560"/>
              <a:ext cx="559769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200" dirty="0"/>
                <a:t>XX</a:t>
              </a:r>
              <a:r>
                <a:rPr lang="ja-JP" altLang="de-AT" sz="1200" dirty="0"/>
                <a:t>XX</a:t>
              </a:r>
              <a:r>
                <a:rPr lang="de-AT" altLang="ja-JP" sz="1200" dirty="0"/>
                <a:t>XX</a:t>
              </a:r>
              <a:br>
                <a:rPr lang="de-AT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67" name="テキスト プレースホルダー 2">
              <a:extLst>
                <a:ext uri="{FF2B5EF4-FFF2-40B4-BE49-F238E27FC236}">
                  <ns2:creationId id="{04417D3E-1B31-E8B5-3D3A-7970BEE94022}"/>
                </a:ext>
              </a:extLst>
            </p:cNvPr>
            <p:cNvSpPr txBox="1">
              <a:spLocks/>
            </p:cNvSpPr>
            <p:nvPr/>
          </p:nvSpPr>
          <p:spPr>
            <a:xfrm>
              <a:off x="7409948" y="2297776"/>
              <a:ext cx="4358191" cy="862343"/>
            </a:xfrm>
            <a:prstGeom prst="roundRect">
              <a:avLst>
                <a:gd name="adj" fmla="val 7879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square" lIns="360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68" name="テキスト プレースホルダー 2">
              <a:extLst>
                <a:ext uri="{FF2B5EF4-FFF2-40B4-BE49-F238E27FC236}">
                  <ns2:creationId id="{1F0E8802-E0D1-1277-B6EA-CEA2C8564037}"/>
                </a:ext>
              </a:extLst>
            </p:cNvPr>
            <p:cNvSpPr txBox="1">
              <a:spLocks/>
            </p:cNvSpPr>
            <p:nvPr/>
          </p:nvSpPr>
          <p:spPr>
            <a:xfrm>
              <a:off x="7543297" y="2658560"/>
              <a:ext cx="1119217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69" name="テキスト プレースホルダー 2">
              <a:extLst>
                <a:ext uri="{FF2B5EF4-FFF2-40B4-BE49-F238E27FC236}">
                  <ns2:creationId id="{BC06F817-71C3-523D-A2A2-C60F1A5642D8}"/>
                </a:ext>
              </a:extLst>
            </p:cNvPr>
            <p:cNvSpPr txBox="1">
              <a:spLocks/>
            </p:cNvSpPr>
            <p:nvPr/>
          </p:nvSpPr>
          <p:spPr>
            <a:xfrm>
              <a:off x="9048670" y="2658560"/>
              <a:ext cx="925253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70" name="テキスト プレースホルダー 2">
              <a:extLst>
                <a:ext uri="{FF2B5EF4-FFF2-40B4-BE49-F238E27FC236}">
                  <ns2:creationId id="{44649D0A-B1A8-F9A3-E51E-1D2A239B6211}"/>
                </a:ext>
              </a:extLst>
            </p:cNvPr>
            <p:cNvSpPr txBox="1">
              <a:spLocks/>
            </p:cNvSpPr>
            <p:nvPr/>
          </p:nvSpPr>
          <p:spPr>
            <a:xfrm>
              <a:off x="10360081" y="2658560"/>
              <a:ext cx="1274708" cy="435676"/>
            </a:xfrm>
            <a:prstGeom prst="roundRect">
              <a:avLst>
                <a:gd name="adj" fmla="val 15596"/>
              </a:avLst>
            </a:prstGeom>
            <a:solidFill>
              <a:schemeClr val="bg1"/>
            </a:solidFill>
            <a:ln>
              <a:noFill/>
            </a:ln>
          </p:spPr>
          <p:txBody>
            <a:bodyPr vert="horz" wrap="non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cxnSp>
          <p:nvCxnSpPr>
            <p:cNvPr id="299" name="コネクタ: カギ線 298">
              <a:extLst>
                <a:ext uri="{FF2B5EF4-FFF2-40B4-BE49-F238E27FC236}">
                  <ns2:creationId id="{8C0F80B2-0CE8-26D2-CFA0-65CB0AE9CA2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196014" y="3094236"/>
              <a:ext cx="1305328" cy="90577"/>
            </a:xfrm>
            <a:prstGeom prst="bentConnector3">
              <a:avLst>
                <a:gd name="adj1" fmla="val -232"/>
              </a:avLst>
            </a:prstGeom>
            <a:ln w="9525">
              <a:solidFill>
                <a:schemeClr val="tx1"/>
              </a:solidFill>
              <a:headEnd type="non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3" name="円弧 302">
            <a:extLst>
              <a:ext uri="{FF2B5EF4-FFF2-40B4-BE49-F238E27FC236}">
                <ns2:creationId id="{9C6BC7B0-B079-F43D-2161-69D5B6C3E3E6}"/>
              </a:ext>
            </a:extLst>
          </p:cNvPr>
          <p:cNvSpPr/>
          <p:nvPr/>
        </p:nvSpPr>
        <p:spPr>
          <a:xfrm>
            <a:off x="4087931" y="3133847"/>
            <a:ext cx="108082" cy="101920"/>
          </a:xfrm>
          <a:prstGeom prst="arc">
            <a:avLst>
              <a:gd name="adj1" fmla="val 10610600"/>
              <a:gd name="adj2" fmla="val 369801"/>
            </a:avLst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ns2:creationId id="{10A3349A-4E97-6D28-F6DC-63018C96F532}"/>
              </a:ext>
            </a:extLst>
          </p:cNvPr>
          <p:cNvGrpSpPr/>
          <p:nvPr/>
        </p:nvGrpSpPr>
        <p:grpSpPr>
          <a:xfrm>
            <a:off x="8293190" y="5379703"/>
            <a:ext cx="3352851" cy="822138"/>
            <a:chOff x="8325274" y="5379703"/>
            <a:chExt cx="3352851" cy="822138"/>
          </a:xfrm>
        </p:grpSpPr>
        <p:sp>
          <p:nvSpPr>
            <p:cNvPr id="156" name="テキスト プレースホルダー 2">
              <a:extLst>
                <a:ext uri="{FF2B5EF4-FFF2-40B4-BE49-F238E27FC236}">
                  <ns2:creationId id="{B8250F56-18E1-B36C-BE39-1EF64371A0F4}"/>
                </a:ext>
              </a:extLst>
            </p:cNvPr>
            <p:cNvSpPr txBox="1">
              <a:spLocks/>
            </p:cNvSpPr>
            <p:nvPr/>
          </p:nvSpPr>
          <p:spPr>
            <a:xfrm>
              <a:off x="8325274" y="5379703"/>
              <a:ext cx="3352851" cy="822138"/>
            </a:xfrm>
            <a:prstGeom prst="roundRect">
              <a:avLst>
                <a:gd name="adj" fmla="val 8265"/>
              </a:avLst>
            </a:prstGeom>
            <a:solidFill>
              <a:schemeClr val="bg1"/>
            </a:solidFill>
            <a:ln w="22225">
              <a:solidFill>
                <a:schemeClr val="accent4">
                  <a:alpha val="50000"/>
                </a:schemeClr>
              </a:solidFill>
            </a:ln>
          </p:spPr>
          <p:txBody>
            <a:bodyPr vert="horz" wrap="square" lIns="50400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/>
                <a:t>DX</a:t>
              </a:r>
              <a:r>
                <a:rPr lang="ja-JP" altLang="en-US" sz="1200" dirty="0"/>
                <a:t>XX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</a:p>
          </p:txBody>
        </p:sp>
        <p:pic>
          <p:nvPicPr>
            <p:cNvPr id="305" name="グラフィックス 304" descr="優先順位 単色塗りつぶし">
              <a:extLst>
                <a:ext uri="{FF2B5EF4-FFF2-40B4-BE49-F238E27FC236}">
                  <ns2:creationId id="{9E7479CA-8FAB-4E7B-CC73-27DF9A3C8C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395829" y="5574771"/>
              <a:ext cx="432000" cy="432000"/>
            </a:xfrm>
            <a:prstGeom prst="rect">
              <a:avLst/>
            </a:prstGeom>
          </p:spPr>
        </p:pic>
      </p:grpSp>
      <p:grpSp>
        <p:nvGrpSpPr>
          <p:cNvPr id="40" name="グループ化 39">
            <a:extLst>
              <a:ext uri="{FF2B5EF4-FFF2-40B4-BE49-F238E27FC236}">
                <ns2:creationId id="{6EA5EBD2-1116-4791-D8A4-91F403FAB702}"/>
              </a:ext>
            </a:extLst>
          </p:cNvPr>
          <p:cNvGrpSpPr/>
          <p:nvPr/>
        </p:nvGrpSpPr>
        <p:grpSpPr>
          <a:xfrm>
            <a:off x="563053" y="5379703"/>
            <a:ext cx="3352851" cy="822138"/>
            <a:chOff x="595137" y="5379703"/>
            <a:chExt cx="3352851" cy="822138"/>
          </a:xfrm>
        </p:grpSpPr>
        <p:sp>
          <p:nvSpPr>
            <p:cNvPr id="154" name="テキスト プレースホルダー 2">
              <a:extLst>
                <a:ext uri="{FF2B5EF4-FFF2-40B4-BE49-F238E27FC236}">
                  <ns2:creationId id="{77BC3BDF-18A8-9FB5-75CB-76365D9AC837}"/>
                </a:ext>
              </a:extLst>
            </p:cNvPr>
            <p:cNvSpPr txBox="1">
              <a:spLocks/>
            </p:cNvSpPr>
            <p:nvPr/>
          </p:nvSpPr>
          <p:spPr>
            <a:xfrm>
              <a:off x="595137" y="5379703"/>
              <a:ext cx="3352851" cy="822138"/>
            </a:xfrm>
            <a:prstGeom prst="roundRect">
              <a:avLst>
                <a:gd name="adj" fmla="val 8265"/>
              </a:avLst>
            </a:prstGeom>
            <a:solidFill>
              <a:schemeClr val="bg1"/>
            </a:solidFill>
            <a:ln w="19050">
              <a:solidFill>
                <a:schemeClr val="accent5">
                  <a:alpha val="50000"/>
                </a:schemeClr>
              </a:solidFill>
            </a:ln>
          </p:spPr>
          <p:txBody>
            <a:bodyPr vert="horz" wrap="square" lIns="50400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/>
                <a:t>XX</a:t>
              </a:r>
              <a:r>
                <a:rPr lang="ja-JP" altLang="en-US" sz="1200" dirty="0"/>
                <a:t>XX</a:t>
              </a:r>
              <a:endParaRPr lang="en-US" altLang="ja-JP" sz="1200" dirty="0"/>
            </a:p>
            <a:p>
              <a:pPr marL="177800" indent="-177800">
                <a:lnSpc>
                  <a:spcPct val="100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</a:pPr>
              <a:r>
                <a:rPr lang="ja-JP" altLang="en-US" sz="1200" dirty="0"/>
                <a:t>XX</a:t>
              </a:r>
            </a:p>
            <a:p>
              <a:pPr marL="177800" indent="-177800">
                <a:lnSpc>
                  <a:spcPct val="100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</a:pPr>
              <a:r>
                <a:rPr lang="ja-JP" altLang="en-US" sz="1200" dirty="0"/>
                <a:t>XX</a:t>
              </a:r>
              <a:r>
                <a:rPr lang="en-US" altLang="ja-JP" sz="1200" dirty="0"/>
                <a:t>(</a:t>
              </a:r>
              <a:r>
                <a:rPr lang="ja-JP" altLang="en-US" sz="1200" dirty="0"/>
                <a:t>XX</a:t>
              </a:r>
              <a:r>
                <a:rPr lang="en-US" altLang="ja-JP" sz="1200" dirty="0"/>
                <a:t>) </a:t>
              </a:r>
            </a:p>
            <a:p>
              <a:pPr marL="177800" indent="-177800">
                <a:lnSpc>
                  <a:spcPct val="100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</a:pPr>
              <a:r>
                <a:rPr lang="ja-JP" altLang="en-US" sz="1200" dirty="0"/>
                <a:t>XX</a:t>
              </a:r>
            </a:p>
          </p:txBody>
        </p:sp>
        <p:pic>
          <p:nvPicPr>
            <p:cNvPr id="308" name="グラフィックス 307" descr="手のひらと植物 単色塗りつぶし">
              <a:extLst>
                <a:ext uri="{FF2B5EF4-FFF2-40B4-BE49-F238E27FC236}">
                  <ns2:creationId id="{0BF39B67-D80D-7968-393B-4B146A3364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621241" y="5563966"/>
              <a:ext cx="432000" cy="432000"/>
            </a:xfrm>
            <a:prstGeom prst="rect">
              <a:avLst/>
            </a:prstGeom>
          </p:spPr>
        </p:pic>
      </p:grpSp>
      <p:cxnSp>
        <p:nvCxnSpPr>
          <p:cNvPr id="32" name="直線矢印コネクタ 31">
            <a:extLst>
              <a:ext uri="{FF2B5EF4-FFF2-40B4-BE49-F238E27FC236}">
                <ns2:creationId id="{629B1987-B736-BCD9-149D-76D4941A08C9}"/>
              </a:ext>
            </a:extLst>
          </p:cNvPr>
          <p:cNvCxnSpPr>
            <a:stCxn id="128" idx="2"/>
          </p:cNvCxnSpPr>
          <p:nvPr/>
        </p:nvCxnSpPr>
        <p:spPr>
          <a:xfrm>
            <a:off x="9793733" y="4325713"/>
            <a:ext cx="737" cy="1046859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ns2:creationId id="{514C5ED3-0721-AFAC-3DC6-72733EB5590C}"/>
              </a:ext>
            </a:extLst>
          </p:cNvPr>
          <p:cNvCxnSpPr/>
          <p:nvPr/>
        </p:nvCxnSpPr>
        <p:spPr>
          <a:xfrm>
            <a:off x="1159983" y="4321461"/>
            <a:ext cx="737" cy="1046859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グループ化 40">
            <a:extLst>
              <a:ext uri="{FF2B5EF4-FFF2-40B4-BE49-F238E27FC236}">
                <ns2:creationId id="{D3E5AE50-F15C-AC57-158A-580C7D1D6B62}"/>
              </a:ext>
            </a:extLst>
          </p:cNvPr>
          <p:cNvGrpSpPr/>
          <p:nvPr/>
        </p:nvGrpSpPr>
        <p:grpSpPr>
          <a:xfrm>
            <a:off x="4428121" y="5368320"/>
            <a:ext cx="3352851" cy="833521"/>
            <a:chOff x="4439885" y="5368320"/>
            <a:chExt cx="3352851" cy="833521"/>
          </a:xfrm>
        </p:grpSpPr>
        <p:sp>
          <p:nvSpPr>
            <p:cNvPr id="171" name="テキスト プレースホルダー 2">
              <a:extLst>
                <a:ext uri="{FF2B5EF4-FFF2-40B4-BE49-F238E27FC236}">
                  <ns2:creationId id="{0D6BFF9E-2B0F-324C-CAF5-6F5D1602B5E0}"/>
                </a:ext>
              </a:extLst>
            </p:cNvPr>
            <p:cNvSpPr txBox="1">
              <a:spLocks/>
            </p:cNvSpPr>
            <p:nvPr/>
          </p:nvSpPr>
          <p:spPr>
            <a:xfrm>
              <a:off x="4439885" y="5368320"/>
              <a:ext cx="3352851" cy="833521"/>
            </a:xfrm>
            <a:prstGeom prst="roundRect">
              <a:avLst>
                <a:gd name="adj" fmla="val 5269"/>
              </a:avLst>
            </a:prstGeom>
            <a:solidFill>
              <a:schemeClr val="bg1"/>
            </a:solidFill>
            <a:ln w="19050">
              <a:solidFill>
                <a:srgbClr val="008000">
                  <a:alpha val="80000"/>
                </a:srgbClr>
              </a:solidFill>
            </a:ln>
          </p:spPr>
          <p:txBody>
            <a:bodyPr vert="horz" wrap="square" lIns="50400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2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289" name="グラフィックス 288" descr="意思決定図 単色塗りつぶし">
              <a:extLst>
                <a:ext uri="{FF2B5EF4-FFF2-40B4-BE49-F238E27FC236}">
                  <ns2:creationId id="{C5C910E4-803C-A078-B560-7A47355FAE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501642" y="5574771"/>
              <a:ext cx="432000" cy="432000"/>
            </a:xfrm>
            <a:prstGeom prst="rect">
              <a:avLst/>
            </a:prstGeom>
          </p:spPr>
        </p:pic>
      </p:grpSp>
      <p:grpSp>
        <p:nvGrpSpPr>
          <p:cNvPr id="59" name="グループ化 58">
            <a:extLst>
              <a:ext uri="{FF2B5EF4-FFF2-40B4-BE49-F238E27FC236}">
                <ns2:creationId id="{FEAB728B-23CF-0203-D9D9-917C92B0D3E6}"/>
              </a:ext>
            </a:extLst>
          </p:cNvPr>
          <p:cNvGrpSpPr/>
          <p:nvPr/>
        </p:nvGrpSpPr>
        <p:grpSpPr>
          <a:xfrm>
            <a:off x="334964" y="3420860"/>
            <a:ext cx="11522074" cy="1766618"/>
            <a:chOff x="334964" y="3420860"/>
            <a:chExt cx="11522074" cy="1766618"/>
          </a:xfrm>
        </p:grpSpPr>
        <p:sp>
          <p:nvSpPr>
            <p:cNvPr id="117" name="テキスト プレースホルダー 2">
              <a:extLst>
                <a:ext uri="{FF2B5EF4-FFF2-40B4-BE49-F238E27FC236}">
                  <ns2:creationId id="{91056AD9-DF7C-35A9-B77E-9958F3665D71}"/>
                </a:ext>
              </a:extLst>
            </p:cNvPr>
            <p:cNvSpPr txBox="1">
              <a:spLocks/>
            </p:cNvSpPr>
            <p:nvPr/>
          </p:nvSpPr>
          <p:spPr>
            <a:xfrm>
              <a:off x="678010" y="3590368"/>
              <a:ext cx="1015021" cy="735345"/>
            </a:xfrm>
            <a:prstGeom prst="roundRect">
              <a:avLst>
                <a:gd name="adj" fmla="val 8664"/>
              </a:avLst>
            </a:prstGeom>
            <a:solidFill>
              <a:srgbClr val="008000">
                <a:alpha val="10000"/>
              </a:srgbClr>
            </a:solidFill>
            <a:ln w="19050">
              <a:solidFill>
                <a:schemeClr val="accent5">
                  <a:alpha val="50000"/>
                </a:schemeClr>
              </a:solidFill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en-US" altLang="ja-JP" sz="1200" dirty="0"/>
                <a:t>XX</a:t>
              </a:r>
            </a:p>
          </p:txBody>
        </p:sp>
        <p:sp>
          <p:nvSpPr>
            <p:cNvPr id="118" name="テキスト プレースホルダー 2">
              <a:extLst>
                <a:ext uri="{FF2B5EF4-FFF2-40B4-BE49-F238E27FC236}">
                  <ns2:creationId id="{52DDD863-9438-7984-106B-AA7750055354}"/>
                </a:ext>
              </a:extLst>
            </p:cNvPr>
            <p:cNvSpPr txBox="1">
              <a:spLocks/>
            </p:cNvSpPr>
            <p:nvPr/>
          </p:nvSpPr>
          <p:spPr>
            <a:xfrm>
              <a:off x="1871091" y="3590368"/>
              <a:ext cx="984565" cy="735345"/>
            </a:xfrm>
            <a:prstGeom prst="roundRect">
              <a:avLst>
                <a:gd name="adj" fmla="val 8664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100" dirty="0"/>
                <a:t>XX</a:t>
              </a:r>
              <a:br>
                <a:rPr lang="en-US" altLang="ja-JP" sz="1100" dirty="0"/>
              </a:br>
              <a:r>
                <a:rPr lang="ja-JP" altLang="en-US" sz="1100" dirty="0"/>
                <a:t>XX</a:t>
              </a:r>
              <a:br>
                <a:rPr lang="en-US" altLang="ja-JP" sz="1100" dirty="0"/>
              </a:br>
              <a:r>
                <a:rPr lang="ja-JP" altLang="en-US" sz="1100" dirty="0"/>
                <a:t>XX</a:t>
              </a:r>
              <a:br>
                <a:rPr lang="en-US" altLang="ja-JP" sz="1100" dirty="0"/>
              </a:br>
              <a:r>
                <a:rPr lang="ja-JP" altLang="en-US" sz="1100" dirty="0"/>
                <a:t>XX</a:t>
              </a:r>
            </a:p>
          </p:txBody>
        </p:sp>
        <p:sp>
          <p:nvSpPr>
            <p:cNvPr id="120" name="テキスト プレースホルダー 2">
              <a:extLst>
                <a:ext uri="{FF2B5EF4-FFF2-40B4-BE49-F238E27FC236}">
                  <ns2:creationId id="{A266E833-9BED-09AF-04EE-065AE9458DBC}"/>
                </a:ext>
              </a:extLst>
            </p:cNvPr>
            <p:cNvSpPr txBox="1">
              <a:spLocks/>
            </p:cNvSpPr>
            <p:nvPr/>
          </p:nvSpPr>
          <p:spPr>
            <a:xfrm>
              <a:off x="3033716" y="3590368"/>
              <a:ext cx="646331" cy="735345"/>
            </a:xfrm>
            <a:prstGeom prst="roundRect">
              <a:avLst>
                <a:gd name="adj" fmla="val 1114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200" dirty="0"/>
                <a:t>SCM</a:t>
              </a:r>
              <a:br>
                <a:rPr lang="de-AT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121" name="テキスト プレースホルダー 2">
              <a:extLst>
                <a:ext uri="{FF2B5EF4-FFF2-40B4-BE49-F238E27FC236}">
                  <ns2:creationId id="{0AB45825-AA67-D0A6-91AE-FFE9A8B71C85}"/>
                </a:ext>
              </a:extLst>
            </p:cNvPr>
            <p:cNvSpPr txBox="1">
              <a:spLocks/>
            </p:cNvSpPr>
            <p:nvPr/>
          </p:nvSpPr>
          <p:spPr>
            <a:xfrm>
              <a:off x="3858107" y="3590368"/>
              <a:ext cx="1160895" cy="735345"/>
            </a:xfrm>
            <a:prstGeom prst="roundRect">
              <a:avLst>
                <a:gd name="adj" fmla="val 8664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124" name="テキスト プレースホルダー 2">
              <a:extLst>
                <a:ext uri="{FF2B5EF4-FFF2-40B4-BE49-F238E27FC236}">
                  <ns2:creationId id="{58A74711-9B78-B43B-80D9-B0311A1631D5}"/>
                </a:ext>
              </a:extLst>
            </p:cNvPr>
            <p:cNvSpPr txBox="1">
              <a:spLocks/>
            </p:cNvSpPr>
            <p:nvPr/>
          </p:nvSpPr>
          <p:spPr>
            <a:xfrm>
              <a:off x="6218259" y="3590368"/>
              <a:ext cx="725393" cy="735345"/>
            </a:xfrm>
            <a:prstGeom prst="roundRect">
              <a:avLst>
                <a:gd name="adj" fmla="val 9926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de-AT" altLang="ja-JP" sz="1200" dirty="0"/>
                <a:t>DX</a:t>
              </a:r>
            </a:p>
          </p:txBody>
        </p:sp>
        <p:sp>
          <p:nvSpPr>
            <p:cNvPr id="125" name="テキスト プレースホルダー 2">
              <a:extLst>
                <a:ext uri="{FF2B5EF4-FFF2-40B4-BE49-F238E27FC236}">
                  <ns2:creationId id="{2507CAEC-77B8-EF38-D7BB-264DCAFD8867}"/>
                </a:ext>
              </a:extLst>
            </p:cNvPr>
            <p:cNvSpPr txBox="1">
              <a:spLocks/>
            </p:cNvSpPr>
            <p:nvPr/>
          </p:nvSpPr>
          <p:spPr>
            <a:xfrm>
              <a:off x="8103597" y="3590368"/>
              <a:ext cx="1047082" cy="735345"/>
            </a:xfrm>
            <a:prstGeom prst="roundRect">
              <a:avLst>
                <a:gd name="adj" fmla="val 8664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r>
                <a:rPr lang="en-US" altLang="ja-JP" sz="1200" dirty="0"/>
                <a:t>DX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/>
                <a:t>(</a:t>
              </a: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  <a:r>
                <a:rPr lang="en-US" altLang="ja-JP" sz="1200" dirty="0"/>
                <a:t>)</a:t>
              </a:r>
              <a:endParaRPr lang="ja-JP" altLang="en-US" sz="1200" dirty="0"/>
            </a:p>
          </p:txBody>
        </p:sp>
        <p:sp>
          <p:nvSpPr>
            <p:cNvPr id="127" name="テキスト プレースホルダー 2">
              <a:extLst>
                <a:ext uri="{FF2B5EF4-FFF2-40B4-BE49-F238E27FC236}">
                  <ns2:creationId id="{F2699C96-1B29-13EF-952B-5A279E2FEE62}"/>
                </a:ext>
              </a:extLst>
            </p:cNvPr>
            <p:cNvSpPr txBox="1">
              <a:spLocks/>
            </p:cNvSpPr>
            <p:nvPr/>
          </p:nvSpPr>
          <p:spPr>
            <a:xfrm>
              <a:off x="7026533" y="3590368"/>
              <a:ext cx="994183" cy="735345"/>
            </a:xfrm>
            <a:prstGeom prst="roundRect">
              <a:avLst>
                <a:gd name="adj" fmla="val 8664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</a:p>
          </p:txBody>
        </p:sp>
        <p:sp>
          <p:nvSpPr>
            <p:cNvPr id="128" name="テキスト プレースホルダー 2">
              <a:extLst>
                <a:ext uri="{FF2B5EF4-FFF2-40B4-BE49-F238E27FC236}">
                  <ns2:creationId id="{3FE93E13-BFD5-75C8-C21A-AA48F535D8E8}"/>
                </a:ext>
              </a:extLst>
            </p:cNvPr>
            <p:cNvSpPr txBox="1">
              <a:spLocks/>
            </p:cNvSpPr>
            <p:nvPr/>
          </p:nvSpPr>
          <p:spPr>
            <a:xfrm>
              <a:off x="9220499" y="3590368"/>
              <a:ext cx="1146468" cy="735345"/>
            </a:xfrm>
            <a:prstGeom prst="roundRect">
              <a:avLst>
                <a:gd name="adj" fmla="val 8664"/>
              </a:avLst>
            </a:prstGeom>
            <a:solidFill>
              <a:srgbClr val="008000">
                <a:alpha val="10000"/>
              </a:srgbClr>
            </a:solidFill>
            <a:ln w="22225">
              <a:solidFill>
                <a:schemeClr val="accent4">
                  <a:alpha val="50000"/>
                </a:schemeClr>
              </a:solidFill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/>
                <a:t>(</a:t>
              </a: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  <a:r>
                <a:rPr lang="en-US" altLang="ja-JP" sz="1200" dirty="0"/>
                <a:t>)</a:t>
              </a:r>
            </a:p>
          </p:txBody>
        </p:sp>
        <p:sp>
          <p:nvSpPr>
            <p:cNvPr id="139" name="テキスト プレースホルダー 2">
              <a:extLst>
                <a:ext uri="{FF2B5EF4-FFF2-40B4-BE49-F238E27FC236}">
                  <ns2:creationId id="{2A15A635-66B7-18DD-CD16-05839329FC4B}"/>
                </a:ext>
              </a:extLst>
            </p:cNvPr>
            <p:cNvSpPr txBox="1">
              <a:spLocks/>
            </p:cNvSpPr>
            <p:nvPr/>
          </p:nvSpPr>
          <p:spPr>
            <a:xfrm>
              <a:off x="10462911" y="3590368"/>
              <a:ext cx="1184940" cy="735345"/>
            </a:xfrm>
            <a:prstGeom prst="roundRect">
              <a:avLst>
                <a:gd name="adj" fmla="val 8664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45720" rIns="91440" bIns="4572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200" dirty="0"/>
                <a:t>XX</a:t>
              </a:r>
              <a:r>
                <a:rPr lang="ja-JP" altLang="en-US" sz="1200" dirty="0"/>
                <a:t>XX</a:t>
              </a:r>
              <a:br>
                <a:rPr lang="en-US" altLang="ja-JP" sz="1200" dirty="0"/>
              </a:br>
              <a:r>
                <a:rPr lang="ja-JP" altLang="en-US" sz="1200" dirty="0"/>
                <a:t>XX</a:t>
              </a:r>
            </a:p>
          </p:txBody>
        </p:sp>
        <p:sp>
          <p:nvSpPr>
            <p:cNvPr id="142" name="テキスト プレースホルダー 2">
              <a:extLst>
                <a:ext uri="{FF2B5EF4-FFF2-40B4-BE49-F238E27FC236}">
                  <ns2:creationId id="{E3AA8A9F-6B14-8099-CC8D-A7EBE1140702}"/>
                </a:ext>
              </a:extLst>
            </p:cNvPr>
            <p:cNvSpPr txBox="1">
              <a:spLocks/>
            </p:cNvSpPr>
            <p:nvPr/>
          </p:nvSpPr>
          <p:spPr>
            <a:xfrm>
              <a:off x="1224310" y="4596824"/>
              <a:ext cx="2114681" cy="496134"/>
            </a:xfrm>
            <a:prstGeom prst="roundRect">
              <a:avLst>
                <a:gd name="adj" fmla="val 14096"/>
              </a:avLst>
            </a:prstGeom>
            <a:solidFill>
              <a:srgbClr val="008000">
                <a:alpha val="15000"/>
              </a:srgbClr>
            </a:solidFill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/>
                <a:t> (</a:t>
              </a:r>
              <a:r>
                <a:rPr lang="ja-JP" altLang="en-US" sz="1200" dirty="0"/>
                <a:t>XX</a:t>
              </a:r>
              <a:r>
                <a:rPr lang="en-US" altLang="ja-JP" sz="1200" dirty="0"/>
                <a:t>) </a:t>
              </a:r>
            </a:p>
          </p:txBody>
        </p:sp>
        <p:sp>
          <p:nvSpPr>
            <p:cNvPr id="143" name="テキスト プレースホルダー 2">
              <a:extLst>
                <a:ext uri="{FF2B5EF4-FFF2-40B4-BE49-F238E27FC236}">
                  <ns2:creationId id="{1D12575A-A289-9DB7-DC0B-BCC2088C0B3C}"/>
                </a:ext>
              </a:extLst>
            </p:cNvPr>
            <p:cNvSpPr txBox="1">
              <a:spLocks/>
            </p:cNvSpPr>
            <p:nvPr/>
          </p:nvSpPr>
          <p:spPr>
            <a:xfrm>
              <a:off x="3502240" y="4596823"/>
              <a:ext cx="1516762" cy="473597"/>
            </a:xfrm>
            <a:prstGeom prst="roundRect">
              <a:avLst>
                <a:gd name="adj" fmla="val 14096"/>
              </a:avLst>
            </a:prstGeom>
            <a:solidFill>
              <a:srgbClr val="008000">
                <a:alpha val="15000"/>
              </a:srgbClr>
            </a:solidFill>
            <a:ln>
              <a:noFill/>
            </a:ln>
          </p:spPr>
          <p:txBody>
            <a:bodyPr vert="horz" wrap="square" lIns="91440" tIns="45720" rIns="91440" bIns="45720" rtlCol="0">
              <a:sp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r>
                <a:rPr lang="en-US" altLang="ja-JP" sz="1200" dirty="0"/>
                <a:t>DX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/>
                <a:t> (</a:t>
              </a:r>
              <a:r>
                <a:rPr lang="ja-JP" altLang="en-US" sz="1200" dirty="0"/>
                <a:t>XX</a:t>
              </a:r>
              <a:r>
                <a:rPr lang="en-US" altLang="ja-JP" sz="1200" dirty="0"/>
                <a:t>) </a:t>
              </a:r>
            </a:p>
          </p:txBody>
        </p:sp>
        <p:sp>
          <p:nvSpPr>
            <p:cNvPr id="147" name="テキスト プレースホルダー 2">
              <a:extLst>
                <a:ext uri="{FF2B5EF4-FFF2-40B4-BE49-F238E27FC236}">
                  <ns2:creationId id="{D4234874-8472-0D17-E318-E6BBB5A2BDBB}"/>
                </a:ext>
              </a:extLst>
            </p:cNvPr>
            <p:cNvSpPr txBox="1">
              <a:spLocks/>
            </p:cNvSpPr>
            <p:nvPr/>
          </p:nvSpPr>
          <p:spPr>
            <a:xfrm rot="5400000" flipV="1">
              <a:off x="5212692" y="-1456868"/>
              <a:ext cx="1766618" cy="11522074"/>
            </a:xfrm>
            <a:prstGeom prst="roundRect">
              <a:avLst>
                <a:gd name="adj" fmla="val 4068"/>
              </a:avLst>
            </a:prstGeom>
            <a:ln>
              <a:solidFill>
                <a:srgbClr val="008000"/>
              </a:solidFill>
            </a:ln>
          </p:spPr>
          <p:txBody>
            <a:bodyPr vert="eaVert" wrap="square" lIns="144000" tIns="108000" rIns="36000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200" dirty="0"/>
                <a:t>XX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200" dirty="0"/>
                <a:t>XX</a:t>
              </a: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  <a:endParaRPr lang="en-US" altLang="ja-JP" sz="1200" dirty="0"/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/>
                <a:t>XX</a:t>
              </a:r>
            </a:p>
          </p:txBody>
        </p:sp>
        <p:sp>
          <p:nvSpPr>
            <p:cNvPr id="148" name="テキスト プレースホルダー 2">
              <a:extLst>
                <a:ext uri="{FF2B5EF4-FFF2-40B4-BE49-F238E27FC236}">
                  <ns2:creationId id="{EEB8FD58-3DC4-D7E5-44EE-AF657663D81B}"/>
                </a:ext>
              </a:extLst>
            </p:cNvPr>
            <p:cNvSpPr txBox="1">
              <a:spLocks/>
            </p:cNvSpPr>
            <p:nvPr/>
          </p:nvSpPr>
          <p:spPr>
            <a:xfrm>
              <a:off x="5197064" y="4599192"/>
              <a:ext cx="925253" cy="493766"/>
            </a:xfrm>
            <a:prstGeom prst="rect">
              <a:avLst/>
            </a:prstGeom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endParaRPr lang="en-US" altLang="ja-JP" sz="1400" dirty="0">
                <a:solidFill>
                  <a:srgbClr val="008000"/>
                </a:solidFill>
              </a:endParaRPr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49" name="テキスト プレースホルダー 2">
              <a:extLst>
                <a:ext uri="{FF2B5EF4-FFF2-40B4-BE49-F238E27FC236}">
                  <ns2:creationId id="{FEDE2600-7D53-E711-D753-24D5D241D1BB}"/>
                </a:ext>
              </a:extLst>
            </p:cNvPr>
            <p:cNvSpPr txBox="1">
              <a:spLocks/>
            </p:cNvSpPr>
            <p:nvPr/>
          </p:nvSpPr>
          <p:spPr>
            <a:xfrm>
              <a:off x="5197064" y="3711158"/>
              <a:ext cx="925253" cy="493766"/>
            </a:xfrm>
            <a:prstGeom prst="rect">
              <a:avLst/>
            </a:prstGeom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zh-TW" altLang="en-US" sz="1400" dirty="0">
                  <a:solidFill>
                    <a:srgbClr val="008000"/>
                  </a:solidFill>
                </a:rPr>
                <a:t>XX</a:t>
              </a:r>
              <a:br>
                <a:rPr lang="en-US" altLang="zh-TW" sz="1400" dirty="0">
                  <a:solidFill>
                    <a:srgbClr val="008000"/>
                  </a:solidFill>
                </a:rPr>
              </a:br>
              <a:r>
                <a:rPr lang="zh-TW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cxnSp>
          <p:nvCxnSpPr>
            <p:cNvPr id="198" name="コネクタ: カギ線 197">
              <a:extLst>
                <a:ext uri="{FF2B5EF4-FFF2-40B4-BE49-F238E27FC236}">
                  <ns2:creationId id="{A557DD2F-DE9C-221F-9B4C-F076D7ABF354}"/>
                </a:ext>
              </a:extLst>
            </p:cNvPr>
            <p:cNvCxnSpPr>
              <a:cxnSpLocks/>
              <a:stCxn id="121" idx="0"/>
              <a:endCxn id="118" idx="0"/>
            </p:cNvCxnSpPr>
            <p:nvPr/>
          </p:nvCxnSpPr>
          <p:spPr>
            <a:xfrm rot="16200000" flipV="1">
              <a:off x="3400965" y="2552777"/>
              <a:ext cx="12700" cy="2075181"/>
            </a:xfrm>
            <a:prstGeom prst="bentConnector3">
              <a:avLst>
                <a:gd name="adj1" fmla="val 1800000"/>
              </a:avLst>
            </a:prstGeom>
            <a:ln w="9525">
              <a:solidFill>
                <a:schemeClr val="tx1"/>
              </a:solidFill>
              <a:headEnd type="arrow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コネクタ: カギ線 270">
              <a:extLst>
                <a:ext uri="{FF2B5EF4-FFF2-40B4-BE49-F238E27FC236}">
                  <ns2:creationId id="{6B1FCE5C-5B16-1408-DF47-02970F43845E}"/>
                </a:ext>
              </a:extLst>
            </p:cNvPr>
            <p:cNvCxnSpPr>
              <a:cxnSpLocks/>
              <a:stCxn id="120" idx="2"/>
              <a:endCxn id="143" idx="0"/>
            </p:cNvCxnSpPr>
            <p:nvPr/>
          </p:nvCxnSpPr>
          <p:spPr>
            <a:xfrm rot="16200000" flipH="1">
              <a:off x="3673196" y="4009398"/>
              <a:ext cx="271110" cy="90373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コネクタ: カギ線 274">
              <a:extLst>
                <a:ext uri="{FF2B5EF4-FFF2-40B4-BE49-F238E27FC236}">
                  <ns2:creationId id="{274EE44F-BD25-ED34-BAB2-55AF5F3934F7}"/>
                </a:ext>
              </a:extLst>
            </p:cNvPr>
            <p:cNvCxnSpPr>
              <a:cxnSpLocks/>
              <a:stCxn id="120" idx="2"/>
              <a:endCxn id="142" idx="0"/>
            </p:cNvCxnSpPr>
            <p:nvPr/>
          </p:nvCxnSpPr>
          <p:spPr>
            <a:xfrm rot="5400000">
              <a:off x="2683712" y="3923653"/>
              <a:ext cx="271111" cy="107523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直線矢印コネクタ 282">
              <a:extLst>
                <a:ext uri="{FF2B5EF4-FFF2-40B4-BE49-F238E27FC236}">
                  <ns2:creationId id="{B9A92787-940F-E194-81A2-0141F2D8C502}"/>
                </a:ext>
              </a:extLst>
            </p:cNvPr>
            <p:cNvCxnSpPr>
              <a:cxnSpLocks/>
              <a:stCxn id="149" idx="2"/>
              <a:endCxn id="148" idx="0"/>
            </p:cNvCxnSpPr>
            <p:nvPr/>
          </p:nvCxnSpPr>
          <p:spPr>
            <a:xfrm>
              <a:off x="5659691" y="4204924"/>
              <a:ext cx="0" cy="39426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三角形 49">
              <a:extLst>
                <a:ext uri="{FF2B5EF4-FFF2-40B4-BE49-F238E27FC236}">
                  <ns2:creationId id="{A1107031-1919-8C6C-1972-1C482B852F60}"/>
                </a:ext>
              </a:extLst>
            </p:cNvPr>
            <p:cNvSpPr/>
            <p:nvPr/>
          </p:nvSpPr>
          <p:spPr>
            <a:xfrm rot="5400000">
              <a:off x="5910219" y="3920241"/>
              <a:ext cx="432000" cy="75600"/>
            </a:xfrm>
            <a:prstGeom prst="triangle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三角形 50">
              <a:extLst>
                <a:ext uri="{FF2B5EF4-FFF2-40B4-BE49-F238E27FC236}">
                  <ns2:creationId id="{6FB9FB3C-75E1-CE0A-B43B-4494A5F3637F}"/>
                </a:ext>
              </a:extLst>
            </p:cNvPr>
            <p:cNvSpPr/>
            <p:nvPr/>
          </p:nvSpPr>
          <p:spPr>
            <a:xfrm rot="16200000">
              <a:off x="4942869" y="3920241"/>
              <a:ext cx="432000" cy="75600"/>
            </a:xfrm>
            <a:prstGeom prst="triangle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三角形 51">
              <a:extLst>
                <a:ext uri="{FF2B5EF4-FFF2-40B4-BE49-F238E27FC236}">
                  <ns2:creationId id="{DBD76C27-FE78-EADA-6769-A8292B84AB7F}"/>
                </a:ext>
              </a:extLst>
            </p:cNvPr>
            <p:cNvSpPr/>
            <p:nvPr/>
          </p:nvSpPr>
          <p:spPr>
            <a:xfrm rot="16200000">
              <a:off x="4933809" y="4808275"/>
              <a:ext cx="432000" cy="75600"/>
            </a:xfrm>
            <a:prstGeom prst="triangle">
              <a:avLst/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3834131207"/>
      </p:ext>
    </p:extLst>
  </p:cSld>
  <p:clrMapOvr>
    <a:masterClrMapping/>
  </p:clrMapOvr>
</p:sld>
</file>

<file path=ppt/slides/slide1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99513EA-2DFB-0B8C-0613-8503A0C2D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D51EADD-1CB0-3184-AF25-690CB20A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0A307B75-3336-A12A-DBA3-7D6C9E9872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0" name="テキスト プレースホルダー 2">
            <a:extLst>
              <a:ext uri="{FF2B5EF4-FFF2-40B4-BE49-F238E27FC236}">
                <ns2:creationId id="{1F46ED09-4039-5D07-50BA-CF6317EC30D3}"/>
              </a:ext>
            </a:extLst>
          </p:cNvPr>
          <p:cNvSpPr txBox="1">
            <a:spLocks/>
          </p:cNvSpPr>
          <p:nvPr/>
        </p:nvSpPr>
        <p:spPr>
          <a:xfrm>
            <a:off x="3466963" y="1838784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42" name="テキスト プレースホルダー 2">
            <a:extLst>
              <a:ext uri="{FF2B5EF4-FFF2-40B4-BE49-F238E27FC236}">
                <ns2:creationId id="{9F433754-AA7C-33C8-0C69-363E5583580A}"/>
              </a:ext>
            </a:extLst>
          </p:cNvPr>
          <p:cNvSpPr txBox="1">
            <a:spLocks/>
          </p:cNvSpPr>
          <p:nvPr/>
        </p:nvSpPr>
        <p:spPr>
          <a:xfrm>
            <a:off x="3466963" y="2186234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47" name="テキスト プレースホルダー 2">
            <a:extLst>
              <a:ext uri="{FF2B5EF4-FFF2-40B4-BE49-F238E27FC236}">
                <ns2:creationId id="{3572BF09-02C9-4FBA-6091-96C8D9E93DB6}"/>
              </a:ext>
            </a:extLst>
          </p:cNvPr>
          <p:cNvSpPr txBox="1">
            <a:spLocks/>
          </p:cNvSpPr>
          <p:nvPr/>
        </p:nvSpPr>
        <p:spPr>
          <a:xfrm>
            <a:off x="3466963" y="2533683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de-DE" altLang="ja-JP" sz="1000" dirty="0"/>
            </a:br>
            <a:r>
              <a:rPr lang="ja-JP" altLang="en-US" sz="1000" dirty="0"/>
              <a:t>XX</a:t>
            </a:r>
            <a:r>
              <a:rPr lang="ja-JP" altLang="en-US" sz="1000"/>
              <a:t>XX</a:t>
            </a:r>
            <a:r>
              <a:rPr lang="ja-JP" altLang="en-US" sz="1000" dirty="0"/>
              <a:t>XX</a:t>
            </a:r>
          </a:p>
        </p:txBody>
      </p:sp>
      <p:sp>
        <p:nvSpPr>
          <p:cNvPr id="52" name="テキスト プレースホルダー 2">
            <a:extLst>
              <a:ext uri="{FF2B5EF4-FFF2-40B4-BE49-F238E27FC236}">
                <ns2:creationId id="{A0D00733-FDCF-8E4C-030F-51D5B2836F8B}"/>
              </a:ext>
            </a:extLst>
          </p:cNvPr>
          <p:cNvSpPr txBox="1">
            <a:spLocks/>
          </p:cNvSpPr>
          <p:nvPr/>
        </p:nvSpPr>
        <p:spPr>
          <a:xfrm>
            <a:off x="3466963" y="2881133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53" name="テキスト プレースホルダー 2">
            <a:extLst>
              <a:ext uri="{FF2B5EF4-FFF2-40B4-BE49-F238E27FC236}">
                <ns2:creationId id="{3DE28431-8158-4DCE-938C-D83C77DBD55D}"/>
              </a:ext>
            </a:extLst>
          </p:cNvPr>
          <p:cNvSpPr txBox="1">
            <a:spLocks/>
          </p:cNvSpPr>
          <p:nvPr/>
        </p:nvSpPr>
        <p:spPr>
          <a:xfrm>
            <a:off x="3466963" y="3228582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65" name="テキスト プレースホルダー 2">
            <a:extLst>
              <a:ext uri="{FF2B5EF4-FFF2-40B4-BE49-F238E27FC236}">
                <ns2:creationId id="{16E717DF-2BFC-36D3-5208-CE3ECC89E368}"/>
              </a:ext>
            </a:extLst>
          </p:cNvPr>
          <p:cNvSpPr txBox="1">
            <a:spLocks/>
          </p:cNvSpPr>
          <p:nvPr/>
        </p:nvSpPr>
        <p:spPr>
          <a:xfrm>
            <a:off x="3466963" y="3576032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67" name="テキスト プレースホルダー 2">
            <a:extLst>
              <a:ext uri="{FF2B5EF4-FFF2-40B4-BE49-F238E27FC236}">
                <ns2:creationId id="{70DCD5F7-9A34-AD03-F72C-7E998FC104A1}"/>
              </a:ext>
            </a:extLst>
          </p:cNvPr>
          <p:cNvSpPr txBox="1">
            <a:spLocks/>
          </p:cNvSpPr>
          <p:nvPr/>
        </p:nvSpPr>
        <p:spPr>
          <a:xfrm>
            <a:off x="3466963" y="3923482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)</a:t>
            </a:r>
            <a:r>
              <a:rPr lang="ja-JP" altLang="en-US" sz="1000" dirty="0"/>
              <a:t>XX</a:t>
            </a:r>
          </a:p>
        </p:txBody>
      </p:sp>
      <p:sp>
        <p:nvSpPr>
          <p:cNvPr id="68" name="テキスト プレースホルダー 2">
            <a:extLst>
              <a:ext uri="{FF2B5EF4-FFF2-40B4-BE49-F238E27FC236}">
                <ns2:creationId id="{8D00670C-E6AE-FE76-80FA-D8A01E965504}"/>
              </a:ext>
            </a:extLst>
          </p:cNvPr>
          <p:cNvSpPr txBox="1">
            <a:spLocks/>
          </p:cNvSpPr>
          <p:nvPr/>
        </p:nvSpPr>
        <p:spPr>
          <a:xfrm>
            <a:off x="3466963" y="4270931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de-DE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69" name="テキスト プレースホルダー 2">
            <a:extLst>
              <a:ext uri="{FF2B5EF4-FFF2-40B4-BE49-F238E27FC236}">
                <ns2:creationId id="{BFA4942B-4630-0EAA-BEA3-71B4B8135938}"/>
              </a:ext>
            </a:extLst>
          </p:cNvPr>
          <p:cNvSpPr txBox="1">
            <a:spLocks/>
          </p:cNvSpPr>
          <p:nvPr/>
        </p:nvSpPr>
        <p:spPr>
          <a:xfrm>
            <a:off x="3466963" y="4618381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70" name="テキスト プレースホルダー 2">
            <a:extLst>
              <a:ext uri="{FF2B5EF4-FFF2-40B4-BE49-F238E27FC236}">
                <ns2:creationId id="{B0729043-F0FE-93AE-1FA7-FA535CF5758E}"/>
              </a:ext>
            </a:extLst>
          </p:cNvPr>
          <p:cNvSpPr txBox="1">
            <a:spLocks/>
          </p:cNvSpPr>
          <p:nvPr/>
        </p:nvSpPr>
        <p:spPr>
          <a:xfrm>
            <a:off x="3466963" y="4965831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r>
              <a:rPr lang="en-US" altLang="ja-JP" sz="1000" dirty="0"/>
              <a:t>XX</a:t>
            </a: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)</a:t>
            </a:r>
            <a:r>
              <a:rPr lang="ja-JP" altLang="en-US" sz="1000" dirty="0"/>
              <a:t>XX</a:t>
            </a:r>
          </a:p>
        </p:txBody>
      </p:sp>
      <p:sp>
        <p:nvSpPr>
          <p:cNvPr id="71" name="テキスト プレースホルダー 2">
            <a:extLst>
              <a:ext uri="{FF2B5EF4-FFF2-40B4-BE49-F238E27FC236}">
                <ns2:creationId id="{A2FB9BE4-97FB-C167-8C25-3D7AD9AC1078}"/>
              </a:ext>
            </a:extLst>
          </p:cNvPr>
          <p:cNvSpPr txBox="1">
            <a:spLocks/>
          </p:cNvSpPr>
          <p:nvPr/>
        </p:nvSpPr>
        <p:spPr>
          <a:xfrm>
            <a:off x="3466963" y="5313279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72" name="テキスト プレースホルダー 2">
            <a:extLst>
              <a:ext uri="{FF2B5EF4-FFF2-40B4-BE49-F238E27FC236}">
                <ns2:creationId id="{3362FB18-8CA5-02D0-0236-88CFEBEA461F}"/>
              </a:ext>
            </a:extLst>
          </p:cNvPr>
          <p:cNvSpPr txBox="1">
            <a:spLocks/>
          </p:cNvSpPr>
          <p:nvPr/>
        </p:nvSpPr>
        <p:spPr>
          <a:xfrm>
            <a:off x="3466963" y="5660730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ja-JP" sz="1000" dirty="0"/>
              <a:t>XX</a:t>
            </a: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r>
              <a:rPr lang="en-US" altLang="ja-JP" sz="1000" dirty="0"/>
              <a:t>XX</a:t>
            </a:r>
            <a:r>
              <a:rPr lang="ja-JP" altLang="en-US" sz="1000" dirty="0"/>
              <a:t>XX</a:t>
            </a:r>
          </a:p>
        </p:txBody>
      </p:sp>
      <p:sp>
        <p:nvSpPr>
          <p:cNvPr id="73" name="テキスト プレースホルダー 2">
            <a:extLst>
              <a:ext uri="{FF2B5EF4-FFF2-40B4-BE49-F238E27FC236}">
                <ns2:creationId id="{A5F65125-C652-6638-30B2-8C021D10722B}"/>
              </a:ext>
            </a:extLst>
          </p:cNvPr>
          <p:cNvSpPr txBox="1">
            <a:spLocks/>
          </p:cNvSpPr>
          <p:nvPr/>
        </p:nvSpPr>
        <p:spPr>
          <a:xfrm>
            <a:off x="3466963" y="6008177"/>
            <a:ext cx="5397856" cy="300548"/>
          </a:xfrm>
          <a:prstGeom prst="rect">
            <a:avLst/>
          </a:prstGeom>
          <a:ln>
            <a:noFill/>
          </a:ln>
        </p:spPr>
        <p:txBody>
          <a:bodyPr vert="horz" wrap="square" lIns="10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76" name="テキスト プレースホルダー 2">
            <a:extLst>
              <a:ext uri="{FF2B5EF4-FFF2-40B4-BE49-F238E27FC236}">
                <ns2:creationId id="{12F34746-C81D-76FD-F972-EDDBE2F7FDB7}"/>
              </a:ext>
            </a:extLst>
          </p:cNvPr>
          <p:cNvSpPr txBox="1">
            <a:spLocks/>
          </p:cNvSpPr>
          <p:nvPr/>
        </p:nvSpPr>
        <p:spPr>
          <a:xfrm>
            <a:off x="10442366" y="1838784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en-US" altLang="ja-JP" sz="1000" dirty="0"/>
              <a:t> (</a:t>
            </a:r>
            <a:r>
              <a:rPr lang="ja-JP" altLang="en-US" sz="1000" dirty="0"/>
              <a:t>XX</a:t>
            </a:r>
            <a:r>
              <a:rPr lang="en-US" altLang="ja-JP" sz="1000" dirty="0"/>
              <a:t>) </a:t>
            </a:r>
          </a:p>
        </p:txBody>
      </p:sp>
      <p:sp>
        <p:nvSpPr>
          <p:cNvPr id="79" name="テキスト プレースホルダー 2">
            <a:extLst>
              <a:ext uri="{FF2B5EF4-FFF2-40B4-BE49-F238E27FC236}">
                <ns2:creationId id="{A28B0826-F626-E57C-4BBA-32F382DB91CA}"/>
              </a:ext>
            </a:extLst>
          </p:cNvPr>
          <p:cNvSpPr txBox="1">
            <a:spLocks/>
          </p:cNvSpPr>
          <p:nvPr/>
        </p:nvSpPr>
        <p:spPr>
          <a:xfrm>
            <a:off x="10442366" y="2186234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1" name="テキスト プレースホルダー 2">
            <a:extLst>
              <a:ext uri="{FF2B5EF4-FFF2-40B4-BE49-F238E27FC236}">
                <ns2:creationId id="{4496AC98-53CF-0E60-E285-4167BC2DB371}"/>
              </a:ext>
            </a:extLst>
          </p:cNvPr>
          <p:cNvSpPr txBox="1">
            <a:spLocks/>
          </p:cNvSpPr>
          <p:nvPr/>
        </p:nvSpPr>
        <p:spPr>
          <a:xfrm>
            <a:off x="10442366" y="2533683"/>
            <a:ext cx="1422408" cy="300547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5" name="テキスト プレースホルダー 2">
            <a:extLst>
              <a:ext uri="{FF2B5EF4-FFF2-40B4-BE49-F238E27FC236}">
                <ns2:creationId id="{460B0F25-759E-83E4-4C57-982C379B83A2}"/>
              </a:ext>
            </a:extLst>
          </p:cNvPr>
          <p:cNvSpPr txBox="1">
            <a:spLocks/>
          </p:cNvSpPr>
          <p:nvPr/>
        </p:nvSpPr>
        <p:spPr>
          <a:xfrm>
            <a:off x="10442366" y="3228582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7" name="テキスト プレースホルダー 2">
            <a:extLst>
              <a:ext uri="{FF2B5EF4-FFF2-40B4-BE49-F238E27FC236}">
                <ns2:creationId id="{2682F7AD-670F-939D-D573-F06FD65E81E2}"/>
              </a:ext>
            </a:extLst>
          </p:cNvPr>
          <p:cNvSpPr txBox="1">
            <a:spLocks/>
          </p:cNvSpPr>
          <p:nvPr/>
        </p:nvSpPr>
        <p:spPr>
          <a:xfrm>
            <a:off x="10442366" y="3576032"/>
            <a:ext cx="1422408" cy="292305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9" name="テキスト プレースホルダー 2">
            <a:extLst>
              <a:ext uri="{FF2B5EF4-FFF2-40B4-BE49-F238E27FC236}">
                <ns2:creationId id="{B14F4172-986E-0F88-F7BF-ED0F01155B0D}"/>
              </a:ext>
            </a:extLst>
          </p:cNvPr>
          <p:cNvSpPr txBox="1">
            <a:spLocks/>
          </p:cNvSpPr>
          <p:nvPr/>
        </p:nvSpPr>
        <p:spPr>
          <a:xfrm>
            <a:off x="10442366" y="3923481"/>
            <a:ext cx="1422408" cy="292305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) </a:t>
            </a:r>
            <a:r>
              <a:rPr lang="ja-JP" altLang="en-US" sz="1000" dirty="0"/>
              <a:t>、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91" name="テキスト プレースホルダー 2">
            <a:extLst>
              <a:ext uri="{FF2B5EF4-FFF2-40B4-BE49-F238E27FC236}">
                <ns2:creationId id="{98B6AF5D-8B2E-28A6-A41E-6717390DCB76}"/>
              </a:ext>
            </a:extLst>
          </p:cNvPr>
          <p:cNvSpPr txBox="1">
            <a:spLocks/>
          </p:cNvSpPr>
          <p:nvPr/>
        </p:nvSpPr>
        <p:spPr>
          <a:xfrm>
            <a:off x="10442366" y="4270931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93" name="テキスト プレースホルダー 2">
            <a:extLst>
              <a:ext uri="{FF2B5EF4-FFF2-40B4-BE49-F238E27FC236}">
                <ns2:creationId id="{2C80B3E3-1CBF-49EE-0D2B-CD9C37BC9E43}"/>
              </a:ext>
            </a:extLst>
          </p:cNvPr>
          <p:cNvSpPr txBox="1">
            <a:spLocks/>
          </p:cNvSpPr>
          <p:nvPr/>
        </p:nvSpPr>
        <p:spPr>
          <a:xfrm>
            <a:off x="10442366" y="4618381"/>
            <a:ext cx="1422408" cy="292305"/>
          </a:xfrm>
          <a:prstGeom prst="rect">
            <a:avLst/>
          </a:prstGeom>
          <a:ln>
            <a:noFill/>
          </a:ln>
        </p:spPr>
        <p:txBody>
          <a:bodyPr vert="horz" wrap="non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95" name="テキスト プレースホルダー 2">
            <a:extLst>
              <a:ext uri="{FF2B5EF4-FFF2-40B4-BE49-F238E27FC236}">
                <ns2:creationId id="{CC79F0AE-451D-85FC-F918-72356F3586C2}"/>
              </a:ext>
            </a:extLst>
          </p:cNvPr>
          <p:cNvSpPr txBox="1">
            <a:spLocks/>
          </p:cNvSpPr>
          <p:nvPr/>
        </p:nvSpPr>
        <p:spPr>
          <a:xfrm>
            <a:off x="10442366" y="4965830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97" name="テキスト プレースホルダー 2">
            <a:extLst>
              <a:ext uri="{FF2B5EF4-FFF2-40B4-BE49-F238E27FC236}">
                <ns2:creationId id="{B147593C-A324-479F-80F3-E38F95D44DF0}"/>
              </a:ext>
            </a:extLst>
          </p:cNvPr>
          <p:cNvSpPr txBox="1">
            <a:spLocks/>
          </p:cNvSpPr>
          <p:nvPr/>
        </p:nvSpPr>
        <p:spPr>
          <a:xfrm>
            <a:off x="10442366" y="5313279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99" name="テキスト プレースホルダー 2">
            <a:extLst>
              <a:ext uri="{FF2B5EF4-FFF2-40B4-BE49-F238E27FC236}">
                <ns2:creationId id="{E61F8A42-8758-E561-F90B-621E9F688FCF}"/>
              </a:ext>
            </a:extLst>
          </p:cNvPr>
          <p:cNvSpPr txBox="1">
            <a:spLocks/>
          </p:cNvSpPr>
          <p:nvPr/>
        </p:nvSpPr>
        <p:spPr>
          <a:xfrm>
            <a:off x="10442366" y="5660730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77" name="テキスト プレースホルダー 2">
            <a:extLst>
              <a:ext uri="{FF2B5EF4-FFF2-40B4-BE49-F238E27FC236}">
                <ns2:creationId id="{19A9AA18-D1AB-608A-EC24-74CB237067B0}"/>
              </a:ext>
            </a:extLst>
          </p:cNvPr>
          <p:cNvSpPr txBox="1">
            <a:spLocks/>
          </p:cNvSpPr>
          <p:nvPr/>
        </p:nvSpPr>
        <p:spPr>
          <a:xfrm>
            <a:off x="8974923" y="1838784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en-US" altLang="ja-JP" sz="1000" dirty="0"/>
              <a:t> (</a:t>
            </a:r>
            <a:r>
              <a:rPr lang="ja-JP" altLang="en-US" sz="1000" dirty="0"/>
              <a:t>XX</a:t>
            </a:r>
            <a:r>
              <a:rPr lang="en-US" altLang="ja-JP" sz="1000" dirty="0"/>
              <a:t>) </a:t>
            </a:r>
          </a:p>
        </p:txBody>
      </p:sp>
      <p:sp>
        <p:nvSpPr>
          <p:cNvPr id="78" name="テキスト プレースホルダー 2">
            <a:extLst>
              <a:ext uri="{FF2B5EF4-FFF2-40B4-BE49-F238E27FC236}">
                <ns2:creationId id="{4FD2B589-DA89-334D-DC6C-B4ADDB1A2ED6}"/>
              </a:ext>
            </a:extLst>
          </p:cNvPr>
          <p:cNvSpPr txBox="1">
            <a:spLocks/>
          </p:cNvSpPr>
          <p:nvPr/>
        </p:nvSpPr>
        <p:spPr>
          <a:xfrm>
            <a:off x="8974923" y="2186234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0" name="テキスト プレースホルダー 2">
            <a:extLst>
              <a:ext uri="{FF2B5EF4-FFF2-40B4-BE49-F238E27FC236}">
                <ns2:creationId id="{39CCB32D-763B-AB4C-295C-E17382FE8752}"/>
              </a:ext>
            </a:extLst>
          </p:cNvPr>
          <p:cNvSpPr txBox="1">
            <a:spLocks/>
          </p:cNvSpPr>
          <p:nvPr/>
        </p:nvSpPr>
        <p:spPr>
          <a:xfrm>
            <a:off x="8974923" y="2533683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de-DE" altLang="ja-JP" sz="1000" dirty="0"/>
            </a:b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XX</a:t>
            </a:r>
          </a:p>
        </p:txBody>
      </p:sp>
      <p:sp>
        <p:nvSpPr>
          <p:cNvPr id="84" name="テキスト プレースホルダー 2">
            <a:extLst>
              <a:ext uri="{FF2B5EF4-FFF2-40B4-BE49-F238E27FC236}">
                <ns2:creationId id="{42616C0A-F61D-1493-189A-9D18813C9530}"/>
              </a:ext>
            </a:extLst>
          </p:cNvPr>
          <p:cNvSpPr txBox="1">
            <a:spLocks/>
          </p:cNvSpPr>
          <p:nvPr/>
        </p:nvSpPr>
        <p:spPr>
          <a:xfrm>
            <a:off x="8974924" y="3228582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6" name="テキスト プレースホルダー 2">
            <a:extLst>
              <a:ext uri="{FF2B5EF4-FFF2-40B4-BE49-F238E27FC236}">
                <ns2:creationId id="{458453C4-A4B0-4B54-572E-C6AF64DEAE94}"/>
              </a:ext>
            </a:extLst>
          </p:cNvPr>
          <p:cNvSpPr txBox="1">
            <a:spLocks/>
          </p:cNvSpPr>
          <p:nvPr/>
        </p:nvSpPr>
        <p:spPr>
          <a:xfrm>
            <a:off x="8974922" y="3576032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8" name="テキスト プレースホルダー 2">
            <a:extLst>
              <a:ext uri="{FF2B5EF4-FFF2-40B4-BE49-F238E27FC236}">
                <ns2:creationId id="{09D28532-ADE0-BB93-2441-75873AB0F385}"/>
              </a:ext>
            </a:extLst>
          </p:cNvPr>
          <p:cNvSpPr txBox="1">
            <a:spLocks/>
          </p:cNvSpPr>
          <p:nvPr/>
        </p:nvSpPr>
        <p:spPr>
          <a:xfrm>
            <a:off x="8974924" y="3923481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90" name="テキスト プレースホルダー 2">
            <a:extLst>
              <a:ext uri="{FF2B5EF4-FFF2-40B4-BE49-F238E27FC236}">
                <ns2:creationId id="{ADA0D266-0F59-B55F-ABBE-8A151DF65A64}"/>
              </a:ext>
            </a:extLst>
          </p:cNvPr>
          <p:cNvSpPr txBox="1">
            <a:spLocks/>
          </p:cNvSpPr>
          <p:nvPr/>
        </p:nvSpPr>
        <p:spPr>
          <a:xfrm>
            <a:off x="8974922" y="4270931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92" name="テキスト プレースホルダー 2">
            <a:extLst>
              <a:ext uri="{FF2B5EF4-FFF2-40B4-BE49-F238E27FC236}">
                <ns2:creationId id="{FED9BF89-7FB0-2C6C-DF9F-328B77D765B8}"/>
              </a:ext>
            </a:extLst>
          </p:cNvPr>
          <p:cNvSpPr txBox="1">
            <a:spLocks/>
          </p:cNvSpPr>
          <p:nvPr/>
        </p:nvSpPr>
        <p:spPr>
          <a:xfrm>
            <a:off x="8974922" y="4618381"/>
            <a:ext cx="1422408" cy="292305"/>
          </a:xfrm>
          <a:prstGeom prst="rect">
            <a:avLst/>
          </a:prstGeom>
          <a:ln>
            <a:noFill/>
          </a:ln>
        </p:spPr>
        <p:txBody>
          <a:bodyPr vert="horz" wrap="non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r>
              <a:rPr lang="en-US" altLang="ja-JP" sz="1000" dirty="0"/>
              <a:t>AI</a:t>
            </a:r>
            <a:r>
              <a:rPr lang="ja-JP" altLang="en-US" sz="1000" dirty="0"/>
              <a:t>XX</a:t>
            </a:r>
            <a:r>
              <a:rPr lang="en-US" altLang="ja-JP" sz="1000" dirty="0"/>
              <a:t> /</a:t>
            </a:r>
            <a:br>
              <a:rPr lang="en-US" altLang="ja-JP" sz="1000" dirty="0"/>
            </a:br>
            <a:r>
              <a:rPr lang="en-US" altLang="ja-JP" sz="1000" dirty="0"/>
              <a:t>DX</a:t>
            </a:r>
            <a:r>
              <a:rPr lang="ja-JP" altLang="en-US" sz="1000" dirty="0"/>
              <a:t>XX</a:t>
            </a:r>
          </a:p>
        </p:txBody>
      </p:sp>
      <p:sp>
        <p:nvSpPr>
          <p:cNvPr id="94" name="テキスト プレースホルダー 2">
            <a:extLst>
              <a:ext uri="{FF2B5EF4-FFF2-40B4-BE49-F238E27FC236}">
                <ns2:creationId id="{B5D1574C-1C0A-776E-CEAF-8242EF2DA19A}"/>
              </a:ext>
            </a:extLst>
          </p:cNvPr>
          <p:cNvSpPr txBox="1">
            <a:spLocks/>
          </p:cNvSpPr>
          <p:nvPr/>
        </p:nvSpPr>
        <p:spPr>
          <a:xfrm>
            <a:off x="8974922" y="4965830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ja-JP" sz="1000" dirty="0"/>
              <a:t>PLM</a:t>
            </a:r>
            <a:r>
              <a:rPr lang="ja-JP" altLang="en-US" sz="1000" dirty="0"/>
              <a:t>XX</a:t>
            </a:r>
          </a:p>
        </p:txBody>
      </p:sp>
      <p:sp>
        <p:nvSpPr>
          <p:cNvPr id="96" name="テキスト プレースホルダー 2">
            <a:extLst>
              <a:ext uri="{FF2B5EF4-FFF2-40B4-BE49-F238E27FC236}">
                <ns2:creationId id="{472072A0-9ADC-FC87-0CE5-9DD7C42F91C1}"/>
              </a:ext>
            </a:extLst>
          </p:cNvPr>
          <p:cNvSpPr txBox="1">
            <a:spLocks/>
          </p:cNvSpPr>
          <p:nvPr/>
        </p:nvSpPr>
        <p:spPr>
          <a:xfrm>
            <a:off x="8974923" y="5313279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98" name="テキスト プレースホルダー 2">
            <a:extLst>
              <a:ext uri="{FF2B5EF4-FFF2-40B4-BE49-F238E27FC236}">
                <ns2:creationId id="{DE9501B1-3D92-31AE-5652-892E3357D9B7}"/>
              </a:ext>
            </a:extLst>
          </p:cNvPr>
          <p:cNvSpPr txBox="1">
            <a:spLocks/>
          </p:cNvSpPr>
          <p:nvPr/>
        </p:nvSpPr>
        <p:spPr>
          <a:xfrm>
            <a:off x="8974924" y="5660730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</a:p>
        </p:txBody>
      </p:sp>
      <p:sp>
        <p:nvSpPr>
          <p:cNvPr id="100" name="テキスト プレースホルダー 2">
            <a:extLst>
              <a:ext uri="{FF2B5EF4-FFF2-40B4-BE49-F238E27FC236}">
                <ns2:creationId id="{41BF4357-8D4A-FA65-E0C7-18C1DA1C329A}"/>
              </a:ext>
            </a:extLst>
          </p:cNvPr>
          <p:cNvSpPr txBox="1">
            <a:spLocks/>
          </p:cNvSpPr>
          <p:nvPr/>
        </p:nvSpPr>
        <p:spPr>
          <a:xfrm>
            <a:off x="8974924" y="6008177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101" name="テキスト プレースホルダー 2">
            <a:extLst>
              <a:ext uri="{FF2B5EF4-FFF2-40B4-BE49-F238E27FC236}">
                <ns2:creationId id="{0BB8112A-8E0F-9234-108F-D96B396C7823}"/>
              </a:ext>
            </a:extLst>
          </p:cNvPr>
          <p:cNvSpPr txBox="1">
            <a:spLocks/>
          </p:cNvSpPr>
          <p:nvPr/>
        </p:nvSpPr>
        <p:spPr>
          <a:xfrm>
            <a:off x="10442366" y="6008177"/>
            <a:ext cx="1422408" cy="30054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</a:p>
        </p:txBody>
      </p:sp>
      <p:sp>
        <p:nvSpPr>
          <p:cNvPr id="83" name="テキスト プレースホルダー 2">
            <a:extLst>
              <a:ext uri="{FF2B5EF4-FFF2-40B4-BE49-F238E27FC236}">
                <ns2:creationId id="{F815EB62-B42B-12E5-D59F-3FACEFED0ADA}"/>
              </a:ext>
            </a:extLst>
          </p:cNvPr>
          <p:cNvSpPr txBox="1">
            <a:spLocks/>
          </p:cNvSpPr>
          <p:nvPr/>
        </p:nvSpPr>
        <p:spPr>
          <a:xfrm>
            <a:off x="8974921" y="2881133"/>
            <a:ext cx="2889853" cy="1631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non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82" name="テキスト プレースホルダー 2">
            <a:extLst>
              <a:ext uri="{FF2B5EF4-FFF2-40B4-BE49-F238E27FC236}">
                <ns2:creationId id="{2FFF64E6-91FC-3A51-8D38-AD47779C6134}"/>
              </a:ext>
            </a:extLst>
          </p:cNvPr>
          <p:cNvSpPr txBox="1">
            <a:spLocks/>
          </p:cNvSpPr>
          <p:nvPr/>
        </p:nvSpPr>
        <p:spPr>
          <a:xfrm>
            <a:off x="8974924" y="3044241"/>
            <a:ext cx="1422408" cy="16310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02" name="テキスト プレースホルダー 2">
            <a:extLst>
              <a:ext uri="{FF2B5EF4-FFF2-40B4-BE49-F238E27FC236}">
                <ns2:creationId id="{82BBF61A-A036-D819-6949-9349263EE10D}"/>
              </a:ext>
            </a:extLst>
          </p:cNvPr>
          <p:cNvSpPr txBox="1">
            <a:spLocks/>
          </p:cNvSpPr>
          <p:nvPr/>
        </p:nvSpPr>
        <p:spPr>
          <a:xfrm>
            <a:off x="10442366" y="3044241"/>
            <a:ext cx="1422408" cy="163108"/>
          </a:xfrm>
          <a:prstGeom prst="rect">
            <a:avLst/>
          </a:prstGeom>
          <a:ln>
            <a:noFill/>
          </a:ln>
        </p:spPr>
        <p:txBody>
          <a:bodyPr vert="horz" wrap="square" lIns="18000" tIns="18000" rIns="18000" bIns="18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000" dirty="0"/>
              <a:t>XX</a:t>
            </a:r>
            <a:endParaRPr lang="en-US" altLang="ja-JP" sz="1000" dirty="0"/>
          </a:p>
        </p:txBody>
      </p:sp>
      <p:grpSp>
        <p:nvGrpSpPr>
          <p:cNvPr id="8" name="グループ化 7">
            <a:extLst>
              <a:ext uri="{FF2B5EF4-FFF2-40B4-BE49-F238E27FC236}">
                <ns2:creationId id="{77894411-7F16-109D-433E-4573C047C2E5}"/>
              </a:ext>
            </a:extLst>
          </p:cNvPr>
          <p:cNvGrpSpPr/>
          <p:nvPr/>
        </p:nvGrpSpPr>
        <p:grpSpPr>
          <a:xfrm>
            <a:off x="3466963" y="2162783"/>
            <a:ext cx="8397811" cy="0"/>
            <a:chOff x="3575642" y="2162783"/>
            <a:chExt cx="8289132" cy="0"/>
          </a:xfrm>
        </p:grpSpPr>
        <p:cxnSp>
          <p:nvCxnSpPr>
            <p:cNvPr id="124" name="直線コネクタ 123">
              <a:extLst>
                <a:ext uri="{FF2B5EF4-FFF2-40B4-BE49-F238E27FC236}">
                  <ns2:creationId id="{AF370182-F77B-5237-E9A7-1F348C761F8B}"/>
                </a:ext>
              </a:extLst>
            </p:cNvPr>
            <p:cNvCxnSpPr/>
            <p:nvPr/>
          </p:nvCxnSpPr>
          <p:spPr>
            <a:xfrm>
              <a:off x="3575642" y="2162783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コネクタ 124">
              <a:extLst>
                <a:ext uri="{FF2B5EF4-FFF2-40B4-BE49-F238E27FC236}">
                  <ns2:creationId id="{F7A5C461-8722-948B-F0D2-EB948BA253A5}"/>
                </a:ext>
              </a:extLst>
            </p:cNvPr>
            <p:cNvCxnSpPr/>
            <p:nvPr/>
          </p:nvCxnSpPr>
          <p:spPr>
            <a:xfrm>
              <a:off x="9012320" y="2162783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コネクタ 125">
              <a:extLst>
                <a:ext uri="{FF2B5EF4-FFF2-40B4-BE49-F238E27FC236}">
                  <ns2:creationId id="{F8AC351D-FE34-2C30-CBB1-AB26DFC70F09}"/>
                </a:ext>
              </a:extLst>
            </p:cNvPr>
            <p:cNvCxnSpPr/>
            <p:nvPr/>
          </p:nvCxnSpPr>
          <p:spPr>
            <a:xfrm>
              <a:off x="10460774" y="2162783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グループ化 8">
            <a:extLst>
              <a:ext uri="{FF2B5EF4-FFF2-40B4-BE49-F238E27FC236}">
                <ns2:creationId id="{28B0DAB2-FD37-2073-C56B-B55A9C69C46E}"/>
              </a:ext>
            </a:extLst>
          </p:cNvPr>
          <p:cNvGrpSpPr/>
          <p:nvPr/>
        </p:nvGrpSpPr>
        <p:grpSpPr>
          <a:xfrm>
            <a:off x="3466963" y="2510233"/>
            <a:ext cx="8397811" cy="0"/>
            <a:chOff x="3575642" y="2510233"/>
            <a:chExt cx="8289132" cy="0"/>
          </a:xfrm>
        </p:grpSpPr>
        <p:cxnSp>
          <p:nvCxnSpPr>
            <p:cNvPr id="128" name="直線コネクタ 127">
              <a:extLst>
                <a:ext uri="{FF2B5EF4-FFF2-40B4-BE49-F238E27FC236}">
                  <ns2:creationId id="{1433C53D-395F-0D06-BC1E-0AF7A6661C2E}"/>
                </a:ext>
              </a:extLst>
            </p:cNvPr>
            <p:cNvCxnSpPr/>
            <p:nvPr/>
          </p:nvCxnSpPr>
          <p:spPr>
            <a:xfrm>
              <a:off x="3575642" y="2510233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コネクタ 128">
              <a:extLst>
                <a:ext uri="{FF2B5EF4-FFF2-40B4-BE49-F238E27FC236}">
                  <ns2:creationId id="{99484E63-2945-B5E9-1851-13B731821316}"/>
                </a:ext>
              </a:extLst>
            </p:cNvPr>
            <p:cNvCxnSpPr/>
            <p:nvPr/>
          </p:nvCxnSpPr>
          <p:spPr>
            <a:xfrm>
              <a:off x="9012320" y="2510233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コネクタ 129">
              <a:extLst>
                <a:ext uri="{FF2B5EF4-FFF2-40B4-BE49-F238E27FC236}">
                  <ns2:creationId id="{916BEC26-4894-4954-CEE5-8ADA14A57363}"/>
                </a:ext>
              </a:extLst>
            </p:cNvPr>
            <p:cNvCxnSpPr/>
            <p:nvPr/>
          </p:nvCxnSpPr>
          <p:spPr>
            <a:xfrm>
              <a:off x="10460774" y="2510233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グループ化 9">
            <a:extLst>
              <a:ext uri="{FF2B5EF4-FFF2-40B4-BE49-F238E27FC236}">
                <ns2:creationId id="{14DC2DB1-18EF-B2B1-4EE3-8281F90418F4}"/>
              </a:ext>
            </a:extLst>
          </p:cNvPr>
          <p:cNvGrpSpPr/>
          <p:nvPr/>
        </p:nvGrpSpPr>
        <p:grpSpPr>
          <a:xfrm>
            <a:off x="3466963" y="2857682"/>
            <a:ext cx="8397811" cy="0"/>
            <a:chOff x="3575642" y="2857682"/>
            <a:chExt cx="8289132" cy="0"/>
          </a:xfrm>
        </p:grpSpPr>
        <p:cxnSp>
          <p:nvCxnSpPr>
            <p:cNvPr id="132" name="直線コネクタ 131">
              <a:extLst>
                <a:ext uri="{FF2B5EF4-FFF2-40B4-BE49-F238E27FC236}">
                  <ns2:creationId id="{60FF1A7A-A9E9-9BC4-5C4E-CCA8AA5D8E6A}"/>
                </a:ext>
              </a:extLst>
            </p:cNvPr>
            <p:cNvCxnSpPr/>
            <p:nvPr/>
          </p:nvCxnSpPr>
          <p:spPr>
            <a:xfrm>
              <a:off x="3575642" y="2857682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ns2:creationId id="{374B54ED-8F6F-AE46-2CB9-9E60DB43F677}"/>
                </a:ext>
              </a:extLst>
            </p:cNvPr>
            <p:cNvCxnSpPr/>
            <p:nvPr/>
          </p:nvCxnSpPr>
          <p:spPr>
            <a:xfrm>
              <a:off x="9012320" y="2857682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コネクタ 133">
              <a:extLst>
                <a:ext uri="{FF2B5EF4-FFF2-40B4-BE49-F238E27FC236}">
                  <ns2:creationId id="{A45818B9-1DD9-75BB-FD66-DD42B684F946}"/>
                </a:ext>
              </a:extLst>
            </p:cNvPr>
            <p:cNvCxnSpPr/>
            <p:nvPr/>
          </p:nvCxnSpPr>
          <p:spPr>
            <a:xfrm>
              <a:off x="10460774" y="2857682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グループ化 10">
            <a:extLst>
              <a:ext uri="{FF2B5EF4-FFF2-40B4-BE49-F238E27FC236}">
                <ns2:creationId id="{519358AE-9EF1-CCE7-C236-2A5E35FD2FDE}"/>
              </a:ext>
            </a:extLst>
          </p:cNvPr>
          <p:cNvGrpSpPr/>
          <p:nvPr/>
        </p:nvGrpSpPr>
        <p:grpSpPr>
          <a:xfrm>
            <a:off x="3466963" y="3205132"/>
            <a:ext cx="8397811" cy="0"/>
            <a:chOff x="3575642" y="3205132"/>
            <a:chExt cx="8289132" cy="0"/>
          </a:xfrm>
        </p:grpSpPr>
        <p:cxnSp>
          <p:nvCxnSpPr>
            <p:cNvPr id="136" name="直線コネクタ 135">
              <a:extLst>
                <a:ext uri="{FF2B5EF4-FFF2-40B4-BE49-F238E27FC236}">
                  <ns2:creationId id="{5BA6DECC-81CE-AFC2-BB31-E040FBF165AC}"/>
                </a:ext>
              </a:extLst>
            </p:cNvPr>
            <p:cNvCxnSpPr/>
            <p:nvPr/>
          </p:nvCxnSpPr>
          <p:spPr>
            <a:xfrm>
              <a:off x="3575642" y="3205132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コネクタ 136">
              <a:extLst>
                <a:ext uri="{FF2B5EF4-FFF2-40B4-BE49-F238E27FC236}">
                  <ns2:creationId id="{C6324614-3F9A-CFE9-FCF0-89DE55DF4E17}"/>
                </a:ext>
              </a:extLst>
            </p:cNvPr>
            <p:cNvCxnSpPr/>
            <p:nvPr/>
          </p:nvCxnSpPr>
          <p:spPr>
            <a:xfrm>
              <a:off x="9012320" y="3205132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ns2:creationId id="{4BF750C7-9E31-C56E-E5B6-58204F5F2313}"/>
                </a:ext>
              </a:extLst>
            </p:cNvPr>
            <p:cNvCxnSpPr/>
            <p:nvPr/>
          </p:nvCxnSpPr>
          <p:spPr>
            <a:xfrm>
              <a:off x="10460774" y="3205132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グループ化 11">
            <a:extLst>
              <a:ext uri="{FF2B5EF4-FFF2-40B4-BE49-F238E27FC236}">
                <ns2:creationId id="{56F8D99C-813C-16F0-E6EE-E5C883DAA27F}"/>
              </a:ext>
            </a:extLst>
          </p:cNvPr>
          <p:cNvGrpSpPr/>
          <p:nvPr/>
        </p:nvGrpSpPr>
        <p:grpSpPr>
          <a:xfrm>
            <a:off x="3466963" y="3552581"/>
            <a:ext cx="8397811" cy="0"/>
            <a:chOff x="3575642" y="3552581"/>
            <a:chExt cx="8289132" cy="0"/>
          </a:xfrm>
        </p:grpSpPr>
        <p:cxnSp>
          <p:nvCxnSpPr>
            <p:cNvPr id="140" name="直線コネクタ 139">
              <a:extLst>
                <a:ext uri="{FF2B5EF4-FFF2-40B4-BE49-F238E27FC236}">
                  <ns2:creationId id="{375460C7-4AD2-9FE8-63AF-52422C54CEEE}"/>
                </a:ext>
              </a:extLst>
            </p:cNvPr>
            <p:cNvCxnSpPr/>
            <p:nvPr/>
          </p:nvCxnSpPr>
          <p:spPr>
            <a:xfrm>
              <a:off x="3575642" y="3552581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線コネクタ 140">
              <a:extLst>
                <a:ext uri="{FF2B5EF4-FFF2-40B4-BE49-F238E27FC236}">
                  <ns2:creationId id="{24225416-E5F0-0D05-7426-041BA6D42E50}"/>
                </a:ext>
              </a:extLst>
            </p:cNvPr>
            <p:cNvCxnSpPr/>
            <p:nvPr/>
          </p:nvCxnSpPr>
          <p:spPr>
            <a:xfrm>
              <a:off x="9012320" y="3552581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コネクタ 141">
              <a:extLst>
                <a:ext uri="{FF2B5EF4-FFF2-40B4-BE49-F238E27FC236}">
                  <ns2:creationId id="{A44356AB-4246-8A08-F8BC-26190CE1D899}"/>
                </a:ext>
              </a:extLst>
            </p:cNvPr>
            <p:cNvCxnSpPr/>
            <p:nvPr/>
          </p:nvCxnSpPr>
          <p:spPr>
            <a:xfrm>
              <a:off x="10460774" y="3552581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ns2:creationId id="{BD36C8F5-48FF-8F19-D7C3-B1FC1C193181}"/>
              </a:ext>
            </a:extLst>
          </p:cNvPr>
          <p:cNvGrpSpPr/>
          <p:nvPr/>
        </p:nvGrpSpPr>
        <p:grpSpPr>
          <a:xfrm>
            <a:off x="3466963" y="3900031"/>
            <a:ext cx="8397811" cy="0"/>
            <a:chOff x="3575642" y="3900031"/>
            <a:chExt cx="8289132" cy="0"/>
          </a:xfrm>
        </p:grpSpPr>
        <p:cxnSp>
          <p:nvCxnSpPr>
            <p:cNvPr id="144" name="直線コネクタ 143">
              <a:extLst>
                <a:ext uri="{FF2B5EF4-FFF2-40B4-BE49-F238E27FC236}">
                  <ns2:creationId id="{DB517E9A-456D-78D5-62C3-679FEF5891B1}"/>
                </a:ext>
              </a:extLst>
            </p:cNvPr>
            <p:cNvCxnSpPr/>
            <p:nvPr/>
          </p:nvCxnSpPr>
          <p:spPr>
            <a:xfrm>
              <a:off x="3575642" y="3900031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線コネクタ 144">
              <a:extLst>
                <a:ext uri="{FF2B5EF4-FFF2-40B4-BE49-F238E27FC236}">
                  <ns2:creationId id="{2288B2BA-D53C-95B9-6484-A2E38E15C681}"/>
                </a:ext>
              </a:extLst>
            </p:cNvPr>
            <p:cNvCxnSpPr/>
            <p:nvPr/>
          </p:nvCxnSpPr>
          <p:spPr>
            <a:xfrm>
              <a:off x="9012320" y="3900031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コネクタ 145">
              <a:extLst>
                <a:ext uri="{FF2B5EF4-FFF2-40B4-BE49-F238E27FC236}">
                  <ns2:creationId id="{C9D597FA-1458-10B5-ED72-A25A62786D8D}"/>
                </a:ext>
              </a:extLst>
            </p:cNvPr>
            <p:cNvCxnSpPr/>
            <p:nvPr/>
          </p:nvCxnSpPr>
          <p:spPr>
            <a:xfrm>
              <a:off x="10460774" y="3900031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グループ化 23">
            <a:extLst>
              <a:ext uri="{FF2B5EF4-FFF2-40B4-BE49-F238E27FC236}">
                <ns2:creationId id="{AD661926-03D6-4EEE-F736-8A4A5FB8E130}"/>
              </a:ext>
            </a:extLst>
          </p:cNvPr>
          <p:cNvGrpSpPr/>
          <p:nvPr/>
        </p:nvGrpSpPr>
        <p:grpSpPr>
          <a:xfrm>
            <a:off x="3466963" y="4247481"/>
            <a:ext cx="8397811" cy="0"/>
            <a:chOff x="3575642" y="4247481"/>
            <a:chExt cx="8289132" cy="0"/>
          </a:xfrm>
        </p:grpSpPr>
        <p:cxnSp>
          <p:nvCxnSpPr>
            <p:cNvPr id="148" name="直線コネクタ 147">
              <a:extLst>
                <a:ext uri="{FF2B5EF4-FFF2-40B4-BE49-F238E27FC236}">
                  <ns2:creationId id="{DA937BEA-E8E6-A866-8BC0-091201B624A3}"/>
                </a:ext>
              </a:extLst>
            </p:cNvPr>
            <p:cNvCxnSpPr/>
            <p:nvPr/>
          </p:nvCxnSpPr>
          <p:spPr>
            <a:xfrm>
              <a:off x="3575642" y="4247481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線コネクタ 148">
              <a:extLst>
                <a:ext uri="{FF2B5EF4-FFF2-40B4-BE49-F238E27FC236}">
                  <ns2:creationId id="{B4C7F868-B377-352A-E73A-F003BF4D6F5D}"/>
                </a:ext>
              </a:extLst>
            </p:cNvPr>
            <p:cNvCxnSpPr/>
            <p:nvPr/>
          </p:nvCxnSpPr>
          <p:spPr>
            <a:xfrm>
              <a:off x="9012320" y="4247481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コネクタ 149">
              <a:extLst>
                <a:ext uri="{FF2B5EF4-FFF2-40B4-BE49-F238E27FC236}">
                  <ns2:creationId id="{F09722B8-1798-0200-3578-50B278E891B9}"/>
                </a:ext>
              </a:extLst>
            </p:cNvPr>
            <p:cNvCxnSpPr/>
            <p:nvPr/>
          </p:nvCxnSpPr>
          <p:spPr>
            <a:xfrm>
              <a:off x="10460774" y="4247481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グループ化 24">
            <a:extLst>
              <a:ext uri="{FF2B5EF4-FFF2-40B4-BE49-F238E27FC236}">
                <ns2:creationId id="{42A6541D-2CFC-0E71-AC34-63D983DD1D93}"/>
              </a:ext>
            </a:extLst>
          </p:cNvPr>
          <p:cNvGrpSpPr/>
          <p:nvPr/>
        </p:nvGrpSpPr>
        <p:grpSpPr>
          <a:xfrm>
            <a:off x="3466963" y="4594930"/>
            <a:ext cx="8397811" cy="0"/>
            <a:chOff x="3575642" y="4594930"/>
            <a:chExt cx="8289132" cy="0"/>
          </a:xfrm>
        </p:grpSpPr>
        <p:cxnSp>
          <p:nvCxnSpPr>
            <p:cNvPr id="152" name="直線コネクタ 151">
              <a:extLst>
                <a:ext uri="{FF2B5EF4-FFF2-40B4-BE49-F238E27FC236}">
                  <ns2:creationId id="{1F889A66-8A26-996C-182D-947D47B72483}"/>
                </a:ext>
              </a:extLst>
            </p:cNvPr>
            <p:cNvCxnSpPr/>
            <p:nvPr/>
          </p:nvCxnSpPr>
          <p:spPr>
            <a:xfrm>
              <a:off x="3575642" y="4594930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ns2:creationId id="{8052924B-CF41-00D2-2764-7CFA3D40D108}"/>
                </a:ext>
              </a:extLst>
            </p:cNvPr>
            <p:cNvCxnSpPr/>
            <p:nvPr/>
          </p:nvCxnSpPr>
          <p:spPr>
            <a:xfrm>
              <a:off x="9012320" y="4594930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コネクタ 153">
              <a:extLst>
                <a:ext uri="{FF2B5EF4-FFF2-40B4-BE49-F238E27FC236}">
                  <ns2:creationId id="{B6A664DB-7026-4625-EDE9-77044F7BE442}"/>
                </a:ext>
              </a:extLst>
            </p:cNvPr>
            <p:cNvCxnSpPr/>
            <p:nvPr/>
          </p:nvCxnSpPr>
          <p:spPr>
            <a:xfrm>
              <a:off x="10460774" y="4594930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グループ化 25">
            <a:extLst>
              <a:ext uri="{FF2B5EF4-FFF2-40B4-BE49-F238E27FC236}">
                <ns2:creationId id="{5AD2E028-0408-0454-1B49-DF3770838E51}"/>
              </a:ext>
            </a:extLst>
          </p:cNvPr>
          <p:cNvGrpSpPr/>
          <p:nvPr/>
        </p:nvGrpSpPr>
        <p:grpSpPr>
          <a:xfrm>
            <a:off x="3466963" y="4942380"/>
            <a:ext cx="8397811" cy="0"/>
            <a:chOff x="3575642" y="4942380"/>
            <a:chExt cx="8289132" cy="0"/>
          </a:xfrm>
        </p:grpSpPr>
        <p:cxnSp>
          <p:nvCxnSpPr>
            <p:cNvPr id="156" name="直線コネクタ 155">
              <a:extLst>
                <a:ext uri="{FF2B5EF4-FFF2-40B4-BE49-F238E27FC236}">
                  <ns2:creationId id="{9801B028-C569-BB36-A685-8BF2DCDDF9B3}"/>
                </a:ext>
              </a:extLst>
            </p:cNvPr>
            <p:cNvCxnSpPr/>
            <p:nvPr/>
          </p:nvCxnSpPr>
          <p:spPr>
            <a:xfrm>
              <a:off x="3575642" y="4942380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直線コネクタ 156">
              <a:extLst>
                <a:ext uri="{FF2B5EF4-FFF2-40B4-BE49-F238E27FC236}">
                  <ns2:creationId id="{B443CBBD-4BAC-23BD-F73F-2D1E0AAF5CB8}"/>
                </a:ext>
              </a:extLst>
            </p:cNvPr>
            <p:cNvCxnSpPr/>
            <p:nvPr/>
          </p:nvCxnSpPr>
          <p:spPr>
            <a:xfrm>
              <a:off x="9012320" y="4942380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直線コネクタ 157">
              <a:extLst>
                <a:ext uri="{FF2B5EF4-FFF2-40B4-BE49-F238E27FC236}">
                  <ns2:creationId id="{D295D188-08A2-81FD-DC9D-6ACBFECD8F50}"/>
                </a:ext>
              </a:extLst>
            </p:cNvPr>
            <p:cNvCxnSpPr/>
            <p:nvPr/>
          </p:nvCxnSpPr>
          <p:spPr>
            <a:xfrm>
              <a:off x="10460774" y="4942380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>
            <a:extLst>
              <a:ext uri="{FF2B5EF4-FFF2-40B4-BE49-F238E27FC236}">
                <ns2:creationId id="{B1F3E882-57CB-B389-A04B-5BB7B135AD2F}"/>
              </a:ext>
            </a:extLst>
          </p:cNvPr>
          <p:cNvGrpSpPr/>
          <p:nvPr/>
        </p:nvGrpSpPr>
        <p:grpSpPr>
          <a:xfrm>
            <a:off x="3466963" y="5289830"/>
            <a:ext cx="8397811" cy="0"/>
            <a:chOff x="3575642" y="5289830"/>
            <a:chExt cx="8289132" cy="0"/>
          </a:xfrm>
        </p:grpSpPr>
        <p:cxnSp>
          <p:nvCxnSpPr>
            <p:cNvPr id="160" name="直線コネクタ 159">
              <a:extLst>
                <a:ext uri="{FF2B5EF4-FFF2-40B4-BE49-F238E27FC236}">
                  <ns2:creationId id="{1E4F221C-D467-D304-13A8-94036714689A}"/>
                </a:ext>
              </a:extLst>
            </p:cNvPr>
            <p:cNvCxnSpPr/>
            <p:nvPr/>
          </p:nvCxnSpPr>
          <p:spPr>
            <a:xfrm>
              <a:off x="3575642" y="5289830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ns2:creationId id="{3A6FAC3C-16AA-7787-A76B-1059F61355BD}"/>
                </a:ext>
              </a:extLst>
            </p:cNvPr>
            <p:cNvCxnSpPr/>
            <p:nvPr/>
          </p:nvCxnSpPr>
          <p:spPr>
            <a:xfrm>
              <a:off x="9012320" y="5289830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ns2:creationId id="{4B51981E-9ECB-F7C4-3BE5-4FF2E6570C94}"/>
                </a:ext>
              </a:extLst>
            </p:cNvPr>
            <p:cNvCxnSpPr/>
            <p:nvPr/>
          </p:nvCxnSpPr>
          <p:spPr>
            <a:xfrm>
              <a:off x="10460774" y="5289830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グループ化 27">
            <a:extLst>
              <a:ext uri="{FF2B5EF4-FFF2-40B4-BE49-F238E27FC236}">
                <ns2:creationId id="{3F820506-5055-5375-45BC-465DF713982D}"/>
              </a:ext>
            </a:extLst>
          </p:cNvPr>
          <p:cNvGrpSpPr/>
          <p:nvPr/>
        </p:nvGrpSpPr>
        <p:grpSpPr>
          <a:xfrm>
            <a:off x="3466963" y="5637279"/>
            <a:ext cx="8397811" cy="0"/>
            <a:chOff x="3575642" y="5637279"/>
            <a:chExt cx="8289132" cy="0"/>
          </a:xfrm>
        </p:grpSpPr>
        <p:cxnSp>
          <p:nvCxnSpPr>
            <p:cNvPr id="164" name="直線コネクタ 163">
              <a:extLst>
                <a:ext uri="{FF2B5EF4-FFF2-40B4-BE49-F238E27FC236}">
                  <ns2:creationId id="{A11F5EFE-AD4E-3315-3032-C4FB99356BEB}"/>
                </a:ext>
              </a:extLst>
            </p:cNvPr>
            <p:cNvCxnSpPr/>
            <p:nvPr/>
          </p:nvCxnSpPr>
          <p:spPr>
            <a:xfrm>
              <a:off x="3575642" y="5637279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ns2:creationId id="{7E170017-FCE9-469A-5440-4AAFFCE87E9F}"/>
                </a:ext>
              </a:extLst>
            </p:cNvPr>
            <p:cNvCxnSpPr/>
            <p:nvPr/>
          </p:nvCxnSpPr>
          <p:spPr>
            <a:xfrm>
              <a:off x="9012320" y="5637279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直線コネクタ 165">
              <a:extLst>
                <a:ext uri="{FF2B5EF4-FFF2-40B4-BE49-F238E27FC236}">
                  <ns2:creationId id="{DCBC10EB-A324-8BD6-5BAD-91D6354EA28B}"/>
                </a:ext>
              </a:extLst>
            </p:cNvPr>
            <p:cNvCxnSpPr/>
            <p:nvPr/>
          </p:nvCxnSpPr>
          <p:spPr>
            <a:xfrm>
              <a:off x="10460774" y="5637279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グループ化 28">
            <a:extLst>
              <a:ext uri="{FF2B5EF4-FFF2-40B4-BE49-F238E27FC236}">
                <ns2:creationId id="{14761818-8C8D-B9DB-1C89-4A844AF722C1}"/>
              </a:ext>
            </a:extLst>
          </p:cNvPr>
          <p:cNvGrpSpPr/>
          <p:nvPr/>
        </p:nvGrpSpPr>
        <p:grpSpPr>
          <a:xfrm>
            <a:off x="3466963" y="5984727"/>
            <a:ext cx="8397811" cy="0"/>
            <a:chOff x="3575642" y="5984727"/>
            <a:chExt cx="8289132" cy="0"/>
          </a:xfrm>
        </p:grpSpPr>
        <p:cxnSp>
          <p:nvCxnSpPr>
            <p:cNvPr id="168" name="直線コネクタ 167">
              <a:extLst>
                <a:ext uri="{FF2B5EF4-FFF2-40B4-BE49-F238E27FC236}">
                  <ns2:creationId id="{70124597-962F-B34E-B7A7-6F041866D79C}"/>
                </a:ext>
              </a:extLst>
            </p:cNvPr>
            <p:cNvCxnSpPr/>
            <p:nvPr/>
          </p:nvCxnSpPr>
          <p:spPr>
            <a:xfrm>
              <a:off x="3575642" y="5984727"/>
              <a:ext cx="53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FFA8DB20-421F-D4C5-5DF3-41444EF827B7}"/>
                </a:ext>
              </a:extLst>
            </p:cNvPr>
            <p:cNvCxnSpPr/>
            <p:nvPr/>
          </p:nvCxnSpPr>
          <p:spPr>
            <a:xfrm>
              <a:off x="9012320" y="5984727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7110728B-6315-E48F-8E09-96ED00C6CABD}"/>
                </a:ext>
              </a:extLst>
            </p:cNvPr>
            <p:cNvCxnSpPr/>
            <p:nvPr/>
          </p:nvCxnSpPr>
          <p:spPr>
            <a:xfrm>
              <a:off x="10460774" y="5984727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グループ化 5">
            <a:extLst>
              <a:ext uri="{FF2B5EF4-FFF2-40B4-BE49-F238E27FC236}">
                <ns2:creationId id="{4AF251B4-F566-D291-BDF8-7B07E4E9ADE3}"/>
              </a:ext>
            </a:extLst>
          </p:cNvPr>
          <p:cNvGrpSpPr/>
          <p:nvPr/>
        </p:nvGrpSpPr>
        <p:grpSpPr>
          <a:xfrm>
            <a:off x="8974922" y="1628775"/>
            <a:ext cx="2889852" cy="163108"/>
            <a:chOff x="9012321" y="1628775"/>
            <a:chExt cx="2852453" cy="163108"/>
          </a:xfrm>
        </p:grpSpPr>
        <p:sp>
          <p:nvSpPr>
            <p:cNvPr id="74" name="テキスト プレースホルダー 2">
              <a:extLst>
                <a:ext uri="{FF2B5EF4-FFF2-40B4-BE49-F238E27FC236}">
                  <ns2:creationId id="{F239CE66-0193-89A1-0BC2-C316566FB5F3}"/>
                </a:ext>
              </a:extLst>
            </p:cNvPr>
            <p:cNvSpPr txBox="1">
              <a:spLocks/>
            </p:cNvSpPr>
            <p:nvPr/>
          </p:nvSpPr>
          <p:spPr>
            <a:xfrm>
              <a:off x="9012321" y="1628775"/>
              <a:ext cx="1404002" cy="163108"/>
            </a:xfrm>
            <a:prstGeom prst="rect">
              <a:avLst/>
            </a:prstGeom>
            <a:ln>
              <a:noFill/>
            </a:ln>
          </p:spPr>
          <p:txBody>
            <a:bodyPr vert="horz" wrap="square" lIns="18000" tIns="18000" rIns="18000" bIns="1800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000" dirty="0"/>
                <a:t>XX</a:t>
              </a:r>
            </a:p>
          </p:txBody>
        </p:sp>
        <p:sp>
          <p:nvSpPr>
            <p:cNvPr id="75" name="テキスト プレースホルダー 2">
              <a:extLst>
                <a:ext uri="{FF2B5EF4-FFF2-40B4-BE49-F238E27FC236}">
                  <ns2:creationId id="{C1546830-F68C-A847-CEBC-CA55AD72FB00}"/>
                </a:ext>
              </a:extLst>
            </p:cNvPr>
            <p:cNvSpPr txBox="1">
              <a:spLocks/>
            </p:cNvSpPr>
            <p:nvPr/>
          </p:nvSpPr>
          <p:spPr>
            <a:xfrm>
              <a:off x="10460774" y="1628775"/>
              <a:ext cx="1404000" cy="163108"/>
            </a:xfrm>
            <a:prstGeom prst="rect">
              <a:avLst/>
            </a:prstGeom>
            <a:ln>
              <a:noFill/>
            </a:ln>
          </p:spPr>
          <p:txBody>
            <a:bodyPr vert="horz" wrap="square" lIns="18000" tIns="18000" rIns="18000" bIns="1800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000" dirty="0"/>
                <a:t>XX</a:t>
              </a:r>
            </a:p>
          </p:txBody>
        </p:sp>
        <p:cxnSp>
          <p:nvCxnSpPr>
            <p:cNvPr id="113" name="直線コネクタ 112">
              <a:extLst>
                <a:ext uri="{FF2B5EF4-FFF2-40B4-BE49-F238E27FC236}">
                  <ns2:creationId id="{1EBD1EFA-E827-84D9-586C-8A9CCC085034}"/>
                </a:ext>
              </a:extLst>
            </p:cNvPr>
            <p:cNvCxnSpPr/>
            <p:nvPr/>
          </p:nvCxnSpPr>
          <p:spPr>
            <a:xfrm>
              <a:off x="10460773" y="1791883"/>
              <a:ext cx="1404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5A9B5D70-4BD4-32CF-050B-B35AB24E77C3}"/>
                </a:ext>
              </a:extLst>
            </p:cNvPr>
            <p:cNvCxnSpPr/>
            <p:nvPr/>
          </p:nvCxnSpPr>
          <p:spPr>
            <a:xfrm>
              <a:off x="9012321" y="1791883"/>
              <a:ext cx="140400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グループ化 4">
            <a:extLst>
              <a:ext uri="{FF2B5EF4-FFF2-40B4-BE49-F238E27FC236}">
                <ns2:creationId id="{7C91B38C-1787-48FA-5B5B-5DF1D5FC0AF1}"/>
              </a:ext>
            </a:extLst>
          </p:cNvPr>
          <p:cNvGrpSpPr/>
          <p:nvPr/>
        </p:nvGrpSpPr>
        <p:grpSpPr>
          <a:xfrm>
            <a:off x="334962" y="1838784"/>
            <a:ext cx="3132001" cy="4469941"/>
            <a:chOff x="334962" y="1838784"/>
            <a:chExt cx="3132001" cy="4469941"/>
          </a:xfrm>
        </p:grpSpPr>
        <p:sp>
          <p:nvSpPr>
            <p:cNvPr id="119" name="テキスト ボックス 118">
              <a:extLst>
                <a:ext uri="{FF2B5EF4-FFF2-40B4-BE49-F238E27FC236}">
                  <ns2:creationId id="{F157EC38-DD4D-DDA6-E0E5-E799CAFA2672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1838784"/>
              <a:ext cx="3132000" cy="647997"/>
            </a:xfrm>
            <a:custGeom>
              <a:avLst/>
              <a:gdLst>
                <a:gd name="connsiteX0" fmla="*/ 53699 w 2962618"/>
                <a:gd name="connsiteY0" fmla="*/ 0 h 694651"/>
                <a:gd name="connsiteX1" fmla="*/ 2908919 w 2962618"/>
                <a:gd name="connsiteY1" fmla="*/ 0 h 694651"/>
                <a:gd name="connsiteX2" fmla="*/ 2962618 w 2962618"/>
                <a:gd name="connsiteY2" fmla="*/ 53699 h 694651"/>
                <a:gd name="connsiteX3" fmla="*/ 2962618 w 2962618"/>
                <a:gd name="connsiteY3" fmla="*/ 268488 h 694651"/>
                <a:gd name="connsiteX4" fmla="*/ 2908919 w 2962618"/>
                <a:gd name="connsiteY4" fmla="*/ 322187 h 694651"/>
                <a:gd name="connsiteX5" fmla="*/ 203235 w 2962618"/>
                <a:gd name="connsiteY5" fmla="*/ 322187 h 694651"/>
                <a:gd name="connsiteX6" fmla="*/ 203235 w 2962618"/>
                <a:gd name="connsiteY6" fmla="*/ 660778 h 694651"/>
                <a:gd name="connsiteX7" fmla="*/ 169362 w 2962618"/>
                <a:gd name="connsiteY7" fmla="*/ 694651 h 694651"/>
                <a:gd name="connsiteX8" fmla="*/ 33873 w 2962618"/>
                <a:gd name="connsiteY8" fmla="*/ 694651 h 694651"/>
                <a:gd name="connsiteX9" fmla="*/ 0 w 2962618"/>
                <a:gd name="connsiteY9" fmla="*/ 660778 h 694651"/>
                <a:gd name="connsiteX10" fmla="*/ 0 w 2962618"/>
                <a:gd name="connsiteY10" fmla="*/ 268488 h 694651"/>
                <a:gd name="connsiteX11" fmla="*/ 0 w 2962618"/>
                <a:gd name="connsiteY11" fmla="*/ 262714 h 694651"/>
                <a:gd name="connsiteX12" fmla="*/ 0 w 2962618"/>
                <a:gd name="connsiteY12" fmla="*/ 53699 h 694651"/>
                <a:gd name="connsiteX13" fmla="*/ 53699 w 2962618"/>
                <a:gd name="connsiteY13" fmla="*/ 0 h 694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62618" h="694651">
                  <a:moveTo>
                    <a:pt x="53699" y="0"/>
                  </a:moveTo>
                  <a:lnTo>
                    <a:pt x="2908919" y="0"/>
                  </a:lnTo>
                  <a:cubicBezTo>
                    <a:pt x="2938576" y="0"/>
                    <a:pt x="2962618" y="24042"/>
                    <a:pt x="2962618" y="53699"/>
                  </a:cubicBezTo>
                  <a:lnTo>
                    <a:pt x="2962618" y="268488"/>
                  </a:lnTo>
                  <a:cubicBezTo>
                    <a:pt x="2962618" y="298145"/>
                    <a:pt x="2938576" y="322187"/>
                    <a:pt x="2908919" y="322187"/>
                  </a:cubicBezTo>
                  <a:lnTo>
                    <a:pt x="203235" y="322187"/>
                  </a:lnTo>
                  <a:lnTo>
                    <a:pt x="203235" y="660778"/>
                  </a:lnTo>
                  <a:cubicBezTo>
                    <a:pt x="203235" y="679486"/>
                    <a:pt x="188070" y="694651"/>
                    <a:pt x="169362" y="694651"/>
                  </a:cubicBezTo>
                  <a:lnTo>
                    <a:pt x="33873" y="694651"/>
                  </a:lnTo>
                  <a:cubicBezTo>
                    <a:pt x="15165" y="694651"/>
                    <a:pt x="0" y="679486"/>
                    <a:pt x="0" y="660778"/>
                  </a:cubicBezTo>
                  <a:lnTo>
                    <a:pt x="0" y="268488"/>
                  </a:lnTo>
                  <a:lnTo>
                    <a:pt x="0" y="262714"/>
                  </a:lnTo>
                  <a:lnTo>
                    <a:pt x="0" y="53699"/>
                  </a:lnTo>
                  <a:cubicBezTo>
                    <a:pt x="0" y="24042"/>
                    <a:pt x="24042" y="0"/>
                    <a:pt x="53699" y="0"/>
                  </a:cubicBezTo>
                  <a:close/>
                </a:path>
              </a:pathLst>
            </a:custGeom>
            <a:solidFill>
              <a:srgbClr val="008000"/>
            </a:solidFill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7" name="テキスト プレースホルダー 2">
              <a:extLst>
                <a:ext uri="{FF2B5EF4-FFF2-40B4-BE49-F238E27FC236}">
                  <ns2:creationId id="{C87F4D8A-EA66-E09E-7EC2-801E35DD5138}"/>
                </a:ext>
              </a:extLst>
            </p:cNvPr>
            <p:cNvSpPr txBox="1">
              <a:spLocks/>
            </p:cNvSpPr>
            <p:nvPr/>
          </p:nvSpPr>
          <p:spPr>
            <a:xfrm>
              <a:off x="567831" y="2186234"/>
              <a:ext cx="2899132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18" name="テキスト ボックス 117">
              <a:extLst>
                <a:ext uri="{FF2B5EF4-FFF2-40B4-BE49-F238E27FC236}">
                  <ns2:creationId id="{CE3183CC-8C44-3B30-B0E5-D0F62762B244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2533682"/>
              <a:ext cx="3132000" cy="995447"/>
            </a:xfrm>
            <a:custGeom>
              <a:avLst/>
              <a:gdLst>
                <a:gd name="connsiteX0" fmla="*/ 53699 w 2962618"/>
                <a:gd name="connsiteY0" fmla="*/ 0 h 1067116"/>
                <a:gd name="connsiteX1" fmla="*/ 2908919 w 2962618"/>
                <a:gd name="connsiteY1" fmla="*/ 0 h 1067116"/>
                <a:gd name="connsiteX2" fmla="*/ 2962618 w 2962618"/>
                <a:gd name="connsiteY2" fmla="*/ 53699 h 1067116"/>
                <a:gd name="connsiteX3" fmla="*/ 2962618 w 2962618"/>
                <a:gd name="connsiteY3" fmla="*/ 268488 h 1067116"/>
                <a:gd name="connsiteX4" fmla="*/ 2908919 w 2962618"/>
                <a:gd name="connsiteY4" fmla="*/ 322187 h 1067116"/>
                <a:gd name="connsiteX5" fmla="*/ 203235 w 2962618"/>
                <a:gd name="connsiteY5" fmla="*/ 322187 h 1067116"/>
                <a:gd name="connsiteX6" fmla="*/ 203235 w 2962618"/>
                <a:gd name="connsiteY6" fmla="*/ 995116 h 1067116"/>
                <a:gd name="connsiteX7" fmla="*/ 131235 w 2962618"/>
                <a:gd name="connsiteY7" fmla="*/ 1067116 h 1067116"/>
                <a:gd name="connsiteX8" fmla="*/ 72000 w 2962618"/>
                <a:gd name="connsiteY8" fmla="*/ 1067116 h 1067116"/>
                <a:gd name="connsiteX9" fmla="*/ 0 w 2962618"/>
                <a:gd name="connsiteY9" fmla="*/ 995116 h 1067116"/>
                <a:gd name="connsiteX10" fmla="*/ 0 w 2962618"/>
                <a:gd name="connsiteY10" fmla="*/ 309468 h 1067116"/>
                <a:gd name="connsiteX11" fmla="*/ 8487 w 2962618"/>
                <a:gd name="connsiteY11" fmla="*/ 288978 h 1067116"/>
                <a:gd name="connsiteX12" fmla="*/ 0 w 2962618"/>
                <a:gd name="connsiteY12" fmla="*/ 268488 h 1067116"/>
                <a:gd name="connsiteX13" fmla="*/ 0 w 2962618"/>
                <a:gd name="connsiteY13" fmla="*/ 53699 h 1067116"/>
                <a:gd name="connsiteX14" fmla="*/ 53699 w 2962618"/>
                <a:gd name="connsiteY14" fmla="*/ 0 h 1067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62618" h="1067116">
                  <a:moveTo>
                    <a:pt x="53699" y="0"/>
                  </a:moveTo>
                  <a:lnTo>
                    <a:pt x="2908919" y="0"/>
                  </a:lnTo>
                  <a:cubicBezTo>
                    <a:pt x="2938576" y="0"/>
                    <a:pt x="2962618" y="24042"/>
                    <a:pt x="2962618" y="53699"/>
                  </a:cubicBezTo>
                  <a:lnTo>
                    <a:pt x="2962618" y="268488"/>
                  </a:lnTo>
                  <a:cubicBezTo>
                    <a:pt x="2962618" y="298145"/>
                    <a:pt x="2938576" y="322187"/>
                    <a:pt x="2908919" y="322187"/>
                  </a:cubicBezTo>
                  <a:lnTo>
                    <a:pt x="203235" y="322187"/>
                  </a:lnTo>
                  <a:lnTo>
                    <a:pt x="203235" y="995116"/>
                  </a:lnTo>
                  <a:cubicBezTo>
                    <a:pt x="203235" y="1034881"/>
                    <a:pt x="171000" y="1067116"/>
                    <a:pt x="131235" y="1067116"/>
                  </a:cubicBezTo>
                  <a:lnTo>
                    <a:pt x="72000" y="1067116"/>
                  </a:lnTo>
                  <a:cubicBezTo>
                    <a:pt x="32235" y="1067116"/>
                    <a:pt x="0" y="1034881"/>
                    <a:pt x="0" y="995116"/>
                  </a:cubicBezTo>
                  <a:lnTo>
                    <a:pt x="0" y="309468"/>
                  </a:lnTo>
                  <a:lnTo>
                    <a:pt x="8487" y="288978"/>
                  </a:lnTo>
                  <a:lnTo>
                    <a:pt x="0" y="268488"/>
                  </a:lnTo>
                  <a:lnTo>
                    <a:pt x="0" y="53699"/>
                  </a:lnTo>
                  <a:cubicBezTo>
                    <a:pt x="0" y="24042"/>
                    <a:pt x="24042" y="0"/>
                    <a:pt x="53699" y="0"/>
                  </a:cubicBezTo>
                  <a:close/>
                </a:path>
              </a:pathLst>
            </a:custGeom>
            <a:solidFill>
              <a:srgbClr val="008000"/>
            </a:solidFill>
            <a:ln>
              <a:noFill/>
            </a:ln>
          </p:spPr>
          <p:txBody>
            <a:bodyPr vert="horz" wrap="squar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>
                  <a:solidFill>
                    <a:schemeClr val="bg1"/>
                  </a:solidFill>
                </a:rPr>
                <a:t>SCM</a:t>
              </a: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3" name="テキスト プレースホルダー 2">
              <a:extLst>
                <a:ext uri="{FF2B5EF4-FFF2-40B4-BE49-F238E27FC236}">
                  <ns2:creationId id="{8AD8C0D3-7323-C1EC-EE63-56F1AAC4C823}"/>
                </a:ext>
              </a:extLst>
            </p:cNvPr>
            <p:cNvSpPr txBox="1">
              <a:spLocks/>
            </p:cNvSpPr>
            <p:nvPr/>
          </p:nvSpPr>
          <p:spPr>
            <a:xfrm>
              <a:off x="567832" y="2881133"/>
              <a:ext cx="2899131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4" name="テキスト プレースホルダー 2">
              <a:extLst>
                <a:ext uri="{FF2B5EF4-FFF2-40B4-BE49-F238E27FC236}">
                  <ns2:creationId id="{3D52D2EF-405A-998D-ED31-D4FC613A9C51}"/>
                </a:ext>
              </a:extLst>
            </p:cNvPr>
            <p:cNvSpPr txBox="1">
              <a:spLocks/>
            </p:cNvSpPr>
            <p:nvPr/>
          </p:nvSpPr>
          <p:spPr>
            <a:xfrm>
              <a:off x="567831" y="3228582"/>
              <a:ext cx="2899132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5" name="テキスト プレースホルダー 2">
              <a:extLst>
                <a:ext uri="{FF2B5EF4-FFF2-40B4-BE49-F238E27FC236}">
                  <ns2:creationId id="{20B374BC-F6F9-6F15-CB6E-2DB40BDB23E8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3576032"/>
              <a:ext cx="3132000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6" name="テキスト プレースホルダー 2">
              <a:extLst>
                <a:ext uri="{FF2B5EF4-FFF2-40B4-BE49-F238E27FC236}">
                  <ns2:creationId id="{DEA04CAC-6432-22D5-FDA2-11C57F004C33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3923482"/>
              <a:ext cx="3132000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7" name="テキスト プレースホルダー 2">
              <a:extLst>
                <a:ext uri="{FF2B5EF4-FFF2-40B4-BE49-F238E27FC236}">
                  <ns2:creationId id="{8D725DF6-66E6-46EE-2FA3-B0F29DF7ADFF}"/>
                </a:ext>
              </a:extLst>
            </p:cNvPr>
            <p:cNvSpPr txBox="1">
              <a:spLocks/>
            </p:cNvSpPr>
            <p:nvPr/>
          </p:nvSpPr>
          <p:spPr>
            <a:xfrm>
              <a:off x="334962" y="4270931"/>
              <a:ext cx="3132001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8" name="テキスト プレースホルダー 2">
              <a:extLst>
                <a:ext uri="{FF2B5EF4-FFF2-40B4-BE49-F238E27FC236}">
                  <ns2:creationId id="{D3D900FD-DEE9-601E-57E7-4D45BBE31C85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4618381"/>
              <a:ext cx="3132000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19" name="テキスト プレースホルダー 2">
              <a:extLst>
                <a:ext uri="{FF2B5EF4-FFF2-40B4-BE49-F238E27FC236}">
                  <ns2:creationId id="{6AD5012B-0FB6-6BF0-502A-5AE60A99934C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4965831"/>
              <a:ext cx="3132000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r>
                <a:rPr lang="de-AT" altLang="ja-JP" sz="1200">
                  <a:solidFill>
                    <a:schemeClr val="bg1"/>
                  </a:solidFill>
                </a:rPr>
                <a:t>DX</a:t>
              </a:r>
              <a:endParaRPr lang="de-AT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テキスト プレースホルダー 2">
              <a:extLst>
                <a:ext uri="{FF2B5EF4-FFF2-40B4-BE49-F238E27FC236}">
                  <ns2:creationId id="{1FC57F52-6D9D-350F-9206-64AFD15B2F05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5313280"/>
              <a:ext cx="3132000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r>
                <a:rPr lang="de-AT" altLang="ja-JP" sz="1200">
                  <a:solidFill>
                    <a:schemeClr val="bg1"/>
                  </a:solidFill>
                </a:rPr>
                <a:t>DX</a:t>
              </a:r>
              <a:endParaRPr lang="de-AT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21" name="テキスト プレースホルダー 2">
              <a:extLst>
                <a:ext uri="{FF2B5EF4-FFF2-40B4-BE49-F238E27FC236}">
                  <ns2:creationId id="{1836FFB1-1372-D031-89AE-E594DBE650AF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5660730"/>
              <a:ext cx="3132000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de-AT" altLang="ja-JP" sz="1200">
                  <a:solidFill>
                    <a:schemeClr val="bg1"/>
                  </a:solidFill>
                </a:rPr>
                <a:t>XX</a:t>
              </a:r>
              <a:r>
                <a:rPr lang="ja-JP" altLang="en-US" sz="1200">
                  <a:solidFill>
                    <a:schemeClr val="bg1"/>
                  </a:solidFill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22" name="テキスト プレースホルダー 2">
              <a:extLst>
                <a:ext uri="{FF2B5EF4-FFF2-40B4-BE49-F238E27FC236}">
                  <ns2:creationId id="{0810B281-3ED5-9729-EEB5-04816225B323}"/>
                </a:ext>
              </a:extLst>
            </p:cNvPr>
            <p:cNvSpPr txBox="1">
              <a:spLocks/>
            </p:cNvSpPr>
            <p:nvPr/>
          </p:nvSpPr>
          <p:spPr>
            <a:xfrm>
              <a:off x="334963" y="6008177"/>
              <a:ext cx="3132000" cy="300548"/>
            </a:xfrm>
            <a:prstGeom prst="roundRect">
              <a:avLst>
                <a:gd name="adj" fmla="val 223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vert="horz" wrap="none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172" name="グラフィックス 171" descr="階層 単色塗りつぶし">
              <a:extLst>
                <a:ext uri="{FF2B5EF4-FFF2-40B4-BE49-F238E27FC236}">
                  <ns2:creationId id="{0F796129-F79F-6DCD-C59E-0276EBEB04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144776" y="2205910"/>
              <a:ext cx="252000" cy="252000"/>
            </a:xfrm>
            <a:prstGeom prst="rect">
              <a:avLst/>
            </a:prstGeom>
          </p:spPr>
        </p:pic>
        <p:pic>
          <p:nvPicPr>
            <p:cNvPr id="173" name="グラフィックス 172" descr="マネジメント 単色塗りつぶし">
              <a:extLst>
                <a:ext uri="{FF2B5EF4-FFF2-40B4-BE49-F238E27FC236}">
                  <ns2:creationId id="{9D7D21C7-FEC3-339E-B3C8-6DFA34DEB8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144776" y="1858043"/>
              <a:ext cx="252000" cy="252000"/>
            </a:xfrm>
            <a:prstGeom prst="rect">
              <a:avLst/>
            </a:prstGeom>
          </p:spPr>
        </p:pic>
        <p:pic>
          <p:nvPicPr>
            <p:cNvPr id="174" name="グラフィックス 173" descr="生産 単色塗りつぶし">
              <a:extLst>
                <a:ext uri="{FF2B5EF4-FFF2-40B4-BE49-F238E27FC236}">
                  <ns2:creationId id="{C405C404-5727-8713-386D-D3273098E0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144776" y="3249511"/>
              <a:ext cx="252000" cy="252000"/>
            </a:xfrm>
            <a:prstGeom prst="rect">
              <a:avLst/>
            </a:prstGeom>
          </p:spPr>
        </p:pic>
        <p:pic>
          <p:nvPicPr>
            <p:cNvPr id="175" name="グラフィックス 174" descr="魔法の杖 (自動) 単色塗りつぶし">
              <a:extLst>
                <a:ext uri="{FF2B5EF4-FFF2-40B4-BE49-F238E27FC236}">
                  <ns2:creationId id="{C1174725-44F5-5BC8-AF6F-F89165FB1B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144776" y="3597378"/>
              <a:ext cx="252000" cy="252000"/>
            </a:xfrm>
            <a:prstGeom prst="rect">
              <a:avLst/>
            </a:prstGeom>
          </p:spPr>
        </p:pic>
        <p:pic>
          <p:nvPicPr>
            <p:cNvPr id="176" name="グラフィックス 175" descr="共有 単色塗りつぶし">
              <a:extLst>
                <a:ext uri="{FF2B5EF4-FFF2-40B4-BE49-F238E27FC236}">
                  <ns2:creationId id="{E2F89672-AE4C-233F-1C49-80C2576F66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144776" y="3945245"/>
              <a:ext cx="252000" cy="252000"/>
            </a:xfrm>
            <a:prstGeom prst="rect">
              <a:avLst/>
            </a:prstGeom>
          </p:spPr>
        </p:pic>
        <p:pic>
          <p:nvPicPr>
            <p:cNvPr id="177" name="グラフィックス 176" descr="ユーザー 単色塗りつぶし">
              <a:extLst>
                <a:ext uri="{FF2B5EF4-FFF2-40B4-BE49-F238E27FC236}">
                  <ns2:creationId id="{C6E72D5E-A8F7-C9B8-AB4C-E16F9AE6DF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3144776" y="5336713"/>
              <a:ext cx="252000" cy="252000"/>
            </a:xfrm>
            <a:prstGeom prst="rect">
              <a:avLst/>
            </a:prstGeom>
          </p:spPr>
        </p:pic>
        <p:pic>
          <p:nvPicPr>
            <p:cNvPr id="178" name="グラフィックス 177" descr="山形の矢印 単色塗りつぶし">
              <a:extLst>
                <a:ext uri="{FF2B5EF4-FFF2-40B4-BE49-F238E27FC236}">
                  <ns2:creationId id="{3A9AA249-7FBB-88FA-CC79-E2B607D9E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3144776" y="6032451"/>
              <a:ext cx="252000" cy="252000"/>
            </a:xfrm>
            <a:prstGeom prst="rect">
              <a:avLst/>
            </a:prstGeom>
          </p:spPr>
        </p:pic>
        <p:pic>
          <p:nvPicPr>
            <p:cNvPr id="179" name="グラフィックス 178" descr="目 単色塗りつぶし">
              <a:extLst>
                <a:ext uri="{FF2B5EF4-FFF2-40B4-BE49-F238E27FC236}">
                  <ns2:creationId id="{CA30D9A7-C97A-45F2-943B-A1B5633C1D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144776" y="5684580"/>
              <a:ext cx="252000" cy="252000"/>
            </a:xfrm>
            <a:prstGeom prst="rect">
              <a:avLst/>
            </a:prstGeom>
          </p:spPr>
        </p:pic>
        <p:pic>
          <p:nvPicPr>
            <p:cNvPr id="180" name="グラフィックス 179" descr="熱望 単色塗りつぶし">
              <a:extLst>
                <a:ext uri="{FF2B5EF4-FFF2-40B4-BE49-F238E27FC236}">
                  <ns2:creationId id="{3998CCFF-49AC-2908-DC8E-7BC3453349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144776" y="4640979"/>
              <a:ext cx="252000" cy="252000"/>
            </a:xfrm>
            <a:prstGeom prst="rect">
              <a:avLst/>
            </a:prstGeom>
          </p:spPr>
        </p:pic>
        <p:pic>
          <p:nvPicPr>
            <p:cNvPr id="181" name="グラフィックス 180" descr="ネットワーク 単色塗りつぶし">
              <a:extLst>
                <a:ext uri="{FF2B5EF4-FFF2-40B4-BE49-F238E27FC236}">
                  <ns2:creationId id="{034ED4BF-DC2B-EA25-2036-34A16C1B34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3144776" y="4293112"/>
              <a:ext cx="252000" cy="252000"/>
            </a:xfrm>
            <a:prstGeom prst="rect">
              <a:avLst/>
            </a:prstGeom>
          </p:spPr>
        </p:pic>
        <p:pic>
          <p:nvPicPr>
            <p:cNvPr id="182" name="グラフィックス 181" descr="右矢印 単色塗りつぶし">
              <a:extLst>
                <a:ext uri="{FF2B5EF4-FFF2-40B4-BE49-F238E27FC236}">
                  <ns2:creationId id="{9EC7B6B9-7A04-2132-BE47-AB276BB0EC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3144776" y="2553777"/>
              <a:ext cx="252000" cy="252000"/>
            </a:xfrm>
            <a:prstGeom prst="rect">
              <a:avLst/>
            </a:prstGeom>
          </p:spPr>
        </p:pic>
        <p:pic>
          <p:nvPicPr>
            <p:cNvPr id="183" name="グラフィックス 182" descr="原因と結果 単色塗りつぶし">
              <a:extLst>
                <a:ext uri="{FF2B5EF4-FFF2-40B4-BE49-F238E27FC236}">
                  <ns2:creationId id="{9563A32E-956B-86AC-FD5A-1BC98ECAE7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3144776" y="2901644"/>
              <a:ext cx="252000" cy="252000"/>
            </a:xfrm>
            <a:prstGeom prst="rect">
              <a:avLst/>
            </a:prstGeom>
          </p:spPr>
        </p:pic>
        <p:pic>
          <p:nvPicPr>
            <p:cNvPr id="184" name="グラフィックス 183" descr="ツール 単色塗りつぶし">
              <a:extLst>
                <a:ext uri="{FF2B5EF4-FFF2-40B4-BE49-F238E27FC236}">
                  <ns2:creationId id="{083E7D73-45A3-4274-8B0B-406581CEF3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3144776" y="4988846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719972734"/>
      </p:ext>
    </p:extLst>
  </p:cSld>
  <p:clrMapOvr>
    <a:masterClrMapping/>
  </p:clrMapOvr>
</p:sld>
</file>

<file path=ppt/slides/slide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9FF846F-AFFE-3BBE-9898-C56316789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ns2:creationId id="{887AA5B8-2A6C-F581-BFD3-79BEB4338BE1}"/>
              </a:ext>
            </a:extLst>
          </p:cNvPr>
          <p:cNvGrpSpPr/>
          <p:nvPr/>
        </p:nvGrpSpPr>
        <p:grpSpPr>
          <a:xfrm>
            <a:off x="6295637" y="58895"/>
            <a:ext cx="4199232" cy="831960"/>
            <a:chOff x="6131451" y="19603"/>
            <a:chExt cx="4420244" cy="875747"/>
          </a:xfrm>
        </p:grpSpPr>
        <p:sp>
          <p:nvSpPr>
            <p:cNvPr id="139" name="テキスト プレースホルダー 2">
              <a:extLst>
                <a:ext uri="{FF2B5EF4-FFF2-40B4-BE49-F238E27FC236}">
                  <ns2:creationId id="{E083949B-C86E-3532-BF72-6E4B1E7F6430}"/>
                </a:ext>
              </a:extLst>
            </p:cNvPr>
            <p:cNvSpPr txBox="1">
              <a:spLocks/>
            </p:cNvSpPr>
            <p:nvPr/>
          </p:nvSpPr>
          <p:spPr>
            <a:xfrm>
              <a:off x="6131451" y="19603"/>
              <a:ext cx="226591" cy="87574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vert="eaVert" wrap="none" lIns="34200" tIns="34200" rIns="34200" bIns="3420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950" dirty="0">
                  <a:latin typeface="+mn-ea"/>
                  <a:ea typeface="+mn-ea"/>
                </a:rPr>
                <a:t>XX</a:t>
              </a:r>
              <a:endParaRPr lang="en-US" altLang="ja-JP" sz="950" dirty="0">
                <a:latin typeface="+mn-ea"/>
                <a:ea typeface="+mn-ea"/>
              </a:endParaRPr>
            </a:p>
          </p:txBody>
        </p:sp>
        <p:sp>
          <p:nvSpPr>
            <p:cNvPr id="142" name="テキスト プレースホルダー 2">
              <a:extLst>
                <a:ext uri="{FF2B5EF4-FFF2-40B4-BE49-F238E27FC236}">
                  <ns2:creationId id="{BB5C8660-DED0-8789-C301-69AE38BC2412}"/>
                </a:ext>
              </a:extLst>
            </p:cNvPr>
            <p:cNvSpPr txBox="1">
              <a:spLocks/>
            </p:cNvSpPr>
            <p:nvPr/>
          </p:nvSpPr>
          <p:spPr>
            <a:xfrm>
              <a:off x="6377092" y="19604"/>
              <a:ext cx="368174" cy="1517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none" lIns="17100" tIns="17100" rIns="17100" bIns="1710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  <a:r>
                <a:rPr lang="en-US" altLang="ja-JP" sz="713" dirty="0">
                  <a:latin typeface="+mn-ea"/>
                  <a:ea typeface="+mn-ea"/>
                </a:rPr>
                <a:t>1</a:t>
              </a:r>
            </a:p>
          </p:txBody>
        </p:sp>
        <p:sp>
          <p:nvSpPr>
            <p:cNvPr id="143" name="テキスト プレースホルダー 2">
              <a:extLst>
                <a:ext uri="{FF2B5EF4-FFF2-40B4-BE49-F238E27FC236}">
                  <ns2:creationId id="{E1464AB4-0728-8CCF-F011-1AA4BF1F7E41}"/>
                </a:ext>
              </a:extLst>
            </p:cNvPr>
            <p:cNvSpPr txBox="1">
              <a:spLocks/>
            </p:cNvSpPr>
            <p:nvPr/>
          </p:nvSpPr>
          <p:spPr>
            <a:xfrm>
              <a:off x="6377092" y="183985"/>
              <a:ext cx="368174" cy="26718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none" lIns="17100" tIns="17100" rIns="17100" bIns="1710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  <a:r>
                <a:rPr lang="en-US" altLang="ja-JP" sz="713" dirty="0">
                  <a:latin typeface="+mn-ea"/>
                  <a:ea typeface="+mn-ea"/>
                </a:rPr>
                <a:t>2</a:t>
              </a:r>
            </a:p>
          </p:txBody>
        </p:sp>
        <p:sp>
          <p:nvSpPr>
            <p:cNvPr id="144" name="テキスト プレースホルダー 2">
              <a:extLst>
                <a:ext uri="{FF2B5EF4-FFF2-40B4-BE49-F238E27FC236}">
                  <ns2:creationId id="{00EA67F3-86C9-3E20-896B-60E594FD1CA8}"/>
                </a:ext>
              </a:extLst>
            </p:cNvPr>
            <p:cNvSpPr txBox="1">
              <a:spLocks/>
            </p:cNvSpPr>
            <p:nvPr/>
          </p:nvSpPr>
          <p:spPr>
            <a:xfrm>
              <a:off x="6377092" y="463783"/>
              <a:ext cx="368174" cy="26718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none" lIns="17100" tIns="17100" rIns="17100" bIns="1710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  <a:r>
                <a:rPr lang="en-US" altLang="ja-JP" sz="713" dirty="0">
                  <a:latin typeface="+mn-ea"/>
                  <a:ea typeface="+mn-ea"/>
                </a:rPr>
                <a:t>3</a:t>
              </a:r>
            </a:p>
          </p:txBody>
        </p:sp>
        <p:sp>
          <p:nvSpPr>
            <p:cNvPr id="145" name="テキスト プレースホルダー 2">
              <a:extLst>
                <a:ext uri="{FF2B5EF4-FFF2-40B4-BE49-F238E27FC236}">
                  <ns2:creationId id="{9D4D3571-01FF-BC25-F7F6-F572C95B0B40}"/>
                </a:ext>
              </a:extLst>
            </p:cNvPr>
            <p:cNvSpPr txBox="1">
              <a:spLocks/>
            </p:cNvSpPr>
            <p:nvPr/>
          </p:nvSpPr>
          <p:spPr>
            <a:xfrm>
              <a:off x="6377092" y="743582"/>
              <a:ext cx="368174" cy="1517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none" lIns="17100" tIns="17100" rIns="17100" bIns="1710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  <a:r>
                <a:rPr lang="en-US" altLang="ja-JP" sz="713" dirty="0">
                  <a:latin typeface="+mn-ea"/>
                  <a:ea typeface="+mn-ea"/>
                </a:rPr>
                <a:t>0</a:t>
              </a:r>
            </a:p>
          </p:txBody>
        </p:sp>
        <p:sp>
          <p:nvSpPr>
            <p:cNvPr id="146" name="テキスト プレースホルダー 2">
              <a:extLst>
                <a:ext uri="{FF2B5EF4-FFF2-40B4-BE49-F238E27FC236}">
                  <ns2:creationId id="{BB195648-5BB4-3AB2-07DA-694B818E17C5}"/>
                </a:ext>
              </a:extLst>
            </p:cNvPr>
            <p:cNvSpPr txBox="1">
              <a:spLocks/>
            </p:cNvSpPr>
            <p:nvPr/>
          </p:nvSpPr>
          <p:spPr>
            <a:xfrm>
              <a:off x="6764316" y="19604"/>
              <a:ext cx="2020869" cy="146062"/>
            </a:xfrm>
            <a:prstGeom prst="rect">
              <a:avLst/>
            </a:prstGeom>
            <a:ln>
              <a:noFill/>
            </a:ln>
          </p:spPr>
          <p:txBody>
            <a:bodyPr vert="horz" wrap="none" lIns="17100" tIns="17100" rIns="17100" bIns="17100" rtlCol="0">
              <a:sp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  <a:endParaRPr lang="en-US" altLang="ja-JP" sz="713" dirty="0">
                <a:latin typeface="+mn-ea"/>
                <a:ea typeface="+mn-ea"/>
              </a:endParaRPr>
            </a:p>
          </p:txBody>
        </p:sp>
        <p:sp>
          <p:nvSpPr>
            <p:cNvPr id="147" name="テキスト プレースホルダー 2">
              <a:extLst>
                <a:ext uri="{FF2B5EF4-FFF2-40B4-BE49-F238E27FC236}">
                  <ns2:creationId id="{65288F38-499D-8AC8-86D4-76DB1751C869}"/>
                </a:ext>
              </a:extLst>
            </p:cNvPr>
            <p:cNvSpPr txBox="1">
              <a:spLocks/>
            </p:cNvSpPr>
            <p:nvPr/>
          </p:nvSpPr>
          <p:spPr>
            <a:xfrm>
              <a:off x="6764317" y="183986"/>
              <a:ext cx="3489220" cy="255771"/>
            </a:xfrm>
            <a:prstGeom prst="rect">
              <a:avLst/>
            </a:prstGeom>
            <a:ln>
              <a:noFill/>
            </a:ln>
          </p:spPr>
          <p:txBody>
            <a:bodyPr vert="horz" wrap="none" lIns="17100" tIns="17100" rIns="17100" bIns="17100" rtlCol="0">
              <a:sp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  <a:br>
                <a:rPr lang="en-US" altLang="ja-JP" sz="713" dirty="0">
                  <a:latin typeface="+mn-ea"/>
                  <a:ea typeface="+mn-ea"/>
                </a:rPr>
              </a:br>
              <a:r>
                <a:rPr lang="ja-JP" altLang="en-US" sz="713" dirty="0">
                  <a:latin typeface="+mn-ea"/>
                  <a:ea typeface="+mn-ea"/>
                </a:rPr>
                <a:t>XX</a:t>
              </a:r>
              <a:endParaRPr lang="en-US" altLang="ja-JP" sz="713" dirty="0">
                <a:latin typeface="+mn-ea"/>
                <a:ea typeface="+mn-ea"/>
              </a:endParaRPr>
            </a:p>
          </p:txBody>
        </p:sp>
        <p:sp>
          <p:nvSpPr>
            <p:cNvPr id="148" name="テキスト プレースホルダー 2">
              <a:extLst>
                <a:ext uri="{FF2B5EF4-FFF2-40B4-BE49-F238E27FC236}">
                  <ns2:creationId id="{85319855-263C-FC3D-BE8B-DAAD0C5D8E8D}"/>
                </a:ext>
              </a:extLst>
            </p:cNvPr>
            <p:cNvSpPr txBox="1">
              <a:spLocks/>
            </p:cNvSpPr>
            <p:nvPr/>
          </p:nvSpPr>
          <p:spPr>
            <a:xfrm>
              <a:off x="6764317" y="463784"/>
              <a:ext cx="3787378" cy="255771"/>
            </a:xfrm>
            <a:prstGeom prst="rect">
              <a:avLst/>
            </a:prstGeom>
            <a:ln>
              <a:noFill/>
            </a:ln>
          </p:spPr>
          <p:txBody>
            <a:bodyPr vert="horz" wrap="square" lIns="17100" tIns="17100" rIns="17100" bIns="17100" rtlCol="0">
              <a:sp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  <a:br>
                <a:rPr lang="en-US" altLang="ja-JP" sz="713" dirty="0">
                  <a:latin typeface="+mn-ea"/>
                  <a:ea typeface="+mn-ea"/>
                </a:rPr>
              </a:br>
              <a:r>
                <a:rPr lang="ja-JP" altLang="en-US" sz="713" dirty="0">
                  <a:latin typeface="+mn-ea"/>
                  <a:ea typeface="+mn-ea"/>
                </a:rPr>
                <a:t>XX</a:t>
              </a:r>
            </a:p>
          </p:txBody>
        </p:sp>
        <p:sp>
          <p:nvSpPr>
            <p:cNvPr id="149" name="テキスト プレースホルダー 2">
              <a:extLst>
                <a:ext uri="{FF2B5EF4-FFF2-40B4-BE49-F238E27FC236}">
                  <ns2:creationId id="{349C3B40-4CA0-2C84-5E26-8C010F5F71A7}"/>
                </a:ext>
              </a:extLst>
            </p:cNvPr>
            <p:cNvSpPr txBox="1">
              <a:spLocks/>
            </p:cNvSpPr>
            <p:nvPr/>
          </p:nvSpPr>
          <p:spPr>
            <a:xfrm>
              <a:off x="6764316" y="743582"/>
              <a:ext cx="1283488" cy="146062"/>
            </a:xfrm>
            <a:prstGeom prst="rect">
              <a:avLst/>
            </a:prstGeom>
            <a:ln>
              <a:noFill/>
            </a:ln>
          </p:spPr>
          <p:txBody>
            <a:bodyPr vert="horz" wrap="none" lIns="17100" tIns="17100" rIns="17100" bIns="17100" rtlCol="0">
              <a:sp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713" dirty="0">
                  <a:latin typeface="+mn-ea"/>
                  <a:ea typeface="+mn-ea"/>
                </a:rPr>
                <a:t>XX</a:t>
              </a:r>
            </a:p>
          </p:txBody>
        </p:sp>
      </p:grpSp>
      <p:sp>
        <p:nvSpPr>
          <p:cNvPr id="150" name="タイトル 1">
            <a:extLst>
              <a:ext uri="{FF2B5EF4-FFF2-40B4-BE49-F238E27FC236}">
                <ns2:creationId id="{AABC9D3F-BFE3-81D6-B8B5-961D984A1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6" name="テキスト プレースホルダー 5">
            <a:extLst>
              <a:ext uri="{FF2B5EF4-FFF2-40B4-BE49-F238E27FC236}">
                <ns2:creationId id="{745CD746-D07B-F8F3-FE79-7A83A1F341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13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DX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de-DE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</a:p>
        </p:txBody>
      </p:sp>
      <p:sp>
        <p:nvSpPr>
          <p:cNvPr id="164" name="テキスト プレースホルダー 2">
            <a:extLst>
              <a:ext uri="{FF2B5EF4-FFF2-40B4-BE49-F238E27FC236}">
                <ns2:creationId id="{926AF1D8-8CB4-DA00-D8C5-ABD1EE8753F8}"/>
              </a:ext>
            </a:extLst>
          </p:cNvPr>
          <p:cNvSpPr txBox="1">
            <a:spLocks/>
          </p:cNvSpPr>
          <p:nvPr/>
        </p:nvSpPr>
        <p:spPr>
          <a:xfrm>
            <a:off x="1075301" y="2952066"/>
            <a:ext cx="2916001" cy="33637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none" lIns="43200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ja-JP" altLang="en-US" sz="1400" dirty="0">
              <a:latin typeface="+mn-ea"/>
              <a:ea typeface="+mn-ea"/>
            </a:endParaRPr>
          </a:p>
        </p:txBody>
      </p:sp>
      <p:sp>
        <p:nvSpPr>
          <p:cNvPr id="172" name="テキスト プレースホルダー 2">
            <a:extLst>
              <a:ext uri="{FF2B5EF4-FFF2-40B4-BE49-F238E27FC236}">
                <ns2:creationId id="{48F7B79D-954D-03D9-5CDC-E09B9F686CC7}"/>
              </a:ext>
            </a:extLst>
          </p:cNvPr>
          <p:cNvSpPr txBox="1">
            <a:spLocks/>
          </p:cNvSpPr>
          <p:nvPr/>
        </p:nvSpPr>
        <p:spPr>
          <a:xfrm>
            <a:off x="7081083" y="2967329"/>
            <a:ext cx="2916001" cy="33485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none" lIns="43200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ja-JP" altLang="en-US" sz="1400" dirty="0">
              <a:latin typeface="+mn-ea"/>
              <a:ea typeface="+mn-ea"/>
            </a:endParaRPr>
          </a:p>
        </p:txBody>
      </p:sp>
      <p:sp>
        <p:nvSpPr>
          <p:cNvPr id="177" name="テキスト プレースホルダー 2">
            <a:extLst>
              <a:ext uri="{FF2B5EF4-FFF2-40B4-BE49-F238E27FC236}">
                <ns2:creationId id="{6B822965-18F4-629A-C81D-874BA6D191E4}"/>
              </a:ext>
            </a:extLst>
          </p:cNvPr>
          <p:cNvSpPr txBox="1">
            <a:spLocks/>
          </p:cNvSpPr>
          <p:nvPr/>
        </p:nvSpPr>
        <p:spPr>
          <a:xfrm>
            <a:off x="4078193" y="2952066"/>
            <a:ext cx="2916001" cy="33637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none" lIns="43200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ja-JP" altLang="en-US" sz="1400" dirty="0">
              <a:latin typeface="+mn-ea"/>
              <a:ea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6CEA8FDB-19BF-C77D-8A5B-0118B2162AC7}"/>
              </a:ext>
            </a:extLst>
          </p:cNvPr>
          <p:cNvGrpSpPr/>
          <p:nvPr/>
        </p:nvGrpSpPr>
        <p:grpSpPr>
          <a:xfrm>
            <a:off x="1091096" y="1628775"/>
            <a:ext cx="8905988" cy="989968"/>
            <a:chOff x="1091096" y="1628775"/>
            <a:chExt cx="8905988" cy="989968"/>
          </a:xfrm>
        </p:grpSpPr>
        <p:pic>
          <p:nvPicPr>
            <p:cNvPr id="179" name="グラフィックス 178" descr="意思決定図 単色塗りつぶし">
              <a:extLst>
                <a:ext uri="{FF2B5EF4-FFF2-40B4-BE49-F238E27FC236}">
                  <ns2:creationId id="{E15A8CA0-0AFE-5418-F409-BC0ACCB134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202866" y="1666956"/>
              <a:ext cx="252000" cy="252000"/>
            </a:xfrm>
            <a:prstGeom prst="rect">
              <a:avLst/>
            </a:prstGeom>
          </p:spPr>
        </p:pic>
        <p:sp>
          <p:nvSpPr>
            <p:cNvPr id="16" name="テキスト プレースホルダー 2">
              <a:extLst>
                <a:ext uri="{FF2B5EF4-FFF2-40B4-BE49-F238E27FC236}">
                  <ns2:creationId id="{D8E21CC2-15A4-9AEA-22D8-AE0590739F2D}"/>
                </a:ext>
              </a:extLst>
            </p:cNvPr>
            <p:cNvSpPr txBox="1">
              <a:spLocks/>
            </p:cNvSpPr>
            <p:nvPr/>
          </p:nvSpPr>
          <p:spPr>
            <a:xfrm>
              <a:off x="1091096" y="1628775"/>
              <a:ext cx="8905988" cy="989968"/>
            </a:xfrm>
            <a:prstGeom prst="roundRect">
              <a:avLst>
                <a:gd name="adj" fmla="val 6881"/>
              </a:avLst>
            </a:prstGeom>
            <a:ln w="19050">
              <a:solidFill>
                <a:srgbClr val="008000">
                  <a:alpha val="50000"/>
                </a:srgbClr>
              </a:solidFill>
            </a:ln>
          </p:spPr>
          <p:txBody>
            <a:bodyPr vert="horz" wrap="square" lIns="43200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6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r>
                <a:rPr lang="ja-JP" altLang="en-US" sz="1600" dirty="0">
                  <a:latin typeface="+mn-ea"/>
                  <a:ea typeface="+mn-ea"/>
                </a:rPr>
                <a:t> </a:t>
              </a:r>
              <a:r>
                <a:rPr lang="en-US" altLang="ja-JP" sz="1600" dirty="0">
                  <a:latin typeface="+mn-ea"/>
                  <a:ea typeface="+mn-ea"/>
                </a:rPr>
                <a:t>(</a:t>
              </a:r>
              <a:r>
                <a:rPr lang="ja-JP" altLang="en-US" sz="1600" dirty="0">
                  <a:latin typeface="+mn-ea"/>
                  <a:ea typeface="+mn-ea"/>
                </a:rPr>
                <a:t>XX</a:t>
              </a:r>
              <a:r>
                <a:rPr lang="en-US" altLang="ja-JP" sz="1600" dirty="0">
                  <a:latin typeface="+mn-ea"/>
                  <a:ea typeface="+mn-ea"/>
                </a:rPr>
                <a:t>)</a:t>
              </a:r>
            </a:p>
          </p:txBody>
        </p:sp>
        <p:sp>
          <p:nvSpPr>
            <p:cNvPr id="33" name="テキスト プレースホルダー 2">
              <a:extLst>
                <a:ext uri="{FF2B5EF4-FFF2-40B4-BE49-F238E27FC236}">
                  <ns2:creationId id="{54646A8A-1366-FEF8-3233-81FF282CF7C2}"/>
                </a:ext>
              </a:extLst>
            </p:cNvPr>
            <p:cNvSpPr txBox="1">
              <a:spLocks/>
            </p:cNvSpPr>
            <p:nvPr/>
          </p:nvSpPr>
          <p:spPr>
            <a:xfrm>
              <a:off x="1222421" y="1965204"/>
              <a:ext cx="1260000" cy="611486"/>
            </a:xfrm>
            <a:prstGeom prst="roundRect">
              <a:avLst>
                <a:gd name="adj" fmla="val 1114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0" rIns="91440" bIns="72000" rtlCol="0" anchor="t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  <a:ea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  <a:ea typeface="+mn-ea"/>
              </a:endParaRPr>
            </a:p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>
                  <a:latin typeface="+mn-ea"/>
                  <a:ea typeface="+mn-ea"/>
                </a:rPr>
                <a:t>…</a:t>
              </a:r>
              <a:endParaRPr kumimoji="1" lang="ja-JP" altLang="en-US" sz="1200" dirty="0">
                <a:latin typeface="+mn-ea"/>
                <a:ea typeface="+mn-ea"/>
              </a:endParaRPr>
            </a:p>
          </p:txBody>
        </p:sp>
        <p:sp>
          <p:nvSpPr>
            <p:cNvPr id="35" name="テキスト プレースホルダー 2">
              <a:extLst>
                <a:ext uri="{FF2B5EF4-FFF2-40B4-BE49-F238E27FC236}">
                  <ns2:creationId id="{5C572B0A-E31A-D876-8265-3DF92ED4D743}"/>
                </a:ext>
              </a:extLst>
            </p:cNvPr>
            <p:cNvSpPr txBox="1">
              <a:spLocks/>
            </p:cNvSpPr>
            <p:nvPr/>
          </p:nvSpPr>
          <p:spPr>
            <a:xfrm>
              <a:off x="2615771" y="1965204"/>
              <a:ext cx="1260000" cy="611486"/>
            </a:xfrm>
            <a:prstGeom prst="roundRect">
              <a:avLst>
                <a:gd name="adj" fmla="val 1114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0" rIns="91440" bIns="72000" rtlCol="0" anchor="b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  <a:ea typeface="+mn-ea"/>
              </a:endParaRPr>
            </a:p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>
                  <a:latin typeface="+mn-ea"/>
                  <a:ea typeface="+mn-ea"/>
                </a:rPr>
                <a:t>…</a:t>
              </a:r>
              <a:endParaRPr kumimoji="1" lang="ja-JP" altLang="en-US" sz="1200" dirty="0">
                <a:latin typeface="+mn-ea"/>
                <a:ea typeface="+mn-ea"/>
              </a:endParaRPr>
            </a:p>
          </p:txBody>
        </p:sp>
        <p:sp>
          <p:nvSpPr>
            <p:cNvPr id="36" name="テキスト プレースホルダー 2">
              <a:extLst>
                <a:ext uri="{FF2B5EF4-FFF2-40B4-BE49-F238E27FC236}">
                  <ns2:creationId id="{3E4FF3F5-6AE1-D082-190F-D31773A1E2D2}"/>
                </a:ext>
              </a:extLst>
            </p:cNvPr>
            <p:cNvSpPr txBox="1">
              <a:spLocks/>
            </p:cNvSpPr>
            <p:nvPr/>
          </p:nvSpPr>
          <p:spPr>
            <a:xfrm>
              <a:off x="4239365" y="1965204"/>
              <a:ext cx="1260000" cy="611486"/>
            </a:xfrm>
            <a:prstGeom prst="roundRect">
              <a:avLst>
                <a:gd name="adj" fmla="val 1114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0" rIns="91440" bIns="72000" rtlCol="0" anchor="b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  <a:ea typeface="+mn-ea"/>
              </a:endParaRPr>
            </a:p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latin typeface="+mn-ea"/>
                  <a:ea typeface="+mn-ea"/>
                </a:rPr>
                <a:t>XX</a:t>
              </a:r>
            </a:p>
          </p:txBody>
        </p:sp>
        <p:sp>
          <p:nvSpPr>
            <p:cNvPr id="37" name="テキスト プレースホルダー 2">
              <a:extLst>
                <a:ext uri="{FF2B5EF4-FFF2-40B4-BE49-F238E27FC236}">
                  <ns2:creationId id="{D4983095-7116-6AFB-EC39-CE460CBB3551}"/>
                </a:ext>
              </a:extLst>
            </p:cNvPr>
            <p:cNvSpPr txBox="1">
              <a:spLocks/>
            </p:cNvSpPr>
            <p:nvPr/>
          </p:nvSpPr>
          <p:spPr>
            <a:xfrm>
              <a:off x="5632715" y="1965204"/>
              <a:ext cx="1260000" cy="611486"/>
            </a:xfrm>
            <a:prstGeom prst="roundRect">
              <a:avLst>
                <a:gd name="adj" fmla="val 1114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0" rIns="91440" bIns="72000" rtlCol="0" anchor="b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  <a:ea typeface="+mn-ea"/>
              </a:endParaRPr>
            </a:p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>
                  <a:latin typeface="+mn-ea"/>
                  <a:ea typeface="+mn-ea"/>
                </a:rPr>
                <a:t>…</a:t>
              </a:r>
              <a:endParaRPr kumimoji="1" lang="ja-JP" altLang="en-US" sz="1200" dirty="0">
                <a:latin typeface="+mn-ea"/>
                <a:ea typeface="+mn-ea"/>
              </a:endParaRPr>
            </a:p>
          </p:txBody>
        </p:sp>
        <p:sp>
          <p:nvSpPr>
            <p:cNvPr id="40" name="テキスト プレースホルダー 2">
              <a:extLst>
                <a:ext uri="{FF2B5EF4-FFF2-40B4-BE49-F238E27FC236}">
                  <ns2:creationId id="{BFD41412-4594-FEF0-7757-2BF05FBD5639}"/>
                </a:ext>
              </a:extLst>
            </p:cNvPr>
            <p:cNvSpPr txBox="1">
              <a:spLocks/>
            </p:cNvSpPr>
            <p:nvPr/>
          </p:nvSpPr>
          <p:spPr>
            <a:xfrm>
              <a:off x="7256309" y="1965204"/>
              <a:ext cx="1260000" cy="611486"/>
            </a:xfrm>
            <a:prstGeom prst="roundRect">
              <a:avLst>
                <a:gd name="adj" fmla="val 1114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0" rIns="91440" bIns="72000" rtlCol="0" anchor="b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  <a:ea typeface="+mn-ea"/>
              </a:endParaRPr>
            </a:p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latin typeface="+mn-ea"/>
                  <a:ea typeface="+mn-ea"/>
                </a:rPr>
                <a:t>XX</a:t>
              </a:r>
              <a:r>
                <a:rPr lang="en-US" altLang="ja-JP" sz="1200" dirty="0" err="1">
                  <a:latin typeface="+mn-ea"/>
                  <a:ea typeface="+mn-ea"/>
                </a:rPr>
                <a:t>XX</a:t>
              </a:r>
              <a:endParaRPr kumimoji="1" lang="ja-JP" altLang="en-US" sz="1200" dirty="0">
                <a:latin typeface="+mn-ea"/>
                <a:ea typeface="+mn-ea"/>
              </a:endParaRPr>
            </a:p>
          </p:txBody>
        </p:sp>
        <p:sp>
          <p:nvSpPr>
            <p:cNvPr id="43" name="テキスト プレースホルダー 2">
              <a:extLst>
                <a:ext uri="{FF2B5EF4-FFF2-40B4-BE49-F238E27FC236}">
                  <ns2:creationId id="{843F7805-9E7F-E188-B5B7-49BFE9F91F09}"/>
                </a:ext>
              </a:extLst>
            </p:cNvPr>
            <p:cNvSpPr txBox="1">
              <a:spLocks/>
            </p:cNvSpPr>
            <p:nvPr/>
          </p:nvSpPr>
          <p:spPr>
            <a:xfrm>
              <a:off x="8649659" y="1965204"/>
              <a:ext cx="1260000" cy="611486"/>
            </a:xfrm>
            <a:prstGeom prst="roundRect">
              <a:avLst>
                <a:gd name="adj" fmla="val 1114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wrap="none" lIns="91440" tIns="0" rIns="91440" bIns="72000" rtlCol="0" anchor="b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  <a:ea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  <a:ea typeface="+mn-ea"/>
              </a:endParaRPr>
            </a:p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200" dirty="0">
                  <a:latin typeface="+mn-ea"/>
                  <a:ea typeface="+mn-ea"/>
                </a:rPr>
                <a:t>…</a:t>
              </a:r>
              <a:endParaRPr kumimoji="1" lang="ja-JP" altLang="en-US" sz="1200" dirty="0">
                <a:latin typeface="+mn-ea"/>
                <a:ea typeface="+mn-ea"/>
              </a:endParaRPr>
            </a:p>
          </p:txBody>
        </p:sp>
      </p:grpSp>
      <p:sp>
        <p:nvSpPr>
          <p:cNvPr id="85" name="テキスト プレースホルダー 2">
            <a:extLst>
              <a:ext uri="{FF2B5EF4-FFF2-40B4-BE49-F238E27FC236}">
                <ns2:creationId id="{159122B7-C4C2-2E16-D253-4B629FE7C5D1}"/>
              </a:ext>
            </a:extLst>
          </p:cNvPr>
          <p:cNvSpPr txBox="1">
            <a:spLocks/>
          </p:cNvSpPr>
          <p:nvPr/>
        </p:nvSpPr>
        <p:spPr>
          <a:xfrm>
            <a:off x="1075301" y="2660796"/>
            <a:ext cx="2916000" cy="30653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vert="horz" wrap="none" lIns="43200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4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89" name="テキスト プレースホルダー 2">
            <a:extLst>
              <a:ext uri="{FF2B5EF4-FFF2-40B4-BE49-F238E27FC236}">
                <ns2:creationId id="{FE767DDC-1F2B-2CC2-BD39-30C66D5DC336}"/>
              </a:ext>
            </a:extLst>
          </p:cNvPr>
          <p:cNvSpPr txBox="1">
            <a:spLocks/>
          </p:cNvSpPr>
          <p:nvPr/>
        </p:nvSpPr>
        <p:spPr>
          <a:xfrm>
            <a:off x="4078193" y="2660796"/>
            <a:ext cx="2916000" cy="30653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vert="horz" wrap="none" lIns="43200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4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90" name="テキスト プレースホルダー 2">
            <a:extLst>
              <a:ext uri="{FF2B5EF4-FFF2-40B4-BE49-F238E27FC236}">
                <ns2:creationId id="{6650F549-87FE-8E6D-8ED0-4A8F330A0D18}"/>
              </a:ext>
            </a:extLst>
          </p:cNvPr>
          <p:cNvSpPr txBox="1">
            <a:spLocks/>
          </p:cNvSpPr>
          <p:nvPr/>
        </p:nvSpPr>
        <p:spPr>
          <a:xfrm>
            <a:off x="7081085" y="2660796"/>
            <a:ext cx="2916000" cy="30653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vert="horz" wrap="none" lIns="43200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4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grpSp>
        <p:nvGrpSpPr>
          <p:cNvPr id="7" name="グループ化 6">
            <a:extLst>
              <a:ext uri="{FF2B5EF4-FFF2-40B4-BE49-F238E27FC236}">
                <ns2:creationId id="{F7C777AE-1072-F136-8AEA-A1523F59756A}"/>
              </a:ext>
            </a:extLst>
          </p:cNvPr>
          <p:cNvGrpSpPr/>
          <p:nvPr/>
        </p:nvGrpSpPr>
        <p:grpSpPr>
          <a:xfrm>
            <a:off x="691533" y="2987041"/>
            <a:ext cx="296876" cy="3328817"/>
            <a:chOff x="691533" y="2987041"/>
            <a:chExt cx="296876" cy="3328817"/>
          </a:xfrm>
        </p:grpSpPr>
        <p:sp>
          <p:nvSpPr>
            <p:cNvPr id="91" name="テキスト プレースホルダー 2">
              <a:extLst>
                <a:ext uri="{FF2B5EF4-FFF2-40B4-BE49-F238E27FC236}">
                  <ns2:creationId id="{F96C91EF-E8F6-72E4-A5DB-55C6ACCF2C53}"/>
                </a:ext>
              </a:extLst>
            </p:cNvPr>
            <p:cNvSpPr txBox="1">
              <a:spLocks/>
            </p:cNvSpPr>
            <p:nvPr/>
          </p:nvSpPr>
          <p:spPr>
            <a:xfrm>
              <a:off x="691533" y="2987041"/>
              <a:ext cx="296876" cy="1361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400" dirty="0">
                  <a:latin typeface="+mn-ea"/>
                  <a:ea typeface="+mn-ea"/>
                </a:rPr>
                <a:t>1</a:t>
              </a:r>
              <a:endParaRPr lang="ja-JP" altLang="en-US" sz="1400" dirty="0">
                <a:latin typeface="+mn-ea"/>
                <a:ea typeface="+mn-ea"/>
              </a:endParaRPr>
            </a:p>
          </p:txBody>
        </p:sp>
        <p:sp>
          <p:nvSpPr>
            <p:cNvPr id="92" name="テキスト プレースホルダー 2">
              <a:extLst>
                <a:ext uri="{FF2B5EF4-FFF2-40B4-BE49-F238E27FC236}">
                  <ns2:creationId id="{8C7EDBA8-E2EB-0D6A-5A23-76A3A6FA2B73}"/>
                </a:ext>
              </a:extLst>
            </p:cNvPr>
            <p:cNvSpPr txBox="1">
              <a:spLocks/>
            </p:cNvSpPr>
            <p:nvPr/>
          </p:nvSpPr>
          <p:spPr>
            <a:xfrm>
              <a:off x="691533" y="4379463"/>
              <a:ext cx="296876" cy="79152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400" dirty="0">
                  <a:latin typeface="+mn-ea"/>
                  <a:ea typeface="+mn-ea"/>
                </a:rPr>
                <a:t>2</a:t>
              </a:r>
              <a:endParaRPr lang="ja-JP" altLang="en-US" sz="1400" dirty="0">
                <a:latin typeface="+mn-ea"/>
                <a:ea typeface="+mn-ea"/>
              </a:endParaRPr>
            </a:p>
          </p:txBody>
        </p:sp>
        <p:sp>
          <p:nvSpPr>
            <p:cNvPr id="93" name="テキスト プレースホルダー 2">
              <a:extLst>
                <a:ext uri="{FF2B5EF4-FFF2-40B4-BE49-F238E27FC236}">
                  <ns2:creationId id="{A172B578-0FA5-EEBA-5CA2-04D5B3E5C980}"/>
                </a:ext>
              </a:extLst>
            </p:cNvPr>
            <p:cNvSpPr txBox="1">
              <a:spLocks/>
            </p:cNvSpPr>
            <p:nvPr/>
          </p:nvSpPr>
          <p:spPr>
            <a:xfrm>
              <a:off x="691533" y="5201513"/>
              <a:ext cx="296876" cy="5175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400" dirty="0">
                  <a:latin typeface="+mn-ea"/>
                  <a:ea typeface="+mn-ea"/>
                </a:rPr>
                <a:t>3</a:t>
              </a:r>
              <a:endParaRPr lang="ja-JP" altLang="en-US" sz="1400" dirty="0">
                <a:latin typeface="+mn-ea"/>
                <a:ea typeface="+mn-ea"/>
              </a:endParaRPr>
            </a:p>
          </p:txBody>
        </p:sp>
        <p:sp>
          <p:nvSpPr>
            <p:cNvPr id="94" name="テキスト プレースホルダー 2">
              <a:extLst>
                <a:ext uri="{FF2B5EF4-FFF2-40B4-BE49-F238E27FC236}">
                  <ns2:creationId id="{286890CA-0BEA-6FD6-9E85-714EBAAE1672}"/>
                </a:ext>
              </a:extLst>
            </p:cNvPr>
            <p:cNvSpPr txBox="1">
              <a:spLocks/>
            </p:cNvSpPr>
            <p:nvPr/>
          </p:nvSpPr>
          <p:spPr>
            <a:xfrm>
              <a:off x="691533" y="5749544"/>
              <a:ext cx="296876" cy="5663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altLang="ja-JP" sz="1400" dirty="0">
                  <a:latin typeface="+mn-ea"/>
                  <a:ea typeface="+mn-ea"/>
                </a:rPr>
                <a:t>0</a:t>
              </a:r>
              <a:endParaRPr lang="ja-JP" altLang="en-US" sz="1400" dirty="0">
                <a:latin typeface="+mn-ea"/>
                <a:ea typeface="+mn-ea"/>
              </a:endParaRPr>
            </a:p>
          </p:txBody>
        </p:sp>
      </p:grpSp>
      <p:sp>
        <p:nvSpPr>
          <p:cNvPr id="188" name="テキスト ボックス 187">
            <a:extLst>
              <a:ext uri="{FF2B5EF4-FFF2-40B4-BE49-F238E27FC236}">
                <ns2:creationId id="{B32A70B9-EDCC-BB0E-5275-F91F67FBB66B}"/>
              </a:ext>
            </a:extLst>
          </p:cNvPr>
          <p:cNvSpPr txBox="1">
            <a:spLocks/>
          </p:cNvSpPr>
          <p:nvPr/>
        </p:nvSpPr>
        <p:spPr>
          <a:xfrm>
            <a:off x="1135117" y="3009381"/>
            <a:ext cx="8817518" cy="517510"/>
          </a:xfrm>
          <a:custGeom>
            <a:avLst/>
            <a:gdLst>
              <a:gd name="connsiteX0" fmla="*/ 71999 w 8817518"/>
              <a:gd name="connsiteY0" fmla="*/ 0 h 547000"/>
              <a:gd name="connsiteX1" fmla="*/ 8745519 w 8817518"/>
              <a:gd name="connsiteY1" fmla="*/ 0 h 547000"/>
              <a:gd name="connsiteX2" fmla="*/ 8817518 w 8817518"/>
              <a:gd name="connsiteY2" fmla="*/ 71999 h 547000"/>
              <a:gd name="connsiteX3" fmla="*/ 8817518 w 8817518"/>
              <a:gd name="connsiteY3" fmla="*/ 185370 h 547000"/>
              <a:gd name="connsiteX4" fmla="*/ 8745519 w 8817518"/>
              <a:gd name="connsiteY4" fmla="*/ 257369 h 547000"/>
              <a:gd name="connsiteX5" fmla="*/ 2811736 w 8817518"/>
              <a:gd name="connsiteY5" fmla="*/ 257369 h 547000"/>
              <a:gd name="connsiteX6" fmla="*/ 2811736 w 8817518"/>
              <a:gd name="connsiteY6" fmla="*/ 475001 h 547000"/>
              <a:gd name="connsiteX7" fmla="*/ 2739737 w 8817518"/>
              <a:gd name="connsiteY7" fmla="*/ 547000 h 547000"/>
              <a:gd name="connsiteX8" fmla="*/ 72000 w 8817518"/>
              <a:gd name="connsiteY8" fmla="*/ 547000 h 547000"/>
              <a:gd name="connsiteX9" fmla="*/ 1 w 8817518"/>
              <a:gd name="connsiteY9" fmla="*/ 475001 h 547000"/>
              <a:gd name="connsiteX10" fmla="*/ 1 w 8817518"/>
              <a:gd name="connsiteY10" fmla="*/ 186626 h 547000"/>
              <a:gd name="connsiteX11" fmla="*/ 261 w 8817518"/>
              <a:gd name="connsiteY11" fmla="*/ 185999 h 547000"/>
              <a:gd name="connsiteX12" fmla="*/ 0 w 8817518"/>
              <a:gd name="connsiteY12" fmla="*/ 185370 h 547000"/>
              <a:gd name="connsiteX13" fmla="*/ 0 w 8817518"/>
              <a:gd name="connsiteY13" fmla="*/ 71999 h 547000"/>
              <a:gd name="connsiteX14" fmla="*/ 71999 w 8817518"/>
              <a:gd name="connsiteY14" fmla="*/ 0 h 54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817518" h="547000">
                <a:moveTo>
                  <a:pt x="71999" y="0"/>
                </a:moveTo>
                <a:lnTo>
                  <a:pt x="8745519" y="0"/>
                </a:lnTo>
                <a:cubicBezTo>
                  <a:pt x="8785283" y="0"/>
                  <a:pt x="8817518" y="32235"/>
                  <a:pt x="8817518" y="71999"/>
                </a:cubicBezTo>
                <a:lnTo>
                  <a:pt x="8817518" y="185370"/>
                </a:lnTo>
                <a:cubicBezTo>
                  <a:pt x="8817518" y="225134"/>
                  <a:pt x="8785283" y="257369"/>
                  <a:pt x="8745519" y="257369"/>
                </a:cubicBezTo>
                <a:lnTo>
                  <a:pt x="2811736" y="257369"/>
                </a:lnTo>
                <a:lnTo>
                  <a:pt x="2811736" y="475001"/>
                </a:lnTo>
                <a:cubicBezTo>
                  <a:pt x="2811736" y="514765"/>
                  <a:pt x="2779501" y="547000"/>
                  <a:pt x="2739737" y="547000"/>
                </a:cubicBezTo>
                <a:lnTo>
                  <a:pt x="72000" y="547000"/>
                </a:lnTo>
                <a:cubicBezTo>
                  <a:pt x="32236" y="547000"/>
                  <a:pt x="1" y="514765"/>
                  <a:pt x="1" y="475001"/>
                </a:cubicBezTo>
                <a:lnTo>
                  <a:pt x="1" y="186626"/>
                </a:lnTo>
                <a:lnTo>
                  <a:pt x="261" y="185999"/>
                </a:lnTo>
                <a:lnTo>
                  <a:pt x="0" y="185370"/>
                </a:lnTo>
                <a:lnTo>
                  <a:pt x="0" y="71999"/>
                </a:lnTo>
                <a:cubicBezTo>
                  <a:pt x="0" y="32235"/>
                  <a:pt x="32235" y="0"/>
                  <a:pt x="71999" y="0"/>
                </a:cubicBezTo>
                <a:close/>
              </a:path>
            </a:pathLst>
          </a:custGeom>
          <a:solidFill>
            <a:srgbClr val="008000"/>
          </a:solidFill>
          <a:ln>
            <a:noFill/>
          </a:ln>
        </p:spPr>
        <p:txBody>
          <a:bodyPr vert="horz" wrap="square" lIns="72000" tIns="36000" rIns="72000" bIns="36000" rtlCol="0" anchor="t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89" name="テキスト ボックス 188">
            <a:extLst>
              <a:ext uri="{FF2B5EF4-FFF2-40B4-BE49-F238E27FC236}">
                <ns2:creationId id="{959791BF-DCB4-18EB-F6CB-6827D9D3083F}"/>
              </a:ext>
            </a:extLst>
          </p:cNvPr>
          <p:cNvSpPr txBox="1">
            <a:spLocks/>
          </p:cNvSpPr>
          <p:nvPr/>
        </p:nvSpPr>
        <p:spPr>
          <a:xfrm>
            <a:off x="1130364" y="3831430"/>
            <a:ext cx="2816488" cy="517510"/>
          </a:xfrm>
          <a:custGeom>
            <a:avLst/>
            <a:gdLst>
              <a:gd name="connsiteX0" fmla="*/ 71999 w 2816488"/>
              <a:gd name="connsiteY0" fmla="*/ 0 h 547000"/>
              <a:gd name="connsiteX1" fmla="*/ 72002 w 2816488"/>
              <a:gd name="connsiteY1" fmla="*/ 0 h 547000"/>
              <a:gd name="connsiteX2" fmla="*/ 803709 w 2816488"/>
              <a:gd name="connsiteY2" fmla="*/ 0 h 547000"/>
              <a:gd name="connsiteX3" fmla="*/ 2744489 w 2816488"/>
              <a:gd name="connsiteY3" fmla="*/ 0 h 547000"/>
              <a:gd name="connsiteX4" fmla="*/ 2816488 w 2816488"/>
              <a:gd name="connsiteY4" fmla="*/ 71999 h 547000"/>
              <a:gd name="connsiteX5" fmla="*/ 2816488 w 2816488"/>
              <a:gd name="connsiteY5" fmla="*/ 185370 h 547000"/>
              <a:gd name="connsiteX6" fmla="*/ 2744489 w 2816488"/>
              <a:gd name="connsiteY6" fmla="*/ 257369 h 547000"/>
              <a:gd name="connsiteX7" fmla="*/ 875711 w 2816488"/>
              <a:gd name="connsiteY7" fmla="*/ 257369 h 547000"/>
              <a:gd name="connsiteX8" fmla="*/ 875711 w 2816488"/>
              <a:gd name="connsiteY8" fmla="*/ 474998 h 547000"/>
              <a:gd name="connsiteX9" fmla="*/ 803709 w 2816488"/>
              <a:gd name="connsiteY9" fmla="*/ 547000 h 547000"/>
              <a:gd name="connsiteX10" fmla="*/ 72002 w 2816488"/>
              <a:gd name="connsiteY10" fmla="*/ 547000 h 547000"/>
              <a:gd name="connsiteX11" fmla="*/ 0 w 2816488"/>
              <a:gd name="connsiteY11" fmla="*/ 474998 h 547000"/>
              <a:gd name="connsiteX12" fmla="*/ 0 w 2816488"/>
              <a:gd name="connsiteY12" fmla="*/ 185370 h 547000"/>
              <a:gd name="connsiteX13" fmla="*/ 0 w 2816488"/>
              <a:gd name="connsiteY13" fmla="*/ 72002 h 547000"/>
              <a:gd name="connsiteX14" fmla="*/ 0 w 2816488"/>
              <a:gd name="connsiteY14" fmla="*/ 71999 h 547000"/>
              <a:gd name="connsiteX15" fmla="*/ 71999 w 2816488"/>
              <a:gd name="connsiteY15" fmla="*/ 0 h 54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16488" h="547000">
                <a:moveTo>
                  <a:pt x="71999" y="0"/>
                </a:moveTo>
                <a:lnTo>
                  <a:pt x="72002" y="0"/>
                </a:lnTo>
                <a:lnTo>
                  <a:pt x="803709" y="0"/>
                </a:lnTo>
                <a:lnTo>
                  <a:pt x="2744489" y="0"/>
                </a:lnTo>
                <a:cubicBezTo>
                  <a:pt x="2784253" y="0"/>
                  <a:pt x="2816488" y="32235"/>
                  <a:pt x="2816488" y="71999"/>
                </a:cubicBezTo>
                <a:lnTo>
                  <a:pt x="2816488" y="185370"/>
                </a:lnTo>
                <a:cubicBezTo>
                  <a:pt x="2816488" y="225134"/>
                  <a:pt x="2784253" y="257369"/>
                  <a:pt x="2744489" y="257369"/>
                </a:cubicBezTo>
                <a:lnTo>
                  <a:pt x="875711" y="257369"/>
                </a:lnTo>
                <a:lnTo>
                  <a:pt x="875711" y="474998"/>
                </a:lnTo>
                <a:cubicBezTo>
                  <a:pt x="875711" y="514764"/>
                  <a:pt x="843475" y="547000"/>
                  <a:pt x="803709" y="547000"/>
                </a:cubicBezTo>
                <a:lnTo>
                  <a:pt x="72002" y="547000"/>
                </a:lnTo>
                <a:cubicBezTo>
                  <a:pt x="32236" y="547000"/>
                  <a:pt x="0" y="514764"/>
                  <a:pt x="0" y="474998"/>
                </a:cubicBezTo>
                <a:lnTo>
                  <a:pt x="0" y="185370"/>
                </a:lnTo>
                <a:lnTo>
                  <a:pt x="0" y="72002"/>
                </a:lnTo>
                <a:lnTo>
                  <a:pt x="0" y="71999"/>
                </a:lnTo>
                <a:cubicBezTo>
                  <a:pt x="0" y="32235"/>
                  <a:pt x="32235" y="0"/>
                  <a:pt x="71999" y="0"/>
                </a:cubicBezTo>
                <a:close/>
              </a:path>
            </a:pathLst>
          </a:custGeom>
          <a:solidFill>
            <a:srgbClr val="008000"/>
          </a:solidFill>
          <a:ln>
            <a:noFill/>
          </a:ln>
        </p:spPr>
        <p:txBody>
          <a:bodyPr vert="horz" wrap="square" lIns="72000" tIns="36000" rIns="72000" bIns="36000" rtlCol="0" anchor="t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AT" altLang="ja-JP" sz="1200" dirty="0">
                <a:solidFill>
                  <a:schemeClr val="bg1"/>
                </a:solidFill>
                <a:latin typeface="+mn-ea"/>
                <a:ea typeface="+mn-ea"/>
              </a:rPr>
              <a:t>SCM</a:t>
            </a: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37" name="テキスト プレースホルダー 2">
            <a:extLst>
              <a:ext uri="{FF2B5EF4-FFF2-40B4-BE49-F238E27FC236}">
                <ns2:creationId id="{649F1B1F-2A8A-BAFD-9173-5BE4E046BFA3}"/>
              </a:ext>
            </a:extLst>
          </p:cNvPr>
          <p:cNvSpPr txBox="1">
            <a:spLocks/>
          </p:cNvSpPr>
          <p:nvPr/>
        </p:nvSpPr>
        <p:spPr>
          <a:xfrm>
            <a:off x="10494869" y="4237447"/>
            <a:ext cx="1362168" cy="495012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ja-JP" sz="1400" b="1" dirty="0">
                <a:latin typeface="+mn-ea"/>
                <a:ea typeface="+mn-ea"/>
              </a:rPr>
              <a:t>13</a:t>
            </a:r>
            <a:r>
              <a:rPr lang="ja-JP" altLang="en-US" sz="1400" b="1" dirty="0">
                <a:latin typeface="+mn-ea"/>
                <a:ea typeface="+mn-ea"/>
              </a:rPr>
              <a:t>XX</a:t>
            </a:r>
            <a:r>
              <a:rPr lang="en-US" altLang="ja-JP" sz="1400" b="1" dirty="0">
                <a:latin typeface="+mn-ea"/>
                <a:ea typeface="+mn-ea"/>
              </a:rPr>
              <a:t>DX</a:t>
            </a:r>
            <a:br>
              <a:rPr lang="en-US" altLang="ja-JP" sz="1400" b="1" dirty="0">
                <a:latin typeface="+mn-ea"/>
                <a:ea typeface="+mn-ea"/>
              </a:rPr>
            </a:br>
            <a:r>
              <a:rPr lang="ja-JP" altLang="en-US" sz="1400" b="1" dirty="0">
                <a:latin typeface="+mn-ea"/>
                <a:ea typeface="+mn-ea"/>
              </a:rPr>
              <a:t>XX</a:t>
            </a:r>
          </a:p>
        </p:txBody>
      </p:sp>
      <p:sp>
        <p:nvSpPr>
          <p:cNvPr id="138" name="テキスト プレースホルダー 2">
            <a:extLst>
              <a:ext uri="{FF2B5EF4-FFF2-40B4-BE49-F238E27FC236}">
                <ns2:creationId id="{9F58D805-0AFA-E2CD-360B-87E3945B4A06}"/>
              </a:ext>
            </a:extLst>
          </p:cNvPr>
          <p:cNvSpPr txBox="1">
            <a:spLocks/>
          </p:cNvSpPr>
          <p:nvPr/>
        </p:nvSpPr>
        <p:spPr>
          <a:xfrm>
            <a:off x="10494870" y="1767305"/>
            <a:ext cx="1362168" cy="700436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ja-JP" sz="1400" b="1" dirty="0">
                <a:solidFill>
                  <a:srgbClr val="008000"/>
                </a:solidFill>
                <a:latin typeface="+mn-ea"/>
                <a:ea typeface="+mn-ea"/>
              </a:rPr>
              <a:t>DX</a:t>
            </a:r>
            <a:br>
              <a:rPr lang="en-US" altLang="ja-JP" sz="1400" b="1" dirty="0">
                <a:solidFill>
                  <a:srgbClr val="008000"/>
                </a:solidFill>
                <a:latin typeface="+mn-ea"/>
                <a:ea typeface="+mn-ea"/>
              </a:rPr>
            </a:br>
            <a:r>
              <a:rPr lang="ja-JP" altLang="en-US" sz="1400" b="1" dirty="0">
                <a:solidFill>
                  <a:srgbClr val="008000"/>
                </a:solidFill>
                <a:latin typeface="+mn-ea"/>
                <a:ea typeface="+mn-ea"/>
              </a:rPr>
              <a:t>XX</a:t>
            </a:r>
            <a:br>
              <a:rPr lang="ja-JP" altLang="en-US" sz="1400" b="1" dirty="0">
                <a:solidFill>
                  <a:srgbClr val="008000"/>
                </a:solidFill>
                <a:latin typeface="+mn-ea"/>
                <a:ea typeface="+mn-ea"/>
              </a:rPr>
            </a:br>
            <a:r>
              <a:rPr lang="ja-JP" altLang="en-US" sz="1400" b="1" dirty="0">
                <a:solidFill>
                  <a:srgbClr val="008000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55" name="右中かっこ 154">
            <a:extLst>
              <a:ext uri="{FF2B5EF4-FFF2-40B4-BE49-F238E27FC236}">
                <ns2:creationId id="{DDE1AC0E-A502-E247-82E1-854CB54539A4}"/>
              </a:ext>
            </a:extLst>
          </p:cNvPr>
          <p:cNvSpPr/>
          <p:nvPr/>
        </p:nvSpPr>
        <p:spPr>
          <a:xfrm>
            <a:off x="10083977" y="1628776"/>
            <a:ext cx="324000" cy="989968"/>
          </a:xfrm>
          <a:prstGeom prst="rightBrace">
            <a:avLst/>
          </a:prstGeom>
          <a:ln w="9525">
            <a:solidFill>
              <a:schemeClr val="accent5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ea"/>
            </a:endParaRPr>
          </a:p>
        </p:txBody>
      </p:sp>
      <p:sp>
        <p:nvSpPr>
          <p:cNvPr id="190" name="テキスト ボックス 189">
            <a:extLst>
              <a:ext uri="{FF2B5EF4-FFF2-40B4-BE49-F238E27FC236}">
                <ns2:creationId id="{1EF1DF0D-431C-6D36-DFC1-EAAD1AB44711}"/>
              </a:ext>
            </a:extLst>
          </p:cNvPr>
          <p:cNvSpPr txBox="1">
            <a:spLocks/>
          </p:cNvSpPr>
          <p:nvPr/>
        </p:nvSpPr>
        <p:spPr>
          <a:xfrm>
            <a:off x="4127950" y="4653479"/>
            <a:ext cx="2816488" cy="517510"/>
          </a:xfrm>
          <a:custGeom>
            <a:avLst/>
            <a:gdLst>
              <a:gd name="connsiteX0" fmla="*/ 71999 w 2816488"/>
              <a:gd name="connsiteY0" fmla="*/ 0 h 547000"/>
              <a:gd name="connsiteX1" fmla="*/ 72002 w 2816488"/>
              <a:gd name="connsiteY1" fmla="*/ 0 h 547000"/>
              <a:gd name="connsiteX2" fmla="*/ 803709 w 2816488"/>
              <a:gd name="connsiteY2" fmla="*/ 0 h 547000"/>
              <a:gd name="connsiteX3" fmla="*/ 2744489 w 2816488"/>
              <a:gd name="connsiteY3" fmla="*/ 0 h 547000"/>
              <a:gd name="connsiteX4" fmla="*/ 2816488 w 2816488"/>
              <a:gd name="connsiteY4" fmla="*/ 71999 h 547000"/>
              <a:gd name="connsiteX5" fmla="*/ 2816488 w 2816488"/>
              <a:gd name="connsiteY5" fmla="*/ 185370 h 547000"/>
              <a:gd name="connsiteX6" fmla="*/ 2744489 w 2816488"/>
              <a:gd name="connsiteY6" fmla="*/ 257369 h 547000"/>
              <a:gd name="connsiteX7" fmla="*/ 875711 w 2816488"/>
              <a:gd name="connsiteY7" fmla="*/ 257369 h 547000"/>
              <a:gd name="connsiteX8" fmla="*/ 875711 w 2816488"/>
              <a:gd name="connsiteY8" fmla="*/ 474998 h 547000"/>
              <a:gd name="connsiteX9" fmla="*/ 803709 w 2816488"/>
              <a:gd name="connsiteY9" fmla="*/ 547000 h 547000"/>
              <a:gd name="connsiteX10" fmla="*/ 72002 w 2816488"/>
              <a:gd name="connsiteY10" fmla="*/ 547000 h 547000"/>
              <a:gd name="connsiteX11" fmla="*/ 0 w 2816488"/>
              <a:gd name="connsiteY11" fmla="*/ 474998 h 547000"/>
              <a:gd name="connsiteX12" fmla="*/ 0 w 2816488"/>
              <a:gd name="connsiteY12" fmla="*/ 185370 h 547000"/>
              <a:gd name="connsiteX13" fmla="*/ 0 w 2816488"/>
              <a:gd name="connsiteY13" fmla="*/ 72002 h 547000"/>
              <a:gd name="connsiteX14" fmla="*/ 0 w 2816488"/>
              <a:gd name="connsiteY14" fmla="*/ 71999 h 547000"/>
              <a:gd name="connsiteX15" fmla="*/ 71999 w 2816488"/>
              <a:gd name="connsiteY15" fmla="*/ 0 h 54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16488" h="547000">
                <a:moveTo>
                  <a:pt x="71999" y="0"/>
                </a:moveTo>
                <a:lnTo>
                  <a:pt x="72002" y="0"/>
                </a:lnTo>
                <a:lnTo>
                  <a:pt x="803709" y="0"/>
                </a:lnTo>
                <a:lnTo>
                  <a:pt x="2744489" y="0"/>
                </a:lnTo>
                <a:cubicBezTo>
                  <a:pt x="2784253" y="0"/>
                  <a:pt x="2816488" y="32235"/>
                  <a:pt x="2816488" y="71999"/>
                </a:cubicBezTo>
                <a:lnTo>
                  <a:pt x="2816488" y="185370"/>
                </a:lnTo>
                <a:cubicBezTo>
                  <a:pt x="2816488" y="225134"/>
                  <a:pt x="2784253" y="257369"/>
                  <a:pt x="2744489" y="257369"/>
                </a:cubicBezTo>
                <a:lnTo>
                  <a:pt x="875711" y="257369"/>
                </a:lnTo>
                <a:lnTo>
                  <a:pt x="875711" y="474998"/>
                </a:lnTo>
                <a:cubicBezTo>
                  <a:pt x="875711" y="514764"/>
                  <a:pt x="843475" y="547000"/>
                  <a:pt x="803709" y="547000"/>
                </a:cubicBezTo>
                <a:lnTo>
                  <a:pt x="72002" y="547000"/>
                </a:lnTo>
                <a:cubicBezTo>
                  <a:pt x="32236" y="547000"/>
                  <a:pt x="0" y="514764"/>
                  <a:pt x="0" y="474998"/>
                </a:cubicBezTo>
                <a:lnTo>
                  <a:pt x="0" y="185370"/>
                </a:lnTo>
                <a:lnTo>
                  <a:pt x="0" y="72002"/>
                </a:lnTo>
                <a:lnTo>
                  <a:pt x="0" y="71999"/>
                </a:lnTo>
                <a:cubicBezTo>
                  <a:pt x="0" y="32235"/>
                  <a:pt x="32235" y="0"/>
                  <a:pt x="71999" y="0"/>
                </a:cubicBezTo>
                <a:close/>
              </a:path>
            </a:pathLst>
          </a:custGeom>
          <a:solidFill>
            <a:srgbClr val="008000"/>
          </a:solidFill>
          <a:ln>
            <a:noFill/>
          </a:ln>
        </p:spPr>
        <p:txBody>
          <a:bodyPr vert="horz" wrap="square" lIns="72000" tIns="36000" rIns="72000" bIns="36000" rtlCol="0" anchor="t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AT" altLang="ja-JP" sz="1200" dirty="0">
                <a:solidFill>
                  <a:schemeClr val="bg1"/>
                </a:solidFill>
                <a:latin typeface="+mn-ea"/>
                <a:ea typeface="+mn-ea"/>
              </a:rPr>
              <a:t>SCM</a:t>
            </a: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78" name="右中かっこ 177">
            <a:extLst>
              <a:ext uri="{FF2B5EF4-FFF2-40B4-BE49-F238E27FC236}">
                <ns2:creationId id="{E363419E-0257-66AB-9638-E8BE1AE301BD}"/>
              </a:ext>
            </a:extLst>
          </p:cNvPr>
          <p:cNvSpPr/>
          <p:nvPr/>
        </p:nvSpPr>
        <p:spPr>
          <a:xfrm>
            <a:off x="10083977" y="2660796"/>
            <a:ext cx="324000" cy="3648313"/>
          </a:xfrm>
          <a:prstGeom prst="rightBrac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ea"/>
            </a:endParaRPr>
          </a:p>
        </p:txBody>
      </p:sp>
      <p:pic>
        <p:nvPicPr>
          <p:cNvPr id="180" name="グラフィックス 179" descr="共有 単色塗りつぶし">
            <a:extLst>
              <a:ext uri="{FF2B5EF4-FFF2-40B4-BE49-F238E27FC236}">
                <ns2:creationId id="{78C85997-C16F-8C36-7A3D-F9E2E90604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7742309" y="2677826"/>
            <a:ext cx="288000" cy="272473"/>
          </a:xfrm>
          <a:prstGeom prst="rect">
            <a:avLst/>
          </a:prstGeom>
        </p:spPr>
      </p:pic>
      <p:pic>
        <p:nvPicPr>
          <p:cNvPr id="181" name="グラフィックス 180" descr="山形の矢印 単色塗りつぶし">
            <a:extLst>
              <a:ext uri="{FF2B5EF4-FFF2-40B4-BE49-F238E27FC236}">
                <ns2:creationId id="{9FE8F1DE-A896-9C1D-60E4-C2BA8C3B1F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1497863" y="2677826"/>
            <a:ext cx="288000" cy="272473"/>
          </a:xfrm>
          <a:prstGeom prst="rect">
            <a:avLst/>
          </a:prstGeom>
        </p:spPr>
      </p:pic>
      <p:pic>
        <p:nvPicPr>
          <p:cNvPr id="182" name="グラフィックス 181" descr="矢印: 緩い曲線 単色塗りつぶし">
            <a:extLst>
              <a:ext uri="{FF2B5EF4-FFF2-40B4-BE49-F238E27FC236}">
                <ns2:creationId id="{0251E15F-CBC2-59A4-A05D-225E6126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4744664" y="2677826"/>
            <a:ext cx="288000" cy="272473"/>
          </a:xfrm>
          <a:prstGeom prst="rect">
            <a:avLst/>
          </a:prstGeom>
        </p:spPr>
      </p:pic>
      <p:grpSp>
        <p:nvGrpSpPr>
          <p:cNvPr id="5" name="グループ化 4">
            <a:extLst>
              <a:ext uri="{FF2B5EF4-FFF2-40B4-BE49-F238E27FC236}">
                <ns2:creationId id="{0E831361-47CF-5843-DE41-C675AAA84270}"/>
              </a:ext>
            </a:extLst>
          </p:cNvPr>
          <p:cNvGrpSpPr/>
          <p:nvPr/>
        </p:nvGrpSpPr>
        <p:grpSpPr>
          <a:xfrm>
            <a:off x="347273" y="2987041"/>
            <a:ext cx="257368" cy="3328817"/>
            <a:chOff x="347273" y="2987041"/>
            <a:chExt cx="257368" cy="3328817"/>
          </a:xfrm>
        </p:grpSpPr>
        <p:cxnSp>
          <p:nvCxnSpPr>
            <p:cNvPr id="184" name="直線コネクタ 183">
              <a:extLst>
                <a:ext uri="{FF2B5EF4-FFF2-40B4-BE49-F238E27FC236}">
                  <ns2:creationId id="{FDCC8DE9-4189-E009-B371-E58CE2C6B1D0}"/>
                </a:ext>
              </a:extLst>
            </p:cNvPr>
            <p:cNvCxnSpPr/>
            <p:nvPr/>
          </p:nvCxnSpPr>
          <p:spPr>
            <a:xfrm>
              <a:off x="475957" y="2987041"/>
              <a:ext cx="0" cy="3328817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テキスト プレースホルダー 2">
              <a:extLst>
                <a:ext uri="{FF2B5EF4-FFF2-40B4-BE49-F238E27FC236}">
                  <ns2:creationId id="{03D1CE25-F4DC-CB21-535C-B1005AC72EA9}"/>
                </a:ext>
              </a:extLst>
            </p:cNvPr>
            <p:cNvSpPr txBox="1">
              <a:spLocks/>
            </p:cNvSpPr>
            <p:nvPr/>
          </p:nvSpPr>
          <p:spPr>
            <a:xfrm>
              <a:off x="347273" y="3258179"/>
              <a:ext cx="257368" cy="28351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vert="eaVert" wrap="square" lIns="36000" tIns="36000" rIns="36000" bIns="3600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ja-JP" altLang="en-US" sz="1200" dirty="0">
                  <a:latin typeface="+mn-ea"/>
                  <a:ea typeface="+mn-ea"/>
                </a:rPr>
                <a:t>XX</a:t>
              </a:r>
            </a:p>
          </p:txBody>
        </p:sp>
      </p:grpSp>
      <p:sp>
        <p:nvSpPr>
          <p:cNvPr id="117" name="テキスト プレースホルダー 2">
            <a:extLst>
              <a:ext uri="{FF2B5EF4-FFF2-40B4-BE49-F238E27FC236}">
                <ns2:creationId id="{C2D2AE5E-E7CA-7C37-EE11-4CDA3528AC89}"/>
              </a:ext>
            </a:extLst>
          </p:cNvPr>
          <p:cNvSpPr txBox="1">
            <a:spLocks/>
          </p:cNvSpPr>
          <p:nvPr/>
        </p:nvSpPr>
        <p:spPr>
          <a:xfrm>
            <a:off x="4122643" y="3283398"/>
            <a:ext cx="5829992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squar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19" name="テキスト プレースホルダー 2">
            <a:extLst>
              <a:ext uri="{FF2B5EF4-FFF2-40B4-BE49-F238E27FC236}">
                <ns2:creationId id="{6294291B-46CA-F5E7-43A2-A9C7C497BD57}"/>
              </a:ext>
            </a:extLst>
          </p:cNvPr>
          <p:cNvSpPr txBox="1">
            <a:spLocks/>
          </p:cNvSpPr>
          <p:nvPr/>
        </p:nvSpPr>
        <p:spPr>
          <a:xfrm>
            <a:off x="1130364" y="3557415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20" name="テキスト プレースホルダー 2">
            <a:extLst>
              <a:ext uri="{FF2B5EF4-FFF2-40B4-BE49-F238E27FC236}">
                <ns2:creationId id="{A5E1E894-F321-9483-BC17-0A3B691AF2D6}"/>
              </a:ext>
            </a:extLst>
          </p:cNvPr>
          <p:cNvSpPr txBox="1">
            <a:spLocks/>
          </p:cNvSpPr>
          <p:nvPr/>
        </p:nvSpPr>
        <p:spPr>
          <a:xfrm>
            <a:off x="2060585" y="4105447"/>
            <a:ext cx="1886267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21" name="テキスト プレースホルダー 2">
            <a:extLst>
              <a:ext uri="{FF2B5EF4-FFF2-40B4-BE49-F238E27FC236}">
                <ns2:creationId id="{4E7ABEAE-8290-5F0B-1025-0D19591967A6}"/>
              </a:ext>
            </a:extLst>
          </p:cNvPr>
          <p:cNvSpPr txBox="1">
            <a:spLocks/>
          </p:cNvSpPr>
          <p:nvPr/>
        </p:nvSpPr>
        <p:spPr>
          <a:xfrm>
            <a:off x="4127950" y="4379463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23" name="テキスト プレースホルダー 2">
            <a:extLst>
              <a:ext uri="{FF2B5EF4-FFF2-40B4-BE49-F238E27FC236}">
                <ns2:creationId id="{F0DF5125-7986-FB50-B079-012A83215FDD}"/>
              </a:ext>
            </a:extLst>
          </p:cNvPr>
          <p:cNvSpPr txBox="1">
            <a:spLocks/>
          </p:cNvSpPr>
          <p:nvPr/>
        </p:nvSpPr>
        <p:spPr>
          <a:xfrm>
            <a:off x="5065975" y="4927496"/>
            <a:ext cx="1878463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  <a:ea typeface="+mn-ea"/>
              </a:rPr>
              <a:t>DX</a:t>
            </a: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24" name="テキスト プレースホルダー 2">
            <a:extLst>
              <a:ext uri="{FF2B5EF4-FFF2-40B4-BE49-F238E27FC236}">
                <ns2:creationId id="{E67A50AE-E37E-CEB7-D05A-125E112F57F4}"/>
              </a:ext>
            </a:extLst>
          </p:cNvPr>
          <p:cNvSpPr txBox="1">
            <a:spLocks/>
          </p:cNvSpPr>
          <p:nvPr/>
        </p:nvSpPr>
        <p:spPr>
          <a:xfrm>
            <a:off x="4127950" y="6023562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25" name="テキスト プレースホルダー 2">
            <a:extLst>
              <a:ext uri="{FF2B5EF4-FFF2-40B4-BE49-F238E27FC236}">
                <ns2:creationId id="{70CF7EC8-6D9A-F8F1-50D6-CE568A59F42E}"/>
              </a:ext>
            </a:extLst>
          </p:cNvPr>
          <p:cNvSpPr txBox="1">
            <a:spLocks/>
          </p:cNvSpPr>
          <p:nvPr/>
        </p:nvSpPr>
        <p:spPr>
          <a:xfrm>
            <a:off x="4127950" y="5201512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AT" altLang="ja-JP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lang="de-AT" altLang="ja-JP" sz="1200" dirty="0">
                <a:solidFill>
                  <a:schemeClr val="bg1"/>
                </a:solidFill>
                <a:latin typeface="+mn-ea"/>
                <a:ea typeface="+mn-ea"/>
              </a:rPr>
              <a:t>DX</a:t>
            </a:r>
          </a:p>
        </p:txBody>
      </p:sp>
      <p:sp>
        <p:nvSpPr>
          <p:cNvPr id="127" name="テキスト プレースホルダー 2">
            <a:extLst>
              <a:ext uri="{FF2B5EF4-FFF2-40B4-BE49-F238E27FC236}">
                <ns2:creationId id="{9C464B51-D90D-9C95-4EC7-2316703E8C01}"/>
              </a:ext>
            </a:extLst>
          </p:cNvPr>
          <p:cNvSpPr txBox="1">
            <a:spLocks/>
          </p:cNvSpPr>
          <p:nvPr/>
        </p:nvSpPr>
        <p:spPr>
          <a:xfrm>
            <a:off x="7130839" y="5201512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  <a:ea typeface="+mn-ea"/>
              </a:rPr>
              <a:t>4</a:t>
            </a: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28" name="テキスト プレースホルダー 2">
            <a:extLst>
              <a:ext uri="{FF2B5EF4-FFF2-40B4-BE49-F238E27FC236}">
                <ns2:creationId id="{95C68172-A9EF-162E-BA7E-A410BDC8DC31}"/>
              </a:ext>
            </a:extLst>
          </p:cNvPr>
          <p:cNvSpPr txBox="1">
            <a:spLocks/>
          </p:cNvSpPr>
          <p:nvPr/>
        </p:nvSpPr>
        <p:spPr>
          <a:xfrm>
            <a:off x="7130838" y="5475528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AT" altLang="ja-JP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31" name="テキスト プレースホルダー 2">
            <a:extLst>
              <a:ext uri="{FF2B5EF4-FFF2-40B4-BE49-F238E27FC236}">
                <ns2:creationId id="{DBB4AA01-25F5-C3BB-D709-8C19FC056802}"/>
              </a:ext>
            </a:extLst>
          </p:cNvPr>
          <p:cNvSpPr txBox="1">
            <a:spLocks/>
          </p:cNvSpPr>
          <p:nvPr/>
        </p:nvSpPr>
        <p:spPr>
          <a:xfrm>
            <a:off x="7130839" y="5749544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  <p:sp>
        <p:nvSpPr>
          <p:cNvPr id="132" name="テキスト プレースホルダー 2">
            <a:extLst>
              <a:ext uri="{FF2B5EF4-FFF2-40B4-BE49-F238E27FC236}">
                <ns2:creationId id="{DF4F3C6A-66C3-6CDF-0203-8B0011C8BD7F}"/>
              </a:ext>
            </a:extLst>
          </p:cNvPr>
          <p:cNvSpPr txBox="1">
            <a:spLocks/>
          </p:cNvSpPr>
          <p:nvPr/>
        </p:nvSpPr>
        <p:spPr>
          <a:xfrm>
            <a:off x="7130838" y="6047044"/>
            <a:ext cx="2816488" cy="243494"/>
          </a:xfrm>
          <a:prstGeom prst="roundRect">
            <a:avLst>
              <a:gd name="adj" fmla="val 27975"/>
            </a:avLst>
          </a:prstGeom>
          <a:solidFill>
            <a:srgbClr val="4CA64C"/>
          </a:solidFill>
          <a:ln>
            <a:noFill/>
          </a:ln>
        </p:spPr>
        <p:txBody>
          <a:bodyPr vert="horz" wrap="none" lIns="72000" tIns="36000" rIns="72000" bIns="36000" rtlCol="0" anchor="ctr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ja-JP" altLang="en-US" sz="12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</a:p>
        </p:txBody>
      </p:sp>
    </p:spTree>
    <p:extLst>
      <p:ext uri="{BB962C8B-B14F-4D97-AF65-F5344CB8AC3E}">
        <ns5:creationId val="3108641230"/>
      </p:ext>
    </p:extLst>
  </p:cSld>
  <p:clrMapOvr>
    <a:masterClrMapping/>
  </p:clrMapOvr>
</p:sld>
</file>

<file path=ppt/slides/slide16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6BE8486-20CB-763C-04D0-69B8E03AB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33CECE9-0ACC-AE5E-96B7-4F683089F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2000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3E6D23B-22FE-A809-773F-6F82BD844E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600" dirty="0"/>
              <a:t>XX</a:t>
            </a:r>
            <a:r>
              <a:rPr kumimoji="1" lang="en-US" altLang="ja-JP" sz="1600" dirty="0"/>
              <a:t>27</a:t>
            </a:r>
            <a:r>
              <a:rPr kumimoji="1" lang="ja-JP" altLang="en-US" sz="1600" dirty="0"/>
              <a:t>XX</a:t>
            </a:r>
            <a:r>
              <a:rPr kumimoji="1" lang="en-US" altLang="ja-JP" sz="1600" dirty="0"/>
              <a:t>186</a:t>
            </a:r>
            <a:r>
              <a:rPr kumimoji="1" lang="ja-JP" altLang="en-US" sz="1600" dirty="0"/>
              <a:t>XX</a:t>
            </a:r>
          </a:p>
        </p:txBody>
      </p:sp>
      <p:grpSp>
        <p:nvGrpSpPr>
          <p:cNvPr id="233" name="グループ化 232">
            <a:extLst>
              <a:ext uri="{FF2B5EF4-FFF2-40B4-BE49-F238E27FC236}">
                <ns2:creationId id="{42DB630A-E945-7F4E-40DA-012AEBF0D7EA}"/>
              </a:ext>
            </a:extLst>
          </p:cNvPr>
          <p:cNvGrpSpPr/>
          <p:nvPr/>
        </p:nvGrpSpPr>
        <p:grpSpPr>
          <a:xfrm>
            <a:off x="334963" y="1628775"/>
            <a:ext cx="11522075" cy="4684798"/>
            <a:chOff x="334963" y="1628775"/>
            <a:chExt cx="11522075" cy="4684798"/>
          </a:xfrm>
        </p:grpSpPr>
        <p:sp>
          <p:nvSpPr>
            <p:cNvPr id="66" name="正方形/長方形 65">
              <a:extLst>
                <a:ext uri="{FF2B5EF4-FFF2-40B4-BE49-F238E27FC236}">
                  <ns2:creationId id="{496903B6-D119-F3EA-0D81-3AC14026DB8E}"/>
                </a:ext>
              </a:extLst>
            </p:cNvPr>
            <p:cNvSpPr/>
            <p:nvPr/>
          </p:nvSpPr>
          <p:spPr>
            <a:xfrm>
              <a:off x="334963" y="1924000"/>
              <a:ext cx="1056465" cy="18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CA87BA3B-075C-71F5-A914-229EDED79AA1}"/>
                </a:ext>
              </a:extLst>
            </p:cNvPr>
            <p:cNvSpPr/>
            <p:nvPr/>
          </p:nvSpPr>
          <p:spPr>
            <a:xfrm>
              <a:off x="334963" y="2147225"/>
              <a:ext cx="1056465" cy="51120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91FF6B94-89A4-96BA-580A-6751B4272B97}"/>
                </a:ext>
              </a:extLst>
            </p:cNvPr>
            <p:cNvSpPr/>
            <p:nvPr/>
          </p:nvSpPr>
          <p:spPr>
            <a:xfrm>
              <a:off x="334965" y="3104876"/>
              <a:ext cx="306001" cy="252254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A186714C-3412-FD60-2923-7D7448762E76}"/>
                </a:ext>
              </a:extLst>
            </p:cNvPr>
            <p:cNvSpPr/>
            <p:nvPr/>
          </p:nvSpPr>
          <p:spPr>
            <a:xfrm>
              <a:off x="677760" y="3104876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2046C362-28C2-F200-B652-5EE62ECF700F}"/>
                </a:ext>
              </a:extLst>
            </p:cNvPr>
            <p:cNvSpPr/>
            <p:nvPr/>
          </p:nvSpPr>
          <p:spPr>
            <a:xfrm>
              <a:off x="677760" y="3738162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8DCE7164-5A3A-933D-1835-D699CD939122}"/>
                </a:ext>
              </a:extLst>
            </p:cNvPr>
            <p:cNvSpPr/>
            <p:nvPr/>
          </p:nvSpPr>
          <p:spPr>
            <a:xfrm>
              <a:off x="677760" y="4371448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4D6C42CA-3FAA-3A12-1C95-8DDE9DEA3B28}"/>
                </a:ext>
              </a:extLst>
            </p:cNvPr>
            <p:cNvSpPr/>
            <p:nvPr/>
          </p:nvSpPr>
          <p:spPr>
            <a:xfrm>
              <a:off x="677760" y="5004731"/>
              <a:ext cx="713668" cy="62269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1CF7667C-BB92-A3DA-BC21-066FB697FE2A}"/>
                </a:ext>
              </a:extLst>
            </p:cNvPr>
            <p:cNvSpPr/>
            <p:nvPr/>
          </p:nvSpPr>
          <p:spPr>
            <a:xfrm>
              <a:off x="334963" y="5953573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8F6079B0-5301-1A05-1C81-DC3682B5DBF5}"/>
                </a:ext>
              </a:extLst>
            </p:cNvPr>
            <p:cNvSpPr/>
            <p:nvPr/>
          </p:nvSpPr>
          <p:spPr>
            <a:xfrm>
              <a:off x="334963" y="2701651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ホームベース 6">
              <a:extLst>
                <a:ext uri="{FF2B5EF4-FFF2-40B4-BE49-F238E27FC236}">
                  <ns2:creationId id="{15B48743-A922-5B6D-0AAE-25AADE7F6DFA}"/>
                </a:ext>
              </a:extLst>
            </p:cNvPr>
            <p:cNvSpPr/>
            <p:nvPr/>
          </p:nvSpPr>
          <p:spPr>
            <a:xfrm>
              <a:off x="2481208" y="1628775"/>
              <a:ext cx="1802457" cy="252000"/>
            </a:xfrm>
            <a:prstGeom prst="homePlate">
              <a:avLst>
                <a:gd name="adj" fmla="val 18199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kumimoji="1"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ホームベース 61">
              <a:extLst>
                <a:ext uri="{FF2B5EF4-FFF2-40B4-BE49-F238E27FC236}">
                  <ns2:creationId id="{9C30C80F-1A07-EBF1-5B77-A5D20D1FED9B}"/>
                </a:ext>
              </a:extLst>
            </p:cNvPr>
            <p:cNvSpPr/>
            <p:nvPr/>
          </p:nvSpPr>
          <p:spPr>
            <a:xfrm>
              <a:off x="4333553" y="1628775"/>
              <a:ext cx="1799416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8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ホームベース 62">
              <a:extLst>
                <a:ext uri="{FF2B5EF4-FFF2-40B4-BE49-F238E27FC236}">
                  <ns2:creationId id="{A66A7314-47E4-D7A9-3996-A5BABDC562DC}"/>
                </a:ext>
              </a:extLst>
            </p:cNvPr>
            <p:cNvSpPr/>
            <p:nvPr/>
          </p:nvSpPr>
          <p:spPr>
            <a:xfrm>
              <a:off x="6181169" y="1628775"/>
              <a:ext cx="3637801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7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ホームベース 64">
              <a:extLst>
                <a:ext uri="{FF2B5EF4-FFF2-40B4-BE49-F238E27FC236}">
                  <ns2:creationId id="{F3B96F54-EB99-F95F-E6AF-CD46918B2248}"/>
                </a:ext>
              </a:extLst>
            </p:cNvPr>
            <p:cNvSpPr/>
            <p:nvPr/>
          </p:nvSpPr>
          <p:spPr>
            <a:xfrm>
              <a:off x="9881130" y="1628775"/>
              <a:ext cx="1774212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5D837773-DC8E-363E-9A86-2F30742F6A14}"/>
                </a:ext>
              </a:extLst>
            </p:cNvPr>
            <p:cNvSpPr/>
            <p:nvPr/>
          </p:nvSpPr>
          <p:spPr>
            <a:xfrm>
              <a:off x="248120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DDFF1869-BF92-D727-82AA-6111989ACAEB}"/>
                </a:ext>
              </a:extLst>
            </p:cNvPr>
            <p:cNvSpPr/>
            <p:nvPr/>
          </p:nvSpPr>
          <p:spPr>
            <a:xfrm>
              <a:off x="433118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41C0EFFA-02B2-F31E-1B72-9B1C6D4A30C9}"/>
                </a:ext>
              </a:extLst>
            </p:cNvPr>
            <p:cNvSpPr/>
            <p:nvPr/>
          </p:nvSpPr>
          <p:spPr>
            <a:xfrm>
              <a:off x="6181169" y="1924000"/>
              <a:ext cx="3637801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880EA992-41D4-2747-143C-FAB199139130}"/>
                </a:ext>
              </a:extLst>
            </p:cNvPr>
            <p:cNvSpPr/>
            <p:nvPr/>
          </p:nvSpPr>
          <p:spPr>
            <a:xfrm>
              <a:off x="9881129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1FC09C24-9AD4-635F-A024-88569E6A025B}"/>
                </a:ext>
              </a:extLst>
            </p:cNvPr>
            <p:cNvSpPr/>
            <p:nvPr/>
          </p:nvSpPr>
          <p:spPr>
            <a:xfrm>
              <a:off x="2481208" y="2147225"/>
              <a:ext cx="18024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677418A9-94B7-E801-47E5-F3AFB584257D}"/>
                </a:ext>
              </a:extLst>
            </p:cNvPr>
            <p:cNvSpPr/>
            <p:nvPr/>
          </p:nvSpPr>
          <p:spPr>
            <a:xfrm>
              <a:off x="4333553" y="2147225"/>
              <a:ext cx="1799416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436D37B-FBDB-94CE-45B2-AFF4647B76C8}"/>
                </a:ext>
              </a:extLst>
            </p:cNvPr>
            <p:cNvSpPr/>
            <p:nvPr/>
          </p:nvSpPr>
          <p:spPr>
            <a:xfrm>
              <a:off x="6184586" y="2147225"/>
              <a:ext cx="36295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B9CAB87B-EEBB-2982-72F6-07CF16033DAA}"/>
                </a:ext>
              </a:extLst>
            </p:cNvPr>
            <p:cNvSpPr/>
            <p:nvPr/>
          </p:nvSpPr>
          <p:spPr>
            <a:xfrm>
              <a:off x="9881129" y="2147225"/>
              <a:ext cx="1774212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41587DAF-AF6C-259B-2607-28250D8ACFFA}"/>
                </a:ext>
              </a:extLst>
            </p:cNvPr>
            <p:cNvSpPr/>
            <p:nvPr/>
          </p:nvSpPr>
          <p:spPr>
            <a:xfrm>
              <a:off x="2481208" y="5953573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83787E38-E7C4-1BF8-AE90-318BD6693460}"/>
                </a:ext>
              </a:extLst>
            </p:cNvPr>
            <p:cNvSpPr/>
            <p:nvPr/>
          </p:nvSpPr>
          <p:spPr>
            <a:xfrm>
              <a:off x="4333553" y="5953573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角丸四角形 98">
              <a:extLst>
                <a:ext uri="{FF2B5EF4-FFF2-40B4-BE49-F238E27FC236}">
                  <ns2:creationId id="{7F303DEC-D551-7E07-55B5-F147B8EE0D29}"/>
                </a:ext>
              </a:extLst>
            </p:cNvPr>
            <p:cNvSpPr/>
            <p:nvPr/>
          </p:nvSpPr>
          <p:spPr>
            <a:xfrm>
              <a:off x="9881129" y="5953573"/>
              <a:ext cx="1774212" cy="360000"/>
            </a:xfrm>
            <a:prstGeom prst="roundRect">
              <a:avLst>
                <a:gd name="adj" fmla="val 0"/>
              </a:avLst>
            </a:prstGeom>
            <a:noFill/>
            <a:ln w="222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1BA2A3A5-E406-E301-CD50-A9C518E1F61B}"/>
                </a:ext>
              </a:extLst>
            </p:cNvPr>
            <p:cNvSpPr/>
            <p:nvPr/>
          </p:nvSpPr>
          <p:spPr>
            <a:xfrm>
              <a:off x="2481208" y="2701651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592AEE77-DBFA-646E-A72A-E66AE841DC5D}"/>
                </a:ext>
              </a:extLst>
            </p:cNvPr>
            <p:cNvSpPr/>
            <p:nvPr/>
          </p:nvSpPr>
          <p:spPr>
            <a:xfrm>
              <a:off x="4333553" y="2701651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235C5D86-7D1B-58D8-106A-694D338E2EA3}"/>
                </a:ext>
              </a:extLst>
            </p:cNvPr>
            <p:cNvSpPr/>
            <p:nvPr/>
          </p:nvSpPr>
          <p:spPr>
            <a:xfrm>
              <a:off x="6181170" y="2701651"/>
              <a:ext cx="3637801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875C07C2-B237-672B-0AA7-7BC27B5A5193}"/>
                </a:ext>
              </a:extLst>
            </p:cNvPr>
            <p:cNvSpPr/>
            <p:nvPr/>
          </p:nvSpPr>
          <p:spPr>
            <a:xfrm>
              <a:off x="9881129" y="2701651"/>
              <a:ext cx="1774212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、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  <a:sym typeface="Google Sans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C58C0797-2228-0428-3C7F-233B41D03356}"/>
                </a:ext>
              </a:extLst>
            </p:cNvPr>
            <p:cNvSpPr/>
            <p:nvPr/>
          </p:nvSpPr>
          <p:spPr>
            <a:xfrm>
              <a:off x="6184585" y="5953573"/>
              <a:ext cx="3629558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角丸四角形 102">
              <a:extLst>
                <a:ext uri="{FF2B5EF4-FFF2-40B4-BE49-F238E27FC236}">
                  <ns2:creationId id="{1AD0BA11-0B39-44D7-59C6-73A946F6B57B}"/>
                </a:ext>
              </a:extLst>
            </p:cNvPr>
            <p:cNvSpPr/>
            <p:nvPr/>
          </p:nvSpPr>
          <p:spPr>
            <a:xfrm>
              <a:off x="1462667" y="3104875"/>
              <a:ext cx="968518" cy="2522548"/>
            </a:xfrm>
            <a:prstGeom prst="rect">
              <a:avLst/>
            </a:prstGeom>
            <a:solidFill>
              <a:srgbClr val="D9D9D9"/>
            </a:solidFill>
            <a:ln w="31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ホームベース 6">
              <a:extLst>
                <a:ext uri="{FF2B5EF4-FFF2-40B4-BE49-F238E27FC236}">
                  <ns2:creationId id="{68097C47-E18A-E1C7-F85B-DF4944BD99E6}"/>
                </a:ext>
              </a:extLst>
            </p:cNvPr>
            <p:cNvSpPr/>
            <p:nvPr/>
          </p:nvSpPr>
          <p:spPr>
            <a:xfrm>
              <a:off x="1462667" y="1628775"/>
              <a:ext cx="968518" cy="252000"/>
            </a:xfrm>
            <a:prstGeom prst="homePlate">
              <a:avLst>
                <a:gd name="adj" fmla="val 18199"/>
              </a:avLst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1ADC1FC7-8458-9A0C-7269-3746F07D5033}"/>
                </a:ext>
              </a:extLst>
            </p:cNvPr>
            <p:cNvSpPr/>
            <p:nvPr/>
          </p:nvSpPr>
          <p:spPr>
            <a:xfrm>
              <a:off x="1462667" y="1924000"/>
              <a:ext cx="968518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kumimoji="1"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54A14A64-E614-05F3-DB6F-3F72EE04E58D}"/>
                </a:ext>
              </a:extLst>
            </p:cNvPr>
            <p:cNvSpPr/>
            <p:nvPr/>
          </p:nvSpPr>
          <p:spPr>
            <a:xfrm>
              <a:off x="1462667" y="2147225"/>
              <a:ext cx="968518" cy="5112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0561F730-2B07-8C4C-A8E2-EA394CA1CE5D}"/>
                </a:ext>
              </a:extLst>
            </p:cNvPr>
            <p:cNvSpPr/>
            <p:nvPr/>
          </p:nvSpPr>
          <p:spPr>
            <a:xfrm>
              <a:off x="1462665" y="5953573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188454AD-5964-9CE9-3418-716012F0D99A}"/>
                </a:ext>
              </a:extLst>
            </p:cNvPr>
            <p:cNvSpPr/>
            <p:nvPr/>
          </p:nvSpPr>
          <p:spPr>
            <a:xfrm>
              <a:off x="1462667" y="2701651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ja-JP" altLang="en-US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片側の 2 つの角を丸めた四角形 31">
              <a:extLst>
                <a:ext uri="{FF2B5EF4-FFF2-40B4-BE49-F238E27FC236}">
                  <ns2:creationId id="{63982374-FC17-DDB0-2B64-BB11D586535A}"/>
                </a:ext>
              </a:extLst>
            </p:cNvPr>
            <p:cNvSpPr/>
            <p:nvPr/>
          </p:nvSpPr>
          <p:spPr>
            <a:xfrm>
              <a:off x="9865759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440D0ACF-7B91-3734-7ACD-9D3972DAA2F4}"/>
                </a:ext>
              </a:extLst>
            </p:cNvPr>
            <p:cNvSpPr/>
            <p:nvPr/>
          </p:nvSpPr>
          <p:spPr>
            <a:xfrm>
              <a:off x="1547709" y="3907341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C7D09C5E-536A-C289-A3C1-18BB0449A0F1}"/>
                </a:ext>
              </a:extLst>
            </p:cNvPr>
            <p:cNvSpPr/>
            <p:nvPr/>
          </p:nvSpPr>
          <p:spPr>
            <a:xfrm>
              <a:off x="1547709" y="4540627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87" name="直線矢印コネクタ 386">
              <a:extLst>
                <a:ext uri="{FF2B5EF4-FFF2-40B4-BE49-F238E27FC236}">
                  <ns2:creationId id="{23BF1AE4-3231-07E3-B359-2A7247ED9547}"/>
                </a:ext>
              </a:extLst>
            </p:cNvPr>
            <p:cNvCxnSpPr>
              <a:cxnSpLocks/>
              <a:stCxn id="167" idx="2"/>
              <a:endCxn id="168" idx="0"/>
            </p:cNvCxnSpPr>
            <p:nvPr/>
          </p:nvCxnSpPr>
          <p:spPr>
            <a:xfrm>
              <a:off x="1946927" y="4159043"/>
              <a:ext cx="0" cy="381584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直線コネクタ 458">
              <a:extLst>
                <a:ext uri="{FF2B5EF4-FFF2-40B4-BE49-F238E27FC236}">
                  <ns2:creationId id="{F6870126-CE69-CB5F-68B9-28E6F7E04640}"/>
                </a:ext>
              </a:extLst>
            </p:cNvPr>
            <p:cNvCxnSpPr>
              <a:cxnSpLocks/>
              <a:stCxn id="105" idx="2"/>
              <a:endCxn id="154" idx="0"/>
            </p:cNvCxnSpPr>
            <p:nvPr/>
          </p:nvCxnSpPr>
          <p:spPr>
            <a:xfrm>
              <a:off x="5522046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角丸四角形 120">
              <a:extLst>
                <a:ext uri="{FF2B5EF4-FFF2-40B4-BE49-F238E27FC236}">
                  <ns2:creationId id="{79FAD239-5448-C23D-9A6E-4AC420AC6D61}"/>
                </a:ext>
              </a:extLst>
            </p:cNvPr>
            <p:cNvSpPr/>
            <p:nvPr/>
          </p:nvSpPr>
          <p:spPr>
            <a:xfrm>
              <a:off x="6860097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片側の 2 つの角を丸めた四角形 121">
              <a:extLst>
                <a:ext uri="{FF2B5EF4-FFF2-40B4-BE49-F238E27FC236}">
                  <ns2:creationId id="{260BEA64-DA5E-BEEA-CBC7-DA60CA1980B7}"/>
                </a:ext>
              </a:extLst>
            </p:cNvPr>
            <p:cNvSpPr/>
            <p:nvPr/>
          </p:nvSpPr>
          <p:spPr>
            <a:xfrm>
              <a:off x="6860097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80000"/>
              </a:srgbClr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角丸四角形 113">
              <a:extLst>
                <a:ext uri="{FF2B5EF4-FFF2-40B4-BE49-F238E27FC236}">
                  <ns2:creationId id="{5559E3B4-8459-0CC4-FF90-73F25A7C6D13}"/>
                </a:ext>
              </a:extLst>
            </p:cNvPr>
            <p:cNvSpPr/>
            <p:nvPr/>
          </p:nvSpPr>
          <p:spPr>
            <a:xfrm>
              <a:off x="7535609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片側の 2 つの角を丸めた四角形 114">
              <a:extLst>
                <a:ext uri="{FF2B5EF4-FFF2-40B4-BE49-F238E27FC236}">
                  <ns2:creationId id="{B851EB28-C871-1860-4186-173E71D238BF}"/>
                </a:ext>
              </a:extLst>
            </p:cNvPr>
            <p:cNvSpPr/>
            <p:nvPr/>
          </p:nvSpPr>
          <p:spPr>
            <a:xfrm>
              <a:off x="7535609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60000"/>
              </a:srgbClr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角丸四角形 111">
              <a:extLst>
                <a:ext uri="{FF2B5EF4-FFF2-40B4-BE49-F238E27FC236}">
                  <ns2:creationId id="{58FDB7BE-782E-37CA-2A2D-62FB0760941F}"/>
                </a:ext>
              </a:extLst>
            </p:cNvPr>
            <p:cNvSpPr/>
            <p:nvPr/>
          </p:nvSpPr>
          <p:spPr>
            <a:xfrm>
              <a:off x="6184586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片側の 2 つの角を丸めた四角形 112">
              <a:extLst>
                <a:ext uri="{FF2B5EF4-FFF2-40B4-BE49-F238E27FC236}">
                  <ns2:creationId id="{B4A52612-97EC-EB65-78DE-676D29179BAF}"/>
                </a:ext>
              </a:extLst>
            </p:cNvPr>
            <p:cNvSpPr/>
            <p:nvPr/>
          </p:nvSpPr>
          <p:spPr>
            <a:xfrm>
              <a:off x="6184585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ns2:creationId id="{3BDB6C42-A2E7-3672-6747-601B86693B47}"/>
                </a:ext>
              </a:extLst>
            </p:cNvPr>
            <p:cNvSpPr/>
            <p:nvPr/>
          </p:nvSpPr>
          <p:spPr>
            <a:xfrm>
              <a:off x="2481208" y="5010893"/>
              <a:ext cx="87521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角丸四角形 101">
              <a:extLst>
                <a:ext uri="{FF2B5EF4-FFF2-40B4-BE49-F238E27FC236}">
                  <ns2:creationId id="{0644104E-0A30-C2B1-F04F-F1842E10E0C2}"/>
                </a:ext>
              </a:extLst>
            </p:cNvPr>
            <p:cNvSpPr/>
            <p:nvPr/>
          </p:nvSpPr>
          <p:spPr>
            <a:xfrm>
              <a:off x="2481203" y="4394223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角丸四角形 125">
              <a:extLst>
                <a:ext uri="{FF2B5EF4-FFF2-40B4-BE49-F238E27FC236}">
                  <ns2:creationId id="{5294CEDF-5FA6-7ADC-23A8-27D3A4CEAADD}"/>
                </a:ext>
              </a:extLst>
            </p:cNvPr>
            <p:cNvSpPr/>
            <p:nvPr/>
          </p:nvSpPr>
          <p:spPr>
            <a:xfrm>
              <a:off x="2481203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角丸四角形 127">
              <a:extLst>
                <a:ext uri="{FF2B5EF4-FFF2-40B4-BE49-F238E27FC236}">
                  <ns2:creationId id="{5D09C8A9-FC34-8526-5441-BD8D018B18E9}"/>
                </a:ext>
              </a:extLst>
            </p:cNvPr>
            <p:cNvSpPr/>
            <p:nvPr/>
          </p:nvSpPr>
          <p:spPr>
            <a:xfrm>
              <a:off x="4333553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角丸四角形 136">
              <a:extLst>
                <a:ext uri="{FF2B5EF4-FFF2-40B4-BE49-F238E27FC236}">
                  <ns2:creationId id="{F069EA43-371C-C3BE-1174-2255E260C79E}"/>
                </a:ext>
              </a:extLst>
            </p:cNvPr>
            <p:cNvSpPr/>
            <p:nvPr/>
          </p:nvSpPr>
          <p:spPr>
            <a:xfrm>
              <a:off x="98657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角丸四角形 138">
              <a:extLst>
                <a:ext uri="{FF2B5EF4-FFF2-40B4-BE49-F238E27FC236}">
                  <ns2:creationId id="{D6E9F5FF-011C-380E-9998-48CC2322EA16}"/>
                </a:ext>
              </a:extLst>
            </p:cNvPr>
            <p:cNvSpPr/>
            <p:nvPr/>
          </p:nvSpPr>
          <p:spPr>
            <a:xfrm>
              <a:off x="107863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角丸四角形 143">
              <a:extLst>
                <a:ext uri="{FF2B5EF4-FFF2-40B4-BE49-F238E27FC236}">
                  <ns2:creationId id="{887BE6FA-442C-1CEB-2051-2CC85DAFEC8B}"/>
                </a:ext>
              </a:extLst>
            </p:cNvPr>
            <p:cNvSpPr/>
            <p:nvPr/>
          </p:nvSpPr>
          <p:spPr>
            <a:xfrm>
              <a:off x="4349311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" name="図 16">
              <a:extLst>
                <a:ext uri="{FF2B5EF4-FFF2-40B4-BE49-F238E27FC236}">
                  <ns2:creationId id="{C6625DC1-EB40-8357-7D02-F10BD3C14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30043" y="4407518"/>
              <a:ext cx="365314" cy="382852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9" name="図 18">
              <a:extLst>
                <a:ext uri="{FF2B5EF4-FFF2-40B4-BE49-F238E27FC236}">
                  <ns2:creationId id="{F50A2148-3376-6FBD-E1AE-F62CDADE5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666492" y="4407518"/>
              <a:ext cx="365314" cy="382852"/>
            </a:xfrm>
            <a:prstGeom prst="rect">
              <a:avLst/>
            </a:prstGeom>
          </p:spPr>
        </p:pic>
        <p:pic>
          <p:nvPicPr>
            <p:cNvPr id="145" name="図 144">
              <a:extLst>
                <a:ext uri="{FF2B5EF4-FFF2-40B4-BE49-F238E27FC236}">
                  <ns2:creationId id="{43B4D57E-8D28-DC23-8417-EE496009D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479470" y="4407518"/>
              <a:ext cx="365314" cy="382852"/>
            </a:xfrm>
            <a:prstGeom prst="rect">
              <a:avLst/>
            </a:prstGeom>
          </p:spPr>
        </p:pic>
        <p:pic>
          <p:nvPicPr>
            <p:cNvPr id="161" name="図 160">
              <a:extLst>
                <a:ext uri="{FF2B5EF4-FFF2-40B4-BE49-F238E27FC236}">
                  <ns2:creationId id="{1436DEB3-585F-0325-A391-BAF4550F7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815605" y="4407518"/>
              <a:ext cx="365314" cy="382852"/>
            </a:xfrm>
            <a:prstGeom prst="rect">
              <a:avLst/>
            </a:prstGeom>
          </p:spPr>
        </p:pic>
        <p:sp>
          <p:nvSpPr>
            <p:cNvPr id="171" name="角丸四角形 170">
              <a:extLst>
                <a:ext uri="{FF2B5EF4-FFF2-40B4-BE49-F238E27FC236}">
                  <ns2:creationId id="{3050DAB1-B3C3-C235-2D7C-8252EAB4CE53}"/>
                </a:ext>
              </a:extLst>
            </p:cNvPr>
            <p:cNvSpPr/>
            <p:nvPr/>
          </p:nvSpPr>
          <p:spPr>
            <a:xfrm>
              <a:off x="9881129" y="4308829"/>
              <a:ext cx="1774212" cy="616531"/>
            </a:xfrm>
            <a:prstGeom prst="roundRect">
              <a:avLst>
                <a:gd name="adj" fmla="val 34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角丸四角形 182">
              <a:extLst>
                <a:ext uri="{FF2B5EF4-FFF2-40B4-BE49-F238E27FC236}">
                  <ns2:creationId id="{DB96D3AC-CC0C-FFE9-607E-13454F5712D9}"/>
                </a:ext>
              </a:extLst>
            </p:cNvPr>
            <p:cNvSpPr/>
            <p:nvPr/>
          </p:nvSpPr>
          <p:spPr>
            <a:xfrm>
              <a:off x="9873414" y="3099530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1" name="図 190">
              <a:extLst>
                <a:ext uri="{FF2B5EF4-FFF2-40B4-BE49-F238E27FC236}">
                  <ns2:creationId id="{55B19A67-BA70-F5D5-083C-BBF60A6EA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027117" y="3263191"/>
              <a:ext cx="314255" cy="329342"/>
            </a:xfrm>
            <a:prstGeom prst="rect">
              <a:avLst/>
            </a:prstGeom>
          </p:spPr>
        </p:pic>
        <p:pic>
          <p:nvPicPr>
            <p:cNvPr id="250" name="図 249">
              <a:extLst>
                <a:ext uri="{FF2B5EF4-FFF2-40B4-BE49-F238E27FC236}">
                  <ns2:creationId id="{C28F4A48-F4E3-4245-3A70-6324C4B8E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151740" y="4407518"/>
              <a:ext cx="365314" cy="382852"/>
            </a:xfrm>
            <a:prstGeom prst="rect">
              <a:avLst/>
            </a:prstGeom>
          </p:spPr>
        </p:pic>
        <p:pic>
          <p:nvPicPr>
            <p:cNvPr id="251" name="図 250">
              <a:extLst>
                <a:ext uri="{FF2B5EF4-FFF2-40B4-BE49-F238E27FC236}">
                  <ns2:creationId id="{10938ADB-DA1A-4218-363E-71A6AA48A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002941" y="4407518"/>
              <a:ext cx="365314" cy="382852"/>
            </a:xfrm>
            <a:prstGeom prst="rect">
              <a:avLst/>
            </a:prstGeom>
          </p:spPr>
        </p:pic>
        <p:cxnSp>
          <p:nvCxnSpPr>
            <p:cNvPr id="29" name="カギ線コネクタ 28">
              <a:extLst>
                <a:ext uri="{FF2B5EF4-FFF2-40B4-BE49-F238E27FC236}">
                  <ns2:creationId id="{53FC1340-5755-DBC0-E0F7-8562C42513B8}"/>
                </a:ext>
              </a:extLst>
            </p:cNvPr>
            <p:cNvCxnSpPr>
              <a:cxnSpLocks/>
              <a:stCxn id="161" idx="0"/>
              <a:endCxn id="107" idx="2"/>
            </p:cNvCxnSpPr>
            <p:nvPr/>
          </p:nvCxnSpPr>
          <p:spPr>
            <a:xfrm rot="16200000" flipV="1">
              <a:off x="2745094" y="4154350"/>
              <a:ext cx="209492" cy="296844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カギ線コネクタ 252">
              <a:extLst>
                <a:ext uri="{FF2B5EF4-FFF2-40B4-BE49-F238E27FC236}">
                  <ns2:creationId id="{038502E9-5AAB-1FBB-CD8C-1379FCB1465E}"/>
                </a:ext>
              </a:extLst>
            </p:cNvPr>
            <p:cNvCxnSpPr>
              <a:cxnSpLocks/>
              <a:stCxn id="250" idx="0"/>
              <a:endCxn id="106" idx="2"/>
            </p:cNvCxnSpPr>
            <p:nvPr/>
          </p:nvCxnSpPr>
          <p:spPr>
            <a:xfrm rot="16200000" flipV="1">
              <a:off x="3154575" y="4227695"/>
              <a:ext cx="209492" cy="150153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カギ線コネクタ 254">
              <a:extLst>
                <a:ext uri="{FF2B5EF4-FFF2-40B4-BE49-F238E27FC236}">
                  <ns2:creationId id="{EA185D59-7161-80B5-15C2-24C1C8BA2EC6}"/>
                </a:ext>
              </a:extLst>
            </p:cNvPr>
            <p:cNvCxnSpPr>
              <a:cxnSpLocks/>
              <a:stCxn id="12" idx="0"/>
              <a:endCxn id="250" idx="2"/>
            </p:cNvCxnSpPr>
            <p:nvPr/>
          </p:nvCxnSpPr>
          <p:spPr>
            <a:xfrm rot="5400000" flipH="1" flipV="1">
              <a:off x="3016344" y="4692841"/>
              <a:ext cx="220523" cy="415583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カギ線コネクタ 255">
              <a:extLst>
                <a:ext uri="{FF2B5EF4-FFF2-40B4-BE49-F238E27FC236}">
                  <ns2:creationId id="{D2A8CC62-4BE0-465B-FC42-89DAF7C2083C}"/>
                </a:ext>
              </a:extLst>
            </p:cNvPr>
            <p:cNvCxnSpPr>
              <a:cxnSpLocks/>
              <a:stCxn id="128" idx="0"/>
              <a:endCxn id="251" idx="2"/>
            </p:cNvCxnSpPr>
            <p:nvPr/>
          </p:nvCxnSpPr>
          <p:spPr>
            <a:xfrm rot="5400000" flipH="1" flipV="1">
              <a:off x="4867789" y="4693085"/>
              <a:ext cx="220523" cy="415095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カギ線コネクタ 259">
              <a:extLst>
                <a:ext uri="{FF2B5EF4-FFF2-40B4-BE49-F238E27FC236}">
                  <ns2:creationId id="{55D20493-BDB4-7BE4-A9ED-409263440356}"/>
                </a:ext>
              </a:extLst>
            </p:cNvPr>
            <p:cNvCxnSpPr>
              <a:cxnSpLocks/>
              <a:stCxn id="141" idx="0"/>
              <a:endCxn id="784" idx="2"/>
            </p:cNvCxnSpPr>
            <p:nvPr/>
          </p:nvCxnSpPr>
          <p:spPr>
            <a:xfrm rot="16200000" flipV="1">
              <a:off x="10806980" y="4583147"/>
              <a:ext cx="407463" cy="821908"/>
            </a:xfrm>
            <a:prstGeom prst="bentConnector3">
              <a:avLst>
                <a:gd name="adj1" fmla="val 6014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02056D98-EE19-1515-281A-1361C944AE7C}"/>
                </a:ext>
              </a:extLst>
            </p:cNvPr>
            <p:cNvCxnSpPr>
              <a:cxnSpLocks/>
              <a:stCxn id="35" idx="2"/>
              <a:endCxn id="107" idx="0"/>
            </p:cNvCxnSpPr>
            <p:nvPr/>
          </p:nvCxnSpPr>
          <p:spPr>
            <a:xfrm>
              <a:off x="2701418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コネクタ 260">
              <a:extLst>
                <a:ext uri="{FF2B5EF4-FFF2-40B4-BE49-F238E27FC236}">
                  <ns2:creationId id="{0D6AD8FF-24BE-D012-11E3-8CCD910EF10E}"/>
                </a:ext>
              </a:extLst>
            </p:cNvPr>
            <p:cNvCxnSpPr>
              <a:cxnSpLocks/>
              <a:stCxn id="191" idx="2"/>
              <a:endCxn id="106" idx="0"/>
            </p:cNvCxnSpPr>
            <p:nvPr/>
          </p:nvCxnSpPr>
          <p:spPr>
            <a:xfrm flipH="1">
              <a:off x="3184244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63AC5B14-6EFB-8A80-EC73-B709595AC5DB}"/>
                </a:ext>
              </a:extLst>
            </p:cNvPr>
            <p:cNvCxnSpPr>
              <a:cxnSpLocks/>
              <a:stCxn id="192" idx="2"/>
              <a:endCxn id="109" idx="0"/>
            </p:cNvCxnSpPr>
            <p:nvPr/>
          </p:nvCxnSpPr>
          <p:spPr>
            <a:xfrm flipH="1">
              <a:off x="4535789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D6C7B171-227D-105C-F9F4-BD7C226F1144}"/>
                </a:ext>
              </a:extLst>
            </p:cNvPr>
            <p:cNvCxnSpPr>
              <a:cxnSpLocks/>
              <a:stCxn id="193" idx="2"/>
              <a:endCxn id="111" idx="0"/>
            </p:cNvCxnSpPr>
            <p:nvPr/>
          </p:nvCxnSpPr>
          <p:spPr>
            <a:xfrm flipH="1">
              <a:off x="5028918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カギ線コネクタ 263">
              <a:extLst>
                <a:ext uri="{FF2B5EF4-FFF2-40B4-BE49-F238E27FC236}">
                  <ns2:creationId id="{721CDB3E-44DE-36AD-5E28-BBD5FD952CE9}"/>
                </a:ext>
              </a:extLst>
            </p:cNvPr>
            <p:cNvCxnSpPr>
              <a:cxnSpLocks/>
              <a:stCxn id="19" idx="0"/>
              <a:endCxn id="109" idx="2"/>
            </p:cNvCxnSpPr>
            <p:nvPr/>
          </p:nvCxnSpPr>
          <p:spPr>
            <a:xfrm rot="16200000" flipV="1">
              <a:off x="4587723" y="4146092"/>
              <a:ext cx="209492" cy="31336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カギ線コネクタ 268">
              <a:extLst>
                <a:ext uri="{FF2B5EF4-FFF2-40B4-BE49-F238E27FC236}">
                  <ns2:creationId id="{74BD1E5D-A431-7220-E438-A6235408B088}"/>
                </a:ext>
              </a:extLst>
            </p:cNvPr>
            <p:cNvCxnSpPr>
              <a:cxnSpLocks/>
              <a:stCxn id="251" idx="0"/>
              <a:endCxn id="111" idx="2"/>
            </p:cNvCxnSpPr>
            <p:nvPr/>
          </p:nvCxnSpPr>
          <p:spPr>
            <a:xfrm rot="16200000" flipV="1">
              <a:off x="5002512" y="4224432"/>
              <a:ext cx="209492" cy="15668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9" name="角丸四角形 398">
              <a:extLst>
                <a:ext uri="{FF2B5EF4-FFF2-40B4-BE49-F238E27FC236}">
                  <ns2:creationId id="{9768D42B-8C88-8CEF-FF58-88523F6CEB8E}"/>
                </a:ext>
              </a:extLst>
            </p:cNvPr>
            <p:cNvSpPr/>
            <p:nvPr/>
          </p:nvSpPr>
          <p:spPr>
            <a:xfrm>
              <a:off x="5259070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0" name="図 399">
              <a:extLst>
                <a:ext uri="{FF2B5EF4-FFF2-40B4-BE49-F238E27FC236}">
                  <ns2:creationId id="{4E93A66A-4444-C1A2-39C3-927880E39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501896" y="5197832"/>
              <a:ext cx="388247" cy="406886"/>
            </a:xfrm>
            <a:prstGeom prst="rect">
              <a:avLst/>
            </a:prstGeom>
          </p:spPr>
        </p:pic>
        <p:sp>
          <p:nvSpPr>
            <p:cNvPr id="401" name="角丸四角形 400">
              <a:extLst>
                <a:ext uri="{FF2B5EF4-FFF2-40B4-BE49-F238E27FC236}">
                  <ns2:creationId id="{D23A6954-79CE-C1EC-AFA9-16E3638FB3C3}"/>
                </a:ext>
              </a:extLst>
            </p:cNvPr>
            <p:cNvSpPr/>
            <p:nvPr/>
          </p:nvSpPr>
          <p:spPr>
            <a:xfrm>
              <a:off x="3408036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2" name="図 401">
              <a:extLst>
                <a:ext uri="{FF2B5EF4-FFF2-40B4-BE49-F238E27FC236}">
                  <ns2:creationId id="{75ED31FC-D50E-9A4D-250C-23E9A4547A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651728" y="5197832"/>
              <a:ext cx="388247" cy="406886"/>
            </a:xfrm>
            <a:prstGeom prst="rect">
              <a:avLst/>
            </a:prstGeom>
          </p:spPr>
        </p:pic>
        <p:pic>
          <p:nvPicPr>
            <p:cNvPr id="411" name="図 410">
              <a:extLst>
                <a:ext uri="{FF2B5EF4-FFF2-40B4-BE49-F238E27FC236}">
                  <ns2:creationId id="{C8A040A3-D491-B273-48C8-DFDF3D5AB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487874" y="4407518"/>
              <a:ext cx="365314" cy="382852"/>
            </a:xfrm>
            <a:prstGeom prst="rect">
              <a:avLst/>
            </a:prstGeom>
          </p:spPr>
        </p:pic>
        <p:pic>
          <p:nvPicPr>
            <p:cNvPr id="416" name="図 415">
              <a:extLst>
                <a:ext uri="{FF2B5EF4-FFF2-40B4-BE49-F238E27FC236}">
                  <ns2:creationId id="{F4E7A9C0-50B0-1259-6FA4-4B1CCC85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513404" y="3263191"/>
              <a:ext cx="314255" cy="329342"/>
            </a:xfrm>
            <a:prstGeom prst="rect">
              <a:avLst/>
            </a:prstGeom>
          </p:spPr>
        </p:pic>
        <p:cxnSp>
          <p:nvCxnSpPr>
            <p:cNvPr id="428" name="直線コネクタ 427">
              <a:extLst>
                <a:ext uri="{FF2B5EF4-FFF2-40B4-BE49-F238E27FC236}">
                  <ns2:creationId id="{8C03CB7B-726E-99DF-52D6-90EFD2F6798C}"/>
                </a:ext>
              </a:extLst>
            </p:cNvPr>
            <p:cNvCxnSpPr>
              <a:cxnSpLocks/>
              <a:stCxn id="416" idx="2"/>
              <a:endCxn id="110" idx="0"/>
            </p:cNvCxnSpPr>
            <p:nvPr/>
          </p:nvCxnSpPr>
          <p:spPr>
            <a:xfrm flipH="1">
              <a:off x="3670531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9C72C6C7-1F50-53B9-A9E9-7DB3F34AD5FE}"/>
                </a:ext>
              </a:extLst>
            </p:cNvPr>
            <p:cNvCxnSpPr>
              <a:cxnSpLocks/>
              <a:endCxn id="105" idx="0"/>
            </p:cNvCxnSpPr>
            <p:nvPr/>
          </p:nvCxnSpPr>
          <p:spPr>
            <a:xfrm>
              <a:off x="5521494" y="3602921"/>
              <a:ext cx="552" cy="19910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カギ線コネクタ 504">
              <a:extLst>
                <a:ext uri="{FF2B5EF4-FFF2-40B4-BE49-F238E27FC236}">
                  <ns2:creationId id="{50E62EF4-AD9D-0AF8-E49D-539804C502C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53032" y="4876168"/>
              <a:ext cx="103741" cy="16571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角丸四角形 130">
              <a:extLst>
                <a:ext uri="{FF2B5EF4-FFF2-40B4-BE49-F238E27FC236}">
                  <ns2:creationId id="{8A4AD567-7922-E648-04E0-E9D9A807F577}"/>
                </a:ext>
              </a:extLst>
            </p:cNvPr>
            <p:cNvSpPr/>
            <p:nvPr/>
          </p:nvSpPr>
          <p:spPr>
            <a:xfrm>
              <a:off x="6184587" y="5010893"/>
              <a:ext cx="182185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角丸四角形 396">
              <a:extLst>
                <a:ext uri="{FF2B5EF4-FFF2-40B4-BE49-F238E27FC236}">
                  <ns2:creationId id="{AE2884B4-5680-849A-3E9F-CD18581180E5}"/>
                </a:ext>
              </a:extLst>
            </p:cNvPr>
            <p:cNvSpPr/>
            <p:nvPr/>
          </p:nvSpPr>
          <p:spPr>
            <a:xfrm>
              <a:off x="8058055" y="5010893"/>
              <a:ext cx="1756088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81" name="カギ線コネクタ 480">
              <a:extLst>
                <a:ext uri="{FF2B5EF4-FFF2-40B4-BE49-F238E27FC236}">
                  <ns2:creationId id="{26A70909-7992-5583-1350-AF089752EAED}"/>
                </a:ext>
              </a:extLst>
            </p:cNvPr>
            <p:cNvCxnSpPr>
              <a:cxnSpLocks/>
              <a:stCxn id="593" idx="0"/>
              <a:endCxn id="709" idx="2"/>
            </p:cNvCxnSpPr>
            <p:nvPr/>
          </p:nvCxnSpPr>
          <p:spPr>
            <a:xfrm rot="16200000" flipV="1">
              <a:off x="8623286" y="4684205"/>
              <a:ext cx="407463" cy="619792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正方形/長方形 555">
              <a:extLst>
                <a:ext uri="{FF2B5EF4-FFF2-40B4-BE49-F238E27FC236}">
                  <ns2:creationId id="{4B6AC414-D892-C0CA-19BE-BBF539CE62C3}"/>
                </a:ext>
              </a:extLst>
            </p:cNvPr>
            <p:cNvSpPr/>
            <p:nvPr/>
          </p:nvSpPr>
          <p:spPr>
            <a:xfrm>
              <a:off x="6334059" y="3847733"/>
              <a:ext cx="313055" cy="304587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71" name="図 570">
              <a:extLst>
                <a:ext uri="{FF2B5EF4-FFF2-40B4-BE49-F238E27FC236}">
                  <ns2:creationId id="{82A02DE7-6A12-2DA5-76DE-F637D3368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96229" y="3382583"/>
              <a:ext cx="203488" cy="213257"/>
            </a:xfrm>
            <a:prstGeom prst="rect">
              <a:avLst/>
            </a:prstGeom>
          </p:spPr>
        </p:pic>
        <p:pic>
          <p:nvPicPr>
            <p:cNvPr id="641" name="図 640">
              <a:extLst>
                <a:ext uri="{FF2B5EF4-FFF2-40B4-BE49-F238E27FC236}">
                  <ns2:creationId id="{35429BA5-C6CA-7F27-40BC-3D94C9779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33459" y="3263191"/>
              <a:ext cx="314255" cy="329342"/>
            </a:xfrm>
            <a:prstGeom prst="rect">
              <a:avLst/>
            </a:prstGeom>
          </p:spPr>
        </p:pic>
        <p:pic>
          <p:nvPicPr>
            <p:cNvPr id="656" name="図 655">
              <a:extLst>
                <a:ext uri="{FF2B5EF4-FFF2-40B4-BE49-F238E27FC236}">
                  <ns2:creationId id="{99374E84-F70F-CF80-9E88-D96A0B939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07929" y="4407518"/>
              <a:ext cx="365314" cy="382852"/>
            </a:xfrm>
            <a:prstGeom prst="rect">
              <a:avLst/>
            </a:prstGeom>
          </p:spPr>
        </p:pic>
        <p:sp>
          <p:nvSpPr>
            <p:cNvPr id="663" name="正方形/長方形 662">
              <a:extLst>
                <a:ext uri="{FF2B5EF4-FFF2-40B4-BE49-F238E27FC236}">
                  <ns2:creationId id="{42A8511F-5A1A-088C-6248-752F75060F84}"/>
                </a:ext>
              </a:extLst>
            </p:cNvPr>
            <p:cNvSpPr/>
            <p:nvPr/>
          </p:nvSpPr>
          <p:spPr>
            <a:xfrm>
              <a:off x="3845538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4" name="正方形/長方形 663">
              <a:extLst>
                <a:ext uri="{FF2B5EF4-FFF2-40B4-BE49-F238E27FC236}">
                  <ns2:creationId id="{F1E66F22-C92E-EA0E-ED04-9D4BF50D9FAB}"/>
                </a:ext>
              </a:extLst>
            </p:cNvPr>
            <p:cNvSpPr/>
            <p:nvPr/>
          </p:nvSpPr>
          <p:spPr>
            <a:xfrm>
              <a:off x="3846646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5" name="正方形/長方形 664">
              <a:extLst>
                <a:ext uri="{FF2B5EF4-FFF2-40B4-BE49-F238E27FC236}">
                  <ns2:creationId id="{B2537815-3649-E2C7-3E63-B8BBAFC79943}"/>
                </a:ext>
              </a:extLst>
            </p:cNvPr>
            <p:cNvSpPr/>
            <p:nvPr/>
          </p:nvSpPr>
          <p:spPr>
            <a:xfrm>
              <a:off x="3846646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6" name="正方形/長方形 665">
              <a:extLst>
                <a:ext uri="{FF2B5EF4-FFF2-40B4-BE49-F238E27FC236}">
                  <ns2:creationId id="{0FFBD910-BCD6-0391-8371-DD22248C666D}"/>
                </a:ext>
              </a:extLst>
            </p:cNvPr>
            <p:cNvSpPr/>
            <p:nvPr/>
          </p:nvSpPr>
          <p:spPr>
            <a:xfrm>
              <a:off x="5729014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7" name="正方形/長方形 666">
              <a:extLst>
                <a:ext uri="{FF2B5EF4-FFF2-40B4-BE49-F238E27FC236}">
                  <ns2:creationId id="{42B6A109-6BDF-397C-727F-DB860FD867E8}"/>
                </a:ext>
              </a:extLst>
            </p:cNvPr>
            <p:cNvSpPr/>
            <p:nvPr/>
          </p:nvSpPr>
          <p:spPr>
            <a:xfrm>
              <a:off x="5730122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8" name="正方形/長方形 667">
              <a:extLst>
                <a:ext uri="{FF2B5EF4-FFF2-40B4-BE49-F238E27FC236}">
                  <ns2:creationId id="{5A67F13F-79EA-8E89-36A3-A38250397846}"/>
                </a:ext>
              </a:extLst>
            </p:cNvPr>
            <p:cNvSpPr/>
            <p:nvPr/>
          </p:nvSpPr>
          <p:spPr>
            <a:xfrm>
              <a:off x="5730122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73" name="正方形/長方形 672">
              <a:extLst>
                <a:ext uri="{FF2B5EF4-FFF2-40B4-BE49-F238E27FC236}">
                  <ns2:creationId id="{3734A14A-5035-3457-C593-A82FB8F4E370}"/>
                </a:ext>
              </a:extLst>
            </p:cNvPr>
            <p:cNvSpPr/>
            <p:nvPr/>
          </p:nvSpPr>
          <p:spPr>
            <a:xfrm>
              <a:off x="6902140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74" name="図 673">
              <a:extLst>
                <a:ext uri="{FF2B5EF4-FFF2-40B4-BE49-F238E27FC236}">
                  <ns2:creationId id="{2B140E26-37E3-8281-EE4D-AF89EB858B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82214" y="4597978"/>
              <a:ext cx="231518" cy="242632"/>
            </a:xfrm>
            <a:prstGeom prst="rect">
              <a:avLst/>
            </a:prstGeom>
          </p:spPr>
        </p:pic>
        <p:pic>
          <p:nvPicPr>
            <p:cNvPr id="672" name="図 671">
              <a:extLst>
                <a:ext uri="{FF2B5EF4-FFF2-40B4-BE49-F238E27FC236}">
                  <ns2:creationId id="{26AF4AA1-BCC8-9781-577E-2D6EA97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983440" y="4421351"/>
              <a:ext cx="365312" cy="382851"/>
            </a:xfrm>
            <a:prstGeom prst="rect">
              <a:avLst/>
            </a:prstGeom>
          </p:spPr>
        </p:pic>
        <p:pic>
          <p:nvPicPr>
            <p:cNvPr id="675" name="図 674">
              <a:extLst>
                <a:ext uri="{FF2B5EF4-FFF2-40B4-BE49-F238E27FC236}">
                  <ns2:creationId id="{63456024-D242-7FD3-6619-EB45D1118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79324" y="3382584"/>
              <a:ext cx="203488" cy="213257"/>
            </a:xfrm>
            <a:prstGeom prst="rect">
              <a:avLst/>
            </a:prstGeom>
          </p:spPr>
        </p:pic>
        <p:sp>
          <p:nvSpPr>
            <p:cNvPr id="681" name="正方形/長方形 680">
              <a:extLst>
                <a:ext uri="{FF2B5EF4-FFF2-40B4-BE49-F238E27FC236}">
                  <ns2:creationId id="{5E92FAD1-6AC8-57BC-F93F-4FB678B06A02}"/>
                </a:ext>
              </a:extLst>
            </p:cNvPr>
            <p:cNvSpPr/>
            <p:nvPr/>
          </p:nvSpPr>
          <p:spPr>
            <a:xfrm>
              <a:off x="7585236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83" name="図 682">
              <a:extLst>
                <a:ext uri="{FF2B5EF4-FFF2-40B4-BE49-F238E27FC236}">
                  <ns2:creationId id="{A9F59F19-FED6-7CFE-6A89-0C9391A18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65310" y="4597978"/>
              <a:ext cx="231518" cy="242632"/>
            </a:xfrm>
            <a:prstGeom prst="rect">
              <a:avLst/>
            </a:prstGeom>
          </p:spPr>
        </p:pic>
        <p:pic>
          <p:nvPicPr>
            <p:cNvPr id="685" name="図 684">
              <a:extLst>
                <a:ext uri="{FF2B5EF4-FFF2-40B4-BE49-F238E27FC236}">
                  <ns2:creationId id="{EDA1672C-EEF7-78DA-5A1C-641558FB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58953" y="4421351"/>
              <a:ext cx="365312" cy="382851"/>
            </a:xfrm>
            <a:prstGeom prst="rect">
              <a:avLst/>
            </a:prstGeom>
          </p:spPr>
        </p:pic>
        <p:pic>
          <p:nvPicPr>
            <p:cNvPr id="710" name="図 709">
              <a:extLst>
                <a:ext uri="{FF2B5EF4-FFF2-40B4-BE49-F238E27FC236}">
                  <ns2:creationId id="{DCCD808A-29BF-7EBF-F9B5-644FB658B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09975" y="4407518"/>
              <a:ext cx="365313" cy="382851"/>
            </a:xfrm>
            <a:prstGeom prst="rect">
              <a:avLst/>
            </a:prstGeom>
          </p:spPr>
        </p:pic>
        <p:cxnSp>
          <p:nvCxnSpPr>
            <p:cNvPr id="729" name="直線コネクタ 728">
              <a:extLst>
                <a:ext uri="{FF2B5EF4-FFF2-40B4-BE49-F238E27FC236}">
                  <ns2:creationId id="{A3080048-B8BD-4709-061E-C991A4C866C6}"/>
                </a:ext>
              </a:extLst>
            </p:cNvPr>
            <p:cNvCxnSpPr>
              <a:cxnSpLocks/>
              <a:stCxn id="157" idx="2"/>
              <a:endCxn id="685" idx="0"/>
            </p:cNvCxnSpPr>
            <p:nvPr/>
          </p:nvCxnSpPr>
          <p:spPr>
            <a:xfrm flipH="1">
              <a:off x="7841609" y="4198026"/>
              <a:ext cx="1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カギ線コネクタ 744">
              <a:extLst>
                <a:ext uri="{FF2B5EF4-FFF2-40B4-BE49-F238E27FC236}">
                  <ns2:creationId id="{D95A3FE0-B877-D47C-AD65-34C2B30EF64E}"/>
                </a:ext>
              </a:extLst>
            </p:cNvPr>
            <p:cNvCxnSpPr>
              <a:cxnSpLocks/>
              <a:stCxn id="593" idx="0"/>
              <a:endCxn id="710" idx="2"/>
            </p:cNvCxnSpPr>
            <p:nvPr/>
          </p:nvCxnSpPr>
          <p:spPr>
            <a:xfrm rot="5400000" flipH="1" flipV="1">
              <a:off x="8961041" y="4966242"/>
              <a:ext cx="407463" cy="55719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4" name="図 753">
              <a:extLst>
                <a:ext uri="{FF2B5EF4-FFF2-40B4-BE49-F238E27FC236}">
                  <ns2:creationId id="{F49F8D18-785F-8FB0-0B5C-121FA062C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35503" y="3263191"/>
              <a:ext cx="314256" cy="329342"/>
            </a:xfrm>
            <a:prstGeom prst="rect">
              <a:avLst/>
            </a:prstGeom>
          </p:spPr>
        </p:pic>
        <p:sp>
          <p:nvSpPr>
            <p:cNvPr id="766" name="正方形/長方形 765">
              <a:extLst>
                <a:ext uri="{FF2B5EF4-FFF2-40B4-BE49-F238E27FC236}">
                  <ns2:creationId id="{90F588DD-2B25-5CA2-AE75-A0EE4AD34158}"/>
                </a:ext>
              </a:extLst>
            </p:cNvPr>
            <p:cNvSpPr/>
            <p:nvPr/>
          </p:nvSpPr>
          <p:spPr>
            <a:xfrm>
              <a:off x="9456459" y="3304752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7" name="正方形/長方形 766">
              <a:extLst>
                <a:ext uri="{FF2B5EF4-FFF2-40B4-BE49-F238E27FC236}">
                  <ns2:creationId id="{D07D960E-FED8-4F48-27F5-15E54D3FBBCF}"/>
                </a:ext>
              </a:extLst>
            </p:cNvPr>
            <p:cNvSpPr/>
            <p:nvPr/>
          </p:nvSpPr>
          <p:spPr>
            <a:xfrm>
              <a:off x="9456459" y="3876916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8" name="正方形/長方形 767">
              <a:extLst>
                <a:ext uri="{FF2B5EF4-FFF2-40B4-BE49-F238E27FC236}">
                  <ns2:creationId id="{82952007-87DF-36A1-70AE-5747B997943F}"/>
                </a:ext>
              </a:extLst>
            </p:cNvPr>
            <p:cNvSpPr/>
            <p:nvPr/>
          </p:nvSpPr>
          <p:spPr>
            <a:xfrm>
              <a:off x="9456459" y="4471986"/>
              <a:ext cx="25200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grpSp>
          <p:nvGrpSpPr>
            <p:cNvPr id="361" name="グループ化 360">
              <a:extLst>
                <a:ext uri="{FF2B5EF4-FFF2-40B4-BE49-F238E27FC236}">
                  <ns2:creationId id="{7C5C5F75-7CB2-6B52-A075-E836F1F4FBC3}"/>
                </a:ext>
              </a:extLst>
            </p:cNvPr>
            <p:cNvGrpSpPr/>
            <p:nvPr/>
          </p:nvGrpSpPr>
          <p:grpSpPr>
            <a:xfrm>
              <a:off x="9865119" y="4373531"/>
              <a:ext cx="396180" cy="450824"/>
              <a:chOff x="9915355" y="4558105"/>
              <a:chExt cx="396180" cy="450824"/>
            </a:xfrm>
          </p:grpSpPr>
          <p:pic>
            <p:nvPicPr>
              <p:cNvPr id="172" name="図 171">
                <a:extLst>
                  <a:ext uri="{FF2B5EF4-FFF2-40B4-BE49-F238E27FC236}">
                    <ns2:creationId id="{A509F49E-8E42-AFBF-AF5C-0C1460B689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2" name="図 331">
                <a:extLst>
                  <a:ext uri="{FF2B5EF4-FFF2-40B4-BE49-F238E27FC236}">
                    <ns2:creationId id="{EADE0558-435D-3253-F8CD-0F0108AA07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3" name="図 332">
                <a:extLst>
                  <a:ext uri="{FF2B5EF4-FFF2-40B4-BE49-F238E27FC236}">
                    <ns2:creationId id="{893A0CC1-B6B1-A6AE-7988-0D405B983D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787941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771" name="図 770">
                <a:extLst>
                  <a:ext uri="{FF2B5EF4-FFF2-40B4-BE49-F238E27FC236}">
                    <ns2:creationId id="{C589F29A-0FAF-D831-4B45-9A78C216D6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787941"/>
                <a:ext cx="210865" cy="220988"/>
              </a:xfrm>
              <a:prstGeom prst="rect">
                <a:avLst/>
              </a:prstGeom>
            </p:spPr>
          </p:pic>
        </p:grpSp>
        <p:grpSp>
          <p:nvGrpSpPr>
            <p:cNvPr id="165" name="グループ化 164">
              <a:extLst>
                <a:ext uri="{FF2B5EF4-FFF2-40B4-BE49-F238E27FC236}">
                  <ns2:creationId id="{49F75111-892C-A01D-75F4-99F826C29B61}"/>
                </a:ext>
              </a:extLst>
            </p:cNvPr>
            <p:cNvGrpSpPr/>
            <p:nvPr/>
          </p:nvGrpSpPr>
          <p:grpSpPr>
            <a:xfrm>
              <a:off x="9854401" y="3229150"/>
              <a:ext cx="398314" cy="397424"/>
              <a:chOff x="9913221" y="3344599"/>
              <a:chExt cx="398314" cy="397424"/>
            </a:xfrm>
          </p:grpSpPr>
          <p:pic>
            <p:nvPicPr>
              <p:cNvPr id="569" name="図 568">
                <a:extLst>
                  <a:ext uri="{FF2B5EF4-FFF2-40B4-BE49-F238E27FC236}">
                    <ns2:creationId id="{629AB473-1429-D927-C8AA-64DA2DABC5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5" name="図 774">
                <a:extLst>
                  <a:ext uri="{FF2B5EF4-FFF2-40B4-BE49-F238E27FC236}">
                    <ns2:creationId id="{C8C42392-E29E-D688-79E7-1F9F405A89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6" name="図 775">
                <a:extLst>
                  <a:ext uri="{FF2B5EF4-FFF2-40B4-BE49-F238E27FC236}">
                    <ns2:creationId id="{731A894C-8952-008B-A57E-6419CA6CA3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556846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7" name="図 776">
                <a:extLst>
                  <a:ext uri="{FF2B5EF4-FFF2-40B4-BE49-F238E27FC236}">
                    <ns2:creationId id="{D89264CD-B254-690B-D107-47579F13E3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556846"/>
                <a:ext cx="176694" cy="185177"/>
              </a:xfrm>
              <a:prstGeom prst="rect">
                <a:avLst/>
              </a:prstGeom>
            </p:spPr>
          </p:pic>
        </p:grpSp>
        <p:grpSp>
          <p:nvGrpSpPr>
            <p:cNvPr id="358" name="グループ化 357">
              <a:extLst>
                <a:ext uri="{FF2B5EF4-FFF2-40B4-BE49-F238E27FC236}">
                  <ns2:creationId id="{00883B25-782C-1565-59E4-62B304A98288}"/>
                </a:ext>
              </a:extLst>
            </p:cNvPr>
            <p:cNvGrpSpPr/>
            <p:nvPr/>
          </p:nvGrpSpPr>
          <p:grpSpPr>
            <a:xfrm>
              <a:off x="9880233" y="3860259"/>
              <a:ext cx="346651" cy="279535"/>
              <a:chOff x="9938999" y="3961702"/>
              <a:chExt cx="346651" cy="279535"/>
            </a:xfrm>
          </p:grpSpPr>
          <p:sp>
            <p:nvSpPr>
              <p:cNvPr id="557" name="正方形/長方形 556">
                <a:extLst>
                  <a:ext uri="{FF2B5EF4-FFF2-40B4-BE49-F238E27FC236}">
                    <ns2:creationId id="{E1FDECF4-3ED1-3866-CB93-A4A6B78A311E}"/>
                  </a:ext>
                </a:extLst>
              </p:cNvPr>
              <p:cNvSpPr/>
              <p:nvPr/>
            </p:nvSpPr>
            <p:spPr>
              <a:xfrm>
                <a:off x="9938999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2" name="正方形/長方形 771">
                <a:extLst>
                  <a:ext uri="{FF2B5EF4-FFF2-40B4-BE49-F238E27FC236}">
                    <ns2:creationId id="{5970EA7D-E5EB-35DE-5247-A3BB7D05B6C3}"/>
                  </a:ext>
                </a:extLst>
              </p:cNvPr>
              <p:cNvSpPr/>
              <p:nvPr/>
            </p:nvSpPr>
            <p:spPr>
              <a:xfrm>
                <a:off x="9938999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3" name="正方形/長方形 772">
                <a:extLst>
                  <a:ext uri="{FF2B5EF4-FFF2-40B4-BE49-F238E27FC236}">
                    <ns2:creationId id="{E62E4A33-573B-52F0-7E17-11B301266048}"/>
                  </a:ext>
                </a:extLst>
              </p:cNvPr>
              <p:cNvSpPr/>
              <p:nvPr/>
            </p:nvSpPr>
            <p:spPr>
              <a:xfrm>
                <a:off x="10188904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4" name="正方形/長方形 773">
                <a:extLst>
                  <a:ext uri="{FF2B5EF4-FFF2-40B4-BE49-F238E27FC236}">
                    <ns2:creationId id="{A21260A8-763A-E7CC-2359-67E51D6E9ED2}"/>
                  </a:ext>
                </a:extLst>
              </p:cNvPr>
              <p:cNvSpPr/>
              <p:nvPr/>
            </p:nvSpPr>
            <p:spPr>
              <a:xfrm>
                <a:off x="10188904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8" name="正方形/長方形 777">
                <a:extLst>
                  <a:ext uri="{FF2B5EF4-FFF2-40B4-BE49-F238E27FC236}">
                    <ns2:creationId id="{6DDBE54E-35B4-3EDE-AF10-724C77A6BED7}"/>
                  </a:ext>
                </a:extLst>
              </p:cNvPr>
              <p:cNvSpPr/>
              <p:nvPr/>
            </p:nvSpPr>
            <p:spPr>
              <a:xfrm>
                <a:off x="10063169" y="4032130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779" name="正方形/長方形 778">
              <a:extLst>
                <a:ext uri="{FF2B5EF4-FFF2-40B4-BE49-F238E27FC236}">
                  <ns2:creationId id="{1ADC1F96-E147-FF73-9963-505B25B87815}"/>
                </a:ext>
              </a:extLst>
            </p:cNvPr>
            <p:cNvSpPr/>
            <p:nvPr/>
          </p:nvSpPr>
          <p:spPr>
            <a:xfrm>
              <a:off x="10164453" y="3300904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 dirty="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0" name="正方形/長方形 779">
              <a:extLst>
                <a:ext uri="{FF2B5EF4-FFF2-40B4-BE49-F238E27FC236}">
                  <ns2:creationId id="{1048C349-01C1-19F5-9F77-28E14BE24945}"/>
                </a:ext>
              </a:extLst>
            </p:cNvPr>
            <p:cNvSpPr/>
            <p:nvPr/>
          </p:nvSpPr>
          <p:spPr>
            <a:xfrm>
              <a:off x="10164453" y="3876915"/>
              <a:ext cx="35002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1" name="正方形/長方形 780">
              <a:extLst>
                <a:ext uri="{FF2B5EF4-FFF2-40B4-BE49-F238E27FC236}">
                  <ns2:creationId id="{D596B5DD-5E9F-9086-32F4-F41138E908A9}"/>
                </a:ext>
              </a:extLst>
            </p:cNvPr>
            <p:cNvSpPr/>
            <p:nvPr/>
          </p:nvSpPr>
          <p:spPr>
            <a:xfrm>
              <a:off x="10164453" y="4471986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pic>
          <p:nvPicPr>
            <p:cNvPr id="808" name="図 807">
              <a:extLst>
                <a:ext uri="{FF2B5EF4-FFF2-40B4-BE49-F238E27FC236}">
                  <ns2:creationId id="{16577944-BDB3-EA08-68BC-301AADC03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30823" y="3250817"/>
              <a:ext cx="337869" cy="354090"/>
            </a:xfrm>
            <a:prstGeom prst="rect">
              <a:avLst/>
            </a:prstGeom>
          </p:spPr>
        </p:pic>
        <p:pic>
          <p:nvPicPr>
            <p:cNvPr id="809" name="図 808">
              <a:extLst>
                <a:ext uri="{FF2B5EF4-FFF2-40B4-BE49-F238E27FC236}">
                  <ns2:creationId id="{ADCC13C4-6833-B26D-35C3-FA5B25A00A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51104" y="3250817"/>
              <a:ext cx="337870" cy="354090"/>
            </a:xfrm>
            <a:prstGeom prst="rect">
              <a:avLst/>
            </a:prstGeom>
          </p:spPr>
        </p:pic>
        <p:sp>
          <p:nvSpPr>
            <p:cNvPr id="811" name="正方形/長方形 810">
              <a:extLst>
                <a:ext uri="{FF2B5EF4-FFF2-40B4-BE49-F238E27FC236}">
                  <ns2:creationId id="{6AC3248B-9A55-7EE9-BC88-0C1FE31472F8}"/>
                </a:ext>
              </a:extLst>
            </p:cNvPr>
            <p:cNvSpPr/>
            <p:nvPr/>
          </p:nvSpPr>
          <p:spPr>
            <a:xfrm>
              <a:off x="11534631" y="3304751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2" name="正方形/長方形 811">
              <a:extLst>
                <a:ext uri="{FF2B5EF4-FFF2-40B4-BE49-F238E27FC236}">
                  <ns2:creationId id="{3738688A-56B5-6DD8-45AB-86A998F8CC90}"/>
                </a:ext>
              </a:extLst>
            </p:cNvPr>
            <p:cNvSpPr/>
            <p:nvPr/>
          </p:nvSpPr>
          <p:spPr>
            <a:xfrm>
              <a:off x="11534631" y="3876915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3" name="正方形/長方形 812">
              <a:extLst>
                <a:ext uri="{FF2B5EF4-FFF2-40B4-BE49-F238E27FC236}">
                  <ns2:creationId id="{97AB0245-D0CE-8FBD-97C4-518FAD350614}"/>
                </a:ext>
              </a:extLst>
            </p:cNvPr>
            <p:cNvSpPr/>
            <p:nvPr/>
          </p:nvSpPr>
          <p:spPr>
            <a:xfrm>
              <a:off x="11534631" y="4475833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cxnSp>
          <p:nvCxnSpPr>
            <p:cNvPr id="825" name="直線コネクタ 824">
              <a:extLst>
                <a:ext uri="{FF2B5EF4-FFF2-40B4-BE49-F238E27FC236}">
                  <ns2:creationId id="{336B0D79-BF11-5FD8-5AED-8BC3D50BF5CD}"/>
                </a:ext>
              </a:extLst>
            </p:cNvPr>
            <p:cNvCxnSpPr>
              <a:cxnSpLocks/>
              <a:stCxn id="164" idx="2"/>
              <a:endCxn id="784" idx="0"/>
            </p:cNvCxnSpPr>
            <p:nvPr/>
          </p:nvCxnSpPr>
          <p:spPr>
            <a:xfrm>
              <a:off x="10599757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直線コネクタ 825">
              <a:extLst>
                <a:ext uri="{FF2B5EF4-FFF2-40B4-BE49-F238E27FC236}">
                  <ns2:creationId id="{1E9F5EB1-A816-451C-BF29-64E2A6749703}"/>
                </a:ext>
              </a:extLst>
            </p:cNvPr>
            <p:cNvCxnSpPr>
              <a:cxnSpLocks/>
              <a:stCxn id="160" idx="2"/>
              <a:endCxn id="500" idx="0"/>
            </p:cNvCxnSpPr>
            <p:nvPr/>
          </p:nvCxnSpPr>
          <p:spPr>
            <a:xfrm>
              <a:off x="11020039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直線コネクタ 826">
              <a:extLst>
                <a:ext uri="{FF2B5EF4-FFF2-40B4-BE49-F238E27FC236}">
                  <ns2:creationId id="{143A4D18-AC4A-4C9E-5790-18AF80495272}"/>
                </a:ext>
              </a:extLst>
            </p:cNvPr>
            <p:cNvCxnSpPr>
              <a:cxnSpLocks/>
              <a:stCxn id="228" idx="2"/>
              <a:endCxn id="790" idx="0"/>
            </p:cNvCxnSpPr>
            <p:nvPr/>
          </p:nvCxnSpPr>
          <p:spPr>
            <a:xfrm>
              <a:off x="11421664" y="4156659"/>
              <a:ext cx="0" cy="25085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6" name="正方形/長方形 845">
              <a:extLst>
                <a:ext uri="{FF2B5EF4-FFF2-40B4-BE49-F238E27FC236}">
                  <ns2:creationId id="{45786AED-9DED-EA57-5664-F7790AB5CAC6}"/>
                </a:ext>
              </a:extLst>
            </p:cNvPr>
            <p:cNvSpPr/>
            <p:nvPr/>
          </p:nvSpPr>
          <p:spPr>
            <a:xfrm>
              <a:off x="4330043" y="4798632"/>
              <a:ext cx="365314" cy="108000"/>
            </a:xfrm>
            <a:prstGeom prst="rect">
              <a:avLst/>
            </a:prstGeom>
            <a:solidFill>
              <a:srgbClr val="ED7D3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3" name="グループ化 52">
              <a:extLst>
                <a:ext uri="{FF2B5EF4-FFF2-40B4-BE49-F238E27FC236}">
                  <ns2:creationId id="{23405E1F-E604-FCFF-6523-3D9251A776C1}"/>
                </a:ext>
              </a:extLst>
            </p:cNvPr>
            <p:cNvGrpSpPr/>
            <p:nvPr/>
          </p:nvGrpSpPr>
          <p:grpSpPr>
            <a:xfrm>
              <a:off x="2551836" y="5205779"/>
              <a:ext cx="733956" cy="390992"/>
              <a:chOff x="2541235" y="5179908"/>
              <a:chExt cx="733956" cy="390992"/>
            </a:xfrm>
          </p:grpSpPr>
          <p:pic>
            <p:nvPicPr>
              <p:cNvPr id="14" name="図 13">
                <a:extLst>
                  <a:ext uri="{FF2B5EF4-FFF2-40B4-BE49-F238E27FC236}">
                    <ns2:creationId id="{93A367E9-44A9-7CFD-C537-F61DBB4C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541235" y="5179910"/>
                <a:ext cx="360288" cy="390990"/>
              </a:xfrm>
              <a:prstGeom prst="rect">
                <a:avLst/>
              </a:prstGeom>
              <a:noFill/>
            </p:spPr>
          </p:pic>
          <p:pic>
            <p:nvPicPr>
              <p:cNvPr id="329" name="図 328">
                <a:extLst>
                  <a:ext uri="{FF2B5EF4-FFF2-40B4-BE49-F238E27FC236}">
                    <ns2:creationId id="{E76E3A13-78B3-4602-346F-FE2124277D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914903" y="5179908"/>
                <a:ext cx="360288" cy="390989"/>
              </a:xfrm>
              <a:prstGeom prst="rect">
                <a:avLst/>
              </a:prstGeom>
              <a:noFill/>
            </p:spPr>
          </p:pic>
        </p:grpSp>
        <p:grpSp>
          <p:nvGrpSpPr>
            <p:cNvPr id="54" name="グループ化 53">
              <a:extLst>
                <a:ext uri="{FF2B5EF4-FFF2-40B4-BE49-F238E27FC236}">
                  <ns2:creationId id="{DFA2431D-FB98-0BB0-769B-05DE3CDBD10C}"/>
                </a:ext>
              </a:extLst>
            </p:cNvPr>
            <p:cNvGrpSpPr/>
            <p:nvPr/>
          </p:nvGrpSpPr>
          <p:grpSpPr>
            <a:xfrm>
              <a:off x="4403884" y="5212482"/>
              <a:ext cx="733956" cy="377585"/>
              <a:chOff x="4384873" y="5179908"/>
              <a:chExt cx="733956" cy="377585"/>
            </a:xfrm>
          </p:grpSpPr>
          <p:pic>
            <p:nvPicPr>
              <p:cNvPr id="331" name="図 330">
                <a:extLst>
                  <a:ext uri="{FF2B5EF4-FFF2-40B4-BE49-F238E27FC236}">
                    <ns2:creationId id="{DC9A12C2-5F53-A90E-2480-D75473A5F6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384873" y="5179908"/>
                <a:ext cx="360288" cy="377585"/>
              </a:xfrm>
              <a:prstGeom prst="rect">
                <a:avLst/>
              </a:prstGeom>
              <a:noFill/>
            </p:spPr>
          </p:pic>
          <p:pic>
            <p:nvPicPr>
              <p:cNvPr id="335" name="図 334">
                <a:extLst>
                  <a:ext uri="{FF2B5EF4-FFF2-40B4-BE49-F238E27FC236}">
                    <ns2:creationId id="{54A32F49-98E7-3F43-A27A-40D14EC78E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758541" y="5179908"/>
                <a:ext cx="360288" cy="377585"/>
              </a:xfrm>
              <a:prstGeom prst="rect">
                <a:avLst/>
              </a:prstGeom>
              <a:noFill/>
            </p:spPr>
          </p:pic>
        </p:grpSp>
        <p:grpSp>
          <p:nvGrpSpPr>
            <p:cNvPr id="336" name="グループ化 335">
              <a:extLst>
                <a:ext uri="{FF2B5EF4-FFF2-40B4-BE49-F238E27FC236}">
                  <ns2:creationId id="{044EE6FF-776D-B768-8A0A-5DE20F602FAB}"/>
                </a:ext>
              </a:extLst>
            </p:cNvPr>
            <p:cNvGrpSpPr/>
            <p:nvPr/>
          </p:nvGrpSpPr>
          <p:grpSpPr>
            <a:xfrm>
              <a:off x="6728676" y="5212482"/>
              <a:ext cx="733671" cy="377585"/>
              <a:chOff x="1300317" y="5479476"/>
              <a:chExt cx="870919" cy="427688"/>
            </a:xfrm>
          </p:grpSpPr>
          <p:pic>
            <p:nvPicPr>
              <p:cNvPr id="337" name="図 336">
                <a:extLst>
                  <a:ext uri="{FF2B5EF4-FFF2-40B4-BE49-F238E27FC236}">
                    <ns2:creationId id="{B7F60A15-618B-42AF-CA27-AC7FDD3214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300317" y="5479476"/>
                <a:ext cx="427688" cy="427688"/>
              </a:xfrm>
              <a:prstGeom prst="rect">
                <a:avLst/>
              </a:prstGeom>
            </p:spPr>
          </p:pic>
          <p:pic>
            <p:nvPicPr>
              <p:cNvPr id="339" name="図 338">
                <a:extLst>
                  <a:ext uri="{FF2B5EF4-FFF2-40B4-BE49-F238E27FC236}">
                    <ns2:creationId id="{76E38B77-1B2F-344A-AC03-A6EEDBCFEA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743890" y="5479476"/>
                <a:ext cx="427346" cy="427345"/>
              </a:xfrm>
              <a:prstGeom prst="rect">
                <a:avLst/>
              </a:prstGeom>
            </p:spPr>
          </p:pic>
        </p:grpSp>
        <p:grpSp>
          <p:nvGrpSpPr>
            <p:cNvPr id="51" name="グループ化 50">
              <a:extLst>
                <a:ext uri="{FF2B5EF4-FFF2-40B4-BE49-F238E27FC236}">
                  <ns2:creationId id="{8B625E26-0BB2-4A2C-484E-8FDEEECA6145}"/>
                </a:ext>
              </a:extLst>
            </p:cNvPr>
            <p:cNvGrpSpPr/>
            <p:nvPr/>
          </p:nvGrpSpPr>
          <p:grpSpPr>
            <a:xfrm>
              <a:off x="9933271" y="5212482"/>
              <a:ext cx="733956" cy="377585"/>
              <a:chOff x="9958054" y="5179908"/>
              <a:chExt cx="733956" cy="377585"/>
            </a:xfrm>
          </p:grpSpPr>
          <p:grpSp>
            <p:nvGrpSpPr>
              <p:cNvPr id="47" name="グループ化 46">
                <a:extLst>
                  <a:ext uri="{FF2B5EF4-FFF2-40B4-BE49-F238E27FC236}">
                    <ns2:creationId id="{5E986A67-6186-6DFB-34B7-F9E1868371B8}"/>
                  </a:ext>
                </a:extLst>
              </p:cNvPr>
              <p:cNvGrpSpPr/>
              <p:nvPr/>
            </p:nvGrpSpPr>
            <p:grpSpPr>
              <a:xfrm>
                <a:off x="10331722" y="5179908"/>
                <a:ext cx="360288" cy="377585"/>
                <a:chOff x="10335439" y="5179908"/>
                <a:chExt cx="360288" cy="377585"/>
              </a:xfrm>
            </p:grpSpPr>
            <p:pic>
              <p:nvPicPr>
                <p:cNvPr id="13" name="図 12">
                  <a:extLst>
                    <a:ext uri="{FF2B5EF4-FFF2-40B4-BE49-F238E27FC236}">
                      <ns2:creationId id="{D6C2DC7A-E3A7-4155-7558-5527105B38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335439" y="5179908"/>
                  <a:ext cx="360288" cy="377585"/>
                </a:xfrm>
                <a:prstGeom prst="rect">
                  <a:avLst/>
                </a:prstGeom>
              </p:spPr>
            </p:pic>
            <p:sp>
              <p:nvSpPr>
                <p:cNvPr id="865" name="正方形/長方形 864">
                  <a:extLst>
                    <a:ext uri="{FF2B5EF4-FFF2-40B4-BE49-F238E27FC236}">
                      <ns2:creationId id="{9239E65C-37D4-CA77-64F3-D9661473135C}"/>
                    </a:ext>
                  </a:extLst>
                </p:cNvPr>
                <p:cNvSpPr/>
                <p:nvPr/>
              </p:nvSpPr>
              <p:spPr>
                <a:xfrm>
                  <a:off x="10335439" y="5449493"/>
                  <a:ext cx="360288" cy="108000"/>
                </a:xfrm>
                <a:prstGeom prst="rect">
                  <a:avLst/>
                </a:prstGeom>
                <a:solidFill>
                  <a:srgbClr val="ED7D3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341" name="図 340">
                <a:extLst>
                  <a:ext uri="{FF2B5EF4-FFF2-40B4-BE49-F238E27FC236}">
                    <ns2:creationId id="{0EA23303-AE47-A573-10D0-24BCF17918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58054" y="5179908"/>
                <a:ext cx="360288" cy="377585"/>
              </a:xfrm>
              <a:prstGeom prst="rect">
                <a:avLst/>
              </a:prstGeom>
            </p:spPr>
          </p:pic>
        </p:grpSp>
        <p:grpSp>
          <p:nvGrpSpPr>
            <p:cNvPr id="50" name="グループ化 49">
              <a:extLst>
                <a:ext uri="{FF2B5EF4-FFF2-40B4-BE49-F238E27FC236}">
                  <ns2:creationId id="{C131E7F4-B893-FD78-655F-BB3C46DAEC23}"/>
                </a:ext>
              </a:extLst>
            </p:cNvPr>
            <p:cNvGrpSpPr/>
            <p:nvPr/>
          </p:nvGrpSpPr>
          <p:grpSpPr>
            <a:xfrm>
              <a:off x="8541162" y="5197832"/>
              <a:ext cx="789874" cy="406886"/>
              <a:chOff x="8536707" y="5158076"/>
              <a:chExt cx="789874" cy="406886"/>
            </a:xfrm>
          </p:grpSpPr>
          <p:pic>
            <p:nvPicPr>
              <p:cNvPr id="593" name="図 592">
                <a:extLst>
                  <a:ext uri="{FF2B5EF4-FFF2-40B4-BE49-F238E27FC236}">
                    <ns2:creationId id="{CCBD850D-A882-6993-4EE1-6A144053E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938334" y="5158076"/>
                <a:ext cx="388247" cy="406886"/>
              </a:xfrm>
              <a:prstGeom prst="rect">
                <a:avLst/>
              </a:prstGeom>
            </p:spPr>
          </p:pic>
          <p:pic>
            <p:nvPicPr>
              <p:cNvPr id="344" name="図 343">
                <a:extLst>
                  <a:ext uri="{FF2B5EF4-FFF2-40B4-BE49-F238E27FC236}">
                    <ns2:creationId id="{1EBB8499-CE3A-FDBB-F26A-4E9693F694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536707" y="5158076"/>
                <a:ext cx="388247" cy="406886"/>
              </a:xfrm>
              <a:prstGeom prst="rect">
                <a:avLst/>
              </a:prstGeom>
            </p:spPr>
          </p:pic>
        </p:grpSp>
        <p:cxnSp>
          <p:nvCxnSpPr>
            <p:cNvPr id="345" name="カギ線コネクタ 344">
              <a:extLst>
                <a:ext uri="{FF2B5EF4-FFF2-40B4-BE49-F238E27FC236}">
                  <ns2:creationId id="{F21EAABD-D115-9331-A4CD-832620D77870}"/>
                </a:ext>
              </a:extLst>
            </p:cNvPr>
            <p:cNvCxnSpPr>
              <a:cxnSpLocks/>
              <a:stCxn id="344" idx="0"/>
              <a:endCxn id="133" idx="1"/>
            </p:cNvCxnSpPr>
            <p:nvPr/>
          </p:nvCxnSpPr>
          <p:spPr>
            <a:xfrm rot="16200000" flipV="1">
              <a:off x="8480864" y="4943410"/>
              <a:ext cx="290680" cy="218164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1" name="図 140">
              <a:extLst>
                <a:ext uri="{FF2B5EF4-FFF2-40B4-BE49-F238E27FC236}">
                  <ns2:creationId id="{D5594CF1-5663-C854-3552-3E0E6EF4B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7541" y="5197832"/>
              <a:ext cx="388247" cy="406886"/>
            </a:xfrm>
            <a:prstGeom prst="rect">
              <a:avLst/>
            </a:prstGeom>
          </p:spPr>
        </p:pic>
        <p:pic>
          <p:nvPicPr>
            <p:cNvPr id="346" name="図 345">
              <a:extLst>
                <a:ext uri="{FF2B5EF4-FFF2-40B4-BE49-F238E27FC236}">
                  <ns2:creationId id="{E8C67283-69EE-79A4-F4D1-6DE735F2E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5915" y="5197832"/>
              <a:ext cx="388247" cy="406886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ns2:creationId id="{60775BB1-CA73-2576-F494-7AC11C0E1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544290" y="3263191"/>
              <a:ext cx="314255" cy="329342"/>
            </a:xfrm>
            <a:prstGeom prst="rect">
              <a:avLst/>
            </a:prstGeom>
          </p:spPr>
        </p:pic>
        <p:sp>
          <p:nvSpPr>
            <p:cNvPr id="10" name="片側の 2 つの角を丸めた四角形 9">
              <a:extLst>
                <a:ext uri="{FF2B5EF4-FFF2-40B4-BE49-F238E27FC236}">
                  <ns2:creationId id="{B507B093-BF6E-5F63-5232-31E4AEBF7BD9}"/>
                </a:ext>
              </a:extLst>
            </p:cNvPr>
            <p:cNvSpPr/>
            <p:nvPr/>
          </p:nvSpPr>
          <p:spPr>
            <a:xfrm>
              <a:off x="4333553" y="5010893"/>
              <a:ext cx="874619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片側の 2 つの角を丸めた四角形 10">
              <a:extLst>
                <a:ext uri="{FF2B5EF4-FFF2-40B4-BE49-F238E27FC236}">
                  <ns2:creationId id="{078BFD6B-78F2-460B-F5D4-CD631980E516}"/>
                </a:ext>
              </a:extLst>
            </p:cNvPr>
            <p:cNvSpPr/>
            <p:nvPr/>
          </p:nvSpPr>
          <p:spPr>
            <a:xfrm>
              <a:off x="3408037" y="5010893"/>
              <a:ext cx="87562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片側の 2 つの角を丸めた四角形 15">
              <a:extLst>
                <a:ext uri="{FF2B5EF4-FFF2-40B4-BE49-F238E27FC236}">
                  <ns2:creationId id="{B4FDADC2-3B34-47C0-C155-1EED052C7C8C}"/>
                </a:ext>
              </a:extLst>
            </p:cNvPr>
            <p:cNvSpPr/>
            <p:nvPr/>
          </p:nvSpPr>
          <p:spPr>
            <a:xfrm>
              <a:off x="2481209" y="5010893"/>
              <a:ext cx="87521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片側の 2 つの角を丸めた四角形 17">
              <a:extLst>
                <a:ext uri="{FF2B5EF4-FFF2-40B4-BE49-F238E27FC236}">
                  <ns2:creationId id="{F0996027-422B-28AE-2A71-18D472F3CECD}"/>
                </a:ext>
              </a:extLst>
            </p:cNvPr>
            <p:cNvSpPr/>
            <p:nvPr/>
          </p:nvSpPr>
          <p:spPr>
            <a:xfrm>
              <a:off x="5259069" y="5010893"/>
              <a:ext cx="8739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片側の 2 つの角を丸めた四角形 35">
              <a:extLst>
                <a:ext uri="{FF2B5EF4-FFF2-40B4-BE49-F238E27FC236}">
                  <ns2:creationId id="{01EB5B5A-7860-3D5F-333E-B0658BC82C04}"/>
                </a:ext>
              </a:extLst>
            </p:cNvPr>
            <p:cNvSpPr/>
            <p:nvPr/>
          </p:nvSpPr>
          <p:spPr>
            <a:xfrm>
              <a:off x="6184586" y="5010893"/>
              <a:ext cx="182185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0" name="図 499">
              <a:extLst>
                <a:ext uri="{FF2B5EF4-FFF2-40B4-BE49-F238E27FC236}">
                  <ns2:creationId id="{3CF1282E-BC93-2C73-28D3-3918FBC57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4876" y="4407518"/>
              <a:ext cx="390326" cy="409065"/>
            </a:xfrm>
            <a:prstGeom prst="rect">
              <a:avLst/>
            </a:prstGeom>
          </p:spPr>
        </p:pic>
        <p:cxnSp>
          <p:nvCxnSpPr>
            <p:cNvPr id="52" name="直線コネクタ 51">
              <a:extLst>
                <a:ext uri="{FF2B5EF4-FFF2-40B4-BE49-F238E27FC236}">
                  <ns2:creationId id="{80756DFF-2C91-E606-BCC0-6C89A6C6BD62}"/>
                </a:ext>
              </a:extLst>
            </p:cNvPr>
            <p:cNvCxnSpPr>
              <a:cxnSpLocks/>
              <a:stCxn id="790" idx="2"/>
              <a:endCxn id="141" idx="0"/>
            </p:cNvCxnSpPr>
            <p:nvPr/>
          </p:nvCxnSpPr>
          <p:spPr>
            <a:xfrm>
              <a:off x="11421664" y="4816583"/>
              <a:ext cx="1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ns2:creationId id="{2328E89D-CC86-F638-714A-1075E3233FDA}"/>
                </a:ext>
              </a:extLst>
            </p:cNvPr>
            <p:cNvCxnSpPr>
              <a:cxnSpLocks/>
              <a:stCxn id="500" idx="2"/>
              <a:endCxn id="346" idx="0"/>
            </p:cNvCxnSpPr>
            <p:nvPr/>
          </p:nvCxnSpPr>
          <p:spPr>
            <a:xfrm>
              <a:off x="11020039" y="4816583"/>
              <a:ext cx="0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グラフィックス 104" descr="階層 単色塗りつぶし">
              <a:extLst>
                <a:ext uri="{FF2B5EF4-FFF2-40B4-BE49-F238E27FC236}">
                  <ns2:creationId id="{C402C602-B7B8-6515-5935-04AA9DB487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5324046" y="3802026"/>
              <a:ext cx="396000" cy="396000"/>
            </a:xfrm>
            <a:prstGeom prst="rect">
              <a:avLst/>
            </a:prstGeom>
          </p:spPr>
        </p:pic>
        <p:pic>
          <p:nvPicPr>
            <p:cNvPr id="106" name="グラフィックス 105" descr="階層 単色塗りつぶし">
              <a:extLst>
                <a:ext uri="{FF2B5EF4-FFF2-40B4-BE49-F238E27FC236}">
                  <ns2:creationId id="{64F6858D-0785-09A9-1E2D-9F5554D973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986244" y="3802026"/>
              <a:ext cx="396000" cy="396000"/>
            </a:xfrm>
            <a:prstGeom prst="rect">
              <a:avLst/>
            </a:prstGeom>
          </p:spPr>
        </p:pic>
        <p:pic>
          <p:nvPicPr>
            <p:cNvPr id="107" name="グラフィックス 106" descr="階層 単色塗りつぶし">
              <a:extLst>
                <a:ext uri="{FF2B5EF4-FFF2-40B4-BE49-F238E27FC236}">
                  <ns2:creationId id="{F1BA9D43-79D8-4DF6-1DC2-08EDA87FD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503418" y="3802026"/>
              <a:ext cx="396000" cy="396000"/>
            </a:xfrm>
            <a:prstGeom prst="rect">
              <a:avLst/>
            </a:prstGeom>
          </p:spPr>
        </p:pic>
        <p:pic>
          <p:nvPicPr>
            <p:cNvPr id="109" name="グラフィックス 108" descr="階層 単色塗りつぶし">
              <a:extLst>
                <a:ext uri="{FF2B5EF4-FFF2-40B4-BE49-F238E27FC236}">
                  <ns2:creationId id="{8BDED1CC-49C9-AD6F-B53E-A427CA1A40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337789" y="3802026"/>
              <a:ext cx="396000" cy="396000"/>
            </a:xfrm>
            <a:prstGeom prst="rect">
              <a:avLst/>
            </a:prstGeom>
          </p:spPr>
        </p:pic>
        <p:pic>
          <p:nvPicPr>
            <p:cNvPr id="110" name="グラフィックス 109" descr="階層 単色塗りつぶし">
              <a:extLst>
                <a:ext uri="{FF2B5EF4-FFF2-40B4-BE49-F238E27FC236}">
                  <ns2:creationId id="{62A7A51B-07A1-39FA-8973-B94E30B072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3472531" y="3802026"/>
              <a:ext cx="396000" cy="396000"/>
            </a:xfrm>
            <a:prstGeom prst="rect">
              <a:avLst/>
            </a:prstGeom>
          </p:spPr>
        </p:pic>
        <p:pic>
          <p:nvPicPr>
            <p:cNvPr id="111" name="グラフィックス 110" descr="階層 単色塗りつぶし">
              <a:extLst>
                <a:ext uri="{FF2B5EF4-FFF2-40B4-BE49-F238E27FC236}">
                  <ns2:creationId id="{7EF6755A-8F5E-DDAD-461A-A75BC3FBB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830918" y="3802026"/>
              <a:ext cx="396000" cy="396000"/>
            </a:xfrm>
            <a:prstGeom prst="rect">
              <a:avLst/>
            </a:prstGeom>
          </p:spPr>
        </p:pic>
        <p:sp>
          <p:nvSpPr>
            <p:cNvPr id="130" name="角丸四角形 129">
              <a:extLst>
                <a:ext uri="{FF2B5EF4-FFF2-40B4-BE49-F238E27FC236}">
                  <ns2:creationId id="{178E02D9-8D9D-4554-C901-BA5241285295}"/>
                </a:ext>
              </a:extLst>
            </p:cNvPr>
            <p:cNvSpPr/>
            <p:nvPr/>
          </p:nvSpPr>
          <p:spPr>
            <a:xfrm>
              <a:off x="8355122" y="4350132"/>
              <a:ext cx="324000" cy="557020"/>
            </a:xfrm>
            <a:prstGeom prst="roundRect">
              <a:avLst>
                <a:gd name="adj" fmla="val 4927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9" name="図 708">
              <a:extLst>
                <a:ext uri="{FF2B5EF4-FFF2-40B4-BE49-F238E27FC236}">
                  <ns2:creationId id="{365C306D-D87B-BED6-65AC-615C77C7D9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34464" y="4407518"/>
              <a:ext cx="365314" cy="382851"/>
            </a:xfrm>
            <a:prstGeom prst="rect">
              <a:avLst/>
            </a:prstGeom>
            <a:ln>
              <a:noFill/>
            </a:ln>
          </p:spPr>
        </p:pic>
        <p:sp>
          <p:nvSpPr>
            <p:cNvPr id="153" name="角丸四角形 152">
              <a:extLst>
                <a:ext uri="{FF2B5EF4-FFF2-40B4-BE49-F238E27FC236}">
                  <ns2:creationId id="{2DF4738E-B345-70CE-296E-7D0C3775B06C}"/>
                </a:ext>
              </a:extLst>
            </p:cNvPr>
            <p:cNvSpPr/>
            <p:nvPr/>
          </p:nvSpPr>
          <p:spPr>
            <a:xfrm>
              <a:off x="5360047" y="4350132"/>
              <a:ext cx="324000" cy="546103"/>
            </a:xfrm>
            <a:prstGeom prst="roundRect">
              <a:avLst>
                <a:gd name="adj" fmla="val 5283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4" name="図 153">
              <a:extLst>
                <a:ext uri="{FF2B5EF4-FFF2-40B4-BE49-F238E27FC236}">
                  <ns2:creationId id="{0DA2C4A7-2FA5-20E5-C920-FCA73268D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39390" y="4407518"/>
              <a:ext cx="365314" cy="382851"/>
            </a:xfrm>
            <a:prstGeom prst="rect">
              <a:avLst/>
            </a:prstGeom>
          </p:spPr>
        </p:pic>
        <p:pic>
          <p:nvPicPr>
            <p:cNvPr id="157" name="グラフィックス 156" descr="階層 単色塗りつぶし">
              <a:extLst>
                <a:ext uri="{FF2B5EF4-FFF2-40B4-BE49-F238E27FC236}">
                  <ns2:creationId id="{A6A39F4B-3C12-273D-270F-E25B8C13F9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7643610" y="3802026"/>
              <a:ext cx="396000" cy="396000"/>
            </a:xfrm>
            <a:prstGeom prst="rect">
              <a:avLst/>
            </a:prstGeom>
          </p:spPr>
        </p:pic>
        <p:cxnSp>
          <p:nvCxnSpPr>
            <p:cNvPr id="308" name="直線コネクタ 307">
              <a:extLst>
                <a:ext uri="{FF2B5EF4-FFF2-40B4-BE49-F238E27FC236}">
                  <ns2:creationId id="{08AEE2D8-4B1C-BF7E-5B28-E20630F854B9}"/>
                </a:ext>
              </a:extLst>
            </p:cNvPr>
            <p:cNvCxnSpPr>
              <a:cxnSpLocks/>
              <a:stCxn id="159" idx="2"/>
              <a:endCxn id="672" idx="0"/>
            </p:cNvCxnSpPr>
            <p:nvPr/>
          </p:nvCxnSpPr>
          <p:spPr>
            <a:xfrm>
              <a:off x="7166096" y="4198026"/>
              <a:ext cx="0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2704885D-B445-1501-A8E4-6913AC3B1829}"/>
                </a:ext>
              </a:extLst>
            </p:cNvPr>
            <p:cNvCxnSpPr>
              <a:cxnSpLocks/>
              <a:stCxn id="676" idx="2"/>
            </p:cNvCxnSpPr>
            <p:nvPr/>
          </p:nvCxnSpPr>
          <p:spPr>
            <a:xfrm>
              <a:off x="7841609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E7C0ABC2-639C-85E3-9DEE-201E02A7B439}"/>
                </a:ext>
              </a:extLst>
            </p:cNvPr>
            <p:cNvCxnSpPr>
              <a:cxnSpLocks/>
              <a:stCxn id="572" idx="2"/>
            </p:cNvCxnSpPr>
            <p:nvPr/>
          </p:nvCxnSpPr>
          <p:spPr>
            <a:xfrm>
              <a:off x="7166096" y="3592533"/>
              <a:ext cx="1" cy="215111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グラフィックス 158" descr="階層 単色塗りつぶし">
              <a:extLst>
                <a:ext uri="{FF2B5EF4-FFF2-40B4-BE49-F238E27FC236}">
                  <ns2:creationId id="{435DFC86-7E38-F183-CF92-C9C5B72C45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6968096" y="3802026"/>
              <a:ext cx="396000" cy="396000"/>
            </a:xfrm>
            <a:prstGeom prst="rect">
              <a:avLst/>
            </a:prstGeom>
          </p:spPr>
        </p:pic>
        <p:cxnSp>
          <p:nvCxnSpPr>
            <p:cNvPr id="352" name="直線コネクタ 351">
              <a:extLst>
                <a:ext uri="{FF2B5EF4-FFF2-40B4-BE49-F238E27FC236}">
                  <ns2:creationId id="{F2E6D4BC-84BC-F5B5-7E15-4FE9590EB28D}"/>
                </a:ext>
              </a:extLst>
            </p:cNvPr>
            <p:cNvCxnSpPr>
              <a:cxnSpLocks/>
              <a:stCxn id="863" idx="2"/>
              <a:endCxn id="710" idx="0"/>
            </p:cNvCxnSpPr>
            <p:nvPr/>
          </p:nvCxnSpPr>
          <p:spPr>
            <a:xfrm>
              <a:off x="9192631" y="4177342"/>
              <a:ext cx="1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直線コネクタ 352">
              <a:extLst>
                <a:ext uri="{FF2B5EF4-FFF2-40B4-BE49-F238E27FC236}">
                  <ns2:creationId id="{B61A841A-D4D9-FFA9-92E2-42DF21015CC0}"/>
                </a:ext>
              </a:extLst>
            </p:cNvPr>
            <p:cNvCxnSpPr>
              <a:cxnSpLocks/>
              <a:stCxn id="754" idx="2"/>
              <a:endCxn id="863" idx="0"/>
            </p:cNvCxnSpPr>
            <p:nvPr/>
          </p:nvCxnSpPr>
          <p:spPr>
            <a:xfrm>
              <a:off x="9192631" y="3592533"/>
              <a:ext cx="0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3" name="正方形/長方形 862">
              <a:extLst>
                <a:ext uri="{FF2B5EF4-FFF2-40B4-BE49-F238E27FC236}">
                  <ns2:creationId id="{948317D1-532B-DE67-3AC4-8F3D22ECB973}"/>
                </a:ext>
              </a:extLst>
            </p:cNvPr>
            <p:cNvSpPr/>
            <p:nvPr/>
          </p:nvSpPr>
          <p:spPr>
            <a:xfrm>
              <a:off x="8989216" y="3822709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9" name="直線コネクタ 358">
              <a:extLst>
                <a:ext uri="{FF2B5EF4-FFF2-40B4-BE49-F238E27FC236}">
                  <ns2:creationId id="{4F994E5F-4904-02AD-72C0-072B9AB36ED9}"/>
                </a:ext>
              </a:extLst>
            </p:cNvPr>
            <p:cNvCxnSpPr>
              <a:cxnSpLocks/>
              <a:stCxn id="162" idx="2"/>
              <a:endCxn id="709" idx="0"/>
            </p:cNvCxnSpPr>
            <p:nvPr/>
          </p:nvCxnSpPr>
          <p:spPr>
            <a:xfrm flipH="1">
              <a:off x="8517121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B849C42A-042D-7B90-84AB-D2CABB478BE5}"/>
                </a:ext>
              </a:extLst>
            </p:cNvPr>
            <p:cNvCxnSpPr>
              <a:cxnSpLocks/>
              <a:stCxn id="753" idx="2"/>
              <a:endCxn id="162" idx="0"/>
            </p:cNvCxnSpPr>
            <p:nvPr/>
          </p:nvCxnSpPr>
          <p:spPr>
            <a:xfrm>
              <a:off x="8517122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84" name="図 783">
              <a:extLst>
                <a:ext uri="{FF2B5EF4-FFF2-40B4-BE49-F238E27FC236}">
                  <ns2:creationId id="{188DB8FA-F1ED-2422-376A-8FA9E3110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17101" y="4407518"/>
              <a:ext cx="365312" cy="382851"/>
            </a:xfrm>
            <a:prstGeom prst="rect">
              <a:avLst/>
            </a:prstGeom>
          </p:spPr>
        </p:pic>
        <p:pic>
          <p:nvPicPr>
            <p:cNvPr id="790" name="図 789">
              <a:extLst>
                <a:ext uri="{FF2B5EF4-FFF2-40B4-BE49-F238E27FC236}">
                  <ns2:creationId id="{F51070F3-E0C5-1A3F-E784-F9599B247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6501" y="4407518"/>
              <a:ext cx="390326" cy="409065"/>
            </a:xfrm>
            <a:prstGeom prst="rect">
              <a:avLst/>
            </a:prstGeom>
          </p:spPr>
        </p:pic>
        <p:cxnSp>
          <p:nvCxnSpPr>
            <p:cNvPr id="366" name="直線コネクタ 365">
              <a:extLst>
                <a:ext uri="{FF2B5EF4-FFF2-40B4-BE49-F238E27FC236}">
                  <ns2:creationId id="{9F171965-EA5F-DCDE-086D-55198209F760}"/>
                </a:ext>
              </a:extLst>
            </p:cNvPr>
            <p:cNvCxnSpPr>
              <a:cxnSpLocks/>
              <a:stCxn id="808" idx="2"/>
              <a:endCxn id="164" idx="0"/>
            </p:cNvCxnSpPr>
            <p:nvPr/>
          </p:nvCxnSpPr>
          <p:spPr>
            <a:xfrm flipH="1">
              <a:off x="10599757" y="3604907"/>
              <a:ext cx="1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1DC4499A-9164-C3D3-2AB6-51854503824F}"/>
                </a:ext>
              </a:extLst>
            </p:cNvPr>
            <p:cNvCxnSpPr>
              <a:cxnSpLocks/>
              <a:stCxn id="809" idx="2"/>
              <a:endCxn id="160" idx="0"/>
            </p:cNvCxnSpPr>
            <p:nvPr/>
          </p:nvCxnSpPr>
          <p:spPr>
            <a:xfrm>
              <a:off x="11020039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862D417-D219-A954-B174-968410C89FBB}"/>
                </a:ext>
              </a:extLst>
            </p:cNvPr>
            <p:cNvCxnSpPr>
              <a:cxnSpLocks/>
              <a:stCxn id="810" idx="2"/>
              <a:endCxn id="228" idx="0"/>
            </p:cNvCxnSpPr>
            <p:nvPr/>
          </p:nvCxnSpPr>
          <p:spPr>
            <a:xfrm>
              <a:off x="11421664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4" name="グラフィックス 163" descr="階層 単色塗りつぶし">
              <a:extLst>
                <a:ext uri="{FF2B5EF4-FFF2-40B4-BE49-F238E27FC236}">
                  <ns2:creationId id="{A476818B-6F42-F0F5-885E-CDF592EA52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401757" y="3802026"/>
              <a:ext cx="396000" cy="396000"/>
            </a:xfrm>
            <a:prstGeom prst="rect">
              <a:avLst/>
            </a:prstGeom>
          </p:spPr>
        </p:pic>
        <p:sp>
          <p:nvSpPr>
            <p:cNvPr id="34" name="片側の 2 つの角を丸めた四角形 33">
              <a:extLst>
                <a:ext uri="{FF2B5EF4-FFF2-40B4-BE49-F238E27FC236}">
                  <ns2:creationId id="{EC3763EE-3D42-53B0-0070-6E016D36AC79}"/>
                </a:ext>
              </a:extLst>
            </p:cNvPr>
            <p:cNvSpPr/>
            <p:nvPr/>
          </p:nvSpPr>
          <p:spPr>
            <a:xfrm>
              <a:off x="8058055" y="5010893"/>
              <a:ext cx="175608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2" name="グラフィックス 161" descr="階層 単色塗りつぶし">
              <a:extLst>
                <a:ext uri="{FF2B5EF4-FFF2-40B4-BE49-F238E27FC236}">
                  <ns2:creationId id="{5CEE0799-9FB8-1115-F0AA-73DA1B4D9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8319122" y="3802026"/>
              <a:ext cx="396000" cy="396000"/>
            </a:xfrm>
            <a:prstGeom prst="rect">
              <a:avLst/>
            </a:prstGeom>
          </p:spPr>
        </p:pic>
        <p:pic>
          <p:nvPicPr>
            <p:cNvPr id="572" name="図 571">
              <a:extLst>
                <a:ext uri="{FF2B5EF4-FFF2-40B4-BE49-F238E27FC236}">
                  <ns2:creationId id="{71184203-168F-1542-F657-5BC4060FB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008968" y="3263191"/>
              <a:ext cx="314255" cy="329342"/>
            </a:xfrm>
            <a:prstGeom prst="rect">
              <a:avLst/>
            </a:prstGeom>
          </p:spPr>
        </p:pic>
        <p:pic>
          <p:nvPicPr>
            <p:cNvPr id="676" name="図 675">
              <a:extLst>
                <a:ext uri="{FF2B5EF4-FFF2-40B4-BE49-F238E27FC236}">
                  <ns2:creationId id="{E5DAC7F0-BD84-E5B7-2271-6520EEE24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84481" y="3263191"/>
              <a:ext cx="314255" cy="329342"/>
            </a:xfrm>
            <a:prstGeom prst="rect">
              <a:avLst/>
            </a:prstGeom>
          </p:spPr>
        </p:pic>
        <p:pic>
          <p:nvPicPr>
            <p:cNvPr id="753" name="図 752">
              <a:extLst>
                <a:ext uri="{FF2B5EF4-FFF2-40B4-BE49-F238E27FC236}">
                  <ns2:creationId id="{D30E0F24-DF6A-0A54-8812-49B93E922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59994" y="3263191"/>
              <a:ext cx="314256" cy="329342"/>
            </a:xfrm>
            <a:prstGeom prst="rect">
              <a:avLst/>
            </a:prstGeom>
          </p:spPr>
        </p:pic>
        <p:pic>
          <p:nvPicPr>
            <p:cNvPr id="160" name="グラフィックス 159" descr="階層 単色塗りつぶし">
              <a:extLst>
                <a:ext uri="{FF2B5EF4-FFF2-40B4-BE49-F238E27FC236}">
                  <ns2:creationId id="{2B04502A-B049-4D8B-81D5-74C5FD402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822039" y="3802026"/>
              <a:ext cx="396000" cy="396000"/>
            </a:xfrm>
            <a:prstGeom prst="rect">
              <a:avLst/>
            </a:prstGeom>
          </p:spPr>
        </p:pic>
        <p:pic>
          <p:nvPicPr>
            <p:cNvPr id="192" name="図 191">
              <a:extLst>
                <a:ext uri="{FF2B5EF4-FFF2-40B4-BE49-F238E27FC236}">
                  <ns2:creationId id="{E6220595-DB46-62C6-A775-B078567E2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78662" y="3263191"/>
              <a:ext cx="314255" cy="329342"/>
            </a:xfrm>
            <a:prstGeom prst="rect">
              <a:avLst/>
            </a:prstGeom>
          </p:spPr>
        </p:pic>
        <p:pic>
          <p:nvPicPr>
            <p:cNvPr id="193" name="図 192">
              <a:extLst>
                <a:ext uri="{FF2B5EF4-FFF2-40B4-BE49-F238E27FC236}">
                  <ns2:creationId id="{8F6ABFCE-06A6-BE88-72DD-C8695BDE6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871791" y="3263191"/>
              <a:ext cx="314255" cy="329342"/>
            </a:xfrm>
            <a:prstGeom prst="rect">
              <a:avLst/>
            </a:prstGeom>
          </p:spPr>
        </p:pic>
        <p:pic>
          <p:nvPicPr>
            <p:cNvPr id="438" name="図 437">
              <a:extLst>
                <a:ext uri="{FF2B5EF4-FFF2-40B4-BE49-F238E27FC236}">
                  <ns2:creationId id="{0662B606-4C2C-5970-B892-D7749402B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64919" y="3263191"/>
              <a:ext cx="314255" cy="329342"/>
            </a:xfrm>
            <a:prstGeom prst="rect">
              <a:avLst/>
            </a:prstGeom>
          </p:spPr>
        </p:pic>
        <p:sp>
          <p:nvSpPr>
            <p:cNvPr id="39" name="片側の 2 つの角を丸めた四角形 38">
              <a:extLst>
                <a:ext uri="{FF2B5EF4-FFF2-40B4-BE49-F238E27FC236}">
                  <ns2:creationId id="{2382E2BF-0813-8B0F-890A-AF1D5E1005B5}"/>
                </a:ext>
              </a:extLst>
            </p:cNvPr>
            <p:cNvSpPr/>
            <p:nvPr/>
          </p:nvSpPr>
          <p:spPr>
            <a:xfrm>
              <a:off x="10786361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40" name="直線コネクタ 139">
              <a:extLst>
                <a:ext uri="{FF2B5EF4-FFF2-40B4-BE49-F238E27FC236}">
                  <ns2:creationId id="{6ED30FBC-2E0E-1C0C-66AB-CE5239D731CA}"/>
                </a:ext>
              </a:extLst>
            </p:cNvPr>
            <p:cNvCxnSpPr>
              <a:cxnSpLocks/>
              <a:stCxn id="110" idx="2"/>
              <a:endCxn id="411" idx="0"/>
            </p:cNvCxnSpPr>
            <p:nvPr/>
          </p:nvCxnSpPr>
          <p:spPr>
            <a:xfrm>
              <a:off x="3670531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0" name="図 809">
              <a:extLst>
                <a:ext uri="{FF2B5EF4-FFF2-40B4-BE49-F238E27FC236}">
                  <ns2:creationId id="{756935EA-152F-3FFD-E838-5AEE025CF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52730" y="3250817"/>
              <a:ext cx="337868" cy="354090"/>
            </a:xfrm>
            <a:prstGeom prst="rect">
              <a:avLst/>
            </a:prstGeom>
          </p:spPr>
        </p:pic>
        <p:cxnSp>
          <p:nvCxnSpPr>
            <p:cNvPr id="199" name="カギ線コネクタ 744">
              <a:extLst>
                <a:ext uri="{FF2B5EF4-FFF2-40B4-BE49-F238E27FC236}">
                  <ns2:creationId id="{420447D9-4188-6D45-BE9E-CDA0F5837DD3}"/>
                </a:ext>
              </a:extLst>
            </p:cNvPr>
            <p:cNvCxnSpPr>
              <a:cxnSpLocks/>
              <a:stCxn id="36" idx="3"/>
              <a:endCxn id="114" idx="2"/>
            </p:cNvCxnSpPr>
            <p:nvPr/>
          </p:nvCxnSpPr>
          <p:spPr>
            <a:xfrm rot="5400000" flipH="1" flipV="1">
              <a:off x="7416690" y="4585975"/>
              <a:ext cx="103741" cy="746097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564EC634-A978-EB31-100A-8B8972E845B1}"/>
                </a:ext>
              </a:extLst>
            </p:cNvPr>
            <p:cNvCxnSpPr>
              <a:cxnSpLocks/>
            </p:cNvCxnSpPr>
            <p:nvPr/>
          </p:nvCxnSpPr>
          <p:spPr>
            <a:xfrm>
              <a:off x="9904233" y="5790498"/>
              <a:ext cx="1728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023A6179-BD78-A3A6-A7CA-8D9B067A8AFF}"/>
                </a:ext>
              </a:extLst>
            </p:cNvPr>
            <p:cNvCxnSpPr>
              <a:cxnSpLocks/>
            </p:cNvCxnSpPr>
            <p:nvPr/>
          </p:nvCxnSpPr>
          <p:spPr>
            <a:xfrm>
              <a:off x="6184586" y="5790498"/>
              <a:ext cx="3629558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6321035E-6820-60C7-2651-B77445D39AE9}"/>
                </a:ext>
              </a:extLst>
            </p:cNvPr>
            <p:cNvCxnSpPr>
              <a:cxnSpLocks/>
            </p:cNvCxnSpPr>
            <p:nvPr/>
          </p:nvCxnSpPr>
          <p:spPr>
            <a:xfrm>
              <a:off x="4333553" y="5790498"/>
              <a:ext cx="1799416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4" name="グループ化 203">
              <a:extLst>
                <a:ext uri="{FF2B5EF4-FFF2-40B4-BE49-F238E27FC236}">
                  <ns2:creationId id="{69846CC8-90C8-56B5-8AAE-6921E40ABA3F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10657376" y="5682500"/>
              <a:ext cx="221716" cy="216000"/>
              <a:chOff x="4481975" y="4552638"/>
              <a:chExt cx="369527" cy="360000"/>
            </a:xfrm>
          </p:grpSpPr>
          <p:sp>
            <p:nvSpPr>
              <p:cNvPr id="205" name="円/楕円 8">
                <a:extLst>
                  <a:ext uri="{FF2B5EF4-FFF2-40B4-BE49-F238E27FC236}">
                    <ns2:creationId id="{D1DBC1D6-FE74-1F52-C537-F8E90132135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07" name="グラフィックス 206">
                <a:extLst>
                  <a:ext uri="{FF2B5EF4-FFF2-40B4-BE49-F238E27FC236}">
                    <ns2:creationId id="{03F66D68-AE35-BFE0-0A77-01A40545025E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12" name="グループ化 211">
              <a:extLst>
                <a:ext uri="{FF2B5EF4-FFF2-40B4-BE49-F238E27FC236}">
                  <ns2:creationId id="{625F3166-512D-35E3-6450-F1E478E368E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888508" y="5682500"/>
              <a:ext cx="221716" cy="216000"/>
              <a:chOff x="4481975" y="4552638"/>
              <a:chExt cx="369527" cy="360000"/>
            </a:xfrm>
          </p:grpSpPr>
          <p:sp>
            <p:nvSpPr>
              <p:cNvPr id="213" name="円/楕円 8">
                <a:extLst>
                  <a:ext uri="{FF2B5EF4-FFF2-40B4-BE49-F238E27FC236}">
                    <ns2:creationId id="{478216FB-116B-BD4D-F18E-66C4D0BD364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14" name="グラフィックス 213">
                <a:extLst>
                  <a:ext uri="{FF2B5EF4-FFF2-40B4-BE49-F238E27FC236}">
                    <ns2:creationId id="{678625B5-BA8B-6BFD-1218-37670CADB0C6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21" name="グループ化 220">
              <a:extLst>
                <a:ext uri="{FF2B5EF4-FFF2-40B4-BE49-F238E27FC236}">
                  <ns2:creationId id="{DE5E9F6E-570D-2615-21E4-EE8DC3DBFBB6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5122404" y="5682499"/>
              <a:ext cx="221716" cy="216000"/>
              <a:chOff x="4481975" y="4552638"/>
              <a:chExt cx="369527" cy="360000"/>
            </a:xfrm>
          </p:grpSpPr>
          <p:sp>
            <p:nvSpPr>
              <p:cNvPr id="222" name="円/楕円 8">
                <a:extLst>
                  <a:ext uri="{FF2B5EF4-FFF2-40B4-BE49-F238E27FC236}">
                    <ns2:creationId id="{28834CA9-E105-A371-2AF5-A3C94A992A9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23" name="グラフィックス 222">
                <a:extLst>
                  <a:ext uri="{FF2B5EF4-FFF2-40B4-BE49-F238E27FC236}">
                    <ns2:creationId id="{6405E98B-DBC8-89EF-868E-2FFD875CCF5B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33" name="片側の 2 つの角を丸めた四角形 132">
              <a:extLst>
                <a:ext uri="{FF2B5EF4-FFF2-40B4-BE49-F238E27FC236}">
                  <ns2:creationId id="{C35BAE29-11F8-0289-D804-ECD3552C802B}"/>
                </a:ext>
              </a:extLst>
            </p:cNvPr>
            <p:cNvSpPr/>
            <p:nvPr/>
          </p:nvSpPr>
          <p:spPr>
            <a:xfrm>
              <a:off x="8355122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片側の 2 つの角を丸めた四角形 154">
              <a:extLst>
                <a:ext uri="{FF2B5EF4-FFF2-40B4-BE49-F238E27FC236}">
                  <ns2:creationId id="{B2D7F784-F1C5-ECC8-A604-87AD35CCE459}"/>
                </a:ext>
              </a:extLst>
            </p:cNvPr>
            <p:cNvSpPr/>
            <p:nvPr/>
          </p:nvSpPr>
          <p:spPr>
            <a:xfrm>
              <a:off x="5360047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875E813B-3C4D-F1B6-41DC-2C53EC719E8E}"/>
                </a:ext>
              </a:extLst>
            </p:cNvPr>
            <p:cNvSpPr/>
            <p:nvPr/>
          </p:nvSpPr>
          <p:spPr>
            <a:xfrm>
              <a:off x="11218249" y="3802026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6:creationId val="4286072580"/>
      </p:ext>
    </p:extLst>
  </p:cSld>
  <p:clrMapOvr>
    <a:masterClrMapping/>
  </p:clrMapOvr>
</p:sld>
</file>

<file path=ppt/slides/slide18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1AD78FC-9117-3BEC-B729-207F7F455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ns2:creationId id="{86228C7D-76DA-3D1D-15F0-BE0110A9B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250" name="グループ化 249">
            <a:extLst>
              <a:ext uri="{FF2B5EF4-FFF2-40B4-BE49-F238E27FC236}">
                <ns2:creationId id="{59D7F1A2-02DB-C211-5D95-443AA219F374}"/>
              </a:ext>
            </a:extLst>
          </p:cNvPr>
          <p:cNvGrpSpPr/>
          <p:nvPr/>
        </p:nvGrpSpPr>
        <p:grpSpPr>
          <a:xfrm>
            <a:off x="334962" y="1033843"/>
            <a:ext cx="11522076" cy="5274882"/>
            <a:chOff x="334962" y="1033843"/>
            <a:chExt cx="11522076" cy="5274882"/>
          </a:xfrm>
        </p:grpSpPr>
        <p:sp>
          <p:nvSpPr>
            <p:cNvPr id="50" name="Rounded Rectangle 25">
              <a:extLst>
                <a:ext uri="{FF2B5EF4-FFF2-40B4-BE49-F238E27FC236}">
                  <ns2:creationId id="{D4FD1B32-AF1F-23D2-5A4C-40620244BCCE}"/>
                </a:ext>
              </a:extLst>
            </p:cNvPr>
            <p:cNvSpPr/>
            <p:nvPr/>
          </p:nvSpPr>
          <p:spPr>
            <a:xfrm>
              <a:off x="1516623" y="5116429"/>
              <a:ext cx="5419329" cy="1192294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0" rtlCol="0" anchor="t" anchorCtr="0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E576F442-773E-102F-88C5-9722C4B20652}"/>
                </a:ext>
              </a:extLst>
            </p:cNvPr>
            <p:cNvSpPr/>
            <p:nvPr/>
          </p:nvSpPr>
          <p:spPr>
            <a:xfrm>
              <a:off x="1871416" y="5475352"/>
              <a:ext cx="4748654" cy="702881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72000" rtlCol="0" anchor="b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01" name="図 100">
              <a:extLst>
                <a:ext uri="{FF2B5EF4-FFF2-40B4-BE49-F238E27FC236}">
                  <ns2:creationId id="{3B545204-63D0-35AD-A410-3AA70EEF4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845979" y="5517943"/>
              <a:ext cx="799529" cy="210813"/>
            </a:xfrm>
            <a:prstGeom prst="rect">
              <a:avLst/>
            </a:prstGeom>
          </p:spPr>
        </p:pic>
        <p:grpSp>
          <p:nvGrpSpPr>
            <p:cNvPr id="239" name="グループ化 238">
              <a:extLst>
                <a:ext uri="{FF2B5EF4-FFF2-40B4-BE49-F238E27FC236}">
                  <ns2:creationId id="{5F8F10B5-995E-F285-7F94-91185F3A190E}"/>
                </a:ext>
              </a:extLst>
            </p:cNvPr>
            <p:cNvGrpSpPr/>
            <p:nvPr/>
          </p:nvGrpSpPr>
          <p:grpSpPr>
            <a:xfrm>
              <a:off x="10776164" y="5037477"/>
              <a:ext cx="1080873" cy="1271246"/>
              <a:chOff x="10776164" y="5604405"/>
              <a:chExt cx="1080873" cy="704320"/>
            </a:xfrm>
          </p:grpSpPr>
          <p:sp>
            <p:nvSpPr>
              <p:cNvPr id="96" name="四角形: 角を丸くする 95">
                <a:extLst>
                  <a:ext uri="{FF2B5EF4-FFF2-40B4-BE49-F238E27FC236}">
                    <ns2:creationId id="{30B3737E-C94B-1E47-D257-B7ADF3E9A3E1}"/>
                  </a:ext>
                </a:extLst>
              </p:cNvPr>
              <p:cNvSpPr/>
              <p:nvPr/>
            </p:nvSpPr>
            <p:spPr>
              <a:xfrm>
                <a:off x="10776164" y="5667194"/>
                <a:ext cx="1080873" cy="641531"/>
              </a:xfrm>
              <a:prstGeom prst="roundRect">
                <a:avLst>
                  <a:gd name="adj" fmla="val 6896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ns2:creationId id="{85BB0174-A3A9-E409-4866-429245914695}"/>
                  </a:ext>
                </a:extLst>
              </p:cNvPr>
              <p:cNvSpPr txBox="1"/>
              <p:nvPr/>
            </p:nvSpPr>
            <p:spPr>
              <a:xfrm>
                <a:off x="11100713" y="5604405"/>
                <a:ext cx="431775" cy="144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72" name="カギ線コネクタ 278">
                <a:extLst>
                  <a:ext uri="{FF2B5EF4-FFF2-40B4-BE49-F238E27FC236}">
                    <ns2:creationId id="{A434C798-AFCD-74ED-1415-089DF5BFE3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147672" y="5803811"/>
                <a:ext cx="289085" cy="24444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accent5"/>
                </a:solidFill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正方形/長方形 40">
              <a:extLst>
                <a:ext uri="{FF2B5EF4-FFF2-40B4-BE49-F238E27FC236}">
                  <ns2:creationId id="{4C44DB6D-0BD3-D241-1E71-CBD985D02FB6}"/>
                </a:ext>
              </a:extLst>
            </p:cNvPr>
            <p:cNvSpPr/>
            <p:nvPr/>
          </p:nvSpPr>
          <p:spPr>
            <a:xfrm>
              <a:off x="334962" y="1147865"/>
              <a:ext cx="942916" cy="516086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0" rtlCol="0" anchor="t"/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Rounded Rectangle 25">
              <a:extLst>
                <a:ext uri="{FF2B5EF4-FFF2-40B4-BE49-F238E27FC236}">
                  <ns2:creationId id="{958044F4-FC02-FF97-0B3D-E27D850DFA74}"/>
                </a:ext>
              </a:extLst>
            </p:cNvPr>
            <p:cNvSpPr/>
            <p:nvPr/>
          </p:nvSpPr>
          <p:spPr>
            <a:xfrm>
              <a:off x="392451" y="4051298"/>
              <a:ext cx="823530" cy="56024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3" name="Rounded Rectangle 25">
              <a:extLst>
                <a:ext uri="{FF2B5EF4-FFF2-40B4-BE49-F238E27FC236}">
                  <ns2:creationId id="{4DC9ECDA-D710-B364-1A82-1A246F1FE0EC}"/>
                </a:ext>
              </a:extLst>
            </p:cNvPr>
            <p:cNvSpPr/>
            <p:nvPr/>
          </p:nvSpPr>
          <p:spPr>
            <a:xfrm>
              <a:off x="392451" y="1701263"/>
              <a:ext cx="823530" cy="56024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4" name="Rounded Rectangle 25">
              <a:extLst>
                <a:ext uri="{FF2B5EF4-FFF2-40B4-BE49-F238E27FC236}">
                  <ns2:creationId id="{159C3EF1-E6F3-2D37-5D62-1B86BFE79DF1}"/>
                </a:ext>
              </a:extLst>
            </p:cNvPr>
            <p:cNvSpPr/>
            <p:nvPr/>
          </p:nvSpPr>
          <p:spPr>
            <a:xfrm>
              <a:off x="392451" y="2484608"/>
              <a:ext cx="823530" cy="56024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 anchorCtr="0"/>
            <a:lstStyle/>
            <a:p>
              <a:pPr algn="ctr">
                <a:lnSpc>
                  <a:spcPts val="1240"/>
                </a:lnSpc>
                <a:buClr>
                  <a:schemeClr val="accent1"/>
                </a:buClr>
              </a:pPr>
              <a:r>
                <a:rPr kumimoji="1" lang="en-US" altLang="ja-JP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br>
                <a:rPr kumimoji="1" lang="en-US" altLang="ja-JP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</a:br>
              <a:r>
                <a:rPr kumimoji="1" lang="ja-JP" altLang="en-US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br>
                <a:rPr kumimoji="1" lang="ja-JP" altLang="en-US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</a:b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(</a:t>
              </a:r>
              <a:r>
                <a:rPr kumimoji="1" lang="en-US" altLang="ja-JP" sz="800" noProof="0" dirty="0" err="1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)</a:t>
              </a:r>
            </a:p>
          </p:txBody>
        </p:sp>
        <p:sp>
          <p:nvSpPr>
            <p:cNvPr id="55" name="Rounded Rectangle 25">
              <a:extLst>
                <a:ext uri="{FF2B5EF4-FFF2-40B4-BE49-F238E27FC236}">
                  <ns2:creationId id="{05AFAF20-AB48-0C5F-FD25-9ED1FF1FA1EF}"/>
                </a:ext>
              </a:extLst>
            </p:cNvPr>
            <p:cNvSpPr/>
            <p:nvPr/>
          </p:nvSpPr>
          <p:spPr>
            <a:xfrm>
              <a:off x="392451" y="4834643"/>
              <a:ext cx="823530" cy="56024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 anchorCtr="0"/>
            <a:lstStyle/>
            <a:p>
              <a:pPr algn="ctr">
                <a:lnSpc>
                  <a:spcPts val="1240"/>
                </a:lnSpc>
                <a:buClr>
                  <a:schemeClr val="accent1"/>
                </a:buClr>
              </a:pPr>
              <a:r>
                <a:rPr kumimoji="1" lang="ja-JP" altLang="en-US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en-US" altLang="ja-JP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br>
                <a:rPr kumimoji="1" lang="en-US" altLang="ja-JP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</a:br>
              <a:r>
                <a:rPr kumimoji="1" lang="ja-JP" altLang="en-US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</a:p>
          </p:txBody>
        </p:sp>
        <p:sp>
          <p:nvSpPr>
            <p:cNvPr id="56" name="Rounded Rectangle 25">
              <a:extLst>
                <a:ext uri="{FF2B5EF4-FFF2-40B4-BE49-F238E27FC236}">
                  <ns2:creationId id="{C10FBB93-9977-7857-0FF3-36DF515891D5}"/>
                </a:ext>
              </a:extLst>
            </p:cNvPr>
            <p:cNvSpPr/>
            <p:nvPr/>
          </p:nvSpPr>
          <p:spPr>
            <a:xfrm>
              <a:off x="392451" y="3267953"/>
              <a:ext cx="823530" cy="56024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 anchorCtr="0"/>
            <a:lstStyle/>
            <a:p>
              <a:pPr algn="ctr">
                <a:lnSpc>
                  <a:spcPts val="1240"/>
                </a:lnSpc>
                <a:buClr>
                  <a:schemeClr val="accent1"/>
                </a:buClr>
              </a:pPr>
              <a:r>
                <a:rPr kumimoji="1" lang="ja-JP" altLang="en-US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br>
                <a:rPr kumimoji="1" lang="ja-JP" altLang="en-US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</a:b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(</a:t>
              </a:r>
              <a:r>
                <a:rPr kumimoji="1" lang="ja-JP" altLang="en-US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ja-JP" altLang="en-US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</a:p>
          </p:txBody>
        </p:sp>
        <p:sp>
          <p:nvSpPr>
            <p:cNvPr id="182" name="Rounded Rectangle 25">
              <a:extLst>
                <a:ext uri="{FF2B5EF4-FFF2-40B4-BE49-F238E27FC236}">
                  <ns2:creationId id="{D6559FF3-302C-ECBD-BE63-7AF98B4A5515}"/>
                </a:ext>
              </a:extLst>
            </p:cNvPr>
            <p:cNvSpPr/>
            <p:nvPr/>
          </p:nvSpPr>
          <p:spPr>
            <a:xfrm>
              <a:off x="392451" y="5617989"/>
              <a:ext cx="823530" cy="56024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 anchorCtr="0"/>
            <a:lstStyle/>
            <a:p>
              <a:pPr algn="ctr">
                <a:lnSpc>
                  <a:spcPts val="1240"/>
                </a:lnSpc>
                <a:buClr>
                  <a:schemeClr val="accent1"/>
                </a:buClr>
              </a:pPr>
              <a:r>
                <a:rPr kumimoji="1" lang="ja-JP" altLang="en-US" sz="10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br>
                <a:rPr kumimoji="1" lang="ja-JP" altLang="en-US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</a:b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ja-JP" altLang="en-US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、</a:t>
              </a: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ja-JP" altLang="en-US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XX</a:t>
              </a:r>
              <a:r>
                <a:rPr kumimoji="1" lang="en-US" altLang="ja-JP" sz="800" noProof="0" dirty="0">
                  <a:solidFill>
                    <a:schemeClr val="tx1">
                      <a:lumMod val="75000"/>
                    </a:schemeClr>
                  </a:solidFill>
                  <a:latin typeface="+mj-lt"/>
                </a:rPr>
                <a:t>)</a:t>
              </a:r>
            </a:p>
          </p:txBody>
        </p:sp>
        <p:sp>
          <p:nvSpPr>
            <p:cNvPr id="78" name="Rounded Rectangle 25">
              <a:extLst>
                <a:ext uri="{FF2B5EF4-FFF2-40B4-BE49-F238E27FC236}">
                  <ns2:creationId id="{28FDF4C2-00DB-BF4F-002D-9DFDBB64967E}"/>
                </a:ext>
              </a:extLst>
            </p:cNvPr>
            <p:cNvSpPr/>
            <p:nvPr/>
          </p:nvSpPr>
          <p:spPr>
            <a:xfrm>
              <a:off x="7042300" y="5116429"/>
              <a:ext cx="3627518" cy="1192295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0" rtlCol="0" anchor="t" anchorCtr="0"/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C58A1B7A-109B-5DDA-2892-E71CB5D17720}"/>
                </a:ext>
              </a:extLst>
            </p:cNvPr>
            <p:cNvSpPr/>
            <p:nvPr/>
          </p:nvSpPr>
          <p:spPr>
            <a:xfrm>
              <a:off x="7167880" y="5475352"/>
              <a:ext cx="3376358" cy="702881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/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7D1FE587-B997-ECE9-8002-B07C644E7379}"/>
                </a:ext>
              </a:extLst>
            </p:cNvPr>
            <p:cNvSpPr/>
            <p:nvPr/>
          </p:nvSpPr>
          <p:spPr>
            <a:xfrm>
              <a:off x="7334266" y="5728756"/>
              <a:ext cx="900000" cy="360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152378C0-8DA2-050B-D162-A86FF41ACBEE}"/>
                </a:ext>
              </a:extLst>
            </p:cNvPr>
            <p:cNvSpPr/>
            <p:nvPr/>
          </p:nvSpPr>
          <p:spPr>
            <a:xfrm>
              <a:off x="8405415" y="5728756"/>
              <a:ext cx="900000" cy="360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F3A0E73F-65F7-1888-A2DC-90A33E652902}"/>
                </a:ext>
              </a:extLst>
            </p:cNvPr>
            <p:cNvSpPr/>
            <p:nvPr/>
          </p:nvSpPr>
          <p:spPr>
            <a:xfrm>
              <a:off x="9476563" y="5728756"/>
              <a:ext cx="900000" cy="360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42" name="カギ線コネクタ 184">
              <a:extLst>
                <a:ext uri="{FF2B5EF4-FFF2-40B4-BE49-F238E27FC236}">
                  <ns2:creationId id="{2B6C8BDC-9661-BA57-8B25-1007FDD4FD93}"/>
                </a:ext>
              </a:extLst>
            </p:cNvPr>
            <p:cNvCxnSpPr>
              <a:cxnSpLocks/>
              <a:stCxn id="54" idx="3"/>
              <a:endCxn id="53" idx="3"/>
            </p:cNvCxnSpPr>
            <p:nvPr/>
          </p:nvCxnSpPr>
          <p:spPr>
            <a:xfrm flipV="1">
              <a:off x="1215981" y="1981385"/>
              <a:ext cx="12700" cy="783345"/>
            </a:xfrm>
            <a:prstGeom prst="bentConnector3">
              <a:avLst>
                <a:gd name="adj1" fmla="val 930000"/>
              </a:avLst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正方形/長方形 56">
              <a:extLst>
                <a:ext uri="{FF2B5EF4-FFF2-40B4-BE49-F238E27FC236}">
                  <ns2:creationId id="{25220E78-E935-4F0F-92CC-9E23C2259CD3}"/>
                </a:ext>
              </a:extLst>
            </p:cNvPr>
            <p:cNvSpPr/>
            <p:nvPr/>
          </p:nvSpPr>
          <p:spPr>
            <a:xfrm>
              <a:off x="11147672" y="1147866"/>
              <a:ext cx="709366" cy="326807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0" rtlCol="0" anchor="t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Rounded Rectangle 25">
              <a:extLst>
                <a:ext uri="{FF2B5EF4-FFF2-40B4-BE49-F238E27FC236}">
                  <ns2:creationId id="{93F3EBBC-0936-41D4-FCA9-D0111FABECD0}"/>
                </a:ext>
              </a:extLst>
            </p:cNvPr>
            <p:cNvSpPr/>
            <p:nvPr/>
          </p:nvSpPr>
          <p:spPr>
            <a:xfrm>
              <a:off x="7133740" y="1147865"/>
              <a:ext cx="920683" cy="3268078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0" rtlCol="0" anchor="t" anchorCtr="0"/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18A3397B-56C4-A64B-9644-CE3B69901B95}"/>
                </a:ext>
              </a:extLst>
            </p:cNvPr>
            <p:cNvSpPr/>
            <p:nvPr/>
          </p:nvSpPr>
          <p:spPr>
            <a:xfrm>
              <a:off x="7209375" y="1480236"/>
              <a:ext cx="791135" cy="1373877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1E128990-8E8A-F18A-6DC9-F38B61D70375}"/>
                </a:ext>
              </a:extLst>
            </p:cNvPr>
            <p:cNvSpPr/>
            <p:nvPr/>
          </p:nvSpPr>
          <p:spPr>
            <a:xfrm>
              <a:off x="7209375" y="2928823"/>
              <a:ext cx="791135" cy="1373877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Rounded Rectangle 25">
              <a:extLst>
                <a:ext uri="{FF2B5EF4-FFF2-40B4-BE49-F238E27FC236}">
                  <ns2:creationId id="{6AC1F0E1-12BE-B3EC-C7B1-98049D0DC943}"/>
                </a:ext>
              </a:extLst>
            </p:cNvPr>
            <p:cNvSpPr/>
            <p:nvPr/>
          </p:nvSpPr>
          <p:spPr>
            <a:xfrm>
              <a:off x="8229519" y="1147865"/>
              <a:ext cx="2719868" cy="3268078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0" bIns="0" rtlCol="0" anchor="t" anchorCtr="0"/>
            <a:lstStyle/>
            <a:p>
              <a:pPr algn="ctr"/>
              <a:r>
                <a:rPr kumimoji="1" lang="ja-JP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D67E7387-F45E-D4C1-DDDD-ACABEFBF1BFB}"/>
                </a:ext>
              </a:extLst>
            </p:cNvPr>
            <p:cNvSpPr/>
            <p:nvPr/>
          </p:nvSpPr>
          <p:spPr>
            <a:xfrm>
              <a:off x="8316495" y="4015827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414A9546-9D37-6890-8D8F-FC76C796B6D7}"/>
                </a:ext>
              </a:extLst>
            </p:cNvPr>
            <p:cNvSpPr/>
            <p:nvPr/>
          </p:nvSpPr>
          <p:spPr>
            <a:xfrm>
              <a:off x="8316495" y="1480236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76DDFDDA-83C7-BED5-3D00-5A2BD17DA8E1}"/>
                </a:ext>
              </a:extLst>
            </p:cNvPr>
            <p:cNvSpPr/>
            <p:nvPr/>
          </p:nvSpPr>
          <p:spPr>
            <a:xfrm>
              <a:off x="8316495" y="3290407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53D11B22-7DCA-D272-5864-D4FF6B35157E}"/>
                </a:ext>
              </a:extLst>
            </p:cNvPr>
            <p:cNvSpPr/>
            <p:nvPr/>
          </p:nvSpPr>
          <p:spPr>
            <a:xfrm>
              <a:off x="8316495" y="1841820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4329B0CC-3329-2814-A99A-0F3547D1F319}"/>
                </a:ext>
              </a:extLst>
            </p:cNvPr>
            <p:cNvSpPr/>
            <p:nvPr/>
          </p:nvSpPr>
          <p:spPr>
            <a:xfrm>
              <a:off x="8316495" y="2566113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7" name="四角形: 角を丸くする 126">
              <a:extLst>
                <a:ext uri="{FF2B5EF4-FFF2-40B4-BE49-F238E27FC236}">
                  <ns2:creationId id="{D5B9A50D-DCA4-3CD8-121E-6DDCFF34E914}"/>
                </a:ext>
              </a:extLst>
            </p:cNvPr>
            <p:cNvSpPr/>
            <p:nvPr/>
          </p:nvSpPr>
          <p:spPr>
            <a:xfrm>
              <a:off x="8298207" y="2509793"/>
              <a:ext cx="900862" cy="120874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E173F01F-9439-8A6A-BB7E-2B8258B23CD0}"/>
                </a:ext>
              </a:extLst>
            </p:cNvPr>
            <p:cNvSpPr/>
            <p:nvPr/>
          </p:nvSpPr>
          <p:spPr>
            <a:xfrm>
              <a:off x="8316495" y="2928823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8F37DEEC-9AB2-EEF2-0CDE-B762708831F2}"/>
                </a:ext>
              </a:extLst>
            </p:cNvPr>
            <p:cNvSpPr/>
            <p:nvPr/>
          </p:nvSpPr>
          <p:spPr>
            <a:xfrm>
              <a:off x="8316495" y="2203404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D3CD14E1-6699-625B-4B43-1B91E7C94BAD}"/>
                </a:ext>
              </a:extLst>
            </p:cNvPr>
            <p:cNvSpPr/>
            <p:nvPr/>
          </p:nvSpPr>
          <p:spPr>
            <a:xfrm>
              <a:off x="8316495" y="3653116"/>
              <a:ext cx="2538896" cy="28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ns2:creationId id="{F6FE80DA-C50B-71B0-BEE9-908F595223FF}"/>
                </a:ext>
              </a:extLst>
            </p:cNvPr>
            <p:cNvSpPr/>
            <p:nvPr/>
          </p:nvSpPr>
          <p:spPr>
            <a:xfrm>
              <a:off x="8298207" y="3603340"/>
              <a:ext cx="467952" cy="142405"/>
            </a:xfrm>
            <a:prstGeom prst="round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Rounded Rectangle 25">
              <a:extLst>
                <a:ext uri="{FF2B5EF4-FFF2-40B4-BE49-F238E27FC236}">
                  <ns2:creationId id="{51EA28F0-F35F-1A04-57B8-A7CB561D4FA5}"/>
                </a:ext>
              </a:extLst>
            </p:cNvPr>
            <p:cNvSpPr/>
            <p:nvPr/>
          </p:nvSpPr>
          <p:spPr>
            <a:xfrm>
              <a:off x="1521309" y="1147865"/>
              <a:ext cx="5414645" cy="3268078"/>
            </a:xfrm>
            <a:prstGeom prst="roundRect">
              <a:avLst>
                <a:gd name="adj" fmla="val 0"/>
              </a:avLst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0" rtlCol="0" anchor="t" anchorCtr="0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950B862A-1FC8-8118-A64B-7C9BCCDE848B}"/>
                </a:ext>
              </a:extLst>
            </p:cNvPr>
            <p:cNvSpPr/>
            <p:nvPr/>
          </p:nvSpPr>
          <p:spPr>
            <a:xfrm>
              <a:off x="1598127" y="1480236"/>
              <a:ext cx="5241825" cy="134870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61" name="Rounded Rectangle 25">
              <a:extLst>
                <a:ext uri="{FF2B5EF4-FFF2-40B4-BE49-F238E27FC236}">
                  <ns2:creationId id="{77BF86D2-CB09-A8E9-4F2F-B6EFE2164948}"/>
                </a:ext>
              </a:extLst>
            </p:cNvPr>
            <p:cNvSpPr/>
            <p:nvPr/>
          </p:nvSpPr>
          <p:spPr>
            <a:xfrm>
              <a:off x="1737920" y="1701263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Rounded Rectangle 25">
              <a:extLst>
                <a:ext uri="{FF2B5EF4-FFF2-40B4-BE49-F238E27FC236}">
                  <ns2:creationId id="{16782D25-009C-0E69-43C7-7608B1494CF8}"/>
                </a:ext>
              </a:extLst>
            </p:cNvPr>
            <p:cNvSpPr/>
            <p:nvPr/>
          </p:nvSpPr>
          <p:spPr>
            <a:xfrm>
              <a:off x="3011685" y="1701263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Rounded Rectangle 25">
              <a:extLst>
                <a:ext uri="{FF2B5EF4-FFF2-40B4-BE49-F238E27FC236}">
                  <ns2:creationId id="{F5009779-8A28-A5B7-1A5A-38390648DA1E}"/>
                </a:ext>
              </a:extLst>
            </p:cNvPr>
            <p:cNvSpPr/>
            <p:nvPr/>
          </p:nvSpPr>
          <p:spPr>
            <a:xfrm>
              <a:off x="4285450" y="1701263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Rounded Rectangle 25">
              <a:extLst>
                <a:ext uri="{FF2B5EF4-FFF2-40B4-BE49-F238E27FC236}">
                  <ns2:creationId id="{CE11D29F-5977-BF1C-0315-1A9161D45F52}"/>
                </a:ext>
              </a:extLst>
            </p:cNvPr>
            <p:cNvSpPr/>
            <p:nvPr/>
          </p:nvSpPr>
          <p:spPr>
            <a:xfrm>
              <a:off x="5559213" y="1701263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65" name="グループ化 164">
              <a:extLst>
                <a:ext uri="{FF2B5EF4-FFF2-40B4-BE49-F238E27FC236}">
                  <ns2:creationId id="{2CE4A205-5B02-2E80-FAC2-2BC050FF566C}"/>
                </a:ext>
              </a:extLst>
            </p:cNvPr>
            <p:cNvGrpSpPr/>
            <p:nvPr/>
          </p:nvGrpSpPr>
          <p:grpSpPr>
            <a:xfrm>
              <a:off x="1890552" y="1912185"/>
              <a:ext cx="827464" cy="835571"/>
              <a:chOff x="2000408" y="3867976"/>
              <a:chExt cx="792000" cy="835571"/>
            </a:xfrm>
          </p:grpSpPr>
          <p:sp>
            <p:nvSpPr>
              <p:cNvPr id="166" name="正方形/長方形 165">
                <a:extLst>
                  <a:ext uri="{FF2B5EF4-FFF2-40B4-BE49-F238E27FC236}">
                    <ns2:creationId id="{9AADF9E0-8259-00AB-E37A-5D74C7277FC1}"/>
                  </a:ext>
                </a:extLst>
              </p:cNvPr>
              <p:cNvSpPr/>
              <p:nvPr/>
            </p:nvSpPr>
            <p:spPr>
              <a:xfrm>
                <a:off x="2000408" y="3867976"/>
                <a:ext cx="792000" cy="40733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BI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7" name="正方形/長方形 166">
                <a:extLst>
                  <a:ext uri="{FF2B5EF4-FFF2-40B4-BE49-F238E27FC236}">
                    <ns2:creationId id="{674FFB33-2FF9-F0B6-07FC-C334DD4E5F17}"/>
                  </a:ext>
                </a:extLst>
              </p:cNvPr>
              <p:cNvSpPr/>
              <p:nvPr/>
            </p:nvSpPr>
            <p:spPr>
              <a:xfrm>
                <a:off x="2000408" y="4296217"/>
                <a:ext cx="792000" cy="40733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98" name="円柱 197">
              <a:extLst>
                <a:ext uri="{FF2B5EF4-FFF2-40B4-BE49-F238E27FC236}">
                  <ns2:creationId id="{06343C39-250D-2C7E-EDA0-28AC408C7D9C}"/>
                </a:ext>
              </a:extLst>
            </p:cNvPr>
            <p:cNvSpPr/>
            <p:nvPr/>
          </p:nvSpPr>
          <p:spPr>
            <a:xfrm>
              <a:off x="3212757" y="2017404"/>
              <a:ext cx="737823" cy="547584"/>
            </a:xfrm>
            <a:prstGeom prst="can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0800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en-US" altLang="ja-JP" sz="8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</a:p>
          </p:txBody>
        </p:sp>
        <p:sp>
          <p:nvSpPr>
            <p:cNvPr id="203" name="円柱 202">
              <a:extLst>
                <a:ext uri="{FF2B5EF4-FFF2-40B4-BE49-F238E27FC236}">
                  <ns2:creationId id="{10C153B2-3CA6-FB39-4D43-B9449AE0120B}"/>
                </a:ext>
              </a:extLst>
            </p:cNvPr>
            <p:cNvSpPr/>
            <p:nvPr/>
          </p:nvSpPr>
          <p:spPr>
            <a:xfrm>
              <a:off x="4486521" y="2017403"/>
              <a:ext cx="737823" cy="718137"/>
            </a:xfrm>
            <a:prstGeom prst="can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0800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04" name="円柱 203">
              <a:extLst>
                <a:ext uri="{FF2B5EF4-FFF2-40B4-BE49-F238E27FC236}">
                  <ns2:creationId id="{D6189213-83AE-AF26-37E8-64276E666B2D}"/>
                </a:ext>
              </a:extLst>
            </p:cNvPr>
            <p:cNvSpPr/>
            <p:nvPr/>
          </p:nvSpPr>
          <p:spPr>
            <a:xfrm>
              <a:off x="5760285" y="2017403"/>
              <a:ext cx="737823" cy="718137"/>
            </a:xfrm>
            <a:prstGeom prst="can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0800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ETL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D09177A3-7A98-228A-7FD6-FE369214023F}"/>
                </a:ext>
              </a:extLst>
            </p:cNvPr>
            <p:cNvSpPr/>
            <p:nvPr/>
          </p:nvSpPr>
          <p:spPr>
            <a:xfrm>
              <a:off x="1598617" y="2955117"/>
              <a:ext cx="5241825" cy="134870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0" rtlCol="0" anchor="t"/>
            <a:lstStyle/>
            <a:p>
              <a:pPr algn="ctr"/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Rounded Rectangle 25">
              <a:extLst>
                <a:ext uri="{FF2B5EF4-FFF2-40B4-BE49-F238E27FC236}">
                  <ns2:creationId id="{047FBE87-E480-0FBC-342D-B65A71A28E37}"/>
                </a:ext>
              </a:extLst>
            </p:cNvPr>
            <p:cNvSpPr/>
            <p:nvPr/>
          </p:nvSpPr>
          <p:spPr>
            <a:xfrm>
              <a:off x="1738410" y="3176144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" name="Rounded Rectangle 25">
              <a:extLst>
                <a:ext uri="{FF2B5EF4-FFF2-40B4-BE49-F238E27FC236}">
                  <ns2:creationId id="{A12D3ACC-FB12-8547-64AD-9B435E6625F0}"/>
                </a:ext>
              </a:extLst>
            </p:cNvPr>
            <p:cNvSpPr/>
            <p:nvPr/>
          </p:nvSpPr>
          <p:spPr>
            <a:xfrm>
              <a:off x="3012175" y="3176144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Rounded Rectangle 25">
              <a:extLst>
                <a:ext uri="{FF2B5EF4-FFF2-40B4-BE49-F238E27FC236}">
                  <ns2:creationId id="{CC07A561-4E98-D310-0BD5-F1241DA501D9}"/>
                </a:ext>
              </a:extLst>
            </p:cNvPr>
            <p:cNvSpPr/>
            <p:nvPr/>
          </p:nvSpPr>
          <p:spPr>
            <a:xfrm>
              <a:off x="4285940" y="3176144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Rounded Rectangle 25">
              <a:extLst>
                <a:ext uri="{FF2B5EF4-FFF2-40B4-BE49-F238E27FC236}">
                  <ns2:creationId id="{771DE5CB-4DCE-E921-7444-9423B971198E}"/>
                </a:ext>
              </a:extLst>
            </p:cNvPr>
            <p:cNvSpPr/>
            <p:nvPr/>
          </p:nvSpPr>
          <p:spPr>
            <a:xfrm>
              <a:off x="5559703" y="3176144"/>
              <a:ext cx="1139965" cy="108663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t" anchorCtr="0"/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885E6E86-1AB9-2B72-E58A-12083F7B2086}"/>
                </a:ext>
              </a:extLst>
            </p:cNvPr>
            <p:cNvSpPr/>
            <p:nvPr/>
          </p:nvSpPr>
          <p:spPr>
            <a:xfrm>
              <a:off x="1891042" y="3387066"/>
              <a:ext cx="827464" cy="40733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BI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E16B4E77-D8B8-659F-0E09-2E537E143432}"/>
                </a:ext>
              </a:extLst>
            </p:cNvPr>
            <p:cNvSpPr/>
            <p:nvPr/>
          </p:nvSpPr>
          <p:spPr>
            <a:xfrm>
              <a:off x="1891042" y="3815307"/>
              <a:ext cx="827464" cy="40733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5" name="円柱 204">
              <a:extLst>
                <a:ext uri="{FF2B5EF4-FFF2-40B4-BE49-F238E27FC236}">
                  <ns2:creationId id="{96695EB0-4D68-2926-207D-9E0555BD539A}"/>
                </a:ext>
              </a:extLst>
            </p:cNvPr>
            <p:cNvSpPr/>
            <p:nvPr/>
          </p:nvSpPr>
          <p:spPr>
            <a:xfrm>
              <a:off x="3213247" y="3404885"/>
              <a:ext cx="737823" cy="396910"/>
            </a:xfrm>
            <a:prstGeom prst="can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0800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06" name="円柱 205">
              <a:extLst>
                <a:ext uri="{FF2B5EF4-FFF2-40B4-BE49-F238E27FC236}">
                  <ns2:creationId id="{1DA48A2D-9D6D-49C1-15A8-62AE343B86B4}"/>
                </a:ext>
              </a:extLst>
            </p:cNvPr>
            <p:cNvSpPr/>
            <p:nvPr/>
          </p:nvSpPr>
          <p:spPr>
            <a:xfrm>
              <a:off x="4487011" y="3508596"/>
              <a:ext cx="737823" cy="718137"/>
            </a:xfrm>
            <a:prstGeom prst="can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0800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DWH</a:t>
              </a:r>
              <a:b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07" name="円柱 206">
              <a:extLst>
                <a:ext uri="{FF2B5EF4-FFF2-40B4-BE49-F238E27FC236}">
                  <ns2:creationId id="{EBF92B98-BE84-7A8F-35EB-671FE42300CE}"/>
                </a:ext>
              </a:extLst>
            </p:cNvPr>
            <p:cNvSpPr/>
            <p:nvPr/>
          </p:nvSpPr>
          <p:spPr>
            <a:xfrm>
              <a:off x="5760775" y="3508596"/>
              <a:ext cx="737823" cy="507231"/>
            </a:xfrm>
            <a:prstGeom prst="can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0800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08" name="円柱 207">
              <a:extLst>
                <a:ext uri="{FF2B5EF4-FFF2-40B4-BE49-F238E27FC236}">
                  <ns2:creationId id="{CC8EFB7F-61E6-339A-BB5A-C97B4D39A9A2}"/>
                </a:ext>
              </a:extLst>
            </p:cNvPr>
            <p:cNvSpPr/>
            <p:nvPr/>
          </p:nvSpPr>
          <p:spPr>
            <a:xfrm>
              <a:off x="3213247" y="3827161"/>
              <a:ext cx="737823" cy="396910"/>
            </a:xfrm>
            <a:prstGeom prst="can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0800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306" name="カギ線コネクタ 362">
              <a:extLst>
                <a:ext uri="{FF2B5EF4-FFF2-40B4-BE49-F238E27FC236}">
                  <ns2:creationId id="{13EA8369-6516-A07B-71F4-3CEE753ADDE1}"/>
                </a:ext>
              </a:extLst>
            </p:cNvPr>
            <p:cNvCxnSpPr>
              <a:cxnSpLocks/>
            </p:cNvCxnSpPr>
            <p:nvPr>
              <p:custDataLst>
                <p:tags r:id="rId1"/>
              </p:custDataLst>
            </p:nvPr>
          </p:nvCxnSpPr>
          <p:spPr>
            <a:xfrm rot="10800000">
              <a:off x="2718017" y="3643169"/>
              <a:ext cx="1768996" cy="160996"/>
            </a:xfrm>
            <a:prstGeom prst="bentConnector3">
              <a:avLst>
                <a:gd name="adj1" fmla="val 85062"/>
              </a:avLst>
            </a:prstGeom>
            <a:ln w="9525">
              <a:solidFill>
                <a:srgbClr val="008D2E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カギ線コネクタ 284">
              <a:extLst>
                <a:ext uri="{FF2B5EF4-FFF2-40B4-BE49-F238E27FC236}">
                  <ns2:creationId id="{FBB7E340-DA8E-11FD-6E5E-1B1C144B7F1D}"/>
                </a:ext>
              </a:extLst>
            </p:cNvPr>
            <p:cNvCxnSpPr>
              <a:cxnSpLocks/>
              <a:stCxn id="198" idx="4"/>
              <a:endCxn id="203" idx="2"/>
            </p:cNvCxnSpPr>
            <p:nvPr/>
          </p:nvCxnSpPr>
          <p:spPr>
            <a:xfrm>
              <a:off x="3950580" y="2291196"/>
              <a:ext cx="535942" cy="852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カギ線コネクタ 287">
              <a:extLst>
                <a:ext uri="{FF2B5EF4-FFF2-40B4-BE49-F238E27FC236}">
                  <ns2:creationId id="{3047A2A7-D0C7-4BC8-1337-A3EE2DFBF2CF}"/>
                </a:ext>
              </a:extLst>
            </p:cNvPr>
            <p:cNvCxnSpPr>
              <a:cxnSpLocks/>
              <a:stCxn id="166" idx="3"/>
              <a:endCxn id="198" idx="2"/>
            </p:cNvCxnSpPr>
            <p:nvPr/>
          </p:nvCxnSpPr>
          <p:spPr>
            <a:xfrm>
              <a:off x="2718016" y="2115850"/>
              <a:ext cx="494741" cy="175346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accent5"/>
              </a:solidFill>
              <a:headEnd type="triangl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カギ線コネクタ 290">
              <a:extLst>
                <a:ext uri="{FF2B5EF4-FFF2-40B4-BE49-F238E27FC236}">
                  <ns2:creationId id="{20E972D7-9B51-66BF-5015-6F0E06E6AD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18016" y="2493048"/>
              <a:ext cx="1768506" cy="167619"/>
            </a:xfrm>
            <a:prstGeom prst="bentConnector3">
              <a:avLst>
                <a:gd name="adj1" fmla="val 85296"/>
              </a:avLst>
            </a:prstGeom>
            <a:ln w="9525">
              <a:solidFill>
                <a:schemeClr val="accent5"/>
              </a:solidFill>
              <a:headEnd type="triangl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カギ線コネクタ 296">
              <a:extLst>
                <a:ext uri="{FF2B5EF4-FFF2-40B4-BE49-F238E27FC236}">
                  <ns2:creationId id="{247F18E7-502B-F220-C34C-116CD362228C}"/>
                </a:ext>
              </a:extLst>
            </p:cNvPr>
            <p:cNvCxnSpPr>
              <a:cxnSpLocks/>
              <a:endCxn id="198" idx="2"/>
            </p:cNvCxnSpPr>
            <p:nvPr/>
          </p:nvCxnSpPr>
          <p:spPr>
            <a:xfrm flipV="1">
              <a:off x="2718016" y="2291196"/>
              <a:ext cx="494741" cy="36947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線矢印コネクタ 257">
              <a:extLst>
                <a:ext uri="{FF2B5EF4-FFF2-40B4-BE49-F238E27FC236}">
                  <ns2:creationId id="{13D15BD4-FE3A-A826-B795-07F275BF5465}"/>
                </a:ext>
              </a:extLst>
            </p:cNvPr>
            <p:cNvCxnSpPr>
              <a:cxnSpLocks/>
              <a:stCxn id="207" idx="2"/>
              <a:endCxn id="206" idx="4"/>
            </p:cNvCxnSpPr>
            <p:nvPr/>
          </p:nvCxnSpPr>
          <p:spPr>
            <a:xfrm flipH="1">
              <a:off x="5224834" y="3762212"/>
              <a:ext cx="53594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カギ線コネクタ 359">
              <a:extLst>
                <a:ext uri="{FF2B5EF4-FFF2-40B4-BE49-F238E27FC236}">
                  <ns2:creationId id="{A46B3D79-5B25-5896-444F-D492F6D9ED8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951070" y="3660800"/>
              <a:ext cx="535942" cy="144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カギ線コネクタ 362">
              <a:extLst>
                <a:ext uri="{FF2B5EF4-FFF2-40B4-BE49-F238E27FC236}">
                  <ns2:creationId id="{CE7FDD37-7A28-1BA1-967F-ECFB5B50D1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951070" y="3805414"/>
              <a:ext cx="535942" cy="144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矢印コネクタ 261">
              <a:extLst>
                <a:ext uri="{FF2B5EF4-FFF2-40B4-BE49-F238E27FC236}">
                  <ns2:creationId id="{8C6FD6C9-9A84-984C-AB4D-B0DD6152D51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18506" y="3537391"/>
              <a:ext cx="49474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矢印コネクタ 262">
              <a:extLst>
                <a:ext uri="{FF2B5EF4-FFF2-40B4-BE49-F238E27FC236}">
                  <ns2:creationId id="{8C158CB3-68C1-80B1-BF38-FE99C4B81D83}"/>
                </a:ext>
              </a:extLst>
            </p:cNvPr>
            <p:cNvCxnSpPr>
              <a:cxnSpLocks/>
              <a:stCxn id="208" idx="2"/>
              <a:endCxn id="143" idx="3"/>
            </p:cNvCxnSpPr>
            <p:nvPr/>
          </p:nvCxnSpPr>
          <p:spPr>
            <a:xfrm flipH="1" flipV="1">
              <a:off x="2718506" y="4018972"/>
              <a:ext cx="49474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直線矢印コネクタ 283">
              <a:extLst>
                <a:ext uri="{FF2B5EF4-FFF2-40B4-BE49-F238E27FC236}">
                  <ns2:creationId id="{DFD79156-98DC-4F59-0A8E-C59684E456B1}"/>
                </a:ext>
              </a:extLst>
            </p:cNvPr>
            <p:cNvCxnSpPr>
              <a:cxnSpLocks/>
              <a:stCxn id="204" idx="2"/>
              <a:endCxn id="203" idx="4"/>
            </p:cNvCxnSpPr>
            <p:nvPr/>
          </p:nvCxnSpPr>
          <p:spPr>
            <a:xfrm flipH="1">
              <a:off x="5224344" y="2376472"/>
              <a:ext cx="535941" cy="0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カギ線コネクタ 184">
              <a:extLst>
                <a:ext uri="{FF2B5EF4-FFF2-40B4-BE49-F238E27FC236}">
                  <ns2:creationId id="{58399EB4-F17C-71B8-223B-52037C2011DA}"/>
                </a:ext>
              </a:extLst>
            </p:cNvPr>
            <p:cNvCxnSpPr>
              <a:cxnSpLocks/>
              <a:stCxn id="207" idx="4"/>
              <a:endCxn id="106" idx="1"/>
            </p:cNvCxnSpPr>
            <p:nvPr/>
          </p:nvCxnSpPr>
          <p:spPr>
            <a:xfrm flipV="1">
              <a:off x="6498598" y="3615762"/>
              <a:ext cx="710777" cy="146450"/>
            </a:xfrm>
            <a:prstGeom prst="bentConnector3">
              <a:avLst>
                <a:gd name="adj1" fmla="val 82698"/>
              </a:avLst>
            </a:prstGeom>
            <a:ln w="9525">
              <a:solidFill>
                <a:schemeClr val="accent5"/>
              </a:solidFill>
              <a:headEnd type="triangl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9" name="右矢印 6">
              <a:extLst>
                <a:ext uri="{FF2B5EF4-FFF2-40B4-BE49-F238E27FC236}">
                  <ns2:creationId id="{E82171EF-FF26-BF67-D289-5AFB36AFA7D7}"/>
                </a:ext>
              </a:extLst>
            </p:cNvPr>
            <p:cNvSpPr/>
            <p:nvPr/>
          </p:nvSpPr>
          <p:spPr>
            <a:xfrm rot="5400000">
              <a:off x="7306289" y="4681889"/>
              <a:ext cx="344646" cy="521107"/>
            </a:xfrm>
            <a:prstGeom prst="rightArrow">
              <a:avLst>
                <a:gd name="adj1" fmla="val 50000"/>
                <a:gd name="adj2" fmla="val 52439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52" name="カギ線コネクタ 184">
              <a:extLst>
                <a:ext uri="{FF2B5EF4-FFF2-40B4-BE49-F238E27FC236}">
                  <ns2:creationId id="{24D4EA1C-C42D-9027-C9D0-C8B8F16998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2171" y="2764731"/>
              <a:ext cx="120628" cy="783344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カギ線コネクタ 184">
              <a:extLst>
                <a:ext uri="{FF2B5EF4-FFF2-40B4-BE49-F238E27FC236}">
                  <ns2:creationId id="{496526B0-843A-E652-3746-8DFF1BE6430F}"/>
                </a:ext>
              </a:extLst>
            </p:cNvPr>
            <p:cNvCxnSpPr>
              <a:cxnSpLocks/>
              <a:stCxn id="207" idx="3"/>
              <a:endCxn id="54" idx="3"/>
            </p:cNvCxnSpPr>
            <p:nvPr/>
          </p:nvCxnSpPr>
          <p:spPr>
            <a:xfrm rot="5400000" flipH="1">
              <a:off x="3047285" y="933426"/>
              <a:ext cx="1251097" cy="4913706"/>
            </a:xfrm>
            <a:prstGeom prst="bentConnector4">
              <a:avLst>
                <a:gd name="adj1" fmla="val -52989"/>
                <a:gd name="adj2" fmla="val 95470"/>
              </a:avLst>
            </a:prstGeom>
            <a:ln w="9525">
              <a:solidFill>
                <a:schemeClr val="accent5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カギ線コネクタ 184">
              <a:extLst>
                <a:ext uri="{FF2B5EF4-FFF2-40B4-BE49-F238E27FC236}">
                  <ns2:creationId id="{38018134-5B72-DCA3-82C0-13D0F9CB253D}"/>
                </a:ext>
              </a:extLst>
            </p:cNvPr>
            <p:cNvCxnSpPr>
              <a:cxnSpLocks/>
              <a:endCxn id="113" idx="2"/>
            </p:cNvCxnSpPr>
            <p:nvPr/>
          </p:nvCxnSpPr>
          <p:spPr>
            <a:xfrm rot="5400000" flipH="1" flipV="1">
              <a:off x="7042041" y="2933300"/>
              <a:ext cx="1173375" cy="391443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直線矢印コネクタ 479">
              <a:extLst>
                <a:ext uri="{FF2B5EF4-FFF2-40B4-BE49-F238E27FC236}">
                  <ns2:creationId id="{5600400A-8D03-BDA1-9E06-B228569B7072}"/>
                </a:ext>
              </a:extLst>
            </p:cNvPr>
            <p:cNvCxnSpPr>
              <a:cxnSpLocks/>
              <a:stCxn id="50" idx="0"/>
              <a:endCxn id="49" idx="2"/>
            </p:cNvCxnSpPr>
            <p:nvPr/>
          </p:nvCxnSpPr>
          <p:spPr>
            <a:xfrm flipV="1">
              <a:off x="4226288" y="4415943"/>
              <a:ext cx="2344" cy="700486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直線矢印コネクタ 492">
              <a:extLst>
                <a:ext uri="{FF2B5EF4-FFF2-40B4-BE49-F238E27FC236}">
                  <ns2:creationId id="{30B5F3B2-9825-6388-6096-78081AEE4C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20070" y="5826793"/>
              <a:ext cx="547810" cy="0"/>
            </a:xfrm>
            <a:prstGeom prst="straightConnector1">
              <a:avLst/>
            </a:prstGeom>
            <a:ln w="6350">
              <a:solidFill>
                <a:schemeClr val="accent5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カギ線コネクタ 184">
              <a:extLst>
                <a:ext uri="{FF2B5EF4-FFF2-40B4-BE49-F238E27FC236}">
                  <ns2:creationId id="{BC400DAD-20A0-E777-EB0D-4596E02EC24D}"/>
                </a:ext>
              </a:extLst>
            </p:cNvPr>
            <p:cNvCxnSpPr>
              <a:cxnSpLocks/>
              <a:stCxn id="55" idx="3"/>
              <a:endCxn id="46" idx="3"/>
            </p:cNvCxnSpPr>
            <p:nvPr/>
          </p:nvCxnSpPr>
          <p:spPr>
            <a:xfrm flipV="1">
              <a:off x="1215981" y="4331420"/>
              <a:ext cx="12700" cy="783345"/>
            </a:xfrm>
            <a:prstGeom prst="bentConnector3">
              <a:avLst>
                <a:gd name="adj1" fmla="val 1020000"/>
              </a:avLst>
            </a:prstGeom>
            <a:ln w="9525">
              <a:solidFill>
                <a:schemeClr val="accent5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カギ線コネクタ 184">
              <a:extLst>
                <a:ext uri="{FF2B5EF4-FFF2-40B4-BE49-F238E27FC236}">
                  <ns2:creationId id="{EFC8C141-7FEA-F323-B0CC-6EC72F2308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076" y="5114765"/>
              <a:ext cx="131735" cy="783346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カギ線コネクタ 184">
              <a:extLst>
                <a:ext uri="{FF2B5EF4-FFF2-40B4-BE49-F238E27FC236}">
                  <ns2:creationId id="{8AFA70CC-6A75-2110-1C3F-973255647DED}"/>
                </a:ext>
              </a:extLst>
            </p:cNvPr>
            <p:cNvCxnSpPr>
              <a:cxnSpLocks/>
              <a:stCxn id="206" idx="3"/>
            </p:cNvCxnSpPr>
            <p:nvPr/>
          </p:nvCxnSpPr>
          <p:spPr>
            <a:xfrm rot="5400000">
              <a:off x="2768819" y="2804483"/>
              <a:ext cx="664855" cy="3509354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カギ線コネクタ 184">
              <a:extLst>
                <a:ext uri="{FF2B5EF4-FFF2-40B4-BE49-F238E27FC236}">
                  <ns2:creationId id="{C713658C-ECCE-18BB-5DCD-5E4103D2D8AC}"/>
                </a:ext>
              </a:extLst>
            </p:cNvPr>
            <p:cNvCxnSpPr>
              <a:cxnSpLocks/>
            </p:cNvCxnSpPr>
            <p:nvPr/>
          </p:nvCxnSpPr>
          <p:spPr>
            <a:xfrm>
              <a:off x="6498108" y="3867664"/>
              <a:ext cx="2673989" cy="432375"/>
            </a:xfrm>
            <a:prstGeom prst="bentConnector4">
              <a:avLst>
                <a:gd name="adj1" fmla="val 18470"/>
                <a:gd name="adj2" fmla="val 152871"/>
              </a:avLst>
            </a:prstGeom>
            <a:ln w="9525">
              <a:solidFill>
                <a:schemeClr val="accent5"/>
              </a:solidFill>
              <a:headEnd type="triangl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カギ線コネクタ 184">
              <a:extLst>
                <a:ext uri="{FF2B5EF4-FFF2-40B4-BE49-F238E27FC236}">
                  <ns2:creationId id="{DE39243B-640C-068A-B67B-61A9BE4EF07C}"/>
                </a:ext>
              </a:extLst>
            </p:cNvPr>
            <p:cNvCxnSpPr>
              <a:cxnSpLocks/>
              <a:stCxn id="105" idx="1"/>
            </p:cNvCxnSpPr>
            <p:nvPr/>
          </p:nvCxnSpPr>
          <p:spPr>
            <a:xfrm rot="10800000" flipV="1">
              <a:off x="6842707" y="2167174"/>
              <a:ext cx="366669" cy="1175651"/>
            </a:xfrm>
            <a:prstGeom prst="bentConnector3">
              <a:avLst>
                <a:gd name="adj1" fmla="val 67665"/>
              </a:avLst>
            </a:prstGeom>
            <a:ln w="9525">
              <a:solidFill>
                <a:schemeClr val="accent5"/>
              </a:solidFill>
              <a:headEnd type="triangl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184">
              <a:extLst>
                <a:ext uri="{FF2B5EF4-FFF2-40B4-BE49-F238E27FC236}">
                  <ns2:creationId id="{688B1420-9CA1-ADE2-AB98-DF1CE688B1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8474" y="2389560"/>
              <a:ext cx="624027" cy="1264902"/>
            </a:xfrm>
            <a:prstGeom prst="bentConnector3">
              <a:avLst>
                <a:gd name="adj1" fmla="val 86225"/>
              </a:avLst>
            </a:prstGeom>
            <a:ln w="9525">
              <a:solidFill>
                <a:schemeClr val="accent5"/>
              </a:solidFill>
              <a:headEnd type="triangl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ns2:creationId id="{5B8811BD-E13F-E554-78B2-3865C7B32DF3}"/>
                </a:ext>
              </a:extLst>
            </p:cNvPr>
            <p:cNvCxnSpPr>
              <a:cxnSpLocks/>
            </p:cNvCxnSpPr>
            <p:nvPr/>
          </p:nvCxnSpPr>
          <p:spPr>
            <a:xfrm>
              <a:off x="6839952" y="1768236"/>
              <a:ext cx="369423" cy="0"/>
            </a:xfrm>
            <a:prstGeom prst="straightConnector1">
              <a:avLst/>
            </a:prstGeom>
            <a:ln w="6350">
              <a:solidFill>
                <a:schemeClr val="accent5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カギ線コネクタ 184">
              <a:extLst>
                <a:ext uri="{FF2B5EF4-FFF2-40B4-BE49-F238E27FC236}">
                  <ns2:creationId id="{FEF1220D-EC83-2C5B-3A1B-0DEA44809225}"/>
                </a:ext>
              </a:extLst>
            </p:cNvPr>
            <p:cNvCxnSpPr>
              <a:cxnSpLocks/>
              <a:endCxn id="204" idx="4"/>
            </p:cNvCxnSpPr>
            <p:nvPr/>
          </p:nvCxnSpPr>
          <p:spPr>
            <a:xfrm rot="10800000" flipV="1">
              <a:off x="6498108" y="1981384"/>
              <a:ext cx="710778" cy="395087"/>
            </a:xfrm>
            <a:prstGeom prst="bentConnector3">
              <a:avLst>
                <a:gd name="adj1" fmla="val 63401"/>
              </a:avLst>
            </a:prstGeom>
            <a:ln w="9525">
              <a:solidFill>
                <a:schemeClr val="accent5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カギ線コネクタ 184">
              <a:extLst>
                <a:ext uri="{FF2B5EF4-FFF2-40B4-BE49-F238E27FC236}">
                  <ns2:creationId id="{8D3C0DD4-AA12-E48D-D0E3-88ED742F23C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56525" y="1035747"/>
              <a:ext cx="1367754" cy="947859"/>
            </a:xfrm>
            <a:prstGeom prst="bentConnector3">
              <a:avLst>
                <a:gd name="adj1" fmla="val 99862"/>
              </a:avLst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カギ線コネクタ 184">
              <a:extLst>
                <a:ext uri="{FF2B5EF4-FFF2-40B4-BE49-F238E27FC236}">
                  <ns2:creationId id="{9D4B2A0B-9DE7-2B49-CB45-9B9E86AAB39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924237" y="1233883"/>
              <a:ext cx="588488" cy="188408"/>
            </a:xfrm>
            <a:prstGeom prst="bentConnector2">
              <a:avLst/>
            </a:prstGeom>
            <a:ln w="9525">
              <a:solidFill>
                <a:schemeClr val="accent5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カギ線コネクタ 184">
              <a:extLst>
                <a:ext uri="{FF2B5EF4-FFF2-40B4-BE49-F238E27FC236}">
                  <ns2:creationId id="{35F63DF7-2C0D-862F-9885-28776EEA465F}"/>
                </a:ext>
              </a:extLst>
            </p:cNvPr>
            <p:cNvCxnSpPr>
              <a:cxnSpLocks/>
              <a:stCxn id="106" idx="3"/>
              <a:endCxn id="113" idx="1"/>
            </p:cNvCxnSpPr>
            <p:nvPr/>
          </p:nvCxnSpPr>
          <p:spPr>
            <a:xfrm>
              <a:off x="8000510" y="3615762"/>
              <a:ext cx="315985" cy="54406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カギ線コネクタ 184">
              <a:extLst>
                <a:ext uri="{FF2B5EF4-FFF2-40B4-BE49-F238E27FC236}">
                  <ns2:creationId id="{9B9B77E7-E9D3-5EB1-DAA4-ABE337683234}"/>
                </a:ext>
              </a:extLst>
            </p:cNvPr>
            <p:cNvCxnSpPr>
              <a:cxnSpLocks/>
              <a:stCxn id="105" idx="3"/>
              <a:endCxn id="114" idx="1"/>
            </p:cNvCxnSpPr>
            <p:nvPr/>
          </p:nvCxnSpPr>
          <p:spPr>
            <a:xfrm flipV="1">
              <a:off x="8000510" y="1985820"/>
              <a:ext cx="315985" cy="18135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カギ線コネクタ 184">
              <a:extLst>
                <a:ext uri="{FF2B5EF4-FFF2-40B4-BE49-F238E27FC236}">
                  <ns2:creationId id="{8834F422-BD1F-538C-8468-FB392CAF1153}"/>
                </a:ext>
              </a:extLst>
            </p:cNvPr>
            <p:cNvCxnSpPr>
              <a:cxnSpLocks/>
              <a:stCxn id="105" idx="3"/>
              <a:endCxn id="118" idx="1"/>
            </p:cNvCxnSpPr>
            <p:nvPr/>
          </p:nvCxnSpPr>
          <p:spPr>
            <a:xfrm>
              <a:off x="8000510" y="2167175"/>
              <a:ext cx="315985" cy="18022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カギ線コネクタ 184">
              <a:extLst>
                <a:ext uri="{FF2B5EF4-FFF2-40B4-BE49-F238E27FC236}">
                  <ns2:creationId id="{14EFA37A-FBE3-BD0A-FBA6-57367AC8F816}"/>
                </a:ext>
              </a:extLst>
            </p:cNvPr>
            <p:cNvCxnSpPr>
              <a:cxnSpLocks/>
              <a:stCxn id="105" idx="3"/>
              <a:endCxn id="119" idx="1"/>
            </p:cNvCxnSpPr>
            <p:nvPr/>
          </p:nvCxnSpPr>
          <p:spPr>
            <a:xfrm>
              <a:off x="8000510" y="2167175"/>
              <a:ext cx="315985" cy="5429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カギ線コネクタ 184">
              <a:extLst>
                <a:ext uri="{FF2B5EF4-FFF2-40B4-BE49-F238E27FC236}">
                  <ns2:creationId id="{A4586135-BACF-9A0D-2012-1345E57945A3}"/>
                </a:ext>
              </a:extLst>
            </p:cNvPr>
            <p:cNvCxnSpPr>
              <a:cxnSpLocks/>
              <a:stCxn id="105" idx="3"/>
              <a:endCxn id="123" idx="1"/>
            </p:cNvCxnSpPr>
            <p:nvPr/>
          </p:nvCxnSpPr>
          <p:spPr>
            <a:xfrm>
              <a:off x="8000510" y="2167175"/>
              <a:ext cx="315985" cy="126723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カギ線コネクタ 184">
              <a:extLst>
                <a:ext uri="{FF2B5EF4-FFF2-40B4-BE49-F238E27FC236}">
                  <ns2:creationId id="{BADAC652-1ED9-55B4-1AC8-44F478550507}"/>
                </a:ext>
              </a:extLst>
            </p:cNvPr>
            <p:cNvCxnSpPr>
              <a:cxnSpLocks/>
              <a:stCxn id="105" idx="3"/>
              <a:endCxn id="112" idx="1"/>
            </p:cNvCxnSpPr>
            <p:nvPr/>
          </p:nvCxnSpPr>
          <p:spPr>
            <a:xfrm>
              <a:off x="8000510" y="2167175"/>
              <a:ext cx="315985" cy="90564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6" name="Picture 2" descr="Shopify Logo : histoire, signification de l'emblème">
              <a:extLst>
                <a:ext uri="{FF2B5EF4-FFF2-40B4-BE49-F238E27FC236}">
                  <ns2:creationId id="{E5CEAEB6-5AE7-F971-C873-F04D5284366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rcRect t="23747" b="20781"/>
            <a:stretch/>
          </p:blipFill>
          <p:spPr bwMode="auto">
            <a:xfrm>
              <a:off x="10241296" y="1907662"/>
              <a:ext cx="473648" cy="147446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197" name="Picture 2" descr="Shopify Logo : histoire, signification de l'emblème">
              <a:extLst>
                <a:ext uri="{FF2B5EF4-FFF2-40B4-BE49-F238E27FC236}">
                  <ns2:creationId id="{C3C2227C-2D65-6552-FAA3-878260F9B7C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rcRect t="23747" b="20781"/>
            <a:stretch/>
          </p:blipFill>
          <p:spPr bwMode="auto">
            <a:xfrm>
              <a:off x="10241296" y="2279430"/>
              <a:ext cx="473648" cy="147446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199" name="Picture 2" descr="Shopify Logo : histoire, signification de l'emblème">
              <a:extLst>
                <a:ext uri="{FF2B5EF4-FFF2-40B4-BE49-F238E27FC236}">
                  <ns2:creationId id="{43431788-AE0D-8A79-22EF-6C358781E1A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rcRect t="23747" b="20781"/>
            <a:stretch/>
          </p:blipFill>
          <p:spPr bwMode="auto">
            <a:xfrm>
              <a:off x="10241296" y="2629733"/>
              <a:ext cx="473648" cy="147446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00" name="Picture 2" descr="Shopify Logo : histoire, signification de l'emblème">
              <a:extLst>
                <a:ext uri="{FF2B5EF4-FFF2-40B4-BE49-F238E27FC236}">
                  <ns2:creationId id="{5FA26FFF-D329-7689-A35C-9817B3AE0E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rcRect t="23747" b="20781"/>
            <a:stretch/>
          </p:blipFill>
          <p:spPr bwMode="auto">
            <a:xfrm>
              <a:off x="10241296" y="2995424"/>
              <a:ext cx="473648" cy="147446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01" name="Picture 4" descr="Headspace &amp; Auth0 – Amazon Web Services (AWS)">
              <a:extLst>
                <a:ext uri="{FF2B5EF4-FFF2-40B4-BE49-F238E27FC236}">
                  <ns2:creationId id="{0E9ECDB6-CD3D-E8AE-2826-3FD460C8AB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rcRect l="11796" t="28000" r="11759" b="29334"/>
            <a:stretch/>
          </p:blipFill>
          <p:spPr bwMode="auto">
            <a:xfrm>
              <a:off x="7238097" y="1913722"/>
              <a:ext cx="704518" cy="262146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02" name="図 201">
              <a:extLst>
                <a:ext uri="{FF2B5EF4-FFF2-40B4-BE49-F238E27FC236}">
                  <ns2:creationId id="{5F59A8E4-B299-C9CA-2D2F-A498013E19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rcRect l="14845" t="26434" r="12977" b="29470"/>
            <a:stretch/>
          </p:blipFill>
          <p:spPr>
            <a:xfrm>
              <a:off x="7265767" y="3442733"/>
              <a:ext cx="649178" cy="222721"/>
            </a:xfrm>
            <a:prstGeom prst="rect">
              <a:avLst/>
            </a:prstGeom>
          </p:spPr>
        </p:pic>
        <p:pic>
          <p:nvPicPr>
            <p:cNvPr id="209" name="Picture 4" descr="クラウドベンダー提供のアイコン集まとめ #Cloud - Qiita">
              <a:extLst>
                <a:ext uri="{FF2B5EF4-FFF2-40B4-BE49-F238E27FC236}">
                  <ns2:creationId id="{754E5B08-F501-2BD4-544B-F745DE53B3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rcRect l="32417" t="28660" r="32768" b="29294"/>
            <a:stretch/>
          </p:blipFill>
          <p:spPr bwMode="auto">
            <a:xfrm>
              <a:off x="3337443" y="1512907"/>
              <a:ext cx="244224" cy="154848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10" name="Picture 6" descr="Treasuredata Icon Vector SVG Icon - SVG Repo">
              <a:extLst>
                <a:ext uri="{FF2B5EF4-FFF2-40B4-BE49-F238E27FC236}">
                  <ns2:creationId id="{7F69FC5A-0750-8F0B-9AAF-805B0CFA54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235" y="3410731"/>
              <a:ext cx="180000" cy="180000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11" name="Picture 4" descr="クラウドベンダー提供のアイコン集まとめ #Cloud - Qiita">
              <a:extLst>
                <a:ext uri="{FF2B5EF4-FFF2-40B4-BE49-F238E27FC236}">
                  <ns2:creationId id="{DFA83FD8-6F6A-C346-046F-CC4D6BECDA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rcRect l="32417" t="28660" r="32768" b="29294"/>
            <a:stretch/>
          </p:blipFill>
          <p:spPr bwMode="auto">
            <a:xfrm>
              <a:off x="3479096" y="3356602"/>
              <a:ext cx="198725" cy="126000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12" name="Picture 4" descr="クラウドベンダー提供のアイコン集まとめ #Cloud - Qiita">
              <a:extLst>
                <a:ext uri="{FF2B5EF4-FFF2-40B4-BE49-F238E27FC236}">
                  <ns2:creationId id="{A4340E05-F012-008B-59F3-4D039F9410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rcRect l="32417" t="28660" r="32768" b="29294"/>
            <a:stretch/>
          </p:blipFill>
          <p:spPr bwMode="auto">
            <a:xfrm>
              <a:off x="3482304" y="3806816"/>
              <a:ext cx="198725" cy="126000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13" name="Picture 4" descr="クラウドベンダー提供のアイコン集まとめ #Cloud - Qiita">
              <a:extLst>
                <a:ext uri="{FF2B5EF4-FFF2-40B4-BE49-F238E27FC236}">
                  <ns2:creationId id="{77746D96-A04C-7D40-A6A7-C8860ED218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rcRect l="32417" t="28660" r="32768" b="29294"/>
            <a:stretch/>
          </p:blipFill>
          <p:spPr bwMode="auto">
            <a:xfrm>
              <a:off x="4751787" y="3517777"/>
              <a:ext cx="198725" cy="126000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pic>
          <p:nvPicPr>
            <p:cNvPr id="218" name="Picture 2" descr="Automation with Alteryx: PwC">
              <a:extLst>
                <a:ext uri="{FF2B5EF4-FFF2-40B4-BE49-F238E27FC236}">
                  <ns2:creationId id="{37FD4A35-BC54-E95D-FB9D-6C13A86C7A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ns4:useLocalDpi val="0"/>
                </a:ext>
              </a:extLst>
            </a:blip>
            <a:srcRect t="31239" r="5076" b="34683"/>
            <a:stretch/>
          </p:blipFill>
          <p:spPr bwMode="auto">
            <a:xfrm>
              <a:off x="2097654" y="3892312"/>
              <a:ext cx="409356" cy="826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220" name="Picture 4" descr="Tableau 2019.2 Introduces New Mapping Capabilities That Provide Sharper ...">
              <a:extLst>
                <a:ext uri="{FF2B5EF4-FFF2-40B4-BE49-F238E27FC236}">
                  <ns2:creationId id="{3A688CA5-20CB-3690-EC95-F15DACCDB4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 cstate="print">
              <a:extLst>
                <a:ext uri="{28A0092B-C50C-407E-A947-70E740481C1C}">
                  <ns4:useLocalDpi val="0"/>
                </a:ext>
              </a:extLst>
            </a:blip>
            <a:srcRect l="-3" t="25981" r="1070" b="26936"/>
            <a:stretch/>
          </p:blipFill>
          <p:spPr bwMode="auto">
            <a:xfrm>
              <a:off x="2079533" y="3447228"/>
              <a:ext cx="440688" cy="1100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sp>
          <p:nvSpPr>
            <p:cNvPr id="224" name="円弧 223">
              <a:extLst>
                <a:ext uri="{FF2B5EF4-FFF2-40B4-BE49-F238E27FC236}">
                  <ns2:creationId id="{546566E7-8896-C84A-0791-E6279094162E}"/>
                </a:ext>
              </a:extLst>
            </p:cNvPr>
            <p:cNvSpPr/>
            <p:nvPr/>
          </p:nvSpPr>
          <p:spPr>
            <a:xfrm>
              <a:off x="4807197" y="4633127"/>
              <a:ext cx="95250" cy="100378"/>
            </a:xfrm>
            <a:prstGeom prst="arc">
              <a:avLst>
                <a:gd name="adj1" fmla="val 10704415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9" name="円弧 228">
              <a:extLst>
                <a:ext uri="{FF2B5EF4-FFF2-40B4-BE49-F238E27FC236}">
                  <ns2:creationId id="{8B34D331-721D-B4CF-F317-EC2DEEEC5DC0}"/>
                </a:ext>
              </a:extLst>
            </p:cNvPr>
            <p:cNvSpPr/>
            <p:nvPr/>
          </p:nvSpPr>
          <p:spPr>
            <a:xfrm>
              <a:off x="4182580" y="4633127"/>
              <a:ext cx="95250" cy="100378"/>
            </a:xfrm>
            <a:prstGeom prst="arc">
              <a:avLst>
                <a:gd name="adj1" fmla="val 10704415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0" name="円弧 229">
              <a:extLst>
                <a:ext uri="{FF2B5EF4-FFF2-40B4-BE49-F238E27FC236}">
                  <ns2:creationId id="{73A61FA7-D77B-E9A8-3611-00397E557E9B}"/>
                </a:ext>
              </a:extLst>
            </p:cNvPr>
            <p:cNvSpPr/>
            <p:nvPr/>
          </p:nvSpPr>
          <p:spPr>
            <a:xfrm>
              <a:off x="4178662" y="4846908"/>
              <a:ext cx="95250" cy="100378"/>
            </a:xfrm>
            <a:prstGeom prst="arc">
              <a:avLst>
                <a:gd name="adj1" fmla="val 10704415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AF29B625-469E-AAD3-0C21-AE27BD460E20}"/>
                </a:ext>
              </a:extLst>
            </p:cNvPr>
            <p:cNvSpPr/>
            <p:nvPr/>
          </p:nvSpPr>
          <p:spPr>
            <a:xfrm>
              <a:off x="6498108" y="4415943"/>
              <a:ext cx="201070" cy="32750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96D6E337-263F-3DB7-8CF7-2D9A54EAD6C2}"/>
                </a:ext>
              </a:extLst>
            </p:cNvPr>
            <p:cNvSpPr/>
            <p:nvPr/>
          </p:nvSpPr>
          <p:spPr>
            <a:xfrm>
              <a:off x="6498108" y="4616950"/>
              <a:ext cx="1110462" cy="185694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8" name="右矢印 6">
              <a:extLst>
                <a:ext uri="{FF2B5EF4-FFF2-40B4-BE49-F238E27FC236}">
                  <ns2:creationId id="{8D3DDD0D-B65F-B4C1-750E-564FD65A8361}"/>
                </a:ext>
              </a:extLst>
            </p:cNvPr>
            <p:cNvSpPr/>
            <p:nvPr/>
          </p:nvSpPr>
          <p:spPr>
            <a:xfrm>
              <a:off x="10886486" y="2185240"/>
              <a:ext cx="424133" cy="1193330"/>
            </a:xfrm>
            <a:prstGeom prst="rightArrow">
              <a:avLst>
                <a:gd name="adj1" fmla="val 50000"/>
                <a:gd name="adj2" fmla="val 52439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249" name="グループ化 248">
              <a:extLst>
                <a:ext uri="{FF2B5EF4-FFF2-40B4-BE49-F238E27FC236}">
                  <ns2:creationId id="{35AB0A19-DCFA-5E98-5E06-CB5F2D76C40E}"/>
                </a:ext>
              </a:extLst>
            </p:cNvPr>
            <p:cNvGrpSpPr/>
            <p:nvPr/>
          </p:nvGrpSpPr>
          <p:grpSpPr>
            <a:xfrm>
              <a:off x="11265646" y="1663404"/>
              <a:ext cx="471765" cy="2584992"/>
              <a:chOff x="11265646" y="1663404"/>
              <a:chExt cx="471765" cy="2584992"/>
            </a:xfrm>
            <a:solidFill>
              <a:schemeClr val="bg1">
                <a:lumMod val="50000"/>
              </a:schemeClr>
            </a:solidFill>
          </p:grpSpPr>
          <p:pic>
            <p:nvPicPr>
              <p:cNvPr id="240" name="グラフィックス 239" descr="ユーザー 単色塗りつぶし">
                <a:extLst>
                  <a:ext uri="{FF2B5EF4-FFF2-40B4-BE49-F238E27FC236}">
                    <ns2:creationId id="{6DDF44F4-1018-252A-9723-02C7C0F02A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1265646" y="1663404"/>
                <a:ext cx="471765" cy="471762"/>
              </a:xfrm>
              <a:prstGeom prst="rect">
                <a:avLst/>
              </a:prstGeom>
            </p:spPr>
          </p:pic>
          <p:pic>
            <p:nvPicPr>
              <p:cNvPr id="245" name="グラフィックス 244" descr="ユーザー 単色塗りつぶし">
                <a:extLst>
                  <a:ext uri="{FF2B5EF4-FFF2-40B4-BE49-F238E27FC236}">
                    <ns2:creationId id="{03A09E46-78F2-0B14-1AFF-5FC220799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1265646" y="2367814"/>
                <a:ext cx="471765" cy="471762"/>
              </a:xfrm>
              <a:prstGeom prst="rect">
                <a:avLst/>
              </a:prstGeom>
            </p:spPr>
          </p:pic>
          <p:pic>
            <p:nvPicPr>
              <p:cNvPr id="246" name="グラフィックス 245" descr="ユーザー 単色塗りつぶし">
                <a:extLst>
                  <a:ext uri="{FF2B5EF4-FFF2-40B4-BE49-F238E27FC236}">
                    <ns2:creationId id="{0C5DE491-7400-43BC-A461-485D9E3D09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1265646" y="3072224"/>
                <a:ext cx="471765" cy="471762"/>
              </a:xfrm>
              <a:prstGeom prst="rect">
                <a:avLst/>
              </a:prstGeom>
            </p:spPr>
          </p:pic>
          <p:pic>
            <p:nvPicPr>
              <p:cNvPr id="247" name="グラフィックス 246" descr="ユーザー 単色塗りつぶし">
                <a:extLst>
                  <a:ext uri="{FF2B5EF4-FFF2-40B4-BE49-F238E27FC236}">
                    <ns2:creationId id="{9C834FAD-DA74-1B39-CABB-A1A27697C5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1265646" y="3776634"/>
                <a:ext cx="471765" cy="4717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3940654654"/>
      </p:ext>
    </p:extLst>
  </p:cSld>
  <p:clrMapOvr>
    <a:masterClrMapping/>
  </p:clrMapOvr>
</p:sld>
</file>

<file path=ppt/slides/slide19.xml><?xml version="1.0" encoding="utf-8"?>
<p:sld xmlns:a="http://schemas.openxmlformats.org/drawingml/2006/main" xmlns:ns2="http://schemas.microsoft.com/office/drawing/2014/main" xmlns:ns3="http://schemas.microsoft.com/office/drawing/2010/main" xmlns:ns4="http://schemas.openxmlformats.org/drawingml/2006/chart" xmlns:ns6="http://schemas.microsoft.com/office/drawing/2016/SVG/main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D1EB89A-BFD8-7548-B9E8-A627CE8E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タイトル 1">
            <a:extLst>
              <a:ext uri="{FF2B5EF4-FFF2-40B4-BE49-F238E27FC236}">
                <ns2:creationId id="{5FA83F17-B700-F957-643C-944A37808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742" y="1"/>
            <a:ext cx="10370295" cy="914400"/>
          </a:xfrm>
        </p:spPr>
        <p:txBody>
          <a:bodyPr>
            <a:normAutofit/>
          </a:bodyPr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76A19454-1920-7A3C-A1A8-36D3F9C6ECDE}"/>
              </a:ext>
            </a:extLst>
          </p:cNvPr>
          <p:cNvSpPr/>
          <p:nvPr/>
        </p:nvSpPr>
        <p:spPr>
          <a:xfrm>
            <a:off x="334963" y="184942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20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2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9" name="テキスト プレースホルダー 3">
            <a:extLst>
              <a:ext uri="{FF2B5EF4-FFF2-40B4-BE49-F238E27FC236}">
                <ns2:creationId id="{692FDDE9-E842-7FDB-DFD8-04F7D3DC87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914400"/>
            <a:ext cx="1098378" cy="341632"/>
          </a:xfrm>
        </p:spPr>
        <p:txBody>
          <a:bodyPr wrap="square">
            <a:noAutofit/>
          </a:bodyPr>
          <a:lstStyle/>
          <a:p>
            <a:r>
              <a:rPr lang="ja-JP" altLang="en-US" sz="1800" dirty="0">
                <a:latin typeface="+mn-ea"/>
                <a:ea typeface="+mn-ea"/>
              </a:rPr>
              <a:t>XX</a:t>
            </a:r>
            <a:endParaRPr lang="en-US" altLang="ja-JP" sz="1800" dirty="0">
              <a:latin typeface="+mn-ea"/>
              <a:ea typeface="+mn-ea"/>
            </a:endParaRPr>
          </a:p>
        </p:txBody>
      </p:sp>
      <p:sp>
        <p:nvSpPr>
          <p:cNvPr id="3" name="正方形/長方形 2">
            <a:extLst>
              <a:ext uri="{FF2B5EF4-FFF2-40B4-BE49-F238E27FC236}">
                <ns2:creationId id="{B395027D-552D-9546-6CAB-F5A1F9214F3B}"/>
              </a:ext>
            </a:extLst>
          </p:cNvPr>
          <p:cNvSpPr/>
          <p:nvPr/>
        </p:nvSpPr>
        <p:spPr>
          <a:xfrm>
            <a:off x="3098665" y="211612"/>
            <a:ext cx="1151779" cy="301567"/>
          </a:xfrm>
          <a:prstGeom prst="rect">
            <a:avLst/>
          </a:prstGeom>
          <a:solidFill>
            <a:srgbClr val="008000">
              <a:alpha val="1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2000" dirty="0">
                <a:solidFill>
                  <a:srgbClr val="078207"/>
                </a:solidFill>
                <a:latin typeface="+mn-ea"/>
              </a:rPr>
              <a:t>XX</a:t>
            </a:r>
            <a:endParaRPr kumimoji="1" lang="ja-JP" altLang="en-US" sz="2000" dirty="0">
              <a:solidFill>
                <a:srgbClr val="078207"/>
              </a:solidFill>
              <a:latin typeface="+mn-ea"/>
            </a:endParaRPr>
          </a:p>
        </p:txBody>
      </p:sp>
      <p:sp>
        <p:nvSpPr>
          <p:cNvPr id="46" name="Textfeld 2">
            <a:extLst>
              <a:ext uri="{FF2B5EF4-FFF2-40B4-BE49-F238E27FC236}">
                <ns2:creationId id="{453D433F-F9D1-3880-BEA1-32196F5BF2F6}"/>
              </a:ext>
            </a:extLst>
          </p:cNvPr>
          <p:cNvSpPr txBox="1"/>
          <p:nvPr/>
        </p:nvSpPr>
        <p:spPr bwMode="auto">
          <a:xfrm>
            <a:off x="334962" y="6314101"/>
            <a:ext cx="5689625" cy="22659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  <a:extLst>
            <a:ext uri="{909E8E84-426E-40DD-AFC4-6F175D3DCCD1}">
              <ns3:hiddenFill>
                <a:solidFill>
                  <a:schemeClr val="accent1">
                    <a:lumMod val="100000"/>
                  </a:schemeClr>
                </a:solidFill>
              </ns3:hiddenFill>
            </a:ext>
          </a:extLst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>
            <a:defPPr>
              <a:defRPr lang="ja-JP"/>
            </a:defPPr>
            <a:lvl1pPr>
              <a:buClr>
                <a:srgbClr val="046294"/>
              </a:buClr>
              <a:defRPr sz="1000">
                <a:solidFill>
                  <a:srgbClr val="FFFFFF">
                    <a:lumMod val="50000"/>
                  </a:srgbClr>
                </a:solidFill>
                <a:latin typeface="Trebuchet MS" panose="020B0703020202090204" pitchFamily="34" charset="0"/>
                <a:ea typeface="メイリオ"/>
                <a:cs typeface="Arial" pitchFamily="34" charset="0"/>
              </a:defRPr>
            </a:lvl1pPr>
          </a:lstStyle>
          <a:p>
            <a:pPr defTabSz="358775"/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endParaRPr lang="ja-JP" altLang="en-US" dirty="0">
              <a:latin typeface="+mn-ea"/>
              <a:ea typeface="+mn-ea"/>
            </a:endParaRPr>
          </a:p>
        </p:txBody>
      </p:sp>
      <p:grpSp>
        <p:nvGrpSpPr>
          <p:cNvPr id="31" name="グループ化 30">
            <a:extLst>
              <a:ext uri="{FF2B5EF4-FFF2-40B4-BE49-F238E27FC236}">
                <ns2:creationId id="{1199734E-06BB-0F31-1F69-3E511D30D024}"/>
              </a:ext>
            </a:extLst>
          </p:cNvPr>
          <p:cNvGrpSpPr/>
          <p:nvPr/>
        </p:nvGrpSpPr>
        <p:grpSpPr>
          <a:xfrm>
            <a:off x="334962" y="1252291"/>
            <a:ext cx="11522076" cy="5061810"/>
            <a:chOff x="334962" y="1252291"/>
            <a:chExt cx="11522076" cy="5061810"/>
          </a:xfrm>
        </p:grpSpPr>
        <p:cxnSp>
          <p:nvCxnSpPr>
            <p:cNvPr id="32" name="直線コネクタ 31">
              <a:extLst>
                <a:ext uri="{FF2B5EF4-FFF2-40B4-BE49-F238E27FC236}">
                  <ns2:creationId id="{4C027B96-1825-AEAA-D8A6-5CFD1BCEC630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2" y="1547445"/>
              <a:ext cx="559165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正方形/長方形 28">
              <a:extLst>
                <a:ext uri="{FF2B5EF4-FFF2-40B4-BE49-F238E27FC236}">
                  <ns2:creationId id="{EA7F7D28-D9E4-13C9-C6D5-47E1A5F4C83E}"/>
                </a:ext>
              </a:extLst>
            </p:cNvPr>
            <p:cNvSpPr/>
            <p:nvPr/>
          </p:nvSpPr>
          <p:spPr>
            <a:xfrm>
              <a:off x="334962" y="1252291"/>
              <a:ext cx="5652000" cy="2951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78207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rgbClr val="078207"/>
                </a:solidFill>
                <a:latin typeface="+mn-ea"/>
              </a:endParaRPr>
            </a:p>
          </p:txBody>
        </p:sp>
        <p:cxnSp>
          <p:nvCxnSpPr>
            <p:cNvPr id="27" name="直線コネクタ 26">
              <a:extLst>
                <a:ext uri="{FF2B5EF4-FFF2-40B4-BE49-F238E27FC236}">
                  <ns2:creationId id="{CB1CC78D-29D1-8DFC-A811-112156F5D0AC}"/>
                </a:ext>
              </a:extLst>
            </p:cNvPr>
            <p:cNvCxnSpPr>
              <a:cxnSpLocks/>
            </p:cNvCxnSpPr>
            <p:nvPr/>
          </p:nvCxnSpPr>
          <p:spPr>
            <a:xfrm>
              <a:off x="6205038" y="1547445"/>
              <a:ext cx="565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正方形/長方形 32">
              <a:extLst>
                <a:ext uri="{FF2B5EF4-FFF2-40B4-BE49-F238E27FC236}">
                  <ns2:creationId id="{DA450FDA-AA29-CCAD-00B0-6F88E1A77C3E}"/>
                </a:ext>
              </a:extLst>
            </p:cNvPr>
            <p:cNvSpPr/>
            <p:nvPr/>
          </p:nvSpPr>
          <p:spPr>
            <a:xfrm>
              <a:off x="6205038" y="1252291"/>
              <a:ext cx="5652000" cy="2951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6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aphicFrame>
          <p:nvGraphicFramePr>
            <p:cNvPr id="12" name="グラフ 11">
              <a:extLst>
                <a:ext uri="{FF2B5EF4-FFF2-40B4-BE49-F238E27FC236}">
                  <ns2:creationId id="{370C400A-B026-9C1C-CDF8-00C54A83D77E}"/>
                </a:ext>
              </a:extLst>
            </p:cNvPr>
            <p:cNvGraphicFramePr/>
            <p:nvPr/>
          </p:nvGraphicFramePr>
          <p:xfrm>
            <a:off x="6210010" y="1942458"/>
            <a:ext cx="5647028" cy="2022572"/>
          </p:xfrm>
          <a:graphic>
            <a:graphicData uri="http://schemas.openxmlformats.org/drawingml/2006/chart">
              <ns4:chart r:id="rId3"/>
            </a:graphicData>
          </a:graphic>
        </p:graphicFrame>
        <p:graphicFrame>
          <p:nvGraphicFramePr>
            <p:cNvPr id="13" name="グラフ 12">
              <a:extLst>
                <a:ext uri="{FF2B5EF4-FFF2-40B4-BE49-F238E27FC236}">
                  <ns2:creationId id="{B626AF44-6931-973E-96E5-F198ED87E6FF}"/>
                </a:ext>
              </a:extLst>
            </p:cNvPr>
            <p:cNvGraphicFramePr/>
            <p:nvPr/>
          </p:nvGraphicFramePr>
          <p:xfrm>
            <a:off x="6205038" y="4282458"/>
            <a:ext cx="5652000" cy="2031643"/>
          </p:xfrm>
          <a:graphic>
            <a:graphicData uri="http://schemas.openxmlformats.org/drawingml/2006/chart">
              <ns4:chart r:id="rId4"/>
            </a:graphicData>
          </a:graphic>
        </p:graphicFrame>
        <p:sp>
          <p:nvSpPr>
            <p:cNvPr id="14" name="四角形: 角を丸くする 195">
              <a:extLst>
                <a:ext uri="{FF2B5EF4-FFF2-40B4-BE49-F238E27FC236}">
                  <ns2:creationId id="{9198E33A-5C82-E63F-7732-BD591EB31513}"/>
                </a:ext>
              </a:extLst>
            </p:cNvPr>
            <p:cNvSpPr/>
            <p:nvPr/>
          </p:nvSpPr>
          <p:spPr>
            <a:xfrm>
              <a:off x="6205038" y="1625030"/>
              <a:ext cx="5652000" cy="317428"/>
            </a:xfrm>
            <a:prstGeom prst="roundRect">
              <a:avLst>
                <a:gd name="adj" fmla="val 56705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" name="四角形: 角を丸くする 195">
              <a:extLst>
                <a:ext uri="{FF2B5EF4-FFF2-40B4-BE49-F238E27FC236}">
                  <ns2:creationId id="{E95CAE8A-67A0-4A17-3A6F-CCEFD8A352D9}"/>
                </a:ext>
              </a:extLst>
            </p:cNvPr>
            <p:cNvSpPr/>
            <p:nvPr/>
          </p:nvSpPr>
          <p:spPr>
            <a:xfrm>
              <a:off x="6205038" y="3965030"/>
              <a:ext cx="5652000" cy="317428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aphicFrame>
          <p:nvGraphicFramePr>
            <p:cNvPr id="4" name="グラフ 3">
              <a:extLst>
                <a:ext uri="{FF2B5EF4-FFF2-40B4-BE49-F238E27FC236}">
                  <ns2:creationId id="{7DE18771-83A4-A7A4-6C11-D5212C207AC7}"/>
                </a:ext>
              </a:extLst>
            </p:cNvPr>
            <p:cNvGraphicFramePr/>
            <p:nvPr/>
          </p:nvGraphicFramePr>
          <p:xfrm>
            <a:off x="334962" y="2247359"/>
            <a:ext cx="5652000" cy="3024000"/>
          </p:xfrm>
          <a:graphic>
            <a:graphicData uri="http://schemas.openxmlformats.org/drawingml/2006/chart">
              <ns4:chart r:id="rId5"/>
            </a:graphicData>
          </a:graphic>
        </p:graphicFrame>
        <p:sp>
          <p:nvSpPr>
            <p:cNvPr id="19" name="四角形: 角を丸くする 195">
              <a:extLst>
                <a:ext uri="{FF2B5EF4-FFF2-40B4-BE49-F238E27FC236}">
                  <ns2:creationId id="{E749392D-D8B9-A4CC-4183-9B72BAF13CED}"/>
                </a:ext>
              </a:extLst>
            </p:cNvPr>
            <p:cNvSpPr/>
            <p:nvPr/>
          </p:nvSpPr>
          <p:spPr>
            <a:xfrm>
              <a:off x="334962" y="1625030"/>
              <a:ext cx="5652000" cy="317428"/>
            </a:xfrm>
            <a:prstGeom prst="roundRect">
              <a:avLst>
                <a:gd name="adj" fmla="val 56705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" name="四角形: 角を丸くする 195">
              <a:extLst>
                <a:ext uri="{FF2B5EF4-FFF2-40B4-BE49-F238E27FC236}">
                  <ns2:creationId id="{F1DE5DBF-B66F-71DC-8CD2-C1BB4DC08C14}"/>
                </a:ext>
              </a:extLst>
            </p:cNvPr>
            <p:cNvSpPr/>
            <p:nvPr/>
          </p:nvSpPr>
          <p:spPr>
            <a:xfrm>
              <a:off x="1701866" y="5150369"/>
              <a:ext cx="333992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i="0" dirty="0">
                  <a:solidFill>
                    <a:srgbClr val="333333"/>
                  </a:solidFill>
                  <a:effectLst/>
                  <a:latin typeface="+mn-ea"/>
                </a:rPr>
                <a:t>24 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" name="四角形: 角を丸くする 195">
              <a:extLst>
                <a:ext uri="{FF2B5EF4-FFF2-40B4-BE49-F238E27FC236}">
                  <ns2:creationId id="{F85255B9-8F63-E5EF-27BA-6E140E5B8979}"/>
                </a:ext>
              </a:extLst>
            </p:cNvPr>
            <p:cNvSpPr/>
            <p:nvPr/>
          </p:nvSpPr>
          <p:spPr>
            <a:xfrm>
              <a:off x="1114514" y="5150369"/>
              <a:ext cx="285903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22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" name="四角形: 角を丸くする 195">
              <a:extLst>
                <a:ext uri="{FF2B5EF4-FFF2-40B4-BE49-F238E27FC236}">
                  <ns2:creationId id="{4C20455B-9342-B74D-7B52-743ED1C12780}"/>
                </a:ext>
              </a:extLst>
            </p:cNvPr>
            <p:cNvSpPr/>
            <p:nvPr/>
          </p:nvSpPr>
          <p:spPr>
            <a:xfrm>
              <a:off x="2924659" y="5150369"/>
              <a:ext cx="333992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i="0" dirty="0">
                  <a:solidFill>
                    <a:srgbClr val="333333"/>
                  </a:solidFill>
                  <a:effectLst/>
                  <a:latin typeface="+mn-ea"/>
                </a:rPr>
                <a:t>24 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四角形: 角を丸くする 195">
              <a:extLst>
                <a:ext uri="{FF2B5EF4-FFF2-40B4-BE49-F238E27FC236}">
                  <ns2:creationId id="{540DE06F-1A04-9A24-FC04-020967CD4B62}"/>
                </a:ext>
              </a:extLst>
            </p:cNvPr>
            <p:cNvSpPr/>
            <p:nvPr/>
          </p:nvSpPr>
          <p:spPr>
            <a:xfrm>
              <a:off x="2337307" y="5150369"/>
              <a:ext cx="285903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22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" name="四角形: 角を丸くする 195">
              <a:extLst>
                <a:ext uri="{FF2B5EF4-FFF2-40B4-BE49-F238E27FC236}">
                  <ns2:creationId id="{53353957-5B03-D229-C707-8F811EB24B10}"/>
                </a:ext>
              </a:extLst>
            </p:cNvPr>
            <p:cNvSpPr/>
            <p:nvPr/>
          </p:nvSpPr>
          <p:spPr>
            <a:xfrm>
              <a:off x="4147452" y="5150369"/>
              <a:ext cx="333992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i="0" dirty="0">
                  <a:solidFill>
                    <a:srgbClr val="333333"/>
                  </a:solidFill>
                  <a:effectLst/>
                  <a:latin typeface="+mn-ea"/>
                </a:rPr>
                <a:t>24 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" name="四角形: 角を丸くする 195">
              <a:extLst>
                <a:ext uri="{FF2B5EF4-FFF2-40B4-BE49-F238E27FC236}">
                  <ns2:creationId id="{D6D35007-DBFE-EAF6-86CD-DA700E198177}"/>
                </a:ext>
              </a:extLst>
            </p:cNvPr>
            <p:cNvSpPr/>
            <p:nvPr/>
          </p:nvSpPr>
          <p:spPr>
            <a:xfrm>
              <a:off x="3560100" y="5150369"/>
              <a:ext cx="285903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22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" name="四角形: 角を丸くする 195">
              <a:extLst>
                <a:ext uri="{FF2B5EF4-FFF2-40B4-BE49-F238E27FC236}">
                  <ns2:creationId id="{F2DEDBFE-D402-AF75-637F-ACAAE6FE90FB}"/>
                </a:ext>
              </a:extLst>
            </p:cNvPr>
            <p:cNvSpPr/>
            <p:nvPr/>
          </p:nvSpPr>
          <p:spPr>
            <a:xfrm>
              <a:off x="5370243" y="5150369"/>
              <a:ext cx="333992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i="0" dirty="0">
                  <a:solidFill>
                    <a:srgbClr val="333333"/>
                  </a:solidFill>
                  <a:effectLst/>
                  <a:latin typeface="+mn-ea"/>
                </a:rPr>
                <a:t>24 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" name="四角形: 角を丸くする 195">
              <a:extLst>
                <a:ext uri="{FF2B5EF4-FFF2-40B4-BE49-F238E27FC236}">
                  <ns2:creationId id="{D33E02A3-B2DA-634D-DF0E-87E1FB42C300}"/>
                </a:ext>
              </a:extLst>
            </p:cNvPr>
            <p:cNvSpPr/>
            <p:nvPr/>
          </p:nvSpPr>
          <p:spPr>
            <a:xfrm>
              <a:off x="4782893" y="5150369"/>
              <a:ext cx="285903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i="0" dirty="0">
                  <a:solidFill>
                    <a:srgbClr val="333333"/>
                  </a:solidFill>
                  <a:effectLst/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22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四角形: 角を丸くする 195">
              <a:extLst>
                <a:ext uri="{FF2B5EF4-FFF2-40B4-BE49-F238E27FC236}">
                  <ns2:creationId id="{CD325B36-4CFF-BE6B-0BE2-167674835F9D}"/>
                </a:ext>
              </a:extLst>
            </p:cNvPr>
            <p:cNvSpPr/>
            <p:nvPr/>
          </p:nvSpPr>
          <p:spPr>
            <a:xfrm>
              <a:off x="1114513" y="5392349"/>
              <a:ext cx="921344" cy="442035"/>
            </a:xfrm>
            <a:prstGeom prst="rect">
              <a:avLst/>
            </a:prstGeom>
            <a:noFill/>
            <a:ln w="9525">
              <a:solidFill>
                <a:srgbClr val="07820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78207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四角形: 角を丸くする 195">
              <a:extLst>
                <a:ext uri="{FF2B5EF4-FFF2-40B4-BE49-F238E27FC236}">
                  <ns2:creationId id="{F6149558-DD1A-36E6-07F0-4A8F8FB66637}"/>
                </a:ext>
              </a:extLst>
            </p:cNvPr>
            <p:cNvSpPr/>
            <p:nvPr/>
          </p:nvSpPr>
          <p:spPr>
            <a:xfrm>
              <a:off x="2337307" y="5392349"/>
              <a:ext cx="921344" cy="442035"/>
            </a:xfrm>
            <a:prstGeom prst="rect">
              <a:avLst/>
            </a:prstGeom>
            <a:noFill/>
            <a:ln w="9525">
              <a:solidFill>
                <a:srgbClr val="07820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78207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" name="四角形: 角を丸くする 195">
              <a:extLst>
                <a:ext uri="{FF2B5EF4-FFF2-40B4-BE49-F238E27FC236}">
                  <ns2:creationId id="{57754684-9533-FCAA-839E-5D58B7144540}"/>
                </a:ext>
              </a:extLst>
            </p:cNvPr>
            <p:cNvSpPr/>
            <p:nvPr/>
          </p:nvSpPr>
          <p:spPr>
            <a:xfrm>
              <a:off x="3560100" y="5392349"/>
              <a:ext cx="921344" cy="442035"/>
            </a:xfrm>
            <a:prstGeom prst="rect">
              <a:avLst/>
            </a:prstGeom>
            <a:noFill/>
            <a:ln w="9525">
              <a:solidFill>
                <a:srgbClr val="07820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78207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四角形: 角を丸くする 195">
              <a:extLst>
                <a:ext uri="{FF2B5EF4-FFF2-40B4-BE49-F238E27FC236}">
                  <ns2:creationId id="{258BD09A-85F2-7B80-D052-D04463692931}"/>
                </a:ext>
              </a:extLst>
            </p:cNvPr>
            <p:cNvSpPr/>
            <p:nvPr/>
          </p:nvSpPr>
          <p:spPr>
            <a:xfrm>
              <a:off x="4782893" y="5392349"/>
              <a:ext cx="921342" cy="442035"/>
            </a:xfrm>
            <a:prstGeom prst="rect">
              <a:avLst/>
            </a:prstGeom>
            <a:noFill/>
            <a:ln w="9525">
              <a:solidFill>
                <a:srgbClr val="07820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78207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5011E50B-B80C-99E0-EB36-ACEAECC30CBF}"/>
                </a:ext>
              </a:extLst>
            </p:cNvPr>
            <p:cNvGrpSpPr/>
            <p:nvPr/>
          </p:nvGrpSpPr>
          <p:grpSpPr>
            <a:xfrm>
              <a:off x="2610252" y="5962456"/>
              <a:ext cx="1101420" cy="257369"/>
              <a:chOff x="2274540" y="6051356"/>
              <a:chExt cx="1101420" cy="257369"/>
            </a:xfrm>
          </p:grpSpPr>
          <p:sp>
            <p:nvSpPr>
              <p:cNvPr id="7" name="四角形: 角を丸くする 195">
                <a:extLst>
                  <a:ext uri="{FF2B5EF4-FFF2-40B4-BE49-F238E27FC236}">
                    <ns2:creationId id="{B63F2B83-F736-1C72-D81D-1952532220D0}"/>
                  </a:ext>
                </a:extLst>
              </p:cNvPr>
              <p:cNvSpPr/>
              <p:nvPr/>
            </p:nvSpPr>
            <p:spPr>
              <a:xfrm>
                <a:off x="2995480" y="6051356"/>
                <a:ext cx="380480" cy="25736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" name="四角形: 角を丸くする 195">
                <a:extLst>
                  <a:ext uri="{FF2B5EF4-FFF2-40B4-BE49-F238E27FC236}">
                    <ns2:creationId id="{1B0DDEAC-B37A-DCAB-5FD7-CF207D41F8C0}"/>
                  </a:ext>
                </a:extLst>
              </p:cNvPr>
              <p:cNvSpPr/>
              <p:nvPr/>
            </p:nvSpPr>
            <p:spPr>
              <a:xfrm>
                <a:off x="2887480" y="6126041"/>
                <a:ext cx="108000" cy="10800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40" name="グループ化 39">
                <a:extLst>
                  <a:ext uri="{FF2B5EF4-FFF2-40B4-BE49-F238E27FC236}">
                    <ns2:creationId id="{0138F3C8-6D5C-5E28-C8C0-58A681709729}"/>
                  </a:ext>
                </a:extLst>
              </p:cNvPr>
              <p:cNvGrpSpPr/>
              <p:nvPr/>
            </p:nvGrpSpPr>
            <p:grpSpPr>
              <a:xfrm>
                <a:off x="2274540" y="6051356"/>
                <a:ext cx="488480" cy="257369"/>
                <a:chOff x="1496635" y="5802367"/>
                <a:chExt cx="488480" cy="257369"/>
              </a:xfrm>
            </p:grpSpPr>
            <p:sp>
              <p:nvSpPr>
                <p:cNvPr id="8" name="四角形: 角を丸くする 195">
                  <a:extLst>
                    <a:ext uri="{FF2B5EF4-FFF2-40B4-BE49-F238E27FC236}">
                      <ns2:creationId id="{D2BF7D56-C1D6-C78E-B482-3AF0FBBB5DCD}"/>
                    </a:ext>
                  </a:extLst>
                </p:cNvPr>
                <p:cNvSpPr/>
                <p:nvPr/>
              </p:nvSpPr>
              <p:spPr>
                <a:xfrm>
                  <a:off x="1496635" y="5877052"/>
                  <a:ext cx="108000" cy="10800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8" name="四角形: 角を丸くする 195">
                  <a:extLst>
                    <a:ext uri="{FF2B5EF4-FFF2-40B4-BE49-F238E27FC236}">
                      <ns2:creationId id="{663BF9DF-8B09-9B96-7A9A-3041C2233105}"/>
                    </a:ext>
                  </a:extLst>
                </p:cNvPr>
                <p:cNvSpPr/>
                <p:nvPr/>
              </p:nvSpPr>
              <p:spPr>
                <a:xfrm>
                  <a:off x="1604635" y="5802367"/>
                  <a:ext cx="380480" cy="25736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sp>
          <p:nvSpPr>
            <p:cNvPr id="44" name="四角形: 角を丸くする 195">
              <a:extLst>
                <a:ext uri="{FF2B5EF4-FFF2-40B4-BE49-F238E27FC236}">
                  <ns2:creationId id="{81413790-EF27-5799-87EC-28198BA1BEFB}"/>
                </a:ext>
              </a:extLst>
            </p:cNvPr>
            <p:cNvSpPr/>
            <p:nvPr/>
          </p:nvSpPr>
          <p:spPr>
            <a:xfrm>
              <a:off x="334962" y="2005379"/>
              <a:ext cx="571238" cy="2419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rgbClr val="333333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47" name="グラフィックス 46" descr="矢印: 緩い曲線 単色塗りつぶし">
              <a:extLst>
                <a:ext uri="{FF2B5EF4-FFF2-40B4-BE49-F238E27FC236}">
                  <ns2:creationId id="{923479D9-86F5-CCF7-A4A7-A84D0444D2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6:svgBlip r:embed="rId6"/>
                </a:ext>
              </a:extLst>
            </a:blip>
            <a:stretch>
              <a:fillRect/>
            </a:stretch>
          </p:blipFill>
          <p:spPr>
            <a:xfrm rot="-2700000">
              <a:off x="2493079" y="3564925"/>
              <a:ext cx="432000" cy="432000"/>
            </a:xfrm>
            <a:prstGeom prst="rect">
              <a:avLst/>
            </a:prstGeom>
          </p:spPr>
        </p:pic>
        <p:pic>
          <p:nvPicPr>
            <p:cNvPr id="48" name="グラフィックス 47" descr="矢印: 緩い曲線 単色塗りつぶし">
              <a:extLst>
                <a:ext uri="{FF2B5EF4-FFF2-40B4-BE49-F238E27FC236}">
                  <ns2:creationId id="{F8520B5C-AB9E-4D61-9056-DA10973A10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6:svgBlip r:embed="rId6"/>
                </a:ext>
              </a:extLst>
            </a:blip>
            <a:stretch>
              <a:fillRect/>
            </a:stretch>
          </p:blipFill>
          <p:spPr>
            <a:xfrm rot="-2700000">
              <a:off x="1270286" y="3007013"/>
              <a:ext cx="432000" cy="432000"/>
            </a:xfrm>
            <a:prstGeom prst="rect">
              <a:avLst/>
            </a:prstGeom>
          </p:spPr>
        </p:pic>
        <p:pic>
          <p:nvPicPr>
            <p:cNvPr id="51" name="グラフィックス 50" descr="矢印: 緩い曲線 単色塗りつぶし">
              <a:extLst>
                <a:ext uri="{FF2B5EF4-FFF2-40B4-BE49-F238E27FC236}">
                  <ns2:creationId id="{D5BE1625-BA21-947A-A115-7B472425E7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6:svgBlip r:embed="rId6"/>
                </a:ext>
              </a:extLst>
            </a:blip>
            <a:stretch>
              <a:fillRect/>
            </a:stretch>
          </p:blipFill>
          <p:spPr>
            <a:xfrm rot="-2700000">
              <a:off x="4938664" y="4531629"/>
              <a:ext cx="432000" cy="432000"/>
            </a:xfrm>
            <a:prstGeom prst="rect">
              <a:avLst/>
            </a:prstGeom>
          </p:spPr>
        </p:pic>
        <p:pic>
          <p:nvPicPr>
            <p:cNvPr id="52" name="グラフィックス 51" descr="矢印: 緩い曲線 単色塗りつぶし">
              <a:extLst>
                <a:ext uri="{FF2B5EF4-FFF2-40B4-BE49-F238E27FC236}">
                  <ns2:creationId id="{652D955A-818B-DB87-144E-F397357EA5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6:svgBlip r:embed="rId6"/>
                </a:ext>
              </a:extLst>
            </a:blip>
            <a:stretch>
              <a:fillRect/>
            </a:stretch>
          </p:blipFill>
          <p:spPr>
            <a:xfrm rot="-2700000">
              <a:off x="3715874" y="3708984"/>
              <a:ext cx="432000" cy="432000"/>
            </a:xfrm>
            <a:prstGeom prst="rect">
              <a:avLst/>
            </a:prstGeom>
          </p:spPr>
        </p:pic>
        <p:sp>
          <p:nvSpPr>
            <p:cNvPr id="56" name="テキスト ボックス 55">
              <a:extLst>
                <a:ext uri="{FF2B5EF4-FFF2-40B4-BE49-F238E27FC236}">
                  <ns2:creationId id="{565D6B01-CAFE-C265-6610-7381C9DF688F}"/>
                </a:ext>
              </a:extLst>
            </p:cNvPr>
            <p:cNvSpPr txBox="1"/>
            <p:nvPr/>
          </p:nvSpPr>
          <p:spPr>
            <a:xfrm>
              <a:off x="10458897" y="2858056"/>
              <a:ext cx="1398140" cy="46166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noAutofit/>
            </a:bodyPr>
            <a:lstStyle/>
            <a:p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r>
                <a:rPr lang="ja-JP" altLang="en-US" sz="1200" dirty="0">
                  <a:latin typeface="+mn-ea"/>
                </a:rPr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F6955C18-A25B-9DCB-1748-1970D0C87169}"/>
                </a:ext>
              </a:extLst>
            </p:cNvPr>
            <p:cNvSpPr txBox="1"/>
            <p:nvPr/>
          </p:nvSpPr>
          <p:spPr>
            <a:xfrm>
              <a:off x="10492562" y="2030526"/>
              <a:ext cx="1364476" cy="510778"/>
            </a:xfrm>
            <a:prstGeom prst="roundRect">
              <a:avLst>
                <a:gd name="adj" fmla="val 14096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78207"/>
                </a:solidFill>
                <a:latin typeface="+mn-ea"/>
              </a:endParaRPr>
            </a:p>
            <a:p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" name="テキスト ボックス 57">
              <a:extLst>
                <a:ext uri="{FF2B5EF4-FFF2-40B4-BE49-F238E27FC236}">
                  <ns2:creationId id="{09F46A32-50ED-DB69-A739-28A9D11911BC}"/>
                </a:ext>
              </a:extLst>
            </p:cNvPr>
            <p:cNvSpPr txBox="1"/>
            <p:nvPr/>
          </p:nvSpPr>
          <p:spPr>
            <a:xfrm>
              <a:off x="10511798" y="3414465"/>
              <a:ext cx="1345240" cy="46166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noAutofit/>
            </a:bodyPr>
            <a:lstStyle/>
            <a:p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 </a:t>
              </a: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en-US" altLang="ja-JP" sz="1200" dirty="0">
                  <a:latin typeface="+mn-ea"/>
                </a:rPr>
                <a:t>XX</a:t>
              </a:r>
              <a:endParaRPr lang="ja-JP" altLang="en-US" sz="1200" dirty="0">
                <a:latin typeface="+mn-ea"/>
              </a:endParaRPr>
            </a:p>
          </p:txBody>
        </p:sp>
        <p:sp>
          <p:nvSpPr>
            <p:cNvPr id="59" name="テキスト ボックス 58">
              <a:extLst>
                <a:ext uri="{FF2B5EF4-FFF2-40B4-BE49-F238E27FC236}">
                  <ns2:creationId id="{9EB6AFCD-9366-300D-AEA5-993D0359B68E}"/>
                </a:ext>
              </a:extLst>
            </p:cNvPr>
            <p:cNvSpPr txBox="1"/>
            <p:nvPr/>
          </p:nvSpPr>
          <p:spPr>
            <a:xfrm>
              <a:off x="7039195" y="2720233"/>
              <a:ext cx="579005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r>
                <a:rPr lang="ja-JP" altLang="en-US" sz="1200" dirty="0">
                  <a:latin typeface="+mn-ea"/>
                </a:rPr>
                <a:t>XX</a:t>
              </a:r>
            </a:p>
          </p:txBody>
        </p:sp>
        <p:cxnSp>
          <p:nvCxnSpPr>
            <p:cNvPr id="61" name="直線コネクタ 60">
              <a:extLst>
                <a:ext uri="{FF2B5EF4-FFF2-40B4-BE49-F238E27FC236}">
                  <ns2:creationId id="{61ED1DAD-F046-D4D7-3BCB-80A220386F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96120" y="4714107"/>
              <a:ext cx="896443" cy="0"/>
            </a:xfrm>
            <a:prstGeom prst="line">
              <a:avLst/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コネクタ 77">
              <a:extLst>
                <a:ext uri="{FF2B5EF4-FFF2-40B4-BE49-F238E27FC236}">
                  <ns2:creationId id="{6DDABE94-156C-3A45-ADE1-6A900C14EF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18200" y="2858732"/>
              <a:ext cx="62262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コネクタ: カギ線 80">
              <a:extLst>
                <a:ext uri="{FF2B5EF4-FFF2-40B4-BE49-F238E27FC236}">
                  <ns2:creationId id="{C11D6E04-E8AC-BA00-E5FE-BA8A1A79A7B6}"/>
                </a:ext>
              </a:extLst>
            </p:cNvPr>
            <p:cNvCxnSpPr>
              <a:cxnSpLocks/>
              <a:endCxn id="56" idx="1"/>
            </p:cNvCxnSpPr>
            <p:nvPr/>
          </p:nvCxnSpPr>
          <p:spPr>
            <a:xfrm flipV="1">
              <a:off x="9544050" y="3088889"/>
              <a:ext cx="914847" cy="53062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コネクタ: カギ線 84">
              <a:extLst>
                <a:ext uri="{FF2B5EF4-FFF2-40B4-BE49-F238E27FC236}">
                  <ns2:creationId id="{B4E7C2B0-9CFE-18E4-7517-D716CB15FFD4}"/>
                </a:ext>
              </a:extLst>
            </p:cNvPr>
            <p:cNvCxnSpPr>
              <a:cxnSpLocks/>
              <a:endCxn id="57" idx="1"/>
            </p:cNvCxnSpPr>
            <p:nvPr/>
          </p:nvCxnSpPr>
          <p:spPr>
            <a:xfrm flipV="1">
              <a:off x="9736667" y="2285915"/>
              <a:ext cx="755895" cy="723503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テキスト ボックス 90">
              <a:extLst>
                <a:ext uri="{FF2B5EF4-FFF2-40B4-BE49-F238E27FC236}">
                  <ns2:creationId id="{1E29E50E-29A6-96E6-8F3B-96FD7FC92F81}"/>
                </a:ext>
              </a:extLst>
            </p:cNvPr>
            <p:cNvSpPr txBox="1"/>
            <p:nvPr/>
          </p:nvSpPr>
          <p:spPr>
            <a:xfrm>
              <a:off x="10492562" y="4442158"/>
              <a:ext cx="1364476" cy="510778"/>
            </a:xfrm>
            <a:prstGeom prst="roundRect">
              <a:avLst>
                <a:gd name="adj" fmla="val 14096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78207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E053E75C-70AC-6F3A-C242-B4641244184E}"/>
                </a:ext>
              </a:extLst>
            </p:cNvPr>
            <p:cNvSpPr txBox="1"/>
            <p:nvPr/>
          </p:nvSpPr>
          <p:spPr>
            <a:xfrm>
              <a:off x="10492561" y="5526363"/>
              <a:ext cx="1296847" cy="501848"/>
            </a:xfrm>
            <a:prstGeom prst="roundRect">
              <a:avLst>
                <a:gd name="adj" fmla="val 14096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78207"/>
                </a:solidFill>
                <a:latin typeface="+mn-ea"/>
              </a:endParaRPr>
            </a:p>
            <a:p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78207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78207"/>
                  </a:solidFill>
                  <a:latin typeface="+mn-ea"/>
                </a:rPr>
                <a:t>)</a:t>
              </a:r>
              <a:endParaRPr lang="ja-JP" altLang="en-US" sz="1200" dirty="0">
                <a:solidFill>
                  <a:srgbClr val="078207"/>
                </a:solidFill>
                <a:latin typeface="+mn-ea"/>
              </a:endParaRPr>
            </a:p>
          </p:txBody>
        </p:sp>
        <p:sp>
          <p:nvSpPr>
            <p:cNvPr id="93" name="テキスト ボックス 92">
              <a:extLst>
                <a:ext uri="{FF2B5EF4-FFF2-40B4-BE49-F238E27FC236}">
                  <ns2:creationId id="{3964C7B9-6B4F-35DB-71EE-DCF130D29915}"/>
                </a:ext>
              </a:extLst>
            </p:cNvPr>
            <p:cNvSpPr txBox="1"/>
            <p:nvPr/>
          </p:nvSpPr>
          <p:spPr>
            <a:xfrm>
              <a:off x="6579435" y="4318018"/>
              <a:ext cx="1116011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pPr algn="r"/>
              <a:r>
                <a:rPr lang="ja-JP" altLang="en-US" sz="1200" dirty="0">
                  <a:latin typeface="+mn-ea"/>
                </a:rPr>
                <a:t>XX</a:t>
              </a:r>
            </a:p>
          </p:txBody>
        </p:sp>
        <p:sp>
          <p:nvSpPr>
            <p:cNvPr id="94" name="テキスト ボックス 93">
              <a:extLst>
                <a:ext uri="{FF2B5EF4-FFF2-40B4-BE49-F238E27FC236}">
                  <ns2:creationId id="{24A1A8A6-4775-47F8-D341-54C2D67875B7}"/>
                </a:ext>
              </a:extLst>
            </p:cNvPr>
            <p:cNvSpPr txBox="1"/>
            <p:nvPr/>
          </p:nvSpPr>
          <p:spPr>
            <a:xfrm>
              <a:off x="6579435" y="4891046"/>
              <a:ext cx="1116011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pPr algn="r"/>
              <a:r>
                <a:rPr lang="ja-JP" altLang="en-US" sz="1200" dirty="0">
                  <a:latin typeface="+mn-ea"/>
                </a:rPr>
                <a:t>XX</a:t>
              </a:r>
            </a:p>
          </p:txBody>
        </p:sp>
        <p:sp>
          <p:nvSpPr>
            <p:cNvPr id="95" name="テキスト ボックス 94">
              <a:extLst>
                <a:ext uri="{FF2B5EF4-FFF2-40B4-BE49-F238E27FC236}">
                  <ns2:creationId id="{48256E05-EE98-2624-D82C-4216E668DF71}"/>
                </a:ext>
              </a:extLst>
            </p:cNvPr>
            <p:cNvSpPr txBox="1"/>
            <p:nvPr/>
          </p:nvSpPr>
          <p:spPr>
            <a:xfrm>
              <a:off x="6579435" y="5177560"/>
              <a:ext cx="1116011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pPr algn="r"/>
              <a:fld id="{ED5C9A09-14E6-4E35-A200-21AA79089A42}" type="CATEGORYNAME">
                <a:rPr lang="en-US" altLang="ja-JP" sz="1200" smtClean="0">
                  <a:latin typeface="+mn-ea"/>
                </a:rPr>
                <a:pPr algn="r"/>
                <a:t>XX</a:t>
              </a:fld>
              <a:endParaRPr lang="ja-JP" altLang="en-US" sz="1200" dirty="0">
                <a:latin typeface="+mn-ea"/>
              </a:endParaRPr>
            </a:p>
          </p:txBody>
        </p:sp>
        <p:sp>
          <p:nvSpPr>
            <p:cNvPr id="96" name="テキスト ボックス 95">
              <a:extLst>
                <a:ext uri="{FF2B5EF4-FFF2-40B4-BE49-F238E27FC236}">
                  <ns2:creationId id="{F7875838-9F5B-08A6-3CF4-E75F1BAA4F19}"/>
                </a:ext>
              </a:extLst>
            </p:cNvPr>
            <p:cNvSpPr txBox="1"/>
            <p:nvPr/>
          </p:nvSpPr>
          <p:spPr>
            <a:xfrm>
              <a:off x="6579435" y="5464074"/>
              <a:ext cx="1116011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pPr algn="r"/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 err="1">
                  <a:latin typeface="+mn-ea"/>
                </a:rPr>
                <a:t>XX</a:t>
              </a:r>
              <a:endParaRPr lang="ja-JP" altLang="en-US" sz="1200" dirty="0">
                <a:latin typeface="+mn-ea"/>
              </a:endParaRPr>
            </a:p>
          </p:txBody>
        </p:sp>
        <p:sp>
          <p:nvSpPr>
            <p:cNvPr id="97" name="テキスト ボックス 96">
              <a:extLst>
                <a:ext uri="{FF2B5EF4-FFF2-40B4-BE49-F238E27FC236}">
                  <ns2:creationId id="{8E047AC4-239B-6389-AF38-5C8D6A2F5548}"/>
                </a:ext>
              </a:extLst>
            </p:cNvPr>
            <p:cNvSpPr txBox="1"/>
            <p:nvPr/>
          </p:nvSpPr>
          <p:spPr>
            <a:xfrm>
              <a:off x="6579435" y="5750588"/>
              <a:ext cx="1116011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pPr algn="r"/>
              <a:fld id="{9A98E862-1C34-4915-BC2B-D50C8F45798D}" type="CATEGORYNAME">
                <a:rPr lang="en-US" altLang="ja-JP" sz="1200" smtClean="0">
                  <a:latin typeface="+mn-ea"/>
                </a:rPr>
                <a:pPr algn="r"/>
                <a:t>XX</a:t>
              </a:fld>
              <a:endParaRPr lang="ja-JP" altLang="en-US" sz="1200" dirty="0">
                <a:latin typeface="+mn-ea"/>
              </a:endParaRPr>
            </a:p>
          </p:txBody>
        </p:sp>
        <p:sp>
          <p:nvSpPr>
            <p:cNvPr id="98" name="テキスト ボックス 97">
              <a:extLst>
                <a:ext uri="{FF2B5EF4-FFF2-40B4-BE49-F238E27FC236}">
                  <ns2:creationId id="{D5125232-BECD-B2CC-1A80-2BF9D8E14569}"/>
                </a:ext>
              </a:extLst>
            </p:cNvPr>
            <p:cNvSpPr txBox="1"/>
            <p:nvPr/>
          </p:nvSpPr>
          <p:spPr>
            <a:xfrm>
              <a:off x="6579435" y="6037102"/>
              <a:ext cx="1116011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pPr algn="r"/>
              <a:fld id="{30F5B622-AD16-4D68-8B9F-0714E51F5CDA}" type="CATEGORYNAME">
                <a:rPr lang="en-US" altLang="ja-JP" sz="1200" smtClean="0">
                  <a:latin typeface="+mn-ea"/>
                </a:rPr>
                <a:pPr algn="r"/>
                <a:t>XX</a:t>
              </a:fld>
              <a:endParaRPr lang="ja-JP" altLang="en-US" sz="1200" dirty="0">
                <a:latin typeface="+mn-ea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ns2:creationId id="{1F083012-8C34-6AC5-37B0-0D2D19E4A974}"/>
                </a:ext>
              </a:extLst>
            </p:cNvPr>
            <p:cNvSpPr txBox="1"/>
            <p:nvPr/>
          </p:nvSpPr>
          <p:spPr>
            <a:xfrm>
              <a:off x="6579435" y="4604532"/>
              <a:ext cx="1116011" cy="2769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noAutofit/>
            </a:bodyPr>
            <a:lstStyle/>
            <a:p>
              <a:pPr algn="r"/>
              <a:fld id="{4EFF9040-54C2-426D-BFDC-EA8D0FD61185}" type="CATEGORYNAME">
                <a:rPr lang="en-US" altLang="ja-JP" sz="1200" smtClean="0">
                  <a:latin typeface="+mn-ea"/>
                </a:rPr>
                <a:pPr algn="r"/>
                <a:t>XX</a:t>
              </a:fld>
              <a:endParaRPr lang="ja-JP" altLang="en-US" sz="1200" dirty="0">
                <a:latin typeface="+mn-ea"/>
              </a:endParaRPr>
            </a:p>
          </p:txBody>
        </p:sp>
        <p:cxnSp>
          <p:nvCxnSpPr>
            <p:cNvPr id="101" name="直線コネクタ 100">
              <a:extLst>
                <a:ext uri="{FF2B5EF4-FFF2-40B4-BE49-F238E27FC236}">
                  <ns2:creationId id="{F3449566-D701-5335-9B38-657EF814F9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96120" y="5781752"/>
              <a:ext cx="896443" cy="0"/>
            </a:xfrm>
            <a:prstGeom prst="line">
              <a:avLst/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コネクタ: カギ線 112">
              <a:extLst>
                <a:ext uri="{FF2B5EF4-FFF2-40B4-BE49-F238E27FC236}">
                  <ns2:creationId id="{1CE92113-3971-E78D-576F-D0C3BE372E45}"/>
                </a:ext>
              </a:extLst>
            </p:cNvPr>
            <p:cNvCxnSpPr>
              <a:cxnSpLocks/>
              <a:stCxn id="93" idx="3"/>
            </p:cNvCxnSpPr>
            <p:nvPr/>
          </p:nvCxnSpPr>
          <p:spPr>
            <a:xfrm>
              <a:off x="7695446" y="4456518"/>
              <a:ext cx="1141038" cy="4216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AB48C3FB-7903-67B2-32AE-34F1704CE950}"/>
                </a:ext>
              </a:extLst>
            </p:cNvPr>
            <p:cNvCxnSpPr>
              <a:cxnSpLocks/>
              <a:stCxn id="99" idx="3"/>
            </p:cNvCxnSpPr>
            <p:nvPr/>
          </p:nvCxnSpPr>
          <p:spPr>
            <a:xfrm flipV="1">
              <a:off x="7695446" y="4667659"/>
              <a:ext cx="828039" cy="7537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コネクタ: カギ線 118">
              <a:extLst>
                <a:ext uri="{FF2B5EF4-FFF2-40B4-BE49-F238E27FC236}">
                  <ns2:creationId id="{4BC39F18-CD45-3283-F107-7470F389B45C}"/>
                </a:ext>
              </a:extLst>
            </p:cNvPr>
            <p:cNvCxnSpPr>
              <a:cxnSpLocks/>
              <a:stCxn id="94" idx="3"/>
            </p:cNvCxnSpPr>
            <p:nvPr/>
          </p:nvCxnSpPr>
          <p:spPr>
            <a:xfrm flipV="1">
              <a:off x="7695446" y="4821012"/>
              <a:ext cx="680071" cy="208534"/>
            </a:xfrm>
            <a:prstGeom prst="bentConnector3">
              <a:avLst>
                <a:gd name="adj1" fmla="val 3506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コネクタ: カギ線 123">
              <a:extLst>
                <a:ext uri="{FF2B5EF4-FFF2-40B4-BE49-F238E27FC236}">
                  <ns2:creationId id="{1BD45DDE-DC8E-4DFA-FDD2-CF0F2D204D4F}"/>
                </a:ext>
              </a:extLst>
            </p:cNvPr>
            <p:cNvCxnSpPr>
              <a:cxnSpLocks/>
              <a:stCxn id="95" idx="3"/>
            </p:cNvCxnSpPr>
            <p:nvPr/>
          </p:nvCxnSpPr>
          <p:spPr>
            <a:xfrm flipV="1">
              <a:off x="7695446" y="5023582"/>
              <a:ext cx="577605" cy="29247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コネクタ: カギ線 128">
              <a:extLst>
                <a:ext uri="{FF2B5EF4-FFF2-40B4-BE49-F238E27FC236}">
                  <ns2:creationId id="{C1D7FF1D-48EF-B601-D7A1-674B140FF65A}"/>
                </a:ext>
              </a:extLst>
            </p:cNvPr>
            <p:cNvCxnSpPr>
              <a:cxnSpLocks/>
              <a:stCxn id="96" idx="3"/>
            </p:cNvCxnSpPr>
            <p:nvPr/>
          </p:nvCxnSpPr>
          <p:spPr>
            <a:xfrm flipV="1">
              <a:off x="7695446" y="5307454"/>
              <a:ext cx="500803" cy="295120"/>
            </a:xfrm>
            <a:prstGeom prst="bentConnector3">
              <a:avLst>
                <a:gd name="adj1" fmla="val 76205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コネクタ: カギ線 132">
              <a:extLst>
                <a:ext uri="{FF2B5EF4-FFF2-40B4-BE49-F238E27FC236}">
                  <ns2:creationId id="{0A6CBE9E-5AB8-EDA2-E0E6-A3BAF6A55F36}"/>
                </a:ext>
              </a:extLst>
            </p:cNvPr>
            <p:cNvCxnSpPr>
              <a:cxnSpLocks/>
              <a:stCxn id="97" idx="3"/>
            </p:cNvCxnSpPr>
            <p:nvPr/>
          </p:nvCxnSpPr>
          <p:spPr>
            <a:xfrm flipV="1">
              <a:off x="7695446" y="5612089"/>
              <a:ext cx="635779" cy="276999"/>
            </a:xfrm>
            <a:prstGeom prst="bentConnector3">
              <a:avLst>
                <a:gd name="adj1" fmla="val 69976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コネクタ: カギ線 136">
              <a:extLst>
                <a:ext uri="{FF2B5EF4-FFF2-40B4-BE49-F238E27FC236}">
                  <ns2:creationId id="{86EC4EA2-317A-8A00-15A7-EA5341F3829E}"/>
                </a:ext>
              </a:extLst>
            </p:cNvPr>
            <p:cNvCxnSpPr>
              <a:cxnSpLocks/>
              <a:stCxn id="98" idx="3"/>
            </p:cNvCxnSpPr>
            <p:nvPr/>
          </p:nvCxnSpPr>
          <p:spPr>
            <a:xfrm flipV="1">
              <a:off x="7695446" y="6027586"/>
              <a:ext cx="1144557" cy="148016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コネクタ 9">
              <a:extLst>
                <a:ext uri="{FF2B5EF4-FFF2-40B4-BE49-F238E27FC236}">
                  <ns2:creationId id="{592ECD98-B2EF-ED47-9150-F8D25B8376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16948" y="3694828"/>
              <a:ext cx="1044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7:creationId val="1199132718"/>
      </p:ext>
    </p:extLst>
  </p:cSld>
  <p:clrMapOvr>
    <a:masterClrMapping/>
  </p:clrMapOvr>
</p:sld>
</file>

<file path=ppt/slides/slide20.xml><?xml version="1.0" encoding="utf-8"?>
<p:sld xmlns:a="http://schemas.openxmlformats.org/drawingml/2006/main" xmlns:ns2="http://schemas.microsoft.com/office/drawing/2014/main" xmlns:ns3="http://schemas.microsoft.com/office/drawing/2010/main" xmlns:ns4="http://schemas.openxmlformats.org/drawingml/2006/chart" xmlns:ns6="http://schemas.microsoft.com/office/drawing/2016/SVG/main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035A3B8-4CCC-D3EB-2F1C-24710C32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タイトル 1">
            <a:extLst>
              <a:ext uri="{FF2B5EF4-FFF2-40B4-BE49-F238E27FC236}">
                <ns2:creationId id="{2ABD074E-52B7-A1D4-3C98-296B4FC3F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742" y="1"/>
            <a:ext cx="10482215" cy="914400"/>
          </a:xfrm>
        </p:spPr>
        <p:txBody>
          <a:bodyPr wrap="none">
            <a:normAutofit/>
          </a:bodyPr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9E339C76-431B-90A1-0792-64F549FC6EDF}"/>
              </a:ext>
            </a:extLst>
          </p:cNvPr>
          <p:cNvSpPr/>
          <p:nvPr/>
        </p:nvSpPr>
        <p:spPr>
          <a:xfrm>
            <a:off x="334963" y="184942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20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2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" name="テキスト プレースホルダー 3">
            <a:extLst>
              <a:ext uri="{FF2B5EF4-FFF2-40B4-BE49-F238E27FC236}">
                <ns2:creationId id="{56BD75BB-07E7-1C9B-053E-022C92CE8C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914400"/>
            <a:ext cx="1098378" cy="341632"/>
          </a:xfrm>
        </p:spPr>
        <p:txBody>
          <a:bodyPr wrap="none">
            <a:noAutofit/>
          </a:bodyPr>
          <a:lstStyle/>
          <a:p>
            <a:r>
              <a:rPr lang="ja-JP" altLang="en-US" sz="1800" dirty="0">
                <a:latin typeface="+mn-ea"/>
                <a:ea typeface="+mn-ea"/>
              </a:rPr>
              <a:t>XX</a:t>
            </a:r>
            <a:endParaRPr lang="en-US" altLang="ja-JP" sz="1800" dirty="0">
              <a:latin typeface="+mn-ea"/>
              <a:ea typeface="+mn-ea"/>
            </a:endParaRPr>
          </a:p>
        </p:txBody>
      </p:sp>
      <p:sp>
        <p:nvSpPr>
          <p:cNvPr id="12" name="Textfeld 2">
            <a:extLst>
              <a:ext uri="{FF2B5EF4-FFF2-40B4-BE49-F238E27FC236}">
                <ns2:creationId id="{E1145794-1217-3867-7D81-2FDC7B3A34B0}"/>
              </a:ext>
            </a:extLst>
          </p:cNvPr>
          <p:cNvSpPr txBox="1"/>
          <p:nvPr/>
        </p:nvSpPr>
        <p:spPr bwMode="auto">
          <a:xfrm>
            <a:off x="334962" y="6315267"/>
            <a:ext cx="5689625" cy="22659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  <a:extLst>
            <a:ext uri="{909E8E84-426E-40DD-AFC4-6F175D3DCCD1}">
              <ns3:hiddenFill>
                <a:solidFill>
                  <a:schemeClr val="accent1">
                    <a:lumMod val="100000"/>
                  </a:schemeClr>
                </a:solidFill>
              </ns3:hiddenFill>
            </a:ext>
          </a:extLst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>
            <a:defPPr>
              <a:defRPr lang="ja-JP"/>
            </a:defPPr>
            <a:lvl1pPr>
              <a:buClr>
                <a:srgbClr val="046294"/>
              </a:buClr>
              <a:defRPr sz="1000">
                <a:solidFill>
                  <a:srgbClr val="FFFFFF">
                    <a:lumMod val="50000"/>
                  </a:srgbClr>
                </a:solidFill>
                <a:latin typeface="Trebuchet MS" panose="020B0703020202090204" pitchFamily="34" charset="0"/>
                <a:ea typeface="メイリオ"/>
                <a:cs typeface="Arial" pitchFamily="34" charset="0"/>
              </a:defRPr>
            </a:lvl1pPr>
          </a:lstStyle>
          <a:p>
            <a:pPr>
              <a:tabLst>
                <a:tab pos="358775" algn="l"/>
              </a:tabLst>
            </a:pP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endParaRPr lang="ja-JP" altLang="en-US" dirty="0">
              <a:latin typeface="+mn-ea"/>
              <a:ea typeface="+mn-ea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BF8FB3B9-8B94-5779-9B14-34532240A764}"/>
              </a:ext>
            </a:extLst>
          </p:cNvPr>
          <p:cNvGrpSpPr/>
          <p:nvPr/>
        </p:nvGrpSpPr>
        <p:grpSpPr>
          <a:xfrm>
            <a:off x="334962" y="1252291"/>
            <a:ext cx="11522078" cy="5062977"/>
            <a:chOff x="334962" y="1252291"/>
            <a:chExt cx="11522078" cy="5062977"/>
          </a:xfrm>
        </p:grpSpPr>
        <p:cxnSp>
          <p:nvCxnSpPr>
            <p:cNvPr id="27" name="直線コネクタ 26">
              <a:extLst>
                <a:ext uri="{FF2B5EF4-FFF2-40B4-BE49-F238E27FC236}">
                  <ns2:creationId id="{11EDF2C9-8F73-BAF4-59A9-0BD71FED0668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2" y="1547445"/>
              <a:ext cx="648465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正方形/長方形 28">
              <a:extLst>
                <a:ext uri="{FF2B5EF4-FFF2-40B4-BE49-F238E27FC236}">
                  <ns2:creationId id="{6A8686F0-7BCF-28BC-75A6-77FD11083BC7}"/>
                </a:ext>
              </a:extLst>
            </p:cNvPr>
            <p:cNvSpPr/>
            <p:nvPr/>
          </p:nvSpPr>
          <p:spPr>
            <a:xfrm>
              <a:off x="334963" y="1252291"/>
              <a:ext cx="6484655" cy="2951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60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kumimoji="1" lang="ja-JP" altLang="en-US" sz="16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2" name="直線コネクタ 31">
              <a:extLst>
                <a:ext uri="{FF2B5EF4-FFF2-40B4-BE49-F238E27FC236}">
                  <ns2:creationId id="{242CFADE-2C45-64C6-CE2A-C6973255E211}"/>
                </a:ext>
              </a:extLst>
            </p:cNvPr>
            <p:cNvCxnSpPr>
              <a:cxnSpLocks/>
            </p:cNvCxnSpPr>
            <p:nvPr/>
          </p:nvCxnSpPr>
          <p:spPr>
            <a:xfrm>
              <a:off x="6961039" y="1547445"/>
              <a:ext cx="4895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正方形/長方形 32">
              <a:extLst>
                <a:ext uri="{FF2B5EF4-FFF2-40B4-BE49-F238E27FC236}">
                  <ns2:creationId id="{8EDEFDBE-D595-5ED3-C854-5242606CFC10}"/>
                </a:ext>
              </a:extLst>
            </p:cNvPr>
            <p:cNvSpPr/>
            <p:nvPr/>
          </p:nvSpPr>
          <p:spPr>
            <a:xfrm>
              <a:off x="6997038" y="1252291"/>
              <a:ext cx="4860000" cy="2951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rgbClr val="078207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rgbClr val="078207"/>
                </a:solidFill>
                <a:latin typeface="+mn-ea"/>
              </a:endParaRPr>
            </a:p>
          </p:txBody>
        </p:sp>
        <p:graphicFrame>
          <p:nvGraphicFramePr>
            <p:cNvPr id="13" name="グラフ 12">
              <a:extLst>
                <a:ext uri="{FF2B5EF4-FFF2-40B4-BE49-F238E27FC236}">
                  <ns2:creationId id="{2C4FD5AD-8882-57E2-081C-7145FE7669D4}"/>
                </a:ext>
              </a:extLst>
            </p:cNvPr>
            <p:cNvGraphicFramePr/>
            <p:nvPr/>
          </p:nvGraphicFramePr>
          <p:xfrm>
            <a:off x="6997040" y="1942457"/>
            <a:ext cx="4859999" cy="2022572"/>
          </p:xfrm>
          <a:graphic>
            <a:graphicData uri="http://schemas.openxmlformats.org/drawingml/2006/chart">
              <ns4:chart r:id="rId3"/>
            </a:graphicData>
          </a:graphic>
        </p:graphicFrame>
        <p:graphicFrame>
          <p:nvGraphicFramePr>
            <p:cNvPr id="14" name="グラフ 13">
              <a:extLst>
                <a:ext uri="{FF2B5EF4-FFF2-40B4-BE49-F238E27FC236}">
                  <ns2:creationId id="{865F4DB8-610F-6CCD-DAA1-3859238FC040}"/>
                </a:ext>
              </a:extLst>
            </p:cNvPr>
            <p:cNvGraphicFramePr/>
            <p:nvPr/>
          </p:nvGraphicFramePr>
          <p:xfrm>
            <a:off x="6997041" y="4282459"/>
            <a:ext cx="4859999" cy="2031643"/>
          </p:xfrm>
          <a:graphic>
            <a:graphicData uri="http://schemas.openxmlformats.org/drawingml/2006/chart">
              <ns4:chart r:id="rId4"/>
            </a:graphicData>
          </a:graphic>
        </p:graphicFrame>
        <p:sp>
          <p:nvSpPr>
            <p:cNvPr id="15" name="四角形: 角を丸くする 195">
              <a:extLst>
                <a:ext uri="{FF2B5EF4-FFF2-40B4-BE49-F238E27FC236}">
                  <ns2:creationId id="{3A2B4EB2-001A-61DE-D8F4-4EE6AEB54CC5}"/>
                </a:ext>
              </a:extLst>
            </p:cNvPr>
            <p:cNvSpPr/>
            <p:nvPr/>
          </p:nvSpPr>
          <p:spPr>
            <a:xfrm>
              <a:off x="334962" y="2317713"/>
              <a:ext cx="1512000" cy="1980000"/>
            </a:xfrm>
            <a:prstGeom prst="roundRect">
              <a:avLst>
                <a:gd name="adj" fmla="val 497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78207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78207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 </a:t>
              </a:r>
              <a:r>
                <a:rPr lang="en-US" altLang="ja-JP" sz="1400" dirty="0">
                  <a:solidFill>
                    <a:srgbClr val="078207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78207"/>
                  </a:solidFill>
                  <a:latin typeface="+mn-ea"/>
                </a:rPr>
                <a:t>)</a:t>
              </a:r>
              <a:endParaRPr lang="ja-JP" altLang="en-US" sz="1400" dirty="0">
                <a:solidFill>
                  <a:srgbClr val="078207"/>
                </a:solidFill>
                <a:latin typeface="+mn-ea"/>
              </a:endParaRPr>
            </a:p>
          </p:txBody>
        </p:sp>
        <p:sp>
          <p:nvSpPr>
            <p:cNvPr id="19" name="四角形: 角を丸くする 195">
              <a:extLst>
                <a:ext uri="{FF2B5EF4-FFF2-40B4-BE49-F238E27FC236}">
                  <ns2:creationId id="{79417154-778C-EC01-3C2A-BA6AC4839EDF}"/>
                </a:ext>
              </a:extLst>
            </p:cNvPr>
            <p:cNvSpPr/>
            <p:nvPr/>
          </p:nvSpPr>
          <p:spPr>
            <a:xfrm>
              <a:off x="6997038" y="3965030"/>
              <a:ext cx="4859999" cy="317428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…</a:t>
              </a:r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" name="四角形: 角を丸くする 195">
              <a:extLst>
                <a:ext uri="{FF2B5EF4-FFF2-40B4-BE49-F238E27FC236}">
                  <ns2:creationId id="{4D26CFC9-A9C6-A561-8E1E-E95F59113EAE}"/>
                </a:ext>
              </a:extLst>
            </p:cNvPr>
            <p:cNvSpPr/>
            <p:nvPr/>
          </p:nvSpPr>
          <p:spPr>
            <a:xfrm>
              <a:off x="334962" y="4335267"/>
              <a:ext cx="1512000" cy="1980000"/>
            </a:xfrm>
            <a:prstGeom prst="roundRect">
              <a:avLst>
                <a:gd name="adj" fmla="val 4555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XX</a:t>
              </a:r>
              <a:br>
                <a:rPr lang="ja-JP" altLang="en-US" sz="1400" dirty="0">
                  <a:solidFill>
                    <a:srgbClr val="078207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78207"/>
                </a:solidFill>
                <a:latin typeface="+mn-ea"/>
              </a:endParaRPr>
            </a:p>
            <a:p>
              <a:pPr>
                <a:lnSpc>
                  <a:spcPct val="120000"/>
                </a:lnSpc>
              </a:pP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78207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78207"/>
                  </a:solidFill>
                  <a:latin typeface="+mn-ea"/>
                </a:rPr>
                <a:t>)</a:t>
              </a:r>
              <a:endParaRPr lang="ja-JP" altLang="en-US" sz="1400" dirty="0">
                <a:solidFill>
                  <a:srgbClr val="078207"/>
                </a:solidFill>
                <a:latin typeface="+mn-ea"/>
              </a:endParaRPr>
            </a:p>
          </p:txBody>
        </p:sp>
        <p:sp>
          <p:nvSpPr>
            <p:cNvPr id="22" name="四角形: 角を丸くする 195">
              <a:extLst>
                <a:ext uri="{FF2B5EF4-FFF2-40B4-BE49-F238E27FC236}">
                  <ns2:creationId id="{8378C3EE-E014-F1E5-4460-75A8E8A77E97}"/>
                </a:ext>
              </a:extLst>
            </p:cNvPr>
            <p:cNvSpPr/>
            <p:nvPr/>
          </p:nvSpPr>
          <p:spPr>
            <a:xfrm>
              <a:off x="1885062" y="1668095"/>
              <a:ext cx="1222545" cy="612064"/>
            </a:xfrm>
            <a:prstGeom prst="roundRect">
              <a:avLst>
                <a:gd name="adj" fmla="val 4972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/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3" name="四角形: 角を丸くする 195">
              <a:extLst>
                <a:ext uri="{FF2B5EF4-FFF2-40B4-BE49-F238E27FC236}">
                  <ns2:creationId id="{931D9151-F8E2-E2C3-C019-BFF33BF9073B}"/>
                </a:ext>
              </a:extLst>
            </p:cNvPr>
            <p:cNvSpPr/>
            <p:nvPr/>
          </p:nvSpPr>
          <p:spPr>
            <a:xfrm>
              <a:off x="3145707" y="1668095"/>
              <a:ext cx="3019024" cy="296507"/>
            </a:xfrm>
            <a:prstGeom prst="roundRect">
              <a:avLst>
                <a:gd name="adj" fmla="val 4972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%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) </a:t>
              </a:r>
            </a:p>
          </p:txBody>
        </p:sp>
        <p:sp>
          <p:nvSpPr>
            <p:cNvPr id="24" name="四角形: 角を丸くする 195">
              <a:extLst>
                <a:ext uri="{FF2B5EF4-FFF2-40B4-BE49-F238E27FC236}">
                  <ns2:creationId id="{250B18A6-D0F0-A2A6-1FDC-76760ADAF237}"/>
                </a:ext>
              </a:extLst>
            </p:cNvPr>
            <p:cNvSpPr/>
            <p:nvPr/>
          </p:nvSpPr>
          <p:spPr>
            <a:xfrm>
              <a:off x="3145707" y="1983652"/>
              <a:ext cx="594000" cy="296507"/>
            </a:xfrm>
            <a:prstGeom prst="roundRect">
              <a:avLst>
                <a:gd name="adj" fmla="val 4972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" name="四角形: 角を丸くする 195">
              <a:extLst>
                <a:ext uri="{FF2B5EF4-FFF2-40B4-BE49-F238E27FC236}">
                  <ns2:creationId id="{A764D89A-7629-9285-9119-1FCD283FC991}"/>
                </a:ext>
              </a:extLst>
            </p:cNvPr>
            <p:cNvSpPr/>
            <p:nvPr/>
          </p:nvSpPr>
          <p:spPr>
            <a:xfrm>
              <a:off x="3751963" y="1983652"/>
              <a:ext cx="594000" cy="296507"/>
            </a:xfrm>
            <a:prstGeom prst="roundRect">
              <a:avLst>
                <a:gd name="adj" fmla="val 4972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四角形: 角を丸くする 195">
              <a:extLst>
                <a:ext uri="{FF2B5EF4-FFF2-40B4-BE49-F238E27FC236}">
                  <ns2:creationId id="{3F9A22C9-D5B7-5E71-D5CB-9AEC1E0FDA52}"/>
                </a:ext>
              </a:extLst>
            </p:cNvPr>
            <p:cNvSpPr/>
            <p:nvPr/>
          </p:nvSpPr>
          <p:spPr>
            <a:xfrm>
              <a:off x="4358219" y="1983652"/>
              <a:ext cx="594000" cy="296507"/>
            </a:xfrm>
            <a:prstGeom prst="roundRect">
              <a:avLst>
                <a:gd name="adj" fmla="val 4972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四角形: 角を丸くする 195">
              <a:extLst>
                <a:ext uri="{FF2B5EF4-FFF2-40B4-BE49-F238E27FC236}">
                  <ns2:creationId id="{D8EC56CC-C26A-A01D-C573-32D79A8FBC32}"/>
                </a:ext>
              </a:extLst>
            </p:cNvPr>
            <p:cNvSpPr/>
            <p:nvPr/>
          </p:nvSpPr>
          <p:spPr>
            <a:xfrm>
              <a:off x="4964475" y="1983652"/>
              <a:ext cx="594000" cy="296507"/>
            </a:xfrm>
            <a:prstGeom prst="roundRect">
              <a:avLst>
                <a:gd name="adj" fmla="val 4972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四角形: 角を丸くする 195">
              <a:extLst>
                <a:ext uri="{FF2B5EF4-FFF2-40B4-BE49-F238E27FC236}">
                  <ns2:creationId id="{A56014DF-0818-53EB-FF73-0E2A2DE982ED}"/>
                </a:ext>
              </a:extLst>
            </p:cNvPr>
            <p:cNvSpPr/>
            <p:nvPr/>
          </p:nvSpPr>
          <p:spPr>
            <a:xfrm>
              <a:off x="5570731" y="1983652"/>
              <a:ext cx="594000" cy="296507"/>
            </a:xfrm>
            <a:prstGeom prst="roundRect">
              <a:avLst>
                <a:gd name="adj" fmla="val 4972"/>
              </a:avLst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" name="四角形: 角を丸くする 195">
              <a:extLst>
                <a:ext uri="{FF2B5EF4-FFF2-40B4-BE49-F238E27FC236}">
                  <ns2:creationId id="{745A0AB8-4E96-1D1E-E1C9-8E9F7F8D407A}"/>
                </a:ext>
              </a:extLst>
            </p:cNvPr>
            <p:cNvSpPr/>
            <p:nvPr/>
          </p:nvSpPr>
          <p:spPr>
            <a:xfrm>
              <a:off x="6196481" y="1668095"/>
              <a:ext cx="623136" cy="612064"/>
            </a:xfrm>
            <a:prstGeom prst="roundRect">
              <a:avLst>
                <a:gd name="adj" fmla="val 4972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ja-JP" altLang="en-US" sz="14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四角形: 角を丸くする 195">
              <a:extLst>
                <a:ext uri="{FF2B5EF4-FFF2-40B4-BE49-F238E27FC236}">
                  <ns2:creationId id="{B2DF8D98-8297-6BA3-A6FA-6298D096D127}"/>
                </a:ext>
              </a:extLst>
            </p:cNvPr>
            <p:cNvSpPr/>
            <p:nvPr/>
          </p:nvSpPr>
          <p:spPr>
            <a:xfrm>
              <a:off x="1885062" y="2317712"/>
              <a:ext cx="1222545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8" name="四角形: 角を丸くする 195">
              <a:extLst>
                <a:ext uri="{FF2B5EF4-FFF2-40B4-BE49-F238E27FC236}">
                  <ns2:creationId id="{00C75CDF-2B3F-43C5-CFC4-19F67DA5D128}"/>
                </a:ext>
              </a:extLst>
            </p:cNvPr>
            <p:cNvSpPr/>
            <p:nvPr/>
          </p:nvSpPr>
          <p:spPr>
            <a:xfrm>
              <a:off x="1885063" y="4335266"/>
              <a:ext cx="1222545" cy="1980000"/>
            </a:xfrm>
            <a:prstGeom prst="roundRect">
              <a:avLst>
                <a:gd name="adj" fmla="val 4972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0" name="四角形: 角を丸くする 195">
              <a:extLst>
                <a:ext uri="{FF2B5EF4-FFF2-40B4-BE49-F238E27FC236}">
                  <ns2:creationId id="{A687BC44-2B9A-E497-D8D0-29050D2CAF67}"/>
                </a:ext>
              </a:extLst>
            </p:cNvPr>
            <p:cNvSpPr/>
            <p:nvPr/>
          </p:nvSpPr>
          <p:spPr>
            <a:xfrm>
              <a:off x="3145707" y="2317712"/>
              <a:ext cx="594000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 fontAlgn="ctr"/>
              <a:r>
                <a:rPr lang="en-US" altLang="ja-JP" sz="16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9</a:t>
              </a:r>
            </a:p>
          </p:txBody>
        </p:sp>
        <p:sp>
          <p:nvSpPr>
            <p:cNvPr id="41" name="四角形: 角を丸くする 195">
              <a:extLst>
                <a:ext uri="{FF2B5EF4-FFF2-40B4-BE49-F238E27FC236}">
                  <ns2:creationId id="{34B68671-8E55-C80A-B1ED-4D6B09AFC79C}"/>
                </a:ext>
              </a:extLst>
            </p:cNvPr>
            <p:cNvSpPr/>
            <p:nvPr/>
          </p:nvSpPr>
          <p:spPr>
            <a:xfrm>
              <a:off x="3751963" y="2317712"/>
              <a:ext cx="594000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13</a:t>
              </a:r>
            </a:p>
          </p:txBody>
        </p:sp>
        <p:sp>
          <p:nvSpPr>
            <p:cNvPr id="42" name="四角形: 角を丸くする 195">
              <a:extLst>
                <a:ext uri="{FF2B5EF4-FFF2-40B4-BE49-F238E27FC236}">
                  <ns2:creationId id="{A4C7DCEE-AD01-1B76-023B-5E8F02AC2D97}"/>
                </a:ext>
              </a:extLst>
            </p:cNvPr>
            <p:cNvSpPr/>
            <p:nvPr/>
          </p:nvSpPr>
          <p:spPr>
            <a:xfrm>
              <a:off x="4358218" y="2317712"/>
              <a:ext cx="594001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53</a:t>
              </a:r>
            </a:p>
          </p:txBody>
        </p:sp>
        <p:sp>
          <p:nvSpPr>
            <p:cNvPr id="43" name="四角形: 角を丸くする 195">
              <a:extLst>
                <a:ext uri="{FF2B5EF4-FFF2-40B4-BE49-F238E27FC236}">
                  <ns2:creationId id="{25497885-2DB3-76B4-1FC4-E7A1759C10BE}"/>
                </a:ext>
              </a:extLst>
            </p:cNvPr>
            <p:cNvSpPr/>
            <p:nvPr/>
          </p:nvSpPr>
          <p:spPr>
            <a:xfrm>
              <a:off x="4964475" y="2317712"/>
              <a:ext cx="594000" cy="1980000"/>
            </a:xfrm>
            <a:prstGeom prst="roundRect">
              <a:avLst>
                <a:gd name="adj" fmla="val 12121"/>
              </a:avLst>
            </a:prstGeom>
            <a:noFill/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2800" dirty="0">
                  <a:solidFill>
                    <a:schemeClr val="accent5"/>
                  </a:solidFill>
                  <a:latin typeface="+mn-ea"/>
                </a:rPr>
                <a:t>86</a:t>
              </a:r>
            </a:p>
          </p:txBody>
        </p:sp>
        <p:sp>
          <p:nvSpPr>
            <p:cNvPr id="44" name="四角形: 角を丸くする 195">
              <a:extLst>
                <a:ext uri="{FF2B5EF4-FFF2-40B4-BE49-F238E27FC236}">
                  <ns2:creationId id="{7FCD2EA2-9683-46CE-467D-006E028A862E}"/>
                </a:ext>
              </a:extLst>
            </p:cNvPr>
            <p:cNvSpPr/>
            <p:nvPr/>
          </p:nvSpPr>
          <p:spPr>
            <a:xfrm>
              <a:off x="5570730" y="2317712"/>
              <a:ext cx="594000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203</a:t>
              </a:r>
            </a:p>
          </p:txBody>
        </p:sp>
        <p:sp>
          <p:nvSpPr>
            <p:cNvPr id="45" name="四角形: 角を丸くする 195">
              <a:extLst>
                <a:ext uri="{FF2B5EF4-FFF2-40B4-BE49-F238E27FC236}">
                  <ns2:creationId id="{13AE4BE0-8AE0-28C4-1679-CD3405674A72}"/>
                </a:ext>
              </a:extLst>
            </p:cNvPr>
            <p:cNvSpPr/>
            <p:nvPr/>
          </p:nvSpPr>
          <p:spPr>
            <a:xfrm>
              <a:off x="6196481" y="2317712"/>
              <a:ext cx="623136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13</a:t>
              </a:r>
            </a:p>
          </p:txBody>
        </p:sp>
        <p:sp>
          <p:nvSpPr>
            <p:cNvPr id="46" name="四角形: 角を丸くする 195">
              <a:extLst>
                <a:ext uri="{FF2B5EF4-FFF2-40B4-BE49-F238E27FC236}">
                  <ns2:creationId id="{898E302C-D51E-E86E-2C35-CAD55A307C64}"/>
                </a:ext>
              </a:extLst>
            </p:cNvPr>
            <p:cNvSpPr/>
            <p:nvPr/>
          </p:nvSpPr>
          <p:spPr>
            <a:xfrm>
              <a:off x="3145707" y="4335267"/>
              <a:ext cx="594000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 fontAlgn="ctr"/>
              <a:r>
                <a:rPr lang="en-US" altLang="ja-JP" sz="1600" b="0" i="0" u="none" strike="noStrike" dirty="0">
                  <a:solidFill>
                    <a:srgbClr val="000000"/>
                  </a:solidFill>
                  <a:effectLst/>
                  <a:latin typeface="+mn-ea"/>
                </a:rPr>
                <a:t>3</a:t>
              </a:r>
            </a:p>
          </p:txBody>
        </p:sp>
        <p:sp>
          <p:nvSpPr>
            <p:cNvPr id="47" name="四角形: 角を丸くする 195">
              <a:extLst>
                <a:ext uri="{FF2B5EF4-FFF2-40B4-BE49-F238E27FC236}">
                  <ns2:creationId id="{45C2FF4D-0023-4BB5-6773-9FD06369A640}"/>
                </a:ext>
              </a:extLst>
            </p:cNvPr>
            <p:cNvSpPr/>
            <p:nvPr/>
          </p:nvSpPr>
          <p:spPr>
            <a:xfrm>
              <a:off x="3751963" y="4335267"/>
              <a:ext cx="594000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10</a:t>
              </a:r>
            </a:p>
          </p:txBody>
        </p:sp>
        <p:sp>
          <p:nvSpPr>
            <p:cNvPr id="48" name="四角形: 角を丸くする 195">
              <a:extLst>
                <a:ext uri="{FF2B5EF4-FFF2-40B4-BE49-F238E27FC236}">
                  <ns2:creationId id="{4207DF60-F465-0093-EBE6-F9B1112FDE6F}"/>
                </a:ext>
              </a:extLst>
            </p:cNvPr>
            <p:cNvSpPr/>
            <p:nvPr/>
          </p:nvSpPr>
          <p:spPr>
            <a:xfrm>
              <a:off x="4358218" y="4335267"/>
              <a:ext cx="594001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18</a:t>
              </a:r>
            </a:p>
          </p:txBody>
        </p:sp>
        <p:sp>
          <p:nvSpPr>
            <p:cNvPr id="49" name="四角形: 角を丸くする 195">
              <a:extLst>
                <a:ext uri="{FF2B5EF4-FFF2-40B4-BE49-F238E27FC236}">
                  <ns2:creationId id="{EB8A5F40-50D7-81EC-5118-6DE2B025E951}"/>
                </a:ext>
              </a:extLst>
            </p:cNvPr>
            <p:cNvSpPr/>
            <p:nvPr/>
          </p:nvSpPr>
          <p:spPr>
            <a:xfrm>
              <a:off x="4964475" y="4335267"/>
              <a:ext cx="594000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30</a:t>
              </a:r>
            </a:p>
          </p:txBody>
        </p:sp>
        <p:sp>
          <p:nvSpPr>
            <p:cNvPr id="50" name="四角形: 角を丸くする 195">
              <a:extLst>
                <a:ext uri="{FF2B5EF4-FFF2-40B4-BE49-F238E27FC236}">
                  <ns2:creationId id="{AA81A85F-DF7B-6463-F860-BD6D5F2ABB2D}"/>
                </a:ext>
              </a:extLst>
            </p:cNvPr>
            <p:cNvSpPr/>
            <p:nvPr/>
          </p:nvSpPr>
          <p:spPr>
            <a:xfrm>
              <a:off x="5570730" y="4335267"/>
              <a:ext cx="594000" cy="1980000"/>
            </a:xfrm>
            <a:prstGeom prst="roundRect">
              <a:avLst>
                <a:gd name="adj" fmla="val 12121"/>
              </a:avLst>
            </a:prstGeom>
            <a:noFill/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2800" dirty="0">
                  <a:solidFill>
                    <a:schemeClr val="accent5"/>
                  </a:solidFill>
                  <a:latin typeface="+mn-ea"/>
                </a:rPr>
                <a:t>32</a:t>
              </a:r>
            </a:p>
          </p:txBody>
        </p:sp>
        <p:sp>
          <p:nvSpPr>
            <p:cNvPr id="51" name="四角形: 角を丸くする 195">
              <a:extLst>
                <a:ext uri="{FF2B5EF4-FFF2-40B4-BE49-F238E27FC236}">
                  <ns2:creationId id="{BDA2D28C-8417-1D86-38B5-D11905DA996C}"/>
                </a:ext>
              </a:extLst>
            </p:cNvPr>
            <p:cNvSpPr/>
            <p:nvPr/>
          </p:nvSpPr>
          <p:spPr>
            <a:xfrm>
              <a:off x="6196481" y="4335267"/>
              <a:ext cx="623136" cy="19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600" dirty="0">
                  <a:solidFill>
                    <a:schemeClr val="tx1"/>
                  </a:solidFill>
                  <a:latin typeface="+mn-ea"/>
                </a:rPr>
                <a:t>14</a:t>
              </a:r>
            </a:p>
          </p:txBody>
        </p:sp>
        <p:cxnSp>
          <p:nvCxnSpPr>
            <p:cNvPr id="53" name="直線コネクタ 52">
              <a:extLst>
                <a:ext uri="{FF2B5EF4-FFF2-40B4-BE49-F238E27FC236}">
                  <ns2:creationId id="{B08A6C93-D070-ECB8-6481-F74E2DD12E1B}"/>
                </a:ext>
              </a:extLst>
            </p:cNvPr>
            <p:cNvCxnSpPr/>
            <p:nvPr/>
          </p:nvCxnSpPr>
          <p:spPr>
            <a:xfrm>
              <a:off x="1885063" y="4316490"/>
              <a:ext cx="4934555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四角形: 角を丸くする 195">
              <a:extLst>
                <a:ext uri="{FF2B5EF4-FFF2-40B4-BE49-F238E27FC236}">
                  <ns2:creationId id="{38EBC530-3B6F-6EC3-BE38-01735843246E}"/>
                </a:ext>
              </a:extLst>
            </p:cNvPr>
            <p:cNvSpPr/>
            <p:nvPr/>
          </p:nvSpPr>
          <p:spPr>
            <a:xfrm>
              <a:off x="6997038" y="1625030"/>
              <a:ext cx="4859999" cy="317428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…</a:t>
              </a:r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1" name="テキスト ボックス 60">
              <a:extLst>
                <a:ext uri="{FF2B5EF4-FFF2-40B4-BE49-F238E27FC236}">
                  <ns2:creationId id="{B654A813-2288-41FC-F9F5-07302228737F}"/>
                </a:ext>
              </a:extLst>
            </p:cNvPr>
            <p:cNvSpPr txBox="1"/>
            <p:nvPr/>
          </p:nvSpPr>
          <p:spPr>
            <a:xfrm>
              <a:off x="10324010" y="2030527"/>
              <a:ext cx="1533027" cy="640794"/>
            </a:xfrm>
            <a:prstGeom prst="roundRect">
              <a:avLst>
                <a:gd name="adj" fmla="val 11036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rgbClr val="078207"/>
                </a:solidFill>
                <a:latin typeface="+mn-ea"/>
              </a:endParaRPr>
            </a:p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rgbClr val="078207"/>
                </a:solidFill>
                <a:latin typeface="+mn-ea"/>
              </a:endParaRPr>
            </a:p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 </a:t>
              </a:r>
              <a:r>
                <a:rPr lang="en-US" altLang="ja-JP" sz="1100" dirty="0">
                  <a:solidFill>
                    <a:srgbClr val="078207"/>
                  </a:solidFill>
                  <a:latin typeface="+mn-ea"/>
                </a:rPr>
                <a:t>(</a:t>
              </a:r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rgbClr val="078207"/>
                </a:solidFill>
                <a:latin typeface="+mn-ea"/>
              </a:endParaRPr>
            </a:p>
          </p:txBody>
        </p:sp>
        <p:cxnSp>
          <p:nvCxnSpPr>
            <p:cNvPr id="62" name="コネクタ: カギ線 61">
              <a:extLst>
                <a:ext uri="{FF2B5EF4-FFF2-40B4-BE49-F238E27FC236}">
                  <ns2:creationId id="{0C8F5391-7E61-E94C-BA34-0FD073BBAA1A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 flipV="1">
              <a:off x="9984446" y="2350924"/>
              <a:ext cx="339564" cy="24660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テキスト ボックス 64">
              <a:extLst>
                <a:ext uri="{FF2B5EF4-FFF2-40B4-BE49-F238E27FC236}">
                  <ns2:creationId id="{D0D9BC4B-0A4D-88E5-032D-BD27EF82F2B2}"/>
                </a:ext>
              </a:extLst>
            </p:cNvPr>
            <p:cNvSpPr txBox="1"/>
            <p:nvPr/>
          </p:nvSpPr>
          <p:spPr>
            <a:xfrm>
              <a:off x="10324009" y="3153912"/>
              <a:ext cx="1533027" cy="640794"/>
            </a:xfrm>
            <a:prstGeom prst="roundRect">
              <a:avLst>
                <a:gd name="adj" fmla="val 11036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rgbClr val="078207"/>
                </a:solidFill>
                <a:latin typeface="+mn-ea"/>
              </a:endParaRPr>
            </a:p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rgbClr val="078207"/>
                </a:solidFill>
                <a:latin typeface="+mn-ea"/>
              </a:endParaRPr>
            </a:p>
            <a:p>
              <a:r>
                <a:rPr lang="en-US" altLang="ja-JP" sz="1100" dirty="0" err="1">
                  <a:solidFill>
                    <a:srgbClr val="078207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rgbClr val="078207"/>
                </a:solidFill>
                <a:latin typeface="+mn-ea"/>
              </a:endParaRPr>
            </a:p>
          </p:txBody>
        </p:sp>
        <p:sp>
          <p:nvSpPr>
            <p:cNvPr id="66" name="テキスト ボックス 65">
              <a:extLst>
                <a:ext uri="{FF2B5EF4-FFF2-40B4-BE49-F238E27FC236}">
                  <ns2:creationId id="{C5F03C7B-4FB6-D7B3-CA12-07EC6B3E840F}"/>
                </a:ext>
              </a:extLst>
            </p:cNvPr>
            <p:cNvSpPr txBox="1"/>
            <p:nvPr/>
          </p:nvSpPr>
          <p:spPr>
            <a:xfrm>
              <a:off x="6997037" y="2030527"/>
              <a:ext cx="1547572" cy="652403"/>
            </a:xfrm>
            <a:prstGeom prst="roundRect">
              <a:avLst>
                <a:gd name="adj" fmla="val 11036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 anchor="ctr">
              <a:noAutofit/>
            </a:bodyPr>
            <a:lstStyle/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rgbClr val="078207"/>
                </a:solidFill>
                <a:latin typeface="+mn-ea"/>
              </a:endParaRPr>
            </a:p>
            <a:p>
              <a:r>
                <a:rPr lang="en-US" altLang="ja-JP" sz="1100" dirty="0">
                  <a:solidFill>
                    <a:srgbClr val="078207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72" name="コネクタ: カギ線 71">
              <a:extLst>
                <a:ext uri="{FF2B5EF4-FFF2-40B4-BE49-F238E27FC236}">
                  <ns2:creationId id="{C27C6A5C-C8A6-1533-B8FA-BDD7C62E8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53082" y="3523500"/>
              <a:ext cx="970927" cy="288610"/>
            </a:xfrm>
            <a:prstGeom prst="bentConnector3">
              <a:avLst>
                <a:gd name="adj1" fmla="val 88927"/>
              </a:avLst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コネクタ: カギ線 76">
              <a:extLst>
                <a:ext uri="{FF2B5EF4-FFF2-40B4-BE49-F238E27FC236}">
                  <ns2:creationId id="{DF3A83A9-FF25-C6C5-EDB8-9843BDB073DE}"/>
                </a:ext>
              </a:extLst>
            </p:cNvPr>
            <p:cNvCxnSpPr>
              <a:cxnSpLocks/>
              <a:stCxn id="66" idx="2"/>
            </p:cNvCxnSpPr>
            <p:nvPr/>
          </p:nvCxnSpPr>
          <p:spPr>
            <a:xfrm rot="16200000" flipH="1">
              <a:off x="7956572" y="2497180"/>
              <a:ext cx="632564" cy="1004063"/>
            </a:xfrm>
            <a:prstGeom prst="bentConnector2">
              <a:avLst/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テキスト ボックス 81">
              <a:extLst>
                <a:ext uri="{FF2B5EF4-FFF2-40B4-BE49-F238E27FC236}">
                  <ns2:creationId id="{54017012-A708-5742-C294-A3AA3B5F7576}"/>
                </a:ext>
              </a:extLst>
            </p:cNvPr>
            <p:cNvSpPr txBox="1"/>
            <p:nvPr/>
          </p:nvSpPr>
          <p:spPr>
            <a:xfrm>
              <a:off x="10507406" y="4467211"/>
              <a:ext cx="1349631" cy="472559"/>
            </a:xfrm>
            <a:prstGeom prst="roundRect">
              <a:avLst>
                <a:gd name="adj" fmla="val 15372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rgbClr val="078207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テキスト ボックス 82">
              <a:extLst>
                <a:ext uri="{FF2B5EF4-FFF2-40B4-BE49-F238E27FC236}">
                  <ns2:creationId id="{93E70C0F-5B03-F9F0-7590-0DD1525B0AC5}"/>
                </a:ext>
              </a:extLst>
            </p:cNvPr>
            <p:cNvSpPr txBox="1"/>
            <p:nvPr/>
          </p:nvSpPr>
          <p:spPr>
            <a:xfrm>
              <a:off x="10507407" y="5677924"/>
              <a:ext cx="1349630" cy="468392"/>
            </a:xfrm>
            <a:prstGeom prst="roundRect">
              <a:avLst>
                <a:gd name="adj" fmla="val 15372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</a:p>
            <a:p>
              <a:r>
                <a:rPr lang="en-US" altLang="ja-JP" sz="1100" dirty="0">
                  <a:solidFill>
                    <a:srgbClr val="078207"/>
                  </a:solidFill>
                  <a:latin typeface="+mn-ea"/>
                </a:rPr>
                <a:t>BPR</a:t>
              </a:r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テキスト ボックス 83">
              <a:extLst>
                <a:ext uri="{FF2B5EF4-FFF2-40B4-BE49-F238E27FC236}">
                  <ns2:creationId id="{82237CAB-EAE4-86EF-1F4D-D8894F7351CD}"/>
                </a:ext>
              </a:extLst>
            </p:cNvPr>
            <p:cNvSpPr txBox="1"/>
            <p:nvPr/>
          </p:nvSpPr>
          <p:spPr>
            <a:xfrm>
              <a:off x="6997037" y="5371513"/>
              <a:ext cx="1286950" cy="468392"/>
            </a:xfrm>
            <a:prstGeom prst="roundRect">
              <a:avLst>
                <a:gd name="adj" fmla="val 15372"/>
              </a:avLst>
            </a:prstGeom>
            <a:noFill/>
            <a:ln w="9525">
              <a:solidFill>
                <a:srgbClr val="008000"/>
              </a:solidFill>
            </a:ln>
          </p:spPr>
          <p:txBody>
            <a:bodyPr wrap="none">
              <a:noAutofit/>
            </a:bodyPr>
            <a:lstStyle/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</a:p>
            <a:p>
              <a:r>
                <a:rPr lang="ja-JP" altLang="en-US" sz="1100" dirty="0">
                  <a:solidFill>
                    <a:srgbClr val="078207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87" name="直線コネクタ 86">
              <a:extLst>
                <a:ext uri="{FF2B5EF4-FFF2-40B4-BE49-F238E27FC236}">
                  <ns2:creationId id="{991A9F05-AE50-5E9A-2676-B46A2F59FA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69901" y="4701407"/>
              <a:ext cx="537504" cy="0"/>
            </a:xfrm>
            <a:prstGeom prst="line">
              <a:avLst/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B3A82610-CC75-5317-F4A7-812A856A2B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58350" y="6034907"/>
              <a:ext cx="849055" cy="0"/>
            </a:xfrm>
            <a:prstGeom prst="line">
              <a:avLst/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コネクタ 92">
              <a:extLst>
                <a:ext uri="{FF2B5EF4-FFF2-40B4-BE49-F238E27FC236}">
                  <ns2:creationId id="{2A96571D-BE04-EE62-6297-8B3FB87ACD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3987" y="5605709"/>
              <a:ext cx="402813" cy="0"/>
            </a:xfrm>
            <a:prstGeom prst="line">
              <a:avLst/>
            </a:prstGeom>
            <a:ln w="9525">
              <a:solidFill>
                <a:srgbClr val="078207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" name="グラフィックス 1" descr="チェックマークの付いた盾 単色塗りつぶし">
              <a:extLst>
                <a:ext uri="{FF2B5EF4-FFF2-40B4-BE49-F238E27FC236}">
                  <ns2:creationId id="{B9270338-0178-DE6E-E077-FF0E27FC6A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6:svgBlip r:embed="rId5"/>
                </a:ext>
              </a:extLst>
            </a:blip>
            <a:stretch>
              <a:fillRect/>
            </a:stretch>
          </p:blipFill>
          <p:spPr>
            <a:xfrm>
              <a:off x="1486962" y="5955268"/>
              <a:ext cx="360000" cy="360000"/>
            </a:xfrm>
            <a:prstGeom prst="rect">
              <a:avLst/>
            </a:prstGeom>
          </p:spPr>
        </p:pic>
        <p:pic>
          <p:nvPicPr>
            <p:cNvPr id="3" name="グラフィックス 2" descr="プログラマー男性 単色塗りつぶし">
              <a:extLst>
                <a:ext uri="{FF2B5EF4-FFF2-40B4-BE49-F238E27FC236}">
                  <ns2:creationId id="{659DFAF1-13C4-E714-18BA-01CD3023AB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6:svgBlip r:embed="rId6"/>
                </a:ext>
              </a:extLst>
            </a:blip>
            <a:stretch>
              <a:fillRect/>
            </a:stretch>
          </p:blipFill>
          <p:spPr>
            <a:xfrm>
              <a:off x="1486962" y="3937713"/>
              <a:ext cx="360000" cy="360000"/>
            </a:xfrm>
            <a:prstGeom prst="rect">
              <a:avLst/>
            </a:prstGeom>
          </p:spPr>
        </p:pic>
      </p:grpSp>
      <p:sp>
        <p:nvSpPr>
          <p:cNvPr id="5" name="正方形/長方形 4">
            <a:extLst>
              <a:ext uri="{FF2B5EF4-FFF2-40B4-BE49-F238E27FC236}">
                <ns2:creationId id="{2D0C4571-B467-0868-8EC3-3DF48D273BD0}"/>
              </a:ext>
            </a:extLst>
          </p:cNvPr>
          <p:cNvSpPr/>
          <p:nvPr/>
        </p:nvSpPr>
        <p:spPr>
          <a:xfrm>
            <a:off x="3098665" y="211612"/>
            <a:ext cx="1151779" cy="301567"/>
          </a:xfrm>
          <a:prstGeom prst="rect">
            <a:avLst/>
          </a:prstGeom>
          <a:solidFill>
            <a:srgbClr val="008000">
              <a:alpha val="1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2000" dirty="0">
                <a:solidFill>
                  <a:srgbClr val="078207"/>
                </a:solidFill>
                <a:latin typeface="+mn-ea"/>
              </a:rPr>
              <a:t>XX</a:t>
            </a:r>
            <a:endParaRPr kumimoji="1" lang="ja-JP" altLang="en-US" sz="2000" dirty="0">
              <a:solidFill>
                <a:srgbClr val="078207"/>
              </a:solidFill>
              <a:latin typeface="+mn-ea"/>
            </a:endParaRPr>
          </a:p>
        </p:txBody>
      </p:sp>
    </p:spTree>
    <p:extLst>
      <p:ext uri="{BB962C8B-B14F-4D97-AF65-F5344CB8AC3E}">
        <ns7:creationId val="1210854973"/>
      </p:ext>
    </p:extLst>
  </p:cSld>
  <p:clrMapOvr>
    <a:masterClrMapping/>
  </p:clrMapOvr>
</p:sld>
</file>

<file path=ppt/slides/slide21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2FCA656-C4D2-BAE6-837B-22159532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タイトル 1">
            <a:extLst>
              <a:ext uri="{FF2B5EF4-FFF2-40B4-BE49-F238E27FC236}">
                <ns2:creationId id="{3B3EF474-87AC-FA34-289D-E95FC553A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742" y="1"/>
            <a:ext cx="10482215" cy="914400"/>
          </a:xfrm>
        </p:spPr>
        <p:txBody>
          <a:bodyPr>
            <a:normAutofit/>
          </a:bodyPr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) 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2EB99C3D-AFFE-094F-FAFF-9D0760544F9E}"/>
              </a:ext>
            </a:extLst>
          </p:cNvPr>
          <p:cNvSpPr/>
          <p:nvPr/>
        </p:nvSpPr>
        <p:spPr>
          <a:xfrm>
            <a:off x="334963" y="184942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20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2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" name="テキスト プレースホルダー 3">
            <a:extLst>
              <a:ext uri="{FF2B5EF4-FFF2-40B4-BE49-F238E27FC236}">
                <ns2:creationId id="{40217EC4-1EAF-7039-10AB-2ACABDB029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914400"/>
            <a:ext cx="1098378" cy="341632"/>
          </a:xfrm>
        </p:spPr>
        <p:txBody>
          <a:bodyPr wrap="square">
            <a:noAutofit/>
          </a:bodyPr>
          <a:lstStyle/>
          <a:p>
            <a:r>
              <a:rPr lang="ja-JP" altLang="en-US" sz="1800" dirty="0">
                <a:latin typeface="+mn-ea"/>
                <a:ea typeface="+mn-ea"/>
              </a:rPr>
              <a:t>XX</a:t>
            </a:r>
            <a:endParaRPr lang="en-US" altLang="ja-JP" sz="1800" dirty="0">
              <a:latin typeface="+mn-ea"/>
              <a:ea typeface="+mn-ea"/>
            </a:endParaRPr>
          </a:p>
        </p:txBody>
      </p:sp>
      <p:sp>
        <p:nvSpPr>
          <p:cNvPr id="179" name="Textfeld 2">
            <a:extLst>
              <a:ext uri="{FF2B5EF4-FFF2-40B4-BE49-F238E27FC236}">
                <ns2:creationId id="{F0D09C8B-BD15-9396-4225-0B1802541C0B}"/>
              </a:ext>
            </a:extLst>
          </p:cNvPr>
          <p:cNvSpPr txBox="1"/>
          <p:nvPr/>
        </p:nvSpPr>
        <p:spPr bwMode="auto">
          <a:xfrm>
            <a:off x="334959" y="6308725"/>
            <a:ext cx="9331401" cy="30777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  <a:extLst>
            <a:ext uri="{909E8E84-426E-40DD-AFC4-6F175D3DCCD1}">
              <ns3:hiddenFill>
                <a:solidFill>
                  <a:schemeClr val="accent1">
                    <a:lumMod val="100000"/>
                  </a:schemeClr>
                </a:solidFill>
              </ns3:hiddenFill>
            </a:ext>
          </a:extLst>
        </p:spPr>
        <p:txBody>
          <a:bodyPr vert="horz" wrap="square" lIns="0" tIns="0" rIns="0" bIns="0" numCol="1" rtlCol="0" anchor="b" anchorCtr="0" compatLnSpc="1">
            <a:prstTxWarp prst="textNoShape">
              <a:avLst/>
            </a:prstTxWarp>
            <a:spAutoFit/>
          </a:bodyPr>
          <a:lstStyle>
            <a:defPPr>
              <a:defRPr lang="ja-JP"/>
            </a:defPPr>
            <a:lvl1pPr>
              <a:buClr>
                <a:srgbClr val="046294"/>
              </a:buClr>
              <a:defRPr sz="1000">
                <a:solidFill>
                  <a:srgbClr val="FFFFFF">
                    <a:lumMod val="50000"/>
                  </a:srgbClr>
                </a:solidFill>
                <a:latin typeface="Trebuchet MS" panose="020B0703020202090204" pitchFamily="34" charset="0"/>
                <a:ea typeface="メイリオ"/>
                <a:cs typeface="Arial" pitchFamily="34" charset="0"/>
              </a:defRPr>
            </a:lvl1pPr>
          </a:lstStyle>
          <a:p>
            <a:pPr defTabSz="358775"/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BPR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DX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endParaRPr lang="ja-JP" altLang="en-US" dirty="0">
              <a:latin typeface="+mn-ea"/>
              <a:ea typeface="+mn-ea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3029477F-BD30-A9F2-11DD-7F0FEA1638F0}"/>
              </a:ext>
            </a:extLst>
          </p:cNvPr>
          <p:cNvGrpSpPr/>
          <p:nvPr/>
        </p:nvGrpSpPr>
        <p:grpSpPr>
          <a:xfrm>
            <a:off x="334959" y="1252291"/>
            <a:ext cx="11522080" cy="5056434"/>
            <a:chOff x="334959" y="1252291"/>
            <a:chExt cx="11522080" cy="5056434"/>
          </a:xfrm>
        </p:grpSpPr>
        <p:cxnSp>
          <p:nvCxnSpPr>
            <p:cNvPr id="48" name="直線コネクタ 47">
              <a:extLst>
                <a:ext uri="{FF2B5EF4-FFF2-40B4-BE49-F238E27FC236}">
                  <ns2:creationId id="{D3E04E6E-FE6C-0EAC-A2EF-5DB88AAFD032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2" y="1547445"/>
              <a:ext cx="1152207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正方形/長方形 50">
              <a:extLst>
                <a:ext uri="{FF2B5EF4-FFF2-40B4-BE49-F238E27FC236}">
                  <ns2:creationId id="{E3C83CB2-E414-EC34-DF05-7E155CFFC374}"/>
                </a:ext>
              </a:extLst>
            </p:cNvPr>
            <p:cNvSpPr/>
            <p:nvPr/>
          </p:nvSpPr>
          <p:spPr>
            <a:xfrm>
              <a:off x="334962" y="1252291"/>
              <a:ext cx="11522076" cy="2951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73BD95EE-FF40-3C85-FC3B-2947800AA1C3}"/>
                </a:ext>
              </a:extLst>
            </p:cNvPr>
            <p:cNvSpPr/>
            <p:nvPr/>
          </p:nvSpPr>
          <p:spPr>
            <a:xfrm>
              <a:off x="3305608" y="5928245"/>
              <a:ext cx="845351" cy="3804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2000" b="1" dirty="0">
                  <a:solidFill>
                    <a:srgbClr val="008000"/>
                  </a:solidFill>
                  <a:latin typeface="+mn-ea"/>
                </a:rPr>
                <a:t>3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7840BCFE-6737-A4F0-903A-97786B1B730E}"/>
                </a:ext>
              </a:extLst>
            </p:cNvPr>
            <p:cNvSpPr/>
            <p:nvPr/>
          </p:nvSpPr>
          <p:spPr>
            <a:xfrm>
              <a:off x="6985524" y="5928245"/>
              <a:ext cx="1018475" cy="3804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2000" b="1" dirty="0">
                  <a:solidFill>
                    <a:srgbClr val="008000"/>
                  </a:solidFill>
                  <a:latin typeface="+mn-ea"/>
                </a:rPr>
                <a:t>34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5DF449F2-7794-EE75-F4AB-EC5DE167B2F5}"/>
                </a:ext>
              </a:extLst>
            </p:cNvPr>
            <p:cNvSpPr/>
            <p:nvPr/>
          </p:nvSpPr>
          <p:spPr>
            <a:xfrm>
              <a:off x="11011687" y="5928245"/>
              <a:ext cx="845351" cy="38048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2000" b="1" dirty="0">
                  <a:solidFill>
                    <a:srgbClr val="008000"/>
                  </a:solidFill>
                  <a:latin typeface="+mn-ea"/>
                </a:rPr>
                <a:t>5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" name="四角形: 角を丸くする 195">
              <a:extLst>
                <a:ext uri="{FF2B5EF4-FFF2-40B4-BE49-F238E27FC236}">
                  <ns2:creationId id="{1D06287A-4241-3E9C-B4B7-BE1299203836}"/>
                </a:ext>
              </a:extLst>
            </p:cNvPr>
            <p:cNvSpPr/>
            <p:nvPr/>
          </p:nvSpPr>
          <p:spPr>
            <a:xfrm>
              <a:off x="334960" y="1668095"/>
              <a:ext cx="3780000" cy="930159"/>
            </a:xfrm>
            <a:prstGeom prst="roundRect">
              <a:avLst>
                <a:gd name="adj" fmla="val 7741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" name="四角形: 角を丸くする 195">
              <a:extLst>
                <a:ext uri="{FF2B5EF4-FFF2-40B4-BE49-F238E27FC236}">
                  <ns2:creationId id="{1EE778F8-4650-B63B-D065-23E44ECBF679}"/>
                </a:ext>
              </a:extLst>
            </p:cNvPr>
            <p:cNvSpPr/>
            <p:nvPr/>
          </p:nvSpPr>
          <p:spPr>
            <a:xfrm>
              <a:off x="4174227" y="1668095"/>
              <a:ext cx="1368000" cy="930159"/>
            </a:xfrm>
            <a:prstGeom prst="roundRect">
              <a:avLst>
                <a:gd name="adj" fmla="val 7741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3" name="四角形: 角を丸くする 195">
              <a:extLst>
                <a:ext uri="{FF2B5EF4-FFF2-40B4-BE49-F238E27FC236}">
                  <ns2:creationId id="{90241F14-2434-B27B-F6A1-CA326C6283DF}"/>
                </a:ext>
              </a:extLst>
            </p:cNvPr>
            <p:cNvSpPr/>
            <p:nvPr/>
          </p:nvSpPr>
          <p:spPr>
            <a:xfrm>
              <a:off x="334960" y="2642704"/>
              <a:ext cx="3780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BPR</a:t>
              </a:r>
              <a:r>
                <a:rPr lang="zh-TW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5" name="四角形: 角を丸くする 195">
              <a:extLst>
                <a:ext uri="{FF2B5EF4-FFF2-40B4-BE49-F238E27FC236}">
                  <ns2:creationId id="{940B14A4-BCE7-378C-DDD2-1E9FF3545E9A}"/>
                </a:ext>
              </a:extLst>
            </p:cNvPr>
            <p:cNvSpPr/>
            <p:nvPr/>
          </p:nvSpPr>
          <p:spPr>
            <a:xfrm>
              <a:off x="334960" y="2970961"/>
              <a:ext cx="3780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zh-TW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6" name="四角形: 角を丸くする 195">
              <a:extLst>
                <a:ext uri="{FF2B5EF4-FFF2-40B4-BE49-F238E27FC236}">
                  <ns2:creationId id="{D00BE082-0AB9-7875-C4AC-EB0CC7D4BD41}"/>
                </a:ext>
              </a:extLst>
            </p:cNvPr>
            <p:cNvSpPr/>
            <p:nvPr/>
          </p:nvSpPr>
          <p:spPr>
            <a:xfrm>
              <a:off x="334960" y="3311918"/>
              <a:ext cx="3780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7" name="四角形: 角を丸くする 195">
              <a:extLst>
                <a:ext uri="{FF2B5EF4-FFF2-40B4-BE49-F238E27FC236}">
                  <ns2:creationId id="{B17A5D70-71BE-7EAF-8FFC-A7DB29B23FD1}"/>
                </a:ext>
              </a:extLst>
            </p:cNvPr>
            <p:cNvSpPr/>
            <p:nvPr/>
          </p:nvSpPr>
          <p:spPr>
            <a:xfrm>
              <a:off x="334960" y="3652875"/>
              <a:ext cx="3780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" name="四角形: 角を丸くする 195">
              <a:extLst>
                <a:ext uri="{FF2B5EF4-FFF2-40B4-BE49-F238E27FC236}">
                  <ns2:creationId id="{596157B4-CA9E-A862-B7A6-52FD89A4B96F}"/>
                </a:ext>
              </a:extLst>
            </p:cNvPr>
            <p:cNvSpPr/>
            <p:nvPr/>
          </p:nvSpPr>
          <p:spPr>
            <a:xfrm>
              <a:off x="334960" y="3987483"/>
              <a:ext cx="5207267" cy="296507"/>
            </a:xfrm>
            <a:prstGeom prst="roundRect">
              <a:avLst>
                <a:gd name="adj" fmla="val 24283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9" name="四角形: 角を丸くする 195">
              <a:extLst>
                <a:ext uri="{FF2B5EF4-FFF2-40B4-BE49-F238E27FC236}">
                  <ns2:creationId id="{8457047B-2309-4B27-7C27-20E547C5A462}"/>
                </a:ext>
              </a:extLst>
            </p:cNvPr>
            <p:cNvSpPr/>
            <p:nvPr/>
          </p:nvSpPr>
          <p:spPr>
            <a:xfrm>
              <a:off x="4174227" y="2642704"/>
              <a:ext cx="1368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50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15</a:t>
              </a:r>
            </a:p>
          </p:txBody>
        </p:sp>
        <p:sp>
          <p:nvSpPr>
            <p:cNvPr id="60" name="四角形: 角を丸くする 195">
              <a:extLst>
                <a:ext uri="{FF2B5EF4-FFF2-40B4-BE49-F238E27FC236}">
                  <ns2:creationId id="{CC97DEA1-E0C6-36EB-594E-5059CC26E86D}"/>
                </a:ext>
              </a:extLst>
            </p:cNvPr>
            <p:cNvSpPr/>
            <p:nvPr/>
          </p:nvSpPr>
          <p:spPr>
            <a:xfrm>
              <a:off x="4174227" y="2970961"/>
              <a:ext cx="1368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50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16</a:t>
              </a:r>
            </a:p>
          </p:txBody>
        </p:sp>
        <p:sp>
          <p:nvSpPr>
            <p:cNvPr id="61" name="四角形: 角を丸くする 195">
              <a:extLst>
                <a:ext uri="{FF2B5EF4-FFF2-40B4-BE49-F238E27FC236}">
                  <ns2:creationId id="{C6F92F3B-AE73-1424-F20C-7F46C873F05F}"/>
                </a:ext>
              </a:extLst>
            </p:cNvPr>
            <p:cNvSpPr/>
            <p:nvPr/>
          </p:nvSpPr>
          <p:spPr>
            <a:xfrm>
              <a:off x="4174227" y="3311918"/>
              <a:ext cx="1368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50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28</a:t>
              </a:r>
            </a:p>
          </p:txBody>
        </p:sp>
        <p:sp>
          <p:nvSpPr>
            <p:cNvPr id="62" name="四角形: 角を丸くする 195">
              <a:extLst>
                <a:ext uri="{FF2B5EF4-FFF2-40B4-BE49-F238E27FC236}">
                  <ns2:creationId id="{248FA5BA-E558-904C-CED7-35494D9D7563}"/>
                </a:ext>
              </a:extLst>
            </p:cNvPr>
            <p:cNvSpPr/>
            <p:nvPr/>
          </p:nvSpPr>
          <p:spPr>
            <a:xfrm>
              <a:off x="4174227" y="3652875"/>
              <a:ext cx="1368000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50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140</a:t>
              </a:r>
            </a:p>
          </p:txBody>
        </p:sp>
        <p:sp>
          <p:nvSpPr>
            <p:cNvPr id="15" name="四角形: 角を丸くする 195">
              <a:extLst>
                <a:ext uri="{FF2B5EF4-FFF2-40B4-BE49-F238E27FC236}">
                  <ns2:creationId id="{1FD082A4-7119-164B-5690-5C944BA9CB61}"/>
                </a:ext>
              </a:extLst>
            </p:cNvPr>
            <p:cNvSpPr/>
            <p:nvPr/>
          </p:nvSpPr>
          <p:spPr>
            <a:xfrm>
              <a:off x="5601494" y="1668095"/>
              <a:ext cx="6255543" cy="288000"/>
            </a:xfrm>
            <a:prstGeom prst="roundRect">
              <a:avLst>
                <a:gd name="adj" fmla="val 25000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3" name="グループ化 2">
              <a:extLst>
                <a:ext uri="{FF2B5EF4-FFF2-40B4-BE49-F238E27FC236}">
                  <ns2:creationId id="{A5BAEA26-187E-B1B0-6CF7-90EE67F43510}"/>
                </a:ext>
              </a:extLst>
            </p:cNvPr>
            <p:cNvGrpSpPr/>
            <p:nvPr/>
          </p:nvGrpSpPr>
          <p:grpSpPr>
            <a:xfrm>
              <a:off x="5601494" y="1989175"/>
              <a:ext cx="6255544" cy="288000"/>
              <a:chOff x="5601494" y="1965539"/>
              <a:chExt cx="6255544" cy="288000"/>
            </a:xfrm>
          </p:grpSpPr>
          <p:sp>
            <p:nvSpPr>
              <p:cNvPr id="16" name="四角形: 角を丸くする 195">
                <a:extLst>
                  <a:ext uri="{FF2B5EF4-FFF2-40B4-BE49-F238E27FC236}">
                    <ns2:creationId id="{A535DFA5-C58B-B24D-C25C-958911EDBAE6}"/>
                  </a:ext>
                </a:extLst>
              </p:cNvPr>
              <p:cNvSpPr/>
              <p:nvPr/>
            </p:nvSpPr>
            <p:spPr>
              <a:xfrm>
                <a:off x="5601494" y="1965539"/>
                <a:ext cx="1546271" cy="288000"/>
              </a:xfrm>
              <a:prstGeom prst="roundRect">
                <a:avLst>
                  <a:gd name="adj" fmla="val 25000"/>
                </a:avLst>
              </a:prstGeom>
              <a:solidFill>
                <a:srgbClr val="008000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" name="四角形: 角を丸くする 195">
                <a:extLst>
                  <a:ext uri="{FF2B5EF4-FFF2-40B4-BE49-F238E27FC236}">
                    <ns2:creationId id="{29CC83F5-62EA-55E2-BCC2-0B2047874C8E}"/>
                  </a:ext>
                </a:extLst>
              </p:cNvPr>
              <p:cNvSpPr/>
              <p:nvPr/>
            </p:nvSpPr>
            <p:spPr>
              <a:xfrm>
                <a:off x="7171252" y="1965539"/>
                <a:ext cx="1546271" cy="288000"/>
              </a:xfrm>
              <a:prstGeom prst="roundRect">
                <a:avLst>
                  <a:gd name="adj" fmla="val 25000"/>
                </a:avLst>
              </a:prstGeom>
              <a:solidFill>
                <a:srgbClr val="008000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7" name="四角形: 角を丸くする 195">
                <a:extLst>
                  <a:ext uri="{FF2B5EF4-FFF2-40B4-BE49-F238E27FC236}">
                    <ns2:creationId id="{D0EFABFC-850C-0078-3C2D-0CA4FB2469CA}"/>
                  </a:ext>
                </a:extLst>
              </p:cNvPr>
              <p:cNvSpPr/>
              <p:nvPr/>
            </p:nvSpPr>
            <p:spPr>
              <a:xfrm>
                <a:off x="8741010" y="1965539"/>
                <a:ext cx="1546271" cy="288000"/>
              </a:xfrm>
              <a:prstGeom prst="roundRect">
                <a:avLst>
                  <a:gd name="adj" fmla="val 25000"/>
                </a:avLst>
              </a:prstGeom>
              <a:solidFill>
                <a:srgbClr val="008000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9" name="四角形: 角を丸くする 195">
                <a:extLst>
                  <a:ext uri="{FF2B5EF4-FFF2-40B4-BE49-F238E27FC236}">
                    <ns2:creationId id="{DAD0C755-5E4A-9789-413A-3FB69E40FF44}"/>
                  </a:ext>
                </a:extLst>
              </p:cNvPr>
              <p:cNvSpPr/>
              <p:nvPr/>
            </p:nvSpPr>
            <p:spPr>
              <a:xfrm>
                <a:off x="10310767" y="1965539"/>
                <a:ext cx="1546271" cy="288000"/>
              </a:xfrm>
              <a:prstGeom prst="roundRect">
                <a:avLst>
                  <a:gd name="adj" fmla="val 25000"/>
                </a:avLst>
              </a:prstGeom>
              <a:solidFill>
                <a:srgbClr val="008000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BE9410D4-C51D-38D9-BC5E-BE26E99A4D24}"/>
                </a:ext>
              </a:extLst>
            </p:cNvPr>
            <p:cNvGrpSpPr/>
            <p:nvPr/>
          </p:nvGrpSpPr>
          <p:grpSpPr>
            <a:xfrm>
              <a:off x="5601494" y="2310254"/>
              <a:ext cx="6255545" cy="288000"/>
              <a:chOff x="5601494" y="2310254"/>
              <a:chExt cx="6255545" cy="288000"/>
            </a:xfrm>
          </p:grpSpPr>
          <p:sp>
            <p:nvSpPr>
              <p:cNvPr id="33" name="四角形: 角を丸くする 195">
                <a:extLst>
                  <a:ext uri="{FF2B5EF4-FFF2-40B4-BE49-F238E27FC236}">
                    <ns2:creationId id="{BF95B98C-F8B3-BB0C-95C7-F8F4EEED7F6E}"/>
                  </a:ext>
                </a:extLst>
              </p:cNvPr>
              <p:cNvSpPr/>
              <p:nvPr/>
            </p:nvSpPr>
            <p:spPr>
              <a:xfrm>
                <a:off x="5601494" y="2310254"/>
                <a:ext cx="763349" cy="288000"/>
              </a:xfrm>
              <a:prstGeom prst="roundRect">
                <a:avLst>
                  <a:gd name="adj" fmla="val 25000"/>
                </a:avLst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4" name="四角形: 角を丸くする 195">
                <a:extLst>
                  <a:ext uri="{FF2B5EF4-FFF2-40B4-BE49-F238E27FC236}">
                    <ns2:creationId id="{19D9ED84-EFD2-B0D0-1C3A-A8396700D4C5}"/>
                  </a:ext>
                </a:extLst>
              </p:cNvPr>
              <p:cNvSpPr/>
              <p:nvPr/>
            </p:nvSpPr>
            <p:spPr>
              <a:xfrm>
                <a:off x="6384415" y="2310254"/>
                <a:ext cx="763349" cy="288000"/>
              </a:xfrm>
              <a:prstGeom prst="roundRect">
                <a:avLst>
                  <a:gd name="adj" fmla="val 25000"/>
                </a:avLst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2" name="四角形: 角を丸くする 195">
                <a:extLst>
                  <a:ext uri="{FF2B5EF4-FFF2-40B4-BE49-F238E27FC236}">
                    <ns2:creationId id="{B5DE142C-ED3E-0779-7678-D5C21A8D78DD}"/>
                  </a:ext>
                </a:extLst>
              </p:cNvPr>
              <p:cNvSpPr/>
              <p:nvPr/>
            </p:nvSpPr>
            <p:spPr>
              <a:xfrm>
                <a:off x="7171254" y="2310254"/>
                <a:ext cx="763349" cy="288000"/>
              </a:xfrm>
              <a:prstGeom prst="roundRect">
                <a:avLst/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3" name="四角形: 角を丸くする 195">
                <a:extLst>
                  <a:ext uri="{FF2B5EF4-FFF2-40B4-BE49-F238E27FC236}">
                    <ns2:creationId id="{755B98FD-6A33-9555-4998-1B7AC52875C4}"/>
                  </a:ext>
                </a:extLst>
              </p:cNvPr>
              <p:cNvSpPr/>
              <p:nvPr/>
            </p:nvSpPr>
            <p:spPr>
              <a:xfrm>
                <a:off x="7954174" y="2310254"/>
                <a:ext cx="763349" cy="288000"/>
              </a:xfrm>
              <a:prstGeom prst="roundRect">
                <a:avLst/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5" name="四角形: 角を丸くする 195">
                <a:extLst>
                  <a:ext uri="{FF2B5EF4-FFF2-40B4-BE49-F238E27FC236}">
                    <ns2:creationId id="{9B9ABFB6-7796-116C-787C-19AFE9C69936}"/>
                  </a:ext>
                </a:extLst>
              </p:cNvPr>
              <p:cNvSpPr/>
              <p:nvPr/>
            </p:nvSpPr>
            <p:spPr>
              <a:xfrm>
                <a:off x="8741011" y="2310254"/>
                <a:ext cx="763349" cy="288000"/>
              </a:xfrm>
              <a:prstGeom prst="roundRect">
                <a:avLst/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6" name="四角形: 角を丸くする 195">
                <a:extLst>
                  <a:ext uri="{FF2B5EF4-FFF2-40B4-BE49-F238E27FC236}">
                    <ns2:creationId id="{BDA28C80-7A68-50EA-631D-87B26FEFEFAD}"/>
                  </a:ext>
                </a:extLst>
              </p:cNvPr>
              <p:cNvSpPr/>
              <p:nvPr/>
            </p:nvSpPr>
            <p:spPr>
              <a:xfrm>
                <a:off x="9523931" y="2310254"/>
                <a:ext cx="763349" cy="288000"/>
              </a:xfrm>
              <a:prstGeom prst="roundRect">
                <a:avLst/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9" name="四角形: 角を丸くする 195">
                <a:extLst>
                  <a:ext uri="{FF2B5EF4-FFF2-40B4-BE49-F238E27FC236}">
                    <ns2:creationId id="{21FA2FF8-F366-EF38-7FCE-E4DEE1A16A16}"/>
                  </a:ext>
                </a:extLst>
              </p:cNvPr>
              <p:cNvSpPr/>
              <p:nvPr/>
            </p:nvSpPr>
            <p:spPr>
              <a:xfrm>
                <a:off x="10310770" y="2310254"/>
                <a:ext cx="763349" cy="288000"/>
              </a:xfrm>
              <a:prstGeom prst="roundRect">
                <a:avLst/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0" name="四角形: 角を丸くする 195">
                <a:extLst>
                  <a:ext uri="{FF2B5EF4-FFF2-40B4-BE49-F238E27FC236}">
                    <ns2:creationId id="{E3F61262-3B7C-50A8-63FD-2CE0E1167EFE}"/>
                  </a:ext>
                </a:extLst>
              </p:cNvPr>
              <p:cNvSpPr/>
              <p:nvPr/>
            </p:nvSpPr>
            <p:spPr>
              <a:xfrm>
                <a:off x="11093690" y="2310254"/>
                <a:ext cx="763349" cy="288000"/>
              </a:xfrm>
              <a:prstGeom prst="roundRect">
                <a:avLst/>
              </a:prstGeom>
              <a:solidFill>
                <a:srgbClr val="008000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64" name="四角形: 角を丸くする 195">
              <a:extLst>
                <a:ext uri="{FF2B5EF4-FFF2-40B4-BE49-F238E27FC236}">
                  <ns2:creationId id="{5CF9B909-0C37-A3A8-AD27-7B3DC14AC9F4}"/>
                </a:ext>
              </a:extLst>
            </p:cNvPr>
            <p:cNvSpPr/>
            <p:nvPr/>
          </p:nvSpPr>
          <p:spPr>
            <a:xfrm>
              <a:off x="5601494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0</a:t>
              </a:r>
            </a:p>
          </p:txBody>
        </p:sp>
        <p:sp>
          <p:nvSpPr>
            <p:cNvPr id="65" name="四角形: 角を丸くする 195">
              <a:extLst>
                <a:ext uri="{FF2B5EF4-FFF2-40B4-BE49-F238E27FC236}">
                  <ns2:creationId id="{A35EB64A-1E2A-74BF-4DCC-6E1A88474A75}"/>
                </a:ext>
              </a:extLst>
            </p:cNvPr>
            <p:cNvSpPr/>
            <p:nvPr/>
          </p:nvSpPr>
          <p:spPr>
            <a:xfrm>
              <a:off x="5601494" y="2970961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2</a:t>
              </a:r>
            </a:p>
          </p:txBody>
        </p:sp>
        <p:sp>
          <p:nvSpPr>
            <p:cNvPr id="67" name="四角形: 角を丸くする 195">
              <a:extLst>
                <a:ext uri="{FF2B5EF4-FFF2-40B4-BE49-F238E27FC236}">
                  <ns2:creationId id="{9F5A33BB-0A8F-FCB4-E7D0-4AE4DBF5563F}"/>
                </a:ext>
              </a:extLst>
            </p:cNvPr>
            <p:cNvSpPr/>
            <p:nvPr/>
          </p:nvSpPr>
          <p:spPr>
            <a:xfrm>
              <a:off x="5601494" y="3311918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1</a:t>
              </a:r>
            </a:p>
          </p:txBody>
        </p:sp>
        <p:sp>
          <p:nvSpPr>
            <p:cNvPr id="68" name="四角形: 角を丸くする 195">
              <a:extLst>
                <a:ext uri="{FF2B5EF4-FFF2-40B4-BE49-F238E27FC236}">
                  <ns2:creationId id="{EBBE7AF7-8274-C8D0-2980-879A11031717}"/>
                </a:ext>
              </a:extLst>
            </p:cNvPr>
            <p:cNvSpPr/>
            <p:nvPr/>
          </p:nvSpPr>
          <p:spPr>
            <a:xfrm>
              <a:off x="5601494" y="3652875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0</a:t>
              </a:r>
            </a:p>
          </p:txBody>
        </p:sp>
        <p:sp>
          <p:nvSpPr>
            <p:cNvPr id="69" name="四角形: 角を丸くする 195">
              <a:extLst>
                <a:ext uri="{FF2B5EF4-FFF2-40B4-BE49-F238E27FC236}">
                  <ns2:creationId id="{C09CB98D-C88E-E521-3A1F-23EC26CCF707}"/>
                </a:ext>
              </a:extLst>
            </p:cNvPr>
            <p:cNvSpPr/>
            <p:nvPr/>
          </p:nvSpPr>
          <p:spPr>
            <a:xfrm>
              <a:off x="5601494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3</a:t>
              </a:r>
            </a:p>
          </p:txBody>
        </p:sp>
        <p:sp>
          <p:nvSpPr>
            <p:cNvPr id="70" name="四角形: 角を丸くする 195">
              <a:extLst>
                <a:ext uri="{FF2B5EF4-FFF2-40B4-BE49-F238E27FC236}">
                  <ns2:creationId id="{E3B943D4-9BCB-B42D-ABDC-A9B0DAA23B56}"/>
                </a:ext>
              </a:extLst>
            </p:cNvPr>
            <p:cNvSpPr/>
            <p:nvPr/>
          </p:nvSpPr>
          <p:spPr>
            <a:xfrm>
              <a:off x="6384414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%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5" name="四角形: 角を丸くする 195">
              <a:extLst>
                <a:ext uri="{FF2B5EF4-FFF2-40B4-BE49-F238E27FC236}">
                  <ns2:creationId id="{221975BE-D16B-592D-E2AA-C5DDEB0D6DCA}"/>
                </a:ext>
              </a:extLst>
            </p:cNvPr>
            <p:cNvSpPr/>
            <p:nvPr/>
          </p:nvSpPr>
          <p:spPr>
            <a:xfrm>
              <a:off x="6384414" y="331509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6" name="四角形: 角を丸くする 195">
              <a:extLst>
                <a:ext uri="{FF2B5EF4-FFF2-40B4-BE49-F238E27FC236}">
                  <ns2:creationId id="{2930C4E7-F765-7B6B-646F-EE0FA94A3CCE}"/>
                </a:ext>
              </a:extLst>
            </p:cNvPr>
            <p:cNvSpPr/>
            <p:nvPr/>
          </p:nvSpPr>
          <p:spPr>
            <a:xfrm>
              <a:off x="6384414" y="365128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%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7" name="四角形: 角を丸くする 195">
              <a:extLst>
                <a:ext uri="{FF2B5EF4-FFF2-40B4-BE49-F238E27FC236}">
                  <ns2:creationId id="{FF9C6038-F6F1-A719-2EDF-B2D7472E8245}"/>
                </a:ext>
              </a:extLst>
            </p:cNvPr>
            <p:cNvSpPr/>
            <p:nvPr/>
          </p:nvSpPr>
          <p:spPr>
            <a:xfrm>
              <a:off x="6384414" y="297889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8" name="四角形: 角を丸くする 195">
              <a:extLst>
                <a:ext uri="{FF2B5EF4-FFF2-40B4-BE49-F238E27FC236}">
                  <ns2:creationId id="{8E6F5CF5-941F-24AD-11AC-A2DED154B724}"/>
                </a:ext>
              </a:extLst>
            </p:cNvPr>
            <p:cNvSpPr/>
            <p:nvPr/>
          </p:nvSpPr>
          <p:spPr>
            <a:xfrm>
              <a:off x="6384414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-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1" name="四角形: 角を丸くする 195">
              <a:extLst>
                <a:ext uri="{FF2B5EF4-FFF2-40B4-BE49-F238E27FC236}">
                  <ns2:creationId id="{70A91CD2-3857-5EC6-030E-7D196194991A}"/>
                </a:ext>
              </a:extLst>
            </p:cNvPr>
            <p:cNvSpPr/>
            <p:nvPr/>
          </p:nvSpPr>
          <p:spPr>
            <a:xfrm>
              <a:off x="7171255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1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0</a:t>
              </a:r>
            </a:p>
          </p:txBody>
        </p:sp>
        <p:sp>
          <p:nvSpPr>
            <p:cNvPr id="82" name="四角形: 角を丸くする 195">
              <a:extLst>
                <a:ext uri="{FF2B5EF4-FFF2-40B4-BE49-F238E27FC236}">
                  <ns2:creationId id="{5EE4E7D7-B94B-001A-924B-19E95B96942E}"/>
                </a:ext>
              </a:extLst>
            </p:cNvPr>
            <p:cNvSpPr/>
            <p:nvPr/>
          </p:nvSpPr>
          <p:spPr>
            <a:xfrm>
              <a:off x="7171255" y="2970961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1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0</a:t>
              </a:r>
            </a:p>
          </p:txBody>
        </p:sp>
        <p:sp>
          <p:nvSpPr>
            <p:cNvPr id="83" name="四角形: 角を丸くする 195">
              <a:extLst>
                <a:ext uri="{FF2B5EF4-FFF2-40B4-BE49-F238E27FC236}">
                  <ns2:creationId id="{563F1CB0-9EA0-3111-9A5B-10F5044B9EB0}"/>
                </a:ext>
              </a:extLst>
            </p:cNvPr>
            <p:cNvSpPr/>
            <p:nvPr/>
          </p:nvSpPr>
          <p:spPr>
            <a:xfrm>
              <a:off x="7171255" y="3311918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1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21</a:t>
              </a:r>
            </a:p>
          </p:txBody>
        </p:sp>
        <p:sp>
          <p:nvSpPr>
            <p:cNvPr id="84" name="四角形: 角を丸くする 195">
              <a:extLst>
                <a:ext uri="{FF2B5EF4-FFF2-40B4-BE49-F238E27FC236}">
                  <ns2:creationId id="{4372E0F5-287E-E467-15D9-C76EDD442F4F}"/>
                </a:ext>
              </a:extLst>
            </p:cNvPr>
            <p:cNvSpPr/>
            <p:nvPr/>
          </p:nvSpPr>
          <p:spPr>
            <a:xfrm>
              <a:off x="7171255" y="3652875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1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13</a:t>
              </a:r>
            </a:p>
          </p:txBody>
        </p:sp>
        <p:sp>
          <p:nvSpPr>
            <p:cNvPr id="85" name="四角形: 角を丸くする 195">
              <a:extLst>
                <a:ext uri="{FF2B5EF4-FFF2-40B4-BE49-F238E27FC236}">
                  <ns2:creationId id="{8D5BF737-54D5-6582-1E77-F2FD36355476}"/>
                </a:ext>
              </a:extLst>
            </p:cNvPr>
            <p:cNvSpPr/>
            <p:nvPr/>
          </p:nvSpPr>
          <p:spPr>
            <a:xfrm>
              <a:off x="7171255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1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34</a:t>
              </a:r>
            </a:p>
          </p:txBody>
        </p:sp>
        <p:sp>
          <p:nvSpPr>
            <p:cNvPr id="86" name="四角形: 角を丸くする 195">
              <a:extLst>
                <a:ext uri="{FF2B5EF4-FFF2-40B4-BE49-F238E27FC236}">
                  <ns2:creationId id="{85B34D74-FF39-13D4-B410-7275DB032BCA}"/>
                </a:ext>
              </a:extLst>
            </p:cNvPr>
            <p:cNvSpPr/>
            <p:nvPr/>
          </p:nvSpPr>
          <p:spPr>
            <a:xfrm>
              <a:off x="7954176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%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7" name="四角形: 角を丸くする 195">
              <a:extLst>
                <a:ext uri="{FF2B5EF4-FFF2-40B4-BE49-F238E27FC236}">
                  <ns2:creationId id="{7CB5081B-376A-FF48-8854-2A4A2649AC38}"/>
                </a:ext>
              </a:extLst>
            </p:cNvPr>
            <p:cNvSpPr/>
            <p:nvPr/>
          </p:nvSpPr>
          <p:spPr>
            <a:xfrm>
              <a:off x="7954176" y="331509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8" name="四角形: 角を丸くする 195">
              <a:extLst>
                <a:ext uri="{FF2B5EF4-FFF2-40B4-BE49-F238E27FC236}">
                  <ns2:creationId id="{73933B02-BB8B-D99D-8B3B-21D61C459DA7}"/>
                </a:ext>
              </a:extLst>
            </p:cNvPr>
            <p:cNvSpPr/>
            <p:nvPr/>
          </p:nvSpPr>
          <p:spPr>
            <a:xfrm>
              <a:off x="7954176" y="365128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9" name="四角形: 角を丸くする 195">
              <a:extLst>
                <a:ext uri="{FF2B5EF4-FFF2-40B4-BE49-F238E27FC236}">
                  <ns2:creationId id="{08E489A9-569B-6322-2C91-B1E3994B69B6}"/>
                </a:ext>
              </a:extLst>
            </p:cNvPr>
            <p:cNvSpPr/>
            <p:nvPr/>
          </p:nvSpPr>
          <p:spPr>
            <a:xfrm>
              <a:off x="7954176" y="297889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0" name="四角形: 角を丸くする 195">
              <a:extLst>
                <a:ext uri="{FF2B5EF4-FFF2-40B4-BE49-F238E27FC236}">
                  <ns2:creationId id="{0575EF33-8028-1D48-8564-C5345C346688}"/>
                </a:ext>
              </a:extLst>
            </p:cNvPr>
            <p:cNvSpPr/>
            <p:nvPr/>
          </p:nvSpPr>
          <p:spPr>
            <a:xfrm>
              <a:off x="7954176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-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2" name="四角形: 角を丸くする 195">
              <a:extLst>
                <a:ext uri="{FF2B5EF4-FFF2-40B4-BE49-F238E27FC236}">
                  <ns2:creationId id="{ACE21BDE-3D5D-2862-13CD-8734EF05517C}"/>
                </a:ext>
              </a:extLst>
            </p:cNvPr>
            <p:cNvSpPr/>
            <p:nvPr/>
          </p:nvSpPr>
          <p:spPr>
            <a:xfrm>
              <a:off x="8741011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0</a:t>
              </a:r>
            </a:p>
          </p:txBody>
        </p:sp>
        <p:sp>
          <p:nvSpPr>
            <p:cNvPr id="93" name="四角形: 角を丸くする 195">
              <a:extLst>
                <a:ext uri="{FF2B5EF4-FFF2-40B4-BE49-F238E27FC236}">
                  <ns2:creationId id="{76C18B93-C8AB-95D0-2A4F-2024348B527A}"/>
                </a:ext>
              </a:extLst>
            </p:cNvPr>
            <p:cNvSpPr/>
            <p:nvPr/>
          </p:nvSpPr>
          <p:spPr>
            <a:xfrm>
              <a:off x="8741011" y="2970961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0</a:t>
              </a:r>
            </a:p>
          </p:txBody>
        </p:sp>
        <p:sp>
          <p:nvSpPr>
            <p:cNvPr id="94" name="四角形: 角を丸くする 195">
              <a:extLst>
                <a:ext uri="{FF2B5EF4-FFF2-40B4-BE49-F238E27FC236}">
                  <ns2:creationId id="{42C3CD8B-230B-815C-C5CA-4EE3296052AA}"/>
                </a:ext>
              </a:extLst>
            </p:cNvPr>
            <p:cNvSpPr/>
            <p:nvPr/>
          </p:nvSpPr>
          <p:spPr>
            <a:xfrm>
              <a:off x="8741011" y="3311918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5</a:t>
              </a:r>
            </a:p>
          </p:txBody>
        </p:sp>
        <p:sp>
          <p:nvSpPr>
            <p:cNvPr id="95" name="四角形: 角を丸くする 195">
              <a:extLst>
                <a:ext uri="{FF2B5EF4-FFF2-40B4-BE49-F238E27FC236}">
                  <ns2:creationId id="{F162FA77-A480-F4F4-E708-DD5647A4B727}"/>
                </a:ext>
              </a:extLst>
            </p:cNvPr>
            <p:cNvSpPr/>
            <p:nvPr/>
          </p:nvSpPr>
          <p:spPr>
            <a:xfrm>
              <a:off x="8741011" y="3652875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0</a:t>
              </a:r>
            </a:p>
          </p:txBody>
        </p:sp>
        <p:sp>
          <p:nvSpPr>
            <p:cNvPr id="96" name="四角形: 角を丸くする 195">
              <a:extLst>
                <a:ext uri="{FF2B5EF4-FFF2-40B4-BE49-F238E27FC236}">
                  <ns2:creationId id="{C2E8A159-798C-90A4-51CE-22C3A89B9BED}"/>
                </a:ext>
              </a:extLst>
            </p:cNvPr>
            <p:cNvSpPr/>
            <p:nvPr/>
          </p:nvSpPr>
          <p:spPr>
            <a:xfrm>
              <a:off x="8741011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28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5</a:t>
              </a:r>
            </a:p>
          </p:txBody>
        </p:sp>
        <p:sp>
          <p:nvSpPr>
            <p:cNvPr id="97" name="四角形: 角を丸くする 195">
              <a:extLst>
                <a:ext uri="{FF2B5EF4-FFF2-40B4-BE49-F238E27FC236}">
                  <ns2:creationId id="{D31BA5D8-BDBB-2595-49BF-E5AC28283594}"/>
                </a:ext>
              </a:extLst>
            </p:cNvPr>
            <p:cNvSpPr/>
            <p:nvPr/>
          </p:nvSpPr>
          <p:spPr>
            <a:xfrm>
              <a:off x="9523932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%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四角形: 角を丸くする 195">
              <a:extLst>
                <a:ext uri="{FF2B5EF4-FFF2-40B4-BE49-F238E27FC236}">
                  <ns2:creationId id="{718C23A1-B896-59F2-9C0E-37614DE92C12}"/>
                </a:ext>
              </a:extLst>
            </p:cNvPr>
            <p:cNvSpPr/>
            <p:nvPr/>
          </p:nvSpPr>
          <p:spPr>
            <a:xfrm>
              <a:off x="9523932" y="331509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四角形: 角を丸くする 195">
              <a:extLst>
                <a:ext uri="{FF2B5EF4-FFF2-40B4-BE49-F238E27FC236}">
                  <ns2:creationId id="{BE696702-663D-F511-AA8E-E0BB8FC538D1}"/>
                </a:ext>
              </a:extLst>
            </p:cNvPr>
            <p:cNvSpPr/>
            <p:nvPr/>
          </p:nvSpPr>
          <p:spPr>
            <a:xfrm>
              <a:off x="9523932" y="365128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%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四角形: 角を丸くする 195">
              <a:extLst>
                <a:ext uri="{FF2B5EF4-FFF2-40B4-BE49-F238E27FC236}">
                  <ns2:creationId id="{5641926B-84A3-4FDF-6A4A-2F66EC0DDA17}"/>
                </a:ext>
              </a:extLst>
            </p:cNvPr>
            <p:cNvSpPr/>
            <p:nvPr/>
          </p:nvSpPr>
          <p:spPr>
            <a:xfrm>
              <a:off x="9523932" y="297889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四角形: 角を丸くする 195">
              <a:extLst>
                <a:ext uri="{FF2B5EF4-FFF2-40B4-BE49-F238E27FC236}">
                  <ns2:creationId id="{47256DF6-462F-CC4C-B940-54CD1E50DCE1}"/>
                </a:ext>
              </a:extLst>
            </p:cNvPr>
            <p:cNvSpPr/>
            <p:nvPr/>
          </p:nvSpPr>
          <p:spPr>
            <a:xfrm>
              <a:off x="9523932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-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四角形: 角を丸くする 195">
              <a:extLst>
                <a:ext uri="{FF2B5EF4-FFF2-40B4-BE49-F238E27FC236}">
                  <ns2:creationId id="{B105A541-B4D4-85D2-7683-A4F3D4658015}"/>
                </a:ext>
              </a:extLst>
            </p:cNvPr>
            <p:cNvSpPr/>
            <p:nvPr/>
          </p:nvSpPr>
          <p:spPr>
            <a:xfrm>
              <a:off x="10310768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15</a:t>
              </a:r>
            </a:p>
          </p:txBody>
        </p:sp>
        <p:sp>
          <p:nvSpPr>
            <p:cNvPr id="104" name="四角形: 角を丸くする 195">
              <a:extLst>
                <a:ext uri="{FF2B5EF4-FFF2-40B4-BE49-F238E27FC236}">
                  <ns2:creationId id="{8B22874D-62E5-F2AC-7D1D-71DA6CEEC722}"/>
                </a:ext>
              </a:extLst>
            </p:cNvPr>
            <p:cNvSpPr/>
            <p:nvPr/>
          </p:nvSpPr>
          <p:spPr>
            <a:xfrm>
              <a:off x="10310768" y="2970961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16</a:t>
              </a:r>
            </a:p>
          </p:txBody>
        </p:sp>
        <p:sp>
          <p:nvSpPr>
            <p:cNvPr id="105" name="四角形: 角を丸くする 195">
              <a:extLst>
                <a:ext uri="{FF2B5EF4-FFF2-40B4-BE49-F238E27FC236}">
                  <ns2:creationId id="{234540CE-86C5-89D3-0727-92ED9845F40E}"/>
                </a:ext>
              </a:extLst>
            </p:cNvPr>
            <p:cNvSpPr/>
            <p:nvPr/>
          </p:nvSpPr>
          <p:spPr>
            <a:xfrm>
              <a:off x="10310768" y="3311918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1</a:t>
              </a:r>
            </a:p>
          </p:txBody>
        </p:sp>
        <p:sp>
          <p:nvSpPr>
            <p:cNvPr id="106" name="四角形: 角を丸くする 195">
              <a:extLst>
                <a:ext uri="{FF2B5EF4-FFF2-40B4-BE49-F238E27FC236}">
                  <ns2:creationId id="{8D0C3705-3C3C-4A5B-C0C9-A9010643AD1C}"/>
                </a:ext>
              </a:extLst>
            </p:cNvPr>
            <p:cNvSpPr/>
            <p:nvPr/>
          </p:nvSpPr>
          <p:spPr>
            <a:xfrm>
              <a:off x="10310768" y="3652875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8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127</a:t>
              </a:r>
            </a:p>
          </p:txBody>
        </p:sp>
        <p:sp>
          <p:nvSpPr>
            <p:cNvPr id="107" name="四角形: 角を丸くする 195">
              <a:extLst>
                <a:ext uri="{FF2B5EF4-FFF2-40B4-BE49-F238E27FC236}">
                  <ns2:creationId id="{B8CFAA7F-8549-3423-B050-0ECB2DB0D152}"/>
                </a:ext>
              </a:extLst>
            </p:cNvPr>
            <p:cNvSpPr/>
            <p:nvPr/>
          </p:nvSpPr>
          <p:spPr>
            <a:xfrm>
              <a:off x="10310768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chemeClr val="tx1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8" name="四角形: 角を丸くする 195">
              <a:extLst>
                <a:ext uri="{FF2B5EF4-FFF2-40B4-BE49-F238E27FC236}">
                  <ns2:creationId id="{638C9B11-581D-A5DA-ECAB-E05052532BF4}"/>
                </a:ext>
              </a:extLst>
            </p:cNvPr>
            <p:cNvSpPr/>
            <p:nvPr/>
          </p:nvSpPr>
          <p:spPr>
            <a:xfrm>
              <a:off x="11093689" y="264270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2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-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9" name="四角形: 角を丸くする 195">
              <a:extLst>
                <a:ext uri="{FF2B5EF4-FFF2-40B4-BE49-F238E27FC236}">
                  <ns2:creationId id="{65809E37-C1EA-B215-CB54-74709A9FB7FB}"/>
                </a:ext>
              </a:extLst>
            </p:cNvPr>
            <p:cNvSpPr/>
            <p:nvPr/>
          </p:nvSpPr>
          <p:spPr>
            <a:xfrm>
              <a:off x="11093689" y="3315094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2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-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0" name="四角形: 角を丸くする 195">
              <a:extLst>
                <a:ext uri="{FF2B5EF4-FFF2-40B4-BE49-F238E27FC236}">
                  <ns2:creationId id="{9A85F09A-5A02-0926-6E08-DB8D27605977}"/>
                </a:ext>
              </a:extLst>
            </p:cNvPr>
            <p:cNvSpPr/>
            <p:nvPr/>
          </p:nvSpPr>
          <p:spPr>
            <a:xfrm>
              <a:off x="11093689" y="365128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2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-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1" name="四角形: 角を丸くする 195">
              <a:extLst>
                <a:ext uri="{FF2B5EF4-FFF2-40B4-BE49-F238E27FC236}">
                  <ns2:creationId id="{C0EE488E-3042-4315-33A1-5E4F00791BF5}"/>
                </a:ext>
              </a:extLst>
            </p:cNvPr>
            <p:cNvSpPr/>
            <p:nvPr/>
          </p:nvSpPr>
          <p:spPr>
            <a:xfrm>
              <a:off x="11093689" y="2978899"/>
              <a:ext cx="763349" cy="296507"/>
            </a:xfrm>
            <a:prstGeom prst="roundRect">
              <a:avLst>
                <a:gd name="adj" fmla="val 24283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24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-</a:t>
              </a:r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2" name="四角形: 角を丸くする 195">
              <a:extLst>
                <a:ext uri="{FF2B5EF4-FFF2-40B4-BE49-F238E27FC236}">
                  <ns2:creationId id="{206AE9A1-C9D5-454C-4022-18B8801D0935}"/>
                </a:ext>
              </a:extLst>
            </p:cNvPr>
            <p:cNvSpPr/>
            <p:nvPr/>
          </p:nvSpPr>
          <p:spPr>
            <a:xfrm>
              <a:off x="11093689" y="3987483"/>
              <a:ext cx="763349" cy="296507"/>
            </a:xfrm>
            <a:prstGeom prst="roundRect">
              <a:avLst>
                <a:gd name="adj" fmla="val 24283"/>
              </a:avLst>
            </a:prstGeom>
            <a:solidFill>
              <a:schemeClr val="tx1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altLang="zh-TW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30" name="グループ化 129">
              <a:extLst>
                <a:ext uri="{FF2B5EF4-FFF2-40B4-BE49-F238E27FC236}">
                  <ns2:creationId id="{88D85035-533E-8371-35EB-CCDE94516D86}"/>
                </a:ext>
              </a:extLst>
            </p:cNvPr>
            <p:cNvGrpSpPr/>
            <p:nvPr/>
          </p:nvGrpSpPr>
          <p:grpSpPr>
            <a:xfrm>
              <a:off x="334960" y="2955086"/>
              <a:ext cx="11522076" cy="0"/>
              <a:chOff x="334960" y="7315200"/>
              <a:chExt cx="11522076" cy="0"/>
            </a:xfrm>
          </p:grpSpPr>
          <p:cxnSp>
            <p:nvCxnSpPr>
              <p:cNvPr id="131" name="直線コネクタ 130">
                <a:extLst>
                  <a:ext uri="{FF2B5EF4-FFF2-40B4-BE49-F238E27FC236}">
                    <ns2:creationId id="{2BCD99F6-12BE-F703-5F58-FC0045F0EE7A}"/>
                  </a:ext>
                </a:extLst>
              </p:cNvPr>
              <p:cNvCxnSpPr/>
              <p:nvPr/>
            </p:nvCxnSpPr>
            <p:spPr>
              <a:xfrm>
                <a:off x="334960" y="7315200"/>
                <a:ext cx="378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ns2:creationId id="{10353F39-ED52-A773-7DC7-ADA0F205F46E}"/>
                  </a:ext>
                </a:extLst>
              </p:cNvPr>
              <p:cNvCxnSpPr/>
              <p:nvPr/>
            </p:nvCxnSpPr>
            <p:spPr>
              <a:xfrm>
                <a:off x="4174227" y="7315200"/>
                <a:ext cx="136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線コネクタ 132">
                <a:extLst>
                  <a:ext uri="{FF2B5EF4-FFF2-40B4-BE49-F238E27FC236}">
                    <ns2:creationId id="{0EAFD3F8-8C69-D254-625B-8682A3A209C7}"/>
                  </a:ext>
                </a:extLst>
              </p:cNvPr>
              <p:cNvCxnSpPr/>
              <p:nvPr/>
            </p:nvCxnSpPr>
            <p:spPr>
              <a:xfrm>
                <a:off x="5601495" y="7315200"/>
                <a:ext cx="76334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直線コネクタ 133">
                <a:extLst>
                  <a:ext uri="{FF2B5EF4-FFF2-40B4-BE49-F238E27FC236}">
                    <ns2:creationId id="{25D8799A-7328-D2C5-5E8F-A00D67BBF823}"/>
                  </a:ext>
                </a:extLst>
              </p:cNvPr>
              <p:cNvCxnSpPr/>
              <p:nvPr/>
            </p:nvCxnSpPr>
            <p:spPr>
              <a:xfrm>
                <a:off x="6384413" y="7315200"/>
                <a:ext cx="76335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5" name="グループ化 134">
                <a:extLst>
                  <a:ext uri="{FF2B5EF4-FFF2-40B4-BE49-F238E27FC236}">
                    <ns2:creationId id="{59F5F5AA-740E-8A76-BA24-5693478BC892}"/>
                  </a:ext>
                </a:extLst>
              </p:cNvPr>
              <p:cNvGrpSpPr/>
              <p:nvPr/>
            </p:nvGrpSpPr>
            <p:grpSpPr>
              <a:xfrm>
                <a:off x="7171255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42" name="直線コネクタ 141">
                  <a:extLst>
                    <a:ext uri="{FF2B5EF4-FFF2-40B4-BE49-F238E27FC236}">
                      <ns2:creationId id="{A1F5B777-4196-EBF3-B8C6-562F4966066C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直線コネクタ 142">
                  <a:extLst>
                    <a:ext uri="{FF2B5EF4-FFF2-40B4-BE49-F238E27FC236}">
                      <ns2:creationId id="{7EC8A98A-DCD3-5827-EA5C-003FF86EF87B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" name="グループ化 135">
                <a:extLst>
                  <a:ext uri="{FF2B5EF4-FFF2-40B4-BE49-F238E27FC236}">
                    <ns2:creationId id="{120DFF51-EA39-7D6E-65C0-8831DDC5286B}"/>
                  </a:ext>
                </a:extLst>
              </p:cNvPr>
              <p:cNvGrpSpPr/>
              <p:nvPr/>
            </p:nvGrpSpPr>
            <p:grpSpPr>
              <a:xfrm>
                <a:off x="8741011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40" name="直線コネクタ 139">
                  <a:extLst>
                    <a:ext uri="{FF2B5EF4-FFF2-40B4-BE49-F238E27FC236}">
                      <ns2:creationId id="{BAB7F871-97F4-0529-B0AC-8718DD47688B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線コネクタ 140">
                  <a:extLst>
                    <a:ext uri="{FF2B5EF4-FFF2-40B4-BE49-F238E27FC236}">
                      <ns2:creationId id="{38E15D72-434A-F94F-0D73-E373E44984B7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グループ化 136">
                <a:extLst>
                  <a:ext uri="{FF2B5EF4-FFF2-40B4-BE49-F238E27FC236}">
                    <ns2:creationId id="{EFAF88EB-1DB0-03F2-C046-CC1B82A04195}"/>
                  </a:ext>
                </a:extLst>
              </p:cNvPr>
              <p:cNvGrpSpPr/>
              <p:nvPr/>
            </p:nvGrpSpPr>
            <p:grpSpPr>
              <a:xfrm>
                <a:off x="10310768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38" name="直線コネクタ 137">
                  <a:extLst>
                    <a:ext uri="{FF2B5EF4-FFF2-40B4-BE49-F238E27FC236}">
                      <ns2:creationId id="{F9417B4F-057A-7F3B-3F81-2E7F3680468D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線コネクタ 138">
                  <a:extLst>
                    <a:ext uri="{FF2B5EF4-FFF2-40B4-BE49-F238E27FC236}">
                      <ns2:creationId id="{34784E77-F48E-1F15-47A1-F0F2CDC78D46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44" name="グループ化 143">
              <a:extLst>
                <a:ext uri="{FF2B5EF4-FFF2-40B4-BE49-F238E27FC236}">
                  <ns2:creationId id="{F948B222-BEAC-559B-78C0-50C953B30112}"/>
                </a:ext>
              </a:extLst>
            </p:cNvPr>
            <p:cNvGrpSpPr/>
            <p:nvPr/>
          </p:nvGrpSpPr>
          <p:grpSpPr>
            <a:xfrm>
              <a:off x="334960" y="3289693"/>
              <a:ext cx="11522076" cy="0"/>
              <a:chOff x="334960" y="7315200"/>
              <a:chExt cx="11522076" cy="0"/>
            </a:xfrm>
          </p:grpSpPr>
          <p:cxnSp>
            <p:nvCxnSpPr>
              <p:cNvPr id="145" name="直線コネクタ 144">
                <a:extLst>
                  <a:ext uri="{FF2B5EF4-FFF2-40B4-BE49-F238E27FC236}">
                    <ns2:creationId id="{B5066A76-E457-C4E0-EB7A-E68AACAFD973}"/>
                  </a:ext>
                </a:extLst>
              </p:cNvPr>
              <p:cNvCxnSpPr/>
              <p:nvPr/>
            </p:nvCxnSpPr>
            <p:spPr>
              <a:xfrm>
                <a:off x="334960" y="7315200"/>
                <a:ext cx="378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線コネクタ 145">
                <a:extLst>
                  <a:ext uri="{FF2B5EF4-FFF2-40B4-BE49-F238E27FC236}">
                    <ns2:creationId id="{2EA51D00-1497-62CB-0A91-65DB9888FF00}"/>
                  </a:ext>
                </a:extLst>
              </p:cNvPr>
              <p:cNvCxnSpPr/>
              <p:nvPr/>
            </p:nvCxnSpPr>
            <p:spPr>
              <a:xfrm>
                <a:off x="4174227" y="7315200"/>
                <a:ext cx="136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線コネクタ 146">
                <a:extLst>
                  <a:ext uri="{FF2B5EF4-FFF2-40B4-BE49-F238E27FC236}">
                    <ns2:creationId id="{06DF0809-5D16-9906-E8E4-7EF1F3982523}"/>
                  </a:ext>
                </a:extLst>
              </p:cNvPr>
              <p:cNvCxnSpPr/>
              <p:nvPr/>
            </p:nvCxnSpPr>
            <p:spPr>
              <a:xfrm>
                <a:off x="5601495" y="7315200"/>
                <a:ext cx="76334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コネクタ 147">
                <a:extLst>
                  <a:ext uri="{FF2B5EF4-FFF2-40B4-BE49-F238E27FC236}">
                    <ns2:creationId id="{A65B4E18-0CF3-5AAF-4A1F-2726456C72A6}"/>
                  </a:ext>
                </a:extLst>
              </p:cNvPr>
              <p:cNvCxnSpPr/>
              <p:nvPr/>
            </p:nvCxnSpPr>
            <p:spPr>
              <a:xfrm>
                <a:off x="6384413" y="7315200"/>
                <a:ext cx="76335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9" name="グループ化 148">
                <a:extLst>
                  <a:ext uri="{FF2B5EF4-FFF2-40B4-BE49-F238E27FC236}">
                    <ns2:creationId id="{C7CBEED8-C122-C321-9BB8-239B9EBA00B8}"/>
                  </a:ext>
                </a:extLst>
              </p:cNvPr>
              <p:cNvGrpSpPr/>
              <p:nvPr/>
            </p:nvGrpSpPr>
            <p:grpSpPr>
              <a:xfrm>
                <a:off x="7171255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56" name="直線コネクタ 155">
                  <a:extLst>
                    <a:ext uri="{FF2B5EF4-FFF2-40B4-BE49-F238E27FC236}">
                      <ns2:creationId id="{795064AF-D78A-E901-9F41-D2937DCE4EE0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直線コネクタ 156">
                  <a:extLst>
                    <a:ext uri="{FF2B5EF4-FFF2-40B4-BE49-F238E27FC236}">
                      <ns2:creationId id="{607F0E6A-B25D-2CDC-A21B-AF7B9876A165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0" name="グループ化 149">
                <a:extLst>
                  <a:ext uri="{FF2B5EF4-FFF2-40B4-BE49-F238E27FC236}">
                    <ns2:creationId id="{1004CD5D-D79F-DE8A-E1D8-0BD33A7ECB5C}"/>
                  </a:ext>
                </a:extLst>
              </p:cNvPr>
              <p:cNvGrpSpPr/>
              <p:nvPr/>
            </p:nvGrpSpPr>
            <p:grpSpPr>
              <a:xfrm>
                <a:off x="8741011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54" name="直線コネクタ 153">
                  <a:extLst>
                    <a:ext uri="{FF2B5EF4-FFF2-40B4-BE49-F238E27FC236}">
                      <ns2:creationId id="{DC2B0E13-B602-9016-432B-0BDD04677934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直線コネクタ 154">
                  <a:extLst>
                    <a:ext uri="{FF2B5EF4-FFF2-40B4-BE49-F238E27FC236}">
                      <ns2:creationId id="{68F621C7-87B5-C49B-CAFC-66DF1920B51E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グループ化 150">
                <a:extLst>
                  <a:ext uri="{FF2B5EF4-FFF2-40B4-BE49-F238E27FC236}">
                    <ns2:creationId id="{BD3C6E84-777A-48D7-FED4-68BD4DE9D252}"/>
                  </a:ext>
                </a:extLst>
              </p:cNvPr>
              <p:cNvGrpSpPr/>
              <p:nvPr/>
            </p:nvGrpSpPr>
            <p:grpSpPr>
              <a:xfrm>
                <a:off x="10310768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52" name="直線コネクタ 151">
                  <a:extLst>
                    <a:ext uri="{FF2B5EF4-FFF2-40B4-BE49-F238E27FC236}">
                      <ns2:creationId id="{488BA48A-525C-26F3-AE50-759520BB862E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線コネクタ 152">
                  <a:extLst>
                    <a:ext uri="{FF2B5EF4-FFF2-40B4-BE49-F238E27FC236}">
                      <ns2:creationId id="{9F33A9DF-9C72-AD47-6853-24F7510011F2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8" name="グループ化 157">
              <a:extLst>
                <a:ext uri="{FF2B5EF4-FFF2-40B4-BE49-F238E27FC236}">
                  <ns2:creationId id="{247294BC-91D2-7748-55AB-F96F7B729B22}"/>
                </a:ext>
              </a:extLst>
            </p:cNvPr>
            <p:cNvGrpSpPr/>
            <p:nvPr/>
          </p:nvGrpSpPr>
          <p:grpSpPr>
            <a:xfrm>
              <a:off x="334960" y="3630650"/>
              <a:ext cx="11522076" cy="0"/>
              <a:chOff x="334960" y="7315200"/>
              <a:chExt cx="11522076" cy="0"/>
            </a:xfrm>
          </p:grpSpPr>
          <p:cxnSp>
            <p:nvCxnSpPr>
              <p:cNvPr id="159" name="直線コネクタ 158">
                <a:extLst>
                  <a:ext uri="{FF2B5EF4-FFF2-40B4-BE49-F238E27FC236}">
                    <ns2:creationId id="{2C5A900D-2E13-63CF-A769-27C5072A80EA}"/>
                  </a:ext>
                </a:extLst>
              </p:cNvPr>
              <p:cNvCxnSpPr/>
              <p:nvPr/>
            </p:nvCxnSpPr>
            <p:spPr>
              <a:xfrm>
                <a:off x="334960" y="7315200"/>
                <a:ext cx="378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ns2:creationId id="{86F949A9-C2A5-F22E-E965-0F81471377D9}"/>
                  </a:ext>
                </a:extLst>
              </p:cNvPr>
              <p:cNvCxnSpPr/>
              <p:nvPr/>
            </p:nvCxnSpPr>
            <p:spPr>
              <a:xfrm>
                <a:off x="4174227" y="7315200"/>
                <a:ext cx="136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直線コネクタ 160">
                <a:extLst>
                  <a:ext uri="{FF2B5EF4-FFF2-40B4-BE49-F238E27FC236}">
                    <ns2:creationId id="{4FAF958D-4037-571B-EA46-FE8F11390CAC}"/>
                  </a:ext>
                </a:extLst>
              </p:cNvPr>
              <p:cNvCxnSpPr/>
              <p:nvPr/>
            </p:nvCxnSpPr>
            <p:spPr>
              <a:xfrm>
                <a:off x="5601495" y="7315200"/>
                <a:ext cx="76334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コネクタ 161">
                <a:extLst>
                  <a:ext uri="{FF2B5EF4-FFF2-40B4-BE49-F238E27FC236}">
                    <ns2:creationId id="{2147408E-DC4A-3951-F536-A89D00079A6C}"/>
                  </a:ext>
                </a:extLst>
              </p:cNvPr>
              <p:cNvCxnSpPr/>
              <p:nvPr/>
            </p:nvCxnSpPr>
            <p:spPr>
              <a:xfrm>
                <a:off x="6384413" y="7315200"/>
                <a:ext cx="76335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3" name="グループ化 162">
                <a:extLst>
                  <a:ext uri="{FF2B5EF4-FFF2-40B4-BE49-F238E27FC236}">
                    <ns2:creationId id="{39DAA147-40A3-9B9D-4DF9-C9A865E85554}"/>
                  </a:ext>
                </a:extLst>
              </p:cNvPr>
              <p:cNvGrpSpPr/>
              <p:nvPr/>
            </p:nvGrpSpPr>
            <p:grpSpPr>
              <a:xfrm>
                <a:off x="7171255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70" name="直線コネクタ 169">
                  <a:extLst>
                    <a:ext uri="{FF2B5EF4-FFF2-40B4-BE49-F238E27FC236}">
                      <ns2:creationId id="{89DB8741-2749-E02A-8DB4-7DFADFA68A3B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直線コネクタ 170">
                  <a:extLst>
                    <a:ext uri="{FF2B5EF4-FFF2-40B4-BE49-F238E27FC236}">
                      <ns2:creationId id="{4FCA849D-6E84-D10B-4D48-BC32ED7032B2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4" name="グループ化 163">
                <a:extLst>
                  <a:ext uri="{FF2B5EF4-FFF2-40B4-BE49-F238E27FC236}">
                    <ns2:creationId id="{F139B152-AC17-9B4F-5046-5549E4A65E15}"/>
                  </a:ext>
                </a:extLst>
              </p:cNvPr>
              <p:cNvGrpSpPr/>
              <p:nvPr/>
            </p:nvGrpSpPr>
            <p:grpSpPr>
              <a:xfrm>
                <a:off x="8741011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68" name="直線コネクタ 167">
                  <a:extLst>
                    <a:ext uri="{FF2B5EF4-FFF2-40B4-BE49-F238E27FC236}">
                      <ns2:creationId id="{A6991351-8301-FBD3-FF93-DAE599246B3B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直線コネクタ 168">
                  <a:extLst>
                    <a:ext uri="{FF2B5EF4-FFF2-40B4-BE49-F238E27FC236}">
                      <ns2:creationId id="{E0F19B82-6F9E-A962-3DAB-634C7FEC6898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5" name="グループ化 164">
                <a:extLst>
                  <a:ext uri="{FF2B5EF4-FFF2-40B4-BE49-F238E27FC236}">
                    <ns2:creationId id="{DDBAF403-C082-A08E-2A06-EFAF77CECD38}"/>
                  </a:ext>
                </a:extLst>
              </p:cNvPr>
              <p:cNvGrpSpPr/>
              <p:nvPr/>
            </p:nvGrpSpPr>
            <p:grpSpPr>
              <a:xfrm>
                <a:off x="10310768" y="7315200"/>
                <a:ext cx="1546268" cy="0"/>
                <a:chOff x="7958092" y="7315200"/>
                <a:chExt cx="1546268" cy="0"/>
              </a:xfrm>
            </p:grpSpPr>
            <p:cxnSp>
              <p:nvCxnSpPr>
                <p:cNvPr id="166" name="直線コネクタ 165">
                  <a:extLst>
                    <a:ext uri="{FF2B5EF4-FFF2-40B4-BE49-F238E27FC236}">
                      <ns2:creationId id="{1320B597-0D7D-6D77-2657-8191FD97FFC7}"/>
                    </a:ext>
                  </a:extLst>
                </p:cNvPr>
                <p:cNvCxnSpPr/>
                <p:nvPr/>
              </p:nvCxnSpPr>
              <p:spPr>
                <a:xfrm>
                  <a:off x="7958092" y="7315200"/>
                  <a:ext cx="7633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直線コネクタ 166">
                  <a:extLst>
                    <a:ext uri="{FF2B5EF4-FFF2-40B4-BE49-F238E27FC236}">
                      <ns2:creationId id="{32EF98CD-A4A1-F714-781E-E07B991A8A1F}"/>
                    </a:ext>
                  </a:extLst>
                </p:cNvPr>
                <p:cNvCxnSpPr/>
                <p:nvPr/>
              </p:nvCxnSpPr>
              <p:spPr>
                <a:xfrm>
                  <a:off x="8741010" y="7315200"/>
                  <a:ext cx="7633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2" name="四角形: 上の 2 つの角を丸める 171">
              <a:extLst>
                <a:ext uri="{FF2B5EF4-FFF2-40B4-BE49-F238E27FC236}">
                  <ns2:creationId id="{C2820921-FDF6-BA62-01D0-EAF80E051FC4}"/>
                </a:ext>
              </a:extLst>
            </p:cNvPr>
            <p:cNvSpPr/>
            <p:nvPr/>
          </p:nvSpPr>
          <p:spPr>
            <a:xfrm>
              <a:off x="334960" y="4385592"/>
              <a:ext cx="3816000" cy="335370"/>
            </a:xfrm>
            <a:prstGeom prst="round2Same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3" name="四角形: 上の 2 つの角を丸める 172">
              <a:extLst>
                <a:ext uri="{FF2B5EF4-FFF2-40B4-BE49-F238E27FC236}">
                  <ns2:creationId id="{8D57192A-23E8-4F7C-4FDF-E0B19C988BDB}"/>
                </a:ext>
              </a:extLst>
            </p:cNvPr>
            <p:cNvSpPr/>
            <p:nvPr/>
          </p:nvSpPr>
          <p:spPr>
            <a:xfrm>
              <a:off x="4187999" y="4385592"/>
              <a:ext cx="3816000" cy="335370"/>
            </a:xfrm>
            <a:prstGeom prst="round2Same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4" name="四角形: 上の 2 つの角を丸める 173">
              <a:extLst>
                <a:ext uri="{FF2B5EF4-FFF2-40B4-BE49-F238E27FC236}">
                  <ns2:creationId id="{542D8D44-C85E-5D15-A38A-F7B9380AEAC0}"/>
                </a:ext>
              </a:extLst>
            </p:cNvPr>
            <p:cNvSpPr/>
            <p:nvPr/>
          </p:nvSpPr>
          <p:spPr>
            <a:xfrm>
              <a:off x="8041038" y="4385592"/>
              <a:ext cx="3816000" cy="335370"/>
            </a:xfrm>
            <a:prstGeom prst="round2Same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5" name="四角形: 角を丸くする 174">
              <a:extLst>
                <a:ext uri="{FF2B5EF4-FFF2-40B4-BE49-F238E27FC236}">
                  <ns2:creationId id="{88C89776-0D3A-3B88-4BA7-EECAC5BB8025}"/>
                </a:ext>
              </a:extLst>
            </p:cNvPr>
            <p:cNvSpPr/>
            <p:nvPr/>
          </p:nvSpPr>
          <p:spPr>
            <a:xfrm>
              <a:off x="334959" y="4385592"/>
              <a:ext cx="3816000" cy="1542653"/>
            </a:xfrm>
            <a:prstGeom prst="roundRect">
              <a:avLst>
                <a:gd name="adj" fmla="val 5266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  <a:p>
              <a:pPr marL="285750" indent="-285750">
                <a:buClr>
                  <a:srgbClr val="008000"/>
                </a:buClr>
                <a:buFont typeface="Yu Gothic" panose="020B0400000000000000" pitchFamily="50" charset="-128"/>
                <a:buChar char="※"/>
              </a:pPr>
              <a:r>
                <a:rPr kumimoji="1"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76" name="四角形: 角を丸くする 175">
              <a:extLst>
                <a:ext uri="{FF2B5EF4-FFF2-40B4-BE49-F238E27FC236}">
                  <ns2:creationId id="{1CDD6F9E-FD15-C212-28D9-3FE2C1534FE7}"/>
                </a:ext>
              </a:extLst>
            </p:cNvPr>
            <p:cNvSpPr/>
            <p:nvPr/>
          </p:nvSpPr>
          <p:spPr>
            <a:xfrm>
              <a:off x="4187999" y="4385591"/>
              <a:ext cx="3816000" cy="1542654"/>
            </a:xfrm>
            <a:prstGeom prst="roundRect">
              <a:avLst>
                <a:gd name="adj" fmla="val 5266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285750" indent="-2857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7" name="四角形: 角を丸くする 176">
              <a:extLst>
                <a:ext uri="{FF2B5EF4-FFF2-40B4-BE49-F238E27FC236}">
                  <ns2:creationId id="{57982CC9-8E17-7DE4-8994-B2C267AA9E63}"/>
                </a:ext>
              </a:extLst>
            </p:cNvPr>
            <p:cNvSpPr/>
            <p:nvPr/>
          </p:nvSpPr>
          <p:spPr>
            <a:xfrm>
              <a:off x="8041037" y="4385591"/>
              <a:ext cx="3816000" cy="1542654"/>
            </a:xfrm>
            <a:prstGeom prst="roundRect">
              <a:avLst>
                <a:gd name="adj" fmla="val 5266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5" name="グラフィックス 4" descr="チェックマークの付いた盾 単色塗りつぶし">
              <a:extLst>
                <a:ext uri="{FF2B5EF4-FFF2-40B4-BE49-F238E27FC236}">
                  <ns2:creationId id="{0F9B27C9-0E4E-A569-BBA8-61206F2194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9319737" y="4409277"/>
              <a:ext cx="288000" cy="288000"/>
            </a:xfrm>
            <a:prstGeom prst="rect">
              <a:avLst/>
            </a:prstGeom>
          </p:spPr>
        </p:pic>
        <p:pic>
          <p:nvPicPr>
            <p:cNvPr id="6" name="グラフィックス 5" descr="プログラマー男性 単色塗りつぶし">
              <a:extLst>
                <a:ext uri="{FF2B5EF4-FFF2-40B4-BE49-F238E27FC236}">
                  <ns2:creationId id="{7F295E7D-112B-B26E-6A2A-F4AF048F51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5285658" y="4409277"/>
              <a:ext cx="288000" cy="288000"/>
            </a:xfrm>
            <a:prstGeom prst="rect">
              <a:avLst/>
            </a:prstGeom>
          </p:spPr>
        </p:pic>
        <p:pic>
          <p:nvPicPr>
            <p:cNvPr id="9" name="グラフィックス 8" descr="取締役会 単色塗りつぶし">
              <a:extLst>
                <a:ext uri="{FF2B5EF4-FFF2-40B4-BE49-F238E27FC236}">
                  <ns2:creationId id="{6EC3B648-DA8C-4564-474C-DB151DC9C7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433340" y="4409277"/>
              <a:ext cx="288000" cy="288000"/>
            </a:xfrm>
            <a:prstGeom prst="rect">
              <a:avLst/>
            </a:prstGeom>
          </p:spPr>
        </p:pic>
      </p:grpSp>
      <p:sp>
        <p:nvSpPr>
          <p:cNvPr id="2" name="正方形/長方形 1">
            <a:extLst>
              <a:ext uri="{FF2B5EF4-FFF2-40B4-BE49-F238E27FC236}">
                <ns2:creationId id="{2A940AFF-6BEA-CC74-6AC0-85279F7163A6}"/>
              </a:ext>
            </a:extLst>
          </p:cNvPr>
          <p:cNvSpPr/>
          <p:nvPr/>
        </p:nvSpPr>
        <p:spPr>
          <a:xfrm>
            <a:off x="3098665" y="211612"/>
            <a:ext cx="1151779" cy="301567"/>
          </a:xfrm>
          <a:prstGeom prst="rect">
            <a:avLst/>
          </a:prstGeom>
          <a:solidFill>
            <a:srgbClr val="008000">
              <a:alpha val="1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2000" dirty="0">
                <a:solidFill>
                  <a:srgbClr val="078207"/>
                </a:solidFill>
                <a:latin typeface="+mn-ea"/>
              </a:rPr>
              <a:t>XX</a:t>
            </a:r>
            <a:endParaRPr kumimoji="1" lang="ja-JP" altLang="en-US" sz="2000" dirty="0">
              <a:solidFill>
                <a:srgbClr val="078207"/>
              </a:solidFill>
              <a:latin typeface="+mn-ea"/>
            </a:endParaRPr>
          </a:p>
        </p:txBody>
      </p:sp>
    </p:spTree>
    <p:extLst>
      <p:ext uri="{BB962C8B-B14F-4D97-AF65-F5344CB8AC3E}">
        <ns6:creationId val="3482867534"/>
      </p:ext>
    </p:extLst>
  </p:cSld>
  <p:clrMapOvr>
    <a:masterClrMapping/>
  </p:clrMapOvr>
</p:sld>
</file>

<file path=ppt/slides/slide2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E067E99-578E-AC62-DC30-CC0A47558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5DA1EC1-AA5E-83F5-7A6C-BF8881CEE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0"/>
            <a:ext cx="11857037" cy="914400"/>
          </a:xfrm>
        </p:spPr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2FCCCA1-43C4-EAD7-66B9-B3A333A25F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4" y="914399"/>
            <a:ext cx="11522074" cy="341632"/>
          </a:xfrm>
        </p:spPr>
        <p:txBody>
          <a:bodyPr wrap="square">
            <a:noAutofit/>
          </a:bodyPr>
          <a:lstStyle/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25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/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endParaRPr kumimoji="1" lang="en-US" altLang="ja-JP" sz="1800" dirty="0">
              <a:latin typeface="+mn-ea"/>
              <a:ea typeface="+mn-ea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649DB173-E115-FC2D-39A6-58ECB3845B1C}"/>
              </a:ext>
            </a:extLst>
          </p:cNvPr>
          <p:cNvSpPr/>
          <p:nvPr/>
        </p:nvSpPr>
        <p:spPr>
          <a:xfrm>
            <a:off x="6792916" y="592951"/>
            <a:ext cx="1802096" cy="276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71" name="直線矢印コネクタ 170">
            <a:extLst>
              <a:ext uri="{FF2B5EF4-FFF2-40B4-BE49-F238E27FC236}">
                <ns2:creationId id="{586150FA-E361-A41D-4276-B56F485B0E10}"/>
              </a:ext>
            </a:extLst>
          </p:cNvPr>
          <p:cNvCxnSpPr>
            <a:cxnSpLocks/>
          </p:cNvCxnSpPr>
          <p:nvPr/>
        </p:nvCxnSpPr>
        <p:spPr>
          <a:xfrm flipH="1">
            <a:off x="8683912" y="742039"/>
            <a:ext cx="416198" cy="0"/>
          </a:xfrm>
          <a:prstGeom prst="straightConnector1">
            <a:avLst/>
          </a:prstGeom>
          <a:ln w="12700">
            <a:solidFill>
              <a:schemeClr val="accent6">
                <a:lumMod val="40000"/>
                <a:lumOff val="60000"/>
              </a:schemeClr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テキスト ボックス 176">
            <a:extLst>
              <a:ext uri="{FF2B5EF4-FFF2-40B4-BE49-F238E27FC236}">
                <ns2:creationId id="{FF341AFB-39F9-54E8-2819-F306C09D22BC}"/>
              </a:ext>
            </a:extLst>
          </p:cNvPr>
          <p:cNvSpPr txBox="1"/>
          <p:nvPr/>
        </p:nvSpPr>
        <p:spPr>
          <a:xfrm>
            <a:off x="9100110" y="608340"/>
            <a:ext cx="466794" cy="26161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kumimoji="1" lang="ja-JP" altLang="en-US" sz="1100" dirty="0">
                <a:latin typeface="+mn-ea"/>
              </a:rPr>
              <a:t>手動</a:t>
            </a:r>
          </a:p>
        </p:txBody>
      </p:sp>
      <p:sp>
        <p:nvSpPr>
          <p:cNvPr id="178" name="テキスト ボックス 177">
            <a:extLst>
              <a:ext uri="{FF2B5EF4-FFF2-40B4-BE49-F238E27FC236}">
                <ns2:creationId id="{1EC0182D-0432-7A0F-4EE2-8EE73A413466}"/>
              </a:ext>
            </a:extLst>
          </p:cNvPr>
          <p:cNvSpPr txBox="1"/>
          <p:nvPr/>
        </p:nvSpPr>
        <p:spPr>
          <a:xfrm>
            <a:off x="10072001" y="608340"/>
            <a:ext cx="466794" cy="26161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ja-JP" altLang="en-US" sz="1100" dirty="0">
                <a:latin typeface="+mn-ea"/>
              </a:rPr>
              <a:t>自動</a:t>
            </a:r>
            <a:endParaRPr kumimoji="1" lang="ja-JP" altLang="en-US" sz="1100" dirty="0">
              <a:latin typeface="+mn-ea"/>
            </a:endParaRPr>
          </a:p>
        </p:txBody>
      </p:sp>
      <p:cxnSp>
        <p:nvCxnSpPr>
          <p:cNvPr id="107" name="直線矢印コネクタ 106">
            <a:extLst>
              <a:ext uri="{FF2B5EF4-FFF2-40B4-BE49-F238E27FC236}">
                <ns2:creationId id="{D7DA319E-B487-2E96-F7DE-A22C0400ED97}"/>
              </a:ext>
            </a:extLst>
          </p:cNvPr>
          <p:cNvCxnSpPr>
            <a:cxnSpLocks/>
          </p:cNvCxnSpPr>
          <p:nvPr/>
        </p:nvCxnSpPr>
        <p:spPr>
          <a:xfrm flipH="1">
            <a:off x="9626938" y="741969"/>
            <a:ext cx="416198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グループ化 153">
            <a:extLst>
              <a:ext uri="{FF2B5EF4-FFF2-40B4-BE49-F238E27FC236}">
                <ns2:creationId id="{94A50CF3-9244-32D3-48FB-AE589ED3073D}"/>
              </a:ext>
            </a:extLst>
          </p:cNvPr>
          <p:cNvGrpSpPr/>
          <p:nvPr/>
        </p:nvGrpSpPr>
        <p:grpSpPr>
          <a:xfrm>
            <a:off x="334964" y="1349143"/>
            <a:ext cx="11522074" cy="4960321"/>
            <a:chOff x="334964" y="1349143"/>
            <a:chExt cx="11522074" cy="4960321"/>
          </a:xfrm>
        </p:grpSpPr>
        <p:sp>
          <p:nvSpPr>
            <p:cNvPr id="46" name="正方形/長方形 45">
              <a:extLst>
                <a:ext uri="{FF2B5EF4-FFF2-40B4-BE49-F238E27FC236}">
                  <ns2:creationId id="{629C71EC-E3BD-12EF-E545-9C2DD9DD4016}"/>
                </a:ext>
              </a:extLst>
            </p:cNvPr>
            <p:cNvSpPr/>
            <p:nvPr/>
          </p:nvSpPr>
          <p:spPr>
            <a:xfrm>
              <a:off x="334964" y="1730880"/>
              <a:ext cx="449729" cy="3427575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none" lIns="36000" tIns="36000" rIns="36000" bIns="36000" rtlCol="0" anchor="ctr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64" name="正方形/長方形 363">
              <a:extLst>
                <a:ext uri="{FF2B5EF4-FFF2-40B4-BE49-F238E27FC236}">
                  <ns2:creationId id="{62276346-B682-36E1-0D26-236F93726ADA}"/>
                </a:ext>
              </a:extLst>
            </p:cNvPr>
            <p:cNvSpPr/>
            <p:nvPr/>
          </p:nvSpPr>
          <p:spPr>
            <a:xfrm>
              <a:off x="334967" y="5190604"/>
              <a:ext cx="449729" cy="111886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none" lIns="36000" tIns="36000" rIns="36000" bIns="36000" rtlCol="0" anchor="ctr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105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53" name="グループ化 152">
              <a:extLst>
                <a:ext uri="{FF2B5EF4-FFF2-40B4-BE49-F238E27FC236}">
                  <ns2:creationId id="{F2034969-BDF7-8E0C-9090-6B53D3DF55CC}"/>
                </a:ext>
              </a:extLst>
            </p:cNvPr>
            <p:cNvGrpSpPr/>
            <p:nvPr/>
          </p:nvGrpSpPr>
          <p:grpSpPr>
            <a:xfrm>
              <a:off x="820076" y="1349143"/>
              <a:ext cx="11031918" cy="350327"/>
              <a:chOff x="820076" y="1256031"/>
              <a:chExt cx="11031918" cy="443439"/>
            </a:xfrm>
          </p:grpSpPr>
          <p:sp>
            <p:nvSpPr>
              <p:cNvPr id="251" name="ホームベース 250">
                <a:extLst>
                  <a:ext uri="{FF2B5EF4-FFF2-40B4-BE49-F238E27FC236}">
                    <ns2:creationId id="{785AB117-6F3E-098E-B327-9B89C8708F27}"/>
                  </a:ext>
                </a:extLst>
              </p:cNvPr>
              <p:cNvSpPr/>
              <p:nvPr/>
            </p:nvSpPr>
            <p:spPr>
              <a:xfrm>
                <a:off x="3033537" y="1486178"/>
                <a:ext cx="2178077" cy="213291"/>
              </a:xfrm>
              <a:prstGeom prst="homePlate">
                <a:avLst>
                  <a:gd name="adj" fmla="val 5000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52" name="ホームベース 251">
                <a:extLst>
                  <a:ext uri="{FF2B5EF4-FFF2-40B4-BE49-F238E27FC236}">
                    <ns2:creationId id="{2E9EC20F-8430-81FE-7AB4-2255EE300614}"/>
                  </a:ext>
                </a:extLst>
              </p:cNvPr>
              <p:cNvSpPr/>
              <p:nvPr/>
            </p:nvSpPr>
            <p:spPr>
              <a:xfrm>
                <a:off x="5246998" y="1486178"/>
                <a:ext cx="2178076" cy="213291"/>
              </a:xfrm>
              <a:prstGeom prst="homePlate">
                <a:avLst>
                  <a:gd name="adj" fmla="val 5000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5" name="ホームベース 124">
                <a:extLst>
                  <a:ext uri="{FF2B5EF4-FFF2-40B4-BE49-F238E27FC236}">
                    <ns2:creationId id="{4938D4A6-3CA2-A667-7AA6-46B93C275AAC}"/>
                  </a:ext>
                </a:extLst>
              </p:cNvPr>
              <p:cNvSpPr/>
              <p:nvPr/>
            </p:nvSpPr>
            <p:spPr>
              <a:xfrm>
                <a:off x="9673917" y="1256031"/>
                <a:ext cx="2178077" cy="443439"/>
              </a:xfrm>
              <a:prstGeom prst="homePlate">
                <a:avLst>
                  <a:gd name="adj" fmla="val 5000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71" name="ホームベース 270">
                <a:extLst>
                  <a:ext uri="{FF2B5EF4-FFF2-40B4-BE49-F238E27FC236}">
                    <ns2:creationId id="{B543DE7F-4E68-6738-2747-A40437E895ED}"/>
                  </a:ext>
                </a:extLst>
              </p:cNvPr>
              <p:cNvSpPr/>
              <p:nvPr/>
            </p:nvSpPr>
            <p:spPr>
              <a:xfrm>
                <a:off x="3033537" y="1256032"/>
                <a:ext cx="4391537" cy="213291"/>
              </a:xfrm>
              <a:prstGeom prst="homePlate">
                <a:avLst>
                  <a:gd name="adj" fmla="val 5000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1" name="ホームベース 120">
                <a:extLst>
                  <a:ext uri="{FF2B5EF4-FFF2-40B4-BE49-F238E27FC236}">
                    <ns2:creationId id="{D304DC2C-E899-64E9-B72A-C0C397C7EA3B}"/>
                  </a:ext>
                </a:extLst>
              </p:cNvPr>
              <p:cNvSpPr/>
              <p:nvPr/>
            </p:nvSpPr>
            <p:spPr>
              <a:xfrm>
                <a:off x="7460456" y="1256031"/>
                <a:ext cx="2178077" cy="443439"/>
              </a:xfrm>
              <a:prstGeom prst="homePlate">
                <a:avLst>
                  <a:gd name="adj" fmla="val 5000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4" name="ホームベース 123">
                <a:extLst>
                  <a:ext uri="{FF2B5EF4-FFF2-40B4-BE49-F238E27FC236}">
                    <ns2:creationId id="{5747138C-AE1C-5B37-091B-624E63170C2C}"/>
                  </a:ext>
                </a:extLst>
              </p:cNvPr>
              <p:cNvSpPr/>
              <p:nvPr/>
            </p:nvSpPr>
            <p:spPr>
              <a:xfrm>
                <a:off x="820076" y="1256031"/>
                <a:ext cx="2178077" cy="443439"/>
              </a:xfrm>
              <a:prstGeom prst="homePlate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367" name="正方形/長方形 366">
              <a:extLst>
                <a:ext uri="{FF2B5EF4-FFF2-40B4-BE49-F238E27FC236}">
                  <ns2:creationId id="{5BD341E8-7DE5-6DCB-1EEA-14BCB44D64C1}"/>
                </a:ext>
              </a:extLst>
            </p:cNvPr>
            <p:cNvSpPr/>
            <p:nvPr/>
          </p:nvSpPr>
          <p:spPr>
            <a:xfrm>
              <a:off x="3062451" y="5189864"/>
              <a:ext cx="4385473" cy="111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20000"/>
                </a:lnSpc>
              </a:pP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 (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) 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0" name="正方形/長方形 369">
              <a:extLst>
                <a:ext uri="{FF2B5EF4-FFF2-40B4-BE49-F238E27FC236}">
                  <ns2:creationId id="{C84EAD85-04D6-9E0A-DE5D-4D08A920A809}"/>
                </a:ext>
              </a:extLst>
            </p:cNvPr>
            <p:cNvSpPr/>
            <p:nvPr/>
          </p:nvSpPr>
          <p:spPr>
            <a:xfrm>
              <a:off x="7466517" y="5189864"/>
              <a:ext cx="2185965" cy="111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20000"/>
                </a:lnSpc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ROIC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1" name="正方形/長方形 370">
              <a:extLst>
                <a:ext uri="{FF2B5EF4-FFF2-40B4-BE49-F238E27FC236}">
                  <ns2:creationId id="{442668F6-F03B-61EF-FAD3-99A62C094303}"/>
                </a:ext>
              </a:extLst>
            </p:cNvPr>
            <p:cNvSpPr/>
            <p:nvPr/>
          </p:nvSpPr>
          <p:spPr>
            <a:xfrm>
              <a:off x="9671073" y="5189864"/>
              <a:ext cx="2185965" cy="111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20000"/>
                </a:lnSpc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ROIC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rgbClr val="C00000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rgbClr val="C00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376" name="正方形/長方形 375">
              <a:extLst>
                <a:ext uri="{FF2B5EF4-FFF2-40B4-BE49-F238E27FC236}">
                  <ns2:creationId id="{3EB85533-40ED-10CF-89AE-C0EFE884DE1E}"/>
                </a:ext>
              </a:extLst>
            </p:cNvPr>
            <p:cNvSpPr/>
            <p:nvPr/>
          </p:nvSpPr>
          <p:spPr>
            <a:xfrm>
              <a:off x="852575" y="5189864"/>
              <a:ext cx="2183117" cy="111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200" b="1" dirty="0" err="1">
                  <a:solidFill>
                    <a:prstClr val="black"/>
                  </a:solidFill>
                  <a:latin typeface="+mn-ea"/>
                </a:rPr>
                <a:t>XX</a:t>
              </a:r>
              <a:endParaRPr lang="ja-JP" altLang="en-US" sz="1200" b="1" dirty="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214" name="正方形/長方形 213">
              <a:extLst>
                <a:ext uri="{FF2B5EF4-FFF2-40B4-BE49-F238E27FC236}">
                  <ns2:creationId id="{34EB3578-96E7-5BDB-4CAA-601A43169FCD}"/>
                </a:ext>
              </a:extLst>
            </p:cNvPr>
            <p:cNvSpPr/>
            <p:nvPr/>
          </p:nvSpPr>
          <p:spPr>
            <a:xfrm>
              <a:off x="3033537" y="1730880"/>
              <a:ext cx="2178077" cy="138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rtlCol="0" anchor="t"/>
            <a:lstStyle/>
            <a:p>
              <a:pPr marL="177800" indent="-177800">
                <a:spcAft>
                  <a:spcPts val="300"/>
                </a:spcAft>
                <a:buFont typeface="+mj-ea"/>
                <a:buAutoNum type="circleNumDbPlain" startAt="3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prstClr val="black"/>
                </a:solidFill>
                <a:latin typeface="+mn-ea"/>
              </a:endParaRPr>
            </a:p>
            <a:p>
              <a:pPr marL="177800" indent="-177800">
                <a:buFont typeface="+mj-ea"/>
                <a:buAutoNum type="circleNumDbPlain" startAt="3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9F61C919-4533-0E44-C41C-6691F6DDEA17}"/>
                </a:ext>
              </a:extLst>
            </p:cNvPr>
            <p:cNvSpPr/>
            <p:nvPr/>
          </p:nvSpPr>
          <p:spPr>
            <a:xfrm>
              <a:off x="5246997" y="1730880"/>
              <a:ext cx="2178077" cy="138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rtlCol="0" anchor="t"/>
            <a:lstStyle/>
            <a:p>
              <a:pPr marL="177800" indent="-177800">
                <a:spcBef>
                  <a:spcPts val="600"/>
                </a:spcBef>
                <a:buFont typeface="+mj-ea"/>
                <a:buAutoNum type="circleNumDbPlain" startAt="5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1" name="正方形/長方形 290">
              <a:extLst>
                <a:ext uri="{FF2B5EF4-FFF2-40B4-BE49-F238E27FC236}">
                  <ns2:creationId id="{A34F06F0-BDB1-9401-1D8B-C57C8B0F9097}"/>
                </a:ext>
              </a:extLst>
            </p:cNvPr>
            <p:cNvSpPr/>
            <p:nvPr/>
          </p:nvSpPr>
          <p:spPr>
            <a:xfrm>
              <a:off x="9673918" y="1730881"/>
              <a:ext cx="2178077" cy="138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rtlCol="0" anchor="t"/>
            <a:lstStyle/>
            <a:p>
              <a:pPr marL="176213" indent="-176213">
                <a:spcBef>
                  <a:spcPts val="600"/>
                </a:spcBef>
                <a:buFont typeface="+mj-ea"/>
                <a:buAutoNum type="circleNumDbPlain" startAt="8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EBDFDF32-6713-4CA3-E89C-01EF21BC8230}"/>
                </a:ext>
              </a:extLst>
            </p:cNvPr>
            <p:cNvSpPr/>
            <p:nvPr/>
          </p:nvSpPr>
          <p:spPr>
            <a:xfrm>
              <a:off x="7460456" y="1730881"/>
              <a:ext cx="2178079" cy="138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rtlCol="0" anchor="t"/>
            <a:lstStyle/>
            <a:p>
              <a:pPr marL="177800" indent="-177800">
                <a:spcAft>
                  <a:spcPts val="300"/>
                </a:spcAft>
                <a:buFont typeface="+mj-ea"/>
                <a:buAutoNum type="circleNumDbPlain" startAt="6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prstClr val="black"/>
                </a:solidFill>
                <a:latin typeface="+mn-ea"/>
              </a:endParaRPr>
            </a:p>
            <a:p>
              <a:pPr marL="177800" indent="-177800">
                <a:spcAft>
                  <a:spcPts val="300"/>
                </a:spcAft>
                <a:buFont typeface="+mj-ea"/>
                <a:buAutoNum type="circleNumDbPlain" startAt="6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/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en-US" altLang="ja-JP" sz="1200" dirty="0">
                  <a:solidFill>
                    <a:prstClr val="black"/>
                  </a:solidFill>
                  <a:latin typeface="+mn-ea"/>
                </a:rPr>
                <a:t>ROIC</a:t>
              </a: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50F08D90-2481-EA21-50FA-915F53BECA65}"/>
                </a:ext>
              </a:extLst>
            </p:cNvPr>
            <p:cNvSpPr/>
            <p:nvPr/>
          </p:nvSpPr>
          <p:spPr>
            <a:xfrm>
              <a:off x="820077" y="1730880"/>
              <a:ext cx="2178077" cy="13896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rtlCol="0" anchor="t"/>
            <a:lstStyle/>
            <a:p>
              <a:pPr marL="177800" indent="-177800">
                <a:spcAft>
                  <a:spcPts val="300"/>
                </a:spcAft>
                <a:buFont typeface="+mj-ea"/>
                <a:buAutoNum type="circleNumDbPlain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</a:p>
            <a:p>
              <a:pPr marL="177800" indent="-177800">
                <a:buFont typeface="+mj-ea"/>
                <a:buAutoNum type="circleNumDbPlain"/>
              </a:pP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prstClr val="black"/>
                  </a:solidFill>
                  <a:latin typeface="+mn-ea"/>
                </a:rPr>
              </a:br>
              <a:r>
                <a:rPr lang="ja-JP" altLang="en-US" sz="12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3" name="グループ化 12">
              <a:extLst>
                <a:ext uri="{FF2B5EF4-FFF2-40B4-BE49-F238E27FC236}">
                  <ns2:creationId id="{C2ECE959-29FC-9093-3937-BE9889120726}"/>
                </a:ext>
              </a:extLst>
            </p:cNvPr>
            <p:cNvGrpSpPr/>
            <p:nvPr/>
          </p:nvGrpSpPr>
          <p:grpSpPr>
            <a:xfrm>
              <a:off x="852575" y="5174160"/>
              <a:ext cx="11004462" cy="0"/>
              <a:chOff x="852575" y="6731000"/>
              <a:chExt cx="11004462" cy="0"/>
            </a:xfrm>
          </p:grpSpPr>
          <p:cxnSp>
            <p:nvCxnSpPr>
              <p:cNvPr id="14" name="直線コネクタ 13">
                <a:extLst>
                  <a:ext uri="{FF2B5EF4-FFF2-40B4-BE49-F238E27FC236}">
                    <ns2:creationId id="{C4EF72AF-D226-D7DC-4D73-9AB1E42A00A4}"/>
                  </a:ext>
                </a:extLst>
              </p:cNvPr>
              <p:cNvCxnSpPr/>
              <p:nvPr/>
            </p:nvCxnSpPr>
            <p:spPr>
              <a:xfrm>
                <a:off x="852575" y="6731000"/>
                <a:ext cx="218311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ns2:creationId id="{27824A6A-08F7-687E-CE8F-1DCE02F755BE}"/>
                  </a:ext>
                </a:extLst>
              </p:cNvPr>
              <p:cNvCxnSpPr/>
              <p:nvPr/>
            </p:nvCxnSpPr>
            <p:spPr>
              <a:xfrm>
                <a:off x="7466518" y="6731000"/>
                <a:ext cx="218596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コネクタ 15">
                <a:extLst>
                  <a:ext uri="{FF2B5EF4-FFF2-40B4-BE49-F238E27FC236}">
                    <ns2:creationId id="{637D1F95-AC05-62B9-B049-5838E003FA56}"/>
                  </a:ext>
                </a:extLst>
              </p:cNvPr>
              <p:cNvCxnSpPr/>
              <p:nvPr/>
            </p:nvCxnSpPr>
            <p:spPr>
              <a:xfrm>
                <a:off x="3062452" y="6731000"/>
                <a:ext cx="214916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コネクタ 16">
                <a:extLst>
                  <a:ext uri="{FF2B5EF4-FFF2-40B4-BE49-F238E27FC236}">
                    <ns2:creationId id="{96D6BB00-F009-14B3-6CC2-7AC7E27A8BE3}"/>
                  </a:ext>
                </a:extLst>
              </p:cNvPr>
              <p:cNvCxnSpPr/>
              <p:nvPr/>
            </p:nvCxnSpPr>
            <p:spPr>
              <a:xfrm>
                <a:off x="5246998" y="6731000"/>
                <a:ext cx="217807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線コネクタ 17">
                <a:extLst>
                  <a:ext uri="{FF2B5EF4-FFF2-40B4-BE49-F238E27FC236}">
                    <ns2:creationId id="{67D3C96A-4A63-EB17-974D-3456328169BB}"/>
                  </a:ext>
                </a:extLst>
              </p:cNvPr>
              <p:cNvCxnSpPr/>
              <p:nvPr/>
            </p:nvCxnSpPr>
            <p:spPr>
              <a:xfrm>
                <a:off x="9671073" y="6731000"/>
                <a:ext cx="218596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グループ化 150">
              <a:extLst>
                <a:ext uri="{FF2B5EF4-FFF2-40B4-BE49-F238E27FC236}">
                  <ns2:creationId id="{1DEE571F-A314-EC48-B859-237CAE9D0156}"/>
                </a:ext>
              </a:extLst>
            </p:cNvPr>
            <p:cNvGrpSpPr/>
            <p:nvPr/>
          </p:nvGrpSpPr>
          <p:grpSpPr>
            <a:xfrm>
              <a:off x="820076" y="3106374"/>
              <a:ext cx="2044726" cy="2001279"/>
              <a:chOff x="820076" y="3157174"/>
              <a:chExt cx="2044726" cy="2001279"/>
            </a:xfrm>
          </p:grpSpPr>
          <p:sp>
            <p:nvSpPr>
              <p:cNvPr id="22" name="テキスト ボックス 21">
                <a:extLst>
                  <a:ext uri="{FF2B5EF4-FFF2-40B4-BE49-F238E27FC236}">
                    <ns2:creationId id="{A6A96D7E-1EBD-CCFC-B9A2-4B78423F7148}"/>
                  </a:ext>
                </a:extLst>
              </p:cNvPr>
              <p:cNvSpPr txBox="1"/>
              <p:nvPr/>
            </p:nvSpPr>
            <p:spPr>
              <a:xfrm>
                <a:off x="820076" y="3157174"/>
                <a:ext cx="257369" cy="55371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rtlCol="0" anchor="ctr">
                <a:noAutofit/>
              </a:bodyPr>
              <a:lstStyle>
                <a:defPPr>
                  <a:defRPr lang="ja-JP"/>
                </a:defPPr>
                <a:lvl1pPr algn="ctr">
                  <a:defRPr sz="1100"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</a:p>
            </p:txBody>
          </p:sp>
          <p:sp>
            <p:nvSpPr>
              <p:cNvPr id="176" name="テキスト ボックス 175">
                <a:extLst>
                  <a:ext uri="{FF2B5EF4-FFF2-40B4-BE49-F238E27FC236}">
                    <ns2:creationId id="{12F034BF-0452-CD0F-3924-97EFCE09FED0}"/>
                  </a:ext>
                </a:extLst>
              </p:cNvPr>
              <p:cNvSpPr txBox="1"/>
              <p:nvPr/>
            </p:nvSpPr>
            <p:spPr>
              <a:xfrm>
                <a:off x="820076" y="3740088"/>
                <a:ext cx="257369" cy="55371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rtlCol="0" anchor="ctr">
                <a:noAutofit/>
              </a:bodyPr>
              <a:lstStyle>
                <a:defPPr>
                  <a:defRPr lang="ja-JP"/>
                </a:defPPr>
                <a:lvl1pPr algn="ctr">
                  <a:defRPr sz="1100"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</a:p>
            </p:txBody>
          </p:sp>
          <p:sp>
            <p:nvSpPr>
              <p:cNvPr id="181" name="テキスト ボックス 180">
                <a:extLst>
                  <a:ext uri="{FF2B5EF4-FFF2-40B4-BE49-F238E27FC236}">
                    <ns2:creationId id="{49076087-B354-D253-BA08-A19339BD9FBE}"/>
                  </a:ext>
                </a:extLst>
              </p:cNvPr>
              <p:cNvSpPr txBox="1"/>
              <p:nvPr/>
            </p:nvSpPr>
            <p:spPr>
              <a:xfrm>
                <a:off x="820076" y="4323003"/>
                <a:ext cx="257369" cy="55371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rtlCol="0" anchor="ctr">
                <a:noAutofit/>
              </a:bodyPr>
              <a:lstStyle>
                <a:defPPr>
                  <a:defRPr lang="ja-JP"/>
                </a:defPPr>
                <a:lvl1pPr algn="ctr">
                  <a:defRPr sz="1100"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C287A3ED-50C7-6F2C-F2EB-479B4CA9E363}"/>
                  </a:ext>
                </a:extLst>
              </p:cNvPr>
              <p:cNvSpPr/>
              <p:nvPr/>
            </p:nvSpPr>
            <p:spPr>
              <a:xfrm>
                <a:off x="1648527" y="3157174"/>
                <a:ext cx="1216275" cy="23977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rIns="36000" rtlCol="0" anchor="ctr"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41" name="グループ化 40">
                <a:extLst>
                  <a:ext uri="{FF2B5EF4-FFF2-40B4-BE49-F238E27FC236}">
                    <ns2:creationId id="{5570C4A5-18A2-1E99-C2AA-1DCA26EE7F8C}"/>
                  </a:ext>
                </a:extLst>
              </p:cNvPr>
              <p:cNvGrpSpPr/>
              <p:nvPr/>
            </p:nvGrpSpPr>
            <p:grpSpPr>
              <a:xfrm>
                <a:off x="1648527" y="3923124"/>
                <a:ext cx="1216275" cy="174478"/>
                <a:chOff x="1648527" y="3877404"/>
                <a:chExt cx="1216275" cy="174478"/>
              </a:xfrm>
            </p:grpSpPr>
            <p:sp>
              <p:nvSpPr>
                <p:cNvPr id="134" name="正方形/長方形 133">
                  <a:extLst>
                    <a:ext uri="{FF2B5EF4-FFF2-40B4-BE49-F238E27FC236}">
                      <ns2:creationId id="{0C068F23-3B62-07BA-E94F-84973382ADDD}"/>
                    </a:ext>
                  </a:extLst>
                </p:cNvPr>
                <p:cNvSpPr/>
                <p:nvPr/>
              </p:nvSpPr>
              <p:spPr>
                <a:xfrm>
                  <a:off x="1648527" y="3877404"/>
                  <a:ext cx="885238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90" name="正方形/長方形 389">
                  <a:extLst>
                    <a:ext uri="{FF2B5EF4-FFF2-40B4-BE49-F238E27FC236}">
                      <ns2:creationId id="{DD0FA410-5F9D-45A8-33B0-95331C0541A9}"/>
                    </a:ext>
                  </a:extLst>
                </p:cNvPr>
                <p:cNvSpPr/>
                <p:nvPr/>
              </p:nvSpPr>
              <p:spPr>
                <a:xfrm>
                  <a:off x="2555242" y="3877404"/>
                  <a:ext cx="309560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・・・</a:t>
                  </a:r>
                </a:p>
              </p:txBody>
            </p:sp>
          </p:grpSp>
          <p:cxnSp>
            <p:nvCxnSpPr>
              <p:cNvPr id="42" name="直線矢印コネクタ 216">
                <a:extLst>
                  <a:ext uri="{FF2B5EF4-FFF2-40B4-BE49-F238E27FC236}">
                    <ns2:creationId id="{4BD13626-6FFB-BB53-F7FC-7C1047F1A6AB}"/>
                  </a:ext>
                </a:extLst>
              </p:cNvPr>
              <p:cNvCxnSpPr>
                <a:cxnSpLocks/>
                <a:stCxn id="134" idx="1"/>
                <a:endCxn id="43" idx="4"/>
              </p:cNvCxnSpPr>
              <p:nvPr/>
            </p:nvCxnSpPr>
            <p:spPr>
              <a:xfrm rot="10800000">
                <a:off x="1414657" y="3880181"/>
                <a:ext cx="233871" cy="130183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フローチャート: 磁気ディスク 42">
                <a:extLst>
                  <a:ext uri="{FF2B5EF4-FFF2-40B4-BE49-F238E27FC236}">
                    <ns2:creationId id="{830C5961-956F-5F2B-8C16-C47DB95D80E2}"/>
                  </a:ext>
                </a:extLst>
              </p:cNvPr>
              <p:cNvSpPr/>
              <p:nvPr/>
            </p:nvSpPr>
            <p:spPr>
              <a:xfrm>
                <a:off x="1165465" y="3783585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54000" rIns="0" rtlCol="0" anchor="ctr"/>
              <a:lstStyle/>
              <a:p>
                <a:pPr algn="ctr"/>
                <a:r>
                  <a:rPr kumimoji="1" lang="en-US" altLang="ja-JP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SAP</a:t>
                </a:r>
                <a:endParaRPr kumimoji="1" lang="ja-JP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44" name="フローチャート: 磁気ディスク 43">
                <a:extLst>
                  <a:ext uri="{FF2B5EF4-FFF2-40B4-BE49-F238E27FC236}">
                    <ns2:creationId id="{8D5488B5-36B6-F316-9E9B-9A4A71BAC682}"/>
                  </a:ext>
                </a:extLst>
              </p:cNvPr>
              <p:cNvSpPr/>
              <p:nvPr/>
            </p:nvSpPr>
            <p:spPr>
              <a:xfrm>
                <a:off x="1165465" y="4048858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・・・</a:t>
                </a:r>
                <a:endParaRPr kumimoji="1" lang="ja-JP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cxnSp>
            <p:nvCxnSpPr>
              <p:cNvPr id="48" name="直線矢印コネクタ 219">
                <a:extLst>
                  <a:ext uri="{FF2B5EF4-FFF2-40B4-BE49-F238E27FC236}">
                    <ns2:creationId id="{664A13A8-80DD-2F2C-0A06-BAE86AB5536A}"/>
                  </a:ext>
                </a:extLst>
              </p:cNvPr>
              <p:cNvCxnSpPr>
                <a:cxnSpLocks/>
                <a:stCxn id="134" idx="1"/>
                <a:endCxn id="44" idx="4"/>
              </p:cNvCxnSpPr>
              <p:nvPr/>
            </p:nvCxnSpPr>
            <p:spPr>
              <a:xfrm rot="10800000" flipV="1">
                <a:off x="1414657" y="4010363"/>
                <a:ext cx="233871" cy="135090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グループ化 9">
                <a:extLst>
                  <a:ext uri="{FF2B5EF4-FFF2-40B4-BE49-F238E27FC236}">
                    <ns2:creationId id="{DCACB210-4754-689E-11CC-99CF22CE23CC}"/>
                  </a:ext>
                </a:extLst>
              </p:cNvPr>
              <p:cNvGrpSpPr/>
              <p:nvPr/>
            </p:nvGrpSpPr>
            <p:grpSpPr>
              <a:xfrm>
                <a:off x="1648526" y="4905918"/>
                <a:ext cx="1216275" cy="252535"/>
                <a:chOff x="1648526" y="4905918"/>
                <a:chExt cx="1551004" cy="252535"/>
              </a:xfrm>
            </p:grpSpPr>
            <p:sp>
              <p:nvSpPr>
                <p:cNvPr id="130" name="フリーフォーム 129">
                  <a:extLst>
                    <a:ext uri="{FF2B5EF4-FFF2-40B4-BE49-F238E27FC236}">
                      <ns2:creationId id="{4B82F259-78D5-B0D4-0A93-8225C5D0EE40}"/>
                    </a:ext>
                  </a:extLst>
                </p:cNvPr>
                <p:cNvSpPr/>
                <p:nvPr/>
              </p:nvSpPr>
              <p:spPr>
                <a:xfrm>
                  <a:off x="2437472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en-US" altLang="ja-JP" sz="11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31" name="フリーフォーム 130">
                  <a:extLst>
                    <a:ext uri="{FF2B5EF4-FFF2-40B4-BE49-F238E27FC236}">
                      <ns2:creationId id="{D30663CF-3F3E-E5A4-F217-19B5DB9EFCD5}"/>
                    </a:ext>
                  </a:extLst>
                </p:cNvPr>
                <p:cNvSpPr/>
                <p:nvPr/>
              </p:nvSpPr>
              <p:spPr>
                <a:xfrm>
                  <a:off x="1648526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sp>
            <p:nvSpPr>
              <p:cNvPr id="4" name="楕円 3">
                <a:extLst>
                  <a:ext uri="{FF2B5EF4-FFF2-40B4-BE49-F238E27FC236}">
                    <ns2:creationId id="{C7DE3C16-0DE6-4C3B-8FB9-3D8FE92816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09766" y="3490062"/>
                <a:ext cx="216000" cy="216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kumimoji="1" lang="ja-JP" alt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cxnSp>
            <p:nvCxnSpPr>
              <p:cNvPr id="5" name="直線矢印コネクタ 4">
                <a:extLst>
                  <a:ext uri="{FF2B5EF4-FFF2-40B4-BE49-F238E27FC236}">
                    <ns2:creationId id="{CCFF1B13-FDCA-26D6-69FE-D03C13B154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56103" y="3396950"/>
                <a:ext cx="0" cy="516816"/>
              </a:xfrm>
              <a:prstGeom prst="straightConnector1">
                <a:avLst/>
              </a:prstGeom>
              <a:ln w="12700">
                <a:solidFill>
                  <a:schemeClr val="bg1">
                    <a:lumMod val="65000"/>
                  </a:schemeClr>
                </a:solidFill>
                <a:prstDash val="dash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乗算記号 6">
                <a:extLst>
                  <a:ext uri="{FF2B5EF4-FFF2-40B4-BE49-F238E27FC236}">
                    <ns2:creationId id="{1FA0782A-F648-E12E-DA20-1AF83ADF98E9}"/>
                  </a:ext>
                </a:extLst>
              </p:cNvPr>
              <p:cNvSpPr/>
              <p:nvPr/>
            </p:nvSpPr>
            <p:spPr>
              <a:xfrm>
                <a:off x="2087336" y="3488356"/>
                <a:ext cx="336392" cy="310240"/>
              </a:xfrm>
              <a:prstGeom prst="mathMultiply">
                <a:avLst>
                  <a:gd name="adj1" fmla="val 7555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0" name="乗算記号 29">
                <a:extLst>
                  <a:ext uri="{FF2B5EF4-FFF2-40B4-BE49-F238E27FC236}">
                    <ns2:creationId id="{F92CCE71-3E10-DB29-838C-6AF336C8E51B}"/>
                  </a:ext>
                </a:extLst>
              </p:cNvPr>
              <p:cNvSpPr/>
              <p:nvPr/>
            </p:nvSpPr>
            <p:spPr>
              <a:xfrm>
                <a:off x="1775937" y="4314843"/>
                <a:ext cx="336392" cy="310240"/>
              </a:xfrm>
              <a:prstGeom prst="mathMultiply">
                <a:avLst>
                  <a:gd name="adj1" fmla="val 7555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" name="乗算記号 30">
                <a:extLst>
                  <a:ext uri="{FF2B5EF4-FFF2-40B4-BE49-F238E27FC236}">
                    <ns2:creationId id="{3270F416-32F2-8A9B-B12C-99E182FE6639}"/>
                  </a:ext>
                </a:extLst>
              </p:cNvPr>
              <p:cNvSpPr/>
              <p:nvPr/>
            </p:nvSpPr>
            <p:spPr>
              <a:xfrm>
                <a:off x="2231394" y="4314843"/>
                <a:ext cx="336392" cy="310240"/>
              </a:xfrm>
              <a:prstGeom prst="mathMultiply">
                <a:avLst>
                  <a:gd name="adj1" fmla="val 7555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0" name="楕円 39">
                <a:extLst>
                  <a:ext uri="{FF2B5EF4-FFF2-40B4-BE49-F238E27FC236}">
                    <ns2:creationId id="{8A403610-C785-74A0-BA6B-EAA283F3A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52866" y="4370898"/>
                <a:ext cx="216000" cy="216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kumimoji="1" lang="ja-JP" alt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cxnSp>
            <p:nvCxnSpPr>
              <p:cNvPr id="8" name="直線矢印コネクタ 7">
                <a:extLst>
                  <a:ext uri="{FF2B5EF4-FFF2-40B4-BE49-F238E27FC236}">
                    <ns2:creationId id="{03E0D0D8-0095-AD5A-50FD-17EA25D348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324" y="4106957"/>
                <a:ext cx="0" cy="795479"/>
              </a:xfrm>
              <a:prstGeom prst="straightConnector1">
                <a:avLst/>
              </a:prstGeom>
              <a:ln w="12700">
                <a:solidFill>
                  <a:schemeClr val="bg1">
                    <a:lumMod val="65000"/>
                  </a:schemeClr>
                </a:solidFill>
                <a:prstDash val="dash"/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線矢印コネクタ 28">
                <a:extLst>
                  <a:ext uri="{FF2B5EF4-FFF2-40B4-BE49-F238E27FC236}">
                    <ns2:creationId id="{FE31F685-1B30-AA61-3268-40E1B59413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02135" y="4106957"/>
                <a:ext cx="0" cy="795479"/>
              </a:xfrm>
              <a:prstGeom prst="straightConnector1">
                <a:avLst/>
              </a:prstGeom>
              <a:ln w="12700">
                <a:solidFill>
                  <a:schemeClr val="bg1">
                    <a:lumMod val="65000"/>
                  </a:schemeClr>
                </a:solidFill>
                <a:prstDash val="dash"/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グループ化 145">
              <a:extLst>
                <a:ext uri="{FF2B5EF4-FFF2-40B4-BE49-F238E27FC236}">
                  <ns2:creationId id="{3E353E71-D612-9554-FAFD-233D9E054EE7}"/>
                </a:ext>
              </a:extLst>
            </p:cNvPr>
            <p:cNvGrpSpPr/>
            <p:nvPr/>
          </p:nvGrpSpPr>
          <p:grpSpPr>
            <a:xfrm>
              <a:off x="3272906" y="3106374"/>
              <a:ext cx="1699338" cy="2001279"/>
              <a:chOff x="3405388" y="3157174"/>
              <a:chExt cx="1699338" cy="2001279"/>
            </a:xfrm>
          </p:grpSpPr>
          <p:cxnSp>
            <p:nvCxnSpPr>
              <p:cNvPr id="217" name="直線矢印コネクタ 216">
                <a:extLst>
                  <a:ext uri="{FF2B5EF4-FFF2-40B4-BE49-F238E27FC236}">
                    <ns2:creationId id="{C1BAD01E-E62A-E8D7-C19A-AFEFD283DDAC}"/>
                  </a:ext>
                </a:extLst>
              </p:cNvPr>
              <p:cNvCxnSpPr>
                <a:cxnSpLocks/>
                <a:stCxn id="187" idx="1"/>
                <a:endCxn id="218" idx="4"/>
              </p:cNvCxnSpPr>
              <p:nvPr/>
            </p:nvCxnSpPr>
            <p:spPr>
              <a:xfrm rot="10800000">
                <a:off x="3654579" y="3880181"/>
                <a:ext cx="233872" cy="130183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8" name="フローチャート: 磁気ディスク 217">
                <a:extLst>
                  <a:ext uri="{FF2B5EF4-FFF2-40B4-BE49-F238E27FC236}">
                    <ns2:creationId id="{C09549C5-CFE9-8C3D-B4EC-903E5FBBD0E7}"/>
                  </a:ext>
                </a:extLst>
              </p:cNvPr>
              <p:cNvSpPr/>
              <p:nvPr/>
            </p:nvSpPr>
            <p:spPr>
              <a:xfrm>
                <a:off x="3405388" y="3783585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54000" rIns="0" rtlCol="0" anchor="ctr"/>
              <a:lstStyle/>
              <a:p>
                <a:pPr algn="ctr"/>
                <a:r>
                  <a:rPr kumimoji="1" lang="en-US" altLang="ja-JP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SAP</a:t>
                </a:r>
                <a:endParaRPr kumimoji="1" lang="ja-JP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19" name="フローチャート: 磁気ディスク 218">
                <a:extLst>
                  <a:ext uri="{FF2B5EF4-FFF2-40B4-BE49-F238E27FC236}">
                    <ns2:creationId id="{2DF3C783-4F05-58EE-7472-81BCB74D0973}"/>
                  </a:ext>
                </a:extLst>
              </p:cNvPr>
              <p:cNvSpPr/>
              <p:nvPr/>
            </p:nvSpPr>
            <p:spPr>
              <a:xfrm>
                <a:off x="3405388" y="4048858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・・・</a:t>
                </a:r>
                <a:endParaRPr kumimoji="1" lang="ja-JP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cxnSp>
            <p:nvCxnSpPr>
              <p:cNvPr id="220" name="直線矢印コネクタ 219">
                <a:extLst>
                  <a:ext uri="{FF2B5EF4-FFF2-40B4-BE49-F238E27FC236}">
                    <ns2:creationId id="{5A0E9BE5-58F8-4BD3-A3D8-E94AA9138658}"/>
                  </a:ext>
                </a:extLst>
              </p:cNvPr>
              <p:cNvCxnSpPr>
                <a:cxnSpLocks/>
                <a:stCxn id="187" idx="1"/>
                <a:endCxn id="219" idx="4"/>
              </p:cNvCxnSpPr>
              <p:nvPr/>
            </p:nvCxnSpPr>
            <p:spPr>
              <a:xfrm rot="10800000" flipV="1">
                <a:off x="3654579" y="4010363"/>
                <a:ext cx="233872" cy="135090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" name="グループ化 44">
                <a:extLst>
                  <a:ext uri="{FF2B5EF4-FFF2-40B4-BE49-F238E27FC236}">
                    <ns2:creationId id="{1DD2CA92-B2D1-6BA4-2BFF-0085E429C08C}"/>
                  </a:ext>
                </a:extLst>
              </p:cNvPr>
              <p:cNvGrpSpPr/>
              <p:nvPr/>
            </p:nvGrpSpPr>
            <p:grpSpPr>
              <a:xfrm>
                <a:off x="3888451" y="3923124"/>
                <a:ext cx="1216275" cy="174478"/>
                <a:chOff x="3888451" y="3877404"/>
                <a:chExt cx="1216275" cy="174478"/>
              </a:xfrm>
            </p:grpSpPr>
            <p:sp>
              <p:nvSpPr>
                <p:cNvPr id="187" name="正方形/長方形 186">
                  <a:extLst>
                    <a:ext uri="{FF2B5EF4-FFF2-40B4-BE49-F238E27FC236}">
                      <ns2:creationId id="{F778B53E-77A0-BE99-D022-E42C08C34052}"/>
                    </a:ext>
                  </a:extLst>
                </p:cNvPr>
                <p:cNvSpPr/>
                <p:nvPr/>
              </p:nvSpPr>
              <p:spPr>
                <a:xfrm>
                  <a:off x="3888451" y="3877404"/>
                  <a:ext cx="859933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80" name="正方形/長方形 379">
                  <a:extLst>
                    <a:ext uri="{FF2B5EF4-FFF2-40B4-BE49-F238E27FC236}">
                      <ns2:creationId id="{44BC5482-B4AD-1CF0-0E3A-206C7074A810}"/>
                    </a:ext>
                  </a:extLst>
                </p:cNvPr>
                <p:cNvSpPr/>
                <p:nvPr/>
              </p:nvSpPr>
              <p:spPr>
                <a:xfrm>
                  <a:off x="4773361" y="3877404"/>
                  <a:ext cx="331365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tx1"/>
                      </a:solidFill>
                      <a:latin typeface="+mn-ea"/>
                    </a:rPr>
                    <a:t>・・・</a:t>
                  </a:r>
                </a:p>
              </p:txBody>
            </p:sp>
          </p:grpSp>
          <p:grpSp>
            <p:nvGrpSpPr>
              <p:cNvPr id="75" name="グループ化 74">
                <a:extLst>
                  <a:ext uri="{FF2B5EF4-FFF2-40B4-BE49-F238E27FC236}">
                    <ns2:creationId id="{D0ED612A-CFC9-2968-474A-4D195F04DDC1}"/>
                  </a:ext>
                </a:extLst>
              </p:cNvPr>
              <p:cNvGrpSpPr/>
              <p:nvPr/>
            </p:nvGrpSpPr>
            <p:grpSpPr>
              <a:xfrm>
                <a:off x="3858579" y="4106957"/>
                <a:ext cx="577655" cy="796832"/>
                <a:chOff x="3858579" y="4106957"/>
                <a:chExt cx="577655" cy="796832"/>
              </a:xfrm>
            </p:grpSpPr>
            <p:pic>
              <p:nvPicPr>
                <p:cNvPr id="28" name="図 27">
                  <a:extLst>
                    <a:ext uri="{FF2B5EF4-FFF2-40B4-BE49-F238E27FC236}">
                      <ns2:creationId id="{0540BE78-557D-6B5D-4AFB-571BE7861F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58579" y="4433905"/>
                  <a:ext cx="215810" cy="234768"/>
                </a:xfrm>
                <a:prstGeom prst="rect">
                  <a:avLst/>
                </a:prstGeom>
              </p:spPr>
            </p:pic>
            <p:grpSp>
              <p:nvGrpSpPr>
                <p:cNvPr id="62" name="グループ化 61">
                  <a:extLst>
                    <a:ext uri="{FF2B5EF4-FFF2-40B4-BE49-F238E27FC236}">
                      <ns2:creationId id="{5AC31D46-8F7A-E56B-FFC6-B921FE7CF566}"/>
                    </a:ext>
                  </a:extLst>
                </p:cNvPr>
                <p:cNvGrpSpPr/>
                <p:nvPr/>
              </p:nvGrpSpPr>
              <p:grpSpPr>
                <a:xfrm>
                  <a:off x="4112489" y="4106957"/>
                  <a:ext cx="110825" cy="796832"/>
                  <a:chOff x="4112489" y="4051881"/>
                  <a:chExt cx="110825" cy="854036"/>
                </a:xfrm>
              </p:grpSpPr>
              <p:cxnSp>
                <p:nvCxnSpPr>
                  <p:cNvPr id="194" name="直線矢印コネクタ 193">
                    <a:extLst>
                      <a:ext uri="{FF2B5EF4-FFF2-40B4-BE49-F238E27FC236}">
                        <ns2:creationId id="{57B0F523-B0AB-0F98-C3AC-A0242AC30320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4112489" y="4051881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solid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5" name="直線矢印コネクタ 224">
                    <a:extLst>
                      <a:ext uri="{FF2B5EF4-FFF2-40B4-BE49-F238E27FC236}">
                        <ns2:creationId id="{1B754376-705E-5ADB-247C-7F06DC82FC42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4223314" y="4051881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solid"/>
                    <a:headEnd type="triangle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52" name="図 51">
                  <a:extLst>
                    <a:ext uri="{FF2B5EF4-FFF2-40B4-BE49-F238E27FC236}">
                      <ns2:creationId id="{290169B2-AA8C-2F00-D0CA-AF86209D53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61414" y="4430882"/>
                  <a:ext cx="174820" cy="240812"/>
                </a:xfrm>
                <a:prstGeom prst="rect">
                  <a:avLst/>
                </a:prstGeom>
              </p:spPr>
            </p:pic>
          </p:grpSp>
          <p:grpSp>
            <p:nvGrpSpPr>
              <p:cNvPr id="11" name="グループ化 10">
                <a:extLst>
                  <a:ext uri="{FF2B5EF4-FFF2-40B4-BE49-F238E27FC236}">
                    <ns2:creationId id="{0319B316-3265-7C48-3C16-E14DC9615A6D}"/>
                  </a:ext>
                </a:extLst>
              </p:cNvPr>
              <p:cNvGrpSpPr/>
              <p:nvPr/>
            </p:nvGrpSpPr>
            <p:grpSpPr>
              <a:xfrm>
                <a:off x="3887926" y="4905918"/>
                <a:ext cx="1216800" cy="252535"/>
                <a:chOff x="3782787" y="4905918"/>
                <a:chExt cx="1551004" cy="252535"/>
              </a:xfrm>
            </p:grpSpPr>
            <p:sp>
              <p:nvSpPr>
                <p:cNvPr id="50" name="フリーフォーム 129">
                  <a:extLst>
                    <a:ext uri="{FF2B5EF4-FFF2-40B4-BE49-F238E27FC236}">
                      <ns2:creationId id="{16BBC1B2-21EB-99EB-46A6-076006F0D419}"/>
                    </a:ext>
                  </a:extLst>
                </p:cNvPr>
                <p:cNvSpPr/>
                <p:nvPr/>
              </p:nvSpPr>
              <p:spPr>
                <a:xfrm>
                  <a:off x="4571733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en-US" altLang="ja-JP" sz="11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3" name="フリーフォーム 130">
                  <a:extLst>
                    <a:ext uri="{FF2B5EF4-FFF2-40B4-BE49-F238E27FC236}">
                      <ns2:creationId id="{5E3D3ECB-56CC-77DC-5D33-CFD2F0A3D22D}"/>
                    </a:ext>
                  </a:extLst>
                </p:cNvPr>
                <p:cNvSpPr/>
                <p:nvPr/>
              </p:nvSpPr>
              <p:spPr>
                <a:xfrm>
                  <a:off x="3782787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sp>
            <p:nvSpPr>
              <p:cNvPr id="24" name="正方形/長方形 23">
                <a:extLst>
                  <a:ext uri="{FF2B5EF4-FFF2-40B4-BE49-F238E27FC236}">
                    <ns2:creationId id="{C9E7DC52-B714-EC9F-DE47-514B8BF45054}"/>
                  </a:ext>
                </a:extLst>
              </p:cNvPr>
              <p:cNvSpPr/>
              <p:nvPr/>
            </p:nvSpPr>
            <p:spPr>
              <a:xfrm>
                <a:off x="3888451" y="3157174"/>
                <a:ext cx="1216275" cy="23977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rIns="36000" rtlCol="0" anchor="ctr"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03" name="直線矢印コネクタ 202">
                <a:extLst>
                  <a:ext uri="{FF2B5EF4-FFF2-40B4-BE49-F238E27FC236}">
                    <ns2:creationId id="{60299441-7A9C-0E2C-C840-4E8B9AF8B4C9}"/>
                  </a:ext>
                </a:extLst>
              </p:cNvPr>
              <p:cNvCxnSpPr/>
              <p:nvPr/>
            </p:nvCxnSpPr>
            <p:spPr>
              <a:xfrm flipV="1">
                <a:off x="4499431" y="3396950"/>
                <a:ext cx="0" cy="516816"/>
              </a:xfrm>
              <a:prstGeom prst="straightConnector1">
                <a:avLst/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楕円 62">
                <a:extLst>
                  <a:ext uri="{FF2B5EF4-FFF2-40B4-BE49-F238E27FC236}">
                    <ns2:creationId id="{BD8D3645-FDE4-B9FB-0088-6014C34078F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589891" y="3490062"/>
                <a:ext cx="216000" cy="216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kumimoji="1" lang="ja-JP" alt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4" name="楕円 63">
                <a:extLst>
                  <a:ext uri="{FF2B5EF4-FFF2-40B4-BE49-F238E27FC236}">
                    <ns2:creationId id="{3DB257F8-97D9-8C33-2DE6-7BEB26BAA4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80588" y="4145451"/>
                <a:ext cx="216000" cy="216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+mn-ea"/>
                  </a:rPr>
                  <a:t>4</a:t>
                </a:r>
                <a:endParaRPr kumimoji="1" lang="ja-JP" alt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cxnSp>
            <p:nvCxnSpPr>
              <p:cNvPr id="67" name="直線矢印コネクタ 66">
                <a:extLst>
                  <a:ext uri="{FF2B5EF4-FFF2-40B4-BE49-F238E27FC236}">
                    <ns2:creationId id="{0A8F1481-EB54-0BDA-55DC-D00546E0A66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21923" y="4106957"/>
                <a:ext cx="0" cy="795479"/>
              </a:xfrm>
              <a:prstGeom prst="straightConnector1">
                <a:avLst/>
              </a:prstGeom>
              <a:ln w="12700">
                <a:solidFill>
                  <a:schemeClr val="bg1">
                    <a:lumMod val="65000"/>
                  </a:schemeClr>
                </a:solidFill>
                <a:prstDash val="dash"/>
                <a:headEnd type="non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乗算記号 67">
                <a:extLst>
                  <a:ext uri="{FF2B5EF4-FFF2-40B4-BE49-F238E27FC236}">
                    <ns2:creationId id="{697BA9D2-3553-209C-D031-D23E862F852D}"/>
                  </a:ext>
                </a:extLst>
              </p:cNvPr>
              <p:cNvSpPr/>
              <p:nvPr/>
            </p:nvSpPr>
            <p:spPr>
              <a:xfrm>
                <a:off x="4451182" y="4352667"/>
                <a:ext cx="336392" cy="310240"/>
              </a:xfrm>
              <a:prstGeom prst="mathMultiply">
                <a:avLst>
                  <a:gd name="adj1" fmla="val 7555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147" name="グループ化 146">
              <a:extLst>
                <a:ext uri="{FF2B5EF4-FFF2-40B4-BE49-F238E27FC236}">
                  <ns2:creationId id="{F427BADC-BD2A-5FC1-D13C-56E0DFFC3858}"/>
                </a:ext>
              </a:extLst>
            </p:cNvPr>
            <p:cNvGrpSpPr/>
            <p:nvPr/>
          </p:nvGrpSpPr>
          <p:grpSpPr>
            <a:xfrm>
              <a:off x="5476144" y="3106374"/>
              <a:ext cx="1719782" cy="2001279"/>
              <a:chOff x="5611490" y="3157174"/>
              <a:chExt cx="1719782" cy="2001279"/>
            </a:xfrm>
          </p:grpSpPr>
          <p:cxnSp>
            <p:nvCxnSpPr>
              <p:cNvPr id="248" name="直線矢印コネクタ 247">
                <a:extLst>
                  <a:ext uri="{FF2B5EF4-FFF2-40B4-BE49-F238E27FC236}">
                    <ns2:creationId id="{540BC3FF-4135-3BC4-10C9-9E18F108CF12}"/>
                  </a:ext>
                </a:extLst>
              </p:cNvPr>
              <p:cNvCxnSpPr>
                <a:cxnSpLocks/>
                <a:stCxn id="422" idx="1"/>
                <a:endCxn id="249" idx="4"/>
              </p:cNvCxnSpPr>
              <p:nvPr/>
            </p:nvCxnSpPr>
            <p:spPr>
              <a:xfrm rot="10800000">
                <a:off x="5860681" y="3880181"/>
                <a:ext cx="236572" cy="130183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9" name="フローチャート: 磁気ディスク 248">
                <a:extLst>
                  <a:ext uri="{FF2B5EF4-FFF2-40B4-BE49-F238E27FC236}">
                    <ns2:creationId id="{F196BFAE-9D2B-4F7A-BCAB-7E920CC54458}"/>
                  </a:ext>
                </a:extLst>
              </p:cNvPr>
              <p:cNvSpPr/>
              <p:nvPr/>
            </p:nvSpPr>
            <p:spPr>
              <a:xfrm>
                <a:off x="5611490" y="3783585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54000" rIns="0" rtlCol="0" anchor="ctr"/>
              <a:lstStyle/>
              <a:p>
                <a:pPr algn="ctr"/>
                <a:r>
                  <a:rPr kumimoji="1" lang="en-US" altLang="ja-JP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SAP</a:t>
                </a:r>
                <a:endParaRPr kumimoji="1" lang="ja-JP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50" name="フローチャート: 磁気ディスク 249">
                <a:extLst>
                  <a:ext uri="{FF2B5EF4-FFF2-40B4-BE49-F238E27FC236}">
                    <ns2:creationId id="{BB09328B-B5DD-8A1B-EE0D-BBC3074B9D18}"/>
                  </a:ext>
                </a:extLst>
              </p:cNvPr>
              <p:cNvSpPr/>
              <p:nvPr/>
            </p:nvSpPr>
            <p:spPr>
              <a:xfrm>
                <a:off x="5611490" y="4048857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・・・</a:t>
                </a:r>
                <a:endParaRPr kumimoji="1" lang="ja-JP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cxnSp>
            <p:nvCxnSpPr>
              <p:cNvPr id="253" name="直線矢印コネクタ 252">
                <a:extLst>
                  <a:ext uri="{FF2B5EF4-FFF2-40B4-BE49-F238E27FC236}">
                    <ns2:creationId id="{991B6572-8741-D977-31F4-B80BE9CFD0B9}"/>
                  </a:ext>
                </a:extLst>
              </p:cNvPr>
              <p:cNvCxnSpPr>
                <a:cxnSpLocks/>
                <a:stCxn id="422" idx="1"/>
                <a:endCxn id="250" idx="4"/>
              </p:cNvCxnSpPr>
              <p:nvPr/>
            </p:nvCxnSpPr>
            <p:spPr>
              <a:xfrm rot="10800000" flipV="1">
                <a:off x="5860681" y="4010362"/>
                <a:ext cx="236572" cy="135089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グループ化 46">
                <a:extLst>
                  <a:ext uri="{FF2B5EF4-FFF2-40B4-BE49-F238E27FC236}">
                    <ns2:creationId id="{7B05ED17-AE2E-9FD5-5CEB-D31C9F7EFEAE}"/>
                  </a:ext>
                </a:extLst>
              </p:cNvPr>
              <p:cNvGrpSpPr/>
              <p:nvPr/>
            </p:nvGrpSpPr>
            <p:grpSpPr>
              <a:xfrm>
                <a:off x="6097253" y="3923124"/>
                <a:ext cx="1194470" cy="174478"/>
                <a:chOff x="6097253" y="3877404"/>
                <a:chExt cx="1194470" cy="174478"/>
              </a:xfrm>
            </p:grpSpPr>
            <p:sp>
              <p:nvSpPr>
                <p:cNvPr id="422" name="正方形/長方形 421">
                  <a:extLst>
                    <a:ext uri="{FF2B5EF4-FFF2-40B4-BE49-F238E27FC236}">
                      <ns2:creationId id="{0B5F3164-814E-CA82-58CA-825C059327D8}"/>
                    </a:ext>
                  </a:extLst>
                </p:cNvPr>
                <p:cNvSpPr/>
                <p:nvPr/>
              </p:nvSpPr>
              <p:spPr>
                <a:xfrm>
                  <a:off x="6097253" y="3877404"/>
                  <a:ext cx="859933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23" name="正方形/長方形 422">
                  <a:extLst>
                    <a:ext uri="{FF2B5EF4-FFF2-40B4-BE49-F238E27FC236}">
                      <ns2:creationId id="{395E02E1-C147-1AF7-B3B1-FE3FCB01BA4E}"/>
                    </a:ext>
                  </a:extLst>
                </p:cNvPr>
                <p:cNvSpPr/>
                <p:nvPr/>
              </p:nvSpPr>
              <p:spPr>
                <a:xfrm>
                  <a:off x="6982162" y="3877404"/>
                  <a:ext cx="309561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tx1"/>
                      </a:solidFill>
                      <a:latin typeface="+mn-ea"/>
                    </a:rPr>
                    <a:t>・・・</a:t>
                  </a:r>
                </a:p>
              </p:txBody>
            </p:sp>
          </p:grpSp>
          <p:grpSp>
            <p:nvGrpSpPr>
              <p:cNvPr id="12" name="グループ化 11">
                <a:extLst>
                  <a:ext uri="{FF2B5EF4-FFF2-40B4-BE49-F238E27FC236}">
                    <ns2:creationId id="{0CFF0E5B-6D3F-21EC-6AA5-FE6BA045E533}"/>
                  </a:ext>
                </a:extLst>
              </p:cNvPr>
              <p:cNvGrpSpPr/>
              <p:nvPr/>
            </p:nvGrpSpPr>
            <p:grpSpPr>
              <a:xfrm>
                <a:off x="6074923" y="4905918"/>
                <a:ext cx="1216800" cy="252535"/>
                <a:chOff x="5908082" y="4905918"/>
                <a:chExt cx="1551004" cy="252535"/>
              </a:xfrm>
            </p:grpSpPr>
            <p:sp>
              <p:nvSpPr>
                <p:cNvPr id="56" name="フリーフォーム 129">
                  <a:extLst>
                    <a:ext uri="{FF2B5EF4-FFF2-40B4-BE49-F238E27FC236}">
                      <ns2:creationId id="{D6A53326-1E06-F9E3-901A-44A24382F60B}"/>
                    </a:ext>
                  </a:extLst>
                </p:cNvPr>
                <p:cNvSpPr/>
                <p:nvPr/>
              </p:nvSpPr>
              <p:spPr>
                <a:xfrm>
                  <a:off x="6697028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en-US" altLang="ja-JP" sz="11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7" name="フリーフォーム 130">
                  <a:extLst>
                    <a:ext uri="{FF2B5EF4-FFF2-40B4-BE49-F238E27FC236}">
                      <ns2:creationId id="{5F9CA482-FC2A-17DB-478A-88222D3FE830}"/>
                    </a:ext>
                  </a:extLst>
                </p:cNvPr>
                <p:cNvSpPr/>
                <p:nvPr/>
              </p:nvSpPr>
              <p:spPr>
                <a:xfrm>
                  <a:off x="5908082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sp>
            <p:nvSpPr>
              <p:cNvPr id="25" name="正方形/長方形 24">
                <a:extLst>
                  <a:ext uri="{FF2B5EF4-FFF2-40B4-BE49-F238E27FC236}">
                    <ns2:creationId id="{7B98402C-4463-69AD-8CDE-43437E94BBC7}"/>
                  </a:ext>
                </a:extLst>
              </p:cNvPr>
              <p:cNvSpPr/>
              <p:nvPr/>
            </p:nvSpPr>
            <p:spPr>
              <a:xfrm>
                <a:off x="6097253" y="3157174"/>
                <a:ext cx="1194470" cy="23977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rIns="36000" rtlCol="0" anchor="ctr"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245" name="直線矢印コネクタ 244">
                <a:extLst>
                  <a:ext uri="{FF2B5EF4-FFF2-40B4-BE49-F238E27FC236}">
                    <ns2:creationId id="{16A9A693-C531-B716-CE3A-08CB03A1AB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94488" y="3396950"/>
                <a:ext cx="0" cy="516816"/>
              </a:xfrm>
              <a:prstGeom prst="straightConnector1">
                <a:avLst/>
              </a:prstGeom>
              <a:ln w="12700">
                <a:solidFill>
                  <a:schemeClr val="accent6">
                    <a:lumMod val="40000"/>
                    <a:lumOff val="60000"/>
                  </a:schemeClr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6" name="グループ化 75">
                <a:extLst>
                  <a:ext uri="{FF2B5EF4-FFF2-40B4-BE49-F238E27FC236}">
                    <ns2:creationId id="{5E0BE42D-A282-B6FB-1CBB-7FB88F9361BD}"/>
                  </a:ext>
                </a:extLst>
              </p:cNvPr>
              <p:cNvGrpSpPr/>
              <p:nvPr/>
            </p:nvGrpSpPr>
            <p:grpSpPr>
              <a:xfrm>
                <a:off x="6059549" y="4106957"/>
                <a:ext cx="577655" cy="796832"/>
                <a:chOff x="3858579" y="4106957"/>
                <a:chExt cx="577655" cy="796832"/>
              </a:xfrm>
            </p:grpSpPr>
            <p:pic>
              <p:nvPicPr>
                <p:cNvPr id="86" name="図 85">
                  <a:extLst>
                    <a:ext uri="{FF2B5EF4-FFF2-40B4-BE49-F238E27FC236}">
                      <ns2:creationId id="{261FECBA-B245-DDF9-59C6-809A5E8C25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58579" y="4433905"/>
                  <a:ext cx="215810" cy="234768"/>
                </a:xfrm>
                <a:prstGeom prst="rect">
                  <a:avLst/>
                </a:prstGeom>
              </p:spPr>
            </p:pic>
            <p:grpSp>
              <p:nvGrpSpPr>
                <p:cNvPr id="96" name="グループ化 95">
                  <a:extLst>
                    <a:ext uri="{FF2B5EF4-FFF2-40B4-BE49-F238E27FC236}">
                      <ns2:creationId id="{DD839B2F-3AB4-A266-B3EA-6EB48B44523A}"/>
                    </a:ext>
                  </a:extLst>
                </p:cNvPr>
                <p:cNvGrpSpPr/>
                <p:nvPr/>
              </p:nvGrpSpPr>
              <p:grpSpPr>
                <a:xfrm>
                  <a:off x="4112489" y="4106957"/>
                  <a:ext cx="110825" cy="796832"/>
                  <a:chOff x="4112489" y="4051881"/>
                  <a:chExt cx="110825" cy="854036"/>
                </a:xfrm>
              </p:grpSpPr>
              <p:cxnSp>
                <p:nvCxnSpPr>
                  <p:cNvPr id="98" name="直線矢印コネクタ 97">
                    <a:extLst>
                      <a:ext uri="{FF2B5EF4-FFF2-40B4-BE49-F238E27FC236}">
                        <ns2:creationId id="{DB0655B0-91C3-8506-7417-D904C0D56C0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4112489" y="4051881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solid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" name="直線矢印コネクタ 98">
                    <a:extLst>
                      <a:ext uri="{FF2B5EF4-FFF2-40B4-BE49-F238E27FC236}">
                        <ns2:creationId id="{34E972F8-4F34-A3CC-2531-7E5CA8C03E1F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4223314" y="4051881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solid"/>
                    <a:headEnd type="triangle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97" name="図 96">
                  <a:extLst>
                    <a:ext uri="{FF2B5EF4-FFF2-40B4-BE49-F238E27FC236}">
                      <ns2:creationId id="{0A9ECAB9-ED46-762C-D9E1-41410E0364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61414" y="4430882"/>
                  <a:ext cx="174820" cy="240812"/>
                </a:xfrm>
                <a:prstGeom prst="rect">
                  <a:avLst/>
                </a:prstGeom>
              </p:spPr>
            </p:pic>
          </p:grpSp>
          <p:grpSp>
            <p:nvGrpSpPr>
              <p:cNvPr id="100" name="グループ化 99">
                <a:extLst>
                  <a:ext uri="{FF2B5EF4-FFF2-40B4-BE49-F238E27FC236}">
                    <ns2:creationId id="{F7099B8E-4C17-23DC-D6AC-8E322789F5B5}"/>
                  </a:ext>
                </a:extLst>
              </p:cNvPr>
              <p:cNvGrpSpPr/>
              <p:nvPr/>
            </p:nvGrpSpPr>
            <p:grpSpPr>
              <a:xfrm>
                <a:off x="6670104" y="4100115"/>
                <a:ext cx="577655" cy="796832"/>
                <a:chOff x="3858579" y="4106957"/>
                <a:chExt cx="577655" cy="796832"/>
              </a:xfrm>
            </p:grpSpPr>
            <p:pic>
              <p:nvPicPr>
                <p:cNvPr id="101" name="図 100">
                  <a:extLst>
                    <a:ext uri="{FF2B5EF4-FFF2-40B4-BE49-F238E27FC236}">
                      <ns2:creationId id="{CDB52B06-021A-059F-535D-F25B471710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58579" y="4433905"/>
                  <a:ext cx="215810" cy="234768"/>
                </a:xfrm>
                <a:prstGeom prst="rect">
                  <a:avLst/>
                </a:prstGeom>
              </p:spPr>
            </p:pic>
            <p:grpSp>
              <p:nvGrpSpPr>
                <p:cNvPr id="102" name="グループ化 101">
                  <a:extLst>
                    <a:ext uri="{FF2B5EF4-FFF2-40B4-BE49-F238E27FC236}">
                      <ns2:creationId id="{816D8F70-80B2-3720-8CEC-783D9FF6F36A}"/>
                    </a:ext>
                  </a:extLst>
                </p:cNvPr>
                <p:cNvGrpSpPr/>
                <p:nvPr/>
              </p:nvGrpSpPr>
              <p:grpSpPr>
                <a:xfrm>
                  <a:off x="4112489" y="4106957"/>
                  <a:ext cx="110825" cy="796832"/>
                  <a:chOff x="4112489" y="4051881"/>
                  <a:chExt cx="110825" cy="854036"/>
                </a:xfrm>
              </p:grpSpPr>
              <p:cxnSp>
                <p:nvCxnSpPr>
                  <p:cNvPr id="104" name="直線矢印コネクタ 103">
                    <a:extLst>
                      <a:ext uri="{FF2B5EF4-FFF2-40B4-BE49-F238E27FC236}">
                        <ns2:creationId id="{327B9120-FB12-324F-5974-0889F29A2BA7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4112489" y="4051881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solid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直線矢印コネクタ 104">
                    <a:extLst>
                      <a:ext uri="{FF2B5EF4-FFF2-40B4-BE49-F238E27FC236}">
                        <ns2:creationId id="{B1DCC2E3-0F0D-9188-1362-33B88D622F0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4223314" y="4051881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solid"/>
                    <a:headEnd type="triangle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103" name="図 102">
                  <a:extLst>
                    <a:ext uri="{FF2B5EF4-FFF2-40B4-BE49-F238E27FC236}">
                      <ns2:creationId id="{2933CE7D-AF64-76D3-52B3-9BE4D98767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61414" y="4430882"/>
                  <a:ext cx="174820" cy="240812"/>
                </a:xfrm>
                <a:prstGeom prst="rect">
                  <a:avLst/>
                </a:prstGeom>
              </p:spPr>
            </p:pic>
          </p:grpSp>
          <p:sp>
            <p:nvSpPr>
              <p:cNvPr id="106" name="楕円 105">
                <a:extLst>
                  <a:ext uri="{FF2B5EF4-FFF2-40B4-BE49-F238E27FC236}">
                    <ns2:creationId id="{ECC64F7D-294F-F64F-9759-6B5682362E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115272" y="4145451"/>
                <a:ext cx="216000" cy="216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5</a:t>
                </a:r>
                <a:endParaRPr kumimoji="1" lang="ja-JP" alt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9" name="グループ化 148">
              <a:extLst>
                <a:ext uri="{FF2B5EF4-FFF2-40B4-BE49-F238E27FC236}">
                  <ns2:creationId id="{DFD055AE-925C-AAB0-631F-E88EED1596D4}"/>
                </a:ext>
              </a:extLst>
            </p:cNvPr>
            <p:cNvGrpSpPr/>
            <p:nvPr/>
          </p:nvGrpSpPr>
          <p:grpSpPr>
            <a:xfrm>
              <a:off x="7604564" y="3106374"/>
              <a:ext cx="1889863" cy="2001279"/>
              <a:chOff x="7748671" y="3157174"/>
              <a:chExt cx="1889863" cy="2001279"/>
            </a:xfrm>
          </p:grpSpPr>
          <p:grpSp>
            <p:nvGrpSpPr>
              <p:cNvPr id="19" name="グループ化 18">
                <a:extLst>
                  <a:ext uri="{FF2B5EF4-FFF2-40B4-BE49-F238E27FC236}">
                    <ns2:creationId id="{A305A9B6-5E13-D820-57ED-194692D8A489}"/>
                  </a:ext>
                </a:extLst>
              </p:cNvPr>
              <p:cNvGrpSpPr/>
              <p:nvPr/>
            </p:nvGrpSpPr>
            <p:grpSpPr>
              <a:xfrm>
                <a:off x="8196011" y="4905918"/>
                <a:ext cx="1216800" cy="252535"/>
                <a:chOff x="8037860" y="4905918"/>
                <a:chExt cx="1551004" cy="252535"/>
              </a:xfrm>
            </p:grpSpPr>
            <p:sp>
              <p:nvSpPr>
                <p:cNvPr id="84" name="フリーフォーム 129">
                  <a:extLst>
                    <a:ext uri="{FF2B5EF4-FFF2-40B4-BE49-F238E27FC236}">
                      <ns2:creationId id="{8431972A-CA41-E8B0-76D8-86676C022362}"/>
                    </a:ext>
                  </a:extLst>
                </p:cNvPr>
                <p:cNvSpPr/>
                <p:nvPr/>
              </p:nvSpPr>
              <p:spPr>
                <a:xfrm>
                  <a:off x="8826806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en-US" altLang="ja-JP" sz="11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5" name="フリーフォーム 130">
                  <a:extLst>
                    <a:ext uri="{FF2B5EF4-FFF2-40B4-BE49-F238E27FC236}">
                      <ns2:creationId id="{761C57EA-554C-7E2F-92A8-CE80D3096C2A}"/>
                    </a:ext>
                  </a:extLst>
                </p:cNvPr>
                <p:cNvSpPr/>
                <p:nvPr/>
              </p:nvSpPr>
              <p:spPr>
                <a:xfrm>
                  <a:off x="8037860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sp>
            <p:nvSpPr>
              <p:cNvPr id="26" name="正方形/長方形 25">
                <a:extLst>
                  <a:ext uri="{FF2B5EF4-FFF2-40B4-BE49-F238E27FC236}">
                    <ns2:creationId id="{47920E12-B806-010B-C59B-3A61245E869C}"/>
                  </a:ext>
                </a:extLst>
              </p:cNvPr>
              <p:cNvSpPr/>
              <p:nvPr/>
            </p:nvSpPr>
            <p:spPr>
              <a:xfrm>
                <a:off x="8218339" y="3157174"/>
                <a:ext cx="1194472" cy="23977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rIns="36000" rtlCol="0" anchor="ctr"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111" name="グループ化 110">
                <a:extLst>
                  <a:ext uri="{FF2B5EF4-FFF2-40B4-BE49-F238E27FC236}">
                    <ns2:creationId id="{EA7C82B6-3AEC-FA84-4FA5-1E7D849478BE}"/>
                  </a:ext>
                </a:extLst>
              </p:cNvPr>
              <p:cNvGrpSpPr/>
              <p:nvPr/>
            </p:nvGrpSpPr>
            <p:grpSpPr>
              <a:xfrm>
                <a:off x="7748671" y="3396950"/>
                <a:ext cx="1889863" cy="1505486"/>
                <a:chOff x="7748671" y="3396950"/>
                <a:chExt cx="1889863" cy="1505486"/>
              </a:xfrm>
            </p:grpSpPr>
            <p:cxnSp>
              <p:nvCxnSpPr>
                <p:cNvPr id="297" name="直線矢印コネクタ 296">
                  <a:extLst>
                    <a:ext uri="{FF2B5EF4-FFF2-40B4-BE49-F238E27FC236}">
                      <ns2:creationId id="{DF461DA4-1DEC-115B-5A9F-07028B8A91F9}"/>
                    </a:ext>
                  </a:extLst>
                </p:cNvPr>
                <p:cNvCxnSpPr>
                  <a:cxnSpLocks/>
                  <a:stCxn id="201" idx="2"/>
                  <a:endCxn id="298" idx="4"/>
                </p:cNvCxnSpPr>
                <p:nvPr/>
              </p:nvCxnSpPr>
              <p:spPr>
                <a:xfrm rot="10800000">
                  <a:off x="8015477" y="4328118"/>
                  <a:ext cx="294781" cy="141960"/>
                </a:xfrm>
                <a:prstGeom prst="bentConnector3">
                  <a:avLst>
                    <a:gd name="adj1" fmla="val 50000"/>
                  </a:avLst>
                </a:prstGeom>
                <a:ln w="12700">
                  <a:solidFill>
                    <a:srgbClr val="008000"/>
                  </a:solidFill>
                  <a:prstDash val="solid"/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8" name="フローチャート: 磁気ディスク 297">
                  <a:extLst>
                    <a:ext uri="{FF2B5EF4-FFF2-40B4-BE49-F238E27FC236}">
                      <ns2:creationId id="{D63989F5-FB30-B3CA-2071-A3D33A4D1750}"/>
                    </a:ext>
                  </a:extLst>
                </p:cNvPr>
                <p:cNvSpPr/>
                <p:nvPr/>
              </p:nvSpPr>
              <p:spPr>
                <a:xfrm>
                  <a:off x="7766285" y="4231523"/>
                  <a:ext cx="249191" cy="193190"/>
                </a:xfrm>
                <a:prstGeom prst="flowChartMagneticDisk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54000" rIns="0" rtlCol="0" anchor="ctr"/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ea"/>
                    </a:rPr>
                    <a:t>SAP</a:t>
                  </a:r>
                  <a:endParaRPr kumimoji="1" lang="ja-JP" altLang="en-US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endParaRPr>
                </a:p>
              </p:txBody>
            </p:sp>
            <p:sp>
              <p:nvSpPr>
                <p:cNvPr id="299" name="フローチャート: 磁気ディスク 298">
                  <a:extLst>
                    <a:ext uri="{FF2B5EF4-FFF2-40B4-BE49-F238E27FC236}">
                      <ns2:creationId id="{CC159DA7-F64E-7301-A8BA-017FE445C8AE}"/>
                    </a:ext>
                  </a:extLst>
                </p:cNvPr>
                <p:cNvSpPr/>
                <p:nvPr/>
              </p:nvSpPr>
              <p:spPr>
                <a:xfrm>
                  <a:off x="7766285" y="4468035"/>
                  <a:ext cx="249191" cy="193190"/>
                </a:xfrm>
                <a:prstGeom prst="flowChartMagneticDisk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ja-JP" altLang="en-US" sz="11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ea"/>
                    </a:rPr>
                    <a:t>・・・</a:t>
                  </a:r>
                  <a:endParaRPr kumimoji="1" lang="ja-JP" altLang="en-US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endParaRPr>
                </a:p>
              </p:txBody>
            </p:sp>
            <p:cxnSp>
              <p:nvCxnSpPr>
                <p:cNvPr id="300" name="直線矢印コネクタ 299">
                  <a:extLst>
                    <a:ext uri="{FF2B5EF4-FFF2-40B4-BE49-F238E27FC236}">
                      <ns2:creationId id="{54885D75-3E36-6380-F58A-750B519E6923}"/>
                    </a:ext>
                  </a:extLst>
                </p:cNvPr>
                <p:cNvCxnSpPr>
                  <a:cxnSpLocks/>
                  <a:stCxn id="201" idx="2"/>
                  <a:endCxn id="299" idx="4"/>
                </p:cNvCxnSpPr>
                <p:nvPr/>
              </p:nvCxnSpPr>
              <p:spPr>
                <a:xfrm rot="10800000" flipV="1">
                  <a:off x="8015477" y="4470075"/>
                  <a:ext cx="294780" cy="94554"/>
                </a:xfrm>
                <a:prstGeom prst="bentConnector3">
                  <a:avLst>
                    <a:gd name="adj1" fmla="val 50000"/>
                  </a:avLst>
                </a:prstGeom>
                <a:ln w="12700">
                  <a:solidFill>
                    <a:srgbClr val="008000"/>
                  </a:solidFill>
                  <a:prstDash val="solid"/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図 50">
                  <a:extLst>
                    <a:ext uri="{FF2B5EF4-FFF2-40B4-BE49-F238E27FC236}">
                      <ns2:creationId id="{B41098B5-FC0E-96A2-1BA9-12A138BDDE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179341" y="4642500"/>
                  <a:ext cx="216465" cy="180000"/>
                </a:xfrm>
                <a:prstGeom prst="rect">
                  <a:avLst/>
                </a:prstGeom>
              </p:spPr>
            </p:pic>
            <p:grpSp>
              <p:nvGrpSpPr>
                <p:cNvPr id="108" name="グループ化 107">
                  <a:extLst>
                    <a:ext uri="{FF2B5EF4-FFF2-40B4-BE49-F238E27FC236}">
                      <ns2:creationId id="{BE4E7A48-7750-6AF0-C3B2-7164681816F9}"/>
                    </a:ext>
                  </a:extLst>
                </p:cNvPr>
                <p:cNvGrpSpPr/>
                <p:nvPr/>
              </p:nvGrpSpPr>
              <p:grpSpPr>
                <a:xfrm>
                  <a:off x="8493338" y="4145451"/>
                  <a:ext cx="624839" cy="756985"/>
                  <a:chOff x="8493338" y="4051882"/>
                  <a:chExt cx="624839" cy="854036"/>
                </a:xfrm>
              </p:grpSpPr>
              <p:cxnSp>
                <p:nvCxnSpPr>
                  <p:cNvPr id="327" name="直線矢印コネクタ 326">
                    <a:extLst>
                      <a:ext uri="{FF2B5EF4-FFF2-40B4-BE49-F238E27FC236}">
                        <ns2:creationId id="{06D50BF5-D281-D96A-16C4-9C59B1EF418E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8493338" y="4051882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rgbClr val="008000"/>
                    </a:solidFill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直線矢印コネクタ 327">
                    <a:extLst>
                      <a:ext uri="{FF2B5EF4-FFF2-40B4-BE49-F238E27FC236}">
                        <ns2:creationId id="{DB060185-A91B-5DB1-D16D-8027AE2B4F10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9118177" y="4051882"/>
                    <a:ext cx="0" cy="854036"/>
                  </a:xfrm>
                  <a:prstGeom prst="straightConnector1">
                    <a:avLst/>
                  </a:prstGeom>
                  <a:ln w="12700">
                    <a:solidFill>
                      <a:srgbClr val="008000"/>
                    </a:solidFill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01" name="フローチャート: 磁気ディスク 200">
                  <a:extLst>
                    <a:ext uri="{FF2B5EF4-FFF2-40B4-BE49-F238E27FC236}">
                      <ns2:creationId id="{E8A03E73-2A53-CEB8-1DE4-DEA5566059D4}"/>
                    </a:ext>
                  </a:extLst>
                </p:cNvPr>
                <p:cNvSpPr/>
                <p:nvPr/>
              </p:nvSpPr>
              <p:spPr>
                <a:xfrm>
                  <a:off x="8310257" y="4327564"/>
                  <a:ext cx="1066331" cy="285027"/>
                </a:xfrm>
                <a:prstGeom prst="flowChartMagneticDisk">
                  <a:avLst/>
                </a:prstGeom>
                <a:solidFill>
                  <a:srgbClr val="008000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800" dirty="0"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329" name="図 328">
                  <a:extLst>
                    <a:ext uri="{FF2B5EF4-FFF2-40B4-BE49-F238E27FC236}">
                      <ns2:creationId id="{D97C97C7-D8EE-9DAD-9E0B-2DBE76A083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45924" y="4642500"/>
                  <a:ext cx="216465" cy="180000"/>
                </a:xfrm>
                <a:prstGeom prst="rect">
                  <a:avLst/>
                </a:prstGeom>
              </p:spPr>
            </p:pic>
            <p:grpSp>
              <p:nvGrpSpPr>
                <p:cNvPr id="88" name="グループ化 87">
                  <a:extLst>
                    <a:ext uri="{FF2B5EF4-FFF2-40B4-BE49-F238E27FC236}">
                      <ns2:creationId id="{A1649455-B444-CF33-1AD5-EE7D9D8A99D4}"/>
                    </a:ext>
                  </a:extLst>
                </p:cNvPr>
                <p:cNvGrpSpPr/>
                <p:nvPr/>
              </p:nvGrpSpPr>
              <p:grpSpPr>
                <a:xfrm>
                  <a:off x="8680585" y="3396950"/>
                  <a:ext cx="328226" cy="480454"/>
                  <a:chOff x="8680583" y="3326044"/>
                  <a:chExt cx="328226" cy="499794"/>
                </a:xfrm>
              </p:grpSpPr>
              <p:cxnSp>
                <p:nvCxnSpPr>
                  <p:cNvPr id="295" name="直線矢印コネクタ 294">
                    <a:extLst>
                      <a:ext uri="{FF2B5EF4-FFF2-40B4-BE49-F238E27FC236}">
                        <ns2:creationId id="{748BDB47-26B9-90EF-48CB-3869850321D6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8680583" y="3326044"/>
                    <a:ext cx="0" cy="499794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dash"/>
                    <a:headEnd type="triangle"/>
                    <a:tailEnd type="non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直線矢印コネクタ 329">
                    <a:extLst>
                      <a:ext uri="{FF2B5EF4-FFF2-40B4-BE49-F238E27FC236}">
                        <ns2:creationId id="{C5947EE5-9656-7BE3-6469-77C43758ABFC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9008809" y="3326044"/>
                    <a:ext cx="0" cy="499794"/>
                  </a:xfrm>
                  <a:prstGeom prst="straightConnector1">
                    <a:avLst/>
                  </a:prstGeom>
                  <a:ln w="12700">
                    <a:solidFill>
                      <a:schemeClr val="accent6">
                        <a:lumMod val="40000"/>
                        <a:lumOff val="60000"/>
                      </a:schemeClr>
                    </a:solidFill>
                    <a:prstDash val="dash"/>
                    <a:headEnd type="non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377" name="図 376">
                  <a:extLst>
                    <a:ext uri="{FF2B5EF4-FFF2-40B4-BE49-F238E27FC236}">
                      <ns2:creationId id="{5FE7CB39-6A93-4548-ABA3-97A98B741C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48460" y="3510056"/>
                  <a:ext cx="174820" cy="254243"/>
                </a:xfrm>
                <a:prstGeom prst="rect">
                  <a:avLst/>
                </a:prstGeom>
              </p:spPr>
            </p:pic>
            <p:sp>
              <p:nvSpPr>
                <p:cNvPr id="145" name="正方形/長方形 144">
                  <a:extLst>
                    <a:ext uri="{FF2B5EF4-FFF2-40B4-BE49-F238E27FC236}">
                      <ns2:creationId id="{9144681B-3548-169E-D65A-66D80899D837}"/>
                    </a:ext>
                  </a:extLst>
                </p:cNvPr>
                <p:cNvSpPr/>
                <p:nvPr/>
              </p:nvSpPr>
              <p:spPr>
                <a:xfrm>
                  <a:off x="7748671" y="4131664"/>
                  <a:ext cx="1889863" cy="77077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latin typeface="+mn-ea"/>
                  </a:endParaRPr>
                </a:p>
              </p:txBody>
            </p:sp>
            <p:grpSp>
              <p:nvGrpSpPr>
                <p:cNvPr id="49" name="グループ化 48">
                  <a:extLst>
                    <a:ext uri="{FF2B5EF4-FFF2-40B4-BE49-F238E27FC236}">
                      <ns2:creationId id="{F0B847CD-FDFE-A1DA-3935-7693F8107ED9}"/>
                    </a:ext>
                  </a:extLst>
                </p:cNvPr>
                <p:cNvGrpSpPr/>
                <p:nvPr/>
              </p:nvGrpSpPr>
              <p:grpSpPr>
                <a:xfrm>
                  <a:off x="8218339" y="3923124"/>
                  <a:ext cx="1194472" cy="174478"/>
                  <a:chOff x="8218339" y="3877404"/>
                  <a:chExt cx="1194472" cy="174478"/>
                </a:xfrm>
              </p:grpSpPr>
              <p:sp>
                <p:nvSpPr>
                  <p:cNvPr id="391" name="正方形/長方形 390">
                    <a:extLst>
                      <a:ext uri="{FF2B5EF4-FFF2-40B4-BE49-F238E27FC236}">
                        <ns2:creationId id="{F6612DC9-5B86-0600-4297-05F52C9A05F4}"/>
                      </a:ext>
                    </a:extLst>
                  </p:cNvPr>
                  <p:cNvSpPr/>
                  <p:nvPr/>
                </p:nvSpPr>
                <p:spPr>
                  <a:xfrm>
                    <a:off x="8218339" y="3877404"/>
                    <a:ext cx="859933" cy="17447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  <a:prstDash val="soli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rIns="36000" rtlCol="0" anchor="ctr"/>
                  <a:lstStyle/>
                  <a:p>
                    <a:pPr algn="ctr"/>
                    <a:r>
                      <a:rPr lang="ja-JP" altLang="en-US" sz="10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050" dirty="0">
                        <a:solidFill>
                          <a:schemeClr val="tx1"/>
                        </a:solidFill>
                        <a:latin typeface="+mn-ea"/>
                      </a:rPr>
                      <a:t>/ </a:t>
                    </a:r>
                    <a:r>
                      <a:rPr lang="ja-JP" altLang="en-US" sz="10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0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402" name="正方形/長方形 401">
                    <a:extLst>
                      <a:ext uri="{FF2B5EF4-FFF2-40B4-BE49-F238E27FC236}">
                        <ns2:creationId id="{D04BCD47-FBD9-34A1-7610-B8058A169258}"/>
                      </a:ext>
                    </a:extLst>
                  </p:cNvPr>
                  <p:cNvSpPr/>
                  <p:nvPr/>
                </p:nvSpPr>
                <p:spPr>
                  <a:xfrm>
                    <a:off x="9103250" y="3877404"/>
                    <a:ext cx="309561" cy="17447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  <a:prstDash val="soli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rIns="36000" rtlCol="0" anchor="ctr"/>
                  <a:lstStyle/>
                  <a:p>
                    <a:pPr algn="ctr"/>
                    <a:r>
                      <a:rPr kumimoji="1" lang="ja-JP" altLang="en-US" sz="1050" dirty="0">
                        <a:solidFill>
                          <a:schemeClr val="tx1"/>
                        </a:solidFill>
                        <a:latin typeface="+mn-ea"/>
                      </a:rPr>
                      <a:t>・・・</a:t>
                    </a:r>
                  </a:p>
                </p:txBody>
              </p:sp>
            </p:grpSp>
            <p:sp>
              <p:nvSpPr>
                <p:cNvPr id="109" name="楕円 108">
                  <a:extLst>
                    <a:ext uri="{FF2B5EF4-FFF2-40B4-BE49-F238E27FC236}">
                      <ns2:creationId id="{3A134275-29BB-0E31-E515-698538E2569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255278" y="3484850"/>
                  <a:ext cx="216000" cy="216000"/>
                </a:xfrm>
                <a:prstGeom prst="ellipse">
                  <a:avLst/>
                </a:prstGeom>
                <a:solidFill>
                  <a:srgbClr val="C00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6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10" name="楕円 109">
                  <a:extLst>
                    <a:ext uri="{FF2B5EF4-FFF2-40B4-BE49-F238E27FC236}">
                      <ns2:creationId id="{D7EB140A-D322-11E6-03A9-72DE6A845F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76706" y="4144345"/>
                  <a:ext cx="216000" cy="216000"/>
                </a:xfrm>
                <a:prstGeom prst="ellipse">
                  <a:avLst/>
                </a:prstGeom>
                <a:solidFill>
                  <a:srgbClr val="C00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7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8" name="グループ化 147">
              <a:extLst>
                <a:ext uri="{FF2B5EF4-FFF2-40B4-BE49-F238E27FC236}">
                  <ns2:creationId id="{DECF22A2-C4EE-9D5C-35AA-869E60026551}"/>
                </a:ext>
              </a:extLst>
            </p:cNvPr>
            <p:cNvGrpSpPr/>
            <p:nvPr/>
          </p:nvGrpSpPr>
          <p:grpSpPr>
            <a:xfrm>
              <a:off x="9875937" y="3106374"/>
              <a:ext cx="1774039" cy="2001279"/>
              <a:chOff x="10077955" y="3157174"/>
              <a:chExt cx="1774039" cy="2001279"/>
            </a:xfrm>
          </p:grpSpPr>
          <p:grpSp>
            <p:nvGrpSpPr>
              <p:cNvPr id="20" name="グループ化 19">
                <a:extLst>
                  <a:ext uri="{FF2B5EF4-FFF2-40B4-BE49-F238E27FC236}">
                    <ns2:creationId id="{B66A4F9F-298B-8FA0-4643-1E297D9DAF86}"/>
                  </a:ext>
                </a:extLst>
              </p:cNvPr>
              <p:cNvGrpSpPr/>
              <p:nvPr/>
            </p:nvGrpSpPr>
            <p:grpSpPr>
              <a:xfrm>
                <a:off x="10521630" y="4905918"/>
                <a:ext cx="1216800" cy="252535"/>
                <a:chOff x="10167639" y="4905918"/>
                <a:chExt cx="1551004" cy="252535"/>
              </a:xfrm>
            </p:grpSpPr>
            <p:sp>
              <p:nvSpPr>
                <p:cNvPr id="94" name="フリーフォーム 129">
                  <a:extLst>
                    <a:ext uri="{FF2B5EF4-FFF2-40B4-BE49-F238E27FC236}">
                      <ns2:creationId id="{A7D24F12-E083-4E7A-612B-919FB864B24A}"/>
                    </a:ext>
                  </a:extLst>
                </p:cNvPr>
                <p:cNvSpPr/>
                <p:nvPr/>
              </p:nvSpPr>
              <p:spPr>
                <a:xfrm>
                  <a:off x="10956585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en-US" altLang="ja-JP" sz="11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5" name="フリーフォーム 130">
                  <a:extLst>
                    <a:ext uri="{FF2B5EF4-FFF2-40B4-BE49-F238E27FC236}">
                      <ns2:creationId id="{8BDA022F-814A-5227-7E35-391FC978A808}"/>
                    </a:ext>
                  </a:extLst>
                </p:cNvPr>
                <p:cNvSpPr/>
                <p:nvPr/>
              </p:nvSpPr>
              <p:spPr>
                <a:xfrm>
                  <a:off x="10167639" y="4905918"/>
                  <a:ext cx="762058" cy="25253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tIns="46800" rIns="90000" rtlCol="0" anchor="b"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sp>
            <p:nvSpPr>
              <p:cNvPr id="27" name="正方形/長方形 26">
                <a:extLst>
                  <a:ext uri="{FF2B5EF4-FFF2-40B4-BE49-F238E27FC236}">
                    <ns2:creationId id="{EF658044-CDFE-07E6-526F-9235AB976034}"/>
                  </a:ext>
                </a:extLst>
              </p:cNvPr>
              <p:cNvSpPr/>
              <p:nvPr/>
            </p:nvSpPr>
            <p:spPr>
              <a:xfrm>
                <a:off x="10543959" y="3157174"/>
                <a:ext cx="1194471" cy="23977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rIns="36000" rtlCol="0" anchor="ctr">
                <a:noAutofit/>
              </a:bodyPr>
              <a:lstStyle/>
              <a:p>
                <a:pPr algn="ctr"/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113" name="直線矢印コネクタ 296">
                <a:extLst>
                  <a:ext uri="{FF2B5EF4-FFF2-40B4-BE49-F238E27FC236}">
                    <ns2:creationId id="{2B8BDE93-5307-61CA-AB36-1BCBFEDAB1A1}"/>
                  </a:ext>
                </a:extLst>
              </p:cNvPr>
              <p:cNvCxnSpPr>
                <a:cxnSpLocks/>
                <a:stCxn id="119" idx="2"/>
                <a:endCxn id="114" idx="4"/>
              </p:cNvCxnSpPr>
              <p:nvPr/>
            </p:nvCxnSpPr>
            <p:spPr>
              <a:xfrm rot="10800000">
                <a:off x="10344761" y="4328118"/>
                <a:ext cx="294781" cy="141960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rgbClr val="008000"/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フローチャート: 磁気ディスク 113">
                <a:extLst>
                  <a:ext uri="{FF2B5EF4-FFF2-40B4-BE49-F238E27FC236}">
                    <ns2:creationId id="{69C84954-C068-B519-BB08-479DB3F2A8CB}"/>
                  </a:ext>
                </a:extLst>
              </p:cNvPr>
              <p:cNvSpPr/>
              <p:nvPr/>
            </p:nvSpPr>
            <p:spPr>
              <a:xfrm>
                <a:off x="10095569" y="4231523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54000" rIns="0" rtlCol="0" anchor="ctr"/>
              <a:lstStyle/>
              <a:p>
                <a:pPr algn="ctr"/>
                <a:r>
                  <a:rPr kumimoji="1" lang="en-US" altLang="ja-JP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SAP</a:t>
                </a:r>
                <a:endParaRPr kumimoji="1" lang="ja-JP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15" name="フローチャート: 磁気ディスク 114">
                <a:extLst>
                  <a:ext uri="{FF2B5EF4-FFF2-40B4-BE49-F238E27FC236}">
                    <ns2:creationId id="{B1FA9B3C-771E-7097-2D56-B58CFBD09277}"/>
                  </a:ext>
                </a:extLst>
              </p:cNvPr>
              <p:cNvSpPr/>
              <p:nvPr/>
            </p:nvSpPr>
            <p:spPr>
              <a:xfrm>
                <a:off x="10095569" y="4468035"/>
                <a:ext cx="249191" cy="193190"/>
              </a:xfrm>
              <a:prstGeom prst="flowChartMagneticDisk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</a:rPr>
                  <a:t>・・・</a:t>
                </a:r>
                <a:endParaRPr kumimoji="1" lang="ja-JP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endParaRPr>
              </a:p>
            </p:txBody>
          </p:sp>
          <p:cxnSp>
            <p:nvCxnSpPr>
              <p:cNvPr id="116" name="直線矢印コネクタ 299">
                <a:extLst>
                  <a:ext uri="{FF2B5EF4-FFF2-40B4-BE49-F238E27FC236}">
                    <ns2:creationId id="{FA59D829-153D-054F-DB03-1302324255F9}"/>
                  </a:ext>
                </a:extLst>
              </p:cNvPr>
              <p:cNvCxnSpPr>
                <a:cxnSpLocks/>
                <a:stCxn id="119" idx="2"/>
                <a:endCxn id="115" idx="4"/>
              </p:cNvCxnSpPr>
              <p:nvPr/>
            </p:nvCxnSpPr>
            <p:spPr>
              <a:xfrm rot="10800000" flipV="1">
                <a:off x="10344761" y="4470075"/>
                <a:ext cx="294780" cy="94554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rgbClr val="008000"/>
                </a:solidFill>
                <a:prstDash val="solid"/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7" name="図 116">
                <a:extLst>
                  <a:ext uri="{FF2B5EF4-FFF2-40B4-BE49-F238E27FC236}">
                    <ns2:creationId id="{6D6C4F70-6B3F-DDF2-5B42-EC261347FD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508625" y="4642500"/>
                <a:ext cx="216465" cy="180000"/>
              </a:xfrm>
              <a:prstGeom prst="rect">
                <a:avLst/>
              </a:prstGeom>
            </p:spPr>
          </p:pic>
          <p:grpSp>
            <p:nvGrpSpPr>
              <p:cNvPr id="118" name="グループ化 117">
                <a:extLst>
                  <a:ext uri="{FF2B5EF4-FFF2-40B4-BE49-F238E27FC236}">
                    <ns2:creationId id="{6C6228E0-5A27-AA4B-B4CE-A3FFBC802026}"/>
                  </a:ext>
                </a:extLst>
              </p:cNvPr>
              <p:cNvGrpSpPr/>
              <p:nvPr/>
            </p:nvGrpSpPr>
            <p:grpSpPr>
              <a:xfrm>
                <a:off x="10822622" y="3396951"/>
                <a:ext cx="624839" cy="1505486"/>
                <a:chOff x="8493338" y="4051882"/>
                <a:chExt cx="624839" cy="854036"/>
              </a:xfrm>
            </p:grpSpPr>
            <p:cxnSp>
              <p:nvCxnSpPr>
                <p:cNvPr id="140" name="直線矢印コネクタ 139">
                  <a:extLst>
                    <a:ext uri="{FF2B5EF4-FFF2-40B4-BE49-F238E27FC236}">
                      <ns2:creationId id="{703D9FD0-4D97-DB77-2745-A2CBD8BB3ECB}"/>
                    </a:ext>
                  </a:extLst>
                </p:cNvPr>
                <p:cNvCxnSpPr/>
                <p:nvPr/>
              </p:nvCxnSpPr>
              <p:spPr>
                <a:xfrm flipV="1">
                  <a:off x="8493338" y="4051882"/>
                  <a:ext cx="0" cy="854036"/>
                </a:xfrm>
                <a:prstGeom prst="straightConnector1">
                  <a:avLst/>
                </a:prstGeom>
                <a:ln w="12700">
                  <a:solidFill>
                    <a:srgbClr val="008000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線矢印コネクタ 140">
                  <a:extLst>
                    <a:ext uri="{FF2B5EF4-FFF2-40B4-BE49-F238E27FC236}">
                      <ns2:creationId id="{3434357D-67B1-BA20-4DA0-127E0A1918D3}"/>
                    </a:ext>
                  </a:extLst>
                </p:cNvPr>
                <p:cNvCxnSpPr/>
                <p:nvPr/>
              </p:nvCxnSpPr>
              <p:spPr>
                <a:xfrm flipV="1">
                  <a:off x="9118177" y="4051882"/>
                  <a:ext cx="0" cy="854036"/>
                </a:xfrm>
                <a:prstGeom prst="straightConnector1">
                  <a:avLst/>
                </a:prstGeom>
                <a:ln w="12700">
                  <a:solidFill>
                    <a:srgbClr val="008000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9" name="フローチャート: 磁気ディスク 118">
                <a:extLst>
                  <a:ext uri="{FF2B5EF4-FFF2-40B4-BE49-F238E27FC236}">
                    <ns2:creationId id="{2C635E27-9D29-6CC0-16BE-6ED1132E86C0}"/>
                  </a:ext>
                </a:extLst>
              </p:cNvPr>
              <p:cNvSpPr/>
              <p:nvPr/>
            </p:nvSpPr>
            <p:spPr>
              <a:xfrm>
                <a:off x="10639541" y="4327564"/>
                <a:ext cx="1066331" cy="285027"/>
              </a:xfrm>
              <a:prstGeom prst="flowChartMagneticDisk">
                <a:avLst/>
              </a:prstGeom>
              <a:solidFill>
                <a:srgbClr val="0080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800" dirty="0">
                    <a:latin typeface="+mn-ea"/>
                  </a:rPr>
                  <a:t>XX</a:t>
                </a:r>
              </a:p>
            </p:txBody>
          </p:sp>
          <p:pic>
            <p:nvPicPr>
              <p:cNvPr id="120" name="図 119">
                <a:extLst>
                  <a:ext uri="{FF2B5EF4-FFF2-40B4-BE49-F238E27FC236}">
                    <ns2:creationId id="{31DAF793-7E25-2AF1-0106-30D4EC43E7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1575208" y="4642500"/>
                <a:ext cx="216465" cy="180000"/>
              </a:xfrm>
              <a:prstGeom prst="rect">
                <a:avLst/>
              </a:prstGeom>
            </p:spPr>
          </p:pic>
          <p:sp>
            <p:nvSpPr>
              <p:cNvPr id="127" name="正方形/長方形 126">
                <a:extLst>
                  <a:ext uri="{FF2B5EF4-FFF2-40B4-BE49-F238E27FC236}">
                    <ns2:creationId id="{D95F15C3-2A8A-838F-998F-8664B3C8D14B}"/>
                  </a:ext>
                </a:extLst>
              </p:cNvPr>
              <p:cNvSpPr/>
              <p:nvPr/>
            </p:nvSpPr>
            <p:spPr>
              <a:xfrm>
                <a:off x="10077955" y="3396950"/>
                <a:ext cx="1774039" cy="1505486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grpSp>
            <p:nvGrpSpPr>
              <p:cNvPr id="128" name="グループ化 127">
                <a:extLst>
                  <a:ext uri="{FF2B5EF4-FFF2-40B4-BE49-F238E27FC236}">
                    <ns2:creationId id="{7D5ACF51-340E-AB5B-AC1B-7132F72C8749}"/>
                  </a:ext>
                </a:extLst>
              </p:cNvPr>
              <p:cNvGrpSpPr/>
              <p:nvPr/>
            </p:nvGrpSpPr>
            <p:grpSpPr>
              <a:xfrm>
                <a:off x="10547623" y="3923124"/>
                <a:ext cx="1194472" cy="174478"/>
                <a:chOff x="8218339" y="3877404"/>
                <a:chExt cx="1194472" cy="174478"/>
              </a:xfrm>
            </p:grpSpPr>
            <p:sp>
              <p:nvSpPr>
                <p:cNvPr id="136" name="正方形/長方形 135">
                  <a:extLst>
                    <a:ext uri="{FF2B5EF4-FFF2-40B4-BE49-F238E27FC236}">
                      <ns2:creationId id="{B0B1C0D7-5412-226F-C4B2-284F3CB6099E}"/>
                    </a:ext>
                  </a:extLst>
                </p:cNvPr>
                <p:cNvSpPr/>
                <p:nvPr/>
              </p:nvSpPr>
              <p:spPr>
                <a:xfrm>
                  <a:off x="8218339" y="3877404"/>
                  <a:ext cx="859933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ns2:creationId id="{15E9B8E9-92E1-C2E2-2887-E26BCFE99EAE}"/>
                    </a:ext>
                  </a:extLst>
                </p:cNvPr>
                <p:cNvSpPr/>
                <p:nvPr/>
              </p:nvSpPr>
              <p:spPr>
                <a:xfrm>
                  <a:off x="9103250" y="3877404"/>
                  <a:ext cx="309561" cy="17447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rIns="36000" rtlCol="0" anchor="ctr"/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tx1"/>
                      </a:solidFill>
                      <a:latin typeface="+mn-ea"/>
                    </a:rPr>
                    <a:t>・・・</a:t>
                  </a:r>
                </a:p>
              </p:txBody>
            </p:sp>
          </p:grpSp>
          <p:pic>
            <p:nvPicPr>
              <p:cNvPr id="142" name="図 141">
                <a:extLst>
                  <a:ext uri="{FF2B5EF4-FFF2-40B4-BE49-F238E27FC236}">
                    <ns2:creationId id="{44A0013F-70FF-E9AB-20C1-9A86F7A2D6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1521965" y="3517607"/>
                <a:ext cx="216465" cy="180000"/>
              </a:xfrm>
              <a:prstGeom prst="rect">
                <a:avLst/>
              </a:prstGeom>
            </p:spPr>
          </p:pic>
          <p:sp>
            <p:nvSpPr>
              <p:cNvPr id="143" name="楕円 142">
                <a:extLst>
                  <a:ext uri="{FF2B5EF4-FFF2-40B4-BE49-F238E27FC236}">
                    <ns2:creationId id="{72C83DAB-ACE6-7FB5-3464-180C2889CA1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095569" y="3423595"/>
                <a:ext cx="216000" cy="216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8</a:t>
                </a:r>
              </a:p>
            </p:txBody>
          </p:sp>
        </p:grpSp>
      </p:grpSp>
    </p:spTree>
    <p:extLst>
      <p:ext uri="{BB962C8B-B14F-4D97-AF65-F5344CB8AC3E}">
        <ns5:creationId val="336167585"/>
      </p:ext>
    </p:extLst>
  </p:cSld>
  <p:clrMapOvr>
    <a:masterClrMapping/>
  </p:clrMapOvr>
</p:sld>
</file>

<file path=ppt/slides/slide2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33CAB26-1CCF-4F8A-6641-2ED78858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557D0BD-A182-B483-2457-FE74CDE3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72E9486-D8C7-3911-B2D3-51BD8B4412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ns2:creationId id="{DA9D8C4A-09AA-1B1F-7ED5-280C66C6AF56}"/>
              </a:ext>
            </a:extLst>
          </p:cNvPr>
          <p:cNvSpPr/>
          <p:nvPr/>
        </p:nvSpPr>
        <p:spPr>
          <a:xfrm>
            <a:off x="9247632" y="1341438"/>
            <a:ext cx="2609404" cy="21964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%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ns2:creationId id="{F8273B17-70AD-BD2C-456D-D50BB5152224}"/>
              </a:ext>
            </a:extLst>
          </p:cNvPr>
          <p:cNvGrpSpPr/>
          <p:nvPr/>
        </p:nvGrpSpPr>
        <p:grpSpPr>
          <a:xfrm>
            <a:off x="334964" y="1341438"/>
            <a:ext cx="11522074" cy="4955816"/>
            <a:chOff x="334964" y="1341438"/>
            <a:chExt cx="11522074" cy="4955816"/>
          </a:xfrm>
        </p:grpSpPr>
        <p:grpSp>
          <p:nvGrpSpPr>
            <p:cNvPr id="14" name="グループ化 13">
              <a:extLst>
                <a:ext uri="{FF2B5EF4-FFF2-40B4-BE49-F238E27FC236}">
                  <ns2:creationId id="{EF3D87E7-622B-38DC-4BF8-496F5CAB55AA}"/>
                </a:ext>
              </a:extLst>
            </p:cNvPr>
            <p:cNvGrpSpPr/>
            <p:nvPr/>
          </p:nvGrpSpPr>
          <p:grpSpPr>
            <a:xfrm>
              <a:off x="6096000" y="1628775"/>
              <a:ext cx="5761038" cy="2309019"/>
              <a:chOff x="6096000" y="1628775"/>
              <a:chExt cx="5761038" cy="2309019"/>
            </a:xfrm>
          </p:grpSpPr>
          <p:sp>
            <p:nvSpPr>
              <p:cNvPr id="5" name="四角形: 角を丸くする 4">
                <a:extLst>
                  <a:ext uri="{FF2B5EF4-FFF2-40B4-BE49-F238E27FC236}">
                    <ns2:creationId id="{2D81BDA1-ACB5-6C0B-876D-BFBF60985D63}"/>
                  </a:ext>
                </a:extLst>
              </p:cNvPr>
              <p:cNvSpPr/>
              <p:nvPr/>
            </p:nvSpPr>
            <p:spPr>
              <a:xfrm>
                <a:off x="6096000" y="1628775"/>
                <a:ext cx="5761038" cy="427038"/>
              </a:xfrm>
              <a:prstGeom prst="roundRect">
                <a:avLst/>
              </a:pr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aphicFrame>
            <p:nvGraphicFramePr>
              <p:cNvPr id="31" name="グラフ 30">
                <a:extLst>
                  <a:ext uri="{FF2B5EF4-FFF2-40B4-BE49-F238E27FC236}">
                    <ns2:creationId id="{E461743B-98D6-7158-7D47-19F0C0EDAB14}"/>
                  </a:ext>
                </a:extLst>
              </p:cNvPr>
              <p:cNvGraphicFramePr/>
              <p:nvPr/>
            </p:nvGraphicFramePr>
            <p:xfrm>
              <a:off x="6483135" y="2055813"/>
              <a:ext cx="5373903" cy="1697037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32" name="フローチャート: 組合せ 31">
                <a:extLst>
                  <a:ext uri="{FF2B5EF4-FFF2-40B4-BE49-F238E27FC236}">
                    <ns2:creationId id="{365E8975-BAAC-A0FD-6CB9-FD9C69939E39}"/>
                  </a:ext>
                </a:extLst>
              </p:cNvPr>
              <p:cNvSpPr/>
              <p:nvPr/>
            </p:nvSpPr>
            <p:spPr>
              <a:xfrm>
                <a:off x="6156542" y="2219325"/>
                <a:ext cx="236536" cy="1200149"/>
              </a:xfrm>
              <a:prstGeom prst="flowChartMerge">
                <a:avLst/>
              </a:pr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フローチャート: 組合せ 32">
                <a:extLst>
                  <a:ext uri="{FF2B5EF4-FFF2-40B4-BE49-F238E27FC236}">
                    <ns2:creationId id="{F7E707E4-FB9F-5FDD-266D-FE04503D5ABC}"/>
                  </a:ext>
                </a:extLst>
              </p:cNvPr>
              <p:cNvSpPr/>
              <p:nvPr/>
            </p:nvSpPr>
            <p:spPr>
              <a:xfrm rot="5400000">
                <a:off x="9224060" y="1541354"/>
                <a:ext cx="236536" cy="4556343"/>
              </a:xfrm>
              <a:prstGeom prst="flowChartMerge">
                <a:avLst/>
              </a:pr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0" name="グラフィックス 59" descr="オフィス ワーカー (男性) 単色塗りつぶし">
                <a:extLst>
                  <a:ext uri="{FF2B5EF4-FFF2-40B4-BE49-F238E27FC236}">
                    <ns2:creationId id="{61E1AE29-2A55-90F9-11F7-97153437CF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3"/>
                  </a:ext>
                </a:extLst>
              </a:blip>
              <a:srcRect/>
              <a:stretch/>
            </p:blipFill>
            <p:spPr>
              <a:xfrm>
                <a:off x="6168910" y="169829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ns2:creationId id="{F53A7FB6-0AEA-5018-A728-E5DC5AB7423F}"/>
                </a:ext>
              </a:extLst>
            </p:cNvPr>
            <p:cNvGrpSpPr/>
            <p:nvPr/>
          </p:nvGrpSpPr>
          <p:grpSpPr>
            <a:xfrm>
              <a:off x="6096000" y="3984048"/>
              <a:ext cx="5761038" cy="2313206"/>
              <a:chOff x="6096000" y="3984048"/>
              <a:chExt cx="5761038" cy="2313206"/>
            </a:xfrm>
          </p:grpSpPr>
          <p:sp>
            <p:nvSpPr>
              <p:cNvPr id="6" name="四角形: 角を丸くする 5">
                <a:extLst>
                  <a:ext uri="{FF2B5EF4-FFF2-40B4-BE49-F238E27FC236}">
                    <ns2:creationId id="{3F5ECD4A-D3A1-446C-2CF1-02207C74AA5E}"/>
                  </a:ext>
                </a:extLst>
              </p:cNvPr>
              <p:cNvSpPr/>
              <p:nvPr/>
            </p:nvSpPr>
            <p:spPr>
              <a:xfrm>
                <a:off x="6096000" y="3984048"/>
                <a:ext cx="5761038" cy="427038"/>
              </a:xfrm>
              <a:prstGeom prst="roundRect">
                <a:avLst/>
              </a:pr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" name="フローチャート: 組合せ 37">
                <a:extLst>
                  <a:ext uri="{FF2B5EF4-FFF2-40B4-BE49-F238E27FC236}">
                    <ns2:creationId id="{98CEBC7C-05E2-DBB8-02CE-E73722074D05}"/>
                  </a:ext>
                </a:extLst>
              </p:cNvPr>
              <p:cNvSpPr/>
              <p:nvPr/>
            </p:nvSpPr>
            <p:spPr>
              <a:xfrm>
                <a:off x="6156542" y="4578785"/>
                <a:ext cx="236536" cy="1200149"/>
              </a:xfrm>
              <a:prstGeom prst="flowChartMerge">
                <a:avLst/>
              </a:pr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フローチャート: 組合せ 38">
                <a:extLst>
                  <a:ext uri="{FF2B5EF4-FFF2-40B4-BE49-F238E27FC236}">
                    <ns2:creationId id="{EBD88762-6F71-673C-30D3-DD61691B2D53}"/>
                  </a:ext>
                </a:extLst>
              </p:cNvPr>
              <p:cNvSpPr/>
              <p:nvPr/>
            </p:nvSpPr>
            <p:spPr>
              <a:xfrm rot="5400000">
                <a:off x="9224060" y="3900814"/>
                <a:ext cx="236536" cy="4556343"/>
              </a:xfrm>
              <a:prstGeom prst="flowChartMerge">
                <a:avLst/>
              </a:pr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aphicFrame>
            <p:nvGraphicFramePr>
              <p:cNvPr id="42" name="グラフ 41">
                <a:extLst>
                  <a:ext uri="{FF2B5EF4-FFF2-40B4-BE49-F238E27FC236}">
                    <ns2:creationId id="{6C8DE205-8D77-7E57-5AB8-BA2543E53365}"/>
                  </a:ext>
                </a:extLst>
              </p:cNvPr>
              <p:cNvGraphicFramePr/>
              <p:nvPr/>
            </p:nvGraphicFramePr>
            <p:xfrm>
              <a:off x="6399862" y="4411086"/>
              <a:ext cx="5457174" cy="1727247"/>
            </p:xfrm>
            <a:graphic>
              <a:graphicData uri="http://schemas.openxmlformats.org/drawingml/2006/chart">
                <ns3:chart r:id="rId4"/>
              </a:graphicData>
            </a:graphic>
          </p:graphicFrame>
          <p:sp>
            <p:nvSpPr>
              <p:cNvPr id="43" name="吹き出し: 線 42">
                <a:extLst>
                  <a:ext uri="{FF2B5EF4-FFF2-40B4-BE49-F238E27FC236}">
                    <ns2:creationId id="{29BBC8A0-8CFD-C8B2-C531-3A11D63E69EC}"/>
                  </a:ext>
                </a:extLst>
              </p:cNvPr>
              <p:cNvSpPr/>
              <p:nvPr/>
            </p:nvSpPr>
            <p:spPr>
              <a:xfrm>
                <a:off x="11251407" y="4825597"/>
                <a:ext cx="361950" cy="190500"/>
              </a:xfrm>
              <a:prstGeom prst="borderCallout1">
                <a:avLst>
                  <a:gd name="adj1" fmla="val 46955"/>
                  <a:gd name="adj2" fmla="val -438"/>
                  <a:gd name="adj3" fmla="val 116250"/>
                  <a:gd name="adj4" fmla="val -3438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SCM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吹き出し: 線 43">
                <a:extLst>
                  <a:ext uri="{FF2B5EF4-FFF2-40B4-BE49-F238E27FC236}">
                    <ns2:creationId id="{C399514B-1CF5-B861-DC34-60F74DF3B878}"/>
                  </a:ext>
                </a:extLst>
              </p:cNvPr>
              <p:cNvSpPr/>
              <p:nvPr/>
            </p:nvSpPr>
            <p:spPr>
              <a:xfrm>
                <a:off x="10575565" y="4825597"/>
                <a:ext cx="361950" cy="190500"/>
              </a:xfrm>
              <a:prstGeom prst="borderCallout1">
                <a:avLst>
                  <a:gd name="adj1" fmla="val 46955"/>
                  <a:gd name="adj2" fmla="val -438"/>
                  <a:gd name="adj3" fmla="val 116250"/>
                  <a:gd name="adj4" fmla="val -3438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吹き出し: 線 44">
                <a:extLst>
                  <a:ext uri="{FF2B5EF4-FFF2-40B4-BE49-F238E27FC236}">
                    <ns2:creationId id="{5F7C6A83-AE97-987C-FE6A-DD0CC3B109FC}"/>
                  </a:ext>
                </a:extLst>
              </p:cNvPr>
              <p:cNvSpPr/>
              <p:nvPr/>
            </p:nvSpPr>
            <p:spPr>
              <a:xfrm>
                <a:off x="10589852" y="5095239"/>
                <a:ext cx="756805" cy="190500"/>
              </a:xfrm>
              <a:prstGeom prst="borderCallout1">
                <a:avLst>
                  <a:gd name="adj1" fmla="val 46955"/>
                  <a:gd name="adj2" fmla="val -438"/>
                  <a:gd name="adj3" fmla="val 66250"/>
                  <a:gd name="adj4" fmla="val -18444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吹き出し: 線 45">
                <a:extLst>
                  <a:ext uri="{FF2B5EF4-FFF2-40B4-BE49-F238E27FC236}">
                    <ns2:creationId id="{1E1E1884-EEA8-CDC9-AE3B-F99C7BEEC761}"/>
                  </a:ext>
                </a:extLst>
              </p:cNvPr>
              <p:cNvSpPr/>
              <p:nvPr/>
            </p:nvSpPr>
            <p:spPr>
              <a:xfrm>
                <a:off x="9522819" y="4997680"/>
                <a:ext cx="583336" cy="190500"/>
              </a:xfrm>
              <a:prstGeom prst="borderCallout1">
                <a:avLst>
                  <a:gd name="adj1" fmla="val 46955"/>
                  <a:gd name="adj2" fmla="val -438"/>
                  <a:gd name="adj3" fmla="val 223750"/>
                  <a:gd name="adj4" fmla="val -3357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吹き出し: 線 46">
                <a:extLst>
                  <a:ext uri="{FF2B5EF4-FFF2-40B4-BE49-F238E27FC236}">
                    <ns2:creationId id="{8BA341B9-2DA5-02D2-E71D-F3C6CFDD3EA4}"/>
                  </a:ext>
                </a:extLst>
              </p:cNvPr>
              <p:cNvSpPr/>
              <p:nvPr/>
            </p:nvSpPr>
            <p:spPr>
              <a:xfrm>
                <a:off x="9522180" y="5275547"/>
                <a:ext cx="583336" cy="190500"/>
              </a:xfrm>
              <a:prstGeom prst="borderCallout1">
                <a:avLst>
                  <a:gd name="adj1" fmla="val 46955"/>
                  <a:gd name="adj2" fmla="val -438"/>
                  <a:gd name="adj3" fmla="val 223750"/>
                  <a:gd name="adj4" fmla="val -3357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吹き出し: 線 47">
                <a:extLst>
                  <a:ext uri="{FF2B5EF4-FFF2-40B4-BE49-F238E27FC236}">
                    <ns2:creationId id="{5714E1A8-E142-9CF7-FC6E-8898F73B20AB}"/>
                  </a:ext>
                </a:extLst>
              </p:cNvPr>
              <p:cNvSpPr/>
              <p:nvPr/>
            </p:nvSpPr>
            <p:spPr>
              <a:xfrm>
                <a:off x="9529321" y="5520894"/>
                <a:ext cx="1331558" cy="190500"/>
              </a:xfrm>
              <a:prstGeom prst="borderCallout1">
                <a:avLst>
                  <a:gd name="adj1" fmla="val 46955"/>
                  <a:gd name="adj2" fmla="val -438"/>
                  <a:gd name="adj3" fmla="val 121250"/>
                  <a:gd name="adj4" fmla="val -15174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吹き出し: 線 48">
                <a:extLst>
                  <a:ext uri="{FF2B5EF4-FFF2-40B4-BE49-F238E27FC236}">
                    <ns2:creationId id="{EBFCF4CE-6201-D87F-041C-367689AA3F62}"/>
                  </a:ext>
                </a:extLst>
              </p:cNvPr>
              <p:cNvSpPr/>
              <p:nvPr/>
            </p:nvSpPr>
            <p:spPr>
              <a:xfrm>
                <a:off x="8255586" y="4995227"/>
                <a:ext cx="1060850" cy="190500"/>
              </a:xfrm>
              <a:prstGeom prst="borderCallout1">
                <a:avLst>
                  <a:gd name="adj1" fmla="val 46955"/>
                  <a:gd name="adj2" fmla="val -438"/>
                  <a:gd name="adj3" fmla="val 331250"/>
                  <a:gd name="adj4" fmla="val -5857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吹き出し: 線 49">
                <a:extLst>
                  <a:ext uri="{FF2B5EF4-FFF2-40B4-BE49-F238E27FC236}">
                    <ns2:creationId id="{0AC48457-D139-7545-D59A-7D537C4E4BEE}"/>
                  </a:ext>
                </a:extLst>
              </p:cNvPr>
              <p:cNvSpPr/>
              <p:nvPr/>
            </p:nvSpPr>
            <p:spPr>
              <a:xfrm>
                <a:off x="8356793" y="5278552"/>
                <a:ext cx="361950" cy="190500"/>
              </a:xfrm>
              <a:prstGeom prst="borderCallout1">
                <a:avLst>
                  <a:gd name="adj1" fmla="val 46955"/>
                  <a:gd name="adj2" fmla="val -438"/>
                  <a:gd name="adj3" fmla="val 200001"/>
                  <a:gd name="adj4" fmla="val -4557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吹き出し: 線 52">
                <a:extLst>
                  <a:ext uri="{FF2B5EF4-FFF2-40B4-BE49-F238E27FC236}">
                    <ns2:creationId id="{1A04DC2F-0DC4-99C5-4914-628004CA2F09}"/>
                  </a:ext>
                </a:extLst>
              </p:cNvPr>
              <p:cNvSpPr/>
              <p:nvPr/>
            </p:nvSpPr>
            <p:spPr>
              <a:xfrm>
                <a:off x="8371084" y="5526735"/>
                <a:ext cx="615750" cy="190500"/>
              </a:xfrm>
              <a:prstGeom prst="borderCallout1">
                <a:avLst>
                  <a:gd name="adj1" fmla="val 46955"/>
                  <a:gd name="adj2" fmla="val -438"/>
                  <a:gd name="adj3" fmla="val 118750"/>
                  <a:gd name="adj4" fmla="val -2789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吹き出し: 線 55">
                <a:extLst>
                  <a:ext uri="{FF2B5EF4-FFF2-40B4-BE49-F238E27FC236}">
                    <ns2:creationId id="{D878778F-F226-018A-C72B-A4D661F477F8}"/>
                  </a:ext>
                </a:extLst>
              </p:cNvPr>
              <p:cNvSpPr/>
              <p:nvPr/>
            </p:nvSpPr>
            <p:spPr>
              <a:xfrm>
                <a:off x="7125899" y="5093472"/>
                <a:ext cx="915846" cy="190500"/>
              </a:xfrm>
              <a:prstGeom prst="borderCallout1">
                <a:avLst>
                  <a:gd name="adj1" fmla="val 46955"/>
                  <a:gd name="adj2" fmla="val -438"/>
                  <a:gd name="adj3" fmla="val 331250"/>
                  <a:gd name="adj4" fmla="val -5857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吹き出し: 線 56">
                <a:extLst>
                  <a:ext uri="{FF2B5EF4-FFF2-40B4-BE49-F238E27FC236}">
                    <ns2:creationId id="{DC36059F-D548-1BA6-7B51-FDF9A1EA3E2A}"/>
                  </a:ext>
                </a:extLst>
              </p:cNvPr>
              <p:cNvSpPr/>
              <p:nvPr/>
            </p:nvSpPr>
            <p:spPr>
              <a:xfrm>
                <a:off x="7109469" y="5451995"/>
                <a:ext cx="976079" cy="311387"/>
              </a:xfrm>
              <a:prstGeom prst="borderCallout1">
                <a:avLst>
                  <a:gd name="adj1" fmla="val 46955"/>
                  <a:gd name="adj2" fmla="val -438"/>
                  <a:gd name="adj3" fmla="val 98774"/>
                  <a:gd name="adj4" fmla="val -3905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1" name="グラフィックス 60" descr="共有 単色塗りつぶし">
                <a:extLst>
                  <a:ext uri="{FF2B5EF4-FFF2-40B4-BE49-F238E27FC236}">
                    <ns2:creationId id="{313C7528-55C0-AB28-1036-520BE8281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rcRect/>
              <a:stretch/>
            </p:blipFill>
            <p:spPr>
              <a:xfrm>
                <a:off x="6168910" y="4053567"/>
                <a:ext cx="288000" cy="288000"/>
              </a:xfrm>
              <a:prstGeom prst="rect">
                <a:avLst/>
              </a:prstGeom>
            </p:spPr>
          </p:pic>
        </p:grpSp>
        <p:sp>
          <p:nvSpPr>
            <p:cNvPr id="7" name="正方形/長方形 6">
              <a:extLst>
                <a:ext uri="{FF2B5EF4-FFF2-40B4-BE49-F238E27FC236}">
                  <ns2:creationId id="{FFD093C5-8C2E-06E1-E465-AEB7F7526A77}"/>
                </a:ext>
              </a:extLst>
            </p:cNvPr>
            <p:cNvSpPr/>
            <p:nvPr/>
          </p:nvSpPr>
          <p:spPr>
            <a:xfrm>
              <a:off x="7284394" y="1341438"/>
              <a:ext cx="1922591" cy="21964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16D6BC43-229B-CBA7-DA78-953281ABD17B}"/>
                </a:ext>
              </a:extLst>
            </p:cNvPr>
            <p:cNvGrpSpPr/>
            <p:nvPr/>
          </p:nvGrpSpPr>
          <p:grpSpPr>
            <a:xfrm>
              <a:off x="334964" y="1628775"/>
              <a:ext cx="5670982" cy="4318139"/>
              <a:chOff x="334964" y="1628775"/>
              <a:chExt cx="5670982" cy="4318139"/>
            </a:xfrm>
          </p:grpSpPr>
          <p:sp>
            <p:nvSpPr>
              <p:cNvPr id="4" name="四角形: 角を丸くする 3">
                <a:extLst>
                  <a:ext uri="{FF2B5EF4-FFF2-40B4-BE49-F238E27FC236}">
                    <ns2:creationId id="{E9AA5046-8656-2C36-5133-3BAD79300636}"/>
                  </a:ext>
                </a:extLst>
              </p:cNvPr>
              <p:cNvSpPr/>
              <p:nvPr/>
            </p:nvSpPr>
            <p:spPr>
              <a:xfrm>
                <a:off x="334964" y="1628775"/>
                <a:ext cx="5670982" cy="427038"/>
              </a:xfrm>
              <a:prstGeom prst="roundRect">
                <a:avLst/>
              </a:prstGeom>
              <a:solidFill>
                <a:srgbClr val="008000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 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aphicFrame>
            <p:nvGraphicFramePr>
              <p:cNvPr id="15" name="グラフ 14">
                <a:extLst>
                  <a:ext uri="{FF2B5EF4-FFF2-40B4-BE49-F238E27FC236}">
                    <ns2:creationId id="{296B94C7-A2F9-4071-B45A-BE7C67774985}"/>
                  </a:ext>
                </a:extLst>
              </p:cNvPr>
              <p:cNvGraphicFramePr/>
              <p:nvPr/>
            </p:nvGraphicFramePr>
            <p:xfrm>
              <a:off x="785340" y="2152651"/>
              <a:ext cx="5220605" cy="3409950"/>
            </p:xfrm>
            <a:graphic>
              <a:graphicData uri="http://schemas.openxmlformats.org/drawingml/2006/chart">
                <ns3:chart r:id="rId6"/>
              </a:graphicData>
            </a:graphic>
          </p:graphicFrame>
          <p:sp>
            <p:nvSpPr>
              <p:cNvPr id="16" name="吹き出し: 線 15">
                <a:extLst>
                  <a:ext uri="{FF2B5EF4-FFF2-40B4-BE49-F238E27FC236}">
                    <ns2:creationId id="{6CEE9FEB-6047-6BA0-6025-7AE1F22255A5}"/>
                  </a:ext>
                </a:extLst>
              </p:cNvPr>
              <p:cNvSpPr/>
              <p:nvPr/>
            </p:nvSpPr>
            <p:spPr>
              <a:xfrm>
                <a:off x="5416876" y="2558325"/>
                <a:ext cx="361950" cy="190500"/>
              </a:xfrm>
              <a:prstGeom prst="borderCallout1">
                <a:avLst>
                  <a:gd name="adj1" fmla="val 46955"/>
                  <a:gd name="adj2" fmla="val -438"/>
                  <a:gd name="adj3" fmla="val 120059"/>
                  <a:gd name="adj4" fmla="val -29574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SCM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吹き出し: 線 16">
                <a:extLst>
                  <a:ext uri="{FF2B5EF4-FFF2-40B4-BE49-F238E27FC236}">
                    <ns2:creationId id="{D232CCFD-74AD-A644-F26B-06E40B2841B2}"/>
                  </a:ext>
                </a:extLst>
              </p:cNvPr>
              <p:cNvSpPr/>
              <p:nvPr/>
            </p:nvSpPr>
            <p:spPr>
              <a:xfrm>
                <a:off x="5400676" y="3110774"/>
                <a:ext cx="361950" cy="190500"/>
              </a:xfrm>
              <a:prstGeom prst="borderCallout1">
                <a:avLst>
                  <a:gd name="adj1" fmla="val 46955"/>
                  <a:gd name="adj2" fmla="val -438"/>
                  <a:gd name="adj3" fmla="val 104374"/>
                  <a:gd name="adj4" fmla="val -23763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吹き出し: 線 17">
                <a:extLst>
                  <a:ext uri="{FF2B5EF4-FFF2-40B4-BE49-F238E27FC236}">
                    <ns2:creationId id="{C9E3BF19-C167-C549-7435-33314705C003}"/>
                  </a:ext>
                </a:extLst>
              </p:cNvPr>
              <p:cNvSpPr/>
              <p:nvPr/>
            </p:nvSpPr>
            <p:spPr>
              <a:xfrm>
                <a:off x="4138318" y="5051643"/>
                <a:ext cx="1042555" cy="190500"/>
              </a:xfrm>
              <a:prstGeom prst="borderCallout1">
                <a:avLst>
                  <a:gd name="adj1" fmla="val 1955"/>
                  <a:gd name="adj2" fmla="val 51029"/>
                  <a:gd name="adj3" fmla="val -39694"/>
                  <a:gd name="adj4" fmla="val 50144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吹き出し: 線 18">
                <a:extLst>
                  <a:ext uri="{FF2B5EF4-FFF2-40B4-BE49-F238E27FC236}">
                    <ns2:creationId id="{33AC1564-B501-D113-BF40-650FBEE1E43D}"/>
                  </a:ext>
                </a:extLst>
              </p:cNvPr>
              <p:cNvSpPr/>
              <p:nvPr/>
            </p:nvSpPr>
            <p:spPr>
              <a:xfrm>
                <a:off x="3404014" y="4803053"/>
                <a:ext cx="1097685" cy="190500"/>
              </a:xfrm>
              <a:prstGeom prst="borderCallout1">
                <a:avLst>
                  <a:gd name="adj1" fmla="val 49455"/>
                  <a:gd name="adj2" fmla="val 100002"/>
                  <a:gd name="adj3" fmla="val 78750"/>
                  <a:gd name="adj4" fmla="val 112219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0" name="吹き出し: 線 19">
                <a:extLst>
                  <a:ext uri="{FF2B5EF4-FFF2-40B4-BE49-F238E27FC236}">
                    <ns2:creationId id="{160FB804-DF9D-EEB9-AE37-F68157A6647C}"/>
                  </a:ext>
                </a:extLst>
              </p:cNvPr>
              <p:cNvSpPr/>
              <p:nvPr/>
            </p:nvSpPr>
            <p:spPr>
              <a:xfrm>
                <a:off x="3133021" y="4589603"/>
                <a:ext cx="1376363" cy="190500"/>
              </a:xfrm>
              <a:prstGeom prst="borderCallout1">
                <a:avLst>
                  <a:gd name="adj1" fmla="val 49455"/>
                  <a:gd name="adj2" fmla="val 100002"/>
                  <a:gd name="adj3" fmla="val 167322"/>
                  <a:gd name="adj4" fmla="val 109841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" name="吹き出し: 線 20">
                <a:extLst>
                  <a:ext uri="{FF2B5EF4-FFF2-40B4-BE49-F238E27FC236}">
                    <ns2:creationId id="{8010D012-6811-B3FB-9E5B-FE7B7021CBEE}"/>
                  </a:ext>
                </a:extLst>
              </p:cNvPr>
              <p:cNvSpPr/>
              <p:nvPr/>
            </p:nvSpPr>
            <p:spPr>
              <a:xfrm>
                <a:off x="5396131" y="4973280"/>
                <a:ext cx="523875" cy="190500"/>
              </a:xfrm>
              <a:prstGeom prst="borderCallout1">
                <a:avLst>
                  <a:gd name="adj1" fmla="val 46955"/>
                  <a:gd name="adj2" fmla="val -438"/>
                  <a:gd name="adj3" fmla="val 96231"/>
                  <a:gd name="adj4" fmla="val -14215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吹き出し: 線 21">
                <a:extLst>
                  <a:ext uri="{FF2B5EF4-FFF2-40B4-BE49-F238E27FC236}">
                    <ns2:creationId id="{4FEB175A-8C79-3A0D-3B36-CC911E3CAB17}"/>
                  </a:ext>
                </a:extLst>
              </p:cNvPr>
              <p:cNvSpPr/>
              <p:nvPr/>
            </p:nvSpPr>
            <p:spPr>
              <a:xfrm>
                <a:off x="5219230" y="4425661"/>
                <a:ext cx="785381" cy="190500"/>
              </a:xfrm>
              <a:prstGeom prst="borderCallout1">
                <a:avLst>
                  <a:gd name="adj1" fmla="val 101955"/>
                  <a:gd name="adj2" fmla="val 50499"/>
                  <a:gd name="adj3" fmla="val 349921"/>
                  <a:gd name="adj4" fmla="val 13205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フローチャート: 組合せ 22">
                <a:extLst>
                  <a:ext uri="{FF2B5EF4-FFF2-40B4-BE49-F238E27FC236}">
                    <ns2:creationId id="{562D166B-3F01-0858-692E-D3025260936E}"/>
                  </a:ext>
                </a:extLst>
              </p:cNvPr>
              <p:cNvSpPr/>
              <p:nvPr/>
            </p:nvSpPr>
            <p:spPr>
              <a:xfrm>
                <a:off x="334964" y="2343150"/>
                <a:ext cx="236536" cy="2934133"/>
              </a:xfrm>
              <a:prstGeom prst="flowChartMerge">
                <a:avLst/>
              </a:pr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フローチャート: 組合せ 24">
                <a:extLst>
                  <a:ext uri="{FF2B5EF4-FFF2-40B4-BE49-F238E27FC236}">
                    <ns2:creationId id="{88D499E1-E298-A98B-982D-85711B1A5D0D}"/>
                  </a:ext>
                </a:extLst>
              </p:cNvPr>
              <p:cNvSpPr/>
              <p:nvPr/>
            </p:nvSpPr>
            <p:spPr>
              <a:xfrm rot="5400000">
                <a:off x="3367882" y="3332525"/>
                <a:ext cx="236536" cy="4552952"/>
              </a:xfrm>
              <a:prstGeom prst="flowChartMerge">
                <a:avLst/>
              </a:prstGeom>
              <a:solidFill>
                <a:srgbClr val="008000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9" name="グラフィックス 58" descr="円グラフ 単色塗りつぶし">
                <a:extLst>
                  <a:ext uri="{FF2B5EF4-FFF2-40B4-BE49-F238E27FC236}">
                    <ns2:creationId id="{78D91D88-1A42-A6A7-B31D-A091685F7A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97307" y="1698294"/>
                <a:ext cx="288000" cy="288000"/>
              </a:xfrm>
              <a:prstGeom prst="rect">
                <a:avLst/>
              </a:prstGeom>
            </p:spPr>
          </p:pic>
          <p:sp>
            <p:nvSpPr>
              <p:cNvPr id="10" name="正方形/長方形 9">
                <a:extLst>
                  <a:ext uri="{FF2B5EF4-FFF2-40B4-BE49-F238E27FC236}">
                    <ns2:creationId id="{37E62043-22AC-21D0-6EE8-CFBD3005A516}"/>
                  </a:ext>
                </a:extLst>
              </p:cNvPr>
              <p:cNvSpPr/>
              <p:nvPr/>
            </p:nvSpPr>
            <p:spPr>
              <a:xfrm rot="5400000">
                <a:off x="-686677" y="3700394"/>
                <a:ext cx="2736000" cy="21964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8D44197B-B120-3B9C-E412-072D7C6AEF51}"/>
                  </a:ext>
                </a:extLst>
              </p:cNvPr>
              <p:cNvSpPr/>
              <p:nvPr/>
            </p:nvSpPr>
            <p:spPr>
              <a:xfrm>
                <a:off x="2181448" y="5727269"/>
                <a:ext cx="2609404" cy="21964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endPara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6:creationId val="1141767209"/>
      </p:ext>
    </p:extLst>
  </p:cSld>
  <p:clrMapOvr>
    <a:masterClrMapping/>
  </p:clrMapOvr>
</p:sld>
</file>

<file path=ppt/slides/slide25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43308DA-44C5-3DD4-A55A-CCED57A62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C83299A-957F-38B7-5F3C-EC6131F01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742" y="1"/>
            <a:ext cx="10482215" cy="914400"/>
          </a:xfrm>
        </p:spPr>
        <p:txBody>
          <a:bodyPr>
            <a:normAutofit/>
          </a:bodyPr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481B898C-8A8E-7632-478B-DDF0EBBCB3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/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4BE4C11D-21DB-8269-95DC-50F826F2CA75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2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2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3" name="正方形/長方形 202">
            <a:extLst>
              <a:ext uri="{FF2B5EF4-FFF2-40B4-BE49-F238E27FC236}">
                <ns2:creationId id="{1A7B3446-D4E5-D2CC-C414-566385905FC1}"/>
              </a:ext>
            </a:extLst>
          </p:cNvPr>
          <p:cNvSpPr/>
          <p:nvPr/>
        </p:nvSpPr>
        <p:spPr>
          <a:xfrm>
            <a:off x="6458858" y="6308725"/>
            <a:ext cx="5398178" cy="21126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*</a:t>
            </a:r>
            <a:r>
              <a:rPr lang="en-US" altLang="ja-JP" sz="10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SCM</a:t>
            </a:r>
            <a:r>
              <a:rPr lang="ja-JP" altLang="en-US" sz="10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10" name="グループ化 409">
            <a:extLst>
              <a:ext uri="{FF2B5EF4-FFF2-40B4-BE49-F238E27FC236}">
                <ns2:creationId id="{DC80FB8D-5BBF-B360-A13C-CD7366BCC6E6}"/>
              </a:ext>
            </a:extLst>
          </p:cNvPr>
          <p:cNvGrpSpPr/>
          <p:nvPr/>
        </p:nvGrpSpPr>
        <p:grpSpPr>
          <a:xfrm>
            <a:off x="334962" y="1366073"/>
            <a:ext cx="11522076" cy="4942652"/>
            <a:chOff x="334962" y="1366073"/>
            <a:chExt cx="11522076" cy="4942652"/>
          </a:xfrm>
        </p:grpSpPr>
        <p:sp>
          <p:nvSpPr>
            <p:cNvPr id="404" name="フリーフォーム: 図形 403">
              <a:extLst>
                <a:ext uri="{FF2B5EF4-FFF2-40B4-BE49-F238E27FC236}">
                  <ns2:creationId id="{44E232B8-3CA7-5895-822D-7493966B9CE9}"/>
                </a:ext>
              </a:extLst>
            </p:cNvPr>
            <p:cNvSpPr/>
            <p:nvPr/>
          </p:nvSpPr>
          <p:spPr>
            <a:xfrm>
              <a:off x="5733142" y="1623944"/>
              <a:ext cx="730250" cy="2867771"/>
            </a:xfrm>
            <a:custGeom>
              <a:avLst/>
              <a:gdLst>
                <a:gd name="connsiteX0" fmla="*/ 1955 w 723315"/>
                <a:gd name="connsiteY0" fmla="*/ 2204720 h 2865120"/>
                <a:gd name="connsiteX1" fmla="*/ 723315 w 723315"/>
                <a:gd name="connsiteY1" fmla="*/ 0 h 2865120"/>
                <a:gd name="connsiteX2" fmla="*/ 723315 w 723315"/>
                <a:gd name="connsiteY2" fmla="*/ 2204720 h 2865120"/>
                <a:gd name="connsiteX3" fmla="*/ 1955 w 723315"/>
                <a:gd name="connsiteY3" fmla="*/ 2865120 h 2865120"/>
                <a:gd name="connsiteX4" fmla="*/ 1955 w 723315"/>
                <a:gd name="connsiteY4" fmla="*/ 2204720 h 2865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3315" h="2865120">
                  <a:moveTo>
                    <a:pt x="1955" y="2204720"/>
                  </a:moveTo>
                  <a:lnTo>
                    <a:pt x="723315" y="0"/>
                  </a:lnTo>
                  <a:lnTo>
                    <a:pt x="723315" y="2204720"/>
                  </a:lnTo>
                  <a:lnTo>
                    <a:pt x="1955" y="2865120"/>
                  </a:lnTo>
                  <a:cubicBezTo>
                    <a:pt x="262" y="2650067"/>
                    <a:pt x="-1432" y="2435013"/>
                    <a:pt x="1955" y="2204720"/>
                  </a:cubicBezTo>
                  <a:close/>
                </a:path>
              </a:pathLst>
            </a:custGeom>
            <a:gradFill flip="none" rotWithShape="1">
              <a:gsLst>
                <a:gs pos="30000">
                  <a:schemeClr val="bg1">
                    <a:lumMod val="75000"/>
                    <a:alpha val="30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6" name="フリーフォーム: 図形 405">
              <a:extLst>
                <a:ext uri="{FF2B5EF4-FFF2-40B4-BE49-F238E27FC236}">
                  <ns2:creationId id="{F7C3BF35-3FA1-9F36-9CFD-099C3E84378D}"/>
                </a:ext>
              </a:extLst>
            </p:cNvPr>
            <p:cNvSpPr/>
            <p:nvPr/>
          </p:nvSpPr>
          <p:spPr>
            <a:xfrm>
              <a:off x="5733142" y="3803650"/>
              <a:ext cx="730250" cy="2501900"/>
            </a:xfrm>
            <a:custGeom>
              <a:avLst/>
              <a:gdLst>
                <a:gd name="connsiteX0" fmla="*/ 0 w 730250"/>
                <a:gd name="connsiteY0" fmla="*/ 0 h 2501900"/>
                <a:gd name="connsiteX1" fmla="*/ 730250 w 730250"/>
                <a:gd name="connsiteY1" fmla="*/ 304800 h 2501900"/>
                <a:gd name="connsiteX2" fmla="*/ 730250 w 730250"/>
                <a:gd name="connsiteY2" fmla="*/ 2501900 h 2501900"/>
                <a:gd name="connsiteX3" fmla="*/ 6350 w 730250"/>
                <a:gd name="connsiteY3" fmla="*/ 685800 h 2501900"/>
                <a:gd name="connsiteX4" fmla="*/ 0 w 730250"/>
                <a:gd name="connsiteY4" fmla="*/ 0 h 2501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0250" h="2501900">
                  <a:moveTo>
                    <a:pt x="0" y="0"/>
                  </a:moveTo>
                  <a:lnTo>
                    <a:pt x="730250" y="304800"/>
                  </a:lnTo>
                  <a:lnTo>
                    <a:pt x="730250" y="2501900"/>
                  </a:lnTo>
                  <a:lnTo>
                    <a:pt x="6350" y="685800"/>
                  </a:lnTo>
                  <a:cubicBezTo>
                    <a:pt x="4233" y="459317"/>
                    <a:pt x="2117" y="232833"/>
                    <a:pt x="0" y="0"/>
                  </a:cubicBezTo>
                  <a:close/>
                </a:path>
              </a:pathLst>
            </a:custGeom>
            <a:gradFill>
              <a:gsLst>
                <a:gs pos="30000">
                  <a:schemeClr val="bg1">
                    <a:lumMod val="75000"/>
                    <a:alpha val="30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09" name="グループ化 408">
              <a:extLst>
                <a:ext uri="{FF2B5EF4-FFF2-40B4-BE49-F238E27FC236}">
                  <ns2:creationId id="{80CB96A3-9985-BAB1-4688-7006EC6E7780}"/>
                </a:ext>
              </a:extLst>
            </p:cNvPr>
            <p:cNvGrpSpPr/>
            <p:nvPr/>
          </p:nvGrpSpPr>
          <p:grpSpPr>
            <a:xfrm>
              <a:off x="334962" y="1634217"/>
              <a:ext cx="5398181" cy="4674508"/>
              <a:chOff x="334962" y="1634217"/>
              <a:chExt cx="5398181" cy="4674508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290EC2CB-D873-261B-F703-545C8E2AF8C2}"/>
                  </a:ext>
                </a:extLst>
              </p:cNvPr>
              <p:cNvSpPr/>
              <p:nvPr/>
            </p:nvSpPr>
            <p:spPr>
              <a:xfrm>
                <a:off x="3429335" y="2703810"/>
                <a:ext cx="1991410" cy="1372245"/>
              </a:xfrm>
              <a:prstGeom prst="rect">
                <a:avLst/>
              </a:prstGeom>
              <a:solidFill>
                <a:srgbClr val="99CC99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rIns="90000" rtlCol="0" anchor="t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373FC1D8-C426-4C13-83CB-EB9995CAD52C}"/>
                  </a:ext>
                </a:extLst>
              </p:cNvPr>
              <p:cNvSpPr/>
              <p:nvPr/>
            </p:nvSpPr>
            <p:spPr>
              <a:xfrm>
                <a:off x="3429335" y="4076055"/>
                <a:ext cx="1991410" cy="1372245"/>
              </a:xfrm>
              <a:prstGeom prst="rect">
                <a:avLst/>
              </a:prstGeom>
              <a:solidFill>
                <a:srgbClr val="B2D9B2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t"/>
              <a:lstStyle/>
              <a:p>
                <a:pPr algn="ctr">
                  <a:buClr>
                    <a:srgbClr val="008000"/>
                  </a:buClr>
                </a:pP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4B58E7B3-988A-E72B-A9BA-EC847B7965F4}"/>
                  </a:ext>
                </a:extLst>
              </p:cNvPr>
              <p:cNvSpPr/>
              <p:nvPr/>
            </p:nvSpPr>
            <p:spPr>
              <a:xfrm>
                <a:off x="1437925" y="4076055"/>
                <a:ext cx="1991410" cy="1372245"/>
              </a:xfrm>
              <a:prstGeom prst="rect">
                <a:avLst/>
              </a:prstGeom>
              <a:solidFill>
                <a:srgbClr val="E5F2E5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rIns="90000" rtlCol="0" anchor="t"/>
              <a:lstStyle/>
              <a:p>
                <a:pPr algn="ctr">
                  <a:buClr>
                    <a:srgbClr val="008000"/>
                  </a:buClr>
                </a:pP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A51EFB9A-3A6D-9B00-3D9B-098DB2A7E67A}"/>
                  </a:ext>
                </a:extLst>
              </p:cNvPr>
              <p:cNvSpPr/>
              <p:nvPr/>
            </p:nvSpPr>
            <p:spPr>
              <a:xfrm>
                <a:off x="1437925" y="2703810"/>
                <a:ext cx="1991410" cy="1372245"/>
              </a:xfrm>
              <a:prstGeom prst="rect">
                <a:avLst/>
              </a:prstGeom>
              <a:solidFill>
                <a:srgbClr val="CCE6CC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rIns="90000" rtlCol="0" anchor="t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FEAF3AF7-589E-31A3-FFB7-75E5E3B271B6}"/>
                  </a:ext>
                </a:extLst>
              </p:cNvPr>
              <p:cNvSpPr/>
              <p:nvPr/>
            </p:nvSpPr>
            <p:spPr>
              <a:xfrm>
                <a:off x="334962" y="1634218"/>
                <a:ext cx="5398179" cy="366939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36000" rIns="0" bIns="36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lang="ja-JP" altLang="en-US" sz="16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" name="グラフィックス 13" descr="円グラフ 単色塗りつぶし">
                <a:extLst>
                  <a:ext uri="{FF2B5EF4-FFF2-40B4-BE49-F238E27FC236}">
                    <ns2:creationId id="{97B126D4-6599-79F5-89A0-74C5CEDF57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10852" y="1634217"/>
                <a:ext cx="366940" cy="366940"/>
              </a:xfrm>
              <a:prstGeom prst="rect">
                <a:avLst/>
              </a:prstGeom>
            </p:spPr>
          </p:pic>
          <p:sp>
            <p:nvSpPr>
              <p:cNvPr id="15" name="正方形/長方形 14">
                <a:extLst>
                  <a:ext uri="{FF2B5EF4-FFF2-40B4-BE49-F238E27FC236}">
                    <ns2:creationId id="{978312E8-89D2-B521-0CA7-F9A24E6B32AC}"/>
                  </a:ext>
                </a:extLst>
              </p:cNvPr>
              <p:cNvSpPr/>
              <p:nvPr/>
            </p:nvSpPr>
            <p:spPr>
              <a:xfrm>
                <a:off x="334963" y="2001157"/>
                <a:ext cx="5398180" cy="4307568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36000" rIns="0" bIns="36000" rtlCol="0" anchor="ctr"/>
              <a:lstStyle/>
              <a:p>
                <a:pPr algn="ctr">
                  <a:buClr>
                    <a:srgbClr val="008000"/>
                  </a:buClr>
                </a:pPr>
                <a:endPara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四角形: 角を丸くする 15">
                <a:extLst>
                  <a:ext uri="{FF2B5EF4-FFF2-40B4-BE49-F238E27FC236}">
                    <ns2:creationId id="{5A75C88B-E849-2142-2978-731F4F22FA38}"/>
                  </a:ext>
                </a:extLst>
              </p:cNvPr>
              <p:cNvSpPr/>
              <p:nvPr/>
            </p:nvSpPr>
            <p:spPr>
              <a:xfrm>
                <a:off x="410617" y="2115864"/>
                <a:ext cx="5246868" cy="317428"/>
              </a:xfrm>
              <a:prstGeom prst="roundRect">
                <a:avLst>
                  <a:gd name="adj" fmla="val 50000"/>
                </a:avLst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9" name="グループ化 28">
                <a:extLst>
                  <a:ext uri="{FF2B5EF4-FFF2-40B4-BE49-F238E27FC236}">
                    <ns2:creationId id="{DB6F7AD5-4742-3F5F-F49A-BE8F45845CAE}"/>
                  </a:ext>
                </a:extLst>
              </p:cNvPr>
              <p:cNvGrpSpPr/>
              <p:nvPr/>
            </p:nvGrpSpPr>
            <p:grpSpPr>
              <a:xfrm>
                <a:off x="410617" y="2506717"/>
                <a:ext cx="5246868" cy="3709026"/>
                <a:chOff x="410617" y="2506717"/>
                <a:chExt cx="5246868" cy="3709026"/>
              </a:xfrm>
            </p:grpSpPr>
            <p:sp>
              <p:nvSpPr>
                <p:cNvPr id="18" name="矢印: 五方向 17">
                  <a:extLst>
                    <a:ext uri="{FF2B5EF4-FFF2-40B4-BE49-F238E27FC236}">
                      <ns2:creationId id="{F3B543FD-DFDB-506F-9AAC-DFAE224FF0EF}"/>
                    </a:ext>
                  </a:extLst>
                </p:cNvPr>
                <p:cNvSpPr/>
                <p:nvPr/>
              </p:nvSpPr>
              <p:spPr>
                <a:xfrm>
                  <a:off x="410617" y="5733143"/>
                  <a:ext cx="5246868" cy="482599"/>
                </a:xfrm>
                <a:prstGeom prst="homePlate">
                  <a:avLst>
                    <a:gd name="adj" fmla="val 27966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65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3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3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%</a:t>
                  </a:r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" name="矢印: 五方向 18">
                  <a:extLst>
                    <a:ext uri="{FF2B5EF4-FFF2-40B4-BE49-F238E27FC236}">
                      <ns2:creationId id="{F8337904-F321-C1A6-785C-D2D01F634DB3}"/>
                    </a:ext>
                  </a:extLst>
                </p:cNvPr>
                <p:cNvSpPr/>
                <p:nvPr/>
              </p:nvSpPr>
              <p:spPr>
                <a:xfrm rot="16200000">
                  <a:off x="-1193776" y="4111113"/>
                  <a:ext cx="3709026" cy="500234"/>
                </a:xfrm>
                <a:prstGeom prst="homePlate">
                  <a:avLst>
                    <a:gd name="adj" fmla="val 27966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vert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3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7FC8BF2F-B6DF-635A-CB68-440F0C1CD784}"/>
                    </a:ext>
                  </a:extLst>
                </p:cNvPr>
                <p:cNvSpPr/>
                <p:nvPr/>
              </p:nvSpPr>
              <p:spPr>
                <a:xfrm>
                  <a:off x="410618" y="3497943"/>
                  <a:ext cx="500236" cy="27178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3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3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24" name="グラフィックス 23" descr="工場 単色塗りつぶし">
                  <a:extLst>
                    <a:ext uri="{FF2B5EF4-FFF2-40B4-BE49-F238E27FC236}">
                      <ns2:creationId id="{76541D90-7F19-861A-9AF9-A46099CD67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1563995" y="5790972"/>
                  <a:ext cx="366940" cy="366940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硬貨 単色塗りつぶし">
                  <a:extLst>
                    <a:ext uri="{FF2B5EF4-FFF2-40B4-BE49-F238E27FC236}">
                      <ns2:creationId id="{81234957-A1B7-004B-751F-F35249503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477266" y="3088368"/>
                  <a:ext cx="366940" cy="366940"/>
                </a:xfrm>
                <a:prstGeom prst="rect">
                  <a:avLst/>
                </a:prstGeom>
              </p:spPr>
            </p:pic>
            <p:sp>
              <p:nvSpPr>
                <p:cNvPr id="26" name="楕円 25">
                  <a:extLst>
                    <a:ext uri="{FF2B5EF4-FFF2-40B4-BE49-F238E27FC236}">
                      <ns2:creationId id="{F43F3129-AE70-1D0E-C642-A22F7D90EE0A}"/>
                    </a:ext>
                  </a:extLst>
                </p:cNvPr>
                <p:cNvSpPr/>
                <p:nvPr/>
              </p:nvSpPr>
              <p:spPr>
                <a:xfrm>
                  <a:off x="477266" y="2670629"/>
                  <a:ext cx="366940" cy="366940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8" name="楕円 27">
                  <a:extLst>
                    <a:ext uri="{FF2B5EF4-FFF2-40B4-BE49-F238E27FC236}">
                      <ns2:creationId id="{DAC65B7C-38F5-717B-F2D0-BECF2A25E305}"/>
                    </a:ext>
                  </a:extLst>
                </p:cNvPr>
                <p:cNvSpPr/>
                <p:nvPr/>
              </p:nvSpPr>
              <p:spPr>
                <a:xfrm>
                  <a:off x="5107076" y="5790972"/>
                  <a:ext cx="366940" cy="366940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aphicFrame>
            <p:nvGraphicFramePr>
              <p:cNvPr id="35" name="グラフ 34">
                <a:extLst>
                  <a:ext uri="{FF2B5EF4-FFF2-40B4-BE49-F238E27FC236}">
                    <ns2:creationId id="{4128F8A1-E265-5933-A756-D0B73A891ECC}"/>
                  </a:ext>
                </a:extLst>
              </p:cNvPr>
              <p:cNvGraphicFramePr/>
              <p:nvPr/>
            </p:nvGraphicFramePr>
            <p:xfrm>
              <a:off x="977501" y="2506716"/>
              <a:ext cx="4679984" cy="3226426"/>
            </p:xfrm>
            <a:graphic>
              <a:graphicData uri="http://schemas.openxmlformats.org/drawingml/2006/chart">
                <ns5:chart r:id="rId6"/>
              </a:graphicData>
            </a:graphic>
          </p:graphicFrame>
          <p:grpSp>
            <p:nvGrpSpPr>
              <p:cNvPr id="64" name="グループ化 63">
                <a:extLst>
                  <a:ext uri="{FF2B5EF4-FFF2-40B4-BE49-F238E27FC236}">
                    <ns2:creationId id="{3D9CCAE4-C1C4-458A-5242-A77458A1C174}"/>
                  </a:ext>
                </a:extLst>
              </p:cNvPr>
              <p:cNvGrpSpPr/>
              <p:nvPr/>
            </p:nvGrpSpPr>
            <p:grpSpPr>
              <a:xfrm>
                <a:off x="3869871" y="2889250"/>
                <a:ext cx="1110337" cy="342749"/>
                <a:chOff x="3823558" y="2889250"/>
                <a:chExt cx="1110337" cy="342749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68EF61F1-3E8C-2717-7BB8-67714C1C85EC}"/>
                    </a:ext>
                  </a:extLst>
                </p:cNvPr>
                <p:cNvSpPr/>
                <p:nvPr/>
              </p:nvSpPr>
              <p:spPr>
                <a:xfrm>
                  <a:off x="3823558" y="3020737"/>
                  <a:ext cx="1110337" cy="2112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50" b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b="1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62" name="直線矢印コネクタ 61">
                  <a:extLst>
                    <a:ext uri="{FF2B5EF4-FFF2-40B4-BE49-F238E27FC236}">
                      <ns2:creationId id="{5D0685E9-D885-4751-67A7-A59A6318DA54}"/>
                    </a:ext>
                  </a:extLst>
                </p:cNvPr>
                <p:cNvCxnSpPr>
                  <a:cxnSpLocks/>
                  <a:stCxn id="59" idx="0"/>
                </p:cNvCxnSpPr>
                <p:nvPr/>
              </p:nvCxnSpPr>
              <p:spPr>
                <a:xfrm flipV="1">
                  <a:off x="4378727" y="2889250"/>
                  <a:ext cx="0" cy="131487"/>
                </a:xfrm>
                <a:prstGeom prst="straightConnector1">
                  <a:avLst/>
                </a:prstGeom>
                <a:ln w="9525">
                  <a:solidFill>
                    <a:schemeClr val="accent2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1" name="グループ化 70">
                <a:extLst>
                  <a:ext uri="{FF2B5EF4-FFF2-40B4-BE49-F238E27FC236}">
                    <ns2:creationId id="{D9508610-947C-7C18-A393-436FCA40FB55}"/>
                  </a:ext>
                </a:extLst>
              </p:cNvPr>
              <p:cNvGrpSpPr/>
              <p:nvPr/>
            </p:nvGrpSpPr>
            <p:grpSpPr>
              <a:xfrm>
                <a:off x="3968751" y="4683282"/>
                <a:ext cx="1018116" cy="164299"/>
                <a:chOff x="3894667" y="4685854"/>
                <a:chExt cx="1018116" cy="164299"/>
              </a:xfrm>
            </p:grpSpPr>
            <p:sp>
              <p:nvSpPr>
                <p:cNvPr id="66" name="正方形/長方形 65">
                  <a:extLst>
                    <a:ext uri="{FF2B5EF4-FFF2-40B4-BE49-F238E27FC236}">
                      <ns2:creationId id="{120BE115-6670-311A-4D53-BB86EB2522B1}"/>
                    </a:ext>
                  </a:extLst>
                </p:cNvPr>
                <p:cNvSpPr/>
                <p:nvPr/>
              </p:nvSpPr>
              <p:spPr>
                <a:xfrm>
                  <a:off x="3894667" y="4685854"/>
                  <a:ext cx="893656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50" b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50" b="1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67" name="直線矢印コネクタ 66">
                  <a:extLst>
                    <a:ext uri="{FF2B5EF4-FFF2-40B4-BE49-F238E27FC236}">
                      <ns2:creationId id="{4A4274AC-18CB-5C7C-7C7E-3BB8F60F4C0D}"/>
                    </a:ext>
                  </a:extLst>
                </p:cNvPr>
                <p:cNvCxnSpPr>
                  <a:cxnSpLocks/>
                  <a:endCxn id="66" idx="3"/>
                </p:cNvCxnSpPr>
                <p:nvPr/>
              </p:nvCxnSpPr>
              <p:spPr>
                <a:xfrm flipH="1">
                  <a:off x="4788323" y="4768004"/>
                  <a:ext cx="124460" cy="0"/>
                </a:xfrm>
                <a:prstGeom prst="straightConnector1">
                  <a:avLst/>
                </a:prstGeom>
                <a:ln w="9525">
                  <a:solidFill>
                    <a:schemeClr val="accent2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6" name="グループ化 95">
                <a:extLst>
                  <a:ext uri="{FF2B5EF4-FFF2-40B4-BE49-F238E27FC236}">
                    <ns2:creationId id="{7A801DE8-F7E0-4167-CEB1-E59AB70FD871}"/>
                  </a:ext>
                </a:extLst>
              </p:cNvPr>
              <p:cNvGrpSpPr/>
              <p:nvPr/>
            </p:nvGrpSpPr>
            <p:grpSpPr>
              <a:xfrm>
                <a:off x="2186830" y="3694314"/>
                <a:ext cx="509481" cy="259269"/>
                <a:chOff x="2157153" y="3731060"/>
                <a:chExt cx="509481" cy="259269"/>
              </a:xfrm>
            </p:grpSpPr>
            <p:sp>
              <p:nvSpPr>
                <p:cNvPr id="75" name="正方形/長方形 74">
                  <a:extLst>
                    <a:ext uri="{FF2B5EF4-FFF2-40B4-BE49-F238E27FC236}">
                      <ns2:creationId id="{384FB7CE-7EC0-69A8-4A7C-D65DCBB7C8A9}"/>
                    </a:ext>
                  </a:extLst>
                </p:cNvPr>
                <p:cNvSpPr/>
                <p:nvPr/>
              </p:nvSpPr>
              <p:spPr>
                <a:xfrm>
                  <a:off x="2157153" y="3731060"/>
                  <a:ext cx="509481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80" name="直線矢印コネクタ 79">
                  <a:extLst>
                    <a:ext uri="{FF2B5EF4-FFF2-40B4-BE49-F238E27FC236}">
                      <ns2:creationId id="{9D058E93-8EB7-BBCA-B7C4-96FD1500DF0C}"/>
                    </a:ext>
                  </a:extLst>
                </p:cNvPr>
                <p:cNvCxnSpPr>
                  <a:cxnSpLocks/>
                  <a:endCxn id="75" idx="2"/>
                </p:cNvCxnSpPr>
                <p:nvPr/>
              </p:nvCxnSpPr>
              <p:spPr>
                <a:xfrm flipV="1">
                  <a:off x="2411893" y="3895359"/>
                  <a:ext cx="1" cy="94970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四角形: 角を丸くする 35">
                <a:extLst>
                  <a:ext uri="{FF2B5EF4-FFF2-40B4-BE49-F238E27FC236}">
                    <ns2:creationId id="{76EDABD2-8257-00FD-53BB-8B8DF26D7C3D}"/>
                  </a:ext>
                </a:extLst>
              </p:cNvPr>
              <p:cNvSpPr/>
              <p:nvPr/>
            </p:nvSpPr>
            <p:spPr>
              <a:xfrm>
                <a:off x="2070347" y="2723209"/>
                <a:ext cx="726564" cy="10043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8B28E296-6F48-E6F8-D1F5-6C80D249683A}"/>
                  </a:ext>
                </a:extLst>
              </p:cNvPr>
              <p:cNvSpPr/>
              <p:nvPr/>
            </p:nvSpPr>
            <p:spPr>
              <a:xfrm>
                <a:off x="4061758" y="2723209"/>
                <a:ext cx="726564" cy="10043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四角形: 角を丸くする 37">
                <a:extLst>
                  <a:ext uri="{FF2B5EF4-FFF2-40B4-BE49-F238E27FC236}">
                    <ns2:creationId id="{D28DF016-CD7B-7500-FEC2-88E90BFA11A8}"/>
                  </a:ext>
                </a:extLst>
              </p:cNvPr>
              <p:cNvSpPr/>
              <p:nvPr/>
            </p:nvSpPr>
            <p:spPr>
              <a:xfrm>
                <a:off x="2070347" y="4095454"/>
                <a:ext cx="726564" cy="10043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38">
                <a:extLst>
                  <a:ext uri="{FF2B5EF4-FFF2-40B4-BE49-F238E27FC236}">
                    <ns2:creationId id="{95153729-CD0F-69C5-18A4-1EE93F187542}"/>
                  </a:ext>
                </a:extLst>
              </p:cNvPr>
              <p:cNvSpPr/>
              <p:nvPr/>
            </p:nvSpPr>
            <p:spPr>
              <a:xfrm>
                <a:off x="4061758" y="4095454"/>
                <a:ext cx="726564" cy="10043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01" name="グループ化 100">
                <a:extLst>
                  <a:ext uri="{FF2B5EF4-FFF2-40B4-BE49-F238E27FC236}">
                    <ns2:creationId id="{72330522-BBEA-F917-9154-440528B3219A}"/>
                  </a:ext>
                </a:extLst>
              </p:cNvPr>
              <p:cNvGrpSpPr/>
              <p:nvPr/>
            </p:nvGrpSpPr>
            <p:grpSpPr>
              <a:xfrm>
                <a:off x="1591213" y="5120194"/>
                <a:ext cx="509481" cy="259269"/>
                <a:chOff x="2157153" y="3731060"/>
                <a:chExt cx="509481" cy="259269"/>
              </a:xfrm>
            </p:grpSpPr>
            <p:sp>
              <p:nvSpPr>
                <p:cNvPr id="102" name="正方形/長方形 101">
                  <a:extLst>
                    <a:ext uri="{FF2B5EF4-FFF2-40B4-BE49-F238E27FC236}">
                      <ns2:creationId id="{925FD043-964C-850D-29E8-044E9E873EA5}"/>
                    </a:ext>
                  </a:extLst>
                </p:cNvPr>
                <p:cNvSpPr/>
                <p:nvPr/>
              </p:nvSpPr>
              <p:spPr>
                <a:xfrm>
                  <a:off x="2157153" y="3731060"/>
                  <a:ext cx="509481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103" name="直線矢印コネクタ 102">
                  <a:extLst>
                    <a:ext uri="{FF2B5EF4-FFF2-40B4-BE49-F238E27FC236}">
                      <ns2:creationId id="{2DF5DE31-209E-5ABB-F09A-53C7F6791068}"/>
                    </a:ext>
                  </a:extLst>
                </p:cNvPr>
                <p:cNvCxnSpPr>
                  <a:cxnSpLocks/>
                  <a:endCxn id="102" idx="2"/>
                </p:cNvCxnSpPr>
                <p:nvPr/>
              </p:nvCxnSpPr>
              <p:spPr>
                <a:xfrm flipV="1">
                  <a:off x="2411893" y="3895359"/>
                  <a:ext cx="1" cy="94970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" name="グループ化 114">
                <a:extLst>
                  <a:ext uri="{FF2B5EF4-FFF2-40B4-BE49-F238E27FC236}">
                    <ns2:creationId id="{2254E8BE-DE46-F23D-4B9F-39D9E2600384}"/>
                  </a:ext>
                </a:extLst>
              </p:cNvPr>
              <p:cNvGrpSpPr/>
              <p:nvPr/>
            </p:nvGrpSpPr>
            <p:grpSpPr>
              <a:xfrm>
                <a:off x="2268538" y="5118606"/>
                <a:ext cx="347662" cy="259269"/>
                <a:chOff x="2268538" y="5118606"/>
                <a:chExt cx="347662" cy="259269"/>
              </a:xfrm>
            </p:grpSpPr>
            <p:sp>
              <p:nvSpPr>
                <p:cNvPr id="107" name="正方形/長方形 106">
                  <a:extLst>
                    <a:ext uri="{FF2B5EF4-FFF2-40B4-BE49-F238E27FC236}">
                      <ns2:creationId id="{D7BB583C-4B22-BE28-4C95-C0069A1E1718}"/>
                    </a:ext>
                  </a:extLst>
                </p:cNvPr>
                <p:cNvSpPr/>
                <p:nvPr/>
              </p:nvSpPr>
              <p:spPr>
                <a:xfrm>
                  <a:off x="2268538" y="5118606"/>
                  <a:ext cx="347662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108" name="直線矢印コネクタ 107">
                  <a:extLst>
                    <a:ext uri="{FF2B5EF4-FFF2-40B4-BE49-F238E27FC236}">
                      <ns2:creationId id="{23343134-7503-485E-6343-53792E09BED1}"/>
                    </a:ext>
                  </a:extLst>
                </p:cNvPr>
                <p:cNvCxnSpPr>
                  <a:cxnSpLocks/>
                  <a:endCxn id="107" idx="2"/>
                </p:cNvCxnSpPr>
                <p:nvPr/>
              </p:nvCxnSpPr>
              <p:spPr>
                <a:xfrm flipV="1">
                  <a:off x="2441569" y="5282905"/>
                  <a:ext cx="800" cy="94970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正方形/長方形 116">
                <a:extLst>
                  <a:ext uri="{FF2B5EF4-FFF2-40B4-BE49-F238E27FC236}">
                    <ns2:creationId id="{57BFA4D0-E478-A9EB-67D2-21126BC8A3E3}"/>
                  </a:ext>
                </a:extLst>
              </p:cNvPr>
              <p:cNvSpPr/>
              <p:nvPr/>
            </p:nvSpPr>
            <p:spPr>
              <a:xfrm>
                <a:off x="3255504" y="4884924"/>
                <a:ext cx="347662" cy="16429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18" name="直線矢印コネクタ 117">
                <a:extLst>
                  <a:ext uri="{FF2B5EF4-FFF2-40B4-BE49-F238E27FC236}">
                    <ns2:creationId id="{CE55A418-9F2D-2569-7731-2A2790DA21A8}"/>
                  </a:ext>
                </a:extLst>
              </p:cNvPr>
              <p:cNvCxnSpPr>
                <a:cxnSpLocks/>
                <a:endCxn id="117" idx="2"/>
              </p:cNvCxnSpPr>
              <p:nvPr/>
            </p:nvCxnSpPr>
            <p:spPr>
              <a:xfrm flipV="1">
                <a:off x="3428535" y="5049223"/>
                <a:ext cx="800" cy="9497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正方形/長方形 118">
                <a:extLst>
                  <a:ext uri="{FF2B5EF4-FFF2-40B4-BE49-F238E27FC236}">
                    <ns2:creationId id="{FC03A9EC-8D87-1A87-1ADC-7E18999E273A}"/>
                  </a:ext>
                </a:extLst>
              </p:cNvPr>
              <p:cNvSpPr/>
              <p:nvPr/>
            </p:nvSpPr>
            <p:spPr>
              <a:xfrm>
                <a:off x="2728433" y="5036456"/>
                <a:ext cx="486847" cy="16429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20" name="直線矢印コネクタ 119">
                <a:extLst>
                  <a:ext uri="{FF2B5EF4-FFF2-40B4-BE49-F238E27FC236}">
                    <ns2:creationId id="{079F74C1-7DC7-00E8-463F-25EB6E67DABD}"/>
                  </a:ext>
                </a:extLst>
              </p:cNvPr>
              <p:cNvCxnSpPr>
                <a:cxnSpLocks/>
                <a:endCxn id="119" idx="3"/>
              </p:cNvCxnSpPr>
              <p:nvPr/>
            </p:nvCxnSpPr>
            <p:spPr>
              <a:xfrm flipH="1" flipV="1">
                <a:off x="3215280" y="5118606"/>
                <a:ext cx="185145" cy="182402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5" name="正方形/長方形 134">
                <a:extLst>
                  <a:ext uri="{FF2B5EF4-FFF2-40B4-BE49-F238E27FC236}">
                    <ns2:creationId id="{FFD8C408-F8F6-44F5-44F1-93EB282D394C}"/>
                  </a:ext>
                </a:extLst>
              </p:cNvPr>
              <p:cNvSpPr/>
              <p:nvPr/>
            </p:nvSpPr>
            <p:spPr>
              <a:xfrm>
                <a:off x="2733119" y="5246317"/>
                <a:ext cx="482162" cy="16429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39" name="直線矢印コネクタ 138">
                <a:extLst>
                  <a:ext uri="{FF2B5EF4-FFF2-40B4-BE49-F238E27FC236}">
                    <ns2:creationId id="{6E477740-3A76-904B-E258-0430FD0178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5280" y="5359131"/>
                <a:ext cx="173832" cy="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5" name="正方形/長方形 144">
                <a:extLst>
                  <a:ext uri="{FF2B5EF4-FFF2-40B4-BE49-F238E27FC236}">
                    <ns2:creationId id="{7689CC07-8062-D87A-BC90-8BFC8B840181}"/>
                  </a:ext>
                </a:extLst>
              </p:cNvPr>
              <p:cNvSpPr/>
              <p:nvPr/>
            </p:nvSpPr>
            <p:spPr>
              <a:xfrm>
                <a:off x="3664383" y="5255937"/>
                <a:ext cx="807631" cy="16429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6" name="直線矢印コネクタ 145">
                <a:extLst>
                  <a:ext uri="{FF2B5EF4-FFF2-40B4-BE49-F238E27FC236}">
                    <ns2:creationId id="{09ECBDBB-5612-71FC-19E1-185B810BC4C4}"/>
                  </a:ext>
                </a:extLst>
              </p:cNvPr>
              <p:cNvCxnSpPr>
                <a:cxnSpLocks/>
                <a:stCxn id="145" idx="1"/>
              </p:cNvCxnSpPr>
              <p:nvPr/>
            </p:nvCxnSpPr>
            <p:spPr>
              <a:xfrm flipH="1">
                <a:off x="3471513" y="5338087"/>
                <a:ext cx="192870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0" name="グループ化 169">
              <a:extLst>
                <a:ext uri="{FF2B5EF4-FFF2-40B4-BE49-F238E27FC236}">
                  <ns2:creationId id="{8A626308-E94D-AA92-7CA1-ECE07168D162}"/>
                </a:ext>
              </a:extLst>
            </p:cNvPr>
            <p:cNvGrpSpPr/>
            <p:nvPr/>
          </p:nvGrpSpPr>
          <p:grpSpPr>
            <a:xfrm>
              <a:off x="5261432" y="1366073"/>
              <a:ext cx="1989454" cy="211262"/>
              <a:chOff x="5905500" y="1366287"/>
              <a:chExt cx="1989454" cy="211262"/>
            </a:xfrm>
          </p:grpSpPr>
          <p:sp>
            <p:nvSpPr>
              <p:cNvPr id="162" name="正方形/長方形 161">
                <a:extLst>
                  <a:ext uri="{FF2B5EF4-FFF2-40B4-BE49-F238E27FC236}">
                    <ns2:creationId id="{11ED5E89-FA5B-40EB-6E3B-6A43099B4A63}"/>
                  </a:ext>
                </a:extLst>
              </p:cNvPr>
              <p:cNvSpPr/>
              <p:nvPr/>
            </p:nvSpPr>
            <p:spPr>
              <a:xfrm>
                <a:off x="5905500" y="1366287"/>
                <a:ext cx="872816" cy="2112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b="1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b="1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3A65FA50-492A-2138-C6F1-003BA0E58183}"/>
                  </a:ext>
                </a:extLst>
              </p:cNvPr>
              <p:cNvSpPr/>
              <p:nvPr/>
            </p:nvSpPr>
            <p:spPr>
              <a:xfrm>
                <a:off x="6791015" y="1366287"/>
                <a:ext cx="1103939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5" name="正方形/長方形 174">
              <a:extLst>
                <a:ext uri="{FF2B5EF4-FFF2-40B4-BE49-F238E27FC236}">
                  <ns2:creationId id="{1A1FCF9E-B2BF-FAEF-08B3-0E77EF5ACA82}"/>
                </a:ext>
              </a:extLst>
            </p:cNvPr>
            <p:cNvSpPr/>
            <p:nvPr/>
          </p:nvSpPr>
          <p:spPr>
            <a:xfrm>
              <a:off x="9247632" y="1366073"/>
              <a:ext cx="2609404" cy="2112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76FC21CB-71E6-3019-B530-DC2AC49F71BC}"/>
                </a:ext>
              </a:extLst>
            </p:cNvPr>
            <p:cNvSpPr/>
            <p:nvPr/>
          </p:nvSpPr>
          <p:spPr>
            <a:xfrm>
              <a:off x="7333350" y="1366073"/>
              <a:ext cx="1831818" cy="2112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07" name="グループ化 406">
              <a:extLst>
                <a:ext uri="{FF2B5EF4-FFF2-40B4-BE49-F238E27FC236}">
                  <ns2:creationId id="{5059AFC9-1515-D753-3CFB-501ED629249B}"/>
                </a:ext>
              </a:extLst>
            </p:cNvPr>
            <p:cNvGrpSpPr/>
            <p:nvPr/>
          </p:nvGrpSpPr>
          <p:grpSpPr>
            <a:xfrm>
              <a:off x="6458859" y="1634218"/>
              <a:ext cx="5398179" cy="2196000"/>
              <a:chOff x="6458859" y="1634218"/>
              <a:chExt cx="5398179" cy="2196000"/>
            </a:xfrm>
          </p:grpSpPr>
          <p:grpSp>
            <p:nvGrpSpPr>
              <p:cNvPr id="279" name="グループ化 278">
                <a:extLst>
                  <a:ext uri="{FF2B5EF4-FFF2-40B4-BE49-F238E27FC236}">
                    <ns2:creationId id="{FCF406F2-A900-CE23-0819-9EBBD2F3D3FD}"/>
                  </a:ext>
                </a:extLst>
              </p:cNvPr>
              <p:cNvGrpSpPr/>
              <p:nvPr/>
            </p:nvGrpSpPr>
            <p:grpSpPr>
              <a:xfrm>
                <a:off x="8105775" y="2181224"/>
                <a:ext cx="3603625" cy="1136651"/>
                <a:chOff x="12725269" y="-868476"/>
                <a:chExt cx="3982820" cy="2744490"/>
              </a:xfrm>
            </p:grpSpPr>
            <p:sp>
              <p:nvSpPr>
                <p:cNvPr id="280" name="正方形/長方形 279">
                  <a:extLst>
                    <a:ext uri="{FF2B5EF4-FFF2-40B4-BE49-F238E27FC236}">
                      <ns2:creationId id="{7D91B47E-FDD1-1128-A29C-6FD9617B4E30}"/>
                    </a:ext>
                  </a:extLst>
                </p:cNvPr>
                <p:cNvSpPr/>
                <p:nvPr/>
              </p:nvSpPr>
              <p:spPr>
                <a:xfrm>
                  <a:off x="14716679" y="-868476"/>
                  <a:ext cx="1991410" cy="1372245"/>
                </a:xfrm>
                <a:prstGeom prst="rect">
                  <a:avLst/>
                </a:prstGeom>
                <a:solidFill>
                  <a:srgbClr val="99CC99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rIns="90000" rtlCol="0" anchor="t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80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81" name="正方形/長方形 280">
                  <a:extLst>
                    <a:ext uri="{FF2B5EF4-FFF2-40B4-BE49-F238E27FC236}">
                      <ns2:creationId id="{B3659A99-268E-50AB-D5D4-957545F570A9}"/>
                    </a:ext>
                  </a:extLst>
                </p:cNvPr>
                <p:cNvSpPr/>
                <p:nvPr/>
              </p:nvSpPr>
              <p:spPr>
                <a:xfrm>
                  <a:off x="14716679" y="503769"/>
                  <a:ext cx="1991410" cy="1372245"/>
                </a:xfrm>
                <a:prstGeom prst="rect">
                  <a:avLst/>
                </a:prstGeom>
                <a:solidFill>
                  <a:srgbClr val="B2D9B2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rIns="90000" rtlCol="0" anchor="t"/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80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05" name="正方形/長方形 304">
                  <a:extLst>
                    <a:ext uri="{FF2B5EF4-FFF2-40B4-BE49-F238E27FC236}">
                      <ns2:creationId id="{1000F628-B428-8823-7CC0-53F258EBBEB3}"/>
                    </a:ext>
                  </a:extLst>
                </p:cNvPr>
                <p:cNvSpPr/>
                <p:nvPr/>
              </p:nvSpPr>
              <p:spPr>
                <a:xfrm>
                  <a:off x="12725269" y="503769"/>
                  <a:ext cx="1991410" cy="1372245"/>
                </a:xfrm>
                <a:prstGeom prst="rect">
                  <a:avLst/>
                </a:prstGeom>
                <a:solidFill>
                  <a:srgbClr val="E5F2E5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rIns="90000" rtlCol="0" anchor="t"/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80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06" name="正方形/長方形 305">
                  <a:extLst>
                    <a:ext uri="{FF2B5EF4-FFF2-40B4-BE49-F238E27FC236}">
                      <ns2:creationId id="{01F2C384-C72B-42BB-0B55-A7FDD3E3B01D}"/>
                    </a:ext>
                  </a:extLst>
                </p:cNvPr>
                <p:cNvSpPr/>
                <p:nvPr/>
              </p:nvSpPr>
              <p:spPr>
                <a:xfrm>
                  <a:off x="12725269" y="-868476"/>
                  <a:ext cx="1991410" cy="1372245"/>
                </a:xfrm>
                <a:prstGeom prst="rect">
                  <a:avLst/>
                </a:prstGeom>
                <a:solidFill>
                  <a:srgbClr val="CCE6CC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0000" rIns="90000" rtlCol="0" anchor="t">
                  <a:noAutofit/>
                </a:bodyPr>
                <a:lstStyle/>
                <a:p>
                  <a:pPr algn="ctr">
                    <a:buClr>
                      <a:srgbClr val="008000"/>
                    </a:buClr>
                  </a:pPr>
                  <a:endParaRPr kumimoji="1" lang="ja-JP" altLang="en-US" sz="80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88" name="正方形/長方形 187">
                <a:extLst>
                  <a:ext uri="{FF2B5EF4-FFF2-40B4-BE49-F238E27FC236}">
                    <ns2:creationId id="{DD5539ED-5ED6-CFC0-31D2-3855DCB3CF12}"/>
                  </a:ext>
                </a:extLst>
              </p:cNvPr>
              <p:cNvSpPr/>
              <p:nvPr/>
            </p:nvSpPr>
            <p:spPr>
              <a:xfrm>
                <a:off x="6458859" y="1634218"/>
                <a:ext cx="1021442" cy="219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612000" rIns="36000" b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91" name="グラフィックス 190" descr="オフィス ワーカー (男性) 単色塗りつぶし">
                <a:extLst>
                  <a:ext uri="{FF2B5EF4-FFF2-40B4-BE49-F238E27FC236}">
                    <ns2:creationId id="{53A0B551-372A-CA3B-4552-524A2135BF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786109" y="2100780"/>
                <a:ext cx="366940" cy="366940"/>
              </a:xfrm>
              <a:prstGeom prst="rect">
                <a:avLst/>
              </a:prstGeom>
            </p:spPr>
          </p:pic>
          <p:sp>
            <p:nvSpPr>
              <p:cNvPr id="194" name="正方形/長方形 193">
                <a:extLst>
                  <a:ext uri="{FF2B5EF4-FFF2-40B4-BE49-F238E27FC236}">
                    <ns2:creationId id="{4AFB5F17-D965-BD31-8718-3E90F1E80D3F}"/>
                  </a:ext>
                </a:extLst>
              </p:cNvPr>
              <p:cNvSpPr/>
              <p:nvPr/>
            </p:nvSpPr>
            <p:spPr>
              <a:xfrm>
                <a:off x="7480300" y="1634218"/>
                <a:ext cx="4376736" cy="2196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36000" rIns="0" bIns="36000" rtlCol="0" anchor="ctr"/>
              <a:lstStyle/>
              <a:p>
                <a:pPr algn="ctr">
                  <a:buClr>
                    <a:srgbClr val="008000"/>
                  </a:buClr>
                </a:pPr>
                <a:endPara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四角形: 角を丸くする 195">
                <a:extLst>
                  <a:ext uri="{FF2B5EF4-FFF2-40B4-BE49-F238E27FC236}">
                    <ns2:creationId id="{5C95A649-F1AF-6D67-D42F-7FAC57223DE1}"/>
                  </a:ext>
                </a:extLst>
              </p:cNvPr>
              <p:cNvSpPr/>
              <p:nvPr/>
            </p:nvSpPr>
            <p:spPr>
              <a:xfrm>
                <a:off x="7555944" y="1711401"/>
                <a:ext cx="4225450" cy="317428"/>
              </a:xfrm>
              <a:prstGeom prst="roundRect">
                <a:avLst>
                  <a:gd name="adj" fmla="val 50000"/>
                </a:avLst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19" name="グループ化 218">
                <a:extLst>
                  <a:ext uri="{FF2B5EF4-FFF2-40B4-BE49-F238E27FC236}">
                    <ns2:creationId id="{A9652EF0-743B-681F-6D04-B03E93183F9A}"/>
                  </a:ext>
                </a:extLst>
              </p:cNvPr>
              <p:cNvGrpSpPr/>
              <p:nvPr/>
            </p:nvGrpSpPr>
            <p:grpSpPr>
              <a:xfrm>
                <a:off x="7549467" y="2100779"/>
                <a:ext cx="4231914" cy="1672311"/>
                <a:chOff x="7549467" y="2100779"/>
                <a:chExt cx="4231914" cy="1672311"/>
              </a:xfrm>
            </p:grpSpPr>
            <p:sp>
              <p:nvSpPr>
                <p:cNvPr id="204" name="矢印: 五方向 203">
                  <a:extLst>
                    <a:ext uri="{FF2B5EF4-FFF2-40B4-BE49-F238E27FC236}">
                      <ns2:creationId id="{122DA17D-F9BF-4E5C-7468-88E15761A6EC}"/>
                    </a:ext>
                  </a:extLst>
                </p:cNvPr>
                <p:cNvSpPr/>
                <p:nvPr/>
              </p:nvSpPr>
              <p:spPr>
                <a:xfrm>
                  <a:off x="7555931" y="3516232"/>
                  <a:ext cx="4225450" cy="256858"/>
                </a:xfrm>
                <a:prstGeom prst="homePlate">
                  <a:avLst>
                    <a:gd name="adj" fmla="val 27966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0160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5" name="矢印: 五方向 204">
                  <a:extLst>
                    <a:ext uri="{FF2B5EF4-FFF2-40B4-BE49-F238E27FC236}">
                      <ns2:creationId id="{CDED2C68-25A2-59C1-5C5F-590E7FE65E81}"/>
                    </a:ext>
                  </a:extLst>
                </p:cNvPr>
                <p:cNvSpPr/>
                <p:nvPr/>
              </p:nvSpPr>
              <p:spPr>
                <a:xfrm rot="16200000">
                  <a:off x="6841743" y="2808504"/>
                  <a:ext cx="1672309" cy="256859"/>
                </a:xfrm>
                <a:prstGeom prst="homePlate">
                  <a:avLst>
                    <a:gd name="adj" fmla="val 27966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vert" wrap="square" lIns="25200" tIns="0" rIns="252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8" name="正方形/長方形 207">
                  <a:extLst>
                    <a:ext uri="{FF2B5EF4-FFF2-40B4-BE49-F238E27FC236}">
                      <ns2:creationId id="{17D751E7-9050-FA7E-60C8-FBE75AC4C587}"/>
                    </a:ext>
                  </a:extLst>
                </p:cNvPr>
                <p:cNvSpPr/>
                <p:nvPr/>
              </p:nvSpPr>
              <p:spPr>
                <a:xfrm>
                  <a:off x="7549467" y="2889250"/>
                  <a:ext cx="256860" cy="88383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09" name="グラフィックス 208" descr="工場 単色塗りつぶし">
                  <a:extLst>
                    <a:ext uri="{FF2B5EF4-FFF2-40B4-BE49-F238E27FC236}">
                      <ns2:creationId id="{3D1382CC-EA0A-54C5-997D-B5B784E747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9248796" y="3516232"/>
                  <a:ext cx="256858" cy="256858"/>
                </a:xfrm>
                <a:prstGeom prst="rect">
                  <a:avLst/>
                </a:prstGeom>
              </p:spPr>
            </p:pic>
            <p:pic>
              <p:nvPicPr>
                <p:cNvPr id="212" name="グラフィックス 211" descr="硬貨 単色塗りつぶし">
                  <a:extLst>
                    <a:ext uri="{FF2B5EF4-FFF2-40B4-BE49-F238E27FC236}">
                      <ns2:creationId id="{A8912359-8277-F2ED-8136-774520F3EF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7549469" y="2614431"/>
                  <a:ext cx="256858" cy="256858"/>
                </a:xfrm>
                <a:prstGeom prst="rect">
                  <a:avLst/>
                </a:prstGeom>
              </p:spPr>
            </p:pic>
            <p:sp>
              <p:nvSpPr>
                <p:cNvPr id="214" name="楕円 213">
                  <a:extLst>
                    <a:ext uri="{FF2B5EF4-FFF2-40B4-BE49-F238E27FC236}">
                      <ns2:creationId id="{988E3CD3-A1F3-9D79-5662-81B62E09FC95}"/>
                    </a:ext>
                  </a:extLst>
                </p:cNvPr>
                <p:cNvSpPr/>
                <p:nvPr/>
              </p:nvSpPr>
              <p:spPr>
                <a:xfrm>
                  <a:off x="11422198" y="3542335"/>
                  <a:ext cx="204652" cy="204652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17" name="楕円 216">
                  <a:extLst>
                    <a:ext uri="{FF2B5EF4-FFF2-40B4-BE49-F238E27FC236}">
                      <ns2:creationId id="{1E7FDE1E-CA6E-3E56-F870-244334FA6B11}"/>
                    </a:ext>
                  </a:extLst>
                </p:cNvPr>
                <p:cNvSpPr/>
                <p:nvPr/>
              </p:nvSpPr>
              <p:spPr>
                <a:xfrm>
                  <a:off x="7575571" y="2193387"/>
                  <a:ext cx="204652" cy="204652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aphicFrame>
            <p:nvGraphicFramePr>
              <p:cNvPr id="222" name="グラフ 221">
                <a:extLst>
                  <a:ext uri="{FF2B5EF4-FFF2-40B4-BE49-F238E27FC236}">
                    <ns2:creationId id="{17859E6F-E8C0-D9BE-A742-2DAF66C19488}"/>
                  </a:ext>
                </a:extLst>
              </p:cNvPr>
              <p:cNvGraphicFramePr/>
              <p:nvPr/>
            </p:nvGraphicFramePr>
            <p:xfrm>
              <a:off x="7832430" y="2110772"/>
              <a:ext cx="4024608" cy="1379357"/>
            </p:xfrm>
            <a:graphic>
              <a:graphicData uri="http://schemas.openxmlformats.org/drawingml/2006/chart">
                <ns5:chart r:id="rId8"/>
              </a:graphicData>
            </a:graphic>
          </p:graphicFrame>
          <p:grpSp>
            <p:nvGrpSpPr>
              <p:cNvPr id="234" name="グループ化 233">
                <a:extLst>
                  <a:ext uri="{FF2B5EF4-FFF2-40B4-BE49-F238E27FC236}">
                    <ns2:creationId id="{ABA34F08-37CE-F81C-2FAC-933162969EB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10420998" y="2235725"/>
                <a:ext cx="777236" cy="239924"/>
                <a:chOff x="3823558" y="2889250"/>
                <a:chExt cx="1110337" cy="342749"/>
              </a:xfrm>
            </p:grpSpPr>
            <p:sp>
              <p:nvSpPr>
                <p:cNvPr id="235" name="正方形/長方形 234">
                  <a:extLst>
                    <a:ext uri="{FF2B5EF4-FFF2-40B4-BE49-F238E27FC236}">
                      <ns2:creationId id="{4993D503-21C5-B6E9-B854-3B1C7C2A951B}"/>
                    </a:ext>
                  </a:extLst>
                </p:cNvPr>
                <p:cNvSpPr/>
                <p:nvPr/>
              </p:nvSpPr>
              <p:spPr>
                <a:xfrm>
                  <a:off x="3823558" y="3020737"/>
                  <a:ext cx="1110337" cy="2112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35" b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35" b="1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236" name="直線矢印コネクタ 235">
                  <a:extLst>
                    <a:ext uri="{FF2B5EF4-FFF2-40B4-BE49-F238E27FC236}">
                      <ns2:creationId id="{E1712521-DDAC-E4AF-4A50-C5A4BF0CAC8D}"/>
                    </a:ext>
                  </a:extLst>
                </p:cNvPr>
                <p:cNvCxnSpPr>
                  <a:cxnSpLocks/>
                  <a:stCxn id="235" idx="0"/>
                </p:cNvCxnSpPr>
                <p:nvPr/>
              </p:nvCxnSpPr>
              <p:spPr>
                <a:xfrm flipV="1">
                  <a:off x="4378727" y="2889250"/>
                  <a:ext cx="0" cy="131487"/>
                </a:xfrm>
                <a:prstGeom prst="straightConnector1">
                  <a:avLst/>
                </a:prstGeom>
                <a:ln w="9525">
                  <a:solidFill>
                    <a:schemeClr val="accent2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7" name="グループ化 236">
                <a:extLst>
                  <a:ext uri="{FF2B5EF4-FFF2-40B4-BE49-F238E27FC236}">
                    <ns2:creationId id="{6C2858E3-6129-7719-0081-982B49FC350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9132052" y="3023055"/>
                <a:ext cx="742197" cy="196392"/>
                <a:chOff x="3894667" y="4685854"/>
                <a:chExt cx="1060282" cy="280561"/>
              </a:xfrm>
            </p:grpSpPr>
            <p:sp>
              <p:nvSpPr>
                <p:cNvPr id="238" name="正方形/長方形 237">
                  <a:extLst>
                    <a:ext uri="{FF2B5EF4-FFF2-40B4-BE49-F238E27FC236}">
                      <ns2:creationId id="{6F2D6599-541B-0A55-57BA-32B0F9D9E826}"/>
                    </a:ext>
                  </a:extLst>
                </p:cNvPr>
                <p:cNvSpPr/>
                <p:nvPr/>
              </p:nvSpPr>
              <p:spPr>
                <a:xfrm>
                  <a:off x="3894667" y="4685854"/>
                  <a:ext cx="893656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35" b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35" b="1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239" name="直線矢印コネクタ 238">
                  <a:extLst>
                    <a:ext uri="{FF2B5EF4-FFF2-40B4-BE49-F238E27FC236}">
                      <ns2:creationId id="{61947FCC-38B6-41C7-9D41-A27DC008BC48}"/>
                    </a:ext>
                  </a:extLst>
                </p:cNvPr>
                <p:cNvCxnSpPr>
                  <a:cxnSpLocks/>
                  <a:endCxn id="238" idx="3"/>
                </p:cNvCxnSpPr>
                <p:nvPr/>
              </p:nvCxnSpPr>
              <p:spPr>
                <a:xfrm flipH="1" flipV="1">
                  <a:off x="4788323" y="4768004"/>
                  <a:ext cx="166626" cy="198411"/>
                </a:xfrm>
                <a:prstGeom prst="straightConnector1">
                  <a:avLst/>
                </a:prstGeom>
                <a:ln w="9525">
                  <a:solidFill>
                    <a:schemeClr val="accent2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1" name="グループ化 240">
                <a:extLst>
                  <a:ext uri="{FF2B5EF4-FFF2-40B4-BE49-F238E27FC236}">
                    <ns2:creationId id="{2A881ACF-7D65-B3C1-63B7-CBA9C96A594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8826044" y="2433292"/>
                <a:ext cx="356637" cy="181488"/>
                <a:chOff x="2157153" y="3731060"/>
                <a:chExt cx="509481" cy="259269"/>
              </a:xfrm>
            </p:grpSpPr>
            <p:sp>
              <p:nvSpPr>
                <p:cNvPr id="242" name="正方形/長方形 241">
                  <a:extLst>
                    <a:ext uri="{FF2B5EF4-FFF2-40B4-BE49-F238E27FC236}">
                      <ns2:creationId id="{1DBC0E40-E156-31B5-3E10-B2DC850DD48A}"/>
                    </a:ext>
                  </a:extLst>
                </p:cNvPr>
                <p:cNvSpPr/>
                <p:nvPr/>
              </p:nvSpPr>
              <p:spPr>
                <a:xfrm>
                  <a:off x="2157153" y="3731060"/>
                  <a:ext cx="509481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56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244" name="直線矢印コネクタ 243">
                  <a:extLst>
                    <a:ext uri="{FF2B5EF4-FFF2-40B4-BE49-F238E27FC236}">
                      <ns2:creationId id="{0AE00CC9-CF1B-310B-8FA7-7A0E0E95C422}"/>
                    </a:ext>
                  </a:extLst>
                </p:cNvPr>
                <p:cNvCxnSpPr>
                  <a:cxnSpLocks/>
                  <a:endCxn id="242" idx="2"/>
                </p:cNvCxnSpPr>
                <p:nvPr/>
              </p:nvCxnSpPr>
              <p:spPr>
                <a:xfrm flipV="1">
                  <a:off x="2411893" y="3895359"/>
                  <a:ext cx="1" cy="94970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1" name="グループ化 250">
                <a:extLst>
                  <a:ext uri="{FF2B5EF4-FFF2-40B4-BE49-F238E27FC236}">
                    <ns2:creationId id="{990A0D63-4DB1-6315-CBDC-CF84DB96F41E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8289547" y="3047323"/>
                <a:ext cx="356637" cy="181488"/>
                <a:chOff x="2157153" y="3731060"/>
                <a:chExt cx="509481" cy="259269"/>
              </a:xfrm>
            </p:grpSpPr>
            <p:sp>
              <p:nvSpPr>
                <p:cNvPr id="253" name="正方形/長方形 252">
                  <a:extLst>
                    <a:ext uri="{FF2B5EF4-FFF2-40B4-BE49-F238E27FC236}">
                      <ns2:creationId id="{D2ACADE8-1B7E-69AC-03B7-629F58C05D63}"/>
                    </a:ext>
                  </a:extLst>
                </p:cNvPr>
                <p:cNvSpPr/>
                <p:nvPr/>
              </p:nvSpPr>
              <p:spPr>
                <a:xfrm>
                  <a:off x="2157153" y="3731060"/>
                  <a:ext cx="509481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56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54" name="直線矢印コネクタ 253">
                  <a:extLst>
                    <a:ext uri="{FF2B5EF4-FFF2-40B4-BE49-F238E27FC236}">
                      <ns2:creationId id="{7E69DF88-F658-C0D5-8927-FDA293F24761}"/>
                    </a:ext>
                  </a:extLst>
                </p:cNvPr>
                <p:cNvCxnSpPr>
                  <a:cxnSpLocks/>
                  <a:endCxn id="253" idx="2"/>
                </p:cNvCxnSpPr>
                <p:nvPr/>
              </p:nvCxnSpPr>
              <p:spPr>
                <a:xfrm flipV="1">
                  <a:off x="2411893" y="3895359"/>
                  <a:ext cx="1" cy="94970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7" name="正方形/長方形 256">
                <a:extLst>
                  <a:ext uri="{FF2B5EF4-FFF2-40B4-BE49-F238E27FC236}">
                    <ns2:creationId id="{AC3A2CE9-64CE-A20E-E29F-E94A1930CF12}"/>
                  </a:ext>
                </a:extLst>
              </p:cNvPr>
              <p:cNvSpPr/>
              <p:nvPr/>
            </p:nvSpPr>
            <p:spPr>
              <a:xfrm>
                <a:off x="10092096" y="3067035"/>
                <a:ext cx="243363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59" name="直線矢印コネクタ 258">
                <a:extLst>
                  <a:ext uri="{FF2B5EF4-FFF2-40B4-BE49-F238E27FC236}">
                    <ns2:creationId id="{CA373BE5-A4E8-3D26-EA69-83B5B622B239}"/>
                  </a:ext>
                </a:extLst>
              </p:cNvPr>
              <p:cNvCxnSpPr>
                <a:cxnSpLocks/>
                <a:endCxn id="257" idx="1"/>
              </p:cNvCxnSpPr>
              <p:nvPr/>
            </p:nvCxnSpPr>
            <p:spPr>
              <a:xfrm flipV="1">
                <a:off x="9936595" y="3124540"/>
                <a:ext cx="155501" cy="16004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0" name="正方形/長方形 259">
                <a:extLst>
                  <a:ext uri="{FF2B5EF4-FFF2-40B4-BE49-F238E27FC236}">
                    <ns2:creationId id="{ADB15B2A-A3DD-AB6B-D4E0-5DBB6477DD9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084333" y="3188358"/>
                <a:ext cx="243363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61" name="直線矢印コネクタ 260">
                <a:extLst>
                  <a:ext uri="{FF2B5EF4-FFF2-40B4-BE49-F238E27FC236}">
                    <ns2:creationId id="{BB0DC3DC-8BF4-C1F9-6C1C-8FBB306589EF}"/>
                  </a:ext>
                </a:extLst>
              </p:cNvPr>
              <p:cNvCxnSpPr>
                <a:cxnSpLocks/>
                <a:endCxn id="260" idx="3"/>
              </p:cNvCxnSpPr>
              <p:nvPr/>
            </p:nvCxnSpPr>
            <p:spPr>
              <a:xfrm flipH="1" flipV="1">
                <a:off x="8327696" y="3245863"/>
                <a:ext cx="106692" cy="57504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2" name="正方形/長方形 261">
                <a:extLst>
                  <a:ext uri="{FF2B5EF4-FFF2-40B4-BE49-F238E27FC236}">
                    <ns2:creationId id="{9140D23E-80FD-B462-3BEA-723F7336D33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092096" y="2925782"/>
                <a:ext cx="340793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56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63" name="直線矢印コネクタ 262">
                <a:extLst>
                  <a:ext uri="{FF2B5EF4-FFF2-40B4-BE49-F238E27FC236}">
                    <ns2:creationId id="{59523F12-6FCB-5DE4-2F41-91CF5AF267A1}"/>
                  </a:ext>
                </a:extLst>
              </p:cNvPr>
              <p:cNvCxnSpPr>
                <a:cxnSpLocks/>
                <a:endCxn id="262" idx="1"/>
              </p:cNvCxnSpPr>
              <p:nvPr/>
            </p:nvCxnSpPr>
            <p:spPr>
              <a:xfrm flipV="1">
                <a:off x="9936595" y="2983287"/>
                <a:ext cx="155501" cy="272852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4" name="正方形/長方形 263">
                <a:extLst>
                  <a:ext uri="{FF2B5EF4-FFF2-40B4-BE49-F238E27FC236}">
                    <ns2:creationId id="{6050EE25-722A-3F92-0661-34C846918FF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082640" y="3208289"/>
                <a:ext cx="337513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65" name="直線矢印コネクタ 264">
                <a:extLst>
                  <a:ext uri="{FF2B5EF4-FFF2-40B4-BE49-F238E27FC236}">
                    <ns2:creationId id="{86A89C4D-5DE7-68E2-DC6D-FD5BFE459DF8}"/>
                  </a:ext>
                </a:extLst>
              </p:cNvPr>
              <p:cNvCxnSpPr>
                <a:cxnSpLocks/>
                <a:stCxn id="264" idx="1"/>
              </p:cNvCxnSpPr>
              <p:nvPr/>
            </p:nvCxnSpPr>
            <p:spPr>
              <a:xfrm flipH="1">
                <a:off x="9936595" y="3265794"/>
                <a:ext cx="146045" cy="37573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7" name="正方形/長方形 266">
                <a:extLst>
                  <a:ext uri="{FF2B5EF4-FFF2-40B4-BE49-F238E27FC236}">
                    <ns2:creationId id="{07234219-51CB-6389-7766-254A48D26B8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9165168" y="3188358"/>
                <a:ext cx="565342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77" name="直線矢印コネクタ 276">
                <a:extLst>
                  <a:ext uri="{FF2B5EF4-FFF2-40B4-BE49-F238E27FC236}">
                    <ns2:creationId id="{ACB16F4B-716D-42C7-78C4-3656B71BE6D4}"/>
                  </a:ext>
                </a:extLst>
              </p:cNvPr>
              <p:cNvCxnSpPr>
                <a:cxnSpLocks/>
                <a:endCxn id="267" idx="3"/>
              </p:cNvCxnSpPr>
              <p:nvPr/>
            </p:nvCxnSpPr>
            <p:spPr>
              <a:xfrm flipH="1" flipV="1">
                <a:off x="9730510" y="3245863"/>
                <a:ext cx="146045" cy="57504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8" name="グループ化 407">
              <a:extLst>
                <a:ext uri="{FF2B5EF4-FFF2-40B4-BE49-F238E27FC236}">
                  <ns2:creationId id="{1E07A95D-F41E-9720-FC1E-8699D7E689E2}"/>
                </a:ext>
              </a:extLst>
            </p:cNvPr>
            <p:cNvGrpSpPr/>
            <p:nvPr/>
          </p:nvGrpSpPr>
          <p:grpSpPr>
            <a:xfrm>
              <a:off x="6458859" y="4112725"/>
              <a:ext cx="5398179" cy="2196000"/>
              <a:chOff x="6458859" y="4112725"/>
              <a:chExt cx="5398179" cy="2196000"/>
            </a:xfrm>
          </p:grpSpPr>
          <p:sp>
            <p:nvSpPr>
              <p:cNvPr id="189" name="正方形/長方形 188">
                <a:extLst>
                  <a:ext uri="{FF2B5EF4-FFF2-40B4-BE49-F238E27FC236}">
                    <ns2:creationId id="{B9B75508-1743-785B-5E89-6385DFB57D0D}"/>
                  </a:ext>
                </a:extLst>
              </p:cNvPr>
              <p:cNvSpPr/>
              <p:nvPr/>
            </p:nvSpPr>
            <p:spPr>
              <a:xfrm>
                <a:off x="6458859" y="4112725"/>
                <a:ext cx="1021442" cy="219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612000" rIns="36000" b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5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15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92" name="グラフィックス 191" descr="共有 単色塗りつぶし">
                <a:extLst>
                  <a:ext uri="{FF2B5EF4-FFF2-40B4-BE49-F238E27FC236}">
                    <ns2:creationId id="{889D106F-8B53-4C87-54D9-B023F93BD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786109" y="4552666"/>
                <a:ext cx="366940" cy="366940"/>
              </a:xfrm>
              <a:prstGeom prst="rect">
                <a:avLst/>
              </a:prstGeom>
            </p:spPr>
          </p:pic>
          <p:sp>
            <p:nvSpPr>
              <p:cNvPr id="197" name="四角形: 角を丸くする 196">
                <a:extLst>
                  <a:ext uri="{FF2B5EF4-FFF2-40B4-BE49-F238E27FC236}">
                    <ns2:creationId id="{B9E538E0-D45C-55A8-E9C9-E503A99AA311}"/>
                  </a:ext>
                </a:extLst>
              </p:cNvPr>
              <p:cNvSpPr/>
              <p:nvPr/>
            </p:nvSpPr>
            <p:spPr>
              <a:xfrm>
                <a:off x="7555944" y="4194668"/>
                <a:ext cx="4225450" cy="317428"/>
              </a:xfrm>
              <a:prstGeom prst="roundRect">
                <a:avLst>
                  <a:gd name="adj" fmla="val 50000"/>
                </a:avLst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0" name="正方形/長方形 339">
                <a:extLst>
                  <a:ext uri="{FF2B5EF4-FFF2-40B4-BE49-F238E27FC236}">
                    <ns2:creationId id="{0BB33C9C-4651-67CE-455C-A0D12441D158}"/>
                  </a:ext>
                </a:extLst>
              </p:cNvPr>
              <p:cNvSpPr/>
              <p:nvPr/>
            </p:nvSpPr>
            <p:spPr>
              <a:xfrm>
                <a:off x="7480301" y="4112725"/>
                <a:ext cx="4376736" cy="2196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36000" rIns="0" bIns="36000" rtlCol="0" anchor="ctr"/>
              <a:lstStyle/>
              <a:p>
                <a:pPr algn="ctr">
                  <a:buClr>
                    <a:srgbClr val="008000"/>
                  </a:buClr>
                </a:pPr>
                <a:endPara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41" name="グループ化 340">
                <a:extLst>
                  <a:ext uri="{FF2B5EF4-FFF2-40B4-BE49-F238E27FC236}">
                    <ns2:creationId id="{F0FF8401-F7E5-A343-7676-A157481DBD85}"/>
                  </a:ext>
                </a:extLst>
              </p:cNvPr>
              <p:cNvGrpSpPr/>
              <p:nvPr/>
            </p:nvGrpSpPr>
            <p:grpSpPr>
              <a:xfrm>
                <a:off x="7549468" y="4579286"/>
                <a:ext cx="4231914" cy="1672311"/>
                <a:chOff x="7549467" y="2100779"/>
                <a:chExt cx="4231914" cy="1672311"/>
              </a:xfrm>
            </p:grpSpPr>
            <p:sp>
              <p:nvSpPr>
                <p:cNvPr id="342" name="矢印: 五方向 341">
                  <a:extLst>
                    <a:ext uri="{FF2B5EF4-FFF2-40B4-BE49-F238E27FC236}">
                      <ns2:creationId id="{DFDA64D3-B842-4F5F-1729-F236ACF4BA2B}"/>
                    </a:ext>
                  </a:extLst>
                </p:cNvPr>
                <p:cNvSpPr/>
                <p:nvPr/>
              </p:nvSpPr>
              <p:spPr>
                <a:xfrm>
                  <a:off x="7555931" y="3516232"/>
                  <a:ext cx="4225450" cy="256858"/>
                </a:xfrm>
                <a:prstGeom prst="homePlate">
                  <a:avLst>
                    <a:gd name="adj" fmla="val 27966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0160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43" name="矢印: 五方向 342">
                  <a:extLst>
                    <a:ext uri="{FF2B5EF4-FFF2-40B4-BE49-F238E27FC236}">
                      <ns2:creationId id="{C90BE9EE-A2B9-CA7C-016A-10E84E5869AB}"/>
                    </a:ext>
                  </a:extLst>
                </p:cNvPr>
                <p:cNvSpPr/>
                <p:nvPr/>
              </p:nvSpPr>
              <p:spPr>
                <a:xfrm rot="16200000">
                  <a:off x="6841743" y="2808504"/>
                  <a:ext cx="1672309" cy="256859"/>
                </a:xfrm>
                <a:prstGeom prst="homePlate">
                  <a:avLst>
                    <a:gd name="adj" fmla="val 27966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vert" wrap="square" lIns="25200" tIns="0" rIns="252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44" name="正方形/長方形 343">
                  <a:extLst>
                    <a:ext uri="{FF2B5EF4-FFF2-40B4-BE49-F238E27FC236}">
                      <ns2:creationId id="{F5A28CBE-5A0C-BAFA-3B29-88217B8D99E7}"/>
                    </a:ext>
                  </a:extLst>
                </p:cNvPr>
                <p:cNvSpPr/>
                <p:nvPr/>
              </p:nvSpPr>
              <p:spPr>
                <a:xfrm>
                  <a:off x="7549467" y="2889250"/>
                  <a:ext cx="256860" cy="88383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45" name="グラフィックス 344" descr="工場 単色塗りつぶし">
                  <a:extLst>
                    <a:ext uri="{FF2B5EF4-FFF2-40B4-BE49-F238E27FC236}">
                      <ns2:creationId id="{EC0D8BD2-F472-E7D5-4CA0-D6157B6195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9248796" y="3516232"/>
                  <a:ext cx="256858" cy="256858"/>
                </a:xfrm>
                <a:prstGeom prst="rect">
                  <a:avLst/>
                </a:prstGeom>
              </p:spPr>
            </p:pic>
            <p:pic>
              <p:nvPicPr>
                <p:cNvPr id="346" name="グラフィックス 345" descr="硬貨 単色塗りつぶし">
                  <a:extLst>
                    <a:ext uri="{FF2B5EF4-FFF2-40B4-BE49-F238E27FC236}">
                      <ns2:creationId id="{3908AF84-3CE1-13E3-864D-6973461D8F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7549469" y="2614431"/>
                  <a:ext cx="256858" cy="256858"/>
                </a:xfrm>
                <a:prstGeom prst="rect">
                  <a:avLst/>
                </a:prstGeom>
              </p:spPr>
            </p:pic>
            <p:sp>
              <p:nvSpPr>
                <p:cNvPr id="347" name="楕円 346">
                  <a:extLst>
                    <a:ext uri="{FF2B5EF4-FFF2-40B4-BE49-F238E27FC236}">
                      <ns2:creationId id="{45DE6E3E-BF09-5503-558F-52B6FC262B2C}"/>
                    </a:ext>
                  </a:extLst>
                </p:cNvPr>
                <p:cNvSpPr/>
                <p:nvPr/>
              </p:nvSpPr>
              <p:spPr>
                <a:xfrm>
                  <a:off x="11422198" y="3542335"/>
                  <a:ext cx="204652" cy="204652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48" name="楕円 347">
                  <a:extLst>
                    <a:ext uri="{FF2B5EF4-FFF2-40B4-BE49-F238E27FC236}">
                      <ns2:creationId id="{D2FF9B0A-39DF-F97B-54E7-437142B27557}"/>
                    </a:ext>
                  </a:extLst>
                </p:cNvPr>
                <p:cNvSpPr/>
                <p:nvPr/>
              </p:nvSpPr>
              <p:spPr>
                <a:xfrm>
                  <a:off x="7575571" y="2193387"/>
                  <a:ext cx="204652" cy="204652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aphicFrame>
            <p:nvGraphicFramePr>
              <p:cNvPr id="351" name="グラフ 350">
                <a:extLst>
                  <a:ext uri="{FF2B5EF4-FFF2-40B4-BE49-F238E27FC236}">
                    <ns2:creationId id="{42D1B189-1C7E-4360-B411-43C93E151008}"/>
                  </a:ext>
                </a:extLst>
              </p:cNvPr>
              <p:cNvGraphicFramePr/>
              <p:nvPr/>
            </p:nvGraphicFramePr>
            <p:xfrm>
              <a:off x="7832430" y="4584454"/>
              <a:ext cx="4024608" cy="1379357"/>
            </p:xfrm>
            <a:graphic>
              <a:graphicData uri="http://schemas.openxmlformats.org/drawingml/2006/chart">
                <ns5:chart r:id="rId10"/>
              </a:graphicData>
            </a:graphic>
          </p:graphicFrame>
          <p:grpSp>
            <p:nvGrpSpPr>
              <p:cNvPr id="361" name="グループ化 360">
                <a:extLst>
                  <a:ext uri="{FF2B5EF4-FFF2-40B4-BE49-F238E27FC236}">
                    <ns2:creationId id="{2C3110CC-D469-E99F-2599-CFD24FC4774E}"/>
                  </a:ext>
                </a:extLst>
              </p:cNvPr>
              <p:cNvGrpSpPr>
                <a:grpSpLocks/>
              </p:cNvGrpSpPr>
              <p:nvPr/>
            </p:nvGrpSpPr>
            <p:grpSpPr>
              <a:xfrm flipH="1">
                <a:off x="10811054" y="4806939"/>
                <a:ext cx="742197" cy="196392"/>
                <a:chOff x="3894667" y="4685854"/>
                <a:chExt cx="1060282" cy="280561"/>
              </a:xfrm>
            </p:grpSpPr>
            <p:sp>
              <p:nvSpPr>
                <p:cNvPr id="362" name="正方形/長方形 361">
                  <a:extLst>
                    <a:ext uri="{FF2B5EF4-FFF2-40B4-BE49-F238E27FC236}">
                      <ns2:creationId id="{12A2C000-D9C2-ED84-D5BA-ED9C40CEB14C}"/>
                    </a:ext>
                  </a:extLst>
                </p:cNvPr>
                <p:cNvSpPr/>
                <p:nvPr/>
              </p:nvSpPr>
              <p:spPr>
                <a:xfrm>
                  <a:off x="3894667" y="4685854"/>
                  <a:ext cx="893656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35" b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35" b="1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63" name="直線矢印コネクタ 362">
                  <a:extLst>
                    <a:ext uri="{FF2B5EF4-FFF2-40B4-BE49-F238E27FC236}">
                      <ns2:creationId id="{E85A05EE-990B-409F-53AE-B621FE16F599}"/>
                    </a:ext>
                  </a:extLst>
                </p:cNvPr>
                <p:cNvCxnSpPr>
                  <a:cxnSpLocks/>
                  <a:endCxn id="362" idx="3"/>
                </p:cNvCxnSpPr>
                <p:nvPr/>
              </p:nvCxnSpPr>
              <p:spPr>
                <a:xfrm flipH="1" flipV="1">
                  <a:off x="4788323" y="4768004"/>
                  <a:ext cx="166626" cy="198411"/>
                </a:xfrm>
                <a:prstGeom prst="straightConnector1">
                  <a:avLst/>
                </a:prstGeom>
                <a:ln w="9525">
                  <a:solidFill>
                    <a:schemeClr val="accent2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4" name="グループ化 363">
                <a:extLst>
                  <a:ext uri="{FF2B5EF4-FFF2-40B4-BE49-F238E27FC236}">
                    <ns2:creationId id="{AE11F404-5F4F-9BB0-6423-CA0634C1937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8648378" y="5366099"/>
                <a:ext cx="777236" cy="239693"/>
                <a:chOff x="3823558" y="3020737"/>
                <a:chExt cx="1110337" cy="342419"/>
              </a:xfrm>
            </p:grpSpPr>
            <p:sp>
              <p:nvSpPr>
                <p:cNvPr id="365" name="正方形/長方形 364">
                  <a:extLst>
                    <a:ext uri="{FF2B5EF4-FFF2-40B4-BE49-F238E27FC236}">
                      <ns2:creationId id="{3B0F08CF-2D50-BC7E-8DA1-74B994CC394A}"/>
                    </a:ext>
                  </a:extLst>
                </p:cNvPr>
                <p:cNvSpPr/>
                <p:nvPr/>
              </p:nvSpPr>
              <p:spPr>
                <a:xfrm>
                  <a:off x="3823558" y="3020737"/>
                  <a:ext cx="1110337" cy="2112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accent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35" b="1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35" b="1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66" name="直線矢印コネクタ 365">
                  <a:extLst>
                    <a:ext uri="{FF2B5EF4-FFF2-40B4-BE49-F238E27FC236}">
                      <ns2:creationId id="{9B169825-43B6-128D-843A-117773CEC8E8}"/>
                    </a:ext>
                  </a:extLst>
                </p:cNvPr>
                <p:cNvCxnSpPr>
                  <a:cxnSpLocks/>
                  <a:endCxn id="365" idx="2"/>
                </p:cNvCxnSpPr>
                <p:nvPr/>
              </p:nvCxnSpPr>
              <p:spPr>
                <a:xfrm flipV="1">
                  <a:off x="4378726" y="3231999"/>
                  <a:ext cx="0" cy="131157"/>
                </a:xfrm>
                <a:prstGeom prst="straightConnector1">
                  <a:avLst/>
                </a:prstGeom>
                <a:ln w="9525">
                  <a:solidFill>
                    <a:schemeClr val="accent2"/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9" name="正方形/長方形 368">
                <a:extLst>
                  <a:ext uri="{FF2B5EF4-FFF2-40B4-BE49-F238E27FC236}">
                    <ns2:creationId id="{6260502F-D1E7-465D-8252-5079553A67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206015" y="5212195"/>
                <a:ext cx="565342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70" name="直線矢印コネクタ 369">
                <a:extLst>
                  <a:ext uri="{FF2B5EF4-FFF2-40B4-BE49-F238E27FC236}">
                    <ns2:creationId id="{FAEFBB1E-D7FE-5991-0DA6-E403EB288761}"/>
                  </a:ext>
                </a:extLst>
              </p:cNvPr>
              <p:cNvCxnSpPr>
                <a:cxnSpLocks/>
                <a:endCxn id="369" idx="1"/>
              </p:cNvCxnSpPr>
              <p:nvPr/>
            </p:nvCxnSpPr>
            <p:spPr>
              <a:xfrm flipV="1">
                <a:off x="8145174" y="5269700"/>
                <a:ext cx="60841" cy="463442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1" name="正方形/長方形 370">
                <a:extLst>
                  <a:ext uri="{FF2B5EF4-FFF2-40B4-BE49-F238E27FC236}">
                    <ns2:creationId id="{79EC9ABF-1F88-3E30-B3BD-DEAF82CF270C}"/>
                  </a:ext>
                </a:extLst>
              </p:cNvPr>
              <p:cNvSpPr/>
              <p:nvPr/>
            </p:nvSpPr>
            <p:spPr>
              <a:xfrm>
                <a:off x="8259360" y="5362731"/>
                <a:ext cx="243363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74" name="直線矢印コネクタ 373">
                <a:extLst>
                  <a:ext uri="{FF2B5EF4-FFF2-40B4-BE49-F238E27FC236}">
                    <ns2:creationId id="{57646AC6-4E87-7048-9F14-AC05A9947978}"/>
                  </a:ext>
                </a:extLst>
              </p:cNvPr>
              <p:cNvCxnSpPr>
                <a:cxnSpLocks/>
                <a:endCxn id="371" idx="1"/>
              </p:cNvCxnSpPr>
              <p:nvPr/>
            </p:nvCxnSpPr>
            <p:spPr>
              <a:xfrm flipV="1">
                <a:off x="8145173" y="5420236"/>
                <a:ext cx="114187" cy="34001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8" name="グループ化 387">
                <a:extLst>
                  <a:ext uri="{FF2B5EF4-FFF2-40B4-BE49-F238E27FC236}">
                    <ns2:creationId id="{98C12451-DA11-2128-0705-67DF3A8CFE08}"/>
                  </a:ext>
                </a:extLst>
              </p:cNvPr>
              <p:cNvGrpSpPr/>
              <p:nvPr/>
            </p:nvGrpSpPr>
            <p:grpSpPr>
              <a:xfrm>
                <a:off x="9061450" y="5590241"/>
                <a:ext cx="327287" cy="115009"/>
                <a:chOff x="9101138" y="5571120"/>
                <a:chExt cx="327287" cy="115009"/>
              </a:xfrm>
            </p:grpSpPr>
            <p:sp>
              <p:nvSpPr>
                <p:cNvPr id="377" name="正方形/長方形 376">
                  <a:extLst>
                    <a:ext uri="{FF2B5EF4-FFF2-40B4-BE49-F238E27FC236}">
                      <ns2:creationId id="{C96A622D-D233-B314-AB4B-5490660E189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185062" y="5571120"/>
                  <a:ext cx="243363" cy="11500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56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78" name="直線矢印コネクタ 377">
                  <a:extLst>
                    <a:ext uri="{FF2B5EF4-FFF2-40B4-BE49-F238E27FC236}">
                      <ns2:creationId id="{BB1B1267-06E9-1707-B966-411105DA5D7B}"/>
                    </a:ext>
                  </a:extLst>
                </p:cNvPr>
                <p:cNvCxnSpPr>
                  <a:cxnSpLocks/>
                  <a:endCxn id="377" idx="1"/>
                </p:cNvCxnSpPr>
                <p:nvPr/>
              </p:nvCxnSpPr>
              <p:spPr>
                <a:xfrm>
                  <a:off x="9101138" y="5628625"/>
                  <a:ext cx="83924" cy="0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81" name="グループ化 380">
                <a:extLst>
                  <a:ext uri="{FF2B5EF4-FFF2-40B4-BE49-F238E27FC236}">
                    <ns2:creationId id="{27B0E6A2-2CE6-AE57-3AEA-CAE2A04C8E7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8551456" y="5635182"/>
                <a:ext cx="468720" cy="125074"/>
                <a:chOff x="2157153" y="3731060"/>
                <a:chExt cx="669599" cy="178677"/>
              </a:xfrm>
            </p:grpSpPr>
            <p:sp>
              <p:nvSpPr>
                <p:cNvPr id="382" name="正方形/長方形 381">
                  <a:extLst>
                    <a:ext uri="{FF2B5EF4-FFF2-40B4-BE49-F238E27FC236}">
                      <ns2:creationId id="{EE7727C9-E72E-8818-7162-9BB3509BCF06}"/>
                    </a:ext>
                  </a:extLst>
                </p:cNvPr>
                <p:cNvSpPr/>
                <p:nvPr/>
              </p:nvSpPr>
              <p:spPr>
                <a:xfrm>
                  <a:off x="2157153" y="3731060"/>
                  <a:ext cx="509481" cy="16429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56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83" name="直線矢印コネクタ 382">
                  <a:extLst>
                    <a:ext uri="{FF2B5EF4-FFF2-40B4-BE49-F238E27FC236}">
                      <ns2:creationId id="{3E9CFB5E-E631-D6EA-7359-82D0E2649B2A}"/>
                    </a:ext>
                  </a:extLst>
                </p:cNvPr>
                <p:cNvCxnSpPr>
                  <a:cxnSpLocks/>
                  <a:endCxn id="382" idx="3"/>
                </p:cNvCxnSpPr>
                <p:nvPr/>
              </p:nvCxnSpPr>
              <p:spPr>
                <a:xfrm flipH="1" flipV="1">
                  <a:off x="2666634" y="3813210"/>
                  <a:ext cx="160118" cy="96527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0" name="正方形/長方形 389">
                <a:extLst>
                  <a:ext uri="{FF2B5EF4-FFF2-40B4-BE49-F238E27FC236}">
                    <ns2:creationId id="{84BD4CD5-01C6-6B75-07E6-38C8B800855C}"/>
                  </a:ext>
                </a:extLst>
              </p:cNvPr>
              <p:cNvSpPr/>
              <p:nvPr/>
            </p:nvSpPr>
            <p:spPr>
              <a:xfrm>
                <a:off x="10092096" y="5479063"/>
                <a:ext cx="356637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56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96" name="グループ化 395">
                <a:extLst>
                  <a:ext uri="{FF2B5EF4-FFF2-40B4-BE49-F238E27FC236}">
                    <ns2:creationId id="{D2BF17BF-5DCB-A103-3170-FB0BC498C22F}"/>
                  </a:ext>
                </a:extLst>
              </p:cNvPr>
              <p:cNvGrpSpPr/>
              <p:nvPr/>
            </p:nvGrpSpPr>
            <p:grpSpPr>
              <a:xfrm>
                <a:off x="9756670" y="5091483"/>
                <a:ext cx="340793" cy="220923"/>
                <a:chOff x="9766198" y="5091483"/>
                <a:chExt cx="340793" cy="220923"/>
              </a:xfrm>
            </p:grpSpPr>
            <p:cxnSp>
              <p:nvCxnSpPr>
                <p:cNvPr id="391" name="直線矢印コネクタ 390">
                  <a:extLst>
                    <a:ext uri="{FF2B5EF4-FFF2-40B4-BE49-F238E27FC236}">
                      <ns2:creationId id="{1CD71E7B-93E3-D0F9-C7D6-D925A95BBEB7}"/>
                    </a:ext>
                  </a:extLst>
                </p:cNvPr>
                <p:cNvCxnSpPr>
                  <a:cxnSpLocks/>
                  <a:endCxn id="392" idx="2"/>
                </p:cNvCxnSpPr>
                <p:nvPr/>
              </p:nvCxnSpPr>
              <p:spPr>
                <a:xfrm flipV="1">
                  <a:off x="9936594" y="5206492"/>
                  <a:ext cx="1" cy="105914"/>
                </a:xfrm>
                <a:prstGeom prst="straightConnector1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2" name="正方形/長方形 391">
                  <a:extLst>
                    <a:ext uri="{FF2B5EF4-FFF2-40B4-BE49-F238E27FC236}">
                      <ns2:creationId id="{95294513-6A88-830F-07A4-CC593D265AD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766198" y="5091483"/>
                  <a:ext cx="340793" cy="115009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56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56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393" name="正方形/長方形 392">
                <a:extLst>
                  <a:ext uri="{FF2B5EF4-FFF2-40B4-BE49-F238E27FC236}">
                    <ns2:creationId id="{2AD13838-373C-F7EC-82DE-B18B82B5389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092096" y="5664995"/>
                <a:ext cx="337513" cy="11500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" tIns="25200" rIns="25200" bIns="252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56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97" name="直線矢印コネクタ 396">
                <a:extLst>
                  <a:ext uri="{FF2B5EF4-FFF2-40B4-BE49-F238E27FC236}">
                    <ns2:creationId id="{F8CB2CF6-CFA5-18B4-4E8A-AB7BBA547869}"/>
                  </a:ext>
                </a:extLst>
              </p:cNvPr>
              <p:cNvCxnSpPr>
                <a:cxnSpLocks/>
                <a:endCxn id="390" idx="1"/>
              </p:cNvCxnSpPr>
              <p:nvPr/>
            </p:nvCxnSpPr>
            <p:spPr>
              <a:xfrm flipV="1">
                <a:off x="9936595" y="5536568"/>
                <a:ext cx="155501" cy="162557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直線矢印コネクタ 399">
                <a:extLst>
                  <a:ext uri="{FF2B5EF4-FFF2-40B4-BE49-F238E27FC236}">
                    <ns2:creationId id="{96EEED52-24AD-7302-1B9D-18F257799758}"/>
                  </a:ext>
                </a:extLst>
              </p:cNvPr>
              <p:cNvCxnSpPr>
                <a:cxnSpLocks/>
                <a:endCxn id="393" idx="1"/>
              </p:cNvCxnSpPr>
              <p:nvPr/>
            </p:nvCxnSpPr>
            <p:spPr>
              <a:xfrm flipV="1">
                <a:off x="9953775" y="5722500"/>
                <a:ext cx="138321" cy="47548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6:creationId val="4025820446"/>
      </p:ext>
    </p:extLst>
  </p:cSld>
  <p:clrMapOvr>
    <a:masterClrMapping/>
  </p:clrMapOvr>
</p:sld>
</file>

<file path=ppt/slides/slide2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407EC6B-FCD9-BEAC-2A9A-2E0E54387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48B6B13-EDF4-AC2D-EDD0-9CC9F0CC5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742" y="1"/>
            <a:ext cx="10482215" cy="914400"/>
          </a:xfrm>
        </p:spPr>
        <p:txBody>
          <a:bodyPr>
            <a:normAutofit/>
          </a:bodyPr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26A3AECC-DAC0-D949-83A7-52F38851CE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/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909A7C89-BBE8-DD1A-6DB6-77797CD1CB7F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2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22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11" name="グループ化 210">
            <a:extLst>
              <a:ext uri="{FF2B5EF4-FFF2-40B4-BE49-F238E27FC236}">
                <ns2:creationId id="{B998AFA8-DA88-3633-3593-0B0AAFE2922A}"/>
              </a:ext>
            </a:extLst>
          </p:cNvPr>
          <p:cNvGrpSpPr/>
          <p:nvPr/>
        </p:nvGrpSpPr>
        <p:grpSpPr>
          <a:xfrm>
            <a:off x="334963" y="1628775"/>
            <a:ext cx="11522074" cy="4679329"/>
            <a:chOff x="334963" y="1628775"/>
            <a:chExt cx="11522074" cy="4679329"/>
          </a:xfrm>
        </p:grpSpPr>
        <p:grpSp>
          <p:nvGrpSpPr>
            <p:cNvPr id="207" name="グループ化 206">
              <a:extLst>
                <a:ext uri="{FF2B5EF4-FFF2-40B4-BE49-F238E27FC236}">
                  <ns2:creationId id="{5E533783-9330-CEC2-2117-12A3CF4DA4C0}"/>
                </a:ext>
              </a:extLst>
            </p:cNvPr>
            <p:cNvGrpSpPr/>
            <p:nvPr/>
          </p:nvGrpSpPr>
          <p:grpSpPr>
            <a:xfrm>
              <a:off x="334963" y="1628775"/>
              <a:ext cx="2450840" cy="4679329"/>
              <a:chOff x="334963" y="1628775"/>
              <a:chExt cx="2450840" cy="4679329"/>
            </a:xfrm>
          </p:grpSpPr>
          <p:grpSp>
            <p:nvGrpSpPr>
              <p:cNvPr id="42" name="グループ化 41">
                <a:extLst>
                  <a:ext uri="{FF2B5EF4-FFF2-40B4-BE49-F238E27FC236}">
                    <ns2:creationId id="{83A22FDA-FA87-999C-E7A7-8081C8E42B01}"/>
                  </a:ext>
                </a:extLst>
              </p:cNvPr>
              <p:cNvGrpSpPr/>
              <p:nvPr/>
            </p:nvGrpSpPr>
            <p:grpSpPr>
              <a:xfrm>
                <a:off x="789080" y="3358546"/>
                <a:ext cx="1598556" cy="1598556"/>
                <a:chOff x="996865" y="3409640"/>
                <a:chExt cx="1233715" cy="1233715"/>
              </a:xfrm>
            </p:grpSpPr>
            <p:sp>
              <p:nvSpPr>
                <p:cNvPr id="41" name="楕円 40">
                  <a:extLst>
                    <a:ext uri="{FF2B5EF4-FFF2-40B4-BE49-F238E27FC236}">
                      <ns2:creationId id="{844BF096-40C6-D2F9-F4BC-07D2A2D5167A}"/>
                    </a:ext>
                  </a:extLst>
                </p:cNvPr>
                <p:cNvSpPr/>
                <p:nvPr/>
              </p:nvSpPr>
              <p:spPr>
                <a:xfrm>
                  <a:off x="996865" y="3409640"/>
                  <a:ext cx="1233715" cy="1233715"/>
                </a:xfrm>
                <a:prstGeom prst="ellipse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252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鉛筆 単色塗りつぶし">
                  <a:extLst>
                    <a:ext uri="{FF2B5EF4-FFF2-40B4-BE49-F238E27FC236}">
                      <ns2:creationId id="{579AD51A-1FC0-A1FC-A676-D03BB6BBB7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56522" y="356929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3" name="Freeform 8">
                <a:extLst>
                  <a:ext uri="{FF2B5EF4-FFF2-40B4-BE49-F238E27FC236}">
                    <ns2:creationId id="{D8A77EB4-0550-EB50-A08B-6F37A29C82F2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441642" y="1744890"/>
                <a:ext cx="2117882" cy="540000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66" h="540000">
                    <a:moveTo>
                      <a:pt x="0" y="0"/>
                    </a:moveTo>
                    <a:lnTo>
                      <a:pt x="1610" y="0"/>
                    </a:lnTo>
                    <a:lnTo>
                      <a:pt x="1666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>
                <a:solidFill>
                  <a:srgbClr val="008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504000" anchor="ctr"/>
              <a:lstStyle/>
              <a:p>
                <a:pPr algn="ctr"/>
                <a:r>
                  <a:rPr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" name="ホームベース 64">
                <a:extLst>
                  <a:ext uri="{FF2B5EF4-FFF2-40B4-BE49-F238E27FC236}">
                    <ns2:creationId id="{24B0DA11-DC2B-1760-5B6A-A2CECD88EB63}"/>
                  </a:ext>
                </a:extLst>
              </p:cNvPr>
              <p:cNvSpPr/>
              <p:nvPr/>
            </p:nvSpPr>
            <p:spPr>
              <a:xfrm>
                <a:off x="441642" y="1744890"/>
                <a:ext cx="2344161" cy="4563214"/>
              </a:xfrm>
              <a:prstGeom prst="homePlate">
                <a:avLst>
                  <a:gd name="adj" fmla="val 12681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288000" rIns="36000" bIns="36000" rtlCol="0" anchor="ctr" anchorCtr="0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6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" name="楕円 5">
                <a:extLst>
                  <a:ext uri="{FF2B5EF4-FFF2-40B4-BE49-F238E27FC236}">
                    <ns2:creationId id="{D46B762B-C734-C49E-B926-232C8759136F}"/>
                  </a:ext>
                </a:extLst>
              </p:cNvPr>
              <p:cNvSpPr/>
              <p:nvPr/>
            </p:nvSpPr>
            <p:spPr>
              <a:xfrm>
                <a:off x="334963" y="1628775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" name="グラフィックス 9" descr="クリップボード 単色塗りつぶし">
                <a:extLst>
                  <a:ext uri="{FF2B5EF4-FFF2-40B4-BE49-F238E27FC236}">
                    <ns2:creationId id="{F725A3A1-CD57-2B13-B5CE-201E7C3B0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05610" y="1831420"/>
                <a:ext cx="366940" cy="366940"/>
              </a:xfrm>
              <a:prstGeom prst="rect">
                <a:avLst/>
              </a:prstGeom>
            </p:spPr>
          </p:pic>
        </p:grpSp>
        <p:grpSp>
          <p:nvGrpSpPr>
            <p:cNvPr id="210" name="グループ化 209">
              <a:extLst>
                <a:ext uri="{FF2B5EF4-FFF2-40B4-BE49-F238E27FC236}">
                  <ns2:creationId id="{6CC35C2B-186B-6A11-1966-7A9C586E624A}"/>
                </a:ext>
              </a:extLst>
            </p:cNvPr>
            <p:cNvGrpSpPr/>
            <p:nvPr/>
          </p:nvGrpSpPr>
          <p:grpSpPr>
            <a:xfrm>
              <a:off x="9406197" y="1628775"/>
              <a:ext cx="2450840" cy="4679329"/>
              <a:chOff x="9406197" y="1628775"/>
              <a:chExt cx="2450840" cy="4679329"/>
            </a:xfrm>
          </p:grpSpPr>
          <p:grpSp>
            <p:nvGrpSpPr>
              <p:cNvPr id="43" name="グループ化 42">
                <a:extLst>
                  <a:ext uri="{FF2B5EF4-FFF2-40B4-BE49-F238E27FC236}">
                    <ns2:creationId id="{2BC1A3E1-C4C1-7665-8E7F-A18387960CED}"/>
                  </a:ext>
                </a:extLst>
              </p:cNvPr>
              <p:cNvGrpSpPr/>
              <p:nvPr/>
            </p:nvGrpSpPr>
            <p:grpSpPr>
              <a:xfrm>
                <a:off x="9885678" y="3358545"/>
                <a:ext cx="1598556" cy="1598556"/>
                <a:chOff x="996865" y="3409639"/>
                <a:chExt cx="1233715" cy="1233715"/>
              </a:xfrm>
            </p:grpSpPr>
            <p:sp>
              <p:nvSpPr>
                <p:cNvPr id="44" name="楕円 43">
                  <a:extLst>
                    <a:ext uri="{FF2B5EF4-FFF2-40B4-BE49-F238E27FC236}">
                      <ns2:creationId id="{BF9199F0-7457-4BE4-0B40-1FC6B277A888}"/>
                    </a:ext>
                  </a:extLst>
                </p:cNvPr>
                <p:cNvSpPr/>
                <p:nvPr/>
              </p:nvSpPr>
              <p:spPr>
                <a:xfrm>
                  <a:off x="996865" y="3409639"/>
                  <a:ext cx="1233715" cy="1233715"/>
                </a:xfrm>
                <a:prstGeom prst="ellipse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5" name="グラフィックス 44" descr="ドキュメント 単色塗りつぶし">
                  <a:extLst>
                    <a:ext uri="{FF2B5EF4-FFF2-40B4-BE49-F238E27FC236}">
                      <ns2:creationId id="{67F473FF-5E82-9F43-254D-358F7CE9F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56522" y="356929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7" name="Freeform 8">
                <a:extLst>
                  <a:ext uri="{FF2B5EF4-FFF2-40B4-BE49-F238E27FC236}">
                    <ns2:creationId id="{37CC1186-3BCE-E707-92CE-117F6059230B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9512876" y="1744890"/>
                <a:ext cx="2117882" cy="540000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66" h="540000">
                    <a:moveTo>
                      <a:pt x="0" y="0"/>
                    </a:moveTo>
                    <a:lnTo>
                      <a:pt x="1610" y="0"/>
                    </a:lnTo>
                    <a:lnTo>
                      <a:pt x="1666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>
                <a:solidFill>
                  <a:srgbClr val="008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504000" anchor="ctr"/>
              <a:lstStyle/>
              <a:p>
                <a:pPr algn="ctr"/>
                <a:r>
                  <a:rPr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8" name="ホームベース 64">
                <a:extLst>
                  <a:ext uri="{FF2B5EF4-FFF2-40B4-BE49-F238E27FC236}">
                    <ns2:creationId id="{EF72AABB-C2F9-15DD-9147-53753E5EDF20}"/>
                  </a:ext>
                </a:extLst>
              </p:cNvPr>
              <p:cNvSpPr/>
              <p:nvPr/>
            </p:nvSpPr>
            <p:spPr>
              <a:xfrm>
                <a:off x="9512876" y="1744890"/>
                <a:ext cx="2344161" cy="4563214"/>
              </a:xfrm>
              <a:prstGeom prst="homePlate">
                <a:avLst>
                  <a:gd name="adj" fmla="val 12681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40000" tIns="252000" rIns="36000" bIns="36000" rtlCol="0" anchor="ctr" anchorCtr="0"/>
              <a:lstStyle/>
              <a:p>
                <a:pPr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6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  <a:p>
                <a:pPr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16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" name="楕円 8">
                <a:extLst>
                  <a:ext uri="{FF2B5EF4-FFF2-40B4-BE49-F238E27FC236}">
                    <ns2:creationId id="{038E51EA-D23E-984E-DF72-055337610027}"/>
                  </a:ext>
                </a:extLst>
              </p:cNvPr>
              <p:cNvSpPr/>
              <p:nvPr/>
            </p:nvSpPr>
            <p:spPr>
              <a:xfrm>
                <a:off x="9406197" y="1628775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" name="グラフィックス 10" descr="フォルダー検索 単色塗りつぶし">
                <a:extLst>
                  <a:ext uri="{FF2B5EF4-FFF2-40B4-BE49-F238E27FC236}">
                    <ns2:creationId id="{0221FE3A-6CE6-0930-BD19-A0F9A09656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9760437" y="1831420"/>
                <a:ext cx="366940" cy="366940"/>
              </a:xfrm>
              <a:prstGeom prst="rect">
                <a:avLst/>
              </a:prstGeom>
            </p:spPr>
          </p:pic>
        </p:grpSp>
        <p:grpSp>
          <p:nvGrpSpPr>
            <p:cNvPr id="206" name="グループ化 205">
              <a:extLst>
                <a:ext uri="{FF2B5EF4-FFF2-40B4-BE49-F238E27FC236}">
                  <ns2:creationId id="{8DDBEB8C-AA10-2544-F915-5ECC0A112DCF}"/>
                </a:ext>
              </a:extLst>
            </p:cNvPr>
            <p:cNvGrpSpPr/>
            <p:nvPr/>
          </p:nvGrpSpPr>
          <p:grpSpPr>
            <a:xfrm>
              <a:off x="2785803" y="1628775"/>
              <a:ext cx="6620394" cy="4679329"/>
              <a:chOff x="2785803" y="1628775"/>
              <a:chExt cx="6620394" cy="4679329"/>
            </a:xfrm>
          </p:grpSpPr>
          <p:sp>
            <p:nvSpPr>
              <p:cNvPr id="17" name="Freeform 8">
                <a:extLst>
                  <a:ext uri="{FF2B5EF4-FFF2-40B4-BE49-F238E27FC236}">
                    <ns2:creationId id="{C7C4671C-4CEA-E12C-369A-68734B9172D6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2892482" y="1744890"/>
                <a:ext cx="6287646" cy="540000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508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4" fmla="*/ 0 w 1664"/>
                  <a:gd name="connsiteY4" fmla="*/ 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3" fmla="*/ 0 w 1664"/>
                  <a:gd name="connsiteY3" fmla="*/ 540000 h 540000"/>
                  <a:gd name="connsiteX0" fmla="*/ 0 w 1664"/>
                  <a:gd name="connsiteY0" fmla="*/ 0 h 540000"/>
                  <a:gd name="connsiteX1" fmla="*/ 1610 w 1664"/>
                  <a:gd name="connsiteY1" fmla="*/ 0 h 540000"/>
                  <a:gd name="connsiteX2" fmla="*/ 1664 w 1664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4" fmla="*/ 0 w 1666"/>
                  <a:gd name="connsiteY4" fmla="*/ 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3" fmla="*/ 0 w 1666"/>
                  <a:gd name="connsiteY3" fmla="*/ 540000 h 540000"/>
                  <a:gd name="connsiteX0" fmla="*/ 0 w 1666"/>
                  <a:gd name="connsiteY0" fmla="*/ 0 h 540000"/>
                  <a:gd name="connsiteX1" fmla="*/ 1610 w 1666"/>
                  <a:gd name="connsiteY1" fmla="*/ 0 h 540000"/>
                  <a:gd name="connsiteX2" fmla="*/ 1666 w 1666"/>
                  <a:gd name="connsiteY2" fmla="*/ 540000 h 540000"/>
                  <a:gd name="connsiteX0" fmla="*/ 0 w 1610"/>
                  <a:gd name="connsiteY0" fmla="*/ 0 h 0"/>
                  <a:gd name="connsiteX1" fmla="*/ 1610 w 1610"/>
                  <a:gd name="connsiteY1" fmla="*/ 0 h 0"/>
                  <a:gd name="connsiteX0" fmla="*/ 0 w 1719"/>
                  <a:gd name="connsiteY0" fmla="*/ 0 h 540000"/>
                  <a:gd name="connsiteX1" fmla="*/ 1610 w 1719"/>
                  <a:gd name="connsiteY1" fmla="*/ 0 h 540000"/>
                  <a:gd name="connsiteX2" fmla="*/ 1719 w 1719"/>
                  <a:gd name="connsiteY2" fmla="*/ 540000 h 540000"/>
                  <a:gd name="connsiteX0" fmla="*/ 0 w 1719"/>
                  <a:gd name="connsiteY0" fmla="*/ 0 h 540000"/>
                  <a:gd name="connsiteX1" fmla="*/ 161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1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680"/>
                  <a:gd name="connsiteY0" fmla="*/ 0 h 0"/>
                  <a:gd name="connsiteX1" fmla="*/ 1680 w 1680"/>
                  <a:gd name="connsiteY1" fmla="*/ 0 h 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680"/>
                  <a:gd name="connsiteY0" fmla="*/ 0 h 0"/>
                  <a:gd name="connsiteX1" fmla="*/ 1680 w 1680"/>
                  <a:gd name="connsiteY1" fmla="*/ 0 h 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4" fmla="*/ 0 w 1719"/>
                  <a:gd name="connsiteY4" fmla="*/ 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3" fmla="*/ 0 w 1719"/>
                  <a:gd name="connsiteY3" fmla="*/ 540000 h 540000"/>
                  <a:gd name="connsiteX0" fmla="*/ 0 w 1719"/>
                  <a:gd name="connsiteY0" fmla="*/ 0 h 540000"/>
                  <a:gd name="connsiteX1" fmla="*/ 1680 w 1719"/>
                  <a:gd name="connsiteY1" fmla="*/ 0 h 540000"/>
                  <a:gd name="connsiteX2" fmla="*/ 1719 w 1719"/>
                  <a:gd name="connsiteY2" fmla="*/ 540000 h 540000"/>
                  <a:gd name="connsiteX0" fmla="*/ 0 w 1680"/>
                  <a:gd name="connsiteY0" fmla="*/ 0 h 0"/>
                  <a:gd name="connsiteX1" fmla="*/ 1680 w 1680"/>
                  <a:gd name="connsiteY1" fmla="*/ 0 h 0"/>
                  <a:gd name="connsiteX0" fmla="*/ 0 w 1780"/>
                  <a:gd name="connsiteY0" fmla="*/ 0 h 540000"/>
                  <a:gd name="connsiteX1" fmla="*/ 168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68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68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60"/>
                  <a:gd name="connsiteY0" fmla="*/ 0 h 0"/>
                  <a:gd name="connsiteX1" fmla="*/ 1760 w 1760"/>
                  <a:gd name="connsiteY1" fmla="*/ 0 h 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  <a:gd name="connsiteX0" fmla="*/ 0 w 1780"/>
                  <a:gd name="connsiteY0" fmla="*/ 0 h 540000"/>
                  <a:gd name="connsiteX1" fmla="*/ 1760 w 1780"/>
                  <a:gd name="connsiteY1" fmla="*/ 0 h 540000"/>
                  <a:gd name="connsiteX2" fmla="*/ 1780 w 1780"/>
                  <a:gd name="connsiteY2" fmla="*/ 540000 h 540000"/>
                  <a:gd name="connsiteX3" fmla="*/ 0 w 1780"/>
                  <a:gd name="connsiteY3" fmla="*/ 540000 h 540000"/>
                  <a:gd name="connsiteX4" fmla="*/ 0 w 1780"/>
                  <a:gd name="connsiteY4" fmla="*/ 0 h 54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80" h="540000">
                    <a:moveTo>
                      <a:pt x="0" y="0"/>
                    </a:moveTo>
                    <a:lnTo>
                      <a:pt x="1760" y="0"/>
                    </a:lnTo>
                    <a:lnTo>
                      <a:pt x="1780" y="540000"/>
                    </a:lnTo>
                    <a:lnTo>
                      <a:pt x="0" y="540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>
                <a:solidFill>
                  <a:srgbClr val="008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504000" anchor="ctr"/>
              <a:lstStyle/>
              <a:p>
                <a:pPr algn="ctr"/>
                <a:r>
                  <a:rPr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0" name="ホームベース 64">
                <a:extLst>
                  <a:ext uri="{FF2B5EF4-FFF2-40B4-BE49-F238E27FC236}">
                    <ns2:creationId id="{9B0132E4-390F-7BE2-DEB4-CA6BE5ABDD43}"/>
                  </a:ext>
                </a:extLst>
              </p:cNvPr>
              <p:cNvSpPr/>
              <p:nvPr/>
            </p:nvSpPr>
            <p:spPr>
              <a:xfrm>
                <a:off x="2892482" y="1744890"/>
                <a:ext cx="6513715" cy="4563214"/>
              </a:xfrm>
              <a:prstGeom prst="homePlate">
                <a:avLst>
                  <a:gd name="adj" fmla="val 6514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612000" rIns="36000" bIns="36000" rtlCol="0" anchor="t"/>
              <a:lstStyle/>
              <a:p>
                <a:pPr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21" name="楕円 20">
                <a:extLst>
                  <a:ext uri="{FF2B5EF4-FFF2-40B4-BE49-F238E27FC236}">
                    <ns2:creationId id="{82FCE495-8905-D0C4-88F2-609852DA068C}"/>
                  </a:ext>
                </a:extLst>
              </p:cNvPr>
              <p:cNvSpPr/>
              <p:nvPr/>
            </p:nvSpPr>
            <p:spPr>
              <a:xfrm>
                <a:off x="2785803" y="1628775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2" name="グラフィックス 21" descr="思案中の吹き出し 単色塗りつぶし">
                <a:extLst>
                  <a:ext uri="{FF2B5EF4-FFF2-40B4-BE49-F238E27FC236}">
                    <ns2:creationId id="{17D0D252-B57C-C88C-13C4-06248301CB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4543547" y="1831420"/>
                <a:ext cx="366940" cy="366940"/>
              </a:xfrm>
              <a:prstGeom prst="rect">
                <a:avLst/>
              </a:prstGeom>
            </p:spPr>
          </p:pic>
          <p:sp>
            <p:nvSpPr>
              <p:cNvPr id="27" name="四角形: 上の 2 つの角を丸める 26">
                <a:extLst>
                  <a:ext uri="{FF2B5EF4-FFF2-40B4-BE49-F238E27FC236}">
                    <ns2:creationId id="{798CF0EB-07D6-B5C7-B47C-92ED428A23B3}"/>
                  </a:ext>
                </a:extLst>
              </p:cNvPr>
              <p:cNvSpPr/>
              <p:nvPr/>
            </p:nvSpPr>
            <p:spPr>
              <a:xfrm>
                <a:off x="3606801" y="2371420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53" name="グループ化 52">
                <a:extLst>
                  <a:ext uri="{FF2B5EF4-FFF2-40B4-BE49-F238E27FC236}">
                    <ns2:creationId id="{8C587566-17E3-C74B-8BCE-6622E9F69D49}"/>
                  </a:ext>
                </a:extLst>
              </p:cNvPr>
              <p:cNvGrpSpPr/>
              <p:nvPr/>
            </p:nvGrpSpPr>
            <p:grpSpPr>
              <a:xfrm>
                <a:off x="3027390" y="3692205"/>
                <a:ext cx="518147" cy="1246864"/>
                <a:chOff x="3027390" y="3692205"/>
                <a:chExt cx="518147" cy="1246864"/>
              </a:xfrm>
            </p:grpSpPr>
            <p:sp>
              <p:nvSpPr>
                <p:cNvPr id="47" name="正方形/長方形 46">
                  <a:extLst>
                    <a:ext uri="{FF2B5EF4-FFF2-40B4-BE49-F238E27FC236}">
                      <ns2:creationId id="{027C2056-C80F-87B0-0D0B-4BA56F0D13A6}"/>
                    </a:ext>
                  </a:extLst>
                </p:cNvPr>
                <p:cNvSpPr/>
                <p:nvPr/>
              </p:nvSpPr>
              <p:spPr>
                <a:xfrm>
                  <a:off x="3027390" y="3692205"/>
                  <a:ext cx="518147" cy="1246864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eaVert" lIns="90000" tIns="324000" rIns="90000" rtlCol="0" anchor="ctr"/>
                <a:lstStyle/>
                <a:p>
                  <a:pPr algn="ctr"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49" name="グラフィックス 48" descr="ストップウォッチ 単色塗りつぶし">
                  <a:extLst>
                    <a:ext uri="{FF2B5EF4-FFF2-40B4-BE49-F238E27FC236}">
                      <ns2:creationId id="{E9CEAD00-92CE-64AF-851A-E5617B182E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rcRect/>
                <a:stretch/>
              </p:blipFill>
              <p:spPr>
                <a:xfrm>
                  <a:off x="3142697" y="3754124"/>
                  <a:ext cx="287533" cy="287533"/>
                </a:xfrm>
                <a:prstGeom prst="rect">
                  <a:avLst/>
                </a:prstGeom>
              </p:spPr>
            </p:pic>
          </p:grpSp>
          <p:grpSp>
            <p:nvGrpSpPr>
              <p:cNvPr id="54" name="グループ化 53">
                <a:extLst>
                  <a:ext uri="{FF2B5EF4-FFF2-40B4-BE49-F238E27FC236}">
                    <ns2:creationId id="{858DA386-1CF9-3271-60FF-18748DFBE1A8}"/>
                  </a:ext>
                </a:extLst>
              </p:cNvPr>
              <p:cNvGrpSpPr/>
              <p:nvPr/>
            </p:nvGrpSpPr>
            <p:grpSpPr>
              <a:xfrm>
                <a:off x="3027390" y="2377170"/>
                <a:ext cx="518147" cy="1246864"/>
                <a:chOff x="3027390" y="2391341"/>
                <a:chExt cx="518147" cy="1246864"/>
              </a:xfrm>
            </p:grpSpPr>
            <p:sp>
              <p:nvSpPr>
                <p:cNvPr id="46" name="正方形/長方形 45">
                  <a:extLst>
                    <a:ext uri="{FF2B5EF4-FFF2-40B4-BE49-F238E27FC236}">
                      <ns2:creationId id="{3DAF5773-C573-F1FA-7E30-1DA7D47C4B71}"/>
                    </a:ext>
                  </a:extLst>
                </p:cNvPr>
                <p:cNvSpPr/>
                <p:nvPr/>
              </p:nvSpPr>
              <p:spPr>
                <a:xfrm>
                  <a:off x="3027390" y="2391341"/>
                  <a:ext cx="518147" cy="1246864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eaVert" lIns="90000" tIns="324000" rIns="90000" rtlCol="0" anchor="ctr"/>
                <a:lstStyle/>
                <a:p>
                  <a:pPr algn="ctr"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0" name="グラフィックス 49" descr="在宅勤務デスク 単色塗りつぶし">
                  <a:extLst>
                    <a:ext uri="{FF2B5EF4-FFF2-40B4-BE49-F238E27FC236}">
                      <ns2:creationId id="{0C29C049-0D31-95E4-CFD5-D86874C1A0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3142697" y="2446062"/>
                  <a:ext cx="287533" cy="287533"/>
                </a:xfrm>
                <a:prstGeom prst="rect">
                  <a:avLst/>
                </a:prstGeom>
              </p:spPr>
            </p:pic>
          </p:grpSp>
          <p:grpSp>
            <p:nvGrpSpPr>
              <p:cNvPr id="52" name="グループ化 51">
                <a:extLst>
                  <a:ext uri="{FF2B5EF4-FFF2-40B4-BE49-F238E27FC236}">
                    <ns2:creationId id="{4585BFF4-064B-A79E-8CCB-E8BE569B10A1}"/>
                  </a:ext>
                </a:extLst>
              </p:cNvPr>
              <p:cNvGrpSpPr/>
              <p:nvPr/>
            </p:nvGrpSpPr>
            <p:grpSpPr>
              <a:xfrm>
                <a:off x="3027390" y="5007240"/>
                <a:ext cx="518147" cy="1246864"/>
                <a:chOff x="3027390" y="4993069"/>
                <a:chExt cx="518147" cy="1246864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365B6DB8-E5E5-3EA5-99BA-38CB4C3F2744}"/>
                    </a:ext>
                  </a:extLst>
                </p:cNvPr>
                <p:cNvSpPr/>
                <p:nvPr/>
              </p:nvSpPr>
              <p:spPr>
                <a:xfrm>
                  <a:off x="3027390" y="4993069"/>
                  <a:ext cx="518147" cy="1246864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eaVert" lIns="90000" tIns="360000" rIns="90000" rtlCol="0" anchor="ctr"/>
                <a:lstStyle/>
                <a:p>
                  <a:pPr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kumimoji="1" lang="en-US" altLang="ja-JP" sz="1300">
                    <a:solidFill>
                      <a:schemeClr val="bg1"/>
                    </a:solidFill>
                    <a:latin typeface="+mn-ea"/>
                  </a:endParaRPr>
                </a:p>
                <a:p>
                  <a:pPr>
                    <a:buClr>
                      <a:srgbClr val="008000"/>
                    </a:buClr>
                  </a:pPr>
                  <a:r>
                    <a:rPr kumimoji="1" lang="ja-JP" altLang="en-US" sz="13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pic>
              <p:nvPicPr>
                <p:cNvPr id="51" name="グラフィックス 50" descr="硬貨 単色塗りつぶし">
                  <a:extLst>
                    <a:ext uri="{FF2B5EF4-FFF2-40B4-BE49-F238E27FC236}">
                      <ns2:creationId id="{D85C8BDA-32E6-D997-23D7-F6B0103097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rcRect/>
                <a:stretch/>
              </p:blipFill>
              <p:spPr>
                <a:xfrm>
                  <a:off x="3142697" y="5049343"/>
                  <a:ext cx="287533" cy="287533"/>
                </a:xfrm>
                <a:prstGeom prst="rect">
                  <a:avLst/>
                </a:prstGeom>
              </p:spPr>
            </p:pic>
          </p:grpSp>
          <p:sp>
            <p:nvSpPr>
              <p:cNvPr id="61" name="四角形: 上の 2 つの角を丸める 60">
                <a:extLst>
                  <a:ext uri="{FF2B5EF4-FFF2-40B4-BE49-F238E27FC236}">
                    <ns2:creationId id="{7A58A991-D6DC-68A0-A54C-2724582A7661}"/>
                  </a:ext>
                </a:extLst>
              </p:cNvPr>
              <p:cNvSpPr/>
              <p:nvPr/>
            </p:nvSpPr>
            <p:spPr>
              <a:xfrm>
                <a:off x="5432435" y="2371420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3" name="四角形: 上の 2 つの角を丸める 62">
                <a:extLst>
                  <a:ext uri="{FF2B5EF4-FFF2-40B4-BE49-F238E27FC236}">
                    <ns2:creationId id="{54B11FB2-ECA7-7C40-38B9-0EF2DEA5EC1D}"/>
                  </a:ext>
                </a:extLst>
              </p:cNvPr>
              <p:cNvSpPr/>
              <p:nvPr/>
            </p:nvSpPr>
            <p:spPr>
              <a:xfrm>
                <a:off x="7258067" y="2371420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四角形: 角を丸くする 64">
                <a:extLst>
                  <a:ext uri="{FF2B5EF4-FFF2-40B4-BE49-F238E27FC236}">
                    <ns2:creationId id="{23329D33-9601-320E-FAD1-175E3C17CDE5}"/>
                  </a:ext>
                </a:extLst>
              </p:cNvPr>
              <p:cNvSpPr/>
              <p:nvPr/>
            </p:nvSpPr>
            <p:spPr>
              <a:xfrm>
                <a:off x="3606802" y="2371419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0" name="四角形: 角を丸くする 69">
                <a:extLst>
                  <a:ext uri="{FF2B5EF4-FFF2-40B4-BE49-F238E27FC236}">
                    <ns2:creationId id="{ADA56206-F8BC-2709-F660-75173DFE5263}"/>
                  </a:ext>
                </a:extLst>
              </p:cNvPr>
              <p:cNvSpPr/>
              <p:nvPr/>
            </p:nvSpPr>
            <p:spPr>
              <a:xfrm>
                <a:off x="5432435" y="2371419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2" name="四角形: 角を丸くする 71">
                <a:extLst>
                  <a:ext uri="{FF2B5EF4-FFF2-40B4-BE49-F238E27FC236}">
                    <ns2:creationId id="{C8E3784C-9B93-48DE-144C-F667CFCDFDDD}"/>
                  </a:ext>
                </a:extLst>
              </p:cNvPr>
              <p:cNvSpPr/>
              <p:nvPr/>
            </p:nvSpPr>
            <p:spPr>
              <a:xfrm>
                <a:off x="7258067" y="2371419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3" name="四角形: 上の 2 つの角を丸める 72">
                <a:extLst>
                  <a:ext uri="{FF2B5EF4-FFF2-40B4-BE49-F238E27FC236}">
                    <ns2:creationId id="{592BBA18-E16F-E546-5FF1-0543B491EAFB}"/>
                  </a:ext>
                </a:extLst>
              </p:cNvPr>
              <p:cNvSpPr/>
              <p:nvPr/>
            </p:nvSpPr>
            <p:spPr>
              <a:xfrm>
                <a:off x="3606801" y="3692205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4" name="四角形: 上の 2 つの角を丸める 73">
                <a:extLst>
                  <a:ext uri="{FF2B5EF4-FFF2-40B4-BE49-F238E27FC236}">
                    <ns2:creationId id="{90778106-4A2F-CC5D-54A0-9DEDE2526242}"/>
                  </a:ext>
                </a:extLst>
              </p:cNvPr>
              <p:cNvSpPr/>
              <p:nvPr/>
            </p:nvSpPr>
            <p:spPr>
              <a:xfrm>
                <a:off x="5432435" y="3692205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6" name="四角形: 上の 2 つの角を丸める 75">
                <a:extLst>
                  <a:ext uri="{FF2B5EF4-FFF2-40B4-BE49-F238E27FC236}">
                    <ns2:creationId id="{120E34D1-32DC-7314-718A-45D7B79C473E}"/>
                  </a:ext>
                </a:extLst>
              </p:cNvPr>
              <p:cNvSpPr/>
              <p:nvPr/>
            </p:nvSpPr>
            <p:spPr>
              <a:xfrm>
                <a:off x="7258067" y="3692205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" name="四角形: 角を丸くする 76">
                <a:extLst>
                  <a:ext uri="{FF2B5EF4-FFF2-40B4-BE49-F238E27FC236}">
                    <ns2:creationId id="{3039E02C-4656-AC2A-3531-ABAA72ADA707}"/>
                  </a:ext>
                </a:extLst>
              </p:cNvPr>
              <p:cNvSpPr/>
              <p:nvPr/>
            </p:nvSpPr>
            <p:spPr>
              <a:xfrm>
                <a:off x="3606802" y="3692204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8" name="四角形: 角を丸くする 77">
                <a:extLst>
                  <a:ext uri="{FF2B5EF4-FFF2-40B4-BE49-F238E27FC236}">
                    <ns2:creationId id="{E5FD223A-CE97-5AA8-AE23-7454BCDBFDD5}"/>
                  </a:ext>
                </a:extLst>
              </p:cNvPr>
              <p:cNvSpPr/>
              <p:nvPr/>
            </p:nvSpPr>
            <p:spPr>
              <a:xfrm>
                <a:off x="5432435" y="3692204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9" name="四角形: 角を丸くする 78">
                <a:extLst>
                  <a:ext uri="{FF2B5EF4-FFF2-40B4-BE49-F238E27FC236}">
                    <ns2:creationId id="{7A94FD19-02EC-3FDE-2549-165C99D46FF6}"/>
                  </a:ext>
                </a:extLst>
              </p:cNvPr>
              <p:cNvSpPr/>
              <p:nvPr/>
            </p:nvSpPr>
            <p:spPr>
              <a:xfrm>
                <a:off x="7258067" y="3692204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1" name="四角形: 上の 2 つの角を丸める 80">
                <a:extLst>
                  <a:ext uri="{FF2B5EF4-FFF2-40B4-BE49-F238E27FC236}">
                    <ns2:creationId id="{9763D2C6-593C-A97E-14D6-727A6452F2CE}"/>
                  </a:ext>
                </a:extLst>
              </p:cNvPr>
              <p:cNvSpPr/>
              <p:nvPr/>
            </p:nvSpPr>
            <p:spPr>
              <a:xfrm>
                <a:off x="3606801" y="5007241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2" name="四角形: 上の 2 つの角を丸める 81">
                <a:extLst>
                  <a:ext uri="{FF2B5EF4-FFF2-40B4-BE49-F238E27FC236}">
                    <ns2:creationId id="{FB788FB2-498F-9F25-8B01-0CF538724CC7}"/>
                  </a:ext>
                </a:extLst>
              </p:cNvPr>
              <p:cNvSpPr/>
              <p:nvPr/>
            </p:nvSpPr>
            <p:spPr>
              <a:xfrm>
                <a:off x="5432435" y="5007241"/>
                <a:ext cx="1771633" cy="200345"/>
              </a:xfrm>
              <a:prstGeom prst="round2SameRect">
                <a:avLst>
                  <a:gd name="adj1" fmla="val 26954"/>
                  <a:gd name="adj2" fmla="val 0"/>
                </a:avLst>
              </a:prstGeom>
              <a:solidFill>
                <a:srgbClr val="008000">
                  <a:alpha val="20000"/>
                </a:srgbClr>
              </a:solidFill>
              <a:ln w="9525">
                <a:solidFill>
                  <a:srgbClr val="CCE6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0" rIns="90000" bIns="18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" name="四角形: 角を丸くする 83">
                <a:extLst>
                  <a:ext uri="{FF2B5EF4-FFF2-40B4-BE49-F238E27FC236}">
                    <ns2:creationId id="{AD848FDC-C14C-69A2-A457-281C3BF2B26E}"/>
                  </a:ext>
                </a:extLst>
              </p:cNvPr>
              <p:cNvSpPr/>
              <p:nvPr/>
            </p:nvSpPr>
            <p:spPr>
              <a:xfrm>
                <a:off x="3606802" y="5007240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7" name="四角形: 角を丸くする 86">
                <a:extLst>
                  <a:ext uri="{FF2B5EF4-FFF2-40B4-BE49-F238E27FC236}">
                    <ns2:creationId id="{CCC1A534-C67F-5D95-041C-3FC2FBE20097}"/>
                  </a:ext>
                </a:extLst>
              </p:cNvPr>
              <p:cNvSpPr/>
              <p:nvPr/>
            </p:nvSpPr>
            <p:spPr>
              <a:xfrm>
                <a:off x="5432435" y="5007240"/>
                <a:ext cx="1771633" cy="1246864"/>
              </a:xfrm>
              <a:prstGeom prst="roundRect">
                <a:avLst>
                  <a:gd name="adj" fmla="val 4331"/>
                </a:avLst>
              </a:prstGeom>
              <a:noFill/>
              <a:ln w="9525">
                <a:solidFill>
                  <a:srgbClr val="CCE6C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1" name="グループ化 90">
                <a:extLst>
                  <a:ext uri="{FF2B5EF4-FFF2-40B4-BE49-F238E27FC236}">
                    <ns2:creationId id="{B9A46651-B217-9A18-2FA1-8A0AFF8EB30C}"/>
                  </a:ext>
                </a:extLst>
              </p:cNvPr>
              <p:cNvGrpSpPr/>
              <p:nvPr/>
            </p:nvGrpSpPr>
            <p:grpSpPr>
              <a:xfrm>
                <a:off x="3737487" y="2760376"/>
                <a:ext cx="1510260" cy="377455"/>
                <a:chOff x="3749595" y="2826120"/>
                <a:chExt cx="1218691" cy="304584"/>
              </a:xfrm>
            </p:grpSpPr>
            <p:sp>
              <p:nvSpPr>
                <p:cNvPr id="88" name="Rectangle 17">
                  <a:extLst>
                    <a:ext uri="{FF2B5EF4-FFF2-40B4-BE49-F238E27FC236}">
                      <ns2:creationId id="{575AFAB9-613F-64F2-4903-12B1333EC2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49595" y="2826120"/>
                  <a:ext cx="472575" cy="304584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89" name="AutoShape 18">
                  <a:extLst>
                    <a:ext uri="{FF2B5EF4-FFF2-40B4-BE49-F238E27FC236}">
                      <ns2:creationId id="{9A31D217-3E3D-A14F-E758-8DDDEAA216A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80394" y="2886767"/>
                  <a:ext cx="270043" cy="183290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0" name="Rectangle 19">
                  <a:extLst>
                    <a:ext uri="{FF2B5EF4-FFF2-40B4-BE49-F238E27FC236}">
                      <ns2:creationId id="{4161CD10-CDD5-D2FD-733F-FDA373B54B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08661" y="2856443"/>
                  <a:ext cx="359625" cy="243937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41" name="グループ化 140">
                <a:extLst>
                  <a:ext uri="{FF2B5EF4-FFF2-40B4-BE49-F238E27FC236}">
                    <ns2:creationId id="{5858443C-A091-63D8-21E5-18CC43660FE7}"/>
                  </a:ext>
                </a:extLst>
              </p:cNvPr>
              <p:cNvGrpSpPr/>
              <p:nvPr/>
            </p:nvGrpSpPr>
            <p:grpSpPr>
              <a:xfrm>
                <a:off x="5562603" y="2760376"/>
                <a:ext cx="1511299" cy="377455"/>
                <a:chOff x="5562603" y="2723194"/>
                <a:chExt cx="1511299" cy="377455"/>
              </a:xfrm>
            </p:grpSpPr>
            <p:sp>
              <p:nvSpPr>
                <p:cNvPr id="93" name="Rectangle 17">
                  <a:extLst>
                    <a:ext uri="{FF2B5EF4-FFF2-40B4-BE49-F238E27FC236}">
                      <ns2:creationId id="{0382323A-92B8-6F02-6BD8-CD185B3365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62603" y="2723194"/>
                  <a:ext cx="516169" cy="377455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4" name="AutoShape 18">
                  <a:extLst>
                    <a:ext uri="{FF2B5EF4-FFF2-40B4-BE49-F238E27FC236}">
                      <ns2:creationId id="{AD56804C-C65A-3F11-6D61-17441FAD93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0927" y="2798351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7" name="Rectangle 19">
                  <a:extLst>
                    <a:ext uri="{FF2B5EF4-FFF2-40B4-BE49-F238E27FC236}">
                      <ns2:creationId id="{C2F6B6F0-0A22-44F2-88C2-EFF81A87899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815817" y="2723194"/>
                  <a:ext cx="258085" cy="377455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95" name="Rectangle 19">
                  <a:extLst>
                    <a:ext uri="{FF2B5EF4-FFF2-40B4-BE49-F238E27FC236}">
                      <ns2:creationId id="{13AF3EA1-1E69-F16F-02E0-4937A25303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557732" y="2723194"/>
                  <a:ext cx="258085" cy="377455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34" name="グループ化 133">
                <a:extLst>
                  <a:ext uri="{FF2B5EF4-FFF2-40B4-BE49-F238E27FC236}">
                    <ns2:creationId id="{C3297357-EEA0-D08D-5DA9-AEED279A903A}"/>
                  </a:ext>
                </a:extLst>
              </p:cNvPr>
              <p:cNvGrpSpPr/>
              <p:nvPr/>
            </p:nvGrpSpPr>
            <p:grpSpPr>
              <a:xfrm>
                <a:off x="7511871" y="2688200"/>
                <a:ext cx="1264027" cy="447443"/>
                <a:chOff x="7428733" y="2688200"/>
                <a:chExt cx="1264027" cy="447443"/>
              </a:xfrm>
            </p:grpSpPr>
            <p:grpSp>
              <p:nvGrpSpPr>
                <p:cNvPr id="132" name="グループ化 131">
                  <a:extLst>
                    <a:ext uri="{FF2B5EF4-FFF2-40B4-BE49-F238E27FC236}">
                      <ns2:creationId id="{357CCFDF-1B91-932E-7070-456B5A937630}"/>
                    </a:ext>
                  </a:extLst>
                </p:cNvPr>
                <p:cNvGrpSpPr/>
                <p:nvPr/>
              </p:nvGrpSpPr>
              <p:grpSpPr>
                <a:xfrm>
                  <a:off x="7428733" y="2688200"/>
                  <a:ext cx="612789" cy="447443"/>
                  <a:chOff x="7678500" y="2850056"/>
                  <a:chExt cx="612789" cy="447443"/>
                </a:xfrm>
              </p:grpSpPr>
              <p:sp>
                <p:nvSpPr>
                  <p:cNvPr id="105" name="Rectangle 36">
                    <a:extLst>
                      <a:ext uri="{FF2B5EF4-FFF2-40B4-BE49-F238E27FC236}">
                        <ns2:creationId id="{35193F03-4B94-85E4-06B0-AE71875CF03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678500" y="2890487"/>
                    <a:ext cx="89581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06" name="Rectangle 37">
                    <a:extLst>
                      <a:ext uri="{FF2B5EF4-FFF2-40B4-BE49-F238E27FC236}">
                        <ns2:creationId id="{73DA8471-1AEE-62F3-F255-56A8856E2A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52469" y="2890487"/>
                    <a:ext cx="89581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09" name="Rectangle 38">
                    <a:extLst>
                      <a:ext uri="{FF2B5EF4-FFF2-40B4-BE49-F238E27FC236}">
                        <ns2:creationId id="{0811A43D-E057-6B53-C9E5-D9343E8134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52469" y="3002348"/>
                    <a:ext cx="89581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0" name="Rectangle 39">
                    <a:extLst>
                      <a:ext uri="{FF2B5EF4-FFF2-40B4-BE49-F238E27FC236}">
                        <ns2:creationId id="{4706AA87-4CE3-72C1-0A5F-A4E1694B112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26439" y="3002348"/>
                    <a:ext cx="90880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1" name="Rectangle 40">
                    <a:extLst>
                      <a:ext uri="{FF2B5EF4-FFF2-40B4-BE49-F238E27FC236}">
                        <ns2:creationId id="{FAFDCFF1-279C-BB63-21EC-3C4F691659E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26439" y="3114209"/>
                    <a:ext cx="90880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2" name="Rectangle 41">
                    <a:extLst>
                      <a:ext uri="{FF2B5EF4-FFF2-40B4-BE49-F238E27FC236}">
                        <ns2:creationId id="{6AD5C63E-80DF-6466-1EE9-8F149CA968E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201707" y="3114209"/>
                    <a:ext cx="89582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13" name="Rectangle 42">
                    <a:extLst>
                      <a:ext uri="{FF2B5EF4-FFF2-40B4-BE49-F238E27FC236}">
                        <ns2:creationId id="{43C8831F-FCE1-77BF-10EB-D119D29FAB4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201707" y="3226070"/>
                    <a:ext cx="89582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cxnSp>
                <p:nvCxnSpPr>
                  <p:cNvPr id="114" name="AutoShape 43">
                    <a:extLst>
                      <a:ext uri="{FF2B5EF4-FFF2-40B4-BE49-F238E27FC236}">
                        <ns2:creationId id="{E8489BA2-9277-0EB2-8079-14E13AE4B876}"/>
                      </a:ext>
                    </a:extLst>
                  </p:cNvPr>
                  <p:cNvCxnSpPr>
                    <a:cxnSpLocks noChangeShapeType="1"/>
                    <a:endCxn id="105" idx="0"/>
                  </p:cNvCxnSpPr>
                  <p:nvPr/>
                </p:nvCxnSpPr>
                <p:spPr bwMode="auto">
                  <a:xfrm>
                    <a:off x="7723939" y="2850056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16" name="AutoShape 44">
                    <a:extLst>
                      <a:ext uri="{FF2B5EF4-FFF2-40B4-BE49-F238E27FC236}">
                        <ns2:creationId id="{6277FBB8-9A08-C9B4-14F9-E166028D162B}"/>
                      </a:ext>
                    </a:extLst>
                  </p:cNvPr>
                  <p:cNvCxnSpPr>
                    <a:cxnSpLocks noChangeShapeType="1"/>
                    <a:stCxn id="105" idx="3"/>
                    <a:endCxn id="106" idx="1"/>
                  </p:cNvCxnSpPr>
                  <p:nvPr/>
                </p:nvCxnSpPr>
                <p:spPr bwMode="auto">
                  <a:xfrm>
                    <a:off x="7768081" y="2926876"/>
                    <a:ext cx="84389" cy="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1" name="AutoShape 45">
                    <a:extLst>
                      <a:ext uri="{FF2B5EF4-FFF2-40B4-BE49-F238E27FC236}">
                        <ns2:creationId id="{46D16924-8A3D-E091-5B76-3DDC5B80C3C2}"/>
                      </a:ext>
                    </a:extLst>
                  </p:cNvPr>
                  <p:cNvCxnSpPr>
                    <a:cxnSpLocks noChangeShapeType="1"/>
                    <a:stCxn id="106" idx="2"/>
                    <a:endCxn id="109" idx="0"/>
                  </p:cNvCxnSpPr>
                  <p:nvPr/>
                </p:nvCxnSpPr>
                <p:spPr bwMode="auto">
                  <a:xfrm>
                    <a:off x="7897909" y="2961917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2" name="AutoShape 46">
                    <a:extLst>
                      <a:ext uri="{FF2B5EF4-FFF2-40B4-BE49-F238E27FC236}">
                        <ns2:creationId id="{4A4A74D9-6330-2065-118C-0FF6F10CB6E0}"/>
                      </a:ext>
                    </a:extLst>
                  </p:cNvPr>
                  <p:cNvCxnSpPr>
                    <a:cxnSpLocks noChangeShapeType="1"/>
                    <a:stCxn id="109" idx="3"/>
                    <a:endCxn id="110" idx="1"/>
                  </p:cNvCxnSpPr>
                  <p:nvPr/>
                </p:nvCxnSpPr>
                <p:spPr bwMode="auto">
                  <a:xfrm>
                    <a:off x="7942050" y="3038736"/>
                    <a:ext cx="84389" cy="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3" name="AutoShape 47">
                    <a:extLst>
                      <a:ext uri="{FF2B5EF4-FFF2-40B4-BE49-F238E27FC236}">
                        <ns2:creationId id="{BD51E529-C571-B4BB-55C0-ACDDD9C8DA9E}"/>
                      </a:ext>
                    </a:extLst>
                  </p:cNvPr>
                  <p:cNvCxnSpPr>
                    <a:cxnSpLocks noChangeShapeType="1"/>
                    <a:stCxn id="110" idx="2"/>
                    <a:endCxn id="111" idx="0"/>
                  </p:cNvCxnSpPr>
                  <p:nvPr/>
                </p:nvCxnSpPr>
                <p:spPr bwMode="auto">
                  <a:xfrm>
                    <a:off x="8071879" y="3073777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4" name="AutoShape 48">
                    <a:extLst>
                      <a:ext uri="{FF2B5EF4-FFF2-40B4-BE49-F238E27FC236}">
                        <ns2:creationId id="{E1FC9695-5222-4DC0-BAE0-01BA7F761E8C}"/>
                      </a:ext>
                    </a:extLst>
                  </p:cNvPr>
                  <p:cNvCxnSpPr>
                    <a:cxnSpLocks noChangeShapeType="1"/>
                    <a:stCxn id="111" idx="3"/>
                    <a:endCxn id="112" idx="1"/>
                  </p:cNvCxnSpPr>
                  <p:nvPr/>
                </p:nvCxnSpPr>
                <p:spPr bwMode="auto">
                  <a:xfrm>
                    <a:off x="8117319" y="3150597"/>
                    <a:ext cx="84388" cy="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cxnSp>
                <p:nvCxnSpPr>
                  <p:cNvPr id="125" name="AutoShape 49">
                    <a:extLst>
                      <a:ext uri="{FF2B5EF4-FFF2-40B4-BE49-F238E27FC236}">
                        <ns2:creationId id="{9D59894F-7E43-44F6-43DD-5C483C252441}"/>
                      </a:ext>
                    </a:extLst>
                  </p:cNvPr>
                  <p:cNvCxnSpPr>
                    <a:cxnSpLocks noChangeShapeType="1"/>
                    <a:stCxn id="112" idx="2"/>
                    <a:endCxn id="113" idx="0"/>
                  </p:cNvCxnSpPr>
                  <p:nvPr/>
                </p:nvCxnSpPr>
                <p:spPr bwMode="auto">
                  <a:xfrm>
                    <a:off x="8247147" y="3185638"/>
                    <a:ext cx="0" cy="40432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</p:grpSp>
            <p:grpSp>
              <p:nvGrpSpPr>
                <p:cNvPr id="131" name="グループ化 130">
                  <a:extLst>
                    <a:ext uri="{FF2B5EF4-FFF2-40B4-BE49-F238E27FC236}">
                      <ns2:creationId id="{60A5E2FA-E29A-56CD-FFB1-10371C4D8909}"/>
                    </a:ext>
                  </a:extLst>
                </p:cNvPr>
                <p:cNvGrpSpPr/>
                <p:nvPr/>
              </p:nvGrpSpPr>
              <p:grpSpPr>
                <a:xfrm>
                  <a:off x="8603178" y="2690896"/>
                  <a:ext cx="89582" cy="442051"/>
                  <a:chOff x="9050783" y="2850056"/>
                  <a:chExt cx="89582" cy="442051"/>
                </a:xfrm>
              </p:grpSpPr>
              <p:sp>
                <p:nvSpPr>
                  <p:cNvPr id="126" name="Rectangle 51">
                    <a:extLst>
                      <a:ext uri="{FF2B5EF4-FFF2-40B4-BE49-F238E27FC236}">
                        <ns2:creationId id="{C50E19F5-8034-39A5-9236-3AA4CAD943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3222026"/>
                    <a:ext cx="89582" cy="70081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cxnSp>
                <p:nvCxnSpPr>
                  <p:cNvPr id="127" name="AutoShape 52">
                    <a:extLst>
                      <a:ext uri="{FF2B5EF4-FFF2-40B4-BE49-F238E27FC236}">
                        <ns2:creationId id="{3EF00FE4-0AB2-565B-4BA3-BF6228DF3FB2}"/>
                      </a:ext>
                    </a:extLst>
                  </p:cNvPr>
                  <p:cNvCxnSpPr>
                    <a:cxnSpLocks noChangeShapeType="1"/>
                    <a:endCxn id="126" idx="0"/>
                  </p:cNvCxnSpPr>
                  <p:nvPr/>
                </p:nvCxnSpPr>
                <p:spPr bwMode="auto">
                  <a:xfrm>
                    <a:off x="9096224" y="2850056"/>
                    <a:ext cx="0" cy="371970"/>
                  </a:xfrm>
                  <a:prstGeom prst="straightConnector1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ns5:hiddenFill>
                        <a:noFill/>
                      </ns5:hiddenFill>
                    </a:ex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</p:cxnSp>
              <p:sp>
                <p:nvSpPr>
                  <p:cNvPr id="128" name="Rectangle 53">
                    <a:extLst>
                      <a:ext uri="{FF2B5EF4-FFF2-40B4-BE49-F238E27FC236}">
                        <ns2:creationId id="{A71CDCED-3F2E-DCB1-107B-FBFDFE95A66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2890487"/>
                    <a:ext cx="89582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29" name="Rectangle 54">
                    <a:extLst>
                      <a:ext uri="{FF2B5EF4-FFF2-40B4-BE49-F238E27FC236}">
                        <ns2:creationId id="{F1AF74EF-787C-7D9F-20BC-5EDDB1B5ECC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2999653"/>
                    <a:ext cx="89582" cy="71429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30" name="Rectangle 55">
                    <a:extLst>
                      <a:ext uri="{FF2B5EF4-FFF2-40B4-BE49-F238E27FC236}">
                        <ns2:creationId id="{E03D2C4D-37AC-15BC-CAB1-145936B1550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050783" y="3111513"/>
                    <a:ext cx="89582" cy="71430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sp>
              <p:nvSpPr>
                <p:cNvPr id="133" name="AutoShape 18">
                  <a:extLst>
                    <a:ext uri="{FF2B5EF4-FFF2-40B4-BE49-F238E27FC236}">
                      <ns2:creationId id="{6F90EDF0-736B-FC06-4707-897142A991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55025" y="2798351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36" name="グループ化 135">
                <a:extLst>
                  <a:ext uri="{FF2B5EF4-FFF2-40B4-BE49-F238E27FC236}">
                    <ns2:creationId id="{3F182785-4A5F-1885-9468-ECB4DF228A23}"/>
                  </a:ext>
                </a:extLst>
              </p:cNvPr>
              <p:cNvGrpSpPr/>
              <p:nvPr/>
            </p:nvGrpSpPr>
            <p:grpSpPr>
              <a:xfrm>
                <a:off x="3737487" y="4073525"/>
                <a:ext cx="1510260" cy="377455"/>
                <a:chOff x="3749595" y="2826120"/>
                <a:chExt cx="1218691" cy="304584"/>
              </a:xfrm>
            </p:grpSpPr>
            <p:sp>
              <p:nvSpPr>
                <p:cNvPr id="137" name="Rectangle 17">
                  <a:extLst>
                    <a:ext uri="{FF2B5EF4-FFF2-40B4-BE49-F238E27FC236}">
                      <ns2:creationId id="{4182FA13-CAE6-F484-0BAF-D751E4178E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49595" y="2826120"/>
                  <a:ext cx="472575" cy="304584"/>
                </a:xfrm>
                <a:prstGeom prst="rect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138" name="AutoShape 18">
                  <a:extLst>
                    <a:ext uri="{FF2B5EF4-FFF2-40B4-BE49-F238E27FC236}">
                      <ns2:creationId id="{7E27F5EE-1996-CF71-078C-DBAB7026B7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80394" y="2886767"/>
                  <a:ext cx="270043" cy="183290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140" name="Rectangle 19">
                  <a:extLst>
                    <a:ext uri="{FF2B5EF4-FFF2-40B4-BE49-F238E27FC236}">
                      <ns2:creationId id="{291DEB77-4DCB-F277-2166-77A07A7C9A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08661" y="2856443"/>
                  <a:ext cx="359625" cy="243937"/>
                </a:xfrm>
                <a:prstGeom prst="rect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ns5:hiddenEffects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ns5:hiddenEffects>
                  </a:ext>
                </a:extLst>
              </p:spPr>
              <p:txBody>
                <a:bodyPr wrap="none" lIns="90000" tIns="46800" rIns="90000" bIns="46800" anchor="ctr"/>
                <a:lstStyle/>
                <a:p>
                  <a:pPr algn="ctr">
                    <a:defRPr/>
                  </a:pPr>
                  <a:endParaRPr kumimoji="0" lang="ja-JP" altLang="en-US" sz="1400" kern="0">
                    <a:solidFill>
                      <a:sysClr val="windowText" lastClr="000000"/>
                    </a:solidFill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51" name="グループ化 150">
                <a:extLst>
                  <a:ext uri="{FF2B5EF4-FFF2-40B4-BE49-F238E27FC236}">
                    <ns2:creationId id="{1256797B-6ACE-928E-FE9B-B329F64DBB77}"/>
                  </a:ext>
                </a:extLst>
              </p:cNvPr>
              <p:cNvGrpSpPr/>
              <p:nvPr/>
            </p:nvGrpSpPr>
            <p:grpSpPr>
              <a:xfrm>
                <a:off x="5622187" y="4039282"/>
                <a:ext cx="1392131" cy="445942"/>
                <a:chOff x="5576846" y="4039282"/>
                <a:chExt cx="1392131" cy="445942"/>
              </a:xfrm>
            </p:grpSpPr>
            <p:grpSp>
              <p:nvGrpSpPr>
                <p:cNvPr id="148" name="グループ化 147">
                  <a:extLst>
                    <a:ext uri="{FF2B5EF4-FFF2-40B4-BE49-F238E27FC236}">
                      <ns2:creationId id="{FEDE61AD-C3EA-B646-21FE-8F90A8773853}"/>
                    </a:ext>
                  </a:extLst>
                </p:cNvPr>
                <p:cNvGrpSpPr/>
                <p:nvPr/>
              </p:nvGrpSpPr>
              <p:grpSpPr>
                <a:xfrm>
                  <a:off x="6597668" y="4039282"/>
                  <a:ext cx="371309" cy="445942"/>
                  <a:chOff x="6597668" y="4039282"/>
                  <a:chExt cx="371309" cy="445942"/>
                </a:xfrm>
              </p:grpSpPr>
              <p:sp>
                <p:nvSpPr>
                  <p:cNvPr id="142" name="Oval 105">
                    <a:extLst>
                      <a:ext uri="{FF2B5EF4-FFF2-40B4-BE49-F238E27FC236}">
                        <ns2:creationId id="{45C675AA-7546-55CD-F953-C949100FABD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597668" y="4234548"/>
                    <a:ext cx="371309" cy="250676"/>
                  </a:xfrm>
                  <a:prstGeom prst="rect">
                    <a:avLst/>
                  </a:prstGeom>
                  <a:solidFill>
                    <a:schemeClr val="accent2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43" name="Oval 106">
                    <a:extLst>
                      <a:ext uri="{FF2B5EF4-FFF2-40B4-BE49-F238E27FC236}">
                        <ns2:creationId id="{22ADD94C-041E-F9CA-F36C-9C3CC65397C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665179" y="4039282"/>
                    <a:ext cx="236287" cy="160379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grpSp>
              <p:nvGrpSpPr>
                <p:cNvPr id="150" name="グループ化 149">
                  <a:extLst>
                    <a:ext uri="{FF2B5EF4-FFF2-40B4-BE49-F238E27FC236}">
                      <ns2:creationId id="{F3F828D7-73B2-9684-1692-B64E9C91303B}"/>
                    </a:ext>
                  </a:extLst>
                </p:cNvPr>
                <p:cNvGrpSpPr/>
                <p:nvPr/>
              </p:nvGrpSpPr>
              <p:grpSpPr>
                <a:xfrm>
                  <a:off x="5576846" y="4073525"/>
                  <a:ext cx="494672" cy="377455"/>
                  <a:chOff x="5510458" y="4073525"/>
                  <a:chExt cx="494672" cy="377455"/>
                </a:xfrm>
              </p:grpSpPr>
              <p:sp>
                <p:nvSpPr>
                  <p:cNvPr id="144" name="Oval 105">
                    <a:extLst>
                      <a:ext uri="{FF2B5EF4-FFF2-40B4-BE49-F238E27FC236}">
                        <ns2:creationId id="{17E09BB4-21B8-846D-6AB0-15183A86C82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510458" y="4073525"/>
                    <a:ext cx="494671" cy="377455"/>
                  </a:xfrm>
                  <a:prstGeom prst="rect">
                    <a:avLst/>
                  </a:prstGeom>
                  <a:solidFill>
                    <a:schemeClr val="accent2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47" name="Oval 106">
                    <a:extLst>
                      <a:ext uri="{FF2B5EF4-FFF2-40B4-BE49-F238E27FC236}">
                        <ns2:creationId id="{E220B7AF-5CAB-0CE7-6F47-A7B64655B19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5768099" y="4073525"/>
                    <a:ext cx="237031" cy="377455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sp>
              <p:nvSpPr>
                <p:cNvPr id="149" name="AutoShape 18">
                  <a:extLst>
                    <a:ext uri="{FF2B5EF4-FFF2-40B4-BE49-F238E27FC236}">
                      <ns2:creationId id="{6DE83D88-A39E-AA0A-069C-35251540A2B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7268" y="4148682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68" name="グループ化 167">
                <a:extLst>
                  <a:ext uri="{FF2B5EF4-FFF2-40B4-BE49-F238E27FC236}">
                    <ns2:creationId id="{18D0F3BC-FF21-8597-B045-F3615FC4B878}"/>
                  </a:ext>
                </a:extLst>
              </p:cNvPr>
              <p:cNvGrpSpPr/>
              <p:nvPr/>
            </p:nvGrpSpPr>
            <p:grpSpPr>
              <a:xfrm>
                <a:off x="7440545" y="4054031"/>
                <a:ext cx="1406678" cy="416445"/>
                <a:chOff x="7427481" y="4054031"/>
                <a:chExt cx="1406678" cy="416445"/>
              </a:xfrm>
            </p:grpSpPr>
            <p:grpSp>
              <p:nvGrpSpPr>
                <p:cNvPr id="166" name="グループ化 165">
                  <a:extLst>
                    <a:ext uri="{FF2B5EF4-FFF2-40B4-BE49-F238E27FC236}">
                      <ns2:creationId id="{1F9220CE-9BA1-A128-8EC0-3FD2CBAB5D29}"/>
                    </a:ext>
                  </a:extLst>
                </p:cNvPr>
                <p:cNvGrpSpPr/>
                <p:nvPr/>
              </p:nvGrpSpPr>
              <p:grpSpPr>
                <a:xfrm>
                  <a:off x="7427481" y="4054031"/>
                  <a:ext cx="516717" cy="416445"/>
                  <a:chOff x="7813869" y="4270970"/>
                  <a:chExt cx="516717" cy="416445"/>
                </a:xfrm>
              </p:grpSpPr>
              <p:sp>
                <p:nvSpPr>
                  <p:cNvPr id="152" name="Oval 59">
                    <a:extLst>
                      <a:ext uri="{FF2B5EF4-FFF2-40B4-BE49-F238E27FC236}">
                        <ns2:creationId id="{B47EA589-CEBF-1CFC-9135-184B10AB92B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98258" y="4270970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3" name="Oval 60">
                    <a:extLst>
                      <a:ext uri="{FF2B5EF4-FFF2-40B4-BE49-F238E27FC236}">
                        <ns2:creationId id="{08CEB2C9-3C84-9CAC-2632-A3DAA53E837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13869" y="4382831"/>
                    <a:ext cx="89582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4" name="Oval 61">
                    <a:extLst>
                      <a:ext uri="{FF2B5EF4-FFF2-40B4-BE49-F238E27FC236}">
                        <ns2:creationId id="{F7854BB6-959D-165D-B71B-71AE76EE645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72228" y="4351833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5" name="Oval 62">
                    <a:extLst>
                      <a:ext uri="{FF2B5EF4-FFF2-40B4-BE49-F238E27FC236}">
                        <ns2:creationId id="{81F00E75-B0E0-1E75-224E-604E0CBC156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72228" y="4494692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6" name="Oval 63">
                    <a:extLst>
                      <a:ext uri="{FF2B5EF4-FFF2-40B4-BE49-F238E27FC236}">
                        <ns2:creationId id="{5BCE74A8-EB4E-6544-E391-386F743956F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970962" y="4413828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7" name="Oval 64">
                    <a:extLst>
                      <a:ext uri="{FF2B5EF4-FFF2-40B4-BE49-F238E27FC236}">
                        <ns2:creationId id="{7F52497F-28A2-340D-3D55-DA5EC547BD0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970962" y="4535123"/>
                    <a:ext cx="89581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8" name="Oval 65">
                    <a:extLst>
                      <a:ext uri="{FF2B5EF4-FFF2-40B4-BE49-F238E27FC236}">
                        <ns2:creationId id="{835E2387-B0F0-116F-C7D6-83C86D02DD3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173494" y="4291186"/>
                    <a:ext cx="89581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59" name="Oval 66">
                    <a:extLst>
                      <a:ext uri="{FF2B5EF4-FFF2-40B4-BE49-F238E27FC236}">
                        <ns2:creationId id="{C952B104-B990-A828-B1AE-7FF2A20445F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241005" y="4474475"/>
                    <a:ext cx="89581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60" name="Oval 67">
                    <a:extLst>
                      <a:ext uri="{FF2B5EF4-FFF2-40B4-BE49-F238E27FC236}">
                        <ns2:creationId id="{6E1AD349-596E-826A-4E64-602A94E4F08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26788" y="4617334"/>
                    <a:ext cx="90880" cy="70081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61" name="Oval 68">
                    <a:extLst>
                      <a:ext uri="{FF2B5EF4-FFF2-40B4-BE49-F238E27FC236}">
                        <ns2:creationId id="{6CAB3D55-2CF7-B2A5-54FE-4A9FB9F4C7F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858011" y="4545905"/>
                    <a:ext cx="90880" cy="71429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64" name="Oval 69">
                    <a:extLst>
                      <a:ext uri="{FF2B5EF4-FFF2-40B4-BE49-F238E27FC236}">
                        <ns2:creationId id="{9675D653-7739-CFE8-BF6A-238C115D49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195564" y="4595770"/>
                    <a:ext cx="90880" cy="71430"/>
                  </a:xfrm>
                  <a:prstGeom prst="rect">
                    <a:avLst/>
                  </a:prstGeom>
                  <a:solidFill>
                    <a:srgbClr val="F79646">
                      <a:lumMod val="60000"/>
                      <a:lumOff val="40000"/>
                    </a:srgb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ja-JP" altLang="en-US" sz="1400" b="0" i="0" u="none" strike="noStrike" kern="0" cap="none" spc="0" normalizeH="0" baseline="0" noProof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</p:grpSp>
            <p:sp>
              <p:nvSpPr>
                <p:cNvPr id="165" name="Oval 70">
                  <a:extLst>
                    <a:ext uri="{FF2B5EF4-FFF2-40B4-BE49-F238E27FC236}">
                      <ns2:creationId id="{546DBE7D-7187-3833-095D-0FC74215C2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496606" y="4147697"/>
                  <a:ext cx="337553" cy="229112"/>
                </a:xfrm>
                <a:prstGeom prst="rect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  <p:sp>
              <p:nvSpPr>
                <p:cNvPr id="167" name="AutoShape 18">
                  <a:extLst>
                    <a:ext uri="{FF2B5EF4-FFF2-40B4-BE49-F238E27FC236}">
                      <ns2:creationId id="{ABC09A8B-48F5-55DA-F8B9-AFEB48B2A8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53077" y="4148682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76" name="グループ化 175">
                <a:extLst>
                  <a:ext uri="{FF2B5EF4-FFF2-40B4-BE49-F238E27FC236}">
                    <ns2:creationId id="{2B3A8E40-4CD5-71CE-4E3C-33853B368637}"/>
                  </a:ext>
                </a:extLst>
              </p:cNvPr>
              <p:cNvGrpSpPr/>
              <p:nvPr/>
            </p:nvGrpSpPr>
            <p:grpSpPr>
              <a:xfrm>
                <a:off x="3820534" y="5349181"/>
                <a:ext cx="1344168" cy="523714"/>
                <a:chOff x="3799410" y="5394221"/>
                <a:chExt cx="1344168" cy="523714"/>
              </a:xfrm>
            </p:grpSpPr>
            <p:pic>
              <p:nvPicPr>
                <p:cNvPr id="171" name="グラフィックス 170" descr="ユーザー 単色塗りつぶし">
                  <a:extLst>
                    <a:ext uri="{FF2B5EF4-FFF2-40B4-BE49-F238E27FC236}">
                      <ns2:creationId id="{707B796D-FCBE-D690-175D-C670D4B35F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99410" y="5394221"/>
                  <a:ext cx="523714" cy="523714"/>
                </a:xfrm>
                <a:prstGeom prst="rect">
                  <a:avLst/>
                </a:prstGeom>
              </p:spPr>
            </p:pic>
            <p:pic>
              <p:nvPicPr>
                <p:cNvPr id="172" name="グラフィックス 171" descr="ユーザー 単色塗りつぶし">
                  <a:extLst>
                    <a:ext uri="{FF2B5EF4-FFF2-40B4-BE49-F238E27FC236}">
                      <ns2:creationId id="{14969A7E-A247-7040-630F-C59097FCD1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19864" y="5394221"/>
                  <a:ext cx="523714" cy="523714"/>
                </a:xfrm>
                <a:prstGeom prst="rect">
                  <a:avLst/>
                </a:prstGeom>
              </p:spPr>
            </p:pic>
            <p:sp>
              <p:nvSpPr>
                <p:cNvPr id="174" name="AutoShape 18">
                  <a:extLst>
                    <a:ext uri="{FF2B5EF4-FFF2-40B4-BE49-F238E27FC236}">
                      <ns2:creationId id="{F6C76963-DA36-5001-F752-13379A89D0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4169" y="5542507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177" name="グループ化 176">
                <a:extLst>
                  <a:ext uri="{FF2B5EF4-FFF2-40B4-BE49-F238E27FC236}">
                    <ns2:creationId id="{97DA23C4-E8F1-E42E-2213-90C069138500}"/>
                  </a:ext>
                </a:extLst>
              </p:cNvPr>
              <p:cNvGrpSpPr/>
              <p:nvPr/>
            </p:nvGrpSpPr>
            <p:grpSpPr>
              <a:xfrm>
                <a:off x="5646167" y="5349181"/>
                <a:ext cx="1344168" cy="523714"/>
                <a:chOff x="3799410" y="5394221"/>
                <a:chExt cx="1344168" cy="523714"/>
              </a:xfrm>
            </p:grpSpPr>
            <p:pic>
              <p:nvPicPr>
                <p:cNvPr id="178" name="グラフィックス 177" descr="ユーザー 単色塗りつぶし">
                  <a:extLst>
                    <a:ext uri="{FF2B5EF4-FFF2-40B4-BE49-F238E27FC236}">
                      <ns2:creationId id="{27EB6BF9-DBA7-9A9D-FE65-774B6A2EC6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99410" y="5394221"/>
                  <a:ext cx="523714" cy="523714"/>
                </a:xfrm>
                <a:prstGeom prst="rect">
                  <a:avLst/>
                </a:prstGeom>
              </p:spPr>
            </p:pic>
            <p:pic>
              <p:nvPicPr>
                <p:cNvPr id="179" name="グラフィックス 178" descr="ユーザー 単色塗りつぶし">
                  <a:extLst>
                    <a:ext uri="{FF2B5EF4-FFF2-40B4-BE49-F238E27FC236}">
                      <ns2:creationId id="{51D4DC4D-8216-C8F0-1588-202906F473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19864" y="5394221"/>
                  <a:ext cx="523714" cy="523714"/>
                </a:xfrm>
                <a:prstGeom prst="rect">
                  <a:avLst/>
                </a:prstGeom>
              </p:spPr>
            </p:pic>
            <p:sp>
              <p:nvSpPr>
                <p:cNvPr id="180" name="AutoShape 18">
                  <a:extLst>
                    <a:ext uri="{FF2B5EF4-FFF2-40B4-BE49-F238E27FC236}">
                      <ns2:creationId id="{0E967156-0E9F-1DA4-CE8A-9F8261D228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4169" y="5542507"/>
                  <a:ext cx="334650" cy="227142"/>
                </a:xfrm>
                <a:prstGeom prst="rightArrow">
                  <a:avLst>
                    <a:gd name="adj1" fmla="val 50000"/>
                    <a:gd name="adj2" fmla="val 63725"/>
                  </a:avLst>
                </a:prstGeom>
                <a:solidFill>
                  <a:schemeClr val="accent6">
                    <a:alpha val="70000"/>
                  </a:schemeClr>
                </a:solidFill>
                <a:ln w="3175">
                  <a:noFill/>
                  <a:miter lim="800000"/>
                  <a:headEnd/>
                  <a:tailEnd/>
                </a:ln>
                <a:effectLst/>
              </p:spPr>
              <p:txBody>
                <a:bodyPr wrap="none" lIns="90000" tIns="46800" rIns="90000" bIns="4680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ja-JP" altLang="en-US" sz="1400" b="0" i="0" u="none" strike="noStrike" kern="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HGPｺﾞｼｯｸE" pitchFamily="50" charset="-128"/>
                    <a:ea typeface="HGPｺﾞｼｯｸE" pitchFamily="50" charset="-128"/>
                  </a:endParaRPr>
                </a:p>
              </p:txBody>
            </p:sp>
          </p:grpSp>
          <p:grpSp>
            <p:nvGrpSpPr>
              <p:cNvPr id="202" name="グループ化 201">
                <a:extLst>
                  <a:ext uri="{FF2B5EF4-FFF2-40B4-BE49-F238E27FC236}">
                    <ns2:creationId id="{E74AE399-AB39-8D74-E5BD-BCB9BFAC35DE}"/>
                  </a:ext>
                </a:extLst>
              </p:cNvPr>
              <p:cNvGrpSpPr/>
              <p:nvPr/>
            </p:nvGrpSpPr>
            <p:grpSpPr>
              <a:xfrm>
                <a:off x="7345673" y="5221745"/>
                <a:ext cx="1596420" cy="817855"/>
                <a:chOff x="7395179" y="5334398"/>
                <a:chExt cx="1596420" cy="817855"/>
              </a:xfrm>
            </p:grpSpPr>
            <p:grpSp>
              <p:nvGrpSpPr>
                <p:cNvPr id="201" name="グループ化 200">
                  <a:extLst>
                    <a:ext uri="{FF2B5EF4-FFF2-40B4-BE49-F238E27FC236}">
                      <ns2:creationId id="{CDF5F30E-6B49-3ED1-0D28-1FC5BA99CEFF}"/>
                    </a:ext>
                  </a:extLst>
                </p:cNvPr>
                <p:cNvGrpSpPr/>
                <p:nvPr/>
              </p:nvGrpSpPr>
              <p:grpSpPr>
                <a:xfrm>
                  <a:off x="7403995" y="5334398"/>
                  <a:ext cx="1587604" cy="211262"/>
                  <a:chOff x="7403995" y="5379708"/>
                  <a:chExt cx="1587604" cy="211262"/>
                </a:xfrm>
              </p:grpSpPr>
              <p:sp>
                <p:nvSpPr>
                  <p:cNvPr id="182" name="Rectangle 17">
                    <a:extLst>
                      <a:ext uri="{FF2B5EF4-FFF2-40B4-BE49-F238E27FC236}">
                        <ns2:creationId id="{75F157C8-11A3-7CEE-C41F-A166F476EAA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403995" y="5416215"/>
                    <a:ext cx="193626" cy="138247"/>
                  </a:xfrm>
                  <a:prstGeom prst="rect">
                    <a:avLst/>
                  </a:prstGeom>
                  <a:solidFill>
                    <a:srgbClr val="FFFFFF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ns5:hiddenEffects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ns5:hiddenEffects>
                    </a:ext>
                  </a:extLst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83" name="正方形/長方形 182">
                    <a:extLst>
                      <a:ext uri="{FF2B5EF4-FFF2-40B4-BE49-F238E27FC236}">
                        <ns2:creationId id="{95648B4B-5B84-825D-CA50-B25678971CFD}"/>
                      </a:ext>
                    </a:extLst>
                  </p:cNvPr>
                  <p:cNvSpPr/>
                  <p:nvPr/>
                </p:nvSpPr>
                <p:spPr>
                  <a:xfrm>
                    <a:off x="7612224" y="5379708"/>
                    <a:ext cx="1379375" cy="21126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0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10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200" name="グループ化 199">
                  <a:extLst>
                    <a:ext uri="{FF2B5EF4-FFF2-40B4-BE49-F238E27FC236}">
                      <ns2:creationId id="{57339525-C48A-3AAD-7250-354958CAE3E5}"/>
                    </a:ext>
                  </a:extLst>
                </p:cNvPr>
                <p:cNvGrpSpPr/>
                <p:nvPr/>
              </p:nvGrpSpPr>
              <p:grpSpPr>
                <a:xfrm>
                  <a:off x="7403995" y="5637694"/>
                  <a:ext cx="1587604" cy="211262"/>
                  <a:chOff x="7403995" y="5661633"/>
                  <a:chExt cx="1587604" cy="211262"/>
                </a:xfrm>
              </p:grpSpPr>
              <p:sp>
                <p:nvSpPr>
                  <p:cNvPr id="184" name="Rectangle 17">
                    <a:extLst>
                      <a:ext uri="{FF2B5EF4-FFF2-40B4-BE49-F238E27FC236}">
                        <ns2:creationId id="{A1B88857-90FA-647F-6635-5C5BA8D621A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403995" y="5698140"/>
                    <a:ext cx="193626" cy="138247"/>
                  </a:xfrm>
                  <a:prstGeom prst="rect">
                    <a:avLst/>
                  </a:prstGeom>
                  <a:solidFill>
                    <a:schemeClr val="accent2"/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0000" tIns="46800" rIns="90000" bIns="46800" anchor="ctr"/>
                  <a:lstStyle/>
                  <a:p>
                    <a:pPr algn="ctr">
                      <a:defRPr/>
                    </a:pPr>
                    <a:endParaRPr kumimoji="0" lang="ja-JP" altLang="en-US" sz="1400" kern="0">
                      <a:solidFill>
                        <a:sysClr val="windowText" lastClr="000000"/>
                      </a:solidFill>
                      <a:latin typeface="HGPｺﾞｼｯｸE" pitchFamily="50" charset="-128"/>
                      <a:ea typeface="HGPｺﾞｼｯｸE" pitchFamily="50" charset="-128"/>
                    </a:endParaRPr>
                  </a:p>
                </p:txBody>
              </p:sp>
              <p:sp>
                <p:nvSpPr>
                  <p:cNvPr id="185" name="正方形/長方形 184">
                    <a:extLst>
                      <a:ext uri="{FF2B5EF4-FFF2-40B4-BE49-F238E27FC236}">
                        <ns2:creationId id="{637F4D7F-E16A-D9B2-8A0A-20E930968FD9}"/>
                      </a:ext>
                    </a:extLst>
                  </p:cNvPr>
                  <p:cNvSpPr/>
                  <p:nvPr/>
                </p:nvSpPr>
                <p:spPr>
                  <a:xfrm>
                    <a:off x="7612224" y="5661633"/>
                    <a:ext cx="1379375" cy="21126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0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10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99" name="グループ化 198">
                  <a:extLst>
                    <a:ext uri="{FF2B5EF4-FFF2-40B4-BE49-F238E27FC236}">
                      <ns2:creationId id="{F0D39C00-487C-3CBE-92CE-05AFDA414489}"/>
                    </a:ext>
                  </a:extLst>
                </p:cNvPr>
                <p:cNvGrpSpPr/>
                <p:nvPr/>
              </p:nvGrpSpPr>
              <p:grpSpPr>
                <a:xfrm>
                  <a:off x="7395179" y="5940991"/>
                  <a:ext cx="1596420" cy="211262"/>
                  <a:chOff x="7395179" y="5940991"/>
                  <a:chExt cx="1596420" cy="211262"/>
                </a:xfrm>
              </p:grpSpPr>
              <p:sp>
                <p:nvSpPr>
                  <p:cNvPr id="190" name="正方形/長方形 189">
                    <a:extLst>
                      <a:ext uri="{FF2B5EF4-FFF2-40B4-BE49-F238E27FC236}">
                        <ns2:creationId id="{920E5EA2-2E7C-2C2B-A143-00C180F97FD9}"/>
                      </a:ext>
                    </a:extLst>
                  </p:cNvPr>
                  <p:cNvSpPr/>
                  <p:nvPr/>
                </p:nvSpPr>
                <p:spPr>
                  <a:xfrm>
                    <a:off x="7612224" y="5940991"/>
                    <a:ext cx="1379375" cy="21126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0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10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198" name="グラフィックス 197" descr="ユーザー 単色塗りつぶし">
                    <a:extLst>
                      <a:ext uri="{FF2B5EF4-FFF2-40B4-BE49-F238E27FC236}">
                        <ns2:creationId id="{196C7F56-E805-D1D5-EB5A-4D2739D09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95179" y="5940991"/>
                    <a:ext cx="211262" cy="211262"/>
                  </a:xfrm>
                  <a:prstGeom prst="rect">
                    <a:avLst/>
                  </a:prstGeom>
                </p:spPr>
              </p:pic>
            </p:grpSp>
          </p:grpSp>
        </p:grpSp>
      </p:grpSp>
    </p:spTree>
    <p:extLst>
      <p:ext uri="{BB962C8B-B14F-4D97-AF65-F5344CB8AC3E}">
        <ns6:creationId val="4079936309"/>
      </p:ext>
    </p:extLst>
  </p:cSld>
  <p:clrMapOvr>
    <a:masterClrMapping/>
  </p:clrMapOvr>
</p:sld>
</file>

<file path=ppt/slides/slide2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2B9F75B-4D84-94AE-3620-2DF0BEC2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28F7991-34CC-F9E1-9FEA-B9C6F5FF8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lang="en-US" altLang="ja-JP" dirty="0"/>
              <a:t> (</a:t>
            </a:r>
            <a:r>
              <a:rPr kumimoji="1" lang="ja-JP" altLang="en-US" dirty="0"/>
              <a:t>XX</a:t>
            </a:r>
            <a:r>
              <a:rPr lang="en-US" altLang="ja-JP" dirty="0"/>
              <a:t>) 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212971D-031E-43B5-26A6-5B41E580BE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270" name="グループ化 269">
            <a:extLst>
              <a:ext uri="{FF2B5EF4-FFF2-40B4-BE49-F238E27FC236}">
                <ns2:creationId id="{0E99DE52-D89E-E155-DE49-A00835B4BC9B}"/>
              </a:ext>
            </a:extLst>
          </p:cNvPr>
          <p:cNvGrpSpPr/>
          <p:nvPr/>
        </p:nvGrpSpPr>
        <p:grpSpPr>
          <a:xfrm>
            <a:off x="334964" y="1643957"/>
            <a:ext cx="5521847" cy="427038"/>
            <a:chOff x="334964" y="1643957"/>
            <a:chExt cx="5521847" cy="427038"/>
          </a:xfrm>
        </p:grpSpPr>
        <p:sp>
          <p:nvSpPr>
            <p:cNvPr id="49" name="正方形/長方形 48">
              <a:extLst>
                <a:ext uri="{FF2B5EF4-FFF2-40B4-BE49-F238E27FC236}">
                  <ns2:creationId id="{3DE8AD58-5F12-BB41-F106-6D81ECC7A2E3}"/>
                </a:ext>
              </a:extLst>
            </p:cNvPr>
            <p:cNvSpPr/>
            <p:nvPr/>
          </p:nvSpPr>
          <p:spPr>
            <a:xfrm>
              <a:off x="334964" y="1643957"/>
              <a:ext cx="5521847" cy="4270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65" name="直線コネクタ 264">
              <a:extLst>
                <a:ext uri="{FF2B5EF4-FFF2-40B4-BE49-F238E27FC236}">
                  <ns2:creationId id="{14B9A2AD-ADF7-007F-A56F-3EB847D75E2F}"/>
                </a:ext>
              </a:extLst>
            </p:cNvPr>
            <p:cNvCxnSpPr/>
            <p:nvPr/>
          </p:nvCxnSpPr>
          <p:spPr>
            <a:xfrm>
              <a:off x="334964" y="2070995"/>
              <a:ext cx="5521847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9" name="グラフィックス 268" descr="沈思 枠線">
              <a:extLst>
                <a:ext uri="{FF2B5EF4-FFF2-40B4-BE49-F238E27FC236}">
                  <ns2:creationId id="{8330FBE0-9421-8BF5-E8BE-9D9C560C7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436564" y="1677476"/>
              <a:ext cx="360000" cy="360000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ns2:creationId id="{107778D4-A79F-2CC4-D9D1-05BD809F4A8C}"/>
              </a:ext>
            </a:extLst>
          </p:cNvPr>
          <p:cNvGrpSpPr/>
          <p:nvPr/>
        </p:nvGrpSpPr>
        <p:grpSpPr>
          <a:xfrm>
            <a:off x="6335190" y="1643957"/>
            <a:ext cx="5521848" cy="4663076"/>
            <a:chOff x="6335190" y="1643957"/>
            <a:chExt cx="5521848" cy="4663076"/>
          </a:xfrm>
        </p:grpSpPr>
        <p:grpSp>
          <p:nvGrpSpPr>
            <p:cNvPr id="272" name="グループ化 271">
              <a:extLst>
                <a:ext uri="{FF2B5EF4-FFF2-40B4-BE49-F238E27FC236}">
                  <ns2:creationId id="{9B942E89-1A3E-B400-048C-1380D5B7E2ED}"/>
                </a:ext>
              </a:extLst>
            </p:cNvPr>
            <p:cNvGrpSpPr/>
            <p:nvPr/>
          </p:nvGrpSpPr>
          <p:grpSpPr>
            <a:xfrm>
              <a:off x="9993361" y="2126379"/>
              <a:ext cx="1863677" cy="129737"/>
              <a:chOff x="9936739" y="2120977"/>
              <a:chExt cx="1863677" cy="129737"/>
            </a:xfrm>
          </p:grpSpPr>
          <p:sp>
            <p:nvSpPr>
              <p:cNvPr id="115" name="正方形/長方形 114">
                <a:extLst>
                  <a:ext uri="{FF2B5EF4-FFF2-40B4-BE49-F238E27FC236}">
                    <ns2:creationId id="{B7029A7A-B74F-0828-3952-A59036A00B7F}"/>
                  </a:ext>
                </a:extLst>
              </p:cNvPr>
              <p:cNvSpPr/>
              <p:nvPr/>
            </p:nvSpPr>
            <p:spPr>
              <a:xfrm>
                <a:off x="10368287" y="2120977"/>
                <a:ext cx="455613" cy="12973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91DAFA09-10AE-509E-7A39-383436561E09}"/>
                  </a:ext>
                </a:extLst>
              </p:cNvPr>
              <p:cNvSpPr/>
              <p:nvPr/>
            </p:nvSpPr>
            <p:spPr>
              <a:xfrm>
                <a:off x="11344803" y="2120977"/>
                <a:ext cx="455613" cy="12973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7" name="直線矢印コネクタ 136">
                <a:extLst>
                  <a:ext uri="{FF2B5EF4-FFF2-40B4-BE49-F238E27FC236}">
                    <ns2:creationId id="{58E2966D-2A32-AC6F-F949-BB3FB715080E}"/>
                  </a:ext>
                </a:extLst>
              </p:cNvPr>
              <p:cNvCxnSpPr/>
              <p:nvPr/>
            </p:nvCxnSpPr>
            <p:spPr>
              <a:xfrm>
                <a:off x="9936739" y="2185845"/>
                <a:ext cx="455612" cy="0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ns2:creationId id="{FCB048C0-8BC2-78FF-16D0-E5BD7953EB64}"/>
                  </a:ext>
                </a:extLst>
              </p:cNvPr>
              <p:cNvCxnSpPr/>
              <p:nvPr/>
            </p:nvCxnSpPr>
            <p:spPr>
              <a:xfrm>
                <a:off x="10913256" y="2185845"/>
                <a:ext cx="455612" cy="0"/>
              </a:xfrm>
              <a:prstGeom prst="straightConnector1">
                <a:avLst/>
              </a:prstGeom>
              <a:ln w="19050">
                <a:solidFill>
                  <a:schemeClr val="bg1">
                    <a:lumMod val="65000"/>
                  </a:schemeClr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1" name="グループ化 270">
              <a:extLst>
                <a:ext uri="{FF2B5EF4-FFF2-40B4-BE49-F238E27FC236}">
                  <ns2:creationId id="{9223873C-E153-F762-7284-241B026B462C}"/>
                </a:ext>
              </a:extLst>
            </p:cNvPr>
            <p:cNvGrpSpPr/>
            <p:nvPr/>
          </p:nvGrpSpPr>
          <p:grpSpPr>
            <a:xfrm>
              <a:off x="6335190" y="1643957"/>
              <a:ext cx="5521847" cy="427038"/>
              <a:chOff x="6335190" y="1643957"/>
              <a:chExt cx="5521847" cy="427038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49C02871-D734-5F1A-BA42-B3BBF9F04DFA}"/>
                  </a:ext>
                </a:extLst>
              </p:cNvPr>
              <p:cNvSpPr/>
              <p:nvPr/>
            </p:nvSpPr>
            <p:spPr>
              <a:xfrm>
                <a:off x="6335190" y="1643957"/>
                <a:ext cx="5521847" cy="42703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66" name="直線コネクタ 265">
                <a:extLst>
                  <a:ext uri="{FF2B5EF4-FFF2-40B4-BE49-F238E27FC236}">
                    <ns2:creationId id="{B9599E0B-92F3-C546-5249-F7BC87BF76C8}"/>
                  </a:ext>
                </a:extLst>
              </p:cNvPr>
              <p:cNvCxnSpPr/>
              <p:nvPr/>
            </p:nvCxnSpPr>
            <p:spPr>
              <a:xfrm>
                <a:off x="6335190" y="2070995"/>
                <a:ext cx="552184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68" name="グラフィックス 267" descr="魔法の杖 (自動) 枠線">
                <a:extLst>
                  <a:ext uri="{FF2B5EF4-FFF2-40B4-BE49-F238E27FC236}">
                    <ns2:creationId id="{67F0AFD8-1DB9-CEE6-3493-FA681C70FD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436790" y="1677476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" name="グループ化 9">
              <a:extLst>
                <a:ext uri="{FF2B5EF4-FFF2-40B4-BE49-F238E27FC236}">
                  <ns2:creationId id="{8D982893-1F8B-C80C-7D16-3681EEC93D54}"/>
                </a:ext>
              </a:extLst>
            </p:cNvPr>
            <p:cNvGrpSpPr/>
            <p:nvPr/>
          </p:nvGrpSpPr>
          <p:grpSpPr>
            <a:xfrm>
              <a:off x="6335190" y="2311033"/>
              <a:ext cx="5521848" cy="3996000"/>
              <a:chOff x="6335190" y="2311033"/>
              <a:chExt cx="5521848" cy="3996000"/>
            </a:xfrm>
          </p:grpSpPr>
          <p:sp>
            <p:nvSpPr>
              <p:cNvPr id="18" name="正方形/長方形 17">
                <a:extLst>
                  <a:ext uri="{FF2B5EF4-FFF2-40B4-BE49-F238E27FC236}">
                    <ns2:creationId id="{E4B9F9D4-4081-AC38-643B-ED58B937C918}"/>
                  </a:ext>
                </a:extLst>
              </p:cNvPr>
              <p:cNvSpPr/>
              <p:nvPr/>
            </p:nvSpPr>
            <p:spPr>
              <a:xfrm>
                <a:off x="7184661" y="2311033"/>
                <a:ext cx="3824566" cy="47460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5" name="四角形: 角を丸くする 104">
                <a:extLst>
                  <a:ext uri="{FF2B5EF4-FFF2-40B4-BE49-F238E27FC236}">
                    <ns2:creationId id="{31E37025-3335-834E-86AC-A8360DD2594B}"/>
                  </a:ext>
                </a:extLst>
              </p:cNvPr>
              <p:cNvSpPr/>
              <p:nvPr/>
            </p:nvSpPr>
            <p:spPr>
              <a:xfrm>
                <a:off x="7509090" y="2532882"/>
                <a:ext cx="1442811" cy="202103"/>
              </a:xfrm>
              <a:prstGeom prst="roundRect">
                <a:avLst>
                  <a:gd name="adj" fmla="val 18064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四角形: 角を丸くする 106">
                <a:extLst>
                  <a:ext uri="{FF2B5EF4-FFF2-40B4-BE49-F238E27FC236}">
                    <ns2:creationId id="{E6179B85-B856-F116-3085-548F8757976D}"/>
                  </a:ext>
                </a:extLst>
              </p:cNvPr>
              <p:cNvSpPr/>
              <p:nvPr/>
            </p:nvSpPr>
            <p:spPr>
              <a:xfrm>
                <a:off x="9241985" y="2532882"/>
                <a:ext cx="1442811" cy="202103"/>
              </a:xfrm>
              <a:prstGeom prst="roundRect">
                <a:avLst>
                  <a:gd name="adj" fmla="val 18064"/>
                </a:avLst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8" name="正方形/長方形 117">
                <a:extLst>
                  <a:ext uri="{FF2B5EF4-FFF2-40B4-BE49-F238E27FC236}">
                    <ns2:creationId id="{DD4480C8-C44F-5FE3-3249-D834D35A6602}"/>
                  </a:ext>
                </a:extLst>
              </p:cNvPr>
              <p:cNvSpPr/>
              <p:nvPr/>
            </p:nvSpPr>
            <p:spPr>
              <a:xfrm>
                <a:off x="7509091" y="2934928"/>
                <a:ext cx="1442811" cy="20210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5C53C7CC-E32E-A79F-7DAB-1FB9D966682F}"/>
                  </a:ext>
                </a:extLst>
              </p:cNvPr>
              <p:cNvSpPr/>
              <p:nvPr/>
            </p:nvSpPr>
            <p:spPr>
              <a:xfrm>
                <a:off x="7509091" y="3286317"/>
                <a:ext cx="1442811" cy="20210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26F90228-1293-7266-8A07-C6CACC05039B}"/>
                  </a:ext>
                </a:extLst>
              </p:cNvPr>
              <p:cNvSpPr/>
              <p:nvPr/>
            </p:nvSpPr>
            <p:spPr>
              <a:xfrm>
                <a:off x="7184662" y="4261601"/>
                <a:ext cx="3824566" cy="202103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正方形/長方形 149">
                <a:extLst>
                  <a:ext uri="{FF2B5EF4-FFF2-40B4-BE49-F238E27FC236}">
                    <ns2:creationId id="{65C623B8-5AC9-ED27-1B56-51ECC4D613A5}"/>
                  </a:ext>
                </a:extLst>
              </p:cNvPr>
              <p:cNvSpPr/>
              <p:nvPr/>
            </p:nvSpPr>
            <p:spPr>
              <a:xfrm>
                <a:off x="7184661" y="3637706"/>
                <a:ext cx="3824566" cy="47460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2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6400" lvl="1" indent="-176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400" lvl="1" indent="-176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400" lvl="1" indent="-176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zh-TW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400" lvl="1" indent="-176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400" lvl="1" indent="-176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400" lvl="1" indent="-176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ns2:creationId id="{4778BD4B-1BBB-61D3-8139-EA37B1E6FAF1}"/>
                  </a:ext>
                </a:extLst>
              </p:cNvPr>
              <p:cNvSpPr/>
              <p:nvPr/>
            </p:nvSpPr>
            <p:spPr>
              <a:xfrm>
                <a:off x="7184662" y="4612993"/>
                <a:ext cx="3824566" cy="197983"/>
              </a:xfrm>
              <a:prstGeom prst="rect">
                <a:avLst/>
              </a:prstGeom>
              <a:solidFill>
                <a:srgbClr val="E2F0D9"/>
              </a:solidFill>
              <a:ln w="9525">
                <a:solidFill>
                  <a:srgbClr val="E2F0D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C18A09F1-3BDA-FCBF-6CEB-ACBC52E029CB}"/>
                  </a:ext>
                </a:extLst>
              </p:cNvPr>
              <p:cNvSpPr/>
              <p:nvPr/>
            </p:nvSpPr>
            <p:spPr>
              <a:xfrm>
                <a:off x="7184662" y="4810977"/>
                <a:ext cx="3824566" cy="4544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E2F0D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3400" lvl="1" indent="-113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13400" lvl="1" indent="-113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13400" lvl="1" indent="-113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B46E5AB9-1179-6837-6F36-C2F44340D3A7}"/>
                  </a:ext>
                </a:extLst>
              </p:cNvPr>
              <p:cNvSpPr/>
              <p:nvPr/>
            </p:nvSpPr>
            <p:spPr>
              <a:xfrm>
                <a:off x="7184662" y="5341413"/>
                <a:ext cx="3824566" cy="202103"/>
              </a:xfrm>
              <a:prstGeom prst="rect">
                <a:avLst/>
              </a:prstGeom>
              <a:solidFill>
                <a:srgbClr val="E2F0D9"/>
              </a:solidFill>
              <a:ln w="9525">
                <a:solidFill>
                  <a:srgbClr val="E2F0D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1" name="正方形/長方形 130">
                <a:extLst>
                  <a:ext uri="{FF2B5EF4-FFF2-40B4-BE49-F238E27FC236}">
                    <ns2:creationId id="{A62A6084-573F-3395-7D56-19D1BF1D056B}"/>
                  </a:ext>
                </a:extLst>
              </p:cNvPr>
              <p:cNvSpPr/>
              <p:nvPr/>
            </p:nvSpPr>
            <p:spPr>
              <a:xfrm>
                <a:off x="7184662" y="5543517"/>
                <a:ext cx="3824566" cy="20210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E2F0D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3400" lvl="1" indent="-1134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BS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597A52D6-4E32-84F2-530C-4C1F6556F459}"/>
                  </a:ext>
                </a:extLst>
              </p:cNvPr>
              <p:cNvSpPr/>
              <p:nvPr/>
            </p:nvSpPr>
            <p:spPr>
              <a:xfrm>
                <a:off x="7184661" y="5905441"/>
                <a:ext cx="3824566" cy="401592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四角形: 角を丸くする 139">
                <a:extLst>
                  <a:ext uri="{FF2B5EF4-FFF2-40B4-BE49-F238E27FC236}">
                    <ns2:creationId id="{7BECBF38-205B-05F1-01A8-CFBD4D8FA664}"/>
                  </a:ext>
                </a:extLst>
              </p:cNvPr>
              <p:cNvSpPr/>
              <p:nvPr/>
            </p:nvSpPr>
            <p:spPr>
              <a:xfrm>
                <a:off x="7509091" y="6016890"/>
                <a:ext cx="1442811" cy="202103"/>
              </a:xfrm>
              <a:prstGeom prst="roundRect">
                <a:avLst>
                  <a:gd name="adj" fmla="val 18064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1" name="四角形: 角を丸くする 140">
                <a:extLst>
                  <a:ext uri="{FF2B5EF4-FFF2-40B4-BE49-F238E27FC236}">
                    <ns2:creationId id="{12943E60-C939-AB5C-4331-641185845EB2}"/>
                  </a:ext>
                </a:extLst>
              </p:cNvPr>
              <p:cNvSpPr/>
              <p:nvPr/>
            </p:nvSpPr>
            <p:spPr>
              <a:xfrm>
                <a:off x="9241986" y="6016890"/>
                <a:ext cx="1442811" cy="202103"/>
              </a:xfrm>
              <a:prstGeom prst="roundRect">
                <a:avLst>
                  <a:gd name="adj" fmla="val 18064"/>
                </a:avLst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3" name="コネクタ: カギ線 162">
                <a:extLst>
                  <a:ext uri="{FF2B5EF4-FFF2-40B4-BE49-F238E27FC236}">
                    <ns2:creationId id="{F0C64FA2-1F1D-BF8D-A306-2F60596A1F21}"/>
                  </a:ext>
                </a:extLst>
              </p:cNvPr>
              <p:cNvCxnSpPr>
                <a:cxnSpLocks/>
                <a:stCxn id="139" idx="3"/>
                <a:endCxn id="150" idx="3"/>
              </p:cNvCxnSpPr>
              <p:nvPr/>
            </p:nvCxnSpPr>
            <p:spPr>
              <a:xfrm flipV="1">
                <a:off x="11009227" y="3875011"/>
                <a:ext cx="12700" cy="2231226"/>
              </a:xfrm>
              <a:prstGeom prst="bentConnector3">
                <a:avLst>
                  <a:gd name="adj1" fmla="val 180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コネクタ: カギ線 164">
                <a:extLst>
                  <a:ext uri="{FF2B5EF4-FFF2-40B4-BE49-F238E27FC236}">
                    <ns2:creationId id="{B757C80E-29BA-C7F0-41D0-06DFCBFEB1E6}"/>
                  </a:ext>
                </a:extLst>
              </p:cNvPr>
              <p:cNvCxnSpPr>
                <a:cxnSpLocks/>
                <a:stCxn id="139" idx="1"/>
                <a:endCxn id="119" idx="1"/>
              </p:cNvCxnSpPr>
              <p:nvPr/>
            </p:nvCxnSpPr>
            <p:spPr>
              <a:xfrm rot="10800000" flipH="1">
                <a:off x="7184661" y="3387369"/>
                <a:ext cx="324430" cy="2718867"/>
              </a:xfrm>
              <a:prstGeom prst="bentConnector3">
                <a:avLst>
                  <a:gd name="adj1" fmla="val -70462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直線矢印コネクタ 166">
                <a:extLst>
                  <a:ext uri="{FF2B5EF4-FFF2-40B4-BE49-F238E27FC236}">
                    <ns2:creationId id="{2323AA12-A9CF-48D0-648A-6603625A1C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23537" y="3137031"/>
                <a:ext cx="0" cy="153335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線矢印コネクタ 196">
                <a:extLst>
                  <a:ext uri="{FF2B5EF4-FFF2-40B4-BE49-F238E27FC236}">
                    <ns2:creationId id="{0EF151D2-B80F-E388-EE94-E26FB0A41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30497" y="2785642"/>
                <a:ext cx="0" cy="15333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直線矢印コネクタ 197">
                <a:extLst>
                  <a:ext uri="{FF2B5EF4-FFF2-40B4-BE49-F238E27FC236}">
                    <ns2:creationId id="{01788B93-9032-689C-DD25-89BEC086D9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23537" y="3488421"/>
                <a:ext cx="0" cy="153335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コネクタ: カギ線 199">
                <a:extLst>
                  <a:ext uri="{FF2B5EF4-FFF2-40B4-BE49-F238E27FC236}">
                    <ns2:creationId id="{F2421C4E-4CAA-1DCE-0D9F-B95FBF7793F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8651554" y="2914581"/>
                <a:ext cx="80318" cy="520378"/>
              </a:xfrm>
              <a:prstGeom prst="bentConnector2">
                <a:avLst/>
              </a:prstGeom>
              <a:ln w="19050">
                <a:solidFill>
                  <a:schemeClr val="bg1">
                    <a:lumMod val="65000"/>
                  </a:schemeClr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コネクタ: カギ線 203">
                <a:extLst>
                  <a:ext uri="{FF2B5EF4-FFF2-40B4-BE49-F238E27FC236}">
                    <ns2:creationId id="{359914A8-11FC-81D6-B6CC-DCB6FE50495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10117091" y="3295702"/>
                <a:ext cx="75520" cy="1708751"/>
              </a:xfrm>
              <a:prstGeom prst="bentConnector2">
                <a:avLst/>
              </a:prstGeom>
              <a:ln w="19050">
                <a:solidFill>
                  <a:schemeClr val="bg1">
                    <a:lumMod val="65000"/>
                  </a:schemeClr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線矢印コネクタ 204">
                <a:extLst>
                  <a:ext uri="{FF2B5EF4-FFF2-40B4-BE49-F238E27FC236}">
                    <ns2:creationId id="{0D7C1CCC-7187-3E1F-18CE-96018CA4DA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92489" y="4112316"/>
                <a:ext cx="0" cy="153335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矢印コネクタ 205">
                <a:extLst>
                  <a:ext uri="{FF2B5EF4-FFF2-40B4-BE49-F238E27FC236}">
                    <ns2:creationId id="{6DCACFCF-4FA8-E7DE-D6BC-E003A05819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92489" y="4463705"/>
                <a:ext cx="0" cy="152996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線矢印コネクタ 206">
                <a:extLst>
                  <a:ext uri="{FF2B5EF4-FFF2-40B4-BE49-F238E27FC236}">
                    <ns2:creationId id="{69348F16-A76E-144E-9996-DEE2D632B5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096944" y="5745620"/>
                <a:ext cx="1" cy="15333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直線矢印コネクタ 221">
                <a:extLst>
                  <a:ext uri="{FF2B5EF4-FFF2-40B4-BE49-F238E27FC236}">
                    <ns2:creationId id="{6BD956D9-8400-2D76-F897-ACC360D338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1524" y="3488421"/>
                <a:ext cx="0" cy="153335"/>
              </a:xfrm>
              <a:prstGeom prst="straightConnector1">
                <a:avLst/>
              </a:prstGeom>
              <a:ln w="19050">
                <a:solidFill>
                  <a:schemeClr val="bg1">
                    <a:lumMod val="65000"/>
                  </a:schemeClr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コネクタ: カギ線 247">
                <a:extLst>
                  <a:ext uri="{FF2B5EF4-FFF2-40B4-BE49-F238E27FC236}">
                    <ns2:creationId id="{59C41779-BD2B-CADA-4F86-F26C1AEF886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10116076" y="3648106"/>
                <a:ext cx="77550" cy="1708751"/>
              </a:xfrm>
              <a:prstGeom prst="bentConnector2">
                <a:avLst/>
              </a:prstGeom>
              <a:ln w="19050">
                <a:solidFill>
                  <a:schemeClr val="bg1">
                    <a:lumMod val="65000"/>
                  </a:schemeClr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5" name="正方形/長方形 254">
                <a:extLst>
                  <a:ext uri="{FF2B5EF4-FFF2-40B4-BE49-F238E27FC236}">
                    <ns2:creationId id="{3438E1F8-7E9A-639E-5DBD-22D751A43A62}"/>
                  </a:ext>
                </a:extLst>
              </p:cNvPr>
              <p:cNvSpPr/>
              <p:nvPr/>
            </p:nvSpPr>
            <p:spPr>
              <a:xfrm>
                <a:off x="11280441" y="4556652"/>
                <a:ext cx="576597" cy="42704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80CBD663-214B-55C1-727E-29B721BA12E9}"/>
                  </a:ext>
                </a:extLst>
              </p:cNvPr>
              <p:cNvSpPr/>
              <p:nvPr/>
            </p:nvSpPr>
            <p:spPr>
              <a:xfrm>
                <a:off x="6335190" y="4556652"/>
                <a:ext cx="576597" cy="42704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60" name="直線矢印コネクタ 259">
                <a:extLst>
                  <a:ext uri="{FF2B5EF4-FFF2-40B4-BE49-F238E27FC236}">
                    <ns2:creationId id="{1CCC3F70-08EE-C182-503F-F102CABD36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63391" y="2785642"/>
                <a:ext cx="0" cy="846709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3" name="background">
                <a:extLst>
                  <a:ext uri="{FF2B5EF4-FFF2-40B4-BE49-F238E27FC236}">
                    <ns2:creationId id="{94FF6A20-22D7-D1C1-7AB5-F56DF4A35308}"/>
                  </a:ext>
                </a:extLst>
              </p:cNvPr>
              <p:cNvSpPr>
                <a:spLocks noChangeAspect="1"/>
              </p:cNvSpPr>
              <p:nvPr>
                <p:custDataLst>
                  <p:tags r:id="rId1"/>
                </p:custDataLst>
              </p:nvPr>
            </p:nvSpPr>
            <p:spPr>
              <a:xfrm>
                <a:off x="7099041" y="4570461"/>
                <a:ext cx="177800" cy="177800"/>
              </a:xfrm>
              <a:prstGeom prst="ellipse">
                <a:avLst/>
              </a:prstGeom>
              <a:solidFill>
                <a:srgbClr val="008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1</a:t>
                </a:r>
                <a:endParaRPr lang="ja-JP" altLang="en-US" sz="9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9" name="background">
                <a:extLst>
                  <a:ext uri="{FF2B5EF4-FFF2-40B4-BE49-F238E27FC236}">
                    <ns2:creationId id="{8699CBA6-4C64-56E0-B58A-7C2A8CF8B9A5}"/>
                  </a:ext>
                </a:extLst>
              </p:cNvPr>
              <p:cNvSpPr>
                <a:spLocks noChangeAspec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7283194" y="4570461"/>
                <a:ext cx="177800" cy="177800"/>
              </a:xfrm>
              <a:prstGeom prst="ellipse">
                <a:avLst/>
              </a:prstGeom>
              <a:solidFill>
                <a:srgbClr val="008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lang="ja-JP" altLang="en-US" sz="9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60" name="background">
                <a:extLst>
                  <a:ext uri="{FF2B5EF4-FFF2-40B4-BE49-F238E27FC236}">
                    <ns2:creationId id="{296DCD17-6EDB-5F1A-7D02-698051A8CAF8}"/>
                  </a:ext>
                </a:extLst>
              </p:cNvPr>
              <p:cNvSpPr>
                <a:spLocks noChangeAspec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7099041" y="5298881"/>
                <a:ext cx="177800" cy="177800"/>
              </a:xfrm>
              <a:prstGeom prst="ellipse">
                <a:avLst/>
              </a:prstGeom>
              <a:solidFill>
                <a:srgbClr val="008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3</a:t>
                </a:r>
                <a:endParaRPr lang="ja-JP" altLang="en-US" sz="9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61" name="background">
                <a:extLst>
                  <a:ext uri="{FF2B5EF4-FFF2-40B4-BE49-F238E27FC236}">
                    <ns2:creationId id="{E36BE6BF-D82F-F248-8337-A3AC504D3A1F}"/>
                  </a:ext>
                </a:extLst>
              </p:cNvPr>
              <p:cNvSpPr>
                <a:spLocks noChangeAspec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099041" y="5862909"/>
                <a:ext cx="177800" cy="177800"/>
              </a:xfrm>
              <a:prstGeom prst="ellipse">
                <a:avLst/>
              </a:prstGeom>
              <a:solidFill>
                <a:srgbClr val="008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4</a:t>
                </a:r>
                <a:endParaRPr lang="ja-JP" altLang="en-US" sz="9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ns5:creationId val="1352835779"/>
      </p:ext>
    </p:extLst>
  </p:cSld>
  <p:clrMapOvr>
    <a:masterClrMapping/>
  </p:clrMapOvr>
</p:sld>
</file>

<file path=ppt/slides/slide29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D992AEA-10BA-1C12-8559-EB5E3C208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8795DC7-8DAA-E3E2-0D61-F75B878AB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43FE2ED-EC5D-8A73-2ED2-06DD71F36F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53" name="Textfeld 2">
            <a:extLst>
              <a:ext uri="{FF2B5EF4-FFF2-40B4-BE49-F238E27FC236}">
                <ns2:creationId id="{DB0CD51B-1929-268A-2554-DF0BCB12AA23}"/>
              </a:ext>
            </a:extLst>
          </p:cNvPr>
          <p:cNvSpPr txBox="1"/>
          <p:nvPr/>
        </p:nvSpPr>
        <p:spPr bwMode="auto">
          <a:xfrm>
            <a:off x="371474" y="6334380"/>
            <a:ext cx="10559760" cy="22659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  <a:extLst>
            <a:ext uri="{909E8E84-426E-40DD-AFC4-6F175D3DCCD1}">
              <ns3:hiddenFill>
                <a:solidFill>
                  <a:schemeClr val="accent1">
                    <a:lumMod val="100000"/>
                  </a:schemeClr>
                </a:solidFill>
              </ns3:hiddenFill>
            </a:ext>
          </a:extLst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046294"/>
              </a:buClr>
              <a:defRPr/>
            </a:pPr>
            <a:r>
              <a:rPr 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*</a:t>
            </a: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12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12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 *</a:t>
            </a: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  <a:r>
              <a:rPr lang="en-US" sz="1000" dirty="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 </a:t>
            </a:r>
          </a:p>
        </p:txBody>
      </p:sp>
      <p:grpSp>
        <p:nvGrpSpPr>
          <p:cNvPr id="263" name="グループ化 262">
            <a:extLst>
              <a:ext uri="{FF2B5EF4-FFF2-40B4-BE49-F238E27FC236}">
                <ns2:creationId id="{5536B140-06FA-35D4-DC06-40D473D78532}"/>
              </a:ext>
            </a:extLst>
          </p:cNvPr>
          <p:cNvGrpSpPr/>
          <p:nvPr/>
        </p:nvGrpSpPr>
        <p:grpSpPr>
          <a:xfrm>
            <a:off x="334963" y="1628775"/>
            <a:ext cx="11522815" cy="4679951"/>
            <a:chOff x="334963" y="1628775"/>
            <a:chExt cx="11522815" cy="4679951"/>
          </a:xfrm>
        </p:grpSpPr>
        <p:grpSp>
          <p:nvGrpSpPr>
            <p:cNvPr id="117" name="グループ化 116">
              <a:extLst>
                <a:ext uri="{FF2B5EF4-FFF2-40B4-BE49-F238E27FC236}">
                  <ns2:creationId id="{14746CD5-21AC-8A12-6C72-200C87E3B368}"/>
                </a:ext>
              </a:extLst>
            </p:cNvPr>
            <p:cNvGrpSpPr/>
            <p:nvPr/>
          </p:nvGrpSpPr>
          <p:grpSpPr>
            <a:xfrm>
              <a:off x="334963" y="1628775"/>
              <a:ext cx="5725271" cy="4679951"/>
              <a:chOff x="334963" y="1628775"/>
              <a:chExt cx="5725271" cy="4679951"/>
            </a:xfrm>
          </p:grpSpPr>
          <p:cxnSp>
            <p:nvCxnSpPr>
              <p:cNvPr id="266" name="直線コネクタ 265">
                <a:extLst>
                  <a:ext uri="{FF2B5EF4-FFF2-40B4-BE49-F238E27FC236}">
                    <ns2:creationId id="{5D3C04F0-7246-F149-C09F-F123404030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7157" y="4237766"/>
                <a:ext cx="0" cy="1832697"/>
              </a:xfrm>
              <a:prstGeom prst="line">
                <a:avLst/>
              </a:prstGeom>
              <a:ln w="19050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正方形/長方形 5">
                <a:extLst>
                  <a:ext uri="{FF2B5EF4-FFF2-40B4-BE49-F238E27FC236}">
                    <ns2:creationId id="{824B7C3F-C342-1B6E-8B59-284079015128}"/>
                  </a:ext>
                </a:extLst>
              </p:cNvPr>
              <p:cNvSpPr/>
              <p:nvPr/>
            </p:nvSpPr>
            <p:spPr>
              <a:xfrm>
                <a:off x="334963" y="1628775"/>
                <a:ext cx="5512787" cy="355300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772B734E-1D8F-CAC8-CD66-9D91EAA83959}"/>
                  </a:ext>
                </a:extLst>
              </p:cNvPr>
              <p:cNvSpPr/>
              <p:nvPr/>
            </p:nvSpPr>
            <p:spPr>
              <a:xfrm>
                <a:off x="334964" y="2055813"/>
                <a:ext cx="2499676" cy="215599"/>
              </a:xfrm>
              <a:prstGeom prst="rect">
                <a:avLst/>
              </a:prstGeom>
              <a:solidFill>
                <a:schemeClr val="accent5"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」</a:t>
                </a:r>
                <a:endParaRPr 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B5F9A0DE-BBE4-8E4F-4F2B-676B1A25E068}"/>
                  </a:ext>
                </a:extLst>
              </p:cNvPr>
              <p:cNvSpPr/>
              <p:nvPr/>
            </p:nvSpPr>
            <p:spPr>
              <a:xfrm>
                <a:off x="3132068" y="2055813"/>
                <a:ext cx="2715682" cy="215599"/>
              </a:xfrm>
              <a:prstGeom prst="rect">
                <a:avLst/>
              </a:prstGeom>
              <a:solidFill>
                <a:schemeClr val="accent5"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6917B309-51CB-013A-3238-2D0B4A6C3988}"/>
                  </a:ext>
                </a:extLst>
              </p:cNvPr>
              <p:cNvSpPr/>
              <p:nvPr/>
            </p:nvSpPr>
            <p:spPr>
              <a:xfrm>
                <a:off x="334963" y="3617239"/>
                <a:ext cx="268885" cy="2691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54" name="グループ化 53">
                <a:extLst>
                  <a:ext uri="{FF2B5EF4-FFF2-40B4-BE49-F238E27FC236}">
                    <ns2:creationId id="{13242EDC-6047-7B43-1DEF-78DD2BFE62C5}"/>
                  </a:ext>
                </a:extLst>
              </p:cNvPr>
              <p:cNvGrpSpPr/>
              <p:nvPr/>
            </p:nvGrpSpPr>
            <p:grpSpPr>
              <a:xfrm>
                <a:off x="632142" y="3617239"/>
                <a:ext cx="2202490" cy="2691487"/>
                <a:chOff x="632142" y="3617239"/>
                <a:chExt cx="2418495" cy="2691487"/>
              </a:xfrm>
            </p:grpSpPr>
            <p:sp>
              <p:nvSpPr>
                <p:cNvPr id="32" name="正方形/長方形 31">
                  <a:extLst>
                    <a:ext uri="{FF2B5EF4-FFF2-40B4-BE49-F238E27FC236}">
                      <ns2:creationId id="{34267CFF-7070-BA51-2E7D-2A84D4FC69F3}"/>
                    </a:ext>
                  </a:extLst>
                </p:cNvPr>
                <p:cNvSpPr/>
                <p:nvPr/>
              </p:nvSpPr>
              <p:spPr>
                <a:xfrm>
                  <a:off x="632142" y="3617240"/>
                  <a:ext cx="1537608" cy="6456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</a:endParaRPr>
                </a:p>
                <a:p>
                  <a:pPr marL="88900" indent="-88900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ns2:creationId id="{F5E63E17-6507-2079-137C-31B1A619E5B2}"/>
                    </a:ext>
                  </a:extLst>
                </p:cNvPr>
                <p:cNvSpPr/>
                <p:nvPr/>
              </p:nvSpPr>
              <p:spPr>
                <a:xfrm>
                  <a:off x="632142" y="4299186"/>
                  <a:ext cx="1537608" cy="6456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0963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  <a:t>/</a:t>
                  </a: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</a:endParaRPr>
                </a:p>
                <a:p>
                  <a:pPr marL="88900" indent="-80963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652FD85F-C461-77D4-DFC9-113B65E6F56D}"/>
                    </a:ext>
                  </a:extLst>
                </p:cNvPr>
                <p:cNvSpPr/>
                <p:nvPr/>
              </p:nvSpPr>
              <p:spPr>
                <a:xfrm>
                  <a:off x="632142" y="4981131"/>
                  <a:ext cx="1537608" cy="6456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  <a:t>/</a:t>
                  </a: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</a:endParaRPr>
                </a:p>
                <a:p>
                  <a:pPr marL="88900" indent="-88900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37" name="正方形/長方形 36">
                  <a:extLst>
                    <a:ext uri="{FF2B5EF4-FFF2-40B4-BE49-F238E27FC236}">
                      <ns2:creationId id="{A22430EF-EC68-57AC-F35B-1818536794E3}"/>
                    </a:ext>
                  </a:extLst>
                </p:cNvPr>
                <p:cNvSpPr/>
                <p:nvPr/>
              </p:nvSpPr>
              <p:spPr>
                <a:xfrm>
                  <a:off x="632142" y="5663077"/>
                  <a:ext cx="1537608" cy="6456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8900" indent="-88900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</a:endParaRPr>
                </a:p>
                <a:p>
                  <a:pPr marL="88900" indent="-88900">
                    <a:spcAft>
                      <a:spcPts val="300"/>
                    </a:spcAft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41" name="四角形: 角を丸くする 40">
                  <a:extLst>
                    <a:ext uri="{FF2B5EF4-FFF2-40B4-BE49-F238E27FC236}">
                      <ns2:creationId id="{7D8D650B-2F28-AF3C-B753-866D4616CACD}"/>
                    </a:ext>
                  </a:extLst>
                </p:cNvPr>
                <p:cNvSpPr/>
                <p:nvPr/>
              </p:nvSpPr>
              <p:spPr>
                <a:xfrm>
                  <a:off x="2200818" y="3617239"/>
                  <a:ext cx="849819" cy="645649"/>
                </a:xfrm>
                <a:prstGeom prst="roundRect">
                  <a:avLst>
                    <a:gd name="adj" fmla="val 5576"/>
                  </a:avLst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CN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zh-CN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zh-CN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2" name="四角形: 角を丸くする 41">
                  <a:extLst>
                    <a:ext uri="{FF2B5EF4-FFF2-40B4-BE49-F238E27FC236}">
                      <ns2:creationId id="{B1FE38B4-A74F-8A80-62DF-ED1879F86702}"/>
                    </a:ext>
                  </a:extLst>
                </p:cNvPr>
                <p:cNvSpPr/>
                <p:nvPr/>
              </p:nvSpPr>
              <p:spPr>
                <a:xfrm>
                  <a:off x="2200818" y="4299185"/>
                  <a:ext cx="849819" cy="645649"/>
                </a:xfrm>
                <a:prstGeom prst="roundRect">
                  <a:avLst>
                    <a:gd name="adj" fmla="val 5576"/>
                  </a:avLst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3" name="四角形: 角を丸くする 42">
                  <a:extLst>
                    <a:ext uri="{FF2B5EF4-FFF2-40B4-BE49-F238E27FC236}">
                      <ns2:creationId id="{EE078F28-6E07-D6E5-29C8-2E5CF1F90087}"/>
                    </a:ext>
                  </a:extLst>
                </p:cNvPr>
                <p:cNvSpPr/>
                <p:nvPr/>
              </p:nvSpPr>
              <p:spPr>
                <a:xfrm>
                  <a:off x="2200818" y="4981130"/>
                  <a:ext cx="849819" cy="645649"/>
                </a:xfrm>
                <a:prstGeom prst="roundRect">
                  <a:avLst>
                    <a:gd name="adj" fmla="val 5576"/>
                  </a:avLst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4" name="四角形: 角を丸くする 43">
                  <a:extLst>
                    <a:ext uri="{FF2B5EF4-FFF2-40B4-BE49-F238E27FC236}">
                      <ns2:creationId id="{97C95495-A8E7-5AA4-EE02-42B830CADAF2}"/>
                    </a:ext>
                  </a:extLst>
                </p:cNvPr>
                <p:cNvSpPr/>
                <p:nvPr/>
              </p:nvSpPr>
              <p:spPr>
                <a:xfrm>
                  <a:off x="2200818" y="5663076"/>
                  <a:ext cx="849819" cy="645649"/>
                </a:xfrm>
                <a:prstGeom prst="roundRect">
                  <a:avLst>
                    <a:gd name="adj" fmla="val 5576"/>
                  </a:avLst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CN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zh-CN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zh-CN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9" name="正方形/長方形 18">
                <a:extLst>
                  <a:ext uri="{FF2B5EF4-FFF2-40B4-BE49-F238E27FC236}">
                    <ns2:creationId id="{3EC3F20D-8537-9786-1C25-5C6A45D05847}"/>
                  </a:ext>
                </a:extLst>
              </p:cNvPr>
              <p:cNvSpPr/>
              <p:nvPr/>
            </p:nvSpPr>
            <p:spPr>
              <a:xfrm>
                <a:off x="334964" y="2299971"/>
                <a:ext cx="268885" cy="63041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54EE2E94-FE03-72EB-3ADE-53409567744E}"/>
                  </a:ext>
                </a:extLst>
              </p:cNvPr>
              <p:cNvSpPr/>
              <p:nvPr/>
            </p:nvSpPr>
            <p:spPr>
              <a:xfrm>
                <a:off x="334964" y="2958605"/>
                <a:ext cx="268885" cy="63041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97B5532E-6010-6ABE-D29F-324C74DA258C}"/>
                  </a:ext>
                </a:extLst>
              </p:cNvPr>
              <p:cNvSpPr/>
              <p:nvPr/>
            </p:nvSpPr>
            <p:spPr>
              <a:xfrm>
                <a:off x="632151" y="2299971"/>
                <a:ext cx="2202489" cy="630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sz="1400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2353CEE9-2F09-8326-B60D-84E6E180E531}"/>
                  </a:ext>
                </a:extLst>
              </p:cNvPr>
              <p:cNvSpPr/>
              <p:nvPr/>
            </p:nvSpPr>
            <p:spPr>
              <a:xfrm>
                <a:off x="632151" y="2958605"/>
                <a:ext cx="2202489" cy="630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6213" indent="-176213">
                  <a:buClr>
                    <a:schemeClr val="accent5"/>
                  </a:buClr>
                  <a:buFont typeface="+mj-lt"/>
                  <a:buAutoNum type="arabicPeriod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176213" indent="-176213">
                  <a:buClr>
                    <a:schemeClr val="accent5"/>
                  </a:buClr>
                  <a:buFont typeface="+mj-lt"/>
                  <a:buAutoNum type="arabicPeriod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176213" indent="-176213">
                  <a:buClr>
                    <a:schemeClr val="accent5"/>
                  </a:buClr>
                  <a:buFont typeface="+mj-lt"/>
                  <a:buAutoNum type="arabicPeriod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6" name="四角形: 角を丸くする 45">
                <a:extLst>
                  <a:ext uri="{FF2B5EF4-FFF2-40B4-BE49-F238E27FC236}">
                    <ns2:creationId id="{74AEF7F8-C43E-9C89-3B28-85D1CA7A2ED6}"/>
                  </a:ext>
                </a:extLst>
              </p:cNvPr>
              <p:cNvSpPr/>
              <p:nvPr/>
            </p:nvSpPr>
            <p:spPr>
              <a:xfrm>
                <a:off x="3132068" y="2296161"/>
                <a:ext cx="2715682" cy="415909"/>
              </a:xfrm>
              <a:prstGeom prst="roundRect">
                <a:avLst>
                  <a:gd name="adj" fmla="val 8656"/>
                </a:avLst>
              </a:prstGeom>
              <a:noFill/>
              <a:ln w="3175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+mn-ea"/>
                  </a:rPr>
                  <a:t>240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baseline="30000">
                    <a:solidFill>
                      <a:schemeClr val="accent5"/>
                    </a:solidFill>
                    <a:latin typeface="+mn-ea"/>
                  </a:rPr>
                  <a:t>*</a:t>
                </a:r>
                <a:r>
                  <a:rPr lang="en-US" altLang="ja-JP" sz="900" baseline="30000">
                    <a:solidFill>
                      <a:schemeClr val="accent5"/>
                    </a:solidFill>
                    <a:latin typeface="+mn-ea"/>
                  </a:rPr>
                  <a:t>1</a:t>
                </a:r>
                <a:r>
                  <a:rPr lang="ja-JP" altLang="en-US" sz="900" baseline="3000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+mn-ea"/>
                  </a:rPr>
                  <a:t>13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%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baseline="30000" dirty="0">
                    <a:solidFill>
                      <a:schemeClr val="accent5"/>
                    </a:solidFill>
                    <a:latin typeface="+mn-ea"/>
                  </a:rPr>
                  <a:t>*</a:t>
                </a:r>
                <a:r>
                  <a:rPr lang="en-US" altLang="ja-JP" sz="900" baseline="30000" dirty="0">
                    <a:solidFill>
                      <a:schemeClr val="accent5"/>
                    </a:solidFill>
                    <a:latin typeface="+mn-ea"/>
                  </a:rPr>
                  <a:t>1</a:t>
                </a:r>
                <a:endParaRPr lang="en-US" altLang="ja-JP" sz="900" baseline="300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7" name="四角形: 角を丸くする 46">
                <a:extLst>
                  <a:ext uri="{FF2B5EF4-FFF2-40B4-BE49-F238E27FC236}">
                    <ns2:creationId id="{2BFD56A3-F74E-DF65-90CB-29CE0CE43330}"/>
                  </a:ext>
                </a:extLst>
              </p:cNvPr>
              <p:cNvSpPr/>
              <p:nvPr/>
            </p:nvSpPr>
            <p:spPr>
              <a:xfrm>
                <a:off x="3132068" y="2730688"/>
                <a:ext cx="2715682" cy="415909"/>
              </a:xfrm>
              <a:prstGeom prst="roundRect">
                <a:avLst>
                  <a:gd name="adj" fmla="val 8656"/>
                </a:avLst>
              </a:prstGeom>
              <a:noFill/>
              <a:ln w="3175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+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ROIC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baseline="30000" dirty="0">
                    <a:solidFill>
                      <a:schemeClr val="accent5"/>
                    </a:solidFill>
                    <a:latin typeface="+mn-ea"/>
                  </a:rPr>
                  <a:t>*</a:t>
                </a:r>
                <a:r>
                  <a:rPr lang="en-US" altLang="ja-JP" sz="900" baseline="30000" dirty="0">
                    <a:solidFill>
                      <a:schemeClr val="accent5"/>
                    </a:solidFill>
                    <a:latin typeface="+mn-ea"/>
                  </a:rPr>
                  <a:t>2</a:t>
                </a:r>
              </a:p>
              <a:p>
                <a:pPr algn="ctr">
                  <a:spcAft>
                    <a:spcPts val="300"/>
                  </a:spcAft>
                </a:pP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9" name="四角形: 角を丸くする 48">
                <a:extLst>
                  <a:ext uri="{FF2B5EF4-FFF2-40B4-BE49-F238E27FC236}">
                    <ns2:creationId id="{121C1A82-4DB9-A027-3BD0-E923044DD0DE}"/>
                  </a:ext>
                </a:extLst>
              </p:cNvPr>
              <p:cNvSpPr/>
              <p:nvPr/>
            </p:nvSpPr>
            <p:spPr>
              <a:xfrm>
                <a:off x="3132068" y="3169301"/>
                <a:ext cx="2715682" cy="415909"/>
              </a:xfrm>
              <a:prstGeom prst="roundRect">
                <a:avLst>
                  <a:gd name="adj" fmla="val 8656"/>
                </a:avLst>
              </a:prstGeom>
              <a:noFill/>
              <a:ln w="3175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+mn-ea"/>
                  </a:rPr>
                  <a:t>700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baseline="30000" dirty="0">
                    <a:solidFill>
                      <a:schemeClr val="accent5"/>
                    </a:solidFill>
                    <a:latin typeface="+mn-ea"/>
                  </a:rPr>
                  <a:t>*</a:t>
                </a:r>
                <a:r>
                  <a:rPr lang="en-US" altLang="ja-JP" sz="900" baseline="30000" dirty="0">
                    <a:solidFill>
                      <a:schemeClr val="accent5"/>
                    </a:solidFill>
                    <a:latin typeface="+mn-ea"/>
                  </a:rPr>
                  <a:t>2</a:t>
                </a:r>
              </a:p>
              <a:p>
                <a:pPr algn="ctr">
                  <a:spcAft>
                    <a:spcPts val="3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962174EE-DF35-12D8-4219-81035FE549C6}"/>
                  </a:ext>
                </a:extLst>
              </p:cNvPr>
              <p:cNvSpPr/>
              <p:nvPr/>
            </p:nvSpPr>
            <p:spPr>
              <a:xfrm>
                <a:off x="3132068" y="3617239"/>
                <a:ext cx="2715682" cy="415909"/>
              </a:xfrm>
              <a:prstGeom prst="rect">
                <a:avLst/>
              </a:prstGeom>
              <a:solidFill>
                <a:schemeClr val="accent5"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sz="8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1905EE01-F99D-C5D1-98EE-A8F027A032F8}"/>
                  </a:ext>
                </a:extLst>
              </p:cNvPr>
              <p:cNvSpPr/>
              <p:nvPr/>
            </p:nvSpPr>
            <p:spPr>
              <a:xfrm>
                <a:off x="3137386" y="4175666"/>
                <a:ext cx="559544" cy="176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ns2:creationId id="{1151BD88-416E-CFCE-4AAB-5001236742FF}"/>
                  </a:ext>
                </a:extLst>
              </p:cNvPr>
              <p:cNvSpPr/>
              <p:nvPr/>
            </p:nvSpPr>
            <p:spPr>
              <a:xfrm>
                <a:off x="3137385" y="4387326"/>
                <a:ext cx="559544" cy="176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B1D9684D-49CA-D681-9330-01941F9DD5BE}"/>
                  </a:ext>
                </a:extLst>
              </p:cNvPr>
              <p:cNvSpPr/>
              <p:nvPr/>
            </p:nvSpPr>
            <p:spPr>
              <a:xfrm>
                <a:off x="3137385" y="4633427"/>
                <a:ext cx="559544" cy="32455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492E3426-5CF0-0323-F8F0-963BD9C20AE6}"/>
                  </a:ext>
                </a:extLst>
              </p:cNvPr>
              <p:cNvSpPr/>
              <p:nvPr/>
            </p:nvSpPr>
            <p:spPr>
              <a:xfrm>
                <a:off x="3137385" y="5148561"/>
                <a:ext cx="559544" cy="237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9BF251A3-9E56-4BFA-830E-19056D7D72FB}"/>
                  </a:ext>
                </a:extLst>
              </p:cNvPr>
              <p:cNvSpPr/>
              <p:nvPr/>
            </p:nvSpPr>
            <p:spPr>
              <a:xfrm>
                <a:off x="3137385" y="5455861"/>
                <a:ext cx="559544" cy="237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8560C6D8-8365-A01D-C803-8542D1EBE679}"/>
                  </a:ext>
                </a:extLst>
              </p:cNvPr>
              <p:cNvSpPr/>
              <p:nvPr/>
            </p:nvSpPr>
            <p:spPr>
              <a:xfrm>
                <a:off x="3137385" y="5763161"/>
                <a:ext cx="559544" cy="237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69D49322-40B9-6699-A43B-8E9C4C64C0B6}"/>
                  </a:ext>
                </a:extLst>
              </p:cNvPr>
              <p:cNvSpPr/>
              <p:nvPr/>
            </p:nvSpPr>
            <p:spPr>
              <a:xfrm>
                <a:off x="3137385" y="6070463"/>
                <a:ext cx="559544" cy="237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88" name="グループ化 287">
                <a:extLst>
                  <a:ext uri="{FF2B5EF4-FFF2-40B4-BE49-F238E27FC236}">
                    <ns2:creationId id="{FF3F4249-A487-1A77-F990-090123461C8A}"/>
                  </a:ext>
                </a:extLst>
              </p:cNvPr>
              <p:cNvGrpSpPr/>
              <p:nvPr/>
            </p:nvGrpSpPr>
            <p:grpSpPr>
              <a:xfrm>
                <a:off x="3725326" y="4175667"/>
                <a:ext cx="1011121" cy="176803"/>
                <a:chOff x="3725326" y="4061367"/>
                <a:chExt cx="1159430" cy="176803"/>
              </a:xfrm>
            </p:grpSpPr>
            <p:sp>
              <p:nvSpPr>
                <p:cNvPr id="57" name="正方形/長方形 56">
                  <a:extLst>
                    <a:ext uri="{FF2B5EF4-FFF2-40B4-BE49-F238E27FC236}">
                      <ns2:creationId id="{8E0DD4DC-6485-4F66-7404-044333A6FAC5}"/>
                    </a:ext>
                  </a:extLst>
                </p:cNvPr>
                <p:cNvSpPr/>
                <p:nvPr/>
              </p:nvSpPr>
              <p:spPr>
                <a:xfrm>
                  <a:off x="3725326" y="4061367"/>
                  <a:ext cx="566172" cy="17680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6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8" name="正方形/長方形 57">
                  <a:extLst>
                    <a:ext uri="{FF2B5EF4-FFF2-40B4-BE49-F238E27FC236}">
                      <ns2:creationId id="{865953CF-26BB-F320-2C04-6A47C1511A75}"/>
                    </a:ext>
                  </a:extLst>
                </p:cNvPr>
                <p:cNvSpPr/>
                <p:nvPr/>
              </p:nvSpPr>
              <p:spPr>
                <a:xfrm>
                  <a:off x="4318584" y="4061367"/>
                  <a:ext cx="566172" cy="17680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6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59" name="正方形/長方形 58">
                <a:extLst>
                  <a:ext uri="{FF2B5EF4-FFF2-40B4-BE49-F238E27FC236}">
                    <ns2:creationId id="{0DC58522-DF44-75C2-2D25-27879ADFE99D}"/>
                  </a:ext>
                </a:extLst>
              </p:cNvPr>
              <p:cNvSpPr/>
              <p:nvPr/>
            </p:nvSpPr>
            <p:spPr>
              <a:xfrm>
                <a:off x="4767016" y="4175667"/>
                <a:ext cx="340984" cy="17680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7F60477A-5D5F-E06C-8E48-CCF0E0148BE0}"/>
                  </a:ext>
                </a:extLst>
              </p:cNvPr>
              <p:cNvSpPr/>
              <p:nvPr/>
            </p:nvSpPr>
            <p:spPr>
              <a:xfrm>
                <a:off x="5136890" y="4175666"/>
                <a:ext cx="340984" cy="17680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ns2:creationId id="{D1ED265C-863E-7B7C-635E-05ED928D18F5}"/>
                  </a:ext>
                </a:extLst>
              </p:cNvPr>
              <p:cNvSpPr/>
              <p:nvPr/>
            </p:nvSpPr>
            <p:spPr>
              <a:xfrm>
                <a:off x="5506766" y="4175666"/>
                <a:ext cx="340984" cy="17680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75" name="グループ化 274">
                <a:extLst>
                  <a:ext uri="{FF2B5EF4-FFF2-40B4-BE49-F238E27FC236}">
                    <ns2:creationId id="{A9E3B753-3D2C-5D04-47B9-65DAE57E7877}"/>
                  </a:ext>
                </a:extLst>
              </p:cNvPr>
              <p:cNvGrpSpPr/>
              <p:nvPr/>
            </p:nvGrpSpPr>
            <p:grpSpPr>
              <a:xfrm>
                <a:off x="4359859" y="4640600"/>
                <a:ext cx="295200" cy="111508"/>
                <a:chOff x="4318584" y="4644713"/>
                <a:chExt cx="295200" cy="111508"/>
              </a:xfrm>
            </p:grpSpPr>
            <p:sp>
              <p:nvSpPr>
                <p:cNvPr id="69" name="四角形: 角を丸くする 68">
                  <a:extLst>
                    <a:ext uri="{FF2B5EF4-FFF2-40B4-BE49-F238E27FC236}">
                      <ns2:creationId id="{3FCFFDBE-EEBC-4857-0363-4F023997D980}"/>
                    </a:ext>
                  </a:extLst>
                </p:cNvPr>
                <p:cNvSpPr/>
                <p:nvPr/>
              </p:nvSpPr>
              <p:spPr>
                <a:xfrm>
                  <a:off x="4318584" y="4644714"/>
                  <a:ext cx="295200" cy="111507"/>
                </a:xfrm>
                <a:prstGeom prst="roundRect">
                  <a:avLst/>
                </a:prstGeom>
                <a:noFill/>
                <a:ln w="317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76" name="グラフィックス 75" descr="リンク 単色塗りつぶし">
                  <a:extLst>
                    <a:ext uri="{FF2B5EF4-FFF2-40B4-BE49-F238E27FC236}">
                      <ns2:creationId id="{49FE49F4-C51E-0E6C-7376-365A3AEF8C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65555" y="4646316"/>
                  <a:ext cx="108000" cy="108000"/>
                </a:xfrm>
                <a:prstGeom prst="rect">
                  <a:avLst/>
                </a:prstGeom>
              </p:spPr>
            </p:pic>
            <p:pic>
              <p:nvPicPr>
                <p:cNvPr id="84" name="グラフィックス 83" descr="紙 単色塗りつぶし">
                  <a:extLst>
                    <a:ext uri="{FF2B5EF4-FFF2-40B4-BE49-F238E27FC236}">
                      <ns2:creationId id="{E7374517-17F0-8955-2BF3-3D788CE5CB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76982" y="4644713"/>
                  <a:ext cx="108000" cy="108000"/>
                </a:xfrm>
                <a:prstGeom prst="rect">
                  <a:avLst/>
                </a:prstGeom>
              </p:spPr>
            </p:pic>
          </p:grpSp>
          <p:grpSp>
            <p:nvGrpSpPr>
              <p:cNvPr id="272" name="グループ化 271">
                <a:extLst>
                  <a:ext uri="{FF2B5EF4-FFF2-40B4-BE49-F238E27FC236}">
                    <ns2:creationId id="{DDA753FE-64B0-0B5C-9CCE-84DEED7870DF}"/>
                  </a:ext>
                </a:extLst>
              </p:cNvPr>
              <p:cNvGrpSpPr/>
              <p:nvPr/>
            </p:nvGrpSpPr>
            <p:grpSpPr>
              <a:xfrm>
                <a:off x="4105041" y="4997880"/>
                <a:ext cx="295200" cy="111508"/>
                <a:chOff x="4160921" y="4877650"/>
                <a:chExt cx="295200" cy="111508"/>
              </a:xfrm>
            </p:grpSpPr>
            <p:sp>
              <p:nvSpPr>
                <p:cNvPr id="89" name="四角形: 角を丸くする 88">
                  <a:extLst>
                    <a:ext uri="{FF2B5EF4-FFF2-40B4-BE49-F238E27FC236}">
                      <ns2:creationId id="{9C6AF031-5420-C001-BB94-E87C565D4907}"/>
                    </a:ext>
                  </a:extLst>
                </p:cNvPr>
                <p:cNvSpPr/>
                <p:nvPr/>
              </p:nvSpPr>
              <p:spPr>
                <a:xfrm>
                  <a:off x="4160921" y="4877651"/>
                  <a:ext cx="295200" cy="111507"/>
                </a:xfrm>
                <a:prstGeom prst="roundRect">
                  <a:avLst/>
                </a:prstGeom>
                <a:noFill/>
                <a:ln w="317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0" name="グラフィックス 89" descr="リンク 単色塗りつぶし">
                  <a:extLst>
                    <a:ext uri="{FF2B5EF4-FFF2-40B4-BE49-F238E27FC236}">
                      <ns2:creationId id="{A4E250F2-8662-9556-BE98-C50E4493D0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07892" y="4879253"/>
                  <a:ext cx="108000" cy="108000"/>
                </a:xfrm>
                <a:prstGeom prst="rect">
                  <a:avLst/>
                </a:prstGeom>
              </p:spPr>
            </p:pic>
            <p:pic>
              <p:nvPicPr>
                <p:cNvPr id="91" name="グラフィックス 90" descr="紙 単色塗りつぶし">
                  <a:extLst>
                    <a:ext uri="{FF2B5EF4-FFF2-40B4-BE49-F238E27FC236}">
                      <ns2:creationId id="{839B8653-59FF-6D0A-1ACD-83D233B7BD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19319" y="4877650"/>
                  <a:ext cx="108000" cy="108000"/>
                </a:xfrm>
                <a:prstGeom prst="rect">
                  <a:avLst/>
                </a:prstGeom>
              </p:spPr>
            </p:pic>
          </p:grpSp>
          <p:grpSp>
            <p:nvGrpSpPr>
              <p:cNvPr id="287" name="グループ化 286">
                <a:extLst>
                  <a:ext uri="{FF2B5EF4-FFF2-40B4-BE49-F238E27FC236}">
                    <ns2:creationId id="{41B0427F-AF64-AA48-7157-C4ACA53BE404}"/>
                  </a:ext>
                </a:extLst>
              </p:cNvPr>
              <p:cNvGrpSpPr/>
              <p:nvPr/>
            </p:nvGrpSpPr>
            <p:grpSpPr>
              <a:xfrm>
                <a:off x="5136890" y="4850936"/>
                <a:ext cx="295200" cy="111507"/>
                <a:chOff x="5232240" y="4871256"/>
                <a:chExt cx="295200" cy="111507"/>
              </a:xfrm>
            </p:grpSpPr>
            <p:sp>
              <p:nvSpPr>
                <p:cNvPr id="71" name="四角形: 角を丸くする 70">
                  <a:extLst>
                    <a:ext uri="{FF2B5EF4-FFF2-40B4-BE49-F238E27FC236}">
                      <ns2:creationId id="{ED5F1E3F-D0AB-3729-4842-3E83687A5CAE}"/>
                    </a:ext>
                  </a:extLst>
                </p:cNvPr>
                <p:cNvSpPr/>
                <p:nvPr/>
              </p:nvSpPr>
              <p:spPr>
                <a:xfrm>
                  <a:off x="5232240" y="4871256"/>
                  <a:ext cx="295200" cy="111507"/>
                </a:xfrm>
                <a:prstGeom prst="roundRect">
                  <a:avLst/>
                </a:prstGeom>
                <a:noFill/>
                <a:ln w="317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5" name="グラフィックス 94" descr="紙 単色塗りつぶし">
                  <a:extLst>
                    <a:ext uri="{FF2B5EF4-FFF2-40B4-BE49-F238E27FC236}">
                      <ns2:creationId id="{09D36C87-CEFA-59E9-1A06-E8817CB37A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6702" y="4873009"/>
                  <a:ext cx="108000" cy="108000"/>
                </a:xfrm>
                <a:prstGeom prst="rect">
                  <a:avLst/>
                </a:prstGeom>
              </p:spPr>
            </p:pic>
            <p:pic>
              <p:nvPicPr>
                <p:cNvPr id="96" name="グラフィックス 95" descr="ダイヤモンド 単色塗りつぶし">
                  <a:extLst>
                    <a:ext uri="{FF2B5EF4-FFF2-40B4-BE49-F238E27FC236}">
                      <ns2:creationId id="{C2FB2EA8-72CB-BC0E-E44C-90FF530B06F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3210" y="4873009"/>
                  <a:ext cx="108000" cy="108000"/>
                </a:xfrm>
                <a:prstGeom prst="rect">
                  <a:avLst/>
                </a:prstGeom>
              </p:spPr>
            </p:pic>
          </p:grpSp>
          <p:grpSp>
            <p:nvGrpSpPr>
              <p:cNvPr id="227" name="グループ化 226">
                <a:extLst>
                  <a:ext uri="{FF2B5EF4-FFF2-40B4-BE49-F238E27FC236}">
                    <ns2:creationId id="{C6D697B8-8253-8394-2B97-7C2478D2900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4026697" y="5195076"/>
                <a:ext cx="431567" cy="468000"/>
                <a:chOff x="4819979" y="1495667"/>
                <a:chExt cx="3983676" cy="4320001"/>
              </a:xfrm>
            </p:grpSpPr>
            <p:sp>
              <p:nvSpPr>
                <p:cNvPr id="228" name="正方形/長方形 98">
                  <a:extLst>
                    <a:ext uri="{FF2B5EF4-FFF2-40B4-BE49-F238E27FC236}">
                      <ns2:creationId id="{25A5E7DA-3620-551E-9400-FBC26B218494}"/>
                    </a:ext>
                  </a:extLst>
                </p:cNvPr>
                <p:cNvSpPr/>
                <p:nvPr/>
              </p:nvSpPr>
              <p:spPr>
                <a:xfrm>
                  <a:off x="4852927" y="1495667"/>
                  <a:ext cx="3906837" cy="1928741"/>
                </a:xfrm>
                <a:custGeom>
                  <a:avLst/>
                  <a:gdLst>
                    <a:gd name="connsiteX0" fmla="*/ 0 w 245745"/>
                    <a:gd name="connsiteY0" fmla="*/ 0 h 108000"/>
                    <a:gd name="connsiteX1" fmla="*/ 245745 w 245745"/>
                    <a:gd name="connsiteY1" fmla="*/ 0 h 108000"/>
                    <a:gd name="connsiteX2" fmla="*/ 245745 w 245745"/>
                    <a:gd name="connsiteY2" fmla="*/ 108000 h 108000"/>
                    <a:gd name="connsiteX3" fmla="*/ 0 w 245745"/>
                    <a:gd name="connsiteY3" fmla="*/ 108000 h 108000"/>
                    <a:gd name="connsiteX4" fmla="*/ 0 w 245745"/>
                    <a:gd name="connsiteY4" fmla="*/ 0 h 108000"/>
                    <a:gd name="connsiteX0" fmla="*/ 0 w 245745"/>
                    <a:gd name="connsiteY0" fmla="*/ 327660 h 435660"/>
                    <a:gd name="connsiteX1" fmla="*/ 152400 w 245745"/>
                    <a:gd name="connsiteY1" fmla="*/ 0 h 435660"/>
                    <a:gd name="connsiteX2" fmla="*/ 245745 w 245745"/>
                    <a:gd name="connsiteY2" fmla="*/ 435660 h 435660"/>
                    <a:gd name="connsiteX3" fmla="*/ 0 w 245745"/>
                    <a:gd name="connsiteY3" fmla="*/ 435660 h 435660"/>
                    <a:gd name="connsiteX4" fmla="*/ 0 w 245745"/>
                    <a:gd name="connsiteY4" fmla="*/ 327660 h 435660"/>
                    <a:gd name="connsiteX0" fmla="*/ 0 w 1028700"/>
                    <a:gd name="connsiteY0" fmla="*/ 424815 h 435660"/>
                    <a:gd name="connsiteX1" fmla="*/ 935355 w 1028700"/>
                    <a:gd name="connsiteY1" fmla="*/ 0 h 435660"/>
                    <a:gd name="connsiteX2" fmla="*/ 1028700 w 1028700"/>
                    <a:gd name="connsiteY2" fmla="*/ 435660 h 435660"/>
                    <a:gd name="connsiteX3" fmla="*/ 782955 w 1028700"/>
                    <a:gd name="connsiteY3" fmla="*/ 435660 h 435660"/>
                    <a:gd name="connsiteX4" fmla="*/ 0 w 1028700"/>
                    <a:gd name="connsiteY4" fmla="*/ 424815 h 435660"/>
                    <a:gd name="connsiteX0" fmla="*/ 0 w 1028700"/>
                    <a:gd name="connsiteY0" fmla="*/ 424815 h 870000"/>
                    <a:gd name="connsiteX1" fmla="*/ 935355 w 1028700"/>
                    <a:gd name="connsiteY1" fmla="*/ 0 h 870000"/>
                    <a:gd name="connsiteX2" fmla="*/ 1028700 w 1028700"/>
                    <a:gd name="connsiteY2" fmla="*/ 435660 h 870000"/>
                    <a:gd name="connsiteX3" fmla="*/ 822960 w 1028700"/>
                    <a:gd name="connsiteY3" fmla="*/ 870000 h 870000"/>
                    <a:gd name="connsiteX4" fmla="*/ 0 w 1028700"/>
                    <a:gd name="connsiteY4" fmla="*/ 424815 h 870000"/>
                    <a:gd name="connsiteX0" fmla="*/ 0 w 1744980"/>
                    <a:gd name="connsiteY0" fmla="*/ 424815 h 870000"/>
                    <a:gd name="connsiteX1" fmla="*/ 935355 w 1744980"/>
                    <a:gd name="connsiteY1" fmla="*/ 0 h 870000"/>
                    <a:gd name="connsiteX2" fmla="*/ 1744980 w 1744980"/>
                    <a:gd name="connsiteY2" fmla="*/ 469950 h 870000"/>
                    <a:gd name="connsiteX3" fmla="*/ 822960 w 1744980"/>
                    <a:gd name="connsiteY3" fmla="*/ 870000 h 870000"/>
                    <a:gd name="connsiteX4" fmla="*/ 0 w 1744980"/>
                    <a:gd name="connsiteY4" fmla="*/ 424815 h 870000"/>
                    <a:gd name="connsiteX0" fmla="*/ 0 w 1712752"/>
                    <a:gd name="connsiteY0" fmla="*/ 426882 h 870000"/>
                    <a:gd name="connsiteX1" fmla="*/ 903127 w 1712752"/>
                    <a:gd name="connsiteY1" fmla="*/ 0 h 870000"/>
                    <a:gd name="connsiteX2" fmla="*/ 1712752 w 1712752"/>
                    <a:gd name="connsiteY2" fmla="*/ 469950 h 870000"/>
                    <a:gd name="connsiteX3" fmla="*/ 790732 w 1712752"/>
                    <a:gd name="connsiteY3" fmla="*/ 870000 h 870000"/>
                    <a:gd name="connsiteX4" fmla="*/ 0 w 1712752"/>
                    <a:gd name="connsiteY4" fmla="*/ 426882 h 870000"/>
                    <a:gd name="connsiteX0" fmla="*/ 0 w 1714766"/>
                    <a:gd name="connsiteY0" fmla="*/ 426882 h 870000"/>
                    <a:gd name="connsiteX1" fmla="*/ 903127 w 1714766"/>
                    <a:gd name="connsiteY1" fmla="*/ 0 h 870000"/>
                    <a:gd name="connsiteX2" fmla="*/ 1714766 w 1714766"/>
                    <a:gd name="connsiteY2" fmla="*/ 478221 h 870000"/>
                    <a:gd name="connsiteX3" fmla="*/ 790732 w 1714766"/>
                    <a:gd name="connsiteY3" fmla="*/ 870000 h 870000"/>
                    <a:gd name="connsiteX4" fmla="*/ 0 w 1714766"/>
                    <a:gd name="connsiteY4" fmla="*/ 426882 h 870000"/>
                    <a:gd name="connsiteX0" fmla="*/ 0 w 1716780"/>
                    <a:gd name="connsiteY0" fmla="*/ 426882 h 870000"/>
                    <a:gd name="connsiteX1" fmla="*/ 903127 w 1716780"/>
                    <a:gd name="connsiteY1" fmla="*/ 0 h 870000"/>
                    <a:gd name="connsiteX2" fmla="*/ 1716780 w 1716780"/>
                    <a:gd name="connsiteY2" fmla="*/ 480288 h 870000"/>
                    <a:gd name="connsiteX3" fmla="*/ 790732 w 1716780"/>
                    <a:gd name="connsiteY3" fmla="*/ 870000 h 870000"/>
                    <a:gd name="connsiteX4" fmla="*/ 0 w 1716780"/>
                    <a:gd name="connsiteY4" fmla="*/ 426882 h 87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6780" h="870000">
                      <a:moveTo>
                        <a:pt x="0" y="426882"/>
                      </a:moveTo>
                      <a:lnTo>
                        <a:pt x="903127" y="0"/>
                      </a:lnTo>
                      <a:lnTo>
                        <a:pt x="1716780" y="480288"/>
                      </a:lnTo>
                      <a:lnTo>
                        <a:pt x="790732" y="870000"/>
                      </a:lnTo>
                      <a:lnTo>
                        <a:pt x="0" y="426882"/>
                      </a:lnTo>
                      <a:close/>
                    </a:path>
                  </a:pathLst>
                </a:cu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29" name="正方形/長方形 98">
                  <a:extLst>
                    <a:ext uri="{FF2B5EF4-FFF2-40B4-BE49-F238E27FC236}">
                      <ns2:creationId id="{B8BD9B67-C86D-7D22-E035-03A240890F7F}"/>
                    </a:ext>
                  </a:extLst>
                </p:cNvPr>
                <p:cNvSpPr/>
                <p:nvPr/>
              </p:nvSpPr>
              <p:spPr>
                <a:xfrm rot="16200000">
                  <a:off x="4057162" y="3241084"/>
                  <a:ext cx="3341437" cy="1802603"/>
                </a:xfrm>
                <a:custGeom>
                  <a:avLst/>
                  <a:gdLst>
                    <a:gd name="connsiteX0" fmla="*/ 0 w 245745"/>
                    <a:gd name="connsiteY0" fmla="*/ 0 h 108000"/>
                    <a:gd name="connsiteX1" fmla="*/ 245745 w 245745"/>
                    <a:gd name="connsiteY1" fmla="*/ 0 h 108000"/>
                    <a:gd name="connsiteX2" fmla="*/ 245745 w 245745"/>
                    <a:gd name="connsiteY2" fmla="*/ 108000 h 108000"/>
                    <a:gd name="connsiteX3" fmla="*/ 0 w 245745"/>
                    <a:gd name="connsiteY3" fmla="*/ 108000 h 108000"/>
                    <a:gd name="connsiteX4" fmla="*/ 0 w 245745"/>
                    <a:gd name="connsiteY4" fmla="*/ 0 h 108000"/>
                    <a:gd name="connsiteX0" fmla="*/ 0 w 245745"/>
                    <a:gd name="connsiteY0" fmla="*/ 327660 h 435660"/>
                    <a:gd name="connsiteX1" fmla="*/ 152400 w 245745"/>
                    <a:gd name="connsiteY1" fmla="*/ 0 h 435660"/>
                    <a:gd name="connsiteX2" fmla="*/ 245745 w 245745"/>
                    <a:gd name="connsiteY2" fmla="*/ 435660 h 435660"/>
                    <a:gd name="connsiteX3" fmla="*/ 0 w 245745"/>
                    <a:gd name="connsiteY3" fmla="*/ 435660 h 435660"/>
                    <a:gd name="connsiteX4" fmla="*/ 0 w 245745"/>
                    <a:gd name="connsiteY4" fmla="*/ 327660 h 435660"/>
                    <a:gd name="connsiteX0" fmla="*/ 0 w 1028700"/>
                    <a:gd name="connsiteY0" fmla="*/ 424815 h 435660"/>
                    <a:gd name="connsiteX1" fmla="*/ 935355 w 1028700"/>
                    <a:gd name="connsiteY1" fmla="*/ 0 h 435660"/>
                    <a:gd name="connsiteX2" fmla="*/ 1028700 w 1028700"/>
                    <a:gd name="connsiteY2" fmla="*/ 435660 h 435660"/>
                    <a:gd name="connsiteX3" fmla="*/ 782955 w 1028700"/>
                    <a:gd name="connsiteY3" fmla="*/ 435660 h 435660"/>
                    <a:gd name="connsiteX4" fmla="*/ 0 w 1028700"/>
                    <a:gd name="connsiteY4" fmla="*/ 424815 h 435660"/>
                    <a:gd name="connsiteX0" fmla="*/ 0 w 1028700"/>
                    <a:gd name="connsiteY0" fmla="*/ 424815 h 870000"/>
                    <a:gd name="connsiteX1" fmla="*/ 935355 w 1028700"/>
                    <a:gd name="connsiteY1" fmla="*/ 0 h 870000"/>
                    <a:gd name="connsiteX2" fmla="*/ 1028700 w 1028700"/>
                    <a:gd name="connsiteY2" fmla="*/ 435660 h 870000"/>
                    <a:gd name="connsiteX3" fmla="*/ 822960 w 1028700"/>
                    <a:gd name="connsiteY3" fmla="*/ 870000 h 870000"/>
                    <a:gd name="connsiteX4" fmla="*/ 0 w 1028700"/>
                    <a:gd name="connsiteY4" fmla="*/ 424815 h 870000"/>
                    <a:gd name="connsiteX0" fmla="*/ 0 w 1744980"/>
                    <a:gd name="connsiteY0" fmla="*/ 424815 h 870000"/>
                    <a:gd name="connsiteX1" fmla="*/ 935355 w 1744980"/>
                    <a:gd name="connsiteY1" fmla="*/ 0 h 870000"/>
                    <a:gd name="connsiteX2" fmla="*/ 1744980 w 1744980"/>
                    <a:gd name="connsiteY2" fmla="*/ 469950 h 870000"/>
                    <a:gd name="connsiteX3" fmla="*/ 822960 w 1744980"/>
                    <a:gd name="connsiteY3" fmla="*/ 870000 h 870000"/>
                    <a:gd name="connsiteX4" fmla="*/ 0 w 1744980"/>
                    <a:gd name="connsiteY4" fmla="*/ 424815 h 870000"/>
                    <a:gd name="connsiteX0" fmla="*/ 0 w 1994419"/>
                    <a:gd name="connsiteY0" fmla="*/ 424815 h 870000"/>
                    <a:gd name="connsiteX1" fmla="*/ 935355 w 1994419"/>
                    <a:gd name="connsiteY1" fmla="*/ 0 h 870000"/>
                    <a:gd name="connsiteX2" fmla="*/ 1994419 w 1994419"/>
                    <a:gd name="connsiteY2" fmla="*/ 5130 h 870000"/>
                    <a:gd name="connsiteX3" fmla="*/ 822960 w 1994419"/>
                    <a:gd name="connsiteY3" fmla="*/ 870000 h 870000"/>
                    <a:gd name="connsiteX4" fmla="*/ 0 w 1994419"/>
                    <a:gd name="connsiteY4" fmla="*/ 424815 h 870000"/>
                    <a:gd name="connsiteX0" fmla="*/ 0 w 1994419"/>
                    <a:gd name="connsiteY0" fmla="*/ 440055 h 885240"/>
                    <a:gd name="connsiteX1" fmla="*/ 407471 w 1994419"/>
                    <a:gd name="connsiteY1" fmla="*/ 0 h 885240"/>
                    <a:gd name="connsiteX2" fmla="*/ 1994419 w 1994419"/>
                    <a:gd name="connsiteY2" fmla="*/ 20370 h 885240"/>
                    <a:gd name="connsiteX3" fmla="*/ 822960 w 1994419"/>
                    <a:gd name="connsiteY3" fmla="*/ 885240 h 885240"/>
                    <a:gd name="connsiteX4" fmla="*/ 0 w 1994419"/>
                    <a:gd name="connsiteY4" fmla="*/ 440055 h 885240"/>
                    <a:gd name="connsiteX0" fmla="*/ 0 w 2307668"/>
                    <a:gd name="connsiteY0" fmla="*/ 809625 h 885240"/>
                    <a:gd name="connsiteX1" fmla="*/ 720720 w 2307668"/>
                    <a:gd name="connsiteY1" fmla="*/ 0 h 885240"/>
                    <a:gd name="connsiteX2" fmla="*/ 2307668 w 2307668"/>
                    <a:gd name="connsiteY2" fmla="*/ 20370 h 885240"/>
                    <a:gd name="connsiteX3" fmla="*/ 1136209 w 2307668"/>
                    <a:gd name="connsiteY3" fmla="*/ 885240 h 885240"/>
                    <a:gd name="connsiteX4" fmla="*/ 0 w 2307668"/>
                    <a:gd name="connsiteY4" fmla="*/ 809625 h 885240"/>
                    <a:gd name="connsiteX0" fmla="*/ 0 w 2307668"/>
                    <a:gd name="connsiteY0" fmla="*/ 809625 h 828090"/>
                    <a:gd name="connsiteX1" fmla="*/ 720720 w 2307668"/>
                    <a:gd name="connsiteY1" fmla="*/ 0 h 828090"/>
                    <a:gd name="connsiteX2" fmla="*/ 2307668 w 2307668"/>
                    <a:gd name="connsiteY2" fmla="*/ 20370 h 828090"/>
                    <a:gd name="connsiteX3" fmla="*/ 1611884 w 2307668"/>
                    <a:gd name="connsiteY3" fmla="*/ 828090 h 828090"/>
                    <a:gd name="connsiteX4" fmla="*/ 0 w 2307668"/>
                    <a:gd name="connsiteY4" fmla="*/ 809625 h 828090"/>
                    <a:gd name="connsiteX0" fmla="*/ 0 w 2307668"/>
                    <a:gd name="connsiteY0" fmla="*/ 809625 h 828090"/>
                    <a:gd name="connsiteX1" fmla="*/ 720720 w 2307668"/>
                    <a:gd name="connsiteY1" fmla="*/ 0 h 828090"/>
                    <a:gd name="connsiteX2" fmla="*/ 2307668 w 2307668"/>
                    <a:gd name="connsiteY2" fmla="*/ 20370 h 828090"/>
                    <a:gd name="connsiteX3" fmla="*/ 1629287 w 2307668"/>
                    <a:gd name="connsiteY3" fmla="*/ 828090 h 828090"/>
                    <a:gd name="connsiteX4" fmla="*/ 0 w 2307668"/>
                    <a:gd name="connsiteY4" fmla="*/ 809625 h 828090"/>
                    <a:gd name="connsiteX0" fmla="*/ 0 w 2307668"/>
                    <a:gd name="connsiteY0" fmla="*/ 809625 h 837615"/>
                    <a:gd name="connsiteX1" fmla="*/ 720720 w 2307668"/>
                    <a:gd name="connsiteY1" fmla="*/ 0 h 837615"/>
                    <a:gd name="connsiteX2" fmla="*/ 2307668 w 2307668"/>
                    <a:gd name="connsiteY2" fmla="*/ 20370 h 837615"/>
                    <a:gd name="connsiteX3" fmla="*/ 1635088 w 2307668"/>
                    <a:gd name="connsiteY3" fmla="*/ 837615 h 837615"/>
                    <a:gd name="connsiteX4" fmla="*/ 0 w 2307668"/>
                    <a:gd name="connsiteY4" fmla="*/ 809625 h 837615"/>
                    <a:gd name="connsiteX0" fmla="*/ -1 w 2310568"/>
                    <a:gd name="connsiteY0" fmla="*/ 817248 h 837615"/>
                    <a:gd name="connsiteX1" fmla="*/ 723620 w 2310568"/>
                    <a:gd name="connsiteY1" fmla="*/ 0 h 837615"/>
                    <a:gd name="connsiteX2" fmla="*/ 2310568 w 2310568"/>
                    <a:gd name="connsiteY2" fmla="*/ 20370 h 837615"/>
                    <a:gd name="connsiteX3" fmla="*/ 1637988 w 2310568"/>
                    <a:gd name="connsiteY3" fmla="*/ 837615 h 837615"/>
                    <a:gd name="connsiteX4" fmla="*/ -1 w 2310568"/>
                    <a:gd name="connsiteY4" fmla="*/ 817248 h 837615"/>
                    <a:gd name="connsiteX0" fmla="*/ 1 w 2294829"/>
                    <a:gd name="connsiteY0" fmla="*/ 817248 h 837615"/>
                    <a:gd name="connsiteX1" fmla="*/ 723622 w 2294829"/>
                    <a:gd name="connsiteY1" fmla="*/ 0 h 837615"/>
                    <a:gd name="connsiteX2" fmla="*/ 2294830 w 2294829"/>
                    <a:gd name="connsiteY2" fmla="*/ 7965 h 837615"/>
                    <a:gd name="connsiteX3" fmla="*/ 1637990 w 2294829"/>
                    <a:gd name="connsiteY3" fmla="*/ 837615 h 837615"/>
                    <a:gd name="connsiteX4" fmla="*/ 1 w 2294829"/>
                    <a:gd name="connsiteY4" fmla="*/ 817248 h 837615"/>
                    <a:gd name="connsiteX0" fmla="*/ -1 w 2294829"/>
                    <a:gd name="connsiteY0" fmla="*/ 809283 h 829650"/>
                    <a:gd name="connsiteX1" fmla="*/ 729916 w 2294829"/>
                    <a:gd name="connsiteY1" fmla="*/ 306 h 829650"/>
                    <a:gd name="connsiteX2" fmla="*/ 2294828 w 2294829"/>
                    <a:gd name="connsiteY2" fmla="*/ 0 h 829650"/>
                    <a:gd name="connsiteX3" fmla="*/ 1637988 w 2294829"/>
                    <a:gd name="connsiteY3" fmla="*/ 829650 h 829650"/>
                    <a:gd name="connsiteX4" fmla="*/ -1 w 2294829"/>
                    <a:gd name="connsiteY4" fmla="*/ 809283 h 829650"/>
                    <a:gd name="connsiteX0" fmla="*/ 1 w 2294829"/>
                    <a:gd name="connsiteY0" fmla="*/ 809283 h 809283"/>
                    <a:gd name="connsiteX1" fmla="*/ 729918 w 2294829"/>
                    <a:gd name="connsiteY1" fmla="*/ 306 h 809283"/>
                    <a:gd name="connsiteX2" fmla="*/ 2294830 w 2294829"/>
                    <a:gd name="connsiteY2" fmla="*/ 0 h 809283"/>
                    <a:gd name="connsiteX3" fmla="*/ 1571880 w 2294829"/>
                    <a:gd name="connsiteY3" fmla="*/ 808973 h 809283"/>
                    <a:gd name="connsiteX4" fmla="*/ 1 w 2294829"/>
                    <a:gd name="connsiteY4" fmla="*/ 809283 h 809283"/>
                    <a:gd name="connsiteX0" fmla="*/ -1 w 2294829"/>
                    <a:gd name="connsiteY0" fmla="*/ 809283 h 813111"/>
                    <a:gd name="connsiteX1" fmla="*/ 729916 w 2294829"/>
                    <a:gd name="connsiteY1" fmla="*/ 306 h 813111"/>
                    <a:gd name="connsiteX2" fmla="*/ 2294828 w 2294829"/>
                    <a:gd name="connsiteY2" fmla="*/ 0 h 813111"/>
                    <a:gd name="connsiteX3" fmla="*/ 1641135 w 2294829"/>
                    <a:gd name="connsiteY3" fmla="*/ 813111 h 813111"/>
                    <a:gd name="connsiteX4" fmla="*/ -1 w 2294829"/>
                    <a:gd name="connsiteY4" fmla="*/ 809283 h 813111"/>
                    <a:gd name="connsiteX0" fmla="*/ 1 w 2294829"/>
                    <a:gd name="connsiteY0" fmla="*/ 809283 h 813111"/>
                    <a:gd name="connsiteX1" fmla="*/ 729918 w 2294829"/>
                    <a:gd name="connsiteY1" fmla="*/ 306 h 813111"/>
                    <a:gd name="connsiteX2" fmla="*/ 2294830 w 2294829"/>
                    <a:gd name="connsiteY2" fmla="*/ 0 h 813111"/>
                    <a:gd name="connsiteX3" fmla="*/ 1628545 w 2294829"/>
                    <a:gd name="connsiteY3" fmla="*/ 813111 h 813111"/>
                    <a:gd name="connsiteX4" fmla="*/ 1 w 2294829"/>
                    <a:gd name="connsiteY4" fmla="*/ 809283 h 8131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94829" h="813111">
                      <a:moveTo>
                        <a:pt x="1" y="809283"/>
                      </a:moveTo>
                      <a:lnTo>
                        <a:pt x="729918" y="306"/>
                      </a:lnTo>
                      <a:lnTo>
                        <a:pt x="2294830" y="0"/>
                      </a:lnTo>
                      <a:lnTo>
                        <a:pt x="1628545" y="813111"/>
                      </a:lnTo>
                      <a:lnTo>
                        <a:pt x="1" y="809283"/>
                      </a:lnTo>
                      <a:close/>
                    </a:path>
                  </a:pathLst>
                </a:cu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30" name="正方形/長方形 98">
                  <a:extLst>
                    <a:ext uri="{FF2B5EF4-FFF2-40B4-BE49-F238E27FC236}">
                      <ns2:creationId id="{6D9485F3-B2F7-9B45-A2DF-CA8E6786A1A6}"/>
                    </a:ext>
                  </a:extLst>
                </p:cNvPr>
                <p:cNvSpPr/>
                <p:nvPr/>
              </p:nvSpPr>
              <p:spPr>
                <a:xfrm rot="5400000" flipH="1">
                  <a:off x="6107016" y="3119029"/>
                  <a:ext cx="3238276" cy="2155002"/>
                </a:xfrm>
                <a:custGeom>
                  <a:avLst/>
                  <a:gdLst>
                    <a:gd name="connsiteX0" fmla="*/ 0 w 245745"/>
                    <a:gd name="connsiteY0" fmla="*/ 0 h 108000"/>
                    <a:gd name="connsiteX1" fmla="*/ 245745 w 245745"/>
                    <a:gd name="connsiteY1" fmla="*/ 0 h 108000"/>
                    <a:gd name="connsiteX2" fmla="*/ 245745 w 245745"/>
                    <a:gd name="connsiteY2" fmla="*/ 108000 h 108000"/>
                    <a:gd name="connsiteX3" fmla="*/ 0 w 245745"/>
                    <a:gd name="connsiteY3" fmla="*/ 108000 h 108000"/>
                    <a:gd name="connsiteX4" fmla="*/ 0 w 245745"/>
                    <a:gd name="connsiteY4" fmla="*/ 0 h 108000"/>
                    <a:gd name="connsiteX0" fmla="*/ 0 w 245745"/>
                    <a:gd name="connsiteY0" fmla="*/ 327660 h 435660"/>
                    <a:gd name="connsiteX1" fmla="*/ 152400 w 245745"/>
                    <a:gd name="connsiteY1" fmla="*/ 0 h 435660"/>
                    <a:gd name="connsiteX2" fmla="*/ 245745 w 245745"/>
                    <a:gd name="connsiteY2" fmla="*/ 435660 h 435660"/>
                    <a:gd name="connsiteX3" fmla="*/ 0 w 245745"/>
                    <a:gd name="connsiteY3" fmla="*/ 435660 h 435660"/>
                    <a:gd name="connsiteX4" fmla="*/ 0 w 245745"/>
                    <a:gd name="connsiteY4" fmla="*/ 327660 h 435660"/>
                    <a:gd name="connsiteX0" fmla="*/ 0 w 1028700"/>
                    <a:gd name="connsiteY0" fmla="*/ 424815 h 435660"/>
                    <a:gd name="connsiteX1" fmla="*/ 935355 w 1028700"/>
                    <a:gd name="connsiteY1" fmla="*/ 0 h 435660"/>
                    <a:gd name="connsiteX2" fmla="*/ 1028700 w 1028700"/>
                    <a:gd name="connsiteY2" fmla="*/ 435660 h 435660"/>
                    <a:gd name="connsiteX3" fmla="*/ 782955 w 1028700"/>
                    <a:gd name="connsiteY3" fmla="*/ 435660 h 435660"/>
                    <a:gd name="connsiteX4" fmla="*/ 0 w 1028700"/>
                    <a:gd name="connsiteY4" fmla="*/ 424815 h 435660"/>
                    <a:gd name="connsiteX0" fmla="*/ 0 w 1028700"/>
                    <a:gd name="connsiteY0" fmla="*/ 424815 h 870000"/>
                    <a:gd name="connsiteX1" fmla="*/ 935355 w 1028700"/>
                    <a:gd name="connsiteY1" fmla="*/ 0 h 870000"/>
                    <a:gd name="connsiteX2" fmla="*/ 1028700 w 1028700"/>
                    <a:gd name="connsiteY2" fmla="*/ 435660 h 870000"/>
                    <a:gd name="connsiteX3" fmla="*/ 822960 w 1028700"/>
                    <a:gd name="connsiteY3" fmla="*/ 870000 h 870000"/>
                    <a:gd name="connsiteX4" fmla="*/ 0 w 1028700"/>
                    <a:gd name="connsiteY4" fmla="*/ 424815 h 870000"/>
                    <a:gd name="connsiteX0" fmla="*/ 0 w 1744980"/>
                    <a:gd name="connsiteY0" fmla="*/ 424815 h 870000"/>
                    <a:gd name="connsiteX1" fmla="*/ 935355 w 1744980"/>
                    <a:gd name="connsiteY1" fmla="*/ 0 h 870000"/>
                    <a:gd name="connsiteX2" fmla="*/ 1744980 w 1744980"/>
                    <a:gd name="connsiteY2" fmla="*/ 469950 h 870000"/>
                    <a:gd name="connsiteX3" fmla="*/ 822960 w 1744980"/>
                    <a:gd name="connsiteY3" fmla="*/ 870000 h 870000"/>
                    <a:gd name="connsiteX4" fmla="*/ 0 w 1744980"/>
                    <a:gd name="connsiteY4" fmla="*/ 424815 h 870000"/>
                    <a:gd name="connsiteX0" fmla="*/ 0 w 1994419"/>
                    <a:gd name="connsiteY0" fmla="*/ 424815 h 870000"/>
                    <a:gd name="connsiteX1" fmla="*/ 935355 w 1994419"/>
                    <a:gd name="connsiteY1" fmla="*/ 0 h 870000"/>
                    <a:gd name="connsiteX2" fmla="*/ 1994419 w 1994419"/>
                    <a:gd name="connsiteY2" fmla="*/ 5130 h 870000"/>
                    <a:gd name="connsiteX3" fmla="*/ 822960 w 1994419"/>
                    <a:gd name="connsiteY3" fmla="*/ 870000 h 870000"/>
                    <a:gd name="connsiteX4" fmla="*/ 0 w 1994419"/>
                    <a:gd name="connsiteY4" fmla="*/ 424815 h 870000"/>
                    <a:gd name="connsiteX0" fmla="*/ 0 w 1994419"/>
                    <a:gd name="connsiteY0" fmla="*/ 440055 h 885240"/>
                    <a:gd name="connsiteX1" fmla="*/ 407471 w 1994419"/>
                    <a:gd name="connsiteY1" fmla="*/ 0 h 885240"/>
                    <a:gd name="connsiteX2" fmla="*/ 1994419 w 1994419"/>
                    <a:gd name="connsiteY2" fmla="*/ 20370 h 885240"/>
                    <a:gd name="connsiteX3" fmla="*/ 822960 w 1994419"/>
                    <a:gd name="connsiteY3" fmla="*/ 885240 h 885240"/>
                    <a:gd name="connsiteX4" fmla="*/ 0 w 1994419"/>
                    <a:gd name="connsiteY4" fmla="*/ 440055 h 885240"/>
                    <a:gd name="connsiteX0" fmla="*/ 0 w 2307668"/>
                    <a:gd name="connsiteY0" fmla="*/ 809625 h 885240"/>
                    <a:gd name="connsiteX1" fmla="*/ 720720 w 2307668"/>
                    <a:gd name="connsiteY1" fmla="*/ 0 h 885240"/>
                    <a:gd name="connsiteX2" fmla="*/ 2307668 w 2307668"/>
                    <a:gd name="connsiteY2" fmla="*/ 20370 h 885240"/>
                    <a:gd name="connsiteX3" fmla="*/ 1136209 w 2307668"/>
                    <a:gd name="connsiteY3" fmla="*/ 885240 h 885240"/>
                    <a:gd name="connsiteX4" fmla="*/ 0 w 2307668"/>
                    <a:gd name="connsiteY4" fmla="*/ 809625 h 885240"/>
                    <a:gd name="connsiteX0" fmla="*/ 0 w 2307668"/>
                    <a:gd name="connsiteY0" fmla="*/ 809625 h 828090"/>
                    <a:gd name="connsiteX1" fmla="*/ 720720 w 2307668"/>
                    <a:gd name="connsiteY1" fmla="*/ 0 h 828090"/>
                    <a:gd name="connsiteX2" fmla="*/ 2307668 w 2307668"/>
                    <a:gd name="connsiteY2" fmla="*/ 20370 h 828090"/>
                    <a:gd name="connsiteX3" fmla="*/ 1611884 w 2307668"/>
                    <a:gd name="connsiteY3" fmla="*/ 828090 h 828090"/>
                    <a:gd name="connsiteX4" fmla="*/ 0 w 2307668"/>
                    <a:gd name="connsiteY4" fmla="*/ 809625 h 828090"/>
                    <a:gd name="connsiteX0" fmla="*/ 0 w 2307668"/>
                    <a:gd name="connsiteY0" fmla="*/ 809625 h 828090"/>
                    <a:gd name="connsiteX1" fmla="*/ 720720 w 2307668"/>
                    <a:gd name="connsiteY1" fmla="*/ 0 h 828090"/>
                    <a:gd name="connsiteX2" fmla="*/ 2307668 w 2307668"/>
                    <a:gd name="connsiteY2" fmla="*/ 20370 h 828090"/>
                    <a:gd name="connsiteX3" fmla="*/ 1629287 w 2307668"/>
                    <a:gd name="connsiteY3" fmla="*/ 828090 h 828090"/>
                    <a:gd name="connsiteX4" fmla="*/ 0 w 2307668"/>
                    <a:gd name="connsiteY4" fmla="*/ 809625 h 828090"/>
                    <a:gd name="connsiteX0" fmla="*/ 0 w 2255460"/>
                    <a:gd name="connsiteY0" fmla="*/ 954405 h 954405"/>
                    <a:gd name="connsiteX1" fmla="*/ 668512 w 2255460"/>
                    <a:gd name="connsiteY1" fmla="*/ 0 h 954405"/>
                    <a:gd name="connsiteX2" fmla="*/ 2255460 w 2255460"/>
                    <a:gd name="connsiteY2" fmla="*/ 20370 h 954405"/>
                    <a:gd name="connsiteX3" fmla="*/ 1577079 w 2255460"/>
                    <a:gd name="connsiteY3" fmla="*/ 828090 h 954405"/>
                    <a:gd name="connsiteX4" fmla="*/ 0 w 2255460"/>
                    <a:gd name="connsiteY4" fmla="*/ 954405 h 954405"/>
                    <a:gd name="connsiteX0" fmla="*/ 0 w 2255460"/>
                    <a:gd name="connsiteY0" fmla="*/ 954405 h 954405"/>
                    <a:gd name="connsiteX1" fmla="*/ 668512 w 2255460"/>
                    <a:gd name="connsiteY1" fmla="*/ 0 h 954405"/>
                    <a:gd name="connsiteX2" fmla="*/ 2255460 w 2255460"/>
                    <a:gd name="connsiteY2" fmla="*/ 20370 h 954405"/>
                    <a:gd name="connsiteX3" fmla="*/ 1652490 w 2255460"/>
                    <a:gd name="connsiteY3" fmla="*/ 942390 h 954405"/>
                    <a:gd name="connsiteX4" fmla="*/ 0 w 2255460"/>
                    <a:gd name="connsiteY4" fmla="*/ 954405 h 954405"/>
                    <a:gd name="connsiteX0" fmla="*/ 0 w 2255460"/>
                    <a:gd name="connsiteY0" fmla="*/ 948690 h 948690"/>
                    <a:gd name="connsiteX1" fmla="*/ 668511 w 2255460"/>
                    <a:gd name="connsiteY1" fmla="*/ 0 h 948690"/>
                    <a:gd name="connsiteX2" fmla="*/ 2255460 w 2255460"/>
                    <a:gd name="connsiteY2" fmla="*/ 14655 h 948690"/>
                    <a:gd name="connsiteX3" fmla="*/ 1652490 w 2255460"/>
                    <a:gd name="connsiteY3" fmla="*/ 936675 h 948690"/>
                    <a:gd name="connsiteX4" fmla="*/ 0 w 2255460"/>
                    <a:gd name="connsiteY4" fmla="*/ 948690 h 948690"/>
                    <a:gd name="connsiteX0" fmla="*/ 0 w 2255460"/>
                    <a:gd name="connsiteY0" fmla="*/ 948690 h 948690"/>
                    <a:gd name="connsiteX1" fmla="*/ 668511 w 2255460"/>
                    <a:gd name="connsiteY1" fmla="*/ 0 h 948690"/>
                    <a:gd name="connsiteX2" fmla="*/ 2255460 w 2255460"/>
                    <a:gd name="connsiteY2" fmla="*/ 14655 h 948690"/>
                    <a:gd name="connsiteX3" fmla="*/ 1621009 w 2255460"/>
                    <a:gd name="connsiteY3" fmla="*/ 940810 h 948690"/>
                    <a:gd name="connsiteX4" fmla="*/ 0 w 2255460"/>
                    <a:gd name="connsiteY4" fmla="*/ 948690 h 948690"/>
                    <a:gd name="connsiteX0" fmla="*/ 0 w 2255460"/>
                    <a:gd name="connsiteY0" fmla="*/ 948690 h 948690"/>
                    <a:gd name="connsiteX1" fmla="*/ 668511 w 2255460"/>
                    <a:gd name="connsiteY1" fmla="*/ 0 h 948690"/>
                    <a:gd name="connsiteX2" fmla="*/ 2255460 w 2255460"/>
                    <a:gd name="connsiteY2" fmla="*/ 14655 h 948690"/>
                    <a:gd name="connsiteX3" fmla="*/ 1633601 w 2255460"/>
                    <a:gd name="connsiteY3" fmla="*/ 947013 h 948690"/>
                    <a:gd name="connsiteX4" fmla="*/ 0 w 2255460"/>
                    <a:gd name="connsiteY4" fmla="*/ 948690 h 948690"/>
                    <a:gd name="connsiteX0" fmla="*/ 0 w 2236572"/>
                    <a:gd name="connsiteY0" fmla="*/ 948690 h 948690"/>
                    <a:gd name="connsiteX1" fmla="*/ 668511 w 2236572"/>
                    <a:gd name="connsiteY1" fmla="*/ 0 h 948690"/>
                    <a:gd name="connsiteX2" fmla="*/ 2236572 w 2236572"/>
                    <a:gd name="connsiteY2" fmla="*/ 18790 h 948690"/>
                    <a:gd name="connsiteX3" fmla="*/ 1633601 w 2236572"/>
                    <a:gd name="connsiteY3" fmla="*/ 947013 h 948690"/>
                    <a:gd name="connsiteX4" fmla="*/ 0 w 2236572"/>
                    <a:gd name="connsiteY4" fmla="*/ 948690 h 948690"/>
                    <a:gd name="connsiteX0" fmla="*/ 0 w 2236572"/>
                    <a:gd name="connsiteY0" fmla="*/ 950758 h 950758"/>
                    <a:gd name="connsiteX1" fmla="*/ 750360 w 2236572"/>
                    <a:gd name="connsiteY1" fmla="*/ 0 h 950758"/>
                    <a:gd name="connsiteX2" fmla="*/ 2236572 w 2236572"/>
                    <a:gd name="connsiteY2" fmla="*/ 20858 h 950758"/>
                    <a:gd name="connsiteX3" fmla="*/ 1633601 w 2236572"/>
                    <a:gd name="connsiteY3" fmla="*/ 949081 h 950758"/>
                    <a:gd name="connsiteX4" fmla="*/ 0 w 2236572"/>
                    <a:gd name="connsiteY4" fmla="*/ 950758 h 950758"/>
                    <a:gd name="connsiteX0" fmla="*/ 0 w 2223981"/>
                    <a:gd name="connsiteY0" fmla="*/ 946622 h 949081"/>
                    <a:gd name="connsiteX1" fmla="*/ 737769 w 2223981"/>
                    <a:gd name="connsiteY1" fmla="*/ 0 h 949081"/>
                    <a:gd name="connsiteX2" fmla="*/ 2223981 w 2223981"/>
                    <a:gd name="connsiteY2" fmla="*/ 20858 h 949081"/>
                    <a:gd name="connsiteX3" fmla="*/ 1621010 w 2223981"/>
                    <a:gd name="connsiteY3" fmla="*/ 949081 h 949081"/>
                    <a:gd name="connsiteX4" fmla="*/ 0 w 2223981"/>
                    <a:gd name="connsiteY4" fmla="*/ 946622 h 949081"/>
                    <a:gd name="connsiteX0" fmla="*/ 0 w 2223981"/>
                    <a:gd name="connsiteY0" fmla="*/ 925764 h 928223"/>
                    <a:gd name="connsiteX1" fmla="*/ 722028 w 2223981"/>
                    <a:gd name="connsiteY1" fmla="*/ 8089 h 928223"/>
                    <a:gd name="connsiteX2" fmla="*/ 2223981 w 2223981"/>
                    <a:gd name="connsiteY2" fmla="*/ 0 h 928223"/>
                    <a:gd name="connsiteX3" fmla="*/ 1621010 w 2223981"/>
                    <a:gd name="connsiteY3" fmla="*/ 928223 h 928223"/>
                    <a:gd name="connsiteX4" fmla="*/ 0 w 2223981"/>
                    <a:gd name="connsiteY4" fmla="*/ 925764 h 928223"/>
                    <a:gd name="connsiteX0" fmla="*/ 0 w 2223981"/>
                    <a:gd name="connsiteY0" fmla="*/ 919561 h 922020"/>
                    <a:gd name="connsiteX1" fmla="*/ 722028 w 2223981"/>
                    <a:gd name="connsiteY1" fmla="*/ 1886 h 922020"/>
                    <a:gd name="connsiteX2" fmla="*/ 2223981 w 2223981"/>
                    <a:gd name="connsiteY2" fmla="*/ 0 h 922020"/>
                    <a:gd name="connsiteX3" fmla="*/ 1621010 w 2223981"/>
                    <a:gd name="connsiteY3" fmla="*/ 922020 h 922020"/>
                    <a:gd name="connsiteX4" fmla="*/ 0 w 2223981"/>
                    <a:gd name="connsiteY4" fmla="*/ 919561 h 922020"/>
                    <a:gd name="connsiteX0" fmla="*/ 0 w 2223981"/>
                    <a:gd name="connsiteY0" fmla="*/ 923878 h 926337"/>
                    <a:gd name="connsiteX1" fmla="*/ 722027 w 2223981"/>
                    <a:gd name="connsiteY1" fmla="*/ 0 h 926337"/>
                    <a:gd name="connsiteX2" fmla="*/ 2223981 w 2223981"/>
                    <a:gd name="connsiteY2" fmla="*/ 4317 h 926337"/>
                    <a:gd name="connsiteX3" fmla="*/ 1621010 w 2223981"/>
                    <a:gd name="connsiteY3" fmla="*/ 926337 h 926337"/>
                    <a:gd name="connsiteX4" fmla="*/ 0 w 2223981"/>
                    <a:gd name="connsiteY4" fmla="*/ 923878 h 9263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23981" h="926337">
                      <a:moveTo>
                        <a:pt x="0" y="923878"/>
                      </a:moveTo>
                      <a:lnTo>
                        <a:pt x="722027" y="0"/>
                      </a:lnTo>
                      <a:lnTo>
                        <a:pt x="2223981" y="4317"/>
                      </a:lnTo>
                      <a:lnTo>
                        <a:pt x="1621010" y="926337"/>
                      </a:lnTo>
                      <a:lnTo>
                        <a:pt x="0" y="923878"/>
                      </a:lnTo>
                      <a:close/>
                    </a:path>
                  </a:pathLst>
                </a:cu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231" name="直線コネクタ 230">
                  <a:extLst>
                    <a:ext uri="{FF2B5EF4-FFF2-40B4-BE49-F238E27FC236}">
                      <ns2:creationId id="{92820A66-244F-7348-7DA2-655D7A2301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666914" y="4194264"/>
                  <a:ext cx="2136737" cy="1060826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" name="直線コネクタ 231">
                  <a:extLst>
                    <a:ext uri="{FF2B5EF4-FFF2-40B4-BE49-F238E27FC236}">
                      <ns2:creationId id="{7BCEE3E5-FCB0-BF7C-F7F7-E1551C8C74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674299" y="3698993"/>
                  <a:ext cx="2129352" cy="1012767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直線コネクタ 232">
                  <a:extLst>
                    <a:ext uri="{FF2B5EF4-FFF2-40B4-BE49-F238E27FC236}">
                      <ns2:creationId id="{2D00227A-BFB1-EFCB-F095-5D562746D6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656671" y="3190636"/>
                  <a:ext cx="2146980" cy="905604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直線コネクタ 233">
                  <a:extLst>
                    <a:ext uri="{FF2B5EF4-FFF2-40B4-BE49-F238E27FC236}">
                      <ns2:creationId id="{A1A1F13F-7487-7A9C-79FF-60D1662CBB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40191" y="1733312"/>
                  <a:ext cx="1795873" cy="1023799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" name="直線コネクタ 234">
                  <a:extLst>
                    <a:ext uri="{FF2B5EF4-FFF2-40B4-BE49-F238E27FC236}">
                      <ns2:creationId id="{7EC15487-9996-469D-9FCD-995589F262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23910" y="1948485"/>
                  <a:ext cx="1775281" cy="1018785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直線コネクタ 235">
                  <a:extLst>
                    <a:ext uri="{FF2B5EF4-FFF2-40B4-BE49-F238E27FC236}">
                      <ns2:creationId id="{D069A8D2-4ECF-D959-4D35-61E252408A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47983" y="2181107"/>
                  <a:ext cx="1729594" cy="1020837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直線コネクタ 236">
                  <a:extLst>
                    <a:ext uri="{FF2B5EF4-FFF2-40B4-BE49-F238E27FC236}">
                      <ns2:creationId id="{FC696F00-E7A3-C569-DE42-BBE286FE1D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86454" y="1742085"/>
                  <a:ext cx="2019619" cy="929798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直線コネクタ 237">
                  <a:extLst>
                    <a:ext uri="{FF2B5EF4-FFF2-40B4-BE49-F238E27FC236}">
                      <ns2:creationId id="{D946936C-5713-83A7-4DC4-DBD4038728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49017" y="1988502"/>
                  <a:ext cx="2019619" cy="929798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直線コネクタ 238">
                  <a:extLst>
                    <a:ext uri="{FF2B5EF4-FFF2-40B4-BE49-F238E27FC236}">
                      <ns2:creationId id="{9250C7B4-47C0-4001-A62C-BB5E8620C4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85022" y="2235574"/>
                  <a:ext cx="2019619" cy="929798"/>
                </a:xfrm>
                <a:prstGeom prst="line">
                  <a:avLst/>
                </a:prstGeom>
                <a:ln w="317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0" name="正方形/長方形 98">
                  <a:extLst>
                    <a:ext uri="{FF2B5EF4-FFF2-40B4-BE49-F238E27FC236}">
                      <ns2:creationId id="{24C57916-FC39-5D50-41FE-11584BB91B86}"/>
                    </a:ext>
                  </a:extLst>
                </p:cNvPr>
                <p:cNvSpPr/>
                <p:nvPr/>
              </p:nvSpPr>
              <p:spPr>
                <a:xfrm>
                  <a:off x="4832168" y="3115072"/>
                  <a:ext cx="1791425" cy="1599777"/>
                </a:xfrm>
                <a:custGeom>
                  <a:avLst/>
                  <a:gdLst>
                    <a:gd name="connsiteX0" fmla="*/ 0 w 245745"/>
                    <a:gd name="connsiteY0" fmla="*/ 0 h 108000"/>
                    <a:gd name="connsiteX1" fmla="*/ 245745 w 245745"/>
                    <a:gd name="connsiteY1" fmla="*/ 0 h 108000"/>
                    <a:gd name="connsiteX2" fmla="*/ 245745 w 245745"/>
                    <a:gd name="connsiteY2" fmla="*/ 108000 h 108000"/>
                    <a:gd name="connsiteX3" fmla="*/ 0 w 245745"/>
                    <a:gd name="connsiteY3" fmla="*/ 108000 h 108000"/>
                    <a:gd name="connsiteX4" fmla="*/ 0 w 245745"/>
                    <a:gd name="connsiteY4" fmla="*/ 0 h 108000"/>
                    <a:gd name="connsiteX0" fmla="*/ 0 w 245745"/>
                    <a:gd name="connsiteY0" fmla="*/ 327660 h 435660"/>
                    <a:gd name="connsiteX1" fmla="*/ 152400 w 245745"/>
                    <a:gd name="connsiteY1" fmla="*/ 0 h 435660"/>
                    <a:gd name="connsiteX2" fmla="*/ 245745 w 245745"/>
                    <a:gd name="connsiteY2" fmla="*/ 435660 h 435660"/>
                    <a:gd name="connsiteX3" fmla="*/ 0 w 245745"/>
                    <a:gd name="connsiteY3" fmla="*/ 435660 h 435660"/>
                    <a:gd name="connsiteX4" fmla="*/ 0 w 245745"/>
                    <a:gd name="connsiteY4" fmla="*/ 327660 h 435660"/>
                    <a:gd name="connsiteX0" fmla="*/ 0 w 1028700"/>
                    <a:gd name="connsiteY0" fmla="*/ 424815 h 435660"/>
                    <a:gd name="connsiteX1" fmla="*/ 935355 w 1028700"/>
                    <a:gd name="connsiteY1" fmla="*/ 0 h 435660"/>
                    <a:gd name="connsiteX2" fmla="*/ 1028700 w 1028700"/>
                    <a:gd name="connsiteY2" fmla="*/ 435660 h 435660"/>
                    <a:gd name="connsiteX3" fmla="*/ 782955 w 1028700"/>
                    <a:gd name="connsiteY3" fmla="*/ 435660 h 435660"/>
                    <a:gd name="connsiteX4" fmla="*/ 0 w 1028700"/>
                    <a:gd name="connsiteY4" fmla="*/ 424815 h 435660"/>
                    <a:gd name="connsiteX0" fmla="*/ 0 w 1028700"/>
                    <a:gd name="connsiteY0" fmla="*/ 424815 h 870000"/>
                    <a:gd name="connsiteX1" fmla="*/ 935355 w 1028700"/>
                    <a:gd name="connsiteY1" fmla="*/ 0 h 870000"/>
                    <a:gd name="connsiteX2" fmla="*/ 1028700 w 1028700"/>
                    <a:gd name="connsiteY2" fmla="*/ 435660 h 870000"/>
                    <a:gd name="connsiteX3" fmla="*/ 822960 w 1028700"/>
                    <a:gd name="connsiteY3" fmla="*/ 870000 h 870000"/>
                    <a:gd name="connsiteX4" fmla="*/ 0 w 1028700"/>
                    <a:gd name="connsiteY4" fmla="*/ 424815 h 870000"/>
                    <a:gd name="connsiteX0" fmla="*/ 0 w 1744980"/>
                    <a:gd name="connsiteY0" fmla="*/ 424815 h 870000"/>
                    <a:gd name="connsiteX1" fmla="*/ 935355 w 1744980"/>
                    <a:gd name="connsiteY1" fmla="*/ 0 h 870000"/>
                    <a:gd name="connsiteX2" fmla="*/ 1744980 w 1744980"/>
                    <a:gd name="connsiteY2" fmla="*/ 469950 h 870000"/>
                    <a:gd name="connsiteX3" fmla="*/ 822960 w 1744980"/>
                    <a:gd name="connsiteY3" fmla="*/ 870000 h 870000"/>
                    <a:gd name="connsiteX4" fmla="*/ 0 w 1744980"/>
                    <a:gd name="connsiteY4" fmla="*/ 424815 h 870000"/>
                    <a:gd name="connsiteX0" fmla="*/ 0 w 1744980"/>
                    <a:gd name="connsiteY0" fmla="*/ 381395 h 826580"/>
                    <a:gd name="connsiteX1" fmla="*/ 503215 w 1744980"/>
                    <a:gd name="connsiteY1" fmla="*/ 0 h 826580"/>
                    <a:gd name="connsiteX2" fmla="*/ 1744980 w 1744980"/>
                    <a:gd name="connsiteY2" fmla="*/ 426530 h 826580"/>
                    <a:gd name="connsiteX3" fmla="*/ 822960 w 1744980"/>
                    <a:gd name="connsiteY3" fmla="*/ 826580 h 826580"/>
                    <a:gd name="connsiteX4" fmla="*/ 0 w 1744980"/>
                    <a:gd name="connsiteY4" fmla="*/ 381395 h 826580"/>
                    <a:gd name="connsiteX0" fmla="*/ 0 w 1250810"/>
                    <a:gd name="connsiteY0" fmla="*/ 273878 h 826580"/>
                    <a:gd name="connsiteX1" fmla="*/ 9045 w 1250810"/>
                    <a:gd name="connsiteY1" fmla="*/ 0 h 826580"/>
                    <a:gd name="connsiteX2" fmla="*/ 1250810 w 1250810"/>
                    <a:gd name="connsiteY2" fmla="*/ 426530 h 826580"/>
                    <a:gd name="connsiteX3" fmla="*/ 328790 w 1250810"/>
                    <a:gd name="connsiteY3" fmla="*/ 826580 h 826580"/>
                    <a:gd name="connsiteX4" fmla="*/ 0 w 1250810"/>
                    <a:gd name="connsiteY4" fmla="*/ 273878 h 826580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706657"/>
                    <a:gd name="connsiteX1" fmla="*/ 0 w 1252104"/>
                    <a:gd name="connsiteY1" fmla="*/ 0 h 706657"/>
                    <a:gd name="connsiteX2" fmla="*/ 1252104 w 1252104"/>
                    <a:gd name="connsiteY2" fmla="*/ 430665 h 706657"/>
                    <a:gd name="connsiteX3" fmla="*/ 795306 w 1252104"/>
                    <a:gd name="connsiteY3" fmla="*/ 706657 h 706657"/>
                    <a:gd name="connsiteX4" fmla="*/ 1294 w 1252104"/>
                    <a:gd name="connsiteY4" fmla="*/ 278013 h 706657"/>
                    <a:gd name="connsiteX0" fmla="*/ 1294 w 805490"/>
                    <a:gd name="connsiteY0" fmla="*/ 278013 h 706657"/>
                    <a:gd name="connsiteX1" fmla="*/ 0 w 805490"/>
                    <a:gd name="connsiteY1" fmla="*/ 0 h 706657"/>
                    <a:gd name="connsiteX2" fmla="*/ 805490 w 805490"/>
                    <a:gd name="connsiteY2" fmla="*/ 420327 h 706657"/>
                    <a:gd name="connsiteX3" fmla="*/ 795306 w 805490"/>
                    <a:gd name="connsiteY3" fmla="*/ 706657 h 706657"/>
                    <a:gd name="connsiteX4" fmla="*/ 1294 w 805490"/>
                    <a:gd name="connsiteY4" fmla="*/ 278013 h 706657"/>
                    <a:gd name="connsiteX0" fmla="*/ 1294 w 799287"/>
                    <a:gd name="connsiteY0" fmla="*/ 278013 h 706657"/>
                    <a:gd name="connsiteX1" fmla="*/ 0 w 799287"/>
                    <a:gd name="connsiteY1" fmla="*/ 0 h 706657"/>
                    <a:gd name="connsiteX2" fmla="*/ 799287 w 799287"/>
                    <a:gd name="connsiteY2" fmla="*/ 472018 h 706657"/>
                    <a:gd name="connsiteX3" fmla="*/ 795306 w 799287"/>
                    <a:gd name="connsiteY3" fmla="*/ 706657 h 706657"/>
                    <a:gd name="connsiteX4" fmla="*/ 1294 w 799287"/>
                    <a:gd name="connsiteY4" fmla="*/ 278013 h 706657"/>
                    <a:gd name="connsiteX0" fmla="*/ 1294 w 803422"/>
                    <a:gd name="connsiteY0" fmla="*/ 278013 h 706657"/>
                    <a:gd name="connsiteX1" fmla="*/ 0 w 803422"/>
                    <a:gd name="connsiteY1" fmla="*/ 0 h 706657"/>
                    <a:gd name="connsiteX2" fmla="*/ 803422 w 803422"/>
                    <a:gd name="connsiteY2" fmla="*/ 461680 h 706657"/>
                    <a:gd name="connsiteX3" fmla="*/ 795306 w 803422"/>
                    <a:gd name="connsiteY3" fmla="*/ 706657 h 706657"/>
                    <a:gd name="connsiteX4" fmla="*/ 1294 w 803422"/>
                    <a:gd name="connsiteY4" fmla="*/ 278013 h 706657"/>
                    <a:gd name="connsiteX0" fmla="*/ 23 w 808354"/>
                    <a:gd name="connsiteY0" fmla="*/ 273878 h 706657"/>
                    <a:gd name="connsiteX1" fmla="*/ 4932 w 808354"/>
                    <a:gd name="connsiteY1" fmla="*/ 0 h 706657"/>
                    <a:gd name="connsiteX2" fmla="*/ 808354 w 808354"/>
                    <a:gd name="connsiteY2" fmla="*/ 461680 h 706657"/>
                    <a:gd name="connsiteX3" fmla="*/ 800238 w 808354"/>
                    <a:gd name="connsiteY3" fmla="*/ 706657 h 706657"/>
                    <a:gd name="connsiteX4" fmla="*/ 23 w 808354"/>
                    <a:gd name="connsiteY4" fmla="*/ 273878 h 706657"/>
                    <a:gd name="connsiteX0" fmla="*/ 34 w 808365"/>
                    <a:gd name="connsiteY0" fmla="*/ 275946 h 708725"/>
                    <a:gd name="connsiteX1" fmla="*/ 2875 w 808365"/>
                    <a:gd name="connsiteY1" fmla="*/ 0 h 708725"/>
                    <a:gd name="connsiteX2" fmla="*/ 808365 w 808365"/>
                    <a:gd name="connsiteY2" fmla="*/ 463748 h 708725"/>
                    <a:gd name="connsiteX3" fmla="*/ 800249 w 808365"/>
                    <a:gd name="connsiteY3" fmla="*/ 708725 h 708725"/>
                    <a:gd name="connsiteX4" fmla="*/ 34 w 808365"/>
                    <a:gd name="connsiteY4" fmla="*/ 275946 h 708725"/>
                    <a:gd name="connsiteX0" fmla="*/ 3362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3362 w 805490"/>
                    <a:gd name="connsiteY4" fmla="*/ 275946 h 708725"/>
                    <a:gd name="connsiteX0" fmla="*/ 1295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1295 w 805490"/>
                    <a:gd name="connsiteY4" fmla="*/ 275946 h 708725"/>
                    <a:gd name="connsiteX0" fmla="*/ 1295 w 808927"/>
                    <a:gd name="connsiteY0" fmla="*/ 275946 h 708725"/>
                    <a:gd name="connsiteX1" fmla="*/ 0 w 808927"/>
                    <a:gd name="connsiteY1" fmla="*/ 0 h 708725"/>
                    <a:gd name="connsiteX2" fmla="*/ 808927 w 808927"/>
                    <a:gd name="connsiteY2" fmla="*/ 448281 h 708725"/>
                    <a:gd name="connsiteX3" fmla="*/ 797374 w 808927"/>
                    <a:gd name="connsiteY3" fmla="*/ 708725 h 708725"/>
                    <a:gd name="connsiteX4" fmla="*/ 1295 w 808927"/>
                    <a:gd name="connsiteY4" fmla="*/ 275946 h 708725"/>
                    <a:gd name="connsiteX0" fmla="*/ 1295 w 809404"/>
                    <a:gd name="connsiteY0" fmla="*/ 275946 h 729348"/>
                    <a:gd name="connsiteX1" fmla="*/ 0 w 809404"/>
                    <a:gd name="connsiteY1" fmla="*/ 0 h 729348"/>
                    <a:gd name="connsiteX2" fmla="*/ 808927 w 809404"/>
                    <a:gd name="connsiteY2" fmla="*/ 448281 h 729348"/>
                    <a:gd name="connsiteX3" fmla="*/ 809404 w 809404"/>
                    <a:gd name="connsiteY3" fmla="*/ 729348 h 729348"/>
                    <a:gd name="connsiteX4" fmla="*/ 1295 w 809404"/>
                    <a:gd name="connsiteY4" fmla="*/ 275946 h 729348"/>
                    <a:gd name="connsiteX0" fmla="*/ 1295 w 808927"/>
                    <a:gd name="connsiteY0" fmla="*/ 275946 h 727629"/>
                    <a:gd name="connsiteX1" fmla="*/ 0 w 808927"/>
                    <a:gd name="connsiteY1" fmla="*/ 0 h 727629"/>
                    <a:gd name="connsiteX2" fmla="*/ 808927 w 808927"/>
                    <a:gd name="connsiteY2" fmla="*/ 448281 h 727629"/>
                    <a:gd name="connsiteX3" fmla="*/ 807685 w 808927"/>
                    <a:gd name="connsiteY3" fmla="*/ 727629 h 727629"/>
                    <a:gd name="connsiteX4" fmla="*/ 1295 w 808927"/>
                    <a:gd name="connsiteY4" fmla="*/ 275946 h 727629"/>
                    <a:gd name="connsiteX0" fmla="*/ 2154 w 808927"/>
                    <a:gd name="connsiteY0" fmla="*/ 257042 h 727629"/>
                    <a:gd name="connsiteX1" fmla="*/ 0 w 808927"/>
                    <a:gd name="connsiteY1" fmla="*/ 0 h 727629"/>
                    <a:gd name="connsiteX2" fmla="*/ 808927 w 808927"/>
                    <a:gd name="connsiteY2" fmla="*/ 448281 h 727629"/>
                    <a:gd name="connsiteX3" fmla="*/ 807685 w 808927"/>
                    <a:gd name="connsiteY3" fmla="*/ 727629 h 727629"/>
                    <a:gd name="connsiteX4" fmla="*/ 2154 w 808927"/>
                    <a:gd name="connsiteY4" fmla="*/ 257042 h 727629"/>
                    <a:gd name="connsiteX0" fmla="*/ 1295 w 808068"/>
                    <a:gd name="connsiteY0" fmla="*/ 251027 h 721614"/>
                    <a:gd name="connsiteX1" fmla="*/ 0 w 808068"/>
                    <a:gd name="connsiteY1" fmla="*/ 0 h 721614"/>
                    <a:gd name="connsiteX2" fmla="*/ 808068 w 808068"/>
                    <a:gd name="connsiteY2" fmla="*/ 442266 h 721614"/>
                    <a:gd name="connsiteX3" fmla="*/ 806826 w 808068"/>
                    <a:gd name="connsiteY3" fmla="*/ 721614 h 721614"/>
                    <a:gd name="connsiteX4" fmla="*/ 1295 w 808068"/>
                    <a:gd name="connsiteY4" fmla="*/ 251027 h 7216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8068" h="721614">
                      <a:moveTo>
                        <a:pt x="1295" y="251027"/>
                      </a:moveTo>
                      <a:cubicBezTo>
                        <a:pt x="864" y="158356"/>
                        <a:pt x="431" y="92671"/>
                        <a:pt x="0" y="0"/>
                      </a:cubicBezTo>
                      <a:lnTo>
                        <a:pt x="808068" y="442266"/>
                      </a:lnTo>
                      <a:lnTo>
                        <a:pt x="806826" y="721614"/>
                      </a:lnTo>
                      <a:lnTo>
                        <a:pt x="1295" y="251027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41" name="正方形/長方形 98">
                  <a:extLst>
                    <a:ext uri="{FF2B5EF4-FFF2-40B4-BE49-F238E27FC236}">
                      <ns2:creationId id="{4CB73A5E-8CF0-CA6B-29FD-AD197E64AE69}"/>
                    </a:ext>
                  </a:extLst>
                </p:cNvPr>
                <p:cNvSpPr/>
                <p:nvPr/>
              </p:nvSpPr>
              <p:spPr>
                <a:xfrm flipV="1">
                  <a:off x="6654854" y="3150875"/>
                  <a:ext cx="2137412" cy="1567392"/>
                </a:xfrm>
                <a:custGeom>
                  <a:avLst/>
                  <a:gdLst>
                    <a:gd name="connsiteX0" fmla="*/ 0 w 245745"/>
                    <a:gd name="connsiteY0" fmla="*/ 0 h 108000"/>
                    <a:gd name="connsiteX1" fmla="*/ 245745 w 245745"/>
                    <a:gd name="connsiteY1" fmla="*/ 0 h 108000"/>
                    <a:gd name="connsiteX2" fmla="*/ 245745 w 245745"/>
                    <a:gd name="connsiteY2" fmla="*/ 108000 h 108000"/>
                    <a:gd name="connsiteX3" fmla="*/ 0 w 245745"/>
                    <a:gd name="connsiteY3" fmla="*/ 108000 h 108000"/>
                    <a:gd name="connsiteX4" fmla="*/ 0 w 245745"/>
                    <a:gd name="connsiteY4" fmla="*/ 0 h 108000"/>
                    <a:gd name="connsiteX0" fmla="*/ 0 w 245745"/>
                    <a:gd name="connsiteY0" fmla="*/ 327660 h 435660"/>
                    <a:gd name="connsiteX1" fmla="*/ 152400 w 245745"/>
                    <a:gd name="connsiteY1" fmla="*/ 0 h 435660"/>
                    <a:gd name="connsiteX2" fmla="*/ 245745 w 245745"/>
                    <a:gd name="connsiteY2" fmla="*/ 435660 h 435660"/>
                    <a:gd name="connsiteX3" fmla="*/ 0 w 245745"/>
                    <a:gd name="connsiteY3" fmla="*/ 435660 h 435660"/>
                    <a:gd name="connsiteX4" fmla="*/ 0 w 245745"/>
                    <a:gd name="connsiteY4" fmla="*/ 327660 h 435660"/>
                    <a:gd name="connsiteX0" fmla="*/ 0 w 1028700"/>
                    <a:gd name="connsiteY0" fmla="*/ 424815 h 435660"/>
                    <a:gd name="connsiteX1" fmla="*/ 935355 w 1028700"/>
                    <a:gd name="connsiteY1" fmla="*/ 0 h 435660"/>
                    <a:gd name="connsiteX2" fmla="*/ 1028700 w 1028700"/>
                    <a:gd name="connsiteY2" fmla="*/ 435660 h 435660"/>
                    <a:gd name="connsiteX3" fmla="*/ 782955 w 1028700"/>
                    <a:gd name="connsiteY3" fmla="*/ 435660 h 435660"/>
                    <a:gd name="connsiteX4" fmla="*/ 0 w 1028700"/>
                    <a:gd name="connsiteY4" fmla="*/ 424815 h 435660"/>
                    <a:gd name="connsiteX0" fmla="*/ 0 w 1028700"/>
                    <a:gd name="connsiteY0" fmla="*/ 424815 h 870000"/>
                    <a:gd name="connsiteX1" fmla="*/ 935355 w 1028700"/>
                    <a:gd name="connsiteY1" fmla="*/ 0 h 870000"/>
                    <a:gd name="connsiteX2" fmla="*/ 1028700 w 1028700"/>
                    <a:gd name="connsiteY2" fmla="*/ 435660 h 870000"/>
                    <a:gd name="connsiteX3" fmla="*/ 822960 w 1028700"/>
                    <a:gd name="connsiteY3" fmla="*/ 870000 h 870000"/>
                    <a:gd name="connsiteX4" fmla="*/ 0 w 1028700"/>
                    <a:gd name="connsiteY4" fmla="*/ 424815 h 870000"/>
                    <a:gd name="connsiteX0" fmla="*/ 0 w 1744980"/>
                    <a:gd name="connsiteY0" fmla="*/ 424815 h 870000"/>
                    <a:gd name="connsiteX1" fmla="*/ 935355 w 1744980"/>
                    <a:gd name="connsiteY1" fmla="*/ 0 h 870000"/>
                    <a:gd name="connsiteX2" fmla="*/ 1744980 w 1744980"/>
                    <a:gd name="connsiteY2" fmla="*/ 469950 h 870000"/>
                    <a:gd name="connsiteX3" fmla="*/ 822960 w 1744980"/>
                    <a:gd name="connsiteY3" fmla="*/ 870000 h 870000"/>
                    <a:gd name="connsiteX4" fmla="*/ 0 w 1744980"/>
                    <a:gd name="connsiteY4" fmla="*/ 424815 h 870000"/>
                    <a:gd name="connsiteX0" fmla="*/ 0 w 1744980"/>
                    <a:gd name="connsiteY0" fmla="*/ 381395 h 826580"/>
                    <a:gd name="connsiteX1" fmla="*/ 503215 w 1744980"/>
                    <a:gd name="connsiteY1" fmla="*/ 0 h 826580"/>
                    <a:gd name="connsiteX2" fmla="*/ 1744980 w 1744980"/>
                    <a:gd name="connsiteY2" fmla="*/ 426530 h 826580"/>
                    <a:gd name="connsiteX3" fmla="*/ 822960 w 1744980"/>
                    <a:gd name="connsiteY3" fmla="*/ 826580 h 826580"/>
                    <a:gd name="connsiteX4" fmla="*/ 0 w 1744980"/>
                    <a:gd name="connsiteY4" fmla="*/ 381395 h 826580"/>
                    <a:gd name="connsiteX0" fmla="*/ 0 w 1250810"/>
                    <a:gd name="connsiteY0" fmla="*/ 273878 h 826580"/>
                    <a:gd name="connsiteX1" fmla="*/ 9045 w 1250810"/>
                    <a:gd name="connsiteY1" fmla="*/ 0 h 826580"/>
                    <a:gd name="connsiteX2" fmla="*/ 1250810 w 1250810"/>
                    <a:gd name="connsiteY2" fmla="*/ 426530 h 826580"/>
                    <a:gd name="connsiteX3" fmla="*/ 328790 w 1250810"/>
                    <a:gd name="connsiteY3" fmla="*/ 826580 h 826580"/>
                    <a:gd name="connsiteX4" fmla="*/ 0 w 1250810"/>
                    <a:gd name="connsiteY4" fmla="*/ 273878 h 826580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706657"/>
                    <a:gd name="connsiteX1" fmla="*/ 0 w 1252104"/>
                    <a:gd name="connsiteY1" fmla="*/ 0 h 706657"/>
                    <a:gd name="connsiteX2" fmla="*/ 1252104 w 1252104"/>
                    <a:gd name="connsiteY2" fmla="*/ 430665 h 706657"/>
                    <a:gd name="connsiteX3" fmla="*/ 795306 w 1252104"/>
                    <a:gd name="connsiteY3" fmla="*/ 706657 h 706657"/>
                    <a:gd name="connsiteX4" fmla="*/ 1294 w 1252104"/>
                    <a:gd name="connsiteY4" fmla="*/ 278013 h 706657"/>
                    <a:gd name="connsiteX0" fmla="*/ 1294 w 805490"/>
                    <a:gd name="connsiteY0" fmla="*/ 278013 h 706657"/>
                    <a:gd name="connsiteX1" fmla="*/ 0 w 805490"/>
                    <a:gd name="connsiteY1" fmla="*/ 0 h 706657"/>
                    <a:gd name="connsiteX2" fmla="*/ 805490 w 805490"/>
                    <a:gd name="connsiteY2" fmla="*/ 420327 h 706657"/>
                    <a:gd name="connsiteX3" fmla="*/ 795306 w 805490"/>
                    <a:gd name="connsiteY3" fmla="*/ 706657 h 706657"/>
                    <a:gd name="connsiteX4" fmla="*/ 1294 w 805490"/>
                    <a:gd name="connsiteY4" fmla="*/ 278013 h 706657"/>
                    <a:gd name="connsiteX0" fmla="*/ 1294 w 799287"/>
                    <a:gd name="connsiteY0" fmla="*/ 278013 h 706657"/>
                    <a:gd name="connsiteX1" fmla="*/ 0 w 799287"/>
                    <a:gd name="connsiteY1" fmla="*/ 0 h 706657"/>
                    <a:gd name="connsiteX2" fmla="*/ 799287 w 799287"/>
                    <a:gd name="connsiteY2" fmla="*/ 472018 h 706657"/>
                    <a:gd name="connsiteX3" fmla="*/ 795306 w 799287"/>
                    <a:gd name="connsiteY3" fmla="*/ 706657 h 706657"/>
                    <a:gd name="connsiteX4" fmla="*/ 1294 w 799287"/>
                    <a:gd name="connsiteY4" fmla="*/ 278013 h 706657"/>
                    <a:gd name="connsiteX0" fmla="*/ 1294 w 803422"/>
                    <a:gd name="connsiteY0" fmla="*/ 278013 h 706657"/>
                    <a:gd name="connsiteX1" fmla="*/ 0 w 803422"/>
                    <a:gd name="connsiteY1" fmla="*/ 0 h 706657"/>
                    <a:gd name="connsiteX2" fmla="*/ 803422 w 803422"/>
                    <a:gd name="connsiteY2" fmla="*/ 461680 h 706657"/>
                    <a:gd name="connsiteX3" fmla="*/ 795306 w 803422"/>
                    <a:gd name="connsiteY3" fmla="*/ 706657 h 706657"/>
                    <a:gd name="connsiteX4" fmla="*/ 1294 w 803422"/>
                    <a:gd name="connsiteY4" fmla="*/ 278013 h 706657"/>
                    <a:gd name="connsiteX0" fmla="*/ 23 w 808354"/>
                    <a:gd name="connsiteY0" fmla="*/ 273878 h 706657"/>
                    <a:gd name="connsiteX1" fmla="*/ 4932 w 808354"/>
                    <a:gd name="connsiteY1" fmla="*/ 0 h 706657"/>
                    <a:gd name="connsiteX2" fmla="*/ 808354 w 808354"/>
                    <a:gd name="connsiteY2" fmla="*/ 461680 h 706657"/>
                    <a:gd name="connsiteX3" fmla="*/ 800238 w 808354"/>
                    <a:gd name="connsiteY3" fmla="*/ 706657 h 706657"/>
                    <a:gd name="connsiteX4" fmla="*/ 23 w 808354"/>
                    <a:gd name="connsiteY4" fmla="*/ 273878 h 706657"/>
                    <a:gd name="connsiteX0" fmla="*/ 34 w 808365"/>
                    <a:gd name="connsiteY0" fmla="*/ 275946 h 708725"/>
                    <a:gd name="connsiteX1" fmla="*/ 2875 w 808365"/>
                    <a:gd name="connsiteY1" fmla="*/ 0 h 708725"/>
                    <a:gd name="connsiteX2" fmla="*/ 808365 w 808365"/>
                    <a:gd name="connsiteY2" fmla="*/ 463748 h 708725"/>
                    <a:gd name="connsiteX3" fmla="*/ 800249 w 808365"/>
                    <a:gd name="connsiteY3" fmla="*/ 708725 h 708725"/>
                    <a:gd name="connsiteX4" fmla="*/ 34 w 808365"/>
                    <a:gd name="connsiteY4" fmla="*/ 275946 h 708725"/>
                    <a:gd name="connsiteX0" fmla="*/ 3362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3362 w 805490"/>
                    <a:gd name="connsiteY4" fmla="*/ 275946 h 708725"/>
                    <a:gd name="connsiteX0" fmla="*/ 1295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1295 w 805490"/>
                    <a:gd name="connsiteY4" fmla="*/ 275946 h 708725"/>
                    <a:gd name="connsiteX0" fmla="*/ 1295 w 808927"/>
                    <a:gd name="connsiteY0" fmla="*/ 275946 h 708725"/>
                    <a:gd name="connsiteX1" fmla="*/ 0 w 808927"/>
                    <a:gd name="connsiteY1" fmla="*/ 0 h 708725"/>
                    <a:gd name="connsiteX2" fmla="*/ 808927 w 808927"/>
                    <a:gd name="connsiteY2" fmla="*/ 448281 h 708725"/>
                    <a:gd name="connsiteX3" fmla="*/ 797374 w 808927"/>
                    <a:gd name="connsiteY3" fmla="*/ 708725 h 708725"/>
                    <a:gd name="connsiteX4" fmla="*/ 1295 w 808927"/>
                    <a:gd name="connsiteY4" fmla="*/ 275946 h 708725"/>
                    <a:gd name="connsiteX0" fmla="*/ 1295 w 809404"/>
                    <a:gd name="connsiteY0" fmla="*/ 275946 h 729348"/>
                    <a:gd name="connsiteX1" fmla="*/ 0 w 809404"/>
                    <a:gd name="connsiteY1" fmla="*/ 0 h 729348"/>
                    <a:gd name="connsiteX2" fmla="*/ 808927 w 809404"/>
                    <a:gd name="connsiteY2" fmla="*/ 448281 h 729348"/>
                    <a:gd name="connsiteX3" fmla="*/ 809404 w 809404"/>
                    <a:gd name="connsiteY3" fmla="*/ 729348 h 729348"/>
                    <a:gd name="connsiteX4" fmla="*/ 1295 w 809404"/>
                    <a:gd name="connsiteY4" fmla="*/ 275946 h 729348"/>
                    <a:gd name="connsiteX0" fmla="*/ 1295 w 808927"/>
                    <a:gd name="connsiteY0" fmla="*/ 275946 h 727629"/>
                    <a:gd name="connsiteX1" fmla="*/ 0 w 808927"/>
                    <a:gd name="connsiteY1" fmla="*/ 0 h 727629"/>
                    <a:gd name="connsiteX2" fmla="*/ 808927 w 808927"/>
                    <a:gd name="connsiteY2" fmla="*/ 448281 h 727629"/>
                    <a:gd name="connsiteX3" fmla="*/ 807685 w 808927"/>
                    <a:gd name="connsiteY3" fmla="*/ 727629 h 727629"/>
                    <a:gd name="connsiteX4" fmla="*/ 1295 w 808927"/>
                    <a:gd name="connsiteY4" fmla="*/ 275946 h 727629"/>
                    <a:gd name="connsiteX0" fmla="*/ 109 w 809183"/>
                    <a:gd name="connsiteY0" fmla="*/ 279383 h 727629"/>
                    <a:gd name="connsiteX1" fmla="*/ 256 w 809183"/>
                    <a:gd name="connsiteY1" fmla="*/ 0 h 727629"/>
                    <a:gd name="connsiteX2" fmla="*/ 809183 w 809183"/>
                    <a:gd name="connsiteY2" fmla="*/ 448281 h 727629"/>
                    <a:gd name="connsiteX3" fmla="*/ 807941 w 809183"/>
                    <a:gd name="connsiteY3" fmla="*/ 727629 h 727629"/>
                    <a:gd name="connsiteX4" fmla="*/ 109 w 809183"/>
                    <a:gd name="connsiteY4" fmla="*/ 279383 h 727629"/>
                    <a:gd name="connsiteX0" fmla="*/ 109 w 809183"/>
                    <a:gd name="connsiteY0" fmla="*/ 279383 h 707006"/>
                    <a:gd name="connsiteX1" fmla="*/ 256 w 809183"/>
                    <a:gd name="connsiteY1" fmla="*/ 0 h 707006"/>
                    <a:gd name="connsiteX2" fmla="*/ 809183 w 809183"/>
                    <a:gd name="connsiteY2" fmla="*/ 448281 h 707006"/>
                    <a:gd name="connsiteX3" fmla="*/ 807941 w 809183"/>
                    <a:gd name="connsiteY3" fmla="*/ 707006 h 707006"/>
                    <a:gd name="connsiteX4" fmla="*/ 109 w 809183"/>
                    <a:gd name="connsiteY4" fmla="*/ 279383 h 707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9183" h="707006">
                      <a:moveTo>
                        <a:pt x="109" y="279383"/>
                      </a:moveTo>
                      <a:cubicBezTo>
                        <a:pt x="-322" y="186712"/>
                        <a:pt x="687" y="92671"/>
                        <a:pt x="256" y="0"/>
                      </a:cubicBezTo>
                      <a:lnTo>
                        <a:pt x="809183" y="448281"/>
                      </a:lnTo>
                      <a:lnTo>
                        <a:pt x="807941" y="707006"/>
                      </a:lnTo>
                      <a:lnTo>
                        <a:pt x="109" y="279383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42" name="正方形/長方形 98">
                  <a:extLst>
                    <a:ext uri="{FF2B5EF4-FFF2-40B4-BE49-F238E27FC236}">
                      <ns2:creationId id="{3DBE9598-AB16-CD22-E066-0EC41D9D82DD}"/>
                    </a:ext>
                  </a:extLst>
                </p:cNvPr>
                <p:cNvSpPr/>
                <p:nvPr/>
              </p:nvSpPr>
              <p:spPr>
                <a:xfrm flipV="1">
                  <a:off x="5244864" y="2740870"/>
                  <a:ext cx="477488" cy="2548338"/>
                </a:xfrm>
                <a:custGeom>
                  <a:avLst/>
                  <a:gdLst>
                    <a:gd name="connsiteX0" fmla="*/ 0 w 245745"/>
                    <a:gd name="connsiteY0" fmla="*/ 0 h 108000"/>
                    <a:gd name="connsiteX1" fmla="*/ 245745 w 245745"/>
                    <a:gd name="connsiteY1" fmla="*/ 0 h 108000"/>
                    <a:gd name="connsiteX2" fmla="*/ 245745 w 245745"/>
                    <a:gd name="connsiteY2" fmla="*/ 108000 h 108000"/>
                    <a:gd name="connsiteX3" fmla="*/ 0 w 245745"/>
                    <a:gd name="connsiteY3" fmla="*/ 108000 h 108000"/>
                    <a:gd name="connsiteX4" fmla="*/ 0 w 245745"/>
                    <a:gd name="connsiteY4" fmla="*/ 0 h 108000"/>
                    <a:gd name="connsiteX0" fmla="*/ 0 w 245745"/>
                    <a:gd name="connsiteY0" fmla="*/ 327660 h 435660"/>
                    <a:gd name="connsiteX1" fmla="*/ 152400 w 245745"/>
                    <a:gd name="connsiteY1" fmla="*/ 0 h 435660"/>
                    <a:gd name="connsiteX2" fmla="*/ 245745 w 245745"/>
                    <a:gd name="connsiteY2" fmla="*/ 435660 h 435660"/>
                    <a:gd name="connsiteX3" fmla="*/ 0 w 245745"/>
                    <a:gd name="connsiteY3" fmla="*/ 435660 h 435660"/>
                    <a:gd name="connsiteX4" fmla="*/ 0 w 245745"/>
                    <a:gd name="connsiteY4" fmla="*/ 327660 h 435660"/>
                    <a:gd name="connsiteX0" fmla="*/ 0 w 1028700"/>
                    <a:gd name="connsiteY0" fmla="*/ 424815 h 435660"/>
                    <a:gd name="connsiteX1" fmla="*/ 935355 w 1028700"/>
                    <a:gd name="connsiteY1" fmla="*/ 0 h 435660"/>
                    <a:gd name="connsiteX2" fmla="*/ 1028700 w 1028700"/>
                    <a:gd name="connsiteY2" fmla="*/ 435660 h 435660"/>
                    <a:gd name="connsiteX3" fmla="*/ 782955 w 1028700"/>
                    <a:gd name="connsiteY3" fmla="*/ 435660 h 435660"/>
                    <a:gd name="connsiteX4" fmla="*/ 0 w 1028700"/>
                    <a:gd name="connsiteY4" fmla="*/ 424815 h 435660"/>
                    <a:gd name="connsiteX0" fmla="*/ 0 w 1028700"/>
                    <a:gd name="connsiteY0" fmla="*/ 424815 h 870000"/>
                    <a:gd name="connsiteX1" fmla="*/ 935355 w 1028700"/>
                    <a:gd name="connsiteY1" fmla="*/ 0 h 870000"/>
                    <a:gd name="connsiteX2" fmla="*/ 1028700 w 1028700"/>
                    <a:gd name="connsiteY2" fmla="*/ 435660 h 870000"/>
                    <a:gd name="connsiteX3" fmla="*/ 822960 w 1028700"/>
                    <a:gd name="connsiteY3" fmla="*/ 870000 h 870000"/>
                    <a:gd name="connsiteX4" fmla="*/ 0 w 1028700"/>
                    <a:gd name="connsiteY4" fmla="*/ 424815 h 870000"/>
                    <a:gd name="connsiteX0" fmla="*/ 0 w 1744980"/>
                    <a:gd name="connsiteY0" fmla="*/ 424815 h 870000"/>
                    <a:gd name="connsiteX1" fmla="*/ 935355 w 1744980"/>
                    <a:gd name="connsiteY1" fmla="*/ 0 h 870000"/>
                    <a:gd name="connsiteX2" fmla="*/ 1744980 w 1744980"/>
                    <a:gd name="connsiteY2" fmla="*/ 469950 h 870000"/>
                    <a:gd name="connsiteX3" fmla="*/ 822960 w 1744980"/>
                    <a:gd name="connsiteY3" fmla="*/ 870000 h 870000"/>
                    <a:gd name="connsiteX4" fmla="*/ 0 w 1744980"/>
                    <a:gd name="connsiteY4" fmla="*/ 424815 h 870000"/>
                    <a:gd name="connsiteX0" fmla="*/ 0 w 1744980"/>
                    <a:gd name="connsiteY0" fmla="*/ 381395 h 826580"/>
                    <a:gd name="connsiteX1" fmla="*/ 503215 w 1744980"/>
                    <a:gd name="connsiteY1" fmla="*/ 0 h 826580"/>
                    <a:gd name="connsiteX2" fmla="*/ 1744980 w 1744980"/>
                    <a:gd name="connsiteY2" fmla="*/ 426530 h 826580"/>
                    <a:gd name="connsiteX3" fmla="*/ 822960 w 1744980"/>
                    <a:gd name="connsiteY3" fmla="*/ 826580 h 826580"/>
                    <a:gd name="connsiteX4" fmla="*/ 0 w 1744980"/>
                    <a:gd name="connsiteY4" fmla="*/ 381395 h 826580"/>
                    <a:gd name="connsiteX0" fmla="*/ 0 w 1250810"/>
                    <a:gd name="connsiteY0" fmla="*/ 273878 h 826580"/>
                    <a:gd name="connsiteX1" fmla="*/ 9045 w 1250810"/>
                    <a:gd name="connsiteY1" fmla="*/ 0 h 826580"/>
                    <a:gd name="connsiteX2" fmla="*/ 1250810 w 1250810"/>
                    <a:gd name="connsiteY2" fmla="*/ 426530 h 826580"/>
                    <a:gd name="connsiteX3" fmla="*/ 328790 w 1250810"/>
                    <a:gd name="connsiteY3" fmla="*/ 826580 h 826580"/>
                    <a:gd name="connsiteX4" fmla="*/ 0 w 1250810"/>
                    <a:gd name="connsiteY4" fmla="*/ 273878 h 826580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706657"/>
                    <a:gd name="connsiteX1" fmla="*/ 0 w 1252104"/>
                    <a:gd name="connsiteY1" fmla="*/ 0 h 706657"/>
                    <a:gd name="connsiteX2" fmla="*/ 1252104 w 1252104"/>
                    <a:gd name="connsiteY2" fmla="*/ 430665 h 706657"/>
                    <a:gd name="connsiteX3" fmla="*/ 795306 w 1252104"/>
                    <a:gd name="connsiteY3" fmla="*/ 706657 h 706657"/>
                    <a:gd name="connsiteX4" fmla="*/ 1294 w 1252104"/>
                    <a:gd name="connsiteY4" fmla="*/ 278013 h 706657"/>
                    <a:gd name="connsiteX0" fmla="*/ 1294 w 805490"/>
                    <a:gd name="connsiteY0" fmla="*/ 278013 h 706657"/>
                    <a:gd name="connsiteX1" fmla="*/ 0 w 805490"/>
                    <a:gd name="connsiteY1" fmla="*/ 0 h 706657"/>
                    <a:gd name="connsiteX2" fmla="*/ 805490 w 805490"/>
                    <a:gd name="connsiteY2" fmla="*/ 420327 h 706657"/>
                    <a:gd name="connsiteX3" fmla="*/ 795306 w 805490"/>
                    <a:gd name="connsiteY3" fmla="*/ 706657 h 706657"/>
                    <a:gd name="connsiteX4" fmla="*/ 1294 w 805490"/>
                    <a:gd name="connsiteY4" fmla="*/ 278013 h 706657"/>
                    <a:gd name="connsiteX0" fmla="*/ 1294 w 799287"/>
                    <a:gd name="connsiteY0" fmla="*/ 278013 h 706657"/>
                    <a:gd name="connsiteX1" fmla="*/ 0 w 799287"/>
                    <a:gd name="connsiteY1" fmla="*/ 0 h 706657"/>
                    <a:gd name="connsiteX2" fmla="*/ 799287 w 799287"/>
                    <a:gd name="connsiteY2" fmla="*/ 472018 h 706657"/>
                    <a:gd name="connsiteX3" fmla="*/ 795306 w 799287"/>
                    <a:gd name="connsiteY3" fmla="*/ 706657 h 706657"/>
                    <a:gd name="connsiteX4" fmla="*/ 1294 w 799287"/>
                    <a:gd name="connsiteY4" fmla="*/ 278013 h 706657"/>
                    <a:gd name="connsiteX0" fmla="*/ 1294 w 803422"/>
                    <a:gd name="connsiteY0" fmla="*/ 278013 h 706657"/>
                    <a:gd name="connsiteX1" fmla="*/ 0 w 803422"/>
                    <a:gd name="connsiteY1" fmla="*/ 0 h 706657"/>
                    <a:gd name="connsiteX2" fmla="*/ 803422 w 803422"/>
                    <a:gd name="connsiteY2" fmla="*/ 461680 h 706657"/>
                    <a:gd name="connsiteX3" fmla="*/ 795306 w 803422"/>
                    <a:gd name="connsiteY3" fmla="*/ 706657 h 706657"/>
                    <a:gd name="connsiteX4" fmla="*/ 1294 w 803422"/>
                    <a:gd name="connsiteY4" fmla="*/ 278013 h 706657"/>
                    <a:gd name="connsiteX0" fmla="*/ 23 w 808354"/>
                    <a:gd name="connsiteY0" fmla="*/ 273878 h 706657"/>
                    <a:gd name="connsiteX1" fmla="*/ 4932 w 808354"/>
                    <a:gd name="connsiteY1" fmla="*/ 0 h 706657"/>
                    <a:gd name="connsiteX2" fmla="*/ 808354 w 808354"/>
                    <a:gd name="connsiteY2" fmla="*/ 461680 h 706657"/>
                    <a:gd name="connsiteX3" fmla="*/ 800238 w 808354"/>
                    <a:gd name="connsiteY3" fmla="*/ 706657 h 706657"/>
                    <a:gd name="connsiteX4" fmla="*/ 23 w 808354"/>
                    <a:gd name="connsiteY4" fmla="*/ 273878 h 706657"/>
                    <a:gd name="connsiteX0" fmla="*/ 34 w 808365"/>
                    <a:gd name="connsiteY0" fmla="*/ 275946 h 708725"/>
                    <a:gd name="connsiteX1" fmla="*/ 2875 w 808365"/>
                    <a:gd name="connsiteY1" fmla="*/ 0 h 708725"/>
                    <a:gd name="connsiteX2" fmla="*/ 808365 w 808365"/>
                    <a:gd name="connsiteY2" fmla="*/ 463748 h 708725"/>
                    <a:gd name="connsiteX3" fmla="*/ 800249 w 808365"/>
                    <a:gd name="connsiteY3" fmla="*/ 708725 h 708725"/>
                    <a:gd name="connsiteX4" fmla="*/ 34 w 808365"/>
                    <a:gd name="connsiteY4" fmla="*/ 275946 h 708725"/>
                    <a:gd name="connsiteX0" fmla="*/ 3362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3362 w 805490"/>
                    <a:gd name="connsiteY4" fmla="*/ 275946 h 708725"/>
                    <a:gd name="connsiteX0" fmla="*/ 1295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1295 w 805490"/>
                    <a:gd name="connsiteY4" fmla="*/ 275946 h 708725"/>
                    <a:gd name="connsiteX0" fmla="*/ 1295 w 808927"/>
                    <a:gd name="connsiteY0" fmla="*/ 275946 h 708725"/>
                    <a:gd name="connsiteX1" fmla="*/ 0 w 808927"/>
                    <a:gd name="connsiteY1" fmla="*/ 0 h 708725"/>
                    <a:gd name="connsiteX2" fmla="*/ 808927 w 808927"/>
                    <a:gd name="connsiteY2" fmla="*/ 448281 h 708725"/>
                    <a:gd name="connsiteX3" fmla="*/ 797374 w 808927"/>
                    <a:gd name="connsiteY3" fmla="*/ 708725 h 708725"/>
                    <a:gd name="connsiteX4" fmla="*/ 1295 w 808927"/>
                    <a:gd name="connsiteY4" fmla="*/ 275946 h 708725"/>
                    <a:gd name="connsiteX0" fmla="*/ 1295 w 809404"/>
                    <a:gd name="connsiteY0" fmla="*/ 275946 h 729348"/>
                    <a:gd name="connsiteX1" fmla="*/ 0 w 809404"/>
                    <a:gd name="connsiteY1" fmla="*/ 0 h 729348"/>
                    <a:gd name="connsiteX2" fmla="*/ 808927 w 809404"/>
                    <a:gd name="connsiteY2" fmla="*/ 448281 h 729348"/>
                    <a:gd name="connsiteX3" fmla="*/ 809404 w 809404"/>
                    <a:gd name="connsiteY3" fmla="*/ 729348 h 729348"/>
                    <a:gd name="connsiteX4" fmla="*/ 1295 w 809404"/>
                    <a:gd name="connsiteY4" fmla="*/ 275946 h 729348"/>
                    <a:gd name="connsiteX0" fmla="*/ 1295 w 808927"/>
                    <a:gd name="connsiteY0" fmla="*/ 275946 h 727629"/>
                    <a:gd name="connsiteX1" fmla="*/ 0 w 808927"/>
                    <a:gd name="connsiteY1" fmla="*/ 0 h 727629"/>
                    <a:gd name="connsiteX2" fmla="*/ 808927 w 808927"/>
                    <a:gd name="connsiteY2" fmla="*/ 448281 h 727629"/>
                    <a:gd name="connsiteX3" fmla="*/ 807685 w 808927"/>
                    <a:gd name="connsiteY3" fmla="*/ 727629 h 727629"/>
                    <a:gd name="connsiteX4" fmla="*/ 1295 w 808927"/>
                    <a:gd name="connsiteY4" fmla="*/ 275946 h 727629"/>
                    <a:gd name="connsiteX0" fmla="*/ 109 w 809183"/>
                    <a:gd name="connsiteY0" fmla="*/ 279383 h 727629"/>
                    <a:gd name="connsiteX1" fmla="*/ 256 w 809183"/>
                    <a:gd name="connsiteY1" fmla="*/ 0 h 727629"/>
                    <a:gd name="connsiteX2" fmla="*/ 809183 w 809183"/>
                    <a:gd name="connsiteY2" fmla="*/ 448281 h 727629"/>
                    <a:gd name="connsiteX3" fmla="*/ 807941 w 809183"/>
                    <a:gd name="connsiteY3" fmla="*/ 727629 h 727629"/>
                    <a:gd name="connsiteX4" fmla="*/ 109 w 809183"/>
                    <a:gd name="connsiteY4" fmla="*/ 279383 h 727629"/>
                    <a:gd name="connsiteX0" fmla="*/ 109 w 809183"/>
                    <a:gd name="connsiteY0" fmla="*/ 279383 h 707006"/>
                    <a:gd name="connsiteX1" fmla="*/ 256 w 809183"/>
                    <a:gd name="connsiteY1" fmla="*/ 0 h 707006"/>
                    <a:gd name="connsiteX2" fmla="*/ 809183 w 809183"/>
                    <a:gd name="connsiteY2" fmla="*/ 448281 h 707006"/>
                    <a:gd name="connsiteX3" fmla="*/ 807941 w 809183"/>
                    <a:gd name="connsiteY3" fmla="*/ 707006 h 707006"/>
                    <a:gd name="connsiteX4" fmla="*/ 109 w 809183"/>
                    <a:gd name="connsiteY4" fmla="*/ 279383 h 707006"/>
                    <a:gd name="connsiteX0" fmla="*/ 109 w 973039"/>
                    <a:gd name="connsiteY0" fmla="*/ 279383 h 707006"/>
                    <a:gd name="connsiteX1" fmla="*/ 256 w 973039"/>
                    <a:gd name="connsiteY1" fmla="*/ 0 h 707006"/>
                    <a:gd name="connsiteX2" fmla="*/ 973039 w 973039"/>
                    <a:gd name="connsiteY2" fmla="*/ 599516 h 707006"/>
                    <a:gd name="connsiteX3" fmla="*/ 807941 w 973039"/>
                    <a:gd name="connsiteY3" fmla="*/ 707006 h 707006"/>
                    <a:gd name="connsiteX4" fmla="*/ 109 w 973039"/>
                    <a:gd name="connsiteY4" fmla="*/ 279383 h 707006"/>
                    <a:gd name="connsiteX0" fmla="*/ 1 w 972931"/>
                    <a:gd name="connsiteY0" fmla="*/ 727589 h 1155212"/>
                    <a:gd name="connsiteX1" fmla="*/ 971743 w 972931"/>
                    <a:gd name="connsiteY1" fmla="*/ 0 h 1155212"/>
                    <a:gd name="connsiteX2" fmla="*/ 972931 w 972931"/>
                    <a:gd name="connsiteY2" fmla="*/ 1047722 h 1155212"/>
                    <a:gd name="connsiteX3" fmla="*/ 807833 w 972931"/>
                    <a:gd name="connsiteY3" fmla="*/ 1155212 h 1155212"/>
                    <a:gd name="connsiteX4" fmla="*/ 1 w 972931"/>
                    <a:gd name="connsiteY4" fmla="*/ 727589 h 1155212"/>
                    <a:gd name="connsiteX0" fmla="*/ 1 w 183654"/>
                    <a:gd name="connsiteY0" fmla="*/ 147395 h 1155212"/>
                    <a:gd name="connsiteX1" fmla="*/ 182466 w 183654"/>
                    <a:gd name="connsiteY1" fmla="*/ 0 h 1155212"/>
                    <a:gd name="connsiteX2" fmla="*/ 183654 w 183654"/>
                    <a:gd name="connsiteY2" fmla="*/ 1047722 h 1155212"/>
                    <a:gd name="connsiteX3" fmla="*/ 18556 w 183654"/>
                    <a:gd name="connsiteY3" fmla="*/ 1155212 h 1155212"/>
                    <a:gd name="connsiteX4" fmla="*/ 1 w 183654"/>
                    <a:gd name="connsiteY4" fmla="*/ 147395 h 1155212"/>
                    <a:gd name="connsiteX0" fmla="*/ 0 w 195436"/>
                    <a:gd name="connsiteY0" fmla="*/ 147395 h 1155212"/>
                    <a:gd name="connsiteX1" fmla="*/ 182465 w 195436"/>
                    <a:gd name="connsiteY1" fmla="*/ 0 h 1155212"/>
                    <a:gd name="connsiteX2" fmla="*/ 183653 w 195436"/>
                    <a:gd name="connsiteY2" fmla="*/ 1047722 h 1155212"/>
                    <a:gd name="connsiteX3" fmla="*/ 18555 w 195436"/>
                    <a:gd name="connsiteY3" fmla="*/ 1155212 h 1155212"/>
                    <a:gd name="connsiteX4" fmla="*/ 0 w 195436"/>
                    <a:gd name="connsiteY4" fmla="*/ 147395 h 1155212"/>
                    <a:gd name="connsiteX0" fmla="*/ 0 w 183653"/>
                    <a:gd name="connsiteY0" fmla="*/ 147395 h 1155212"/>
                    <a:gd name="connsiteX1" fmla="*/ 182465 w 183653"/>
                    <a:gd name="connsiteY1" fmla="*/ 0 h 1155212"/>
                    <a:gd name="connsiteX2" fmla="*/ 183653 w 183653"/>
                    <a:gd name="connsiteY2" fmla="*/ 1047722 h 1155212"/>
                    <a:gd name="connsiteX3" fmla="*/ 18555 w 183653"/>
                    <a:gd name="connsiteY3" fmla="*/ 1155212 h 1155212"/>
                    <a:gd name="connsiteX4" fmla="*/ 0 w 183653"/>
                    <a:gd name="connsiteY4" fmla="*/ 147395 h 1155212"/>
                    <a:gd name="connsiteX0" fmla="*/ 3727 w 187380"/>
                    <a:gd name="connsiteY0" fmla="*/ 147395 h 1155212"/>
                    <a:gd name="connsiteX1" fmla="*/ 186192 w 187380"/>
                    <a:gd name="connsiteY1" fmla="*/ 0 h 1155212"/>
                    <a:gd name="connsiteX2" fmla="*/ 187380 w 187380"/>
                    <a:gd name="connsiteY2" fmla="*/ 1047722 h 1155212"/>
                    <a:gd name="connsiteX3" fmla="*/ 22282 w 187380"/>
                    <a:gd name="connsiteY3" fmla="*/ 1155212 h 1155212"/>
                    <a:gd name="connsiteX4" fmla="*/ 3727 w 187380"/>
                    <a:gd name="connsiteY4" fmla="*/ 147395 h 1155212"/>
                    <a:gd name="connsiteX0" fmla="*/ 0 w 183653"/>
                    <a:gd name="connsiteY0" fmla="*/ 147395 h 1155212"/>
                    <a:gd name="connsiteX1" fmla="*/ 182465 w 183653"/>
                    <a:gd name="connsiteY1" fmla="*/ 0 h 1155212"/>
                    <a:gd name="connsiteX2" fmla="*/ 183653 w 183653"/>
                    <a:gd name="connsiteY2" fmla="*/ 1047722 h 1155212"/>
                    <a:gd name="connsiteX3" fmla="*/ 18555 w 183653"/>
                    <a:gd name="connsiteY3" fmla="*/ 1155212 h 1155212"/>
                    <a:gd name="connsiteX4" fmla="*/ 0 w 183653"/>
                    <a:gd name="connsiteY4" fmla="*/ 147395 h 1155212"/>
                    <a:gd name="connsiteX0" fmla="*/ 0 w 180768"/>
                    <a:gd name="connsiteY0" fmla="*/ 141666 h 1155212"/>
                    <a:gd name="connsiteX1" fmla="*/ 179580 w 180768"/>
                    <a:gd name="connsiteY1" fmla="*/ 0 h 1155212"/>
                    <a:gd name="connsiteX2" fmla="*/ 180768 w 180768"/>
                    <a:gd name="connsiteY2" fmla="*/ 1047722 h 1155212"/>
                    <a:gd name="connsiteX3" fmla="*/ 15670 w 180768"/>
                    <a:gd name="connsiteY3" fmla="*/ 1155212 h 1155212"/>
                    <a:gd name="connsiteX4" fmla="*/ 0 w 180768"/>
                    <a:gd name="connsiteY4" fmla="*/ 141666 h 1155212"/>
                    <a:gd name="connsiteX0" fmla="*/ 0 w 180768"/>
                    <a:gd name="connsiteY0" fmla="*/ 135937 h 1149483"/>
                    <a:gd name="connsiteX1" fmla="*/ 179580 w 180768"/>
                    <a:gd name="connsiteY1" fmla="*/ 0 h 1149483"/>
                    <a:gd name="connsiteX2" fmla="*/ 180768 w 180768"/>
                    <a:gd name="connsiteY2" fmla="*/ 1041993 h 1149483"/>
                    <a:gd name="connsiteX3" fmla="*/ 15670 w 180768"/>
                    <a:gd name="connsiteY3" fmla="*/ 1149483 h 1149483"/>
                    <a:gd name="connsiteX4" fmla="*/ 0 w 180768"/>
                    <a:gd name="connsiteY4" fmla="*/ 135937 h 1149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768" h="1149483">
                      <a:moveTo>
                        <a:pt x="0" y="135937"/>
                      </a:moveTo>
                      <a:cubicBezTo>
                        <a:pt x="915" y="132174"/>
                        <a:pt x="180011" y="4451"/>
                        <a:pt x="179580" y="0"/>
                      </a:cubicBezTo>
                      <a:lnTo>
                        <a:pt x="180768" y="1041993"/>
                      </a:lnTo>
                      <a:lnTo>
                        <a:pt x="15670" y="1149483"/>
                      </a:lnTo>
                      <a:lnTo>
                        <a:pt x="0" y="135937"/>
                      </a:lnTo>
                      <a:close/>
                    </a:path>
                  </a:pathLst>
                </a:custGeom>
                <a:solidFill>
                  <a:schemeClr val="accent5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43" name="正方形/長方形 98">
                  <a:extLst>
                    <a:ext uri="{FF2B5EF4-FFF2-40B4-BE49-F238E27FC236}">
                      <ns2:creationId id="{E8C8BBB5-5ED2-F924-7566-50F74B8CE564}"/>
                    </a:ext>
                  </a:extLst>
                </p:cNvPr>
                <p:cNvSpPr/>
                <p:nvPr/>
              </p:nvSpPr>
              <p:spPr>
                <a:xfrm rot="16200000" flipV="1">
                  <a:off x="5538581" y="2172007"/>
                  <a:ext cx="507967" cy="999571"/>
                </a:xfrm>
                <a:custGeom>
                  <a:avLst/>
                  <a:gdLst>
                    <a:gd name="connsiteX0" fmla="*/ 0 w 245745"/>
                    <a:gd name="connsiteY0" fmla="*/ 0 h 108000"/>
                    <a:gd name="connsiteX1" fmla="*/ 245745 w 245745"/>
                    <a:gd name="connsiteY1" fmla="*/ 0 h 108000"/>
                    <a:gd name="connsiteX2" fmla="*/ 245745 w 245745"/>
                    <a:gd name="connsiteY2" fmla="*/ 108000 h 108000"/>
                    <a:gd name="connsiteX3" fmla="*/ 0 w 245745"/>
                    <a:gd name="connsiteY3" fmla="*/ 108000 h 108000"/>
                    <a:gd name="connsiteX4" fmla="*/ 0 w 245745"/>
                    <a:gd name="connsiteY4" fmla="*/ 0 h 108000"/>
                    <a:gd name="connsiteX0" fmla="*/ 0 w 245745"/>
                    <a:gd name="connsiteY0" fmla="*/ 327660 h 435660"/>
                    <a:gd name="connsiteX1" fmla="*/ 152400 w 245745"/>
                    <a:gd name="connsiteY1" fmla="*/ 0 h 435660"/>
                    <a:gd name="connsiteX2" fmla="*/ 245745 w 245745"/>
                    <a:gd name="connsiteY2" fmla="*/ 435660 h 435660"/>
                    <a:gd name="connsiteX3" fmla="*/ 0 w 245745"/>
                    <a:gd name="connsiteY3" fmla="*/ 435660 h 435660"/>
                    <a:gd name="connsiteX4" fmla="*/ 0 w 245745"/>
                    <a:gd name="connsiteY4" fmla="*/ 327660 h 435660"/>
                    <a:gd name="connsiteX0" fmla="*/ 0 w 1028700"/>
                    <a:gd name="connsiteY0" fmla="*/ 424815 h 435660"/>
                    <a:gd name="connsiteX1" fmla="*/ 935355 w 1028700"/>
                    <a:gd name="connsiteY1" fmla="*/ 0 h 435660"/>
                    <a:gd name="connsiteX2" fmla="*/ 1028700 w 1028700"/>
                    <a:gd name="connsiteY2" fmla="*/ 435660 h 435660"/>
                    <a:gd name="connsiteX3" fmla="*/ 782955 w 1028700"/>
                    <a:gd name="connsiteY3" fmla="*/ 435660 h 435660"/>
                    <a:gd name="connsiteX4" fmla="*/ 0 w 1028700"/>
                    <a:gd name="connsiteY4" fmla="*/ 424815 h 435660"/>
                    <a:gd name="connsiteX0" fmla="*/ 0 w 1028700"/>
                    <a:gd name="connsiteY0" fmla="*/ 424815 h 870000"/>
                    <a:gd name="connsiteX1" fmla="*/ 935355 w 1028700"/>
                    <a:gd name="connsiteY1" fmla="*/ 0 h 870000"/>
                    <a:gd name="connsiteX2" fmla="*/ 1028700 w 1028700"/>
                    <a:gd name="connsiteY2" fmla="*/ 435660 h 870000"/>
                    <a:gd name="connsiteX3" fmla="*/ 822960 w 1028700"/>
                    <a:gd name="connsiteY3" fmla="*/ 870000 h 870000"/>
                    <a:gd name="connsiteX4" fmla="*/ 0 w 1028700"/>
                    <a:gd name="connsiteY4" fmla="*/ 424815 h 870000"/>
                    <a:gd name="connsiteX0" fmla="*/ 0 w 1744980"/>
                    <a:gd name="connsiteY0" fmla="*/ 424815 h 870000"/>
                    <a:gd name="connsiteX1" fmla="*/ 935355 w 1744980"/>
                    <a:gd name="connsiteY1" fmla="*/ 0 h 870000"/>
                    <a:gd name="connsiteX2" fmla="*/ 1744980 w 1744980"/>
                    <a:gd name="connsiteY2" fmla="*/ 469950 h 870000"/>
                    <a:gd name="connsiteX3" fmla="*/ 822960 w 1744980"/>
                    <a:gd name="connsiteY3" fmla="*/ 870000 h 870000"/>
                    <a:gd name="connsiteX4" fmla="*/ 0 w 1744980"/>
                    <a:gd name="connsiteY4" fmla="*/ 424815 h 870000"/>
                    <a:gd name="connsiteX0" fmla="*/ 0 w 1744980"/>
                    <a:gd name="connsiteY0" fmla="*/ 381395 h 826580"/>
                    <a:gd name="connsiteX1" fmla="*/ 503215 w 1744980"/>
                    <a:gd name="connsiteY1" fmla="*/ 0 h 826580"/>
                    <a:gd name="connsiteX2" fmla="*/ 1744980 w 1744980"/>
                    <a:gd name="connsiteY2" fmla="*/ 426530 h 826580"/>
                    <a:gd name="connsiteX3" fmla="*/ 822960 w 1744980"/>
                    <a:gd name="connsiteY3" fmla="*/ 826580 h 826580"/>
                    <a:gd name="connsiteX4" fmla="*/ 0 w 1744980"/>
                    <a:gd name="connsiteY4" fmla="*/ 381395 h 826580"/>
                    <a:gd name="connsiteX0" fmla="*/ 0 w 1250810"/>
                    <a:gd name="connsiteY0" fmla="*/ 273878 h 826580"/>
                    <a:gd name="connsiteX1" fmla="*/ 9045 w 1250810"/>
                    <a:gd name="connsiteY1" fmla="*/ 0 h 826580"/>
                    <a:gd name="connsiteX2" fmla="*/ 1250810 w 1250810"/>
                    <a:gd name="connsiteY2" fmla="*/ 426530 h 826580"/>
                    <a:gd name="connsiteX3" fmla="*/ 328790 w 1250810"/>
                    <a:gd name="connsiteY3" fmla="*/ 826580 h 826580"/>
                    <a:gd name="connsiteX4" fmla="*/ 0 w 1250810"/>
                    <a:gd name="connsiteY4" fmla="*/ 273878 h 826580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830715"/>
                    <a:gd name="connsiteX1" fmla="*/ 0 w 1252104"/>
                    <a:gd name="connsiteY1" fmla="*/ 0 h 830715"/>
                    <a:gd name="connsiteX2" fmla="*/ 1252104 w 1252104"/>
                    <a:gd name="connsiteY2" fmla="*/ 430665 h 830715"/>
                    <a:gd name="connsiteX3" fmla="*/ 330084 w 1252104"/>
                    <a:gd name="connsiteY3" fmla="*/ 830715 h 830715"/>
                    <a:gd name="connsiteX4" fmla="*/ 1294 w 1252104"/>
                    <a:gd name="connsiteY4" fmla="*/ 278013 h 830715"/>
                    <a:gd name="connsiteX0" fmla="*/ 1294 w 1252104"/>
                    <a:gd name="connsiteY0" fmla="*/ 278013 h 706657"/>
                    <a:gd name="connsiteX1" fmla="*/ 0 w 1252104"/>
                    <a:gd name="connsiteY1" fmla="*/ 0 h 706657"/>
                    <a:gd name="connsiteX2" fmla="*/ 1252104 w 1252104"/>
                    <a:gd name="connsiteY2" fmla="*/ 430665 h 706657"/>
                    <a:gd name="connsiteX3" fmla="*/ 795306 w 1252104"/>
                    <a:gd name="connsiteY3" fmla="*/ 706657 h 706657"/>
                    <a:gd name="connsiteX4" fmla="*/ 1294 w 1252104"/>
                    <a:gd name="connsiteY4" fmla="*/ 278013 h 706657"/>
                    <a:gd name="connsiteX0" fmla="*/ 1294 w 805490"/>
                    <a:gd name="connsiteY0" fmla="*/ 278013 h 706657"/>
                    <a:gd name="connsiteX1" fmla="*/ 0 w 805490"/>
                    <a:gd name="connsiteY1" fmla="*/ 0 h 706657"/>
                    <a:gd name="connsiteX2" fmla="*/ 805490 w 805490"/>
                    <a:gd name="connsiteY2" fmla="*/ 420327 h 706657"/>
                    <a:gd name="connsiteX3" fmla="*/ 795306 w 805490"/>
                    <a:gd name="connsiteY3" fmla="*/ 706657 h 706657"/>
                    <a:gd name="connsiteX4" fmla="*/ 1294 w 805490"/>
                    <a:gd name="connsiteY4" fmla="*/ 278013 h 706657"/>
                    <a:gd name="connsiteX0" fmla="*/ 1294 w 799287"/>
                    <a:gd name="connsiteY0" fmla="*/ 278013 h 706657"/>
                    <a:gd name="connsiteX1" fmla="*/ 0 w 799287"/>
                    <a:gd name="connsiteY1" fmla="*/ 0 h 706657"/>
                    <a:gd name="connsiteX2" fmla="*/ 799287 w 799287"/>
                    <a:gd name="connsiteY2" fmla="*/ 472018 h 706657"/>
                    <a:gd name="connsiteX3" fmla="*/ 795306 w 799287"/>
                    <a:gd name="connsiteY3" fmla="*/ 706657 h 706657"/>
                    <a:gd name="connsiteX4" fmla="*/ 1294 w 799287"/>
                    <a:gd name="connsiteY4" fmla="*/ 278013 h 706657"/>
                    <a:gd name="connsiteX0" fmla="*/ 1294 w 803422"/>
                    <a:gd name="connsiteY0" fmla="*/ 278013 h 706657"/>
                    <a:gd name="connsiteX1" fmla="*/ 0 w 803422"/>
                    <a:gd name="connsiteY1" fmla="*/ 0 h 706657"/>
                    <a:gd name="connsiteX2" fmla="*/ 803422 w 803422"/>
                    <a:gd name="connsiteY2" fmla="*/ 461680 h 706657"/>
                    <a:gd name="connsiteX3" fmla="*/ 795306 w 803422"/>
                    <a:gd name="connsiteY3" fmla="*/ 706657 h 706657"/>
                    <a:gd name="connsiteX4" fmla="*/ 1294 w 803422"/>
                    <a:gd name="connsiteY4" fmla="*/ 278013 h 706657"/>
                    <a:gd name="connsiteX0" fmla="*/ 23 w 808354"/>
                    <a:gd name="connsiteY0" fmla="*/ 273878 h 706657"/>
                    <a:gd name="connsiteX1" fmla="*/ 4932 w 808354"/>
                    <a:gd name="connsiteY1" fmla="*/ 0 h 706657"/>
                    <a:gd name="connsiteX2" fmla="*/ 808354 w 808354"/>
                    <a:gd name="connsiteY2" fmla="*/ 461680 h 706657"/>
                    <a:gd name="connsiteX3" fmla="*/ 800238 w 808354"/>
                    <a:gd name="connsiteY3" fmla="*/ 706657 h 706657"/>
                    <a:gd name="connsiteX4" fmla="*/ 23 w 808354"/>
                    <a:gd name="connsiteY4" fmla="*/ 273878 h 706657"/>
                    <a:gd name="connsiteX0" fmla="*/ 34 w 808365"/>
                    <a:gd name="connsiteY0" fmla="*/ 275946 h 708725"/>
                    <a:gd name="connsiteX1" fmla="*/ 2875 w 808365"/>
                    <a:gd name="connsiteY1" fmla="*/ 0 h 708725"/>
                    <a:gd name="connsiteX2" fmla="*/ 808365 w 808365"/>
                    <a:gd name="connsiteY2" fmla="*/ 463748 h 708725"/>
                    <a:gd name="connsiteX3" fmla="*/ 800249 w 808365"/>
                    <a:gd name="connsiteY3" fmla="*/ 708725 h 708725"/>
                    <a:gd name="connsiteX4" fmla="*/ 34 w 808365"/>
                    <a:gd name="connsiteY4" fmla="*/ 275946 h 708725"/>
                    <a:gd name="connsiteX0" fmla="*/ 3362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3362 w 805490"/>
                    <a:gd name="connsiteY4" fmla="*/ 275946 h 708725"/>
                    <a:gd name="connsiteX0" fmla="*/ 1295 w 805490"/>
                    <a:gd name="connsiteY0" fmla="*/ 275946 h 708725"/>
                    <a:gd name="connsiteX1" fmla="*/ 0 w 805490"/>
                    <a:gd name="connsiteY1" fmla="*/ 0 h 708725"/>
                    <a:gd name="connsiteX2" fmla="*/ 805490 w 805490"/>
                    <a:gd name="connsiteY2" fmla="*/ 463748 h 708725"/>
                    <a:gd name="connsiteX3" fmla="*/ 797374 w 805490"/>
                    <a:gd name="connsiteY3" fmla="*/ 708725 h 708725"/>
                    <a:gd name="connsiteX4" fmla="*/ 1295 w 805490"/>
                    <a:gd name="connsiteY4" fmla="*/ 275946 h 708725"/>
                    <a:gd name="connsiteX0" fmla="*/ 1295 w 808927"/>
                    <a:gd name="connsiteY0" fmla="*/ 275946 h 708725"/>
                    <a:gd name="connsiteX1" fmla="*/ 0 w 808927"/>
                    <a:gd name="connsiteY1" fmla="*/ 0 h 708725"/>
                    <a:gd name="connsiteX2" fmla="*/ 808927 w 808927"/>
                    <a:gd name="connsiteY2" fmla="*/ 448281 h 708725"/>
                    <a:gd name="connsiteX3" fmla="*/ 797374 w 808927"/>
                    <a:gd name="connsiteY3" fmla="*/ 708725 h 708725"/>
                    <a:gd name="connsiteX4" fmla="*/ 1295 w 808927"/>
                    <a:gd name="connsiteY4" fmla="*/ 275946 h 708725"/>
                    <a:gd name="connsiteX0" fmla="*/ 1295 w 809404"/>
                    <a:gd name="connsiteY0" fmla="*/ 275946 h 729348"/>
                    <a:gd name="connsiteX1" fmla="*/ 0 w 809404"/>
                    <a:gd name="connsiteY1" fmla="*/ 0 h 729348"/>
                    <a:gd name="connsiteX2" fmla="*/ 808927 w 809404"/>
                    <a:gd name="connsiteY2" fmla="*/ 448281 h 729348"/>
                    <a:gd name="connsiteX3" fmla="*/ 809404 w 809404"/>
                    <a:gd name="connsiteY3" fmla="*/ 729348 h 729348"/>
                    <a:gd name="connsiteX4" fmla="*/ 1295 w 809404"/>
                    <a:gd name="connsiteY4" fmla="*/ 275946 h 729348"/>
                    <a:gd name="connsiteX0" fmla="*/ 1295 w 808927"/>
                    <a:gd name="connsiteY0" fmla="*/ 275946 h 727629"/>
                    <a:gd name="connsiteX1" fmla="*/ 0 w 808927"/>
                    <a:gd name="connsiteY1" fmla="*/ 0 h 727629"/>
                    <a:gd name="connsiteX2" fmla="*/ 808927 w 808927"/>
                    <a:gd name="connsiteY2" fmla="*/ 448281 h 727629"/>
                    <a:gd name="connsiteX3" fmla="*/ 807685 w 808927"/>
                    <a:gd name="connsiteY3" fmla="*/ 727629 h 727629"/>
                    <a:gd name="connsiteX4" fmla="*/ 1295 w 808927"/>
                    <a:gd name="connsiteY4" fmla="*/ 275946 h 727629"/>
                    <a:gd name="connsiteX0" fmla="*/ 109 w 809183"/>
                    <a:gd name="connsiteY0" fmla="*/ 279383 h 727629"/>
                    <a:gd name="connsiteX1" fmla="*/ 256 w 809183"/>
                    <a:gd name="connsiteY1" fmla="*/ 0 h 727629"/>
                    <a:gd name="connsiteX2" fmla="*/ 809183 w 809183"/>
                    <a:gd name="connsiteY2" fmla="*/ 448281 h 727629"/>
                    <a:gd name="connsiteX3" fmla="*/ 807941 w 809183"/>
                    <a:gd name="connsiteY3" fmla="*/ 727629 h 727629"/>
                    <a:gd name="connsiteX4" fmla="*/ 109 w 809183"/>
                    <a:gd name="connsiteY4" fmla="*/ 279383 h 727629"/>
                    <a:gd name="connsiteX0" fmla="*/ 109 w 809183"/>
                    <a:gd name="connsiteY0" fmla="*/ 279383 h 707006"/>
                    <a:gd name="connsiteX1" fmla="*/ 256 w 809183"/>
                    <a:gd name="connsiteY1" fmla="*/ 0 h 707006"/>
                    <a:gd name="connsiteX2" fmla="*/ 809183 w 809183"/>
                    <a:gd name="connsiteY2" fmla="*/ 448281 h 707006"/>
                    <a:gd name="connsiteX3" fmla="*/ 807941 w 809183"/>
                    <a:gd name="connsiteY3" fmla="*/ 707006 h 707006"/>
                    <a:gd name="connsiteX4" fmla="*/ 109 w 809183"/>
                    <a:gd name="connsiteY4" fmla="*/ 279383 h 707006"/>
                    <a:gd name="connsiteX0" fmla="*/ 109 w 973039"/>
                    <a:gd name="connsiteY0" fmla="*/ 279383 h 707006"/>
                    <a:gd name="connsiteX1" fmla="*/ 256 w 973039"/>
                    <a:gd name="connsiteY1" fmla="*/ 0 h 707006"/>
                    <a:gd name="connsiteX2" fmla="*/ 973039 w 973039"/>
                    <a:gd name="connsiteY2" fmla="*/ 599516 h 707006"/>
                    <a:gd name="connsiteX3" fmla="*/ 807941 w 973039"/>
                    <a:gd name="connsiteY3" fmla="*/ 707006 h 707006"/>
                    <a:gd name="connsiteX4" fmla="*/ 109 w 973039"/>
                    <a:gd name="connsiteY4" fmla="*/ 279383 h 707006"/>
                    <a:gd name="connsiteX0" fmla="*/ 1 w 972931"/>
                    <a:gd name="connsiteY0" fmla="*/ 727589 h 1155212"/>
                    <a:gd name="connsiteX1" fmla="*/ 971743 w 972931"/>
                    <a:gd name="connsiteY1" fmla="*/ 0 h 1155212"/>
                    <a:gd name="connsiteX2" fmla="*/ 972931 w 972931"/>
                    <a:gd name="connsiteY2" fmla="*/ 1047722 h 1155212"/>
                    <a:gd name="connsiteX3" fmla="*/ 807833 w 972931"/>
                    <a:gd name="connsiteY3" fmla="*/ 1155212 h 1155212"/>
                    <a:gd name="connsiteX4" fmla="*/ 1 w 972931"/>
                    <a:gd name="connsiteY4" fmla="*/ 727589 h 1155212"/>
                    <a:gd name="connsiteX0" fmla="*/ 1 w 183654"/>
                    <a:gd name="connsiteY0" fmla="*/ 147395 h 1155212"/>
                    <a:gd name="connsiteX1" fmla="*/ 182466 w 183654"/>
                    <a:gd name="connsiteY1" fmla="*/ 0 h 1155212"/>
                    <a:gd name="connsiteX2" fmla="*/ 183654 w 183654"/>
                    <a:gd name="connsiteY2" fmla="*/ 1047722 h 1155212"/>
                    <a:gd name="connsiteX3" fmla="*/ 18556 w 183654"/>
                    <a:gd name="connsiteY3" fmla="*/ 1155212 h 1155212"/>
                    <a:gd name="connsiteX4" fmla="*/ 1 w 183654"/>
                    <a:gd name="connsiteY4" fmla="*/ 147395 h 1155212"/>
                    <a:gd name="connsiteX0" fmla="*/ 0 w 195436"/>
                    <a:gd name="connsiteY0" fmla="*/ 147395 h 1155212"/>
                    <a:gd name="connsiteX1" fmla="*/ 182465 w 195436"/>
                    <a:gd name="connsiteY1" fmla="*/ 0 h 1155212"/>
                    <a:gd name="connsiteX2" fmla="*/ 183653 w 195436"/>
                    <a:gd name="connsiteY2" fmla="*/ 1047722 h 1155212"/>
                    <a:gd name="connsiteX3" fmla="*/ 18555 w 195436"/>
                    <a:gd name="connsiteY3" fmla="*/ 1155212 h 1155212"/>
                    <a:gd name="connsiteX4" fmla="*/ 0 w 195436"/>
                    <a:gd name="connsiteY4" fmla="*/ 147395 h 1155212"/>
                    <a:gd name="connsiteX0" fmla="*/ 0 w 183653"/>
                    <a:gd name="connsiteY0" fmla="*/ 147395 h 1155212"/>
                    <a:gd name="connsiteX1" fmla="*/ 182465 w 183653"/>
                    <a:gd name="connsiteY1" fmla="*/ 0 h 1155212"/>
                    <a:gd name="connsiteX2" fmla="*/ 183653 w 183653"/>
                    <a:gd name="connsiteY2" fmla="*/ 1047722 h 1155212"/>
                    <a:gd name="connsiteX3" fmla="*/ 18555 w 183653"/>
                    <a:gd name="connsiteY3" fmla="*/ 1155212 h 1155212"/>
                    <a:gd name="connsiteX4" fmla="*/ 0 w 183653"/>
                    <a:gd name="connsiteY4" fmla="*/ 147395 h 1155212"/>
                    <a:gd name="connsiteX0" fmla="*/ 3727 w 187380"/>
                    <a:gd name="connsiteY0" fmla="*/ 147395 h 1155212"/>
                    <a:gd name="connsiteX1" fmla="*/ 186192 w 187380"/>
                    <a:gd name="connsiteY1" fmla="*/ 0 h 1155212"/>
                    <a:gd name="connsiteX2" fmla="*/ 187380 w 187380"/>
                    <a:gd name="connsiteY2" fmla="*/ 1047722 h 1155212"/>
                    <a:gd name="connsiteX3" fmla="*/ 22282 w 187380"/>
                    <a:gd name="connsiteY3" fmla="*/ 1155212 h 1155212"/>
                    <a:gd name="connsiteX4" fmla="*/ 3727 w 187380"/>
                    <a:gd name="connsiteY4" fmla="*/ 147395 h 1155212"/>
                    <a:gd name="connsiteX0" fmla="*/ 0 w 183653"/>
                    <a:gd name="connsiteY0" fmla="*/ 147395 h 1155212"/>
                    <a:gd name="connsiteX1" fmla="*/ 182465 w 183653"/>
                    <a:gd name="connsiteY1" fmla="*/ 0 h 1155212"/>
                    <a:gd name="connsiteX2" fmla="*/ 183653 w 183653"/>
                    <a:gd name="connsiteY2" fmla="*/ 1047722 h 1155212"/>
                    <a:gd name="connsiteX3" fmla="*/ 18555 w 183653"/>
                    <a:gd name="connsiteY3" fmla="*/ 1155212 h 1155212"/>
                    <a:gd name="connsiteX4" fmla="*/ 0 w 183653"/>
                    <a:gd name="connsiteY4" fmla="*/ 147395 h 1155212"/>
                    <a:gd name="connsiteX0" fmla="*/ 0 w 180768"/>
                    <a:gd name="connsiteY0" fmla="*/ 141666 h 1155212"/>
                    <a:gd name="connsiteX1" fmla="*/ 179580 w 180768"/>
                    <a:gd name="connsiteY1" fmla="*/ 0 h 1155212"/>
                    <a:gd name="connsiteX2" fmla="*/ 180768 w 180768"/>
                    <a:gd name="connsiteY2" fmla="*/ 1047722 h 1155212"/>
                    <a:gd name="connsiteX3" fmla="*/ 15670 w 180768"/>
                    <a:gd name="connsiteY3" fmla="*/ 1155212 h 1155212"/>
                    <a:gd name="connsiteX4" fmla="*/ 0 w 180768"/>
                    <a:gd name="connsiteY4" fmla="*/ 141666 h 1155212"/>
                    <a:gd name="connsiteX0" fmla="*/ 0 w 180768"/>
                    <a:gd name="connsiteY0" fmla="*/ 135937 h 1149483"/>
                    <a:gd name="connsiteX1" fmla="*/ 179580 w 180768"/>
                    <a:gd name="connsiteY1" fmla="*/ 0 h 1149483"/>
                    <a:gd name="connsiteX2" fmla="*/ 180768 w 180768"/>
                    <a:gd name="connsiteY2" fmla="*/ 1041993 h 1149483"/>
                    <a:gd name="connsiteX3" fmla="*/ 15670 w 180768"/>
                    <a:gd name="connsiteY3" fmla="*/ 1149483 h 1149483"/>
                    <a:gd name="connsiteX4" fmla="*/ 0 w 180768"/>
                    <a:gd name="connsiteY4" fmla="*/ 135937 h 1149483"/>
                    <a:gd name="connsiteX0" fmla="*/ 0 w 180768"/>
                    <a:gd name="connsiteY0" fmla="*/ 135937 h 1217367"/>
                    <a:gd name="connsiteX1" fmla="*/ 179580 w 180768"/>
                    <a:gd name="connsiteY1" fmla="*/ 0 h 1217367"/>
                    <a:gd name="connsiteX2" fmla="*/ 180768 w 180768"/>
                    <a:gd name="connsiteY2" fmla="*/ 1041993 h 1217367"/>
                    <a:gd name="connsiteX3" fmla="*/ 89232 w 180768"/>
                    <a:gd name="connsiteY3" fmla="*/ 1217367 h 1217367"/>
                    <a:gd name="connsiteX4" fmla="*/ 0 w 180768"/>
                    <a:gd name="connsiteY4" fmla="*/ 135937 h 1217367"/>
                    <a:gd name="connsiteX0" fmla="*/ 0 w 185816"/>
                    <a:gd name="connsiteY0" fmla="*/ 135937 h 1217367"/>
                    <a:gd name="connsiteX1" fmla="*/ 179580 w 185816"/>
                    <a:gd name="connsiteY1" fmla="*/ 0 h 1217367"/>
                    <a:gd name="connsiteX2" fmla="*/ 185816 w 185816"/>
                    <a:gd name="connsiteY2" fmla="*/ 968952 h 1217367"/>
                    <a:gd name="connsiteX3" fmla="*/ 89232 w 185816"/>
                    <a:gd name="connsiteY3" fmla="*/ 1217367 h 1217367"/>
                    <a:gd name="connsiteX4" fmla="*/ 0 w 185816"/>
                    <a:gd name="connsiteY4" fmla="*/ 135937 h 1217367"/>
                    <a:gd name="connsiteX0" fmla="*/ 0 w 191586"/>
                    <a:gd name="connsiteY0" fmla="*/ 1016997 h 1217367"/>
                    <a:gd name="connsiteX1" fmla="*/ 185350 w 191586"/>
                    <a:gd name="connsiteY1" fmla="*/ 0 h 1217367"/>
                    <a:gd name="connsiteX2" fmla="*/ 191586 w 191586"/>
                    <a:gd name="connsiteY2" fmla="*/ 968952 h 1217367"/>
                    <a:gd name="connsiteX3" fmla="*/ 95002 w 191586"/>
                    <a:gd name="connsiteY3" fmla="*/ 1217367 h 1217367"/>
                    <a:gd name="connsiteX4" fmla="*/ 0 w 191586"/>
                    <a:gd name="connsiteY4" fmla="*/ 1016997 h 1217367"/>
                    <a:gd name="connsiteX0" fmla="*/ 0 w 191586"/>
                    <a:gd name="connsiteY0" fmla="*/ 269986 h 470356"/>
                    <a:gd name="connsiteX1" fmla="*/ 86306 w 191586"/>
                    <a:gd name="connsiteY1" fmla="*/ 0 h 470356"/>
                    <a:gd name="connsiteX2" fmla="*/ 191586 w 191586"/>
                    <a:gd name="connsiteY2" fmla="*/ 221941 h 470356"/>
                    <a:gd name="connsiteX3" fmla="*/ 95002 w 191586"/>
                    <a:gd name="connsiteY3" fmla="*/ 470356 h 470356"/>
                    <a:gd name="connsiteX4" fmla="*/ 0 w 191586"/>
                    <a:gd name="connsiteY4" fmla="*/ 269986 h 470356"/>
                    <a:gd name="connsiteX0" fmla="*/ 0 w 211511"/>
                    <a:gd name="connsiteY0" fmla="*/ 269986 h 470356"/>
                    <a:gd name="connsiteX1" fmla="*/ 86306 w 211511"/>
                    <a:gd name="connsiteY1" fmla="*/ 0 h 470356"/>
                    <a:gd name="connsiteX2" fmla="*/ 191586 w 211511"/>
                    <a:gd name="connsiteY2" fmla="*/ 221941 h 470356"/>
                    <a:gd name="connsiteX3" fmla="*/ 95002 w 211511"/>
                    <a:gd name="connsiteY3" fmla="*/ 470356 h 470356"/>
                    <a:gd name="connsiteX4" fmla="*/ 0 w 211511"/>
                    <a:gd name="connsiteY4" fmla="*/ 269986 h 470356"/>
                    <a:gd name="connsiteX0" fmla="*/ 0 w 211968"/>
                    <a:gd name="connsiteY0" fmla="*/ 272277 h 472647"/>
                    <a:gd name="connsiteX1" fmla="*/ 87267 w 211968"/>
                    <a:gd name="connsiteY1" fmla="*/ 0 h 472647"/>
                    <a:gd name="connsiteX2" fmla="*/ 191586 w 211968"/>
                    <a:gd name="connsiteY2" fmla="*/ 224232 h 472647"/>
                    <a:gd name="connsiteX3" fmla="*/ 95002 w 211968"/>
                    <a:gd name="connsiteY3" fmla="*/ 472647 h 472647"/>
                    <a:gd name="connsiteX4" fmla="*/ 0 w 211968"/>
                    <a:gd name="connsiteY4" fmla="*/ 272277 h 472647"/>
                    <a:gd name="connsiteX0" fmla="*/ 0 w 191586"/>
                    <a:gd name="connsiteY0" fmla="*/ 272277 h 472647"/>
                    <a:gd name="connsiteX1" fmla="*/ 87267 w 191586"/>
                    <a:gd name="connsiteY1" fmla="*/ 0 h 472647"/>
                    <a:gd name="connsiteX2" fmla="*/ 191586 w 191586"/>
                    <a:gd name="connsiteY2" fmla="*/ 224232 h 472647"/>
                    <a:gd name="connsiteX3" fmla="*/ 95002 w 191586"/>
                    <a:gd name="connsiteY3" fmla="*/ 472647 h 472647"/>
                    <a:gd name="connsiteX4" fmla="*/ 0 w 191586"/>
                    <a:gd name="connsiteY4" fmla="*/ 272277 h 472647"/>
                    <a:gd name="connsiteX0" fmla="*/ 0 w 191586"/>
                    <a:gd name="connsiteY0" fmla="*/ 253945 h 454315"/>
                    <a:gd name="connsiteX1" fmla="*/ 94960 w 191586"/>
                    <a:gd name="connsiteY1" fmla="*/ 0 h 454315"/>
                    <a:gd name="connsiteX2" fmla="*/ 191586 w 191586"/>
                    <a:gd name="connsiteY2" fmla="*/ 205900 h 454315"/>
                    <a:gd name="connsiteX3" fmla="*/ 95002 w 191586"/>
                    <a:gd name="connsiteY3" fmla="*/ 454315 h 454315"/>
                    <a:gd name="connsiteX4" fmla="*/ 0 w 191586"/>
                    <a:gd name="connsiteY4" fmla="*/ 253945 h 454315"/>
                    <a:gd name="connsiteX0" fmla="*/ 0 w 203039"/>
                    <a:gd name="connsiteY0" fmla="*/ 262204 h 462574"/>
                    <a:gd name="connsiteX1" fmla="*/ 94960 w 203039"/>
                    <a:gd name="connsiteY1" fmla="*/ 8259 h 462574"/>
                    <a:gd name="connsiteX2" fmla="*/ 191586 w 203039"/>
                    <a:gd name="connsiteY2" fmla="*/ 214159 h 462574"/>
                    <a:gd name="connsiteX3" fmla="*/ 95002 w 203039"/>
                    <a:gd name="connsiteY3" fmla="*/ 462574 h 462574"/>
                    <a:gd name="connsiteX4" fmla="*/ 0 w 203039"/>
                    <a:gd name="connsiteY4" fmla="*/ 262204 h 462574"/>
                    <a:gd name="connsiteX0" fmla="*/ 0 w 191586"/>
                    <a:gd name="connsiteY0" fmla="*/ 279059 h 479429"/>
                    <a:gd name="connsiteX1" fmla="*/ 94960 w 191586"/>
                    <a:gd name="connsiteY1" fmla="*/ 25114 h 479429"/>
                    <a:gd name="connsiteX2" fmla="*/ 191586 w 191586"/>
                    <a:gd name="connsiteY2" fmla="*/ 231014 h 479429"/>
                    <a:gd name="connsiteX3" fmla="*/ 95002 w 191586"/>
                    <a:gd name="connsiteY3" fmla="*/ 479429 h 479429"/>
                    <a:gd name="connsiteX4" fmla="*/ 0 w 191586"/>
                    <a:gd name="connsiteY4" fmla="*/ 279059 h 479429"/>
                    <a:gd name="connsiteX0" fmla="*/ 0 w 191586"/>
                    <a:gd name="connsiteY0" fmla="*/ 253945 h 454315"/>
                    <a:gd name="connsiteX1" fmla="*/ 94960 w 191586"/>
                    <a:gd name="connsiteY1" fmla="*/ 0 h 454315"/>
                    <a:gd name="connsiteX2" fmla="*/ 191586 w 191586"/>
                    <a:gd name="connsiteY2" fmla="*/ 205900 h 454315"/>
                    <a:gd name="connsiteX3" fmla="*/ 95002 w 191586"/>
                    <a:gd name="connsiteY3" fmla="*/ 454315 h 454315"/>
                    <a:gd name="connsiteX4" fmla="*/ 0 w 191586"/>
                    <a:gd name="connsiteY4" fmla="*/ 253945 h 454315"/>
                    <a:gd name="connsiteX0" fmla="*/ 0 w 191586"/>
                    <a:gd name="connsiteY0" fmla="*/ 253945 h 454315"/>
                    <a:gd name="connsiteX1" fmla="*/ 94960 w 191586"/>
                    <a:gd name="connsiteY1" fmla="*/ 0 h 454315"/>
                    <a:gd name="connsiteX2" fmla="*/ 191586 w 191586"/>
                    <a:gd name="connsiteY2" fmla="*/ 205900 h 454315"/>
                    <a:gd name="connsiteX3" fmla="*/ 95002 w 191586"/>
                    <a:gd name="connsiteY3" fmla="*/ 454315 h 454315"/>
                    <a:gd name="connsiteX4" fmla="*/ 0 w 191586"/>
                    <a:gd name="connsiteY4" fmla="*/ 253945 h 454315"/>
                    <a:gd name="connsiteX0" fmla="*/ 0 w 192307"/>
                    <a:gd name="connsiteY0" fmla="*/ 253945 h 454315"/>
                    <a:gd name="connsiteX1" fmla="*/ 94960 w 192307"/>
                    <a:gd name="connsiteY1" fmla="*/ 0 h 454315"/>
                    <a:gd name="connsiteX2" fmla="*/ 192307 w 192307"/>
                    <a:gd name="connsiteY2" fmla="*/ 205900 h 454315"/>
                    <a:gd name="connsiteX3" fmla="*/ 95002 w 192307"/>
                    <a:gd name="connsiteY3" fmla="*/ 454315 h 454315"/>
                    <a:gd name="connsiteX4" fmla="*/ 0 w 192307"/>
                    <a:gd name="connsiteY4" fmla="*/ 253945 h 454315"/>
                    <a:gd name="connsiteX0" fmla="*/ 0 w 192307"/>
                    <a:gd name="connsiteY0" fmla="*/ 253945 h 454315"/>
                    <a:gd name="connsiteX1" fmla="*/ 94960 w 192307"/>
                    <a:gd name="connsiteY1" fmla="*/ 0 h 454315"/>
                    <a:gd name="connsiteX2" fmla="*/ 192307 w 192307"/>
                    <a:gd name="connsiteY2" fmla="*/ 205900 h 454315"/>
                    <a:gd name="connsiteX3" fmla="*/ 95002 w 192307"/>
                    <a:gd name="connsiteY3" fmla="*/ 454315 h 454315"/>
                    <a:gd name="connsiteX4" fmla="*/ 0 w 192307"/>
                    <a:gd name="connsiteY4" fmla="*/ 253945 h 454315"/>
                    <a:gd name="connsiteX0" fmla="*/ 0 w 192307"/>
                    <a:gd name="connsiteY0" fmla="*/ 250508 h 450878"/>
                    <a:gd name="connsiteX1" fmla="*/ 94239 w 192307"/>
                    <a:gd name="connsiteY1" fmla="*/ 0 h 450878"/>
                    <a:gd name="connsiteX2" fmla="*/ 192307 w 192307"/>
                    <a:gd name="connsiteY2" fmla="*/ 202463 h 450878"/>
                    <a:gd name="connsiteX3" fmla="*/ 95002 w 192307"/>
                    <a:gd name="connsiteY3" fmla="*/ 450878 h 450878"/>
                    <a:gd name="connsiteX4" fmla="*/ 0 w 192307"/>
                    <a:gd name="connsiteY4" fmla="*/ 250508 h 450878"/>
                    <a:gd name="connsiteX0" fmla="*/ 0 w 192307"/>
                    <a:gd name="connsiteY0" fmla="*/ 250508 h 450878"/>
                    <a:gd name="connsiteX1" fmla="*/ 94239 w 192307"/>
                    <a:gd name="connsiteY1" fmla="*/ 0 h 450878"/>
                    <a:gd name="connsiteX2" fmla="*/ 192307 w 192307"/>
                    <a:gd name="connsiteY2" fmla="*/ 202463 h 450878"/>
                    <a:gd name="connsiteX3" fmla="*/ 95002 w 192307"/>
                    <a:gd name="connsiteY3" fmla="*/ 450878 h 450878"/>
                    <a:gd name="connsiteX4" fmla="*/ 0 w 192307"/>
                    <a:gd name="connsiteY4" fmla="*/ 250508 h 450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2307" h="450878">
                      <a:moveTo>
                        <a:pt x="0" y="250508"/>
                      </a:moveTo>
                      <a:cubicBezTo>
                        <a:pt x="915" y="246745"/>
                        <a:pt x="94670" y="4451"/>
                        <a:pt x="94239" y="0"/>
                      </a:cubicBezTo>
                      <a:cubicBezTo>
                        <a:pt x="217960" y="250801"/>
                        <a:pt x="64018" y="-56074"/>
                        <a:pt x="192307" y="202463"/>
                      </a:cubicBezTo>
                      <a:lnTo>
                        <a:pt x="95002" y="450878"/>
                      </a:lnTo>
                      <a:lnTo>
                        <a:pt x="0" y="250508"/>
                      </a:lnTo>
                      <a:close/>
                    </a:path>
                  </a:pathLst>
                </a:custGeom>
                <a:solidFill>
                  <a:schemeClr val="accent5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244" name="グループ化 243">
                  <a:extLst>
                    <a:ext uri="{FF2B5EF4-FFF2-40B4-BE49-F238E27FC236}">
                      <ns2:creationId id="{53DFCFCC-1D07-14D5-7B22-C111DD527F4B}"/>
                    </a:ext>
                  </a:extLst>
                </p:cNvPr>
                <p:cNvGrpSpPr/>
                <p:nvPr/>
              </p:nvGrpSpPr>
              <p:grpSpPr>
                <a:xfrm>
                  <a:off x="6168358" y="2928770"/>
                  <a:ext cx="1030000" cy="1177039"/>
                  <a:chOff x="6168358" y="2928770"/>
                  <a:chExt cx="1030000" cy="1177039"/>
                </a:xfrm>
                <a:solidFill>
                  <a:schemeClr val="accent4">
                    <a:lumMod val="40000"/>
                    <a:lumOff val="60000"/>
                  </a:schemeClr>
                </a:solidFill>
              </p:grpSpPr>
              <p:sp>
                <p:nvSpPr>
                  <p:cNvPr id="257" name="正方形/長方形 98">
                    <a:extLst>
                      <a:ext uri="{FF2B5EF4-FFF2-40B4-BE49-F238E27FC236}">
                        <ns2:creationId id="{3A91B642-FA61-790D-EDE1-1A5A5BB30DA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6435828" y="2687732"/>
                    <a:ext cx="500349" cy="982425"/>
                  </a:xfrm>
                  <a:custGeom>
                    <a:avLst/>
                    <a:gdLst>
                      <a:gd name="connsiteX0" fmla="*/ 0 w 245745"/>
                      <a:gd name="connsiteY0" fmla="*/ 0 h 108000"/>
                      <a:gd name="connsiteX1" fmla="*/ 245745 w 245745"/>
                      <a:gd name="connsiteY1" fmla="*/ 0 h 108000"/>
                      <a:gd name="connsiteX2" fmla="*/ 245745 w 245745"/>
                      <a:gd name="connsiteY2" fmla="*/ 108000 h 108000"/>
                      <a:gd name="connsiteX3" fmla="*/ 0 w 245745"/>
                      <a:gd name="connsiteY3" fmla="*/ 108000 h 108000"/>
                      <a:gd name="connsiteX4" fmla="*/ 0 w 245745"/>
                      <a:gd name="connsiteY4" fmla="*/ 0 h 108000"/>
                      <a:gd name="connsiteX0" fmla="*/ 0 w 245745"/>
                      <a:gd name="connsiteY0" fmla="*/ 327660 h 435660"/>
                      <a:gd name="connsiteX1" fmla="*/ 152400 w 245745"/>
                      <a:gd name="connsiteY1" fmla="*/ 0 h 435660"/>
                      <a:gd name="connsiteX2" fmla="*/ 245745 w 245745"/>
                      <a:gd name="connsiteY2" fmla="*/ 435660 h 435660"/>
                      <a:gd name="connsiteX3" fmla="*/ 0 w 245745"/>
                      <a:gd name="connsiteY3" fmla="*/ 435660 h 435660"/>
                      <a:gd name="connsiteX4" fmla="*/ 0 w 245745"/>
                      <a:gd name="connsiteY4" fmla="*/ 327660 h 435660"/>
                      <a:gd name="connsiteX0" fmla="*/ 0 w 1028700"/>
                      <a:gd name="connsiteY0" fmla="*/ 424815 h 435660"/>
                      <a:gd name="connsiteX1" fmla="*/ 935355 w 1028700"/>
                      <a:gd name="connsiteY1" fmla="*/ 0 h 435660"/>
                      <a:gd name="connsiteX2" fmla="*/ 1028700 w 1028700"/>
                      <a:gd name="connsiteY2" fmla="*/ 435660 h 435660"/>
                      <a:gd name="connsiteX3" fmla="*/ 782955 w 1028700"/>
                      <a:gd name="connsiteY3" fmla="*/ 435660 h 435660"/>
                      <a:gd name="connsiteX4" fmla="*/ 0 w 1028700"/>
                      <a:gd name="connsiteY4" fmla="*/ 424815 h 435660"/>
                      <a:gd name="connsiteX0" fmla="*/ 0 w 1028700"/>
                      <a:gd name="connsiteY0" fmla="*/ 424815 h 870000"/>
                      <a:gd name="connsiteX1" fmla="*/ 935355 w 1028700"/>
                      <a:gd name="connsiteY1" fmla="*/ 0 h 870000"/>
                      <a:gd name="connsiteX2" fmla="*/ 1028700 w 1028700"/>
                      <a:gd name="connsiteY2" fmla="*/ 435660 h 870000"/>
                      <a:gd name="connsiteX3" fmla="*/ 822960 w 1028700"/>
                      <a:gd name="connsiteY3" fmla="*/ 870000 h 870000"/>
                      <a:gd name="connsiteX4" fmla="*/ 0 w 1028700"/>
                      <a:gd name="connsiteY4" fmla="*/ 424815 h 870000"/>
                      <a:gd name="connsiteX0" fmla="*/ 0 w 1744980"/>
                      <a:gd name="connsiteY0" fmla="*/ 424815 h 870000"/>
                      <a:gd name="connsiteX1" fmla="*/ 935355 w 1744980"/>
                      <a:gd name="connsiteY1" fmla="*/ 0 h 870000"/>
                      <a:gd name="connsiteX2" fmla="*/ 1744980 w 1744980"/>
                      <a:gd name="connsiteY2" fmla="*/ 469950 h 870000"/>
                      <a:gd name="connsiteX3" fmla="*/ 822960 w 1744980"/>
                      <a:gd name="connsiteY3" fmla="*/ 870000 h 870000"/>
                      <a:gd name="connsiteX4" fmla="*/ 0 w 1744980"/>
                      <a:gd name="connsiteY4" fmla="*/ 424815 h 870000"/>
                      <a:gd name="connsiteX0" fmla="*/ 0 w 1744980"/>
                      <a:gd name="connsiteY0" fmla="*/ 381395 h 826580"/>
                      <a:gd name="connsiteX1" fmla="*/ 503215 w 1744980"/>
                      <a:gd name="connsiteY1" fmla="*/ 0 h 826580"/>
                      <a:gd name="connsiteX2" fmla="*/ 1744980 w 1744980"/>
                      <a:gd name="connsiteY2" fmla="*/ 426530 h 826580"/>
                      <a:gd name="connsiteX3" fmla="*/ 822960 w 1744980"/>
                      <a:gd name="connsiteY3" fmla="*/ 826580 h 826580"/>
                      <a:gd name="connsiteX4" fmla="*/ 0 w 1744980"/>
                      <a:gd name="connsiteY4" fmla="*/ 381395 h 826580"/>
                      <a:gd name="connsiteX0" fmla="*/ 0 w 1250810"/>
                      <a:gd name="connsiteY0" fmla="*/ 273878 h 826580"/>
                      <a:gd name="connsiteX1" fmla="*/ 9045 w 1250810"/>
                      <a:gd name="connsiteY1" fmla="*/ 0 h 826580"/>
                      <a:gd name="connsiteX2" fmla="*/ 1250810 w 1250810"/>
                      <a:gd name="connsiteY2" fmla="*/ 426530 h 826580"/>
                      <a:gd name="connsiteX3" fmla="*/ 328790 w 1250810"/>
                      <a:gd name="connsiteY3" fmla="*/ 826580 h 826580"/>
                      <a:gd name="connsiteX4" fmla="*/ 0 w 1250810"/>
                      <a:gd name="connsiteY4" fmla="*/ 273878 h 826580"/>
                      <a:gd name="connsiteX0" fmla="*/ 1294 w 1252104"/>
                      <a:gd name="connsiteY0" fmla="*/ 278013 h 830715"/>
                      <a:gd name="connsiteX1" fmla="*/ 0 w 1252104"/>
                      <a:gd name="connsiteY1" fmla="*/ 0 h 830715"/>
                      <a:gd name="connsiteX2" fmla="*/ 1252104 w 1252104"/>
                      <a:gd name="connsiteY2" fmla="*/ 430665 h 830715"/>
                      <a:gd name="connsiteX3" fmla="*/ 330084 w 1252104"/>
                      <a:gd name="connsiteY3" fmla="*/ 830715 h 830715"/>
                      <a:gd name="connsiteX4" fmla="*/ 1294 w 1252104"/>
                      <a:gd name="connsiteY4" fmla="*/ 278013 h 830715"/>
                      <a:gd name="connsiteX0" fmla="*/ 1294 w 1252104"/>
                      <a:gd name="connsiteY0" fmla="*/ 278013 h 830715"/>
                      <a:gd name="connsiteX1" fmla="*/ 0 w 1252104"/>
                      <a:gd name="connsiteY1" fmla="*/ 0 h 830715"/>
                      <a:gd name="connsiteX2" fmla="*/ 1252104 w 1252104"/>
                      <a:gd name="connsiteY2" fmla="*/ 430665 h 830715"/>
                      <a:gd name="connsiteX3" fmla="*/ 330084 w 1252104"/>
                      <a:gd name="connsiteY3" fmla="*/ 830715 h 830715"/>
                      <a:gd name="connsiteX4" fmla="*/ 1294 w 1252104"/>
                      <a:gd name="connsiteY4" fmla="*/ 278013 h 830715"/>
                      <a:gd name="connsiteX0" fmla="*/ 1294 w 1252104"/>
                      <a:gd name="connsiteY0" fmla="*/ 278013 h 706657"/>
                      <a:gd name="connsiteX1" fmla="*/ 0 w 1252104"/>
                      <a:gd name="connsiteY1" fmla="*/ 0 h 706657"/>
                      <a:gd name="connsiteX2" fmla="*/ 1252104 w 1252104"/>
                      <a:gd name="connsiteY2" fmla="*/ 430665 h 706657"/>
                      <a:gd name="connsiteX3" fmla="*/ 795306 w 1252104"/>
                      <a:gd name="connsiteY3" fmla="*/ 706657 h 706657"/>
                      <a:gd name="connsiteX4" fmla="*/ 1294 w 1252104"/>
                      <a:gd name="connsiteY4" fmla="*/ 278013 h 706657"/>
                      <a:gd name="connsiteX0" fmla="*/ 1294 w 805490"/>
                      <a:gd name="connsiteY0" fmla="*/ 278013 h 706657"/>
                      <a:gd name="connsiteX1" fmla="*/ 0 w 805490"/>
                      <a:gd name="connsiteY1" fmla="*/ 0 h 706657"/>
                      <a:gd name="connsiteX2" fmla="*/ 805490 w 805490"/>
                      <a:gd name="connsiteY2" fmla="*/ 420327 h 706657"/>
                      <a:gd name="connsiteX3" fmla="*/ 795306 w 805490"/>
                      <a:gd name="connsiteY3" fmla="*/ 706657 h 706657"/>
                      <a:gd name="connsiteX4" fmla="*/ 1294 w 805490"/>
                      <a:gd name="connsiteY4" fmla="*/ 278013 h 706657"/>
                      <a:gd name="connsiteX0" fmla="*/ 1294 w 799287"/>
                      <a:gd name="connsiteY0" fmla="*/ 278013 h 706657"/>
                      <a:gd name="connsiteX1" fmla="*/ 0 w 799287"/>
                      <a:gd name="connsiteY1" fmla="*/ 0 h 706657"/>
                      <a:gd name="connsiteX2" fmla="*/ 799287 w 799287"/>
                      <a:gd name="connsiteY2" fmla="*/ 472018 h 706657"/>
                      <a:gd name="connsiteX3" fmla="*/ 795306 w 799287"/>
                      <a:gd name="connsiteY3" fmla="*/ 706657 h 706657"/>
                      <a:gd name="connsiteX4" fmla="*/ 1294 w 799287"/>
                      <a:gd name="connsiteY4" fmla="*/ 278013 h 706657"/>
                      <a:gd name="connsiteX0" fmla="*/ 1294 w 803422"/>
                      <a:gd name="connsiteY0" fmla="*/ 278013 h 706657"/>
                      <a:gd name="connsiteX1" fmla="*/ 0 w 803422"/>
                      <a:gd name="connsiteY1" fmla="*/ 0 h 706657"/>
                      <a:gd name="connsiteX2" fmla="*/ 803422 w 803422"/>
                      <a:gd name="connsiteY2" fmla="*/ 461680 h 706657"/>
                      <a:gd name="connsiteX3" fmla="*/ 795306 w 803422"/>
                      <a:gd name="connsiteY3" fmla="*/ 706657 h 706657"/>
                      <a:gd name="connsiteX4" fmla="*/ 1294 w 803422"/>
                      <a:gd name="connsiteY4" fmla="*/ 278013 h 706657"/>
                      <a:gd name="connsiteX0" fmla="*/ 23 w 808354"/>
                      <a:gd name="connsiteY0" fmla="*/ 273878 h 706657"/>
                      <a:gd name="connsiteX1" fmla="*/ 4932 w 808354"/>
                      <a:gd name="connsiteY1" fmla="*/ 0 h 706657"/>
                      <a:gd name="connsiteX2" fmla="*/ 808354 w 808354"/>
                      <a:gd name="connsiteY2" fmla="*/ 461680 h 706657"/>
                      <a:gd name="connsiteX3" fmla="*/ 800238 w 808354"/>
                      <a:gd name="connsiteY3" fmla="*/ 706657 h 706657"/>
                      <a:gd name="connsiteX4" fmla="*/ 23 w 808354"/>
                      <a:gd name="connsiteY4" fmla="*/ 273878 h 706657"/>
                      <a:gd name="connsiteX0" fmla="*/ 34 w 808365"/>
                      <a:gd name="connsiteY0" fmla="*/ 275946 h 708725"/>
                      <a:gd name="connsiteX1" fmla="*/ 2875 w 808365"/>
                      <a:gd name="connsiteY1" fmla="*/ 0 h 708725"/>
                      <a:gd name="connsiteX2" fmla="*/ 808365 w 808365"/>
                      <a:gd name="connsiteY2" fmla="*/ 463748 h 708725"/>
                      <a:gd name="connsiteX3" fmla="*/ 800249 w 808365"/>
                      <a:gd name="connsiteY3" fmla="*/ 708725 h 708725"/>
                      <a:gd name="connsiteX4" fmla="*/ 34 w 808365"/>
                      <a:gd name="connsiteY4" fmla="*/ 275946 h 708725"/>
                      <a:gd name="connsiteX0" fmla="*/ 3362 w 805490"/>
                      <a:gd name="connsiteY0" fmla="*/ 275946 h 708725"/>
                      <a:gd name="connsiteX1" fmla="*/ 0 w 805490"/>
                      <a:gd name="connsiteY1" fmla="*/ 0 h 708725"/>
                      <a:gd name="connsiteX2" fmla="*/ 805490 w 805490"/>
                      <a:gd name="connsiteY2" fmla="*/ 463748 h 708725"/>
                      <a:gd name="connsiteX3" fmla="*/ 797374 w 805490"/>
                      <a:gd name="connsiteY3" fmla="*/ 708725 h 708725"/>
                      <a:gd name="connsiteX4" fmla="*/ 3362 w 805490"/>
                      <a:gd name="connsiteY4" fmla="*/ 275946 h 708725"/>
                      <a:gd name="connsiteX0" fmla="*/ 1295 w 805490"/>
                      <a:gd name="connsiteY0" fmla="*/ 275946 h 708725"/>
                      <a:gd name="connsiteX1" fmla="*/ 0 w 805490"/>
                      <a:gd name="connsiteY1" fmla="*/ 0 h 708725"/>
                      <a:gd name="connsiteX2" fmla="*/ 805490 w 805490"/>
                      <a:gd name="connsiteY2" fmla="*/ 463748 h 708725"/>
                      <a:gd name="connsiteX3" fmla="*/ 797374 w 805490"/>
                      <a:gd name="connsiteY3" fmla="*/ 708725 h 708725"/>
                      <a:gd name="connsiteX4" fmla="*/ 1295 w 805490"/>
                      <a:gd name="connsiteY4" fmla="*/ 275946 h 708725"/>
                      <a:gd name="connsiteX0" fmla="*/ 1295 w 808927"/>
                      <a:gd name="connsiteY0" fmla="*/ 275946 h 708725"/>
                      <a:gd name="connsiteX1" fmla="*/ 0 w 808927"/>
                      <a:gd name="connsiteY1" fmla="*/ 0 h 708725"/>
                      <a:gd name="connsiteX2" fmla="*/ 808927 w 808927"/>
                      <a:gd name="connsiteY2" fmla="*/ 448281 h 708725"/>
                      <a:gd name="connsiteX3" fmla="*/ 797374 w 808927"/>
                      <a:gd name="connsiteY3" fmla="*/ 708725 h 708725"/>
                      <a:gd name="connsiteX4" fmla="*/ 1295 w 808927"/>
                      <a:gd name="connsiteY4" fmla="*/ 275946 h 708725"/>
                      <a:gd name="connsiteX0" fmla="*/ 1295 w 809404"/>
                      <a:gd name="connsiteY0" fmla="*/ 275946 h 729348"/>
                      <a:gd name="connsiteX1" fmla="*/ 0 w 809404"/>
                      <a:gd name="connsiteY1" fmla="*/ 0 h 729348"/>
                      <a:gd name="connsiteX2" fmla="*/ 808927 w 809404"/>
                      <a:gd name="connsiteY2" fmla="*/ 448281 h 729348"/>
                      <a:gd name="connsiteX3" fmla="*/ 809404 w 809404"/>
                      <a:gd name="connsiteY3" fmla="*/ 729348 h 729348"/>
                      <a:gd name="connsiteX4" fmla="*/ 1295 w 809404"/>
                      <a:gd name="connsiteY4" fmla="*/ 275946 h 729348"/>
                      <a:gd name="connsiteX0" fmla="*/ 1295 w 808927"/>
                      <a:gd name="connsiteY0" fmla="*/ 275946 h 727629"/>
                      <a:gd name="connsiteX1" fmla="*/ 0 w 808927"/>
                      <a:gd name="connsiteY1" fmla="*/ 0 h 727629"/>
                      <a:gd name="connsiteX2" fmla="*/ 808927 w 808927"/>
                      <a:gd name="connsiteY2" fmla="*/ 448281 h 727629"/>
                      <a:gd name="connsiteX3" fmla="*/ 807685 w 808927"/>
                      <a:gd name="connsiteY3" fmla="*/ 727629 h 727629"/>
                      <a:gd name="connsiteX4" fmla="*/ 1295 w 808927"/>
                      <a:gd name="connsiteY4" fmla="*/ 275946 h 727629"/>
                      <a:gd name="connsiteX0" fmla="*/ 109 w 809183"/>
                      <a:gd name="connsiteY0" fmla="*/ 279383 h 727629"/>
                      <a:gd name="connsiteX1" fmla="*/ 256 w 809183"/>
                      <a:gd name="connsiteY1" fmla="*/ 0 h 727629"/>
                      <a:gd name="connsiteX2" fmla="*/ 809183 w 809183"/>
                      <a:gd name="connsiteY2" fmla="*/ 448281 h 727629"/>
                      <a:gd name="connsiteX3" fmla="*/ 807941 w 809183"/>
                      <a:gd name="connsiteY3" fmla="*/ 727629 h 727629"/>
                      <a:gd name="connsiteX4" fmla="*/ 109 w 809183"/>
                      <a:gd name="connsiteY4" fmla="*/ 279383 h 727629"/>
                      <a:gd name="connsiteX0" fmla="*/ 109 w 809183"/>
                      <a:gd name="connsiteY0" fmla="*/ 279383 h 707006"/>
                      <a:gd name="connsiteX1" fmla="*/ 256 w 809183"/>
                      <a:gd name="connsiteY1" fmla="*/ 0 h 707006"/>
                      <a:gd name="connsiteX2" fmla="*/ 809183 w 809183"/>
                      <a:gd name="connsiteY2" fmla="*/ 448281 h 707006"/>
                      <a:gd name="connsiteX3" fmla="*/ 807941 w 809183"/>
                      <a:gd name="connsiteY3" fmla="*/ 707006 h 707006"/>
                      <a:gd name="connsiteX4" fmla="*/ 109 w 809183"/>
                      <a:gd name="connsiteY4" fmla="*/ 279383 h 707006"/>
                      <a:gd name="connsiteX0" fmla="*/ 109 w 973039"/>
                      <a:gd name="connsiteY0" fmla="*/ 279383 h 707006"/>
                      <a:gd name="connsiteX1" fmla="*/ 256 w 973039"/>
                      <a:gd name="connsiteY1" fmla="*/ 0 h 707006"/>
                      <a:gd name="connsiteX2" fmla="*/ 973039 w 973039"/>
                      <a:gd name="connsiteY2" fmla="*/ 599516 h 707006"/>
                      <a:gd name="connsiteX3" fmla="*/ 807941 w 973039"/>
                      <a:gd name="connsiteY3" fmla="*/ 707006 h 707006"/>
                      <a:gd name="connsiteX4" fmla="*/ 109 w 973039"/>
                      <a:gd name="connsiteY4" fmla="*/ 279383 h 707006"/>
                      <a:gd name="connsiteX0" fmla="*/ 1 w 972931"/>
                      <a:gd name="connsiteY0" fmla="*/ 727589 h 1155212"/>
                      <a:gd name="connsiteX1" fmla="*/ 971743 w 972931"/>
                      <a:gd name="connsiteY1" fmla="*/ 0 h 1155212"/>
                      <a:gd name="connsiteX2" fmla="*/ 972931 w 972931"/>
                      <a:gd name="connsiteY2" fmla="*/ 1047722 h 1155212"/>
                      <a:gd name="connsiteX3" fmla="*/ 807833 w 972931"/>
                      <a:gd name="connsiteY3" fmla="*/ 1155212 h 1155212"/>
                      <a:gd name="connsiteX4" fmla="*/ 1 w 972931"/>
                      <a:gd name="connsiteY4" fmla="*/ 727589 h 1155212"/>
                      <a:gd name="connsiteX0" fmla="*/ 1 w 183654"/>
                      <a:gd name="connsiteY0" fmla="*/ 147395 h 1155212"/>
                      <a:gd name="connsiteX1" fmla="*/ 182466 w 183654"/>
                      <a:gd name="connsiteY1" fmla="*/ 0 h 1155212"/>
                      <a:gd name="connsiteX2" fmla="*/ 183654 w 183654"/>
                      <a:gd name="connsiteY2" fmla="*/ 1047722 h 1155212"/>
                      <a:gd name="connsiteX3" fmla="*/ 18556 w 183654"/>
                      <a:gd name="connsiteY3" fmla="*/ 1155212 h 1155212"/>
                      <a:gd name="connsiteX4" fmla="*/ 1 w 183654"/>
                      <a:gd name="connsiteY4" fmla="*/ 147395 h 1155212"/>
                      <a:gd name="connsiteX0" fmla="*/ 0 w 195436"/>
                      <a:gd name="connsiteY0" fmla="*/ 147395 h 1155212"/>
                      <a:gd name="connsiteX1" fmla="*/ 182465 w 195436"/>
                      <a:gd name="connsiteY1" fmla="*/ 0 h 1155212"/>
                      <a:gd name="connsiteX2" fmla="*/ 183653 w 195436"/>
                      <a:gd name="connsiteY2" fmla="*/ 1047722 h 1155212"/>
                      <a:gd name="connsiteX3" fmla="*/ 18555 w 195436"/>
                      <a:gd name="connsiteY3" fmla="*/ 1155212 h 1155212"/>
                      <a:gd name="connsiteX4" fmla="*/ 0 w 195436"/>
                      <a:gd name="connsiteY4" fmla="*/ 147395 h 1155212"/>
                      <a:gd name="connsiteX0" fmla="*/ 0 w 183653"/>
                      <a:gd name="connsiteY0" fmla="*/ 147395 h 1155212"/>
                      <a:gd name="connsiteX1" fmla="*/ 182465 w 183653"/>
                      <a:gd name="connsiteY1" fmla="*/ 0 h 1155212"/>
                      <a:gd name="connsiteX2" fmla="*/ 183653 w 183653"/>
                      <a:gd name="connsiteY2" fmla="*/ 1047722 h 1155212"/>
                      <a:gd name="connsiteX3" fmla="*/ 18555 w 183653"/>
                      <a:gd name="connsiteY3" fmla="*/ 1155212 h 1155212"/>
                      <a:gd name="connsiteX4" fmla="*/ 0 w 183653"/>
                      <a:gd name="connsiteY4" fmla="*/ 147395 h 1155212"/>
                      <a:gd name="connsiteX0" fmla="*/ 3727 w 187380"/>
                      <a:gd name="connsiteY0" fmla="*/ 147395 h 1155212"/>
                      <a:gd name="connsiteX1" fmla="*/ 186192 w 187380"/>
                      <a:gd name="connsiteY1" fmla="*/ 0 h 1155212"/>
                      <a:gd name="connsiteX2" fmla="*/ 187380 w 187380"/>
                      <a:gd name="connsiteY2" fmla="*/ 1047722 h 1155212"/>
                      <a:gd name="connsiteX3" fmla="*/ 22282 w 187380"/>
                      <a:gd name="connsiteY3" fmla="*/ 1155212 h 1155212"/>
                      <a:gd name="connsiteX4" fmla="*/ 3727 w 187380"/>
                      <a:gd name="connsiteY4" fmla="*/ 147395 h 1155212"/>
                      <a:gd name="connsiteX0" fmla="*/ 0 w 183653"/>
                      <a:gd name="connsiteY0" fmla="*/ 147395 h 1155212"/>
                      <a:gd name="connsiteX1" fmla="*/ 182465 w 183653"/>
                      <a:gd name="connsiteY1" fmla="*/ 0 h 1155212"/>
                      <a:gd name="connsiteX2" fmla="*/ 183653 w 183653"/>
                      <a:gd name="connsiteY2" fmla="*/ 1047722 h 1155212"/>
                      <a:gd name="connsiteX3" fmla="*/ 18555 w 183653"/>
                      <a:gd name="connsiteY3" fmla="*/ 1155212 h 1155212"/>
                      <a:gd name="connsiteX4" fmla="*/ 0 w 183653"/>
                      <a:gd name="connsiteY4" fmla="*/ 147395 h 1155212"/>
                      <a:gd name="connsiteX0" fmla="*/ 0 w 180768"/>
                      <a:gd name="connsiteY0" fmla="*/ 141666 h 1155212"/>
                      <a:gd name="connsiteX1" fmla="*/ 179580 w 180768"/>
                      <a:gd name="connsiteY1" fmla="*/ 0 h 1155212"/>
                      <a:gd name="connsiteX2" fmla="*/ 180768 w 180768"/>
                      <a:gd name="connsiteY2" fmla="*/ 1047722 h 1155212"/>
                      <a:gd name="connsiteX3" fmla="*/ 15670 w 180768"/>
                      <a:gd name="connsiteY3" fmla="*/ 1155212 h 1155212"/>
                      <a:gd name="connsiteX4" fmla="*/ 0 w 180768"/>
                      <a:gd name="connsiteY4" fmla="*/ 141666 h 1155212"/>
                      <a:gd name="connsiteX0" fmla="*/ 0 w 180768"/>
                      <a:gd name="connsiteY0" fmla="*/ 135937 h 1149483"/>
                      <a:gd name="connsiteX1" fmla="*/ 179580 w 180768"/>
                      <a:gd name="connsiteY1" fmla="*/ 0 h 1149483"/>
                      <a:gd name="connsiteX2" fmla="*/ 180768 w 180768"/>
                      <a:gd name="connsiteY2" fmla="*/ 1041993 h 1149483"/>
                      <a:gd name="connsiteX3" fmla="*/ 15670 w 180768"/>
                      <a:gd name="connsiteY3" fmla="*/ 1149483 h 1149483"/>
                      <a:gd name="connsiteX4" fmla="*/ 0 w 180768"/>
                      <a:gd name="connsiteY4" fmla="*/ 135937 h 1149483"/>
                      <a:gd name="connsiteX0" fmla="*/ 0 w 180768"/>
                      <a:gd name="connsiteY0" fmla="*/ 135937 h 1217367"/>
                      <a:gd name="connsiteX1" fmla="*/ 179580 w 180768"/>
                      <a:gd name="connsiteY1" fmla="*/ 0 h 1217367"/>
                      <a:gd name="connsiteX2" fmla="*/ 180768 w 180768"/>
                      <a:gd name="connsiteY2" fmla="*/ 1041993 h 1217367"/>
                      <a:gd name="connsiteX3" fmla="*/ 89232 w 180768"/>
                      <a:gd name="connsiteY3" fmla="*/ 1217367 h 1217367"/>
                      <a:gd name="connsiteX4" fmla="*/ 0 w 180768"/>
                      <a:gd name="connsiteY4" fmla="*/ 135937 h 1217367"/>
                      <a:gd name="connsiteX0" fmla="*/ 0 w 185816"/>
                      <a:gd name="connsiteY0" fmla="*/ 135937 h 1217367"/>
                      <a:gd name="connsiteX1" fmla="*/ 179580 w 185816"/>
                      <a:gd name="connsiteY1" fmla="*/ 0 h 1217367"/>
                      <a:gd name="connsiteX2" fmla="*/ 185816 w 185816"/>
                      <a:gd name="connsiteY2" fmla="*/ 968952 h 1217367"/>
                      <a:gd name="connsiteX3" fmla="*/ 89232 w 185816"/>
                      <a:gd name="connsiteY3" fmla="*/ 1217367 h 1217367"/>
                      <a:gd name="connsiteX4" fmla="*/ 0 w 185816"/>
                      <a:gd name="connsiteY4" fmla="*/ 135937 h 1217367"/>
                      <a:gd name="connsiteX0" fmla="*/ 0 w 191586"/>
                      <a:gd name="connsiteY0" fmla="*/ 1016997 h 1217367"/>
                      <a:gd name="connsiteX1" fmla="*/ 185350 w 191586"/>
                      <a:gd name="connsiteY1" fmla="*/ 0 h 1217367"/>
                      <a:gd name="connsiteX2" fmla="*/ 191586 w 191586"/>
                      <a:gd name="connsiteY2" fmla="*/ 968952 h 1217367"/>
                      <a:gd name="connsiteX3" fmla="*/ 95002 w 191586"/>
                      <a:gd name="connsiteY3" fmla="*/ 1217367 h 1217367"/>
                      <a:gd name="connsiteX4" fmla="*/ 0 w 191586"/>
                      <a:gd name="connsiteY4" fmla="*/ 1016997 h 1217367"/>
                      <a:gd name="connsiteX0" fmla="*/ 0 w 191586"/>
                      <a:gd name="connsiteY0" fmla="*/ 269986 h 470356"/>
                      <a:gd name="connsiteX1" fmla="*/ 86306 w 191586"/>
                      <a:gd name="connsiteY1" fmla="*/ 0 h 470356"/>
                      <a:gd name="connsiteX2" fmla="*/ 191586 w 191586"/>
                      <a:gd name="connsiteY2" fmla="*/ 221941 h 470356"/>
                      <a:gd name="connsiteX3" fmla="*/ 95002 w 191586"/>
                      <a:gd name="connsiteY3" fmla="*/ 470356 h 470356"/>
                      <a:gd name="connsiteX4" fmla="*/ 0 w 191586"/>
                      <a:gd name="connsiteY4" fmla="*/ 269986 h 470356"/>
                      <a:gd name="connsiteX0" fmla="*/ 0 w 211511"/>
                      <a:gd name="connsiteY0" fmla="*/ 269986 h 470356"/>
                      <a:gd name="connsiteX1" fmla="*/ 86306 w 211511"/>
                      <a:gd name="connsiteY1" fmla="*/ 0 h 470356"/>
                      <a:gd name="connsiteX2" fmla="*/ 191586 w 211511"/>
                      <a:gd name="connsiteY2" fmla="*/ 221941 h 470356"/>
                      <a:gd name="connsiteX3" fmla="*/ 95002 w 211511"/>
                      <a:gd name="connsiteY3" fmla="*/ 470356 h 470356"/>
                      <a:gd name="connsiteX4" fmla="*/ 0 w 211511"/>
                      <a:gd name="connsiteY4" fmla="*/ 269986 h 470356"/>
                      <a:gd name="connsiteX0" fmla="*/ 0 w 211968"/>
                      <a:gd name="connsiteY0" fmla="*/ 272277 h 472647"/>
                      <a:gd name="connsiteX1" fmla="*/ 87267 w 211968"/>
                      <a:gd name="connsiteY1" fmla="*/ 0 h 472647"/>
                      <a:gd name="connsiteX2" fmla="*/ 191586 w 211968"/>
                      <a:gd name="connsiteY2" fmla="*/ 224232 h 472647"/>
                      <a:gd name="connsiteX3" fmla="*/ 95002 w 211968"/>
                      <a:gd name="connsiteY3" fmla="*/ 472647 h 472647"/>
                      <a:gd name="connsiteX4" fmla="*/ 0 w 211968"/>
                      <a:gd name="connsiteY4" fmla="*/ 272277 h 472647"/>
                      <a:gd name="connsiteX0" fmla="*/ 0 w 191586"/>
                      <a:gd name="connsiteY0" fmla="*/ 272277 h 472647"/>
                      <a:gd name="connsiteX1" fmla="*/ 87267 w 191586"/>
                      <a:gd name="connsiteY1" fmla="*/ 0 h 472647"/>
                      <a:gd name="connsiteX2" fmla="*/ 191586 w 191586"/>
                      <a:gd name="connsiteY2" fmla="*/ 224232 h 472647"/>
                      <a:gd name="connsiteX3" fmla="*/ 95002 w 191586"/>
                      <a:gd name="connsiteY3" fmla="*/ 472647 h 472647"/>
                      <a:gd name="connsiteX4" fmla="*/ 0 w 191586"/>
                      <a:gd name="connsiteY4" fmla="*/ 272277 h 472647"/>
                      <a:gd name="connsiteX0" fmla="*/ 0 w 191586"/>
                      <a:gd name="connsiteY0" fmla="*/ 253945 h 454315"/>
                      <a:gd name="connsiteX1" fmla="*/ 94960 w 191586"/>
                      <a:gd name="connsiteY1" fmla="*/ 0 h 454315"/>
                      <a:gd name="connsiteX2" fmla="*/ 191586 w 191586"/>
                      <a:gd name="connsiteY2" fmla="*/ 205900 h 454315"/>
                      <a:gd name="connsiteX3" fmla="*/ 95002 w 191586"/>
                      <a:gd name="connsiteY3" fmla="*/ 454315 h 454315"/>
                      <a:gd name="connsiteX4" fmla="*/ 0 w 191586"/>
                      <a:gd name="connsiteY4" fmla="*/ 253945 h 454315"/>
                      <a:gd name="connsiteX0" fmla="*/ 0 w 203039"/>
                      <a:gd name="connsiteY0" fmla="*/ 262204 h 462574"/>
                      <a:gd name="connsiteX1" fmla="*/ 94960 w 203039"/>
                      <a:gd name="connsiteY1" fmla="*/ 8259 h 462574"/>
                      <a:gd name="connsiteX2" fmla="*/ 191586 w 203039"/>
                      <a:gd name="connsiteY2" fmla="*/ 214159 h 462574"/>
                      <a:gd name="connsiteX3" fmla="*/ 95002 w 203039"/>
                      <a:gd name="connsiteY3" fmla="*/ 462574 h 462574"/>
                      <a:gd name="connsiteX4" fmla="*/ 0 w 203039"/>
                      <a:gd name="connsiteY4" fmla="*/ 262204 h 462574"/>
                      <a:gd name="connsiteX0" fmla="*/ 0 w 191586"/>
                      <a:gd name="connsiteY0" fmla="*/ 279059 h 479429"/>
                      <a:gd name="connsiteX1" fmla="*/ 94960 w 191586"/>
                      <a:gd name="connsiteY1" fmla="*/ 25114 h 479429"/>
                      <a:gd name="connsiteX2" fmla="*/ 191586 w 191586"/>
                      <a:gd name="connsiteY2" fmla="*/ 231014 h 479429"/>
                      <a:gd name="connsiteX3" fmla="*/ 95002 w 191586"/>
                      <a:gd name="connsiteY3" fmla="*/ 479429 h 479429"/>
                      <a:gd name="connsiteX4" fmla="*/ 0 w 191586"/>
                      <a:gd name="connsiteY4" fmla="*/ 279059 h 479429"/>
                      <a:gd name="connsiteX0" fmla="*/ 0 w 191586"/>
                      <a:gd name="connsiteY0" fmla="*/ 253945 h 454315"/>
                      <a:gd name="connsiteX1" fmla="*/ 94960 w 191586"/>
                      <a:gd name="connsiteY1" fmla="*/ 0 h 454315"/>
                      <a:gd name="connsiteX2" fmla="*/ 191586 w 191586"/>
                      <a:gd name="connsiteY2" fmla="*/ 205900 h 454315"/>
                      <a:gd name="connsiteX3" fmla="*/ 95002 w 191586"/>
                      <a:gd name="connsiteY3" fmla="*/ 454315 h 454315"/>
                      <a:gd name="connsiteX4" fmla="*/ 0 w 191586"/>
                      <a:gd name="connsiteY4" fmla="*/ 253945 h 454315"/>
                      <a:gd name="connsiteX0" fmla="*/ 0 w 191586"/>
                      <a:gd name="connsiteY0" fmla="*/ 253945 h 454315"/>
                      <a:gd name="connsiteX1" fmla="*/ 94960 w 191586"/>
                      <a:gd name="connsiteY1" fmla="*/ 0 h 454315"/>
                      <a:gd name="connsiteX2" fmla="*/ 191586 w 191586"/>
                      <a:gd name="connsiteY2" fmla="*/ 205900 h 454315"/>
                      <a:gd name="connsiteX3" fmla="*/ 95002 w 191586"/>
                      <a:gd name="connsiteY3" fmla="*/ 454315 h 454315"/>
                      <a:gd name="connsiteX4" fmla="*/ 0 w 191586"/>
                      <a:gd name="connsiteY4" fmla="*/ 253945 h 454315"/>
                      <a:gd name="connsiteX0" fmla="*/ 0 w 192307"/>
                      <a:gd name="connsiteY0" fmla="*/ 253945 h 454315"/>
                      <a:gd name="connsiteX1" fmla="*/ 94960 w 192307"/>
                      <a:gd name="connsiteY1" fmla="*/ 0 h 454315"/>
                      <a:gd name="connsiteX2" fmla="*/ 192307 w 192307"/>
                      <a:gd name="connsiteY2" fmla="*/ 205900 h 454315"/>
                      <a:gd name="connsiteX3" fmla="*/ 95002 w 192307"/>
                      <a:gd name="connsiteY3" fmla="*/ 454315 h 454315"/>
                      <a:gd name="connsiteX4" fmla="*/ 0 w 192307"/>
                      <a:gd name="connsiteY4" fmla="*/ 253945 h 454315"/>
                      <a:gd name="connsiteX0" fmla="*/ 0 w 192307"/>
                      <a:gd name="connsiteY0" fmla="*/ 253945 h 454315"/>
                      <a:gd name="connsiteX1" fmla="*/ 94960 w 192307"/>
                      <a:gd name="connsiteY1" fmla="*/ 0 h 454315"/>
                      <a:gd name="connsiteX2" fmla="*/ 192307 w 192307"/>
                      <a:gd name="connsiteY2" fmla="*/ 205900 h 454315"/>
                      <a:gd name="connsiteX3" fmla="*/ 95002 w 192307"/>
                      <a:gd name="connsiteY3" fmla="*/ 454315 h 454315"/>
                      <a:gd name="connsiteX4" fmla="*/ 0 w 192307"/>
                      <a:gd name="connsiteY4" fmla="*/ 253945 h 454315"/>
                      <a:gd name="connsiteX0" fmla="*/ 0 w 192307"/>
                      <a:gd name="connsiteY0" fmla="*/ 250508 h 450878"/>
                      <a:gd name="connsiteX1" fmla="*/ 94239 w 192307"/>
                      <a:gd name="connsiteY1" fmla="*/ 0 h 450878"/>
                      <a:gd name="connsiteX2" fmla="*/ 192307 w 192307"/>
                      <a:gd name="connsiteY2" fmla="*/ 202463 h 450878"/>
                      <a:gd name="connsiteX3" fmla="*/ 95002 w 192307"/>
                      <a:gd name="connsiteY3" fmla="*/ 450878 h 450878"/>
                      <a:gd name="connsiteX4" fmla="*/ 0 w 192307"/>
                      <a:gd name="connsiteY4" fmla="*/ 250508 h 450878"/>
                      <a:gd name="connsiteX0" fmla="*/ 0 w 192307"/>
                      <a:gd name="connsiteY0" fmla="*/ 250508 h 450878"/>
                      <a:gd name="connsiteX1" fmla="*/ 94239 w 192307"/>
                      <a:gd name="connsiteY1" fmla="*/ 0 h 450878"/>
                      <a:gd name="connsiteX2" fmla="*/ 192307 w 192307"/>
                      <a:gd name="connsiteY2" fmla="*/ 202463 h 450878"/>
                      <a:gd name="connsiteX3" fmla="*/ 95002 w 192307"/>
                      <a:gd name="connsiteY3" fmla="*/ 450878 h 450878"/>
                      <a:gd name="connsiteX4" fmla="*/ 0 w 192307"/>
                      <a:gd name="connsiteY4" fmla="*/ 250508 h 450878"/>
                      <a:gd name="connsiteX0" fmla="*/ 0 w 192307"/>
                      <a:gd name="connsiteY0" fmla="*/ 258242 h 458612"/>
                      <a:gd name="connsiteX1" fmla="*/ 88469 w 192307"/>
                      <a:gd name="connsiteY1" fmla="*/ 0 h 458612"/>
                      <a:gd name="connsiteX2" fmla="*/ 192307 w 192307"/>
                      <a:gd name="connsiteY2" fmla="*/ 210197 h 458612"/>
                      <a:gd name="connsiteX3" fmla="*/ 95002 w 192307"/>
                      <a:gd name="connsiteY3" fmla="*/ 458612 h 458612"/>
                      <a:gd name="connsiteX4" fmla="*/ 0 w 192307"/>
                      <a:gd name="connsiteY4" fmla="*/ 258242 h 458612"/>
                      <a:gd name="connsiteX0" fmla="*/ 0 w 192307"/>
                      <a:gd name="connsiteY0" fmla="*/ 258242 h 444004"/>
                      <a:gd name="connsiteX1" fmla="*/ 88469 w 192307"/>
                      <a:gd name="connsiteY1" fmla="*/ 0 h 444004"/>
                      <a:gd name="connsiteX2" fmla="*/ 192307 w 192307"/>
                      <a:gd name="connsiteY2" fmla="*/ 210197 h 444004"/>
                      <a:gd name="connsiteX3" fmla="*/ 99329 w 192307"/>
                      <a:gd name="connsiteY3" fmla="*/ 444004 h 444004"/>
                      <a:gd name="connsiteX4" fmla="*/ 0 w 192307"/>
                      <a:gd name="connsiteY4" fmla="*/ 258242 h 444004"/>
                      <a:gd name="connsiteX0" fmla="*/ 0 w 187259"/>
                      <a:gd name="connsiteY0" fmla="*/ 247930 h 444004"/>
                      <a:gd name="connsiteX1" fmla="*/ 83421 w 187259"/>
                      <a:gd name="connsiteY1" fmla="*/ 0 h 444004"/>
                      <a:gd name="connsiteX2" fmla="*/ 187259 w 187259"/>
                      <a:gd name="connsiteY2" fmla="*/ 210197 h 444004"/>
                      <a:gd name="connsiteX3" fmla="*/ 94281 w 187259"/>
                      <a:gd name="connsiteY3" fmla="*/ 444004 h 444004"/>
                      <a:gd name="connsiteX4" fmla="*/ 0 w 187259"/>
                      <a:gd name="connsiteY4" fmla="*/ 247930 h 444004"/>
                      <a:gd name="connsiteX0" fmla="*/ 0 w 189423"/>
                      <a:gd name="connsiteY0" fmla="*/ 243633 h 444004"/>
                      <a:gd name="connsiteX1" fmla="*/ 85585 w 189423"/>
                      <a:gd name="connsiteY1" fmla="*/ 0 h 444004"/>
                      <a:gd name="connsiteX2" fmla="*/ 189423 w 189423"/>
                      <a:gd name="connsiteY2" fmla="*/ 210197 h 444004"/>
                      <a:gd name="connsiteX3" fmla="*/ 96445 w 189423"/>
                      <a:gd name="connsiteY3" fmla="*/ 444004 h 444004"/>
                      <a:gd name="connsiteX4" fmla="*/ 0 w 189423"/>
                      <a:gd name="connsiteY4" fmla="*/ 243633 h 444004"/>
                      <a:gd name="connsiteX0" fmla="*/ 0 w 189423"/>
                      <a:gd name="connsiteY0" fmla="*/ 243633 h 443144"/>
                      <a:gd name="connsiteX1" fmla="*/ 85585 w 189423"/>
                      <a:gd name="connsiteY1" fmla="*/ 0 h 443144"/>
                      <a:gd name="connsiteX2" fmla="*/ 189423 w 189423"/>
                      <a:gd name="connsiteY2" fmla="*/ 210197 h 443144"/>
                      <a:gd name="connsiteX3" fmla="*/ 98608 w 189423"/>
                      <a:gd name="connsiteY3" fmla="*/ 443144 h 443144"/>
                      <a:gd name="connsiteX4" fmla="*/ 0 w 189423"/>
                      <a:gd name="connsiteY4" fmla="*/ 243633 h 4431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89423" h="443144">
                        <a:moveTo>
                          <a:pt x="0" y="243633"/>
                        </a:moveTo>
                        <a:cubicBezTo>
                          <a:pt x="915" y="239870"/>
                          <a:pt x="86016" y="4451"/>
                          <a:pt x="85585" y="0"/>
                        </a:cubicBezTo>
                        <a:cubicBezTo>
                          <a:pt x="209306" y="250801"/>
                          <a:pt x="61134" y="-48340"/>
                          <a:pt x="189423" y="210197"/>
                        </a:cubicBezTo>
                        <a:lnTo>
                          <a:pt x="98608" y="443144"/>
                        </a:lnTo>
                        <a:lnTo>
                          <a:pt x="0" y="243633"/>
                        </a:lnTo>
                        <a:close/>
                      </a:path>
                    </a:pathLst>
                  </a:custGeom>
                  <a:grp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58" name="正方形/長方形 98">
                    <a:extLst>
                      <a:ext uri="{FF2B5EF4-FFF2-40B4-BE49-F238E27FC236}">
                        <ns2:creationId id="{8C8CBBB8-0B97-6567-C5CC-1A6C4C7EC2FF}"/>
                      </a:ext>
                    </a:extLst>
                  </p:cNvPr>
                  <p:cNvSpPr/>
                  <p:nvPr/>
                </p:nvSpPr>
                <p:spPr>
                  <a:xfrm flipV="1">
                    <a:off x="6168358" y="3199674"/>
                    <a:ext cx="458867" cy="899012"/>
                  </a:xfrm>
                  <a:custGeom>
                    <a:avLst/>
                    <a:gdLst>
                      <a:gd name="connsiteX0" fmla="*/ 0 w 245745"/>
                      <a:gd name="connsiteY0" fmla="*/ 0 h 108000"/>
                      <a:gd name="connsiteX1" fmla="*/ 245745 w 245745"/>
                      <a:gd name="connsiteY1" fmla="*/ 0 h 108000"/>
                      <a:gd name="connsiteX2" fmla="*/ 245745 w 245745"/>
                      <a:gd name="connsiteY2" fmla="*/ 108000 h 108000"/>
                      <a:gd name="connsiteX3" fmla="*/ 0 w 245745"/>
                      <a:gd name="connsiteY3" fmla="*/ 108000 h 108000"/>
                      <a:gd name="connsiteX4" fmla="*/ 0 w 245745"/>
                      <a:gd name="connsiteY4" fmla="*/ 0 h 108000"/>
                      <a:gd name="connsiteX0" fmla="*/ 0 w 245745"/>
                      <a:gd name="connsiteY0" fmla="*/ 327660 h 435660"/>
                      <a:gd name="connsiteX1" fmla="*/ 152400 w 245745"/>
                      <a:gd name="connsiteY1" fmla="*/ 0 h 435660"/>
                      <a:gd name="connsiteX2" fmla="*/ 245745 w 245745"/>
                      <a:gd name="connsiteY2" fmla="*/ 435660 h 435660"/>
                      <a:gd name="connsiteX3" fmla="*/ 0 w 245745"/>
                      <a:gd name="connsiteY3" fmla="*/ 435660 h 435660"/>
                      <a:gd name="connsiteX4" fmla="*/ 0 w 245745"/>
                      <a:gd name="connsiteY4" fmla="*/ 327660 h 435660"/>
                      <a:gd name="connsiteX0" fmla="*/ 0 w 1028700"/>
                      <a:gd name="connsiteY0" fmla="*/ 424815 h 435660"/>
                      <a:gd name="connsiteX1" fmla="*/ 935355 w 1028700"/>
                      <a:gd name="connsiteY1" fmla="*/ 0 h 435660"/>
                      <a:gd name="connsiteX2" fmla="*/ 1028700 w 1028700"/>
                      <a:gd name="connsiteY2" fmla="*/ 435660 h 435660"/>
                      <a:gd name="connsiteX3" fmla="*/ 782955 w 1028700"/>
                      <a:gd name="connsiteY3" fmla="*/ 435660 h 435660"/>
                      <a:gd name="connsiteX4" fmla="*/ 0 w 1028700"/>
                      <a:gd name="connsiteY4" fmla="*/ 424815 h 435660"/>
                      <a:gd name="connsiteX0" fmla="*/ 0 w 1028700"/>
                      <a:gd name="connsiteY0" fmla="*/ 424815 h 870000"/>
                      <a:gd name="connsiteX1" fmla="*/ 935355 w 1028700"/>
                      <a:gd name="connsiteY1" fmla="*/ 0 h 870000"/>
                      <a:gd name="connsiteX2" fmla="*/ 1028700 w 1028700"/>
                      <a:gd name="connsiteY2" fmla="*/ 435660 h 870000"/>
                      <a:gd name="connsiteX3" fmla="*/ 822960 w 1028700"/>
                      <a:gd name="connsiteY3" fmla="*/ 870000 h 870000"/>
                      <a:gd name="connsiteX4" fmla="*/ 0 w 1028700"/>
                      <a:gd name="connsiteY4" fmla="*/ 424815 h 870000"/>
                      <a:gd name="connsiteX0" fmla="*/ 0 w 1744980"/>
                      <a:gd name="connsiteY0" fmla="*/ 424815 h 870000"/>
                      <a:gd name="connsiteX1" fmla="*/ 935355 w 1744980"/>
                      <a:gd name="connsiteY1" fmla="*/ 0 h 870000"/>
                      <a:gd name="connsiteX2" fmla="*/ 1744980 w 1744980"/>
                      <a:gd name="connsiteY2" fmla="*/ 469950 h 870000"/>
                      <a:gd name="connsiteX3" fmla="*/ 822960 w 1744980"/>
                      <a:gd name="connsiteY3" fmla="*/ 870000 h 870000"/>
                      <a:gd name="connsiteX4" fmla="*/ 0 w 1744980"/>
                      <a:gd name="connsiteY4" fmla="*/ 424815 h 870000"/>
                      <a:gd name="connsiteX0" fmla="*/ 0 w 1744980"/>
                      <a:gd name="connsiteY0" fmla="*/ 381395 h 826580"/>
                      <a:gd name="connsiteX1" fmla="*/ 503215 w 1744980"/>
                      <a:gd name="connsiteY1" fmla="*/ 0 h 826580"/>
                      <a:gd name="connsiteX2" fmla="*/ 1744980 w 1744980"/>
                      <a:gd name="connsiteY2" fmla="*/ 426530 h 826580"/>
                      <a:gd name="connsiteX3" fmla="*/ 822960 w 1744980"/>
                      <a:gd name="connsiteY3" fmla="*/ 826580 h 826580"/>
                      <a:gd name="connsiteX4" fmla="*/ 0 w 1744980"/>
                      <a:gd name="connsiteY4" fmla="*/ 381395 h 826580"/>
                      <a:gd name="connsiteX0" fmla="*/ 0 w 1250810"/>
                      <a:gd name="connsiteY0" fmla="*/ 273878 h 826580"/>
                      <a:gd name="connsiteX1" fmla="*/ 9045 w 1250810"/>
                      <a:gd name="connsiteY1" fmla="*/ 0 h 826580"/>
                      <a:gd name="connsiteX2" fmla="*/ 1250810 w 1250810"/>
                      <a:gd name="connsiteY2" fmla="*/ 426530 h 826580"/>
                      <a:gd name="connsiteX3" fmla="*/ 328790 w 1250810"/>
                      <a:gd name="connsiteY3" fmla="*/ 826580 h 826580"/>
                      <a:gd name="connsiteX4" fmla="*/ 0 w 1250810"/>
                      <a:gd name="connsiteY4" fmla="*/ 273878 h 826580"/>
                      <a:gd name="connsiteX0" fmla="*/ 1294 w 1252104"/>
                      <a:gd name="connsiteY0" fmla="*/ 278013 h 830715"/>
                      <a:gd name="connsiteX1" fmla="*/ 0 w 1252104"/>
                      <a:gd name="connsiteY1" fmla="*/ 0 h 830715"/>
                      <a:gd name="connsiteX2" fmla="*/ 1252104 w 1252104"/>
                      <a:gd name="connsiteY2" fmla="*/ 430665 h 830715"/>
                      <a:gd name="connsiteX3" fmla="*/ 330084 w 1252104"/>
                      <a:gd name="connsiteY3" fmla="*/ 830715 h 830715"/>
                      <a:gd name="connsiteX4" fmla="*/ 1294 w 1252104"/>
                      <a:gd name="connsiteY4" fmla="*/ 278013 h 830715"/>
                      <a:gd name="connsiteX0" fmla="*/ 1294 w 1252104"/>
                      <a:gd name="connsiteY0" fmla="*/ 278013 h 830715"/>
                      <a:gd name="connsiteX1" fmla="*/ 0 w 1252104"/>
                      <a:gd name="connsiteY1" fmla="*/ 0 h 830715"/>
                      <a:gd name="connsiteX2" fmla="*/ 1252104 w 1252104"/>
                      <a:gd name="connsiteY2" fmla="*/ 430665 h 830715"/>
                      <a:gd name="connsiteX3" fmla="*/ 330084 w 1252104"/>
                      <a:gd name="connsiteY3" fmla="*/ 830715 h 830715"/>
                      <a:gd name="connsiteX4" fmla="*/ 1294 w 1252104"/>
                      <a:gd name="connsiteY4" fmla="*/ 278013 h 830715"/>
                      <a:gd name="connsiteX0" fmla="*/ 1294 w 1252104"/>
                      <a:gd name="connsiteY0" fmla="*/ 278013 h 706657"/>
                      <a:gd name="connsiteX1" fmla="*/ 0 w 1252104"/>
                      <a:gd name="connsiteY1" fmla="*/ 0 h 706657"/>
                      <a:gd name="connsiteX2" fmla="*/ 1252104 w 1252104"/>
                      <a:gd name="connsiteY2" fmla="*/ 430665 h 706657"/>
                      <a:gd name="connsiteX3" fmla="*/ 795306 w 1252104"/>
                      <a:gd name="connsiteY3" fmla="*/ 706657 h 706657"/>
                      <a:gd name="connsiteX4" fmla="*/ 1294 w 1252104"/>
                      <a:gd name="connsiteY4" fmla="*/ 278013 h 706657"/>
                      <a:gd name="connsiteX0" fmla="*/ 1294 w 805490"/>
                      <a:gd name="connsiteY0" fmla="*/ 278013 h 706657"/>
                      <a:gd name="connsiteX1" fmla="*/ 0 w 805490"/>
                      <a:gd name="connsiteY1" fmla="*/ 0 h 706657"/>
                      <a:gd name="connsiteX2" fmla="*/ 805490 w 805490"/>
                      <a:gd name="connsiteY2" fmla="*/ 420327 h 706657"/>
                      <a:gd name="connsiteX3" fmla="*/ 795306 w 805490"/>
                      <a:gd name="connsiteY3" fmla="*/ 706657 h 706657"/>
                      <a:gd name="connsiteX4" fmla="*/ 1294 w 805490"/>
                      <a:gd name="connsiteY4" fmla="*/ 278013 h 706657"/>
                      <a:gd name="connsiteX0" fmla="*/ 1294 w 799287"/>
                      <a:gd name="connsiteY0" fmla="*/ 278013 h 706657"/>
                      <a:gd name="connsiteX1" fmla="*/ 0 w 799287"/>
                      <a:gd name="connsiteY1" fmla="*/ 0 h 706657"/>
                      <a:gd name="connsiteX2" fmla="*/ 799287 w 799287"/>
                      <a:gd name="connsiteY2" fmla="*/ 472018 h 706657"/>
                      <a:gd name="connsiteX3" fmla="*/ 795306 w 799287"/>
                      <a:gd name="connsiteY3" fmla="*/ 706657 h 706657"/>
                      <a:gd name="connsiteX4" fmla="*/ 1294 w 799287"/>
                      <a:gd name="connsiteY4" fmla="*/ 278013 h 706657"/>
                      <a:gd name="connsiteX0" fmla="*/ 1294 w 803422"/>
                      <a:gd name="connsiteY0" fmla="*/ 278013 h 706657"/>
                      <a:gd name="connsiteX1" fmla="*/ 0 w 803422"/>
                      <a:gd name="connsiteY1" fmla="*/ 0 h 706657"/>
                      <a:gd name="connsiteX2" fmla="*/ 803422 w 803422"/>
                      <a:gd name="connsiteY2" fmla="*/ 461680 h 706657"/>
                      <a:gd name="connsiteX3" fmla="*/ 795306 w 803422"/>
                      <a:gd name="connsiteY3" fmla="*/ 706657 h 706657"/>
                      <a:gd name="connsiteX4" fmla="*/ 1294 w 803422"/>
                      <a:gd name="connsiteY4" fmla="*/ 278013 h 706657"/>
                      <a:gd name="connsiteX0" fmla="*/ 23 w 808354"/>
                      <a:gd name="connsiteY0" fmla="*/ 273878 h 706657"/>
                      <a:gd name="connsiteX1" fmla="*/ 4932 w 808354"/>
                      <a:gd name="connsiteY1" fmla="*/ 0 h 706657"/>
                      <a:gd name="connsiteX2" fmla="*/ 808354 w 808354"/>
                      <a:gd name="connsiteY2" fmla="*/ 461680 h 706657"/>
                      <a:gd name="connsiteX3" fmla="*/ 800238 w 808354"/>
                      <a:gd name="connsiteY3" fmla="*/ 706657 h 706657"/>
                      <a:gd name="connsiteX4" fmla="*/ 23 w 808354"/>
                      <a:gd name="connsiteY4" fmla="*/ 273878 h 706657"/>
                      <a:gd name="connsiteX0" fmla="*/ 34 w 808365"/>
                      <a:gd name="connsiteY0" fmla="*/ 275946 h 708725"/>
                      <a:gd name="connsiteX1" fmla="*/ 2875 w 808365"/>
                      <a:gd name="connsiteY1" fmla="*/ 0 h 708725"/>
                      <a:gd name="connsiteX2" fmla="*/ 808365 w 808365"/>
                      <a:gd name="connsiteY2" fmla="*/ 463748 h 708725"/>
                      <a:gd name="connsiteX3" fmla="*/ 800249 w 808365"/>
                      <a:gd name="connsiteY3" fmla="*/ 708725 h 708725"/>
                      <a:gd name="connsiteX4" fmla="*/ 34 w 808365"/>
                      <a:gd name="connsiteY4" fmla="*/ 275946 h 708725"/>
                      <a:gd name="connsiteX0" fmla="*/ 3362 w 805490"/>
                      <a:gd name="connsiteY0" fmla="*/ 275946 h 708725"/>
                      <a:gd name="connsiteX1" fmla="*/ 0 w 805490"/>
                      <a:gd name="connsiteY1" fmla="*/ 0 h 708725"/>
                      <a:gd name="connsiteX2" fmla="*/ 805490 w 805490"/>
                      <a:gd name="connsiteY2" fmla="*/ 463748 h 708725"/>
                      <a:gd name="connsiteX3" fmla="*/ 797374 w 805490"/>
                      <a:gd name="connsiteY3" fmla="*/ 708725 h 708725"/>
                      <a:gd name="connsiteX4" fmla="*/ 3362 w 805490"/>
                      <a:gd name="connsiteY4" fmla="*/ 275946 h 708725"/>
                      <a:gd name="connsiteX0" fmla="*/ 1295 w 805490"/>
                      <a:gd name="connsiteY0" fmla="*/ 275946 h 708725"/>
                      <a:gd name="connsiteX1" fmla="*/ 0 w 805490"/>
                      <a:gd name="connsiteY1" fmla="*/ 0 h 708725"/>
                      <a:gd name="connsiteX2" fmla="*/ 805490 w 805490"/>
                      <a:gd name="connsiteY2" fmla="*/ 463748 h 708725"/>
                      <a:gd name="connsiteX3" fmla="*/ 797374 w 805490"/>
                      <a:gd name="connsiteY3" fmla="*/ 708725 h 708725"/>
                      <a:gd name="connsiteX4" fmla="*/ 1295 w 805490"/>
                      <a:gd name="connsiteY4" fmla="*/ 275946 h 708725"/>
                      <a:gd name="connsiteX0" fmla="*/ 1295 w 808927"/>
                      <a:gd name="connsiteY0" fmla="*/ 275946 h 708725"/>
                      <a:gd name="connsiteX1" fmla="*/ 0 w 808927"/>
                      <a:gd name="connsiteY1" fmla="*/ 0 h 708725"/>
                      <a:gd name="connsiteX2" fmla="*/ 808927 w 808927"/>
                      <a:gd name="connsiteY2" fmla="*/ 448281 h 708725"/>
                      <a:gd name="connsiteX3" fmla="*/ 797374 w 808927"/>
                      <a:gd name="connsiteY3" fmla="*/ 708725 h 708725"/>
                      <a:gd name="connsiteX4" fmla="*/ 1295 w 808927"/>
                      <a:gd name="connsiteY4" fmla="*/ 275946 h 708725"/>
                      <a:gd name="connsiteX0" fmla="*/ 1295 w 809404"/>
                      <a:gd name="connsiteY0" fmla="*/ 275946 h 729348"/>
                      <a:gd name="connsiteX1" fmla="*/ 0 w 809404"/>
                      <a:gd name="connsiteY1" fmla="*/ 0 h 729348"/>
                      <a:gd name="connsiteX2" fmla="*/ 808927 w 809404"/>
                      <a:gd name="connsiteY2" fmla="*/ 448281 h 729348"/>
                      <a:gd name="connsiteX3" fmla="*/ 809404 w 809404"/>
                      <a:gd name="connsiteY3" fmla="*/ 729348 h 729348"/>
                      <a:gd name="connsiteX4" fmla="*/ 1295 w 809404"/>
                      <a:gd name="connsiteY4" fmla="*/ 275946 h 729348"/>
                      <a:gd name="connsiteX0" fmla="*/ 1295 w 808927"/>
                      <a:gd name="connsiteY0" fmla="*/ 275946 h 727629"/>
                      <a:gd name="connsiteX1" fmla="*/ 0 w 808927"/>
                      <a:gd name="connsiteY1" fmla="*/ 0 h 727629"/>
                      <a:gd name="connsiteX2" fmla="*/ 808927 w 808927"/>
                      <a:gd name="connsiteY2" fmla="*/ 448281 h 727629"/>
                      <a:gd name="connsiteX3" fmla="*/ 807685 w 808927"/>
                      <a:gd name="connsiteY3" fmla="*/ 727629 h 727629"/>
                      <a:gd name="connsiteX4" fmla="*/ 1295 w 808927"/>
                      <a:gd name="connsiteY4" fmla="*/ 275946 h 727629"/>
                      <a:gd name="connsiteX0" fmla="*/ 109 w 809183"/>
                      <a:gd name="connsiteY0" fmla="*/ 279383 h 727629"/>
                      <a:gd name="connsiteX1" fmla="*/ 256 w 809183"/>
                      <a:gd name="connsiteY1" fmla="*/ 0 h 727629"/>
                      <a:gd name="connsiteX2" fmla="*/ 809183 w 809183"/>
                      <a:gd name="connsiteY2" fmla="*/ 448281 h 727629"/>
                      <a:gd name="connsiteX3" fmla="*/ 807941 w 809183"/>
                      <a:gd name="connsiteY3" fmla="*/ 727629 h 727629"/>
                      <a:gd name="connsiteX4" fmla="*/ 109 w 809183"/>
                      <a:gd name="connsiteY4" fmla="*/ 279383 h 727629"/>
                      <a:gd name="connsiteX0" fmla="*/ 109 w 809183"/>
                      <a:gd name="connsiteY0" fmla="*/ 279383 h 707006"/>
                      <a:gd name="connsiteX1" fmla="*/ 256 w 809183"/>
                      <a:gd name="connsiteY1" fmla="*/ 0 h 707006"/>
                      <a:gd name="connsiteX2" fmla="*/ 809183 w 809183"/>
                      <a:gd name="connsiteY2" fmla="*/ 448281 h 707006"/>
                      <a:gd name="connsiteX3" fmla="*/ 807941 w 809183"/>
                      <a:gd name="connsiteY3" fmla="*/ 707006 h 707006"/>
                      <a:gd name="connsiteX4" fmla="*/ 109 w 809183"/>
                      <a:gd name="connsiteY4" fmla="*/ 279383 h 707006"/>
                      <a:gd name="connsiteX0" fmla="*/ 109 w 973039"/>
                      <a:gd name="connsiteY0" fmla="*/ 279383 h 707006"/>
                      <a:gd name="connsiteX1" fmla="*/ 256 w 973039"/>
                      <a:gd name="connsiteY1" fmla="*/ 0 h 707006"/>
                      <a:gd name="connsiteX2" fmla="*/ 973039 w 973039"/>
                      <a:gd name="connsiteY2" fmla="*/ 599516 h 707006"/>
                      <a:gd name="connsiteX3" fmla="*/ 807941 w 973039"/>
                      <a:gd name="connsiteY3" fmla="*/ 707006 h 707006"/>
                      <a:gd name="connsiteX4" fmla="*/ 109 w 973039"/>
                      <a:gd name="connsiteY4" fmla="*/ 279383 h 707006"/>
                      <a:gd name="connsiteX0" fmla="*/ 1 w 972931"/>
                      <a:gd name="connsiteY0" fmla="*/ 727589 h 1155212"/>
                      <a:gd name="connsiteX1" fmla="*/ 971743 w 972931"/>
                      <a:gd name="connsiteY1" fmla="*/ 0 h 1155212"/>
                      <a:gd name="connsiteX2" fmla="*/ 972931 w 972931"/>
                      <a:gd name="connsiteY2" fmla="*/ 1047722 h 1155212"/>
                      <a:gd name="connsiteX3" fmla="*/ 807833 w 972931"/>
                      <a:gd name="connsiteY3" fmla="*/ 1155212 h 1155212"/>
                      <a:gd name="connsiteX4" fmla="*/ 1 w 972931"/>
                      <a:gd name="connsiteY4" fmla="*/ 727589 h 1155212"/>
                      <a:gd name="connsiteX0" fmla="*/ 1 w 183654"/>
                      <a:gd name="connsiteY0" fmla="*/ 147395 h 1155212"/>
                      <a:gd name="connsiteX1" fmla="*/ 182466 w 183654"/>
                      <a:gd name="connsiteY1" fmla="*/ 0 h 1155212"/>
                      <a:gd name="connsiteX2" fmla="*/ 183654 w 183654"/>
                      <a:gd name="connsiteY2" fmla="*/ 1047722 h 1155212"/>
                      <a:gd name="connsiteX3" fmla="*/ 18556 w 183654"/>
                      <a:gd name="connsiteY3" fmla="*/ 1155212 h 1155212"/>
                      <a:gd name="connsiteX4" fmla="*/ 1 w 183654"/>
                      <a:gd name="connsiteY4" fmla="*/ 147395 h 1155212"/>
                      <a:gd name="connsiteX0" fmla="*/ 0 w 195436"/>
                      <a:gd name="connsiteY0" fmla="*/ 147395 h 1155212"/>
                      <a:gd name="connsiteX1" fmla="*/ 182465 w 195436"/>
                      <a:gd name="connsiteY1" fmla="*/ 0 h 1155212"/>
                      <a:gd name="connsiteX2" fmla="*/ 183653 w 195436"/>
                      <a:gd name="connsiteY2" fmla="*/ 1047722 h 1155212"/>
                      <a:gd name="connsiteX3" fmla="*/ 18555 w 195436"/>
                      <a:gd name="connsiteY3" fmla="*/ 1155212 h 1155212"/>
                      <a:gd name="connsiteX4" fmla="*/ 0 w 195436"/>
                      <a:gd name="connsiteY4" fmla="*/ 147395 h 1155212"/>
                      <a:gd name="connsiteX0" fmla="*/ 0 w 183653"/>
                      <a:gd name="connsiteY0" fmla="*/ 147395 h 1155212"/>
                      <a:gd name="connsiteX1" fmla="*/ 182465 w 183653"/>
                      <a:gd name="connsiteY1" fmla="*/ 0 h 1155212"/>
                      <a:gd name="connsiteX2" fmla="*/ 183653 w 183653"/>
                      <a:gd name="connsiteY2" fmla="*/ 1047722 h 1155212"/>
                      <a:gd name="connsiteX3" fmla="*/ 18555 w 183653"/>
                      <a:gd name="connsiteY3" fmla="*/ 1155212 h 1155212"/>
                      <a:gd name="connsiteX4" fmla="*/ 0 w 183653"/>
                      <a:gd name="connsiteY4" fmla="*/ 147395 h 1155212"/>
                      <a:gd name="connsiteX0" fmla="*/ 3727 w 187380"/>
                      <a:gd name="connsiteY0" fmla="*/ 147395 h 1155212"/>
                      <a:gd name="connsiteX1" fmla="*/ 186192 w 187380"/>
                      <a:gd name="connsiteY1" fmla="*/ 0 h 1155212"/>
                      <a:gd name="connsiteX2" fmla="*/ 187380 w 187380"/>
                      <a:gd name="connsiteY2" fmla="*/ 1047722 h 1155212"/>
                      <a:gd name="connsiteX3" fmla="*/ 22282 w 187380"/>
                      <a:gd name="connsiteY3" fmla="*/ 1155212 h 1155212"/>
                      <a:gd name="connsiteX4" fmla="*/ 3727 w 187380"/>
                      <a:gd name="connsiteY4" fmla="*/ 147395 h 1155212"/>
                      <a:gd name="connsiteX0" fmla="*/ 0 w 183653"/>
                      <a:gd name="connsiteY0" fmla="*/ 147395 h 1155212"/>
                      <a:gd name="connsiteX1" fmla="*/ 182465 w 183653"/>
                      <a:gd name="connsiteY1" fmla="*/ 0 h 1155212"/>
                      <a:gd name="connsiteX2" fmla="*/ 183653 w 183653"/>
                      <a:gd name="connsiteY2" fmla="*/ 1047722 h 1155212"/>
                      <a:gd name="connsiteX3" fmla="*/ 18555 w 183653"/>
                      <a:gd name="connsiteY3" fmla="*/ 1155212 h 1155212"/>
                      <a:gd name="connsiteX4" fmla="*/ 0 w 183653"/>
                      <a:gd name="connsiteY4" fmla="*/ 147395 h 1155212"/>
                      <a:gd name="connsiteX0" fmla="*/ 0 w 180768"/>
                      <a:gd name="connsiteY0" fmla="*/ 141666 h 1155212"/>
                      <a:gd name="connsiteX1" fmla="*/ 179580 w 180768"/>
                      <a:gd name="connsiteY1" fmla="*/ 0 h 1155212"/>
                      <a:gd name="connsiteX2" fmla="*/ 180768 w 180768"/>
                      <a:gd name="connsiteY2" fmla="*/ 1047722 h 1155212"/>
                      <a:gd name="connsiteX3" fmla="*/ 15670 w 180768"/>
                      <a:gd name="connsiteY3" fmla="*/ 1155212 h 1155212"/>
                      <a:gd name="connsiteX4" fmla="*/ 0 w 180768"/>
                      <a:gd name="connsiteY4" fmla="*/ 141666 h 1155212"/>
                      <a:gd name="connsiteX0" fmla="*/ 0 w 180768"/>
                      <a:gd name="connsiteY0" fmla="*/ 135937 h 1149483"/>
                      <a:gd name="connsiteX1" fmla="*/ 179580 w 180768"/>
                      <a:gd name="connsiteY1" fmla="*/ 0 h 1149483"/>
                      <a:gd name="connsiteX2" fmla="*/ 180768 w 180768"/>
                      <a:gd name="connsiteY2" fmla="*/ 1041993 h 1149483"/>
                      <a:gd name="connsiteX3" fmla="*/ 15670 w 180768"/>
                      <a:gd name="connsiteY3" fmla="*/ 1149483 h 1149483"/>
                      <a:gd name="connsiteX4" fmla="*/ 0 w 180768"/>
                      <a:gd name="connsiteY4" fmla="*/ 135937 h 1149483"/>
                      <a:gd name="connsiteX0" fmla="*/ 0 w 186538"/>
                      <a:gd name="connsiteY0" fmla="*/ 135937 h 1149483"/>
                      <a:gd name="connsiteX1" fmla="*/ 179580 w 186538"/>
                      <a:gd name="connsiteY1" fmla="*/ 0 h 1149483"/>
                      <a:gd name="connsiteX2" fmla="*/ 186538 w 186538"/>
                      <a:gd name="connsiteY2" fmla="*/ 1037697 h 1149483"/>
                      <a:gd name="connsiteX3" fmla="*/ 15670 w 186538"/>
                      <a:gd name="connsiteY3" fmla="*/ 1149483 h 1149483"/>
                      <a:gd name="connsiteX4" fmla="*/ 0 w 186538"/>
                      <a:gd name="connsiteY4" fmla="*/ 135937 h 1149483"/>
                      <a:gd name="connsiteX0" fmla="*/ 0 w 176441"/>
                      <a:gd name="connsiteY0" fmla="*/ 147729 h 1149483"/>
                      <a:gd name="connsiteX1" fmla="*/ 169483 w 176441"/>
                      <a:gd name="connsiteY1" fmla="*/ 0 h 1149483"/>
                      <a:gd name="connsiteX2" fmla="*/ 176441 w 176441"/>
                      <a:gd name="connsiteY2" fmla="*/ 1037697 h 1149483"/>
                      <a:gd name="connsiteX3" fmla="*/ 5573 w 176441"/>
                      <a:gd name="connsiteY3" fmla="*/ 1149483 h 1149483"/>
                      <a:gd name="connsiteX4" fmla="*/ 0 w 176441"/>
                      <a:gd name="connsiteY4" fmla="*/ 147729 h 1149483"/>
                      <a:gd name="connsiteX0" fmla="*/ 0 w 172114"/>
                      <a:gd name="connsiteY0" fmla="*/ 147729 h 1149483"/>
                      <a:gd name="connsiteX1" fmla="*/ 165156 w 172114"/>
                      <a:gd name="connsiteY1" fmla="*/ 0 h 1149483"/>
                      <a:gd name="connsiteX2" fmla="*/ 172114 w 172114"/>
                      <a:gd name="connsiteY2" fmla="*/ 1037697 h 1149483"/>
                      <a:gd name="connsiteX3" fmla="*/ 1246 w 172114"/>
                      <a:gd name="connsiteY3" fmla="*/ 1149483 h 1149483"/>
                      <a:gd name="connsiteX4" fmla="*/ 0 w 172114"/>
                      <a:gd name="connsiteY4" fmla="*/ 147729 h 1149483"/>
                      <a:gd name="connsiteX0" fmla="*/ 710 w 172824"/>
                      <a:gd name="connsiteY0" fmla="*/ 147729 h 1140639"/>
                      <a:gd name="connsiteX1" fmla="*/ 165866 w 172824"/>
                      <a:gd name="connsiteY1" fmla="*/ 0 h 1140639"/>
                      <a:gd name="connsiteX2" fmla="*/ 172824 w 172824"/>
                      <a:gd name="connsiteY2" fmla="*/ 1037697 h 1140639"/>
                      <a:gd name="connsiteX3" fmla="*/ 514 w 172824"/>
                      <a:gd name="connsiteY3" fmla="*/ 1140639 h 1140639"/>
                      <a:gd name="connsiteX4" fmla="*/ 710 w 172824"/>
                      <a:gd name="connsiteY4" fmla="*/ 147729 h 1140639"/>
                      <a:gd name="connsiteX0" fmla="*/ 710 w 174988"/>
                      <a:gd name="connsiteY0" fmla="*/ 147729 h 1140639"/>
                      <a:gd name="connsiteX1" fmla="*/ 165866 w 174988"/>
                      <a:gd name="connsiteY1" fmla="*/ 0 h 1140639"/>
                      <a:gd name="connsiteX2" fmla="*/ 174988 w 174988"/>
                      <a:gd name="connsiteY2" fmla="*/ 766482 h 1140639"/>
                      <a:gd name="connsiteX3" fmla="*/ 514 w 174988"/>
                      <a:gd name="connsiteY3" fmla="*/ 1140639 h 1140639"/>
                      <a:gd name="connsiteX4" fmla="*/ 710 w 174988"/>
                      <a:gd name="connsiteY4" fmla="*/ 147729 h 1140639"/>
                      <a:gd name="connsiteX0" fmla="*/ 710 w 174988"/>
                      <a:gd name="connsiteY0" fmla="*/ 389463 h 1382373"/>
                      <a:gd name="connsiteX1" fmla="*/ 173078 w 174988"/>
                      <a:gd name="connsiteY1" fmla="*/ 0 h 1382373"/>
                      <a:gd name="connsiteX2" fmla="*/ 174988 w 174988"/>
                      <a:gd name="connsiteY2" fmla="*/ 1008216 h 1382373"/>
                      <a:gd name="connsiteX3" fmla="*/ 514 w 174988"/>
                      <a:gd name="connsiteY3" fmla="*/ 1382373 h 1382373"/>
                      <a:gd name="connsiteX4" fmla="*/ 710 w 174988"/>
                      <a:gd name="connsiteY4" fmla="*/ 389463 h 1382373"/>
                      <a:gd name="connsiteX0" fmla="*/ 710 w 174267"/>
                      <a:gd name="connsiteY0" fmla="*/ 389463 h 1382373"/>
                      <a:gd name="connsiteX1" fmla="*/ 173078 w 174267"/>
                      <a:gd name="connsiteY1" fmla="*/ 0 h 1382373"/>
                      <a:gd name="connsiteX2" fmla="*/ 174267 w 174267"/>
                      <a:gd name="connsiteY2" fmla="*/ 1002321 h 1382373"/>
                      <a:gd name="connsiteX3" fmla="*/ 514 w 174267"/>
                      <a:gd name="connsiteY3" fmla="*/ 1382373 h 1382373"/>
                      <a:gd name="connsiteX4" fmla="*/ 710 w 174267"/>
                      <a:gd name="connsiteY4" fmla="*/ 389463 h 1382373"/>
                      <a:gd name="connsiteX0" fmla="*/ 710 w 174267"/>
                      <a:gd name="connsiteY0" fmla="*/ 389463 h 1391217"/>
                      <a:gd name="connsiteX1" fmla="*/ 173078 w 174267"/>
                      <a:gd name="connsiteY1" fmla="*/ 0 h 1391217"/>
                      <a:gd name="connsiteX2" fmla="*/ 174267 w 174267"/>
                      <a:gd name="connsiteY2" fmla="*/ 1002321 h 1391217"/>
                      <a:gd name="connsiteX3" fmla="*/ 514 w 174267"/>
                      <a:gd name="connsiteY3" fmla="*/ 1391217 h 1391217"/>
                      <a:gd name="connsiteX4" fmla="*/ 710 w 174267"/>
                      <a:gd name="connsiteY4" fmla="*/ 389463 h 1391217"/>
                      <a:gd name="connsiteX0" fmla="*/ 710 w 173719"/>
                      <a:gd name="connsiteY0" fmla="*/ 389463 h 1391217"/>
                      <a:gd name="connsiteX1" fmla="*/ 173078 w 173719"/>
                      <a:gd name="connsiteY1" fmla="*/ 0 h 1391217"/>
                      <a:gd name="connsiteX2" fmla="*/ 172825 w 173719"/>
                      <a:gd name="connsiteY2" fmla="*/ 1011164 h 1391217"/>
                      <a:gd name="connsiteX3" fmla="*/ 514 w 173719"/>
                      <a:gd name="connsiteY3" fmla="*/ 1391217 h 1391217"/>
                      <a:gd name="connsiteX4" fmla="*/ 710 w 173719"/>
                      <a:gd name="connsiteY4" fmla="*/ 389463 h 13912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3719" h="1391217">
                        <a:moveTo>
                          <a:pt x="710" y="389463"/>
                        </a:moveTo>
                        <a:cubicBezTo>
                          <a:pt x="1625" y="385700"/>
                          <a:pt x="173509" y="4451"/>
                          <a:pt x="173078" y="0"/>
                        </a:cubicBezTo>
                        <a:cubicBezTo>
                          <a:pt x="175397" y="345899"/>
                          <a:pt x="170506" y="665265"/>
                          <a:pt x="172825" y="1011164"/>
                        </a:cubicBezTo>
                        <a:lnTo>
                          <a:pt x="514" y="1391217"/>
                        </a:lnTo>
                        <a:cubicBezTo>
                          <a:pt x="-1344" y="1057299"/>
                          <a:pt x="2568" y="723381"/>
                          <a:pt x="710" y="389463"/>
                        </a:cubicBezTo>
                        <a:close/>
                      </a:path>
                    </a:pathLst>
                  </a:custGeom>
                  <a:grp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59" name="正方形/長方形 98">
                    <a:extLst>
                      <a:ext uri="{FF2B5EF4-FFF2-40B4-BE49-F238E27FC236}">
                        <ns2:creationId id="{F170449F-1D76-6125-D880-CDE870552AC8}"/>
                      </a:ext>
                    </a:extLst>
                  </p:cNvPr>
                  <p:cNvSpPr/>
                  <p:nvPr/>
                </p:nvSpPr>
                <p:spPr>
                  <a:xfrm flipV="1">
                    <a:off x="6654192" y="3243035"/>
                    <a:ext cx="544166" cy="862774"/>
                  </a:xfrm>
                  <a:custGeom>
                    <a:avLst/>
                    <a:gdLst>
                      <a:gd name="connsiteX0" fmla="*/ 0 w 245745"/>
                      <a:gd name="connsiteY0" fmla="*/ 0 h 108000"/>
                      <a:gd name="connsiteX1" fmla="*/ 245745 w 245745"/>
                      <a:gd name="connsiteY1" fmla="*/ 0 h 108000"/>
                      <a:gd name="connsiteX2" fmla="*/ 245745 w 245745"/>
                      <a:gd name="connsiteY2" fmla="*/ 108000 h 108000"/>
                      <a:gd name="connsiteX3" fmla="*/ 0 w 245745"/>
                      <a:gd name="connsiteY3" fmla="*/ 108000 h 108000"/>
                      <a:gd name="connsiteX4" fmla="*/ 0 w 245745"/>
                      <a:gd name="connsiteY4" fmla="*/ 0 h 108000"/>
                      <a:gd name="connsiteX0" fmla="*/ 0 w 245745"/>
                      <a:gd name="connsiteY0" fmla="*/ 327660 h 435660"/>
                      <a:gd name="connsiteX1" fmla="*/ 152400 w 245745"/>
                      <a:gd name="connsiteY1" fmla="*/ 0 h 435660"/>
                      <a:gd name="connsiteX2" fmla="*/ 245745 w 245745"/>
                      <a:gd name="connsiteY2" fmla="*/ 435660 h 435660"/>
                      <a:gd name="connsiteX3" fmla="*/ 0 w 245745"/>
                      <a:gd name="connsiteY3" fmla="*/ 435660 h 435660"/>
                      <a:gd name="connsiteX4" fmla="*/ 0 w 245745"/>
                      <a:gd name="connsiteY4" fmla="*/ 327660 h 435660"/>
                      <a:gd name="connsiteX0" fmla="*/ 0 w 1028700"/>
                      <a:gd name="connsiteY0" fmla="*/ 424815 h 435660"/>
                      <a:gd name="connsiteX1" fmla="*/ 935355 w 1028700"/>
                      <a:gd name="connsiteY1" fmla="*/ 0 h 435660"/>
                      <a:gd name="connsiteX2" fmla="*/ 1028700 w 1028700"/>
                      <a:gd name="connsiteY2" fmla="*/ 435660 h 435660"/>
                      <a:gd name="connsiteX3" fmla="*/ 782955 w 1028700"/>
                      <a:gd name="connsiteY3" fmla="*/ 435660 h 435660"/>
                      <a:gd name="connsiteX4" fmla="*/ 0 w 1028700"/>
                      <a:gd name="connsiteY4" fmla="*/ 424815 h 435660"/>
                      <a:gd name="connsiteX0" fmla="*/ 0 w 1028700"/>
                      <a:gd name="connsiteY0" fmla="*/ 424815 h 870000"/>
                      <a:gd name="connsiteX1" fmla="*/ 935355 w 1028700"/>
                      <a:gd name="connsiteY1" fmla="*/ 0 h 870000"/>
                      <a:gd name="connsiteX2" fmla="*/ 1028700 w 1028700"/>
                      <a:gd name="connsiteY2" fmla="*/ 435660 h 870000"/>
                      <a:gd name="connsiteX3" fmla="*/ 822960 w 1028700"/>
                      <a:gd name="connsiteY3" fmla="*/ 870000 h 870000"/>
                      <a:gd name="connsiteX4" fmla="*/ 0 w 1028700"/>
                      <a:gd name="connsiteY4" fmla="*/ 424815 h 870000"/>
                      <a:gd name="connsiteX0" fmla="*/ 0 w 1744980"/>
                      <a:gd name="connsiteY0" fmla="*/ 424815 h 870000"/>
                      <a:gd name="connsiteX1" fmla="*/ 935355 w 1744980"/>
                      <a:gd name="connsiteY1" fmla="*/ 0 h 870000"/>
                      <a:gd name="connsiteX2" fmla="*/ 1744980 w 1744980"/>
                      <a:gd name="connsiteY2" fmla="*/ 469950 h 870000"/>
                      <a:gd name="connsiteX3" fmla="*/ 822960 w 1744980"/>
                      <a:gd name="connsiteY3" fmla="*/ 870000 h 870000"/>
                      <a:gd name="connsiteX4" fmla="*/ 0 w 1744980"/>
                      <a:gd name="connsiteY4" fmla="*/ 424815 h 870000"/>
                      <a:gd name="connsiteX0" fmla="*/ 0 w 1744980"/>
                      <a:gd name="connsiteY0" fmla="*/ 381395 h 826580"/>
                      <a:gd name="connsiteX1" fmla="*/ 503215 w 1744980"/>
                      <a:gd name="connsiteY1" fmla="*/ 0 h 826580"/>
                      <a:gd name="connsiteX2" fmla="*/ 1744980 w 1744980"/>
                      <a:gd name="connsiteY2" fmla="*/ 426530 h 826580"/>
                      <a:gd name="connsiteX3" fmla="*/ 822960 w 1744980"/>
                      <a:gd name="connsiteY3" fmla="*/ 826580 h 826580"/>
                      <a:gd name="connsiteX4" fmla="*/ 0 w 1744980"/>
                      <a:gd name="connsiteY4" fmla="*/ 381395 h 826580"/>
                      <a:gd name="connsiteX0" fmla="*/ 0 w 1250810"/>
                      <a:gd name="connsiteY0" fmla="*/ 273878 h 826580"/>
                      <a:gd name="connsiteX1" fmla="*/ 9045 w 1250810"/>
                      <a:gd name="connsiteY1" fmla="*/ 0 h 826580"/>
                      <a:gd name="connsiteX2" fmla="*/ 1250810 w 1250810"/>
                      <a:gd name="connsiteY2" fmla="*/ 426530 h 826580"/>
                      <a:gd name="connsiteX3" fmla="*/ 328790 w 1250810"/>
                      <a:gd name="connsiteY3" fmla="*/ 826580 h 826580"/>
                      <a:gd name="connsiteX4" fmla="*/ 0 w 1250810"/>
                      <a:gd name="connsiteY4" fmla="*/ 273878 h 826580"/>
                      <a:gd name="connsiteX0" fmla="*/ 1294 w 1252104"/>
                      <a:gd name="connsiteY0" fmla="*/ 278013 h 830715"/>
                      <a:gd name="connsiteX1" fmla="*/ 0 w 1252104"/>
                      <a:gd name="connsiteY1" fmla="*/ 0 h 830715"/>
                      <a:gd name="connsiteX2" fmla="*/ 1252104 w 1252104"/>
                      <a:gd name="connsiteY2" fmla="*/ 430665 h 830715"/>
                      <a:gd name="connsiteX3" fmla="*/ 330084 w 1252104"/>
                      <a:gd name="connsiteY3" fmla="*/ 830715 h 830715"/>
                      <a:gd name="connsiteX4" fmla="*/ 1294 w 1252104"/>
                      <a:gd name="connsiteY4" fmla="*/ 278013 h 830715"/>
                      <a:gd name="connsiteX0" fmla="*/ 1294 w 1252104"/>
                      <a:gd name="connsiteY0" fmla="*/ 278013 h 830715"/>
                      <a:gd name="connsiteX1" fmla="*/ 0 w 1252104"/>
                      <a:gd name="connsiteY1" fmla="*/ 0 h 830715"/>
                      <a:gd name="connsiteX2" fmla="*/ 1252104 w 1252104"/>
                      <a:gd name="connsiteY2" fmla="*/ 430665 h 830715"/>
                      <a:gd name="connsiteX3" fmla="*/ 330084 w 1252104"/>
                      <a:gd name="connsiteY3" fmla="*/ 830715 h 830715"/>
                      <a:gd name="connsiteX4" fmla="*/ 1294 w 1252104"/>
                      <a:gd name="connsiteY4" fmla="*/ 278013 h 830715"/>
                      <a:gd name="connsiteX0" fmla="*/ 1294 w 1252104"/>
                      <a:gd name="connsiteY0" fmla="*/ 278013 h 706657"/>
                      <a:gd name="connsiteX1" fmla="*/ 0 w 1252104"/>
                      <a:gd name="connsiteY1" fmla="*/ 0 h 706657"/>
                      <a:gd name="connsiteX2" fmla="*/ 1252104 w 1252104"/>
                      <a:gd name="connsiteY2" fmla="*/ 430665 h 706657"/>
                      <a:gd name="connsiteX3" fmla="*/ 795306 w 1252104"/>
                      <a:gd name="connsiteY3" fmla="*/ 706657 h 706657"/>
                      <a:gd name="connsiteX4" fmla="*/ 1294 w 1252104"/>
                      <a:gd name="connsiteY4" fmla="*/ 278013 h 706657"/>
                      <a:gd name="connsiteX0" fmla="*/ 1294 w 805490"/>
                      <a:gd name="connsiteY0" fmla="*/ 278013 h 706657"/>
                      <a:gd name="connsiteX1" fmla="*/ 0 w 805490"/>
                      <a:gd name="connsiteY1" fmla="*/ 0 h 706657"/>
                      <a:gd name="connsiteX2" fmla="*/ 805490 w 805490"/>
                      <a:gd name="connsiteY2" fmla="*/ 420327 h 706657"/>
                      <a:gd name="connsiteX3" fmla="*/ 795306 w 805490"/>
                      <a:gd name="connsiteY3" fmla="*/ 706657 h 706657"/>
                      <a:gd name="connsiteX4" fmla="*/ 1294 w 805490"/>
                      <a:gd name="connsiteY4" fmla="*/ 278013 h 706657"/>
                      <a:gd name="connsiteX0" fmla="*/ 1294 w 799287"/>
                      <a:gd name="connsiteY0" fmla="*/ 278013 h 706657"/>
                      <a:gd name="connsiteX1" fmla="*/ 0 w 799287"/>
                      <a:gd name="connsiteY1" fmla="*/ 0 h 706657"/>
                      <a:gd name="connsiteX2" fmla="*/ 799287 w 799287"/>
                      <a:gd name="connsiteY2" fmla="*/ 472018 h 706657"/>
                      <a:gd name="connsiteX3" fmla="*/ 795306 w 799287"/>
                      <a:gd name="connsiteY3" fmla="*/ 706657 h 706657"/>
                      <a:gd name="connsiteX4" fmla="*/ 1294 w 799287"/>
                      <a:gd name="connsiteY4" fmla="*/ 278013 h 706657"/>
                      <a:gd name="connsiteX0" fmla="*/ 1294 w 803422"/>
                      <a:gd name="connsiteY0" fmla="*/ 278013 h 706657"/>
                      <a:gd name="connsiteX1" fmla="*/ 0 w 803422"/>
                      <a:gd name="connsiteY1" fmla="*/ 0 h 706657"/>
                      <a:gd name="connsiteX2" fmla="*/ 803422 w 803422"/>
                      <a:gd name="connsiteY2" fmla="*/ 461680 h 706657"/>
                      <a:gd name="connsiteX3" fmla="*/ 795306 w 803422"/>
                      <a:gd name="connsiteY3" fmla="*/ 706657 h 706657"/>
                      <a:gd name="connsiteX4" fmla="*/ 1294 w 803422"/>
                      <a:gd name="connsiteY4" fmla="*/ 278013 h 706657"/>
                      <a:gd name="connsiteX0" fmla="*/ 23 w 808354"/>
                      <a:gd name="connsiteY0" fmla="*/ 273878 h 706657"/>
                      <a:gd name="connsiteX1" fmla="*/ 4932 w 808354"/>
                      <a:gd name="connsiteY1" fmla="*/ 0 h 706657"/>
                      <a:gd name="connsiteX2" fmla="*/ 808354 w 808354"/>
                      <a:gd name="connsiteY2" fmla="*/ 461680 h 706657"/>
                      <a:gd name="connsiteX3" fmla="*/ 800238 w 808354"/>
                      <a:gd name="connsiteY3" fmla="*/ 706657 h 706657"/>
                      <a:gd name="connsiteX4" fmla="*/ 23 w 808354"/>
                      <a:gd name="connsiteY4" fmla="*/ 273878 h 706657"/>
                      <a:gd name="connsiteX0" fmla="*/ 34 w 808365"/>
                      <a:gd name="connsiteY0" fmla="*/ 275946 h 708725"/>
                      <a:gd name="connsiteX1" fmla="*/ 2875 w 808365"/>
                      <a:gd name="connsiteY1" fmla="*/ 0 h 708725"/>
                      <a:gd name="connsiteX2" fmla="*/ 808365 w 808365"/>
                      <a:gd name="connsiteY2" fmla="*/ 463748 h 708725"/>
                      <a:gd name="connsiteX3" fmla="*/ 800249 w 808365"/>
                      <a:gd name="connsiteY3" fmla="*/ 708725 h 708725"/>
                      <a:gd name="connsiteX4" fmla="*/ 34 w 808365"/>
                      <a:gd name="connsiteY4" fmla="*/ 275946 h 708725"/>
                      <a:gd name="connsiteX0" fmla="*/ 3362 w 805490"/>
                      <a:gd name="connsiteY0" fmla="*/ 275946 h 708725"/>
                      <a:gd name="connsiteX1" fmla="*/ 0 w 805490"/>
                      <a:gd name="connsiteY1" fmla="*/ 0 h 708725"/>
                      <a:gd name="connsiteX2" fmla="*/ 805490 w 805490"/>
                      <a:gd name="connsiteY2" fmla="*/ 463748 h 708725"/>
                      <a:gd name="connsiteX3" fmla="*/ 797374 w 805490"/>
                      <a:gd name="connsiteY3" fmla="*/ 708725 h 708725"/>
                      <a:gd name="connsiteX4" fmla="*/ 3362 w 805490"/>
                      <a:gd name="connsiteY4" fmla="*/ 275946 h 708725"/>
                      <a:gd name="connsiteX0" fmla="*/ 1295 w 805490"/>
                      <a:gd name="connsiteY0" fmla="*/ 275946 h 708725"/>
                      <a:gd name="connsiteX1" fmla="*/ 0 w 805490"/>
                      <a:gd name="connsiteY1" fmla="*/ 0 h 708725"/>
                      <a:gd name="connsiteX2" fmla="*/ 805490 w 805490"/>
                      <a:gd name="connsiteY2" fmla="*/ 463748 h 708725"/>
                      <a:gd name="connsiteX3" fmla="*/ 797374 w 805490"/>
                      <a:gd name="connsiteY3" fmla="*/ 708725 h 708725"/>
                      <a:gd name="connsiteX4" fmla="*/ 1295 w 805490"/>
                      <a:gd name="connsiteY4" fmla="*/ 275946 h 708725"/>
                      <a:gd name="connsiteX0" fmla="*/ 1295 w 808927"/>
                      <a:gd name="connsiteY0" fmla="*/ 275946 h 708725"/>
                      <a:gd name="connsiteX1" fmla="*/ 0 w 808927"/>
                      <a:gd name="connsiteY1" fmla="*/ 0 h 708725"/>
                      <a:gd name="connsiteX2" fmla="*/ 808927 w 808927"/>
                      <a:gd name="connsiteY2" fmla="*/ 448281 h 708725"/>
                      <a:gd name="connsiteX3" fmla="*/ 797374 w 808927"/>
                      <a:gd name="connsiteY3" fmla="*/ 708725 h 708725"/>
                      <a:gd name="connsiteX4" fmla="*/ 1295 w 808927"/>
                      <a:gd name="connsiteY4" fmla="*/ 275946 h 708725"/>
                      <a:gd name="connsiteX0" fmla="*/ 1295 w 809404"/>
                      <a:gd name="connsiteY0" fmla="*/ 275946 h 729348"/>
                      <a:gd name="connsiteX1" fmla="*/ 0 w 809404"/>
                      <a:gd name="connsiteY1" fmla="*/ 0 h 729348"/>
                      <a:gd name="connsiteX2" fmla="*/ 808927 w 809404"/>
                      <a:gd name="connsiteY2" fmla="*/ 448281 h 729348"/>
                      <a:gd name="connsiteX3" fmla="*/ 809404 w 809404"/>
                      <a:gd name="connsiteY3" fmla="*/ 729348 h 729348"/>
                      <a:gd name="connsiteX4" fmla="*/ 1295 w 809404"/>
                      <a:gd name="connsiteY4" fmla="*/ 275946 h 729348"/>
                      <a:gd name="connsiteX0" fmla="*/ 1295 w 808927"/>
                      <a:gd name="connsiteY0" fmla="*/ 275946 h 727629"/>
                      <a:gd name="connsiteX1" fmla="*/ 0 w 808927"/>
                      <a:gd name="connsiteY1" fmla="*/ 0 h 727629"/>
                      <a:gd name="connsiteX2" fmla="*/ 808927 w 808927"/>
                      <a:gd name="connsiteY2" fmla="*/ 448281 h 727629"/>
                      <a:gd name="connsiteX3" fmla="*/ 807685 w 808927"/>
                      <a:gd name="connsiteY3" fmla="*/ 727629 h 727629"/>
                      <a:gd name="connsiteX4" fmla="*/ 1295 w 808927"/>
                      <a:gd name="connsiteY4" fmla="*/ 275946 h 727629"/>
                      <a:gd name="connsiteX0" fmla="*/ 109 w 809183"/>
                      <a:gd name="connsiteY0" fmla="*/ 279383 h 727629"/>
                      <a:gd name="connsiteX1" fmla="*/ 256 w 809183"/>
                      <a:gd name="connsiteY1" fmla="*/ 0 h 727629"/>
                      <a:gd name="connsiteX2" fmla="*/ 809183 w 809183"/>
                      <a:gd name="connsiteY2" fmla="*/ 448281 h 727629"/>
                      <a:gd name="connsiteX3" fmla="*/ 807941 w 809183"/>
                      <a:gd name="connsiteY3" fmla="*/ 727629 h 727629"/>
                      <a:gd name="connsiteX4" fmla="*/ 109 w 809183"/>
                      <a:gd name="connsiteY4" fmla="*/ 279383 h 727629"/>
                      <a:gd name="connsiteX0" fmla="*/ 109 w 809183"/>
                      <a:gd name="connsiteY0" fmla="*/ 279383 h 707006"/>
                      <a:gd name="connsiteX1" fmla="*/ 256 w 809183"/>
                      <a:gd name="connsiteY1" fmla="*/ 0 h 707006"/>
                      <a:gd name="connsiteX2" fmla="*/ 809183 w 809183"/>
                      <a:gd name="connsiteY2" fmla="*/ 448281 h 707006"/>
                      <a:gd name="connsiteX3" fmla="*/ 807941 w 809183"/>
                      <a:gd name="connsiteY3" fmla="*/ 707006 h 707006"/>
                      <a:gd name="connsiteX4" fmla="*/ 109 w 809183"/>
                      <a:gd name="connsiteY4" fmla="*/ 279383 h 707006"/>
                      <a:gd name="connsiteX0" fmla="*/ 109 w 973039"/>
                      <a:gd name="connsiteY0" fmla="*/ 279383 h 707006"/>
                      <a:gd name="connsiteX1" fmla="*/ 256 w 973039"/>
                      <a:gd name="connsiteY1" fmla="*/ 0 h 707006"/>
                      <a:gd name="connsiteX2" fmla="*/ 973039 w 973039"/>
                      <a:gd name="connsiteY2" fmla="*/ 599516 h 707006"/>
                      <a:gd name="connsiteX3" fmla="*/ 807941 w 973039"/>
                      <a:gd name="connsiteY3" fmla="*/ 707006 h 707006"/>
                      <a:gd name="connsiteX4" fmla="*/ 109 w 973039"/>
                      <a:gd name="connsiteY4" fmla="*/ 279383 h 707006"/>
                      <a:gd name="connsiteX0" fmla="*/ 1 w 972931"/>
                      <a:gd name="connsiteY0" fmla="*/ 727589 h 1155212"/>
                      <a:gd name="connsiteX1" fmla="*/ 971743 w 972931"/>
                      <a:gd name="connsiteY1" fmla="*/ 0 h 1155212"/>
                      <a:gd name="connsiteX2" fmla="*/ 972931 w 972931"/>
                      <a:gd name="connsiteY2" fmla="*/ 1047722 h 1155212"/>
                      <a:gd name="connsiteX3" fmla="*/ 807833 w 972931"/>
                      <a:gd name="connsiteY3" fmla="*/ 1155212 h 1155212"/>
                      <a:gd name="connsiteX4" fmla="*/ 1 w 972931"/>
                      <a:gd name="connsiteY4" fmla="*/ 727589 h 1155212"/>
                      <a:gd name="connsiteX0" fmla="*/ 1 w 183654"/>
                      <a:gd name="connsiteY0" fmla="*/ 147395 h 1155212"/>
                      <a:gd name="connsiteX1" fmla="*/ 182466 w 183654"/>
                      <a:gd name="connsiteY1" fmla="*/ 0 h 1155212"/>
                      <a:gd name="connsiteX2" fmla="*/ 183654 w 183654"/>
                      <a:gd name="connsiteY2" fmla="*/ 1047722 h 1155212"/>
                      <a:gd name="connsiteX3" fmla="*/ 18556 w 183654"/>
                      <a:gd name="connsiteY3" fmla="*/ 1155212 h 1155212"/>
                      <a:gd name="connsiteX4" fmla="*/ 1 w 183654"/>
                      <a:gd name="connsiteY4" fmla="*/ 147395 h 1155212"/>
                      <a:gd name="connsiteX0" fmla="*/ 0 w 195436"/>
                      <a:gd name="connsiteY0" fmla="*/ 147395 h 1155212"/>
                      <a:gd name="connsiteX1" fmla="*/ 182465 w 195436"/>
                      <a:gd name="connsiteY1" fmla="*/ 0 h 1155212"/>
                      <a:gd name="connsiteX2" fmla="*/ 183653 w 195436"/>
                      <a:gd name="connsiteY2" fmla="*/ 1047722 h 1155212"/>
                      <a:gd name="connsiteX3" fmla="*/ 18555 w 195436"/>
                      <a:gd name="connsiteY3" fmla="*/ 1155212 h 1155212"/>
                      <a:gd name="connsiteX4" fmla="*/ 0 w 195436"/>
                      <a:gd name="connsiteY4" fmla="*/ 147395 h 1155212"/>
                      <a:gd name="connsiteX0" fmla="*/ 0 w 183653"/>
                      <a:gd name="connsiteY0" fmla="*/ 147395 h 1155212"/>
                      <a:gd name="connsiteX1" fmla="*/ 182465 w 183653"/>
                      <a:gd name="connsiteY1" fmla="*/ 0 h 1155212"/>
                      <a:gd name="connsiteX2" fmla="*/ 183653 w 183653"/>
                      <a:gd name="connsiteY2" fmla="*/ 1047722 h 1155212"/>
                      <a:gd name="connsiteX3" fmla="*/ 18555 w 183653"/>
                      <a:gd name="connsiteY3" fmla="*/ 1155212 h 1155212"/>
                      <a:gd name="connsiteX4" fmla="*/ 0 w 183653"/>
                      <a:gd name="connsiteY4" fmla="*/ 147395 h 1155212"/>
                      <a:gd name="connsiteX0" fmla="*/ 3727 w 187380"/>
                      <a:gd name="connsiteY0" fmla="*/ 147395 h 1155212"/>
                      <a:gd name="connsiteX1" fmla="*/ 186192 w 187380"/>
                      <a:gd name="connsiteY1" fmla="*/ 0 h 1155212"/>
                      <a:gd name="connsiteX2" fmla="*/ 187380 w 187380"/>
                      <a:gd name="connsiteY2" fmla="*/ 1047722 h 1155212"/>
                      <a:gd name="connsiteX3" fmla="*/ 22282 w 187380"/>
                      <a:gd name="connsiteY3" fmla="*/ 1155212 h 1155212"/>
                      <a:gd name="connsiteX4" fmla="*/ 3727 w 187380"/>
                      <a:gd name="connsiteY4" fmla="*/ 147395 h 1155212"/>
                      <a:gd name="connsiteX0" fmla="*/ 0 w 183653"/>
                      <a:gd name="connsiteY0" fmla="*/ 147395 h 1155212"/>
                      <a:gd name="connsiteX1" fmla="*/ 182465 w 183653"/>
                      <a:gd name="connsiteY1" fmla="*/ 0 h 1155212"/>
                      <a:gd name="connsiteX2" fmla="*/ 183653 w 183653"/>
                      <a:gd name="connsiteY2" fmla="*/ 1047722 h 1155212"/>
                      <a:gd name="connsiteX3" fmla="*/ 18555 w 183653"/>
                      <a:gd name="connsiteY3" fmla="*/ 1155212 h 1155212"/>
                      <a:gd name="connsiteX4" fmla="*/ 0 w 183653"/>
                      <a:gd name="connsiteY4" fmla="*/ 147395 h 1155212"/>
                      <a:gd name="connsiteX0" fmla="*/ 0 w 180768"/>
                      <a:gd name="connsiteY0" fmla="*/ 141666 h 1155212"/>
                      <a:gd name="connsiteX1" fmla="*/ 179580 w 180768"/>
                      <a:gd name="connsiteY1" fmla="*/ 0 h 1155212"/>
                      <a:gd name="connsiteX2" fmla="*/ 180768 w 180768"/>
                      <a:gd name="connsiteY2" fmla="*/ 1047722 h 1155212"/>
                      <a:gd name="connsiteX3" fmla="*/ 15670 w 180768"/>
                      <a:gd name="connsiteY3" fmla="*/ 1155212 h 1155212"/>
                      <a:gd name="connsiteX4" fmla="*/ 0 w 180768"/>
                      <a:gd name="connsiteY4" fmla="*/ 141666 h 1155212"/>
                      <a:gd name="connsiteX0" fmla="*/ 0 w 180768"/>
                      <a:gd name="connsiteY0" fmla="*/ 135937 h 1149483"/>
                      <a:gd name="connsiteX1" fmla="*/ 179580 w 180768"/>
                      <a:gd name="connsiteY1" fmla="*/ 0 h 1149483"/>
                      <a:gd name="connsiteX2" fmla="*/ 180768 w 180768"/>
                      <a:gd name="connsiteY2" fmla="*/ 1041993 h 1149483"/>
                      <a:gd name="connsiteX3" fmla="*/ 15670 w 180768"/>
                      <a:gd name="connsiteY3" fmla="*/ 1149483 h 1149483"/>
                      <a:gd name="connsiteX4" fmla="*/ 0 w 180768"/>
                      <a:gd name="connsiteY4" fmla="*/ 135937 h 1149483"/>
                      <a:gd name="connsiteX0" fmla="*/ 0 w 186538"/>
                      <a:gd name="connsiteY0" fmla="*/ 135937 h 1149483"/>
                      <a:gd name="connsiteX1" fmla="*/ 179580 w 186538"/>
                      <a:gd name="connsiteY1" fmla="*/ 0 h 1149483"/>
                      <a:gd name="connsiteX2" fmla="*/ 186538 w 186538"/>
                      <a:gd name="connsiteY2" fmla="*/ 1037697 h 1149483"/>
                      <a:gd name="connsiteX3" fmla="*/ 15670 w 186538"/>
                      <a:gd name="connsiteY3" fmla="*/ 1149483 h 1149483"/>
                      <a:gd name="connsiteX4" fmla="*/ 0 w 186538"/>
                      <a:gd name="connsiteY4" fmla="*/ 135937 h 1149483"/>
                      <a:gd name="connsiteX0" fmla="*/ 0 w 176441"/>
                      <a:gd name="connsiteY0" fmla="*/ 147729 h 1149483"/>
                      <a:gd name="connsiteX1" fmla="*/ 169483 w 176441"/>
                      <a:gd name="connsiteY1" fmla="*/ 0 h 1149483"/>
                      <a:gd name="connsiteX2" fmla="*/ 176441 w 176441"/>
                      <a:gd name="connsiteY2" fmla="*/ 1037697 h 1149483"/>
                      <a:gd name="connsiteX3" fmla="*/ 5573 w 176441"/>
                      <a:gd name="connsiteY3" fmla="*/ 1149483 h 1149483"/>
                      <a:gd name="connsiteX4" fmla="*/ 0 w 176441"/>
                      <a:gd name="connsiteY4" fmla="*/ 147729 h 1149483"/>
                      <a:gd name="connsiteX0" fmla="*/ 0 w 172114"/>
                      <a:gd name="connsiteY0" fmla="*/ 147729 h 1149483"/>
                      <a:gd name="connsiteX1" fmla="*/ 165156 w 172114"/>
                      <a:gd name="connsiteY1" fmla="*/ 0 h 1149483"/>
                      <a:gd name="connsiteX2" fmla="*/ 172114 w 172114"/>
                      <a:gd name="connsiteY2" fmla="*/ 1037697 h 1149483"/>
                      <a:gd name="connsiteX3" fmla="*/ 1246 w 172114"/>
                      <a:gd name="connsiteY3" fmla="*/ 1149483 h 1149483"/>
                      <a:gd name="connsiteX4" fmla="*/ 0 w 172114"/>
                      <a:gd name="connsiteY4" fmla="*/ 147729 h 1149483"/>
                      <a:gd name="connsiteX0" fmla="*/ 710 w 172824"/>
                      <a:gd name="connsiteY0" fmla="*/ 147729 h 1140639"/>
                      <a:gd name="connsiteX1" fmla="*/ 165866 w 172824"/>
                      <a:gd name="connsiteY1" fmla="*/ 0 h 1140639"/>
                      <a:gd name="connsiteX2" fmla="*/ 172824 w 172824"/>
                      <a:gd name="connsiteY2" fmla="*/ 1037697 h 1140639"/>
                      <a:gd name="connsiteX3" fmla="*/ 514 w 172824"/>
                      <a:gd name="connsiteY3" fmla="*/ 1140639 h 1140639"/>
                      <a:gd name="connsiteX4" fmla="*/ 710 w 172824"/>
                      <a:gd name="connsiteY4" fmla="*/ 147729 h 1140639"/>
                      <a:gd name="connsiteX0" fmla="*/ 710 w 174988"/>
                      <a:gd name="connsiteY0" fmla="*/ 147729 h 1140639"/>
                      <a:gd name="connsiteX1" fmla="*/ 165866 w 174988"/>
                      <a:gd name="connsiteY1" fmla="*/ 0 h 1140639"/>
                      <a:gd name="connsiteX2" fmla="*/ 174988 w 174988"/>
                      <a:gd name="connsiteY2" fmla="*/ 766482 h 1140639"/>
                      <a:gd name="connsiteX3" fmla="*/ 514 w 174988"/>
                      <a:gd name="connsiteY3" fmla="*/ 1140639 h 1140639"/>
                      <a:gd name="connsiteX4" fmla="*/ 710 w 174988"/>
                      <a:gd name="connsiteY4" fmla="*/ 147729 h 1140639"/>
                      <a:gd name="connsiteX0" fmla="*/ 710 w 174988"/>
                      <a:gd name="connsiteY0" fmla="*/ 389463 h 1382373"/>
                      <a:gd name="connsiteX1" fmla="*/ 173078 w 174988"/>
                      <a:gd name="connsiteY1" fmla="*/ 0 h 1382373"/>
                      <a:gd name="connsiteX2" fmla="*/ 174988 w 174988"/>
                      <a:gd name="connsiteY2" fmla="*/ 1008216 h 1382373"/>
                      <a:gd name="connsiteX3" fmla="*/ 514 w 174988"/>
                      <a:gd name="connsiteY3" fmla="*/ 1382373 h 1382373"/>
                      <a:gd name="connsiteX4" fmla="*/ 710 w 174988"/>
                      <a:gd name="connsiteY4" fmla="*/ 389463 h 1382373"/>
                      <a:gd name="connsiteX0" fmla="*/ 710 w 174267"/>
                      <a:gd name="connsiteY0" fmla="*/ 389463 h 1382373"/>
                      <a:gd name="connsiteX1" fmla="*/ 173078 w 174267"/>
                      <a:gd name="connsiteY1" fmla="*/ 0 h 1382373"/>
                      <a:gd name="connsiteX2" fmla="*/ 174267 w 174267"/>
                      <a:gd name="connsiteY2" fmla="*/ 1002321 h 1382373"/>
                      <a:gd name="connsiteX3" fmla="*/ 514 w 174267"/>
                      <a:gd name="connsiteY3" fmla="*/ 1382373 h 1382373"/>
                      <a:gd name="connsiteX4" fmla="*/ 710 w 174267"/>
                      <a:gd name="connsiteY4" fmla="*/ 389463 h 1382373"/>
                      <a:gd name="connsiteX0" fmla="*/ 710 w 174267"/>
                      <a:gd name="connsiteY0" fmla="*/ 389463 h 1391217"/>
                      <a:gd name="connsiteX1" fmla="*/ 173078 w 174267"/>
                      <a:gd name="connsiteY1" fmla="*/ 0 h 1391217"/>
                      <a:gd name="connsiteX2" fmla="*/ 174267 w 174267"/>
                      <a:gd name="connsiteY2" fmla="*/ 1002321 h 1391217"/>
                      <a:gd name="connsiteX3" fmla="*/ 514 w 174267"/>
                      <a:gd name="connsiteY3" fmla="*/ 1391217 h 1391217"/>
                      <a:gd name="connsiteX4" fmla="*/ 710 w 174267"/>
                      <a:gd name="connsiteY4" fmla="*/ 389463 h 1391217"/>
                      <a:gd name="connsiteX0" fmla="*/ 710 w 173719"/>
                      <a:gd name="connsiteY0" fmla="*/ 389463 h 1391217"/>
                      <a:gd name="connsiteX1" fmla="*/ 173078 w 173719"/>
                      <a:gd name="connsiteY1" fmla="*/ 0 h 1391217"/>
                      <a:gd name="connsiteX2" fmla="*/ 172825 w 173719"/>
                      <a:gd name="connsiteY2" fmla="*/ 1011164 h 1391217"/>
                      <a:gd name="connsiteX3" fmla="*/ 514 w 173719"/>
                      <a:gd name="connsiteY3" fmla="*/ 1391217 h 1391217"/>
                      <a:gd name="connsiteX4" fmla="*/ 710 w 173719"/>
                      <a:gd name="connsiteY4" fmla="*/ 389463 h 1391217"/>
                      <a:gd name="connsiteX0" fmla="*/ 710 w 202394"/>
                      <a:gd name="connsiteY0" fmla="*/ 389463 h 1733419"/>
                      <a:gd name="connsiteX1" fmla="*/ 173078 w 202394"/>
                      <a:gd name="connsiteY1" fmla="*/ 0 h 1733419"/>
                      <a:gd name="connsiteX2" fmla="*/ 202394 w 202394"/>
                      <a:gd name="connsiteY2" fmla="*/ 1733419 h 1733419"/>
                      <a:gd name="connsiteX3" fmla="*/ 514 w 202394"/>
                      <a:gd name="connsiteY3" fmla="*/ 1391217 h 1733419"/>
                      <a:gd name="connsiteX4" fmla="*/ 710 w 202394"/>
                      <a:gd name="connsiteY4" fmla="*/ 389463 h 1733419"/>
                      <a:gd name="connsiteX0" fmla="*/ 710 w 203941"/>
                      <a:gd name="connsiteY0" fmla="*/ 27 h 1343983"/>
                      <a:gd name="connsiteX1" fmla="*/ 203368 w 203941"/>
                      <a:gd name="connsiteY1" fmla="*/ 382934 h 1343983"/>
                      <a:gd name="connsiteX2" fmla="*/ 202394 w 203941"/>
                      <a:gd name="connsiteY2" fmla="*/ 1343983 h 1343983"/>
                      <a:gd name="connsiteX3" fmla="*/ 514 w 203941"/>
                      <a:gd name="connsiteY3" fmla="*/ 1001781 h 1343983"/>
                      <a:gd name="connsiteX4" fmla="*/ 710 w 203941"/>
                      <a:gd name="connsiteY4" fmla="*/ 27 h 1343983"/>
                      <a:gd name="connsiteX0" fmla="*/ 710 w 205279"/>
                      <a:gd name="connsiteY0" fmla="*/ 27 h 1343983"/>
                      <a:gd name="connsiteX1" fmla="*/ 203368 w 205279"/>
                      <a:gd name="connsiteY1" fmla="*/ 382934 h 1343983"/>
                      <a:gd name="connsiteX2" fmla="*/ 205279 w 205279"/>
                      <a:gd name="connsiteY2" fmla="*/ 1343983 h 1343983"/>
                      <a:gd name="connsiteX3" fmla="*/ 514 w 205279"/>
                      <a:gd name="connsiteY3" fmla="*/ 1001781 h 1343983"/>
                      <a:gd name="connsiteX4" fmla="*/ 710 w 205279"/>
                      <a:gd name="connsiteY4" fmla="*/ 27 h 1343983"/>
                      <a:gd name="connsiteX0" fmla="*/ 1366 w 205214"/>
                      <a:gd name="connsiteY0" fmla="*/ 28 h 1332193"/>
                      <a:gd name="connsiteX1" fmla="*/ 203303 w 205214"/>
                      <a:gd name="connsiteY1" fmla="*/ 371144 h 1332193"/>
                      <a:gd name="connsiteX2" fmla="*/ 205214 w 205214"/>
                      <a:gd name="connsiteY2" fmla="*/ 1332193 h 1332193"/>
                      <a:gd name="connsiteX3" fmla="*/ 449 w 205214"/>
                      <a:gd name="connsiteY3" fmla="*/ 989991 h 1332193"/>
                      <a:gd name="connsiteX4" fmla="*/ 1366 w 205214"/>
                      <a:gd name="connsiteY4" fmla="*/ 28 h 1332193"/>
                      <a:gd name="connsiteX0" fmla="*/ 0 w 206012"/>
                      <a:gd name="connsiteY0" fmla="*/ 26 h 1335139"/>
                      <a:gd name="connsiteX1" fmla="*/ 204101 w 206012"/>
                      <a:gd name="connsiteY1" fmla="*/ 374090 h 1335139"/>
                      <a:gd name="connsiteX2" fmla="*/ 206012 w 206012"/>
                      <a:gd name="connsiteY2" fmla="*/ 1335139 h 1335139"/>
                      <a:gd name="connsiteX3" fmla="*/ 1247 w 206012"/>
                      <a:gd name="connsiteY3" fmla="*/ 992937 h 1335139"/>
                      <a:gd name="connsiteX4" fmla="*/ 0 w 206012"/>
                      <a:gd name="connsiteY4" fmla="*/ 26 h 13351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6012" h="1335139">
                        <a:moveTo>
                          <a:pt x="0" y="26"/>
                        </a:moveTo>
                        <a:cubicBezTo>
                          <a:pt x="915" y="-3737"/>
                          <a:pt x="204532" y="378541"/>
                          <a:pt x="204101" y="374090"/>
                        </a:cubicBezTo>
                        <a:cubicBezTo>
                          <a:pt x="206420" y="719989"/>
                          <a:pt x="203693" y="989240"/>
                          <a:pt x="206012" y="1335139"/>
                        </a:cubicBezTo>
                        <a:lnTo>
                          <a:pt x="1247" y="992937"/>
                        </a:lnTo>
                        <a:cubicBezTo>
                          <a:pt x="-611" y="659019"/>
                          <a:pt x="1858" y="333944"/>
                          <a:pt x="0" y="26"/>
                        </a:cubicBezTo>
                        <a:close/>
                      </a:path>
                    </a:pathLst>
                  </a:custGeom>
                  <a:grp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  <p:grpSp>
              <p:nvGrpSpPr>
                <p:cNvPr id="245" name="グループ化 244">
                  <a:extLst>
                    <a:ext uri="{FF2B5EF4-FFF2-40B4-BE49-F238E27FC236}">
                      <ns2:creationId id="{CC4DC84F-1973-E92E-E316-6F4B9D459C12}"/>
                    </a:ext>
                  </a:extLst>
                </p:cNvPr>
                <p:cNvGrpSpPr/>
                <p:nvPr/>
              </p:nvGrpSpPr>
              <p:grpSpPr>
                <a:xfrm>
                  <a:off x="4819979" y="3118283"/>
                  <a:ext cx="1794117" cy="2127639"/>
                  <a:chOff x="6007457" y="5128600"/>
                  <a:chExt cx="745619" cy="884228"/>
                </a:xfrm>
              </p:grpSpPr>
              <p:cxnSp>
                <p:nvCxnSpPr>
                  <p:cNvPr id="254" name="直線コネクタ 253">
                    <a:extLst>
                      <a:ext uri="{FF2B5EF4-FFF2-40B4-BE49-F238E27FC236}">
                        <ns2:creationId id="{E6811A65-DAC6-3F17-2FEB-E95DEA6209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10200" y="5578302"/>
                    <a:ext cx="739071" cy="434526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5" name="直線コネクタ 254">
                    <a:extLst>
                      <a:ext uri="{FF2B5EF4-FFF2-40B4-BE49-F238E27FC236}">
                        <ns2:creationId id="{CED3956D-E624-49F9-16DD-9B8625EB45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07457" y="5352499"/>
                    <a:ext cx="745619" cy="440870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直線コネクタ 255">
                    <a:extLst>
                      <a:ext uri="{FF2B5EF4-FFF2-40B4-BE49-F238E27FC236}">
                        <ns2:creationId id="{F633FC5A-035E-7747-E360-B51DE14FE8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14005" y="5128600"/>
                    <a:ext cx="739071" cy="402620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6" name="グループ化 245">
                  <a:extLst>
                    <a:ext uri="{FF2B5EF4-FFF2-40B4-BE49-F238E27FC236}">
                      <ns2:creationId id="{E003EB4B-4108-F436-1CA5-91128DA32897}"/>
                    </a:ext>
                  </a:extLst>
                </p:cNvPr>
                <p:cNvGrpSpPr/>
                <p:nvPr/>
              </p:nvGrpSpPr>
              <p:grpSpPr>
                <a:xfrm>
                  <a:off x="7197741" y="2790942"/>
                  <a:ext cx="1079330" cy="2749666"/>
                  <a:chOff x="7197741" y="2790942"/>
                  <a:chExt cx="1079330" cy="2749666"/>
                </a:xfrm>
              </p:grpSpPr>
              <p:cxnSp>
                <p:nvCxnSpPr>
                  <p:cNvPr id="251" name="直線コネクタ 250">
                    <a:extLst>
                      <a:ext uri="{FF2B5EF4-FFF2-40B4-BE49-F238E27FC236}">
                        <ns2:creationId id="{42C24207-52FD-B956-D2D9-886009C9B3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197741" y="3254980"/>
                    <a:ext cx="0" cy="2285628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2" name="直線コネクタ 251">
                    <a:extLst>
                      <a:ext uri="{FF2B5EF4-FFF2-40B4-BE49-F238E27FC236}">
                        <ns2:creationId id="{139CFBF5-CE58-82B3-CDCD-ACBFD7F381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726152" y="3022646"/>
                    <a:ext cx="0" cy="2253556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3" name="直線コネクタ 252">
                    <a:extLst>
                      <a:ext uri="{FF2B5EF4-FFF2-40B4-BE49-F238E27FC236}">
                        <ns2:creationId id="{28053F73-0D41-FE4C-2101-0A11C8814F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277071" y="2790942"/>
                    <a:ext cx="0" cy="2223247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7" name="グループ化 246">
                  <a:extLst>
                    <a:ext uri="{FF2B5EF4-FFF2-40B4-BE49-F238E27FC236}">
                      <ns2:creationId id="{27647136-3B94-8BB7-B1DD-A524CE3F4BB0}"/>
                    </a:ext>
                  </a:extLst>
                </p:cNvPr>
                <p:cNvGrpSpPr/>
                <p:nvPr/>
              </p:nvGrpSpPr>
              <p:grpSpPr>
                <a:xfrm>
                  <a:off x="5271459" y="2718684"/>
                  <a:ext cx="895977" cy="2819044"/>
                  <a:chOff x="6195088" y="4962530"/>
                  <a:chExt cx="372360" cy="1171570"/>
                </a:xfrm>
              </p:grpSpPr>
              <p:cxnSp>
                <p:nvCxnSpPr>
                  <p:cNvPr id="248" name="直線コネクタ 247">
                    <a:extLst>
                      <a:ext uri="{FF2B5EF4-FFF2-40B4-BE49-F238E27FC236}">
                        <ns2:creationId id="{492BE7A3-C432-B293-C5FE-6C24A2D5E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95088" y="4962530"/>
                    <a:ext cx="0" cy="950590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9" name="直線コネクタ 248">
                    <a:extLst>
                      <a:ext uri="{FF2B5EF4-FFF2-40B4-BE49-F238E27FC236}">
                        <ns2:creationId id="{9E9A79AA-5019-FFAA-04F6-F679378977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81268" y="5063856"/>
                    <a:ext cx="0" cy="958453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直線コネクタ 249">
                    <a:extLst>
                      <a:ext uri="{FF2B5EF4-FFF2-40B4-BE49-F238E27FC236}">
                        <ns2:creationId id="{E0A58033-3994-A254-B226-32E0703442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67448" y="5162667"/>
                    <a:ext cx="0" cy="971433"/>
                  </a:xfrm>
                  <a:prstGeom prst="line">
                    <a:avLst/>
                  </a:prstGeom>
                  <a:ln w="3175">
                    <a:solidFill>
                      <a:schemeClr val="bg1">
                        <a:lumMod val="75000"/>
                      </a:schemeClr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62" name="四角形: 角を丸くする 261">
                <a:extLst>
                  <a:ext uri="{FF2B5EF4-FFF2-40B4-BE49-F238E27FC236}">
                    <ns2:creationId id="{9A9B61F3-BC9D-AD6E-E943-07366B0BCA87}"/>
                  </a:ext>
                </a:extLst>
              </p:cNvPr>
              <p:cNvSpPr/>
              <p:nvPr/>
            </p:nvSpPr>
            <p:spPr>
              <a:xfrm>
                <a:off x="3107467" y="4368164"/>
                <a:ext cx="623910" cy="1679575"/>
              </a:xfrm>
              <a:prstGeom prst="roundRect">
                <a:avLst>
                  <a:gd name="adj" fmla="val 3123"/>
                </a:avLst>
              </a:prstGeom>
              <a:noFill/>
              <a:ln w="25400">
                <a:solidFill>
                  <a:schemeClr val="accent5"/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68" name="グループ化 267">
                <a:extLst>
                  <a:ext uri="{FF2B5EF4-FFF2-40B4-BE49-F238E27FC236}">
                    <ns2:creationId id="{8CB5995B-8696-BB80-DFCF-5B5AB4DD845F}"/>
                  </a:ext>
                </a:extLst>
              </p:cNvPr>
              <p:cNvGrpSpPr/>
              <p:nvPr/>
            </p:nvGrpSpPr>
            <p:grpSpPr>
              <a:xfrm>
                <a:off x="3828488" y="4640600"/>
                <a:ext cx="295200" cy="111811"/>
                <a:chOff x="3764988" y="4533920"/>
                <a:chExt cx="295200" cy="111811"/>
              </a:xfrm>
            </p:grpSpPr>
            <p:sp>
              <p:nvSpPr>
                <p:cNvPr id="67" name="四角形: 角を丸くする 66">
                  <a:extLst>
                    <a:ext uri="{FF2B5EF4-FFF2-40B4-BE49-F238E27FC236}">
                      <ns2:creationId id="{0E69C098-F88C-2E71-0394-179F789FB955}"/>
                    </a:ext>
                  </a:extLst>
                </p:cNvPr>
                <p:cNvSpPr/>
                <p:nvPr/>
              </p:nvSpPr>
              <p:spPr>
                <a:xfrm>
                  <a:off x="3764988" y="4534224"/>
                  <a:ext cx="295200" cy="111507"/>
                </a:xfrm>
                <a:prstGeom prst="roundRect">
                  <a:avLst/>
                </a:prstGeom>
                <a:noFill/>
                <a:ln w="317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75" name="グラフィックス 74" descr="ダイヤモンド 単色塗りつぶし">
                  <a:extLst>
                    <a:ext uri="{FF2B5EF4-FFF2-40B4-BE49-F238E27FC236}">
                      <ns2:creationId id="{C8BB286E-6EDD-D3B9-B6A9-FDB07FDFB0F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58588" y="4533920"/>
                  <a:ext cx="108000" cy="108000"/>
                </a:xfrm>
                <a:prstGeom prst="rect">
                  <a:avLst/>
                </a:prstGeom>
              </p:spPr>
            </p:pic>
          </p:grpSp>
          <p:grpSp>
            <p:nvGrpSpPr>
              <p:cNvPr id="267" name="グループ化 266">
                <a:extLst>
                  <a:ext uri="{FF2B5EF4-FFF2-40B4-BE49-F238E27FC236}">
                    <ns2:creationId id="{181C9A4F-6FE9-8C1C-07B3-22975127432F}"/>
                  </a:ext>
                </a:extLst>
              </p:cNvPr>
              <p:cNvGrpSpPr/>
              <p:nvPr/>
            </p:nvGrpSpPr>
            <p:grpSpPr>
              <a:xfrm>
                <a:off x="3828488" y="4852465"/>
                <a:ext cx="295200" cy="111507"/>
                <a:chOff x="3762448" y="4862625"/>
                <a:chExt cx="295200" cy="111507"/>
              </a:xfrm>
            </p:grpSpPr>
            <p:sp>
              <p:nvSpPr>
                <p:cNvPr id="68" name="四角形: 角を丸くする 67">
                  <a:extLst>
                    <a:ext uri="{FF2B5EF4-FFF2-40B4-BE49-F238E27FC236}">
                      <ns2:creationId id="{18A557AF-5BE1-7658-44E0-6B4C13D4CD15}"/>
                    </a:ext>
                  </a:extLst>
                </p:cNvPr>
                <p:cNvSpPr/>
                <p:nvPr/>
              </p:nvSpPr>
              <p:spPr>
                <a:xfrm>
                  <a:off x="3762448" y="4862625"/>
                  <a:ext cx="295200" cy="111507"/>
                </a:xfrm>
                <a:prstGeom prst="roundRect">
                  <a:avLst/>
                </a:prstGeom>
                <a:noFill/>
                <a:ln w="317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86" name="グラフィックス 85" descr="紙 単色塗りつぶし">
                  <a:extLst>
                    <a:ext uri="{FF2B5EF4-FFF2-40B4-BE49-F238E27FC236}">
                      <ns2:creationId id="{7D46CE2D-8720-CF14-F38F-464D63074F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56048" y="4866132"/>
                  <a:ext cx="108000" cy="108000"/>
                </a:xfrm>
                <a:prstGeom prst="rect">
                  <a:avLst/>
                </a:prstGeom>
              </p:spPr>
            </p:pic>
          </p:grpSp>
          <p:cxnSp>
            <p:nvCxnSpPr>
              <p:cNvPr id="264" name="直線矢印コネクタ 263">
                <a:extLst>
                  <a:ext uri="{FF2B5EF4-FFF2-40B4-BE49-F238E27FC236}">
                    <ns2:creationId id="{C4E8C838-19D7-D4B7-7967-A11FC8136F8C}"/>
                  </a:ext>
                </a:extLst>
              </p:cNvPr>
              <p:cNvCxnSpPr>
                <a:cxnSpLocks/>
                <a:stCxn id="67" idx="2"/>
                <a:endCxn id="68" idx="0"/>
              </p:cNvCxnSpPr>
              <p:nvPr/>
            </p:nvCxnSpPr>
            <p:spPr>
              <a:xfrm>
                <a:off x="3976088" y="4752411"/>
                <a:ext cx="0" cy="10005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コネクタ: カギ線 273">
                <a:extLst>
                  <a:ext uri="{FF2B5EF4-FFF2-40B4-BE49-F238E27FC236}">
                    <ns2:creationId id="{2823290A-FF10-3849-2E14-E59871CF8357}"/>
                  </a:ext>
                </a:extLst>
              </p:cNvPr>
              <p:cNvCxnSpPr>
                <a:stCxn id="68" idx="2"/>
                <a:endCxn id="89" idx="1"/>
              </p:cNvCxnSpPr>
              <p:nvPr/>
            </p:nvCxnSpPr>
            <p:spPr>
              <a:xfrm rot="16200000" flipH="1">
                <a:off x="3995733" y="4944326"/>
                <a:ext cx="89663" cy="128953"/>
              </a:xfrm>
              <a:prstGeom prst="bentConnector2">
                <a:avLst/>
              </a:prstGeom>
              <a:ln>
                <a:solidFill>
                  <a:schemeClr val="bg1">
                    <a:lumMod val="75000"/>
                  </a:schemeClr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コネクタ: カギ線 275">
                <a:extLst>
                  <a:ext uri="{FF2B5EF4-FFF2-40B4-BE49-F238E27FC236}">
                    <ns2:creationId id="{323C1606-F1E7-BC72-ECFC-F5A2F05DF9C4}"/>
                  </a:ext>
                </a:extLst>
              </p:cNvPr>
              <p:cNvCxnSpPr>
                <a:cxnSpLocks/>
                <a:stCxn id="69" idx="2"/>
                <a:endCxn id="89" idx="3"/>
              </p:cNvCxnSpPr>
              <p:nvPr/>
            </p:nvCxnSpPr>
            <p:spPr>
              <a:xfrm rot="5400000">
                <a:off x="4303087" y="4849262"/>
                <a:ext cx="301527" cy="107218"/>
              </a:xfrm>
              <a:prstGeom prst="bentConnector2">
                <a:avLst/>
              </a:prstGeom>
              <a:ln>
                <a:solidFill>
                  <a:schemeClr val="bg1">
                    <a:lumMod val="75000"/>
                  </a:schemeClr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85" name="グループ化 284">
                <a:extLst>
                  <a:ext uri="{FF2B5EF4-FFF2-40B4-BE49-F238E27FC236}">
                    <ns2:creationId id="{38FED116-C576-6D4B-062F-7D7FD895908E}"/>
                  </a:ext>
                </a:extLst>
              </p:cNvPr>
              <p:cNvGrpSpPr/>
              <p:nvPr/>
            </p:nvGrpSpPr>
            <p:grpSpPr>
              <a:xfrm>
                <a:off x="5506766" y="4849981"/>
                <a:ext cx="295200" cy="113991"/>
                <a:chOff x="5561164" y="4870301"/>
                <a:chExt cx="295200" cy="113991"/>
              </a:xfrm>
            </p:grpSpPr>
            <p:sp>
              <p:nvSpPr>
                <p:cNvPr id="82" name="四角形: 角を丸くする 81">
                  <a:extLst>
                    <a:ext uri="{FF2B5EF4-FFF2-40B4-BE49-F238E27FC236}">
                      <ns2:creationId id="{71F59700-F6A5-8789-4C5C-0E821FBB7DE1}"/>
                    </a:ext>
                  </a:extLst>
                </p:cNvPr>
                <p:cNvSpPr/>
                <p:nvPr/>
              </p:nvSpPr>
              <p:spPr>
                <a:xfrm>
                  <a:off x="5561164" y="4872785"/>
                  <a:ext cx="295200" cy="111507"/>
                </a:xfrm>
                <a:prstGeom prst="roundRect">
                  <a:avLst/>
                </a:prstGeom>
                <a:noFill/>
                <a:ln w="317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283" name="グラフィックス 282" descr="ダイヤモンド 単色塗りつぶし">
                  <a:extLst>
                    <a:ext uri="{FF2B5EF4-FFF2-40B4-BE49-F238E27FC236}">
                      <ns2:creationId id="{77CC372C-488D-1769-B149-851C22F2EF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93717" y="4873009"/>
                  <a:ext cx="108000" cy="108000"/>
                </a:xfrm>
                <a:prstGeom prst="rect">
                  <a:avLst/>
                </a:prstGeom>
              </p:spPr>
            </p:pic>
            <p:pic>
              <p:nvPicPr>
                <p:cNvPr id="284" name="グラフィックス 283" descr="リンク 単色塗りつぶし">
                  <a:extLst>
                    <a:ext uri="{FF2B5EF4-FFF2-40B4-BE49-F238E27FC236}">
                      <ns2:creationId id="{FA73B5F2-30E1-3279-806E-F649778C74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06816" y="4870301"/>
                  <a:ext cx="108000" cy="108000"/>
                </a:xfrm>
                <a:prstGeom prst="rect">
                  <a:avLst/>
                </a:prstGeom>
              </p:spPr>
            </p:pic>
          </p:grpSp>
          <p:cxnSp>
            <p:nvCxnSpPr>
              <p:cNvPr id="286" name="コネクタ: カギ線 285">
                <a:extLst>
                  <a:ext uri="{FF2B5EF4-FFF2-40B4-BE49-F238E27FC236}">
                    <ns2:creationId id="{F6FBB38C-9E6E-C9B9-7015-3CA431C5A8F3}"/>
                  </a:ext>
                </a:extLst>
              </p:cNvPr>
              <p:cNvCxnSpPr>
                <a:cxnSpLocks/>
                <a:stCxn id="82" idx="2"/>
              </p:cNvCxnSpPr>
              <p:nvPr/>
            </p:nvCxnSpPr>
            <p:spPr>
              <a:xfrm rot="5400000">
                <a:off x="4783252" y="4640896"/>
                <a:ext cx="548038" cy="1194191"/>
              </a:xfrm>
              <a:prstGeom prst="bentConnector2">
                <a:avLst/>
              </a:prstGeom>
              <a:ln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3" name="直線矢印コネクタ 292">
                <a:extLst>
                  <a:ext uri="{FF2B5EF4-FFF2-40B4-BE49-F238E27FC236}">
                    <ns2:creationId id="{C4B8C8D2-75A1-E095-9A0D-0EFCEEFA2B1E}"/>
                  </a:ext>
                </a:extLst>
              </p:cNvPr>
              <p:cNvCxnSpPr>
                <a:cxnSpLocks/>
                <a:stCxn id="71" idx="3"/>
                <a:endCxn id="82" idx="1"/>
              </p:cNvCxnSpPr>
              <p:nvPr/>
            </p:nvCxnSpPr>
            <p:spPr>
              <a:xfrm>
                <a:off x="5432090" y="4906690"/>
                <a:ext cx="74676" cy="1529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直線矢印コネクタ 298">
                <a:extLst>
                  <a:ext uri="{FF2B5EF4-FFF2-40B4-BE49-F238E27FC236}">
                    <ns2:creationId id="{4EC23436-E1E3-E910-AD6D-14FEED2AB9DB}"/>
                  </a:ext>
                </a:extLst>
              </p:cNvPr>
              <p:cNvCxnSpPr>
                <a:cxnSpLocks/>
                <a:endCxn id="228" idx="1"/>
              </p:cNvCxnSpPr>
              <p:nvPr/>
            </p:nvCxnSpPr>
            <p:spPr>
              <a:xfrm>
                <a:off x="4246784" y="5122534"/>
                <a:ext cx="0" cy="72000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headEnd type="none" w="med" len="med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直線コネクタ 303">
                <a:extLst>
                  <a:ext uri="{FF2B5EF4-FFF2-40B4-BE49-F238E27FC236}">
                    <ns2:creationId id="{0A1FFD62-E997-F5B7-4C64-5271387B59DA}"/>
                  </a:ext>
                </a:extLst>
              </p:cNvPr>
              <p:cNvCxnSpPr/>
              <p:nvPr/>
            </p:nvCxnSpPr>
            <p:spPr>
              <a:xfrm>
                <a:off x="3994785" y="5294974"/>
                <a:ext cx="0" cy="248512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直線コネクタ 304">
                <a:extLst>
                  <a:ext uri="{FF2B5EF4-FFF2-40B4-BE49-F238E27FC236}">
                    <ns2:creationId id="{B5DE9DA5-7657-13D7-FAA7-D05F808D05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24933" y="5574660"/>
                <a:ext cx="194143" cy="111559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直線コネクタ 306">
                <a:extLst>
                  <a:ext uri="{FF2B5EF4-FFF2-40B4-BE49-F238E27FC236}">
                    <ns2:creationId id="{509CFE45-7274-CE7E-56B3-630DE5D9FA0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4482" y="5574661"/>
                <a:ext cx="228780" cy="111558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16" name="グラフィックス 315" descr="ダイヤモンド 単色塗りつぶし">
                <a:extLst>
                  <a:ext uri="{FF2B5EF4-FFF2-40B4-BE49-F238E27FC236}">
                    <ns2:creationId id="{4F6BF8A7-A390-1C01-79F5-8B4E485BD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327197" y="5620253"/>
                <a:ext cx="108000" cy="108000"/>
              </a:xfrm>
              <a:prstGeom prst="rect">
                <a:avLst/>
              </a:prstGeom>
            </p:spPr>
          </p:pic>
          <p:pic>
            <p:nvPicPr>
              <p:cNvPr id="317" name="グラフィックス 316" descr="リンク 単色塗りつぶし">
                <a:extLst>
                  <a:ext uri="{FF2B5EF4-FFF2-40B4-BE49-F238E27FC236}">
                    <ns2:creationId id="{E3988605-7DA9-9D20-C8C2-A158988944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 rot="289694">
                <a:off x="4029287" y="5620253"/>
                <a:ext cx="108000" cy="108000"/>
              </a:xfrm>
              <a:prstGeom prst="rect">
                <a:avLst/>
              </a:prstGeom>
            </p:spPr>
          </p:pic>
          <p:sp>
            <p:nvSpPr>
              <p:cNvPr id="319" name="正方形/長方形 318">
                <a:extLst>
                  <a:ext uri="{FF2B5EF4-FFF2-40B4-BE49-F238E27FC236}">
                    <ns2:creationId id="{EC9777A2-C10D-FD17-38C2-3A3755F50DAF}"/>
                  </a:ext>
                </a:extLst>
              </p:cNvPr>
              <p:cNvSpPr/>
              <p:nvPr/>
            </p:nvSpPr>
            <p:spPr>
              <a:xfrm>
                <a:off x="3848975" y="5298448"/>
                <a:ext cx="128953" cy="24503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84AC8BD9-5F9C-002B-1231-7A6D85779976}"/>
                  </a:ext>
                </a:extLst>
              </p:cNvPr>
              <p:cNvSpPr/>
              <p:nvPr/>
            </p:nvSpPr>
            <p:spPr>
              <a:xfrm>
                <a:off x="3795616" y="5753351"/>
                <a:ext cx="898304" cy="19921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×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×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2" name="正方形/長方形 321">
                <a:extLst>
                  <a:ext uri="{FF2B5EF4-FFF2-40B4-BE49-F238E27FC236}">
                    <ns2:creationId id="{17C39B7A-7CF4-484B-8408-4FB6D7084CCB}"/>
                  </a:ext>
                </a:extLst>
              </p:cNvPr>
              <p:cNvSpPr/>
              <p:nvPr/>
            </p:nvSpPr>
            <p:spPr>
              <a:xfrm>
                <a:off x="4571999" y="5377913"/>
                <a:ext cx="405455" cy="1016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600" dirty="0">
                    <a:solidFill>
                      <a:schemeClr val="accent1">
                        <a:lumMod val="50000"/>
                      </a:schemeClr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accent1">
                      <a:lumMod val="50000"/>
                    </a:schemeClr>
                  </a:solidFill>
                  <a:latin typeface="+mn-ea"/>
                </a:endParaRPr>
              </a:p>
            </p:txBody>
          </p:sp>
          <p:cxnSp>
            <p:nvCxnSpPr>
              <p:cNvPr id="324" name="直線矢印コネクタ 323">
                <a:extLst>
                  <a:ext uri="{FF2B5EF4-FFF2-40B4-BE49-F238E27FC236}">
                    <ns2:creationId id="{98F9BB03-4D55-BAC7-CC49-AA74F381C1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400241" y="5428984"/>
                <a:ext cx="171759" cy="0"/>
              </a:xfrm>
              <a:prstGeom prst="straightConnector1">
                <a:avLst/>
              </a:prstGeom>
              <a:ln>
                <a:solidFill>
                  <a:schemeClr val="accent1">
                    <a:lumMod val="50000"/>
                  </a:schemeClr>
                </a:solidFill>
                <a:headEnd type="none" w="med" len="med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コネクタ: カギ線 328">
                <a:extLst>
                  <a:ext uri="{FF2B5EF4-FFF2-40B4-BE49-F238E27FC236}">
                    <ns2:creationId id="{93EBEE37-2231-4C73-0725-F172B409A305}"/>
                  </a:ext>
                </a:extLst>
              </p:cNvPr>
              <p:cNvCxnSpPr>
                <a:cxnSpLocks/>
                <a:stCxn id="330" idx="1"/>
              </p:cNvCxnSpPr>
              <p:nvPr/>
            </p:nvCxnSpPr>
            <p:spPr>
              <a:xfrm rot="10800000" flipV="1">
                <a:off x="4234279" y="5229225"/>
                <a:ext cx="337721" cy="195326"/>
              </a:xfrm>
              <a:prstGeom prst="bentConnector3">
                <a:avLst>
                  <a:gd name="adj1" fmla="val 100203"/>
                </a:avLst>
              </a:prstGeom>
              <a:ln>
                <a:solidFill>
                  <a:schemeClr val="accent4"/>
                </a:solidFill>
                <a:headEnd type="none" w="med" len="med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0" name="正方形/長方形 329">
                <a:extLst>
                  <a:ext uri="{FF2B5EF4-FFF2-40B4-BE49-F238E27FC236}">
                    <ns2:creationId id="{FBE3D388-8065-DAF3-830A-06321D1C89C5}"/>
                  </a:ext>
                </a:extLst>
              </p:cNvPr>
              <p:cNvSpPr/>
              <p:nvPr/>
            </p:nvSpPr>
            <p:spPr>
              <a:xfrm>
                <a:off x="4571999" y="5178383"/>
                <a:ext cx="405455" cy="1016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600" dirty="0">
                    <a:solidFill>
                      <a:schemeClr val="accent4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accent4"/>
                  </a:solidFill>
                  <a:latin typeface="+mn-ea"/>
                </a:endParaRPr>
              </a:p>
            </p:txBody>
          </p:sp>
          <p:grpSp>
            <p:nvGrpSpPr>
              <p:cNvPr id="345" name="グループ化 344">
                <a:extLst>
                  <a:ext uri="{FF2B5EF4-FFF2-40B4-BE49-F238E27FC236}">
                    <ns2:creationId id="{719FC120-48A6-2ADF-3A08-17DAF3ED2DC6}"/>
                  </a:ext>
                </a:extLst>
              </p:cNvPr>
              <p:cNvGrpSpPr/>
              <p:nvPr/>
            </p:nvGrpSpPr>
            <p:grpSpPr>
              <a:xfrm>
                <a:off x="4560651" y="4051447"/>
                <a:ext cx="1286830" cy="108000"/>
                <a:chOff x="4560651" y="4051447"/>
                <a:chExt cx="1286830" cy="108000"/>
              </a:xfrm>
            </p:grpSpPr>
            <p:sp>
              <p:nvSpPr>
                <p:cNvPr id="312" name="正方形/長方形 311">
                  <a:extLst>
                    <a:ext uri="{FF2B5EF4-FFF2-40B4-BE49-F238E27FC236}">
                      <ns2:creationId id="{7AE01FF0-A622-64C1-40B9-4C442634BCEF}"/>
                    </a:ext>
                  </a:extLst>
                </p:cNvPr>
                <p:cNvSpPr/>
                <p:nvPr/>
              </p:nvSpPr>
              <p:spPr>
                <a:xfrm>
                  <a:off x="5043171" y="4061591"/>
                  <a:ext cx="340984" cy="8771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6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13" name="正方形/長方形 312">
                  <a:extLst>
                    <a:ext uri="{FF2B5EF4-FFF2-40B4-BE49-F238E27FC236}">
                      <ns2:creationId id="{83A782F0-F9DC-7932-4A4A-D146A7AC773C}"/>
                    </a:ext>
                  </a:extLst>
                </p:cNvPr>
                <p:cNvSpPr/>
                <p:nvPr/>
              </p:nvSpPr>
              <p:spPr>
                <a:xfrm>
                  <a:off x="5506497" y="4061591"/>
                  <a:ext cx="340984" cy="8771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6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36" name="正方形/長方形 335">
                  <a:extLst>
                    <a:ext uri="{FF2B5EF4-FFF2-40B4-BE49-F238E27FC236}">
                      <ns2:creationId id="{D7703E12-80B8-77F4-FF1A-538D00095ADE}"/>
                    </a:ext>
                  </a:extLst>
                </p:cNvPr>
                <p:cNvSpPr/>
                <p:nvPr/>
              </p:nvSpPr>
              <p:spPr>
                <a:xfrm>
                  <a:off x="4675821" y="4061591"/>
                  <a:ext cx="245010" cy="8771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6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6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339" name="グラフィックス 338" descr="紙 単色塗りつぶし">
                  <a:extLst>
                    <a:ext uri="{FF2B5EF4-FFF2-40B4-BE49-F238E27FC236}">
                      <ns2:creationId id="{F0F41E86-DEB5-2531-269B-85898327C3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60651" y="4051447"/>
                  <a:ext cx="108000" cy="108000"/>
                </a:xfrm>
                <a:prstGeom prst="rect">
                  <a:avLst/>
                </a:prstGeom>
              </p:spPr>
            </p:pic>
            <p:pic>
              <p:nvPicPr>
                <p:cNvPr id="343" name="グラフィックス 342" descr="ダイヤモンド 単色塗りつぶし">
                  <a:extLst>
                    <a:ext uri="{FF2B5EF4-FFF2-40B4-BE49-F238E27FC236}">
                      <ns2:creationId id="{0D525D52-0417-97F2-47C7-6FB949C9C2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28001" y="4051447"/>
                  <a:ext cx="108000" cy="108000"/>
                </a:xfrm>
                <a:prstGeom prst="rect">
                  <a:avLst/>
                </a:prstGeom>
              </p:spPr>
            </p:pic>
            <p:pic>
              <p:nvPicPr>
                <p:cNvPr id="344" name="グラフィックス 343" descr="リンク 単色塗りつぶし">
                  <a:extLst>
                    <a:ext uri="{FF2B5EF4-FFF2-40B4-BE49-F238E27FC236}">
                      <ns2:creationId id="{EE0EC736-6570-0380-F055-AE2EDA0F32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91325" y="4051447"/>
                  <a:ext cx="108000" cy="108000"/>
                </a:xfrm>
                <a:prstGeom prst="rect">
                  <a:avLst/>
                </a:prstGeom>
              </p:spPr>
            </p:pic>
          </p:grpSp>
          <p:sp>
            <p:nvSpPr>
              <p:cNvPr id="346" name="二等辺三角形 345">
                <a:extLst>
                  <a:ext uri="{FF2B5EF4-FFF2-40B4-BE49-F238E27FC236}">
                    <ns2:creationId id="{2B27079D-A471-DD9B-D875-D28395654DD6}"/>
                  </a:ext>
                </a:extLst>
              </p:cNvPr>
              <p:cNvSpPr/>
              <p:nvPr/>
            </p:nvSpPr>
            <p:spPr>
              <a:xfrm flipV="1">
                <a:off x="4115468" y="6009393"/>
                <a:ext cx="258600" cy="69702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7" name="正方形/長方形 346">
                <a:extLst>
                  <a:ext uri="{FF2B5EF4-FFF2-40B4-BE49-F238E27FC236}">
                    <ns2:creationId id="{ECF77A75-3681-B3A4-7346-D1CDB3827707}"/>
                  </a:ext>
                </a:extLst>
              </p:cNvPr>
              <p:cNvSpPr/>
              <p:nvPr/>
            </p:nvSpPr>
            <p:spPr>
              <a:xfrm>
                <a:off x="3795616" y="6089657"/>
                <a:ext cx="898304" cy="19921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×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8" name="四角形: 角を丸くする 347">
                <a:extLst>
                  <a:ext uri="{FF2B5EF4-FFF2-40B4-BE49-F238E27FC236}">
                    <ns2:creationId id="{A6BC85FF-A29B-4C6B-A02E-7F967200317A}"/>
                  </a:ext>
                </a:extLst>
              </p:cNvPr>
              <p:cNvSpPr/>
              <p:nvPr/>
            </p:nvSpPr>
            <p:spPr>
              <a:xfrm>
                <a:off x="4756666" y="5615899"/>
                <a:ext cx="1091082" cy="692826"/>
              </a:xfrm>
              <a:prstGeom prst="roundRect">
                <a:avLst>
                  <a:gd name="adj" fmla="val 3156"/>
                </a:avLst>
              </a:prstGeom>
              <a:noFill/>
              <a:ln w="317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spcAft>
                    <a:spcPts val="5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+mn-ea"/>
                </a:endParaRPr>
              </a:p>
              <a:p>
                <a:pPr marL="88900" indent="-88900">
                  <a:spcAft>
                    <a:spcPts val="5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+mn-ea"/>
                </a:endParaRPr>
              </a:p>
              <a:p>
                <a:pPr marL="88900" indent="-88900">
                  <a:spcAft>
                    <a:spcPts val="5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50" name="正方形/長方形 349">
                <a:extLst>
                  <a:ext uri="{FF2B5EF4-FFF2-40B4-BE49-F238E27FC236}">
                    <ns2:creationId id="{B165838D-5581-ED58-544E-B4F3276BB000}"/>
                  </a:ext>
                </a:extLst>
              </p:cNvPr>
              <p:cNvSpPr/>
              <p:nvPr/>
            </p:nvSpPr>
            <p:spPr>
              <a:xfrm>
                <a:off x="4834206" y="5559016"/>
                <a:ext cx="936000" cy="101683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6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sz="600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354" name="四角形: 角を丸くする 353">
                <a:extLst>
                  <a:ext uri="{FF2B5EF4-FFF2-40B4-BE49-F238E27FC236}">
                    <ns2:creationId id="{495EC1BD-57F8-6AC3-F3BF-FEB5450865AE}"/>
                  </a:ext>
                </a:extLst>
              </p:cNvPr>
              <p:cNvSpPr/>
              <p:nvPr/>
            </p:nvSpPr>
            <p:spPr>
              <a:xfrm>
                <a:off x="618645" y="4965602"/>
                <a:ext cx="2238967" cy="678278"/>
              </a:xfrm>
              <a:prstGeom prst="roundRect">
                <a:avLst>
                  <a:gd name="adj" fmla="val 3123"/>
                </a:avLst>
              </a:prstGeom>
              <a:noFill/>
              <a:ln w="25400">
                <a:solidFill>
                  <a:schemeClr val="accent5"/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58" name="左中かっこ 357">
                <a:extLst>
                  <a:ext uri="{FF2B5EF4-FFF2-40B4-BE49-F238E27FC236}">
                    <ns2:creationId id="{C24BC796-90EE-814E-9D29-8C12A765FD28}"/>
                  </a:ext>
                </a:extLst>
              </p:cNvPr>
              <p:cNvSpPr/>
              <p:nvPr/>
            </p:nvSpPr>
            <p:spPr>
              <a:xfrm>
                <a:off x="2902324" y="2055814"/>
                <a:ext cx="166653" cy="4233056"/>
              </a:xfrm>
              <a:prstGeom prst="leftBrace">
                <a:avLst>
                  <a:gd name="adj1" fmla="val 8333"/>
                  <a:gd name="adj2" fmla="val 76918"/>
                </a:avLst>
              </a:prstGeom>
              <a:ln w="952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n-ea"/>
                </a:endParaRPr>
              </a:p>
            </p:txBody>
          </p:sp>
          <p:sp>
            <p:nvSpPr>
              <p:cNvPr id="393" name="左中かっこ 392">
                <a:extLst>
                  <a:ext uri="{FF2B5EF4-FFF2-40B4-BE49-F238E27FC236}">
                    <ns2:creationId id="{03280B3A-7F51-3510-18BB-4315FDC049E9}"/>
                  </a:ext>
                </a:extLst>
              </p:cNvPr>
              <p:cNvSpPr/>
              <p:nvPr/>
            </p:nvSpPr>
            <p:spPr>
              <a:xfrm flipH="1">
                <a:off x="5893581" y="2055814"/>
                <a:ext cx="166653" cy="4233056"/>
              </a:xfrm>
              <a:prstGeom prst="leftBrace">
                <a:avLst>
                  <a:gd name="adj1" fmla="val 8333"/>
                  <a:gd name="adj2" fmla="val 76918"/>
                </a:avLst>
              </a:prstGeom>
              <a:ln w="952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n-ea"/>
                </a:endParaRPr>
              </a:p>
            </p:txBody>
          </p:sp>
        </p:grpSp>
        <p:grpSp>
          <p:nvGrpSpPr>
            <p:cNvPr id="261" name="グループ化 260">
              <a:extLst>
                <a:ext uri="{FF2B5EF4-FFF2-40B4-BE49-F238E27FC236}">
                  <ns2:creationId id="{AF20F9A3-C395-15B0-AFBD-A9E47FB90C8A}"/>
                </a:ext>
              </a:extLst>
            </p:cNvPr>
            <p:cNvGrpSpPr/>
            <p:nvPr/>
          </p:nvGrpSpPr>
          <p:grpSpPr>
            <a:xfrm>
              <a:off x="6233161" y="1628775"/>
              <a:ext cx="5624617" cy="4679950"/>
              <a:chOff x="6233161" y="1628775"/>
              <a:chExt cx="5624617" cy="467995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E7CB8207-A167-696B-06E9-9A2C1AD30B7F}"/>
                  </a:ext>
                </a:extLst>
              </p:cNvPr>
              <p:cNvSpPr/>
              <p:nvPr/>
            </p:nvSpPr>
            <p:spPr>
              <a:xfrm>
                <a:off x="6233161" y="1628775"/>
                <a:ext cx="5623878" cy="3553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sz="1400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grpSp>
            <p:nvGrpSpPr>
              <p:cNvPr id="225" name="グループ化 224">
                <a:extLst>
                  <a:ext uri="{FF2B5EF4-FFF2-40B4-BE49-F238E27FC236}">
                    <ns2:creationId id="{AA2718E6-700D-F10A-0822-55F2DA4236ED}"/>
                  </a:ext>
                </a:extLst>
              </p:cNvPr>
              <p:cNvGrpSpPr/>
              <p:nvPr/>
            </p:nvGrpSpPr>
            <p:grpSpPr>
              <a:xfrm>
                <a:off x="11389778" y="3659761"/>
                <a:ext cx="468000" cy="2648302"/>
                <a:chOff x="11389778" y="3659761"/>
                <a:chExt cx="468000" cy="2648302"/>
              </a:xfrm>
            </p:grpSpPr>
            <p:cxnSp>
              <p:nvCxnSpPr>
                <p:cNvPr id="99" name="直線矢印コネクタ 98">
                  <a:extLst>
                    <a:ext uri="{FF2B5EF4-FFF2-40B4-BE49-F238E27FC236}">
                      <ns2:creationId id="{64A0BC1C-88EC-4BC7-9B7B-E0078F467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05553" y="3659761"/>
                  <a:ext cx="0" cy="2648302"/>
                </a:xfrm>
                <a:prstGeom prst="straightConnector1">
                  <a:avLst/>
                </a:prstGeom>
                <a:ln w="9525">
                  <a:solidFill>
                    <a:srgbClr val="FF0000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0" name="正方形/長方形 99">
                  <a:extLst>
                    <a:ext uri="{FF2B5EF4-FFF2-40B4-BE49-F238E27FC236}">
                      <ns2:creationId id="{84D57E3E-382A-0D72-6715-255203A44604}"/>
                    </a:ext>
                  </a:extLst>
                </p:cNvPr>
                <p:cNvSpPr/>
                <p:nvPr/>
              </p:nvSpPr>
              <p:spPr>
                <a:xfrm>
                  <a:off x="11389778" y="4371912"/>
                  <a:ext cx="468000" cy="122400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rgbClr val="FF0000"/>
                      </a:solidFill>
                      <a:latin typeface="+mn-ea"/>
                    </a:rPr>
                    <a:t>XX</a:t>
                  </a:r>
                  <a:endParaRPr lang="en-US" sz="14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224" name="グループ化 223">
                <a:extLst>
                  <a:ext uri="{FF2B5EF4-FFF2-40B4-BE49-F238E27FC236}">
                    <ns2:creationId id="{27CEEDB7-0058-05E9-A1D5-E7D7817EA49E}"/>
                  </a:ext>
                </a:extLst>
              </p:cNvPr>
              <p:cNvGrpSpPr/>
              <p:nvPr/>
            </p:nvGrpSpPr>
            <p:grpSpPr>
              <a:xfrm>
                <a:off x="8731849" y="2296161"/>
                <a:ext cx="3125189" cy="1210280"/>
                <a:chOff x="8731849" y="2296161"/>
                <a:chExt cx="3125189" cy="1210280"/>
              </a:xfrm>
            </p:grpSpPr>
            <p:cxnSp>
              <p:nvCxnSpPr>
                <p:cNvPr id="101" name="直線矢印コネクタ 100">
                  <a:extLst>
                    <a:ext uri="{FF2B5EF4-FFF2-40B4-BE49-F238E27FC236}">
                      <ns2:creationId id="{23831EC2-40C9-7700-9ED2-78E034C70E18}"/>
                    </a:ext>
                  </a:extLst>
                </p:cNvPr>
                <p:cNvCxnSpPr>
                  <a:cxnSpLocks/>
                  <a:stCxn id="103" idx="3"/>
                </p:cNvCxnSpPr>
                <p:nvPr/>
              </p:nvCxnSpPr>
              <p:spPr>
                <a:xfrm>
                  <a:off x="10822456" y="2635448"/>
                  <a:ext cx="511024" cy="0"/>
                </a:xfrm>
                <a:prstGeom prst="straightConnector1">
                  <a:avLst/>
                </a:prstGeom>
                <a:ln w="9525">
                  <a:solidFill>
                    <a:srgbClr val="FF0000"/>
                  </a:solidFill>
                  <a:headEnd type="oval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正方形/長方形 101">
                  <a:extLst>
                    <a:ext uri="{FF2B5EF4-FFF2-40B4-BE49-F238E27FC236}">
                      <ns2:creationId id="{EE12DB7B-DFC3-7589-ADDA-0CE49A3F7622}"/>
                    </a:ext>
                  </a:extLst>
                </p:cNvPr>
                <p:cNvSpPr/>
                <p:nvPr/>
              </p:nvSpPr>
              <p:spPr>
                <a:xfrm>
                  <a:off x="11389778" y="2296161"/>
                  <a:ext cx="467260" cy="121028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rgbClr val="FF0000"/>
                      </a:solidFill>
                      <a:latin typeface="+mn-ea"/>
                    </a:rPr>
                    <a:t>XX</a:t>
                  </a:r>
                  <a:br>
                    <a:rPr lang="en-US" altLang="ja-JP" sz="1400" dirty="0">
                      <a:solidFill>
                        <a:srgbClr val="FF0000"/>
                      </a:solidFill>
                      <a:latin typeface="+mn-ea"/>
                    </a:rPr>
                  </a:br>
                  <a:r>
                    <a:rPr lang="ja-JP" altLang="en-US" sz="1400" dirty="0">
                      <a:solidFill>
                        <a:srgbClr val="FF0000"/>
                      </a:solidFill>
                      <a:latin typeface="+mn-ea"/>
                    </a:rPr>
                    <a:t>XX</a:t>
                  </a:r>
                  <a:endParaRPr lang="en-US" sz="14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  <p:sp>
              <p:nvSpPr>
                <p:cNvPr id="103" name="四角形: 角を丸くする 102">
                  <a:extLst>
                    <a:ext uri="{FF2B5EF4-FFF2-40B4-BE49-F238E27FC236}">
                      <ns2:creationId id="{A0820A43-9404-5FF8-2B65-2680E9DF390B}"/>
                    </a:ext>
                  </a:extLst>
                </p:cNvPr>
                <p:cNvSpPr/>
                <p:nvPr/>
              </p:nvSpPr>
              <p:spPr>
                <a:xfrm>
                  <a:off x="8731849" y="2484120"/>
                  <a:ext cx="2090607" cy="302655"/>
                </a:xfrm>
                <a:prstGeom prst="roundRect">
                  <a:avLst>
                    <a:gd name="adj" fmla="val 6596"/>
                  </a:avLst>
                </a:prstGeom>
                <a:noFill/>
                <a:ln w="9525">
                  <a:solidFill>
                    <a:srgbClr val="FF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260" name="グループ化 259">
                <a:extLst>
                  <a:ext uri="{FF2B5EF4-FFF2-40B4-BE49-F238E27FC236}">
                    <ns2:creationId id="{9D1BE8DC-930C-787B-0FCA-07F16D189369}"/>
                  </a:ext>
                </a:extLst>
              </p:cNvPr>
              <p:cNvGrpSpPr/>
              <p:nvPr/>
            </p:nvGrpSpPr>
            <p:grpSpPr>
              <a:xfrm>
                <a:off x="6246879" y="2055613"/>
                <a:ext cx="5051357" cy="4253112"/>
                <a:chOff x="6246879" y="2055613"/>
                <a:chExt cx="5051357" cy="4253112"/>
              </a:xfrm>
            </p:grpSpPr>
            <p:sp>
              <p:nvSpPr>
                <p:cNvPr id="361" name="ホームベース 13">
                  <a:extLst>
                    <a:ext uri="{FF2B5EF4-FFF2-40B4-BE49-F238E27FC236}">
                      <ns2:creationId id="{9C44068C-7A01-D113-F8B3-5FD59EA09248}"/>
                    </a:ext>
                  </a:extLst>
                </p:cNvPr>
                <p:cNvSpPr/>
                <p:nvPr/>
              </p:nvSpPr>
              <p:spPr>
                <a:xfrm rot="5400000">
                  <a:off x="5932150" y="2610891"/>
                  <a:ext cx="1334048" cy="704589"/>
                </a:xfrm>
                <a:prstGeom prst="homePlate">
                  <a:avLst>
                    <a:gd name="adj" fmla="val 18206"/>
                  </a:avLst>
                </a:prstGeom>
                <a:solidFill>
                  <a:schemeClr val="accent6">
                    <a:alpha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684000" tIns="36000" rIns="36000" bIns="36000" rtlCol="0" anchor="t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endParaRPr kumimoji="1" lang="en-US" altLang="ja-JP" sz="1000" dirty="0">
                    <a:latin typeface="+mn-ea"/>
                  </a:endParaRPr>
                </a:p>
              </p:txBody>
            </p:sp>
            <p:sp>
              <p:nvSpPr>
                <p:cNvPr id="362" name="山形 14">
                  <a:extLst>
                    <a:ext uri="{FF2B5EF4-FFF2-40B4-BE49-F238E27FC236}">
                      <ns2:creationId id="{DFD728A3-F3F5-0E74-61D4-A98F44B027F9}"/>
                    </a:ext>
                  </a:extLst>
                </p:cNvPr>
                <p:cNvSpPr/>
                <p:nvPr/>
              </p:nvSpPr>
              <p:spPr>
                <a:xfrm rot="5400000">
                  <a:off x="5932150" y="3950149"/>
                  <a:ext cx="1334048" cy="704589"/>
                </a:xfrm>
                <a:prstGeom prst="chevron">
                  <a:avLst>
                    <a:gd name="adj" fmla="val 18094"/>
                  </a:avLst>
                </a:prstGeom>
                <a:solidFill>
                  <a:schemeClr val="accent6">
                    <a:alpha val="7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468000" tIns="36000" rIns="36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kumimoji="1" lang="ja-JP" altLang="en-US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kumimoji="1" lang="en-US" altLang="ja-JP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363" name="山形 14">
                  <a:extLst>
                    <a:ext uri="{FF2B5EF4-FFF2-40B4-BE49-F238E27FC236}">
                      <ns2:creationId id="{BFC78313-A26C-A41A-05D1-488C5220CCC0}"/>
                    </a:ext>
                  </a:extLst>
                </p:cNvPr>
                <p:cNvSpPr/>
                <p:nvPr/>
              </p:nvSpPr>
              <p:spPr>
                <a:xfrm rot="5400000">
                  <a:off x="5932150" y="5289406"/>
                  <a:ext cx="1334048" cy="704589"/>
                </a:xfrm>
                <a:prstGeom prst="chevron">
                  <a:avLst>
                    <a:gd name="adj" fmla="val 18094"/>
                  </a:avLst>
                </a:prstGeom>
                <a:solidFill>
                  <a:schemeClr val="accent6"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468000" tIns="36000" rIns="36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kumimoji="1" lang="ja-JP" altLang="en-US" sz="10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kumimoji="1" lang="en-US" altLang="ja-JP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368" name="正方形/長方形 367">
                  <a:extLst>
                    <a:ext uri="{FF2B5EF4-FFF2-40B4-BE49-F238E27FC236}">
                      <ns2:creationId id="{97F9ED9E-C79C-CCAB-27D5-1BF110287B69}"/>
                    </a:ext>
                  </a:extLst>
                </p:cNvPr>
                <p:cNvSpPr/>
                <p:nvPr/>
              </p:nvSpPr>
              <p:spPr>
                <a:xfrm>
                  <a:off x="6993503" y="2296161"/>
                  <a:ext cx="1360557" cy="121513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300"/>
                    </a:spcAft>
                  </a:pP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  <a:t>/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accent6"/>
                    </a:solidFill>
                    <a:latin typeface="+mn-ea"/>
                  </a:endParaRPr>
                </a:p>
                <a:p>
                  <a:pPr marL="88900" indent="-88900">
                    <a:spcAft>
                      <a:spcPts val="300"/>
                    </a:spcAft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accent6"/>
                    </a:solidFill>
                    <a:latin typeface="+mn-ea"/>
                  </a:endParaRPr>
                </a:p>
              </p:txBody>
            </p:sp>
            <p:sp>
              <p:nvSpPr>
                <p:cNvPr id="369" name="正方形/長方形 368">
                  <a:extLst>
                    <a:ext uri="{FF2B5EF4-FFF2-40B4-BE49-F238E27FC236}">
                      <ns2:creationId id="{BBBF60D2-C945-CD76-E882-AFFCCA0629F2}"/>
                    </a:ext>
                  </a:extLst>
                </p:cNvPr>
                <p:cNvSpPr/>
                <p:nvPr/>
              </p:nvSpPr>
              <p:spPr>
                <a:xfrm>
                  <a:off x="6993503" y="3627071"/>
                  <a:ext cx="1360557" cy="121513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300"/>
                    </a:spcAft>
                  </a:pP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accent6"/>
                    </a:solidFill>
                    <a:latin typeface="+mn-ea"/>
                  </a:endParaRPr>
                </a:p>
                <a:p>
                  <a:pPr marL="87313" indent="-87313">
                    <a:spcAft>
                      <a:spcPts val="300"/>
                    </a:spcAft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  <a:t>) 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accent6"/>
                    </a:solidFill>
                    <a:latin typeface="+mn-ea"/>
                  </a:endParaRPr>
                </a:p>
              </p:txBody>
            </p:sp>
            <p:sp>
              <p:nvSpPr>
                <p:cNvPr id="370" name="正方形/長方形 369">
                  <a:extLst>
                    <a:ext uri="{FF2B5EF4-FFF2-40B4-BE49-F238E27FC236}">
                      <ns2:creationId id="{6FF2A943-6385-EC9A-E16D-6CD732266927}"/>
                    </a:ext>
                  </a:extLst>
                </p:cNvPr>
                <p:cNvSpPr/>
                <p:nvPr/>
              </p:nvSpPr>
              <p:spPr>
                <a:xfrm>
                  <a:off x="6993503" y="4957981"/>
                  <a:ext cx="1360557" cy="13500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300"/>
                    </a:spcAft>
                  </a:pPr>
                  <a: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  <a:t>ML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accent6"/>
                    </a:solidFill>
                    <a:latin typeface="+mn-ea"/>
                  </a:endParaRPr>
                </a:p>
                <a:p>
                  <a:pPr marL="171450" indent="-171450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  <a:t>/ </a:t>
                  </a: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accent6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accent6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accent6"/>
                    </a:solidFill>
                    <a:latin typeface="+mn-ea"/>
                  </a:endParaRPr>
                </a:p>
              </p:txBody>
            </p:sp>
            <p:sp>
              <p:nvSpPr>
                <p:cNvPr id="371" name="二等辺三角形 370">
                  <a:extLst>
                    <a:ext uri="{FF2B5EF4-FFF2-40B4-BE49-F238E27FC236}">
                      <ns2:creationId id="{674DB15E-692C-95C5-BA56-4611FB71F794}"/>
                    </a:ext>
                  </a:extLst>
                </p:cNvPr>
                <p:cNvSpPr/>
                <p:nvPr/>
              </p:nvSpPr>
              <p:spPr>
                <a:xfrm rot="5400000">
                  <a:off x="7948237" y="2826994"/>
                  <a:ext cx="1229360" cy="129533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72" name="二等辺三角形 371">
                  <a:extLst>
                    <a:ext uri="{FF2B5EF4-FFF2-40B4-BE49-F238E27FC236}">
                      <ns2:creationId id="{7803DDC0-4FCD-5BB8-8490-33FFF1F91985}"/>
                    </a:ext>
                  </a:extLst>
                </p:cNvPr>
                <p:cNvSpPr/>
                <p:nvPr/>
              </p:nvSpPr>
              <p:spPr>
                <a:xfrm rot="5400000">
                  <a:off x="7948237" y="4187370"/>
                  <a:ext cx="1229360" cy="129533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73" name="二等辺三角形 372">
                  <a:extLst>
                    <a:ext uri="{FF2B5EF4-FFF2-40B4-BE49-F238E27FC236}">
                      <ns2:creationId id="{7725AB69-81A4-918C-0F62-4C840CADFDD1}"/>
                    </a:ext>
                  </a:extLst>
                </p:cNvPr>
                <p:cNvSpPr/>
                <p:nvPr/>
              </p:nvSpPr>
              <p:spPr>
                <a:xfrm rot="5400000">
                  <a:off x="7948237" y="5565673"/>
                  <a:ext cx="1229360" cy="129533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74" name="正方形/長方形 373">
                  <a:extLst>
                    <a:ext uri="{FF2B5EF4-FFF2-40B4-BE49-F238E27FC236}">
                      <ns2:creationId id="{1BB323DB-78F5-A5CE-A2C5-B7A2B9258436}"/>
                    </a:ext>
                  </a:extLst>
                </p:cNvPr>
                <p:cNvSpPr/>
                <p:nvPr/>
              </p:nvSpPr>
              <p:spPr>
                <a:xfrm>
                  <a:off x="8731849" y="2296161"/>
                  <a:ext cx="2566387" cy="121513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92075" indent="-92075">
                    <a:spcAft>
                      <a:spcPts val="3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92075" indent="-92075">
                    <a:spcAft>
                      <a:spcPts val="3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</a:p>
                <a:p>
                  <a:pPr marL="92075" indent="-92075">
                    <a:spcAft>
                      <a:spcPts val="3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ROIC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75" name="正方形/長方形 374">
                  <a:extLst>
                    <a:ext uri="{FF2B5EF4-FFF2-40B4-BE49-F238E27FC236}">
                      <ns2:creationId id="{52C77DF7-65D0-4259-63D0-327A1F3E4891}"/>
                    </a:ext>
                  </a:extLst>
                </p:cNvPr>
                <p:cNvSpPr/>
                <p:nvPr/>
              </p:nvSpPr>
              <p:spPr>
                <a:xfrm>
                  <a:off x="8731849" y="3627071"/>
                  <a:ext cx="2566387" cy="121513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92075" indent="-92075">
                    <a:spcAft>
                      <a:spcPts val="3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92075" indent="-92075">
                    <a:spcAft>
                      <a:spcPts val="3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92075" indent="-92075">
                    <a:spcAft>
                      <a:spcPts val="3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76" name="正方形/長方形 375">
                  <a:extLst>
                    <a:ext uri="{FF2B5EF4-FFF2-40B4-BE49-F238E27FC236}">
                      <ns2:creationId id="{6A852688-FFA1-0AD8-190F-7A8754D2704A}"/>
                    </a:ext>
                  </a:extLst>
                </p:cNvPr>
                <p:cNvSpPr/>
                <p:nvPr/>
              </p:nvSpPr>
              <p:spPr>
                <a:xfrm>
                  <a:off x="8731849" y="4957981"/>
                  <a:ext cx="2566387" cy="135008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92075" indent="-92075">
                    <a:spcAft>
                      <a:spcPts val="15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92075" indent="-92075">
                    <a:spcAft>
                      <a:spcPts val="15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92075" indent="-92075">
                    <a:spcAft>
                      <a:spcPts val="1500"/>
                    </a:spcAft>
                    <a:buClr>
                      <a:schemeClr val="accent6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382" name="グラフィックス 381" descr="社員証 単色塗りつぶし">
                  <a:extLst>
                    <a:ext uri="{FF2B5EF4-FFF2-40B4-BE49-F238E27FC236}">
                      <ns2:creationId id="{249C3706-6B41-3600-BFFE-D65E92669B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1611" y="3346138"/>
                  <a:ext cx="144000" cy="144000"/>
                </a:xfrm>
                <a:prstGeom prst="rect">
                  <a:avLst/>
                </a:prstGeom>
              </p:spPr>
            </p:pic>
            <p:pic>
              <p:nvPicPr>
                <p:cNvPr id="384" name="グラフィックス 383" descr="建物 単色塗りつぶし">
                  <a:extLst>
                    <a:ext uri="{FF2B5EF4-FFF2-40B4-BE49-F238E27FC236}">
                      <ns2:creationId id="{67292637-4365-6701-7FB9-57E16C5120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1611" y="2806444"/>
                  <a:ext cx="144000" cy="144000"/>
                </a:xfrm>
                <a:prstGeom prst="rect">
                  <a:avLst/>
                </a:prstGeom>
              </p:spPr>
            </p:pic>
            <p:pic>
              <p:nvPicPr>
                <p:cNvPr id="388" name="グラフィックス 387" descr="データベース 単色塗りつぶし">
                  <a:extLst>
                    <a:ext uri="{FF2B5EF4-FFF2-40B4-BE49-F238E27FC236}">
                      <ns2:creationId id="{DA4A9373-CB6B-557A-28D5-DAECCB83A4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853012" y="2970309"/>
                  <a:ext cx="360000" cy="360000"/>
                </a:xfrm>
                <a:prstGeom prst="rect">
                  <a:avLst/>
                </a:prstGeom>
              </p:spPr>
            </p:pic>
            <p:pic>
              <p:nvPicPr>
                <p:cNvPr id="390" name="グラフィックス 389" descr="会議 単色塗りつぶし">
                  <a:extLst>
                    <a:ext uri="{FF2B5EF4-FFF2-40B4-BE49-F238E27FC236}">
                      <ns2:creationId id="{4C230714-B433-1FA7-B8AD-B88CA658E9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1611" y="3076292"/>
                  <a:ext cx="144000" cy="144000"/>
                </a:xfrm>
                <a:prstGeom prst="rect">
                  <a:avLst/>
                </a:prstGeom>
              </p:spPr>
            </p:pic>
            <p:pic>
              <p:nvPicPr>
                <p:cNvPr id="392" name="グラフィックス 391" descr="繰り返し 単色塗りつぶし">
                  <a:extLst>
                    <a:ext uri="{FF2B5EF4-FFF2-40B4-BE49-F238E27FC236}">
                      <ns2:creationId id="{64FB3200-BD78-AA3D-459C-AF8FD2AF9C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11199" y="2959368"/>
                  <a:ext cx="108000" cy="108000"/>
                </a:xfrm>
                <a:prstGeom prst="rect">
                  <a:avLst/>
                </a:prstGeom>
              </p:spPr>
            </p:pic>
            <p:sp>
              <p:nvSpPr>
                <p:cNvPr id="5" name="正方形/長方形 4">
                  <a:extLst>
                    <a:ext uri="{FF2B5EF4-FFF2-40B4-BE49-F238E27FC236}">
                      <ns2:creationId id="{1A40C2D8-BBDE-FACB-37E4-C28C55C615BF}"/>
                    </a:ext>
                  </a:extLst>
                </p:cNvPr>
                <p:cNvSpPr/>
                <p:nvPr/>
              </p:nvSpPr>
              <p:spPr>
                <a:xfrm>
                  <a:off x="8972453" y="2826281"/>
                  <a:ext cx="734792" cy="10410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" name="正方形/長方形 6">
                  <a:extLst>
                    <a:ext uri="{FF2B5EF4-FFF2-40B4-BE49-F238E27FC236}">
                      <ns2:creationId id="{BA415CA5-AE2B-7482-FA75-2BCD5368BBB1}"/>
                    </a:ext>
                  </a:extLst>
                </p:cNvPr>
                <p:cNvSpPr/>
                <p:nvPr/>
              </p:nvSpPr>
              <p:spPr>
                <a:xfrm>
                  <a:off x="8972453" y="3100507"/>
                  <a:ext cx="734792" cy="10410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ns2:creationId id="{99A1B52A-8371-57AD-5724-0F0DCA81BAD3}"/>
                    </a:ext>
                  </a:extLst>
                </p:cNvPr>
                <p:cNvSpPr/>
                <p:nvPr/>
              </p:nvSpPr>
              <p:spPr>
                <a:xfrm>
                  <a:off x="8972453" y="3374732"/>
                  <a:ext cx="734792" cy="10410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" name="グラフィックス 8" descr="繰り返し 単色塗りつぶし">
                  <a:extLst>
                    <a:ext uri="{FF2B5EF4-FFF2-40B4-BE49-F238E27FC236}">
                      <ns2:creationId id="{45ED6751-3583-2218-BD58-6182CBB829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11199" y="3229216"/>
                  <a:ext cx="108000" cy="108000"/>
                </a:xfrm>
                <a:prstGeom prst="rect">
                  <a:avLst/>
                </a:prstGeom>
              </p:spPr>
            </p:pic>
            <p:sp>
              <p:nvSpPr>
                <p:cNvPr id="10" name="正方形/長方形 9">
                  <a:extLst>
                    <a:ext uri="{FF2B5EF4-FFF2-40B4-BE49-F238E27FC236}">
                      <ns2:creationId id="{2FD1CB22-685E-CDFD-894F-02B2CB9DB576}"/>
                    </a:ext>
                  </a:extLst>
                </p:cNvPr>
                <p:cNvSpPr/>
                <p:nvPr/>
              </p:nvSpPr>
              <p:spPr>
                <a:xfrm>
                  <a:off x="9737115" y="2826281"/>
                  <a:ext cx="591795" cy="10410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ns2:creationId id="{F177E4E4-654A-9554-4B90-E9244F52F753}"/>
                    </a:ext>
                  </a:extLst>
                </p:cNvPr>
                <p:cNvSpPr/>
                <p:nvPr/>
              </p:nvSpPr>
              <p:spPr>
                <a:xfrm>
                  <a:off x="9737115" y="3374732"/>
                  <a:ext cx="591795" cy="10410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ns2:creationId id="{0EDD73A5-8F64-CD24-714C-A4B6DAF52B95}"/>
                    </a:ext>
                  </a:extLst>
                </p:cNvPr>
                <p:cNvSpPr/>
                <p:nvPr/>
              </p:nvSpPr>
              <p:spPr>
                <a:xfrm>
                  <a:off x="10358779" y="2828931"/>
                  <a:ext cx="939457" cy="10410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accent5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14" name="正方形/長方形 13">
                  <a:extLst>
                    <a:ext uri="{FF2B5EF4-FFF2-40B4-BE49-F238E27FC236}">
                      <ns2:creationId id="{59845B89-1FD4-FC8D-11F1-88F073E5FB48}"/>
                    </a:ext>
                  </a:extLst>
                </p:cNvPr>
                <p:cNvSpPr/>
                <p:nvPr/>
              </p:nvSpPr>
              <p:spPr>
                <a:xfrm>
                  <a:off x="10358779" y="2950278"/>
                  <a:ext cx="939457" cy="108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5" name="正方形/長方形 14">
                  <a:extLst>
                    <a:ext uri="{FF2B5EF4-FFF2-40B4-BE49-F238E27FC236}">
                      <ns2:creationId id="{34D7281C-5A1F-CEE9-D317-1C7C25E65316}"/>
                    </a:ext>
                  </a:extLst>
                </p:cNvPr>
                <p:cNvSpPr/>
                <p:nvPr/>
              </p:nvSpPr>
              <p:spPr>
                <a:xfrm>
                  <a:off x="10358779" y="3374732"/>
                  <a:ext cx="939457" cy="10410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21" name="直線矢印コネクタ 20">
                  <a:extLst>
                    <a:ext uri="{FF2B5EF4-FFF2-40B4-BE49-F238E27FC236}">
                      <ns2:creationId id="{939B0C02-8470-3E44-1B2F-2F43D67270F0}"/>
                    </a:ext>
                  </a:extLst>
                </p:cNvPr>
                <p:cNvCxnSpPr>
                  <a:cxnSpLocks/>
                  <a:stCxn id="14" idx="2"/>
                  <a:endCxn id="15" idx="0"/>
                </p:cNvCxnSpPr>
                <p:nvPr/>
              </p:nvCxnSpPr>
              <p:spPr>
                <a:xfrm>
                  <a:off x="10828508" y="3058278"/>
                  <a:ext cx="0" cy="316454"/>
                </a:xfrm>
                <a:prstGeom prst="straightConnector1">
                  <a:avLst/>
                </a:prstGeom>
                <a:ln>
                  <a:solidFill>
                    <a:schemeClr val="accent6"/>
                  </a:solidFill>
                  <a:headEnd type="triangl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" name="正方形/長方形 44">
                  <a:extLst>
                    <a:ext uri="{FF2B5EF4-FFF2-40B4-BE49-F238E27FC236}">
                      <ns2:creationId id="{7F7FAC08-5A00-91A5-038A-E4FA0DAF67CF}"/>
                    </a:ext>
                  </a:extLst>
                </p:cNvPr>
                <p:cNvSpPr/>
                <p:nvPr/>
              </p:nvSpPr>
              <p:spPr>
                <a:xfrm>
                  <a:off x="8731849" y="4250843"/>
                  <a:ext cx="203762" cy="43740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ns2:creationId id="{8F5B3E5A-62E7-3BD8-28BD-242BC907A95D}"/>
                    </a:ext>
                  </a:extLst>
                </p:cNvPr>
                <p:cNvSpPr/>
                <p:nvPr/>
              </p:nvSpPr>
              <p:spPr>
                <a:xfrm>
                  <a:off x="10622280" y="4701540"/>
                  <a:ext cx="430874" cy="14066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52" name="直線コネクタ 51">
                  <a:extLst>
                    <a:ext uri="{FF2B5EF4-FFF2-40B4-BE49-F238E27FC236}">
                      <ns2:creationId id="{E240F6D4-AC69-44E9-6798-26B79789AA68}"/>
                    </a:ext>
                  </a:extLst>
                </p:cNvPr>
                <p:cNvCxnSpPr/>
                <p:nvPr/>
              </p:nvCxnSpPr>
              <p:spPr>
                <a:xfrm flipV="1">
                  <a:off x="8972453" y="4271010"/>
                  <a:ext cx="1703167" cy="415290"/>
                </a:xfrm>
                <a:prstGeom prst="line">
                  <a:avLst/>
                </a:prstGeom>
                <a:ln w="9525">
                  <a:solidFill>
                    <a:schemeClr val="accent5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線コネクタ 54">
                  <a:extLst>
                    <a:ext uri="{FF2B5EF4-FFF2-40B4-BE49-F238E27FC236}">
                      <ns2:creationId id="{9303BDF1-AC00-80BA-272F-742C056BBD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72453" y="4502078"/>
                  <a:ext cx="470632" cy="181093"/>
                </a:xfrm>
                <a:prstGeom prst="line">
                  <a:avLst/>
                </a:prstGeom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直線コネクタ 69">
                  <a:extLst>
                    <a:ext uri="{FF2B5EF4-FFF2-40B4-BE49-F238E27FC236}">
                      <ns2:creationId id="{E57F88BF-DBEE-7096-3F84-B0A5B8E102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441180" y="4425315"/>
                  <a:ext cx="1213485" cy="76096"/>
                </a:xfrm>
                <a:prstGeom prst="line">
                  <a:avLst/>
                </a:prstGeom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prstDash val="dash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8" name="正方形/長方形 77">
                  <a:extLst>
                    <a:ext uri="{FF2B5EF4-FFF2-40B4-BE49-F238E27FC236}">
                      <ns2:creationId id="{C4432DEC-44C6-A168-4D12-0963D4D15437}"/>
                    </a:ext>
                  </a:extLst>
                </p:cNvPr>
                <p:cNvSpPr/>
                <p:nvPr/>
              </p:nvSpPr>
              <p:spPr>
                <a:xfrm>
                  <a:off x="10143342" y="4181803"/>
                  <a:ext cx="430874" cy="14066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1" name="正方形/長方形 80">
                  <a:extLst>
                    <a:ext uri="{FF2B5EF4-FFF2-40B4-BE49-F238E27FC236}">
                      <ns2:creationId id="{FF458348-B340-DF8F-A665-4DF6B94B1FE0}"/>
                    </a:ext>
                  </a:extLst>
                </p:cNvPr>
                <p:cNvSpPr/>
                <p:nvPr/>
              </p:nvSpPr>
              <p:spPr>
                <a:xfrm>
                  <a:off x="10565109" y="4444618"/>
                  <a:ext cx="278151" cy="14066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20628C2F-3B21-4315-8F1D-FC9600731383}"/>
                    </a:ext>
                  </a:extLst>
                </p:cNvPr>
                <p:cNvSpPr/>
                <p:nvPr/>
              </p:nvSpPr>
              <p:spPr>
                <a:xfrm>
                  <a:off x="9006758" y="4388555"/>
                  <a:ext cx="278151" cy="14066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5" name="正方形/長方形 84">
                  <a:extLst>
                    <a:ext uri="{FF2B5EF4-FFF2-40B4-BE49-F238E27FC236}">
                      <ns2:creationId id="{A32C911E-ED95-7628-AE05-2DB8190E34B2}"/>
                    </a:ext>
                  </a:extLst>
                </p:cNvPr>
                <p:cNvSpPr/>
                <p:nvPr/>
              </p:nvSpPr>
              <p:spPr>
                <a:xfrm>
                  <a:off x="9309653" y="4214974"/>
                  <a:ext cx="278151" cy="14066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7" name="二等辺三角形 86">
                  <a:extLst>
                    <a:ext uri="{FF2B5EF4-FFF2-40B4-BE49-F238E27FC236}">
                      <ns2:creationId id="{A62D4FF6-F81D-8DE7-ECD2-530FEFAC66AB}"/>
                    </a:ext>
                  </a:extLst>
                </p:cNvPr>
                <p:cNvSpPr/>
                <p:nvPr/>
              </p:nvSpPr>
              <p:spPr>
                <a:xfrm flipV="1">
                  <a:off x="9401175" y="4387326"/>
                  <a:ext cx="91440" cy="66259"/>
                </a:xfrm>
                <a:prstGeom prst="triangle">
                  <a:avLst/>
                </a:prstGeom>
                <a:solidFill>
                  <a:schemeClr val="accent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8" name="矢印: 上 87">
                  <a:extLst>
                    <a:ext uri="{FF2B5EF4-FFF2-40B4-BE49-F238E27FC236}">
                      <ns2:creationId id="{AB2C3173-D1D1-026A-1063-C63D8CE5AFDA}"/>
                    </a:ext>
                  </a:extLst>
                </p:cNvPr>
                <p:cNvSpPr/>
                <p:nvPr/>
              </p:nvSpPr>
              <p:spPr>
                <a:xfrm>
                  <a:off x="10557510" y="4301207"/>
                  <a:ext cx="102870" cy="106576"/>
                </a:xfrm>
                <a:prstGeom prst="upArrow">
                  <a:avLst/>
                </a:prstGeom>
                <a:solidFill>
                  <a:schemeClr val="accent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4" name="フリーフォーム: 図形 93">
                  <a:extLst>
                    <a:ext uri="{FF2B5EF4-FFF2-40B4-BE49-F238E27FC236}">
                      <ns2:creationId id="{0CFC7B8D-3C4F-2CA1-3F04-DBF0E8A0E12B}"/>
                    </a:ext>
                  </a:extLst>
                </p:cNvPr>
                <p:cNvSpPr/>
                <p:nvPr/>
              </p:nvSpPr>
              <p:spPr>
                <a:xfrm>
                  <a:off x="10726209" y="4164522"/>
                  <a:ext cx="557104" cy="257877"/>
                </a:xfrm>
                <a:custGeom>
                  <a:avLst/>
                  <a:gdLst>
                    <a:gd name="connsiteX0" fmla="*/ 160029 w 557104"/>
                    <a:gd name="connsiteY0" fmla="*/ 0 h 257877"/>
                    <a:gd name="connsiteX1" fmla="*/ 514124 w 557104"/>
                    <a:gd name="connsiteY1" fmla="*/ 0 h 257877"/>
                    <a:gd name="connsiteX2" fmla="*/ 557104 w 557104"/>
                    <a:gd name="connsiteY2" fmla="*/ 42980 h 257877"/>
                    <a:gd name="connsiteX3" fmla="*/ 557104 w 557104"/>
                    <a:gd name="connsiteY3" fmla="*/ 214897 h 257877"/>
                    <a:gd name="connsiteX4" fmla="*/ 514124 w 557104"/>
                    <a:gd name="connsiteY4" fmla="*/ 257877 h 257877"/>
                    <a:gd name="connsiteX5" fmla="*/ 160029 w 557104"/>
                    <a:gd name="connsiteY5" fmla="*/ 257877 h 257877"/>
                    <a:gd name="connsiteX6" fmla="*/ 117049 w 557104"/>
                    <a:gd name="connsiteY6" fmla="*/ 214897 h 257877"/>
                    <a:gd name="connsiteX7" fmla="*/ 117049 w 557104"/>
                    <a:gd name="connsiteY7" fmla="*/ 206522 h 257877"/>
                    <a:gd name="connsiteX8" fmla="*/ 0 w 557104"/>
                    <a:gd name="connsiteY8" fmla="*/ 176801 h 257877"/>
                    <a:gd name="connsiteX9" fmla="*/ 117049 w 557104"/>
                    <a:gd name="connsiteY9" fmla="*/ 147080 h 257877"/>
                    <a:gd name="connsiteX10" fmla="*/ 117049 w 557104"/>
                    <a:gd name="connsiteY10" fmla="*/ 42980 h 257877"/>
                    <a:gd name="connsiteX11" fmla="*/ 160029 w 557104"/>
                    <a:gd name="connsiteY11" fmla="*/ 0 h 257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557104" h="257877">
                      <a:moveTo>
                        <a:pt x="160029" y="0"/>
                      </a:moveTo>
                      <a:lnTo>
                        <a:pt x="514124" y="0"/>
                      </a:lnTo>
                      <a:cubicBezTo>
                        <a:pt x="537861" y="0"/>
                        <a:pt x="557104" y="19243"/>
                        <a:pt x="557104" y="42980"/>
                      </a:cubicBezTo>
                      <a:lnTo>
                        <a:pt x="557104" y="214897"/>
                      </a:lnTo>
                      <a:cubicBezTo>
                        <a:pt x="557104" y="238634"/>
                        <a:pt x="537861" y="257877"/>
                        <a:pt x="514124" y="257877"/>
                      </a:cubicBezTo>
                      <a:lnTo>
                        <a:pt x="160029" y="257877"/>
                      </a:lnTo>
                      <a:cubicBezTo>
                        <a:pt x="136292" y="257877"/>
                        <a:pt x="117049" y="238634"/>
                        <a:pt x="117049" y="214897"/>
                      </a:cubicBezTo>
                      <a:lnTo>
                        <a:pt x="117049" y="206522"/>
                      </a:lnTo>
                      <a:lnTo>
                        <a:pt x="0" y="176801"/>
                      </a:lnTo>
                      <a:lnTo>
                        <a:pt x="117049" y="147080"/>
                      </a:lnTo>
                      <a:lnTo>
                        <a:pt x="117049" y="42980"/>
                      </a:lnTo>
                      <a:cubicBezTo>
                        <a:pt x="117049" y="19243"/>
                        <a:pt x="136292" y="0"/>
                        <a:pt x="160029" y="0"/>
                      </a:cubicBezTo>
                      <a:close/>
                    </a:path>
                  </a:pathLst>
                </a:custGeom>
                <a:noFill/>
                <a:ln w="9525">
                  <a:solidFill>
                    <a:schemeClr val="accent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8" name="図 97">
                  <a:extLst>
                    <a:ext uri="{FF2B5EF4-FFF2-40B4-BE49-F238E27FC236}">
                      <ns2:creationId id="{E7E034F5-45FE-04E5-D497-307289A515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050930" y="5144398"/>
                  <a:ext cx="1041553" cy="1080000"/>
                </a:xfrm>
                <a:prstGeom prst="rect">
                  <a:avLst/>
                </a:prstGeom>
              </p:spPr>
            </p:pic>
            <p:cxnSp>
              <p:nvCxnSpPr>
                <p:cNvPr id="27" name="直線コネクタ 26">
                  <a:extLst>
                    <a:ext uri="{FF2B5EF4-FFF2-40B4-BE49-F238E27FC236}">
                      <ns2:creationId id="{8CF1B58B-1036-04BA-596F-BC2747B28C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72453" y="4175666"/>
                  <a:ext cx="0" cy="508729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直線コネクタ 27">
                  <a:extLst>
                    <a:ext uri="{FF2B5EF4-FFF2-40B4-BE49-F238E27FC236}">
                      <ns2:creationId id="{300D2340-147C-A3F7-852B-507F18FAAC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2453" y="4683527"/>
                  <a:ext cx="208070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11" name="グラフィックス 110" descr="ソーシャル ネットワーク 単色塗りつぶし">
                  <a:extLst>
                    <a:ext uri="{FF2B5EF4-FFF2-40B4-BE49-F238E27FC236}">
                      <ns2:creationId id="{AC231EDD-9CBC-A96D-1136-0883D1DB1D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83174" y="5122384"/>
                  <a:ext cx="432000" cy="432000"/>
                </a:xfrm>
                <a:prstGeom prst="rect">
                  <a:avLst/>
                </a:prstGeom>
              </p:spPr>
            </p:pic>
            <p:pic>
              <p:nvPicPr>
                <p:cNvPr id="113" name="グラフィックス 112" descr="マネジメント 単色塗りつぶし">
                  <a:extLst>
                    <a:ext uri="{FF2B5EF4-FFF2-40B4-BE49-F238E27FC236}">
                      <ns2:creationId id="{C1BFCD89-2AD3-207A-C754-01F24DA664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83174" y="3783565"/>
                  <a:ext cx="432000" cy="432000"/>
                </a:xfrm>
                <a:prstGeom prst="rect">
                  <a:avLst/>
                </a:prstGeom>
              </p:spPr>
            </p:pic>
            <p:pic>
              <p:nvPicPr>
                <p:cNvPr id="115" name="グラフィックス 114" descr="対象の人々 単色塗りつぶし">
                  <a:extLst>
                    <a:ext uri="{FF2B5EF4-FFF2-40B4-BE49-F238E27FC236}">
                      <ns2:creationId id="{BBF3D102-73E0-53AA-2DFF-62D91961F11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83174" y="2539800"/>
                  <a:ext cx="432000" cy="432000"/>
                </a:xfrm>
                <a:prstGeom prst="rect">
                  <a:avLst/>
                </a:prstGeom>
              </p:spPr>
            </p:pic>
            <p:grpSp>
              <p:nvGrpSpPr>
                <p:cNvPr id="4" name="グループ化 3">
                  <a:extLst>
                    <a:ext uri="{FF2B5EF4-FFF2-40B4-BE49-F238E27FC236}">
                      <ns2:creationId id="{D588E091-4867-05A8-270D-0765AF25AF21}"/>
                    </a:ext>
                  </a:extLst>
                </p:cNvPr>
                <p:cNvGrpSpPr/>
                <p:nvPr/>
              </p:nvGrpSpPr>
              <p:grpSpPr>
                <a:xfrm>
                  <a:off x="8710814" y="2055613"/>
                  <a:ext cx="2587422" cy="216000"/>
                  <a:chOff x="8710814" y="2055613"/>
                  <a:chExt cx="2587422" cy="216000"/>
                </a:xfrm>
              </p:grpSpPr>
              <p:sp>
                <p:nvSpPr>
                  <p:cNvPr id="18" name="正方形/長方形 17">
                    <a:extLst>
                      <a:ext uri="{FF2B5EF4-FFF2-40B4-BE49-F238E27FC236}">
                        <ns2:creationId id="{225EF2A1-C43D-64A3-7A61-9A6ACA838BC6}"/>
                      </a:ext>
                    </a:extLst>
                  </p:cNvPr>
                  <p:cNvSpPr/>
                  <p:nvPr/>
                </p:nvSpPr>
                <p:spPr>
                  <a:xfrm>
                    <a:off x="8710814" y="2055813"/>
                    <a:ext cx="2587422" cy="215599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chemeClr val="accent5"/>
                        </a:solidFill>
                        <a:latin typeface="+mn-ea"/>
                      </a:rPr>
                      <a:t>XX</a:t>
                    </a:r>
                    <a:endParaRPr lang="en-US" sz="1400" dirty="0">
                      <a:solidFill>
                        <a:schemeClr val="accent5"/>
                      </a:solidFill>
                      <a:latin typeface="+mn-ea"/>
                    </a:endParaRPr>
                  </a:p>
                </p:txBody>
              </p:sp>
              <p:pic>
                <p:nvPicPr>
                  <p:cNvPr id="22" name="グラフィックス 21" descr="ターゲット 単色塗りつぶし">
                    <a:extLst>
                      <a:ext uri="{FF2B5EF4-FFF2-40B4-BE49-F238E27FC236}">
                        <ns2:creationId id="{DFDC49E6-B251-2914-66E0-07535E8EC1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4:svgBlip r:embed="rId1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272284" y="2055613"/>
                    <a:ext cx="216000" cy="216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24" name="グループ化 23">
                  <a:extLst>
                    <a:ext uri="{FF2B5EF4-FFF2-40B4-BE49-F238E27FC236}">
                      <ns2:creationId id="{8EF5CDBC-62FB-34D6-0C16-5FD95C994B62}"/>
                    </a:ext>
                  </a:extLst>
                </p:cNvPr>
                <p:cNvGrpSpPr/>
                <p:nvPr/>
              </p:nvGrpSpPr>
              <p:grpSpPr>
                <a:xfrm>
                  <a:off x="6993503" y="2055613"/>
                  <a:ext cx="1360557" cy="216000"/>
                  <a:chOff x="6993503" y="2055613"/>
                  <a:chExt cx="1360557" cy="216000"/>
                </a:xfrm>
              </p:grpSpPr>
              <p:sp>
                <p:nvSpPr>
                  <p:cNvPr id="25" name="正方形/長方形 24">
                    <a:extLst>
                      <a:ext uri="{FF2B5EF4-FFF2-40B4-BE49-F238E27FC236}">
                        <ns2:creationId id="{AB4BC167-4BAB-3B8D-0A7E-B910E1840DB8}"/>
                      </a:ext>
                    </a:extLst>
                  </p:cNvPr>
                  <p:cNvSpPr/>
                  <p:nvPr/>
                </p:nvSpPr>
                <p:spPr>
                  <a:xfrm>
                    <a:off x="6993503" y="2055813"/>
                    <a:ext cx="1360557" cy="215599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  <a:alpha val="6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lang="en-US" sz="14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pic>
                <p:nvPicPr>
                  <p:cNvPr id="26" name="グラフィックス 25" descr="リサーチ 単色塗りつぶし">
                    <a:extLst>
                      <a:ext uri="{FF2B5EF4-FFF2-40B4-BE49-F238E27FC236}">
                        <ns2:creationId id="{60634AB6-7E04-32CF-FE33-A973DC5110C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4:svgBlip r:embed="rId1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282268" y="2055613"/>
                    <a:ext cx="216000" cy="216000"/>
                  </a:xfrm>
                  <a:prstGeom prst="rect">
                    <a:avLst/>
                  </a:prstGeom>
                </p:spPr>
              </p:pic>
            </p:grpSp>
          </p:grpSp>
        </p:grpSp>
      </p:grpSp>
    </p:spTree>
    <p:extLst>
      <p:ext uri="{BB962C8B-B14F-4D97-AF65-F5344CB8AC3E}">
        <ns6:creationId val="2144814981"/>
      </p:ext>
    </p:extLst>
  </p:cSld>
  <p:clrMapOvr>
    <a:masterClrMapping/>
  </p:clrMapOvr>
</p:sld>
</file>

<file path=ppt/slides/slide3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88E065A-2AF5-6BF9-9635-FD082AAB9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51E3AE5-8D4E-FC7A-8D9F-F69FA64B8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965" y="1"/>
            <a:ext cx="11745912" cy="914400"/>
          </a:xfrm>
        </p:spPr>
        <p:txBody>
          <a:bodyPr/>
          <a:lstStyle/>
          <a:p>
            <a:r>
              <a:rPr kumimoji="1" lang="en-US" altLang="ja-JP" dirty="0">
                <a:latin typeface="+mn-lt"/>
              </a:rPr>
              <a:t>XX</a:t>
            </a:r>
            <a:r>
              <a:rPr kumimoji="1" lang="it-IT" altLang="ja-JP" dirty="0">
                <a:latin typeface="+mn-lt"/>
              </a:rPr>
              <a:t>XX</a:t>
            </a:r>
            <a:r>
              <a:rPr kumimoji="1" lang="en-US" altLang="ja-JP" dirty="0">
                <a:latin typeface="+mn-lt"/>
              </a:rPr>
              <a:t>XX</a:t>
            </a:r>
            <a:endParaRPr kumimoji="1" lang="ja-JP" altLang="en-US" dirty="0">
              <a:latin typeface="+mn-lt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ns2:creationId id="{59387C70-8B49-872E-5C75-CF4ABB04AB9C}"/>
              </a:ext>
            </a:extLst>
          </p:cNvPr>
          <p:cNvGrpSpPr/>
          <p:nvPr/>
        </p:nvGrpSpPr>
        <p:grpSpPr>
          <a:xfrm>
            <a:off x="334963" y="4197945"/>
            <a:ext cx="5726652" cy="432000"/>
            <a:chOff x="334963" y="4197945"/>
            <a:chExt cx="5726652" cy="432000"/>
          </a:xfrm>
        </p:grpSpPr>
        <p:sp>
          <p:nvSpPr>
            <p:cNvPr id="27" name="四角形: 角を丸くする 26">
              <a:extLst>
                <a:ext uri="{FF2B5EF4-FFF2-40B4-BE49-F238E27FC236}">
                  <ns2:creationId id="{A306D3A5-63D1-D7B3-68CB-C86F71ACA093}"/>
                </a:ext>
              </a:extLst>
            </p:cNvPr>
            <p:cNvSpPr/>
            <p:nvPr/>
          </p:nvSpPr>
          <p:spPr>
            <a:xfrm>
              <a:off x="334963" y="4198480"/>
              <a:ext cx="5726652" cy="430928"/>
            </a:xfrm>
            <a:prstGeom prst="roundRect">
              <a:avLst>
                <a:gd name="adj" fmla="val 8521174"/>
              </a:avLst>
            </a:prstGeom>
            <a:solidFill>
              <a:srgbClr val="008000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it-IT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 </a:t>
              </a:r>
              <a:r>
                <a:rPr lang="en-US" altLang="ja-JP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(</a:t>
              </a:r>
              <a:r>
                <a:rPr lang="ja-JP" altLang="en-US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ea typeface="Meiryo UI" panose="020B0604030504040204" pitchFamily="50" charset="-128"/>
                </a:rPr>
                <a:t>)</a:t>
              </a:r>
              <a:endParaRPr lang="en-GB" sz="1600" dirty="0">
                <a:solidFill>
                  <a:schemeClr val="bg1"/>
                </a:solidFill>
                <a:ea typeface="Meiryo UI" panose="020B0604030504040204" pitchFamily="50" charset="-128"/>
              </a:endParaRPr>
            </a:p>
          </p:txBody>
        </p:sp>
        <p:pic>
          <p:nvPicPr>
            <p:cNvPr id="84" name="グラフィックス 83" descr="月毎カレンダー 単色塗りつぶし">
              <a:extLst>
                <a:ext uri="{FF2B5EF4-FFF2-40B4-BE49-F238E27FC236}">
                  <ns2:creationId id="{2C43B4E8-D202-2B9C-33A6-0438EE17FF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1020674" y="4197945"/>
              <a:ext cx="420552" cy="432000"/>
            </a:xfrm>
            <a:prstGeom prst="rect">
              <a:avLst/>
            </a:prstGeom>
          </p:spPr>
        </p:pic>
      </p:grpSp>
      <p:grpSp>
        <p:nvGrpSpPr>
          <p:cNvPr id="38" name="グループ化 37">
            <a:extLst>
              <a:ext uri="{FF2B5EF4-FFF2-40B4-BE49-F238E27FC236}">
                <ns2:creationId id="{197E9D5D-EFFE-59A5-0585-1E6EB3D65493}"/>
              </a:ext>
            </a:extLst>
          </p:cNvPr>
          <p:cNvGrpSpPr/>
          <p:nvPr/>
        </p:nvGrpSpPr>
        <p:grpSpPr>
          <a:xfrm>
            <a:off x="8186185" y="1721284"/>
            <a:ext cx="3672000" cy="2304000"/>
            <a:chOff x="8186185" y="1721284"/>
            <a:chExt cx="3672000" cy="2304000"/>
          </a:xfrm>
        </p:grpSpPr>
        <p:sp>
          <p:nvSpPr>
            <p:cNvPr id="26" name="四角形: 角を丸くする 25">
              <a:extLst>
                <a:ext uri="{FF2B5EF4-FFF2-40B4-BE49-F238E27FC236}">
                  <ns2:creationId id="{2B7A5156-8A59-79FC-4F2F-142D11BDC06C}"/>
                </a:ext>
              </a:extLst>
            </p:cNvPr>
            <p:cNvSpPr/>
            <p:nvPr/>
          </p:nvSpPr>
          <p:spPr>
            <a:xfrm>
              <a:off x="8186185" y="1721284"/>
              <a:ext cx="3672000" cy="2304000"/>
            </a:xfrm>
            <a:prstGeom prst="roundRect">
              <a:avLst>
                <a:gd name="adj" fmla="val 2344"/>
              </a:avLst>
            </a:prstGeom>
            <a:solidFill>
              <a:srgbClr val="008000">
                <a:alpha val="1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46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endParaRPr lang="en-GB" altLang="ja-JP" sz="1400" noProof="0" dirty="0">
                <a:solidFill>
                  <a:prstClr val="black"/>
                </a:solidFill>
                <a:latin typeface="Meiryo UI"/>
                <a:ea typeface="Meiryo UI" panose="020B0604030504040204" pitchFamily="50" charset="-128"/>
              </a:endParaRPr>
            </a:p>
            <a:p>
              <a:pPr marL="180000"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0"/>
                </a:spcAft>
                <a:buClrTx/>
                <a:buSzTx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2" name="四角形: 上の 2 つの角を丸める 51">
              <a:extLst>
                <a:ext uri="{FF2B5EF4-FFF2-40B4-BE49-F238E27FC236}">
                  <ns2:creationId id="{99263F7B-BD62-2298-56BA-704557359FAC}"/>
                </a:ext>
              </a:extLst>
            </p:cNvPr>
            <p:cNvSpPr/>
            <p:nvPr/>
          </p:nvSpPr>
          <p:spPr>
            <a:xfrm>
              <a:off x="8186185" y="1725139"/>
              <a:ext cx="3672000" cy="459556"/>
            </a:xfrm>
            <a:prstGeom prst="round2SameRect">
              <a:avLst>
                <a:gd name="adj1" fmla="val 1175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b="0" i="0" u="none" strike="noStrike" dirty="0">
                  <a:solidFill>
                    <a:schemeClr val="bg1"/>
                  </a:solidFill>
                  <a:effectLst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</a:endParaRPr>
            </a:p>
          </p:txBody>
        </p:sp>
        <p:pic>
          <p:nvPicPr>
            <p:cNvPr id="83" name="グラフィックス 82" descr="電球 単色塗りつぶし">
              <a:extLst>
                <a:ext uri="{FF2B5EF4-FFF2-40B4-BE49-F238E27FC236}">
                  <ns2:creationId id="{CC046D1A-2E05-3C81-623A-6A125971B6C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8989769" y="1725139"/>
              <a:ext cx="458727" cy="459556"/>
            </a:xfrm>
            <a:prstGeom prst="rect">
              <a:avLst/>
            </a:prstGeom>
          </p:spPr>
        </p:pic>
        <p:sp>
          <p:nvSpPr>
            <p:cNvPr id="94" name="二等辺三角形 93">
              <a:extLst>
                <a:ext uri="{FF2B5EF4-FFF2-40B4-BE49-F238E27FC236}">
                  <ns2:creationId id="{67DB7774-23C9-FD2A-5ED9-16F0A45BE4E0}"/>
                </a:ext>
              </a:extLst>
            </p:cNvPr>
            <p:cNvSpPr/>
            <p:nvPr/>
          </p:nvSpPr>
          <p:spPr>
            <a:xfrm rot="10800000">
              <a:off x="9678488" y="2924921"/>
              <a:ext cx="687394" cy="236879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400" dirty="0">
                <a:solidFill>
                  <a:schemeClr val="tx1"/>
                </a:solidFill>
                <a:ea typeface="Meiryo UI" panose="020B0604030504040204" pitchFamily="50" charset="-128"/>
              </a:endParaRPr>
            </a:p>
          </p:txBody>
        </p:sp>
      </p:grpSp>
      <p:grpSp>
        <p:nvGrpSpPr>
          <p:cNvPr id="11" name="グループ化 10">
            <a:extLst>
              <a:ext uri="{FF2B5EF4-FFF2-40B4-BE49-F238E27FC236}">
                <ns2:creationId id="{09BF4964-FD03-CEBB-8C2D-EE04D0349F0D}"/>
              </a:ext>
            </a:extLst>
          </p:cNvPr>
          <p:cNvGrpSpPr/>
          <p:nvPr/>
        </p:nvGrpSpPr>
        <p:grpSpPr>
          <a:xfrm>
            <a:off x="344965" y="1026124"/>
            <a:ext cx="11242079" cy="540000"/>
            <a:chOff x="396195" y="1026124"/>
            <a:chExt cx="11242079" cy="540000"/>
          </a:xfrm>
        </p:grpSpPr>
        <p:sp>
          <p:nvSpPr>
            <p:cNvPr id="22" name="テキスト ボックス 15">
              <a:extLst>
                <a:ext uri="{FF2B5EF4-FFF2-40B4-BE49-F238E27FC236}">
                  <ns2:creationId id="{0CC04971-62AA-08FA-7F55-34197B98F73A}"/>
                </a:ext>
              </a:extLst>
            </p:cNvPr>
            <p:cNvSpPr txBox="1"/>
            <p:nvPr/>
          </p:nvSpPr>
          <p:spPr>
            <a:xfrm>
              <a:off x="7498273" y="1026124"/>
              <a:ext cx="4140001" cy="540000"/>
            </a:xfrm>
            <a:prstGeom prst="rect">
              <a:avLst/>
            </a:prstGeom>
            <a:noFill/>
          </p:spPr>
          <p:txBody>
            <a:bodyPr wrap="none" lIns="36000" tIns="72000" rIns="36000" bIns="36000" rtlCol="0" anchor="ctr" anchorCtr="0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、</a:t>
              </a:r>
              <a:br>
                <a:rPr lang="en-GB" altLang="ja-JP" dirty="0">
                  <a:solidFill>
                    <a:srgbClr val="008000"/>
                  </a:solidFill>
                  <a:ea typeface="Meiryo" panose="020B0604030504040204" pitchFamily="34" charset="-128"/>
                </a:rPr>
              </a:br>
              <a:r>
                <a:rPr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endParaRPr kumimoji="1" lang="en-US" altLang="ja-JP" sz="1600" dirty="0">
                <a:solidFill>
                  <a:srgbClr val="008000"/>
                </a:solidFill>
                <a:ea typeface="Meiryo" panose="020B0604030504040204" pitchFamily="34" charset="-128"/>
              </a:endParaRPr>
            </a:p>
          </p:txBody>
        </p:sp>
        <p:sp>
          <p:nvSpPr>
            <p:cNvPr id="23" name="二等辺三角形 22">
              <a:extLst>
                <a:ext uri="{FF2B5EF4-FFF2-40B4-BE49-F238E27FC236}">
                  <ns2:creationId id="{7B11B236-DDAB-1B89-976D-FCDE9AD74D87}"/>
                </a:ext>
              </a:extLst>
            </p:cNvPr>
            <p:cNvSpPr/>
            <p:nvPr/>
          </p:nvSpPr>
          <p:spPr>
            <a:xfrm rot="5400000">
              <a:off x="6863855" y="1202532"/>
              <a:ext cx="450355" cy="187188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400" dirty="0">
                <a:solidFill>
                  <a:schemeClr val="tx1"/>
                </a:solidFill>
                <a:ea typeface="Meiryo UI" panose="020B0604030504040204" pitchFamily="50" charset="-128"/>
              </a:endParaRPr>
            </a:p>
          </p:txBody>
        </p:sp>
        <p:sp>
          <p:nvSpPr>
            <p:cNvPr id="17" name="テキスト ボックス 15">
              <a:extLst>
                <a:ext uri="{FF2B5EF4-FFF2-40B4-BE49-F238E27FC236}">
                  <ns2:creationId id="{357F9A37-4252-D428-F003-7E32322C76E9}"/>
                </a:ext>
              </a:extLst>
            </p:cNvPr>
            <p:cNvSpPr txBox="1"/>
            <p:nvPr/>
          </p:nvSpPr>
          <p:spPr>
            <a:xfrm>
              <a:off x="2539793" y="1026124"/>
              <a:ext cx="4140000" cy="540000"/>
            </a:xfrm>
            <a:prstGeom prst="rect">
              <a:avLst/>
            </a:prstGeom>
            <a:noFill/>
          </p:spPr>
          <p:txBody>
            <a:bodyPr wrap="none" lIns="36000" tIns="72000" rIns="36000" bIns="36000" rtlCol="0" anchor="ctr" anchorCtr="0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  <a:br>
                <a:rPr kumimoji="1" lang="it-IT" altLang="ja-JP" sz="1600" dirty="0">
                  <a:solidFill>
                    <a:srgbClr val="008000"/>
                  </a:solidFill>
                  <a:ea typeface="Meiryo" panose="020B0604030504040204" pitchFamily="34" charset="-128"/>
                </a:rPr>
              </a:b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F39285E9-8826-D0D8-77FE-8232ADFFF4A3}"/>
                </a:ext>
              </a:extLst>
            </p:cNvPr>
            <p:cNvCxnSpPr>
              <a:cxnSpLocks/>
            </p:cNvCxnSpPr>
            <p:nvPr/>
          </p:nvCxnSpPr>
          <p:spPr>
            <a:xfrm>
              <a:off x="1951326" y="1041330"/>
              <a:ext cx="0" cy="509588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テキスト ボックス 15">
              <a:extLst>
                <a:ext uri="{FF2B5EF4-FFF2-40B4-BE49-F238E27FC236}">
                  <ns2:creationId id="{982A0B9F-972F-837D-20AA-0FED1727724E}"/>
                </a:ext>
              </a:extLst>
            </p:cNvPr>
            <p:cNvSpPr txBox="1"/>
            <p:nvPr/>
          </p:nvSpPr>
          <p:spPr>
            <a:xfrm>
              <a:off x="936195" y="1026124"/>
              <a:ext cx="797543" cy="540000"/>
            </a:xfrm>
            <a:prstGeom prst="rect">
              <a:avLst/>
            </a:prstGeom>
            <a:noFill/>
          </p:spPr>
          <p:txBody>
            <a:bodyPr wrap="none" lIns="36000" tIns="72000" rIns="36000" bIns="3600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600" dirty="0">
                  <a:solidFill>
                    <a:srgbClr val="008000"/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pic>
          <p:nvPicPr>
            <p:cNvPr id="10" name="グラフィックス 9" descr="的中 枠線">
              <a:extLst>
                <a:ext uri="{FF2B5EF4-FFF2-40B4-BE49-F238E27FC236}">
                  <ns2:creationId id="{C48EB334-B3F0-10E0-490D-6A7BBC0193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96195" y="1026124"/>
              <a:ext cx="540000" cy="540000"/>
            </a:xfrm>
            <a:prstGeom prst="rect">
              <a:avLst/>
            </a:prstGeom>
          </p:spPr>
        </p:pic>
      </p:grpSp>
      <p:grpSp>
        <p:nvGrpSpPr>
          <p:cNvPr id="41" name="グループ化 40">
            <a:extLst>
              <a:ext uri="{FF2B5EF4-FFF2-40B4-BE49-F238E27FC236}">
                <ns2:creationId id="{11DD3F3F-9E4B-03F7-482E-EC3E3BC6A05F}"/>
              </a:ext>
            </a:extLst>
          </p:cNvPr>
          <p:cNvGrpSpPr/>
          <p:nvPr/>
        </p:nvGrpSpPr>
        <p:grpSpPr>
          <a:xfrm>
            <a:off x="344963" y="1721284"/>
            <a:ext cx="3672002" cy="2304000"/>
            <a:chOff x="344963" y="1721284"/>
            <a:chExt cx="3672002" cy="2304000"/>
          </a:xfrm>
        </p:grpSpPr>
        <p:sp>
          <p:nvSpPr>
            <p:cNvPr id="24" name="四角形: 角を丸くする 23">
              <a:extLst>
                <a:ext uri="{FF2B5EF4-FFF2-40B4-BE49-F238E27FC236}">
                  <ns2:creationId id="{BD65AA7F-31FA-1AE8-CF18-49D610911C0A}"/>
                </a:ext>
              </a:extLst>
            </p:cNvPr>
            <p:cNvSpPr/>
            <p:nvPr/>
          </p:nvSpPr>
          <p:spPr>
            <a:xfrm>
              <a:off x="344965" y="1721284"/>
              <a:ext cx="3672000" cy="2304000"/>
            </a:xfrm>
            <a:prstGeom prst="roundRect">
              <a:avLst>
                <a:gd name="adj" fmla="val 2344"/>
              </a:avLst>
            </a:prstGeom>
            <a:noFill/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64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3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20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GB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 panose="020B0604030504040204" pitchFamily="50" charset="-128"/>
                <a:cs typeface="+mn-cs"/>
              </a:endParaRPr>
            </a:p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3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)</a:t>
              </a:r>
              <a:r>
                <a:rPr kumimoji="1" lang="ja-JP" altLang="it-IT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3" name="四角形: 上の 2 つの角を丸める 52">
              <a:extLst>
                <a:ext uri="{FF2B5EF4-FFF2-40B4-BE49-F238E27FC236}">
                  <ns2:creationId id="{49961323-60A0-5B3C-7962-8F6597F5A784}"/>
                </a:ext>
              </a:extLst>
            </p:cNvPr>
            <p:cNvSpPr/>
            <p:nvPr/>
          </p:nvSpPr>
          <p:spPr>
            <a:xfrm>
              <a:off x="344963" y="1721726"/>
              <a:ext cx="3672000" cy="459556"/>
            </a:xfrm>
            <a:prstGeom prst="round2SameRect">
              <a:avLst>
                <a:gd name="adj1" fmla="val 11750"/>
                <a:gd name="adj2" fmla="val 0"/>
              </a:avLst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16" name="グラフィックス 15" descr="沈思 単色塗りつぶし">
              <a:extLst>
                <a:ext uri="{FF2B5EF4-FFF2-40B4-BE49-F238E27FC236}">
                  <ns2:creationId id="{0DA2DE96-E39C-2AFB-122D-8892E3A71F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607170" y="1721726"/>
              <a:ext cx="459556" cy="459556"/>
            </a:xfrm>
            <a:prstGeom prst="rect">
              <a:avLst/>
            </a:prstGeom>
          </p:spPr>
        </p:pic>
      </p:grpSp>
      <p:grpSp>
        <p:nvGrpSpPr>
          <p:cNvPr id="40" name="グループ化 39">
            <a:extLst>
              <a:ext uri="{FF2B5EF4-FFF2-40B4-BE49-F238E27FC236}">
                <ns2:creationId id="{C02C30ED-72CE-9D28-9835-894BFA01C7B3}"/>
              </a:ext>
            </a:extLst>
          </p:cNvPr>
          <p:cNvGrpSpPr/>
          <p:nvPr/>
        </p:nvGrpSpPr>
        <p:grpSpPr>
          <a:xfrm>
            <a:off x="4100678" y="1721284"/>
            <a:ext cx="3672000" cy="2304000"/>
            <a:chOff x="4100678" y="1721284"/>
            <a:chExt cx="3672000" cy="2304000"/>
          </a:xfrm>
        </p:grpSpPr>
        <p:sp>
          <p:nvSpPr>
            <p:cNvPr id="25" name="四角形: 角を丸くする 24">
              <a:extLst>
                <a:ext uri="{FF2B5EF4-FFF2-40B4-BE49-F238E27FC236}">
                  <ns2:creationId id="{56DB1BF6-E1EF-ACBC-C4EC-ED7F02EFCB88}"/>
                </a:ext>
              </a:extLst>
            </p:cNvPr>
            <p:cNvSpPr/>
            <p:nvPr/>
          </p:nvSpPr>
          <p:spPr>
            <a:xfrm>
              <a:off x="4100678" y="1721284"/>
              <a:ext cx="3672000" cy="2304000"/>
            </a:xfrm>
            <a:prstGeom prst="roundRect">
              <a:avLst>
                <a:gd name="adj" fmla="val 2344"/>
              </a:avLst>
            </a:prstGeom>
            <a:solidFill>
              <a:schemeClr val="bg1"/>
            </a:solidFill>
            <a:ln w="9525">
              <a:solidFill>
                <a:schemeClr val="accent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64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0000" marR="0" lvl="0" indent="-180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it-IT" altLang="ja-JP" sz="1400" b="0" i="0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45" name="四角形: 上の 2 つの角を丸める 44">
              <a:extLst>
                <a:ext uri="{FF2B5EF4-FFF2-40B4-BE49-F238E27FC236}">
                  <ns2:creationId id="{970AFAB1-782E-EC1C-2EF0-4C7823A7A596}"/>
                </a:ext>
              </a:extLst>
            </p:cNvPr>
            <p:cNvSpPr/>
            <p:nvPr/>
          </p:nvSpPr>
          <p:spPr>
            <a:xfrm>
              <a:off x="4100678" y="1727869"/>
              <a:ext cx="3672000" cy="459556"/>
            </a:xfrm>
            <a:prstGeom prst="round2SameRect">
              <a:avLst>
                <a:gd name="adj1" fmla="val 11750"/>
                <a:gd name="adj2" fmla="val 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b="0" i="0" u="none" strike="noStrike" dirty="0">
                  <a:solidFill>
                    <a:schemeClr val="bg1"/>
                  </a:solidFill>
                  <a:effectLst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</a:endParaRPr>
            </a:p>
          </p:txBody>
        </p:sp>
        <p:pic>
          <p:nvPicPr>
            <p:cNvPr id="19" name="グラフィックス 18" descr="鉛筆 単色塗りつぶし">
              <a:extLst>
                <a:ext uri="{FF2B5EF4-FFF2-40B4-BE49-F238E27FC236}">
                  <ns2:creationId id="{EF22AC36-F165-C1DE-7C21-6D7299E634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06477" y="1727869"/>
              <a:ext cx="459556" cy="459556"/>
            </a:xfrm>
            <a:prstGeom prst="rect">
              <a:avLst/>
            </a:prstGeom>
          </p:spPr>
        </p:pic>
      </p:grpSp>
      <p:sp>
        <p:nvSpPr>
          <p:cNvPr id="20" name="二等辺三角形 19">
            <a:extLst>
              <a:ext uri="{FF2B5EF4-FFF2-40B4-BE49-F238E27FC236}">
                <ns2:creationId id="{FDD4712C-AEC0-64B6-B103-4F4C403E2A0D}"/>
              </a:ext>
            </a:extLst>
          </p:cNvPr>
          <p:cNvSpPr/>
          <p:nvPr/>
        </p:nvSpPr>
        <p:spPr>
          <a:xfrm rot="5400000">
            <a:off x="7349432" y="2754847"/>
            <a:ext cx="1260000" cy="236879"/>
          </a:xfrm>
          <a:prstGeom prst="triangle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868F24F4-4788-1000-E396-AAC65DA8A2F7}"/>
              </a:ext>
            </a:extLst>
          </p:cNvPr>
          <p:cNvGrpSpPr/>
          <p:nvPr/>
        </p:nvGrpSpPr>
        <p:grpSpPr>
          <a:xfrm>
            <a:off x="8186186" y="4198480"/>
            <a:ext cx="3671999" cy="430927"/>
            <a:chOff x="8186186" y="4241562"/>
            <a:chExt cx="3671999" cy="430927"/>
          </a:xfrm>
        </p:grpSpPr>
        <p:sp>
          <p:nvSpPr>
            <p:cNvPr id="28" name="四角形: 角を丸くする 27">
              <a:extLst>
                <a:ext uri="{FF2B5EF4-FFF2-40B4-BE49-F238E27FC236}">
                  <ns2:creationId id="{B71E8C7C-5FCD-38C7-CF05-FB2F5C4F62F8}"/>
                </a:ext>
              </a:extLst>
            </p:cNvPr>
            <p:cNvSpPr>
              <a:spLocks/>
            </p:cNvSpPr>
            <p:nvPr/>
          </p:nvSpPr>
          <p:spPr>
            <a:xfrm>
              <a:off x="8260148" y="4241562"/>
              <a:ext cx="3598037" cy="430926"/>
            </a:xfrm>
            <a:prstGeom prst="roundRect">
              <a:avLst>
                <a:gd name="adj" fmla="val 12531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2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tabLst>
                  <a:tab pos="4210050" algn="l"/>
                </a:tabLst>
              </a:pPr>
              <a:r>
                <a:rPr lang="en-US" altLang="ja-JP" sz="14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、</a:t>
              </a:r>
              <a:r>
                <a:rPr lang="en-US" altLang="ja-JP" sz="14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ns2:creationId id="{D6AB6353-10A8-9E09-255C-939BB6EDF31D}"/>
                </a:ext>
              </a:extLst>
            </p:cNvPr>
            <p:cNvSpPr/>
            <p:nvPr/>
          </p:nvSpPr>
          <p:spPr>
            <a:xfrm rot="16200000" flipH="1">
              <a:off x="9086723" y="3341026"/>
              <a:ext cx="430926" cy="2232000"/>
            </a:xfrm>
            <a:prstGeom prst="round2SameRect">
              <a:avLst>
                <a:gd name="adj1" fmla="val 12531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it-IT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it-IT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86" name="グラフィックス 85" descr="オフィス ワーカー (男性) 単色塗りつぶし">
              <a:extLst>
                <a:ext uri="{FF2B5EF4-FFF2-40B4-BE49-F238E27FC236}">
                  <ns2:creationId id="{1C7D3D54-F9F4-4990-D096-22CE0707D5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8218839" y="4241562"/>
              <a:ext cx="430927" cy="430927"/>
            </a:xfrm>
            <a:prstGeom prst="rect">
              <a:avLst/>
            </a:prstGeom>
          </p:spPr>
        </p:pic>
      </p:grpSp>
      <p:grpSp>
        <p:nvGrpSpPr>
          <p:cNvPr id="32" name="グループ化 31">
            <a:extLst>
              <a:ext uri="{FF2B5EF4-FFF2-40B4-BE49-F238E27FC236}">
                <ns2:creationId id="{E888A4E4-5A6C-A1B5-0936-52764D478B70}"/>
              </a:ext>
            </a:extLst>
          </p:cNvPr>
          <p:cNvGrpSpPr/>
          <p:nvPr/>
        </p:nvGrpSpPr>
        <p:grpSpPr>
          <a:xfrm>
            <a:off x="334963" y="4803394"/>
            <a:ext cx="11537463" cy="1486718"/>
            <a:chOff x="334963" y="4703506"/>
            <a:chExt cx="11537463" cy="1486718"/>
          </a:xfrm>
        </p:grpSpPr>
        <p:sp>
          <p:nvSpPr>
            <p:cNvPr id="34" name="矢印: 五方向 33">
              <a:extLst>
                <a:ext uri="{FF2B5EF4-FFF2-40B4-BE49-F238E27FC236}">
                  <ns2:creationId id="{D634FB19-76FA-FF56-3C56-BB1866F4D738}"/>
                </a:ext>
              </a:extLst>
            </p:cNvPr>
            <p:cNvSpPr/>
            <p:nvPr/>
          </p:nvSpPr>
          <p:spPr>
            <a:xfrm>
              <a:off x="334963" y="5273650"/>
              <a:ext cx="2821247" cy="355776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kumimoji="1" lang="ja-JP" altLang="en-US" sz="1600" dirty="0">
                  <a:solidFill>
                    <a:srgbClr val="339933"/>
                  </a:solidFill>
                </a:rPr>
                <a:t>～</a:t>
              </a:r>
              <a:r>
                <a:rPr kumimoji="1" lang="en-US" altLang="ja-JP" sz="1600" dirty="0">
                  <a:solidFill>
                    <a:srgbClr val="339933"/>
                  </a:solidFill>
                </a:rPr>
                <a:t>4</a:t>
              </a:r>
              <a:r>
                <a:rPr kumimoji="1" lang="ja-JP" altLang="en-US" sz="1600" dirty="0">
                  <a:solidFill>
                    <a:srgbClr val="339933"/>
                  </a:solidFill>
                </a:rPr>
                <a:t>XX</a:t>
              </a:r>
              <a:endParaRPr kumimoji="1" lang="en-GB" altLang="ja-JP" sz="1600" dirty="0">
                <a:solidFill>
                  <a:srgbClr val="339933"/>
                </a:solidFill>
              </a:endParaRPr>
            </a:p>
          </p:txBody>
        </p:sp>
        <p:sp>
          <p:nvSpPr>
            <p:cNvPr id="66" name="テキスト ボックス 65">
              <a:extLst>
                <a:ext uri="{FF2B5EF4-FFF2-40B4-BE49-F238E27FC236}">
                  <ns2:creationId id="{DEC0BA09-3A9A-76D7-C0D1-875A474C6DA4}"/>
                </a:ext>
              </a:extLst>
            </p:cNvPr>
            <p:cNvSpPr txBox="1"/>
            <p:nvPr/>
          </p:nvSpPr>
          <p:spPr>
            <a:xfrm>
              <a:off x="334963" y="4703506"/>
              <a:ext cx="2765159" cy="540000"/>
            </a:xfrm>
            <a:prstGeom prst="rect">
              <a:avLst/>
            </a:prstGeom>
            <a:noFill/>
          </p:spPr>
          <p:txBody>
            <a:bodyPr wrap="square" lIns="324000" tIns="72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en-US" altLang="ja-JP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rgbClr val="339933"/>
                </a:solidFill>
                <a:ea typeface="Meiryo" panose="020B0604030504040204" pitchFamily="34" charset="-128"/>
              </a:endParaRPr>
            </a:p>
            <a:p>
              <a:pPr marL="177800" indent="-1778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br>
                <a:rPr kumimoji="1" lang="it-IT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</a:b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36" name="矢印: 山形 35">
              <a:extLst>
                <a:ext uri="{FF2B5EF4-FFF2-40B4-BE49-F238E27FC236}">
                  <ns2:creationId id="{24BC5D0F-34F8-38AB-E218-DED5DE1D6843}"/>
                </a:ext>
              </a:extLst>
            </p:cNvPr>
            <p:cNvSpPr/>
            <p:nvPr/>
          </p:nvSpPr>
          <p:spPr>
            <a:xfrm>
              <a:off x="6145773" y="5273650"/>
              <a:ext cx="2821247" cy="355776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60000"/>
              </a:srgb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72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ea typeface="Meiryo" panose="020B0604030504040204" pitchFamily="34" charset="-128"/>
                </a:rPr>
                <a:t>～</a:t>
              </a:r>
              <a:r>
                <a:rPr lang="en-US" altLang="ja-JP" sz="1600" dirty="0">
                  <a:solidFill>
                    <a:schemeClr val="bg1"/>
                  </a:solidFill>
                  <a:ea typeface="Meiryo" panose="020B0604030504040204" pitchFamily="34" charset="-128"/>
                </a:rPr>
                <a:t>7</a:t>
              </a:r>
              <a:r>
                <a:rPr lang="ja-JP" altLang="en-US" sz="1600" dirty="0">
                  <a:solidFill>
                    <a:schemeClr val="bg1"/>
                  </a:solidFill>
                  <a:ea typeface="Meiryo" panose="020B0604030504040204" pitchFamily="34" charset="-128"/>
                </a:rPr>
                <a:t>XX</a:t>
              </a:r>
              <a:endParaRPr lang="en-GB" altLang="ja-JP" sz="1600" dirty="0">
                <a:solidFill>
                  <a:schemeClr val="bg1"/>
                </a:solidFill>
                <a:ea typeface="Meiryo" panose="020B0604030504040204" pitchFamily="34" charset="-128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F5F4B4D9-EF6A-B977-E571-4DA91D46C405}"/>
                </a:ext>
              </a:extLst>
            </p:cNvPr>
            <p:cNvSpPr txBox="1"/>
            <p:nvPr/>
          </p:nvSpPr>
          <p:spPr>
            <a:xfrm>
              <a:off x="6145773" y="4703506"/>
              <a:ext cx="2765159" cy="540000"/>
            </a:xfrm>
            <a:prstGeom prst="rect">
              <a:avLst/>
            </a:prstGeom>
            <a:noFill/>
          </p:spPr>
          <p:txBody>
            <a:bodyPr wrap="square" lIns="72000" tIns="72000" rIns="36000" bIns="36000" rtlCol="0" anchor="ctr">
              <a:noAutofit/>
            </a:bodyPr>
            <a:lstStyle/>
            <a:p>
              <a:pPr marL="171450" indent="-171450" algn="ctr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/>
                <a:t>XX</a:t>
              </a:r>
              <a:endParaRPr kumimoji="1" lang="ja-JP" altLang="en-US" sz="1100" dirty="0">
                <a:solidFill>
                  <a:schemeClr val="tx1">
                    <a:lumMod val="75000"/>
                  </a:schemeClr>
                </a:solidFill>
                <a:ea typeface="Meiryo" panose="020B0604030504040204" pitchFamily="34" charset="-128"/>
              </a:endParaRPr>
            </a:p>
          </p:txBody>
        </p:sp>
        <p:sp>
          <p:nvSpPr>
            <p:cNvPr id="35" name="矢印: 山形 34">
              <a:extLst>
                <a:ext uri="{FF2B5EF4-FFF2-40B4-BE49-F238E27FC236}">
                  <ns2:creationId id="{DC01C94F-69F6-59B3-8CF9-025C561AC696}"/>
                </a:ext>
              </a:extLst>
            </p:cNvPr>
            <p:cNvSpPr/>
            <p:nvPr/>
          </p:nvSpPr>
          <p:spPr>
            <a:xfrm>
              <a:off x="3240368" y="5273650"/>
              <a:ext cx="2821247" cy="355776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～</a:t>
              </a:r>
              <a:r>
                <a:rPr kumimoji="1" lang="en-US" altLang="ja-JP" sz="1600" dirty="0">
                  <a:solidFill>
                    <a:schemeClr val="bg1"/>
                  </a:solidFill>
                </a:rPr>
                <a:t>5</a:t>
              </a:r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  <a:endParaRPr kumimoji="1" lang="en-GB" altLang="ja-JP" sz="1600" dirty="0">
                <a:solidFill>
                  <a:schemeClr val="bg1"/>
                </a:solidFill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ns2:creationId id="{A24109FF-E043-2A69-AA4E-2AD1751C6B1B}"/>
                </a:ext>
              </a:extLst>
            </p:cNvPr>
            <p:cNvSpPr txBox="1"/>
            <p:nvPr/>
          </p:nvSpPr>
          <p:spPr>
            <a:xfrm>
              <a:off x="3240368" y="5650224"/>
              <a:ext cx="2765159" cy="540000"/>
            </a:xfrm>
            <a:prstGeom prst="rect">
              <a:avLst/>
            </a:prstGeom>
            <a:noFill/>
          </p:spPr>
          <p:txBody>
            <a:bodyPr wrap="square" lIns="180000" tIns="72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en-US" altLang="ja-JP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rgbClr val="339933"/>
                  </a:solidFill>
                  <a:ea typeface="Meiryo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rgbClr val="339933"/>
                </a:solidFill>
                <a:ea typeface="Meiryo" panose="020B0604030504040204" pitchFamily="34" charset="-128"/>
              </a:endParaRPr>
            </a:p>
            <a:p>
              <a:pPr marL="177800" indent="-1778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br>
                <a:rPr kumimoji="1" lang="it-IT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</a:b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sp>
          <p:nvSpPr>
            <p:cNvPr id="37" name="矢印: 山形 36">
              <a:extLst>
                <a:ext uri="{FF2B5EF4-FFF2-40B4-BE49-F238E27FC236}">
                  <ns2:creationId id="{96A8D093-16A0-767D-2822-D598ED0AC0B4}"/>
                </a:ext>
              </a:extLst>
            </p:cNvPr>
            <p:cNvSpPr/>
            <p:nvPr/>
          </p:nvSpPr>
          <p:spPr>
            <a:xfrm>
              <a:off x="9051179" y="5273650"/>
              <a:ext cx="2821247" cy="355776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80000"/>
              </a:srgb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72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ea typeface="Meiryo" panose="020B0604030504040204" pitchFamily="34" charset="-128"/>
                </a:rPr>
                <a:t>～</a:t>
              </a:r>
              <a:r>
                <a:rPr lang="en-US" altLang="ja-JP" sz="1600" dirty="0">
                  <a:ea typeface="Meiryo" panose="020B0604030504040204" pitchFamily="34" charset="-128"/>
                </a:rPr>
                <a:t>10</a:t>
              </a:r>
              <a:r>
                <a:rPr lang="ja-JP" altLang="en-US" sz="1600" dirty="0">
                  <a:ea typeface="Meiryo" panose="020B0604030504040204" pitchFamily="34" charset="-128"/>
                </a:rPr>
                <a:t>XX</a:t>
              </a:r>
              <a:endParaRPr lang="en-GB" altLang="ja-JP" sz="1600" dirty="0">
                <a:ea typeface="Meiryo" panose="020B0604030504040204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ns2:creationId id="{CD3C3A55-7503-3CE0-2773-E2B23CCD6C55}"/>
                </a:ext>
              </a:extLst>
            </p:cNvPr>
            <p:cNvSpPr txBox="1"/>
            <p:nvPr/>
          </p:nvSpPr>
          <p:spPr>
            <a:xfrm>
              <a:off x="9051179" y="5650224"/>
              <a:ext cx="2765159" cy="540000"/>
            </a:xfrm>
            <a:prstGeom prst="rect">
              <a:avLst/>
            </a:prstGeom>
            <a:noFill/>
          </p:spPr>
          <p:txBody>
            <a:bodyPr wrap="square" lIns="72000" tIns="72000" rIns="36000" bIns="36000" rtlCol="0" anchor="ctr">
              <a:noAutofit/>
            </a:bodyPr>
            <a:lstStyle/>
            <a:p>
              <a:pPr marL="171450" indent="-171450" algn="ctr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3</a:t>
              </a: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it-IT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 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(</a:t>
              </a: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)</a:t>
              </a:r>
              <a:r>
                <a:rPr kumimoji="1" lang="ja-JP" altLang="it-IT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 </a:t>
              </a:r>
              <a:r>
                <a:rPr kumimoji="1" lang="en-US" altLang="ja-JP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  <a:r>
                <a:rPr kumimoji="1" lang="ja-JP" altLang="en-US" sz="1100" dirty="0">
                  <a:solidFill>
                    <a:schemeClr val="tx1">
                      <a:lumMod val="75000"/>
                    </a:schemeClr>
                  </a:solidFill>
                  <a:ea typeface="Meiryo" panose="020B0604030504040204" pitchFamily="34" charset="-128"/>
                </a:rPr>
                <a:t>XX</a:t>
              </a:r>
            </a:p>
          </p:txBody>
        </p:sp>
        <p:pic>
          <p:nvPicPr>
            <p:cNvPr id="7" name="グラフィックス 6" descr="計算機 単色塗りつぶし">
              <a:extLst>
                <a:ext uri="{FF2B5EF4-FFF2-40B4-BE49-F238E27FC236}">
                  <ns2:creationId id="{798C36D3-8080-3139-1DD8-6FB79B096A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1501543" y="5758224"/>
              <a:ext cx="432000" cy="432000"/>
            </a:xfrm>
            <a:prstGeom prst="rect">
              <a:avLst/>
            </a:prstGeom>
          </p:spPr>
        </p:pic>
        <p:pic>
          <p:nvPicPr>
            <p:cNvPr id="8" name="グラフィックス 7" descr="テーブル 単色塗りつぶし">
              <a:extLst>
                <a:ext uri="{FF2B5EF4-FFF2-40B4-BE49-F238E27FC236}">
                  <ns2:creationId id="{771D5722-8A1D-F547-AECA-FA5E80AB7F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7312353" y="5758224"/>
              <a:ext cx="432000" cy="432000"/>
            </a:xfrm>
            <a:prstGeom prst="rect">
              <a:avLst/>
            </a:prstGeom>
          </p:spPr>
        </p:pic>
        <p:pic>
          <p:nvPicPr>
            <p:cNvPr id="9" name="グラフィックス 8" descr="ワークフロー 単色塗りつぶし">
              <a:extLst>
                <a:ext uri="{FF2B5EF4-FFF2-40B4-BE49-F238E27FC236}">
                  <ns2:creationId id="{0B5E4897-8BEF-1E50-3E8B-337097CDEF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406948" y="4703506"/>
              <a:ext cx="432000" cy="432000"/>
            </a:xfrm>
            <a:prstGeom prst="rect">
              <a:avLst/>
            </a:prstGeom>
          </p:spPr>
        </p:pic>
        <p:pic>
          <p:nvPicPr>
            <p:cNvPr id="12" name="グラフィックス 11" descr="山形の矢印 単色塗りつぶし">
              <a:extLst>
                <a:ext uri="{FF2B5EF4-FFF2-40B4-BE49-F238E27FC236}">
                  <ns2:creationId id="{1DCEE2E8-475F-732C-1A8B-0A0533B7EB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10217758" y="4703506"/>
              <a:ext cx="432000" cy="432000"/>
            </a:xfrm>
            <a:prstGeom prst="rect">
              <a:avLst/>
            </a:prstGeom>
          </p:spPr>
        </p:pic>
        <p:cxnSp>
          <p:nvCxnSpPr>
            <p:cNvPr id="14" name="直線コネクタ 13">
              <a:extLst>
                <a:ext uri="{FF2B5EF4-FFF2-40B4-BE49-F238E27FC236}">
                  <ns2:creationId id="{47CE6CAA-3A78-047D-D19D-BD930D2312DE}"/>
                </a:ext>
              </a:extLst>
            </p:cNvPr>
            <p:cNvCxnSpPr>
              <a:stCxn id="34" idx="2"/>
              <a:endCxn id="7" idx="0"/>
            </p:cNvCxnSpPr>
            <p:nvPr/>
          </p:nvCxnSpPr>
          <p:spPr>
            <a:xfrm>
              <a:off x="1717542" y="5629426"/>
              <a:ext cx="1" cy="128798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ns2:creationId id="{D3E16D1B-3FDA-ADC0-35C0-ACD90984EEFD}"/>
                </a:ext>
              </a:extLst>
            </p:cNvPr>
            <p:cNvCxnSpPr>
              <a:stCxn id="35" idx="0"/>
              <a:endCxn id="9" idx="2"/>
            </p:cNvCxnSpPr>
            <p:nvPr/>
          </p:nvCxnSpPr>
          <p:spPr>
            <a:xfrm flipV="1">
              <a:off x="4622947" y="5135506"/>
              <a:ext cx="1" cy="138144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ns2:creationId id="{F3979160-9CB4-2BA9-676F-B981CC841501}"/>
                </a:ext>
              </a:extLst>
            </p:cNvPr>
            <p:cNvCxnSpPr>
              <a:stCxn id="36" idx="2"/>
              <a:endCxn id="8" idx="0"/>
            </p:cNvCxnSpPr>
            <p:nvPr/>
          </p:nvCxnSpPr>
          <p:spPr>
            <a:xfrm>
              <a:off x="7528352" y="5629426"/>
              <a:ext cx="1" cy="128798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コネクタ 30">
              <a:extLst>
                <a:ext uri="{FF2B5EF4-FFF2-40B4-BE49-F238E27FC236}">
                  <ns2:creationId id="{D4388EA0-3E77-2CD0-90D1-75574C2642E3}"/>
                </a:ext>
              </a:extLst>
            </p:cNvPr>
            <p:cNvCxnSpPr>
              <a:stCxn id="37" idx="0"/>
              <a:endCxn id="12" idx="2"/>
            </p:cNvCxnSpPr>
            <p:nvPr/>
          </p:nvCxnSpPr>
          <p:spPr>
            <a:xfrm flipV="1">
              <a:off x="10433758" y="5135506"/>
              <a:ext cx="0" cy="138144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952485089"/>
      </p:ext>
    </p:extLst>
  </p:cSld>
  <p:clrMapOvr>
    <a:masterClrMapping/>
  </p:clrMapOvr>
</p:sld>
</file>

<file path=ppt/slides/slide3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/>
              <a:t>31</a:t>
            </a:fld>
            <a:endParaRPr lang="ja-JP" altLang="en-US">
              <a:solidFill>
                <a:prstClr val="black">
                  <a:tint val="82000"/>
                </a:prstClr>
              </a:solidFill>
            </a:endParaRPr>
          </a:p>
        </p:txBody>
      </p:sp>
      <p:grpSp>
        <p:nvGrpSpPr>
          <p:cNvPr id="7" name="グループ化 6">
            <a:extLst>
              <a:ext uri="{FF2B5EF4-FFF2-40B4-BE49-F238E27FC236}">
                <ns2:creationId id="{4B34705F-ED02-9120-1589-1B94C0DB1123}"/>
              </a:ext>
            </a:extLst>
          </p:cNvPr>
          <p:cNvGrpSpPr/>
          <p:nvPr/>
        </p:nvGrpSpPr>
        <p:grpSpPr>
          <a:xfrm>
            <a:off x="334963" y="1192579"/>
            <a:ext cx="11522071" cy="1894429"/>
            <a:chOff x="334963" y="1192579"/>
            <a:chExt cx="11522071" cy="1894429"/>
          </a:xfrm>
        </p:grpSpPr>
        <p:grpSp>
          <p:nvGrpSpPr>
            <p:cNvPr id="3" name="グループ化 2">
              <a:extLst>
                <a:ext uri="{FF2B5EF4-FFF2-40B4-BE49-F238E27FC236}">
                  <ns2:creationId id="{E4DB27E3-29B6-3289-7FE9-507C87E50B32}"/>
                </a:ext>
              </a:extLst>
            </p:cNvPr>
            <p:cNvGrpSpPr/>
            <p:nvPr/>
          </p:nvGrpSpPr>
          <p:grpSpPr>
            <a:xfrm>
              <a:off x="334963" y="1192579"/>
              <a:ext cx="1084261" cy="1894429"/>
              <a:chOff x="334963" y="1192579"/>
              <a:chExt cx="1084261" cy="1894429"/>
            </a:xfrm>
          </p:grpSpPr>
          <p:sp>
            <p:nvSpPr>
              <p:cNvPr id="13" name="ホームベース 91">
                <a:extLst>
                  <a:ext uri="{FF2B5EF4-FFF2-40B4-BE49-F238E27FC236}">
                    <ns2:creationId id="{0AD45F69-CB34-B89D-C6FA-678AF94575EA}"/>
                  </a:ext>
                </a:extLst>
              </p:cNvPr>
              <p:cNvSpPr/>
              <p:nvPr/>
            </p:nvSpPr>
            <p:spPr>
              <a:xfrm rot="5400000">
                <a:off x="-70121" y="1597663"/>
                <a:ext cx="1894429" cy="1084261"/>
              </a:xfrm>
              <a:prstGeom prst="homePlate">
                <a:avLst>
                  <a:gd name="adj" fmla="val 15765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6480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5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5" name="グラフィックス 44" descr="考え 単色塗りつぶし">
                <a:extLst>
                  <a:ext uri="{FF2B5EF4-FFF2-40B4-BE49-F238E27FC236}">
                    <ns2:creationId id="{24441FE1-D589-E834-2F09-8320E3CB7C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79094" y="1853773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6" name="グループ化 5">
              <a:extLst>
                <a:ext uri="{FF2B5EF4-FFF2-40B4-BE49-F238E27FC236}">
                  <ns2:creationId id="{8B6ACC04-D884-3A4B-9CA2-ABB74B64C84C}"/>
                </a:ext>
              </a:extLst>
            </p:cNvPr>
            <p:cNvGrpSpPr/>
            <p:nvPr/>
          </p:nvGrpSpPr>
          <p:grpSpPr>
            <a:xfrm>
              <a:off x="1511445" y="1192579"/>
              <a:ext cx="10345589" cy="1555282"/>
              <a:chOff x="1511445" y="1192579"/>
              <a:chExt cx="10345589" cy="1555282"/>
            </a:xfrm>
          </p:grpSpPr>
          <p:grpSp>
            <p:nvGrpSpPr>
              <p:cNvPr id="5" name="グループ化 4">
                <a:extLst>
                  <a:ext uri="{FF2B5EF4-FFF2-40B4-BE49-F238E27FC236}">
                    <ns2:creationId id="{88574965-437C-154E-5698-CAF2B5013900}"/>
                  </a:ext>
                </a:extLst>
              </p:cNvPr>
              <p:cNvGrpSpPr/>
              <p:nvPr/>
            </p:nvGrpSpPr>
            <p:grpSpPr>
              <a:xfrm>
                <a:off x="1511445" y="1192579"/>
                <a:ext cx="10345589" cy="627833"/>
                <a:chOff x="1511445" y="1192579"/>
                <a:chExt cx="10345589" cy="627833"/>
              </a:xfrm>
            </p:grpSpPr>
            <p:sp>
              <p:nvSpPr>
                <p:cNvPr id="19" name="テキスト ボックス 18">
                  <a:extLst>
                    <a:ext uri="{FF2B5EF4-FFF2-40B4-BE49-F238E27FC236}">
                      <ns2:creationId id="{AC3FFB58-B6CF-4CE8-9EE2-BDFDC5AE0602}"/>
                    </a:ext>
                  </a:extLst>
                </p:cNvPr>
                <p:cNvSpPr txBox="1"/>
                <p:nvPr/>
              </p:nvSpPr>
              <p:spPr>
                <a:xfrm>
                  <a:off x="2957011" y="1192579"/>
                  <a:ext cx="8900023" cy="627833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200025" indent="-200025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200025" indent="-200025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72" name="グループ化 71">
                  <a:extLst>
                    <a:ext uri="{FF2B5EF4-FFF2-40B4-BE49-F238E27FC236}">
                      <ns2:creationId id="{E171816C-D26D-EBBF-72F0-4EE8155C44B3}"/>
                    </a:ext>
                  </a:extLst>
                </p:cNvPr>
                <p:cNvGrpSpPr/>
                <p:nvPr/>
              </p:nvGrpSpPr>
              <p:grpSpPr>
                <a:xfrm>
                  <a:off x="1511445" y="1192579"/>
                  <a:ext cx="1353348" cy="627833"/>
                  <a:chOff x="1511445" y="1364514"/>
                  <a:chExt cx="1353348" cy="627833"/>
                </a:xfrm>
              </p:grpSpPr>
              <p:sp>
                <p:nvSpPr>
                  <p:cNvPr id="11" name="テキスト ボックス 10">
                    <a:extLst>
                      <a:ext uri="{FF2B5EF4-FFF2-40B4-BE49-F238E27FC236}">
                        <ns2:creationId id="{F29DDBA9-B213-CF70-95E6-5AB8D46DD7AF}"/>
                      </a:ext>
                    </a:extLst>
                  </p:cNvPr>
                  <p:cNvSpPr txBox="1"/>
                  <p:nvPr/>
                </p:nvSpPr>
                <p:spPr>
                  <a:xfrm>
                    <a:off x="1511445" y="1364514"/>
                    <a:ext cx="1353348" cy="627833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</p:spPr>
                <p:txBody>
                  <a:bodyPr wrap="square" lIns="468000" rIns="36000" rtlCol="0" anchor="ctr" anchorCtr="0">
                    <a:noAutofit/>
                  </a:bodyPr>
                  <a:lstStyle/>
                  <a:p>
                    <a:pPr algn="l"/>
                    <a:r>
                      <a:rPr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40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48" name="グラフィックス 47" descr="思案中の吹き出し 単色塗りつぶし">
                    <a:extLst>
                      <a:ext uri="{FF2B5EF4-FFF2-40B4-BE49-F238E27FC236}">
                        <ns2:creationId id="{DE1D7312-5DDC-F2F1-B947-BB31BAC68E4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1575654" y="1530931"/>
                    <a:ext cx="294998" cy="29499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4" name="グループ化 73">
                <a:extLst>
                  <a:ext uri="{FF2B5EF4-FFF2-40B4-BE49-F238E27FC236}">
                    <ns2:creationId id="{7EA2A0D8-7976-20B4-2046-B0CA33FCB4DB}"/>
                  </a:ext>
                </a:extLst>
              </p:cNvPr>
              <p:cNvGrpSpPr/>
              <p:nvPr/>
            </p:nvGrpSpPr>
            <p:grpSpPr>
              <a:xfrm>
                <a:off x="1511445" y="1929096"/>
                <a:ext cx="10345589" cy="355041"/>
                <a:chOff x="1511445" y="2085757"/>
                <a:chExt cx="10345589" cy="355041"/>
              </a:xfrm>
            </p:grpSpPr>
            <p:sp>
              <p:nvSpPr>
                <p:cNvPr id="20" name="テキスト ボックス 19">
                  <a:extLst>
                    <a:ext uri="{FF2B5EF4-FFF2-40B4-BE49-F238E27FC236}">
                      <ns2:creationId id="{B5FB3FF6-F9EA-FCCB-4A8F-04B0546EFA0E}"/>
                    </a:ext>
                  </a:extLst>
                </p:cNvPr>
                <p:cNvSpPr txBox="1"/>
                <p:nvPr/>
              </p:nvSpPr>
              <p:spPr>
                <a:xfrm>
                  <a:off x="2957011" y="2085757"/>
                  <a:ext cx="8900023" cy="355041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190500" indent="-190500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ns2:creationId id="{846A7A84-D8DE-2FA5-1D52-C97A25A4A8C8}"/>
                    </a:ext>
                  </a:extLst>
                </p:cNvPr>
                <p:cNvGrpSpPr/>
                <p:nvPr/>
              </p:nvGrpSpPr>
              <p:grpSpPr>
                <a:xfrm>
                  <a:off x="1511445" y="2085757"/>
                  <a:ext cx="1353348" cy="355041"/>
                  <a:chOff x="1511445" y="2085757"/>
                  <a:chExt cx="1353348" cy="355041"/>
                </a:xfrm>
              </p:grpSpPr>
              <p:sp>
                <p:nvSpPr>
                  <p:cNvPr id="17" name="テキスト ボックス 16">
                    <a:extLst>
                      <a:ext uri="{FF2B5EF4-FFF2-40B4-BE49-F238E27FC236}">
                        <ns2:creationId id="{B225E105-AE21-C71F-E289-65E4F6AE6D6B}"/>
                      </a:ext>
                    </a:extLst>
                  </p:cNvPr>
                  <p:cNvSpPr txBox="1"/>
                  <p:nvPr/>
                </p:nvSpPr>
                <p:spPr>
                  <a:xfrm>
                    <a:off x="1511445" y="2085757"/>
                    <a:ext cx="1353348" cy="355041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</p:spPr>
                <p:txBody>
                  <a:bodyPr wrap="square" lIns="468000" rIns="36000" rtlCol="0" anchor="ctr" anchorCtr="0">
                    <a:noAutofit/>
                  </a:bodyPr>
                  <a:lstStyle/>
                  <a:p>
                    <a:pPr algn="l"/>
                    <a:r>
                      <a:rPr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49" name="グラフィックス 48" descr="的中 単色塗りつぶし">
                    <a:extLst>
                      <a:ext uri="{FF2B5EF4-FFF2-40B4-BE49-F238E27FC236}">
                        <ns2:creationId id="{69B5F42B-DE43-B431-7448-289408D5EB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4"/>
                      </a:ext>
                    </a:extLst>
                  </a:blip>
                  <a:srcRect/>
                  <a:stretch/>
                </p:blipFill>
                <p:spPr>
                  <a:xfrm>
                    <a:off x="1575654" y="2115778"/>
                    <a:ext cx="294998" cy="29499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6" name="グループ化 75">
                <a:extLst>
                  <a:ext uri="{FF2B5EF4-FFF2-40B4-BE49-F238E27FC236}">
                    <ns2:creationId id="{421F28D2-13F9-A2D6-2D57-DCC1DE7F815B}"/>
                  </a:ext>
                </a:extLst>
              </p:cNvPr>
              <p:cNvGrpSpPr/>
              <p:nvPr/>
            </p:nvGrpSpPr>
            <p:grpSpPr>
              <a:xfrm>
                <a:off x="1511445" y="2392820"/>
                <a:ext cx="10345589" cy="355041"/>
                <a:chOff x="1511445" y="2534208"/>
                <a:chExt cx="10345589" cy="355041"/>
              </a:xfrm>
            </p:grpSpPr>
            <p:sp>
              <p:nvSpPr>
                <p:cNvPr id="21" name="テキスト ボックス 20">
                  <a:extLst>
                    <a:ext uri="{FF2B5EF4-FFF2-40B4-BE49-F238E27FC236}">
                      <ns2:creationId id="{32C526E9-417B-F5CF-DC2B-58E1993C29F7}"/>
                    </a:ext>
                  </a:extLst>
                </p:cNvPr>
                <p:cNvSpPr txBox="1"/>
                <p:nvPr/>
              </p:nvSpPr>
              <p:spPr>
                <a:xfrm>
                  <a:off x="2957011" y="2534208"/>
                  <a:ext cx="8900023" cy="355041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209550" indent="-209550" algn="l">
                    <a:buClr>
                      <a:schemeClr val="bg1">
                        <a:lumMod val="50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4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5" name="グループ化 74">
                  <a:extLst>
                    <a:ext uri="{FF2B5EF4-FFF2-40B4-BE49-F238E27FC236}">
                      <ns2:creationId id="{8616312F-E3D8-04A7-FE46-7C0E8EA74FD9}"/>
                    </a:ext>
                  </a:extLst>
                </p:cNvPr>
                <p:cNvGrpSpPr/>
                <p:nvPr/>
              </p:nvGrpSpPr>
              <p:grpSpPr>
                <a:xfrm>
                  <a:off x="1511445" y="2534208"/>
                  <a:ext cx="1353348" cy="355041"/>
                  <a:chOff x="1511445" y="2534208"/>
                  <a:chExt cx="1353348" cy="355041"/>
                </a:xfrm>
              </p:grpSpPr>
              <p:sp>
                <p:nvSpPr>
                  <p:cNvPr id="18" name="テキスト ボックス 17">
                    <a:extLst>
                      <a:ext uri="{FF2B5EF4-FFF2-40B4-BE49-F238E27FC236}">
                        <ns2:creationId id="{31265CCE-43D5-F4FE-7A27-E3E5FFEB9E54}"/>
                      </a:ext>
                    </a:extLst>
                  </p:cNvPr>
                  <p:cNvSpPr txBox="1"/>
                  <p:nvPr/>
                </p:nvSpPr>
                <p:spPr>
                  <a:xfrm>
                    <a:off x="1511445" y="2534208"/>
                    <a:ext cx="1353348" cy="355041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</p:spPr>
                <p:txBody>
                  <a:bodyPr wrap="square" lIns="468000" rIns="36000" rtlCol="0" anchor="ctr" anchorCtr="0">
                    <a:noAutofit/>
                  </a:bodyPr>
                  <a:lstStyle/>
                  <a:p>
                    <a:pPr algn="l"/>
                    <a:r>
                      <a:rPr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50" name="グラフィックス 49" descr="質問 単色塗りつぶし">
                    <a:extLst>
                      <a:ext uri="{FF2B5EF4-FFF2-40B4-BE49-F238E27FC236}">
                        <ns2:creationId id="{A87571F9-52A6-BC6C-9B38-CD603087743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1575654" y="2564229"/>
                    <a:ext cx="294998" cy="294998"/>
                  </a:xfrm>
                  <a:prstGeom prst="rect">
                    <a:avLst/>
                  </a:prstGeom>
                </p:spPr>
              </p:pic>
            </p:grpSp>
          </p:grpSp>
        </p:grpSp>
      </p:grpSp>
      <p:grpSp>
        <p:nvGrpSpPr>
          <p:cNvPr id="8" name="グループ化 7">
            <a:extLst>
              <a:ext uri="{FF2B5EF4-FFF2-40B4-BE49-F238E27FC236}">
                <ns2:creationId id="{CDB37ACE-EC75-6A44-4B3F-1D8D72EC3BE1}"/>
              </a:ext>
            </a:extLst>
          </p:cNvPr>
          <p:cNvGrpSpPr/>
          <p:nvPr/>
        </p:nvGrpSpPr>
        <p:grpSpPr>
          <a:xfrm>
            <a:off x="334963" y="2940427"/>
            <a:ext cx="1084261" cy="1996442"/>
            <a:chOff x="334963" y="2940427"/>
            <a:chExt cx="1084261" cy="1996442"/>
          </a:xfrm>
        </p:grpSpPr>
        <p:sp>
          <p:nvSpPr>
            <p:cNvPr id="14" name="山形 92">
              <a:extLst>
                <a:ext uri="{FF2B5EF4-FFF2-40B4-BE49-F238E27FC236}">
                  <ns2:creationId id="{27881052-652B-6866-E9D8-0171339D3331}"/>
                </a:ext>
              </a:extLst>
            </p:cNvPr>
            <p:cNvSpPr/>
            <p:nvPr/>
          </p:nvSpPr>
          <p:spPr>
            <a:xfrm rot="5400000">
              <a:off x="-121127" y="3396517"/>
              <a:ext cx="1996442" cy="1084261"/>
            </a:xfrm>
            <a:prstGeom prst="chevron">
              <a:avLst>
                <a:gd name="adj" fmla="val 15765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6480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pic>
          <p:nvPicPr>
            <p:cNvPr id="46" name="グラフィックス 45" descr="アイデア 単色塗りつぶし">
              <a:extLst>
                <a:ext uri="{FF2B5EF4-FFF2-40B4-BE49-F238E27FC236}">
                  <ns2:creationId id="{3CC9CE2B-96A2-BDE8-E76E-DC111429D7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679093" y="3523746"/>
              <a:ext cx="396000" cy="396000"/>
            </a:xfrm>
            <a:prstGeom prst="rect">
              <a:avLst/>
            </a:prstGeom>
          </p:spPr>
        </p:pic>
      </p:grpSp>
      <p:grpSp>
        <p:nvGrpSpPr>
          <p:cNvPr id="77" name="グループ化 76">
            <a:extLst>
              <a:ext uri="{FF2B5EF4-FFF2-40B4-BE49-F238E27FC236}">
                <ns2:creationId id="{3E3E76EF-94FA-00F0-4F97-8609EB9DA971}"/>
              </a:ext>
            </a:extLst>
          </p:cNvPr>
          <p:cNvGrpSpPr/>
          <p:nvPr/>
        </p:nvGrpSpPr>
        <p:grpSpPr>
          <a:xfrm>
            <a:off x="1511445" y="2983995"/>
            <a:ext cx="3205335" cy="1665722"/>
            <a:chOff x="1511445" y="3010550"/>
            <a:chExt cx="3205335" cy="1665722"/>
          </a:xfrm>
        </p:grpSpPr>
        <p:sp>
          <p:nvSpPr>
            <p:cNvPr id="22" name="テキスト ボックス 21">
              <a:extLst>
                <a:ext uri="{FF2B5EF4-FFF2-40B4-BE49-F238E27FC236}">
                  <ns2:creationId id="{F6643A25-B9BC-3423-31E0-F8D6BD07CD47}"/>
                </a:ext>
              </a:extLst>
            </p:cNvPr>
            <p:cNvSpPr txBox="1"/>
            <p:nvPr/>
          </p:nvSpPr>
          <p:spPr>
            <a:xfrm>
              <a:off x="1511445" y="3010550"/>
              <a:ext cx="3205335" cy="1665722"/>
            </a:xfrm>
            <a:prstGeom prst="roundRect">
              <a:avLst>
                <a:gd name="adj" fmla="val 3242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72000" tIns="72000" rIns="36000" rtlCol="0" anchor="t" anchorCtr="0">
              <a:noAutofit/>
            </a:bodyPr>
            <a:lstStyle/>
            <a:p>
              <a:pPr algn="ctr">
                <a:spcAft>
                  <a:spcPts val="1200"/>
                </a:spcAft>
                <a:buClr>
                  <a:srgbClr val="008000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60350" indent="-165100" algn="l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260350" indent="-165100" algn="l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4" name="グラフィックス 53" descr="ワークフロー 単色塗りつぶし">
              <a:extLst>
                <a:ext uri="{FF2B5EF4-FFF2-40B4-BE49-F238E27FC236}">
                  <ns2:creationId id="{EFC1294B-C9E8-8660-C17A-B05AF5BE4E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940469" y="3072457"/>
              <a:ext cx="288000" cy="288000"/>
            </a:xfrm>
            <a:prstGeom prst="rect">
              <a:avLst/>
            </a:prstGeom>
          </p:spPr>
        </p:pic>
      </p:grpSp>
      <p:grpSp>
        <p:nvGrpSpPr>
          <p:cNvPr id="78" name="グループ化 77">
            <a:extLst>
              <a:ext uri="{FF2B5EF4-FFF2-40B4-BE49-F238E27FC236}">
                <ns2:creationId id="{AE33ACED-37B4-AA32-AFF5-67524CEB4726}"/>
              </a:ext>
            </a:extLst>
          </p:cNvPr>
          <p:cNvGrpSpPr/>
          <p:nvPr/>
        </p:nvGrpSpPr>
        <p:grpSpPr>
          <a:xfrm>
            <a:off x="5018889" y="2983995"/>
            <a:ext cx="2886300" cy="1665722"/>
            <a:chOff x="5018889" y="3010550"/>
            <a:chExt cx="2886300" cy="1665722"/>
          </a:xfrm>
        </p:grpSpPr>
        <p:sp>
          <p:nvSpPr>
            <p:cNvPr id="23" name="テキスト ボックス 22">
              <a:extLst>
                <a:ext uri="{FF2B5EF4-FFF2-40B4-BE49-F238E27FC236}">
                  <ns2:creationId id="{ED31EA5B-1B55-87F1-7CD5-7F2568C551CD}"/>
                </a:ext>
              </a:extLst>
            </p:cNvPr>
            <p:cNvSpPr txBox="1"/>
            <p:nvPr/>
          </p:nvSpPr>
          <p:spPr>
            <a:xfrm>
              <a:off x="5018889" y="3010550"/>
              <a:ext cx="2886300" cy="1665722"/>
            </a:xfrm>
            <a:prstGeom prst="roundRect">
              <a:avLst>
                <a:gd name="adj" fmla="val 3242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72000" tIns="72000" rIns="36000" rtlCol="0" anchor="t" anchorCtr="0">
              <a:noAutofit/>
            </a:bodyPr>
            <a:lstStyle/>
            <a:p>
              <a:pPr marL="123825" algn="ctr">
                <a:spcAft>
                  <a:spcPts val="1200"/>
                </a:spcAft>
                <a:buClr>
                  <a:srgbClr val="008000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19075" algn="l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85750" indent="-219075" algn="l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5" name="グラフィックス 54" descr="Web デザイン 単色塗りつぶし">
              <a:extLst>
                <a:ext uri="{FF2B5EF4-FFF2-40B4-BE49-F238E27FC236}">
                  <ns2:creationId id="{34BA066F-DDE1-7FC6-13B8-295EF728FF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5123917" y="3072458"/>
              <a:ext cx="288000" cy="288000"/>
            </a:xfrm>
            <a:prstGeom prst="rect">
              <a:avLst/>
            </a:prstGeom>
          </p:spPr>
        </p:pic>
      </p:grpSp>
      <p:sp>
        <p:nvSpPr>
          <p:cNvPr id="24" name="テキスト ボックス 23">
            <a:extLst>
              <a:ext uri="{FF2B5EF4-FFF2-40B4-BE49-F238E27FC236}">
                <ns2:creationId id="{FA90048A-8F9C-9F23-663F-7ADEE14A5E96}"/>
              </a:ext>
            </a:extLst>
          </p:cNvPr>
          <p:cNvSpPr txBox="1"/>
          <p:nvPr/>
        </p:nvSpPr>
        <p:spPr>
          <a:xfrm>
            <a:off x="8207297" y="2983998"/>
            <a:ext cx="3649734" cy="1665721"/>
          </a:xfrm>
          <a:prstGeom prst="roundRect">
            <a:avLst>
              <a:gd name="adj" fmla="val 3242"/>
            </a:avLst>
          </a:prstGeom>
          <a:solidFill>
            <a:srgbClr val="008000">
              <a:alpha val="10000"/>
            </a:srgbClr>
          </a:solidFill>
        </p:spPr>
        <p:txBody>
          <a:bodyPr wrap="square" lIns="72000" tIns="72000" rIns="36000" rtlCol="0" anchor="t" anchorCtr="0">
            <a:noAutofit/>
          </a:bodyPr>
          <a:lstStyle/>
          <a:p>
            <a:pPr algn="ctr">
              <a:spcAft>
                <a:spcPts val="600"/>
              </a:spcAft>
              <a:buClr>
                <a:srgbClr val="008000"/>
              </a:buClr>
            </a:pP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" name="グループ化 9">
            <a:extLst>
              <a:ext uri="{FF2B5EF4-FFF2-40B4-BE49-F238E27FC236}">
                <ns2:creationId id="{111420CF-1E8A-98C5-1617-E1FE0E687874}"/>
              </a:ext>
            </a:extLst>
          </p:cNvPr>
          <p:cNvGrpSpPr/>
          <p:nvPr/>
        </p:nvGrpSpPr>
        <p:grpSpPr>
          <a:xfrm>
            <a:off x="8353003" y="3429000"/>
            <a:ext cx="3433007" cy="1138615"/>
            <a:chOff x="8424026" y="3917629"/>
            <a:chExt cx="3433007" cy="649986"/>
          </a:xfrm>
        </p:grpSpPr>
        <p:sp>
          <p:nvSpPr>
            <p:cNvPr id="26" name="テキスト ボックス 25">
              <a:extLst>
                <a:ext uri="{FF2B5EF4-FFF2-40B4-BE49-F238E27FC236}">
                  <ns2:creationId id="{3772D954-472D-7180-9DA9-0017D0994566}"/>
                </a:ext>
              </a:extLst>
            </p:cNvPr>
            <p:cNvSpPr txBox="1"/>
            <p:nvPr/>
          </p:nvSpPr>
          <p:spPr>
            <a:xfrm>
              <a:off x="8424026" y="3917629"/>
              <a:ext cx="879774" cy="2715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B3098B3D-8C39-90DB-293A-5C4CB0764E5C}"/>
                </a:ext>
              </a:extLst>
            </p:cNvPr>
            <p:cNvSpPr txBox="1"/>
            <p:nvPr/>
          </p:nvSpPr>
          <p:spPr>
            <a:xfrm>
              <a:off x="9481353" y="3917629"/>
              <a:ext cx="2375680" cy="27153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l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CC172AF6-8C08-64E9-78AD-F0CA16E77C36}"/>
                </a:ext>
              </a:extLst>
            </p:cNvPr>
            <p:cNvSpPr txBox="1"/>
            <p:nvPr/>
          </p:nvSpPr>
          <p:spPr>
            <a:xfrm>
              <a:off x="8424026" y="4296084"/>
              <a:ext cx="879774" cy="2715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ns2:creationId id="{DAD20D74-6508-0F89-2E37-E9300650FC44}"/>
                </a:ext>
              </a:extLst>
            </p:cNvPr>
            <p:cNvSpPr txBox="1"/>
            <p:nvPr/>
          </p:nvSpPr>
          <p:spPr>
            <a:xfrm>
              <a:off x="9481353" y="4296085"/>
              <a:ext cx="2375680" cy="27153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l">
                <a:buClr>
                  <a:srgbClr val="008000"/>
                </a:buClr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pic>
        <p:nvPicPr>
          <p:cNvPr id="56" name="グラフィックス 55" descr="チェックマークを付けたチェック ボックス 単色塗りつぶし">
            <a:extLst>
              <a:ext uri="{FF2B5EF4-FFF2-40B4-BE49-F238E27FC236}">
                <ns2:creationId id="{EF0CAB3F-F733-AEE0-2996-534FEAEBF1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rcRect/>
          <a:stretch/>
        </p:blipFill>
        <p:spPr>
          <a:xfrm>
            <a:off x="9009542" y="3045903"/>
            <a:ext cx="288000" cy="288000"/>
          </a:xfrm>
          <a:prstGeom prst="rect">
            <a:avLst/>
          </a:prstGeom>
        </p:spPr>
      </p:pic>
      <p:cxnSp>
        <p:nvCxnSpPr>
          <p:cNvPr id="69" name="直線コネクタ 68">
            <a:extLst>
              <a:ext uri="{FF2B5EF4-FFF2-40B4-BE49-F238E27FC236}">
                <ns2:creationId id="{D2C23AF7-0F0B-E269-7EB8-939E00CB49E3}"/>
              </a:ext>
            </a:extLst>
          </p:cNvPr>
          <p:cNvCxnSpPr>
            <a:cxnSpLocks/>
          </p:cNvCxnSpPr>
          <p:nvPr/>
        </p:nvCxnSpPr>
        <p:spPr>
          <a:xfrm>
            <a:off x="1511444" y="2898477"/>
            <a:ext cx="103455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コネクタ 70">
            <a:extLst>
              <a:ext uri="{FF2B5EF4-FFF2-40B4-BE49-F238E27FC236}">
                <ns2:creationId id="{23494822-AAAC-8CD4-470C-1013DA316B33}"/>
              </a:ext>
            </a:extLst>
          </p:cNvPr>
          <p:cNvCxnSpPr>
            <a:cxnSpLocks/>
          </p:cNvCxnSpPr>
          <p:nvPr/>
        </p:nvCxnSpPr>
        <p:spPr>
          <a:xfrm>
            <a:off x="1511444" y="4752586"/>
            <a:ext cx="103455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グループ化 41">
            <a:extLst>
              <a:ext uri="{FF2B5EF4-FFF2-40B4-BE49-F238E27FC236}">
                <ns2:creationId id="{6AEEF127-7E22-40E6-246B-BA8B0945A88C}"/>
              </a:ext>
            </a:extLst>
          </p:cNvPr>
          <p:cNvGrpSpPr/>
          <p:nvPr/>
        </p:nvGrpSpPr>
        <p:grpSpPr>
          <a:xfrm>
            <a:off x="334963" y="4790287"/>
            <a:ext cx="11522068" cy="1518439"/>
            <a:chOff x="334963" y="4790287"/>
            <a:chExt cx="11522068" cy="1518439"/>
          </a:xfrm>
        </p:grpSpPr>
        <p:grpSp>
          <p:nvGrpSpPr>
            <p:cNvPr id="9" name="グループ化 8">
              <a:extLst>
                <a:ext uri="{FF2B5EF4-FFF2-40B4-BE49-F238E27FC236}">
                  <ns2:creationId id="{62BD0B13-5F40-A02A-8535-FE7FE62D921A}"/>
                </a:ext>
              </a:extLst>
            </p:cNvPr>
            <p:cNvGrpSpPr/>
            <p:nvPr/>
          </p:nvGrpSpPr>
          <p:grpSpPr>
            <a:xfrm>
              <a:off x="1511444" y="4790287"/>
              <a:ext cx="3974955" cy="1518437"/>
              <a:chOff x="1511444" y="4790287"/>
              <a:chExt cx="3974955" cy="1518437"/>
            </a:xfrm>
          </p:grpSpPr>
          <p:sp>
            <p:nvSpPr>
              <p:cNvPr id="31" name="テキスト ボックス 30">
                <a:extLst>
                  <a:ext uri="{FF2B5EF4-FFF2-40B4-BE49-F238E27FC236}">
                    <ns2:creationId id="{EE74757B-E7CD-FF59-FB33-C171834CAA30}"/>
                  </a:ext>
                </a:extLst>
              </p:cNvPr>
              <p:cNvSpPr txBox="1"/>
              <p:nvPr/>
            </p:nvSpPr>
            <p:spPr>
              <a:xfrm>
                <a:off x="1511445" y="4790287"/>
                <a:ext cx="3882735" cy="390545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200025" indent="-200025" algn="l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ns2:creationId id="{4768313D-2418-9398-939A-D076BCF3E6C2}"/>
                  </a:ext>
                </a:extLst>
              </p:cNvPr>
              <p:cNvSpPr txBox="1"/>
              <p:nvPr/>
            </p:nvSpPr>
            <p:spPr>
              <a:xfrm>
                <a:off x="1511444" y="5138863"/>
                <a:ext cx="3974955" cy="1169861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427038" indent="-312738" algn="l">
                  <a:spcAft>
                    <a:spcPts val="300"/>
                  </a:spcAft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427038" indent="-312738" algn="l">
                  <a:spcAft>
                    <a:spcPts val="300"/>
                  </a:spcAft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427038" indent="-312738" algn="l">
                  <a:spcAft>
                    <a:spcPts val="600"/>
                  </a:spcAft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>
                  <a:spcAft>
                    <a:spcPts val="300"/>
                  </a:spcAft>
                  <a:buClr>
                    <a:srgbClr val="008000"/>
                  </a:buClr>
                </a:pP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ns2:creationId id="{6A8C2B4B-DE10-F0AC-9F95-0760C7004635}"/>
                </a:ext>
              </a:extLst>
            </p:cNvPr>
            <p:cNvGrpSpPr/>
            <p:nvPr/>
          </p:nvGrpSpPr>
          <p:grpSpPr>
            <a:xfrm>
              <a:off x="5486398" y="4790287"/>
              <a:ext cx="6370633" cy="1518439"/>
              <a:chOff x="5486398" y="4790287"/>
              <a:chExt cx="6370633" cy="1518439"/>
            </a:xfrm>
          </p:grpSpPr>
          <p:sp>
            <p:nvSpPr>
              <p:cNvPr id="33" name="テキスト ボックス 32">
                <a:extLst>
                  <a:ext uri="{FF2B5EF4-FFF2-40B4-BE49-F238E27FC236}">
                    <ns2:creationId id="{DE525414-15D5-B44A-5B96-28A3CB58E54F}"/>
                  </a:ext>
                </a:extLst>
              </p:cNvPr>
              <p:cNvSpPr txBox="1"/>
              <p:nvPr/>
            </p:nvSpPr>
            <p:spPr>
              <a:xfrm>
                <a:off x="5486399" y="4790287"/>
                <a:ext cx="6090700" cy="390545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222250" indent="-222250" algn="l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9" name="グループ化 38">
                <a:extLst>
                  <a:ext uri="{FF2B5EF4-FFF2-40B4-BE49-F238E27FC236}">
                    <ns2:creationId id="{204EC314-31FA-8861-8058-F8F122C8102D}"/>
                  </a:ext>
                </a:extLst>
              </p:cNvPr>
              <p:cNvGrpSpPr/>
              <p:nvPr/>
            </p:nvGrpSpPr>
            <p:grpSpPr>
              <a:xfrm>
                <a:off x="5486398" y="5342016"/>
                <a:ext cx="6370633" cy="966710"/>
                <a:chOff x="5486398" y="5342016"/>
                <a:chExt cx="6370633" cy="966710"/>
              </a:xfrm>
            </p:grpSpPr>
            <p:sp>
              <p:nvSpPr>
                <p:cNvPr id="36" name="山形 53">
                  <a:extLst>
                    <a:ext uri="{FF2B5EF4-FFF2-40B4-BE49-F238E27FC236}">
                      <ns2:creationId id="{8E6C9601-7B5B-B844-E4DE-66D640A10105}"/>
                    </a:ext>
                  </a:extLst>
                </p:cNvPr>
                <p:cNvSpPr/>
                <p:nvPr/>
              </p:nvSpPr>
              <p:spPr>
                <a:xfrm>
                  <a:off x="8630475" y="5342016"/>
                  <a:ext cx="1654517" cy="96671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4" name="ホームベース 51">
                  <a:extLst>
                    <a:ext uri="{FF2B5EF4-FFF2-40B4-BE49-F238E27FC236}">
                      <ns2:creationId id="{1DFAEE87-CF0F-4F12-6FD6-B190EEFF5A3A}"/>
                    </a:ext>
                  </a:extLst>
                </p:cNvPr>
                <p:cNvSpPr/>
                <p:nvPr/>
              </p:nvSpPr>
              <p:spPr>
                <a:xfrm>
                  <a:off x="5486398" y="5342016"/>
                  <a:ext cx="1654517" cy="966710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5" name="山形 52">
                  <a:extLst>
                    <a:ext uri="{FF2B5EF4-FFF2-40B4-BE49-F238E27FC236}">
                      <ns2:creationId id="{64DE14FA-3DB4-07B5-27F4-BFEA130B2F0A}"/>
                    </a:ext>
                  </a:extLst>
                </p:cNvPr>
                <p:cNvSpPr/>
                <p:nvPr/>
              </p:nvSpPr>
              <p:spPr>
                <a:xfrm>
                  <a:off x="7058437" y="5342016"/>
                  <a:ext cx="1654517" cy="96671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15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7" name="山形 53">
                  <a:extLst>
                    <a:ext uri="{FF2B5EF4-FFF2-40B4-BE49-F238E27FC236}">
                      <ns2:creationId id="{751679DB-FC11-FBCD-0A0C-0132733658A3}"/>
                    </a:ext>
                  </a:extLst>
                </p:cNvPr>
                <p:cNvSpPr/>
                <p:nvPr/>
              </p:nvSpPr>
              <p:spPr>
                <a:xfrm>
                  <a:off x="10202514" y="5342016"/>
                  <a:ext cx="1654517" cy="96671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25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432000" rIns="2880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57" name="グラフィックス 56" descr="ターゲット 単色塗りつぶし">
                  <a:extLst>
                    <a:ext uri="{FF2B5EF4-FFF2-40B4-BE49-F238E27FC236}">
                      <ns2:creationId id="{AA313A5A-B458-59FC-2BE9-0C1D367F0B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6151656" y="5411987"/>
                  <a:ext cx="324000" cy="324000"/>
                </a:xfrm>
                <a:prstGeom prst="rect">
                  <a:avLst/>
                </a:prstGeom>
              </p:spPr>
            </p:pic>
            <p:pic>
              <p:nvPicPr>
                <p:cNvPr id="58" name="グラフィックス 57" descr="熱望 単色塗りつぶし">
                  <a:extLst>
                    <a:ext uri="{FF2B5EF4-FFF2-40B4-BE49-F238E27FC236}">
                      <ns2:creationId id="{6F049F25-223E-B57C-4855-F6D93687F8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rcRect/>
                <a:stretch/>
              </p:blipFill>
              <p:spPr>
                <a:xfrm>
                  <a:off x="7723694" y="5411988"/>
                  <a:ext cx="324000" cy="324000"/>
                </a:xfrm>
                <a:prstGeom prst="rect">
                  <a:avLst/>
                </a:prstGeom>
              </p:spPr>
            </p:pic>
            <p:pic>
              <p:nvPicPr>
                <p:cNvPr id="59" name="グラフィックス 58" descr="チェックリスト 単色塗りつぶし">
                  <a:extLst>
                    <a:ext uri="{FF2B5EF4-FFF2-40B4-BE49-F238E27FC236}">
                      <ns2:creationId id="{A35A7F63-D1C6-BB6B-E887-7099C675B6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9295732" y="5411988"/>
                  <a:ext cx="324000" cy="324000"/>
                </a:xfrm>
                <a:prstGeom prst="rect">
                  <a:avLst/>
                </a:prstGeom>
              </p:spPr>
            </p:pic>
            <p:pic>
              <p:nvPicPr>
                <p:cNvPr id="61" name="グラフィックス 60" descr="先頭 単色塗りつぶし">
                  <a:extLst>
                    <a:ext uri="{FF2B5EF4-FFF2-40B4-BE49-F238E27FC236}">
                      <ns2:creationId id="{E0043954-BCA7-61F9-640A-AB758371F7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rcRect/>
                <a:stretch/>
              </p:blipFill>
              <p:spPr>
                <a:xfrm>
                  <a:off x="10867771" y="5411988"/>
                  <a:ext cx="324000" cy="324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1" name="グループ化 40">
              <a:extLst>
                <a:ext uri="{FF2B5EF4-FFF2-40B4-BE49-F238E27FC236}">
                  <ns2:creationId id="{EE8F69E9-3D59-2FDC-5298-4635C22B7D4C}"/>
                </a:ext>
              </a:extLst>
            </p:cNvPr>
            <p:cNvGrpSpPr/>
            <p:nvPr/>
          </p:nvGrpSpPr>
          <p:grpSpPr>
            <a:xfrm>
              <a:off x="334963" y="4790288"/>
              <a:ext cx="1084261" cy="1500751"/>
              <a:chOff x="334963" y="4790288"/>
              <a:chExt cx="1084261" cy="1500751"/>
            </a:xfrm>
          </p:grpSpPr>
          <p:sp>
            <p:nvSpPr>
              <p:cNvPr id="15" name="山形 92">
                <a:extLst>
                  <a:ext uri="{FF2B5EF4-FFF2-40B4-BE49-F238E27FC236}">
                    <ns2:creationId id="{4B86BC7F-190E-CA86-0B8E-B1DEAF92C187}"/>
                  </a:ext>
                </a:extLst>
              </p:cNvPr>
              <p:cNvSpPr/>
              <p:nvPr/>
            </p:nvSpPr>
            <p:spPr>
              <a:xfrm rot="5400000">
                <a:off x="126718" y="4998533"/>
                <a:ext cx="1500751" cy="1084261"/>
              </a:xfrm>
              <a:prstGeom prst="chevron">
                <a:avLst>
                  <a:gd name="adj" fmla="val 15765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4320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endParaRPr lang="en-US" altLang="ja-JP" sz="14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47" name="グラフィックス 46" descr="山形の矢印 単色塗りつぶし">
                <a:extLst>
                  <a:ext uri="{FF2B5EF4-FFF2-40B4-BE49-F238E27FC236}">
                    <ns2:creationId id="{4BE9C19A-0DD2-E356-328E-21806A99C8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679095" y="4961147"/>
                <a:ext cx="396000" cy="396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609712929"/>
      </p:ext>
    </p:extLst>
  </p:cSld>
  <p:clrMapOvr>
    <a:masterClrMapping/>
  </p:clrMapOvr>
</p:sld>
</file>

<file path=ppt/slides/slide3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F043860-D953-2AC5-49B8-D5AF21E8E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テキスト ボックス 82">
            <a:extLst>
              <a:ext uri="{FF2B5EF4-FFF2-40B4-BE49-F238E27FC236}">
                <ns2:creationId id="{EF51D84B-CF48-323B-0A84-8983F9DC3734}"/>
              </a:ext>
            </a:extLst>
          </p:cNvPr>
          <p:cNvSpPr txBox="1"/>
          <p:nvPr/>
        </p:nvSpPr>
        <p:spPr>
          <a:xfrm>
            <a:off x="334963" y="3674105"/>
            <a:ext cx="1456836" cy="3165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lIns="36000" rIns="3600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ns2:creationId id="{DD754DC3-B088-2661-1893-F447A77B96B6}"/>
              </a:ext>
            </a:extLst>
          </p:cNvPr>
          <p:cNvSpPr txBox="1"/>
          <p:nvPr/>
        </p:nvSpPr>
        <p:spPr>
          <a:xfrm>
            <a:off x="334963" y="4057089"/>
            <a:ext cx="1456836" cy="5839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ns2:creationId id="{C4A80641-2419-8E5D-1989-28CDB082A640}"/>
              </a:ext>
            </a:extLst>
          </p:cNvPr>
          <p:cNvSpPr txBox="1"/>
          <p:nvPr/>
        </p:nvSpPr>
        <p:spPr>
          <a:xfrm>
            <a:off x="334963" y="4707403"/>
            <a:ext cx="1456836" cy="7065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6" name="テキスト ボックス 85">
            <a:extLst>
              <a:ext uri="{FF2B5EF4-FFF2-40B4-BE49-F238E27FC236}">
                <ns2:creationId id="{1FA425A4-7834-2C66-3A18-217126B36B07}"/>
              </a:ext>
            </a:extLst>
          </p:cNvPr>
          <p:cNvSpPr txBox="1"/>
          <p:nvPr/>
        </p:nvSpPr>
        <p:spPr>
          <a:xfrm>
            <a:off x="334963" y="5480338"/>
            <a:ext cx="1456836" cy="3830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ns2:creationId id="{002CC3EB-F5E5-DED4-717C-84652672044F}"/>
              </a:ext>
            </a:extLst>
          </p:cNvPr>
          <p:cNvSpPr txBox="1"/>
          <p:nvPr/>
        </p:nvSpPr>
        <p:spPr>
          <a:xfrm>
            <a:off x="334963" y="5929803"/>
            <a:ext cx="1456836" cy="3830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lIns="432000" rIns="360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F6934575-FC0F-F8AA-0729-5AD661991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ns2:creationId id="{301243AE-B59A-440A-8204-92F0558453C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  <p:pic>
        <p:nvPicPr>
          <p:cNvPr id="123" name="グラフィックス 122" descr="クリップボード 単色塗りつぶし">
            <a:extLst>
              <a:ext uri="{FF2B5EF4-FFF2-40B4-BE49-F238E27FC236}">
                <ns2:creationId id="{B4ADFF66-5211-948F-02D4-532ABA8128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22690" y="4210649"/>
            <a:ext cx="276787" cy="276787"/>
          </a:xfrm>
          <a:prstGeom prst="rect">
            <a:avLst/>
          </a:prstGeom>
        </p:spPr>
      </p:pic>
      <p:pic>
        <p:nvPicPr>
          <p:cNvPr id="124" name="グラフィックス 123" descr="時計 単色塗りつぶし">
            <a:extLst>
              <a:ext uri="{FF2B5EF4-FFF2-40B4-BE49-F238E27FC236}">
                <ns2:creationId id="{4CCBA656-2866-5574-A691-5C41F55B6B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422690" y="4922274"/>
            <a:ext cx="276787" cy="276787"/>
          </a:xfrm>
          <a:prstGeom prst="rect">
            <a:avLst/>
          </a:prstGeom>
        </p:spPr>
      </p:pic>
      <p:pic>
        <p:nvPicPr>
          <p:cNvPr id="125" name="グラフィックス 124" descr="ユーザー 単色塗りつぶし">
            <a:extLst>
              <a:ext uri="{FF2B5EF4-FFF2-40B4-BE49-F238E27FC236}">
                <ns2:creationId id="{44BC06BF-8AA9-582B-C68F-7CED695ED5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422690" y="5533475"/>
            <a:ext cx="276787" cy="276787"/>
          </a:xfrm>
          <a:prstGeom prst="rect">
            <a:avLst/>
          </a:prstGeom>
        </p:spPr>
      </p:pic>
      <p:pic>
        <p:nvPicPr>
          <p:cNvPr id="126" name="グラフィックス 125" descr="円グラフ 単色塗りつぶし">
            <a:extLst>
              <a:ext uri="{FF2B5EF4-FFF2-40B4-BE49-F238E27FC236}">
                <ns2:creationId id="{67A96C2E-FB6D-747C-0B36-66D2D6A2D4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422690" y="5982940"/>
            <a:ext cx="276787" cy="276787"/>
          </a:xfrm>
          <a:prstGeom prst="rect">
            <a:avLst/>
          </a:prstGeom>
        </p:spPr>
      </p:pic>
      <p:grpSp>
        <p:nvGrpSpPr>
          <p:cNvPr id="28" name="グループ化 27">
            <a:extLst>
              <a:ext uri="{FF2B5EF4-FFF2-40B4-BE49-F238E27FC236}">
                <ns2:creationId id="{0D853046-8CEC-7CE8-E5D7-A93634518176}"/>
              </a:ext>
            </a:extLst>
          </p:cNvPr>
          <p:cNvGrpSpPr/>
          <p:nvPr/>
        </p:nvGrpSpPr>
        <p:grpSpPr>
          <a:xfrm>
            <a:off x="1879527" y="3674105"/>
            <a:ext cx="9963066" cy="2638758"/>
            <a:chOff x="2233649" y="3674105"/>
            <a:chExt cx="9608943" cy="2638758"/>
          </a:xfrm>
        </p:grpSpPr>
        <p:sp>
          <p:nvSpPr>
            <p:cNvPr id="91" name="テキスト ボックス 90">
              <a:extLst>
                <a:ext uri="{FF2B5EF4-FFF2-40B4-BE49-F238E27FC236}">
                  <ns2:creationId id="{CCD5E553-B599-6AFD-691E-3BE5FE971C89}"/>
                </a:ext>
              </a:extLst>
            </p:cNvPr>
            <p:cNvSpPr txBox="1"/>
            <p:nvPr/>
          </p:nvSpPr>
          <p:spPr>
            <a:xfrm>
              <a:off x="2233649" y="4057089"/>
              <a:ext cx="4456365" cy="583908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Excel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C7155744-49AB-5AA0-65E0-32ACFC6120B7}"/>
                </a:ext>
              </a:extLst>
            </p:cNvPr>
            <p:cNvSpPr txBox="1"/>
            <p:nvPr/>
          </p:nvSpPr>
          <p:spPr>
            <a:xfrm>
              <a:off x="6896100" y="4057089"/>
              <a:ext cx="4946492" cy="583908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 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3" name="テキスト ボックス 92">
              <a:extLst>
                <a:ext uri="{FF2B5EF4-FFF2-40B4-BE49-F238E27FC236}">
                  <ns2:creationId id="{64F1B2A7-0917-3150-F514-9BCEFF6CEDBC}"/>
                </a:ext>
              </a:extLst>
            </p:cNvPr>
            <p:cNvSpPr txBox="1"/>
            <p:nvPr/>
          </p:nvSpPr>
          <p:spPr>
            <a:xfrm>
              <a:off x="2233649" y="4707403"/>
              <a:ext cx="4456365" cy="706529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4" name="テキスト ボックス 93">
              <a:extLst>
                <a:ext uri="{FF2B5EF4-FFF2-40B4-BE49-F238E27FC236}">
                  <ns2:creationId id="{CC5B5AA0-075E-A902-E709-3217415669C9}"/>
                </a:ext>
              </a:extLst>
            </p:cNvPr>
            <p:cNvSpPr txBox="1"/>
            <p:nvPr/>
          </p:nvSpPr>
          <p:spPr>
            <a:xfrm>
              <a:off x="6896101" y="4707403"/>
              <a:ext cx="4946491" cy="706529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ED7D31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ED7D31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41" name="グループ化 140">
              <a:extLst>
                <a:ext uri="{FF2B5EF4-FFF2-40B4-BE49-F238E27FC236}">
                  <ns2:creationId id="{F4ECE0F2-EC4B-E7E2-FA86-42538D8FCCD0}"/>
                </a:ext>
              </a:extLst>
            </p:cNvPr>
            <p:cNvGrpSpPr/>
            <p:nvPr/>
          </p:nvGrpSpPr>
          <p:grpSpPr>
            <a:xfrm>
              <a:off x="2418482" y="5519765"/>
              <a:ext cx="4086698" cy="304206"/>
              <a:chOff x="2233649" y="5519765"/>
              <a:chExt cx="4086698" cy="304206"/>
            </a:xfrm>
          </p:grpSpPr>
          <p:grpSp>
            <p:nvGrpSpPr>
              <p:cNvPr id="106" name="グループ化 105">
                <a:extLst>
                  <a:ext uri="{FF2B5EF4-FFF2-40B4-BE49-F238E27FC236}">
                    <ns2:creationId id="{6D5F224C-A1D7-3B5A-A3F8-054B72ECBA3D}"/>
                  </a:ext>
                </a:extLst>
              </p:cNvPr>
              <p:cNvGrpSpPr/>
              <p:nvPr/>
            </p:nvGrpSpPr>
            <p:grpSpPr>
              <a:xfrm>
                <a:off x="2233649" y="5519765"/>
                <a:ext cx="2033551" cy="304206"/>
                <a:chOff x="2443199" y="5183703"/>
                <a:chExt cx="2033551" cy="304206"/>
              </a:xfrm>
            </p:grpSpPr>
            <p:sp>
              <p:nvSpPr>
                <p:cNvPr id="95" name="テキスト ボックス 94">
                  <a:extLst>
                    <a:ext uri="{FF2B5EF4-FFF2-40B4-BE49-F238E27FC236}">
                      <ns2:creationId id="{5ACE24E8-285A-7468-5792-C72FBD9FB642}"/>
                    </a:ext>
                  </a:extLst>
                </p:cNvPr>
                <p:cNvSpPr txBox="1"/>
                <p:nvPr/>
              </p:nvSpPr>
              <p:spPr>
                <a:xfrm>
                  <a:off x="2443199" y="5183703"/>
                  <a:ext cx="1119277" cy="28841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96" name="テキスト ボックス 95">
                  <a:extLst>
                    <a:ext uri="{FF2B5EF4-FFF2-40B4-BE49-F238E27FC236}">
                      <ns2:creationId id="{E283860C-7EE8-E572-9830-682FEB3A5F9D}"/>
                    </a:ext>
                  </a:extLst>
                </p:cNvPr>
                <p:cNvSpPr txBox="1"/>
                <p:nvPr/>
              </p:nvSpPr>
              <p:spPr>
                <a:xfrm>
                  <a:off x="3562476" y="5199493"/>
                  <a:ext cx="914274" cy="288416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2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5" name="グループ化 104">
                <a:extLst>
                  <a:ext uri="{FF2B5EF4-FFF2-40B4-BE49-F238E27FC236}">
                    <ns2:creationId id="{DB79CBD1-D359-C60C-D144-0C9F5B047F5E}"/>
                  </a:ext>
                </a:extLst>
              </p:cNvPr>
              <p:cNvGrpSpPr/>
              <p:nvPr/>
            </p:nvGrpSpPr>
            <p:grpSpPr>
              <a:xfrm>
                <a:off x="4472202" y="5519765"/>
                <a:ext cx="1848145" cy="304206"/>
                <a:chOff x="2443199" y="5450754"/>
                <a:chExt cx="2113468" cy="304206"/>
              </a:xfrm>
            </p:grpSpPr>
            <p:sp>
              <p:nvSpPr>
                <p:cNvPr id="97" name="テキスト ボックス 96">
                  <a:extLst>
                    <a:ext uri="{FF2B5EF4-FFF2-40B4-BE49-F238E27FC236}">
                      <ns2:creationId id="{DB43C0C1-E358-4CC7-C897-FDB0C9E8CCBB}"/>
                    </a:ext>
                  </a:extLst>
                </p:cNvPr>
                <p:cNvSpPr txBox="1"/>
                <p:nvPr/>
              </p:nvSpPr>
              <p:spPr>
                <a:xfrm>
                  <a:off x="2443199" y="5450754"/>
                  <a:ext cx="805548" cy="28841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98" name="テキスト ボックス 97">
                  <a:extLst>
                    <a:ext uri="{FF2B5EF4-FFF2-40B4-BE49-F238E27FC236}">
                      <ns2:creationId id="{0585BE14-2F21-4A7A-A6E0-02B5384E7CA2}"/>
                    </a:ext>
                  </a:extLst>
                </p:cNvPr>
                <p:cNvSpPr txBox="1"/>
                <p:nvPr/>
              </p:nvSpPr>
              <p:spPr>
                <a:xfrm>
                  <a:off x="3248747" y="5466544"/>
                  <a:ext cx="1307920" cy="288416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</p:grpSp>
        <p:sp>
          <p:nvSpPr>
            <p:cNvPr id="99" name="テキスト ボックス 98">
              <a:extLst>
                <a:ext uri="{FF2B5EF4-FFF2-40B4-BE49-F238E27FC236}">
                  <ns2:creationId id="{78D3C1B6-4878-2268-FE52-EEFB46FF923A}"/>
                </a:ext>
              </a:extLst>
            </p:cNvPr>
            <p:cNvSpPr txBox="1"/>
            <p:nvPr/>
          </p:nvSpPr>
          <p:spPr>
            <a:xfrm>
              <a:off x="6896100" y="5527660"/>
              <a:ext cx="4946492" cy="288416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3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3" name="テキスト ボックス 102">
              <a:extLst>
                <a:ext uri="{FF2B5EF4-FFF2-40B4-BE49-F238E27FC236}">
                  <ns2:creationId id="{E65A5B82-BC22-3276-1650-E448B317D492}"/>
                </a:ext>
              </a:extLst>
            </p:cNvPr>
            <p:cNvSpPr txBox="1"/>
            <p:nvPr/>
          </p:nvSpPr>
          <p:spPr>
            <a:xfrm>
              <a:off x="2233649" y="5929803"/>
              <a:ext cx="4456364" cy="38306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</a:p>
          </p:txBody>
        </p:sp>
        <p:sp>
          <p:nvSpPr>
            <p:cNvPr id="104" name="テキスト ボックス 103">
              <a:extLst>
                <a:ext uri="{FF2B5EF4-FFF2-40B4-BE49-F238E27FC236}">
                  <ns2:creationId id="{2BCAF469-3786-420B-BCA4-5FD8F94482B7}"/>
                </a:ext>
              </a:extLst>
            </p:cNvPr>
            <p:cNvSpPr txBox="1"/>
            <p:nvPr/>
          </p:nvSpPr>
          <p:spPr>
            <a:xfrm>
              <a:off x="6896101" y="5929803"/>
              <a:ext cx="4946491" cy="383060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603B966B-A210-DA37-5675-E710C9E58F1D}"/>
                </a:ext>
              </a:extLst>
            </p:cNvPr>
            <p:cNvGrpSpPr/>
            <p:nvPr/>
          </p:nvGrpSpPr>
          <p:grpSpPr>
            <a:xfrm>
              <a:off x="2233649" y="3674105"/>
              <a:ext cx="4456365" cy="316578"/>
              <a:chOff x="2233649" y="3674105"/>
              <a:chExt cx="4456365" cy="316578"/>
            </a:xfrm>
          </p:grpSpPr>
          <p:sp>
            <p:nvSpPr>
              <p:cNvPr id="88" name="テキスト ボックス 87">
                <a:extLst>
                  <a:ext uri="{FF2B5EF4-FFF2-40B4-BE49-F238E27FC236}">
                    <ns2:creationId id="{58D5A1D5-39D6-87DC-AA46-62722AFCEF3B}"/>
                  </a:ext>
                </a:extLst>
              </p:cNvPr>
              <p:cNvSpPr txBox="1"/>
              <p:nvPr/>
            </p:nvSpPr>
            <p:spPr>
              <a:xfrm>
                <a:off x="2233649" y="3674105"/>
                <a:ext cx="4456365" cy="316578"/>
              </a:xfrm>
              <a:prstGeom prst="rect">
                <a:avLst/>
              </a:prstGeom>
              <a:solidFill>
                <a:schemeClr val="accent2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0" name="テキスト ボックス 119">
                <a:extLst>
                  <a:ext uri="{FF2B5EF4-FFF2-40B4-BE49-F238E27FC236}">
                    <ns2:creationId id="{21067395-22D2-71DB-9C92-649EEEB90ED1}"/>
                  </a:ext>
                </a:extLst>
              </p:cNvPr>
              <p:cNvSpPr txBox="1"/>
              <p:nvPr/>
            </p:nvSpPr>
            <p:spPr>
              <a:xfrm>
                <a:off x="3613043" y="3724394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1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ns2:creationId id="{2B7828DF-5483-14CC-8D7D-1B1FFF46D0E8}"/>
                </a:ext>
              </a:extLst>
            </p:cNvPr>
            <p:cNvGrpSpPr/>
            <p:nvPr/>
          </p:nvGrpSpPr>
          <p:grpSpPr>
            <a:xfrm>
              <a:off x="6896100" y="3674105"/>
              <a:ext cx="4946492" cy="316578"/>
              <a:chOff x="6896100" y="3674105"/>
              <a:chExt cx="4946492" cy="316578"/>
            </a:xfrm>
          </p:grpSpPr>
          <p:sp>
            <p:nvSpPr>
              <p:cNvPr id="89" name="テキスト ボックス 88">
                <a:extLst>
                  <a:ext uri="{FF2B5EF4-FFF2-40B4-BE49-F238E27FC236}">
                    <ns2:creationId id="{0B468A6E-2C24-0503-6543-6CE5E5212FE9}"/>
                  </a:ext>
                </a:extLst>
              </p:cNvPr>
              <p:cNvSpPr txBox="1"/>
              <p:nvPr/>
            </p:nvSpPr>
            <p:spPr>
              <a:xfrm>
                <a:off x="6896100" y="3674105"/>
                <a:ext cx="4946492" cy="316578"/>
              </a:xfrm>
              <a:prstGeom prst="rect">
                <a:avLst/>
              </a:prstGeom>
              <a:solidFill>
                <a:schemeClr val="accent2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1" name="テキスト ボックス 120">
                <a:extLst>
                  <a:ext uri="{FF2B5EF4-FFF2-40B4-BE49-F238E27FC236}">
                    <ns2:creationId id="{6C50627C-9F29-D0A5-ED29-49612D153185}"/>
                  </a:ext>
                </a:extLst>
              </p:cNvPr>
              <p:cNvSpPr txBox="1"/>
              <p:nvPr/>
            </p:nvSpPr>
            <p:spPr>
              <a:xfrm>
                <a:off x="8772472" y="3724394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2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128" name="直線コネクタ 127">
              <a:extLst>
                <a:ext uri="{FF2B5EF4-FFF2-40B4-BE49-F238E27FC236}">
                  <ns2:creationId id="{B483221C-C606-E482-622F-1BD3F4A32785}"/>
                </a:ext>
              </a:extLst>
            </p:cNvPr>
            <p:cNvCxnSpPr/>
            <p:nvPr/>
          </p:nvCxnSpPr>
          <p:spPr>
            <a:xfrm>
              <a:off x="2233649" y="4674200"/>
              <a:ext cx="445636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コネクタ 128">
              <a:extLst>
                <a:ext uri="{FF2B5EF4-FFF2-40B4-BE49-F238E27FC236}">
                  <ns2:creationId id="{6FF9A455-5FF8-2A4D-9C64-21843E0EFA42}"/>
                </a:ext>
              </a:extLst>
            </p:cNvPr>
            <p:cNvCxnSpPr/>
            <p:nvPr/>
          </p:nvCxnSpPr>
          <p:spPr>
            <a:xfrm>
              <a:off x="6896100" y="4674200"/>
              <a:ext cx="494649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ns2:creationId id="{31C9C951-86F3-EAC1-6655-3F99A2008F3C}"/>
                </a:ext>
              </a:extLst>
            </p:cNvPr>
            <p:cNvCxnSpPr/>
            <p:nvPr/>
          </p:nvCxnSpPr>
          <p:spPr>
            <a:xfrm>
              <a:off x="2233649" y="5447135"/>
              <a:ext cx="445636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ns2:creationId id="{87609B16-978D-D9F9-BA0D-9ADA9A0F124E}"/>
                </a:ext>
              </a:extLst>
            </p:cNvPr>
            <p:cNvCxnSpPr/>
            <p:nvPr/>
          </p:nvCxnSpPr>
          <p:spPr>
            <a:xfrm>
              <a:off x="6896100" y="5447135"/>
              <a:ext cx="494649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ns2:creationId id="{C0165E1A-F580-4EF5-096B-F9C558E098BE}"/>
                </a:ext>
              </a:extLst>
            </p:cNvPr>
            <p:cNvCxnSpPr/>
            <p:nvPr/>
          </p:nvCxnSpPr>
          <p:spPr>
            <a:xfrm>
              <a:off x="2233649" y="5896600"/>
              <a:ext cx="445636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コネクタ 135">
              <a:extLst>
                <a:ext uri="{FF2B5EF4-FFF2-40B4-BE49-F238E27FC236}">
                  <ns2:creationId id="{77C5B9A5-2F11-D707-9C20-59EF454EDE03}"/>
                </a:ext>
              </a:extLst>
            </p:cNvPr>
            <p:cNvCxnSpPr/>
            <p:nvPr/>
          </p:nvCxnSpPr>
          <p:spPr>
            <a:xfrm>
              <a:off x="6896100" y="5896600"/>
              <a:ext cx="494649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ns2:creationId id="{3666DF10-19B5-67B1-00DF-C705214AB1E5}"/>
              </a:ext>
            </a:extLst>
          </p:cNvPr>
          <p:cNvGrpSpPr/>
          <p:nvPr/>
        </p:nvGrpSpPr>
        <p:grpSpPr>
          <a:xfrm>
            <a:off x="334962" y="1064145"/>
            <a:ext cx="11507630" cy="2386077"/>
            <a:chOff x="334962" y="1064145"/>
            <a:chExt cx="11507630" cy="2386077"/>
          </a:xfrm>
        </p:grpSpPr>
        <p:grpSp>
          <p:nvGrpSpPr>
            <p:cNvPr id="3" name="グループ化 2">
              <a:extLst>
                <a:ext uri="{FF2B5EF4-FFF2-40B4-BE49-F238E27FC236}">
                  <ns2:creationId id="{F3F5C6A4-5728-C0E7-C2FD-B6B66C5B05F3}"/>
                </a:ext>
              </a:extLst>
            </p:cNvPr>
            <p:cNvGrpSpPr/>
            <p:nvPr/>
          </p:nvGrpSpPr>
          <p:grpSpPr>
            <a:xfrm>
              <a:off x="334963" y="1064145"/>
              <a:ext cx="11507629" cy="436652"/>
              <a:chOff x="334963" y="1064145"/>
              <a:chExt cx="11507629" cy="436652"/>
            </a:xfrm>
          </p:grpSpPr>
          <p:sp>
            <p:nvSpPr>
              <p:cNvPr id="9" name="テキスト ボックス 8">
                <a:extLst>
                  <a:ext uri="{FF2B5EF4-FFF2-40B4-BE49-F238E27FC236}">
                    <ns2:creationId id="{C8266319-467A-30EF-88F6-F69658BECD9A}"/>
                  </a:ext>
                </a:extLst>
              </p:cNvPr>
              <p:cNvSpPr txBox="1"/>
              <p:nvPr/>
            </p:nvSpPr>
            <p:spPr>
              <a:xfrm>
                <a:off x="334963" y="1064145"/>
                <a:ext cx="5483732" cy="436652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prstClr val="white">
                      <a:lumMod val="50000"/>
                    </a:prstClr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0" name="三角形 60">
                <a:extLst>
                  <a:ext uri="{FF2B5EF4-FFF2-40B4-BE49-F238E27FC236}">
                    <ns2:creationId id="{86D9A4D2-0437-E2E5-6144-C77120436BF6}"/>
                  </a:ext>
                </a:extLst>
              </p:cNvPr>
              <p:cNvSpPr/>
              <p:nvPr/>
            </p:nvSpPr>
            <p:spPr>
              <a:xfrm rot="5400000">
                <a:off x="5925642" y="1215527"/>
                <a:ext cx="326272" cy="175753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61E95CD9-8B90-385C-4999-401875CC50EA}"/>
                  </a:ext>
                </a:extLst>
              </p:cNvPr>
              <p:cNvSpPr txBox="1"/>
              <p:nvPr/>
            </p:nvSpPr>
            <p:spPr>
              <a:xfrm>
                <a:off x="6358860" y="1064145"/>
                <a:ext cx="5483732" cy="436652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prstClr val="white">
                      <a:lumMod val="50000"/>
                    </a:prstClr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D7D3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</p:grpSp>
        <p:sp>
          <p:nvSpPr>
            <p:cNvPr id="44" name="ホームベース 11">
              <a:extLst>
                <a:ext uri="{FF2B5EF4-FFF2-40B4-BE49-F238E27FC236}">
                  <ns2:creationId id="{8B9C6369-8702-10B1-5E70-DF9CD8AFC5B8}"/>
                </a:ext>
              </a:extLst>
            </p:cNvPr>
            <p:cNvSpPr/>
            <p:nvPr/>
          </p:nvSpPr>
          <p:spPr>
            <a:xfrm>
              <a:off x="334962" y="1906930"/>
              <a:ext cx="4653787" cy="365126"/>
            </a:xfrm>
            <a:prstGeom prst="homePlate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15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1" name="ホームベース 24">
              <a:extLst>
                <a:ext uri="{FF2B5EF4-FFF2-40B4-BE49-F238E27FC236}">
                  <ns2:creationId id="{60806543-1D0A-3376-7D6B-F9F95813AFF3}"/>
                </a:ext>
              </a:extLst>
            </p:cNvPr>
            <p:cNvSpPr/>
            <p:nvPr/>
          </p:nvSpPr>
          <p:spPr>
            <a:xfrm>
              <a:off x="5056612" y="1906930"/>
              <a:ext cx="3086071" cy="365126"/>
            </a:xfrm>
            <a:prstGeom prst="chevron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16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21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2" name="ホームベース 26">
              <a:extLst>
                <a:ext uri="{FF2B5EF4-FFF2-40B4-BE49-F238E27FC236}">
                  <ns2:creationId id="{3B584B2E-58B1-383C-7737-5F46BEC69453}"/>
                </a:ext>
              </a:extLst>
            </p:cNvPr>
            <p:cNvSpPr/>
            <p:nvPr/>
          </p:nvSpPr>
          <p:spPr>
            <a:xfrm>
              <a:off x="8240770" y="1906930"/>
              <a:ext cx="1966766" cy="365126"/>
            </a:xfrm>
            <a:prstGeom prst="chevron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3" name="ホームベース 33">
              <a:extLst>
                <a:ext uri="{FF2B5EF4-FFF2-40B4-BE49-F238E27FC236}">
                  <ns2:creationId id="{447002C9-CAF2-37C4-8940-557205131A18}"/>
                </a:ext>
              </a:extLst>
            </p:cNvPr>
            <p:cNvSpPr/>
            <p:nvPr/>
          </p:nvSpPr>
          <p:spPr>
            <a:xfrm>
              <a:off x="10289210" y="1906930"/>
              <a:ext cx="1553382" cy="365126"/>
            </a:xfrm>
            <a:prstGeom prst="chevron">
              <a:avLst>
                <a:gd name="adj" fmla="val 18199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0" name="テキスト ボックス 59">
              <a:extLst>
                <a:ext uri="{FF2B5EF4-FFF2-40B4-BE49-F238E27FC236}">
                  <ns2:creationId id="{A6941E10-2269-BAC5-A24B-F1B12E06AB1D}"/>
                </a:ext>
              </a:extLst>
            </p:cNvPr>
            <p:cNvSpPr txBox="1"/>
            <p:nvPr/>
          </p:nvSpPr>
          <p:spPr>
            <a:xfrm>
              <a:off x="4203209" y="2293075"/>
              <a:ext cx="1638943" cy="3651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16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ns2:creationId id="{357A65F5-33E4-67EA-2A3B-0206A6291B01}"/>
                </a:ext>
              </a:extLst>
            </p:cNvPr>
            <p:cNvSpPr txBox="1"/>
            <p:nvPr/>
          </p:nvSpPr>
          <p:spPr>
            <a:xfrm>
              <a:off x="7372255" y="2293075"/>
              <a:ext cx="1638943" cy="3651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 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22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B0648BD6-B04F-6F8E-14E6-967F08B805D5}"/>
                </a:ext>
              </a:extLst>
            </p:cNvPr>
            <p:cNvSpPr txBox="1"/>
            <p:nvPr/>
          </p:nvSpPr>
          <p:spPr>
            <a:xfrm>
              <a:off x="9428901" y="2293075"/>
              <a:ext cx="1638943" cy="3651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25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9A483FB6-C67F-1F02-8F7C-13D08EADFD23}"/>
                </a:ext>
              </a:extLst>
            </p:cNvPr>
            <p:cNvGrpSpPr/>
            <p:nvPr/>
          </p:nvGrpSpPr>
          <p:grpSpPr>
            <a:xfrm>
              <a:off x="334962" y="2808270"/>
              <a:ext cx="1544625" cy="641952"/>
              <a:chOff x="334962" y="2808270"/>
              <a:chExt cx="1544625" cy="641952"/>
            </a:xfrm>
          </p:grpSpPr>
          <p:sp>
            <p:nvSpPr>
              <p:cNvPr id="76" name="矢印: 五方向 75">
                <a:extLst>
                  <a:ext uri="{FF2B5EF4-FFF2-40B4-BE49-F238E27FC236}">
                    <ns2:creationId id="{FC511FEA-4E40-318B-A9B9-F145C53C7F38}"/>
                  </a:ext>
                </a:extLst>
              </p:cNvPr>
              <p:cNvSpPr/>
              <p:nvPr/>
            </p:nvSpPr>
            <p:spPr>
              <a:xfrm>
                <a:off x="334962" y="2808270"/>
                <a:ext cx="1544625" cy="641952"/>
              </a:xfrm>
              <a:prstGeom prst="homePlate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2" name="グラフィックス 111" descr="日毎カレンダー 単色塗りつぶし">
                <a:extLst>
                  <a:ext uri="{FF2B5EF4-FFF2-40B4-BE49-F238E27FC236}">
                    <ns2:creationId id="{05C588A6-C1EE-0C0C-66BE-D4CCB275BB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17683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6" name="グループ化 5">
              <a:extLst>
                <a:ext uri="{FF2B5EF4-FFF2-40B4-BE49-F238E27FC236}">
                  <ns2:creationId id="{C87ED1B5-59E7-E367-1740-7301AD1184D1}"/>
                </a:ext>
              </a:extLst>
            </p:cNvPr>
            <p:cNvGrpSpPr/>
            <p:nvPr/>
          </p:nvGrpSpPr>
          <p:grpSpPr>
            <a:xfrm>
              <a:off x="1889543" y="2808270"/>
              <a:ext cx="1544625" cy="641952"/>
              <a:chOff x="1889543" y="2808270"/>
              <a:chExt cx="1544625" cy="641952"/>
            </a:xfrm>
          </p:grpSpPr>
          <p:sp>
            <p:nvSpPr>
              <p:cNvPr id="75" name="矢印: 山形 74">
                <a:extLst>
                  <a:ext uri="{FF2B5EF4-FFF2-40B4-BE49-F238E27FC236}">
                    <ns2:creationId id="{1829AD81-F438-FB8F-7392-E4564DA9E1D3}"/>
                  </a:ext>
                </a:extLst>
              </p:cNvPr>
              <p:cNvSpPr/>
              <p:nvPr/>
            </p:nvSpPr>
            <p:spPr>
              <a:xfrm>
                <a:off x="1889543" y="2808270"/>
                <a:ext cx="1544625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r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3" name="グラフィックス 112" descr="ユーザー 単色塗りつぶし">
                <a:extLst>
                  <a:ext uri="{FF2B5EF4-FFF2-40B4-BE49-F238E27FC236}">
                    <ns2:creationId id="{4C75B453-4FE7-ADA0-CA97-D806106E0C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2146299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7" name="グループ化 6">
              <a:extLst>
                <a:ext uri="{FF2B5EF4-FFF2-40B4-BE49-F238E27FC236}">
                  <ns2:creationId id="{11C419DB-B7F0-BB95-C888-F0C0D8D77CC8}"/>
                </a:ext>
              </a:extLst>
            </p:cNvPr>
            <p:cNvGrpSpPr/>
            <p:nvPr/>
          </p:nvGrpSpPr>
          <p:grpSpPr>
            <a:xfrm>
              <a:off x="3444124" y="2808270"/>
              <a:ext cx="1544625" cy="641952"/>
              <a:chOff x="3444124" y="2808270"/>
              <a:chExt cx="1544625" cy="641952"/>
            </a:xfrm>
          </p:grpSpPr>
          <p:sp>
            <p:nvSpPr>
              <p:cNvPr id="71" name="矢印: 山形 70">
                <a:extLst>
                  <a:ext uri="{FF2B5EF4-FFF2-40B4-BE49-F238E27FC236}">
                    <ns2:creationId id="{CE6D4736-2292-155C-829D-C0AE661D8467}"/>
                  </a:ext>
                </a:extLst>
              </p:cNvPr>
              <p:cNvSpPr/>
              <p:nvPr/>
            </p:nvSpPr>
            <p:spPr>
              <a:xfrm>
                <a:off x="3444124" y="2808270"/>
                <a:ext cx="1544625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4" name="グラフィックス 113" descr="棒グラフ 単色塗りつぶし">
                <a:extLst>
                  <a:ext uri="{FF2B5EF4-FFF2-40B4-BE49-F238E27FC236}">
                    <ns2:creationId id="{32F59DCB-52AD-2BFC-A6BC-5B2DCCE48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697783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ns2:creationId id="{70D4DAEE-2439-7AEE-43C8-ED2612C577BB}"/>
                </a:ext>
              </a:extLst>
            </p:cNvPr>
            <p:cNvGrpSpPr/>
            <p:nvPr/>
          </p:nvGrpSpPr>
          <p:grpSpPr>
            <a:xfrm>
              <a:off x="5056612" y="2808270"/>
              <a:ext cx="1538079" cy="641952"/>
              <a:chOff x="5056612" y="2808270"/>
              <a:chExt cx="1538079" cy="641952"/>
            </a:xfrm>
          </p:grpSpPr>
          <p:sp>
            <p:nvSpPr>
              <p:cNvPr id="72" name="矢印: 山形 71">
                <a:extLst>
                  <a:ext uri="{FF2B5EF4-FFF2-40B4-BE49-F238E27FC236}">
                    <ns2:creationId id="{2F38A602-D645-72EC-D029-71282267FDDF}"/>
                  </a:ext>
                </a:extLst>
              </p:cNvPr>
              <p:cNvSpPr/>
              <p:nvPr/>
            </p:nvSpPr>
            <p:spPr>
              <a:xfrm>
                <a:off x="5056612" y="2808270"/>
                <a:ext cx="1538079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5" name="グラフィックス 114" descr="クリップボード: チェックマーク 単色塗りつぶし">
                <a:extLst>
                  <a:ext uri="{FF2B5EF4-FFF2-40B4-BE49-F238E27FC236}">
                    <ns2:creationId id="{4823749F-6701-96A4-6611-C07D8E1EDC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5319947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ns2:creationId id="{168E8876-0D61-6838-C99C-965C75BFB33A}"/>
                </a:ext>
              </a:extLst>
            </p:cNvPr>
            <p:cNvGrpSpPr/>
            <p:nvPr/>
          </p:nvGrpSpPr>
          <p:grpSpPr>
            <a:xfrm>
              <a:off x="8240769" y="2808270"/>
              <a:ext cx="1708093" cy="641952"/>
              <a:chOff x="8240769" y="2808270"/>
              <a:chExt cx="1708093" cy="641952"/>
            </a:xfrm>
          </p:grpSpPr>
          <p:sp>
            <p:nvSpPr>
              <p:cNvPr id="74" name="矢印: 山形 73">
                <a:extLst>
                  <a:ext uri="{FF2B5EF4-FFF2-40B4-BE49-F238E27FC236}">
                    <ns2:creationId id="{F00D4D27-2FA4-C8A3-9E41-7E7DEC7175E0}"/>
                  </a:ext>
                </a:extLst>
              </p:cNvPr>
              <p:cNvSpPr/>
              <p:nvPr/>
            </p:nvSpPr>
            <p:spPr>
              <a:xfrm>
                <a:off x="8240769" y="2808270"/>
                <a:ext cx="1708093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rIns="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6" name="グラフィックス 115" descr="ドキュメント 単色塗りつぶし">
                <a:extLst>
                  <a:ext uri="{FF2B5EF4-FFF2-40B4-BE49-F238E27FC236}">
                    <ns2:creationId id="{713E0F31-BEF9-E77E-95A4-49262C8654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8484472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8" name="グループ化 7">
              <a:extLst>
                <a:ext uri="{FF2B5EF4-FFF2-40B4-BE49-F238E27FC236}">
                  <ns2:creationId id="{96D738E4-1CCB-45E3-43A2-695523DA5CAF}"/>
                </a:ext>
              </a:extLst>
            </p:cNvPr>
            <p:cNvGrpSpPr/>
            <p:nvPr/>
          </p:nvGrpSpPr>
          <p:grpSpPr>
            <a:xfrm>
              <a:off x="6604604" y="2808270"/>
              <a:ext cx="1538079" cy="641952"/>
              <a:chOff x="6604604" y="2808270"/>
              <a:chExt cx="1538079" cy="641952"/>
            </a:xfrm>
          </p:grpSpPr>
          <p:sp>
            <p:nvSpPr>
              <p:cNvPr id="73" name="矢印: 山形 72">
                <a:extLst>
                  <a:ext uri="{FF2B5EF4-FFF2-40B4-BE49-F238E27FC236}">
                    <ns2:creationId id="{C8241B90-1A46-7721-F6E9-FA5CB995BC2F}"/>
                  </a:ext>
                </a:extLst>
              </p:cNvPr>
              <p:cNvSpPr/>
              <p:nvPr/>
            </p:nvSpPr>
            <p:spPr>
              <a:xfrm>
                <a:off x="6604604" y="2808270"/>
                <a:ext cx="1538079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4000" tIns="3600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7" name="グラフィックス 116" descr="計算機 単色塗りつぶし">
                <a:extLst>
                  <a:ext uri="{FF2B5EF4-FFF2-40B4-BE49-F238E27FC236}">
                    <ns2:creationId id="{11B1472D-5A35-4D25-6CF3-378C2D775E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6850863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4" name="グループ化 13">
              <a:extLst>
                <a:ext uri="{FF2B5EF4-FFF2-40B4-BE49-F238E27FC236}">
                  <ns2:creationId id="{7869EE96-716A-BE6E-51A6-5051C99DF131}"/>
                </a:ext>
              </a:extLst>
            </p:cNvPr>
            <p:cNvGrpSpPr/>
            <p:nvPr/>
          </p:nvGrpSpPr>
          <p:grpSpPr>
            <a:xfrm>
              <a:off x="9913732" y="2808270"/>
              <a:ext cx="669279" cy="641952"/>
              <a:chOff x="9913734" y="2808270"/>
              <a:chExt cx="669279" cy="641952"/>
            </a:xfrm>
          </p:grpSpPr>
          <p:sp>
            <p:nvSpPr>
              <p:cNvPr id="70" name="矢印: 山形 69">
                <a:extLst>
                  <a:ext uri="{FF2B5EF4-FFF2-40B4-BE49-F238E27FC236}">
                    <ns2:creationId id="{DBC83CDF-D678-2362-6310-64B85B8A68FA}"/>
                  </a:ext>
                </a:extLst>
              </p:cNvPr>
              <p:cNvSpPr/>
              <p:nvPr/>
            </p:nvSpPr>
            <p:spPr>
              <a:xfrm>
                <a:off x="9913734" y="2808270"/>
                <a:ext cx="669279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24000" r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18" name="グラフィックス 117" descr="金封 単色塗りつぶし">
                <a:extLst>
                  <a:ext uri="{FF2B5EF4-FFF2-40B4-BE49-F238E27FC236}">
                    <ns2:creationId id="{082B0AB7-EECA-C012-814E-53C5FC9E15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10118158" y="283052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5" name="グループ化 14">
              <a:extLst>
                <a:ext uri="{FF2B5EF4-FFF2-40B4-BE49-F238E27FC236}">
                  <ns2:creationId id="{C73AE2A2-0948-05C7-8B26-17E554890160}"/>
                </a:ext>
              </a:extLst>
            </p:cNvPr>
            <p:cNvGrpSpPr/>
            <p:nvPr/>
          </p:nvGrpSpPr>
          <p:grpSpPr>
            <a:xfrm>
              <a:off x="10534650" y="2808270"/>
              <a:ext cx="1307942" cy="641952"/>
              <a:chOff x="10534650" y="2808270"/>
              <a:chExt cx="1307942" cy="641952"/>
            </a:xfrm>
          </p:grpSpPr>
          <p:sp>
            <p:nvSpPr>
              <p:cNvPr id="77" name="矢印: 山形 76">
                <a:extLst>
                  <a:ext uri="{FF2B5EF4-FFF2-40B4-BE49-F238E27FC236}">
                    <ns2:creationId id="{E7AFFE47-F42B-0752-8427-D4BD7AF8D1D1}"/>
                  </a:ext>
                </a:extLst>
              </p:cNvPr>
              <p:cNvSpPr/>
              <p:nvPr/>
            </p:nvSpPr>
            <p:spPr>
              <a:xfrm>
                <a:off x="10534650" y="2808270"/>
                <a:ext cx="1307942" cy="641952"/>
              </a:xfrm>
              <a:prstGeom prst="chevron">
                <a:avLst>
                  <a:gd name="adj" fmla="val 1819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36000" rIns="0" bIns="0" rtlCol="0" anchor="ctr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19" name="グラフィックス 118" descr="プログラマー女性 単色塗りつぶし">
                <a:extLst>
                  <a:ext uri="{FF2B5EF4-FFF2-40B4-BE49-F238E27FC236}">
                    <ns2:creationId id="{C27B5EE2-2474-7057-96FD-FA3B60C580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10742987" y="298524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43" name="グループ化 142">
              <a:extLst>
                <a:ext uri="{FF2B5EF4-FFF2-40B4-BE49-F238E27FC236}">
                  <ns2:creationId id="{5499A260-3075-42F3-4F69-292BC6A01FB5}"/>
                </a:ext>
              </a:extLst>
            </p:cNvPr>
            <p:cNvGrpSpPr/>
            <p:nvPr/>
          </p:nvGrpSpPr>
          <p:grpSpPr>
            <a:xfrm>
              <a:off x="334962" y="1513608"/>
              <a:ext cx="11507630" cy="296799"/>
              <a:chOff x="334962" y="1513608"/>
              <a:chExt cx="11507630" cy="296799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9A0E8CD3-8526-5FC4-C8D3-96179416E482}"/>
                  </a:ext>
                </a:extLst>
              </p:cNvPr>
              <p:cNvSpPr txBox="1"/>
              <p:nvPr/>
            </p:nvSpPr>
            <p:spPr>
              <a:xfrm>
                <a:off x="334962" y="1513608"/>
                <a:ext cx="11507630" cy="296799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</p:spPr>
            <p:txBody>
              <a:bodyPr wrap="square" lIns="432000" tIns="36000" rIns="36000" b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42" name="グラフィックス 141" descr="山形の矢印 単色塗りつぶし">
                <a:extLst>
                  <a:ext uri="{FF2B5EF4-FFF2-40B4-BE49-F238E27FC236}">
                    <ns2:creationId id="{E0605C26-9405-D687-DEEF-7F506207BF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4988749" y="1518007"/>
                <a:ext cx="288000" cy="288000"/>
              </a:xfrm>
              <a:prstGeom prst="rect">
                <a:avLst/>
              </a:prstGeom>
            </p:spPr>
          </p:pic>
        </p:grpSp>
      </p:grpSp>
      <p:cxnSp>
        <p:nvCxnSpPr>
          <p:cNvPr id="24" name="直線コネクタ 23">
            <a:extLst>
              <a:ext uri="{FF2B5EF4-FFF2-40B4-BE49-F238E27FC236}">
                <ns2:creationId id="{6BB64B81-5306-72B9-1F17-0BB152F5F230}"/>
              </a:ext>
            </a:extLst>
          </p:cNvPr>
          <p:cNvCxnSpPr>
            <a:cxnSpLocks/>
          </p:cNvCxnSpPr>
          <p:nvPr/>
        </p:nvCxnSpPr>
        <p:spPr>
          <a:xfrm flipV="1">
            <a:off x="2562225" y="3488322"/>
            <a:ext cx="0" cy="223883"/>
          </a:xfrm>
          <a:prstGeom prst="line">
            <a:avLst/>
          </a:prstGeom>
          <a:ln w="9525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ns2:creationId id="{931436DF-4DF4-0C00-0B2A-C47FE62EC256}"/>
              </a:ext>
            </a:extLst>
          </p:cNvPr>
          <p:cNvCxnSpPr>
            <a:cxnSpLocks/>
          </p:cNvCxnSpPr>
          <p:nvPr/>
        </p:nvCxnSpPr>
        <p:spPr>
          <a:xfrm flipV="1">
            <a:off x="7372255" y="3488322"/>
            <a:ext cx="0" cy="223883"/>
          </a:xfrm>
          <a:prstGeom prst="line">
            <a:avLst/>
          </a:prstGeom>
          <a:ln w="9525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2445444680"/>
      </p:ext>
    </p:extLst>
  </p:cSld>
  <p:clrMapOvr>
    <a:masterClrMapping/>
  </p:clrMapOvr>
</p:sld>
</file>

<file path=ppt/slides/slide33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17C87C0-C1C2-1FE5-9456-316E49E55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6BFAE1C-7E65-F6CF-C65E-2486BB22F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(</a:t>
            </a:r>
            <a:r>
              <a:rPr kumimoji="1" lang="ja-JP" altLang="en-US" dirty="0"/>
              <a:t>参考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ns2:creationId id="{B395DA86-3277-15E8-DF2A-C89CA41D3E4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/>
              <a:t>33</a:t>
            </a:fld>
            <a:endParaRPr lang="ja-JP" altLang="en-US">
              <a:solidFill>
                <a:prstClr val="black">
                  <a:tint val="82000"/>
                </a:prstClr>
              </a:solidFill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D7E098F6-C09E-7505-7972-28F88A06B1B8}"/>
              </a:ext>
            </a:extLst>
          </p:cNvPr>
          <p:cNvGrpSpPr/>
          <p:nvPr/>
        </p:nvGrpSpPr>
        <p:grpSpPr>
          <a:xfrm>
            <a:off x="344038" y="1889466"/>
            <a:ext cx="4519706" cy="4419259"/>
            <a:chOff x="344038" y="1889466"/>
            <a:chExt cx="4519706" cy="4419259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E96D8479-BCE5-A78F-E850-678DB6DE6B0D}"/>
                </a:ext>
              </a:extLst>
            </p:cNvPr>
            <p:cNvSpPr txBox="1"/>
            <p:nvPr/>
          </p:nvSpPr>
          <p:spPr>
            <a:xfrm>
              <a:off x="451788" y="1889466"/>
              <a:ext cx="4402138" cy="28852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200025" indent="-200025" algn="l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55819E2D-4A8C-8DE6-75BD-A323FB4A8E4B}"/>
                </a:ext>
              </a:extLst>
            </p:cNvPr>
            <p:cNvGrpSpPr/>
            <p:nvPr/>
          </p:nvGrpSpPr>
          <p:grpSpPr>
            <a:xfrm>
              <a:off x="344038" y="2596055"/>
              <a:ext cx="4479985" cy="2737945"/>
              <a:chOff x="366051" y="2596055"/>
              <a:chExt cx="5340645" cy="2737945"/>
            </a:xfrm>
          </p:grpSpPr>
          <p:graphicFrame>
            <p:nvGraphicFramePr>
              <p:cNvPr id="20" name="グラフ 19">
                <a:extLst>
                  <a:ext uri="{FF2B5EF4-FFF2-40B4-BE49-F238E27FC236}">
                    <ns2:creationId id="{6F2ACB86-80F0-C9D2-D1CC-80D904460F0B}"/>
                  </a:ext>
                </a:extLst>
              </p:cNvPr>
              <p:cNvGraphicFramePr/>
              <p:nvPr/>
            </p:nvGraphicFramePr>
            <p:xfrm>
              <a:off x="366051" y="2596055"/>
              <a:ext cx="5069439" cy="2737945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28" name="テキスト ボックス 27">
                <a:extLst>
                  <a:ext uri="{FF2B5EF4-FFF2-40B4-BE49-F238E27FC236}">
                    <ns2:creationId id="{2838B12B-1E93-BF3A-025C-A8CB432317B8}"/>
                  </a:ext>
                </a:extLst>
              </p:cNvPr>
              <p:cNvSpPr txBox="1"/>
              <p:nvPr/>
            </p:nvSpPr>
            <p:spPr>
              <a:xfrm>
                <a:off x="4525911" y="2632569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zh-TW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テキスト ボックス 28">
                <a:extLst>
                  <a:ext uri="{FF2B5EF4-FFF2-40B4-BE49-F238E27FC236}">
                    <ns2:creationId id="{49D11880-3BAA-D01A-2BEA-484A95F4374D}"/>
                  </a:ext>
                </a:extLst>
              </p:cNvPr>
              <p:cNvSpPr txBox="1"/>
              <p:nvPr/>
            </p:nvSpPr>
            <p:spPr>
              <a:xfrm>
                <a:off x="4200840" y="3839437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8000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3CBFFDA3-7D63-02BF-576E-D758D19AED00}"/>
                </a:ext>
              </a:extLst>
            </p:cNvPr>
            <p:cNvGrpSpPr/>
            <p:nvPr/>
          </p:nvGrpSpPr>
          <p:grpSpPr>
            <a:xfrm>
              <a:off x="502772" y="5334000"/>
              <a:ext cx="2007943" cy="974725"/>
              <a:chOff x="502772" y="5334000"/>
              <a:chExt cx="2007943" cy="974725"/>
            </a:xfrm>
          </p:grpSpPr>
          <p:sp>
            <p:nvSpPr>
              <p:cNvPr id="24" name="テキスト ボックス 23">
                <a:extLst>
                  <a:ext uri="{FF2B5EF4-FFF2-40B4-BE49-F238E27FC236}">
                    <ns2:creationId id="{4E1601BA-04B6-3521-9A35-D78E5522D60F}"/>
                  </a:ext>
                </a:extLst>
              </p:cNvPr>
              <p:cNvSpPr txBox="1"/>
              <p:nvPr/>
            </p:nvSpPr>
            <p:spPr>
              <a:xfrm>
                <a:off x="502772" y="5534793"/>
                <a:ext cx="2007943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/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 algn="l">
                  <a:buClr>
                    <a:srgbClr val="008000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二等辺三角形 33">
                <a:extLst>
                  <a:ext uri="{FF2B5EF4-FFF2-40B4-BE49-F238E27FC236}">
                    <ns2:creationId id="{4796D9F7-FBC2-DBD4-8828-B11B2F5271F6}"/>
                  </a:ext>
                </a:extLst>
              </p:cNvPr>
              <p:cNvSpPr/>
              <p:nvPr/>
            </p:nvSpPr>
            <p:spPr>
              <a:xfrm>
                <a:off x="2138385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2765C808-C9AB-E883-376A-BE2B18F6FD41}"/>
                </a:ext>
              </a:extLst>
            </p:cNvPr>
            <p:cNvGrpSpPr/>
            <p:nvPr/>
          </p:nvGrpSpPr>
          <p:grpSpPr>
            <a:xfrm>
              <a:off x="2623882" y="5345710"/>
              <a:ext cx="1069027" cy="963015"/>
              <a:chOff x="2623882" y="5345710"/>
              <a:chExt cx="1069027" cy="963015"/>
            </a:xfrm>
          </p:grpSpPr>
          <p:sp>
            <p:nvSpPr>
              <p:cNvPr id="26" name="テキスト ボックス 25">
                <a:extLst>
                  <a:ext uri="{FF2B5EF4-FFF2-40B4-BE49-F238E27FC236}">
                    <ns2:creationId id="{26C06E70-EA7B-FF56-8CF2-842629122DF7}"/>
                  </a:ext>
                </a:extLst>
              </p:cNvPr>
              <p:cNvSpPr txBox="1"/>
              <p:nvPr/>
            </p:nvSpPr>
            <p:spPr>
              <a:xfrm>
                <a:off x="2623882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二等辺三角形 34">
                <a:extLst>
                  <a:ext uri="{FF2B5EF4-FFF2-40B4-BE49-F238E27FC236}">
                    <ns2:creationId id="{8B924AFF-6F7C-04B8-77B6-E3DBB6DC81BD}"/>
                  </a:ext>
                </a:extLst>
              </p:cNvPr>
              <p:cNvSpPr/>
              <p:nvPr/>
            </p:nvSpPr>
            <p:spPr>
              <a:xfrm>
                <a:off x="3381474" y="5345710"/>
                <a:ext cx="247650" cy="231775"/>
              </a:xfrm>
              <a:prstGeom prst="triangle">
                <a:avLst>
                  <a:gd name="adj" fmla="val 10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92811DDF-DD53-54F5-BEDD-CB4D1DB09515}"/>
                </a:ext>
              </a:extLst>
            </p:cNvPr>
            <p:cNvGrpSpPr/>
            <p:nvPr/>
          </p:nvGrpSpPr>
          <p:grpSpPr>
            <a:xfrm>
              <a:off x="3794717" y="5334000"/>
              <a:ext cx="1069027" cy="974725"/>
              <a:chOff x="3794717" y="5334000"/>
              <a:chExt cx="1069027" cy="974725"/>
            </a:xfrm>
          </p:grpSpPr>
          <p:sp>
            <p:nvSpPr>
              <p:cNvPr id="27" name="テキスト ボックス 26">
                <a:extLst>
                  <a:ext uri="{FF2B5EF4-FFF2-40B4-BE49-F238E27FC236}">
                    <ns2:creationId id="{27E74683-5FF4-D3DF-0A54-A13F8E0EF42D}"/>
                  </a:ext>
                </a:extLst>
              </p:cNvPr>
              <p:cNvSpPr txBox="1"/>
              <p:nvPr/>
            </p:nvSpPr>
            <p:spPr>
              <a:xfrm>
                <a:off x="3794717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二等辺三角形 35">
                <a:extLst>
                  <a:ext uri="{FF2B5EF4-FFF2-40B4-BE49-F238E27FC236}">
                    <ns2:creationId id="{8683BAF4-7910-46C7-067A-F283DC44708C}"/>
                  </a:ext>
                </a:extLst>
              </p:cNvPr>
              <p:cNvSpPr/>
              <p:nvPr/>
            </p:nvSpPr>
            <p:spPr>
              <a:xfrm>
                <a:off x="4065066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3" name="グループ化 2">
            <a:extLst>
              <a:ext uri="{FF2B5EF4-FFF2-40B4-BE49-F238E27FC236}">
                <ns2:creationId id="{207EBE39-AFF0-ACDE-BE7D-B7C19824C650}"/>
              </a:ext>
            </a:extLst>
          </p:cNvPr>
          <p:cNvGrpSpPr/>
          <p:nvPr/>
        </p:nvGrpSpPr>
        <p:grpSpPr>
          <a:xfrm>
            <a:off x="334962" y="1192123"/>
            <a:ext cx="4489061" cy="436652"/>
            <a:chOff x="334962" y="1192123"/>
            <a:chExt cx="4489061" cy="436652"/>
          </a:xfrm>
        </p:grpSpPr>
        <p:sp>
          <p:nvSpPr>
            <p:cNvPr id="6" name="テキスト ボックス 5">
              <a:extLst>
                <a:ext uri="{FF2B5EF4-FFF2-40B4-BE49-F238E27FC236}">
                  <ns2:creationId id="{9A8FAFB2-D336-AAD8-0CC1-194BB48B3DB2}"/>
                </a:ext>
              </a:extLst>
            </p:cNvPr>
            <p:cNvSpPr txBox="1"/>
            <p:nvPr/>
          </p:nvSpPr>
          <p:spPr>
            <a:xfrm>
              <a:off x="334962" y="1192123"/>
              <a:ext cx="4332287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" name="直線コネクタ 6">
              <a:extLst>
                <a:ext uri="{FF2B5EF4-FFF2-40B4-BE49-F238E27FC236}">
                  <ns2:creationId id="{F80B3FDF-4999-7E27-5EEC-8A4EC2A0AEF0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2" y="1628775"/>
              <a:ext cx="448906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9" name="グラフィックス 208" descr="棒グラフ (上昇) 枠線">
              <a:extLst>
                <a:ext uri="{FF2B5EF4-FFF2-40B4-BE49-F238E27FC236}">
                  <ns2:creationId id="{430A3654-19FC-D911-80E1-8D2C899D3F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3"/>
                </a:ext>
              </a:extLst>
            </a:blip>
            <a:stretch>
              <a:fillRect/>
            </a:stretch>
          </p:blipFill>
          <p:spPr>
            <a:xfrm flipH="1">
              <a:off x="334963" y="1211187"/>
              <a:ext cx="398524" cy="398524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68B3B353-00A5-98A5-C9B1-6E5DD78EF3BA}"/>
              </a:ext>
            </a:extLst>
          </p:cNvPr>
          <p:cNvGrpSpPr/>
          <p:nvPr/>
        </p:nvGrpSpPr>
        <p:grpSpPr>
          <a:xfrm>
            <a:off x="5258132" y="1192123"/>
            <a:ext cx="6598906" cy="439827"/>
            <a:chOff x="5258132" y="1192123"/>
            <a:chExt cx="6598906" cy="439827"/>
          </a:xfrm>
        </p:grpSpPr>
        <p:cxnSp>
          <p:nvCxnSpPr>
            <p:cNvPr id="13" name="直線コネクタ 12">
              <a:extLst>
                <a:ext uri="{FF2B5EF4-FFF2-40B4-BE49-F238E27FC236}">
                  <ns2:creationId id="{BA0F4811-6FDA-ED7F-699A-DBE4AB50BDA7}"/>
                </a:ext>
              </a:extLst>
            </p:cNvPr>
            <p:cNvCxnSpPr>
              <a:cxnSpLocks/>
            </p:cNvCxnSpPr>
            <p:nvPr/>
          </p:nvCxnSpPr>
          <p:spPr>
            <a:xfrm>
              <a:off x="5258132" y="1631950"/>
              <a:ext cx="6598906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テキスト ボックス 38">
              <a:extLst>
                <a:ext uri="{FF2B5EF4-FFF2-40B4-BE49-F238E27FC236}">
                  <ns2:creationId id="{94143FD0-1A42-51BF-231E-27284145684C}"/>
                </a:ext>
              </a:extLst>
            </p:cNvPr>
            <p:cNvSpPr txBox="1"/>
            <p:nvPr/>
          </p:nvSpPr>
          <p:spPr>
            <a:xfrm>
              <a:off x="5258133" y="1192123"/>
              <a:ext cx="6598904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10" name="グラフィックス 209" descr="挙手 枠線">
              <a:extLst>
                <a:ext uri="{FF2B5EF4-FFF2-40B4-BE49-F238E27FC236}">
                  <ns2:creationId id="{A5B93751-98AF-BBA2-03EF-C2DE581654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rcRect/>
            <a:stretch/>
          </p:blipFill>
          <p:spPr>
            <a:xfrm flipH="1">
              <a:off x="5263287" y="1230697"/>
              <a:ext cx="398524" cy="398524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863F7ADB-16CC-BE44-53DF-5ABF36FAC5F9}"/>
              </a:ext>
            </a:extLst>
          </p:cNvPr>
          <p:cNvGrpSpPr/>
          <p:nvPr/>
        </p:nvGrpSpPr>
        <p:grpSpPr>
          <a:xfrm>
            <a:off x="5258132" y="1831792"/>
            <a:ext cx="6598908" cy="4469631"/>
            <a:chOff x="5258132" y="1831792"/>
            <a:chExt cx="6598908" cy="4469631"/>
          </a:xfrm>
        </p:grpSpPr>
        <p:sp>
          <p:nvSpPr>
            <p:cNvPr id="56" name="テキスト ボックス 55">
              <a:extLst>
                <a:ext uri="{FF2B5EF4-FFF2-40B4-BE49-F238E27FC236}">
                  <ns2:creationId id="{E1F5F01E-3EBF-E88F-066B-8FF2871FD606}"/>
                </a:ext>
              </a:extLst>
            </p:cNvPr>
            <p:cNvSpPr txBox="1"/>
            <p:nvPr/>
          </p:nvSpPr>
          <p:spPr>
            <a:xfrm>
              <a:off x="6142765" y="3726939"/>
              <a:ext cx="1226899" cy="23959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aseline="30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200" baseline="30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テキスト ボックス 79">
              <a:extLst>
                <a:ext uri="{FF2B5EF4-FFF2-40B4-BE49-F238E27FC236}">
                  <ns2:creationId id="{60AAC003-3CF9-5F3E-B138-4E6D0ADFAE62}"/>
                </a:ext>
              </a:extLst>
            </p:cNvPr>
            <p:cNvSpPr txBox="1"/>
            <p:nvPr/>
          </p:nvSpPr>
          <p:spPr>
            <a:xfrm>
              <a:off x="8900210" y="3734926"/>
              <a:ext cx="487856" cy="23958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zh-CN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r>
                <a:rPr lang="zh-CN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CN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テキスト ボックス 57">
              <a:extLst>
                <a:ext uri="{FF2B5EF4-FFF2-40B4-BE49-F238E27FC236}">
                  <ns2:creationId id="{F883C032-A178-6BF2-5C7C-78D5AA085858}"/>
                </a:ext>
              </a:extLst>
            </p:cNvPr>
            <p:cNvSpPr txBox="1"/>
            <p:nvPr/>
          </p:nvSpPr>
          <p:spPr>
            <a:xfrm>
              <a:off x="6142765" y="4608713"/>
              <a:ext cx="1226899" cy="23653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テキスト ボックス 99">
              <a:extLst>
                <a:ext uri="{FF2B5EF4-FFF2-40B4-BE49-F238E27FC236}">
                  <ns2:creationId id="{B279AB78-F312-BE6E-C311-475B2F42750D}"/>
                </a:ext>
              </a:extLst>
            </p:cNvPr>
            <p:cNvSpPr txBox="1"/>
            <p:nvPr/>
          </p:nvSpPr>
          <p:spPr>
            <a:xfrm>
              <a:off x="7463979" y="4619755"/>
              <a:ext cx="4383983" cy="23653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12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テキスト ボックス 60">
              <a:extLst>
                <a:ext uri="{FF2B5EF4-FFF2-40B4-BE49-F238E27FC236}">
                  <ns2:creationId id="{B3C5566C-C863-B65A-3EE7-B596A5C60101}"/>
                </a:ext>
              </a:extLst>
            </p:cNvPr>
            <p:cNvSpPr txBox="1"/>
            <p:nvPr/>
          </p:nvSpPr>
          <p:spPr>
            <a:xfrm>
              <a:off x="6142766" y="4924599"/>
              <a:ext cx="1226899" cy="2350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テキスト ボックス 100">
              <a:extLst>
                <a:ext uri="{FF2B5EF4-FFF2-40B4-BE49-F238E27FC236}">
                  <ns2:creationId id="{1DC402F3-55E7-3D97-20B3-0FC09A775FD0}"/>
                </a:ext>
              </a:extLst>
            </p:cNvPr>
            <p:cNvSpPr txBox="1"/>
            <p:nvPr/>
          </p:nvSpPr>
          <p:spPr>
            <a:xfrm>
              <a:off x="7463979" y="4937137"/>
              <a:ext cx="4383983" cy="2350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テキスト ボックス 45">
              <a:extLst>
                <a:ext uri="{FF2B5EF4-FFF2-40B4-BE49-F238E27FC236}">
                  <ns2:creationId id="{F1A4B024-F2D6-196E-9414-E87EB515D491}"/>
                </a:ext>
              </a:extLst>
            </p:cNvPr>
            <p:cNvSpPr txBox="1"/>
            <p:nvPr/>
          </p:nvSpPr>
          <p:spPr>
            <a:xfrm>
              <a:off x="6142766" y="2147509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テキスト ボックス 65">
              <a:extLst>
                <a:ext uri="{FF2B5EF4-FFF2-40B4-BE49-F238E27FC236}">
                  <ns2:creationId id="{242F814D-931E-704C-9BFF-93B8C193821E}"/>
                </a:ext>
              </a:extLst>
            </p:cNvPr>
            <p:cNvSpPr txBox="1"/>
            <p:nvPr/>
          </p:nvSpPr>
          <p:spPr>
            <a:xfrm>
              <a:off x="7463979" y="2147509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EAD0981B-9B45-B922-8B3A-F4834D899DF9}"/>
                </a:ext>
              </a:extLst>
            </p:cNvPr>
            <p:cNvSpPr txBox="1"/>
            <p:nvPr/>
          </p:nvSpPr>
          <p:spPr>
            <a:xfrm>
              <a:off x="6142766" y="2463395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7" name="テキスト ボックス 66">
              <a:extLst>
                <a:ext uri="{FF2B5EF4-FFF2-40B4-BE49-F238E27FC236}">
                  <ns2:creationId id="{AC7AA718-D733-4191-A3E0-37E59FB57EC7}"/>
                </a:ext>
              </a:extLst>
            </p:cNvPr>
            <p:cNvSpPr txBox="1"/>
            <p:nvPr/>
          </p:nvSpPr>
          <p:spPr>
            <a:xfrm>
              <a:off x="7463979" y="2464722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テキスト ボックス 47">
              <a:extLst>
                <a:ext uri="{FF2B5EF4-FFF2-40B4-BE49-F238E27FC236}">
                  <ns2:creationId id="{D709DF10-6CAD-C9D1-A1D3-9A67E54359B7}"/>
                </a:ext>
              </a:extLst>
            </p:cNvPr>
            <p:cNvSpPr txBox="1"/>
            <p:nvPr/>
          </p:nvSpPr>
          <p:spPr>
            <a:xfrm>
              <a:off x="6142766" y="2779281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テキスト ボックス 77">
              <a:extLst>
                <a:ext uri="{FF2B5EF4-FFF2-40B4-BE49-F238E27FC236}">
                  <ns2:creationId id="{81485A2E-4DB4-C2F1-D4A6-886E921C3D34}"/>
                </a:ext>
              </a:extLst>
            </p:cNvPr>
            <p:cNvSpPr txBox="1"/>
            <p:nvPr/>
          </p:nvSpPr>
          <p:spPr>
            <a:xfrm>
              <a:off x="7463979" y="2781937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ns2:creationId id="{C0E396BD-8BA6-049C-DAA9-B4707054797A}"/>
                </a:ext>
              </a:extLst>
            </p:cNvPr>
            <p:cNvSpPr txBox="1"/>
            <p:nvPr/>
          </p:nvSpPr>
          <p:spPr>
            <a:xfrm>
              <a:off x="6142766" y="3411053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ns2:creationId id="{1D469B1F-7F2A-37BD-1B90-579AD84AE253}"/>
                </a:ext>
              </a:extLst>
            </p:cNvPr>
            <p:cNvSpPr txBox="1"/>
            <p:nvPr/>
          </p:nvSpPr>
          <p:spPr>
            <a:xfrm>
              <a:off x="7463979" y="3416362"/>
              <a:ext cx="4383983" cy="2395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テキスト ボックス 53">
              <a:extLst>
                <a:ext uri="{FF2B5EF4-FFF2-40B4-BE49-F238E27FC236}">
                  <ns2:creationId id="{A8100268-6F23-D6CF-6207-BEFB6C9E43D1}"/>
                </a:ext>
              </a:extLst>
            </p:cNvPr>
            <p:cNvSpPr txBox="1"/>
            <p:nvPr/>
          </p:nvSpPr>
          <p:spPr>
            <a:xfrm>
              <a:off x="6142766" y="3095167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ns2:creationId id="{1C07471F-CC23-E7A9-FBF5-F928D39D4BB6}"/>
                </a:ext>
              </a:extLst>
            </p:cNvPr>
            <p:cNvSpPr txBox="1"/>
            <p:nvPr/>
          </p:nvSpPr>
          <p:spPr>
            <a:xfrm>
              <a:off x="7463979" y="3099149"/>
              <a:ext cx="4383983" cy="23430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9" name="グループ化 218">
              <a:extLst>
                <a:ext uri="{FF2B5EF4-FFF2-40B4-BE49-F238E27FC236}">
                  <ns2:creationId id="{01D42A9B-0BF4-FC10-AFAB-81B6C437DA56}"/>
                </a:ext>
              </a:extLst>
            </p:cNvPr>
            <p:cNvGrpSpPr/>
            <p:nvPr/>
          </p:nvGrpSpPr>
          <p:grpSpPr>
            <a:xfrm>
              <a:off x="7473055" y="1831792"/>
              <a:ext cx="4383983" cy="259410"/>
              <a:chOff x="7473055" y="1819161"/>
              <a:chExt cx="4383983" cy="272041"/>
            </a:xfrm>
          </p:grpSpPr>
          <p:sp>
            <p:nvSpPr>
              <p:cNvPr id="151" name="テキスト ボックス 150">
                <a:extLst>
                  <a:ext uri="{FF2B5EF4-FFF2-40B4-BE49-F238E27FC236}">
                    <ns2:creationId id="{F0E93C90-4DD4-89DF-06A3-0BB8FE0CAF92}"/>
                  </a:ext>
                </a:extLst>
              </p:cNvPr>
              <p:cNvSpPr txBox="1"/>
              <p:nvPr/>
            </p:nvSpPr>
            <p:spPr>
              <a:xfrm>
                <a:off x="74730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2" name="テキスト ボックス 151">
                <a:extLst>
                  <a:ext uri="{FF2B5EF4-FFF2-40B4-BE49-F238E27FC236}">
                    <ns2:creationId id="{DA270B73-0FDC-2C95-4987-C376DA719F45}"/>
                  </a:ext>
                </a:extLst>
              </p:cNvPr>
              <p:cNvSpPr txBox="1"/>
              <p:nvPr/>
            </p:nvSpPr>
            <p:spPr>
              <a:xfrm>
                <a:off x="784283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2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3" name="テキスト ボックス 152">
                <a:extLst>
                  <a:ext uri="{FF2B5EF4-FFF2-40B4-BE49-F238E27FC236}">
                    <ns2:creationId id="{81839B36-7EF4-8251-2051-F02D4D374C48}"/>
                  </a:ext>
                </a:extLst>
              </p:cNvPr>
              <p:cNvSpPr txBox="1"/>
              <p:nvPr/>
            </p:nvSpPr>
            <p:spPr>
              <a:xfrm>
                <a:off x="821261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3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5" name="テキスト ボックス 144">
                <a:extLst>
                  <a:ext uri="{FF2B5EF4-FFF2-40B4-BE49-F238E27FC236}">
                    <ns2:creationId id="{F3904521-7420-2665-1CF2-E88668F8DD05}"/>
                  </a:ext>
                </a:extLst>
              </p:cNvPr>
              <p:cNvSpPr txBox="1"/>
              <p:nvPr/>
            </p:nvSpPr>
            <p:spPr>
              <a:xfrm>
                <a:off x="85823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4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6" name="テキスト ボックス 145">
                <a:extLst>
                  <a:ext uri="{FF2B5EF4-FFF2-40B4-BE49-F238E27FC236}">
                    <ns2:creationId id="{D968D30B-67F3-C667-64AF-30AAC6996E06}"/>
                  </a:ext>
                </a:extLst>
              </p:cNvPr>
              <p:cNvSpPr txBox="1"/>
              <p:nvPr/>
            </p:nvSpPr>
            <p:spPr>
              <a:xfrm>
                <a:off x="8952173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5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7" name="テキスト ボックス 146">
                <a:extLst>
                  <a:ext uri="{FF2B5EF4-FFF2-40B4-BE49-F238E27FC236}">
                    <ns2:creationId id="{D98000EC-64DB-2D3B-72D7-2A5A4859A02F}"/>
                  </a:ext>
                </a:extLst>
              </p:cNvPr>
              <p:cNvSpPr txBox="1"/>
              <p:nvPr/>
            </p:nvSpPr>
            <p:spPr>
              <a:xfrm>
                <a:off x="93219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6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8" name="テキスト ボックス 147">
                <a:extLst>
                  <a:ext uri="{FF2B5EF4-FFF2-40B4-BE49-F238E27FC236}">
                    <ns2:creationId id="{1B5DA6FF-932B-023F-0F3B-75F65D7E03ED}"/>
                  </a:ext>
                </a:extLst>
              </p:cNvPr>
              <p:cNvSpPr txBox="1"/>
              <p:nvPr/>
            </p:nvSpPr>
            <p:spPr>
              <a:xfrm>
                <a:off x="969173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7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9" name="テキスト ボックス 148">
                <a:extLst>
                  <a:ext uri="{FF2B5EF4-FFF2-40B4-BE49-F238E27FC236}">
                    <ns2:creationId id="{CE9CD8FA-9BA8-EF36-B103-8B887D676229}"/>
                  </a:ext>
                </a:extLst>
              </p:cNvPr>
              <p:cNvSpPr txBox="1"/>
              <p:nvPr/>
            </p:nvSpPr>
            <p:spPr>
              <a:xfrm>
                <a:off x="1006151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8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0" name="テキスト ボックス 149">
                <a:extLst>
                  <a:ext uri="{FF2B5EF4-FFF2-40B4-BE49-F238E27FC236}">
                    <ns2:creationId id="{0B9A924A-C24A-AB76-2151-C2D1E2AFB5D6}"/>
                  </a:ext>
                </a:extLst>
              </p:cNvPr>
              <p:cNvSpPr txBox="1"/>
              <p:nvPr/>
            </p:nvSpPr>
            <p:spPr>
              <a:xfrm>
                <a:off x="104312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9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7" name="テキスト ボックス 136">
                <a:extLst>
                  <a:ext uri="{FF2B5EF4-FFF2-40B4-BE49-F238E27FC236}">
                    <ns2:creationId id="{FC92ABDB-E1D6-45F4-E654-BB842D2AC7AE}"/>
                  </a:ext>
                </a:extLst>
              </p:cNvPr>
              <p:cNvSpPr txBox="1"/>
              <p:nvPr/>
            </p:nvSpPr>
            <p:spPr>
              <a:xfrm>
                <a:off x="1080107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10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9" name="テキスト ボックス 138">
                <a:extLst>
                  <a:ext uri="{FF2B5EF4-FFF2-40B4-BE49-F238E27FC236}">
                    <ns2:creationId id="{27F109E8-1A63-56D3-9312-3902EE09ACA6}"/>
                  </a:ext>
                </a:extLst>
              </p:cNvPr>
              <p:cNvSpPr txBox="1"/>
              <p:nvPr/>
            </p:nvSpPr>
            <p:spPr>
              <a:xfrm>
                <a:off x="111708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11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4" name="テキスト ボックス 143">
                <a:extLst>
                  <a:ext uri="{FF2B5EF4-FFF2-40B4-BE49-F238E27FC236}">
                    <ns2:creationId id="{77D59574-EE24-8D38-CB9A-2B29C54ED132}"/>
                  </a:ext>
                </a:extLst>
              </p:cNvPr>
              <p:cNvSpPr txBox="1"/>
              <p:nvPr/>
            </p:nvSpPr>
            <p:spPr>
              <a:xfrm>
                <a:off x="1154063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12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</p:grpSp>
        <p:sp>
          <p:nvSpPr>
            <p:cNvPr id="62" name="テキスト ボックス 61">
              <a:extLst>
                <a:ext uri="{FF2B5EF4-FFF2-40B4-BE49-F238E27FC236}">
                  <ns2:creationId id="{71FC3F44-FBF4-79BC-B315-9055608AA432}"/>
                </a:ext>
              </a:extLst>
            </p:cNvPr>
            <p:cNvSpPr txBox="1"/>
            <p:nvPr/>
          </p:nvSpPr>
          <p:spPr>
            <a:xfrm>
              <a:off x="6133689" y="524048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テキスト ボックス 101">
              <a:extLst>
                <a:ext uri="{FF2B5EF4-FFF2-40B4-BE49-F238E27FC236}">
                  <ns2:creationId id="{6BE3447C-9E4A-FE6B-30C5-4C14C210B44D}"/>
                </a:ext>
              </a:extLst>
            </p:cNvPr>
            <p:cNvSpPr txBox="1"/>
            <p:nvPr/>
          </p:nvSpPr>
          <p:spPr>
            <a:xfrm>
              <a:off x="7842837" y="5240485"/>
              <a:ext cx="1055961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1200" dirty="0"/>
                <a:t>10</a:t>
              </a:r>
              <a:r>
                <a:rPr lang="ja-JP" altLang="en-US" sz="1200" dirty="0"/>
                <a:t>～</a:t>
              </a:r>
              <a:r>
                <a:rPr lang="en-US" altLang="ja-JP" sz="1200" dirty="0"/>
                <a:t>30</a:t>
              </a:r>
              <a:r>
                <a:rPr lang="ja-JP" altLang="en-US" sz="1200" dirty="0"/>
                <a:t>XX</a:t>
              </a:r>
              <a:r>
                <a:rPr lang="en-US" altLang="ja-JP" sz="1200" dirty="0"/>
                <a:t>/</a:t>
              </a:r>
              <a:r>
                <a:rPr lang="ja-JP" altLang="en-US" sz="1200" dirty="0"/>
                <a:t>XX</a:t>
              </a:r>
            </a:p>
          </p:txBody>
        </p:sp>
        <p:sp>
          <p:nvSpPr>
            <p:cNvPr id="173" name="テキスト ボックス 172">
              <a:extLst>
                <a:ext uri="{FF2B5EF4-FFF2-40B4-BE49-F238E27FC236}">
                  <ns2:creationId id="{93902EE8-1662-FB31-E465-EC2F00FCB857}"/>
                </a:ext>
              </a:extLst>
            </p:cNvPr>
            <p:cNvSpPr txBox="1"/>
            <p:nvPr/>
          </p:nvSpPr>
          <p:spPr>
            <a:xfrm>
              <a:off x="7473057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62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4" name="テキスト ボックス 173">
              <a:extLst>
                <a:ext uri="{FF2B5EF4-FFF2-40B4-BE49-F238E27FC236}">
                  <ns2:creationId id="{8F0FB794-3861-DEA2-1E0D-DF11488A8606}"/>
                </a:ext>
              </a:extLst>
            </p:cNvPr>
            <p:cNvSpPr txBox="1"/>
            <p:nvPr/>
          </p:nvSpPr>
          <p:spPr>
            <a:xfrm>
              <a:off x="8952174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54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5" name="テキスト ボックス 174">
              <a:extLst>
                <a:ext uri="{FF2B5EF4-FFF2-40B4-BE49-F238E27FC236}">
                  <ns2:creationId id="{CF593E5D-4282-96CF-22B8-E7921E6BE9BA}"/>
                </a:ext>
              </a:extLst>
            </p:cNvPr>
            <p:cNvSpPr txBox="1"/>
            <p:nvPr/>
          </p:nvSpPr>
          <p:spPr>
            <a:xfrm>
              <a:off x="9321956" y="5240485"/>
              <a:ext cx="253508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1200" dirty="0"/>
                <a:t>10</a:t>
              </a:r>
              <a:r>
                <a:rPr lang="ja-JP" altLang="en-US" sz="1200" dirty="0"/>
                <a:t>～</a:t>
              </a:r>
              <a:r>
                <a:rPr lang="en-US" altLang="ja-JP" sz="1200" dirty="0"/>
                <a:t>30</a:t>
              </a:r>
              <a:r>
                <a:rPr lang="ja-JP" altLang="en-US" sz="1200" dirty="0"/>
                <a:t>XX</a:t>
              </a:r>
              <a:r>
                <a:rPr lang="en-US" altLang="ja-JP" sz="1200" dirty="0"/>
                <a:t>/</a:t>
              </a:r>
              <a:r>
                <a:rPr lang="ja-JP" altLang="en-US" sz="1200" dirty="0"/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C8004A3A-4413-BB4D-4BCF-7708BDC672FF}"/>
                </a:ext>
              </a:extLst>
            </p:cNvPr>
            <p:cNvSpPr txBox="1"/>
            <p:nvPr/>
          </p:nvSpPr>
          <p:spPr>
            <a:xfrm>
              <a:off x="6133688" y="404282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テキスト ボックス 89">
              <a:extLst>
                <a:ext uri="{FF2B5EF4-FFF2-40B4-BE49-F238E27FC236}">
                  <ns2:creationId id="{9C9C1C76-A636-BEC0-14AC-208BC08AB536}"/>
                </a:ext>
              </a:extLst>
            </p:cNvPr>
            <p:cNvSpPr txBox="1"/>
            <p:nvPr/>
          </p:nvSpPr>
          <p:spPr>
            <a:xfrm>
              <a:off x="7454902" y="4042825"/>
              <a:ext cx="1068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テキスト ボックス 170">
              <a:extLst>
                <a:ext uri="{FF2B5EF4-FFF2-40B4-BE49-F238E27FC236}">
                  <ns2:creationId id="{01AA577B-F29A-83E4-01F8-25E57439A04B}"/>
                </a:ext>
              </a:extLst>
            </p:cNvPr>
            <p:cNvSpPr txBox="1"/>
            <p:nvPr/>
          </p:nvSpPr>
          <p:spPr>
            <a:xfrm>
              <a:off x="8582397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25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2" name="テキスト ボックス 171">
              <a:extLst>
                <a:ext uri="{FF2B5EF4-FFF2-40B4-BE49-F238E27FC236}">
                  <ns2:creationId id="{41DFB37C-014D-7C70-636B-7B3BE5B15731}"/>
                </a:ext>
              </a:extLst>
            </p:cNvPr>
            <p:cNvSpPr txBox="1"/>
            <p:nvPr/>
          </p:nvSpPr>
          <p:spPr>
            <a:xfrm>
              <a:off x="9691734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50</a:t>
              </a:r>
            </a:p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/>
            </a:p>
          </p:txBody>
        </p:sp>
        <p:sp>
          <p:nvSpPr>
            <p:cNvPr id="176" name="テキスト ボックス 175">
              <a:extLst>
                <a:ext uri="{FF2B5EF4-FFF2-40B4-BE49-F238E27FC236}">
                  <ns2:creationId id="{FDCE8454-05E4-7AC5-2A11-A61C06F83B6E}"/>
                </a:ext>
              </a:extLst>
            </p:cNvPr>
            <p:cNvSpPr txBox="1"/>
            <p:nvPr/>
          </p:nvSpPr>
          <p:spPr>
            <a:xfrm>
              <a:off x="8952175" y="4042825"/>
              <a:ext cx="68618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テキスト ボックス 176">
              <a:extLst>
                <a:ext uri="{FF2B5EF4-FFF2-40B4-BE49-F238E27FC236}">
                  <ns2:creationId id="{33FB7636-F166-94EE-08F3-850FC3092DA9}"/>
                </a:ext>
              </a:extLst>
            </p:cNvPr>
            <p:cNvSpPr txBox="1"/>
            <p:nvPr/>
          </p:nvSpPr>
          <p:spPr>
            <a:xfrm>
              <a:off x="10061516" y="4044095"/>
              <a:ext cx="1795524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テキスト ボックス 62">
              <a:extLst>
                <a:ext uri="{FF2B5EF4-FFF2-40B4-BE49-F238E27FC236}">
                  <ns2:creationId id="{09DFC420-D6F3-84DC-05D9-A0F66F57F445}"/>
                </a:ext>
              </a:extLst>
            </p:cNvPr>
            <p:cNvSpPr txBox="1"/>
            <p:nvPr/>
          </p:nvSpPr>
          <p:spPr>
            <a:xfrm>
              <a:off x="6133689" y="5805108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tIns="468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D4839543-03FA-B0F2-A84D-E73BFD593694}"/>
                </a:ext>
              </a:extLst>
            </p:cNvPr>
            <p:cNvSpPr txBox="1"/>
            <p:nvPr/>
          </p:nvSpPr>
          <p:spPr>
            <a:xfrm>
              <a:off x="8582396" y="5805108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0" rIns="0" rtlCol="0" anchor="ctr" anchorCtr="0">
              <a:noAutofit/>
            </a:bodyPr>
            <a:lstStyle>
              <a:defPPr>
                <a:defRPr lang="ja-JP"/>
              </a:defPPr>
              <a:lvl1pPr algn="ctr">
                <a:defRPr sz="8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000" dirty="0"/>
                <a:t>XX</a:t>
              </a:r>
              <a:endParaRPr lang="en-US" altLang="ja-JP" sz="1000" dirty="0"/>
            </a:p>
            <a:p>
              <a:r>
                <a:rPr lang="en-US" altLang="ja-JP" sz="1000" dirty="0"/>
                <a:t>25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79" name="テキスト ボックス 178">
              <a:extLst>
                <a:ext uri="{FF2B5EF4-FFF2-40B4-BE49-F238E27FC236}">
                  <ns2:creationId id="{A209B117-F56C-D8F2-FF8A-65EF1499020B}"/>
                </a:ext>
              </a:extLst>
            </p:cNvPr>
            <p:cNvSpPr txBox="1"/>
            <p:nvPr/>
          </p:nvSpPr>
          <p:spPr>
            <a:xfrm>
              <a:off x="9691735" y="5805112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sz="1000" dirty="0"/>
                <a:t>XX</a:t>
              </a:r>
              <a:r>
                <a:rPr lang="en-US" altLang="ja-JP" sz="1000" dirty="0"/>
                <a:t>50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82" name="テキスト ボックス 181">
              <a:extLst>
                <a:ext uri="{FF2B5EF4-FFF2-40B4-BE49-F238E27FC236}">
                  <ns2:creationId id="{5A273856-C964-E350-5A55-CCEAAF9BF170}"/>
                </a:ext>
              </a:extLst>
            </p:cNvPr>
            <p:cNvSpPr txBox="1"/>
            <p:nvPr/>
          </p:nvSpPr>
          <p:spPr>
            <a:xfrm>
              <a:off x="10431296" y="5805109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endParaRPr lang="en-US" altLang="ja-JP" dirty="0">
                <a:solidFill>
                  <a:schemeClr val="tx1"/>
                </a:solidFill>
              </a:endParaRPr>
            </a:p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r>
                <a:rPr lang="en-US" altLang="ja-JP" dirty="0">
                  <a:solidFill>
                    <a:schemeClr val="tx1"/>
                  </a:solidFill>
                </a:rPr>
                <a:t>10</a:t>
              </a:r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83" name="テキスト ボックス 182">
              <a:extLst>
                <a:ext uri="{FF2B5EF4-FFF2-40B4-BE49-F238E27FC236}">
                  <ns2:creationId id="{AD2810AE-C429-30BB-00C8-B4DEB6D7F335}"/>
                </a:ext>
              </a:extLst>
            </p:cNvPr>
            <p:cNvSpPr txBox="1"/>
            <p:nvPr/>
          </p:nvSpPr>
          <p:spPr>
            <a:xfrm>
              <a:off x="7473056" y="5805108"/>
              <a:ext cx="105596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100" dirty="0"/>
                <a:t>XX</a:t>
              </a:r>
              <a:endParaRPr lang="en-US" altLang="ja-JP" sz="1100" dirty="0"/>
            </a:p>
            <a:p>
              <a:r>
                <a:rPr lang="en-US" altLang="ja-JP" sz="1100" dirty="0"/>
                <a:t>20</a:t>
              </a:r>
              <a:r>
                <a:rPr lang="ja-JP" altLang="en-US" sz="1100" dirty="0"/>
                <a:t>XX</a:t>
              </a:r>
              <a:r>
                <a:rPr lang="en-US" altLang="ja-JP" sz="1100" dirty="0"/>
                <a:t>/</a:t>
              </a:r>
              <a:r>
                <a:rPr lang="ja-JP" altLang="en-US" sz="1100" dirty="0"/>
                <a:t>XX</a:t>
              </a:r>
            </a:p>
          </p:txBody>
        </p:sp>
        <p:sp>
          <p:nvSpPr>
            <p:cNvPr id="184" name="テキスト ボックス 183">
              <a:extLst>
                <a:ext uri="{FF2B5EF4-FFF2-40B4-BE49-F238E27FC236}">
                  <ns2:creationId id="{6F813A5A-9786-1469-D71C-9308AB4045B5}"/>
                </a:ext>
              </a:extLst>
            </p:cNvPr>
            <p:cNvSpPr txBox="1"/>
            <p:nvPr/>
          </p:nvSpPr>
          <p:spPr>
            <a:xfrm>
              <a:off x="8952175" y="5805108"/>
              <a:ext cx="686183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100" dirty="0"/>
                <a:t>XX</a:t>
              </a:r>
              <a:endParaRPr lang="en-US" altLang="ja-JP" sz="1100" dirty="0"/>
            </a:p>
            <a:p>
              <a:r>
                <a:rPr lang="en-US" altLang="ja-JP" sz="1100" dirty="0"/>
                <a:t>20</a:t>
              </a:r>
              <a:r>
                <a:rPr lang="ja-JP" altLang="en-US" sz="1100" dirty="0"/>
                <a:t>XX</a:t>
              </a:r>
              <a:r>
                <a:rPr lang="en-US" altLang="ja-JP" sz="1100" dirty="0"/>
                <a:t>/</a:t>
              </a:r>
              <a:r>
                <a:rPr lang="ja-JP" altLang="en-US" sz="1100" dirty="0"/>
                <a:t>XX</a:t>
              </a:r>
            </a:p>
          </p:txBody>
        </p:sp>
        <p:sp>
          <p:nvSpPr>
            <p:cNvPr id="185" name="テキスト ボックス 184">
              <a:extLst>
                <a:ext uri="{FF2B5EF4-FFF2-40B4-BE49-F238E27FC236}">
                  <ns2:creationId id="{66A8789F-104A-B17D-A3ED-9EBBDA7F4235}"/>
                </a:ext>
              </a:extLst>
            </p:cNvPr>
            <p:cNvSpPr txBox="1"/>
            <p:nvPr/>
          </p:nvSpPr>
          <p:spPr>
            <a:xfrm>
              <a:off x="10061516" y="5805108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r>
                <a:rPr lang="en-US" altLang="ja-JP" sz="800" dirty="0"/>
                <a:t>20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sp>
          <p:nvSpPr>
            <p:cNvPr id="186" name="テキスト ボックス 185">
              <a:extLst>
                <a:ext uri="{FF2B5EF4-FFF2-40B4-BE49-F238E27FC236}">
                  <ns2:creationId id="{D20CA3A8-039E-E9FC-E464-54FBDC2B1E6F}"/>
                </a:ext>
              </a:extLst>
            </p:cNvPr>
            <p:cNvSpPr txBox="1"/>
            <p:nvPr/>
          </p:nvSpPr>
          <p:spPr>
            <a:xfrm>
              <a:off x="10801078" y="5805106"/>
              <a:ext cx="1055960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100" dirty="0"/>
                <a:t>XX</a:t>
              </a:r>
              <a:endParaRPr lang="en-US" altLang="ja-JP" sz="1100" dirty="0"/>
            </a:p>
            <a:p>
              <a:r>
                <a:rPr lang="en-US" altLang="ja-JP" sz="1100" dirty="0"/>
                <a:t>20</a:t>
              </a:r>
              <a:r>
                <a:rPr lang="ja-JP" altLang="en-US" sz="1100" dirty="0"/>
                <a:t>XX</a:t>
              </a:r>
              <a:r>
                <a:rPr lang="en-US" altLang="ja-JP" sz="1100" dirty="0"/>
                <a:t>/</a:t>
              </a:r>
              <a:r>
                <a:rPr lang="ja-JP" altLang="en-US" sz="1100" dirty="0"/>
                <a:t>XX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ns2:creationId id="{4BF74FEE-9DEC-17D6-D999-4054B1307B90}"/>
                </a:ext>
              </a:extLst>
            </p:cNvPr>
            <p:cNvGrpSpPr/>
            <p:nvPr/>
          </p:nvGrpSpPr>
          <p:grpSpPr>
            <a:xfrm>
              <a:off x="5258132" y="2147509"/>
              <a:ext cx="781240" cy="3012131"/>
              <a:chOff x="5258132" y="2147509"/>
              <a:chExt cx="781240" cy="3012131"/>
            </a:xfrm>
          </p:grpSpPr>
          <p:sp>
            <p:nvSpPr>
              <p:cNvPr id="40" name="テキスト ボックス 39">
                <a:extLst>
                  <a:ext uri="{FF2B5EF4-FFF2-40B4-BE49-F238E27FC236}">
                    <ns2:creationId id="{BB737192-BEFD-76DE-B8A6-12C46E3C7E5D}"/>
                  </a:ext>
                </a:extLst>
              </p:cNvPr>
              <p:cNvSpPr txBox="1"/>
              <p:nvPr/>
            </p:nvSpPr>
            <p:spPr>
              <a:xfrm>
                <a:off x="5258132" y="2147509"/>
                <a:ext cx="781240" cy="301213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36000" tIns="432000" rIns="36000" rtlCol="0" anchor="ctr" anchorCtr="0"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5" name="グラフィックス 204" descr="ハーベイ ボール 50% 単色塗りつぶし">
                <a:extLst>
                  <a:ext uri="{FF2B5EF4-FFF2-40B4-BE49-F238E27FC236}">
                    <ns2:creationId id="{CE837F3A-10E5-3A7B-33D8-9F5D417383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504752" y="30697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6" name="グループ化 15">
              <a:extLst>
                <a:ext uri="{FF2B5EF4-FFF2-40B4-BE49-F238E27FC236}">
                  <ns2:creationId id="{8CF9A98F-6187-432D-9171-CDD1D4367767}"/>
                </a:ext>
              </a:extLst>
            </p:cNvPr>
            <p:cNvGrpSpPr/>
            <p:nvPr/>
          </p:nvGrpSpPr>
          <p:grpSpPr>
            <a:xfrm>
              <a:off x="5258132" y="5240486"/>
              <a:ext cx="781240" cy="496311"/>
              <a:chOff x="5258132" y="5240486"/>
              <a:chExt cx="781240" cy="496311"/>
            </a:xfrm>
          </p:grpSpPr>
          <p:sp>
            <p:nvSpPr>
              <p:cNvPr id="41" name="テキスト ボックス 40">
                <a:extLst>
                  <a:ext uri="{FF2B5EF4-FFF2-40B4-BE49-F238E27FC236}">
                    <ns2:creationId id="{52732C9C-F58F-9CE7-7945-4E8637A9E7B7}"/>
                  </a:ext>
                </a:extLst>
              </p:cNvPr>
              <p:cNvSpPr txBox="1"/>
              <p:nvPr/>
            </p:nvSpPr>
            <p:spPr>
              <a:xfrm>
                <a:off x="5258132" y="5240486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52000" tIns="46800" rIns="36000" rtlCol="0" anchor="ctr" anchorCtr="0"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6" name="グラフィックス 205" descr="地球: アフリカとヨーロッパ 単色塗りつぶし">
                <a:extLst>
                  <a:ext uri="{FF2B5EF4-FFF2-40B4-BE49-F238E27FC236}">
                    <ns2:creationId id="{B38629B4-1A35-144C-5F7A-7FDC71877B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rcRect/>
              <a:stretch/>
            </p:blipFill>
            <p:spPr>
              <a:xfrm>
                <a:off x="5296254" y="5379497"/>
                <a:ext cx="218289" cy="218289"/>
              </a:xfrm>
              <a:prstGeom prst="rect">
                <a:avLst/>
              </a:prstGeom>
            </p:spPr>
          </p:pic>
        </p:grpSp>
        <p:grpSp>
          <p:nvGrpSpPr>
            <p:cNvPr id="17" name="グループ化 16">
              <a:extLst>
                <a:ext uri="{FF2B5EF4-FFF2-40B4-BE49-F238E27FC236}">
                  <ns2:creationId id="{5FA68C5C-3681-AAD5-FE5B-F3EE455D3522}"/>
                </a:ext>
              </a:extLst>
            </p:cNvPr>
            <p:cNvGrpSpPr/>
            <p:nvPr/>
          </p:nvGrpSpPr>
          <p:grpSpPr>
            <a:xfrm>
              <a:off x="5258132" y="5805109"/>
              <a:ext cx="781240" cy="496311"/>
              <a:chOff x="5258132" y="5805109"/>
              <a:chExt cx="781240" cy="496311"/>
            </a:xfrm>
          </p:grpSpPr>
          <p:sp>
            <p:nvSpPr>
              <p:cNvPr id="45" name="テキスト ボックス 44">
                <a:extLst>
                  <a:ext uri="{FF2B5EF4-FFF2-40B4-BE49-F238E27FC236}">
                    <ns2:creationId id="{BD0D7053-85D6-6E27-2280-AE95B8EF6378}"/>
                  </a:ext>
                </a:extLst>
              </p:cNvPr>
              <p:cNvSpPr txBox="1"/>
              <p:nvPr/>
            </p:nvSpPr>
            <p:spPr>
              <a:xfrm>
                <a:off x="5258132" y="5805109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88000" tIns="46800" rIns="36000" rtlCol="0" anchor="ctr" anchorCtr="0"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7" name="グラフィックス 206" descr="計算機 単色塗りつぶし">
                <a:extLst>
                  <a:ext uri="{FF2B5EF4-FFF2-40B4-BE49-F238E27FC236}">
                    <ns2:creationId id="{54F26CFE-9E3D-4FAB-8482-0D9A5DAE0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rcRect/>
              <a:stretch/>
            </p:blipFill>
            <p:spPr>
              <a:xfrm>
                <a:off x="5296254" y="5944120"/>
                <a:ext cx="218289" cy="218289"/>
              </a:xfrm>
              <a:prstGeom prst="rect">
                <a:avLst/>
              </a:prstGeom>
            </p:spPr>
          </p:pic>
        </p:grpSp>
        <p:sp>
          <p:nvSpPr>
            <p:cNvPr id="217" name="テキスト ボックス 216">
              <a:extLst>
                <a:ext uri="{FF2B5EF4-FFF2-40B4-BE49-F238E27FC236}">
                  <ns2:creationId id="{9856DC52-B056-7E39-7610-E043EDA09831}"/>
                </a:ext>
              </a:extLst>
            </p:cNvPr>
            <p:cNvSpPr txBox="1"/>
            <p:nvPr/>
          </p:nvSpPr>
          <p:spPr>
            <a:xfrm>
              <a:off x="10056222" y="3734926"/>
              <a:ext cx="316402" cy="239583"/>
            </a:xfrm>
            <a:prstGeom prst="rect">
              <a:avLst/>
            </a:prstGeom>
            <a:noFill/>
            <a:ln>
              <a:solidFill>
                <a:schemeClr val="bg1">
                  <a:lumMod val="95000"/>
                </a:schemeClr>
              </a:solidFill>
            </a:ln>
          </p:spPr>
          <p:txBody>
            <a:bodyPr wrap="square" lIns="0" rIns="0" anchor="ctr">
              <a:noAutofit/>
            </a:bodyPr>
            <a:lstStyle/>
            <a:p>
              <a:pPr algn="ctr"/>
              <a:r>
                <a: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参考</a:t>
              </a:r>
            </a:p>
          </p:txBody>
        </p:sp>
        <p:sp>
          <p:nvSpPr>
            <p:cNvPr id="218" name="テキスト ボックス 217">
              <a:extLst>
                <a:ext uri="{FF2B5EF4-FFF2-40B4-BE49-F238E27FC236}">
                  <ns2:creationId id="{842FC9F7-46DB-9737-4D4B-6BB169334D6E}"/>
                </a:ext>
              </a:extLst>
            </p:cNvPr>
            <p:cNvSpPr txBox="1"/>
            <p:nvPr/>
          </p:nvSpPr>
          <p:spPr>
            <a:xfrm>
              <a:off x="7466637" y="3757137"/>
              <a:ext cx="1032228" cy="179195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r>
                <a: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9" name="テキスト ボックス 228">
              <a:extLst>
                <a:ext uri="{FF2B5EF4-FFF2-40B4-BE49-F238E27FC236}">
                  <ns2:creationId id="{2C3E24E2-641D-96D8-CC48-76B85ABEC969}"/>
                </a:ext>
              </a:extLst>
            </p:cNvPr>
            <p:cNvSpPr txBox="1"/>
            <p:nvPr/>
          </p:nvSpPr>
          <p:spPr>
            <a:xfrm>
              <a:off x="8182313" y="3734926"/>
              <a:ext cx="733664" cy="239583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E35E24B6-5418-6217-739B-037E4266CD9D}"/>
                </a:ext>
              </a:extLst>
            </p:cNvPr>
            <p:cNvGrpSpPr/>
            <p:nvPr/>
          </p:nvGrpSpPr>
          <p:grpSpPr>
            <a:xfrm>
              <a:off x="10349864" y="3724861"/>
              <a:ext cx="1487319" cy="245659"/>
              <a:chOff x="9966580" y="3724861"/>
              <a:chExt cx="1840124" cy="245659"/>
            </a:xfrm>
          </p:grpSpPr>
          <p:sp>
            <p:nvSpPr>
              <p:cNvPr id="12" name="テキスト ボックス 11">
                <a:extLst>
                  <a:ext uri="{FF2B5EF4-FFF2-40B4-BE49-F238E27FC236}">
                    <ns2:creationId id="{20EEC8CA-ED67-A4AE-E69D-3C8838DDE46E}"/>
                  </a:ext>
                </a:extLst>
              </p:cNvPr>
              <p:cNvSpPr txBox="1"/>
              <p:nvPr/>
            </p:nvSpPr>
            <p:spPr>
              <a:xfrm>
                <a:off x="9966580" y="3730937"/>
                <a:ext cx="906674" cy="239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anchor="ctr">
                <a:noAutofit/>
              </a:bodyPr>
              <a:lstStyle/>
              <a:p>
                <a:pPr algn="ctr"/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9556DE0F-D60E-D83F-535F-4D2C499DC9FD}"/>
                  </a:ext>
                </a:extLst>
              </p:cNvPr>
              <p:cNvSpPr txBox="1"/>
              <p:nvPr/>
            </p:nvSpPr>
            <p:spPr>
              <a:xfrm>
                <a:off x="10900030" y="3724861"/>
                <a:ext cx="906674" cy="2395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anchor="ctr">
                <a:noAutofit/>
              </a:bodyPr>
              <a:lstStyle/>
              <a:p>
                <a:pPr algn="ctr"/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9</a:t>
                </a:r>
                <a:r>
                  <a:rPr lang="zh-CN" altLang="en-US" sz="9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sp>
        <p:nvSpPr>
          <p:cNvPr id="23" name="正方形/長方形 12">
            <a:extLst>
              <a:ext uri="{FF2B5EF4-FFF2-40B4-BE49-F238E27FC236}">
                <ns2:creationId id="{161DF67F-D9F9-0F89-45D3-C59CE0CF5026}"/>
              </a:ext>
            </a:extLst>
          </p:cNvPr>
          <p:cNvSpPr/>
          <p:nvPr/>
        </p:nvSpPr>
        <p:spPr>
          <a:xfrm>
            <a:off x="6747137" y="-414716"/>
            <a:ext cx="2387439" cy="565146"/>
          </a:xfrm>
          <a:prstGeom prst="rect">
            <a:avLst/>
          </a:prstGeom>
          <a:solidFill>
            <a:srgbClr val="FF40FF"/>
          </a:solidFill>
          <a:ln w="9525" cap="rnd" cmpd="sng" algn="ctr">
            <a:solidFill>
              <a:srgbClr val="FF40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buClr>
                <a:schemeClr val="accent1"/>
              </a:buClr>
            </a:pPr>
            <a:r>
              <a:rPr lang="en-US" altLang="ja-JP" sz="1600" dirty="0">
                <a:solidFill>
                  <a:srgbClr val="FFFFFF"/>
                </a:solidFill>
                <a:latin typeface="Trebuchet MS" panose="020B0703020202090204" pitchFamily="34" charset="0"/>
                <a:ea typeface="Meiryo UI" panose="020B0604030504040204" pitchFamily="50" charset="-128"/>
                <a:sym typeface="Trebuchet MS" panose="020B0603020202020204" pitchFamily="34" charset="0"/>
              </a:rPr>
              <a:t>2</a:t>
            </a:r>
            <a:r>
              <a:rPr lang="ja-JP" altLang="en-US" sz="1600" dirty="0">
                <a:solidFill>
                  <a:srgbClr val="FFFFFF"/>
                </a:solidFill>
                <a:latin typeface="Trebuchet MS" panose="020B0703020202090204" pitchFamily="34" charset="0"/>
                <a:ea typeface="Meiryo UI" panose="020B0604030504040204" pitchFamily="50" charset="-128"/>
                <a:sym typeface="Trebuchet MS" panose="020B0603020202020204" pitchFamily="34" charset="0"/>
              </a:rPr>
              <a:t>XX</a:t>
            </a:r>
            <a:endParaRPr lang="en-US" altLang="ja-JP" sz="1600" dirty="0">
              <a:solidFill>
                <a:srgbClr val="FFFFFF"/>
              </a:solidFill>
              <a:latin typeface="Trebuchet MS" panose="020B0703020202090204" pitchFamily="34" charset="0"/>
              <a:ea typeface="Meiryo UI" panose="020B0604030504040204" pitchFamily="50" charset="-128"/>
              <a:sym typeface="Trebuchet MS" panose="020B0603020202020204" pitchFamily="34" charset="0"/>
            </a:endParaRPr>
          </a:p>
          <a:p>
            <a:pPr algn="l">
              <a:buClr>
                <a:schemeClr val="accent1"/>
              </a:buClr>
            </a:pPr>
            <a:r>
              <a:rPr lang="ja-JP" altLang="en-US" sz="1600" dirty="0">
                <a:solidFill>
                  <a:srgbClr val="FFFFFF"/>
                </a:solidFill>
                <a:latin typeface="Trebuchet MS" panose="020B0703020202090204" pitchFamily="34" charset="0"/>
                <a:ea typeface="Meiryo UI" panose="020B0604030504040204" pitchFamily="50" charset="-128"/>
                <a:sym typeface="Trebuchet MS" panose="020B0603020202020204" pitchFamily="34" charset="0"/>
              </a:rPr>
              <a:t>XX</a:t>
            </a:r>
            <a:endParaRPr kumimoji="1" lang="en-US" altLang="ja-JP" sz="1600" dirty="0">
              <a:solidFill>
                <a:srgbClr val="FFFFFF"/>
              </a:solidFill>
              <a:latin typeface="Trebuchet MS" panose="020B0703020202090204" pitchFamily="34" charset="0"/>
              <a:ea typeface="Meiryo UI" panose="020B0604030504040204" pitchFamily="50" charset="-128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6:creationId val="1974897627"/>
      </p:ext>
    </p:extLst>
  </p:cSld>
  <p:clrMapOvr>
    <a:masterClrMapping/>
  </p:clrMapOvr>
</p:sld>
</file>

<file path=ppt/slides/slide3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45FD717-4E37-84C2-11B1-DCFF73B1B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63D5399-75C8-01A4-FB0F-01F267638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(</a:t>
            </a:r>
            <a:r>
              <a:rPr kumimoji="1" lang="ja-JP" altLang="en-US" dirty="0"/>
              <a:t>参考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ns2:creationId id="{B0B7642C-1CCE-DC5F-511E-2F32F0CCB82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77099" y="6419961"/>
            <a:ext cx="4764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C81B17-67D3-4F27-9B6A-679059DA03BE}" type="slidenum">
              <a:rPr lang="ja-JP" altLang="en-US" smtClean="0">
                <a:solidFill>
                  <a:prstClr val="black">
                    <a:tint val="82000"/>
                  </a:prstClr>
                </a:solidFill>
              </a:rPr>
              <a:pPr/>
              <a:t>34</a:t>
            </a:fld>
            <a:endParaRPr lang="ja-JP" altLang="en-US">
              <a:solidFill>
                <a:prstClr val="black">
                  <a:tint val="82000"/>
                </a:prstClr>
              </a:solidFill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B27ED358-639E-1FDD-33A3-3F8C8B37443A}"/>
              </a:ext>
            </a:extLst>
          </p:cNvPr>
          <p:cNvGrpSpPr/>
          <p:nvPr/>
        </p:nvGrpSpPr>
        <p:grpSpPr>
          <a:xfrm>
            <a:off x="344038" y="1889466"/>
            <a:ext cx="4519706" cy="4419259"/>
            <a:chOff x="344038" y="1889466"/>
            <a:chExt cx="4519706" cy="4419259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448907FF-1714-39BF-732F-F5DE41D8B92C}"/>
                </a:ext>
              </a:extLst>
            </p:cNvPr>
            <p:cNvSpPr txBox="1"/>
            <p:nvPr/>
          </p:nvSpPr>
          <p:spPr>
            <a:xfrm>
              <a:off x="451788" y="1889466"/>
              <a:ext cx="4402138" cy="28852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200025" indent="-200025" algn="l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5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7C845E36-C1C9-9D25-A606-DA9DBE8771F3}"/>
                </a:ext>
              </a:extLst>
            </p:cNvPr>
            <p:cNvGrpSpPr/>
            <p:nvPr/>
          </p:nvGrpSpPr>
          <p:grpSpPr>
            <a:xfrm>
              <a:off x="344038" y="2596055"/>
              <a:ext cx="4479985" cy="2737945"/>
              <a:chOff x="366051" y="2596055"/>
              <a:chExt cx="5340645" cy="2737945"/>
            </a:xfrm>
          </p:grpSpPr>
          <p:graphicFrame>
            <p:nvGraphicFramePr>
              <p:cNvPr id="20" name="グラフ 19">
                <a:extLst>
                  <a:ext uri="{FF2B5EF4-FFF2-40B4-BE49-F238E27FC236}">
                    <ns2:creationId id="{9C13C615-1619-9CA9-F6F5-28168DB78208}"/>
                  </a:ext>
                </a:extLst>
              </p:cNvPr>
              <p:cNvGraphicFramePr/>
              <p:nvPr/>
            </p:nvGraphicFramePr>
            <p:xfrm>
              <a:off x="366051" y="2596055"/>
              <a:ext cx="5069439" cy="2737945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28" name="テキスト ボックス 27">
                <a:extLst>
                  <a:ext uri="{FF2B5EF4-FFF2-40B4-BE49-F238E27FC236}">
                    <ns2:creationId id="{34C40ED4-A600-5DB4-6A2F-B317E486436A}"/>
                  </a:ext>
                </a:extLst>
              </p:cNvPr>
              <p:cNvSpPr txBox="1"/>
              <p:nvPr/>
            </p:nvSpPr>
            <p:spPr>
              <a:xfrm>
                <a:off x="4525911" y="2632569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2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zh-TW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lang="zh-TW" altLang="en-US" sz="11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テキスト ボックス 28">
                <a:extLst>
                  <a:ext uri="{FF2B5EF4-FFF2-40B4-BE49-F238E27FC236}">
                    <ns2:creationId id="{91081F1B-82F1-EDDF-3B77-8D38F8D6B0CD}"/>
                  </a:ext>
                </a:extLst>
              </p:cNvPr>
              <p:cNvSpPr txBox="1"/>
              <p:nvPr/>
            </p:nvSpPr>
            <p:spPr>
              <a:xfrm>
                <a:off x="4200840" y="3839437"/>
                <a:ext cx="1180785" cy="29342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008000"/>
                </a:solidFill>
              </a:ln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ctr"/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7547327E-FB33-83F5-5363-EAB74D3FC57A}"/>
                </a:ext>
              </a:extLst>
            </p:cNvPr>
            <p:cNvGrpSpPr/>
            <p:nvPr/>
          </p:nvGrpSpPr>
          <p:grpSpPr>
            <a:xfrm>
              <a:off x="502772" y="5334000"/>
              <a:ext cx="2007943" cy="974725"/>
              <a:chOff x="502772" y="5334000"/>
              <a:chExt cx="2007943" cy="974725"/>
            </a:xfrm>
          </p:grpSpPr>
          <p:sp>
            <p:nvSpPr>
              <p:cNvPr id="24" name="テキスト ボックス 23">
                <a:extLst>
                  <a:ext uri="{FF2B5EF4-FFF2-40B4-BE49-F238E27FC236}">
                    <ns2:creationId id="{6D5F877D-97D1-6FDE-D6D4-297D0ED6BCBF}"/>
                  </a:ext>
                </a:extLst>
              </p:cNvPr>
              <p:cNvSpPr txBox="1"/>
              <p:nvPr/>
            </p:nvSpPr>
            <p:spPr>
              <a:xfrm>
                <a:off x="502772" y="5534793"/>
                <a:ext cx="2007943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/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 algn="l">
                  <a:buClr>
                    <a:srgbClr val="008000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二等辺三角形 33">
                <a:extLst>
                  <a:ext uri="{FF2B5EF4-FFF2-40B4-BE49-F238E27FC236}">
                    <ns2:creationId id="{14470793-3B76-19C4-126E-6D3CECFB1C64}"/>
                  </a:ext>
                </a:extLst>
              </p:cNvPr>
              <p:cNvSpPr/>
              <p:nvPr/>
            </p:nvSpPr>
            <p:spPr>
              <a:xfrm>
                <a:off x="2138385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7987AE9B-A744-46BD-3494-99CB86B39D0D}"/>
                </a:ext>
              </a:extLst>
            </p:cNvPr>
            <p:cNvGrpSpPr/>
            <p:nvPr/>
          </p:nvGrpSpPr>
          <p:grpSpPr>
            <a:xfrm>
              <a:off x="2623882" y="5345710"/>
              <a:ext cx="1069027" cy="963015"/>
              <a:chOff x="2623882" y="5345710"/>
              <a:chExt cx="1069027" cy="963015"/>
            </a:xfrm>
          </p:grpSpPr>
          <p:sp>
            <p:nvSpPr>
              <p:cNvPr id="26" name="テキスト ボックス 25">
                <a:extLst>
                  <a:ext uri="{FF2B5EF4-FFF2-40B4-BE49-F238E27FC236}">
                    <ns2:creationId id="{48459EBF-5EF1-822C-5336-E3CB68BD40EB}"/>
                  </a:ext>
                </a:extLst>
              </p:cNvPr>
              <p:cNvSpPr txBox="1"/>
              <p:nvPr/>
            </p:nvSpPr>
            <p:spPr>
              <a:xfrm>
                <a:off x="2623882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二等辺三角形 34">
                <a:extLst>
                  <a:ext uri="{FF2B5EF4-FFF2-40B4-BE49-F238E27FC236}">
                    <ns2:creationId id="{216A6CFC-F14D-14ED-C887-0A747F1CFC77}"/>
                  </a:ext>
                </a:extLst>
              </p:cNvPr>
              <p:cNvSpPr/>
              <p:nvPr/>
            </p:nvSpPr>
            <p:spPr>
              <a:xfrm>
                <a:off x="3381474" y="5345710"/>
                <a:ext cx="247650" cy="231775"/>
              </a:xfrm>
              <a:prstGeom prst="triangle">
                <a:avLst>
                  <a:gd name="adj" fmla="val 10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5FE188D3-4309-9025-1B48-6C659F994D5C}"/>
                </a:ext>
              </a:extLst>
            </p:cNvPr>
            <p:cNvGrpSpPr/>
            <p:nvPr/>
          </p:nvGrpSpPr>
          <p:grpSpPr>
            <a:xfrm>
              <a:off x="3794717" y="5334000"/>
              <a:ext cx="1069027" cy="974725"/>
              <a:chOff x="3794717" y="5334000"/>
              <a:chExt cx="1069027" cy="974725"/>
            </a:xfrm>
          </p:grpSpPr>
          <p:sp>
            <p:nvSpPr>
              <p:cNvPr id="27" name="テキスト ボックス 26">
                <a:extLst>
                  <a:ext uri="{FF2B5EF4-FFF2-40B4-BE49-F238E27FC236}">
                    <ns2:creationId id="{12B41B8C-8133-32C3-553F-EA00E961FF70}"/>
                  </a:ext>
                </a:extLst>
              </p:cNvPr>
              <p:cNvSpPr txBox="1"/>
              <p:nvPr/>
            </p:nvSpPr>
            <p:spPr>
              <a:xfrm>
                <a:off x="3794717" y="5534793"/>
                <a:ext cx="1069027" cy="77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rIns="36000" rtlCol="0" anchor="ctr" anchorCtr="0">
                <a:noAutofit/>
              </a:bodyPr>
              <a:lstStyle/>
              <a:p>
                <a:pPr algn="l">
                  <a:spcAft>
                    <a:spcPts val="300"/>
                  </a:spcAft>
                </a:pPr>
                <a:r>
                  <a:rPr lang="en-US" altLang="zh-TW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zh-TW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l"/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zh-TW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二等辺三角形 35">
                <a:extLst>
                  <a:ext uri="{FF2B5EF4-FFF2-40B4-BE49-F238E27FC236}">
                    <ns2:creationId id="{A9C9697B-2ACB-1A37-D02C-8751BF586C19}"/>
                  </a:ext>
                </a:extLst>
              </p:cNvPr>
              <p:cNvSpPr/>
              <p:nvPr/>
            </p:nvSpPr>
            <p:spPr>
              <a:xfrm>
                <a:off x="4065066" y="5334000"/>
                <a:ext cx="247650" cy="23177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3" name="グループ化 2">
            <a:extLst>
              <a:ext uri="{FF2B5EF4-FFF2-40B4-BE49-F238E27FC236}">
                <ns2:creationId id="{A3B19A5F-BCD8-833A-3803-1EAA5C22E767}"/>
              </a:ext>
            </a:extLst>
          </p:cNvPr>
          <p:cNvGrpSpPr/>
          <p:nvPr/>
        </p:nvGrpSpPr>
        <p:grpSpPr>
          <a:xfrm>
            <a:off x="334962" y="1192123"/>
            <a:ext cx="4489061" cy="436652"/>
            <a:chOff x="334962" y="1192123"/>
            <a:chExt cx="4489061" cy="436652"/>
          </a:xfrm>
        </p:grpSpPr>
        <p:sp>
          <p:nvSpPr>
            <p:cNvPr id="6" name="テキスト ボックス 5">
              <a:extLst>
                <a:ext uri="{FF2B5EF4-FFF2-40B4-BE49-F238E27FC236}">
                  <ns2:creationId id="{EC5F418E-85FF-ACB2-BD2D-200F5E8C1FFE}"/>
                </a:ext>
              </a:extLst>
            </p:cNvPr>
            <p:cNvSpPr txBox="1"/>
            <p:nvPr/>
          </p:nvSpPr>
          <p:spPr>
            <a:xfrm>
              <a:off x="334962" y="1192123"/>
              <a:ext cx="4332287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" name="直線コネクタ 6">
              <a:extLst>
                <a:ext uri="{FF2B5EF4-FFF2-40B4-BE49-F238E27FC236}">
                  <ns2:creationId id="{981DC23A-23B8-37D0-7BB0-42AA2FD26185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2" y="1628775"/>
              <a:ext cx="448906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9" name="グラフィックス 208" descr="棒グラフ (上昇) 枠線">
              <a:extLst>
                <a:ext uri="{FF2B5EF4-FFF2-40B4-BE49-F238E27FC236}">
                  <ns2:creationId id="{531820DE-3DFA-C07D-75CE-A8AE1E03BD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3"/>
                </a:ext>
              </a:extLst>
            </a:blip>
            <a:stretch>
              <a:fillRect/>
            </a:stretch>
          </p:blipFill>
          <p:spPr>
            <a:xfrm flipH="1">
              <a:off x="334963" y="1211187"/>
              <a:ext cx="398524" cy="398524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F507E5BA-E649-DC0E-2799-78B250E2D9CA}"/>
              </a:ext>
            </a:extLst>
          </p:cNvPr>
          <p:cNvGrpSpPr/>
          <p:nvPr/>
        </p:nvGrpSpPr>
        <p:grpSpPr>
          <a:xfrm>
            <a:off x="5258132" y="1192123"/>
            <a:ext cx="6598906" cy="439827"/>
            <a:chOff x="5258132" y="1192123"/>
            <a:chExt cx="6598906" cy="439827"/>
          </a:xfrm>
        </p:grpSpPr>
        <p:cxnSp>
          <p:nvCxnSpPr>
            <p:cNvPr id="13" name="直線コネクタ 12">
              <a:extLst>
                <a:ext uri="{FF2B5EF4-FFF2-40B4-BE49-F238E27FC236}">
                  <ns2:creationId id="{1532D696-7F3E-BE8F-DCCE-23DCB1C1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258132" y="1631950"/>
              <a:ext cx="6598906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テキスト ボックス 38">
              <a:extLst>
                <a:ext uri="{FF2B5EF4-FFF2-40B4-BE49-F238E27FC236}">
                  <ns2:creationId id="{8C1B6415-F930-5ED6-F4CA-2CA6A85C3139}"/>
                </a:ext>
              </a:extLst>
            </p:cNvPr>
            <p:cNvSpPr txBox="1"/>
            <p:nvPr/>
          </p:nvSpPr>
          <p:spPr>
            <a:xfrm>
              <a:off x="5258133" y="1192123"/>
              <a:ext cx="6598904" cy="436652"/>
            </a:xfrm>
            <a:prstGeom prst="rect">
              <a:avLst/>
            </a:prstGeom>
            <a:noFill/>
          </p:spPr>
          <p:txBody>
            <a:bodyPr wrap="square" lIns="504000" rIns="36000" bIns="0" rtlCol="0" anchor="ctr" anchorCtr="0"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10" name="グラフィックス 209" descr="挙手 枠線">
              <a:extLst>
                <a:ext uri="{FF2B5EF4-FFF2-40B4-BE49-F238E27FC236}">
                  <ns2:creationId id="{920C7498-C28D-31AB-A055-580CBBCDD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rcRect/>
            <a:stretch/>
          </p:blipFill>
          <p:spPr>
            <a:xfrm flipH="1">
              <a:off x="5263287" y="1230697"/>
              <a:ext cx="398524" cy="398524"/>
            </a:xfrm>
            <a:prstGeom prst="rect">
              <a:avLst/>
            </a:prstGeom>
          </p:spPr>
        </p:pic>
      </p:grpSp>
      <p:grpSp>
        <p:nvGrpSpPr>
          <p:cNvPr id="110" name="グループ化 109">
            <a:extLst>
              <a:ext uri="{FF2B5EF4-FFF2-40B4-BE49-F238E27FC236}">
                <ns2:creationId id="{1BB8E123-7DBF-E75B-DCAE-FA47544AB0AC}"/>
              </a:ext>
            </a:extLst>
          </p:cNvPr>
          <p:cNvGrpSpPr/>
          <p:nvPr/>
        </p:nvGrpSpPr>
        <p:grpSpPr>
          <a:xfrm>
            <a:off x="5258132" y="1831792"/>
            <a:ext cx="6598906" cy="4469631"/>
            <a:chOff x="5258132" y="1831792"/>
            <a:chExt cx="6598906" cy="4469631"/>
          </a:xfrm>
        </p:grpSpPr>
        <p:sp>
          <p:nvSpPr>
            <p:cNvPr id="56" name="テキスト ボックス 55">
              <a:extLst>
                <a:ext uri="{FF2B5EF4-FFF2-40B4-BE49-F238E27FC236}">
                  <ns2:creationId id="{09443239-8A2B-D09E-E941-FCF2EDE07498}"/>
                </a:ext>
              </a:extLst>
            </p:cNvPr>
            <p:cNvSpPr txBox="1"/>
            <p:nvPr/>
          </p:nvSpPr>
          <p:spPr>
            <a:xfrm>
              <a:off x="6142765" y="3726939"/>
              <a:ext cx="1226899" cy="23959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aseline="30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200" baseline="30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テキスト ボックス 57">
              <a:extLst>
                <a:ext uri="{FF2B5EF4-FFF2-40B4-BE49-F238E27FC236}">
                  <ns2:creationId id="{CEABFE7E-9D65-E4CC-4ED0-7455D102EAFB}"/>
                </a:ext>
              </a:extLst>
            </p:cNvPr>
            <p:cNvSpPr txBox="1"/>
            <p:nvPr/>
          </p:nvSpPr>
          <p:spPr>
            <a:xfrm>
              <a:off x="6142765" y="4608713"/>
              <a:ext cx="1226899" cy="23653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テキスト ボックス 60">
              <a:extLst>
                <a:ext uri="{FF2B5EF4-FFF2-40B4-BE49-F238E27FC236}">
                  <ns2:creationId id="{5F8C86DA-34E2-A5AA-FC19-90D8426F759D}"/>
                </a:ext>
              </a:extLst>
            </p:cNvPr>
            <p:cNvSpPr txBox="1"/>
            <p:nvPr/>
          </p:nvSpPr>
          <p:spPr>
            <a:xfrm>
              <a:off x="6142766" y="4924599"/>
              <a:ext cx="1226899" cy="2350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テキスト ボックス 45">
              <a:extLst>
                <a:ext uri="{FF2B5EF4-FFF2-40B4-BE49-F238E27FC236}">
                  <ns2:creationId id="{15AB80E7-9F51-7458-EB83-3E2558DF4B2A}"/>
                </a:ext>
              </a:extLst>
            </p:cNvPr>
            <p:cNvSpPr txBox="1"/>
            <p:nvPr/>
          </p:nvSpPr>
          <p:spPr>
            <a:xfrm>
              <a:off x="6142766" y="2147509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A26032D6-B332-785E-744C-CB85094F7C23}"/>
                </a:ext>
              </a:extLst>
            </p:cNvPr>
            <p:cNvSpPr txBox="1"/>
            <p:nvPr/>
          </p:nvSpPr>
          <p:spPr>
            <a:xfrm>
              <a:off x="6142766" y="2463395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テキスト ボックス 47">
              <a:extLst>
                <a:ext uri="{FF2B5EF4-FFF2-40B4-BE49-F238E27FC236}">
                  <ns2:creationId id="{E05C8E80-987F-CB1B-F590-5FB349FD6FB2}"/>
                </a:ext>
              </a:extLst>
            </p:cNvPr>
            <p:cNvSpPr txBox="1"/>
            <p:nvPr/>
          </p:nvSpPr>
          <p:spPr>
            <a:xfrm>
              <a:off x="6142766" y="2779281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ns2:creationId id="{B3F96CC3-7950-751F-B938-1155FFB8BCB4}"/>
                </a:ext>
              </a:extLst>
            </p:cNvPr>
            <p:cNvSpPr txBox="1"/>
            <p:nvPr/>
          </p:nvSpPr>
          <p:spPr>
            <a:xfrm>
              <a:off x="6142766" y="3411053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ns2:creationId id="{186AF6E1-4AC2-FC3C-0C96-FAD81294FB04}"/>
                </a:ext>
              </a:extLst>
            </p:cNvPr>
            <p:cNvSpPr txBox="1"/>
            <p:nvPr/>
          </p:nvSpPr>
          <p:spPr>
            <a:xfrm>
              <a:off x="7463979" y="3416362"/>
              <a:ext cx="4383983" cy="23959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テキスト ボックス 53">
              <a:extLst>
                <a:ext uri="{FF2B5EF4-FFF2-40B4-BE49-F238E27FC236}">
                  <ns2:creationId id="{1EBE4C28-0DDD-97DB-7D69-D9C03048DF0C}"/>
                </a:ext>
              </a:extLst>
            </p:cNvPr>
            <p:cNvSpPr txBox="1"/>
            <p:nvPr/>
          </p:nvSpPr>
          <p:spPr>
            <a:xfrm>
              <a:off x="6142766" y="3095167"/>
              <a:ext cx="1226899" cy="247579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9" name="グループ化 218">
              <a:extLst>
                <a:ext uri="{FF2B5EF4-FFF2-40B4-BE49-F238E27FC236}">
                  <ns2:creationId id="{FB064EF2-1DF1-01C7-432A-AD5F7B96706F}"/>
                </a:ext>
              </a:extLst>
            </p:cNvPr>
            <p:cNvGrpSpPr/>
            <p:nvPr/>
          </p:nvGrpSpPr>
          <p:grpSpPr>
            <a:xfrm>
              <a:off x="7473055" y="1831792"/>
              <a:ext cx="4383983" cy="259410"/>
              <a:chOff x="7473055" y="1819161"/>
              <a:chExt cx="4383983" cy="272041"/>
            </a:xfrm>
          </p:grpSpPr>
          <p:sp>
            <p:nvSpPr>
              <p:cNvPr id="151" name="テキスト ボックス 150">
                <a:extLst>
                  <a:ext uri="{FF2B5EF4-FFF2-40B4-BE49-F238E27FC236}">
                    <ns2:creationId id="{6498FE5C-E002-9EA9-C781-01329F4DEE35}"/>
                  </a:ext>
                </a:extLst>
              </p:cNvPr>
              <p:cNvSpPr txBox="1"/>
              <p:nvPr/>
            </p:nvSpPr>
            <p:spPr>
              <a:xfrm>
                <a:off x="74730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2" name="テキスト ボックス 151">
                <a:extLst>
                  <a:ext uri="{FF2B5EF4-FFF2-40B4-BE49-F238E27FC236}">
                    <ns2:creationId id="{74625F83-1DDF-22F8-7694-55270E60A005}"/>
                  </a:ext>
                </a:extLst>
              </p:cNvPr>
              <p:cNvSpPr txBox="1"/>
              <p:nvPr/>
            </p:nvSpPr>
            <p:spPr>
              <a:xfrm>
                <a:off x="784283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2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3" name="テキスト ボックス 152">
                <a:extLst>
                  <a:ext uri="{FF2B5EF4-FFF2-40B4-BE49-F238E27FC236}">
                    <ns2:creationId id="{4095A343-059C-4693-77E3-AD263969A1F8}"/>
                  </a:ext>
                </a:extLst>
              </p:cNvPr>
              <p:cNvSpPr txBox="1"/>
              <p:nvPr/>
            </p:nvSpPr>
            <p:spPr>
              <a:xfrm>
                <a:off x="821261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3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5" name="テキスト ボックス 144">
                <a:extLst>
                  <a:ext uri="{FF2B5EF4-FFF2-40B4-BE49-F238E27FC236}">
                    <ns2:creationId id="{1490CF33-BD63-8784-B25E-1C837F2C9C06}"/>
                  </a:ext>
                </a:extLst>
              </p:cNvPr>
              <p:cNvSpPr txBox="1"/>
              <p:nvPr/>
            </p:nvSpPr>
            <p:spPr>
              <a:xfrm>
                <a:off x="85823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4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6" name="テキスト ボックス 145">
                <a:extLst>
                  <a:ext uri="{FF2B5EF4-FFF2-40B4-BE49-F238E27FC236}">
                    <ns2:creationId id="{F691A2DA-BA3C-11D9-62D3-93A548321040}"/>
                  </a:ext>
                </a:extLst>
              </p:cNvPr>
              <p:cNvSpPr txBox="1"/>
              <p:nvPr/>
            </p:nvSpPr>
            <p:spPr>
              <a:xfrm>
                <a:off x="8952173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5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7" name="テキスト ボックス 146">
                <a:extLst>
                  <a:ext uri="{FF2B5EF4-FFF2-40B4-BE49-F238E27FC236}">
                    <ns2:creationId id="{6D3A2BBE-B829-B370-3BE9-81C9393E69C5}"/>
                  </a:ext>
                </a:extLst>
              </p:cNvPr>
              <p:cNvSpPr txBox="1"/>
              <p:nvPr/>
            </p:nvSpPr>
            <p:spPr>
              <a:xfrm>
                <a:off x="93219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6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8" name="テキスト ボックス 147">
                <a:extLst>
                  <a:ext uri="{FF2B5EF4-FFF2-40B4-BE49-F238E27FC236}">
                    <ns2:creationId id="{8A6691AD-F2A2-5AAC-EA83-64BD95D925FC}"/>
                  </a:ext>
                </a:extLst>
              </p:cNvPr>
              <p:cNvSpPr txBox="1"/>
              <p:nvPr/>
            </p:nvSpPr>
            <p:spPr>
              <a:xfrm>
                <a:off x="969173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7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9" name="テキスト ボックス 148">
                <a:extLst>
                  <a:ext uri="{FF2B5EF4-FFF2-40B4-BE49-F238E27FC236}">
                    <ns2:creationId id="{83658C02-C1AA-7216-CD2A-F319C8D3BA24}"/>
                  </a:ext>
                </a:extLst>
              </p:cNvPr>
              <p:cNvSpPr txBox="1"/>
              <p:nvPr/>
            </p:nvSpPr>
            <p:spPr>
              <a:xfrm>
                <a:off x="1006151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8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50" name="テキスト ボックス 149">
                <a:extLst>
                  <a:ext uri="{FF2B5EF4-FFF2-40B4-BE49-F238E27FC236}">
                    <ns2:creationId id="{2938DC1C-2015-CB6F-1883-81F940872EDF}"/>
                  </a:ext>
                </a:extLst>
              </p:cNvPr>
              <p:cNvSpPr txBox="1"/>
              <p:nvPr/>
            </p:nvSpPr>
            <p:spPr>
              <a:xfrm>
                <a:off x="10431294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9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7" name="テキスト ボックス 136">
                <a:extLst>
                  <a:ext uri="{FF2B5EF4-FFF2-40B4-BE49-F238E27FC236}">
                    <ns2:creationId id="{DD54239F-5048-0CDA-18ED-ED8561D9B9FE}"/>
                  </a:ext>
                </a:extLst>
              </p:cNvPr>
              <p:cNvSpPr txBox="1"/>
              <p:nvPr/>
            </p:nvSpPr>
            <p:spPr>
              <a:xfrm>
                <a:off x="1080107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10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39" name="テキスト ボックス 138">
                <a:extLst>
                  <a:ext uri="{FF2B5EF4-FFF2-40B4-BE49-F238E27FC236}">
                    <ns2:creationId id="{4D182F3C-D448-FE6A-4585-18D12B48E862}"/>
                  </a:ext>
                </a:extLst>
              </p:cNvPr>
              <p:cNvSpPr txBox="1"/>
              <p:nvPr/>
            </p:nvSpPr>
            <p:spPr>
              <a:xfrm>
                <a:off x="11170855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11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  <p:sp>
            <p:nvSpPr>
              <p:cNvPr id="144" name="テキスト ボックス 143">
                <a:extLst>
                  <a:ext uri="{FF2B5EF4-FFF2-40B4-BE49-F238E27FC236}">
                    <ns2:creationId id="{3F10B9C3-E234-6119-70EA-688B4E809585}"/>
                  </a:ext>
                </a:extLst>
              </p:cNvPr>
              <p:cNvSpPr txBox="1"/>
              <p:nvPr/>
            </p:nvSpPr>
            <p:spPr>
              <a:xfrm>
                <a:off x="11540636" y="1819161"/>
                <a:ext cx="316402" cy="272041"/>
              </a:xfrm>
              <a:prstGeom prst="roundRect">
                <a:avLst>
                  <a:gd name="adj" fmla="val 3741"/>
                </a:avLst>
              </a:prstGeom>
              <a:solidFill>
                <a:srgbClr val="008000">
                  <a:alpha val="10000"/>
                </a:srgbClr>
              </a:solidFill>
              <a:ln w="6350">
                <a:noFill/>
                <a:prstDash val="dash"/>
              </a:ln>
            </p:spPr>
            <p:txBody>
              <a:bodyPr vert="horz" wrap="square" lIns="0" tIns="36000" rIns="0" bIns="36000" anchor="ctr" anchorCtr="0">
                <a:noAutofit/>
              </a:bodyPr>
              <a:lstStyle/>
              <a:p>
                <a:pPr marL="0" marR="0" lvl="0" indent="0" algn="ctr" defTabSz="9144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12</a:t>
                </a:r>
                <a:r>
                  <a:rPr kumimoji="1" lang="ja-JP" altLang="en-US" sz="105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lr oSVbN"/>
                  </a:rPr>
                  <a:t>XX</a:t>
                </a:r>
                <a:endParaRPr kumimoji="1" lang="en-US" altLang="ja-JP" sz="105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endParaRPr>
              </a:p>
            </p:txBody>
          </p:sp>
        </p:grpSp>
        <p:sp>
          <p:nvSpPr>
            <p:cNvPr id="62" name="テキスト ボックス 61">
              <a:extLst>
                <a:ext uri="{FF2B5EF4-FFF2-40B4-BE49-F238E27FC236}">
                  <ns2:creationId id="{B89CF144-4061-90A5-9E29-AB702ABD7CDB}"/>
                </a:ext>
              </a:extLst>
            </p:cNvPr>
            <p:cNvSpPr txBox="1"/>
            <p:nvPr/>
          </p:nvSpPr>
          <p:spPr>
            <a:xfrm>
              <a:off x="6133689" y="524048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テキスト ボックス 172">
              <a:extLst>
                <a:ext uri="{FF2B5EF4-FFF2-40B4-BE49-F238E27FC236}">
                  <ns2:creationId id="{8F0DA0C9-6E90-D2BB-A8AC-87CFC867FBB6}"/>
                </a:ext>
              </a:extLst>
            </p:cNvPr>
            <p:cNvSpPr txBox="1"/>
            <p:nvPr/>
          </p:nvSpPr>
          <p:spPr>
            <a:xfrm>
              <a:off x="7473057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62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4" name="テキスト ボックス 173">
              <a:extLst>
                <a:ext uri="{FF2B5EF4-FFF2-40B4-BE49-F238E27FC236}">
                  <ns2:creationId id="{43AE5070-90F1-129F-66B6-EBE7677BD5C7}"/>
                </a:ext>
              </a:extLst>
            </p:cNvPr>
            <p:cNvSpPr txBox="1"/>
            <p:nvPr/>
          </p:nvSpPr>
          <p:spPr>
            <a:xfrm>
              <a:off x="8952174" y="524048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54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BDC4CA00-8638-149D-9C00-2C1BB7F4E3EF}"/>
                </a:ext>
              </a:extLst>
            </p:cNvPr>
            <p:cNvSpPr txBox="1"/>
            <p:nvPr/>
          </p:nvSpPr>
          <p:spPr>
            <a:xfrm>
              <a:off x="6133688" y="4042825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テキスト ボックス 170">
              <a:extLst>
                <a:ext uri="{FF2B5EF4-FFF2-40B4-BE49-F238E27FC236}">
                  <ns2:creationId id="{4FC8FCFB-C8AA-1098-7246-57F859443D71}"/>
                </a:ext>
              </a:extLst>
            </p:cNvPr>
            <p:cNvSpPr txBox="1"/>
            <p:nvPr/>
          </p:nvSpPr>
          <p:spPr>
            <a:xfrm>
              <a:off x="8582397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/>
                <a:t>25</a:t>
              </a:r>
            </a:p>
            <a:p>
              <a:r>
                <a:rPr lang="ja-JP" altLang="en-US" sz="1100" dirty="0"/>
                <a:t>XX</a:t>
              </a:r>
            </a:p>
          </p:txBody>
        </p:sp>
        <p:sp>
          <p:nvSpPr>
            <p:cNvPr id="172" name="テキスト ボックス 171">
              <a:extLst>
                <a:ext uri="{FF2B5EF4-FFF2-40B4-BE49-F238E27FC236}">
                  <ns2:creationId id="{64AA497C-4FED-EA9F-2F4A-EFF7EB60E3AE}"/>
                </a:ext>
              </a:extLst>
            </p:cNvPr>
            <p:cNvSpPr txBox="1"/>
            <p:nvPr/>
          </p:nvSpPr>
          <p:spPr>
            <a:xfrm>
              <a:off x="9691734" y="4042825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en-US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50</a:t>
              </a:r>
            </a:p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/>
            </a:p>
          </p:txBody>
        </p:sp>
        <p:sp>
          <p:nvSpPr>
            <p:cNvPr id="63" name="テキスト ボックス 62">
              <a:extLst>
                <a:ext uri="{FF2B5EF4-FFF2-40B4-BE49-F238E27FC236}">
                  <ns2:creationId id="{134C4F78-D5F0-23FF-DE03-AFEE5CB81CD2}"/>
                </a:ext>
              </a:extLst>
            </p:cNvPr>
            <p:cNvSpPr txBox="1"/>
            <p:nvPr/>
          </p:nvSpPr>
          <p:spPr>
            <a:xfrm>
              <a:off x="6133689" y="5805108"/>
              <a:ext cx="1226899" cy="49631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wrap="square" lIns="36000" tIns="46800" rIns="36000" rtlCol="0" anchor="ctr" anchorCtr="0"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5AAADC03-EFD2-AAEE-05C0-E5A46467B674}"/>
                </a:ext>
              </a:extLst>
            </p:cNvPr>
            <p:cNvSpPr txBox="1"/>
            <p:nvPr/>
          </p:nvSpPr>
          <p:spPr>
            <a:xfrm>
              <a:off x="8582396" y="5805108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0" rIns="0" rtlCol="0" anchor="ctr" anchorCtr="0">
              <a:noAutofit/>
            </a:bodyPr>
            <a:lstStyle>
              <a:defPPr>
                <a:defRPr lang="ja-JP"/>
              </a:defPPr>
              <a:lvl1pPr algn="ctr">
                <a:defRPr sz="8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1000" dirty="0"/>
                <a:t>XX</a:t>
              </a:r>
              <a:endParaRPr lang="en-US" altLang="ja-JP" sz="1000" dirty="0"/>
            </a:p>
            <a:p>
              <a:r>
                <a:rPr lang="en-US" altLang="ja-JP" sz="1000" dirty="0"/>
                <a:t>25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79" name="テキスト ボックス 178">
              <a:extLst>
                <a:ext uri="{FF2B5EF4-FFF2-40B4-BE49-F238E27FC236}">
                  <ns2:creationId id="{C9854410-8E83-01B5-619E-2BF016E446AB}"/>
                </a:ext>
              </a:extLst>
            </p:cNvPr>
            <p:cNvSpPr txBox="1"/>
            <p:nvPr/>
          </p:nvSpPr>
          <p:spPr>
            <a:xfrm>
              <a:off x="9691735" y="5805112"/>
              <a:ext cx="316402" cy="496311"/>
            </a:xfrm>
            <a:prstGeom prst="rect">
              <a:avLst/>
            </a:prstGeom>
            <a:solidFill>
              <a:schemeClr val="accent2"/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sz="1000" dirty="0"/>
                <a:t>XX</a:t>
              </a:r>
              <a:r>
                <a:rPr lang="en-US" altLang="ja-JP" sz="1000" dirty="0"/>
                <a:t>50</a:t>
              </a:r>
              <a:r>
                <a:rPr lang="ja-JP" altLang="en-US" sz="1000" dirty="0"/>
                <a:t>XX</a:t>
              </a:r>
            </a:p>
          </p:txBody>
        </p:sp>
        <p:sp>
          <p:nvSpPr>
            <p:cNvPr id="182" name="テキスト ボックス 181">
              <a:extLst>
                <a:ext uri="{FF2B5EF4-FFF2-40B4-BE49-F238E27FC236}">
                  <ns2:creationId id="{BBEDDA90-DD97-E7A9-0D01-B88D34FA923D}"/>
                </a:ext>
              </a:extLst>
            </p:cNvPr>
            <p:cNvSpPr txBox="1"/>
            <p:nvPr/>
          </p:nvSpPr>
          <p:spPr>
            <a:xfrm>
              <a:off x="10431296" y="5805109"/>
              <a:ext cx="316402" cy="49631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6350">
              <a:noFill/>
              <a:prstDash val="dash"/>
            </a:ln>
          </p:spPr>
          <p:txBody>
            <a:bodyPr vert="horz" wrap="square" lIns="0" tIns="36000" rIns="0" bIns="36000" anchor="ctr" anchorCtr="0">
              <a:noAutofit/>
            </a:bodyPr>
            <a:lstStyle>
              <a:defPPr>
                <a:defRPr lang="ja-JP"/>
              </a:defPPr>
              <a:lvl1pPr marR="0" lvl="0" indent="0" algn="ctr" fontAlgn="base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lr oSVbN"/>
                </a:defRPr>
              </a:lvl1pPr>
            </a:lstStyle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endParaRPr lang="en-US" altLang="ja-JP" dirty="0">
                <a:solidFill>
                  <a:schemeClr val="tx1"/>
                </a:solidFill>
              </a:endParaRPr>
            </a:p>
            <a:p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  <a:r>
                <a:rPr lang="en-US" altLang="ja-JP" dirty="0">
                  <a:solidFill>
                    <a:schemeClr val="tx1"/>
                  </a:solidFill>
                </a:rPr>
                <a:t>10</a:t>
              </a:r>
              <a:r>
                <a:rPr lang="ja-JP" altLang="en-US" dirty="0">
                  <a:solidFill>
                    <a:schemeClr val="tx1"/>
                  </a:solidFill>
                </a:rPr>
                <a:t>XX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ns2:creationId id="{5F10919A-BBAB-2151-292C-6156306CAEB2}"/>
                </a:ext>
              </a:extLst>
            </p:cNvPr>
            <p:cNvGrpSpPr/>
            <p:nvPr/>
          </p:nvGrpSpPr>
          <p:grpSpPr>
            <a:xfrm>
              <a:off x="5258132" y="2147509"/>
              <a:ext cx="781240" cy="3012131"/>
              <a:chOff x="5258132" y="2147509"/>
              <a:chExt cx="781240" cy="3012131"/>
            </a:xfrm>
          </p:grpSpPr>
          <p:sp>
            <p:nvSpPr>
              <p:cNvPr id="40" name="テキスト ボックス 39">
                <a:extLst>
                  <a:ext uri="{FF2B5EF4-FFF2-40B4-BE49-F238E27FC236}">
                    <ns2:creationId id="{CD42DB3D-BB5C-5189-305A-11DD43FDEB0D}"/>
                  </a:ext>
                </a:extLst>
              </p:cNvPr>
              <p:cNvSpPr txBox="1"/>
              <p:nvPr/>
            </p:nvSpPr>
            <p:spPr>
              <a:xfrm>
                <a:off x="5258132" y="2147509"/>
                <a:ext cx="781240" cy="301213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36000" tIns="432000" rIns="36000" rtlCol="0" anchor="ctr" anchorCtr="0"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5" name="グラフィックス 204" descr="ハーベイ ボール 50% 単色塗りつぶし">
                <a:extLst>
                  <a:ext uri="{FF2B5EF4-FFF2-40B4-BE49-F238E27FC236}">
                    <ns2:creationId id="{E28416E5-2871-DD46-1EE5-DDF7872689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504752" y="30697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6" name="グループ化 15">
              <a:extLst>
                <a:ext uri="{FF2B5EF4-FFF2-40B4-BE49-F238E27FC236}">
                  <ns2:creationId id="{1FBFBFA3-5D9C-DD5A-04D5-F053ED0E1940}"/>
                </a:ext>
              </a:extLst>
            </p:cNvPr>
            <p:cNvGrpSpPr/>
            <p:nvPr/>
          </p:nvGrpSpPr>
          <p:grpSpPr>
            <a:xfrm>
              <a:off x="5258132" y="5240486"/>
              <a:ext cx="781240" cy="496311"/>
              <a:chOff x="5258132" y="5240486"/>
              <a:chExt cx="781240" cy="496311"/>
            </a:xfrm>
          </p:grpSpPr>
          <p:sp>
            <p:nvSpPr>
              <p:cNvPr id="41" name="テキスト ボックス 40">
                <a:extLst>
                  <a:ext uri="{FF2B5EF4-FFF2-40B4-BE49-F238E27FC236}">
                    <ns2:creationId id="{EC4F4327-8D33-93B3-4BC0-8E60848E6B38}"/>
                  </a:ext>
                </a:extLst>
              </p:cNvPr>
              <p:cNvSpPr txBox="1"/>
              <p:nvPr/>
            </p:nvSpPr>
            <p:spPr>
              <a:xfrm>
                <a:off x="5258132" y="5240486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52000" tIns="46800" rIns="36000" rtlCol="0" anchor="ctr" anchorCtr="0"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6" name="グラフィックス 205" descr="地球: アフリカとヨーロッパ 単色塗りつぶし">
                <a:extLst>
                  <a:ext uri="{FF2B5EF4-FFF2-40B4-BE49-F238E27FC236}">
                    <ns2:creationId id="{2ADE05AE-CB15-7A6C-8E2B-D59B91583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rcRect/>
              <a:stretch/>
            </p:blipFill>
            <p:spPr>
              <a:xfrm>
                <a:off x="5296254" y="5379497"/>
                <a:ext cx="218289" cy="218289"/>
              </a:xfrm>
              <a:prstGeom prst="rect">
                <a:avLst/>
              </a:prstGeom>
            </p:spPr>
          </p:pic>
        </p:grpSp>
        <p:grpSp>
          <p:nvGrpSpPr>
            <p:cNvPr id="17" name="グループ化 16">
              <a:extLst>
                <a:ext uri="{FF2B5EF4-FFF2-40B4-BE49-F238E27FC236}">
                  <ns2:creationId id="{E67745D7-07DB-033C-9884-47E0B4BBFFE0}"/>
                </a:ext>
              </a:extLst>
            </p:cNvPr>
            <p:cNvGrpSpPr/>
            <p:nvPr/>
          </p:nvGrpSpPr>
          <p:grpSpPr>
            <a:xfrm>
              <a:off x="5258132" y="5805109"/>
              <a:ext cx="781240" cy="496311"/>
              <a:chOff x="5258132" y="5805109"/>
              <a:chExt cx="781240" cy="496311"/>
            </a:xfrm>
          </p:grpSpPr>
          <p:sp>
            <p:nvSpPr>
              <p:cNvPr id="45" name="テキスト ボックス 44">
                <a:extLst>
                  <a:ext uri="{FF2B5EF4-FFF2-40B4-BE49-F238E27FC236}">
                    <ns2:creationId id="{225AF3C2-6B01-CBCF-0D7B-6B0E0D98CDFF}"/>
                  </a:ext>
                </a:extLst>
              </p:cNvPr>
              <p:cNvSpPr txBox="1"/>
              <p:nvPr/>
            </p:nvSpPr>
            <p:spPr>
              <a:xfrm>
                <a:off x="5258132" y="5805109"/>
                <a:ext cx="781240" cy="49631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wrap="square" lIns="288000" tIns="46800" rIns="36000" rtlCol="0" anchor="ctr" anchorCtr="0"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07" name="グラフィックス 206" descr="計算機 単色塗りつぶし">
                <a:extLst>
                  <a:ext uri="{FF2B5EF4-FFF2-40B4-BE49-F238E27FC236}">
                    <ns2:creationId id="{1D0DEC77-5239-CCF3-B531-DA8FC747C1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rcRect/>
              <a:stretch/>
            </p:blipFill>
            <p:spPr>
              <a:xfrm>
                <a:off x="5296254" y="5944120"/>
                <a:ext cx="218289" cy="218289"/>
              </a:xfrm>
              <a:prstGeom prst="rect">
                <a:avLst/>
              </a:prstGeom>
            </p:spPr>
          </p:pic>
        </p:grpSp>
        <p:cxnSp>
          <p:nvCxnSpPr>
            <p:cNvPr id="22" name="直線矢印コネクタ 21">
              <a:extLst>
                <a:ext uri="{FF2B5EF4-FFF2-40B4-BE49-F238E27FC236}">
                  <ns2:creationId id="{5A5F8E27-0463-A90C-F260-4DCF822C3F6C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2262505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テキスト ボックス 65">
              <a:extLst>
                <a:ext uri="{FF2B5EF4-FFF2-40B4-BE49-F238E27FC236}">
                  <ns2:creationId id="{CFE17F2E-EC21-12B4-606E-FD351337C394}"/>
                </a:ext>
              </a:extLst>
            </p:cNvPr>
            <p:cNvSpPr txBox="1"/>
            <p:nvPr/>
          </p:nvSpPr>
          <p:spPr>
            <a:xfrm>
              <a:off x="8952173" y="2147509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3" name="直線矢印コネクタ 32">
              <a:extLst>
                <a:ext uri="{FF2B5EF4-FFF2-40B4-BE49-F238E27FC236}">
                  <ns2:creationId id="{8FDE1D5F-2334-DE59-B11E-B9C952785D06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2596055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テキスト ボックス 66">
              <a:extLst>
                <a:ext uri="{FF2B5EF4-FFF2-40B4-BE49-F238E27FC236}">
                  <ns2:creationId id="{44F3ABAD-D554-A4A8-1D5A-E6C9BEC3ABED}"/>
                </a:ext>
              </a:extLst>
            </p:cNvPr>
            <p:cNvSpPr txBox="1"/>
            <p:nvPr/>
          </p:nvSpPr>
          <p:spPr>
            <a:xfrm>
              <a:off x="8952173" y="2464722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7" name="直線矢印コネクタ 36">
              <a:extLst>
                <a:ext uri="{FF2B5EF4-FFF2-40B4-BE49-F238E27FC236}">
                  <ns2:creationId id="{4BC96E6B-2979-7D5A-2591-96A6CD2188F8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2889250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ns2:creationId id="{801A62C1-7F0E-553B-1850-8AC2CE3B24D4}"/>
                </a:ext>
              </a:extLst>
            </p:cNvPr>
            <p:cNvSpPr txBox="1"/>
            <p:nvPr/>
          </p:nvSpPr>
          <p:spPr>
            <a:xfrm>
              <a:off x="8952173" y="2781937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8" name="直線矢印コネクタ 37">
              <a:extLst>
                <a:ext uri="{FF2B5EF4-FFF2-40B4-BE49-F238E27FC236}">
                  <ns2:creationId id="{5138087D-C83E-CB13-15BD-AB6319512FE0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3224530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テキスト ボックス 108">
              <a:extLst>
                <a:ext uri="{FF2B5EF4-FFF2-40B4-BE49-F238E27FC236}">
                  <ns2:creationId id="{65393843-9ECD-1097-B821-6F5B16807C41}"/>
                </a:ext>
              </a:extLst>
            </p:cNvPr>
            <p:cNvSpPr txBox="1"/>
            <p:nvPr/>
          </p:nvSpPr>
          <p:spPr>
            <a:xfrm>
              <a:off x="8952173" y="3099149"/>
              <a:ext cx="1425744" cy="2343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2" name="直線矢印コネクタ 41">
              <a:extLst>
                <a:ext uri="{FF2B5EF4-FFF2-40B4-BE49-F238E27FC236}">
                  <ns2:creationId id="{223AE49D-8A1A-478A-6D7B-30E826EF30A7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3840226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テキスト ボックス 228">
              <a:extLst>
                <a:ext uri="{FF2B5EF4-FFF2-40B4-BE49-F238E27FC236}">
                  <ns2:creationId id="{45D552AA-34B6-902E-6DBA-808D9ACF2DD5}"/>
                </a:ext>
              </a:extLst>
            </p:cNvPr>
            <p:cNvSpPr txBox="1"/>
            <p:nvPr/>
          </p:nvSpPr>
          <p:spPr>
            <a:xfrm>
              <a:off x="7842834" y="3734926"/>
              <a:ext cx="3644423" cy="2395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96000" rIns="0" anchor="ctr">
              <a:noAutofit/>
            </a:bodyPr>
            <a:lstStyle/>
            <a:p>
              <a:pPr defTabSz="957263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		)</a:t>
              </a:r>
              <a:endParaRPr lang="ja-JP" alt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2FF0B22B-B198-0ABE-55D6-23DC8EB13B52}"/>
                </a:ext>
              </a:extLst>
            </p:cNvPr>
            <p:cNvGrpSpPr/>
            <p:nvPr/>
          </p:nvGrpSpPr>
          <p:grpSpPr>
            <a:xfrm>
              <a:off x="9392857" y="3789485"/>
              <a:ext cx="1685672" cy="139161"/>
              <a:chOff x="11851584" y="3402316"/>
              <a:chExt cx="1685672" cy="249648"/>
            </a:xfrm>
          </p:grpSpPr>
          <p:sp>
            <p:nvSpPr>
              <p:cNvPr id="217" name="テキスト ボックス 216">
                <a:extLst>
                  <a:ext uri="{FF2B5EF4-FFF2-40B4-BE49-F238E27FC236}">
                    <ns2:creationId id="{1B83D85A-F416-4A40-3F22-47E8EDAF174F}"/>
                  </a:ext>
                </a:extLst>
              </p:cNvPr>
              <p:cNvSpPr txBox="1"/>
              <p:nvPr/>
            </p:nvSpPr>
            <p:spPr>
              <a:xfrm>
                <a:off x="11851584" y="3412382"/>
                <a:ext cx="316402" cy="239582"/>
              </a:xfrm>
              <a:prstGeom prst="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txBody>
              <a:bodyPr wrap="square" lIns="0" rIns="0" anchor="ctr">
                <a:noAutofit/>
              </a:bodyPr>
              <a:lstStyle/>
              <a:p>
                <a:pPr algn="ctr"/>
                <a:r>
                  <a: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参考</a:t>
                </a:r>
              </a:p>
            </p:txBody>
          </p:sp>
          <p:grpSp>
            <p:nvGrpSpPr>
              <p:cNvPr id="21" name="グループ化 20">
                <a:extLst>
                  <a:ext uri="{FF2B5EF4-FFF2-40B4-BE49-F238E27FC236}">
                    <ns2:creationId id="{E3EC7005-D961-FE9E-D5FA-680CB3301B4B}"/>
                  </a:ext>
                </a:extLst>
              </p:cNvPr>
              <p:cNvGrpSpPr/>
              <p:nvPr/>
            </p:nvGrpSpPr>
            <p:grpSpPr>
              <a:xfrm>
                <a:off x="12145224" y="3402316"/>
                <a:ext cx="1392032" cy="245659"/>
                <a:chOff x="9716793" y="3704356"/>
                <a:chExt cx="1722243" cy="245659"/>
              </a:xfrm>
            </p:grpSpPr>
            <p:sp>
              <p:nvSpPr>
                <p:cNvPr id="12" name="テキスト ボックス 11">
                  <a:extLst>
                    <a:ext uri="{FF2B5EF4-FFF2-40B4-BE49-F238E27FC236}">
                      <ns2:creationId id="{5BDEA343-E5E6-AF9A-CF44-0BE5E6B7927B}"/>
                    </a:ext>
                  </a:extLst>
                </p:cNvPr>
                <p:cNvSpPr txBox="1"/>
                <p:nvPr/>
              </p:nvSpPr>
              <p:spPr>
                <a:xfrm>
                  <a:off x="9716793" y="3710432"/>
                  <a:ext cx="906675" cy="2395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rIns="0" anchor="ctr">
                  <a:noAutofit/>
                </a:bodyPr>
                <a:lstStyle/>
                <a:p>
                  <a:pPr algn="ctr"/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8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" name="テキスト ボックス 18">
                  <a:extLst>
                    <a:ext uri="{FF2B5EF4-FFF2-40B4-BE49-F238E27FC236}">
                      <ns2:creationId id="{2B3CBCDB-A30D-FC06-D13C-CE1B7685B4D2}"/>
                    </a:ext>
                  </a:extLst>
                </p:cNvPr>
                <p:cNvSpPr txBox="1"/>
                <p:nvPr/>
              </p:nvSpPr>
              <p:spPr>
                <a:xfrm>
                  <a:off x="10532360" y="3704356"/>
                  <a:ext cx="906676" cy="2395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rIns="0" anchor="ctr">
                  <a:noAutofit/>
                </a:bodyPr>
                <a:lstStyle/>
                <a:p>
                  <a:pPr algn="ctr"/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CN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9</a:t>
                  </a:r>
                  <a:r>
                    <a:rPr lang="zh-CN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cxnSp>
          <p:nvCxnSpPr>
            <p:cNvPr id="44" name="直線矢印コネクタ 43">
              <a:extLst>
                <a:ext uri="{FF2B5EF4-FFF2-40B4-BE49-F238E27FC236}">
                  <ns2:creationId id="{523CDD9F-0E29-E30B-F6C6-B8DDAE2E66AB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4290726"/>
              <a:ext cx="1025224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テキスト ボックス 89">
              <a:extLst>
                <a:ext uri="{FF2B5EF4-FFF2-40B4-BE49-F238E27FC236}">
                  <ns2:creationId id="{80B6B983-31E3-C5CB-4479-2C7A75CB01A6}"/>
                </a:ext>
              </a:extLst>
            </p:cNvPr>
            <p:cNvSpPr txBox="1"/>
            <p:nvPr/>
          </p:nvSpPr>
          <p:spPr>
            <a:xfrm>
              <a:off x="7578090" y="4042825"/>
              <a:ext cx="86106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3" name="直線矢印コネクタ 52">
              <a:extLst>
                <a:ext uri="{FF2B5EF4-FFF2-40B4-BE49-F238E27FC236}">
                  <ns2:creationId id="{A1E09F84-E64F-747C-2F67-6C5989989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52173" y="4290726"/>
              <a:ext cx="686181" cy="254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テキスト ボックス 175">
              <a:extLst>
                <a:ext uri="{FF2B5EF4-FFF2-40B4-BE49-F238E27FC236}">
                  <ns2:creationId id="{5F30804A-0DBB-C0D0-3F3D-EB008042A1EC}"/>
                </a:ext>
              </a:extLst>
            </p:cNvPr>
            <p:cNvSpPr txBox="1"/>
            <p:nvPr/>
          </p:nvSpPr>
          <p:spPr>
            <a:xfrm>
              <a:off x="9014460" y="4042825"/>
              <a:ext cx="55372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8" name="直線矢印コネクタ 67">
              <a:extLst>
                <a:ext uri="{FF2B5EF4-FFF2-40B4-BE49-F238E27FC236}">
                  <ns2:creationId id="{0C54A5F8-E92D-4B2D-4A11-897AB2252020}"/>
                </a:ext>
              </a:extLst>
            </p:cNvPr>
            <p:cNvCxnSpPr>
              <a:cxnSpLocks/>
            </p:cNvCxnSpPr>
            <p:nvPr/>
          </p:nvCxnSpPr>
          <p:spPr>
            <a:xfrm>
              <a:off x="10061514" y="4298346"/>
              <a:ext cx="1775669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テキスト ボックス 176">
              <a:extLst>
                <a:ext uri="{FF2B5EF4-FFF2-40B4-BE49-F238E27FC236}">
                  <ns2:creationId id="{BED045AC-CEF4-FBBF-3383-E5418AAE0D90}"/>
                </a:ext>
              </a:extLst>
            </p:cNvPr>
            <p:cNvSpPr txBox="1"/>
            <p:nvPr/>
          </p:nvSpPr>
          <p:spPr>
            <a:xfrm>
              <a:off x="10431294" y="4044095"/>
              <a:ext cx="1055963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3" name="直線矢印コネクタ 72">
              <a:extLst>
                <a:ext uri="{FF2B5EF4-FFF2-40B4-BE49-F238E27FC236}">
                  <ns2:creationId id="{B68FFC65-9278-7972-0002-B00D5F120566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4737481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テキスト ボックス 99">
              <a:extLst>
                <a:ext uri="{FF2B5EF4-FFF2-40B4-BE49-F238E27FC236}">
                  <ns2:creationId id="{659C43C3-9E81-0D36-E400-7B57900D124C}"/>
                </a:ext>
              </a:extLst>
            </p:cNvPr>
            <p:cNvSpPr txBox="1"/>
            <p:nvPr/>
          </p:nvSpPr>
          <p:spPr>
            <a:xfrm>
              <a:off x="8952173" y="4619755"/>
              <a:ext cx="1425744" cy="2365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8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4" name="直線矢印コネクタ 73">
              <a:extLst>
                <a:ext uri="{FF2B5EF4-FFF2-40B4-BE49-F238E27FC236}">
                  <ns2:creationId id="{50F9753D-9C4C-E476-57AA-FB809F59A2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8080" y="5060569"/>
              <a:ext cx="4339103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テキスト ボックス 100">
              <a:extLst>
                <a:ext uri="{FF2B5EF4-FFF2-40B4-BE49-F238E27FC236}">
                  <ns2:creationId id="{7D60540A-5796-1B54-BFA6-6F4676F8CFF0}"/>
                </a:ext>
              </a:extLst>
            </p:cNvPr>
            <p:cNvSpPr txBox="1"/>
            <p:nvPr/>
          </p:nvSpPr>
          <p:spPr>
            <a:xfrm>
              <a:off x="8952173" y="4937137"/>
              <a:ext cx="1425744" cy="2350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5" name="直線矢印コネクタ 74">
              <a:extLst>
                <a:ext uri="{FF2B5EF4-FFF2-40B4-BE49-F238E27FC236}">
                  <ns2:creationId id="{300BB7BB-2947-B2D3-21FA-EAF9D933B006}"/>
                </a:ext>
              </a:extLst>
            </p:cNvPr>
            <p:cNvCxnSpPr>
              <a:cxnSpLocks/>
            </p:cNvCxnSpPr>
            <p:nvPr/>
          </p:nvCxnSpPr>
          <p:spPr>
            <a:xfrm>
              <a:off x="9321955" y="5488641"/>
              <a:ext cx="2515228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テキスト ボックス 174">
              <a:extLst>
                <a:ext uri="{FF2B5EF4-FFF2-40B4-BE49-F238E27FC236}">
                  <ns2:creationId id="{610B7D7F-B697-B17A-5B71-D6017B0E7F91}"/>
                </a:ext>
              </a:extLst>
            </p:cNvPr>
            <p:cNvSpPr txBox="1"/>
            <p:nvPr/>
          </p:nvSpPr>
          <p:spPr>
            <a:xfrm>
              <a:off x="10111280" y="5240485"/>
              <a:ext cx="95296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800" dirty="0"/>
                <a:t>10</a:t>
              </a:r>
              <a:r>
                <a:rPr lang="ja-JP" altLang="en-US" sz="800" dirty="0"/>
                <a:t>～</a:t>
              </a:r>
              <a:r>
                <a:rPr lang="en-US" altLang="ja-JP" sz="800" dirty="0"/>
                <a:t>30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86" name="直線矢印コネクタ 85">
              <a:extLst>
                <a:ext uri="{FF2B5EF4-FFF2-40B4-BE49-F238E27FC236}">
                  <ns2:creationId id="{961F3DA0-546E-4AFF-003F-800DCB5E256E}"/>
                </a:ext>
              </a:extLst>
            </p:cNvPr>
            <p:cNvCxnSpPr>
              <a:cxnSpLocks/>
            </p:cNvCxnSpPr>
            <p:nvPr/>
          </p:nvCxnSpPr>
          <p:spPr>
            <a:xfrm>
              <a:off x="7864047" y="5496591"/>
              <a:ext cx="1025224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テキスト ボックス 101">
              <a:extLst>
                <a:ext uri="{FF2B5EF4-FFF2-40B4-BE49-F238E27FC236}">
                  <ns2:creationId id="{91AB64DF-E4DE-58E4-F972-FFFE05CB2871}"/>
                </a:ext>
              </a:extLst>
            </p:cNvPr>
            <p:cNvSpPr txBox="1"/>
            <p:nvPr/>
          </p:nvSpPr>
          <p:spPr>
            <a:xfrm>
              <a:off x="7950200" y="5240485"/>
              <a:ext cx="84836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en-US" altLang="ja-JP" sz="800" dirty="0"/>
                <a:t>10</a:t>
              </a:r>
              <a:r>
                <a:rPr lang="ja-JP" altLang="en-US" sz="800" dirty="0"/>
                <a:t>～</a:t>
              </a:r>
              <a:r>
                <a:rPr lang="en-US" altLang="ja-JP" sz="800" dirty="0"/>
                <a:t>30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87" name="直線矢印コネクタ 86">
              <a:extLst>
                <a:ext uri="{FF2B5EF4-FFF2-40B4-BE49-F238E27FC236}">
                  <ns2:creationId id="{189D866B-DECA-1938-6D04-C3D1C172A1A5}"/>
                </a:ext>
              </a:extLst>
            </p:cNvPr>
            <p:cNvCxnSpPr>
              <a:cxnSpLocks/>
            </p:cNvCxnSpPr>
            <p:nvPr/>
          </p:nvCxnSpPr>
          <p:spPr>
            <a:xfrm>
              <a:off x="10801076" y="6053262"/>
              <a:ext cx="1036107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テキスト ボックス 185">
              <a:extLst>
                <a:ext uri="{FF2B5EF4-FFF2-40B4-BE49-F238E27FC236}">
                  <ns2:creationId id="{61EE981E-CBD9-1E23-067F-08F86E2C7F38}"/>
                </a:ext>
              </a:extLst>
            </p:cNvPr>
            <p:cNvSpPr txBox="1"/>
            <p:nvPr/>
          </p:nvSpPr>
          <p:spPr>
            <a:xfrm>
              <a:off x="10919460" y="5805106"/>
              <a:ext cx="78124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r>
                <a:rPr lang="en-US" altLang="ja-JP" sz="800" dirty="0"/>
                <a:t>20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95" name="直線矢印コネクタ 94">
              <a:extLst>
                <a:ext uri="{FF2B5EF4-FFF2-40B4-BE49-F238E27FC236}">
                  <ns2:creationId id="{A10C7B43-E83F-8AA2-6A80-78EF0D36D6AF}"/>
                </a:ext>
              </a:extLst>
            </p:cNvPr>
            <p:cNvCxnSpPr>
              <a:cxnSpLocks/>
            </p:cNvCxnSpPr>
            <p:nvPr/>
          </p:nvCxnSpPr>
          <p:spPr>
            <a:xfrm>
              <a:off x="7487197" y="6053262"/>
              <a:ext cx="1036107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テキスト ボックス 182">
              <a:extLst>
                <a:ext uri="{FF2B5EF4-FFF2-40B4-BE49-F238E27FC236}">
                  <ns2:creationId id="{3FD36AC0-746C-E370-1A29-172931C35FEC}"/>
                </a:ext>
              </a:extLst>
            </p:cNvPr>
            <p:cNvSpPr txBox="1"/>
            <p:nvPr/>
          </p:nvSpPr>
          <p:spPr>
            <a:xfrm>
              <a:off x="7590789" y="5805108"/>
              <a:ext cx="848361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r>
                <a:rPr lang="en-US" altLang="ja-JP" sz="800" dirty="0"/>
                <a:t>20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cxnSp>
          <p:nvCxnSpPr>
            <p:cNvPr id="96" name="直線矢印コネクタ 95">
              <a:extLst>
                <a:ext uri="{FF2B5EF4-FFF2-40B4-BE49-F238E27FC236}">
                  <ns2:creationId id="{97EE9F6C-5763-50D2-B701-3D7911D34583}"/>
                </a:ext>
              </a:extLst>
            </p:cNvPr>
            <p:cNvCxnSpPr>
              <a:cxnSpLocks/>
            </p:cNvCxnSpPr>
            <p:nvPr/>
          </p:nvCxnSpPr>
          <p:spPr>
            <a:xfrm>
              <a:off x="8952173" y="6053262"/>
              <a:ext cx="686181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ns2:creationId id="{CAEDD169-2130-4F10-EA49-5D75E63DC90A}"/>
                </a:ext>
              </a:extLst>
            </p:cNvPr>
            <p:cNvCxnSpPr>
              <a:cxnSpLocks/>
            </p:cNvCxnSpPr>
            <p:nvPr/>
          </p:nvCxnSpPr>
          <p:spPr>
            <a:xfrm>
              <a:off x="10061514" y="6053262"/>
              <a:ext cx="316402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テキスト ボックス 183">
              <a:extLst>
                <a:ext uri="{FF2B5EF4-FFF2-40B4-BE49-F238E27FC236}">
                  <ns2:creationId id="{2FC06173-8D87-9122-7AF0-96A9A845D03C}"/>
                </a:ext>
              </a:extLst>
            </p:cNvPr>
            <p:cNvSpPr txBox="1"/>
            <p:nvPr/>
          </p:nvSpPr>
          <p:spPr>
            <a:xfrm>
              <a:off x="9017000" y="5805108"/>
              <a:ext cx="553720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6000" rIns="3600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800" dirty="0"/>
                <a:t>XX</a:t>
              </a:r>
              <a:endParaRPr lang="en-US" altLang="ja-JP" sz="800" dirty="0"/>
            </a:p>
            <a:p>
              <a:r>
                <a:rPr lang="en-US" altLang="ja-JP" sz="800" dirty="0"/>
                <a:t>20</a:t>
              </a:r>
              <a:r>
                <a:rPr lang="ja-JP" altLang="en-US" sz="800" dirty="0"/>
                <a:t>XX</a:t>
              </a:r>
              <a:r>
                <a:rPr lang="en-US" altLang="ja-JP" sz="800" dirty="0"/>
                <a:t>/</a:t>
              </a:r>
              <a:r>
                <a:rPr lang="ja-JP" altLang="en-US" sz="800" dirty="0"/>
                <a:t>XX</a:t>
              </a:r>
            </a:p>
          </p:txBody>
        </p:sp>
        <p:sp>
          <p:nvSpPr>
            <p:cNvPr id="185" name="テキスト ボックス 184">
              <a:extLst>
                <a:ext uri="{FF2B5EF4-FFF2-40B4-BE49-F238E27FC236}">
                  <ns2:creationId id="{24B3D7E2-1085-C32B-7C5E-2318604EFB88}"/>
                </a:ext>
              </a:extLst>
            </p:cNvPr>
            <p:cNvSpPr txBox="1"/>
            <p:nvPr/>
          </p:nvSpPr>
          <p:spPr>
            <a:xfrm>
              <a:off x="10126520" y="5805108"/>
              <a:ext cx="185245" cy="496311"/>
            </a:xfrm>
            <a:prstGeom prst="rect">
              <a:avLst/>
            </a:prstGeom>
            <a:solidFill>
              <a:schemeClr val="bg1"/>
            </a:solidFill>
          </p:spPr>
          <p:txBody>
            <a:bodyPr vert="eaVert" wrap="square" lIns="36000" tIns="0" rIns="36000" bIns="0" rtlCol="0" anchor="ctr" anchorCtr="0">
              <a:noAutofit/>
            </a:bodyPr>
            <a:lstStyle>
              <a:defPPr>
                <a:defRPr lang="ja-JP"/>
              </a:defPPr>
              <a:lvl1pPr algn="ctr">
                <a:defRPr sz="900">
                  <a:latin typeface="Meiryo UI" panose="020B0604030504040204" pitchFamily="50" charset="-128"/>
                  <a:ea typeface="Meiryo UI" panose="020B0604030504040204" pitchFamily="50" charset="-128"/>
                </a:defRPr>
              </a:lvl1pPr>
            </a:lstStyle>
            <a:p>
              <a:r>
                <a:rPr lang="ja-JP" altLang="en-US" sz="600" dirty="0"/>
                <a:t>XX</a:t>
              </a:r>
              <a:r>
                <a:rPr lang="en-US" altLang="ja-JP" sz="600" dirty="0"/>
                <a:t>20</a:t>
              </a:r>
              <a:r>
                <a:rPr lang="ja-JP" altLang="en-US" sz="600" dirty="0"/>
                <a:t>XX</a:t>
              </a:r>
              <a:r>
                <a:rPr lang="en-US" altLang="ja-JP" sz="600" dirty="0"/>
                <a:t>/</a:t>
              </a:r>
              <a:r>
                <a:rPr lang="ja-JP" altLang="en-US" sz="600" dirty="0"/>
                <a:t>XX</a:t>
              </a:r>
            </a:p>
          </p:txBody>
        </p:sp>
      </p:grpSp>
    </p:spTree>
    <p:extLst>
      <p:ext uri="{BB962C8B-B14F-4D97-AF65-F5344CB8AC3E}">
        <ns6:creationId val="712659107"/>
      </p:ext>
    </p:extLst>
  </p:cSld>
  <p:clrMapOvr>
    <a:masterClrMapping/>
  </p:clrMapOvr>
</p:sld>
</file>

<file path=ppt/slides/slide3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1AC9CA5-5C1B-A526-E497-C4250E8F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正方形/長方形 27">
            <a:extLst>
              <a:ext uri="{FF2B5EF4-FFF2-40B4-BE49-F238E27FC236}">
                <ns2:creationId id="{AA468677-A9BC-B495-E996-9C1E82D6DDE7}"/>
              </a:ext>
            </a:extLst>
          </p:cNvPr>
          <p:cNvSpPr/>
          <p:nvPr/>
        </p:nvSpPr>
        <p:spPr>
          <a:xfrm>
            <a:off x="3551733" y="4572474"/>
            <a:ext cx="3276000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269875" lvl="3" indent="-92075">
              <a:spcBef>
                <a:spcPts val="500"/>
              </a:spcBef>
              <a:buClr>
                <a:srgbClr val="339933"/>
              </a:buClr>
              <a:buFont typeface="Meiryo UI" panose="020B0604030504040204" pitchFamily="50" charset="-128"/>
              <a:buChar char="‐"/>
            </a:pPr>
            <a:r>
              <a:rPr lang="ja-JP" altLang="en-US" sz="1100" spc="3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</a:p>
          <a:p>
            <a:pPr marL="269875" lvl="3" indent="-92075">
              <a:spcBef>
                <a:spcPts val="500"/>
              </a:spcBef>
              <a:buClr>
                <a:srgbClr val="339933"/>
              </a:buClr>
              <a:buFont typeface="Meiryo UI" panose="020B0604030504040204" pitchFamily="50" charset="-128"/>
              <a:buChar char="‐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×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FD249CF4-3643-D879-1A73-1AA538BA8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A32C264D-95D3-ECF9-C0EC-66260DDD6B61}"/>
              </a:ext>
            </a:extLst>
          </p:cNvPr>
          <p:cNvGrpSpPr/>
          <p:nvPr/>
        </p:nvGrpSpPr>
        <p:grpSpPr>
          <a:xfrm>
            <a:off x="1331048" y="2617287"/>
            <a:ext cx="10525339" cy="258668"/>
            <a:chOff x="1331698" y="2751149"/>
            <a:chExt cx="10525339" cy="258668"/>
          </a:xfrm>
        </p:grpSpPr>
        <p:cxnSp>
          <p:nvCxnSpPr>
            <p:cNvPr id="8" name="直線コネクタ 7">
              <a:extLst>
                <a:ext uri="{FF2B5EF4-FFF2-40B4-BE49-F238E27FC236}">
                  <ns2:creationId id="{2199C291-3ED5-D5A1-D102-82648AE0421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594368" y="-2382186"/>
              <a:ext cx="0" cy="1052533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グループ化 8">
              <a:extLst>
                <a:ext uri="{FF2B5EF4-FFF2-40B4-BE49-F238E27FC236}">
                  <ns2:creationId id="{5122BDEB-4B0F-EAA7-2CFA-35B6B21E976F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6465034" y="2754483"/>
              <a:ext cx="258668" cy="252000"/>
              <a:chOff x="4481975" y="4552638"/>
              <a:chExt cx="369527" cy="360000"/>
            </a:xfrm>
          </p:grpSpPr>
          <p:sp>
            <p:nvSpPr>
              <p:cNvPr id="10" name="円/楕円 8">
                <a:extLst>
                  <a:ext uri="{FF2B5EF4-FFF2-40B4-BE49-F238E27FC236}">
                    <ns2:creationId id="{8D7A666D-F792-156D-B02E-F2BFA18CF83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29A55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>
                  <a:buClr>
                    <a:schemeClr val="accent1"/>
                  </a:buClr>
                </a:pPr>
                <a:endParaRPr kumimoji="1" lang="ja-JP" altLang="en-US" sz="1200">
                  <a:solidFill>
                    <a:schemeClr val="tx1">
                      <a:lumMod val="85000"/>
                      <a:lumOff val="1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11" name="グラフィックス 10">
                <a:extLst>
                  <a:ext uri="{FF2B5EF4-FFF2-40B4-BE49-F238E27FC236}">
                    <ns2:creationId id="{DDB251E8-E4B9-46A6-B127-DF6EFC7D6D65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80" name="グループ化 79">
            <a:extLst>
              <a:ext uri="{FF2B5EF4-FFF2-40B4-BE49-F238E27FC236}">
                <ns2:creationId id="{21973592-A5A9-783B-517F-042B81190D5B}"/>
              </a:ext>
            </a:extLst>
          </p:cNvPr>
          <p:cNvGrpSpPr/>
          <p:nvPr/>
        </p:nvGrpSpPr>
        <p:grpSpPr>
          <a:xfrm>
            <a:off x="1331695" y="4284728"/>
            <a:ext cx="10524691" cy="288000"/>
            <a:chOff x="1331695" y="4284728"/>
            <a:chExt cx="10524691" cy="288000"/>
          </a:xfrm>
        </p:grpSpPr>
        <p:sp>
          <p:nvSpPr>
            <p:cNvPr id="14" name="ホームベース 64">
              <a:extLst>
                <a:ext uri="{FF2B5EF4-FFF2-40B4-BE49-F238E27FC236}">
                  <ns2:creationId id="{151E3616-7BC7-553D-0A4E-E95CC8D58D93}"/>
                </a:ext>
              </a:extLst>
            </p:cNvPr>
            <p:cNvSpPr/>
            <p:nvPr/>
          </p:nvSpPr>
          <p:spPr>
            <a:xfrm>
              <a:off x="1331695" y="4284728"/>
              <a:ext cx="2260800" cy="288000"/>
            </a:xfrm>
            <a:prstGeom prst="homePlate">
              <a:avLst>
                <a:gd name="adj" fmla="val 26028"/>
              </a:avLst>
            </a:prstGeom>
            <a:solidFill>
              <a:srgbClr val="29A559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36000" rIns="36000" bIns="36000" rtlCol="0" anchor="t"/>
            <a:lstStyle/>
            <a:p>
              <a:pPr lvl="1">
                <a:spcBef>
                  <a:spcPts val="500"/>
                </a:spcBef>
              </a:pPr>
              <a:r>
                <a:rPr lang="ja-JP" altLang="en-US" sz="120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" name="山形 65">
              <a:extLst>
                <a:ext uri="{FF2B5EF4-FFF2-40B4-BE49-F238E27FC236}">
                  <ns2:creationId id="{A0142CBD-4F76-9F22-4FA0-B46B92CA2B5A}"/>
                </a:ext>
              </a:extLst>
            </p:cNvPr>
            <p:cNvSpPr/>
            <p:nvPr/>
          </p:nvSpPr>
          <p:spPr>
            <a:xfrm>
              <a:off x="3546638" y="4284728"/>
              <a:ext cx="6663731" cy="288000"/>
            </a:xfrm>
            <a:prstGeom prst="chevron">
              <a:avLst>
                <a:gd name="adj" fmla="val 26028"/>
              </a:avLst>
            </a:prstGeom>
            <a:solidFill>
              <a:srgbClr val="29A5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20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6" name="山形 66">
              <a:extLst>
                <a:ext uri="{FF2B5EF4-FFF2-40B4-BE49-F238E27FC236}">
                  <ns2:creationId id="{F5721ACE-9C0E-1AAF-53BA-FB251FC944A8}"/>
                </a:ext>
              </a:extLst>
            </p:cNvPr>
            <p:cNvSpPr/>
            <p:nvPr/>
          </p:nvSpPr>
          <p:spPr>
            <a:xfrm>
              <a:off x="10164386" y="4284728"/>
              <a:ext cx="1692000" cy="288000"/>
            </a:xfrm>
            <a:prstGeom prst="chevron">
              <a:avLst>
                <a:gd name="adj" fmla="val 26028"/>
              </a:avLst>
            </a:prstGeom>
            <a:solidFill>
              <a:srgbClr val="3399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pPr lvl="1">
                <a:spcBef>
                  <a:spcPts val="500"/>
                </a:spcBef>
              </a:pPr>
              <a:r>
                <a:rPr lang="ja-JP" altLang="en-US" sz="120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20" name="正方形/長方形 19">
            <a:extLst>
              <a:ext uri="{FF2B5EF4-FFF2-40B4-BE49-F238E27FC236}">
                <ns2:creationId id="{D86DB07F-9FB5-13BD-6309-A43E66B70F78}"/>
              </a:ext>
            </a:extLst>
          </p:cNvPr>
          <p:cNvSpPr/>
          <p:nvPr/>
        </p:nvSpPr>
        <p:spPr>
          <a:xfrm>
            <a:off x="1295186" y="1053473"/>
            <a:ext cx="10525339" cy="28733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1">
              <a:lnSpc>
                <a:spcPct val="100000"/>
              </a:lnSpc>
            </a:pP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ROIC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、</a:t>
            </a:r>
            <a:r>
              <a:rPr lang="en-US" altLang="ja-JP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EBITDA</a:t>
            </a:r>
            <a:r>
              <a:rPr lang="ja-JP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4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ns2:creationId id="{896AB741-406F-F192-8521-F56CAC43891F}"/>
              </a:ext>
            </a:extLst>
          </p:cNvPr>
          <p:cNvSpPr/>
          <p:nvPr/>
        </p:nvSpPr>
        <p:spPr>
          <a:xfrm>
            <a:off x="1331698" y="3047178"/>
            <a:ext cx="5220000" cy="288000"/>
          </a:xfrm>
          <a:prstGeom prst="roundRect">
            <a:avLst>
              <a:gd name="adj" fmla="val 21931"/>
            </a:avLst>
          </a:prstGeom>
          <a:solidFill>
            <a:srgbClr val="29A559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1" algn="ctr">
              <a:lnSpc>
                <a:spcPct val="100000"/>
              </a:lnSpc>
            </a:pPr>
            <a:r>
              <a:rPr lang="ja-JP" altLang="en-US" sz="14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ns2:creationId id="{3BAA6DF5-3E68-5624-A693-60D4DF98F4C6}"/>
              </a:ext>
            </a:extLst>
          </p:cNvPr>
          <p:cNvSpPr/>
          <p:nvPr/>
        </p:nvSpPr>
        <p:spPr>
          <a:xfrm>
            <a:off x="6636386" y="3047178"/>
            <a:ext cx="5220000" cy="288000"/>
          </a:xfrm>
          <a:prstGeom prst="roundRect">
            <a:avLst>
              <a:gd name="adj" fmla="val 21931"/>
            </a:avLst>
          </a:prstGeom>
          <a:solidFill>
            <a:srgbClr val="29A559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1" algn="ctr">
              <a:lnSpc>
                <a:spcPct val="100000"/>
              </a:lnSpc>
            </a:pPr>
            <a:r>
              <a:rPr lang="ja-JP" altLang="en-US" sz="14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B54583E0-1895-C058-7FF2-363776EBB37D}"/>
              </a:ext>
            </a:extLst>
          </p:cNvPr>
          <p:cNvSpPr/>
          <p:nvPr/>
        </p:nvSpPr>
        <p:spPr>
          <a:xfrm>
            <a:off x="6636387" y="3339940"/>
            <a:ext cx="5219999" cy="79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18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lnSpc>
                <a:spcPct val="100000"/>
              </a:lnSpc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br>
              <a:rPr lang="de-DE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</a:b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0411B99B-D8DE-FC9D-0DCC-303C40FAE386}"/>
              </a:ext>
            </a:extLst>
          </p:cNvPr>
          <p:cNvSpPr/>
          <p:nvPr/>
        </p:nvSpPr>
        <p:spPr>
          <a:xfrm>
            <a:off x="1331698" y="3340247"/>
            <a:ext cx="5220000" cy="79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18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lnSpc>
                <a:spcPct val="100000"/>
              </a:lnSpc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br>
              <a:rPr lang="de-DE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</a:b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4138" lvl="3" indent="-84138">
              <a:lnSpc>
                <a:spcPct val="100000"/>
              </a:lnSpc>
              <a:buClr>
                <a:srgbClr val="29A559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4138" lvl="3" indent="-84138">
              <a:lnSpc>
                <a:spcPct val="100000"/>
              </a:lnSpc>
              <a:buClr>
                <a:srgbClr val="29A559"/>
              </a:buClr>
              <a:buFont typeface="Arial" panose="020B0604020202020204" pitchFamily="34" charset="0"/>
              <a:buChar char="•"/>
            </a:pP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26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ns2:creationId id="{785EAE6E-0513-652D-4367-3C79397DD7D2}"/>
              </a:ext>
            </a:extLst>
          </p:cNvPr>
          <p:cNvSpPr/>
          <p:nvPr/>
        </p:nvSpPr>
        <p:spPr>
          <a:xfrm>
            <a:off x="1331697" y="4572474"/>
            <a:ext cx="2186561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54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4138" lvl="2" indent="-84138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</a:t>
            </a:r>
          </a:p>
          <a:p>
            <a:pPr marL="84138" lvl="2" indent="-84138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×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5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r>
              <a: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」</a:t>
            </a:r>
            <a:r>
              <a:rPr lang="ja-JP" altLang="en-US" sz="1100" spc="-7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 spc="-7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4138" lvl="2" indent="-84138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54F8DDB5-2B4C-C3D3-286C-1EA162EA80C6}"/>
              </a:ext>
            </a:extLst>
          </p:cNvPr>
          <p:cNvSpPr/>
          <p:nvPr/>
        </p:nvSpPr>
        <p:spPr>
          <a:xfrm>
            <a:off x="6827733" y="4572474"/>
            <a:ext cx="3312000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100">
              <a:solidFill>
                <a:prstClr val="black"/>
              </a:solidFill>
              <a:latin typeface="+mn-ea"/>
            </a:endParaRPr>
          </a:p>
          <a:p>
            <a:pPr marL="87313" lvl="2" indent="-87313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10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10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10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920FDED4-DB9B-9D1F-150E-87767B452B27}"/>
              </a:ext>
            </a:extLst>
          </p:cNvPr>
          <p:cNvSpPr/>
          <p:nvPr/>
        </p:nvSpPr>
        <p:spPr>
          <a:xfrm>
            <a:off x="10164470" y="4572474"/>
            <a:ext cx="1620000" cy="172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2" indent="-85725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  <a:endParaRPr lang="en-US" altLang="ja-JP" sz="110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pPr marL="85725" lvl="2" indent="-85725">
              <a:spcBef>
                <a:spcPts val="500"/>
              </a:spcBef>
              <a:buClr>
                <a:srgbClr val="339933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XX</a:t>
            </a:r>
          </a:p>
        </p:txBody>
      </p:sp>
      <p:grpSp>
        <p:nvGrpSpPr>
          <p:cNvPr id="82" name="グループ化 81">
            <a:extLst>
              <a:ext uri="{FF2B5EF4-FFF2-40B4-BE49-F238E27FC236}">
                <ns2:creationId id="{2F3B4778-4F38-7B22-F477-FE23C75D3861}"/>
              </a:ext>
            </a:extLst>
          </p:cNvPr>
          <p:cNvGrpSpPr/>
          <p:nvPr/>
        </p:nvGrpSpPr>
        <p:grpSpPr>
          <a:xfrm>
            <a:off x="6616531" y="1348979"/>
            <a:ext cx="5239855" cy="1112187"/>
            <a:chOff x="6616531" y="1650189"/>
            <a:chExt cx="5239855" cy="1112187"/>
          </a:xfrm>
        </p:grpSpPr>
        <p:sp>
          <p:nvSpPr>
            <p:cNvPr id="22" name="正方形/長方形 21">
              <a:extLst>
                <a:ext uri="{FF2B5EF4-FFF2-40B4-BE49-F238E27FC236}">
                  <ns2:creationId id="{2EEBD56F-BDFB-42B0-C37F-B8A8034EA53D}"/>
                </a:ext>
              </a:extLst>
            </p:cNvPr>
            <p:cNvSpPr/>
            <p:nvPr/>
          </p:nvSpPr>
          <p:spPr>
            <a:xfrm>
              <a:off x="6744386" y="1754376"/>
              <a:ext cx="5112000" cy="1008000"/>
            </a:xfrm>
            <a:prstGeom prst="rect">
              <a:avLst/>
            </a:prstGeom>
            <a:solidFill>
              <a:srgbClr val="E2F0D9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lnSpc>
                  <a:spcPct val="100000"/>
                </a:lnSpc>
                <a:spcAft>
                  <a:spcPts val="300"/>
                </a:spcAft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8900" lvl="2" indent="-88900">
                <a:spcAft>
                  <a:spcPts val="300"/>
                </a:spcAft>
                <a:buClr>
                  <a:srgbClr val="29A559"/>
                </a:buClr>
                <a:buFont typeface="Arial" panose="020B0604020202020204" pitchFamily="34" charset="0"/>
                <a:buChar char="•"/>
                <a:tabLst>
                  <a:tab pos="1330325" algn="l"/>
                  <a:tab pos="3857625" algn="l"/>
                </a:tabLst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: 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	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  <a:p>
              <a:pPr marL="84138" lvl="2" indent="-84138">
                <a:lnSpc>
                  <a:spcPct val="100000"/>
                </a:lnSpc>
                <a:spcAft>
                  <a:spcPts val="300"/>
                </a:spcAft>
                <a:buClr>
                  <a:srgbClr val="29A559"/>
                </a:buClr>
                <a:buFont typeface="Arial" panose="020B0604020202020204" pitchFamily="34" charset="0"/>
                <a:buChar char="•"/>
                <a:tabLst>
                  <a:tab pos="1304925" algn="l"/>
                </a:tabLst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: 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41" name="楕円 40">
              <a:extLst>
                <a:ext uri="{FF2B5EF4-FFF2-40B4-BE49-F238E27FC236}">
                  <ns2:creationId id="{B6E47B47-F060-148F-4F2A-DC2ADF23EB41}"/>
                </a:ext>
              </a:extLst>
            </p:cNvPr>
            <p:cNvSpPr/>
            <p:nvPr/>
          </p:nvSpPr>
          <p:spPr>
            <a:xfrm>
              <a:off x="6616531" y="1650189"/>
              <a:ext cx="252000" cy="252000"/>
            </a:xfrm>
            <a:prstGeom prst="ellipse">
              <a:avLst/>
            </a:prstGeom>
            <a:solidFill>
              <a:srgbClr val="29A55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81" name="グループ化 80">
            <a:extLst>
              <a:ext uri="{FF2B5EF4-FFF2-40B4-BE49-F238E27FC236}">
                <ns2:creationId id="{B46E3533-C488-0AC8-E287-17DAEB7096CD}"/>
              </a:ext>
            </a:extLst>
          </p:cNvPr>
          <p:cNvGrpSpPr/>
          <p:nvPr/>
        </p:nvGrpSpPr>
        <p:grpSpPr>
          <a:xfrm>
            <a:off x="1309394" y="1348979"/>
            <a:ext cx="5238001" cy="1112187"/>
            <a:chOff x="1309394" y="1650189"/>
            <a:chExt cx="5238001" cy="1112187"/>
          </a:xfrm>
        </p:grpSpPr>
        <p:sp>
          <p:nvSpPr>
            <p:cNvPr id="21" name="正方形/長方形 20">
              <a:extLst>
                <a:ext uri="{FF2B5EF4-FFF2-40B4-BE49-F238E27FC236}">
                  <ns2:creationId id="{E02B3425-C5A0-6244-7705-AB7BFD158563}"/>
                </a:ext>
              </a:extLst>
            </p:cNvPr>
            <p:cNvSpPr/>
            <p:nvPr/>
          </p:nvSpPr>
          <p:spPr>
            <a:xfrm>
              <a:off x="1435395" y="1754376"/>
              <a:ext cx="5112000" cy="1008000"/>
            </a:xfrm>
            <a:prstGeom prst="rect">
              <a:avLst/>
            </a:prstGeom>
            <a:solidFill>
              <a:srgbClr val="E2F0D9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18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lnSpc>
                  <a:spcPct val="100000"/>
                </a:lnSpc>
              </a:pP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ROIC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、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EBITDA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(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 / 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en-US" altLang="ja-JP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) </a:t>
              </a:r>
              <a:r>
                <a:rPr lang="ja-JP" altLang="en-US" sz="1100" spc="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lang="en-US" altLang="ja-JP" sz="11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42" name="楕円 41">
              <a:extLst>
                <a:ext uri="{FF2B5EF4-FFF2-40B4-BE49-F238E27FC236}">
                  <ns2:creationId id="{ACB37E6F-B3AC-8017-A8C1-A5E26E4791B4}"/>
                </a:ext>
              </a:extLst>
            </p:cNvPr>
            <p:cNvSpPr/>
            <p:nvPr/>
          </p:nvSpPr>
          <p:spPr>
            <a:xfrm>
              <a:off x="1309394" y="1650189"/>
              <a:ext cx="252000" cy="252000"/>
            </a:xfrm>
            <a:prstGeom prst="ellipse">
              <a:avLst/>
            </a:prstGeom>
            <a:solidFill>
              <a:srgbClr val="29A55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9" name="グループ化 58">
            <a:extLst>
              <a:ext uri="{FF2B5EF4-FFF2-40B4-BE49-F238E27FC236}">
                <ns2:creationId id="{71FA2E82-6A4E-1C0B-50E2-CEC616870D67}"/>
              </a:ext>
            </a:extLst>
          </p:cNvPr>
          <p:cNvGrpSpPr/>
          <p:nvPr/>
        </p:nvGrpSpPr>
        <p:grpSpPr>
          <a:xfrm>
            <a:off x="1547861" y="2052131"/>
            <a:ext cx="1476000" cy="360000"/>
            <a:chOff x="2062412" y="2313682"/>
            <a:chExt cx="1476000" cy="360000"/>
          </a:xfrm>
        </p:grpSpPr>
        <p:sp>
          <p:nvSpPr>
            <p:cNvPr id="56" name="正方形/長方形 55">
              <a:extLst>
                <a:ext uri="{FF2B5EF4-FFF2-40B4-BE49-F238E27FC236}">
                  <ns2:creationId id="{74EB1BE0-9726-0973-73E9-8415D7312A8D}"/>
                </a:ext>
              </a:extLst>
            </p:cNvPr>
            <p:cNvSpPr/>
            <p:nvPr/>
          </p:nvSpPr>
          <p:spPr>
            <a:xfrm>
              <a:off x="2062412" y="2313682"/>
              <a:ext cx="1476000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乗算記号 57">
              <a:extLst>
                <a:ext uri="{FF2B5EF4-FFF2-40B4-BE49-F238E27FC236}">
                  <ns2:creationId id="{EAA862ED-639D-6B96-1F8F-698D31D3EE89}"/>
                </a:ext>
              </a:extLst>
            </p:cNvPr>
            <p:cNvSpPr/>
            <p:nvPr/>
          </p:nvSpPr>
          <p:spPr>
            <a:xfrm>
              <a:off x="2062412" y="2331682"/>
              <a:ext cx="324000" cy="324000"/>
            </a:xfrm>
            <a:prstGeom prst="mathMultiply">
              <a:avLst>
                <a:gd name="adj1" fmla="val 9995"/>
              </a:avLst>
            </a:prstGeom>
            <a:solidFill>
              <a:srgbClr val="A6A6A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ns2:creationId id="{7658F170-E22C-71F0-B00B-C9BA3CEC27CD}"/>
              </a:ext>
            </a:extLst>
          </p:cNvPr>
          <p:cNvGrpSpPr/>
          <p:nvPr/>
        </p:nvGrpSpPr>
        <p:grpSpPr>
          <a:xfrm>
            <a:off x="3023861" y="2052131"/>
            <a:ext cx="3276267" cy="360000"/>
            <a:chOff x="4147704" y="2313682"/>
            <a:chExt cx="3276267" cy="360000"/>
          </a:xfrm>
        </p:grpSpPr>
        <p:sp>
          <p:nvSpPr>
            <p:cNvPr id="57" name="正方形/長方形 56">
              <a:extLst>
                <a:ext uri="{FF2B5EF4-FFF2-40B4-BE49-F238E27FC236}">
                  <ns2:creationId id="{1CA51459-C0DF-3395-4FB0-7322FC38AE4A}"/>
                </a:ext>
              </a:extLst>
            </p:cNvPr>
            <p:cNvSpPr/>
            <p:nvPr/>
          </p:nvSpPr>
          <p:spPr>
            <a:xfrm>
              <a:off x="4147704" y="2313682"/>
              <a:ext cx="3276267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XX</a:t>
              </a:r>
              <a:endParaRPr kumimoji="1" lang="ja-JP" alt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楕円 59">
              <a:extLst>
                <a:ext uri="{FF2B5EF4-FFF2-40B4-BE49-F238E27FC236}">
                  <ns2:creationId id="{014EB3ED-A2B8-AC6D-CC36-3CC9D49FD841}"/>
                </a:ext>
              </a:extLst>
            </p:cNvPr>
            <p:cNvSpPr/>
            <p:nvPr/>
          </p:nvSpPr>
          <p:spPr>
            <a:xfrm>
              <a:off x="4246320" y="2385682"/>
              <a:ext cx="216000" cy="216000"/>
            </a:xfrm>
            <a:prstGeom prst="ellipse">
              <a:avLst/>
            </a:prstGeom>
            <a:noFill/>
            <a:ln w="31750">
              <a:solidFill>
                <a:srgbClr val="29A5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79" name="グループ化 78">
            <a:extLst>
              <a:ext uri="{FF2B5EF4-FFF2-40B4-BE49-F238E27FC236}">
                <ns2:creationId id="{E08E3636-2768-0655-3B9E-54339E4E109B}"/>
              </a:ext>
            </a:extLst>
          </p:cNvPr>
          <p:cNvGrpSpPr/>
          <p:nvPr/>
        </p:nvGrpSpPr>
        <p:grpSpPr>
          <a:xfrm>
            <a:off x="340258" y="4284728"/>
            <a:ext cx="900000" cy="2021016"/>
            <a:chOff x="340258" y="4284728"/>
            <a:chExt cx="900000" cy="2021016"/>
          </a:xfrm>
        </p:grpSpPr>
        <p:sp>
          <p:nvSpPr>
            <p:cNvPr id="19" name="正方形/長方形 18">
              <a:extLst>
                <a:ext uri="{FF2B5EF4-FFF2-40B4-BE49-F238E27FC236}">
                  <ns2:creationId id="{080B5ED3-5E10-1005-5BB6-FC6D5233E655}"/>
                </a:ext>
              </a:extLst>
            </p:cNvPr>
            <p:cNvSpPr/>
            <p:nvPr/>
          </p:nvSpPr>
          <p:spPr>
            <a:xfrm>
              <a:off x="340258" y="4284728"/>
              <a:ext cx="900000" cy="202101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0" rIns="36000" bIns="180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spcBef>
                  <a:spcPts val="1000"/>
                </a:spcBef>
                <a:buClr>
                  <a:srgbClr val="008000"/>
                </a:buClr>
              </a:pPr>
              <a:r>
                <a:rPr lang="ja-JP" altLang="en-US" sz="1400">
                  <a:solidFill>
                    <a:srgbClr val="29A559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29A559"/>
                </a:solidFill>
                <a:latin typeface="+mn-ea"/>
              </a:endParaRP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68D16727-1225-3B0B-A303-ED7A62E24137}"/>
                </a:ext>
              </a:extLst>
            </p:cNvPr>
            <p:cNvCxnSpPr>
              <a:cxnSpLocks/>
            </p:cNvCxnSpPr>
            <p:nvPr/>
          </p:nvCxnSpPr>
          <p:spPr>
            <a:xfrm>
              <a:off x="1240258" y="4284728"/>
              <a:ext cx="0" cy="2021016"/>
            </a:xfrm>
            <a:prstGeom prst="line">
              <a:avLst/>
            </a:prstGeom>
            <a:ln w="38100">
              <a:solidFill>
                <a:srgbClr val="29A55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3" name="グラフィックス 62" descr="ワークフロー 単色塗りつぶし">
              <a:extLst>
                <a:ext uri="{FF2B5EF4-FFF2-40B4-BE49-F238E27FC236}">
                  <ns2:creationId id="{451BB8C6-3691-89C3-7676-8CFE869F0C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74258" y="4833293"/>
              <a:ext cx="432000" cy="432000"/>
            </a:xfrm>
            <a:prstGeom prst="rect">
              <a:avLst/>
            </a:prstGeom>
          </p:spPr>
        </p:pic>
      </p:grpSp>
      <p:grpSp>
        <p:nvGrpSpPr>
          <p:cNvPr id="78" name="グループ化 77">
            <a:extLst>
              <a:ext uri="{FF2B5EF4-FFF2-40B4-BE49-F238E27FC236}">
                <ns2:creationId id="{5FB93B0B-34B8-81A2-C588-7355B7F12253}"/>
              </a:ext>
            </a:extLst>
          </p:cNvPr>
          <p:cNvGrpSpPr/>
          <p:nvPr/>
        </p:nvGrpSpPr>
        <p:grpSpPr>
          <a:xfrm>
            <a:off x="340258" y="3047179"/>
            <a:ext cx="900000" cy="1085069"/>
            <a:chOff x="340258" y="3047179"/>
            <a:chExt cx="900000" cy="1085069"/>
          </a:xfrm>
        </p:grpSpPr>
        <p:sp>
          <p:nvSpPr>
            <p:cNvPr id="18" name="正方形/長方形 17">
              <a:extLst>
                <a:ext uri="{FF2B5EF4-FFF2-40B4-BE49-F238E27FC236}">
                  <ns2:creationId id="{CAA20249-FC0F-BE48-4724-C6349C09F0C5}"/>
                </a:ext>
              </a:extLst>
            </p:cNvPr>
            <p:cNvSpPr/>
            <p:nvPr/>
          </p:nvSpPr>
          <p:spPr>
            <a:xfrm>
              <a:off x="340258" y="3047179"/>
              <a:ext cx="900000" cy="10850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90000" rIns="180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ja-JP" altLang="en-US" sz="1400">
                  <a:solidFill>
                    <a:srgbClr val="29A559"/>
                  </a:solidFill>
                  <a:latin typeface="+mn-ea"/>
                  <a:ea typeface="+mn-ea"/>
                </a:rPr>
                <a:t>XX</a:t>
              </a:r>
              <a:endParaRPr kumimoji="1" lang="en-US" altLang="ja-JP" sz="1400">
                <a:solidFill>
                  <a:srgbClr val="29A559"/>
                </a:solidFill>
                <a:latin typeface="+mn-ea"/>
                <a:ea typeface="+mn-ea"/>
              </a:endParaRPr>
            </a:p>
          </p:txBody>
        </p:sp>
        <p:cxnSp>
          <p:nvCxnSpPr>
            <p:cNvPr id="38" name="直線コネクタ 37">
              <a:extLst>
                <a:ext uri="{FF2B5EF4-FFF2-40B4-BE49-F238E27FC236}">
                  <ns2:creationId id="{0C988167-F96B-1966-EB43-E7468D12CCF7}"/>
                </a:ext>
              </a:extLst>
            </p:cNvPr>
            <p:cNvCxnSpPr>
              <a:cxnSpLocks/>
            </p:cNvCxnSpPr>
            <p:nvPr/>
          </p:nvCxnSpPr>
          <p:spPr>
            <a:xfrm>
              <a:off x="1240258" y="3047179"/>
              <a:ext cx="0" cy="1085069"/>
            </a:xfrm>
            <a:prstGeom prst="line">
              <a:avLst/>
            </a:prstGeom>
            <a:ln w="38100">
              <a:solidFill>
                <a:srgbClr val="29A55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9" name="グラフィックス 68" descr="プレイブック 単色塗りつぶし">
              <a:extLst>
                <a:ext uri="{FF2B5EF4-FFF2-40B4-BE49-F238E27FC236}">
                  <ns2:creationId id="{0B91D01C-75CB-A72E-3F2D-C110C02F0F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74258" y="3216060"/>
              <a:ext cx="432000" cy="432000"/>
            </a:xfrm>
            <a:prstGeom prst="rect">
              <a:avLst/>
            </a:prstGeom>
          </p:spPr>
        </p:pic>
      </p:grpSp>
      <p:pic>
        <p:nvPicPr>
          <p:cNvPr id="71" name="グラフィックス 70" descr="棒グラフ 単色塗りつぶし">
            <a:extLst>
              <a:ext uri="{FF2B5EF4-FFF2-40B4-BE49-F238E27FC236}">
                <ns2:creationId id="{4BB15F48-CEEB-643C-C0BC-BD5A0FB2D9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5974735" y="3744851"/>
            <a:ext cx="432000" cy="432000"/>
          </a:xfrm>
          <a:prstGeom prst="rect">
            <a:avLst/>
          </a:prstGeom>
        </p:spPr>
      </p:pic>
      <p:pic>
        <p:nvPicPr>
          <p:cNvPr id="73" name="グラフィックス 72" descr="リサーチ 単色塗りつぶし">
            <a:extLst>
              <a:ext uri="{FF2B5EF4-FFF2-40B4-BE49-F238E27FC236}">
                <ns2:creationId id="{FDC003A9-B2E0-6844-8932-A07A83DAE1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1257773" y="3699940"/>
            <a:ext cx="432000" cy="432000"/>
          </a:xfrm>
          <a:prstGeom prst="rect">
            <a:avLst/>
          </a:prstGeom>
        </p:spPr>
      </p:pic>
      <p:grpSp>
        <p:nvGrpSpPr>
          <p:cNvPr id="77" name="グループ化 76">
            <a:extLst>
              <a:ext uri="{FF2B5EF4-FFF2-40B4-BE49-F238E27FC236}">
                <ns2:creationId id="{DAD7C417-BD99-C96A-C848-FE82D4DF4B64}"/>
              </a:ext>
            </a:extLst>
          </p:cNvPr>
          <p:cNvGrpSpPr/>
          <p:nvPr/>
        </p:nvGrpSpPr>
        <p:grpSpPr>
          <a:xfrm>
            <a:off x="340258" y="1053472"/>
            <a:ext cx="900000" cy="1407694"/>
            <a:chOff x="340258" y="1354682"/>
            <a:chExt cx="900000" cy="1407694"/>
          </a:xfrm>
        </p:grpSpPr>
        <p:sp>
          <p:nvSpPr>
            <p:cNvPr id="17" name="正方形/長方形 16">
              <a:extLst>
                <a:ext uri="{FF2B5EF4-FFF2-40B4-BE49-F238E27FC236}">
                  <ns2:creationId id="{15012CA2-4519-EC81-895F-953184FE2EF2}"/>
                </a:ext>
              </a:extLst>
            </p:cNvPr>
            <p:cNvSpPr/>
            <p:nvPr/>
          </p:nvSpPr>
          <p:spPr>
            <a:xfrm>
              <a:off x="340258" y="1354683"/>
              <a:ext cx="900000" cy="14076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0" rIns="36000" bIns="90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kumimoji="1" lang="ja-JP" altLang="en-US" sz="1400">
                  <a:solidFill>
                    <a:srgbClr val="29A559"/>
                  </a:solidFill>
                  <a:latin typeface="+mn-ea"/>
                  <a:ea typeface="+mn-ea"/>
                </a:rPr>
                <a:t>XX</a:t>
              </a:r>
              <a:endParaRPr kumimoji="1" lang="en-US" altLang="ja-JP" sz="1400">
                <a:solidFill>
                  <a:srgbClr val="29A559"/>
                </a:solidFill>
                <a:latin typeface="+mn-ea"/>
                <a:ea typeface="+mn-ea"/>
              </a:endParaRPr>
            </a:p>
            <a:p>
              <a:pPr algn="ctr">
                <a:lnSpc>
                  <a:spcPct val="100000"/>
                </a:lnSpc>
              </a:pPr>
              <a:r>
                <a:rPr kumimoji="1" lang="ja-JP" altLang="en-US" sz="1400">
                  <a:solidFill>
                    <a:srgbClr val="29A559"/>
                  </a:solidFill>
                  <a:latin typeface="+mn-ea"/>
                  <a:ea typeface="+mn-ea"/>
                </a:rPr>
                <a:t>XX</a:t>
              </a:r>
              <a:endParaRPr kumimoji="1" lang="en-US" altLang="ja-JP" sz="1400">
                <a:solidFill>
                  <a:srgbClr val="29A559"/>
                </a:solidFill>
                <a:latin typeface="+mn-ea"/>
                <a:ea typeface="+mn-ea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ns2:creationId id="{35313649-9490-1591-9C10-93607720D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40258" y="1354682"/>
              <a:ext cx="0" cy="1407694"/>
            </a:xfrm>
            <a:prstGeom prst="line">
              <a:avLst/>
            </a:prstGeom>
            <a:ln w="38100">
              <a:solidFill>
                <a:srgbClr val="29A55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グラフィックス 74" descr="的中 単色塗りつぶし">
              <a:extLst>
                <a:ext uri="{FF2B5EF4-FFF2-40B4-BE49-F238E27FC236}">
                  <ns2:creationId id="{4A02E2BE-AE33-32CB-2A31-73783228E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574258" y="1778513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443659974"/>
      </p:ext>
    </p:extLst>
  </p:cSld>
  <p:clrMapOvr>
    <a:masterClrMapping/>
  </p:clrMapOvr>
</p:sld>
</file>

<file path=ppt/slides/slide3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ECE6239-095C-6F62-EDF8-225ED55C4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343BC11-00F2-16B6-8307-A05FAEC3B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rgbClr val="000000"/>
                </a:solidFill>
              </a:rPr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237E352-5631-A58C-2D6E-EEA58E59A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/ </a:t>
            </a:r>
            <a:r>
              <a:rPr kumimoji="1" lang="ja-JP" altLang="en-US"/>
              <a:t>XX</a:t>
            </a:r>
            <a:r>
              <a:rPr kumimoji="1" lang="en-US" altLang="ja-JP"/>
              <a:t>/ </a:t>
            </a:r>
            <a:r>
              <a:rPr kumimoji="1" lang="ja-JP" altLang="en-US"/>
              <a:t>XX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10042CEF-6DA0-DA0C-EDA2-0DB5C88E7A8B}"/>
              </a:ext>
            </a:extLst>
          </p:cNvPr>
          <p:cNvSpPr/>
          <p:nvPr/>
        </p:nvSpPr>
        <p:spPr>
          <a:xfrm>
            <a:off x="334963" y="1370711"/>
            <a:ext cx="11525239" cy="396000"/>
          </a:xfrm>
          <a:prstGeom prst="round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6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600" b="1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59" name="グラフィックス 258" descr="フローチャート 枠線">
            <a:extLst>
              <a:ext uri="{FF2B5EF4-FFF2-40B4-BE49-F238E27FC236}">
                <ns2:creationId id="{CFC23C17-28A8-97E8-361E-4A3F35BED2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419210" y="1400156"/>
            <a:ext cx="324000" cy="324000"/>
          </a:xfrm>
          <a:prstGeom prst="rect">
            <a:avLst/>
          </a:prstGeom>
        </p:spPr>
      </p:pic>
      <p:grpSp>
        <p:nvGrpSpPr>
          <p:cNvPr id="46" name="グループ化 45">
            <a:extLst>
              <a:ext uri="{FF2B5EF4-FFF2-40B4-BE49-F238E27FC236}">
                <ns2:creationId id="{A784C87E-8472-0ABC-26C4-0B140B7D9B5C}"/>
              </a:ext>
            </a:extLst>
          </p:cNvPr>
          <p:cNvGrpSpPr/>
          <p:nvPr/>
        </p:nvGrpSpPr>
        <p:grpSpPr>
          <a:xfrm>
            <a:off x="337019" y="2053050"/>
            <a:ext cx="11518313" cy="796346"/>
            <a:chOff x="337019" y="2155920"/>
            <a:chExt cx="11518313" cy="796346"/>
          </a:xfrm>
        </p:grpSpPr>
        <p:sp>
          <p:nvSpPr>
            <p:cNvPr id="25" name="正方形/長方形 24">
              <a:extLst>
                <a:ext uri="{FF2B5EF4-FFF2-40B4-BE49-F238E27FC236}">
                  <ns2:creationId id="{CA21306D-2CC4-856A-2C2E-E94C8514D951}"/>
                </a:ext>
              </a:extLst>
            </p:cNvPr>
            <p:cNvSpPr/>
            <p:nvPr/>
          </p:nvSpPr>
          <p:spPr>
            <a:xfrm>
              <a:off x="1408072" y="2307609"/>
              <a:ext cx="1066771" cy="1091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6" name="正方形/長方形 215">
              <a:extLst>
                <a:ext uri="{FF2B5EF4-FFF2-40B4-BE49-F238E27FC236}">
                  <ns2:creationId id="{0129745A-65D5-EE52-23E6-2DF601C1865F}"/>
                </a:ext>
              </a:extLst>
            </p:cNvPr>
            <p:cNvSpPr/>
            <p:nvPr/>
          </p:nvSpPr>
          <p:spPr>
            <a:xfrm>
              <a:off x="1818839" y="2840008"/>
              <a:ext cx="1404000" cy="112258"/>
            </a:xfrm>
            <a:prstGeom prst="rect">
              <a:avLst/>
            </a:prstGeom>
            <a:solidFill>
              <a:srgbClr val="E5F3E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ln>
                  <a:solidFill>
                    <a:srgbClr val="008D2E"/>
                  </a:solidFill>
                </a:ln>
                <a:noFill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5E2EB29A-14A3-7299-65FF-07DDB5A93F82}"/>
                </a:ext>
              </a:extLst>
            </p:cNvPr>
            <p:cNvSpPr/>
            <p:nvPr/>
          </p:nvSpPr>
          <p:spPr>
            <a:xfrm>
              <a:off x="1818839" y="2155920"/>
              <a:ext cx="1404000" cy="432000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9525">
              <a:solidFill>
                <a:schemeClr val="accent5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9177E2CF-EDF4-5594-0A26-195BBDC8A36D}"/>
                </a:ext>
              </a:extLst>
            </p:cNvPr>
            <p:cNvSpPr/>
            <p:nvPr/>
          </p:nvSpPr>
          <p:spPr>
            <a:xfrm>
              <a:off x="1818839" y="2583337"/>
              <a:ext cx="1404000" cy="252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400" b="1" i="0" u="none" strike="noStrike" dirty="0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i="0" u="none" strike="noStrike" dirty="0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66" name="グラフィックス 265" descr="歯科医療 単色塗りつぶし">
              <a:extLst>
                <a:ext uri="{FF2B5EF4-FFF2-40B4-BE49-F238E27FC236}">
                  <ns2:creationId id="{DE709861-D49D-3960-9078-B7691ABFF6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834763" y="2189710"/>
              <a:ext cx="360000" cy="360000"/>
            </a:xfrm>
            <a:prstGeom prst="rect">
              <a:avLst/>
            </a:prstGeom>
          </p:spPr>
        </p:pic>
        <p:sp>
          <p:nvSpPr>
            <p:cNvPr id="18" name="正方形/長方形 17">
              <a:extLst>
                <a:ext uri="{FF2B5EF4-FFF2-40B4-BE49-F238E27FC236}">
                  <ns2:creationId id="{B2EB882A-5CF8-3140-5A74-C7F442DD09AD}"/>
                </a:ext>
              </a:extLst>
            </p:cNvPr>
            <p:cNvSpPr/>
            <p:nvPr/>
          </p:nvSpPr>
          <p:spPr>
            <a:xfrm>
              <a:off x="3263653" y="2155920"/>
              <a:ext cx="1404000" cy="432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100" u="none" strike="noStrike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76A4B78F-D159-1280-8C28-4336C9CA5B4B}"/>
                </a:ext>
              </a:extLst>
            </p:cNvPr>
            <p:cNvSpPr/>
            <p:nvPr/>
          </p:nvSpPr>
          <p:spPr>
            <a:xfrm>
              <a:off x="3263653" y="2583337"/>
              <a:ext cx="1404000" cy="25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400" b="1" i="0" u="none" strike="noStrike" dirty="0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i="0" u="none" strike="noStrike" dirty="0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67" name="グラフィックス 266" descr="入院 単色塗りつぶし">
              <a:extLst>
                <a:ext uri="{FF2B5EF4-FFF2-40B4-BE49-F238E27FC236}">
                  <ns2:creationId id="{72BFBB80-88B2-EDA6-49AB-873450E392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318064" y="2189710"/>
              <a:ext cx="360000" cy="360000"/>
            </a:xfrm>
            <a:prstGeom prst="rect">
              <a:avLst/>
            </a:prstGeom>
          </p:spPr>
        </p:pic>
        <p:sp>
          <p:nvSpPr>
            <p:cNvPr id="16" name="正方形/長方形 15">
              <a:extLst>
                <a:ext uri="{FF2B5EF4-FFF2-40B4-BE49-F238E27FC236}">
                  <ns2:creationId id="{7143AFB7-ACFE-4D62-2569-8977BE7FC959}"/>
                </a:ext>
              </a:extLst>
            </p:cNvPr>
            <p:cNvSpPr/>
            <p:nvPr/>
          </p:nvSpPr>
          <p:spPr>
            <a:xfrm>
              <a:off x="337019" y="2155920"/>
              <a:ext cx="1440000" cy="432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C9A0F69-B98C-3E4A-2417-F362FA9C730D}"/>
                </a:ext>
              </a:extLst>
            </p:cNvPr>
            <p:cNvSpPr/>
            <p:nvPr/>
          </p:nvSpPr>
          <p:spPr>
            <a:xfrm>
              <a:off x="337019" y="2583337"/>
              <a:ext cx="1440000" cy="25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68" name="グラフィックス 267" descr="クリップボード 単色塗りつぶし">
              <a:extLst>
                <a:ext uri="{FF2B5EF4-FFF2-40B4-BE49-F238E27FC236}">
                  <ns2:creationId id="{68150F3E-44A8-5BE1-106A-29D0C6D63F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600170" y="2189710"/>
              <a:ext cx="360000" cy="360000"/>
            </a:xfrm>
            <a:prstGeom prst="rect">
              <a:avLst/>
            </a:prstGeom>
          </p:spPr>
        </p:pic>
        <p:sp>
          <p:nvSpPr>
            <p:cNvPr id="20" name="正方形/長方形 19">
              <a:extLst>
                <a:ext uri="{FF2B5EF4-FFF2-40B4-BE49-F238E27FC236}">
                  <ns2:creationId id="{64E3C0A2-7788-8F2B-7988-975C34794B05}"/>
                </a:ext>
              </a:extLst>
            </p:cNvPr>
            <p:cNvSpPr/>
            <p:nvPr/>
          </p:nvSpPr>
          <p:spPr>
            <a:xfrm>
              <a:off x="4708467" y="2155920"/>
              <a:ext cx="1404000" cy="432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002578AF-793D-37BE-C015-8C27AA95C9EB}"/>
                </a:ext>
              </a:extLst>
            </p:cNvPr>
            <p:cNvSpPr/>
            <p:nvPr/>
          </p:nvSpPr>
          <p:spPr>
            <a:xfrm>
              <a:off x="4708467" y="2583337"/>
              <a:ext cx="1404000" cy="25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400" b="1" i="0" u="none" strike="noStrike" dirty="0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i="0" u="none" strike="noStrike" dirty="0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69" name="グラフィックス 268" descr="洗濯機 単色塗りつぶし">
              <a:extLst>
                <a:ext uri="{FF2B5EF4-FFF2-40B4-BE49-F238E27FC236}">
                  <ns2:creationId id="{41D31D5E-CD54-43EC-2926-1304E5B3E5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740396" y="2189710"/>
              <a:ext cx="360000" cy="360000"/>
            </a:xfrm>
            <a:prstGeom prst="rect">
              <a:avLst/>
            </a:prstGeom>
          </p:spPr>
        </p:pic>
        <p:sp>
          <p:nvSpPr>
            <p:cNvPr id="21" name="正方形/長方形 20">
              <a:extLst>
                <a:ext uri="{FF2B5EF4-FFF2-40B4-BE49-F238E27FC236}">
                  <ns2:creationId id="{FAFB7EC8-0179-84BD-E18E-5FDDAE29258F}"/>
                </a:ext>
              </a:extLst>
            </p:cNvPr>
            <p:cNvSpPr/>
            <p:nvPr/>
          </p:nvSpPr>
          <p:spPr>
            <a:xfrm>
              <a:off x="6153281" y="2155920"/>
              <a:ext cx="1404000" cy="432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D50F1A44-3225-6369-1EEC-53C6B3847F9B}"/>
                </a:ext>
              </a:extLst>
            </p:cNvPr>
            <p:cNvSpPr/>
            <p:nvPr/>
          </p:nvSpPr>
          <p:spPr>
            <a:xfrm>
              <a:off x="6153281" y="2583337"/>
              <a:ext cx="1404000" cy="25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400" b="1" i="0" u="none" strike="noStrike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4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 i="0" u="none" strike="noStrike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70" name="グラフィックス 269" descr="薬 単色塗りつぶし">
              <a:extLst>
                <a:ext uri="{FF2B5EF4-FFF2-40B4-BE49-F238E27FC236}">
                  <ns2:creationId id="{1603F782-C2C8-DA7D-D7BB-A65B8F07D1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373050" y="2189710"/>
              <a:ext cx="360000" cy="360000"/>
            </a:xfrm>
            <a:prstGeom prst="rect">
              <a:avLst/>
            </a:prstGeom>
          </p:spPr>
        </p:pic>
        <p:sp>
          <p:nvSpPr>
            <p:cNvPr id="22" name="正方形/長方形 21">
              <a:extLst>
                <a:ext uri="{FF2B5EF4-FFF2-40B4-BE49-F238E27FC236}">
                  <ns2:creationId id="{33CE20D1-95ED-DA66-067C-E9D17C2D1501}"/>
                </a:ext>
              </a:extLst>
            </p:cNvPr>
            <p:cNvSpPr/>
            <p:nvPr/>
          </p:nvSpPr>
          <p:spPr>
            <a:xfrm>
              <a:off x="7598095" y="2155920"/>
              <a:ext cx="1404000" cy="432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100" u="none" strike="noStrike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BEC0C0EF-375F-9DB4-B552-4B2450295E29}"/>
                </a:ext>
              </a:extLst>
            </p:cNvPr>
            <p:cNvSpPr/>
            <p:nvPr/>
          </p:nvSpPr>
          <p:spPr>
            <a:xfrm>
              <a:off x="7598095" y="2583337"/>
              <a:ext cx="1404000" cy="25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400" b="1" u="none" strike="noStrike" dirty="0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i="0" u="none" strike="noStrike" dirty="0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71" name="グラフィックス 270" descr="化粧品 単色塗りつぶし">
              <a:extLst>
                <a:ext uri="{FF2B5EF4-FFF2-40B4-BE49-F238E27FC236}">
                  <ns2:creationId id="{D3F44406-8868-D3ED-11F7-C73080ACE5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7630100" y="2189710"/>
              <a:ext cx="360000" cy="360000"/>
            </a:xfrm>
            <a:prstGeom prst="rect">
              <a:avLst/>
            </a:prstGeom>
          </p:spPr>
        </p:pic>
        <p:sp>
          <p:nvSpPr>
            <p:cNvPr id="24" name="正方形/長方形 23">
              <a:extLst>
                <a:ext uri="{FF2B5EF4-FFF2-40B4-BE49-F238E27FC236}">
                  <ns2:creationId id="{76D95DF2-DF59-FB9A-2ED1-413C2A01CCCC}"/>
                </a:ext>
              </a:extLst>
            </p:cNvPr>
            <p:cNvSpPr/>
            <p:nvPr/>
          </p:nvSpPr>
          <p:spPr>
            <a:xfrm>
              <a:off x="9042909" y="2155920"/>
              <a:ext cx="1295609" cy="432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3A9D2FED-D678-73D2-7DB4-25B71E452D7B}"/>
                </a:ext>
              </a:extLst>
            </p:cNvPr>
            <p:cNvSpPr/>
            <p:nvPr/>
          </p:nvSpPr>
          <p:spPr>
            <a:xfrm>
              <a:off x="9042909" y="2583337"/>
              <a:ext cx="1295609" cy="25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400" b="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72" name="グラフィックス 271" descr="タグ ボート 単色塗りつぶし">
              <a:extLst>
                <a:ext uri="{FF2B5EF4-FFF2-40B4-BE49-F238E27FC236}">
                  <ns2:creationId id="{EB861CE4-3DE6-1BAB-BCF9-85BFCEC835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9231124" y="2189710"/>
              <a:ext cx="360000" cy="360000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ns2:creationId id="{F98D6B1E-299C-BD5C-2B87-B6CB86818239}"/>
                </a:ext>
              </a:extLst>
            </p:cNvPr>
            <p:cNvSpPr/>
            <p:nvPr/>
          </p:nvSpPr>
          <p:spPr>
            <a:xfrm>
              <a:off x="10379332" y="2155920"/>
              <a:ext cx="1476000" cy="432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u="none" strike="noStrike" dirty="0"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altLang="ja-JP" sz="11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0EFDB746-360E-CC23-A91E-4B9F2738C66B}"/>
                </a:ext>
              </a:extLst>
            </p:cNvPr>
            <p:cNvSpPr/>
            <p:nvPr/>
          </p:nvSpPr>
          <p:spPr>
            <a:xfrm>
              <a:off x="10379332" y="2583337"/>
              <a:ext cx="1476000" cy="25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47" name="グラフィックス 346" descr="犬 単色塗りつぶし">
              <a:extLst>
                <a:ext uri="{FF2B5EF4-FFF2-40B4-BE49-F238E27FC236}">
                  <ns2:creationId id="{89F7CC2C-0D39-F83C-6901-0E5979D764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0436589" y="2189710"/>
              <a:ext cx="360000" cy="360000"/>
            </a:xfrm>
            <a:prstGeom prst="rect">
              <a:avLst/>
            </a:prstGeom>
          </p:spPr>
        </p:pic>
      </p:grpSp>
      <p:grpSp>
        <p:nvGrpSpPr>
          <p:cNvPr id="42" name="グループ化 41">
            <a:extLst>
              <a:ext uri="{FF2B5EF4-FFF2-40B4-BE49-F238E27FC236}">
                <ns2:creationId id="{437E76D7-CF20-D4F5-2057-C3FA779115B4}"/>
              </a:ext>
            </a:extLst>
          </p:cNvPr>
          <p:cNvGrpSpPr/>
          <p:nvPr/>
        </p:nvGrpSpPr>
        <p:grpSpPr>
          <a:xfrm>
            <a:off x="1817833" y="1813345"/>
            <a:ext cx="7184262" cy="210069"/>
            <a:chOff x="1817833" y="1859065"/>
            <a:chExt cx="7184262" cy="210069"/>
          </a:xfrm>
        </p:grpSpPr>
        <p:cxnSp>
          <p:nvCxnSpPr>
            <p:cNvPr id="40" name="直線矢印コネクタ 39">
              <a:extLst>
                <a:ext uri="{FF2B5EF4-FFF2-40B4-BE49-F238E27FC236}">
                  <ns2:creationId id="{F0A6E8EB-86DE-CEB4-B1C5-67F2E0D497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17833" y="1964634"/>
              <a:ext cx="7184262" cy="0"/>
            </a:xfrm>
            <a:prstGeom prst="straightConnector1">
              <a:avLst/>
            </a:prstGeom>
            <a:ln w="15875">
              <a:solidFill>
                <a:srgbClr val="008D2E"/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ホームベース 64">
              <a:extLst>
                <a:ext uri="{FF2B5EF4-FFF2-40B4-BE49-F238E27FC236}">
                  <ns2:creationId id="{C40E4210-E77C-93DC-DC7C-0D95655DCB98}"/>
                </a:ext>
              </a:extLst>
            </p:cNvPr>
            <p:cNvSpPr/>
            <p:nvPr/>
          </p:nvSpPr>
          <p:spPr>
            <a:xfrm>
              <a:off x="4865969" y="1859065"/>
              <a:ext cx="1087991" cy="210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2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51" name="グループ化 50">
            <a:extLst>
              <a:ext uri="{FF2B5EF4-FFF2-40B4-BE49-F238E27FC236}">
                <ns2:creationId id="{DAAB159C-6757-56AE-D918-6F062BFD3BE6}"/>
              </a:ext>
            </a:extLst>
          </p:cNvPr>
          <p:cNvGrpSpPr/>
          <p:nvPr/>
        </p:nvGrpSpPr>
        <p:grpSpPr>
          <a:xfrm>
            <a:off x="334964" y="2741236"/>
            <a:ext cx="11526115" cy="365438"/>
            <a:chOff x="334964" y="2741236"/>
            <a:chExt cx="11526115" cy="365438"/>
          </a:xfrm>
        </p:grpSpPr>
        <p:sp>
          <p:nvSpPr>
            <p:cNvPr id="264" name="台形 263">
              <a:extLst>
                <a:ext uri="{FF2B5EF4-FFF2-40B4-BE49-F238E27FC236}">
                  <ns2:creationId id="{B7FA760D-37A8-384F-2931-A94AD6CDE934}"/>
                </a:ext>
              </a:extLst>
            </p:cNvPr>
            <p:cNvSpPr/>
            <p:nvPr/>
          </p:nvSpPr>
          <p:spPr>
            <a:xfrm>
              <a:off x="334964" y="2804423"/>
              <a:ext cx="11526115" cy="302251"/>
            </a:xfrm>
            <a:custGeom>
              <a:avLst/>
              <a:gdLst>
                <a:gd name="connsiteX0" fmla="*/ 0 w 3875640"/>
                <a:gd name="connsiteY0" fmla="*/ 324000 h 324000"/>
                <a:gd name="connsiteX1" fmla="*/ 1146137 w 3875640"/>
                <a:gd name="connsiteY1" fmla="*/ 0 h 324000"/>
                <a:gd name="connsiteX2" fmla="*/ 2729503 w 3875640"/>
                <a:gd name="connsiteY2" fmla="*/ 0 h 324000"/>
                <a:gd name="connsiteX3" fmla="*/ 3875640 w 3875640"/>
                <a:gd name="connsiteY3" fmla="*/ 324000 h 324000"/>
                <a:gd name="connsiteX4" fmla="*/ 0 w 3875640"/>
                <a:gd name="connsiteY4" fmla="*/ 324000 h 324000"/>
                <a:gd name="connsiteX0" fmla="*/ 0 w 3875640"/>
                <a:gd name="connsiteY0" fmla="*/ 324000 h 324000"/>
                <a:gd name="connsiteX1" fmla="*/ 1146137 w 3875640"/>
                <a:gd name="connsiteY1" fmla="*/ 0 h 324000"/>
                <a:gd name="connsiteX2" fmla="*/ 2601868 w 3875640"/>
                <a:gd name="connsiteY2" fmla="*/ 1905 h 324000"/>
                <a:gd name="connsiteX3" fmla="*/ 3875640 w 3875640"/>
                <a:gd name="connsiteY3" fmla="*/ 324000 h 324000"/>
                <a:gd name="connsiteX4" fmla="*/ 0 w 3875640"/>
                <a:gd name="connsiteY4" fmla="*/ 324000 h 324000"/>
                <a:gd name="connsiteX0" fmla="*/ 0 w 3875640"/>
                <a:gd name="connsiteY0" fmla="*/ 325905 h 325905"/>
                <a:gd name="connsiteX1" fmla="*/ 1146137 w 3875640"/>
                <a:gd name="connsiteY1" fmla="*/ 1905 h 325905"/>
                <a:gd name="connsiteX2" fmla="*/ 2599963 w 3875640"/>
                <a:gd name="connsiteY2" fmla="*/ 0 h 325905"/>
                <a:gd name="connsiteX3" fmla="*/ 3875640 w 3875640"/>
                <a:gd name="connsiteY3" fmla="*/ 325905 h 325905"/>
                <a:gd name="connsiteX4" fmla="*/ 0 w 3875640"/>
                <a:gd name="connsiteY4" fmla="*/ 325905 h 325905"/>
                <a:gd name="connsiteX0" fmla="*/ 0 w 3875640"/>
                <a:gd name="connsiteY0" fmla="*/ 331006 h 331006"/>
                <a:gd name="connsiteX1" fmla="*/ 1354158 w 3875640"/>
                <a:gd name="connsiteY1" fmla="*/ 0 h 331006"/>
                <a:gd name="connsiteX2" fmla="*/ 2599963 w 3875640"/>
                <a:gd name="connsiteY2" fmla="*/ 5101 h 331006"/>
                <a:gd name="connsiteX3" fmla="*/ 3875640 w 3875640"/>
                <a:gd name="connsiteY3" fmla="*/ 331006 h 331006"/>
                <a:gd name="connsiteX4" fmla="*/ 0 w 3875640"/>
                <a:gd name="connsiteY4" fmla="*/ 331006 h 331006"/>
                <a:gd name="connsiteX0" fmla="*/ 0 w 3875640"/>
                <a:gd name="connsiteY0" fmla="*/ 332911 h 332911"/>
                <a:gd name="connsiteX1" fmla="*/ 1354158 w 3875640"/>
                <a:gd name="connsiteY1" fmla="*/ 1905 h 332911"/>
                <a:gd name="connsiteX2" fmla="*/ 2689871 w 3875640"/>
                <a:gd name="connsiteY2" fmla="*/ 0 h 332911"/>
                <a:gd name="connsiteX3" fmla="*/ 3875640 w 3875640"/>
                <a:gd name="connsiteY3" fmla="*/ 332911 h 332911"/>
                <a:gd name="connsiteX4" fmla="*/ 0 w 3875640"/>
                <a:gd name="connsiteY4" fmla="*/ 332911 h 332911"/>
                <a:gd name="connsiteX0" fmla="*/ 0 w 6682166"/>
                <a:gd name="connsiteY0" fmla="*/ 332911 h 332911"/>
                <a:gd name="connsiteX1" fmla="*/ 1354158 w 6682166"/>
                <a:gd name="connsiteY1" fmla="*/ 1905 h 332911"/>
                <a:gd name="connsiteX2" fmla="*/ 2689871 w 6682166"/>
                <a:gd name="connsiteY2" fmla="*/ 0 h 332911"/>
                <a:gd name="connsiteX3" fmla="*/ 6682166 w 6682166"/>
                <a:gd name="connsiteY3" fmla="*/ 321106 h 332911"/>
                <a:gd name="connsiteX4" fmla="*/ 0 w 6682166"/>
                <a:gd name="connsiteY4" fmla="*/ 332911 h 332911"/>
                <a:gd name="connsiteX0" fmla="*/ 0 w 8864628"/>
                <a:gd name="connsiteY0" fmla="*/ 332911 h 362423"/>
                <a:gd name="connsiteX1" fmla="*/ 1354158 w 8864628"/>
                <a:gd name="connsiteY1" fmla="*/ 1905 h 362423"/>
                <a:gd name="connsiteX2" fmla="*/ 2689871 w 8864628"/>
                <a:gd name="connsiteY2" fmla="*/ 0 h 362423"/>
                <a:gd name="connsiteX3" fmla="*/ 8864628 w 8864628"/>
                <a:gd name="connsiteY3" fmla="*/ 362423 h 362423"/>
                <a:gd name="connsiteX4" fmla="*/ 0 w 8864628"/>
                <a:gd name="connsiteY4" fmla="*/ 332911 h 362423"/>
                <a:gd name="connsiteX0" fmla="*/ 0 w 10659253"/>
                <a:gd name="connsiteY0" fmla="*/ 332911 h 332911"/>
                <a:gd name="connsiteX1" fmla="*/ 1354158 w 10659253"/>
                <a:gd name="connsiteY1" fmla="*/ 1905 h 332911"/>
                <a:gd name="connsiteX2" fmla="*/ 2689871 w 10659253"/>
                <a:gd name="connsiteY2" fmla="*/ 0 h 332911"/>
                <a:gd name="connsiteX3" fmla="*/ 10659253 w 10659253"/>
                <a:gd name="connsiteY3" fmla="*/ 332911 h 332911"/>
                <a:gd name="connsiteX4" fmla="*/ 0 w 10659253"/>
                <a:gd name="connsiteY4" fmla="*/ 332911 h 332911"/>
                <a:gd name="connsiteX0" fmla="*/ 0 w 10662779"/>
                <a:gd name="connsiteY0" fmla="*/ 332911 h 332911"/>
                <a:gd name="connsiteX1" fmla="*/ 1354158 w 10662779"/>
                <a:gd name="connsiteY1" fmla="*/ 1905 h 332911"/>
                <a:gd name="connsiteX2" fmla="*/ 2689871 w 10662779"/>
                <a:gd name="connsiteY2" fmla="*/ 0 h 332911"/>
                <a:gd name="connsiteX3" fmla="*/ 10662779 w 10662779"/>
                <a:gd name="connsiteY3" fmla="*/ 315204 h 332911"/>
                <a:gd name="connsiteX4" fmla="*/ 0 w 10662779"/>
                <a:gd name="connsiteY4" fmla="*/ 332911 h 332911"/>
                <a:gd name="connsiteX0" fmla="*/ 0 w 10662779"/>
                <a:gd name="connsiteY0" fmla="*/ 309301 h 315204"/>
                <a:gd name="connsiteX1" fmla="*/ 1354158 w 10662779"/>
                <a:gd name="connsiteY1" fmla="*/ 1905 h 315204"/>
                <a:gd name="connsiteX2" fmla="*/ 2689871 w 10662779"/>
                <a:gd name="connsiteY2" fmla="*/ 0 h 315204"/>
                <a:gd name="connsiteX3" fmla="*/ 10662779 w 10662779"/>
                <a:gd name="connsiteY3" fmla="*/ 315204 h 315204"/>
                <a:gd name="connsiteX4" fmla="*/ 0 w 10662779"/>
                <a:gd name="connsiteY4" fmla="*/ 309301 h 315204"/>
                <a:gd name="connsiteX0" fmla="*/ 0 w 10662779"/>
                <a:gd name="connsiteY0" fmla="*/ 309301 h 309302"/>
                <a:gd name="connsiteX1" fmla="*/ 1354158 w 10662779"/>
                <a:gd name="connsiteY1" fmla="*/ 1905 h 309302"/>
                <a:gd name="connsiteX2" fmla="*/ 2689871 w 10662779"/>
                <a:gd name="connsiteY2" fmla="*/ 0 h 309302"/>
                <a:gd name="connsiteX3" fmla="*/ 10662779 w 10662779"/>
                <a:gd name="connsiteY3" fmla="*/ 306350 h 309302"/>
                <a:gd name="connsiteX4" fmla="*/ 0 w 10662779"/>
                <a:gd name="connsiteY4" fmla="*/ 309301 h 309302"/>
                <a:gd name="connsiteX0" fmla="*/ 0 w 10662779"/>
                <a:gd name="connsiteY0" fmla="*/ 313930 h 313930"/>
                <a:gd name="connsiteX1" fmla="*/ 1354158 w 10662779"/>
                <a:gd name="connsiteY1" fmla="*/ 0 h 313930"/>
                <a:gd name="connsiteX2" fmla="*/ 2689871 w 10662779"/>
                <a:gd name="connsiteY2" fmla="*/ 4629 h 313930"/>
                <a:gd name="connsiteX3" fmla="*/ 10662779 w 10662779"/>
                <a:gd name="connsiteY3" fmla="*/ 310979 h 313930"/>
                <a:gd name="connsiteX4" fmla="*/ 0 w 10662779"/>
                <a:gd name="connsiteY4" fmla="*/ 313930 h 313930"/>
                <a:gd name="connsiteX0" fmla="*/ 0 w 10662779"/>
                <a:gd name="connsiteY0" fmla="*/ 313930 h 313930"/>
                <a:gd name="connsiteX1" fmla="*/ 1354158 w 10662779"/>
                <a:gd name="connsiteY1" fmla="*/ 0 h 313930"/>
                <a:gd name="connsiteX2" fmla="*/ 2689871 w 10662779"/>
                <a:gd name="connsiteY2" fmla="*/ 4629 h 313930"/>
                <a:gd name="connsiteX3" fmla="*/ 10662779 w 10662779"/>
                <a:gd name="connsiteY3" fmla="*/ 310979 h 313930"/>
                <a:gd name="connsiteX4" fmla="*/ 0 w 10662779"/>
                <a:gd name="connsiteY4" fmla="*/ 313930 h 313930"/>
                <a:gd name="connsiteX0" fmla="*/ 0 w 10662779"/>
                <a:gd name="connsiteY0" fmla="*/ 313930 h 313930"/>
                <a:gd name="connsiteX1" fmla="*/ 1354158 w 10662779"/>
                <a:gd name="connsiteY1" fmla="*/ 0 h 313930"/>
                <a:gd name="connsiteX2" fmla="*/ 2689871 w 10662779"/>
                <a:gd name="connsiteY2" fmla="*/ 4629 h 313930"/>
                <a:gd name="connsiteX3" fmla="*/ 10662779 w 10662779"/>
                <a:gd name="connsiteY3" fmla="*/ 310979 h 313930"/>
                <a:gd name="connsiteX4" fmla="*/ 0 w 10662779"/>
                <a:gd name="connsiteY4" fmla="*/ 313930 h 313930"/>
                <a:gd name="connsiteX0" fmla="*/ 0 w 10662779"/>
                <a:gd name="connsiteY0" fmla="*/ 358607 h 358607"/>
                <a:gd name="connsiteX1" fmla="*/ 1377076 w 10662779"/>
                <a:gd name="connsiteY1" fmla="*/ 0 h 358607"/>
                <a:gd name="connsiteX2" fmla="*/ 2689871 w 10662779"/>
                <a:gd name="connsiteY2" fmla="*/ 49306 h 358607"/>
                <a:gd name="connsiteX3" fmla="*/ 10662779 w 10662779"/>
                <a:gd name="connsiteY3" fmla="*/ 355656 h 358607"/>
                <a:gd name="connsiteX4" fmla="*/ 0 w 10662779"/>
                <a:gd name="connsiteY4" fmla="*/ 358607 h 358607"/>
                <a:gd name="connsiteX0" fmla="*/ 0 w 10662779"/>
                <a:gd name="connsiteY0" fmla="*/ 372375 h 372375"/>
                <a:gd name="connsiteX1" fmla="*/ 1377076 w 10662779"/>
                <a:gd name="connsiteY1" fmla="*/ 13768 h 372375"/>
                <a:gd name="connsiteX2" fmla="*/ 2666953 w 10662779"/>
                <a:gd name="connsiteY2" fmla="*/ 0 h 372375"/>
                <a:gd name="connsiteX3" fmla="*/ 10662779 w 10662779"/>
                <a:gd name="connsiteY3" fmla="*/ 369424 h 372375"/>
                <a:gd name="connsiteX4" fmla="*/ 0 w 10662779"/>
                <a:gd name="connsiteY4" fmla="*/ 372375 h 372375"/>
                <a:gd name="connsiteX0" fmla="*/ 0 w 10662779"/>
                <a:gd name="connsiteY0" fmla="*/ 369747 h 369747"/>
                <a:gd name="connsiteX1" fmla="*/ 1377076 w 10662779"/>
                <a:gd name="connsiteY1" fmla="*/ 11140 h 369747"/>
                <a:gd name="connsiteX2" fmla="*/ 2666953 w 10662779"/>
                <a:gd name="connsiteY2" fmla="*/ 0 h 369747"/>
                <a:gd name="connsiteX3" fmla="*/ 10662779 w 10662779"/>
                <a:gd name="connsiteY3" fmla="*/ 366796 h 369747"/>
                <a:gd name="connsiteX4" fmla="*/ 0 w 10662779"/>
                <a:gd name="connsiteY4" fmla="*/ 369747 h 369747"/>
                <a:gd name="connsiteX0" fmla="*/ 0 w 10662779"/>
                <a:gd name="connsiteY0" fmla="*/ 369747 h 369747"/>
                <a:gd name="connsiteX1" fmla="*/ 1377076 w 10662779"/>
                <a:gd name="connsiteY1" fmla="*/ 11140 h 369747"/>
                <a:gd name="connsiteX2" fmla="*/ 2666953 w 10662779"/>
                <a:gd name="connsiteY2" fmla="*/ 0 h 369747"/>
                <a:gd name="connsiteX3" fmla="*/ 10662779 w 10662779"/>
                <a:gd name="connsiteY3" fmla="*/ 366796 h 369747"/>
                <a:gd name="connsiteX4" fmla="*/ 0 w 10662779"/>
                <a:gd name="connsiteY4" fmla="*/ 369747 h 369747"/>
                <a:gd name="connsiteX0" fmla="*/ 0 w 10662779"/>
                <a:gd name="connsiteY0" fmla="*/ 387267 h 387267"/>
                <a:gd name="connsiteX1" fmla="*/ 1377076 w 10662779"/>
                <a:gd name="connsiteY1" fmla="*/ 28660 h 387267"/>
                <a:gd name="connsiteX2" fmla="*/ 2666953 w 10662779"/>
                <a:gd name="connsiteY2" fmla="*/ 0 h 387267"/>
                <a:gd name="connsiteX3" fmla="*/ 10662779 w 10662779"/>
                <a:gd name="connsiteY3" fmla="*/ 384316 h 387267"/>
                <a:gd name="connsiteX4" fmla="*/ 0 w 10662779"/>
                <a:gd name="connsiteY4" fmla="*/ 387267 h 387267"/>
                <a:gd name="connsiteX0" fmla="*/ 0 w 10662779"/>
                <a:gd name="connsiteY0" fmla="*/ 411168 h 411168"/>
                <a:gd name="connsiteX1" fmla="*/ 1370024 w 10662779"/>
                <a:gd name="connsiteY1" fmla="*/ 0 h 411168"/>
                <a:gd name="connsiteX2" fmla="*/ 2666953 w 10662779"/>
                <a:gd name="connsiteY2" fmla="*/ 23901 h 411168"/>
                <a:gd name="connsiteX3" fmla="*/ 10662779 w 10662779"/>
                <a:gd name="connsiteY3" fmla="*/ 408217 h 411168"/>
                <a:gd name="connsiteX4" fmla="*/ 0 w 10662779"/>
                <a:gd name="connsiteY4" fmla="*/ 411168 h 411168"/>
                <a:gd name="connsiteX0" fmla="*/ 0 w 10662779"/>
                <a:gd name="connsiteY0" fmla="*/ 413796 h 413796"/>
                <a:gd name="connsiteX1" fmla="*/ 1370024 w 10662779"/>
                <a:gd name="connsiteY1" fmla="*/ 0 h 413796"/>
                <a:gd name="connsiteX2" fmla="*/ 2666953 w 10662779"/>
                <a:gd name="connsiteY2" fmla="*/ 26529 h 413796"/>
                <a:gd name="connsiteX3" fmla="*/ 10662779 w 10662779"/>
                <a:gd name="connsiteY3" fmla="*/ 410845 h 413796"/>
                <a:gd name="connsiteX4" fmla="*/ 0 w 10662779"/>
                <a:gd name="connsiteY4" fmla="*/ 413796 h 413796"/>
                <a:gd name="connsiteX0" fmla="*/ 0 w 10662779"/>
                <a:gd name="connsiteY0" fmla="*/ 413796 h 413796"/>
                <a:gd name="connsiteX1" fmla="*/ 1370024 w 10662779"/>
                <a:gd name="connsiteY1" fmla="*/ 0 h 413796"/>
                <a:gd name="connsiteX2" fmla="*/ 2666953 w 10662779"/>
                <a:gd name="connsiteY2" fmla="*/ 26529 h 413796"/>
                <a:gd name="connsiteX3" fmla="*/ 10662779 w 10662779"/>
                <a:gd name="connsiteY3" fmla="*/ 410845 h 413796"/>
                <a:gd name="connsiteX4" fmla="*/ 0 w 10662779"/>
                <a:gd name="connsiteY4" fmla="*/ 413796 h 413796"/>
                <a:gd name="connsiteX0" fmla="*/ 0 w 10662779"/>
                <a:gd name="connsiteY0" fmla="*/ 413796 h 413796"/>
                <a:gd name="connsiteX1" fmla="*/ 1370024 w 10662779"/>
                <a:gd name="connsiteY1" fmla="*/ 0 h 413796"/>
                <a:gd name="connsiteX2" fmla="*/ 2666953 w 10662779"/>
                <a:gd name="connsiteY2" fmla="*/ 26529 h 413796"/>
                <a:gd name="connsiteX3" fmla="*/ 10662779 w 10662779"/>
                <a:gd name="connsiteY3" fmla="*/ 343567 h 413796"/>
                <a:gd name="connsiteX4" fmla="*/ 0 w 10662779"/>
                <a:gd name="connsiteY4" fmla="*/ 413796 h 413796"/>
                <a:gd name="connsiteX0" fmla="*/ 0 w 10662779"/>
                <a:gd name="connsiteY0" fmla="*/ 413796 h 413796"/>
                <a:gd name="connsiteX1" fmla="*/ 1370024 w 10662779"/>
                <a:gd name="connsiteY1" fmla="*/ 0 h 413796"/>
                <a:gd name="connsiteX2" fmla="*/ 2666953 w 10662779"/>
                <a:gd name="connsiteY2" fmla="*/ 26529 h 413796"/>
                <a:gd name="connsiteX3" fmla="*/ 10662779 w 10662779"/>
                <a:gd name="connsiteY3" fmla="*/ 343567 h 413796"/>
                <a:gd name="connsiteX4" fmla="*/ 10137635 w 10662779"/>
                <a:gd name="connsiteY4" fmla="*/ 344440 h 413796"/>
                <a:gd name="connsiteX5" fmla="*/ 0 w 10662779"/>
                <a:gd name="connsiteY5" fmla="*/ 413796 h 413796"/>
                <a:gd name="connsiteX0" fmla="*/ 0 w 10662779"/>
                <a:gd name="connsiteY0" fmla="*/ 413796 h 413796"/>
                <a:gd name="connsiteX1" fmla="*/ 1370024 w 10662779"/>
                <a:gd name="connsiteY1" fmla="*/ 0 h 413796"/>
                <a:gd name="connsiteX2" fmla="*/ 2666953 w 10662779"/>
                <a:gd name="connsiteY2" fmla="*/ 26529 h 413796"/>
                <a:gd name="connsiteX3" fmla="*/ 10662779 w 10662779"/>
                <a:gd name="connsiteY3" fmla="*/ 343567 h 413796"/>
                <a:gd name="connsiteX4" fmla="*/ 10656631 w 10662779"/>
                <a:gd name="connsiteY4" fmla="*/ 411718 h 413796"/>
                <a:gd name="connsiteX5" fmla="*/ 0 w 10662779"/>
                <a:gd name="connsiteY5" fmla="*/ 413796 h 413796"/>
                <a:gd name="connsiteX0" fmla="*/ 0 w 10667208"/>
                <a:gd name="connsiteY0" fmla="*/ 413796 h 416975"/>
                <a:gd name="connsiteX1" fmla="*/ 1370024 w 10667208"/>
                <a:gd name="connsiteY1" fmla="*/ 0 h 416975"/>
                <a:gd name="connsiteX2" fmla="*/ 2666953 w 10667208"/>
                <a:gd name="connsiteY2" fmla="*/ 26529 h 416975"/>
                <a:gd name="connsiteX3" fmla="*/ 10662779 w 10667208"/>
                <a:gd name="connsiteY3" fmla="*/ 343567 h 416975"/>
                <a:gd name="connsiteX4" fmla="*/ 10667208 w 10667208"/>
                <a:gd name="connsiteY4" fmla="*/ 416975 h 416975"/>
                <a:gd name="connsiteX5" fmla="*/ 0 w 10667208"/>
                <a:gd name="connsiteY5" fmla="*/ 413796 h 416975"/>
                <a:gd name="connsiteX0" fmla="*/ 0 w 10662779"/>
                <a:gd name="connsiteY0" fmla="*/ 413796 h 416975"/>
                <a:gd name="connsiteX1" fmla="*/ 1370024 w 10662779"/>
                <a:gd name="connsiteY1" fmla="*/ 0 h 416975"/>
                <a:gd name="connsiteX2" fmla="*/ 2666953 w 10662779"/>
                <a:gd name="connsiteY2" fmla="*/ 26529 h 416975"/>
                <a:gd name="connsiteX3" fmla="*/ 10662779 w 10662779"/>
                <a:gd name="connsiteY3" fmla="*/ 343567 h 416975"/>
                <a:gd name="connsiteX4" fmla="*/ 10661919 w 10662779"/>
                <a:gd name="connsiteY4" fmla="*/ 416975 h 416975"/>
                <a:gd name="connsiteX5" fmla="*/ 0 w 10662779"/>
                <a:gd name="connsiteY5" fmla="*/ 413796 h 416975"/>
                <a:gd name="connsiteX0" fmla="*/ 0 w 10664542"/>
                <a:gd name="connsiteY0" fmla="*/ 413796 h 416975"/>
                <a:gd name="connsiteX1" fmla="*/ 1370024 w 10664542"/>
                <a:gd name="connsiteY1" fmla="*/ 0 h 416975"/>
                <a:gd name="connsiteX2" fmla="*/ 2666953 w 10664542"/>
                <a:gd name="connsiteY2" fmla="*/ 26529 h 416975"/>
                <a:gd name="connsiteX3" fmla="*/ 10664542 w 10664542"/>
                <a:gd name="connsiteY3" fmla="*/ 356707 h 416975"/>
                <a:gd name="connsiteX4" fmla="*/ 10661919 w 10664542"/>
                <a:gd name="connsiteY4" fmla="*/ 416975 h 416975"/>
                <a:gd name="connsiteX5" fmla="*/ 0 w 10664542"/>
                <a:gd name="connsiteY5" fmla="*/ 413796 h 416975"/>
                <a:gd name="connsiteX0" fmla="*/ 0 w 10666305"/>
                <a:gd name="connsiteY0" fmla="*/ 413796 h 416975"/>
                <a:gd name="connsiteX1" fmla="*/ 1370024 w 10666305"/>
                <a:gd name="connsiteY1" fmla="*/ 0 h 416975"/>
                <a:gd name="connsiteX2" fmla="*/ 2666953 w 10666305"/>
                <a:gd name="connsiteY2" fmla="*/ 26529 h 416975"/>
                <a:gd name="connsiteX3" fmla="*/ 10666305 w 10666305"/>
                <a:gd name="connsiteY3" fmla="*/ 369848 h 416975"/>
                <a:gd name="connsiteX4" fmla="*/ 10661919 w 10666305"/>
                <a:gd name="connsiteY4" fmla="*/ 416975 h 416975"/>
                <a:gd name="connsiteX5" fmla="*/ 0 w 10666305"/>
                <a:gd name="connsiteY5" fmla="*/ 413796 h 416975"/>
                <a:gd name="connsiteX0" fmla="*/ 0 w 10666305"/>
                <a:gd name="connsiteY0" fmla="*/ 413796 h 416975"/>
                <a:gd name="connsiteX1" fmla="*/ 1370024 w 10666305"/>
                <a:gd name="connsiteY1" fmla="*/ 0 h 416975"/>
                <a:gd name="connsiteX2" fmla="*/ 2666953 w 10666305"/>
                <a:gd name="connsiteY2" fmla="*/ 26529 h 416975"/>
                <a:gd name="connsiteX3" fmla="*/ 10666305 w 10666305"/>
                <a:gd name="connsiteY3" fmla="*/ 401385 h 416975"/>
                <a:gd name="connsiteX4" fmla="*/ 10661919 w 10666305"/>
                <a:gd name="connsiteY4" fmla="*/ 416975 h 416975"/>
                <a:gd name="connsiteX5" fmla="*/ 0 w 10666305"/>
                <a:gd name="connsiteY5" fmla="*/ 413796 h 416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66305" h="416975">
                  <a:moveTo>
                    <a:pt x="0" y="413796"/>
                  </a:moveTo>
                  <a:lnTo>
                    <a:pt x="1370024" y="0"/>
                  </a:lnTo>
                  <a:lnTo>
                    <a:pt x="2666953" y="26529"/>
                  </a:lnTo>
                  <a:cubicBezTo>
                    <a:pt x="5285100" y="222556"/>
                    <a:pt x="8053799" y="247408"/>
                    <a:pt x="10666305" y="401385"/>
                  </a:cubicBezTo>
                  <a:cubicBezTo>
                    <a:pt x="10666018" y="425854"/>
                    <a:pt x="10662206" y="392506"/>
                    <a:pt x="10661919" y="416975"/>
                  </a:cubicBezTo>
                  <a:lnTo>
                    <a:pt x="0" y="413796"/>
                  </a:lnTo>
                  <a:close/>
                </a:path>
              </a:pathLst>
            </a:custGeom>
            <a:solidFill>
              <a:srgbClr val="E5F3EA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二等辺三角形 46">
              <a:extLst>
                <a:ext uri="{FF2B5EF4-FFF2-40B4-BE49-F238E27FC236}">
                  <ns2:creationId id="{5B54FDCB-90FF-4FA9-159F-B628EC95C716}"/>
                </a:ext>
              </a:extLst>
            </p:cNvPr>
            <p:cNvSpPr/>
            <p:nvPr/>
          </p:nvSpPr>
          <p:spPr>
            <a:xfrm rot="5400000">
              <a:off x="3216072" y="2745793"/>
              <a:ext cx="197256" cy="188141"/>
            </a:xfrm>
            <a:prstGeom prst="triangle">
              <a:avLst/>
            </a:prstGeom>
            <a:solidFill>
              <a:srgbClr val="E5F3EA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二等辺三角形 47">
              <a:extLst>
                <a:ext uri="{FF2B5EF4-FFF2-40B4-BE49-F238E27FC236}">
                  <ns2:creationId id="{5B7CFE3B-331A-A38B-CBE5-A8DAA9CFA96D}"/>
                </a:ext>
              </a:extLst>
            </p:cNvPr>
            <p:cNvSpPr/>
            <p:nvPr/>
          </p:nvSpPr>
          <p:spPr>
            <a:xfrm rot="16200000" flipH="1">
              <a:off x="1629802" y="2745793"/>
              <a:ext cx="197256" cy="188141"/>
            </a:xfrm>
            <a:prstGeom prst="triangle">
              <a:avLst/>
            </a:prstGeom>
            <a:solidFill>
              <a:srgbClr val="E5F3EA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60" name="四角形: 角を丸くする 259">
            <a:extLst>
              <a:ext uri="{FF2B5EF4-FFF2-40B4-BE49-F238E27FC236}">
                <ns2:creationId id="{B3C1D549-9AAD-9CEA-FC69-8A6C55EC5C6C}"/>
              </a:ext>
            </a:extLst>
          </p:cNvPr>
          <p:cNvSpPr/>
          <p:nvPr/>
        </p:nvSpPr>
        <p:spPr>
          <a:xfrm>
            <a:off x="334963" y="3102333"/>
            <a:ext cx="11525239" cy="3206392"/>
          </a:xfrm>
          <a:prstGeom prst="roundRect">
            <a:avLst>
              <a:gd name="adj" fmla="val 1010"/>
            </a:avLst>
          </a:prstGeom>
          <a:solidFill>
            <a:schemeClr val="bg1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ns2:creationId id="{CF7A8DFC-A193-1F72-266E-6159AE29FBBA}"/>
              </a:ext>
            </a:extLst>
          </p:cNvPr>
          <p:cNvSpPr txBox="1"/>
          <p:nvPr/>
        </p:nvSpPr>
        <p:spPr>
          <a:xfrm>
            <a:off x="396721" y="3186037"/>
            <a:ext cx="2588675" cy="245066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kumimoji="1"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en-US" altLang="ja-JP" sz="14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ns2:creationId id="{D942CA62-B0A6-64B2-B731-6A814274E167}"/>
              </a:ext>
            </a:extLst>
          </p:cNvPr>
          <p:cNvSpPr/>
          <p:nvPr/>
        </p:nvSpPr>
        <p:spPr>
          <a:xfrm>
            <a:off x="10033001" y="3490786"/>
            <a:ext cx="1762278" cy="291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6" name="グループ化 55">
            <a:extLst>
              <a:ext uri="{FF2B5EF4-FFF2-40B4-BE49-F238E27FC236}">
                <ns2:creationId id="{2080438C-EB50-AD15-DA01-7E2196EEC040}"/>
              </a:ext>
            </a:extLst>
          </p:cNvPr>
          <p:cNvGrpSpPr/>
          <p:nvPr/>
        </p:nvGrpSpPr>
        <p:grpSpPr>
          <a:xfrm>
            <a:off x="7764740" y="3819830"/>
            <a:ext cx="2233978" cy="2396844"/>
            <a:chOff x="7764740" y="3819830"/>
            <a:chExt cx="2956560" cy="2396844"/>
          </a:xfrm>
        </p:grpSpPr>
        <p:sp>
          <p:nvSpPr>
            <p:cNvPr id="220" name="正方形/長方形 219">
              <a:extLst>
                <a:ext uri="{FF2B5EF4-FFF2-40B4-BE49-F238E27FC236}">
                  <ns2:creationId id="{55AD6614-5DF8-231C-7030-04E8D3E7AD25}"/>
                </a:ext>
              </a:extLst>
            </p:cNvPr>
            <p:cNvSpPr/>
            <p:nvPr/>
          </p:nvSpPr>
          <p:spPr>
            <a:xfrm>
              <a:off x="7764740" y="3819830"/>
              <a:ext cx="2956560" cy="460492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161BEC84-CBC2-E89E-4AD5-28F26CEAB862}"/>
                </a:ext>
              </a:extLst>
            </p:cNvPr>
            <p:cNvSpPr/>
            <p:nvPr/>
          </p:nvSpPr>
          <p:spPr>
            <a:xfrm>
              <a:off x="7764740" y="4309232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zh-TW" altLang="en-US" sz="70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zh-TW" altLang="en-US" sz="7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7C2F821B-CC7A-BD9F-5346-226D588F52D6}"/>
                </a:ext>
              </a:extLst>
            </p:cNvPr>
            <p:cNvSpPr/>
            <p:nvPr/>
          </p:nvSpPr>
          <p:spPr>
            <a:xfrm>
              <a:off x="7764740" y="4526343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C1B64440-865B-988A-A241-38054AB0C55C}"/>
                </a:ext>
              </a:extLst>
            </p:cNvPr>
            <p:cNvSpPr/>
            <p:nvPr/>
          </p:nvSpPr>
          <p:spPr>
            <a:xfrm>
              <a:off x="7764740" y="4743453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921DDD95-B6F9-67EC-3EE8-DDD005C93844}"/>
                </a:ext>
              </a:extLst>
            </p:cNvPr>
            <p:cNvSpPr/>
            <p:nvPr/>
          </p:nvSpPr>
          <p:spPr>
            <a:xfrm>
              <a:off x="7764740" y="4960564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6B4A6A47-8BC5-60D6-10B3-93EDD45FA43B}"/>
                </a:ext>
              </a:extLst>
            </p:cNvPr>
            <p:cNvSpPr/>
            <p:nvPr/>
          </p:nvSpPr>
          <p:spPr>
            <a:xfrm>
              <a:off x="7764740" y="5394786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7479B3BB-B244-4832-475C-5501D9CC77C0}"/>
                </a:ext>
              </a:extLst>
            </p:cNvPr>
            <p:cNvSpPr/>
            <p:nvPr/>
          </p:nvSpPr>
          <p:spPr>
            <a:xfrm>
              <a:off x="7764740" y="5611897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70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10AF93EB-255A-77D7-F1F1-99BF04E2062F}"/>
                </a:ext>
              </a:extLst>
            </p:cNvPr>
            <p:cNvSpPr/>
            <p:nvPr/>
          </p:nvSpPr>
          <p:spPr>
            <a:xfrm>
              <a:off x="7764740" y="5829007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EDC12BEA-B951-4298-4010-EB5641FAB11F}"/>
                </a:ext>
              </a:extLst>
            </p:cNvPr>
            <p:cNvSpPr/>
            <p:nvPr/>
          </p:nvSpPr>
          <p:spPr>
            <a:xfrm>
              <a:off x="7764740" y="6046121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C376A94A-6E91-2364-82B1-64DF2709194D}"/>
                </a:ext>
              </a:extLst>
            </p:cNvPr>
            <p:cNvSpPr/>
            <p:nvPr/>
          </p:nvSpPr>
          <p:spPr>
            <a:xfrm>
              <a:off x="7764740" y="5177675"/>
              <a:ext cx="2956560" cy="170553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57" name="グループ化 56">
            <a:extLst>
              <a:ext uri="{FF2B5EF4-FFF2-40B4-BE49-F238E27FC236}">
                <ns2:creationId id="{291C47FD-3DDE-3273-E321-874CE3F17B5B}"/>
              </a:ext>
            </a:extLst>
          </p:cNvPr>
          <p:cNvGrpSpPr/>
          <p:nvPr/>
        </p:nvGrpSpPr>
        <p:grpSpPr>
          <a:xfrm>
            <a:off x="10038081" y="3819746"/>
            <a:ext cx="1768000" cy="2396928"/>
            <a:chOff x="10758331" y="3819746"/>
            <a:chExt cx="1047749" cy="2396928"/>
          </a:xfrm>
        </p:grpSpPr>
        <p:sp>
          <p:nvSpPr>
            <p:cNvPr id="234" name="正方形/長方形 233">
              <a:extLst>
                <a:ext uri="{FF2B5EF4-FFF2-40B4-BE49-F238E27FC236}">
                  <ns2:creationId id="{F786DC55-4288-4F48-8F6E-6D276B1B1B8A}"/>
                </a:ext>
              </a:extLst>
            </p:cNvPr>
            <p:cNvSpPr/>
            <p:nvPr/>
          </p:nvSpPr>
          <p:spPr>
            <a:xfrm>
              <a:off x="10758331" y="3819746"/>
              <a:ext cx="1047749" cy="460492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23CE57E5-BBA3-BCDA-7686-E5FD6CDA64CE}"/>
                </a:ext>
              </a:extLst>
            </p:cNvPr>
            <p:cNvSpPr/>
            <p:nvPr/>
          </p:nvSpPr>
          <p:spPr>
            <a:xfrm>
              <a:off x="10758331" y="4309232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046C1E36-236D-2E76-13B1-8E6586CEA969}"/>
                </a:ext>
              </a:extLst>
            </p:cNvPr>
            <p:cNvSpPr/>
            <p:nvPr/>
          </p:nvSpPr>
          <p:spPr>
            <a:xfrm>
              <a:off x="10758331" y="4526343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 dirty="0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u="none" strike="noStrike" dirty="0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u="none" strike="noStrike" dirty="0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 dirty="0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443A7724-AE50-D754-83CC-503FF7613CCB}"/>
                </a:ext>
              </a:extLst>
            </p:cNvPr>
            <p:cNvSpPr/>
            <p:nvPr/>
          </p:nvSpPr>
          <p:spPr>
            <a:xfrm>
              <a:off x="10758331" y="4743453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4FA8C605-44B3-FCE4-E324-BB781B0B176C}"/>
                </a:ext>
              </a:extLst>
            </p:cNvPr>
            <p:cNvSpPr/>
            <p:nvPr/>
          </p:nvSpPr>
          <p:spPr>
            <a:xfrm>
              <a:off x="10758331" y="4960564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DCC19D9C-D1D8-66AC-BE4C-80E4A1220649}"/>
                </a:ext>
              </a:extLst>
            </p:cNvPr>
            <p:cNvSpPr/>
            <p:nvPr/>
          </p:nvSpPr>
          <p:spPr>
            <a:xfrm>
              <a:off x="10758331" y="5394786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i="0" u="none" strike="noStrike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 i="0" u="none" strike="noStrike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0E6F550B-F123-7750-38A3-6A8001A63395}"/>
                </a:ext>
              </a:extLst>
            </p:cNvPr>
            <p:cNvSpPr/>
            <p:nvPr/>
          </p:nvSpPr>
          <p:spPr>
            <a:xfrm>
              <a:off x="10758331" y="5611897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69EE58DB-F9C9-473B-917C-549C00F6D4EE}"/>
                </a:ext>
              </a:extLst>
            </p:cNvPr>
            <p:cNvSpPr/>
            <p:nvPr/>
          </p:nvSpPr>
          <p:spPr>
            <a:xfrm>
              <a:off x="10758331" y="5829007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07EDD42D-96A5-9679-8837-AA80126DF5A0}"/>
                </a:ext>
              </a:extLst>
            </p:cNvPr>
            <p:cNvSpPr/>
            <p:nvPr/>
          </p:nvSpPr>
          <p:spPr>
            <a:xfrm>
              <a:off x="10758331" y="6046121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700" u="none" strike="noStrike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u="none" strike="noStrike">
                  <a:solidFill>
                    <a:schemeClr val="accent5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700" i="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E973ADBD-1A44-3765-7A52-A30D6E968BC0}"/>
                </a:ext>
              </a:extLst>
            </p:cNvPr>
            <p:cNvSpPr/>
            <p:nvPr/>
          </p:nvSpPr>
          <p:spPr>
            <a:xfrm>
              <a:off x="10758331" y="5177675"/>
              <a:ext cx="1047749" cy="1705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algn="ctr" rtl="0" eaLnBrk="1" fontAlgn="ctr" latinLnBrk="0" hangingPunct="1"/>
              <a:r>
                <a:rPr kumimoji="1" lang="ja-JP" altLang="ja-JP" sz="700" i="0" u="none" strike="noStrike" kern="1200">
                  <a:solidFill>
                    <a:srgbClr val="008D2E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ja-JP" sz="700" i="0" u="none" strike="noStrike"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21" name="正方形/長方形 220">
            <a:extLst>
              <a:ext uri="{FF2B5EF4-FFF2-40B4-BE49-F238E27FC236}">
                <ns2:creationId id="{BC717170-A7D2-8DA5-AD13-3BAA3FAE10AA}"/>
              </a:ext>
            </a:extLst>
          </p:cNvPr>
          <p:cNvSpPr/>
          <p:nvPr/>
        </p:nvSpPr>
        <p:spPr>
          <a:xfrm>
            <a:off x="2882265" y="3984823"/>
            <a:ext cx="3760601" cy="136442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100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b="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2" name="正方形/長方形 221">
            <a:extLst>
              <a:ext uri="{FF2B5EF4-FFF2-40B4-BE49-F238E27FC236}">
                <ns2:creationId id="{BCF503F2-1CDD-6C9F-B882-9B305D7768B3}"/>
              </a:ext>
            </a:extLst>
          </p:cNvPr>
          <p:cNvSpPr/>
          <p:nvPr/>
        </p:nvSpPr>
        <p:spPr>
          <a:xfrm>
            <a:off x="385921" y="3819830"/>
            <a:ext cx="6256946" cy="136442"/>
          </a:xfrm>
          <a:prstGeom prst="rect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7" name="正方形/長方形 236">
            <a:extLst>
              <a:ext uri="{FF2B5EF4-FFF2-40B4-BE49-F238E27FC236}">
                <ns2:creationId id="{436A68FE-5709-D748-FFA1-97374E6EF78C}"/>
              </a:ext>
            </a:extLst>
          </p:cNvPr>
          <p:cNvSpPr/>
          <p:nvPr/>
        </p:nvSpPr>
        <p:spPr>
          <a:xfrm>
            <a:off x="386286" y="3984823"/>
            <a:ext cx="794844" cy="289940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52" name="正方形/長方形 251">
            <a:extLst>
              <a:ext uri="{FF2B5EF4-FFF2-40B4-BE49-F238E27FC236}">
                <ns2:creationId id="{98EF2FBE-1EFF-072E-B6E0-7408B40387EE}"/>
              </a:ext>
            </a:extLst>
          </p:cNvPr>
          <p:cNvSpPr/>
          <p:nvPr/>
        </p:nvSpPr>
        <p:spPr>
          <a:xfrm>
            <a:off x="386286" y="4309232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 dirty="0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7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7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7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zh-TW" altLang="en-US" sz="700" i="0" u="none" strike="noStrike" dirty="0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3" name="正方形/長方形 252">
            <a:extLst>
              <a:ext uri="{FF2B5EF4-FFF2-40B4-BE49-F238E27FC236}">
                <ns2:creationId id="{71F08695-5629-39FE-4505-5E5C38638934}"/>
              </a:ext>
            </a:extLst>
          </p:cNvPr>
          <p:cNvSpPr/>
          <p:nvPr/>
        </p:nvSpPr>
        <p:spPr>
          <a:xfrm>
            <a:off x="386286" y="4526343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54" name="正方形/長方形 253">
            <a:extLst>
              <a:ext uri="{FF2B5EF4-FFF2-40B4-BE49-F238E27FC236}">
                <ns2:creationId id="{CB320B52-476F-80CF-EC32-EABEA8494050}"/>
              </a:ext>
            </a:extLst>
          </p:cNvPr>
          <p:cNvSpPr/>
          <p:nvPr/>
        </p:nvSpPr>
        <p:spPr>
          <a:xfrm>
            <a:off x="386286" y="4743453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5" name="正方形/長方形 254">
            <a:extLst>
              <a:ext uri="{FF2B5EF4-FFF2-40B4-BE49-F238E27FC236}">
                <ns2:creationId id="{957F7D4B-314F-DD25-5452-240DC132D7EB}"/>
              </a:ext>
            </a:extLst>
          </p:cNvPr>
          <p:cNvSpPr/>
          <p:nvPr/>
        </p:nvSpPr>
        <p:spPr>
          <a:xfrm>
            <a:off x="386286" y="4960564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6" name="正方形/長方形 255">
            <a:extLst>
              <a:ext uri="{FF2B5EF4-FFF2-40B4-BE49-F238E27FC236}">
                <ns2:creationId id="{93DCC4C9-6F68-5C5A-C19B-FE8B610EE7C2}"/>
              </a:ext>
            </a:extLst>
          </p:cNvPr>
          <p:cNvSpPr/>
          <p:nvPr/>
        </p:nvSpPr>
        <p:spPr>
          <a:xfrm>
            <a:off x="386286" y="5394786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7" name="正方形/長方形 256">
            <a:extLst>
              <a:ext uri="{FF2B5EF4-FFF2-40B4-BE49-F238E27FC236}">
                <ns2:creationId id="{F801C1B5-D37E-04BA-41FC-E827A7D39B58}"/>
              </a:ext>
            </a:extLst>
          </p:cNvPr>
          <p:cNvSpPr/>
          <p:nvPr/>
        </p:nvSpPr>
        <p:spPr>
          <a:xfrm>
            <a:off x="386286" y="5611897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8" name="正方形/長方形 257">
            <a:extLst>
              <a:ext uri="{FF2B5EF4-FFF2-40B4-BE49-F238E27FC236}">
                <ns2:creationId id="{69A0C7B8-7A84-F2AF-9CB8-077A7578C61B}"/>
              </a:ext>
            </a:extLst>
          </p:cNvPr>
          <p:cNvSpPr/>
          <p:nvPr/>
        </p:nvSpPr>
        <p:spPr>
          <a:xfrm>
            <a:off x="386286" y="5829007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正方形/長方形 272">
            <a:extLst>
              <a:ext uri="{FF2B5EF4-FFF2-40B4-BE49-F238E27FC236}">
                <ns2:creationId id="{5B93FEE1-94BA-D42D-68D6-93A897D88A53}"/>
              </a:ext>
            </a:extLst>
          </p:cNvPr>
          <p:cNvSpPr/>
          <p:nvPr/>
        </p:nvSpPr>
        <p:spPr>
          <a:xfrm>
            <a:off x="386286" y="6046121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正方形/長方形 273">
            <a:extLst>
              <a:ext uri="{FF2B5EF4-FFF2-40B4-BE49-F238E27FC236}">
                <ns2:creationId id="{49BC3E80-7A71-0521-B862-B417EFD5F003}"/>
              </a:ext>
            </a:extLst>
          </p:cNvPr>
          <p:cNvSpPr/>
          <p:nvPr/>
        </p:nvSpPr>
        <p:spPr>
          <a:xfrm>
            <a:off x="386286" y="5177675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6" name="正方形/長方形 235">
            <a:extLst>
              <a:ext uri="{FF2B5EF4-FFF2-40B4-BE49-F238E27FC236}">
                <ns2:creationId id="{6BBF9EEC-F0D8-E023-CA1B-FB94270DE3F0}"/>
              </a:ext>
            </a:extLst>
          </p:cNvPr>
          <p:cNvSpPr/>
          <p:nvPr/>
        </p:nvSpPr>
        <p:spPr>
          <a:xfrm>
            <a:off x="1218157" y="3984823"/>
            <a:ext cx="794844" cy="289940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正方形/長方形 274">
            <a:extLst>
              <a:ext uri="{FF2B5EF4-FFF2-40B4-BE49-F238E27FC236}">
                <ns2:creationId id="{3A94FFDD-2C0A-64B4-063A-2D39DFCE3D43}"/>
              </a:ext>
            </a:extLst>
          </p:cNvPr>
          <p:cNvSpPr/>
          <p:nvPr/>
        </p:nvSpPr>
        <p:spPr>
          <a:xfrm>
            <a:off x="1218157" y="4309232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 i="0" u="none" strike="noStrike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正方形/長方形 275">
            <a:extLst>
              <a:ext uri="{FF2B5EF4-FFF2-40B4-BE49-F238E27FC236}">
                <ns2:creationId id="{E9DE16C7-B785-0AD4-8EC6-22222B8BA191}"/>
              </a:ext>
            </a:extLst>
          </p:cNvPr>
          <p:cNvSpPr/>
          <p:nvPr/>
        </p:nvSpPr>
        <p:spPr>
          <a:xfrm>
            <a:off x="1218157" y="4526343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u="none" strike="noStrike" dirty="0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 dirty="0">
              <a:solidFill>
                <a:schemeClr val="accent5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正方形/長方形 276">
            <a:extLst>
              <a:ext uri="{FF2B5EF4-FFF2-40B4-BE49-F238E27FC236}">
                <ns2:creationId id="{58A6D0B2-10B7-FEC2-70FB-5A0F8E25A4CC}"/>
              </a:ext>
            </a:extLst>
          </p:cNvPr>
          <p:cNvSpPr/>
          <p:nvPr/>
        </p:nvSpPr>
        <p:spPr>
          <a:xfrm>
            <a:off x="1218157" y="4743453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chemeClr val="accent5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正方形/長方形 277">
            <a:extLst>
              <a:ext uri="{FF2B5EF4-FFF2-40B4-BE49-F238E27FC236}">
                <ns2:creationId id="{3FBCB49D-CC73-6BD6-F48D-BE5C59B1F513}"/>
              </a:ext>
            </a:extLst>
          </p:cNvPr>
          <p:cNvSpPr/>
          <p:nvPr/>
        </p:nvSpPr>
        <p:spPr>
          <a:xfrm>
            <a:off x="1218157" y="4960564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chemeClr val="accent5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9" name="正方形/長方形 278">
            <a:extLst>
              <a:ext uri="{FF2B5EF4-FFF2-40B4-BE49-F238E27FC236}">
                <ns2:creationId id="{9FA123D9-DF0F-9F76-EC2F-44304FD7B78A}"/>
              </a:ext>
            </a:extLst>
          </p:cNvPr>
          <p:cNvSpPr/>
          <p:nvPr/>
        </p:nvSpPr>
        <p:spPr>
          <a:xfrm>
            <a:off x="1218157" y="5394786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8D2E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0" name="正方形/長方形 279">
            <a:extLst>
              <a:ext uri="{FF2B5EF4-FFF2-40B4-BE49-F238E27FC236}">
                <ns2:creationId id="{407041CF-8351-25D9-5342-8B1838D93AFE}"/>
              </a:ext>
            </a:extLst>
          </p:cNvPr>
          <p:cNvSpPr/>
          <p:nvPr/>
        </p:nvSpPr>
        <p:spPr>
          <a:xfrm>
            <a:off x="1218157" y="5611897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chemeClr val="accent5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正方形/長方形 280">
            <a:extLst>
              <a:ext uri="{FF2B5EF4-FFF2-40B4-BE49-F238E27FC236}">
                <ns2:creationId id="{EB551451-B888-F6AE-323B-9832B822773D}"/>
              </a:ext>
            </a:extLst>
          </p:cNvPr>
          <p:cNvSpPr/>
          <p:nvPr/>
        </p:nvSpPr>
        <p:spPr>
          <a:xfrm>
            <a:off x="1218157" y="5829007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chemeClr val="accent5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2" name="正方形/長方形 281">
            <a:extLst>
              <a:ext uri="{FF2B5EF4-FFF2-40B4-BE49-F238E27FC236}">
                <ns2:creationId id="{FB6B34D3-8AC5-10F4-E5CF-C3B6827A8947}"/>
              </a:ext>
            </a:extLst>
          </p:cNvPr>
          <p:cNvSpPr/>
          <p:nvPr/>
        </p:nvSpPr>
        <p:spPr>
          <a:xfrm>
            <a:off x="1218157" y="6046121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70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700" u="none" strike="noStrike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chemeClr val="accent5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正方形/長方形 282">
            <a:extLst>
              <a:ext uri="{FF2B5EF4-FFF2-40B4-BE49-F238E27FC236}">
                <ns2:creationId id="{45953E14-3EED-9D71-DDB0-3BB634F04C94}"/>
              </a:ext>
            </a:extLst>
          </p:cNvPr>
          <p:cNvSpPr/>
          <p:nvPr/>
        </p:nvSpPr>
        <p:spPr>
          <a:xfrm>
            <a:off x="1218157" y="5177675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algn="ctr" rtl="0" eaLnBrk="1" fontAlgn="ctr" latinLnBrk="0" hangingPunct="1"/>
            <a:r>
              <a:rPr kumimoji="1" lang="ja-JP" altLang="ja-JP" sz="700" i="0" u="none" strike="noStrike" kern="1200">
                <a:solidFill>
                  <a:srgbClr val="008D2E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ja-JP" sz="700" i="0" u="none" strike="noStrike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8" name="正方形/長方形 237">
            <a:extLst>
              <a:ext uri="{FF2B5EF4-FFF2-40B4-BE49-F238E27FC236}">
                <ns2:creationId id="{3CDCBBB5-1E1E-13C4-9827-261AFB3A55CE}"/>
              </a:ext>
            </a:extLst>
          </p:cNvPr>
          <p:cNvSpPr/>
          <p:nvPr/>
        </p:nvSpPr>
        <p:spPr>
          <a:xfrm>
            <a:off x="2050028" y="3984823"/>
            <a:ext cx="794844" cy="289940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4" name="正方形/長方形 283">
            <a:extLst>
              <a:ext uri="{FF2B5EF4-FFF2-40B4-BE49-F238E27FC236}">
                <ns2:creationId id="{5E7B345D-DA92-FA1D-70B5-D838CF8DBF32}"/>
              </a:ext>
            </a:extLst>
          </p:cNvPr>
          <p:cNvSpPr/>
          <p:nvPr/>
        </p:nvSpPr>
        <p:spPr>
          <a:xfrm>
            <a:off x="2050028" y="4309232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5" name="正方形/長方形 284">
            <a:extLst>
              <a:ext uri="{FF2B5EF4-FFF2-40B4-BE49-F238E27FC236}">
                <ns2:creationId id="{48140614-91DB-4DC4-1EFA-45ACC1752109}"/>
              </a:ext>
            </a:extLst>
          </p:cNvPr>
          <p:cNvSpPr/>
          <p:nvPr/>
        </p:nvSpPr>
        <p:spPr>
          <a:xfrm>
            <a:off x="2050028" y="4526343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6" name="正方形/長方形 285">
            <a:extLst>
              <a:ext uri="{FF2B5EF4-FFF2-40B4-BE49-F238E27FC236}">
                <ns2:creationId id="{95E24A72-6FCF-460C-20B5-EF1B5C23210E}"/>
              </a:ext>
            </a:extLst>
          </p:cNvPr>
          <p:cNvSpPr/>
          <p:nvPr/>
        </p:nvSpPr>
        <p:spPr>
          <a:xfrm>
            <a:off x="2050028" y="4743453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7" name="正方形/長方形 286">
            <a:extLst>
              <a:ext uri="{FF2B5EF4-FFF2-40B4-BE49-F238E27FC236}">
                <ns2:creationId id="{E9181121-B002-8C0D-CBB6-D0C0E3ED75E1}"/>
              </a:ext>
            </a:extLst>
          </p:cNvPr>
          <p:cNvSpPr/>
          <p:nvPr/>
        </p:nvSpPr>
        <p:spPr>
          <a:xfrm>
            <a:off x="2050028" y="4960564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8" name="正方形/長方形 287">
            <a:extLst>
              <a:ext uri="{FF2B5EF4-FFF2-40B4-BE49-F238E27FC236}">
                <ns2:creationId id="{D4136B7C-F92E-6CED-9370-38598CA1B3DE}"/>
              </a:ext>
            </a:extLst>
          </p:cNvPr>
          <p:cNvSpPr/>
          <p:nvPr/>
        </p:nvSpPr>
        <p:spPr>
          <a:xfrm>
            <a:off x="2050028" y="5394786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9" name="正方形/長方形 288">
            <a:extLst>
              <a:ext uri="{FF2B5EF4-FFF2-40B4-BE49-F238E27FC236}">
                <ns2:creationId id="{3E2910D3-73C0-C8DC-D250-0B02AE815F32}"/>
              </a:ext>
            </a:extLst>
          </p:cNvPr>
          <p:cNvSpPr/>
          <p:nvPr/>
        </p:nvSpPr>
        <p:spPr>
          <a:xfrm>
            <a:off x="2050028" y="5611897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0" name="正方形/長方形 289">
            <a:extLst>
              <a:ext uri="{FF2B5EF4-FFF2-40B4-BE49-F238E27FC236}">
                <ns2:creationId id="{42C05696-66EF-C7F1-AD10-89EB6958EF0C}"/>
              </a:ext>
            </a:extLst>
          </p:cNvPr>
          <p:cNvSpPr/>
          <p:nvPr/>
        </p:nvSpPr>
        <p:spPr>
          <a:xfrm>
            <a:off x="2050028" y="5829007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1" name="正方形/長方形 290">
            <a:extLst>
              <a:ext uri="{FF2B5EF4-FFF2-40B4-BE49-F238E27FC236}">
                <ns2:creationId id="{803C49E7-4444-95D1-FDF4-166319EFE5F9}"/>
              </a:ext>
            </a:extLst>
          </p:cNvPr>
          <p:cNvSpPr/>
          <p:nvPr/>
        </p:nvSpPr>
        <p:spPr>
          <a:xfrm>
            <a:off x="2050028" y="6046121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en-US" altLang="ja-JP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2" name="正方形/長方形 291">
            <a:extLst>
              <a:ext uri="{FF2B5EF4-FFF2-40B4-BE49-F238E27FC236}">
                <ns2:creationId id="{33864A78-5203-6A7B-A659-824590BDC337}"/>
              </a:ext>
            </a:extLst>
          </p:cNvPr>
          <p:cNvSpPr/>
          <p:nvPr/>
        </p:nvSpPr>
        <p:spPr>
          <a:xfrm>
            <a:off x="2050028" y="5177675"/>
            <a:ext cx="794844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3" name="正方形/長方形 222">
            <a:extLst>
              <a:ext uri="{FF2B5EF4-FFF2-40B4-BE49-F238E27FC236}">
                <ns2:creationId id="{3E6D71C3-0F6B-7D25-7F3A-C579204727E8}"/>
              </a:ext>
            </a:extLst>
          </p:cNvPr>
          <p:cNvSpPr/>
          <p:nvPr/>
        </p:nvSpPr>
        <p:spPr>
          <a:xfrm>
            <a:off x="2881899" y="4139648"/>
            <a:ext cx="722586" cy="136442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SAP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3" name="正方形/長方形 292">
            <a:extLst>
              <a:ext uri="{FF2B5EF4-FFF2-40B4-BE49-F238E27FC236}">
                <ns2:creationId id="{803F2421-180A-F56F-B5FB-2CB0F873DA3D}"/>
              </a:ext>
            </a:extLst>
          </p:cNvPr>
          <p:cNvSpPr/>
          <p:nvPr/>
        </p:nvSpPr>
        <p:spPr>
          <a:xfrm>
            <a:off x="2881899" y="4309232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4" name="正方形/長方形 293">
            <a:extLst>
              <a:ext uri="{FF2B5EF4-FFF2-40B4-BE49-F238E27FC236}">
                <ns2:creationId id="{0EFB9B5F-250E-317A-E9C0-FF245C1CE4B5}"/>
              </a:ext>
            </a:extLst>
          </p:cNvPr>
          <p:cNvSpPr/>
          <p:nvPr/>
        </p:nvSpPr>
        <p:spPr>
          <a:xfrm>
            <a:off x="2881899" y="452634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5" name="正方形/長方形 294">
            <a:extLst>
              <a:ext uri="{FF2B5EF4-FFF2-40B4-BE49-F238E27FC236}">
                <ns2:creationId id="{AE51AEC0-7E09-DF7B-C0C5-1DDA1C64545A}"/>
              </a:ext>
            </a:extLst>
          </p:cNvPr>
          <p:cNvSpPr/>
          <p:nvPr/>
        </p:nvSpPr>
        <p:spPr>
          <a:xfrm>
            <a:off x="2881899" y="474345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6" name="正方形/長方形 295">
            <a:extLst>
              <a:ext uri="{FF2B5EF4-FFF2-40B4-BE49-F238E27FC236}">
                <ns2:creationId id="{26373092-3FC6-46F5-DD0C-AE7FE2998A79}"/>
              </a:ext>
            </a:extLst>
          </p:cNvPr>
          <p:cNvSpPr/>
          <p:nvPr/>
        </p:nvSpPr>
        <p:spPr>
          <a:xfrm>
            <a:off x="2881899" y="4960564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7" name="正方形/長方形 296">
            <a:extLst>
              <a:ext uri="{FF2B5EF4-FFF2-40B4-BE49-F238E27FC236}">
                <ns2:creationId id="{C638CACC-510E-0EEE-CEE4-EC8724307C49}"/>
              </a:ext>
            </a:extLst>
          </p:cNvPr>
          <p:cNvSpPr/>
          <p:nvPr/>
        </p:nvSpPr>
        <p:spPr>
          <a:xfrm>
            <a:off x="2881899" y="5394786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8" name="正方形/長方形 297">
            <a:extLst>
              <a:ext uri="{FF2B5EF4-FFF2-40B4-BE49-F238E27FC236}">
                <ns2:creationId id="{33F7334D-DF74-8E0A-191A-B434AC7B58E1}"/>
              </a:ext>
            </a:extLst>
          </p:cNvPr>
          <p:cNvSpPr/>
          <p:nvPr/>
        </p:nvSpPr>
        <p:spPr>
          <a:xfrm>
            <a:off x="2881899" y="561189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9" name="正方形/長方形 298">
            <a:extLst>
              <a:ext uri="{FF2B5EF4-FFF2-40B4-BE49-F238E27FC236}">
                <ns2:creationId id="{8E957557-2D6B-D3BD-F1E4-B97AD45132C9}"/>
              </a:ext>
            </a:extLst>
          </p:cNvPr>
          <p:cNvSpPr/>
          <p:nvPr/>
        </p:nvSpPr>
        <p:spPr>
          <a:xfrm>
            <a:off x="2881899" y="582900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0" name="正方形/長方形 299">
            <a:extLst>
              <a:ext uri="{FF2B5EF4-FFF2-40B4-BE49-F238E27FC236}">
                <ns2:creationId id="{13772AFD-6EE2-F03E-97D4-00034A9A2F68}"/>
              </a:ext>
            </a:extLst>
          </p:cNvPr>
          <p:cNvSpPr/>
          <p:nvPr/>
        </p:nvSpPr>
        <p:spPr>
          <a:xfrm>
            <a:off x="2881899" y="6046121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 dirty="0">
                <a:solidFill>
                  <a:schemeClr val="accent5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 dirty="0">
              <a:solidFill>
                <a:schemeClr val="accent5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1" name="正方形/長方形 300">
            <a:extLst>
              <a:ext uri="{FF2B5EF4-FFF2-40B4-BE49-F238E27FC236}">
                <ns2:creationId id="{105781BB-462B-F38E-FF87-014A3B14F2B7}"/>
              </a:ext>
            </a:extLst>
          </p:cNvPr>
          <p:cNvSpPr/>
          <p:nvPr/>
        </p:nvSpPr>
        <p:spPr>
          <a:xfrm>
            <a:off x="2881899" y="5177675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8" name="正方形/長方形 247">
            <a:extLst>
              <a:ext uri="{FF2B5EF4-FFF2-40B4-BE49-F238E27FC236}">
                <ns2:creationId id="{410CD153-4E3D-CA7A-7660-30727002FB11}"/>
              </a:ext>
            </a:extLst>
          </p:cNvPr>
          <p:cNvSpPr/>
          <p:nvPr/>
        </p:nvSpPr>
        <p:spPr>
          <a:xfrm>
            <a:off x="3641512" y="4139648"/>
            <a:ext cx="722586" cy="136442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en-US" altLang="ja-JP" sz="100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b="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2" name="正方形/長方形 301">
            <a:extLst>
              <a:ext uri="{FF2B5EF4-FFF2-40B4-BE49-F238E27FC236}">
                <ns2:creationId id="{1A28D6FE-EE52-8396-37F2-8C865755AB0B}"/>
              </a:ext>
            </a:extLst>
          </p:cNvPr>
          <p:cNvSpPr/>
          <p:nvPr/>
        </p:nvSpPr>
        <p:spPr>
          <a:xfrm>
            <a:off x="3641512" y="4309232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3" name="正方形/長方形 302">
            <a:extLst>
              <a:ext uri="{FF2B5EF4-FFF2-40B4-BE49-F238E27FC236}">
                <ns2:creationId id="{FE5DF4E7-B15F-6D66-92B0-187B3240D49D}"/>
              </a:ext>
            </a:extLst>
          </p:cNvPr>
          <p:cNvSpPr/>
          <p:nvPr/>
        </p:nvSpPr>
        <p:spPr>
          <a:xfrm>
            <a:off x="3641512" y="452634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 dirty="0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4" name="正方形/長方形 303">
            <a:extLst>
              <a:ext uri="{FF2B5EF4-FFF2-40B4-BE49-F238E27FC236}">
                <ns2:creationId id="{DEF5BD9B-7003-0669-7739-9D83D31B1BBE}"/>
              </a:ext>
            </a:extLst>
          </p:cNvPr>
          <p:cNvSpPr/>
          <p:nvPr/>
        </p:nvSpPr>
        <p:spPr>
          <a:xfrm>
            <a:off x="3641512" y="474345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5" name="正方形/長方形 304">
            <a:extLst>
              <a:ext uri="{FF2B5EF4-FFF2-40B4-BE49-F238E27FC236}">
                <ns2:creationId id="{00F8B2CD-2F79-3F17-34D7-ECF4B17FE3CB}"/>
              </a:ext>
            </a:extLst>
          </p:cNvPr>
          <p:cNvSpPr/>
          <p:nvPr/>
        </p:nvSpPr>
        <p:spPr>
          <a:xfrm>
            <a:off x="3641512" y="4960564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6" name="正方形/長方形 305">
            <a:extLst>
              <a:ext uri="{FF2B5EF4-FFF2-40B4-BE49-F238E27FC236}">
                <ns2:creationId id="{8FE4682D-9C43-8282-BFCF-067DCEBBE681}"/>
              </a:ext>
            </a:extLst>
          </p:cNvPr>
          <p:cNvSpPr/>
          <p:nvPr/>
        </p:nvSpPr>
        <p:spPr>
          <a:xfrm>
            <a:off x="3641512" y="5394786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7" name="正方形/長方形 306">
            <a:extLst>
              <a:ext uri="{FF2B5EF4-FFF2-40B4-BE49-F238E27FC236}">
                <ns2:creationId id="{CA3A3261-18D1-3B0D-6215-D11CDFE8E1F7}"/>
              </a:ext>
            </a:extLst>
          </p:cNvPr>
          <p:cNvSpPr/>
          <p:nvPr/>
        </p:nvSpPr>
        <p:spPr>
          <a:xfrm>
            <a:off x="3641512" y="561189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8" name="正方形/長方形 307">
            <a:extLst>
              <a:ext uri="{FF2B5EF4-FFF2-40B4-BE49-F238E27FC236}">
                <ns2:creationId id="{944AF283-43E9-7B0C-57F9-B19DA2F12B73}"/>
              </a:ext>
            </a:extLst>
          </p:cNvPr>
          <p:cNvSpPr/>
          <p:nvPr/>
        </p:nvSpPr>
        <p:spPr>
          <a:xfrm>
            <a:off x="3641512" y="582900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9" name="正方形/長方形 308">
            <a:extLst>
              <a:ext uri="{FF2B5EF4-FFF2-40B4-BE49-F238E27FC236}">
                <ns2:creationId id="{32FF7F03-E051-803D-C2DC-E37C4A5F90E7}"/>
              </a:ext>
            </a:extLst>
          </p:cNvPr>
          <p:cNvSpPr/>
          <p:nvPr/>
        </p:nvSpPr>
        <p:spPr>
          <a:xfrm>
            <a:off x="3641512" y="6046121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0" name="正方形/長方形 309">
            <a:extLst>
              <a:ext uri="{FF2B5EF4-FFF2-40B4-BE49-F238E27FC236}">
                <ns2:creationId id="{46E20E37-AFFD-8863-5B90-92CB49F5D143}"/>
              </a:ext>
            </a:extLst>
          </p:cNvPr>
          <p:cNvSpPr/>
          <p:nvPr/>
        </p:nvSpPr>
        <p:spPr>
          <a:xfrm>
            <a:off x="3641512" y="5177675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9" name="正方形/長方形 248">
            <a:extLst>
              <a:ext uri="{FF2B5EF4-FFF2-40B4-BE49-F238E27FC236}">
                <ns2:creationId id="{9D410790-D53D-393A-6588-CDB5093F5CA9}"/>
              </a:ext>
            </a:extLst>
          </p:cNvPr>
          <p:cNvSpPr/>
          <p:nvPr/>
        </p:nvSpPr>
        <p:spPr>
          <a:xfrm>
            <a:off x="4401125" y="4139648"/>
            <a:ext cx="722586" cy="136442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00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b="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正方形/長方形 310">
            <a:extLst>
              <a:ext uri="{FF2B5EF4-FFF2-40B4-BE49-F238E27FC236}">
                <ns2:creationId id="{D5C8DB5D-B206-E6DC-1B64-A8895DD30119}"/>
              </a:ext>
            </a:extLst>
          </p:cNvPr>
          <p:cNvSpPr/>
          <p:nvPr/>
        </p:nvSpPr>
        <p:spPr>
          <a:xfrm>
            <a:off x="4401125" y="4309232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正方形/長方形 311">
            <a:extLst>
              <a:ext uri="{FF2B5EF4-FFF2-40B4-BE49-F238E27FC236}">
                <ns2:creationId id="{9E94CB8F-DE90-4147-F45E-A02AB88CBCD6}"/>
              </a:ext>
            </a:extLst>
          </p:cNvPr>
          <p:cNvSpPr/>
          <p:nvPr/>
        </p:nvSpPr>
        <p:spPr>
          <a:xfrm>
            <a:off x="4401125" y="452634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3" name="正方形/長方形 312">
            <a:extLst>
              <a:ext uri="{FF2B5EF4-FFF2-40B4-BE49-F238E27FC236}">
                <ns2:creationId id="{A5F44661-B327-7B44-FD6E-FFF096B376AF}"/>
              </a:ext>
            </a:extLst>
          </p:cNvPr>
          <p:cNvSpPr/>
          <p:nvPr/>
        </p:nvSpPr>
        <p:spPr>
          <a:xfrm>
            <a:off x="4401125" y="474345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4" name="正方形/長方形 313">
            <a:extLst>
              <a:ext uri="{FF2B5EF4-FFF2-40B4-BE49-F238E27FC236}">
                <ns2:creationId id="{B5586C36-AF26-A7BF-0768-615213D7AA40}"/>
              </a:ext>
            </a:extLst>
          </p:cNvPr>
          <p:cNvSpPr/>
          <p:nvPr/>
        </p:nvSpPr>
        <p:spPr>
          <a:xfrm>
            <a:off x="4401125" y="4960564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5" name="正方形/長方形 314">
            <a:extLst>
              <a:ext uri="{FF2B5EF4-FFF2-40B4-BE49-F238E27FC236}">
                <ns2:creationId id="{D2AD9DF3-F5E3-E4FD-103E-E7F80B7A9FB6}"/>
              </a:ext>
            </a:extLst>
          </p:cNvPr>
          <p:cNvSpPr/>
          <p:nvPr/>
        </p:nvSpPr>
        <p:spPr>
          <a:xfrm>
            <a:off x="4401125" y="5394786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6" name="正方形/長方形 315">
            <a:extLst>
              <a:ext uri="{FF2B5EF4-FFF2-40B4-BE49-F238E27FC236}">
                <ns2:creationId id="{58C0E5AA-0CAB-AE2B-94AC-F36647596308}"/>
              </a:ext>
            </a:extLst>
          </p:cNvPr>
          <p:cNvSpPr/>
          <p:nvPr/>
        </p:nvSpPr>
        <p:spPr>
          <a:xfrm>
            <a:off x="4401125" y="561189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正方形/長方形 316">
            <a:extLst>
              <a:ext uri="{FF2B5EF4-FFF2-40B4-BE49-F238E27FC236}">
                <ns2:creationId id="{59965673-710D-395A-43D0-7BF1A1549D00}"/>
              </a:ext>
            </a:extLst>
          </p:cNvPr>
          <p:cNvSpPr/>
          <p:nvPr/>
        </p:nvSpPr>
        <p:spPr>
          <a:xfrm>
            <a:off x="4401125" y="582900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正方形/長方形 317">
            <a:extLst>
              <a:ext uri="{FF2B5EF4-FFF2-40B4-BE49-F238E27FC236}">
                <ns2:creationId id="{4AA71529-C743-47BD-A474-C4E11632402A}"/>
              </a:ext>
            </a:extLst>
          </p:cNvPr>
          <p:cNvSpPr/>
          <p:nvPr/>
        </p:nvSpPr>
        <p:spPr>
          <a:xfrm>
            <a:off x="4401125" y="6046121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9" name="正方形/長方形 318">
            <a:extLst>
              <a:ext uri="{FF2B5EF4-FFF2-40B4-BE49-F238E27FC236}">
                <ns2:creationId id="{F041794F-D047-63D2-737C-8A0A781AA708}"/>
              </a:ext>
            </a:extLst>
          </p:cNvPr>
          <p:cNvSpPr/>
          <p:nvPr/>
        </p:nvSpPr>
        <p:spPr>
          <a:xfrm>
            <a:off x="4401125" y="5177675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0" name="正方形/長方形 249">
            <a:extLst>
              <a:ext uri="{FF2B5EF4-FFF2-40B4-BE49-F238E27FC236}">
                <ns2:creationId id="{C35CEE24-6ED4-857E-B734-A9EFE11F2B7E}"/>
              </a:ext>
            </a:extLst>
          </p:cNvPr>
          <p:cNvSpPr/>
          <p:nvPr/>
        </p:nvSpPr>
        <p:spPr>
          <a:xfrm>
            <a:off x="5160738" y="4139648"/>
            <a:ext cx="722586" cy="136442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00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b="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0" name="正方形/長方形 319">
            <a:extLst>
              <a:ext uri="{FF2B5EF4-FFF2-40B4-BE49-F238E27FC236}">
                <ns2:creationId id="{5E5E6485-4A83-A20B-6919-7B61C30309A6}"/>
              </a:ext>
            </a:extLst>
          </p:cNvPr>
          <p:cNvSpPr/>
          <p:nvPr/>
        </p:nvSpPr>
        <p:spPr>
          <a:xfrm>
            <a:off x="5160738" y="4309232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1" name="正方形/長方形 320">
            <a:extLst>
              <a:ext uri="{FF2B5EF4-FFF2-40B4-BE49-F238E27FC236}">
                <ns2:creationId id="{814CB6AD-3808-4D7A-A078-56DB384E5E15}"/>
              </a:ext>
            </a:extLst>
          </p:cNvPr>
          <p:cNvSpPr/>
          <p:nvPr/>
        </p:nvSpPr>
        <p:spPr>
          <a:xfrm>
            <a:off x="5160738" y="452634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2" name="正方形/長方形 321">
            <a:extLst>
              <a:ext uri="{FF2B5EF4-FFF2-40B4-BE49-F238E27FC236}">
                <ns2:creationId id="{8DF9197E-0C1E-A3DF-A4C1-FA0C082D4C40}"/>
              </a:ext>
            </a:extLst>
          </p:cNvPr>
          <p:cNvSpPr/>
          <p:nvPr/>
        </p:nvSpPr>
        <p:spPr>
          <a:xfrm>
            <a:off x="5160738" y="474345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 dirty="0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3" name="正方形/長方形 322">
            <a:extLst>
              <a:ext uri="{FF2B5EF4-FFF2-40B4-BE49-F238E27FC236}">
                <ns2:creationId id="{8F8583CC-C4AD-D5C4-AB21-205366CDE807}"/>
              </a:ext>
            </a:extLst>
          </p:cNvPr>
          <p:cNvSpPr/>
          <p:nvPr/>
        </p:nvSpPr>
        <p:spPr>
          <a:xfrm>
            <a:off x="5160738" y="4960564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4" name="正方形/長方形 323">
            <a:extLst>
              <a:ext uri="{FF2B5EF4-FFF2-40B4-BE49-F238E27FC236}">
                <ns2:creationId id="{C2A6168B-A91B-3A53-2D2C-C99DA77546E7}"/>
              </a:ext>
            </a:extLst>
          </p:cNvPr>
          <p:cNvSpPr/>
          <p:nvPr/>
        </p:nvSpPr>
        <p:spPr>
          <a:xfrm>
            <a:off x="5160738" y="5394786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5" name="正方形/長方形 324">
            <a:extLst>
              <a:ext uri="{FF2B5EF4-FFF2-40B4-BE49-F238E27FC236}">
                <ns2:creationId id="{F4A5FA51-D1E8-04F2-2248-C6D1F8C18FAF}"/>
              </a:ext>
            </a:extLst>
          </p:cNvPr>
          <p:cNvSpPr/>
          <p:nvPr/>
        </p:nvSpPr>
        <p:spPr>
          <a:xfrm>
            <a:off x="5160738" y="561189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6" name="正方形/長方形 325">
            <a:extLst>
              <a:ext uri="{FF2B5EF4-FFF2-40B4-BE49-F238E27FC236}">
                <ns2:creationId id="{1492651F-DAF3-8413-602D-8871B302C8CE}"/>
              </a:ext>
            </a:extLst>
          </p:cNvPr>
          <p:cNvSpPr/>
          <p:nvPr/>
        </p:nvSpPr>
        <p:spPr>
          <a:xfrm>
            <a:off x="5160738" y="582900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7" name="正方形/長方形 326">
            <a:extLst>
              <a:ext uri="{FF2B5EF4-FFF2-40B4-BE49-F238E27FC236}">
                <ns2:creationId id="{F9483CB9-CAA7-2A6F-BAD9-361DD6FA900B}"/>
              </a:ext>
            </a:extLst>
          </p:cNvPr>
          <p:cNvSpPr/>
          <p:nvPr/>
        </p:nvSpPr>
        <p:spPr>
          <a:xfrm>
            <a:off x="5160738" y="6046121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8" name="正方形/長方形 327">
            <a:extLst>
              <a:ext uri="{FF2B5EF4-FFF2-40B4-BE49-F238E27FC236}">
                <ns2:creationId id="{CC5805F4-2415-7504-4BED-057CAC1C8706}"/>
              </a:ext>
            </a:extLst>
          </p:cNvPr>
          <p:cNvSpPr/>
          <p:nvPr/>
        </p:nvSpPr>
        <p:spPr>
          <a:xfrm>
            <a:off x="5160738" y="5177675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1" name="正方形/長方形 250">
            <a:extLst>
              <a:ext uri="{FF2B5EF4-FFF2-40B4-BE49-F238E27FC236}">
                <ns2:creationId id="{8FB75A5A-D023-8965-DB3C-759D7FFA7357}"/>
              </a:ext>
            </a:extLst>
          </p:cNvPr>
          <p:cNvSpPr/>
          <p:nvPr/>
        </p:nvSpPr>
        <p:spPr>
          <a:xfrm>
            <a:off x="5920351" y="4139648"/>
            <a:ext cx="722586" cy="136442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100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b="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9" name="正方形/長方形 328">
            <a:extLst>
              <a:ext uri="{FF2B5EF4-FFF2-40B4-BE49-F238E27FC236}">
                <ns2:creationId id="{768D9B6B-64C5-7D97-D2E0-62BDAA792B6F}"/>
              </a:ext>
            </a:extLst>
          </p:cNvPr>
          <p:cNvSpPr/>
          <p:nvPr/>
        </p:nvSpPr>
        <p:spPr>
          <a:xfrm>
            <a:off x="5920351" y="4309232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0" name="正方形/長方形 329">
            <a:extLst>
              <a:ext uri="{FF2B5EF4-FFF2-40B4-BE49-F238E27FC236}">
                <ns2:creationId id="{4E221AFB-67BC-F74B-3BBB-9F41A32C74A9}"/>
              </a:ext>
            </a:extLst>
          </p:cNvPr>
          <p:cNvSpPr/>
          <p:nvPr/>
        </p:nvSpPr>
        <p:spPr>
          <a:xfrm>
            <a:off x="5920351" y="452634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1" name="正方形/長方形 330">
            <a:extLst>
              <a:ext uri="{FF2B5EF4-FFF2-40B4-BE49-F238E27FC236}">
                <ns2:creationId id="{61F987AE-D379-36FD-3A73-83ADF4797245}"/>
              </a:ext>
            </a:extLst>
          </p:cNvPr>
          <p:cNvSpPr/>
          <p:nvPr/>
        </p:nvSpPr>
        <p:spPr>
          <a:xfrm>
            <a:off x="5920351" y="4743453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2" name="正方形/長方形 331">
            <a:extLst>
              <a:ext uri="{FF2B5EF4-FFF2-40B4-BE49-F238E27FC236}">
                <ns2:creationId id="{DD29B948-321A-0722-B35E-F797A1A3241D}"/>
              </a:ext>
            </a:extLst>
          </p:cNvPr>
          <p:cNvSpPr/>
          <p:nvPr/>
        </p:nvSpPr>
        <p:spPr>
          <a:xfrm>
            <a:off x="5920351" y="4960564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3" name="正方形/長方形 332">
            <a:extLst>
              <a:ext uri="{FF2B5EF4-FFF2-40B4-BE49-F238E27FC236}">
                <ns2:creationId id="{F7569EE9-7039-47D5-EE91-287C45F24CBF}"/>
              </a:ext>
            </a:extLst>
          </p:cNvPr>
          <p:cNvSpPr/>
          <p:nvPr/>
        </p:nvSpPr>
        <p:spPr>
          <a:xfrm>
            <a:off x="5920351" y="5394786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4" name="正方形/長方形 333">
            <a:extLst>
              <a:ext uri="{FF2B5EF4-FFF2-40B4-BE49-F238E27FC236}">
                <ns2:creationId id="{69F69E38-C52B-4039-6B7F-05AD78D39478}"/>
              </a:ext>
            </a:extLst>
          </p:cNvPr>
          <p:cNvSpPr/>
          <p:nvPr/>
        </p:nvSpPr>
        <p:spPr>
          <a:xfrm>
            <a:off x="5920351" y="561189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5" name="正方形/長方形 334">
            <a:extLst>
              <a:ext uri="{FF2B5EF4-FFF2-40B4-BE49-F238E27FC236}">
                <ns2:creationId id="{9C66AD9D-3C54-9DF1-317D-F1A961AE84CA}"/>
              </a:ext>
            </a:extLst>
          </p:cNvPr>
          <p:cNvSpPr/>
          <p:nvPr/>
        </p:nvSpPr>
        <p:spPr>
          <a:xfrm>
            <a:off x="5920351" y="5829007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6" name="正方形/長方形 335">
            <a:extLst>
              <a:ext uri="{FF2B5EF4-FFF2-40B4-BE49-F238E27FC236}">
                <ns2:creationId id="{AB605C0B-BF72-5690-E886-518A435BA7D9}"/>
              </a:ext>
            </a:extLst>
          </p:cNvPr>
          <p:cNvSpPr/>
          <p:nvPr/>
        </p:nvSpPr>
        <p:spPr>
          <a:xfrm>
            <a:off x="5920351" y="6046121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7" name="正方形/長方形 336">
            <a:extLst>
              <a:ext uri="{FF2B5EF4-FFF2-40B4-BE49-F238E27FC236}">
                <ns2:creationId id="{822AFF28-7A96-CBAC-E1B7-A64D19854D94}"/>
              </a:ext>
            </a:extLst>
          </p:cNvPr>
          <p:cNvSpPr/>
          <p:nvPr/>
        </p:nvSpPr>
        <p:spPr>
          <a:xfrm>
            <a:off x="5920351" y="5177675"/>
            <a:ext cx="722586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3" name="正方形/長方形 232">
            <a:extLst>
              <a:ext uri="{FF2B5EF4-FFF2-40B4-BE49-F238E27FC236}">
                <ns2:creationId id="{9B015923-EAA4-D13D-C956-28B7B0A02713}"/>
              </a:ext>
            </a:extLst>
          </p:cNvPr>
          <p:cNvSpPr/>
          <p:nvPr/>
        </p:nvSpPr>
        <p:spPr>
          <a:xfrm>
            <a:off x="6679964" y="3819830"/>
            <a:ext cx="1047749" cy="136442"/>
          </a:xfrm>
          <a:prstGeom prst="rect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endParaRPr lang="ja-JP" altLang="en-US" sz="1400" b="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5" name="正方形/長方形 234">
            <a:extLst>
              <a:ext uri="{FF2B5EF4-FFF2-40B4-BE49-F238E27FC236}">
                <ns2:creationId id="{6F02A054-B8C1-B6A9-C7C1-8E200124FC1D}"/>
              </a:ext>
            </a:extLst>
          </p:cNvPr>
          <p:cNvSpPr/>
          <p:nvPr/>
        </p:nvSpPr>
        <p:spPr>
          <a:xfrm>
            <a:off x="6679964" y="3984823"/>
            <a:ext cx="1047749" cy="289940"/>
          </a:xfrm>
          <a:prstGeom prst="rect">
            <a:avLst/>
          </a:prstGeom>
          <a:solidFill>
            <a:srgbClr val="008D2E">
              <a:alpha val="1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1000" b="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8" name="正方形/長方形 337">
            <a:extLst>
              <a:ext uri="{FF2B5EF4-FFF2-40B4-BE49-F238E27FC236}">
                <ns2:creationId id="{C909920D-B59B-BA4B-5C3C-EAE63D86D66A}"/>
              </a:ext>
            </a:extLst>
          </p:cNvPr>
          <p:cNvSpPr/>
          <p:nvPr/>
        </p:nvSpPr>
        <p:spPr>
          <a:xfrm>
            <a:off x="6679964" y="4309232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9" name="正方形/長方形 338">
            <a:extLst>
              <a:ext uri="{FF2B5EF4-FFF2-40B4-BE49-F238E27FC236}">
                <ns2:creationId id="{1F5BD66E-936F-2112-45D2-A225C9302ED8}"/>
              </a:ext>
            </a:extLst>
          </p:cNvPr>
          <p:cNvSpPr/>
          <p:nvPr/>
        </p:nvSpPr>
        <p:spPr>
          <a:xfrm>
            <a:off x="6679964" y="4526343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6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6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6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6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6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/ </a:t>
            </a:r>
            <a:r>
              <a:rPr lang="ja-JP" altLang="en-US" sz="600" i="0" u="none" strike="noStrike" dirty="0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0" name="正方形/長方形 339">
            <a:extLst>
              <a:ext uri="{FF2B5EF4-FFF2-40B4-BE49-F238E27FC236}">
                <ns2:creationId id="{3A951265-FBAE-DBCF-B97B-3CE1324F78BB}"/>
              </a:ext>
            </a:extLst>
          </p:cNvPr>
          <p:cNvSpPr/>
          <p:nvPr/>
        </p:nvSpPr>
        <p:spPr>
          <a:xfrm>
            <a:off x="6679964" y="4743453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1" name="正方形/長方形 340">
            <a:extLst>
              <a:ext uri="{FF2B5EF4-FFF2-40B4-BE49-F238E27FC236}">
                <ns2:creationId id="{49C8D688-55C1-4AAA-3C59-0A65F98FB9D0}"/>
              </a:ext>
            </a:extLst>
          </p:cNvPr>
          <p:cNvSpPr/>
          <p:nvPr/>
        </p:nvSpPr>
        <p:spPr>
          <a:xfrm>
            <a:off x="6679964" y="4960564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2" name="正方形/長方形 341">
            <a:extLst>
              <a:ext uri="{FF2B5EF4-FFF2-40B4-BE49-F238E27FC236}">
                <ns2:creationId id="{E14BE79E-2071-4B3F-25B7-899361D02160}"/>
              </a:ext>
            </a:extLst>
          </p:cNvPr>
          <p:cNvSpPr/>
          <p:nvPr/>
        </p:nvSpPr>
        <p:spPr>
          <a:xfrm>
            <a:off x="6679964" y="5394786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3" name="正方形/長方形 342">
            <a:extLst>
              <a:ext uri="{FF2B5EF4-FFF2-40B4-BE49-F238E27FC236}">
                <ns2:creationId id="{A34F9F86-8243-4187-1421-30C901540055}"/>
              </a:ext>
            </a:extLst>
          </p:cNvPr>
          <p:cNvSpPr/>
          <p:nvPr/>
        </p:nvSpPr>
        <p:spPr>
          <a:xfrm>
            <a:off x="6679964" y="5611897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4" name="正方形/長方形 343">
            <a:extLst>
              <a:ext uri="{FF2B5EF4-FFF2-40B4-BE49-F238E27FC236}">
                <ns2:creationId id="{AE9BE3F3-1544-666D-F8D5-2FB7D2838231}"/>
              </a:ext>
            </a:extLst>
          </p:cNvPr>
          <p:cNvSpPr/>
          <p:nvPr/>
        </p:nvSpPr>
        <p:spPr>
          <a:xfrm>
            <a:off x="6679964" y="5829007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5" name="正方形/長方形 344">
            <a:extLst>
              <a:ext uri="{FF2B5EF4-FFF2-40B4-BE49-F238E27FC236}">
                <ns2:creationId id="{53A53294-0BDF-8778-079C-24960E784A89}"/>
              </a:ext>
            </a:extLst>
          </p:cNvPr>
          <p:cNvSpPr/>
          <p:nvPr/>
        </p:nvSpPr>
        <p:spPr>
          <a:xfrm>
            <a:off x="6679964" y="6046121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6" name="正方形/長方形 345">
            <a:extLst>
              <a:ext uri="{FF2B5EF4-FFF2-40B4-BE49-F238E27FC236}">
                <ns2:creationId id="{86C9EF04-A15D-A286-E8EB-D1DF7840DE4D}"/>
              </a:ext>
            </a:extLst>
          </p:cNvPr>
          <p:cNvSpPr/>
          <p:nvPr/>
        </p:nvSpPr>
        <p:spPr>
          <a:xfrm>
            <a:off x="6679964" y="5177675"/>
            <a:ext cx="1047749" cy="17055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ctr"/>
            <a:r>
              <a:rPr lang="ja-JP" altLang="en-US" sz="7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i="0" u="none" strike="noStrike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49" name="グラフィックス 348" descr="アイデアが浮かんだ人 単色塗りつぶし">
            <a:extLst>
              <a:ext uri="{FF2B5EF4-FFF2-40B4-BE49-F238E27FC236}">
                <ns2:creationId id="{35BB6E56-6833-1094-2029-D10B982204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2"/>
              </a:ext>
            </a:extLst>
          </a:blip>
          <a:stretch>
            <a:fillRect/>
          </a:stretch>
        </p:blipFill>
        <p:spPr>
          <a:xfrm>
            <a:off x="10345153" y="3510586"/>
            <a:ext cx="252000" cy="252000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ns2:creationId id="{8B1C9C9C-DBF5-F0F5-5317-CCD19845CE9C}"/>
              </a:ext>
            </a:extLst>
          </p:cNvPr>
          <p:cNvCxnSpPr>
            <a:cxnSpLocks/>
          </p:cNvCxnSpPr>
          <p:nvPr/>
        </p:nvCxnSpPr>
        <p:spPr>
          <a:xfrm>
            <a:off x="902955" y="3219846"/>
            <a:ext cx="0" cy="177448"/>
          </a:xfrm>
          <a:prstGeom prst="line">
            <a:avLst/>
          </a:prstGeom>
          <a:ln w="38100">
            <a:solidFill>
              <a:srgbClr val="008D2E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矢印: 右 59">
            <a:extLst>
              <a:ext uri="{FF2B5EF4-FFF2-40B4-BE49-F238E27FC236}">
                <ns2:creationId id="{C764286A-68E1-4097-60B8-2AF69FAC4265}"/>
              </a:ext>
            </a:extLst>
          </p:cNvPr>
          <p:cNvSpPr/>
          <p:nvPr/>
        </p:nvSpPr>
        <p:spPr>
          <a:xfrm>
            <a:off x="7577327" y="3490786"/>
            <a:ext cx="2455673" cy="289939"/>
          </a:xfrm>
          <a:prstGeom prst="rightArrow">
            <a:avLst>
              <a:gd name="adj1" fmla="val 65769"/>
              <a:gd name="adj2" fmla="val 50000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ns2:creationId id="{07A30946-FBFB-9540-BD82-0A112226508D}"/>
              </a:ext>
            </a:extLst>
          </p:cNvPr>
          <p:cNvSpPr/>
          <p:nvPr/>
        </p:nvSpPr>
        <p:spPr>
          <a:xfrm>
            <a:off x="385920" y="3492447"/>
            <a:ext cx="7378819" cy="289939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48" name="グラフィックス 347" descr="整理箱 (記録保管) 単色塗りつぶし">
            <a:extLst>
              <a:ext uri="{FF2B5EF4-FFF2-40B4-BE49-F238E27FC236}">
                <ns2:creationId id="{70F1254D-6E63-C0A9-F459-703C2BCBF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3"/>
              </a:ext>
            </a:extLst>
          </a:blip>
          <a:stretch>
            <a:fillRect/>
          </a:stretch>
        </p:blipFill>
        <p:spPr>
          <a:xfrm>
            <a:off x="521378" y="3519023"/>
            <a:ext cx="252000" cy="252000"/>
          </a:xfrm>
          <a:prstGeom prst="rect">
            <a:avLst/>
          </a:prstGeom>
        </p:spPr>
      </p:pic>
    </p:spTree>
    <p:extLst>
      <p:ext uri="{BB962C8B-B14F-4D97-AF65-F5344CB8AC3E}">
        <ns5:creationId val="3039104415"/>
      </p:ext>
    </p:extLst>
  </p:cSld>
  <p:clrMapOvr>
    <a:masterClrMapping/>
  </p:clrMapOvr>
</p:sld>
</file>

<file path=ppt/slides/slide3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3718751-AADD-3317-2DC7-75A853DB8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raphic 115" descr="Iceberg with solid fill">
            <a:extLst>
              <a:ext uri="{FF2B5EF4-FFF2-40B4-BE49-F238E27FC236}">
                <ns2:creationId id="{F249A72B-379A-254C-F37E-40D35C434E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11136811" y="2932202"/>
            <a:ext cx="720000" cy="720000"/>
          </a:xfrm>
          <a:prstGeom prst="rect">
            <a:avLst/>
          </a:prstGeom>
        </p:spPr>
      </p:pic>
      <p:pic>
        <p:nvPicPr>
          <p:cNvPr id="118" name="Graphic 117" descr="Chat bubble with solid fill">
            <a:extLst>
              <a:ext uri="{FF2B5EF4-FFF2-40B4-BE49-F238E27FC236}">
                <ns2:creationId id="{4C31D9D1-3A4B-CC63-65FA-166A9428D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9103573" y="2932202"/>
            <a:ext cx="720000" cy="720000"/>
          </a:xfrm>
          <a:prstGeom prst="rect">
            <a:avLst/>
          </a:prstGeom>
        </p:spPr>
      </p:pic>
      <p:pic>
        <p:nvPicPr>
          <p:cNvPr id="120" name="Graphic 119" descr="Globe with solid fill">
            <a:extLst>
              <a:ext uri="{FF2B5EF4-FFF2-40B4-BE49-F238E27FC236}">
                <ns2:creationId id="{3D337E87-6E1D-5DC9-052B-7A8B99E4F5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7055904" y="2932202"/>
            <a:ext cx="720000" cy="720000"/>
          </a:xfrm>
          <a:prstGeom prst="rect">
            <a:avLst/>
          </a:prstGeom>
        </p:spPr>
      </p:pic>
      <p:pic>
        <p:nvPicPr>
          <p:cNvPr id="124" name="Graphic 123" descr="Pinch Zoom In with solid fill">
            <a:extLst>
              <a:ext uri="{FF2B5EF4-FFF2-40B4-BE49-F238E27FC236}">
                <ns2:creationId id="{A898D17A-49AA-42B2-E94C-B19C45430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5037097" y="2932202"/>
            <a:ext cx="720000" cy="720000"/>
          </a:xfrm>
          <a:prstGeom prst="rect">
            <a:avLst/>
          </a:prstGeom>
        </p:spPr>
      </p:pic>
      <p:pic>
        <p:nvPicPr>
          <p:cNvPr id="139" name="Graphic 138" descr="Downward trend graph with solid fill">
            <a:extLst>
              <a:ext uri="{FF2B5EF4-FFF2-40B4-BE49-F238E27FC236}">
                <ns2:creationId id="{A127BDE5-2CA2-0E9A-F14C-B31196ED7C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3140895" y="2945627"/>
            <a:ext cx="720000" cy="72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ns2:creationId id="{44A55444-B181-5D0B-5058-AEE1117DB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ns2:creationId id="{78C47635-2658-F45B-2088-50406C01E6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6" name="Rectangle 5">
            <a:extLst>
              <a:ext uri="{FF2B5EF4-FFF2-40B4-BE49-F238E27FC236}">
                <ns2:creationId id="{6A992B8B-5414-5D6E-6855-8F29AA596930}"/>
              </a:ext>
            </a:extLst>
          </p:cNvPr>
          <p:cNvSpPr/>
          <p:nvPr/>
        </p:nvSpPr>
        <p:spPr>
          <a:xfrm>
            <a:off x="344390" y="2186908"/>
            <a:ext cx="1324154" cy="147871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82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ns2:creationId id="{63042B9A-AFB9-0F16-0198-F52AD8810282}"/>
              </a:ext>
            </a:extLst>
          </p:cNvPr>
          <p:cNvSpPr/>
          <p:nvPr/>
        </p:nvSpPr>
        <p:spPr>
          <a:xfrm>
            <a:off x="344390" y="4520044"/>
            <a:ext cx="1324154" cy="179014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82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Rectangle 7">
            <a:extLst>
              <a:ext uri="{FF2B5EF4-FFF2-40B4-BE49-F238E27FC236}">
                <ns2:creationId id="{A4218290-8F93-FC30-CEA6-30D941EC37BD}"/>
              </a:ext>
            </a:extLst>
          </p:cNvPr>
          <p:cNvSpPr/>
          <p:nvPr/>
        </p:nvSpPr>
        <p:spPr>
          <a:xfrm>
            <a:off x="344389" y="1628775"/>
            <a:ext cx="11512649" cy="432000"/>
          </a:xfrm>
          <a:prstGeom prst="rect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PLM</a:t>
            </a:r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SCM</a:t>
            </a:r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11" name="直線コネクタ 19">
            <a:extLst>
              <a:ext uri="{FF2B5EF4-FFF2-40B4-BE49-F238E27FC236}">
                <ns2:creationId id="{0DD99735-D35A-B5F6-62C7-154C2559CDCF}"/>
              </a:ext>
            </a:extLst>
          </p:cNvPr>
          <p:cNvCxnSpPr>
            <a:cxnSpLocks/>
          </p:cNvCxnSpPr>
          <p:nvPr/>
        </p:nvCxnSpPr>
        <p:spPr>
          <a:xfrm>
            <a:off x="1720499" y="2186908"/>
            <a:ext cx="0" cy="1477458"/>
          </a:xfrm>
          <a:prstGeom prst="line">
            <a:avLst/>
          </a:prstGeom>
          <a:ln w="38100">
            <a:solidFill>
              <a:srgbClr val="008D2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9">
            <a:extLst>
              <a:ext uri="{FF2B5EF4-FFF2-40B4-BE49-F238E27FC236}">
                <ns2:creationId id="{9A8FC89E-FB44-EBE2-6302-082FF417732E}"/>
              </a:ext>
            </a:extLst>
          </p:cNvPr>
          <p:cNvCxnSpPr>
            <a:cxnSpLocks/>
          </p:cNvCxnSpPr>
          <p:nvPr/>
        </p:nvCxnSpPr>
        <p:spPr>
          <a:xfrm>
            <a:off x="1720499" y="4521571"/>
            <a:ext cx="0" cy="1788622"/>
          </a:xfrm>
          <a:prstGeom prst="line">
            <a:avLst/>
          </a:prstGeom>
          <a:ln w="38100">
            <a:solidFill>
              <a:srgbClr val="008D2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ns2:creationId id="{071BDA0C-BCD8-4A46-2212-C9EEE4126614}"/>
              </a:ext>
            </a:extLst>
          </p:cNvPr>
          <p:cNvSpPr/>
          <p:nvPr/>
        </p:nvSpPr>
        <p:spPr>
          <a:xfrm>
            <a:off x="2024895" y="2186908"/>
            <a:ext cx="1836000" cy="1478719"/>
          </a:xfrm>
          <a:prstGeom prst="rect">
            <a:avLst/>
          </a:prstGeom>
          <a:solidFill>
            <a:schemeClr val="bg1">
              <a:lumMod val="95000"/>
              <a:alpha val="49511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324000" rIns="72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Rectangle 13">
            <a:extLst>
              <a:ext uri="{FF2B5EF4-FFF2-40B4-BE49-F238E27FC236}">
                <ns2:creationId id="{E02303CB-6315-B370-0BCD-D7F8CB1538EF}"/>
              </a:ext>
            </a:extLst>
          </p:cNvPr>
          <p:cNvSpPr/>
          <p:nvPr/>
        </p:nvSpPr>
        <p:spPr>
          <a:xfrm>
            <a:off x="1891759" y="4520044"/>
            <a:ext cx="2389296" cy="1790149"/>
          </a:xfrm>
          <a:prstGeom prst="rect">
            <a:avLst/>
          </a:prstGeom>
          <a:solidFill>
            <a:srgbClr val="008D2E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 algn="ctr">
              <a:buClr>
                <a:srgbClr val="008D2E"/>
              </a:buClr>
              <a:buFont typeface="Meiryo UI" panose="020B0604030504040204" pitchFamily="34" charset="-128"/>
              <a:buChar char="▶"/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" name="Rectangle 14">
            <a:extLst>
              <a:ext uri="{FF2B5EF4-FFF2-40B4-BE49-F238E27FC236}">
                <ns2:creationId id="{4028302D-391E-8F54-43D9-D071A27FF73C}"/>
              </a:ext>
            </a:extLst>
          </p:cNvPr>
          <p:cNvSpPr/>
          <p:nvPr/>
        </p:nvSpPr>
        <p:spPr>
          <a:xfrm>
            <a:off x="10024711" y="2186908"/>
            <a:ext cx="1836000" cy="1478719"/>
          </a:xfrm>
          <a:prstGeom prst="rect">
            <a:avLst/>
          </a:prstGeom>
          <a:solidFill>
            <a:schemeClr val="bg1">
              <a:lumMod val="95000"/>
              <a:alpha val="49511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324000" rIns="72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ns2:creationId id="{8AE508F4-A80A-3FB0-6FD7-9AC84D19AC6B}"/>
              </a:ext>
            </a:extLst>
          </p:cNvPr>
          <p:cNvSpPr/>
          <p:nvPr/>
        </p:nvSpPr>
        <p:spPr>
          <a:xfrm>
            <a:off x="7991473" y="2186908"/>
            <a:ext cx="1836000" cy="1478719"/>
          </a:xfrm>
          <a:prstGeom prst="rect">
            <a:avLst/>
          </a:prstGeom>
          <a:solidFill>
            <a:schemeClr val="bg1">
              <a:lumMod val="95000"/>
              <a:alpha val="49511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324000" rIns="72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Rectangle 16">
            <a:extLst>
              <a:ext uri="{FF2B5EF4-FFF2-40B4-BE49-F238E27FC236}">
                <ns2:creationId id="{213BF480-8D7E-185D-C4E2-61849A67BD22}"/>
              </a:ext>
            </a:extLst>
          </p:cNvPr>
          <p:cNvSpPr/>
          <p:nvPr/>
        </p:nvSpPr>
        <p:spPr>
          <a:xfrm>
            <a:off x="5958235" y="2186908"/>
            <a:ext cx="1836000" cy="1478719"/>
          </a:xfrm>
          <a:prstGeom prst="rect">
            <a:avLst/>
          </a:prstGeom>
          <a:solidFill>
            <a:schemeClr val="bg1">
              <a:lumMod val="95000"/>
              <a:alpha val="49511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324000" rIns="72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Rectangle 18">
            <a:extLst>
              <a:ext uri="{FF2B5EF4-FFF2-40B4-BE49-F238E27FC236}">
                <ns2:creationId id="{B1E309C8-7F8C-5891-E8EB-DB3446988C00}"/>
              </a:ext>
            </a:extLst>
          </p:cNvPr>
          <p:cNvSpPr/>
          <p:nvPr/>
        </p:nvSpPr>
        <p:spPr>
          <a:xfrm>
            <a:off x="3991565" y="2186908"/>
            <a:ext cx="1836000" cy="1478719"/>
          </a:xfrm>
          <a:prstGeom prst="rect">
            <a:avLst/>
          </a:prstGeom>
          <a:solidFill>
            <a:schemeClr val="bg1">
              <a:lumMod val="95000"/>
              <a:alpha val="49511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324000" rIns="72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Rectangle 19">
            <a:extLst>
              <a:ext uri="{FF2B5EF4-FFF2-40B4-BE49-F238E27FC236}">
                <ns2:creationId id="{F66552D8-C984-3927-B1DC-8A5A4D3442AB}"/>
              </a:ext>
            </a:extLst>
          </p:cNvPr>
          <p:cNvSpPr/>
          <p:nvPr/>
        </p:nvSpPr>
        <p:spPr>
          <a:xfrm>
            <a:off x="4417408" y="4520044"/>
            <a:ext cx="2389296" cy="1790149"/>
          </a:xfrm>
          <a:prstGeom prst="rect">
            <a:avLst/>
          </a:prstGeom>
          <a:solidFill>
            <a:srgbClr val="008D2E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Rectangle 20">
            <a:extLst>
              <a:ext uri="{FF2B5EF4-FFF2-40B4-BE49-F238E27FC236}">
                <ns2:creationId id="{CB0FA995-9A71-474B-9E2F-C349AD78B9A6}"/>
              </a:ext>
            </a:extLst>
          </p:cNvPr>
          <p:cNvSpPr/>
          <p:nvPr/>
        </p:nvSpPr>
        <p:spPr>
          <a:xfrm>
            <a:off x="6943057" y="4520044"/>
            <a:ext cx="2389296" cy="1790149"/>
          </a:xfrm>
          <a:prstGeom prst="rect">
            <a:avLst/>
          </a:prstGeom>
          <a:solidFill>
            <a:srgbClr val="008D2E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Rectangle 21">
            <a:extLst>
              <a:ext uri="{FF2B5EF4-FFF2-40B4-BE49-F238E27FC236}">
                <ns2:creationId id="{7F3419D4-D956-1B44-AB88-BCAC97E32826}"/>
              </a:ext>
            </a:extLst>
          </p:cNvPr>
          <p:cNvSpPr/>
          <p:nvPr/>
        </p:nvSpPr>
        <p:spPr>
          <a:xfrm>
            <a:off x="9468705" y="4520044"/>
            <a:ext cx="2389296" cy="1790149"/>
          </a:xfrm>
          <a:prstGeom prst="rect">
            <a:avLst/>
          </a:prstGeom>
          <a:solidFill>
            <a:srgbClr val="008D2E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 algn="ctr">
              <a:buClr>
                <a:srgbClr val="008D2E"/>
              </a:buClr>
              <a:buFont typeface="Meiryo UI" panose="020B0604030504040204" pitchFamily="34" charset="-128"/>
              <a:buChar char="▶"/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7" name="Connector: Elbow 26">
            <a:extLst>
              <a:ext uri="{FF2B5EF4-FFF2-40B4-BE49-F238E27FC236}">
                <ns2:creationId id="{9982C0CE-6573-918B-A321-356FFAFE498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52169" y="2814835"/>
            <a:ext cx="854417" cy="2556000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ns2:creationId id="{4949D72A-ABB4-7A4B-B251-855D8C6403B5}"/>
              </a:ext>
            </a:extLst>
          </p:cNvPr>
          <p:cNvCxnSpPr>
            <a:cxnSpLocks/>
            <a:stCxn id="19" idx="2"/>
          </p:cNvCxnSpPr>
          <p:nvPr/>
        </p:nvCxnSpPr>
        <p:spPr>
          <a:xfrm flipH="1">
            <a:off x="4905431" y="3665627"/>
            <a:ext cx="0" cy="864000"/>
          </a:xfrm>
          <a:prstGeom prst="straightConnector1">
            <a:avLst/>
          </a:prstGeom>
          <a:ln w="9525">
            <a:solidFill>
              <a:schemeClr val="accent6">
                <a:lumMod val="60000"/>
                <a:lumOff val="4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ns2:creationId id="{5FA62679-30A2-BEF2-D965-6BC6322E1AF3}"/>
              </a:ext>
            </a:extLst>
          </p:cNvPr>
          <p:cNvCxnSpPr>
            <a:cxnSpLocks/>
            <a:stCxn id="16" idx="2"/>
            <a:endCxn id="21" idx="0"/>
          </p:cNvCxnSpPr>
          <p:nvPr/>
        </p:nvCxnSpPr>
        <p:spPr>
          <a:xfrm rot="5400000">
            <a:off x="8096381" y="3706951"/>
            <a:ext cx="854417" cy="77176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BCB35F28-0EFA-CB67-8B9B-7B8D9A80550E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0942711" y="3665627"/>
            <a:ext cx="0" cy="854416"/>
          </a:xfrm>
          <a:prstGeom prst="straightConnector1">
            <a:avLst/>
          </a:prstGeom>
          <a:ln w="9525">
            <a:solidFill>
              <a:schemeClr val="accent6">
                <a:lumMod val="75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ns2:creationId id="{DCD7A44B-6599-3C51-A1C3-03E890ECAD6A}"/>
              </a:ext>
            </a:extLst>
          </p:cNvPr>
          <p:cNvCxnSpPr>
            <a:cxnSpLocks/>
          </p:cNvCxnSpPr>
          <p:nvPr/>
        </p:nvCxnSpPr>
        <p:spPr>
          <a:xfrm>
            <a:off x="2701377" y="3671483"/>
            <a:ext cx="0" cy="846731"/>
          </a:xfrm>
          <a:prstGeom prst="straightConnector1">
            <a:avLst/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ns2:creationId id="{35950FF0-F6BB-4555-ACFA-B8D5E19F861F}"/>
              </a:ext>
            </a:extLst>
          </p:cNvPr>
          <p:cNvCxnSpPr>
            <a:cxnSpLocks/>
            <a:stCxn id="17" idx="2"/>
            <a:endCxn id="21" idx="0"/>
          </p:cNvCxnSpPr>
          <p:nvPr/>
        </p:nvCxnSpPr>
        <p:spPr>
          <a:xfrm rot="16200000" flipH="1">
            <a:off x="6935027" y="3606835"/>
            <a:ext cx="854417" cy="972000"/>
          </a:xfrm>
          <a:prstGeom prst="bentConnector3">
            <a:avLst>
              <a:gd name="adj1" fmla="val 32975"/>
            </a:avLst>
          </a:prstGeom>
          <a:ln w="9525">
            <a:solidFill>
              <a:schemeClr val="accent6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6" name="Graphic 125" descr="Bar graph with downward trend with solid fill">
            <a:extLst>
              <a:ext uri="{FF2B5EF4-FFF2-40B4-BE49-F238E27FC236}">
                <ns2:creationId id="{FC56E944-57CA-6975-6ECF-29F095013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6007170" y="5513993"/>
            <a:ext cx="792000" cy="792000"/>
          </a:xfrm>
          <a:prstGeom prst="rect">
            <a:avLst/>
          </a:prstGeom>
        </p:spPr>
      </p:pic>
      <p:pic>
        <p:nvPicPr>
          <p:cNvPr id="128" name="Graphic 127" descr="Care with solid fill">
            <a:extLst>
              <a:ext uri="{FF2B5EF4-FFF2-40B4-BE49-F238E27FC236}">
                <ns2:creationId id="{5E5B129B-DEB9-DA1C-F4BB-761B46D7AB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684876" y="4897464"/>
            <a:ext cx="643182" cy="643182"/>
          </a:xfrm>
          <a:prstGeom prst="rect">
            <a:avLst/>
          </a:prstGeom>
        </p:spPr>
      </p:pic>
      <p:pic>
        <p:nvPicPr>
          <p:cNvPr id="130" name="Graphic 129" descr="Repeat with solid fill">
            <a:extLst>
              <a:ext uri="{FF2B5EF4-FFF2-40B4-BE49-F238E27FC236}">
                <ns2:creationId id="{C4619E79-B4ED-52A9-F4DC-2284B915F6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684876" y="2439636"/>
            <a:ext cx="643182" cy="643182"/>
          </a:xfrm>
          <a:prstGeom prst="rect">
            <a:avLst/>
          </a:prstGeom>
        </p:spPr>
      </p:pic>
      <p:pic>
        <p:nvPicPr>
          <p:cNvPr id="142" name="Graphic 141" descr="Circles with arrows with solid fill">
            <a:extLst>
              <a:ext uri="{FF2B5EF4-FFF2-40B4-BE49-F238E27FC236}">
                <ns2:creationId id="{3B1D54F4-191D-5A47-B433-37023DD2ED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11065038" y="5516297"/>
            <a:ext cx="792000" cy="792000"/>
          </a:xfrm>
          <a:prstGeom prst="rect">
            <a:avLst/>
          </a:prstGeom>
        </p:spPr>
      </p:pic>
      <p:pic>
        <p:nvPicPr>
          <p:cNvPr id="144" name="Graphic 143" descr="Stopwatch with solid fill">
            <a:extLst>
              <a:ext uri="{FF2B5EF4-FFF2-40B4-BE49-F238E27FC236}">
                <ns2:creationId id="{BB034FFA-2A01-9D9B-ABB0-0C644DA214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8546710" y="5510220"/>
            <a:ext cx="792000" cy="792000"/>
          </a:xfrm>
          <a:prstGeom prst="rect">
            <a:avLst/>
          </a:prstGeom>
        </p:spPr>
      </p:pic>
      <p:pic>
        <p:nvPicPr>
          <p:cNvPr id="148" name="Graphic 147" descr="Aspiration with solid fill">
            <a:extLst>
              <a:ext uri="{FF2B5EF4-FFF2-40B4-BE49-F238E27FC236}">
                <ns2:creationId id="{88BB7721-401F-AF9D-3D04-6024643FE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2"/>
              </a:ext>
            </a:extLst>
          </a:blip>
          <a:stretch>
            <a:fillRect/>
          </a:stretch>
        </p:blipFill>
        <p:spPr>
          <a:xfrm>
            <a:off x="3462697" y="5514576"/>
            <a:ext cx="792000" cy="792000"/>
          </a:xfrm>
          <a:prstGeom prst="rect">
            <a:avLst/>
          </a:prstGeom>
        </p:spPr>
      </p:pic>
      <p:pic>
        <p:nvPicPr>
          <p:cNvPr id="153" name="Graphic 152" descr="Target with solid fill">
            <a:extLst>
              <a:ext uri="{FF2B5EF4-FFF2-40B4-BE49-F238E27FC236}">
                <ns2:creationId id="{6745DC72-0B15-A9F7-8E7E-424EFE4DDE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3"/>
              </a:ext>
            </a:extLst>
          </a:blip>
          <a:stretch>
            <a:fillRect/>
          </a:stretch>
        </p:blipFill>
        <p:spPr>
          <a:xfrm>
            <a:off x="2487514" y="1628775"/>
            <a:ext cx="432000" cy="432000"/>
          </a:xfrm>
          <a:prstGeom prst="rect">
            <a:avLst/>
          </a:prstGeom>
        </p:spPr>
      </p:pic>
      <p:cxnSp>
        <p:nvCxnSpPr>
          <p:cNvPr id="9" name="カギ線コネクタ 8">
            <a:extLst>
              <a:ext uri="{FF2B5EF4-FFF2-40B4-BE49-F238E27FC236}">
                <ns2:creationId id="{33A8619C-2373-9B10-5F01-45DDC6EA5614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rot="5400000">
            <a:off x="3492357" y="3102835"/>
            <a:ext cx="854417" cy="1980000"/>
          </a:xfrm>
          <a:prstGeom prst="bentConnector3">
            <a:avLst>
              <a:gd name="adj1" fmla="val 19083"/>
            </a:avLst>
          </a:prstGeom>
          <a:ln w="9525">
            <a:solidFill>
              <a:schemeClr val="accent6">
                <a:lumMod val="60000"/>
                <a:lumOff val="4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カギ線コネクタ 22">
            <a:extLst>
              <a:ext uri="{FF2B5EF4-FFF2-40B4-BE49-F238E27FC236}">
                <ns2:creationId id="{35FBB813-90E9-3255-730B-1D61E5CFBA84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16200000" flipH="1">
            <a:off x="5778357" y="2796835"/>
            <a:ext cx="854417" cy="2592000"/>
          </a:xfrm>
          <a:prstGeom prst="bentConnector3">
            <a:avLst>
              <a:gd name="adj1" fmla="val 19083"/>
            </a:avLst>
          </a:prstGeom>
          <a:ln w="9525">
            <a:solidFill>
              <a:schemeClr val="accent6">
                <a:lumMod val="60000"/>
                <a:lumOff val="4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56">
            <a:extLst>
              <a:ext uri="{FF2B5EF4-FFF2-40B4-BE49-F238E27FC236}">
                <ns2:creationId id="{96C4E895-513D-10D9-0708-2E402833FE2B}"/>
              </a:ext>
            </a:extLst>
          </p:cNvPr>
          <p:cNvCxnSpPr>
            <a:cxnSpLocks/>
            <a:stCxn id="17" idx="2"/>
            <a:endCxn id="14" idx="0"/>
          </p:cNvCxnSpPr>
          <p:nvPr/>
        </p:nvCxnSpPr>
        <p:spPr>
          <a:xfrm rot="5400000">
            <a:off x="4554113" y="2197921"/>
            <a:ext cx="854417" cy="3789828"/>
          </a:xfrm>
          <a:prstGeom prst="bentConnector3">
            <a:avLst>
              <a:gd name="adj1" fmla="val 33352"/>
            </a:avLst>
          </a:prstGeom>
          <a:ln w="9525">
            <a:solidFill>
              <a:schemeClr val="accent6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56">
            <a:extLst>
              <a:ext uri="{FF2B5EF4-FFF2-40B4-BE49-F238E27FC236}">
                <ns2:creationId id="{E15442E1-0BD1-672B-8077-F846143923B1}"/>
              </a:ext>
            </a:extLst>
          </p:cNvPr>
          <p:cNvCxnSpPr>
            <a:cxnSpLocks/>
            <a:stCxn id="17" idx="2"/>
            <a:endCxn id="20" idx="0"/>
          </p:cNvCxnSpPr>
          <p:nvPr/>
        </p:nvCxnSpPr>
        <p:spPr>
          <a:xfrm rot="5400000">
            <a:off x="5747028" y="3390835"/>
            <a:ext cx="854417" cy="1404000"/>
          </a:xfrm>
          <a:prstGeom prst="bentConnector3">
            <a:avLst>
              <a:gd name="adj1" fmla="val 33352"/>
            </a:avLst>
          </a:prstGeom>
          <a:ln w="9525">
            <a:solidFill>
              <a:schemeClr val="accent6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56">
            <a:extLst>
              <a:ext uri="{FF2B5EF4-FFF2-40B4-BE49-F238E27FC236}">
                <ns2:creationId id="{0A203A60-263B-ED33-0E5C-23732668D672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8213027" y="2328835"/>
            <a:ext cx="854417" cy="3528000"/>
          </a:xfrm>
          <a:prstGeom prst="bentConnector3">
            <a:avLst>
              <a:gd name="adj1" fmla="val 33352"/>
            </a:avLst>
          </a:prstGeom>
          <a:ln w="9525">
            <a:solidFill>
              <a:schemeClr val="accent6">
                <a:lumMod val="5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32">
            <a:extLst>
              <a:ext uri="{FF2B5EF4-FFF2-40B4-BE49-F238E27FC236}">
                <ns2:creationId id="{3BDD60E9-6DCF-FEC9-1E35-01970BB773AE}"/>
              </a:ext>
            </a:extLst>
          </p:cNvPr>
          <p:cNvCxnSpPr>
            <a:cxnSpLocks/>
            <a:stCxn id="16" idx="2"/>
            <a:endCxn id="22" idx="0"/>
          </p:cNvCxnSpPr>
          <p:nvPr/>
        </p:nvCxnSpPr>
        <p:spPr>
          <a:xfrm rot="16200000" flipH="1">
            <a:off x="9310265" y="3264835"/>
            <a:ext cx="854417" cy="1656000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3945364899"/>
      </p:ext>
    </p:extLst>
  </p:cSld>
  <p:clrMapOvr>
    <a:masterClrMapping/>
  </p:clrMapOvr>
</p:sld>
</file>

<file path=ppt/slides/slide3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672287B-0604-03FA-AD88-9050EB853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E99C4B4-F26A-BA08-6D34-74897A79D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endParaRPr kumimoji="1" lang="ja-JP" altLang="en-US" dirty="0"/>
          </a:p>
        </p:txBody>
      </p:sp>
      <p:grpSp>
        <p:nvGrpSpPr>
          <p:cNvPr id="118" name="グループ化 117">
            <a:extLst>
              <a:ext uri="{FF2B5EF4-FFF2-40B4-BE49-F238E27FC236}">
                <ns2:creationId id="{815909B4-5FBB-1AEE-A643-664646CF4224}"/>
              </a:ext>
            </a:extLst>
          </p:cNvPr>
          <p:cNvGrpSpPr/>
          <p:nvPr/>
        </p:nvGrpSpPr>
        <p:grpSpPr>
          <a:xfrm>
            <a:off x="3156606" y="1628776"/>
            <a:ext cx="8700432" cy="295561"/>
            <a:chOff x="3156606" y="1628776"/>
            <a:chExt cx="8700432" cy="367298"/>
          </a:xfrm>
        </p:grpSpPr>
        <p:sp>
          <p:nvSpPr>
            <p:cNvPr id="27" name="ホームベース 51">
              <a:extLst>
                <a:ext uri="{FF2B5EF4-FFF2-40B4-BE49-F238E27FC236}">
                  <ns2:creationId id="{0C21E7EA-7D71-3405-59ED-5EE36831F06D}"/>
                </a:ext>
              </a:extLst>
            </p:cNvPr>
            <p:cNvSpPr/>
            <p:nvPr/>
          </p:nvSpPr>
          <p:spPr>
            <a:xfrm>
              <a:off x="3156606" y="1628776"/>
              <a:ext cx="1739759" cy="367298"/>
            </a:xfrm>
            <a:prstGeom prst="homePlate">
              <a:avLst>
                <a:gd name="adj" fmla="val 18206"/>
              </a:avLst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山形 52">
              <a:extLst>
                <a:ext uri="{FF2B5EF4-FFF2-40B4-BE49-F238E27FC236}">
                  <ns2:creationId id="{5138A4BC-9ECD-B012-DC5D-8F784428B4DF}"/>
                </a:ext>
              </a:extLst>
            </p:cNvPr>
            <p:cNvSpPr/>
            <p:nvPr/>
          </p:nvSpPr>
          <p:spPr>
            <a:xfrm>
              <a:off x="4898003" y="1628776"/>
              <a:ext cx="1739759" cy="367298"/>
            </a:xfrm>
            <a:prstGeom prst="chevron">
              <a:avLst>
                <a:gd name="adj" fmla="val 18094"/>
              </a:avLst>
            </a:prstGeom>
            <a:solidFill>
              <a:schemeClr val="accent6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山形 52">
              <a:extLst>
                <a:ext uri="{FF2B5EF4-FFF2-40B4-BE49-F238E27FC236}">
                  <ns2:creationId id="{18CB3C0E-4A9C-D093-F16E-9ADE5445D279}"/>
                </a:ext>
              </a:extLst>
            </p:cNvPr>
            <p:cNvSpPr/>
            <p:nvPr/>
          </p:nvSpPr>
          <p:spPr>
            <a:xfrm>
              <a:off x="6637762" y="1628776"/>
              <a:ext cx="1739759" cy="367298"/>
            </a:xfrm>
            <a:prstGeom prst="chevron">
              <a:avLst>
                <a:gd name="adj" fmla="val 18094"/>
              </a:avLst>
            </a:prstGeom>
            <a:solidFill>
              <a:schemeClr val="accent6">
                <a:lumMod val="60000"/>
                <a:lumOff val="4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山形 52">
              <a:extLst>
                <a:ext uri="{FF2B5EF4-FFF2-40B4-BE49-F238E27FC236}">
                  <ns2:creationId id="{2F4F8807-8B68-AE40-3FB7-DBA79DC11C83}"/>
                </a:ext>
              </a:extLst>
            </p:cNvPr>
            <p:cNvSpPr/>
            <p:nvPr/>
          </p:nvSpPr>
          <p:spPr>
            <a:xfrm>
              <a:off x="8377521" y="1628776"/>
              <a:ext cx="1739759" cy="367298"/>
            </a:xfrm>
            <a:prstGeom prst="chevron">
              <a:avLst>
                <a:gd name="adj" fmla="val 18094"/>
              </a:avLst>
            </a:prstGeom>
            <a:solidFill>
              <a:schemeClr val="accent6">
                <a:lumMod val="60000"/>
                <a:lumOff val="4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山形 52">
              <a:extLst>
                <a:ext uri="{FF2B5EF4-FFF2-40B4-BE49-F238E27FC236}">
                  <ns2:creationId id="{B1886B47-8428-F766-23C4-3C4B1EBC0DAA}"/>
                </a:ext>
              </a:extLst>
            </p:cNvPr>
            <p:cNvSpPr/>
            <p:nvPr/>
          </p:nvSpPr>
          <p:spPr>
            <a:xfrm>
              <a:off x="10117279" y="1628776"/>
              <a:ext cx="1739759" cy="367298"/>
            </a:xfrm>
            <a:prstGeom prst="chevron">
              <a:avLst>
                <a:gd name="adj" fmla="val 18094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58" name="正方形/長方形 57">
            <a:extLst>
              <a:ext uri="{FF2B5EF4-FFF2-40B4-BE49-F238E27FC236}">
                <ns2:creationId id="{039EDB77-C5C2-CFE0-F932-493886A8DBD6}"/>
              </a:ext>
            </a:extLst>
          </p:cNvPr>
          <p:cNvSpPr/>
          <p:nvPr/>
        </p:nvSpPr>
        <p:spPr>
          <a:xfrm>
            <a:off x="1526796" y="6103594"/>
            <a:ext cx="10326206" cy="22135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r>
              <a:rPr lang="en-US" altLang="ja-JP" sz="1400" dirty="0">
                <a:solidFill>
                  <a:srgbClr val="008000"/>
                </a:solidFill>
              </a:rPr>
              <a:t> </a:t>
            </a:r>
            <a:r>
              <a:rPr lang="ja-DE" altLang="en-US" sz="1400" dirty="0">
                <a:solidFill>
                  <a:srgbClr val="008000"/>
                </a:solidFill>
              </a:rPr>
              <a:t>XX</a:t>
            </a:r>
            <a:r>
              <a:rPr lang="en-US" altLang="ja-DE" sz="1400" dirty="0">
                <a:solidFill>
                  <a:srgbClr val="008000"/>
                </a:solidFill>
              </a:rPr>
              <a:t> </a:t>
            </a:r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</p:txBody>
      </p:sp>
      <p:grpSp>
        <p:nvGrpSpPr>
          <p:cNvPr id="119" name="グループ化 118">
            <a:extLst>
              <a:ext uri="{FF2B5EF4-FFF2-40B4-BE49-F238E27FC236}">
                <ns2:creationId id="{0A03CEEB-EB37-7B82-132D-6F1971D57327}"/>
              </a:ext>
            </a:extLst>
          </p:cNvPr>
          <p:cNvGrpSpPr/>
          <p:nvPr/>
        </p:nvGrpSpPr>
        <p:grpSpPr>
          <a:xfrm>
            <a:off x="1467567" y="1937660"/>
            <a:ext cx="10389471" cy="2304729"/>
            <a:chOff x="1467567" y="2091120"/>
            <a:chExt cx="10389471" cy="2304729"/>
          </a:xfrm>
        </p:grpSpPr>
        <p:sp>
          <p:nvSpPr>
            <p:cNvPr id="33" name="正方形/長方形 32">
              <a:extLst>
                <a:ext uri="{FF2B5EF4-FFF2-40B4-BE49-F238E27FC236}">
                  <ns2:creationId id="{7CB87065-9CC3-A702-F040-117C7C174ADC}"/>
                </a:ext>
              </a:extLst>
            </p:cNvPr>
            <p:cNvSpPr/>
            <p:nvPr/>
          </p:nvSpPr>
          <p:spPr>
            <a:xfrm>
              <a:off x="1586473" y="2168025"/>
              <a:ext cx="1574170" cy="4924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E8393DCC-8865-B714-9DF8-F3F5DE9A277B}"/>
                </a:ext>
              </a:extLst>
            </p:cNvPr>
            <p:cNvSpPr/>
            <p:nvPr/>
          </p:nvSpPr>
          <p:spPr>
            <a:xfrm>
              <a:off x="10243925" y="2091120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</a:rPr>
                <a:t>XX</a:t>
              </a:r>
              <a:endParaRPr lang="en-US" altLang="ja-JP" sz="1100" dirty="0">
                <a:solidFill>
                  <a:srgbClr val="008000"/>
                </a:solidFill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de-DE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64591CE4-A190-966D-9AFE-0EE15D0D630C}"/>
                </a:ext>
              </a:extLst>
            </p:cNvPr>
            <p:cNvSpPr/>
            <p:nvPr/>
          </p:nvSpPr>
          <p:spPr>
            <a:xfrm>
              <a:off x="8444172" y="2091120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</a:rPr>
                <a:t>XX</a:t>
              </a:r>
              <a:endParaRPr lang="en-US" altLang="ja-JP" sz="1100" dirty="0">
                <a:solidFill>
                  <a:srgbClr val="008000"/>
                </a:solidFill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86D0BD4B-6A98-5466-6E39-12AABF65C807}"/>
                </a:ext>
              </a:extLst>
            </p:cNvPr>
            <p:cNvSpPr/>
            <p:nvPr/>
          </p:nvSpPr>
          <p:spPr>
            <a:xfrm>
              <a:off x="6700852" y="2091120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26664AC2-8879-40A1-D0BE-71CD64392569}"/>
                </a:ext>
              </a:extLst>
            </p:cNvPr>
            <p:cNvSpPr/>
            <p:nvPr/>
          </p:nvSpPr>
          <p:spPr>
            <a:xfrm>
              <a:off x="4960976" y="2091120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</a:rPr>
                <a:t>XX</a:t>
              </a:r>
              <a:endParaRPr lang="en-US" altLang="ja-JP" sz="1100" dirty="0">
                <a:solidFill>
                  <a:srgbClr val="008000"/>
                </a:solidFill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2A142E72-3297-631E-F202-10B47761BD18}"/>
                </a:ext>
              </a:extLst>
            </p:cNvPr>
            <p:cNvSpPr/>
            <p:nvPr/>
          </p:nvSpPr>
          <p:spPr>
            <a:xfrm>
              <a:off x="3221100" y="2091120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de-DE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ADB2C534-FEAD-07BF-C2BD-4FB78961C289}"/>
                </a:ext>
              </a:extLst>
            </p:cNvPr>
            <p:cNvSpPr/>
            <p:nvPr/>
          </p:nvSpPr>
          <p:spPr>
            <a:xfrm>
              <a:off x="1582436" y="3324927"/>
              <a:ext cx="1574170" cy="4924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4D67EA92-AA2B-6286-0CF4-6907FAC53188}"/>
                </a:ext>
              </a:extLst>
            </p:cNvPr>
            <p:cNvSpPr/>
            <p:nvPr/>
          </p:nvSpPr>
          <p:spPr>
            <a:xfrm>
              <a:off x="10239888" y="3256918"/>
              <a:ext cx="1613113" cy="49247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14771543-4F9D-3F5B-D907-712D54390292}"/>
                </a:ext>
              </a:extLst>
            </p:cNvPr>
            <p:cNvSpPr/>
            <p:nvPr/>
          </p:nvSpPr>
          <p:spPr>
            <a:xfrm>
              <a:off x="8440135" y="3256918"/>
              <a:ext cx="1613113" cy="49247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</a:rPr>
                <a:t>XX</a:t>
              </a:r>
              <a:endParaRPr lang="en-US" altLang="ja-JP" sz="1100" dirty="0">
                <a:solidFill>
                  <a:srgbClr val="008000"/>
                </a:solidFill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lang="en-US" altLang="ja-JP" sz="800" dirty="0">
                <a:solidFill>
                  <a:schemeClr val="tx1"/>
                </a:solidFill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3EEF038E-4C99-8697-EF97-646E10DFBCA8}"/>
                </a:ext>
              </a:extLst>
            </p:cNvPr>
            <p:cNvSpPr/>
            <p:nvPr/>
          </p:nvSpPr>
          <p:spPr>
            <a:xfrm>
              <a:off x="6763670" y="3256918"/>
              <a:ext cx="1613113" cy="49247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B8137FF9-2D27-9DD8-A5DB-D64AB24E76D5}"/>
                </a:ext>
              </a:extLst>
            </p:cNvPr>
            <p:cNvSpPr/>
            <p:nvPr/>
          </p:nvSpPr>
          <p:spPr>
            <a:xfrm>
              <a:off x="4960976" y="3256918"/>
              <a:ext cx="1613113" cy="49247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</a:rPr>
                <a:t>XX</a:t>
              </a:r>
              <a:endParaRPr lang="en-US" altLang="ja-JP" sz="1050" dirty="0">
                <a:solidFill>
                  <a:srgbClr val="008000"/>
                </a:solidFill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de-DE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80003995-DE7C-7EC6-170F-4DBB4325448D}"/>
                </a:ext>
              </a:extLst>
            </p:cNvPr>
            <p:cNvSpPr/>
            <p:nvPr/>
          </p:nvSpPr>
          <p:spPr>
            <a:xfrm>
              <a:off x="3221100" y="3256918"/>
              <a:ext cx="1613113" cy="61776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rgbClr val="008000"/>
                  </a:solidFill>
                </a:rPr>
                <a:t>XX</a:t>
              </a:r>
              <a:endParaRPr lang="en-US" altLang="ja-JP" sz="900" dirty="0">
                <a:solidFill>
                  <a:srgbClr val="008000"/>
                </a:solidFill>
              </a:endParaRPr>
            </a:p>
            <a:p>
              <a:pPr marL="99450" indent="-99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endParaRPr lang="en-US" altLang="ja-JP" sz="700" dirty="0">
                <a:solidFill>
                  <a:schemeClr val="tx1"/>
                </a:solidFill>
              </a:endParaRPr>
            </a:p>
            <a:p>
              <a:pPr marL="99450" indent="-99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</a:rPr>
                <a:t> / </a:t>
              </a: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18BEBC1C-524F-F89B-FD38-91D3BBAD7990}"/>
                </a:ext>
              </a:extLst>
            </p:cNvPr>
            <p:cNvSpPr/>
            <p:nvPr/>
          </p:nvSpPr>
          <p:spPr>
            <a:xfrm>
              <a:off x="1582436" y="3903376"/>
              <a:ext cx="1574170" cy="4924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B78154BC-A7D4-363B-77A8-43D94FC80F7B}"/>
                </a:ext>
              </a:extLst>
            </p:cNvPr>
            <p:cNvSpPr/>
            <p:nvPr/>
          </p:nvSpPr>
          <p:spPr>
            <a:xfrm>
              <a:off x="1586473" y="2746476"/>
              <a:ext cx="1574170" cy="4924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30974753-C294-2E7A-DCAD-79E0F8C8D11B}"/>
                </a:ext>
              </a:extLst>
            </p:cNvPr>
            <p:cNvSpPr/>
            <p:nvPr/>
          </p:nvSpPr>
          <p:spPr>
            <a:xfrm>
              <a:off x="10243925" y="2674019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rgbClr val="008000"/>
                  </a:solidFill>
                </a:rPr>
                <a:t>XX</a:t>
              </a:r>
              <a:endParaRPr lang="en-US" altLang="ja-JP" sz="800" dirty="0">
                <a:solidFill>
                  <a:srgbClr val="008000"/>
                </a:solidFill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0E1DC87A-8EDD-0951-5430-64FD0FD45FE3}"/>
                </a:ext>
              </a:extLst>
            </p:cNvPr>
            <p:cNvSpPr/>
            <p:nvPr/>
          </p:nvSpPr>
          <p:spPr>
            <a:xfrm>
              <a:off x="8444172" y="2674019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de-DE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8D181374-F770-F722-49F5-77B752E21907}"/>
                </a:ext>
              </a:extLst>
            </p:cNvPr>
            <p:cNvSpPr/>
            <p:nvPr/>
          </p:nvSpPr>
          <p:spPr>
            <a:xfrm>
              <a:off x="6700852" y="2674019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</a:rPr>
                <a:t> / </a:t>
              </a:r>
              <a:r>
                <a:rPr lang="ja-JP" altLang="en-US" sz="1000" dirty="0">
                  <a:solidFill>
                    <a:srgbClr val="008000"/>
                  </a:solidFill>
                </a:rPr>
                <a:t>XX</a:t>
              </a:r>
              <a:endParaRPr lang="en-US" altLang="ja-JP" sz="1000" dirty="0">
                <a:solidFill>
                  <a:srgbClr val="008000"/>
                </a:solidFill>
              </a:endParaRP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lang="en-US" altLang="ja-JP" sz="800" dirty="0">
                <a:solidFill>
                  <a:schemeClr val="tx1"/>
                </a:solidFill>
              </a:endParaRP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15433406-D5F0-B303-5256-D4AC03A3B1F0}"/>
                </a:ext>
              </a:extLst>
            </p:cNvPr>
            <p:cNvSpPr/>
            <p:nvPr/>
          </p:nvSpPr>
          <p:spPr>
            <a:xfrm>
              <a:off x="4960976" y="2674019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000"/>
                  </a:solidFill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lang="ja-JP" altLang="en-US" sz="1100" dirty="0">
                  <a:solidFill>
                    <a:srgbClr val="008000"/>
                  </a:solidFill>
                </a:rPr>
                <a:t>XX</a:t>
              </a:r>
              <a:endParaRPr lang="en-US" altLang="ja-JP" sz="1100" dirty="0">
                <a:solidFill>
                  <a:srgbClr val="008000"/>
                </a:solidFill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lang="en-US" altLang="ja-JP" sz="800" dirty="0">
                <a:solidFill>
                  <a:schemeClr val="tx1"/>
                </a:solidFill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B05DDF1D-329C-FC17-75BF-F613C9C74A01}"/>
                </a:ext>
              </a:extLst>
            </p:cNvPr>
            <p:cNvSpPr/>
            <p:nvPr/>
          </p:nvSpPr>
          <p:spPr>
            <a:xfrm>
              <a:off x="3221100" y="2674019"/>
              <a:ext cx="1613113" cy="58289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</a:rPr>
                <a:t>XX</a:t>
              </a:r>
              <a:endParaRPr lang="en-US" altLang="ja-JP" sz="1050" dirty="0">
                <a:solidFill>
                  <a:srgbClr val="008000"/>
                </a:solidFill>
              </a:endParaRPr>
            </a:p>
            <a:p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de-DE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endParaRPr lang="en-US" altLang="ja-JP" sz="800" dirty="0">
                <a:solidFill>
                  <a:schemeClr val="tx1"/>
                </a:solidFill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CD5E0F3A-40E2-E7C2-82AD-28593400CC7D}"/>
                </a:ext>
              </a:extLst>
            </p:cNvPr>
            <p:cNvSpPr/>
            <p:nvPr/>
          </p:nvSpPr>
          <p:spPr>
            <a:xfrm>
              <a:off x="3285814" y="3904152"/>
              <a:ext cx="8571223" cy="49092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000"/>
                  </a:solidFill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加算記号 53">
              <a:extLst>
                <a:ext uri="{FF2B5EF4-FFF2-40B4-BE49-F238E27FC236}">
                  <ns2:creationId id="{B56236A6-E625-E067-C3B1-37B1BB7AECE9}"/>
                </a:ext>
              </a:extLst>
            </p:cNvPr>
            <p:cNvSpPr/>
            <p:nvPr/>
          </p:nvSpPr>
          <p:spPr>
            <a:xfrm>
              <a:off x="2247741" y="2577487"/>
              <a:ext cx="251634" cy="252000"/>
            </a:xfrm>
            <a:prstGeom prst="mathPlus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加算記号 54">
              <a:extLst>
                <a:ext uri="{FF2B5EF4-FFF2-40B4-BE49-F238E27FC236}">
                  <ns2:creationId id="{FEB7D221-E52C-75D0-43F0-E00C009F5D44}"/>
                </a:ext>
              </a:extLst>
            </p:cNvPr>
            <p:cNvSpPr/>
            <p:nvPr/>
          </p:nvSpPr>
          <p:spPr>
            <a:xfrm>
              <a:off x="2247741" y="3155938"/>
              <a:ext cx="251634" cy="252000"/>
            </a:xfrm>
            <a:prstGeom prst="mathPlus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加算記号 56">
              <a:extLst>
                <a:ext uri="{FF2B5EF4-FFF2-40B4-BE49-F238E27FC236}">
                  <ns2:creationId id="{45AEAE72-85AA-6360-F2E8-CA870FB5258B}"/>
                </a:ext>
              </a:extLst>
            </p:cNvPr>
            <p:cNvSpPr/>
            <p:nvPr/>
          </p:nvSpPr>
          <p:spPr>
            <a:xfrm>
              <a:off x="2247741" y="3734389"/>
              <a:ext cx="251634" cy="252000"/>
            </a:xfrm>
            <a:prstGeom prst="mathPlus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円/楕円 4">
              <a:extLst>
                <a:ext uri="{FF2B5EF4-FFF2-40B4-BE49-F238E27FC236}">
                  <ns2:creationId id="{06A42838-ACDE-E09F-0B51-48C0BFA49CB1}"/>
                </a:ext>
              </a:extLst>
            </p:cNvPr>
            <p:cNvSpPr/>
            <p:nvPr/>
          </p:nvSpPr>
          <p:spPr>
            <a:xfrm>
              <a:off x="1467567" y="2091120"/>
              <a:ext cx="246237" cy="246237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DE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円/楕円 5">
              <a:extLst>
                <a:ext uri="{FF2B5EF4-FFF2-40B4-BE49-F238E27FC236}">
                  <ns2:creationId id="{B6233071-2F49-6E54-51F3-4C0C8064C662}"/>
                </a:ext>
              </a:extLst>
            </p:cNvPr>
            <p:cNvSpPr/>
            <p:nvPr/>
          </p:nvSpPr>
          <p:spPr>
            <a:xfrm>
              <a:off x="1467567" y="2674019"/>
              <a:ext cx="246237" cy="246237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DE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円/楕円 7">
              <a:extLst>
                <a:ext uri="{FF2B5EF4-FFF2-40B4-BE49-F238E27FC236}">
                  <ns2:creationId id="{C042CDA5-AAD5-0FD8-2D8F-D7CCBE9CA30E}"/>
                </a:ext>
              </a:extLst>
            </p:cNvPr>
            <p:cNvSpPr/>
            <p:nvPr/>
          </p:nvSpPr>
          <p:spPr>
            <a:xfrm>
              <a:off x="1467567" y="3256918"/>
              <a:ext cx="246237" cy="246237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DE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円/楕円 9">
              <a:extLst>
                <a:ext uri="{FF2B5EF4-FFF2-40B4-BE49-F238E27FC236}">
                  <ns2:creationId id="{944DF7F3-CBAF-84AC-A23E-CCC247A36E61}"/>
                </a:ext>
              </a:extLst>
            </p:cNvPr>
            <p:cNvSpPr/>
            <p:nvPr/>
          </p:nvSpPr>
          <p:spPr>
            <a:xfrm>
              <a:off x="1467567" y="3839816"/>
              <a:ext cx="246237" cy="246237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DE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5" name="グループ化 24">
              <a:extLst>
                <a:ext uri="{FF2B5EF4-FFF2-40B4-BE49-F238E27FC236}">
                  <ns2:creationId id="{87CC7ED8-0573-EDFC-A7F6-9AFEF62F56D5}"/>
                </a:ext>
              </a:extLst>
            </p:cNvPr>
            <p:cNvGrpSpPr/>
            <p:nvPr/>
          </p:nvGrpSpPr>
          <p:grpSpPr>
            <a:xfrm>
              <a:off x="3221100" y="2703487"/>
              <a:ext cx="8572616" cy="0"/>
              <a:chOff x="3221100" y="2674019"/>
              <a:chExt cx="8572616" cy="0"/>
            </a:xfrm>
          </p:grpSpPr>
          <p:cxnSp>
            <p:nvCxnSpPr>
              <p:cNvPr id="15" name="直線コネクタ 14">
                <a:extLst>
                  <a:ext uri="{FF2B5EF4-FFF2-40B4-BE49-F238E27FC236}">
                    <ns2:creationId id="{8C5E9516-F9EF-4980-D7C9-6E9935BB8F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1100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線コネクタ 17">
                <a:extLst>
                  <a:ext uri="{FF2B5EF4-FFF2-40B4-BE49-F238E27FC236}">
                    <ns2:creationId id="{5B722342-7E4B-AE3D-40E6-57B066B0D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60976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線コネクタ 18">
                <a:extLst>
                  <a:ext uri="{FF2B5EF4-FFF2-40B4-BE49-F238E27FC236}">
                    <ns2:creationId id="{4FDA06CB-FB8B-45C8-8D6C-8A43FA0021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0852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コネクタ 19">
                <a:extLst>
                  <a:ext uri="{FF2B5EF4-FFF2-40B4-BE49-F238E27FC236}">
                    <ns2:creationId id="{D58759C1-C7DB-9E19-1F20-30145F55DD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0728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コネクタ 21">
                <a:extLst>
                  <a:ext uri="{FF2B5EF4-FFF2-40B4-BE49-F238E27FC236}">
                    <ns2:creationId id="{A1698C53-9BE0-6E7C-C28D-7B5C530B8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603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グループ化 25">
              <a:extLst>
                <a:ext uri="{FF2B5EF4-FFF2-40B4-BE49-F238E27FC236}">
                  <ns2:creationId id="{DD1D4525-B021-3554-A2B8-92D63652E4F3}"/>
                </a:ext>
              </a:extLst>
            </p:cNvPr>
            <p:cNvGrpSpPr/>
            <p:nvPr/>
          </p:nvGrpSpPr>
          <p:grpSpPr>
            <a:xfrm>
              <a:off x="3221100" y="3281938"/>
              <a:ext cx="8572616" cy="0"/>
              <a:chOff x="3221100" y="2674019"/>
              <a:chExt cx="8572616" cy="0"/>
            </a:xfrm>
          </p:grpSpPr>
          <p:cxnSp>
            <p:nvCxnSpPr>
              <p:cNvPr id="42" name="直線コネクタ 41">
                <a:extLst>
                  <a:ext uri="{FF2B5EF4-FFF2-40B4-BE49-F238E27FC236}">
                    <ns2:creationId id="{1A5F6456-DBA8-C2D9-5103-B6C605516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1100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コネクタ 55">
                <a:extLst>
                  <a:ext uri="{FF2B5EF4-FFF2-40B4-BE49-F238E27FC236}">
                    <ns2:creationId id="{94AA8AE1-0CA4-E868-A784-D26821EE71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60976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線コネクタ 58">
                <a:extLst>
                  <a:ext uri="{FF2B5EF4-FFF2-40B4-BE49-F238E27FC236}">
                    <ns2:creationId id="{1434DF73-2223-DE72-6306-2423D328D4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0852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線コネクタ 61">
                <a:extLst>
                  <a:ext uri="{FF2B5EF4-FFF2-40B4-BE49-F238E27FC236}">
                    <ns2:creationId id="{72F1411D-D715-013A-AC30-6BC95B5BCF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0728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線コネクタ 70">
                <a:extLst>
                  <a:ext uri="{FF2B5EF4-FFF2-40B4-BE49-F238E27FC236}">
                    <ns2:creationId id="{2949CCDA-5959-6F13-18A1-76746D633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603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グループ化 71">
              <a:extLst>
                <a:ext uri="{FF2B5EF4-FFF2-40B4-BE49-F238E27FC236}">
                  <ns2:creationId id="{C524F27D-731C-7165-B3D4-C6AAE042CF82}"/>
                </a:ext>
              </a:extLst>
            </p:cNvPr>
            <p:cNvGrpSpPr/>
            <p:nvPr/>
          </p:nvGrpSpPr>
          <p:grpSpPr>
            <a:xfrm>
              <a:off x="3221100" y="3860388"/>
              <a:ext cx="8572616" cy="0"/>
              <a:chOff x="3221100" y="2674019"/>
              <a:chExt cx="8572616" cy="0"/>
            </a:xfrm>
          </p:grpSpPr>
          <p:cxnSp>
            <p:nvCxnSpPr>
              <p:cNvPr id="73" name="直線コネクタ 72">
                <a:extLst>
                  <a:ext uri="{FF2B5EF4-FFF2-40B4-BE49-F238E27FC236}">
                    <ns2:creationId id="{525EC0F1-A012-DBD8-2DD5-C0482CF589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1100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線コネクタ 73">
                <a:extLst>
                  <a:ext uri="{FF2B5EF4-FFF2-40B4-BE49-F238E27FC236}">
                    <ns2:creationId id="{E621F350-A1AA-5C2E-0394-C03071F3D2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60976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コネクタ 74">
                <a:extLst>
                  <a:ext uri="{FF2B5EF4-FFF2-40B4-BE49-F238E27FC236}">
                    <ns2:creationId id="{E19083C8-72ED-8F9F-2A54-78ABC69A0D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0852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ns2:creationId id="{25C3601D-7A98-F952-7FFC-2517A7882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0728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コネクタ 79">
                <a:extLst>
                  <a:ext uri="{FF2B5EF4-FFF2-40B4-BE49-F238E27FC236}">
                    <ns2:creationId id="{630DB5CE-DC78-7A56-5E41-239F69016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603" y="2674019"/>
                <a:ext cx="16131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1" name="グループ化 80">
            <a:extLst>
              <a:ext uri="{FF2B5EF4-FFF2-40B4-BE49-F238E27FC236}">
                <ns2:creationId id="{9019D7CE-A842-A02A-256C-D5896994A067}"/>
              </a:ext>
            </a:extLst>
          </p:cNvPr>
          <p:cNvGrpSpPr/>
          <p:nvPr/>
        </p:nvGrpSpPr>
        <p:grpSpPr>
          <a:xfrm>
            <a:off x="1502521" y="4454064"/>
            <a:ext cx="1727222" cy="1542223"/>
            <a:chOff x="3472438" y="1638103"/>
            <a:chExt cx="5247123" cy="4685115"/>
          </a:xfrm>
        </p:grpSpPr>
        <p:sp>
          <p:nvSpPr>
            <p:cNvPr id="82" name="三角形 81">
              <a:extLst>
                <a:ext uri="{FF2B5EF4-FFF2-40B4-BE49-F238E27FC236}">
                  <ns2:creationId id="{4946022B-AFE9-2070-C901-AAF9B96F0BE1}"/>
                </a:ext>
              </a:extLst>
            </p:cNvPr>
            <p:cNvSpPr/>
            <p:nvPr/>
          </p:nvSpPr>
          <p:spPr>
            <a:xfrm rot="10800000">
              <a:off x="5332099" y="3967345"/>
              <a:ext cx="1544728" cy="535587"/>
            </a:xfrm>
            <a:prstGeom prst="triangle">
              <a:avLst/>
            </a:prstGeom>
            <a:noFill/>
            <a:ln w="12541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1850" tIns="11850" rIns="11850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円/楕円 82">
              <a:extLst>
                <a:ext uri="{FF2B5EF4-FFF2-40B4-BE49-F238E27FC236}">
                  <ns2:creationId id="{9B0A9BA4-DFA8-D349-6583-3CEAFEBC84DE}"/>
                </a:ext>
              </a:extLst>
            </p:cNvPr>
            <p:cNvSpPr/>
            <p:nvPr/>
          </p:nvSpPr>
          <p:spPr>
            <a:xfrm>
              <a:off x="5424231" y="1638103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1850" tIns="165904" rIns="11850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61" dirty="0">
                  <a:solidFill>
                    <a:schemeClr val="tx1"/>
                  </a:solidFill>
                </a:rPr>
                <a:t>XX</a:t>
              </a:r>
              <a:br>
                <a:rPr lang="en-US" altLang="ja-JP" sz="461" dirty="0">
                  <a:solidFill>
                    <a:schemeClr val="tx1"/>
                  </a:solidFill>
                </a:rPr>
              </a:br>
              <a:r>
                <a:rPr lang="ja-JP" altLang="en-US" sz="461" dirty="0">
                  <a:solidFill>
                    <a:schemeClr val="tx1"/>
                  </a:solidFill>
                </a:rPr>
                <a:t>XX</a:t>
              </a:r>
              <a:endParaRPr lang="en-US" altLang="ja-JP" sz="461" dirty="0">
                <a:solidFill>
                  <a:schemeClr val="tx1"/>
                </a:solidFill>
              </a:endParaRPr>
            </a:p>
          </p:txBody>
        </p:sp>
        <p:pic>
          <p:nvPicPr>
            <p:cNvPr id="84" name="グラフィックス 83" descr="リボン 単色塗りつぶし">
              <a:extLst>
                <a:ext uri="{FF2B5EF4-FFF2-40B4-BE49-F238E27FC236}">
                  <ns2:creationId id="{6867F90C-6B1D-BD27-C97B-10A9AFC00C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824157" y="1729072"/>
              <a:ext cx="543687" cy="543687"/>
            </a:xfrm>
            <a:prstGeom prst="rect">
              <a:avLst/>
            </a:prstGeom>
          </p:spPr>
        </p:pic>
        <p:sp>
          <p:nvSpPr>
            <p:cNvPr id="85" name="円/楕円 84">
              <a:extLst>
                <a:ext uri="{FF2B5EF4-FFF2-40B4-BE49-F238E27FC236}">
                  <ns2:creationId id="{C9497CDA-ED4A-0BEB-3B8B-A7A8A881F6B0}"/>
                </a:ext>
              </a:extLst>
            </p:cNvPr>
            <p:cNvSpPr/>
            <p:nvPr/>
          </p:nvSpPr>
          <p:spPr>
            <a:xfrm>
              <a:off x="4380023" y="4979680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1850" tIns="165904" rIns="11850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61" dirty="0">
                  <a:solidFill>
                    <a:schemeClr val="tx1"/>
                  </a:solidFill>
                </a:rPr>
                <a:t>XX</a:t>
              </a:r>
              <a:br>
                <a:rPr lang="en-US" altLang="ja-JP" sz="461" dirty="0">
                  <a:solidFill>
                    <a:schemeClr val="tx1"/>
                  </a:solidFill>
                </a:rPr>
              </a:br>
              <a:r>
                <a:rPr lang="ja-JP" altLang="en-US" sz="461" dirty="0">
                  <a:solidFill>
                    <a:schemeClr val="tx1"/>
                  </a:solidFill>
                </a:rPr>
                <a:t>XX</a:t>
              </a:r>
              <a:endParaRPr lang="en-US" altLang="ja-JP" sz="461" dirty="0">
                <a:solidFill>
                  <a:schemeClr val="tx1"/>
                </a:solidFill>
              </a:endParaRPr>
            </a:p>
          </p:txBody>
        </p:sp>
        <p:pic>
          <p:nvPicPr>
            <p:cNvPr id="86" name="グラフィックス 85" descr="トラック 単色塗りつぶし">
              <a:extLst>
                <a:ext uri="{FF2B5EF4-FFF2-40B4-BE49-F238E27FC236}">
                  <ns2:creationId id="{7EEF2F5E-E7F8-4057-2284-7D1D1EA915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779949" y="5070649"/>
              <a:ext cx="543687" cy="543687"/>
            </a:xfrm>
            <a:prstGeom prst="rect">
              <a:avLst/>
            </a:prstGeom>
          </p:spPr>
        </p:pic>
        <p:sp>
          <p:nvSpPr>
            <p:cNvPr id="87" name="円/楕円 86">
              <a:extLst>
                <a:ext uri="{FF2B5EF4-FFF2-40B4-BE49-F238E27FC236}">
                  <ns2:creationId id="{89FEA5E6-59FB-9472-0973-DC4FC8CCFD83}"/>
                </a:ext>
              </a:extLst>
            </p:cNvPr>
            <p:cNvSpPr/>
            <p:nvPr/>
          </p:nvSpPr>
          <p:spPr>
            <a:xfrm>
              <a:off x="6468438" y="4979680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1850" tIns="165904" rIns="11850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61" dirty="0">
                  <a:solidFill>
                    <a:schemeClr val="tx1"/>
                  </a:solidFill>
                </a:rPr>
                <a:t>XX</a:t>
              </a:r>
            </a:p>
          </p:txBody>
        </p:sp>
        <p:pic>
          <p:nvPicPr>
            <p:cNvPr id="88" name="グラフィックス 87" descr="矢印付きの円 単色塗りつぶし">
              <a:extLst>
                <a:ext uri="{FF2B5EF4-FFF2-40B4-BE49-F238E27FC236}">
                  <ns2:creationId id="{710BBBD4-3144-01A5-1295-3932B3A561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6868364" y="5189402"/>
              <a:ext cx="543687" cy="543687"/>
            </a:xfrm>
            <a:prstGeom prst="rect">
              <a:avLst/>
            </a:prstGeom>
          </p:spPr>
        </p:pic>
        <p:sp>
          <p:nvSpPr>
            <p:cNvPr id="89" name="円/楕円 88">
              <a:extLst>
                <a:ext uri="{FF2B5EF4-FFF2-40B4-BE49-F238E27FC236}">
                  <ns2:creationId id="{FD8E6553-5E5A-984E-EA52-E4352239CC5B}"/>
                </a:ext>
              </a:extLst>
            </p:cNvPr>
            <p:cNvSpPr/>
            <p:nvPr/>
          </p:nvSpPr>
          <p:spPr>
            <a:xfrm>
              <a:off x="3472438" y="2982603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1850" tIns="165904" rIns="11850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61" dirty="0">
                  <a:solidFill>
                    <a:schemeClr val="tx1"/>
                  </a:solidFill>
                </a:rPr>
                <a:t>XX</a:t>
              </a:r>
            </a:p>
          </p:txBody>
        </p:sp>
        <p:pic>
          <p:nvPicPr>
            <p:cNvPr id="90" name="グラフィックス 89" descr="手のひらと植物 単色塗りつぶし">
              <a:extLst>
                <a:ext uri="{FF2B5EF4-FFF2-40B4-BE49-F238E27FC236}">
                  <ns2:creationId id="{8175520B-9FC4-375A-A7BA-91247E152C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872364" y="3192325"/>
              <a:ext cx="543687" cy="543687"/>
            </a:xfrm>
            <a:prstGeom prst="rect">
              <a:avLst/>
            </a:prstGeom>
          </p:spPr>
        </p:pic>
        <p:sp>
          <p:nvSpPr>
            <p:cNvPr id="91" name="円/楕円 90">
              <a:extLst>
                <a:ext uri="{FF2B5EF4-FFF2-40B4-BE49-F238E27FC236}">
                  <ns2:creationId id="{594BF62A-4AFE-A21E-7B78-CC6ACB550A84}"/>
                </a:ext>
              </a:extLst>
            </p:cNvPr>
            <p:cNvSpPr/>
            <p:nvPr/>
          </p:nvSpPr>
          <p:spPr>
            <a:xfrm>
              <a:off x="7376023" y="2982603"/>
              <a:ext cx="1343538" cy="1343538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1850" tIns="165904" rIns="11850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461" dirty="0">
                  <a:solidFill>
                    <a:schemeClr val="tx1"/>
                  </a:solidFill>
                </a:rPr>
                <a:t>XX</a:t>
              </a:r>
              <a:endParaRPr lang="en-US" altLang="ja-JP" sz="461" dirty="0">
                <a:solidFill>
                  <a:schemeClr val="tx1"/>
                </a:solidFill>
              </a:endParaRPr>
            </a:p>
          </p:txBody>
        </p:sp>
        <p:pic>
          <p:nvPicPr>
            <p:cNvPr id="92" name="グラフィックス 91" descr="フローチャート 単色塗りつぶし">
              <a:extLst>
                <a:ext uri="{FF2B5EF4-FFF2-40B4-BE49-F238E27FC236}">
                  <ns2:creationId id="{80C18D0F-0869-658E-F57A-E6533C8022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775949" y="3192325"/>
              <a:ext cx="543687" cy="543687"/>
            </a:xfrm>
            <a:prstGeom prst="rect">
              <a:avLst/>
            </a:prstGeom>
          </p:spPr>
        </p:pic>
        <p:sp>
          <p:nvSpPr>
            <p:cNvPr id="93" name="三角形 92">
              <a:extLst>
                <a:ext uri="{FF2B5EF4-FFF2-40B4-BE49-F238E27FC236}">
                  <ns2:creationId id="{F8D809A9-F5E0-B3EC-0127-168799BE8422}"/>
                </a:ext>
              </a:extLst>
            </p:cNvPr>
            <p:cNvSpPr/>
            <p:nvPr/>
          </p:nvSpPr>
          <p:spPr>
            <a:xfrm rot="10800000">
              <a:off x="5911178" y="3063770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10" tIns="7110" rIns="7110" bIns="711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三角形 93">
              <a:extLst>
                <a:ext uri="{FF2B5EF4-FFF2-40B4-BE49-F238E27FC236}">
                  <ns2:creationId id="{CCC05ECA-9165-24AC-CE71-0F18C7EE0E5F}"/>
                </a:ext>
              </a:extLst>
            </p:cNvPr>
            <p:cNvSpPr/>
            <p:nvPr/>
          </p:nvSpPr>
          <p:spPr>
            <a:xfrm rot="6394970">
              <a:off x="4684769" y="3870520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10" tIns="7110" rIns="7110" bIns="711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三角形 94">
              <a:extLst>
                <a:ext uri="{FF2B5EF4-FFF2-40B4-BE49-F238E27FC236}">
                  <ns2:creationId id="{1BCD6FDB-ABEB-F4DB-91AE-1792E51030E3}"/>
                </a:ext>
              </a:extLst>
            </p:cNvPr>
            <p:cNvSpPr/>
            <p:nvPr/>
          </p:nvSpPr>
          <p:spPr>
            <a:xfrm rot="14943294">
              <a:off x="7123233" y="3886146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10" tIns="7110" rIns="7110" bIns="711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三角形 95">
              <a:extLst>
                <a:ext uri="{FF2B5EF4-FFF2-40B4-BE49-F238E27FC236}">
                  <ns2:creationId id="{0009F478-8396-6850-F07A-C56EA2D90456}"/>
                </a:ext>
              </a:extLst>
            </p:cNvPr>
            <p:cNvSpPr/>
            <p:nvPr/>
          </p:nvSpPr>
          <p:spPr>
            <a:xfrm rot="19587319">
              <a:off x="6574485" y="4874616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10" tIns="7110" rIns="7110" bIns="711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三角形 96">
              <a:extLst>
                <a:ext uri="{FF2B5EF4-FFF2-40B4-BE49-F238E27FC236}">
                  <ns2:creationId id="{06F84893-6F07-9EA9-3734-718FBE283AA2}"/>
                </a:ext>
              </a:extLst>
            </p:cNvPr>
            <p:cNvSpPr/>
            <p:nvPr/>
          </p:nvSpPr>
          <p:spPr>
            <a:xfrm rot="1916276">
              <a:off x="5285812" y="4916768"/>
              <a:ext cx="386570" cy="142005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10" tIns="7110" rIns="7110" bIns="711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DE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8" name="テキスト ボックス 97">
              <a:extLst>
                <a:ext uri="{FF2B5EF4-FFF2-40B4-BE49-F238E27FC236}">
                  <ns2:creationId id="{3B399F75-7B9C-2B83-AD3C-888EC410B515}"/>
                </a:ext>
              </a:extLst>
            </p:cNvPr>
            <p:cNvSpPr txBox="1"/>
            <p:nvPr/>
          </p:nvSpPr>
          <p:spPr>
            <a:xfrm>
              <a:off x="5233612" y="3219202"/>
              <a:ext cx="1674325" cy="512398"/>
            </a:xfrm>
            <a:prstGeom prst="rect">
              <a:avLst/>
            </a:prstGeom>
            <a:noFill/>
          </p:spPr>
          <p:txBody>
            <a:bodyPr wrap="none" lIns="30100" tIns="15050" rIns="30100" bIns="15050" rtlCol="0">
              <a:spAutoFit/>
            </a:bodyPr>
            <a:lstStyle/>
            <a:p>
              <a:pPr algn="ctr"/>
              <a:r>
                <a:rPr kumimoji="1" lang="ja-DE" altLang="en-US" sz="461">
                  <a:solidFill>
                    <a:schemeClr val="accent5"/>
                  </a:solidFill>
                </a:rPr>
                <a:t>XX</a:t>
              </a:r>
              <a:br>
                <a:rPr kumimoji="1" lang="en-US" altLang="ja-DE" sz="461">
                  <a:solidFill>
                    <a:schemeClr val="accent5"/>
                  </a:solidFill>
                </a:rPr>
              </a:br>
              <a:r>
                <a:rPr kumimoji="1" lang="ja-DE" altLang="en-US" sz="461">
                  <a:solidFill>
                    <a:schemeClr val="accent5"/>
                  </a:solidFill>
                </a:rPr>
                <a:t>XX</a:t>
              </a:r>
              <a:r>
                <a:rPr kumimoji="1" lang="en-US" altLang="ja-DE" sz="461">
                  <a:solidFill>
                    <a:schemeClr val="accent5"/>
                  </a:solidFill>
                </a:rPr>
                <a:t>XX</a:t>
              </a:r>
              <a:endParaRPr kumimoji="1" lang="ja-DE" altLang="en-US" sz="461">
                <a:solidFill>
                  <a:schemeClr val="accent5"/>
                </a:solidFill>
              </a:endParaRPr>
            </a:p>
          </p:txBody>
        </p:sp>
        <p:sp>
          <p:nvSpPr>
            <p:cNvPr id="99" name="角丸四角形 98">
              <a:extLst>
                <a:ext uri="{FF2B5EF4-FFF2-40B4-BE49-F238E27FC236}">
                  <ns2:creationId id="{6500197E-C9BE-A519-0331-7CA865A430A8}"/>
                </a:ext>
              </a:extLst>
            </p:cNvPr>
            <p:cNvSpPr/>
            <p:nvPr/>
          </p:nvSpPr>
          <p:spPr>
            <a:xfrm>
              <a:off x="5001268" y="3751112"/>
              <a:ext cx="1069509" cy="506177"/>
            </a:xfrm>
            <a:prstGeom prst="roundRect">
              <a:avLst>
                <a:gd name="adj" fmla="val 10668"/>
              </a:avLst>
            </a:prstGeom>
            <a:solidFill>
              <a:schemeClr val="bg1"/>
            </a:solidFill>
            <a:ln w="8361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3701" tIns="11850" rIns="23701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34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34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  <a:p>
              <a:r>
                <a:rPr kumimoji="1" lang="en-US" altLang="ja-DE" sz="29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DE" altLang="en-US" sz="29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29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DE" altLang="en-US" sz="296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角丸四角形 99">
              <a:extLst>
                <a:ext uri="{FF2B5EF4-FFF2-40B4-BE49-F238E27FC236}">
                  <ns2:creationId id="{66ECBCCB-1558-3E04-3FCE-418765E77039}"/>
                </a:ext>
              </a:extLst>
            </p:cNvPr>
            <p:cNvSpPr/>
            <p:nvPr/>
          </p:nvSpPr>
          <p:spPr>
            <a:xfrm>
              <a:off x="6144276" y="3751112"/>
              <a:ext cx="1069509" cy="506177"/>
            </a:xfrm>
            <a:prstGeom prst="roundRect">
              <a:avLst>
                <a:gd name="adj" fmla="val 10668"/>
              </a:avLst>
            </a:prstGeom>
            <a:solidFill>
              <a:schemeClr val="bg1"/>
            </a:solidFill>
            <a:ln w="8361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3701" tIns="11850" rIns="23701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DE" altLang="en-US" sz="34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34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  <a:p>
              <a:r>
                <a:rPr kumimoji="1" lang="en-US" altLang="ja-DE" sz="29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DE" altLang="en-US" sz="29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DE" sz="29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DE" altLang="en-US" sz="296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角丸四角形 100">
              <a:extLst>
                <a:ext uri="{FF2B5EF4-FFF2-40B4-BE49-F238E27FC236}">
                  <ns2:creationId id="{D914A6BD-A915-5D44-AC25-B742A7427A19}"/>
                </a:ext>
              </a:extLst>
            </p:cNvPr>
            <p:cNvSpPr/>
            <p:nvPr/>
          </p:nvSpPr>
          <p:spPr>
            <a:xfrm>
              <a:off x="5561245" y="4382968"/>
              <a:ext cx="1069509" cy="506177"/>
            </a:xfrm>
            <a:prstGeom prst="roundRect">
              <a:avLst>
                <a:gd name="adj" fmla="val 10668"/>
              </a:avLst>
            </a:prstGeom>
            <a:solidFill>
              <a:schemeClr val="bg1"/>
            </a:solidFill>
            <a:ln w="8361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3701" tIns="11850" rIns="23701" bIns="1185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DE" altLang="en-US" sz="34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DE" sz="34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DE" altLang="en-US" sz="34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円弧 101">
              <a:extLst>
                <a:ext uri="{FF2B5EF4-FFF2-40B4-BE49-F238E27FC236}">
                  <ns2:creationId id="{CC8FAA47-9111-9D48-39A3-52779146F7D0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17456268"/>
                <a:gd name="adj2" fmla="val 19816595"/>
              </a:avLst>
            </a:prstGeom>
            <a:ln w="12541">
              <a:solidFill>
                <a:schemeClr val="bg1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30100" tIns="15050" rIns="30100" bIns="15050"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103" name="円弧 102">
              <a:extLst>
                <a:ext uri="{FF2B5EF4-FFF2-40B4-BE49-F238E27FC236}">
                  <ns2:creationId id="{4CEE2C73-6B11-A016-A08E-2972B1C981A2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21470209"/>
                <a:gd name="adj2" fmla="val 2010142"/>
              </a:avLst>
            </a:prstGeom>
            <a:ln w="12541">
              <a:solidFill>
                <a:schemeClr val="bg1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30100" tIns="15050" rIns="30100" bIns="15050"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104" name="円弧 103">
              <a:extLst>
                <a:ext uri="{FF2B5EF4-FFF2-40B4-BE49-F238E27FC236}">
                  <ns2:creationId id="{54B8FCBA-A904-7853-8765-3301F9C465ED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4515331"/>
                <a:gd name="adj2" fmla="val 6160425"/>
              </a:avLst>
            </a:prstGeom>
            <a:ln w="12541">
              <a:solidFill>
                <a:schemeClr val="bg1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30100" tIns="15050" rIns="30100" bIns="15050"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105" name="円弧 104">
              <a:extLst>
                <a:ext uri="{FF2B5EF4-FFF2-40B4-BE49-F238E27FC236}">
                  <ns2:creationId id="{420AB181-21DD-3968-1C03-74DC4FB2CAE6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8749053"/>
                <a:gd name="adj2" fmla="val 10720631"/>
              </a:avLst>
            </a:prstGeom>
            <a:ln w="12541">
              <a:solidFill>
                <a:schemeClr val="bg1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30100" tIns="15050" rIns="30100" bIns="15050" rtlCol="0" anchor="ctr"/>
            <a:lstStyle/>
            <a:p>
              <a:pPr algn="ctr"/>
              <a:endParaRPr kumimoji="1" lang="ja-DE" altLang="en-US"/>
            </a:p>
          </p:txBody>
        </p:sp>
        <p:sp>
          <p:nvSpPr>
            <p:cNvPr id="106" name="円弧 105">
              <a:extLst>
                <a:ext uri="{FF2B5EF4-FFF2-40B4-BE49-F238E27FC236}">
                  <ns2:creationId id="{9E090284-9AD2-81D8-FD4F-C3FBF8DB164D}"/>
                </a:ext>
              </a:extLst>
            </p:cNvPr>
            <p:cNvSpPr/>
            <p:nvPr/>
          </p:nvSpPr>
          <p:spPr>
            <a:xfrm>
              <a:off x="4526760" y="2625531"/>
              <a:ext cx="3088277" cy="3088277"/>
            </a:xfrm>
            <a:prstGeom prst="arc">
              <a:avLst>
                <a:gd name="adj1" fmla="val 12686770"/>
                <a:gd name="adj2" fmla="val 15041246"/>
              </a:avLst>
            </a:prstGeom>
            <a:ln w="12541">
              <a:solidFill>
                <a:schemeClr val="bg1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30100" tIns="15050" rIns="30100" bIns="15050" rtlCol="0" anchor="ctr"/>
            <a:lstStyle/>
            <a:p>
              <a:pPr algn="ctr"/>
              <a:endParaRPr kumimoji="1" lang="ja-DE" altLang="en-US"/>
            </a:p>
          </p:txBody>
        </p:sp>
      </p:grpSp>
      <p:sp>
        <p:nvSpPr>
          <p:cNvPr id="109" name="テキスト プレースホルダー 2">
            <a:extLst>
              <a:ext uri="{FF2B5EF4-FFF2-40B4-BE49-F238E27FC236}">
                <ns2:creationId id="{D21C01B1-060B-8A8E-61F8-EE84531A339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</a:p>
        </p:txBody>
      </p:sp>
      <p:sp>
        <p:nvSpPr>
          <p:cNvPr id="110" name="正方形/長方形 109">
            <a:extLst>
              <a:ext uri="{FF2B5EF4-FFF2-40B4-BE49-F238E27FC236}">
                <ns2:creationId id="{DE2666DB-DBBC-5832-4927-5BEC09A082B4}"/>
              </a:ext>
            </a:extLst>
          </p:cNvPr>
          <p:cNvSpPr/>
          <p:nvPr/>
        </p:nvSpPr>
        <p:spPr>
          <a:xfrm>
            <a:off x="3237962" y="4297463"/>
            <a:ext cx="1658403" cy="180030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5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1" name="正方形/長方形 110">
            <a:extLst>
              <a:ext uri="{FF2B5EF4-FFF2-40B4-BE49-F238E27FC236}">
                <ns2:creationId id="{E0575413-CBFF-6531-7C3E-34D3BDC6111D}"/>
              </a:ext>
            </a:extLst>
          </p:cNvPr>
          <p:cNvSpPr/>
          <p:nvPr/>
        </p:nvSpPr>
        <p:spPr>
          <a:xfrm>
            <a:off x="6700852" y="4297463"/>
            <a:ext cx="1613113" cy="180030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" tIns="0" rIns="216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de-DE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de-DE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ns2:creationId id="{FEEFA13D-589F-4AB6-6CC6-A4877B7ADF38}"/>
              </a:ext>
            </a:extLst>
          </p:cNvPr>
          <p:cNvSpPr/>
          <p:nvPr/>
        </p:nvSpPr>
        <p:spPr>
          <a:xfrm>
            <a:off x="5006663" y="4299952"/>
            <a:ext cx="1567426" cy="180030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de-DE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PLM</a:t>
            </a: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de-DE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3" name="正方形/長方形 112">
            <a:extLst>
              <a:ext uri="{FF2B5EF4-FFF2-40B4-BE49-F238E27FC236}">
                <ns2:creationId id="{3E165942-B654-D476-74DD-54FFD6D3FA85}"/>
              </a:ext>
            </a:extLst>
          </p:cNvPr>
          <p:cNvSpPr/>
          <p:nvPr/>
        </p:nvSpPr>
        <p:spPr>
          <a:xfrm>
            <a:off x="10180864" y="4297463"/>
            <a:ext cx="1676174" cy="1802794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" tIns="0" rIns="216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4" name="正方形/長方形 113">
            <a:extLst>
              <a:ext uri="{FF2B5EF4-FFF2-40B4-BE49-F238E27FC236}">
                <ns2:creationId id="{FECE1264-09DA-5544-0105-0239750FE0A2}"/>
              </a:ext>
            </a:extLst>
          </p:cNvPr>
          <p:cNvSpPr/>
          <p:nvPr/>
        </p:nvSpPr>
        <p:spPr>
          <a:xfrm>
            <a:off x="8440135" y="4297463"/>
            <a:ext cx="1613113" cy="1802794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08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>
              <a:spcAft>
                <a:spcPts val="100"/>
              </a:spcAft>
              <a:buClr>
                <a:schemeClr val="accent5"/>
              </a:buClr>
            </a:pPr>
            <a:r>
              <a: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27" name="グループ化 126">
            <a:extLst>
              <a:ext uri="{FF2B5EF4-FFF2-40B4-BE49-F238E27FC236}">
                <ns2:creationId id="{C8490946-DD0C-A275-0D4B-CD4A3D15E0FE}"/>
              </a:ext>
            </a:extLst>
          </p:cNvPr>
          <p:cNvGrpSpPr/>
          <p:nvPr/>
        </p:nvGrpSpPr>
        <p:grpSpPr>
          <a:xfrm>
            <a:off x="334960" y="1924336"/>
            <a:ext cx="1126518" cy="4384390"/>
            <a:chOff x="334960" y="1924336"/>
            <a:chExt cx="1126518" cy="4384390"/>
          </a:xfrm>
        </p:grpSpPr>
        <p:grpSp>
          <p:nvGrpSpPr>
            <p:cNvPr id="36" name="グループ化 35">
              <a:extLst>
                <a:ext uri="{FF2B5EF4-FFF2-40B4-BE49-F238E27FC236}">
                  <ns2:creationId id="{2BD85D77-C597-31C0-830B-4F81E2E78EE7}"/>
                </a:ext>
              </a:extLst>
            </p:cNvPr>
            <p:cNvGrpSpPr/>
            <p:nvPr/>
          </p:nvGrpSpPr>
          <p:grpSpPr>
            <a:xfrm>
              <a:off x="334960" y="1924336"/>
              <a:ext cx="1126518" cy="4384390"/>
              <a:chOff x="334960" y="1370632"/>
              <a:chExt cx="1126518" cy="4644497"/>
            </a:xfrm>
            <a:solidFill>
              <a:schemeClr val="accent5"/>
            </a:solidFill>
          </p:grpSpPr>
          <p:sp>
            <p:nvSpPr>
              <p:cNvPr id="21" name="矢印: 五方向 20">
                <a:extLst>
                  <a:ext uri="{FF2B5EF4-FFF2-40B4-BE49-F238E27FC236}">
                    <ns2:creationId id="{71A07839-0D8C-E094-0546-FC8E6F8E0056}"/>
                  </a:ext>
                </a:extLst>
              </p:cNvPr>
              <p:cNvSpPr/>
              <p:nvPr/>
            </p:nvSpPr>
            <p:spPr>
              <a:xfrm rot="5400000">
                <a:off x="-347374" y="2052968"/>
                <a:ext cx="2491187" cy="1126516"/>
              </a:xfrm>
              <a:prstGeom prst="homePlate">
                <a:avLst>
                  <a:gd name="adj" fmla="val 15958"/>
                </a:avLst>
              </a:prstGeom>
              <a:grp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square" lIns="648000" tIns="36000" rIns="36000" bIns="10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矢印: 五方向 22">
                <a:extLst>
                  <a:ext uri="{FF2B5EF4-FFF2-40B4-BE49-F238E27FC236}">
                    <ns2:creationId id="{5239E3D0-57AD-9800-727C-F1A8BF4E7E56}"/>
                  </a:ext>
                </a:extLst>
              </p:cNvPr>
              <p:cNvSpPr/>
              <p:nvPr/>
            </p:nvSpPr>
            <p:spPr>
              <a:xfrm rot="5400000">
                <a:off x="-146587" y="4407066"/>
                <a:ext cx="2089610" cy="1126516"/>
              </a:xfrm>
              <a:prstGeom prst="homePlate">
                <a:avLst>
                  <a:gd name="adj" fmla="val 15958"/>
                </a:avLst>
              </a:prstGeom>
              <a:grp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none" lIns="648000" tIns="36000" rIns="36000" bIns="10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124" name="グラフィックス 123" descr="チェックリスト 単色塗りつぶし">
              <a:extLst>
                <a:ext uri="{FF2B5EF4-FFF2-40B4-BE49-F238E27FC236}">
                  <ns2:creationId id="{45A31924-B96B-5060-7D69-D94A8EE342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05616" y="4657756"/>
              <a:ext cx="385205" cy="385205"/>
            </a:xfrm>
            <a:prstGeom prst="rect">
              <a:avLst/>
            </a:prstGeom>
          </p:spPr>
        </p:pic>
        <p:pic>
          <p:nvPicPr>
            <p:cNvPr id="126" name="グラフィックス 125" descr="バッジ: ハート 単色塗りつぶし">
              <a:extLst>
                <a:ext uri="{FF2B5EF4-FFF2-40B4-BE49-F238E27FC236}">
                  <ns2:creationId id="{AB91460A-BEDF-8F66-CB52-3C31943635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05616" y="2550027"/>
              <a:ext cx="385205" cy="385205"/>
            </a:xfrm>
            <a:prstGeom prst="rect">
              <a:avLst/>
            </a:prstGeom>
          </p:spPr>
        </p:pic>
      </p:grpSp>
      <p:grpSp>
        <p:nvGrpSpPr>
          <p:cNvPr id="13" name="グループ化 12">
            <a:extLst>
              <a:ext uri="{FF2B5EF4-FFF2-40B4-BE49-F238E27FC236}">
                <ns2:creationId id="{567D65E3-81CA-FBCD-F897-B0E8031EF316}"/>
              </a:ext>
            </a:extLst>
          </p:cNvPr>
          <p:cNvGrpSpPr/>
          <p:nvPr/>
        </p:nvGrpSpPr>
        <p:grpSpPr>
          <a:xfrm>
            <a:off x="3221100" y="4279398"/>
            <a:ext cx="8572616" cy="0"/>
            <a:chOff x="3373500" y="3859328"/>
            <a:chExt cx="8572616" cy="0"/>
          </a:xfrm>
        </p:grpSpPr>
        <p:cxnSp>
          <p:nvCxnSpPr>
            <p:cNvPr id="3" name="直線コネクタ 2">
              <a:extLst>
                <a:ext uri="{FF2B5EF4-FFF2-40B4-BE49-F238E27FC236}">
                  <ns2:creationId id="{6C38C334-F4CE-338A-13BC-F0FC445B7D5B}"/>
                </a:ext>
              </a:extLst>
            </p:cNvPr>
            <p:cNvCxnSpPr>
              <a:cxnSpLocks/>
            </p:cNvCxnSpPr>
            <p:nvPr/>
          </p:nvCxnSpPr>
          <p:spPr>
            <a:xfrm>
              <a:off x="3373500" y="3859328"/>
              <a:ext cx="161311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ns2:creationId id="{A51170A4-87C0-F7D7-3538-94F3A69B5403}"/>
                </a:ext>
              </a:extLst>
            </p:cNvPr>
            <p:cNvCxnSpPr>
              <a:cxnSpLocks/>
            </p:cNvCxnSpPr>
            <p:nvPr/>
          </p:nvCxnSpPr>
          <p:spPr>
            <a:xfrm>
              <a:off x="5113376" y="3859328"/>
              <a:ext cx="161311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コネクタ 8">
              <a:extLst>
                <a:ext uri="{FF2B5EF4-FFF2-40B4-BE49-F238E27FC236}">
                  <ns2:creationId id="{DF562BDA-533F-9D55-5AEF-ECC180DC1C9A}"/>
                </a:ext>
              </a:extLst>
            </p:cNvPr>
            <p:cNvCxnSpPr>
              <a:cxnSpLocks/>
            </p:cNvCxnSpPr>
            <p:nvPr/>
          </p:nvCxnSpPr>
          <p:spPr>
            <a:xfrm>
              <a:off x="6853252" y="3859328"/>
              <a:ext cx="161311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ns2:creationId id="{13DE6CB7-D923-DB30-D654-B994B1FF67FF}"/>
                </a:ext>
              </a:extLst>
            </p:cNvPr>
            <p:cNvCxnSpPr>
              <a:cxnSpLocks/>
            </p:cNvCxnSpPr>
            <p:nvPr/>
          </p:nvCxnSpPr>
          <p:spPr>
            <a:xfrm>
              <a:off x="8593128" y="3859328"/>
              <a:ext cx="161311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ns2:creationId id="{4C0BFA75-8D8C-C8AF-867D-048283F47476}"/>
                </a:ext>
              </a:extLst>
            </p:cNvPr>
            <p:cNvCxnSpPr>
              <a:cxnSpLocks/>
            </p:cNvCxnSpPr>
            <p:nvPr/>
          </p:nvCxnSpPr>
          <p:spPr>
            <a:xfrm>
              <a:off x="10333003" y="3859328"/>
              <a:ext cx="161311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402997947"/>
      </p:ext>
    </p:extLst>
  </p:cSld>
  <p:clrMapOvr>
    <a:masterClrMapping/>
  </p:clrMapOvr>
</p:sld>
</file>

<file path=ppt/slides/slide4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C2C6390-67B0-D225-EF34-B9CA9A30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 </a:t>
            </a:r>
            <a:r>
              <a:rPr lang="ja-JP" altLang="en-US" dirty="0"/>
              <a:t>XX</a:t>
            </a:r>
            <a:r>
              <a:rPr lang="en-US" altLang="ja-JP" dirty="0"/>
              <a:t>/ </a:t>
            </a:r>
            <a:r>
              <a:rPr lang="ja-JP" altLang="en-US" dirty="0"/>
              <a:t>XX</a:t>
            </a:r>
            <a:r>
              <a:rPr lang="en-US" altLang="ja-JP" dirty="0"/>
              <a:t>/ 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23" name="TextBox 125">
            <a:extLst>
              <a:ext uri="{FF2B5EF4-FFF2-40B4-BE49-F238E27FC236}">
                <ns2:creationId id="{E42C667C-8C70-88DD-8C42-8EF957D54BCB}"/>
              </a:ext>
            </a:extLst>
          </p:cNvPr>
          <p:cNvSpPr txBox="1"/>
          <p:nvPr/>
        </p:nvSpPr>
        <p:spPr>
          <a:xfrm>
            <a:off x="435298" y="5235713"/>
            <a:ext cx="2561506" cy="1073012"/>
          </a:xfrm>
          <a:prstGeom prst="roundRect">
            <a:avLst>
              <a:gd name="adj" fmla="val 3355"/>
            </a:avLst>
          </a:prstGeom>
          <a:solidFill>
            <a:srgbClr val="008000">
              <a:alpha val="10000"/>
            </a:srgbClr>
          </a:solidFill>
        </p:spPr>
        <p:txBody>
          <a:bodyPr wrap="square" lIns="144000" anchor="ctr">
            <a:noAutofit/>
          </a:bodyPr>
          <a:lstStyle/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6" name="TextBox 124">
            <a:extLst>
              <a:ext uri="{FF2B5EF4-FFF2-40B4-BE49-F238E27FC236}">
                <ns2:creationId id="{9CB9CB7F-7A01-CB97-ACAB-0A65D6DC966E}"/>
              </a:ext>
            </a:extLst>
          </p:cNvPr>
          <p:cNvSpPr txBox="1"/>
          <p:nvPr/>
        </p:nvSpPr>
        <p:spPr>
          <a:xfrm>
            <a:off x="438150" y="4105275"/>
            <a:ext cx="2561506" cy="987425"/>
          </a:xfrm>
          <a:prstGeom prst="roundRect">
            <a:avLst>
              <a:gd name="adj" fmla="val 3355"/>
            </a:avLst>
          </a:prstGeom>
          <a:solidFill>
            <a:srgbClr val="008000">
              <a:alpha val="10000"/>
            </a:srgbClr>
          </a:solidFill>
        </p:spPr>
        <p:txBody>
          <a:bodyPr wrap="square" lIns="144000" anchor="ctr">
            <a:noAutofit/>
          </a:bodyPr>
          <a:lstStyle/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0" name="TextBox 59">
            <a:extLst>
              <a:ext uri="{FF2B5EF4-FFF2-40B4-BE49-F238E27FC236}">
                <ns2:creationId id="{BDF77CB2-5F3C-90FA-8E52-4178F1845CA6}"/>
              </a:ext>
            </a:extLst>
          </p:cNvPr>
          <p:cNvSpPr txBox="1"/>
          <p:nvPr/>
        </p:nvSpPr>
        <p:spPr>
          <a:xfrm>
            <a:off x="338204" y="3370943"/>
            <a:ext cx="5547835" cy="5778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1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① 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② 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69" name="Group 68">
            <a:extLst>
              <a:ext uri="{FF2B5EF4-FFF2-40B4-BE49-F238E27FC236}">
                <ns2:creationId id="{AA670B90-45E7-6CBE-4556-EF199864731E}"/>
              </a:ext>
            </a:extLst>
          </p:cNvPr>
          <p:cNvGrpSpPr/>
          <p:nvPr/>
        </p:nvGrpSpPr>
        <p:grpSpPr>
          <a:xfrm>
            <a:off x="3090449" y="4105275"/>
            <a:ext cx="216691" cy="2191246"/>
            <a:chOff x="8645225" y="2311401"/>
            <a:chExt cx="360000" cy="3640429"/>
          </a:xfrm>
        </p:grpSpPr>
        <p:cxnSp>
          <p:nvCxnSpPr>
            <p:cNvPr id="70" name="直線コネクタ 125">
              <a:extLst>
                <a:ext uri="{FF2B5EF4-FFF2-40B4-BE49-F238E27FC236}">
                  <ns2:creationId id="{4ECB70B6-2DBE-A58F-992D-A89C78F0B0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5219" y="2311401"/>
              <a:ext cx="0" cy="364042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円/楕円 126">
              <a:extLst>
                <a:ext uri="{FF2B5EF4-FFF2-40B4-BE49-F238E27FC236}">
                  <ns2:creationId id="{8F9028BB-AB33-F46F-8777-6CF5BA7477C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8645225" y="3952103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2" name="グラフィックス 130" descr="キャレットを下へ 枠線">
              <a:extLst>
                <a:ext uri="{FF2B5EF4-FFF2-40B4-BE49-F238E27FC236}">
                  <ns2:creationId id="{380EEBDA-4F6F-727C-8BA4-9D900AF747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 rot="16200000">
              <a:off x="8647026" y="3951129"/>
              <a:ext cx="356400" cy="356400"/>
            </a:xfrm>
            <a:prstGeom prst="rect">
              <a:avLst/>
            </a:prstGeom>
          </p:spPr>
        </p:pic>
      </p:grpSp>
      <p:sp>
        <p:nvSpPr>
          <p:cNvPr id="73" name="TextBox 124">
            <a:extLst>
              <a:ext uri="{FF2B5EF4-FFF2-40B4-BE49-F238E27FC236}">
                <ns2:creationId id="{220A3BBC-655F-6D72-0CA9-55C41EAA4F23}"/>
              </a:ext>
            </a:extLst>
          </p:cNvPr>
          <p:cNvSpPr txBox="1"/>
          <p:nvPr/>
        </p:nvSpPr>
        <p:spPr>
          <a:xfrm>
            <a:off x="3397921" y="4105274"/>
            <a:ext cx="2482454" cy="2191245"/>
          </a:xfrm>
          <a:prstGeom prst="roundRect">
            <a:avLst>
              <a:gd name="adj" fmla="val 1643"/>
            </a:avLst>
          </a:prstGeom>
          <a:solidFill>
            <a:srgbClr val="008000">
              <a:alpha val="10000"/>
            </a:srgbClr>
          </a:solidFill>
        </p:spPr>
        <p:txBody>
          <a:bodyPr wrap="square" lIns="9000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98" name="Group 97">
            <a:extLst>
              <a:ext uri="{FF2B5EF4-FFF2-40B4-BE49-F238E27FC236}">
                <ns2:creationId id="{1B177231-4B5D-C2BD-3D4F-4209E681FA0C}"/>
              </a:ext>
            </a:extLst>
          </p:cNvPr>
          <p:cNvGrpSpPr/>
          <p:nvPr/>
        </p:nvGrpSpPr>
        <p:grpSpPr>
          <a:xfrm>
            <a:off x="3484861" y="4704995"/>
            <a:ext cx="1997099" cy="1460309"/>
            <a:chOff x="3484861" y="4704995"/>
            <a:chExt cx="1997099" cy="1460309"/>
          </a:xfrm>
        </p:grpSpPr>
        <p:grpSp>
          <p:nvGrpSpPr>
            <p:cNvPr id="75" name="グループ化 13">
              <a:extLst>
                <a:ext uri="{FF2B5EF4-FFF2-40B4-BE49-F238E27FC236}">
                  <ns2:creationId id="{FCC1E66F-3902-4F2D-DA43-C67589F91FAB}"/>
                </a:ext>
              </a:extLst>
            </p:cNvPr>
            <p:cNvGrpSpPr/>
            <p:nvPr/>
          </p:nvGrpSpPr>
          <p:grpSpPr>
            <a:xfrm>
              <a:off x="3746265" y="4910211"/>
              <a:ext cx="1570415" cy="1008898"/>
              <a:chOff x="-3213100" y="6940420"/>
              <a:chExt cx="2624667" cy="1466980"/>
            </a:xfrm>
          </p:grpSpPr>
          <p:cxnSp>
            <p:nvCxnSpPr>
              <p:cNvPr id="91" name="直線矢印コネクタ 24">
                <a:extLst>
                  <a:ext uri="{FF2B5EF4-FFF2-40B4-BE49-F238E27FC236}">
                    <ns2:creationId id="{532AFC98-96CA-81FA-04DB-328769395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3213100" y="8407400"/>
                <a:ext cx="2624667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92" name="直線コネクタ 25">
                <a:extLst>
                  <a:ext uri="{FF2B5EF4-FFF2-40B4-BE49-F238E27FC236}">
                    <ns2:creationId id="{E46A96B7-8F69-B9F1-5B0C-45355CAC86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3208472" y="6940420"/>
                <a:ext cx="2352675" cy="761630"/>
              </a:xfrm>
              <a:prstGeom prst="line">
                <a:avLst/>
              </a:prstGeom>
              <a:ln w="19050">
                <a:solidFill>
                  <a:srgbClr val="008000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93" name="直線コネクタ 26">
                <a:extLst>
                  <a:ext uri="{FF2B5EF4-FFF2-40B4-BE49-F238E27FC236}">
                    <ns2:creationId id="{9532A7DC-3308-9455-829E-7D5C1F38482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3210053" y="7706107"/>
                <a:ext cx="1171652" cy="194688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94" name="直線コネクタ 27">
                <a:extLst>
                  <a:ext uri="{FF2B5EF4-FFF2-40B4-BE49-F238E27FC236}">
                    <ns2:creationId id="{7A73281D-D611-C060-5A80-8A0B287E48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2032023" y="7611575"/>
                <a:ext cx="1176225" cy="87011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prstDash val="sysDot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90" name="直線矢印コネクタ 23">
                <a:extLst>
                  <a:ext uri="{FF2B5EF4-FFF2-40B4-BE49-F238E27FC236}">
                    <ns2:creationId id="{D71D4C54-98ED-3404-EC39-19B0470A69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3213100" y="6968695"/>
                <a:ext cx="0" cy="1438705"/>
              </a:xfrm>
              <a:prstGeom prst="straightConnector1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正方形/長方形 14">
              <a:extLst>
                <a:ext uri="{FF2B5EF4-FFF2-40B4-BE49-F238E27FC236}">
                  <ns2:creationId id="{D716EF90-6C89-1357-6754-7F2F0A6FC664}"/>
                </a:ext>
              </a:extLst>
            </p:cNvPr>
            <p:cNvSpPr/>
            <p:nvPr/>
          </p:nvSpPr>
          <p:spPr>
            <a:xfrm>
              <a:off x="5069303" y="6037201"/>
              <a:ext cx="319944" cy="12810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7" name="正方形/長方形 15">
              <a:extLst>
                <a:ext uri="{FF2B5EF4-FFF2-40B4-BE49-F238E27FC236}">
                  <ns2:creationId id="{D2678ED9-C1DE-B38E-E631-69D2279900EC}"/>
                </a:ext>
              </a:extLst>
            </p:cNvPr>
            <p:cNvSpPr/>
            <p:nvPr/>
          </p:nvSpPr>
          <p:spPr>
            <a:xfrm>
              <a:off x="3484861" y="4704995"/>
              <a:ext cx="294561" cy="12810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78" name="グループ化 58">
              <a:extLst>
                <a:ext uri="{FF2B5EF4-FFF2-40B4-BE49-F238E27FC236}">
                  <ns2:creationId id="{8F177C71-04A8-7FBC-1466-93BEDD57E07F}"/>
                </a:ext>
              </a:extLst>
            </p:cNvPr>
            <p:cNvGrpSpPr/>
            <p:nvPr/>
          </p:nvGrpSpPr>
          <p:grpSpPr>
            <a:xfrm>
              <a:off x="4282747" y="4877723"/>
              <a:ext cx="294561" cy="279268"/>
              <a:chOff x="7215397" y="5196571"/>
              <a:chExt cx="384071" cy="227575"/>
            </a:xfrm>
          </p:grpSpPr>
          <p:sp>
            <p:nvSpPr>
              <p:cNvPr id="88" name="二等辺三角形 17">
                <a:extLst>
                  <a:ext uri="{FF2B5EF4-FFF2-40B4-BE49-F238E27FC236}">
                    <ns2:creationId id="{C40EDA2B-EDC6-1AD1-5A0D-E2FDBBE0A4A5}"/>
                  </a:ext>
                </a:extLst>
              </p:cNvPr>
              <p:cNvSpPr/>
              <p:nvPr/>
            </p:nvSpPr>
            <p:spPr>
              <a:xfrm rot="10800000">
                <a:off x="7346825" y="5329803"/>
                <a:ext cx="155339" cy="94343"/>
              </a:xfrm>
              <a:prstGeom prst="triangl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9" name="正方形/長方形 18">
                <a:extLst>
                  <a:ext uri="{FF2B5EF4-FFF2-40B4-BE49-F238E27FC236}">
                    <ns2:creationId id="{26832950-E6A2-75C6-9327-B3D11362007F}"/>
                  </a:ext>
                </a:extLst>
              </p:cNvPr>
              <p:cNvSpPr/>
              <p:nvPr/>
            </p:nvSpPr>
            <p:spPr>
              <a:xfrm>
                <a:off x="7215397" y="5196571"/>
                <a:ext cx="384071" cy="10439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</p:grpSp>
        <p:sp>
          <p:nvSpPr>
            <p:cNvPr id="79" name="正方形/長方形 19">
              <a:extLst>
                <a:ext uri="{FF2B5EF4-FFF2-40B4-BE49-F238E27FC236}">
                  <ns2:creationId id="{1F9CAE69-AF91-6A2C-4CF7-8E8343D105EA}"/>
                </a:ext>
              </a:extLst>
            </p:cNvPr>
            <p:cNvSpPr/>
            <p:nvPr/>
          </p:nvSpPr>
          <p:spPr>
            <a:xfrm flipH="1">
              <a:off x="4752567" y="4772025"/>
              <a:ext cx="397282" cy="1477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0" name="正方形/長方形 20">
              <a:extLst>
                <a:ext uri="{FF2B5EF4-FFF2-40B4-BE49-F238E27FC236}">
                  <ns2:creationId id="{9212C0F9-1CCD-2734-21BB-BABBAAC1D6A6}"/>
                </a:ext>
              </a:extLst>
            </p:cNvPr>
            <p:cNvSpPr/>
            <p:nvPr/>
          </p:nvSpPr>
          <p:spPr>
            <a:xfrm>
              <a:off x="4926021" y="5413743"/>
              <a:ext cx="294561" cy="12810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2" name="正方形/長方形 22">
              <a:extLst>
                <a:ext uri="{FF2B5EF4-FFF2-40B4-BE49-F238E27FC236}">
                  <ns2:creationId id="{0D770BCC-2B9C-DF41-6FCE-425A0542A7C8}"/>
                </a:ext>
              </a:extLst>
            </p:cNvPr>
            <p:cNvSpPr/>
            <p:nvPr/>
          </p:nvSpPr>
          <p:spPr>
            <a:xfrm>
              <a:off x="4222796" y="5517466"/>
              <a:ext cx="294561" cy="12810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3" name="正方形/長方形 19">
              <a:extLst>
                <a:ext uri="{FF2B5EF4-FFF2-40B4-BE49-F238E27FC236}">
                  <ns2:creationId id="{39CE92AD-E256-6ADC-2FB3-8A084AB9ADD5}"/>
                </a:ext>
              </a:extLst>
            </p:cNvPr>
            <p:cNvSpPr/>
            <p:nvPr/>
          </p:nvSpPr>
          <p:spPr>
            <a:xfrm>
              <a:off x="5187399" y="4984751"/>
              <a:ext cx="294561" cy="3617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7" name="正方形/長方形 19">
              <a:extLst>
                <a:ext uri="{FF2B5EF4-FFF2-40B4-BE49-F238E27FC236}">
                  <ns2:creationId id="{057E61FB-0DD9-392D-9473-7F695664F257}"/>
                </a:ext>
              </a:extLst>
            </p:cNvPr>
            <p:cNvSpPr/>
            <p:nvPr/>
          </p:nvSpPr>
          <p:spPr>
            <a:xfrm flipH="1">
              <a:off x="3750328" y="4971574"/>
              <a:ext cx="396221" cy="3814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97" name="吹き出し: 角を丸めた四角形 192">
            <a:extLst>
              <a:ext uri="{FF2B5EF4-FFF2-40B4-BE49-F238E27FC236}">
                <ns2:creationId id="{2A355986-9DA3-FB8E-7FCA-F35771422AEF}"/>
              </a:ext>
            </a:extLst>
          </p:cNvPr>
          <p:cNvSpPr/>
          <p:nvPr/>
        </p:nvSpPr>
        <p:spPr>
          <a:xfrm>
            <a:off x="5178475" y="4473550"/>
            <a:ext cx="650566" cy="376141"/>
          </a:xfrm>
          <a:prstGeom prst="wedgeRoundRectCallout">
            <a:avLst>
              <a:gd name="adj1" fmla="val -50073"/>
              <a:gd name="adj2" fmla="val 84870"/>
              <a:gd name="adj3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ns2:creationId id="{E81FBF92-4EB3-5494-3603-C42D2D6B8375}"/>
              </a:ext>
            </a:extLst>
          </p:cNvPr>
          <p:cNvCxnSpPr>
            <a:cxnSpLocks/>
          </p:cNvCxnSpPr>
          <p:nvPr/>
        </p:nvCxnSpPr>
        <p:spPr>
          <a:xfrm>
            <a:off x="3791744" y="5417344"/>
            <a:ext cx="0" cy="140494"/>
          </a:xfrm>
          <a:prstGeom prst="straightConnector1">
            <a:avLst/>
          </a:prstGeom>
          <a:ln w="9525">
            <a:solidFill>
              <a:srgbClr val="0080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ns2:creationId id="{3E0D66CB-C185-C616-9EEB-87B23390D10D}"/>
              </a:ext>
            </a:extLst>
          </p:cNvPr>
          <p:cNvCxnSpPr>
            <a:cxnSpLocks/>
          </p:cNvCxnSpPr>
          <p:nvPr/>
        </p:nvCxnSpPr>
        <p:spPr>
          <a:xfrm>
            <a:off x="5146675" y="4926806"/>
            <a:ext cx="0" cy="435770"/>
          </a:xfrm>
          <a:prstGeom prst="straightConnector1">
            <a:avLst/>
          </a:prstGeom>
          <a:ln w="9525">
            <a:solidFill>
              <a:srgbClr val="0080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ns2:creationId id="{BE3FC261-F58D-6A7F-4A94-E8FD1A6F5DAD}"/>
              </a:ext>
            </a:extLst>
          </p:cNvPr>
          <p:cNvSpPr/>
          <p:nvPr/>
        </p:nvSpPr>
        <p:spPr>
          <a:xfrm>
            <a:off x="338204" y="4004320"/>
            <a:ext cx="207896" cy="207896"/>
          </a:xfrm>
          <a:prstGeom prst="ellipse">
            <a:avLst/>
          </a:prstGeom>
          <a:solidFill>
            <a:srgbClr val="008000"/>
          </a:solidFill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3" name="Oval 122">
            <a:extLst>
              <a:ext uri="{FF2B5EF4-FFF2-40B4-BE49-F238E27FC236}">
                <ns2:creationId id="{8927B51C-8FD7-0DDE-A6FC-854C274BC2FD}"/>
              </a:ext>
            </a:extLst>
          </p:cNvPr>
          <p:cNvSpPr/>
          <p:nvPr/>
        </p:nvSpPr>
        <p:spPr>
          <a:xfrm>
            <a:off x="338204" y="5137795"/>
            <a:ext cx="207896" cy="207896"/>
          </a:xfrm>
          <a:prstGeom prst="ellipse">
            <a:avLst/>
          </a:prstGeom>
          <a:solidFill>
            <a:srgbClr val="008000"/>
          </a:solidFill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Rectangle: Rounded Corners 30">
            <a:extLst>
              <a:ext uri="{FF2B5EF4-FFF2-40B4-BE49-F238E27FC236}">
                <ns2:creationId id="{3F3A41AC-7FC9-F23E-9076-7CDD2601B904}"/>
              </a:ext>
            </a:extLst>
          </p:cNvPr>
          <p:cNvSpPr/>
          <p:nvPr/>
        </p:nvSpPr>
        <p:spPr>
          <a:xfrm>
            <a:off x="338204" y="2903088"/>
            <a:ext cx="5547835" cy="356569"/>
          </a:xfrm>
          <a:prstGeom prst="roundRect">
            <a:avLst>
              <a:gd name="adj" fmla="val 0"/>
            </a:avLst>
          </a:prstGeom>
          <a:solidFill>
            <a:srgbClr val="008000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468000" tIns="0" rIns="36000" bIns="0" rtlCol="0" anchor="ctr">
            <a:noAutofit/>
          </a:bodyPr>
          <a:lstStyle/>
          <a:p>
            <a:pPr>
              <a:buClr>
                <a:schemeClr val="accent1"/>
              </a:buClr>
            </a:pPr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30" name="Graphic 129" descr="Lights On with solid fill">
            <a:extLst>
              <a:ext uri="{FF2B5EF4-FFF2-40B4-BE49-F238E27FC236}">
                <ns2:creationId id="{7BA9394F-E3E8-EBC8-43EC-39575B85A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81411" y="2900659"/>
            <a:ext cx="361426" cy="361426"/>
          </a:xfrm>
          <a:prstGeom prst="rect">
            <a:avLst/>
          </a:prstGeom>
        </p:spPr>
      </p:pic>
      <p:sp>
        <p:nvSpPr>
          <p:cNvPr id="37" name="Rectangle: Rounded Corners 30">
            <a:extLst>
              <a:ext uri="{FF2B5EF4-FFF2-40B4-BE49-F238E27FC236}">
                <ns2:creationId id="{8233DA92-C6D2-DA8D-A3F9-E12F61F8D9E0}"/>
              </a:ext>
            </a:extLst>
          </p:cNvPr>
          <p:cNvSpPr/>
          <p:nvPr/>
        </p:nvSpPr>
        <p:spPr>
          <a:xfrm>
            <a:off x="1559496" y="1628774"/>
            <a:ext cx="3286304" cy="819591"/>
          </a:xfrm>
          <a:prstGeom prst="roundRect">
            <a:avLst>
              <a:gd name="adj" fmla="val 7607"/>
            </a:avLst>
          </a:prstGeom>
          <a:solidFill>
            <a:srgbClr val="008000">
              <a:alpha val="10000"/>
            </a:srgb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216000" tIns="108000" rIns="180000" bIns="108000" rtlCol="0" anchor="ctr">
            <a:noAutofit/>
          </a:bodyPr>
          <a:lstStyle/>
          <a:p>
            <a:pPr>
              <a:buClr>
                <a:schemeClr val="accent1"/>
              </a:buClr>
            </a:pP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0" name="Rectangle: Rounded Corners 30">
            <a:extLst>
              <a:ext uri="{FF2B5EF4-FFF2-40B4-BE49-F238E27FC236}">
                <ns2:creationId id="{736CDFCB-46F7-6034-5630-17C6425A306D}"/>
              </a:ext>
            </a:extLst>
          </p:cNvPr>
          <p:cNvSpPr/>
          <p:nvPr/>
        </p:nvSpPr>
        <p:spPr>
          <a:xfrm>
            <a:off x="5065115" y="1628774"/>
            <a:ext cx="3286304" cy="819591"/>
          </a:xfrm>
          <a:prstGeom prst="roundRect">
            <a:avLst>
              <a:gd name="adj" fmla="val 7607"/>
            </a:avLst>
          </a:prstGeom>
          <a:solidFill>
            <a:srgbClr val="008000">
              <a:alpha val="10000"/>
            </a:srgb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216000" tIns="108000" rIns="180000" bIns="108000" rtlCol="0" anchor="ctr">
            <a:noAutofit/>
          </a:bodyPr>
          <a:lstStyle/>
          <a:p>
            <a:pPr>
              <a:buClr>
                <a:schemeClr val="accent1"/>
              </a:buClr>
            </a:pP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Rectangle: Rounded Corners 30">
            <a:extLst>
              <a:ext uri="{FF2B5EF4-FFF2-40B4-BE49-F238E27FC236}">
                <ns2:creationId id="{038C1561-8079-EFFD-3D74-D17BE372489D}"/>
              </a:ext>
            </a:extLst>
          </p:cNvPr>
          <p:cNvSpPr/>
          <p:nvPr/>
        </p:nvSpPr>
        <p:spPr>
          <a:xfrm>
            <a:off x="8570734" y="1628774"/>
            <a:ext cx="3286304" cy="819591"/>
          </a:xfrm>
          <a:prstGeom prst="roundRect">
            <a:avLst>
              <a:gd name="adj" fmla="val 7607"/>
            </a:avLst>
          </a:prstGeom>
          <a:solidFill>
            <a:srgbClr val="008000">
              <a:alpha val="10000"/>
            </a:srgb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216000" tIns="108000" rIns="180000" bIns="108000" rtlCol="0" anchor="ctr">
            <a:noAutofit/>
          </a:bodyPr>
          <a:lstStyle/>
          <a:p>
            <a:pPr>
              <a:buClr>
                <a:schemeClr val="accent1"/>
              </a:buClr>
            </a:pP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3" name="Group 42">
            <a:extLst>
              <a:ext uri="{FF2B5EF4-FFF2-40B4-BE49-F238E27FC236}">
                <ns2:creationId id="{958B03C9-F011-DD73-3659-D22AEB1CE968}"/>
              </a:ext>
            </a:extLst>
          </p:cNvPr>
          <p:cNvGrpSpPr/>
          <p:nvPr/>
        </p:nvGrpSpPr>
        <p:grpSpPr>
          <a:xfrm>
            <a:off x="1588994" y="2521841"/>
            <a:ext cx="4297046" cy="270520"/>
            <a:chOff x="371475" y="1989138"/>
            <a:chExt cx="4297046" cy="1048702"/>
          </a:xfrm>
        </p:grpSpPr>
        <p:sp>
          <p:nvSpPr>
            <p:cNvPr id="44" name="正方形/長方形 21">
              <a:extLst>
                <a:ext uri="{FF2B5EF4-FFF2-40B4-BE49-F238E27FC236}">
                  <ns2:creationId id="{18C5FEAD-FC3A-B4F2-E76E-39CAFD1DE1AB}"/>
                </a:ext>
              </a:extLst>
            </p:cNvPr>
            <p:cNvSpPr/>
            <p:nvPr/>
          </p:nvSpPr>
          <p:spPr>
            <a:xfrm>
              <a:off x="371475" y="1989138"/>
              <a:ext cx="633098" cy="1048702"/>
            </a:xfrm>
            <a:prstGeom prst="roundRect">
              <a:avLst>
                <a:gd name="adj" fmla="val 14336"/>
              </a:avLst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21">
              <a:extLst>
                <a:ext uri="{FF2B5EF4-FFF2-40B4-BE49-F238E27FC236}">
                  <ns2:creationId id="{436B5696-AADB-0C9A-B5D3-3B90ECC905FF}"/>
                </a:ext>
              </a:extLst>
            </p:cNvPr>
            <p:cNvSpPr/>
            <p:nvPr/>
          </p:nvSpPr>
          <p:spPr>
            <a:xfrm>
              <a:off x="1102895" y="1989138"/>
              <a:ext cx="3565626" cy="1048702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0" rIns="36000" bIns="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ns2:creationId id="{0081F7E0-67A7-FB68-1E5C-D8A354B3DFC2}"/>
              </a:ext>
            </a:extLst>
          </p:cNvPr>
          <p:cNvGrpSpPr/>
          <p:nvPr/>
        </p:nvGrpSpPr>
        <p:grpSpPr>
          <a:xfrm>
            <a:off x="6102001" y="2521841"/>
            <a:ext cx="4297046" cy="270520"/>
            <a:chOff x="371475" y="1989138"/>
            <a:chExt cx="4297046" cy="1048702"/>
          </a:xfrm>
        </p:grpSpPr>
        <p:sp>
          <p:nvSpPr>
            <p:cNvPr id="50" name="正方形/長方形 21">
              <a:extLst>
                <a:ext uri="{FF2B5EF4-FFF2-40B4-BE49-F238E27FC236}">
                  <ns2:creationId id="{BC876AED-D743-836F-082E-0623614E342C}"/>
                </a:ext>
              </a:extLst>
            </p:cNvPr>
            <p:cNvSpPr/>
            <p:nvPr/>
          </p:nvSpPr>
          <p:spPr>
            <a:xfrm>
              <a:off x="371475" y="1989138"/>
              <a:ext cx="633098" cy="1048702"/>
            </a:xfrm>
            <a:prstGeom prst="roundRect">
              <a:avLst>
                <a:gd name="adj" fmla="val 14336"/>
              </a:avLst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正方形/長方形 21">
              <a:extLst>
                <a:ext uri="{FF2B5EF4-FFF2-40B4-BE49-F238E27FC236}">
                  <ns2:creationId id="{EEEFEF45-4D8F-FD4F-E9A3-48663CE905C4}"/>
                </a:ext>
              </a:extLst>
            </p:cNvPr>
            <p:cNvSpPr/>
            <p:nvPr/>
          </p:nvSpPr>
          <p:spPr>
            <a:xfrm>
              <a:off x="1102895" y="1989138"/>
              <a:ext cx="3565626" cy="1048702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0" rIns="36000" bIns="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39" name="Group 138">
            <a:extLst>
              <a:ext uri="{FF2B5EF4-FFF2-40B4-BE49-F238E27FC236}">
                <ns2:creationId id="{514DC4B8-F593-F490-B9E8-D8BD2A08335D}"/>
              </a:ext>
            </a:extLst>
          </p:cNvPr>
          <p:cNvGrpSpPr/>
          <p:nvPr/>
        </p:nvGrpSpPr>
        <p:grpSpPr>
          <a:xfrm>
            <a:off x="338205" y="1628773"/>
            <a:ext cx="1089158" cy="1163587"/>
            <a:chOff x="338205" y="1628773"/>
            <a:chExt cx="1089158" cy="1163587"/>
          </a:xfrm>
        </p:grpSpPr>
        <p:sp>
          <p:nvSpPr>
            <p:cNvPr id="36" name="Rectangle: Rounded Corners 30">
              <a:extLst>
                <a:ext uri="{FF2B5EF4-FFF2-40B4-BE49-F238E27FC236}">
                  <ns2:creationId id="{118BA71D-56BC-1AB8-EBD9-F4E8EA768AE5}"/>
                </a:ext>
              </a:extLst>
            </p:cNvPr>
            <p:cNvSpPr/>
            <p:nvPr/>
          </p:nvSpPr>
          <p:spPr>
            <a:xfrm>
              <a:off x="338205" y="1628773"/>
              <a:ext cx="1089158" cy="1163587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54000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2" name="Graphic 131" descr="Iceberg with solid fill">
              <a:extLst>
                <a:ext uri="{FF2B5EF4-FFF2-40B4-BE49-F238E27FC236}">
                  <ns2:creationId id="{720D7BCB-4BD8-FE07-DD46-1A6ECF122E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70059" y="1885950"/>
              <a:ext cx="425450" cy="425450"/>
            </a:xfrm>
            <a:prstGeom prst="rect">
              <a:avLst/>
            </a:prstGeom>
          </p:spPr>
        </p:pic>
      </p:grpSp>
      <p:sp>
        <p:nvSpPr>
          <p:cNvPr id="28" name="Rectangle: Rounded Corners 30">
            <a:extLst>
              <a:ext uri="{FF2B5EF4-FFF2-40B4-BE49-F238E27FC236}">
                <ns2:creationId id="{A4360293-E6AA-2195-C594-E7F9C511F059}"/>
              </a:ext>
            </a:extLst>
          </p:cNvPr>
          <p:cNvSpPr/>
          <p:nvPr/>
        </p:nvSpPr>
        <p:spPr>
          <a:xfrm rot="16200000">
            <a:off x="6457718" y="-3950734"/>
            <a:ext cx="356567" cy="10435590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lIns="0" tIns="0" rIns="3600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0" name="Group 139">
            <a:extLst>
              <a:ext uri="{FF2B5EF4-FFF2-40B4-BE49-F238E27FC236}">
                <ns2:creationId id="{863DD4D9-3223-B287-74EF-225CE33C05EB}"/>
              </a:ext>
            </a:extLst>
          </p:cNvPr>
          <p:cNvGrpSpPr/>
          <p:nvPr/>
        </p:nvGrpSpPr>
        <p:grpSpPr>
          <a:xfrm>
            <a:off x="338205" y="1088777"/>
            <a:ext cx="1080000" cy="356567"/>
            <a:chOff x="338205" y="1088777"/>
            <a:chExt cx="1080000" cy="356567"/>
          </a:xfrm>
        </p:grpSpPr>
        <p:sp>
          <p:nvSpPr>
            <p:cNvPr id="9" name="Rectangle: Rounded Corners 30">
              <a:extLst>
                <a:ext uri="{FF2B5EF4-FFF2-40B4-BE49-F238E27FC236}">
                  <ns2:creationId id="{701D4DE9-16D9-F2A1-6ACC-34407BE82045}"/>
                </a:ext>
              </a:extLst>
            </p:cNvPr>
            <p:cNvSpPr/>
            <p:nvPr/>
          </p:nvSpPr>
          <p:spPr>
            <a:xfrm rot="16200000">
              <a:off x="699921" y="727061"/>
              <a:ext cx="356567" cy="1080000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28800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4" name="Graphic 133" descr="Open hand with solid fill">
              <a:extLst>
                <a:ext uri="{FF2B5EF4-FFF2-40B4-BE49-F238E27FC236}">
                  <ns2:creationId id="{DBAE0699-DF09-9885-4EDF-2C77CB17AE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42452" y="1097762"/>
              <a:ext cx="338598" cy="338598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ns2:creationId id="{10463F6D-CB57-EF42-5F90-70FC3671DCCD}"/>
              </a:ext>
            </a:extLst>
          </p:cNvPr>
          <p:cNvGrpSpPr/>
          <p:nvPr/>
        </p:nvGrpSpPr>
        <p:grpSpPr>
          <a:xfrm>
            <a:off x="6305963" y="3383190"/>
            <a:ext cx="5547833" cy="1976210"/>
            <a:chOff x="6305963" y="3306990"/>
            <a:chExt cx="5547833" cy="1976210"/>
          </a:xfrm>
        </p:grpSpPr>
        <p:sp>
          <p:nvSpPr>
            <p:cNvPr id="113" name="正方形/長方形 21">
              <a:extLst>
                <a:ext uri="{FF2B5EF4-FFF2-40B4-BE49-F238E27FC236}">
                  <ns2:creationId id="{D127C3EA-1D5B-90DF-FABA-83997F850A14}"/>
                </a:ext>
              </a:extLst>
            </p:cNvPr>
            <p:cNvSpPr/>
            <p:nvPr/>
          </p:nvSpPr>
          <p:spPr>
            <a:xfrm>
              <a:off x="6424613" y="3829050"/>
              <a:ext cx="3137482" cy="27052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36000" tIns="0" rIns="36000" bIns="0" rtlCol="0" anchor="ctr">
              <a:noAutofit/>
            </a:bodyPr>
            <a:lstStyle/>
            <a:p>
              <a:pPr algn="ctr">
                <a:buClr>
                  <a:srgbClr val="046294"/>
                </a:buClr>
              </a:pP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正方形/長方形 21">
              <a:extLst>
                <a:ext uri="{FF2B5EF4-FFF2-40B4-BE49-F238E27FC236}">
                  <ns2:creationId id="{EF23F4DF-1D6D-CB4C-E729-93AB20B789F5}"/>
                </a:ext>
              </a:extLst>
            </p:cNvPr>
            <p:cNvSpPr/>
            <p:nvPr/>
          </p:nvSpPr>
          <p:spPr>
            <a:xfrm>
              <a:off x="9734550" y="3829050"/>
              <a:ext cx="2119246" cy="27052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36000" tIns="0" rIns="36000" bIns="0" rtlCol="0" anchor="ctr">
              <a:noAutofit/>
            </a:bodyPr>
            <a:lstStyle/>
            <a:p>
              <a:pPr algn="ctr">
                <a:buClr>
                  <a:srgbClr val="046294"/>
                </a:buClr>
              </a:pP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ns2:creationId id="{298BD36E-563B-88D9-8A5C-2482D92A9387}"/>
                </a:ext>
              </a:extLst>
            </p:cNvPr>
            <p:cNvSpPr txBox="1"/>
            <p:nvPr/>
          </p:nvSpPr>
          <p:spPr>
            <a:xfrm>
              <a:off x="6424611" y="4123053"/>
              <a:ext cx="3137483" cy="677621"/>
            </a:xfrm>
            <a:prstGeom prst="rect">
              <a:avLst/>
            </a:prstGeom>
            <a:noFill/>
          </p:spPr>
          <p:txBody>
            <a:bodyPr wrap="square" numCol="2">
              <a:noAutofit/>
            </a:bodyPr>
            <a:lstStyle/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ns2:creationId id="{FF717BE0-02A0-1F19-0E6C-4E557C0DE21E}"/>
                </a:ext>
              </a:extLst>
            </p:cNvPr>
            <p:cNvSpPr txBox="1"/>
            <p:nvPr/>
          </p:nvSpPr>
          <p:spPr>
            <a:xfrm>
              <a:off x="9734550" y="4123053"/>
              <a:ext cx="2119246" cy="539435"/>
            </a:xfrm>
            <a:prstGeom prst="rect">
              <a:avLst/>
            </a:prstGeom>
            <a:noFill/>
          </p:spPr>
          <p:txBody>
            <a:bodyPr wrap="square" numCol="2">
              <a:noAutofit/>
            </a:bodyPr>
            <a:lstStyle/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0" name="Hexagon 119">
              <a:extLst>
                <a:ext uri="{FF2B5EF4-FFF2-40B4-BE49-F238E27FC236}">
                  <ns2:creationId id="{2A6E5312-F538-3931-C325-369C7A923CEE}"/>
                </a:ext>
              </a:extLst>
            </p:cNvPr>
            <p:cNvSpPr/>
            <p:nvPr/>
          </p:nvSpPr>
          <p:spPr>
            <a:xfrm>
              <a:off x="6382162" y="4853893"/>
              <a:ext cx="3179933" cy="429307"/>
            </a:xfrm>
            <a:prstGeom prst="hexagon">
              <a:avLst/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algn="ctr">
                <a:buClr>
                  <a:srgbClr val="046294"/>
                </a:buClr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Hexagon 120">
              <a:extLst>
                <a:ext uri="{FF2B5EF4-FFF2-40B4-BE49-F238E27FC236}">
                  <ns2:creationId id="{1C8567DB-C4B7-170C-DB28-FE1D6002F630}"/>
                </a:ext>
              </a:extLst>
            </p:cNvPr>
            <p:cNvSpPr/>
            <p:nvPr/>
          </p:nvSpPr>
          <p:spPr>
            <a:xfrm>
              <a:off x="9734550" y="4853893"/>
              <a:ext cx="2104020" cy="429307"/>
            </a:xfrm>
            <a:prstGeom prst="hexagon">
              <a:avLst/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algn="ctr">
                <a:buClr>
                  <a:srgbClr val="046294"/>
                </a:buClr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ns2:creationId id="{85E620C1-3D58-9568-1482-6F56CA62BF98}"/>
                </a:ext>
              </a:extLst>
            </p:cNvPr>
            <p:cNvSpPr/>
            <p:nvPr/>
          </p:nvSpPr>
          <p:spPr>
            <a:xfrm>
              <a:off x="6305963" y="3732968"/>
              <a:ext cx="207896" cy="207896"/>
            </a:xfrm>
            <a:prstGeom prst="ellipse">
              <a:avLst/>
            </a:prstGeom>
            <a:solidFill>
              <a:srgbClr val="008000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ns2:creationId id="{A0A108A9-E31E-F9E2-83A4-A70126510F66}"/>
                </a:ext>
              </a:extLst>
            </p:cNvPr>
            <p:cNvSpPr/>
            <p:nvPr/>
          </p:nvSpPr>
          <p:spPr>
            <a:xfrm>
              <a:off x="9630188" y="3732968"/>
              <a:ext cx="207896" cy="207896"/>
            </a:xfrm>
            <a:prstGeom prst="ellipse">
              <a:avLst/>
            </a:prstGeom>
            <a:solidFill>
              <a:srgbClr val="008000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43" name="Group 142">
              <a:extLst>
                <a:ext uri="{FF2B5EF4-FFF2-40B4-BE49-F238E27FC236}">
                  <ns2:creationId id="{4CAF82E6-BB2C-F96A-5C0E-9142A3142F55}"/>
                </a:ext>
              </a:extLst>
            </p:cNvPr>
            <p:cNvGrpSpPr/>
            <p:nvPr/>
          </p:nvGrpSpPr>
          <p:grpSpPr>
            <a:xfrm>
              <a:off x="6306998" y="3306990"/>
              <a:ext cx="3564590" cy="351248"/>
              <a:chOff x="6306998" y="3306990"/>
              <a:chExt cx="3564590" cy="351248"/>
            </a:xfrm>
          </p:grpSpPr>
          <p:sp>
            <p:nvSpPr>
              <p:cNvPr id="112" name="正方形/長方形 21">
                <a:extLst>
                  <a:ext uri="{FF2B5EF4-FFF2-40B4-BE49-F238E27FC236}">
                    <ns2:creationId id="{1AFF85E0-55CA-4625-CBD5-232BA1FCC891}"/>
                  </a:ext>
                </a:extLst>
              </p:cNvPr>
              <p:cNvSpPr/>
              <p:nvPr/>
            </p:nvSpPr>
            <p:spPr>
              <a:xfrm>
                <a:off x="6865620" y="3347354"/>
                <a:ext cx="3005968" cy="270520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>
                  <a:buClr>
                    <a:srgbClr val="046294"/>
                  </a:buClr>
                </a:pP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26" name="Grafik 3">
                <a:extLst>
                  <a:ext uri="{FF2B5EF4-FFF2-40B4-BE49-F238E27FC236}">
                    <ns2:creationId id="{49B7968C-3B29-5009-1B84-0A84FEB31C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5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6306998" y="3306990"/>
                <a:ext cx="526873" cy="351248"/>
              </a:xfrm>
              <a:prstGeom prst="rect">
                <a:avLst/>
              </a:prstGeom>
              <a:ln w="6350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</p:grpSp>
      </p:grpSp>
      <p:grpSp>
        <p:nvGrpSpPr>
          <p:cNvPr id="137" name="Group 136">
            <a:extLst>
              <a:ext uri="{FF2B5EF4-FFF2-40B4-BE49-F238E27FC236}">
                <ns2:creationId id="{241B0237-AE7C-18A5-0C22-0EB30864B051}"/>
              </a:ext>
            </a:extLst>
          </p:cNvPr>
          <p:cNvGrpSpPr/>
          <p:nvPr/>
        </p:nvGrpSpPr>
        <p:grpSpPr>
          <a:xfrm>
            <a:off x="6305963" y="2900659"/>
            <a:ext cx="5547835" cy="361426"/>
            <a:chOff x="6305963" y="3016774"/>
            <a:chExt cx="5547835" cy="361426"/>
          </a:xfrm>
        </p:grpSpPr>
        <p:sp>
          <p:nvSpPr>
            <p:cNvPr id="109" name="Rectangle: Rounded Corners 30">
              <a:extLst>
                <a:ext uri="{FF2B5EF4-FFF2-40B4-BE49-F238E27FC236}">
                  <ns2:creationId id="{1EC70E14-70E5-7360-D18B-5B9578A5921D}"/>
                </a:ext>
              </a:extLst>
            </p:cNvPr>
            <p:cNvSpPr/>
            <p:nvPr/>
          </p:nvSpPr>
          <p:spPr>
            <a:xfrm>
              <a:off x="6305963" y="3019203"/>
              <a:ext cx="5547835" cy="356569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468000" tIns="0" rIns="36000" bIns="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28" name="Graphic 127" descr="Scatterplot with solid fill">
              <a:extLst>
                <a:ext uri="{FF2B5EF4-FFF2-40B4-BE49-F238E27FC236}">
                  <ns2:creationId id="{4E7DCAD4-5BB4-634B-C1FF-F8CC2E4402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368804" y="3016774"/>
              <a:ext cx="361426" cy="361426"/>
            </a:xfrm>
            <a:prstGeom prst="rect">
              <a:avLst/>
            </a:prstGeom>
          </p:spPr>
        </p:pic>
      </p:grpSp>
      <p:grpSp>
        <p:nvGrpSpPr>
          <p:cNvPr id="145" name="Group 144">
            <a:extLst>
              <a:ext uri="{FF2B5EF4-FFF2-40B4-BE49-F238E27FC236}">
                <ns2:creationId id="{A92DF785-F2BB-5278-16E3-943FD7092F46}"/>
              </a:ext>
            </a:extLst>
          </p:cNvPr>
          <p:cNvGrpSpPr/>
          <p:nvPr/>
        </p:nvGrpSpPr>
        <p:grpSpPr>
          <a:xfrm>
            <a:off x="6345288" y="5555608"/>
            <a:ext cx="5519051" cy="701301"/>
            <a:chOff x="6345288" y="5555608"/>
            <a:chExt cx="5519051" cy="701301"/>
          </a:xfrm>
        </p:grpSpPr>
        <p:sp>
          <p:nvSpPr>
            <p:cNvPr id="119" name="TextBox 118">
              <a:extLst>
                <a:ext uri="{FF2B5EF4-FFF2-40B4-BE49-F238E27FC236}">
                  <ns2:creationId id="{7D3F3EEA-E938-B131-096F-64F180EF1797}"/>
                </a:ext>
              </a:extLst>
            </p:cNvPr>
            <p:cNvSpPr txBox="1"/>
            <p:nvPr/>
          </p:nvSpPr>
          <p:spPr>
            <a:xfrm>
              <a:off x="6382162" y="6012180"/>
              <a:ext cx="5482177" cy="244729"/>
            </a:xfrm>
            <a:prstGeom prst="rect">
              <a:avLst/>
            </a:prstGeom>
            <a:noFill/>
          </p:spPr>
          <p:txBody>
            <a:bodyPr wrap="square" numCol="1">
              <a:noAutofit/>
            </a:bodyPr>
            <a:lstStyle/>
            <a:p>
              <a:pPr marL="180975" marR="0" lvl="3" indent="-1809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44" name="Group 143">
              <a:extLst>
                <a:ext uri="{FF2B5EF4-FFF2-40B4-BE49-F238E27FC236}">
                  <ns2:creationId id="{BCE56421-83E4-100A-D2C3-7C12D7E0E299}"/>
                </a:ext>
              </a:extLst>
            </p:cNvPr>
            <p:cNvGrpSpPr/>
            <p:nvPr/>
          </p:nvGrpSpPr>
          <p:grpSpPr>
            <a:xfrm>
              <a:off x="6345288" y="5555608"/>
              <a:ext cx="3526300" cy="395520"/>
              <a:chOff x="6345288" y="5631808"/>
              <a:chExt cx="3526300" cy="395520"/>
            </a:xfrm>
          </p:grpSpPr>
          <p:sp>
            <p:nvSpPr>
              <p:cNvPr id="118" name="正方形/長方形 21">
                <a:extLst>
                  <a:ext uri="{FF2B5EF4-FFF2-40B4-BE49-F238E27FC236}">
                    <ns2:creationId id="{393991B9-1708-207B-612C-62F7BA038082}"/>
                  </a:ext>
                </a:extLst>
              </p:cNvPr>
              <p:cNvSpPr/>
              <p:nvPr/>
            </p:nvSpPr>
            <p:spPr>
              <a:xfrm>
                <a:off x="6865620" y="5694308"/>
                <a:ext cx="3005968" cy="270520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>
                  <a:buClr>
                    <a:srgbClr val="046294"/>
                  </a:buClr>
                </a:pPr>
                <a:r>
                  <a:rPr lang="ja-JP" altLang="en-US" sz="14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6" name="Graphic 135" descr="Travel with solid fill">
                <a:extLst>
                  <a:ext uri="{FF2B5EF4-FFF2-40B4-BE49-F238E27FC236}">
                    <ns2:creationId id="{9BD87DCF-6059-F124-57F7-936E21EA25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345288" y="5631808"/>
                <a:ext cx="395520" cy="39552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3852872630"/>
      </p:ext>
    </p:extLst>
  </p:cSld>
  <p:clrMapOvr>
    <a:masterClrMapping/>
  </p:clrMapOvr>
</p:sld>
</file>

<file path=ppt/slides/slide4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8B009C-B525-9074-257D-D3C70ADF6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76C141B-5477-7025-484F-ACA2B1529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5" name="Text Placeholder 34">
            <a:extLst>
              <a:ext uri="{FF2B5EF4-FFF2-40B4-BE49-F238E27FC236}">
                <ns2:creationId id="{F11816FC-9507-4367-C7D1-603564746D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14" name="テキスト ボックス 18">
            <a:extLst>
              <a:ext uri="{FF2B5EF4-FFF2-40B4-BE49-F238E27FC236}">
                <ns2:creationId id="{81D996B9-8329-7E97-5FF8-344375840193}"/>
              </a:ext>
            </a:extLst>
          </p:cNvPr>
          <p:cNvSpPr txBox="1"/>
          <p:nvPr/>
        </p:nvSpPr>
        <p:spPr>
          <a:xfrm>
            <a:off x="1862127" y="2022749"/>
            <a:ext cx="4752523" cy="275951"/>
          </a:xfrm>
          <a:prstGeom prst="rect">
            <a:avLst/>
          </a:prstGeom>
          <a:noFill/>
        </p:spPr>
        <p:txBody>
          <a:bodyPr wrap="none" lIns="36000" tIns="54000" rIns="36000" bIns="36000" rtlCol="0" anchor="t">
            <a:noAutofit/>
          </a:bodyPr>
          <a:lstStyle/>
          <a:p>
            <a:pPr marL="285750" indent="-285750">
              <a:buClr>
                <a:schemeClr val="bg1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latin typeface="+mn-ea"/>
              </a:rPr>
              <a:t>XX</a:t>
            </a:r>
          </a:p>
        </p:txBody>
      </p:sp>
      <p:sp>
        <p:nvSpPr>
          <p:cNvPr id="30" name="ホームベース 51">
            <a:extLst>
              <a:ext uri="{FF2B5EF4-FFF2-40B4-BE49-F238E27FC236}">
                <ns2:creationId id="{2023A7E0-F2AD-9838-3A69-BABD0F0CA341}"/>
              </a:ext>
            </a:extLst>
          </p:cNvPr>
          <p:cNvSpPr/>
          <p:nvPr/>
        </p:nvSpPr>
        <p:spPr>
          <a:xfrm>
            <a:off x="1862127" y="1638299"/>
            <a:ext cx="6409805" cy="360066"/>
          </a:xfrm>
          <a:prstGeom prst="homePlate">
            <a:avLst>
              <a:gd name="adj" fmla="val 18206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31" name="山形 52">
            <a:extLst>
              <a:ext uri="{FF2B5EF4-FFF2-40B4-BE49-F238E27FC236}">
                <ns2:creationId id="{C558E71A-5A7B-85CF-6760-25A24B10AC82}"/>
              </a:ext>
            </a:extLst>
          </p:cNvPr>
          <p:cNvSpPr/>
          <p:nvPr/>
        </p:nvSpPr>
        <p:spPr>
          <a:xfrm>
            <a:off x="8311472" y="1638299"/>
            <a:ext cx="3545565" cy="360066"/>
          </a:xfrm>
          <a:prstGeom prst="chevron">
            <a:avLst>
              <a:gd name="adj" fmla="val 18094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3" name="テキスト ボックス 18">
            <a:extLst>
              <a:ext uri="{FF2B5EF4-FFF2-40B4-BE49-F238E27FC236}">
                <ns2:creationId id="{B77ED192-E576-F2AC-EA54-357C2E188A8A}"/>
              </a:ext>
            </a:extLst>
          </p:cNvPr>
          <p:cNvSpPr txBox="1"/>
          <p:nvPr/>
        </p:nvSpPr>
        <p:spPr>
          <a:xfrm>
            <a:off x="8298770" y="2022749"/>
            <a:ext cx="3497537" cy="275951"/>
          </a:xfrm>
          <a:prstGeom prst="rect">
            <a:avLst/>
          </a:prstGeom>
          <a:noFill/>
        </p:spPr>
        <p:txBody>
          <a:bodyPr wrap="none" lIns="36000" tIns="54000" rIns="36000" bIns="36000" rtlCol="0" anchor="t">
            <a:noAutofit/>
          </a:bodyPr>
          <a:lstStyle/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latin typeface="+mn-ea"/>
              </a:rPr>
              <a:t>XX</a:t>
            </a:r>
            <a:br>
              <a:rPr kumimoji="1" lang="en-US" altLang="ja-JP" sz="1200" dirty="0">
                <a:latin typeface="+mn-ea"/>
              </a:rPr>
            </a:br>
            <a:r>
              <a:rPr kumimoji="1" lang="en-US" altLang="ja-JP" sz="1200" dirty="0">
                <a:latin typeface="+mn-ea"/>
              </a:rPr>
              <a:t>XX</a:t>
            </a:r>
            <a:r>
              <a:rPr kumimoji="1" lang="ja-JP" altLang="en-US" sz="1200" dirty="0">
                <a:latin typeface="+mn-ea"/>
              </a:rPr>
              <a:t>XX</a:t>
            </a:r>
          </a:p>
        </p:txBody>
      </p:sp>
      <p:grpSp>
        <p:nvGrpSpPr>
          <p:cNvPr id="47" name="Group 46">
            <a:extLst>
              <a:ext uri="{FF2B5EF4-FFF2-40B4-BE49-F238E27FC236}">
                <ns2:creationId id="{4A38D722-050D-5BB0-D168-87162B4F5386}"/>
              </a:ext>
            </a:extLst>
          </p:cNvPr>
          <p:cNvGrpSpPr/>
          <p:nvPr/>
        </p:nvGrpSpPr>
        <p:grpSpPr>
          <a:xfrm>
            <a:off x="1958013" y="2485424"/>
            <a:ext cx="4283880" cy="673490"/>
            <a:chOff x="2676210" y="2485424"/>
            <a:chExt cx="4283880" cy="673490"/>
          </a:xfrm>
        </p:grpSpPr>
        <p:sp>
          <p:nvSpPr>
            <p:cNvPr id="39" name="TextBox 38">
              <a:extLst>
                <a:ext uri="{FF2B5EF4-FFF2-40B4-BE49-F238E27FC236}">
                  <ns2:creationId id="{73497B4F-913F-7184-EA76-8060349C9483}"/>
                </a:ext>
              </a:extLst>
            </p:cNvPr>
            <p:cNvSpPr txBox="1"/>
            <p:nvPr/>
          </p:nvSpPr>
          <p:spPr>
            <a:xfrm>
              <a:off x="2676210" y="2485424"/>
              <a:ext cx="4204039" cy="461665"/>
            </a:xfrm>
            <a:prstGeom prst="rect">
              <a:avLst/>
            </a:prstGeom>
            <a:noFill/>
          </p:spPr>
          <p:txBody>
            <a:bodyPr wrap="square">
              <a:noAutofit/>
            </a:bodyPr>
            <a:lstStyle/>
            <a:p>
              <a:pPr marL="0" lvl="2">
                <a:spcAft>
                  <a:spcPts val="300"/>
                </a:spcAft>
              </a:pPr>
              <a:r>
                <a:rPr lang="en-US" altLang="ja-JP" sz="1050" dirty="0">
                  <a:latin typeface="+mn-ea"/>
                </a:rPr>
                <a:t>XX</a:t>
              </a:r>
              <a:r>
                <a:rPr lang="ja-JP" altLang="en-US" sz="1050" dirty="0">
                  <a:latin typeface="+mn-ea"/>
                </a:rPr>
                <a:t>XX</a:t>
              </a:r>
              <a:endParaRPr lang="en-US" altLang="ja-JP" sz="1050" dirty="0">
                <a:latin typeface="+mn-ea"/>
              </a:endParaRPr>
            </a:p>
            <a:p>
              <a:pPr marL="1778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>
                    <a:lumMod val="75000"/>
                  </a:prstClr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ns2:creationId id="{33CA434B-5DBC-7DF8-23A5-876F5B2B3CE8}"/>
                </a:ext>
              </a:extLst>
            </p:cNvPr>
            <p:cNvGrpSpPr/>
            <p:nvPr/>
          </p:nvGrpSpPr>
          <p:grpSpPr>
            <a:xfrm>
              <a:off x="2727857" y="2957018"/>
              <a:ext cx="4232233" cy="201896"/>
              <a:chOff x="2490790" y="3054385"/>
              <a:chExt cx="4232233" cy="201896"/>
            </a:xfrm>
          </p:grpSpPr>
          <p:sp>
            <p:nvSpPr>
              <p:cNvPr id="43" name="TextBox 42">
                <a:extLst>
                  <a:ext uri="{FF2B5EF4-FFF2-40B4-BE49-F238E27FC236}">
                    <ns2:creationId id="{25B4DC16-D8EA-9E59-49A5-10353F46AEC9}"/>
                  </a:ext>
                </a:extLst>
              </p:cNvPr>
              <p:cNvSpPr txBox="1"/>
              <p:nvPr/>
            </p:nvSpPr>
            <p:spPr>
              <a:xfrm>
                <a:off x="2676210" y="3054385"/>
                <a:ext cx="4046813" cy="201896"/>
              </a:xfrm>
              <a:prstGeom prst="rect">
                <a:avLst/>
              </a:prstGeom>
              <a:noFill/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ns2:creationId id="{C79A4481-272E-0346-E45D-273CDC3DCE1C}"/>
                  </a:ext>
                </a:extLst>
              </p:cNvPr>
              <p:cNvSpPr txBox="1"/>
              <p:nvPr/>
            </p:nvSpPr>
            <p:spPr>
              <a:xfrm>
                <a:off x="2490790" y="3054385"/>
                <a:ext cx="235477" cy="201896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square" anchor="ctr">
                <a:noAutofit/>
              </a:bodyPr>
              <a:lstStyle/>
              <a:p>
                <a:pPr marL="0" lvl="2" algn="ctr"/>
                <a:r>
                  <a:rPr lang="ja-JP" altLang="en-US" sz="900" dirty="0">
                    <a:latin typeface="+mn-ea"/>
                  </a:rPr>
                  <a:t>例</a:t>
                </a:r>
              </a:p>
            </p:txBody>
          </p:sp>
        </p:grpSp>
      </p:grpSp>
      <p:grpSp>
        <p:nvGrpSpPr>
          <p:cNvPr id="59" name="Group 58">
            <a:extLst>
              <a:ext uri="{FF2B5EF4-FFF2-40B4-BE49-F238E27FC236}">
                <ns2:creationId id="{AEBB007D-57EE-BA2E-20B1-5EA3B9DBB140}"/>
              </a:ext>
            </a:extLst>
          </p:cNvPr>
          <p:cNvGrpSpPr/>
          <p:nvPr/>
        </p:nvGrpSpPr>
        <p:grpSpPr>
          <a:xfrm>
            <a:off x="1958013" y="3310942"/>
            <a:ext cx="4283880" cy="830970"/>
            <a:chOff x="2676210" y="3389682"/>
            <a:chExt cx="4283880" cy="830970"/>
          </a:xfrm>
        </p:grpSpPr>
        <p:sp>
          <p:nvSpPr>
            <p:cNvPr id="49" name="TextBox 48">
              <a:extLst>
                <a:ext uri="{FF2B5EF4-FFF2-40B4-BE49-F238E27FC236}">
                  <ns2:creationId id="{3FC18A97-DA45-7FC8-B95C-537A492B6007}"/>
                </a:ext>
              </a:extLst>
            </p:cNvPr>
            <p:cNvSpPr txBox="1"/>
            <p:nvPr/>
          </p:nvSpPr>
          <p:spPr>
            <a:xfrm>
              <a:off x="2676210" y="3389682"/>
              <a:ext cx="4204039" cy="461665"/>
            </a:xfrm>
            <a:prstGeom prst="rect">
              <a:avLst/>
            </a:prstGeom>
            <a:noFill/>
          </p:spPr>
          <p:txBody>
            <a:bodyPr wrap="square">
              <a:noAutofit/>
            </a:bodyPr>
            <a:lstStyle/>
            <a:p>
              <a:pPr marL="0" lvl="2">
                <a:spcAft>
                  <a:spcPts val="300"/>
                </a:spcAft>
              </a:pPr>
              <a:r>
                <a:rPr lang="en-US" altLang="ja-JP" sz="1050" dirty="0">
                  <a:latin typeface="+mn-ea"/>
                </a:rPr>
                <a:t>XX</a:t>
              </a:r>
              <a:r>
                <a:rPr lang="ja-JP" altLang="en-US" sz="1050" dirty="0">
                  <a:latin typeface="+mn-ea"/>
                </a:rPr>
                <a:t>XX</a:t>
              </a:r>
              <a:endParaRPr lang="en-US" altLang="ja-JP" sz="1050" dirty="0">
                <a:latin typeface="+mn-ea"/>
              </a:endParaRPr>
            </a:p>
            <a:p>
              <a:pPr marL="1778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>
                    <a:lumMod val="75000"/>
                  </a:prstClr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/ 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/ 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en-US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ns2:creationId id="{72BBC7C8-D704-A7FE-2BBC-6FE902A0038A}"/>
                </a:ext>
              </a:extLst>
            </p:cNvPr>
            <p:cNvGrpSpPr/>
            <p:nvPr/>
          </p:nvGrpSpPr>
          <p:grpSpPr>
            <a:xfrm>
              <a:off x="2727857" y="4018756"/>
              <a:ext cx="4232233" cy="201896"/>
              <a:chOff x="2490790" y="2999793"/>
              <a:chExt cx="4232233" cy="201896"/>
            </a:xfrm>
          </p:grpSpPr>
          <p:sp>
            <p:nvSpPr>
              <p:cNvPr id="51" name="TextBox 50">
                <a:extLst>
                  <a:ext uri="{FF2B5EF4-FFF2-40B4-BE49-F238E27FC236}">
                    <ns2:creationId id="{60388E7E-8C70-5547-8EC7-7E881A0C1E69}"/>
                  </a:ext>
                </a:extLst>
              </p:cNvPr>
              <p:cNvSpPr txBox="1"/>
              <p:nvPr/>
            </p:nvSpPr>
            <p:spPr>
              <a:xfrm>
                <a:off x="2676210" y="2999793"/>
                <a:ext cx="4046813" cy="201896"/>
              </a:xfrm>
              <a:prstGeom prst="rect">
                <a:avLst/>
              </a:prstGeom>
              <a:noFill/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ns2:creationId id="{6B4A2CA6-F316-21A2-4BF5-73B5DDED7255}"/>
                  </a:ext>
                </a:extLst>
              </p:cNvPr>
              <p:cNvSpPr txBox="1"/>
              <p:nvPr/>
            </p:nvSpPr>
            <p:spPr>
              <a:xfrm>
                <a:off x="2490790" y="2999793"/>
                <a:ext cx="235477" cy="201896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square" anchor="ctr">
                <a:noAutofit/>
              </a:bodyPr>
              <a:lstStyle/>
              <a:p>
                <a:pPr marL="0" lvl="2" algn="ctr"/>
                <a:r>
                  <a:rPr lang="ja-JP" altLang="en-US" sz="900" dirty="0">
                    <a:latin typeface="+mn-ea"/>
                  </a:rPr>
                  <a:t>例</a:t>
                </a:r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ns2:creationId id="{1CD0E2C9-3914-E714-31E1-0FF3FC9CDD6B}"/>
              </a:ext>
            </a:extLst>
          </p:cNvPr>
          <p:cNvGrpSpPr/>
          <p:nvPr/>
        </p:nvGrpSpPr>
        <p:grpSpPr>
          <a:xfrm>
            <a:off x="1958013" y="4293940"/>
            <a:ext cx="4283880" cy="673490"/>
            <a:chOff x="2676210" y="2376240"/>
            <a:chExt cx="4283880" cy="673490"/>
          </a:xfrm>
        </p:grpSpPr>
        <p:sp>
          <p:nvSpPr>
            <p:cNvPr id="54" name="TextBox 53">
              <a:extLst>
                <a:ext uri="{FF2B5EF4-FFF2-40B4-BE49-F238E27FC236}">
                  <ns2:creationId id="{6D448914-670E-12BF-FE83-0B5CA8C46A90}"/>
                </a:ext>
              </a:extLst>
            </p:cNvPr>
            <p:cNvSpPr txBox="1"/>
            <p:nvPr/>
          </p:nvSpPr>
          <p:spPr>
            <a:xfrm>
              <a:off x="2676210" y="2376240"/>
              <a:ext cx="4204039" cy="461665"/>
            </a:xfrm>
            <a:prstGeom prst="rect">
              <a:avLst/>
            </a:prstGeom>
            <a:noFill/>
          </p:spPr>
          <p:txBody>
            <a:bodyPr wrap="none">
              <a:noAutofit/>
            </a:bodyPr>
            <a:lstStyle/>
            <a:p>
              <a:pPr marL="0" lvl="2">
                <a:spcAft>
                  <a:spcPts val="300"/>
                </a:spcAft>
              </a:pPr>
              <a:r>
                <a:rPr lang="en-US" altLang="ja-JP" sz="1050" dirty="0">
                  <a:latin typeface="+mn-ea"/>
                </a:rPr>
                <a:t>XX</a:t>
              </a:r>
              <a:r>
                <a:rPr lang="ja-JP" altLang="en-US" sz="1050" dirty="0">
                  <a:latin typeface="+mn-ea"/>
                </a:rPr>
                <a:t>XX</a:t>
              </a:r>
              <a:endParaRPr lang="en-US" altLang="ja-JP" sz="1050" dirty="0">
                <a:latin typeface="+mn-ea"/>
              </a:endParaRPr>
            </a:p>
            <a:p>
              <a:pPr marL="1778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>
                    <a:lumMod val="75000"/>
                  </a:prstClr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grpSp>
          <p:nvGrpSpPr>
            <p:cNvPr id="55" name="Group 54">
              <a:extLst>
                <a:ext uri="{FF2B5EF4-FFF2-40B4-BE49-F238E27FC236}">
                  <ns2:creationId id="{0E559411-F22D-FCBE-8AF8-0000F0A7D8E4}"/>
                </a:ext>
              </a:extLst>
            </p:cNvPr>
            <p:cNvGrpSpPr/>
            <p:nvPr/>
          </p:nvGrpSpPr>
          <p:grpSpPr>
            <a:xfrm>
              <a:off x="2727857" y="2847834"/>
              <a:ext cx="4232233" cy="201896"/>
              <a:chOff x="2490790" y="2945201"/>
              <a:chExt cx="4232233" cy="201896"/>
            </a:xfrm>
          </p:grpSpPr>
          <p:sp>
            <p:nvSpPr>
              <p:cNvPr id="56" name="TextBox 55">
                <a:extLst>
                  <a:ext uri="{FF2B5EF4-FFF2-40B4-BE49-F238E27FC236}">
                    <ns2:creationId id="{8F39C17C-648C-9A17-E377-81452EF988CC}"/>
                  </a:ext>
                </a:extLst>
              </p:cNvPr>
              <p:cNvSpPr txBox="1"/>
              <p:nvPr/>
            </p:nvSpPr>
            <p:spPr>
              <a:xfrm>
                <a:off x="2676210" y="2945201"/>
                <a:ext cx="4046813" cy="201896"/>
              </a:xfrm>
              <a:prstGeom prst="rect">
                <a:avLst/>
              </a:prstGeom>
              <a:noFill/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ns2:creationId id="{2379951C-B2F7-6790-E660-35764C91C6FD}"/>
                  </a:ext>
                </a:extLst>
              </p:cNvPr>
              <p:cNvSpPr txBox="1"/>
              <p:nvPr/>
            </p:nvSpPr>
            <p:spPr>
              <a:xfrm>
                <a:off x="2490790" y="2945201"/>
                <a:ext cx="235477" cy="201896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</p:spPr>
            <p:txBody>
              <a:bodyPr wrap="square" anchor="ctr">
                <a:noAutofit/>
              </a:bodyPr>
              <a:lstStyle/>
              <a:p>
                <a:pPr marL="0" lvl="2" algn="ctr"/>
                <a:r>
                  <a:rPr lang="ja-JP" altLang="en-US" sz="900" dirty="0">
                    <a:latin typeface="+mn-ea"/>
                  </a:rPr>
                  <a:t>例</a:t>
                </a:r>
              </a:p>
            </p:txBody>
          </p:sp>
        </p:grpSp>
      </p:grpSp>
      <p:grpSp>
        <p:nvGrpSpPr>
          <p:cNvPr id="80" name="Group 79">
            <a:extLst>
              <a:ext uri="{FF2B5EF4-FFF2-40B4-BE49-F238E27FC236}">
                <ns2:creationId id="{D691662C-DD67-81AE-72FC-3DF302BBB43E}"/>
              </a:ext>
            </a:extLst>
          </p:cNvPr>
          <p:cNvGrpSpPr/>
          <p:nvPr/>
        </p:nvGrpSpPr>
        <p:grpSpPr>
          <a:xfrm>
            <a:off x="8298770" y="2485424"/>
            <a:ext cx="3545565" cy="2578526"/>
            <a:chOff x="7579635" y="2485424"/>
            <a:chExt cx="3545565" cy="2578526"/>
          </a:xfrm>
        </p:grpSpPr>
        <p:grpSp>
          <p:nvGrpSpPr>
            <p:cNvPr id="61" name="Group 60">
              <a:extLst>
                <a:ext uri="{FF2B5EF4-FFF2-40B4-BE49-F238E27FC236}">
                  <ns2:creationId id="{5FF58F22-3C3F-F96D-65C7-2357ED4BA823}"/>
                </a:ext>
              </a:extLst>
            </p:cNvPr>
            <p:cNvGrpSpPr/>
            <p:nvPr/>
          </p:nvGrpSpPr>
          <p:grpSpPr>
            <a:xfrm>
              <a:off x="7579635" y="2485424"/>
              <a:ext cx="3545565" cy="673490"/>
              <a:chOff x="2676211" y="2485424"/>
              <a:chExt cx="3545565" cy="673490"/>
            </a:xfrm>
          </p:grpSpPr>
          <p:sp>
            <p:nvSpPr>
              <p:cNvPr id="62" name="TextBox 61">
                <a:extLst>
                  <a:ext uri="{FF2B5EF4-FFF2-40B4-BE49-F238E27FC236}">
                    <ns2:creationId id="{3D15664B-302D-034D-1166-26370E2A903E}"/>
                  </a:ext>
                </a:extLst>
              </p:cNvPr>
              <p:cNvSpPr txBox="1"/>
              <p:nvPr/>
            </p:nvSpPr>
            <p:spPr>
              <a:xfrm>
                <a:off x="2676211" y="2485424"/>
                <a:ext cx="3545565" cy="461665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 marL="0" lvl="2">
                  <a:spcAft>
                    <a:spcPts val="300"/>
                  </a:spcAft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rgbClr val="008000"/>
                  </a:solidFill>
                  <a:latin typeface="+mn-ea"/>
                </a:endParaRP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ja-JP" altLang="en-US" sz="900" dirty="0">
                    <a:latin typeface="+mn-ea"/>
                  </a:rPr>
                  <a:t>XX</a:t>
                </a:r>
              </a:p>
            </p:txBody>
          </p:sp>
          <p:grpSp>
            <p:nvGrpSpPr>
              <p:cNvPr id="63" name="Group 62">
                <a:extLst>
                  <a:ext uri="{FF2B5EF4-FFF2-40B4-BE49-F238E27FC236}">
                    <ns2:creationId id="{04C61F96-4AB8-8B48-3B7F-F23E408D6A84}"/>
                  </a:ext>
                </a:extLst>
              </p:cNvPr>
              <p:cNvGrpSpPr/>
              <p:nvPr/>
            </p:nvGrpSpPr>
            <p:grpSpPr>
              <a:xfrm>
                <a:off x="2727857" y="2957018"/>
                <a:ext cx="3493919" cy="201896"/>
                <a:chOff x="2490790" y="3054385"/>
                <a:chExt cx="3493919" cy="201896"/>
              </a:xfrm>
            </p:grpSpPr>
            <p:sp>
              <p:nvSpPr>
                <p:cNvPr id="64" name="TextBox 63">
                  <a:extLst>
                    <a:ext uri="{FF2B5EF4-FFF2-40B4-BE49-F238E27FC236}">
                      <ns2:creationId id="{AF534C1A-B1C9-4F50-DF93-1F2BC6D5188B}"/>
                    </a:ext>
                  </a:extLst>
                </p:cNvPr>
                <p:cNvSpPr txBox="1"/>
                <p:nvPr/>
              </p:nvSpPr>
              <p:spPr>
                <a:xfrm>
                  <a:off x="2676211" y="3054385"/>
                  <a:ext cx="3308498" cy="201896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noAutofit/>
                </a:bodyPr>
                <a:lstStyle/>
                <a:p>
                  <a:pPr marL="0" lvl="2"/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(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)</a:t>
                  </a:r>
                  <a:endParaRPr lang="ja-JP" altLang="en-US" sz="900" dirty="0">
                    <a:latin typeface="+mn-ea"/>
                  </a:endParaRP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ns2:creationId id="{8E685DE3-B70A-9C6B-411D-CC8F311F3ED3}"/>
                    </a:ext>
                  </a:extLst>
                </p:cNvPr>
                <p:cNvSpPr txBox="1"/>
                <p:nvPr/>
              </p:nvSpPr>
              <p:spPr>
                <a:xfrm>
                  <a:off x="2490790" y="3054385"/>
                  <a:ext cx="235477" cy="201896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txBody>
                <a:bodyPr wrap="square" anchor="ctr">
                  <a:noAutofit/>
                </a:bodyPr>
                <a:lstStyle/>
                <a:p>
                  <a:pPr marL="0" lvl="2" algn="ctr"/>
                  <a:r>
                    <a:rPr lang="ja-JP" altLang="en-US" sz="900" dirty="0">
                      <a:latin typeface="+mn-ea"/>
                    </a:rPr>
                    <a:t>例</a:t>
                  </a:r>
                </a:p>
              </p:txBody>
            </p:sp>
          </p:grpSp>
        </p:grpSp>
        <p:grpSp>
          <p:nvGrpSpPr>
            <p:cNvPr id="73" name="Group 72">
              <a:extLst>
                <a:ext uri="{FF2B5EF4-FFF2-40B4-BE49-F238E27FC236}">
                  <ns2:creationId id="{D6A479AA-86A5-B366-FA6F-8F654720BF09}"/>
                </a:ext>
              </a:extLst>
            </p:cNvPr>
            <p:cNvGrpSpPr/>
            <p:nvPr/>
          </p:nvGrpSpPr>
          <p:grpSpPr>
            <a:xfrm>
              <a:off x="7579635" y="3310942"/>
              <a:ext cx="3545565" cy="830970"/>
              <a:chOff x="7579635" y="3310942"/>
              <a:chExt cx="3545565" cy="830970"/>
            </a:xfrm>
          </p:grpSpPr>
          <p:sp>
            <p:nvSpPr>
              <p:cNvPr id="69" name="TextBox 68">
                <a:extLst>
                  <a:ext uri="{FF2B5EF4-FFF2-40B4-BE49-F238E27FC236}">
                    <ns2:creationId id="{FC29BDC1-B6D3-0239-0D60-7F18A02297BE}"/>
                  </a:ext>
                </a:extLst>
              </p:cNvPr>
              <p:cNvSpPr txBox="1"/>
              <p:nvPr/>
            </p:nvSpPr>
            <p:spPr>
              <a:xfrm>
                <a:off x="7579635" y="3310942"/>
                <a:ext cx="3545565" cy="461665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 marL="0" lvl="2">
                  <a:spcAft>
                    <a:spcPts val="300"/>
                  </a:spcAft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rgbClr val="008000"/>
                  </a:solidFill>
                  <a:latin typeface="+mn-ea"/>
                </a:endParaRP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ja-JP" altLang="en-US" sz="900" dirty="0">
                    <a:latin typeface="+mn-ea"/>
                  </a:rPr>
                  <a:t>XX</a:t>
                </a:r>
                <a:r>
                  <a:rPr lang="en-US" altLang="ja-JP" sz="900" dirty="0">
                    <a:latin typeface="+mn-ea"/>
                  </a:rPr>
                  <a:t>/ </a:t>
                </a:r>
                <a:r>
                  <a:rPr lang="ja-JP" altLang="en-US" sz="900" dirty="0">
                    <a:latin typeface="+mn-ea"/>
                  </a:rPr>
                  <a:t>XX</a:t>
                </a:r>
                <a:br>
                  <a:rPr lang="en-US" altLang="ja-JP" sz="900" dirty="0">
                    <a:latin typeface="+mn-ea"/>
                  </a:rPr>
                </a:br>
                <a:r>
                  <a:rPr lang="ja-JP" altLang="en-US" sz="900" dirty="0">
                    <a:latin typeface="+mn-ea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grpSp>
            <p:nvGrpSpPr>
              <p:cNvPr id="70" name="Group 69">
                <a:extLst>
                  <a:ext uri="{FF2B5EF4-FFF2-40B4-BE49-F238E27FC236}">
                    <ns2:creationId id="{0084F6F1-6722-C2D8-2EB9-CBDDF9FFFE42}"/>
                  </a:ext>
                </a:extLst>
              </p:cNvPr>
              <p:cNvGrpSpPr/>
              <p:nvPr/>
            </p:nvGrpSpPr>
            <p:grpSpPr>
              <a:xfrm>
                <a:off x="7631281" y="3940016"/>
                <a:ext cx="3493919" cy="201896"/>
                <a:chOff x="2490790" y="2999793"/>
                <a:chExt cx="3493919" cy="201896"/>
              </a:xfrm>
            </p:grpSpPr>
            <p:sp>
              <p:nvSpPr>
                <p:cNvPr id="71" name="TextBox 70">
                  <a:extLst>
                    <a:ext uri="{FF2B5EF4-FFF2-40B4-BE49-F238E27FC236}">
                      <ns2:creationId id="{DF6C1A44-1DF7-3D22-9784-90A57BD3BD91}"/>
                    </a:ext>
                  </a:extLst>
                </p:cNvPr>
                <p:cNvSpPr txBox="1"/>
                <p:nvPr/>
              </p:nvSpPr>
              <p:spPr>
                <a:xfrm>
                  <a:off x="2676211" y="2999793"/>
                  <a:ext cx="3308498" cy="201896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noAutofit/>
                </a:bodyPr>
                <a:lstStyle/>
                <a:p>
                  <a:pPr marL="0" lvl="2"/>
                  <a:r>
                    <a:rPr lang="ja-JP" altLang="en-US" sz="9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2" name="TextBox 71">
                  <a:extLst>
                    <a:ext uri="{FF2B5EF4-FFF2-40B4-BE49-F238E27FC236}">
                      <ns2:creationId id="{73C5EB2F-9AC9-F2A8-D30D-B269B6DEAA2C}"/>
                    </a:ext>
                  </a:extLst>
                </p:cNvPr>
                <p:cNvSpPr txBox="1"/>
                <p:nvPr/>
              </p:nvSpPr>
              <p:spPr>
                <a:xfrm>
                  <a:off x="2490790" y="2999793"/>
                  <a:ext cx="235477" cy="201896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txBody>
                <a:bodyPr wrap="square" anchor="ctr">
                  <a:noAutofit/>
                </a:bodyPr>
                <a:lstStyle/>
                <a:p>
                  <a:pPr marL="0" lvl="2" algn="ctr"/>
                  <a:r>
                    <a:rPr lang="ja-JP" altLang="en-US" sz="900" dirty="0">
                      <a:latin typeface="+mn-ea"/>
                    </a:rPr>
                    <a:t>例</a:t>
                  </a:r>
                </a:p>
              </p:txBody>
            </p:sp>
          </p:grpSp>
        </p:grpSp>
        <p:grpSp>
          <p:nvGrpSpPr>
            <p:cNvPr id="79" name="Group 78">
              <a:extLst>
                <a:ext uri="{FF2B5EF4-FFF2-40B4-BE49-F238E27FC236}">
                  <ns2:creationId id="{24821B7A-1F86-3C86-6CAB-A5E0CD1793C5}"/>
                </a:ext>
              </a:extLst>
            </p:cNvPr>
            <p:cNvGrpSpPr/>
            <p:nvPr/>
          </p:nvGrpSpPr>
          <p:grpSpPr>
            <a:xfrm>
              <a:off x="7579635" y="4293940"/>
              <a:ext cx="3545565" cy="770010"/>
              <a:chOff x="7579635" y="4293940"/>
              <a:chExt cx="3545565" cy="770010"/>
            </a:xfrm>
          </p:grpSpPr>
          <p:sp>
            <p:nvSpPr>
              <p:cNvPr id="75" name="TextBox 74">
                <a:extLst>
                  <a:ext uri="{FF2B5EF4-FFF2-40B4-BE49-F238E27FC236}">
                    <ns2:creationId id="{107BBC34-CA4D-5096-1B04-1C0EE26A60AF}"/>
                  </a:ext>
                </a:extLst>
              </p:cNvPr>
              <p:cNvSpPr txBox="1"/>
              <p:nvPr/>
            </p:nvSpPr>
            <p:spPr>
              <a:xfrm>
                <a:off x="7579635" y="4293940"/>
                <a:ext cx="3545565" cy="461665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 marL="0" lvl="2">
                  <a:spcAft>
                    <a:spcPts val="300"/>
                  </a:spcAft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rgbClr val="008000"/>
                  </a:solidFill>
                  <a:latin typeface="+mn-ea"/>
                </a:endParaRP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ja-JP" altLang="en-US" sz="900" dirty="0">
                    <a:latin typeface="+mn-ea"/>
                  </a:rPr>
                  <a:t>XX</a:t>
                </a:r>
              </a:p>
            </p:txBody>
          </p:sp>
          <p:grpSp>
            <p:nvGrpSpPr>
              <p:cNvPr id="76" name="Group 75">
                <a:extLst>
                  <a:ext uri="{FF2B5EF4-FFF2-40B4-BE49-F238E27FC236}">
                    <ns2:creationId id="{F257E16E-BAFF-D96B-11BD-71E0C73E7FD1}"/>
                  </a:ext>
                </a:extLst>
              </p:cNvPr>
              <p:cNvGrpSpPr/>
              <p:nvPr/>
            </p:nvGrpSpPr>
            <p:grpSpPr>
              <a:xfrm>
                <a:off x="7631281" y="4862054"/>
                <a:ext cx="3493919" cy="201896"/>
                <a:chOff x="2490790" y="2945201"/>
                <a:chExt cx="3493919" cy="201896"/>
              </a:xfrm>
            </p:grpSpPr>
            <p:sp>
              <p:nvSpPr>
                <p:cNvPr id="77" name="TextBox 76">
                  <a:extLst>
                    <a:ext uri="{FF2B5EF4-FFF2-40B4-BE49-F238E27FC236}">
                      <ns2:creationId id="{4650D8AB-9DAD-A954-E62F-600F50E2A731}"/>
                    </a:ext>
                  </a:extLst>
                </p:cNvPr>
                <p:cNvSpPr txBox="1"/>
                <p:nvPr/>
              </p:nvSpPr>
              <p:spPr>
                <a:xfrm>
                  <a:off x="2676211" y="2945201"/>
                  <a:ext cx="3308498" cy="201896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noAutofit/>
                </a:bodyPr>
                <a:lstStyle/>
                <a:p>
                  <a:pPr marL="0" lvl="2"/>
                  <a:r>
                    <a:rPr lang="ja-JP" altLang="en-US" sz="900" dirty="0">
                      <a:latin typeface="+mn-ea"/>
                    </a:rPr>
                    <a:t>XX</a:t>
                  </a:r>
                  <a:br>
                    <a:rPr lang="en-US" altLang="ja-JP" sz="900" dirty="0">
                      <a:latin typeface="+mn-ea"/>
                    </a:rPr>
                  </a:br>
                  <a:r>
                    <a:rPr lang="ja-JP" altLang="en-US" sz="9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8" name="TextBox 77">
                  <a:extLst>
                    <a:ext uri="{FF2B5EF4-FFF2-40B4-BE49-F238E27FC236}">
                      <ns2:creationId id="{EA08595B-0AFC-01F4-F812-5856BD127AD8}"/>
                    </a:ext>
                  </a:extLst>
                </p:cNvPr>
                <p:cNvSpPr txBox="1"/>
                <p:nvPr/>
              </p:nvSpPr>
              <p:spPr>
                <a:xfrm>
                  <a:off x="2490790" y="2945201"/>
                  <a:ext cx="235477" cy="201896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txBody>
                <a:bodyPr wrap="square" anchor="ctr">
                  <a:noAutofit/>
                </a:bodyPr>
                <a:lstStyle/>
                <a:p>
                  <a:pPr marL="0" lvl="2" algn="ctr"/>
                  <a:r>
                    <a:rPr lang="ja-JP" altLang="en-US" sz="900" dirty="0">
                      <a:latin typeface="+mn-ea"/>
                    </a:rPr>
                    <a:t>例</a:t>
                  </a:r>
                </a:p>
              </p:txBody>
            </p:sp>
          </p:grpSp>
        </p:grpSp>
      </p:grpSp>
      <p:grpSp>
        <p:nvGrpSpPr>
          <p:cNvPr id="16" name="グループ化 15">
            <a:extLst>
              <a:ext uri="{FF2B5EF4-FFF2-40B4-BE49-F238E27FC236}">
                <ns2:creationId id="{7379D302-E181-96C3-9560-FF8F8AAB8991}"/>
              </a:ext>
            </a:extLst>
          </p:cNvPr>
          <p:cNvGrpSpPr/>
          <p:nvPr/>
        </p:nvGrpSpPr>
        <p:grpSpPr>
          <a:xfrm>
            <a:off x="5032944" y="2720249"/>
            <a:ext cx="3107493" cy="1567557"/>
            <a:chOff x="5032944" y="2720249"/>
            <a:chExt cx="3107493" cy="1567557"/>
          </a:xfrm>
        </p:grpSpPr>
        <p:sp>
          <p:nvSpPr>
            <p:cNvPr id="100" name="Rectangle: Rounded Corners 99">
              <a:extLst>
                <a:ext uri="{FF2B5EF4-FFF2-40B4-BE49-F238E27FC236}">
                  <ns2:creationId id="{55F7BDA7-55EA-4BF0-1F2F-C3EECEB3F040}"/>
                </a:ext>
              </a:extLst>
            </p:cNvPr>
            <p:cNvSpPr/>
            <p:nvPr/>
          </p:nvSpPr>
          <p:spPr>
            <a:xfrm>
              <a:off x="5035822" y="2720249"/>
              <a:ext cx="3101736" cy="1567557"/>
            </a:xfrm>
            <a:prstGeom prst="roundRect">
              <a:avLst>
                <a:gd name="adj" fmla="val 459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0CEA7DA3-3981-076C-A74B-93B8D12E555D}"/>
                </a:ext>
              </a:extLst>
            </p:cNvPr>
            <p:cNvGrpSpPr/>
            <p:nvPr/>
          </p:nvGrpSpPr>
          <p:grpSpPr>
            <a:xfrm>
              <a:off x="5032944" y="2834232"/>
              <a:ext cx="3107493" cy="1339591"/>
              <a:chOff x="5016952" y="2875516"/>
              <a:chExt cx="3107493" cy="1339591"/>
            </a:xfrm>
          </p:grpSpPr>
          <p:cxnSp>
            <p:nvCxnSpPr>
              <p:cNvPr id="101" name="直線コネクタ 16">
                <a:extLst>
                  <a:ext uri="{FF2B5EF4-FFF2-40B4-BE49-F238E27FC236}">
                    <ns2:creationId id="{346FF3CF-8122-09E8-BADA-7338A461AB77}"/>
                  </a:ext>
                </a:extLst>
              </p:cNvPr>
              <p:cNvCxnSpPr/>
              <p:nvPr/>
            </p:nvCxnSpPr>
            <p:spPr>
              <a:xfrm flipV="1">
                <a:off x="5126738" y="3007257"/>
                <a:ext cx="1953580" cy="1134321"/>
              </a:xfrm>
              <a:prstGeom prst="line">
                <a:avLst/>
              </a:prstGeom>
              <a:ln w="19050"/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7">
                <a:extLst>
                  <a:ext uri="{FF2B5EF4-FFF2-40B4-BE49-F238E27FC236}">
                    <ns2:creationId id="{5917B26A-6CF5-97EE-5A65-8464E9EDD7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26737" y="3398167"/>
                <a:ext cx="1972976" cy="743410"/>
              </a:xfrm>
              <a:prstGeom prst="line">
                <a:avLst/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03" name="正方形/長方形 5">
                <a:extLst>
                  <a:ext uri="{FF2B5EF4-FFF2-40B4-BE49-F238E27FC236}">
                    <ns2:creationId id="{77D5E511-CC63-4F59-E587-9B4D9B9D9374}"/>
                  </a:ext>
                </a:extLst>
              </p:cNvPr>
              <p:cNvSpPr/>
              <p:nvPr/>
            </p:nvSpPr>
            <p:spPr>
              <a:xfrm>
                <a:off x="7378372" y="4064467"/>
                <a:ext cx="326440" cy="15064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04" name="正方形/長方形 6">
                <a:extLst>
                  <a:ext uri="{FF2B5EF4-FFF2-40B4-BE49-F238E27FC236}">
                    <ns2:creationId id="{B14685FA-7DA6-7F50-DCC9-F5637F414908}"/>
                  </a:ext>
                </a:extLst>
              </p:cNvPr>
              <p:cNvSpPr/>
              <p:nvPr/>
            </p:nvSpPr>
            <p:spPr>
              <a:xfrm>
                <a:off x="5016952" y="2875516"/>
                <a:ext cx="339462" cy="866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05" name="矢印: 上 187">
                <a:extLst>
                  <a:ext uri="{FF2B5EF4-FFF2-40B4-BE49-F238E27FC236}">
                    <ns2:creationId id="{03980821-BF80-867D-F40C-4FA0558E85C6}"/>
                  </a:ext>
                </a:extLst>
              </p:cNvPr>
              <p:cNvSpPr/>
              <p:nvPr/>
            </p:nvSpPr>
            <p:spPr>
              <a:xfrm rot="10800000">
                <a:off x="6983028" y="3071563"/>
                <a:ext cx="120771" cy="325694"/>
              </a:xfrm>
              <a:prstGeom prst="up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06" name="正方形/長方形 11">
                <a:extLst>
                  <a:ext uri="{FF2B5EF4-FFF2-40B4-BE49-F238E27FC236}">
                    <ns2:creationId id="{4B29613A-2536-BA7F-FF83-1D8AA894C6EA}"/>
                  </a:ext>
                </a:extLst>
              </p:cNvPr>
              <p:cNvSpPr/>
              <p:nvPr/>
            </p:nvSpPr>
            <p:spPr>
              <a:xfrm>
                <a:off x="7131718" y="3455566"/>
                <a:ext cx="425444" cy="15064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cxnSp>
            <p:nvCxnSpPr>
              <p:cNvPr id="108" name="直線コネクタ 20">
                <a:extLst>
                  <a:ext uri="{FF2B5EF4-FFF2-40B4-BE49-F238E27FC236}">
                    <ns2:creationId id="{AB07AEC8-1CF4-21AB-F43C-3CAE5600D1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3095" y="3802993"/>
                <a:ext cx="1966619" cy="337276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36">
                <a:extLst>
                  <a:ext uri="{FF2B5EF4-FFF2-40B4-BE49-F238E27FC236}">
                    <ns2:creationId id="{A10788F9-C5CC-53A1-A590-13AF992ED5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26737" y="3679091"/>
                <a:ext cx="1996912" cy="461178"/>
              </a:xfrm>
              <a:prstGeom prst="line">
                <a:avLst/>
              </a:prstGeom>
              <a:ln w="19050"/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11" name="直線矢印コネクタ 14">
                <a:extLst>
                  <a:ext uri="{FF2B5EF4-FFF2-40B4-BE49-F238E27FC236}">
                    <ns2:creationId id="{818A7B96-55D3-27E6-BE95-2B73248E86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28748" y="2980178"/>
                <a:ext cx="0" cy="1163528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直線矢印コネクタ 15">
                <a:extLst>
                  <a:ext uri="{FF2B5EF4-FFF2-40B4-BE49-F238E27FC236}">
                    <ns2:creationId id="{7D870E7E-1C78-CE9A-4016-7DB91C6148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33006" y="4143706"/>
                <a:ext cx="2268203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14" name="正方形/長方形 10">
                <a:extLst>
                  <a:ext uri="{FF2B5EF4-FFF2-40B4-BE49-F238E27FC236}">
                    <ns2:creationId id="{DC23ADF6-A96B-BE93-99C5-0A4C5B870FD3}"/>
                  </a:ext>
                </a:extLst>
              </p:cNvPr>
              <p:cNvSpPr/>
              <p:nvPr/>
            </p:nvSpPr>
            <p:spPr>
              <a:xfrm>
                <a:off x="7057568" y="2892087"/>
                <a:ext cx="946257" cy="2421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defTabSz="1793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70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+mn-ea"/>
                  </a:rPr>
                  <a:t>	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	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15" name="正方形/長方形 24">
                <a:extLst>
                  <a:ext uri="{FF2B5EF4-FFF2-40B4-BE49-F238E27FC236}">
                    <ns2:creationId id="{33E8D7E0-1723-8FD8-3C32-7FFD4EBFFEB1}"/>
                  </a:ext>
                </a:extLst>
              </p:cNvPr>
              <p:cNvSpPr/>
              <p:nvPr/>
            </p:nvSpPr>
            <p:spPr>
              <a:xfrm>
                <a:off x="7044827" y="3322083"/>
                <a:ext cx="1034831" cy="14979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18" name="吹き出し: 角を丸めた四角形 192">
                <a:extLst>
                  <a:ext uri="{FF2B5EF4-FFF2-40B4-BE49-F238E27FC236}">
                    <ns2:creationId id="{DC1684F7-8251-903D-4D01-2671F2FA89D9}"/>
                  </a:ext>
                </a:extLst>
              </p:cNvPr>
              <p:cNvSpPr/>
              <p:nvPr/>
            </p:nvSpPr>
            <p:spPr>
              <a:xfrm>
                <a:off x="5570677" y="3142374"/>
                <a:ext cx="1392859" cy="160914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defTabSz="1793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19" name="正方形/長方形 10">
                <a:extLst>
                  <a:ext uri="{FF2B5EF4-FFF2-40B4-BE49-F238E27FC236}">
                    <ns2:creationId id="{7181C005-1AA8-3156-E9D2-0183CCD5E57D}"/>
                  </a:ext>
                </a:extLst>
              </p:cNvPr>
              <p:cNvSpPr/>
              <p:nvPr/>
            </p:nvSpPr>
            <p:spPr>
              <a:xfrm>
                <a:off x="7057568" y="3760816"/>
                <a:ext cx="1066877" cy="1495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defTabSz="1793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20" name="正方形/長方形 10">
                <a:extLst>
                  <a:ext uri="{FF2B5EF4-FFF2-40B4-BE49-F238E27FC236}">
                    <ns2:creationId id="{EAD4DF25-3198-7A67-CF62-57F0E648FC00}"/>
                  </a:ext>
                </a:extLst>
              </p:cNvPr>
              <p:cNvSpPr/>
              <p:nvPr/>
            </p:nvSpPr>
            <p:spPr>
              <a:xfrm>
                <a:off x="7057568" y="3542423"/>
                <a:ext cx="946257" cy="2421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defTabSz="179388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70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+mn-ea"/>
                  </a:rPr>
                  <a:t>	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	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23" name="矢印: 上 187">
                <a:extLst>
                  <a:ext uri="{FF2B5EF4-FFF2-40B4-BE49-F238E27FC236}">
                    <ns2:creationId id="{AE90F169-8A14-50BA-C3DA-87896F5AC8CC}"/>
                  </a:ext>
                </a:extLst>
              </p:cNvPr>
              <p:cNvSpPr/>
              <p:nvPr/>
            </p:nvSpPr>
            <p:spPr>
              <a:xfrm>
                <a:off x="6983030" y="3449798"/>
                <a:ext cx="120771" cy="226469"/>
              </a:xfrm>
              <a:prstGeom prst="up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</p:grpSp>
      <p:grpSp>
        <p:nvGrpSpPr>
          <p:cNvPr id="132" name="Group 131">
            <a:extLst>
              <a:ext uri="{FF2B5EF4-FFF2-40B4-BE49-F238E27FC236}">
                <ns2:creationId id="{8602CBD5-7C35-654E-96B0-BFD290EA46F5}"/>
              </a:ext>
            </a:extLst>
          </p:cNvPr>
          <p:cNvGrpSpPr/>
          <p:nvPr/>
        </p:nvGrpSpPr>
        <p:grpSpPr>
          <a:xfrm>
            <a:off x="7019850" y="5604215"/>
            <a:ext cx="4824484" cy="696573"/>
            <a:chOff x="7019850" y="5494219"/>
            <a:chExt cx="4824484" cy="696573"/>
          </a:xfrm>
        </p:grpSpPr>
        <p:sp>
          <p:nvSpPr>
            <p:cNvPr id="126" name="TextBox 125">
              <a:extLst>
                <a:ext uri="{FF2B5EF4-FFF2-40B4-BE49-F238E27FC236}">
                  <ns2:creationId id="{5430979D-15D0-D157-05A0-50A2A7FCBC97}"/>
                </a:ext>
              </a:extLst>
            </p:cNvPr>
            <p:cNvSpPr txBox="1"/>
            <p:nvPr/>
          </p:nvSpPr>
          <p:spPr>
            <a:xfrm>
              <a:off x="7019850" y="5494219"/>
              <a:ext cx="4824484" cy="696573"/>
            </a:xfrm>
            <a:prstGeom prst="roundRect">
              <a:avLst>
                <a:gd name="adj" fmla="val 5168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576000" anchor="ctr">
              <a:noAutofit/>
            </a:bodyPr>
            <a:lstStyle/>
            <a:p>
              <a:pPr marL="0" lvl="2">
                <a:spcAft>
                  <a:spcPts val="300"/>
                </a:spcAft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marL="1778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050" dirty="0">
                  <a:latin typeface="+mn-ea"/>
                </a:rPr>
                <a:t>(</a:t>
              </a:r>
              <a:r>
                <a:rPr lang="ja-JP" altLang="en-US" sz="1050" dirty="0">
                  <a:latin typeface="+mn-ea"/>
                </a:rPr>
                <a:t>XX</a:t>
              </a:r>
              <a:r>
                <a:rPr lang="en-US" altLang="ja-JP" sz="1050" dirty="0">
                  <a:latin typeface="+mn-ea"/>
                </a:rPr>
                <a:t>) </a:t>
              </a:r>
              <a:r>
                <a:rPr lang="ja-JP" altLang="en-US" sz="1050" dirty="0">
                  <a:latin typeface="+mn-ea"/>
                </a:rPr>
                <a:t>XX</a:t>
              </a:r>
              <a:br>
                <a:rPr lang="en-US" altLang="ja-JP" sz="1050" dirty="0">
                  <a:latin typeface="+mn-ea"/>
                </a:rPr>
              </a:br>
              <a:r>
                <a:rPr lang="ja-JP" altLang="en-US" sz="1050" dirty="0">
                  <a:latin typeface="+mn-ea"/>
                </a:rPr>
                <a:t>XX</a:t>
              </a:r>
            </a:p>
          </p:txBody>
        </p:sp>
        <p:pic>
          <p:nvPicPr>
            <p:cNvPr id="129" name="Graphic 128" descr="List with solid fill">
              <a:extLst>
                <a:ext uri="{FF2B5EF4-FFF2-40B4-BE49-F238E27FC236}">
                  <ns2:creationId id="{EBAF8FA8-E4D4-7996-DC5B-9C48423917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087105" y="5614410"/>
              <a:ext cx="456190" cy="456190"/>
            </a:xfrm>
            <a:prstGeom prst="rect">
              <a:avLst/>
            </a:prstGeom>
          </p:spPr>
        </p:pic>
      </p:grpSp>
      <p:grpSp>
        <p:nvGrpSpPr>
          <p:cNvPr id="133" name="Group 132">
            <a:extLst>
              <a:ext uri="{FF2B5EF4-FFF2-40B4-BE49-F238E27FC236}">
                <ns2:creationId id="{2D2CF31C-CCB6-5863-15E8-B348DF20695B}"/>
              </a:ext>
            </a:extLst>
          </p:cNvPr>
          <p:cNvGrpSpPr/>
          <p:nvPr/>
        </p:nvGrpSpPr>
        <p:grpSpPr>
          <a:xfrm>
            <a:off x="1977471" y="5604215"/>
            <a:ext cx="4824484" cy="696573"/>
            <a:chOff x="2015571" y="5494219"/>
            <a:chExt cx="4824484" cy="696573"/>
          </a:xfrm>
        </p:grpSpPr>
        <p:sp>
          <p:nvSpPr>
            <p:cNvPr id="125" name="TextBox 124">
              <a:extLst>
                <a:ext uri="{FF2B5EF4-FFF2-40B4-BE49-F238E27FC236}">
                  <ns2:creationId id="{F1A219BB-5FAB-1DA7-6E0D-A354CE30ECA2}"/>
                </a:ext>
              </a:extLst>
            </p:cNvPr>
            <p:cNvSpPr txBox="1"/>
            <p:nvPr/>
          </p:nvSpPr>
          <p:spPr>
            <a:xfrm>
              <a:off x="2015571" y="5494219"/>
              <a:ext cx="4824484" cy="696573"/>
            </a:xfrm>
            <a:prstGeom prst="roundRect">
              <a:avLst>
                <a:gd name="adj" fmla="val 5168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576000" anchor="ctr">
              <a:noAutofit/>
            </a:bodyPr>
            <a:lstStyle/>
            <a:p>
              <a:pPr marL="0" lvl="2">
                <a:spcAft>
                  <a:spcPts val="300"/>
                </a:spcAft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marL="1778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50" dirty="0">
                  <a:latin typeface="+mn-ea"/>
                </a:rPr>
                <a:t>XX</a:t>
              </a:r>
              <a:br>
                <a:rPr lang="en-US" altLang="ja-JP" sz="1050" dirty="0">
                  <a:latin typeface="+mn-ea"/>
                </a:rPr>
              </a:br>
              <a:r>
                <a:rPr lang="ja-JP" altLang="en-US" sz="1050" dirty="0">
                  <a:latin typeface="+mn-ea"/>
                </a:rPr>
                <a:t>XX</a:t>
              </a:r>
            </a:p>
          </p:txBody>
        </p:sp>
        <p:pic>
          <p:nvPicPr>
            <p:cNvPr id="131" name="Graphic 130" descr="Bar graph with upward trend with solid fill">
              <a:extLst>
                <a:ext uri="{FF2B5EF4-FFF2-40B4-BE49-F238E27FC236}">
                  <ns2:creationId id="{79158834-A51B-CCC7-9E0E-171E7C07F4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045345" y="5614410"/>
              <a:ext cx="456190" cy="456190"/>
            </a:xfrm>
            <a:prstGeom prst="rect">
              <a:avLst/>
            </a:prstGeom>
          </p:spPr>
        </p:pic>
      </p:grpSp>
      <p:grpSp>
        <p:nvGrpSpPr>
          <p:cNvPr id="138" name="Group 137">
            <a:extLst>
              <a:ext uri="{FF2B5EF4-FFF2-40B4-BE49-F238E27FC236}">
                <ns2:creationId id="{4B466765-348F-4F6A-09DC-7405AEF1E0B6}"/>
              </a:ext>
            </a:extLst>
          </p:cNvPr>
          <p:cNvGrpSpPr/>
          <p:nvPr/>
        </p:nvGrpSpPr>
        <p:grpSpPr>
          <a:xfrm>
            <a:off x="334964" y="5472788"/>
            <a:ext cx="1421639" cy="828000"/>
            <a:chOff x="334964" y="5376288"/>
            <a:chExt cx="1421639" cy="828000"/>
          </a:xfrm>
        </p:grpSpPr>
        <p:sp>
          <p:nvSpPr>
            <p:cNvPr id="22" name="テキスト ボックス 18">
              <a:extLst>
                <a:ext uri="{FF2B5EF4-FFF2-40B4-BE49-F238E27FC236}">
                  <ns2:creationId id="{F5623623-C92F-0841-119A-5362EBAC8512}"/>
                </a:ext>
              </a:extLst>
            </p:cNvPr>
            <p:cNvSpPr txBox="1"/>
            <p:nvPr/>
          </p:nvSpPr>
          <p:spPr>
            <a:xfrm>
              <a:off x="334964" y="5376288"/>
              <a:ext cx="1335211" cy="828000"/>
            </a:xfrm>
            <a:prstGeom prst="rect">
              <a:avLst/>
            </a:prstGeom>
            <a:noFill/>
          </p:spPr>
          <p:txBody>
            <a:bodyPr wrap="none" lIns="36000" tIns="432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3" name="直線コネクタ 19">
              <a:extLst>
                <a:ext uri="{FF2B5EF4-FFF2-40B4-BE49-F238E27FC236}">
                  <ns2:creationId id="{53300C50-3C3B-6409-D883-95B0B9E3027D}"/>
                </a:ext>
              </a:extLst>
            </p:cNvPr>
            <p:cNvCxnSpPr>
              <a:cxnSpLocks/>
            </p:cNvCxnSpPr>
            <p:nvPr/>
          </p:nvCxnSpPr>
          <p:spPr>
            <a:xfrm>
              <a:off x="1756603" y="5376288"/>
              <a:ext cx="0" cy="82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5" name="Graphic 134" descr="Open hand with plant with solid fill">
              <a:extLst>
                <a:ext uri="{FF2B5EF4-FFF2-40B4-BE49-F238E27FC236}">
                  <ns2:creationId id="{E11A15F0-E02D-513F-ABDD-D9D0DCE72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65618" y="5376288"/>
              <a:ext cx="473902" cy="473902"/>
            </a:xfrm>
            <a:prstGeom prst="rect">
              <a:avLst/>
            </a:prstGeom>
          </p:spPr>
        </p:pic>
      </p:grpSp>
      <p:grpSp>
        <p:nvGrpSpPr>
          <p:cNvPr id="139" name="Group 138">
            <a:extLst>
              <a:ext uri="{FF2B5EF4-FFF2-40B4-BE49-F238E27FC236}">
                <ns2:creationId id="{A9289A77-7437-E8EB-F14C-D89BA297F348}"/>
              </a:ext>
            </a:extLst>
          </p:cNvPr>
          <p:cNvGrpSpPr/>
          <p:nvPr/>
        </p:nvGrpSpPr>
        <p:grpSpPr>
          <a:xfrm>
            <a:off x="334964" y="1628773"/>
            <a:ext cx="1421639" cy="3642191"/>
            <a:chOff x="334964" y="1628773"/>
            <a:chExt cx="1421639" cy="3642191"/>
          </a:xfrm>
        </p:grpSpPr>
        <p:sp>
          <p:nvSpPr>
            <p:cNvPr id="9" name="テキスト ボックス 18">
              <a:extLst>
                <a:ext uri="{FF2B5EF4-FFF2-40B4-BE49-F238E27FC236}">
                  <ns2:creationId id="{67628E58-EAD9-D905-AD52-1A3D0BBD140A}"/>
                </a:ext>
              </a:extLst>
            </p:cNvPr>
            <p:cNvSpPr txBox="1"/>
            <p:nvPr/>
          </p:nvSpPr>
          <p:spPr>
            <a:xfrm>
              <a:off x="334964" y="1628773"/>
              <a:ext cx="1335211" cy="3642191"/>
            </a:xfrm>
            <a:prstGeom prst="rect">
              <a:avLst/>
            </a:prstGeom>
            <a:noFill/>
          </p:spPr>
          <p:txBody>
            <a:bodyPr wrap="none" lIns="108000" tIns="57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kumimoji="1" lang="en-US" altLang="ja-JP" sz="1400" dirty="0">
                  <a:solidFill>
                    <a:srgbClr val="008000"/>
                  </a:solidFill>
                  <a:latin typeface="+mn-ea"/>
                </a:rPr>
              </a:br>
              <a:r>
                <a:rPr kumimoji="1"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kumimoji="1" lang="en-US" altLang="ja-JP" sz="1400" dirty="0">
                  <a:solidFill>
                    <a:srgbClr val="008000"/>
                  </a:solidFill>
                  <a:latin typeface="+mn-ea"/>
                </a:rPr>
              </a:br>
              <a:r>
                <a:rPr kumimoji="1"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0" name="直線コネクタ 19">
              <a:extLst>
                <a:ext uri="{FF2B5EF4-FFF2-40B4-BE49-F238E27FC236}">
                  <ns2:creationId id="{2CAB8E24-ADF2-99D1-BF2F-F5643236F2F7}"/>
                </a:ext>
              </a:extLst>
            </p:cNvPr>
            <p:cNvCxnSpPr>
              <a:cxnSpLocks/>
            </p:cNvCxnSpPr>
            <p:nvPr/>
          </p:nvCxnSpPr>
          <p:spPr>
            <a:xfrm>
              <a:off x="1756603" y="1628773"/>
              <a:ext cx="0" cy="352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7" name="Graphic 136" descr="Lightbulb and pencil with solid fill">
              <a:extLst>
                <a:ext uri="{FF2B5EF4-FFF2-40B4-BE49-F238E27FC236}">
                  <ns2:creationId id="{42A84D46-EC5D-1DA1-E928-44624A0DC2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765618" y="2844482"/>
              <a:ext cx="473902" cy="473902"/>
            </a:xfrm>
            <a:prstGeom prst="rect">
              <a:avLst/>
            </a:prstGeom>
          </p:spPr>
        </p:pic>
      </p:grpSp>
      <p:grpSp>
        <p:nvGrpSpPr>
          <p:cNvPr id="12" name="グループ化 11">
            <a:extLst>
              <a:ext uri="{FF2B5EF4-FFF2-40B4-BE49-F238E27FC236}">
                <ns2:creationId id="{94EC53EA-7D09-3BD2-4B8C-EAB453848170}"/>
              </a:ext>
            </a:extLst>
          </p:cNvPr>
          <p:cNvGrpSpPr/>
          <p:nvPr/>
        </p:nvGrpSpPr>
        <p:grpSpPr>
          <a:xfrm>
            <a:off x="1977471" y="5205589"/>
            <a:ext cx="9864000" cy="332574"/>
            <a:chOff x="1977471" y="5241438"/>
            <a:chExt cx="9864000" cy="332574"/>
          </a:xfrm>
        </p:grpSpPr>
        <p:cxnSp>
          <p:nvCxnSpPr>
            <p:cNvPr id="3" name="直線コネクタ 2">
              <a:extLst>
                <a:ext uri="{FF2B5EF4-FFF2-40B4-BE49-F238E27FC236}">
                  <ns2:creationId id="{73B2C1E2-47FA-53DE-915B-902450F0B877}"/>
                </a:ext>
              </a:extLst>
            </p:cNvPr>
            <p:cNvCxnSpPr>
              <a:cxnSpLocks/>
            </p:cNvCxnSpPr>
            <p:nvPr/>
          </p:nvCxnSpPr>
          <p:spPr>
            <a:xfrm>
              <a:off x="1977471" y="5388675"/>
              <a:ext cx="9864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ns2:creationId id="{01DA6671-385B-E6A2-92B1-ABA4EF56F50E}"/>
                </a:ext>
              </a:extLst>
            </p:cNvPr>
            <p:cNvGrpSpPr>
              <a:grpSpLocks/>
            </p:cNvGrpSpPr>
            <p:nvPr/>
          </p:nvGrpSpPr>
          <p:grpSpPr>
            <a:xfrm rot="5400000">
              <a:off x="6743185" y="5245725"/>
              <a:ext cx="332574" cy="324000"/>
              <a:chOff x="4481975" y="4552638"/>
              <a:chExt cx="369527" cy="360000"/>
            </a:xfrm>
          </p:grpSpPr>
          <p:sp>
            <p:nvSpPr>
              <p:cNvPr id="5" name="円/楕円 8">
                <a:extLst>
                  <a:ext uri="{FF2B5EF4-FFF2-40B4-BE49-F238E27FC236}">
                    <ns2:creationId id="{6E3ABFC6-535F-644A-167E-529ED44D5BB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" tIns="32400" rIns="32400" bIns="324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6" name="グラフィックス 5">
                <a:extLst>
                  <a:ext uri="{FF2B5EF4-FFF2-40B4-BE49-F238E27FC236}">
                    <ns2:creationId id="{8258E45F-A5B0-45F2-1157-ABFC4F9F2E9D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607254974"/>
      </p:ext>
    </p:extLst>
  </p:cSld>
  <p:clrMapOvr>
    <a:masterClrMapping/>
  </p:clrMapOvr>
</p:sld>
</file>

<file path=ppt/slides/slide4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C6FC21E-0073-B4D7-6F79-7E9215867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B7F6F0E4-FD8C-214A-0147-CF10BEDE5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XX</a:t>
            </a:r>
            <a:fld id="{AE9BC486-A67F-4F3D-8FA3-20FB0639ABC0}" type="slidenum">
              <a:rPr lang="ja-JP" altLang="en-US" smtClean="0"/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6" name="テキスト プレースホルダー 5">
            <a:extLst>
              <a:ext uri="{FF2B5EF4-FFF2-40B4-BE49-F238E27FC236}">
                <ns2:creationId id="{44968DF3-20AC-BF39-9B33-25FA717785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it-IT" altLang="ja-JP"/>
              <a:t>XX</a:t>
            </a:r>
            <a:endParaRPr lang="ja-JP" altLang="en-US"/>
          </a:p>
        </p:txBody>
      </p:sp>
      <p:sp>
        <p:nvSpPr>
          <p:cNvPr id="11" name="正方形/長方形 21">
            <a:extLst>
              <a:ext uri="{FF2B5EF4-FFF2-40B4-BE49-F238E27FC236}">
                <ns2:creationId id="{C8E7B86E-3B3C-27F8-3D27-BD7A60E65748}"/>
              </a:ext>
            </a:extLst>
          </p:cNvPr>
          <p:cNvSpPr/>
          <p:nvPr/>
        </p:nvSpPr>
        <p:spPr>
          <a:xfrm>
            <a:off x="1668695" y="1628775"/>
            <a:ext cx="1691001" cy="1260475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92075">
              <a:buClr>
                <a:srgbClr val="046294"/>
              </a:buClr>
            </a:pPr>
            <a:r>
              <a: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92075">
              <a:buClr>
                <a:srgbClr val="046294"/>
              </a:buClr>
            </a:pPr>
            <a:r>
              <a: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33" name="Group 32">
            <a:extLst>
              <a:ext uri="{FF2B5EF4-FFF2-40B4-BE49-F238E27FC236}">
                <ns2:creationId id="{F22EBB7A-6F9A-3EA3-03E2-CC3C838DEF6A}"/>
              </a:ext>
            </a:extLst>
          </p:cNvPr>
          <p:cNvGrpSpPr/>
          <p:nvPr/>
        </p:nvGrpSpPr>
        <p:grpSpPr>
          <a:xfrm>
            <a:off x="3393107" y="1718945"/>
            <a:ext cx="3350965" cy="1080136"/>
            <a:chOff x="8666523" y="5401961"/>
            <a:chExt cx="3350965" cy="258198"/>
          </a:xfrm>
        </p:grpSpPr>
        <p:cxnSp>
          <p:nvCxnSpPr>
            <p:cNvPr id="31" name="直線コネクタ 19">
              <a:extLst>
                <a:ext uri="{FF2B5EF4-FFF2-40B4-BE49-F238E27FC236}">
                  <ns2:creationId id="{6B9DC812-36D3-C5BD-9AB5-25C4EDC96638}"/>
                </a:ext>
              </a:extLst>
            </p:cNvPr>
            <p:cNvCxnSpPr>
              <a:cxnSpLocks/>
            </p:cNvCxnSpPr>
            <p:nvPr/>
          </p:nvCxnSpPr>
          <p:spPr>
            <a:xfrm>
              <a:off x="8666523" y="5401961"/>
              <a:ext cx="0" cy="258198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テキスト ボックス 18">
              <a:extLst>
                <a:ext uri="{FF2B5EF4-FFF2-40B4-BE49-F238E27FC236}">
                  <ns2:creationId id="{BDB419E4-A70B-BC84-699C-F3E116F70C73}"/>
                </a:ext>
              </a:extLst>
            </p:cNvPr>
            <p:cNvSpPr txBox="1"/>
            <p:nvPr/>
          </p:nvSpPr>
          <p:spPr>
            <a:xfrm>
              <a:off x="8760548" y="5401961"/>
              <a:ext cx="3256940" cy="258198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176213" marR="0" lvl="0" indent="-1762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>
                    <a:lumMod val="65000"/>
                  </a:prstClr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/ 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1200" i="0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</p:grpSp>
      <p:sp>
        <p:nvSpPr>
          <p:cNvPr id="41" name="正方形/長方形 9">
            <a:extLst>
              <a:ext uri="{FF2B5EF4-FFF2-40B4-BE49-F238E27FC236}">
                <ns2:creationId id="{86674397-2CF0-EED4-7F9A-09B695AED63E}"/>
              </a:ext>
            </a:extLst>
          </p:cNvPr>
          <p:cNvSpPr/>
          <p:nvPr/>
        </p:nvSpPr>
        <p:spPr>
          <a:xfrm>
            <a:off x="10039669" y="1628774"/>
            <a:ext cx="1817369" cy="12604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rtlCol="0" anchor="ctr"/>
          <a:lstStyle/>
          <a:p>
            <a:pPr marL="176213" marR="0" lvl="0" indent="-1762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6213" marR="0" lvl="0" indent="-1762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6213" marR="0" lvl="0" indent="-1762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grpSp>
        <p:nvGrpSpPr>
          <p:cNvPr id="45" name="グループ化 12">
            <a:extLst>
              <a:ext uri="{FF2B5EF4-FFF2-40B4-BE49-F238E27FC236}">
                <ns2:creationId id="{C066F5E4-F3C9-EF70-5693-4AF7B1B81BFC}"/>
              </a:ext>
            </a:extLst>
          </p:cNvPr>
          <p:cNvGrpSpPr/>
          <p:nvPr/>
        </p:nvGrpSpPr>
        <p:grpSpPr>
          <a:xfrm>
            <a:off x="7436710" y="1630906"/>
            <a:ext cx="2546712" cy="1258344"/>
            <a:chOff x="8782821" y="4520132"/>
            <a:chExt cx="3264399" cy="1670830"/>
          </a:xfrm>
        </p:grpSpPr>
        <p:grpSp>
          <p:nvGrpSpPr>
            <p:cNvPr id="49" name="グループ化 13">
              <a:extLst>
                <a:ext uri="{FF2B5EF4-FFF2-40B4-BE49-F238E27FC236}">
                  <ns2:creationId id="{3EE2B072-BC45-135B-B8D3-2D4F26E2FE7E}"/>
                </a:ext>
              </a:extLst>
            </p:cNvPr>
            <p:cNvGrpSpPr/>
            <p:nvPr/>
          </p:nvGrpSpPr>
          <p:grpSpPr>
            <a:xfrm>
              <a:off x="8782821" y="4752256"/>
              <a:ext cx="2629458" cy="1438706"/>
              <a:chOff x="-3217891" y="6968695"/>
              <a:chExt cx="2629458" cy="1438706"/>
            </a:xfrm>
          </p:grpSpPr>
          <p:cxnSp>
            <p:nvCxnSpPr>
              <p:cNvPr id="63" name="直線矢印コネクタ 23">
                <a:extLst>
                  <a:ext uri="{FF2B5EF4-FFF2-40B4-BE49-F238E27FC236}">
                    <ns2:creationId id="{42921F44-19E8-00D8-84BB-9F7BFA8E4F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3213100" y="6968695"/>
                <a:ext cx="0" cy="1438705"/>
              </a:xfrm>
              <a:prstGeom prst="straightConnector1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直線矢印コネクタ 24">
                <a:extLst>
                  <a:ext uri="{FF2B5EF4-FFF2-40B4-BE49-F238E27FC236}">
                    <ns2:creationId id="{488CE8C0-2153-4CE9-FD17-B192A51D67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3213100" y="8407400"/>
                <a:ext cx="2624667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65" name="直線コネクタ 25">
                <a:extLst>
                  <a:ext uri="{FF2B5EF4-FFF2-40B4-BE49-F238E27FC236}">
                    <ns2:creationId id="{0866B705-D7E7-20D5-A01B-E201858808AE}"/>
                  </a:ext>
                </a:extLst>
              </p:cNvPr>
              <p:cNvCxnSpPr/>
              <p:nvPr/>
            </p:nvCxnSpPr>
            <p:spPr>
              <a:xfrm flipV="1">
                <a:off x="-3217890" y="7004811"/>
                <a:ext cx="2260600" cy="1402590"/>
              </a:xfrm>
              <a:prstGeom prst="line">
                <a:avLst/>
              </a:prstGeom>
              <a:ln w="19050">
                <a:solidFill>
                  <a:srgbClr val="008000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26">
                <a:extLst>
                  <a:ext uri="{FF2B5EF4-FFF2-40B4-BE49-F238E27FC236}">
                    <ns2:creationId id="{5D55C546-6F97-9CC8-7757-5FBB3E8810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3217891" y="7807437"/>
                <a:ext cx="692829" cy="599963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67" name="直線コネクタ 27">
                <a:extLst>
                  <a:ext uri="{FF2B5EF4-FFF2-40B4-BE49-F238E27FC236}">
                    <ns2:creationId id="{6BFC16CC-AF40-2A89-6696-8EEE9CF63E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2536077" y="7488679"/>
                <a:ext cx="1734422" cy="327204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prstDash val="sysDot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</p:grpSp>
        <p:sp>
          <p:nvSpPr>
            <p:cNvPr id="50" name="正方形/長方形 14">
              <a:extLst>
                <a:ext uri="{FF2B5EF4-FFF2-40B4-BE49-F238E27FC236}">
                  <ns2:creationId id="{CB923AB7-B3EF-C8FA-0DC9-5415DDB9A22B}"/>
                </a:ext>
              </a:extLst>
            </p:cNvPr>
            <p:cNvSpPr/>
            <p:nvPr/>
          </p:nvSpPr>
          <p:spPr>
            <a:xfrm>
              <a:off x="10877550" y="6003076"/>
              <a:ext cx="534729" cy="1862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1" name="正方形/長方形 15">
              <a:extLst>
                <a:ext uri="{FF2B5EF4-FFF2-40B4-BE49-F238E27FC236}">
                  <ns2:creationId id="{89CC1513-6F8A-738D-808C-CDA1E50E6D43}"/>
                </a:ext>
              </a:extLst>
            </p:cNvPr>
            <p:cNvSpPr/>
            <p:nvPr/>
          </p:nvSpPr>
          <p:spPr>
            <a:xfrm>
              <a:off x="8785047" y="4766202"/>
              <a:ext cx="492306" cy="1862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2" name="矢印: 上 187">
              <a:extLst>
                <a:ext uri="{FF2B5EF4-FFF2-40B4-BE49-F238E27FC236}">
                  <ns2:creationId id="{A805E92D-5C98-9451-2F9A-9B0EEAF600A0}"/>
                </a:ext>
              </a:extLst>
            </p:cNvPr>
            <p:cNvSpPr/>
            <p:nvPr/>
          </p:nvSpPr>
          <p:spPr>
            <a:xfrm>
              <a:off x="10894381" y="4873391"/>
              <a:ext cx="218643" cy="379433"/>
            </a:xfrm>
            <a:prstGeom prst="up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54" name="二等辺三角形 17">
              <a:extLst>
                <a:ext uri="{FF2B5EF4-FFF2-40B4-BE49-F238E27FC236}">
                  <ns2:creationId id="{98395BB6-DE08-53BB-F572-F1D1CB6D4310}"/>
                </a:ext>
              </a:extLst>
            </p:cNvPr>
            <p:cNvSpPr/>
            <p:nvPr/>
          </p:nvSpPr>
          <p:spPr>
            <a:xfrm rot="10800000">
              <a:off x="9344808" y="5373213"/>
              <a:ext cx="199115" cy="168339"/>
            </a:xfrm>
            <a:prstGeom prst="triangl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55" name="正方形/長方形 18">
              <a:extLst>
                <a:ext uri="{FF2B5EF4-FFF2-40B4-BE49-F238E27FC236}">
                  <ns2:creationId id="{D779B932-CAC6-9484-4989-01C61344FCB2}"/>
                </a:ext>
              </a:extLst>
            </p:cNvPr>
            <p:cNvSpPr/>
            <p:nvPr/>
          </p:nvSpPr>
          <p:spPr>
            <a:xfrm>
              <a:off x="9198212" y="5186945"/>
              <a:ext cx="492306" cy="1862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6" name="正方形/長方形 19">
              <a:extLst>
                <a:ext uri="{FF2B5EF4-FFF2-40B4-BE49-F238E27FC236}">
                  <ns2:creationId id="{2B121183-576C-AA9D-C961-41394424F7AD}"/>
                </a:ext>
              </a:extLst>
            </p:cNvPr>
            <p:cNvSpPr/>
            <p:nvPr/>
          </p:nvSpPr>
          <p:spPr>
            <a:xfrm>
              <a:off x="10525465" y="4600443"/>
              <a:ext cx="492306" cy="1862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0" name="正方形/長方形 20">
              <a:extLst>
                <a:ext uri="{FF2B5EF4-FFF2-40B4-BE49-F238E27FC236}">
                  <ns2:creationId id="{11EBD61F-23B9-56C9-58EE-9840150D257E}"/>
                </a:ext>
              </a:extLst>
            </p:cNvPr>
            <p:cNvSpPr/>
            <p:nvPr/>
          </p:nvSpPr>
          <p:spPr>
            <a:xfrm>
              <a:off x="11102899" y="5342708"/>
              <a:ext cx="492306" cy="1862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1" name="吹き出し: 角を丸めた四角形 192">
              <a:extLst>
                <a:ext uri="{FF2B5EF4-FFF2-40B4-BE49-F238E27FC236}">
                  <ns2:creationId id="{4A3612A7-7EA1-8DBB-ADBF-1A5BE995CD56}"/>
                </a:ext>
              </a:extLst>
            </p:cNvPr>
            <p:cNvSpPr/>
            <p:nvPr/>
          </p:nvSpPr>
          <p:spPr>
            <a:xfrm>
              <a:off x="11213318" y="4520132"/>
              <a:ext cx="833902" cy="413840"/>
            </a:xfrm>
            <a:prstGeom prst="wedgeRoundRectCallout">
              <a:avLst>
                <a:gd name="adj1" fmla="val -62762"/>
                <a:gd name="adj2" fmla="val 103830"/>
                <a:gd name="adj3" fmla="val 16667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2" name="正方形/長方形 22">
              <a:extLst>
                <a:ext uri="{FF2B5EF4-FFF2-40B4-BE49-F238E27FC236}">
                  <ns2:creationId id="{115C4BD6-8444-628D-26D9-79371BD447A7}"/>
                </a:ext>
              </a:extLst>
            </p:cNvPr>
            <p:cNvSpPr/>
            <p:nvPr/>
          </p:nvSpPr>
          <p:spPr>
            <a:xfrm>
              <a:off x="8811727" y="5568828"/>
              <a:ext cx="492306" cy="1862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</p:grpSp>
      <p:grpSp>
        <p:nvGrpSpPr>
          <p:cNvPr id="144" name="Group 143">
            <a:extLst>
              <a:ext uri="{FF2B5EF4-FFF2-40B4-BE49-F238E27FC236}">
                <ns2:creationId id="{C4544EBA-171B-1926-4A87-DFC3073E2741}"/>
              </a:ext>
            </a:extLst>
          </p:cNvPr>
          <p:cNvGrpSpPr/>
          <p:nvPr/>
        </p:nvGrpSpPr>
        <p:grpSpPr>
          <a:xfrm>
            <a:off x="1668694" y="3174999"/>
            <a:ext cx="10188343" cy="1949343"/>
            <a:chOff x="1668694" y="3020633"/>
            <a:chExt cx="10188343" cy="2154510"/>
          </a:xfrm>
        </p:grpSpPr>
        <p:sp>
          <p:nvSpPr>
            <p:cNvPr id="70" name="正方形/長方形 21">
              <a:extLst>
                <a:ext uri="{FF2B5EF4-FFF2-40B4-BE49-F238E27FC236}">
                  <ns2:creationId id="{32D7713C-4AD5-F443-7BC9-DA0ED6231644}"/>
                </a:ext>
              </a:extLst>
            </p:cNvPr>
            <p:cNvSpPr/>
            <p:nvPr/>
          </p:nvSpPr>
          <p:spPr>
            <a:xfrm>
              <a:off x="1668694" y="3020633"/>
              <a:ext cx="4995221" cy="223683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92075" algn="ctr">
                <a:buClr>
                  <a:srgbClr val="046294"/>
                </a:buClr>
              </a:pPr>
              <a:r>
                <a:rPr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正方形/長方形 21">
              <a:extLst>
                <a:ext uri="{FF2B5EF4-FFF2-40B4-BE49-F238E27FC236}">
                  <ns2:creationId id="{0EF67D6D-A41A-8270-AD15-1C2FDCF84E7C}"/>
                </a:ext>
              </a:extLst>
            </p:cNvPr>
            <p:cNvSpPr/>
            <p:nvPr/>
          </p:nvSpPr>
          <p:spPr>
            <a:xfrm>
              <a:off x="6861816" y="3020633"/>
              <a:ext cx="4995221" cy="223683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92075" algn="ctr">
                <a:buClr>
                  <a:srgbClr val="046294"/>
                </a:buClr>
              </a:pPr>
              <a:r>
                <a:rPr lang="ja-JP" altLang="it-IT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21">
              <a:extLst>
                <a:ext uri="{FF2B5EF4-FFF2-40B4-BE49-F238E27FC236}">
                  <ns2:creationId id="{3BC120A6-6E5B-5B66-8320-5180A8851D2A}"/>
                </a:ext>
              </a:extLst>
            </p:cNvPr>
            <p:cNvSpPr/>
            <p:nvPr/>
          </p:nvSpPr>
          <p:spPr>
            <a:xfrm>
              <a:off x="2012785" y="330797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正方形/長方形 21">
              <a:extLst>
                <a:ext uri="{FF2B5EF4-FFF2-40B4-BE49-F238E27FC236}">
                  <ns2:creationId id="{633E3B3E-6FFD-9BA9-BEFD-872D02C6B0DF}"/>
                </a:ext>
              </a:extLst>
            </p:cNvPr>
            <p:cNvSpPr/>
            <p:nvPr/>
          </p:nvSpPr>
          <p:spPr>
            <a:xfrm>
              <a:off x="2012785" y="378549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正方形/長方形 21">
              <a:extLst>
                <a:ext uri="{FF2B5EF4-FFF2-40B4-BE49-F238E27FC236}">
                  <ns2:creationId id="{768CCC4E-DF67-F377-F4ED-53055841D027}"/>
                </a:ext>
              </a:extLst>
            </p:cNvPr>
            <p:cNvSpPr/>
            <p:nvPr/>
          </p:nvSpPr>
          <p:spPr>
            <a:xfrm>
              <a:off x="2012785" y="426301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正方形/長方形 21">
              <a:extLst>
                <a:ext uri="{FF2B5EF4-FFF2-40B4-BE49-F238E27FC236}">
                  <ns2:creationId id="{9F1B6524-C545-2D46-618F-7A3831634CED}"/>
                </a:ext>
              </a:extLst>
            </p:cNvPr>
            <p:cNvSpPr/>
            <p:nvPr/>
          </p:nvSpPr>
          <p:spPr>
            <a:xfrm>
              <a:off x="2012785" y="474053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7" name="Group 136">
              <a:extLst>
                <a:ext uri="{FF2B5EF4-FFF2-40B4-BE49-F238E27FC236}">
                  <ns2:creationId id="{FCAB777A-C607-BF6A-BF44-55DE31FCEF50}"/>
                </a:ext>
              </a:extLst>
            </p:cNvPr>
            <p:cNvGrpSpPr/>
            <p:nvPr/>
          </p:nvGrpSpPr>
          <p:grpSpPr>
            <a:xfrm>
              <a:off x="2472657" y="3307971"/>
              <a:ext cx="4191259" cy="1867172"/>
              <a:chOff x="2472655" y="3280882"/>
              <a:chExt cx="4535350" cy="1867172"/>
            </a:xfrm>
          </p:grpSpPr>
          <p:sp>
            <p:nvSpPr>
              <p:cNvPr id="78" name="正方形/長方形 21">
                <a:extLst>
                  <a:ext uri="{FF2B5EF4-FFF2-40B4-BE49-F238E27FC236}">
                    <ns2:creationId id="{DDB7406E-5378-FF7A-0C33-89B4A5A61477}"/>
                  </a:ext>
                </a:extLst>
              </p:cNvPr>
              <p:cNvSpPr/>
              <p:nvPr/>
            </p:nvSpPr>
            <p:spPr>
              <a:xfrm>
                <a:off x="2472656" y="3280882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>
                  <a:buClr>
                    <a:srgbClr val="046294"/>
                  </a:buClr>
                </a:pPr>
                <a:r>
                  <a:rPr lang="ja-JP" altLang="en-US" sz="10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269875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269875" algn="l"/>
                  </a:tabLst>
                </a:pPr>
                <a:r>
                  <a:rPr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it-IT" altLang="ja-JP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it-IT" altLang="ja-JP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269875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269875" algn="l"/>
                  </a:tabLst>
                </a:pPr>
                <a:r>
                  <a:rPr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4" name="正方形/長方形 21">
                <a:extLst>
                  <a:ext uri="{FF2B5EF4-FFF2-40B4-BE49-F238E27FC236}">
                    <ns2:creationId id="{21A13A4D-0D22-1EDC-9E8B-6D3DAA2671ED}"/>
                  </a:ext>
                </a:extLst>
              </p:cNvPr>
              <p:cNvSpPr/>
              <p:nvPr/>
            </p:nvSpPr>
            <p:spPr>
              <a:xfrm>
                <a:off x="2472656" y="3758402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7" name="正方形/長方形 21">
                <a:extLst>
                  <a:ext uri="{FF2B5EF4-FFF2-40B4-BE49-F238E27FC236}">
                    <ns2:creationId id="{C78E4696-FE67-6ADE-09C6-A92860D30EA4}"/>
                  </a:ext>
                </a:extLst>
              </p:cNvPr>
              <p:cNvSpPr/>
              <p:nvPr/>
            </p:nvSpPr>
            <p:spPr>
              <a:xfrm>
                <a:off x="2472655" y="4235923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it-IT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it-IT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90" name="正方形/長方形 21">
                <a:extLst>
                  <a:ext uri="{FF2B5EF4-FFF2-40B4-BE49-F238E27FC236}">
                    <ns2:creationId id="{B1AC233B-19AC-3E2B-6C5E-542734DEA964}"/>
                  </a:ext>
                </a:extLst>
              </p:cNvPr>
              <p:cNvSpPr/>
              <p:nvPr/>
            </p:nvSpPr>
            <p:spPr>
              <a:xfrm>
                <a:off x="2472656" y="4713442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106" name="Straight Connector 105">
                <a:extLst>
                  <a:ext uri="{FF2B5EF4-FFF2-40B4-BE49-F238E27FC236}">
                    <ns2:creationId id="{9A5036E3-7498-3804-724C-066F23CD95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51659" y="3736948"/>
                <a:ext cx="438627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ns2:creationId id="{2F9B1016-596D-5D96-2423-7F4CE82F1B99}"/>
                  </a:ext>
                </a:extLst>
              </p:cNvPr>
              <p:cNvCxnSpPr/>
              <p:nvPr/>
            </p:nvCxnSpPr>
            <p:spPr>
              <a:xfrm>
                <a:off x="2551659" y="4214469"/>
                <a:ext cx="438627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ns2:creationId id="{511AEB9C-8151-67F2-B660-59DA718FB462}"/>
                  </a:ext>
                </a:extLst>
              </p:cNvPr>
              <p:cNvCxnSpPr/>
              <p:nvPr/>
            </p:nvCxnSpPr>
            <p:spPr>
              <a:xfrm>
                <a:off x="2551659" y="4691988"/>
                <a:ext cx="438627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6" name="正方形/長方形 21">
              <a:extLst>
                <a:ext uri="{FF2B5EF4-FFF2-40B4-BE49-F238E27FC236}">
                  <ns2:creationId id="{67D6AE9D-7470-E556-7E71-897B357E4B1B}"/>
                </a:ext>
              </a:extLst>
            </p:cNvPr>
            <p:cNvSpPr/>
            <p:nvPr/>
          </p:nvSpPr>
          <p:spPr>
            <a:xfrm>
              <a:off x="7205907" y="330797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21">
              <a:extLst>
                <a:ext uri="{FF2B5EF4-FFF2-40B4-BE49-F238E27FC236}">
                  <ns2:creationId id="{754BD031-259C-73F2-C8F0-27D3E74A4E3F}"/>
                </a:ext>
              </a:extLst>
            </p:cNvPr>
            <p:cNvSpPr/>
            <p:nvPr/>
          </p:nvSpPr>
          <p:spPr>
            <a:xfrm>
              <a:off x="7205907" y="378549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21">
              <a:extLst>
                <a:ext uri="{FF2B5EF4-FFF2-40B4-BE49-F238E27FC236}">
                  <ns2:creationId id="{0A1363B6-4DA0-DC58-A811-3EEE08CB4409}"/>
                </a:ext>
              </a:extLst>
            </p:cNvPr>
            <p:cNvSpPr/>
            <p:nvPr/>
          </p:nvSpPr>
          <p:spPr>
            <a:xfrm>
              <a:off x="7205907" y="426301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21">
              <a:extLst>
                <a:ext uri="{FF2B5EF4-FFF2-40B4-BE49-F238E27FC236}">
                  <ns2:creationId id="{08DFFF99-793F-7F83-20C8-17BB0E41862A}"/>
                </a:ext>
              </a:extLst>
            </p:cNvPr>
            <p:cNvSpPr/>
            <p:nvPr/>
          </p:nvSpPr>
          <p:spPr>
            <a:xfrm>
              <a:off x="7205907" y="4740531"/>
              <a:ext cx="441181" cy="434612"/>
            </a:xfrm>
            <a:prstGeom prst="roundRect">
              <a:avLst>
                <a:gd name="adj" fmla="val 3432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1" i="0" u="none" strike="noStrike" kern="1200" cap="none" spc="0" normalizeH="0" noProof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1600" b="1" i="0" u="none" strike="noStrike" kern="1200" cap="none" spc="0" normalizeH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ns2:creationId id="{4A521F84-8EB8-F13F-342C-3ABC51E5D7A4}"/>
                </a:ext>
              </a:extLst>
            </p:cNvPr>
            <p:cNvGrpSpPr/>
            <p:nvPr/>
          </p:nvGrpSpPr>
          <p:grpSpPr>
            <a:xfrm>
              <a:off x="7665779" y="3307971"/>
              <a:ext cx="4191258" cy="1867172"/>
              <a:chOff x="7665778" y="3280882"/>
              <a:chExt cx="4535349" cy="1867172"/>
            </a:xfrm>
          </p:grpSpPr>
          <p:sp>
            <p:nvSpPr>
              <p:cNvPr id="127" name="正方形/長方形 21">
                <a:extLst>
                  <a:ext uri="{FF2B5EF4-FFF2-40B4-BE49-F238E27FC236}">
                    <ns2:creationId id="{EA3FDE61-73D2-77AC-F034-F3FD2EFF706E}"/>
                  </a:ext>
                </a:extLst>
              </p:cNvPr>
              <p:cNvSpPr/>
              <p:nvPr/>
            </p:nvSpPr>
            <p:spPr>
              <a:xfrm>
                <a:off x="7665778" y="3280882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>
                  <a:buClr>
                    <a:srgbClr val="046294"/>
                  </a:buClr>
                </a:pPr>
                <a:r>
                  <a:rPr lang="ja-JP" altLang="en-US" sz="10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269875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269875" algn="l"/>
                  </a:tabLst>
                </a:pPr>
                <a:r>
                  <a:rPr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69875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  <a:tabLst>
                    <a:tab pos="269875" algn="l"/>
                  </a:tabLst>
                </a:pPr>
                <a:r>
                  <a:rPr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5" name="正方形/長方形 21">
                <a:extLst>
                  <a:ext uri="{FF2B5EF4-FFF2-40B4-BE49-F238E27FC236}">
                    <ns2:creationId id="{36EA207A-E81A-DFA4-9F40-F225958D1615}"/>
                  </a:ext>
                </a:extLst>
              </p:cNvPr>
              <p:cNvSpPr/>
              <p:nvPr/>
            </p:nvSpPr>
            <p:spPr>
              <a:xfrm>
                <a:off x="7665778" y="3758402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23" name="正方形/長方形 21">
                <a:extLst>
                  <a:ext uri="{FF2B5EF4-FFF2-40B4-BE49-F238E27FC236}">
                    <ns2:creationId id="{FDE658FE-2F9C-6609-A071-66EBE1BA96C4}"/>
                  </a:ext>
                </a:extLst>
              </p:cNvPr>
              <p:cNvSpPr/>
              <p:nvPr/>
            </p:nvSpPr>
            <p:spPr>
              <a:xfrm>
                <a:off x="7665778" y="4235922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it-IT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it-IT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1" name="正方形/長方形 21">
                <a:extLst>
                  <a:ext uri="{FF2B5EF4-FFF2-40B4-BE49-F238E27FC236}">
                    <ns2:creationId id="{99E489B5-AEC9-03ED-AAE5-32CF00BD71D2}"/>
                  </a:ext>
                </a:extLst>
              </p:cNvPr>
              <p:cNvSpPr/>
              <p:nvPr/>
            </p:nvSpPr>
            <p:spPr>
              <a:xfrm>
                <a:off x="7665778" y="4713442"/>
                <a:ext cx="4535349" cy="434612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9207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it-IT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it-IT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269875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>
                    <a:tab pos="269875" algn="l"/>
                  </a:tabLst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ns2:creationId id="{02398694-2ADA-1F77-91AE-A721003F7C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4781" y="3736948"/>
                <a:ext cx="438627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ns2:creationId id="{B1F90749-2246-D063-A5D1-57D04E9A38A5}"/>
                  </a:ext>
                </a:extLst>
              </p:cNvPr>
              <p:cNvCxnSpPr/>
              <p:nvPr/>
            </p:nvCxnSpPr>
            <p:spPr>
              <a:xfrm>
                <a:off x="7744781" y="4214468"/>
                <a:ext cx="438627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ns2:creationId id="{C9BB0347-E435-39AD-351A-D051D5F2BE25}"/>
                  </a:ext>
                </a:extLst>
              </p:cNvPr>
              <p:cNvCxnSpPr/>
              <p:nvPr/>
            </p:nvCxnSpPr>
            <p:spPr>
              <a:xfrm>
                <a:off x="7744781" y="4691988"/>
                <a:ext cx="438627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0" name="正方形/長方形 21">
            <a:extLst>
              <a:ext uri="{FF2B5EF4-FFF2-40B4-BE49-F238E27FC236}">
                <ns2:creationId id="{CC8ACC65-9816-8BF0-6C95-3E088A625AA8}"/>
              </a:ext>
            </a:extLst>
          </p:cNvPr>
          <p:cNvSpPr/>
          <p:nvPr/>
        </p:nvSpPr>
        <p:spPr>
          <a:xfrm>
            <a:off x="1668695" y="5904613"/>
            <a:ext cx="10188341" cy="412838"/>
          </a:xfrm>
          <a:prstGeom prst="roundRect">
            <a:avLst>
              <a:gd name="adj" fmla="val 0"/>
            </a:avLst>
          </a:prstGeom>
          <a:noFill/>
        </p:spPr>
        <p:txBody>
          <a:bodyPr wrap="square" lIns="288000" tIns="36000" rIns="36000" bIns="36000" rtlCol="0" anchor="ctr">
            <a:noAutofit/>
          </a:bodyPr>
          <a:lstStyle/>
          <a:p>
            <a:pPr marL="92075">
              <a:buClr>
                <a:srgbClr val="046294"/>
              </a:buClr>
            </a:pPr>
            <a:r>
              <a: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ROIC</a:t>
            </a:r>
            <a:r>
              <a: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143" name="Connector: Elbow 142">
            <a:extLst>
              <a:ext uri="{FF2B5EF4-FFF2-40B4-BE49-F238E27FC236}">
                <ns2:creationId id="{7ED2A561-8DBD-C05A-E6C7-9D77B0949B6C}"/>
              </a:ext>
            </a:extLst>
          </p:cNvPr>
          <p:cNvCxnSpPr>
            <a:cxnSpLocks/>
            <a:stCxn id="61" idx="2"/>
            <a:endCxn id="69" idx="0"/>
          </p:cNvCxnSpPr>
          <p:nvPr/>
        </p:nvCxnSpPr>
        <p:spPr>
          <a:xfrm rot="5400000">
            <a:off x="4777405" y="-1860101"/>
            <a:ext cx="1078054" cy="8683414"/>
          </a:xfrm>
          <a:prstGeom prst="bentConnector3">
            <a:avLst>
              <a:gd name="adj1" fmla="val 91939"/>
            </a:avLst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ns2:creationId id="{4C2EDFFB-8890-6261-EBEA-9D6CB0C382E0}"/>
              </a:ext>
            </a:extLst>
          </p:cNvPr>
          <p:cNvCxnSpPr>
            <a:cxnSpLocks/>
            <a:stCxn id="126" idx="1"/>
          </p:cNvCxnSpPr>
          <p:nvPr/>
        </p:nvCxnSpPr>
        <p:spPr>
          <a:xfrm rot="10800000" flipV="1">
            <a:off x="6887529" y="3631588"/>
            <a:ext cx="318379" cy="1935224"/>
          </a:xfrm>
          <a:prstGeom prst="bentConnector3">
            <a:avLst>
              <a:gd name="adj1" fmla="val 152654"/>
            </a:avLst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Left Brace 163">
            <a:extLst>
              <a:ext uri="{FF2B5EF4-FFF2-40B4-BE49-F238E27FC236}">
                <ns2:creationId id="{FC0EFBA3-0B68-77B1-FA6B-3D1D41A24ACA}"/>
              </a:ext>
            </a:extLst>
          </p:cNvPr>
          <p:cNvSpPr/>
          <p:nvPr/>
        </p:nvSpPr>
        <p:spPr>
          <a:xfrm>
            <a:off x="1915161" y="3429000"/>
            <a:ext cx="76384" cy="1695342"/>
          </a:xfrm>
          <a:prstGeom prst="leftBracket">
            <a:avLst/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5" name="Connector: Elbow 164">
            <a:extLst>
              <a:ext uri="{FF2B5EF4-FFF2-40B4-BE49-F238E27FC236}">
                <ns2:creationId id="{F265A077-D372-AECF-9B06-33D6FB6A94B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915160" y="4276670"/>
            <a:ext cx="623887" cy="1290141"/>
          </a:xfrm>
          <a:prstGeom prst="bentConnector3">
            <a:avLst>
              <a:gd name="adj1" fmla="val -36641"/>
            </a:avLst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正方形/長方形 21">
            <a:extLst>
              <a:ext uri="{FF2B5EF4-FFF2-40B4-BE49-F238E27FC236}">
                <ns2:creationId id="{A02B942B-0082-2B20-5656-B39489537BC6}"/>
              </a:ext>
            </a:extLst>
          </p:cNvPr>
          <p:cNvSpPr/>
          <p:nvPr/>
        </p:nvSpPr>
        <p:spPr>
          <a:xfrm>
            <a:off x="1668693" y="5360392"/>
            <a:ext cx="4995221" cy="412838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36" name="正方形/長方形 21">
            <a:extLst>
              <a:ext uri="{FF2B5EF4-FFF2-40B4-BE49-F238E27FC236}">
                <ns2:creationId id="{76709315-5253-5C6B-08B7-1B708706C130}"/>
              </a:ext>
            </a:extLst>
          </p:cNvPr>
          <p:cNvSpPr/>
          <p:nvPr/>
        </p:nvSpPr>
        <p:spPr>
          <a:xfrm>
            <a:off x="6861817" y="5360392"/>
            <a:ext cx="4995221" cy="412838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172" name="Group 171">
            <a:extLst>
              <a:ext uri="{FF2B5EF4-FFF2-40B4-BE49-F238E27FC236}">
                <ns2:creationId id="{3C499A16-96F8-74D6-CE29-E2813A1383B7}"/>
              </a:ext>
            </a:extLst>
          </p:cNvPr>
          <p:cNvGrpSpPr/>
          <p:nvPr/>
        </p:nvGrpSpPr>
        <p:grpSpPr>
          <a:xfrm>
            <a:off x="1667903" y="5294700"/>
            <a:ext cx="10189924" cy="0"/>
            <a:chOff x="1667903" y="5294700"/>
            <a:chExt cx="10189924" cy="0"/>
          </a:xfrm>
        </p:grpSpPr>
        <p:cxnSp>
          <p:nvCxnSpPr>
            <p:cNvPr id="169" name="Straight Connector 168">
              <a:extLst>
                <a:ext uri="{FF2B5EF4-FFF2-40B4-BE49-F238E27FC236}">
                  <ns2:creationId id="{0CCA5A01-452A-C37C-EAF8-FD800840F891}"/>
                </a:ext>
              </a:extLst>
            </p:cNvPr>
            <p:cNvCxnSpPr>
              <a:cxnSpLocks/>
            </p:cNvCxnSpPr>
            <p:nvPr/>
          </p:nvCxnSpPr>
          <p:spPr>
            <a:xfrm>
              <a:off x="1667903" y="5294700"/>
              <a:ext cx="4996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ns2:creationId id="{BE905AB8-DB43-4C2A-0C3B-26E89AC179EB}"/>
                </a:ext>
              </a:extLst>
            </p:cNvPr>
            <p:cNvCxnSpPr>
              <a:cxnSpLocks/>
            </p:cNvCxnSpPr>
            <p:nvPr/>
          </p:nvCxnSpPr>
          <p:spPr>
            <a:xfrm>
              <a:off x="6861027" y="5294700"/>
              <a:ext cx="4996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3" name="Group 172">
            <a:extLst>
              <a:ext uri="{FF2B5EF4-FFF2-40B4-BE49-F238E27FC236}">
                <ns2:creationId id="{EABAE1AF-67E8-9FA9-DE69-81E742B65DA8}"/>
              </a:ext>
            </a:extLst>
          </p:cNvPr>
          <p:cNvGrpSpPr/>
          <p:nvPr/>
        </p:nvGrpSpPr>
        <p:grpSpPr>
          <a:xfrm>
            <a:off x="1667903" y="5838921"/>
            <a:ext cx="10189924" cy="0"/>
            <a:chOff x="1667903" y="5294700"/>
            <a:chExt cx="10189924" cy="0"/>
          </a:xfrm>
        </p:grpSpPr>
        <p:cxnSp>
          <p:nvCxnSpPr>
            <p:cNvPr id="174" name="Straight Connector 173">
              <a:extLst>
                <a:ext uri="{FF2B5EF4-FFF2-40B4-BE49-F238E27FC236}">
                  <ns2:creationId id="{3B109759-E8F4-9B6B-03BE-510AE9013B45}"/>
                </a:ext>
              </a:extLst>
            </p:cNvPr>
            <p:cNvCxnSpPr>
              <a:cxnSpLocks/>
            </p:cNvCxnSpPr>
            <p:nvPr/>
          </p:nvCxnSpPr>
          <p:spPr>
            <a:xfrm>
              <a:off x="1667903" y="5294700"/>
              <a:ext cx="4996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ns2:creationId id="{560D0D58-2F39-A322-C26E-D9C523EFCC6B}"/>
                </a:ext>
              </a:extLst>
            </p:cNvPr>
            <p:cNvCxnSpPr>
              <a:cxnSpLocks/>
            </p:cNvCxnSpPr>
            <p:nvPr/>
          </p:nvCxnSpPr>
          <p:spPr>
            <a:xfrm>
              <a:off x="6861027" y="5294700"/>
              <a:ext cx="4996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6" name="Group 175">
            <a:extLst>
              <a:ext uri="{FF2B5EF4-FFF2-40B4-BE49-F238E27FC236}">
                <ns2:creationId id="{EC5C820E-A998-61D6-E56D-1CEDAFC6C8C0}"/>
              </a:ext>
            </a:extLst>
          </p:cNvPr>
          <p:cNvGrpSpPr/>
          <p:nvPr/>
        </p:nvGrpSpPr>
        <p:grpSpPr>
          <a:xfrm>
            <a:off x="1667903" y="2954942"/>
            <a:ext cx="10189924" cy="0"/>
            <a:chOff x="1667903" y="5294700"/>
            <a:chExt cx="10189924" cy="0"/>
          </a:xfrm>
        </p:grpSpPr>
        <p:cxnSp>
          <p:nvCxnSpPr>
            <p:cNvPr id="177" name="Straight Connector 176">
              <a:extLst>
                <a:ext uri="{FF2B5EF4-FFF2-40B4-BE49-F238E27FC236}">
                  <ns2:creationId id="{9E9F10E2-3EB0-38EA-C4D5-C5277ECBB5B9}"/>
                </a:ext>
              </a:extLst>
            </p:cNvPr>
            <p:cNvCxnSpPr>
              <a:cxnSpLocks/>
            </p:cNvCxnSpPr>
            <p:nvPr/>
          </p:nvCxnSpPr>
          <p:spPr>
            <a:xfrm>
              <a:off x="1667903" y="5294700"/>
              <a:ext cx="4996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ns2:creationId id="{F513223D-CC0A-79BB-16F2-2DCE4D48CEE4}"/>
                </a:ext>
              </a:extLst>
            </p:cNvPr>
            <p:cNvCxnSpPr>
              <a:cxnSpLocks/>
            </p:cNvCxnSpPr>
            <p:nvPr/>
          </p:nvCxnSpPr>
          <p:spPr>
            <a:xfrm>
              <a:off x="6861027" y="5294700"/>
              <a:ext cx="4996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0" name="Isosceles Triangle 179">
            <a:extLst>
              <a:ext uri="{FF2B5EF4-FFF2-40B4-BE49-F238E27FC236}">
                <ns2:creationId id="{DD7CFE60-2352-BCA6-393B-C47DB994BB36}"/>
              </a:ext>
            </a:extLst>
          </p:cNvPr>
          <p:cNvSpPr/>
          <p:nvPr/>
        </p:nvSpPr>
        <p:spPr>
          <a:xfrm rot="5400000">
            <a:off x="6592555" y="2183340"/>
            <a:ext cx="562423" cy="151346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kumimoji="1" lang="ja-JP" altLang="en-US" sz="105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3" name="正方形/長方形 21">
            <a:extLst>
              <a:ext uri="{FF2B5EF4-FFF2-40B4-BE49-F238E27FC236}">
                <ns2:creationId id="{924B09BB-9331-8F34-9698-6EF194D8333B}"/>
              </a:ext>
            </a:extLst>
          </p:cNvPr>
          <p:cNvSpPr/>
          <p:nvPr/>
        </p:nvSpPr>
        <p:spPr>
          <a:xfrm>
            <a:off x="334962" y="5360392"/>
            <a:ext cx="1279525" cy="404112"/>
          </a:xfrm>
          <a:prstGeom prst="roundRect">
            <a:avLst>
              <a:gd name="adj" fmla="val 0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36000" bIns="36000"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82" name="Graphic 181" descr="Road with solid fill">
            <a:extLst>
              <a:ext uri="{FF2B5EF4-FFF2-40B4-BE49-F238E27FC236}">
                <ns2:creationId id="{7D6041D9-F417-FEE8-2B71-4F2291140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1330959" y="5539238"/>
            <a:ext cx="226147" cy="226147"/>
          </a:xfrm>
          <a:prstGeom prst="rect">
            <a:avLst/>
          </a:prstGeom>
        </p:spPr>
      </p:pic>
      <p:sp>
        <p:nvSpPr>
          <p:cNvPr id="69" name="正方形/長方形 21">
            <a:extLst>
              <a:ext uri="{FF2B5EF4-FFF2-40B4-BE49-F238E27FC236}">
                <ns2:creationId id="{E2874042-5582-F7AA-A947-AAC9B943B62F}"/>
              </a:ext>
            </a:extLst>
          </p:cNvPr>
          <p:cNvSpPr/>
          <p:nvPr/>
        </p:nvSpPr>
        <p:spPr>
          <a:xfrm>
            <a:off x="334962" y="3020633"/>
            <a:ext cx="1279525" cy="2208376"/>
          </a:xfrm>
          <a:prstGeom prst="roundRect">
            <a:avLst>
              <a:gd name="adj" fmla="val 0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36000" bIns="36000"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/ </a:t>
            </a: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84" name="Graphic 183" descr="Lights On with solid fill">
            <a:extLst>
              <a:ext uri="{FF2B5EF4-FFF2-40B4-BE49-F238E27FC236}">
                <ns2:creationId id="{AB2ADA6A-7513-09E9-2A91-8B1EE139D7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1330959" y="4959403"/>
            <a:ext cx="226147" cy="226147"/>
          </a:xfrm>
          <a:prstGeom prst="rect">
            <a:avLst/>
          </a:prstGeom>
        </p:spPr>
      </p:pic>
      <p:sp>
        <p:nvSpPr>
          <p:cNvPr id="5" name="正方形/長方形 21">
            <a:extLst>
              <a:ext uri="{FF2B5EF4-FFF2-40B4-BE49-F238E27FC236}">
                <ns2:creationId id="{3391B122-9599-EC64-B0EE-185E7C2C15C7}"/>
              </a:ext>
            </a:extLst>
          </p:cNvPr>
          <p:cNvSpPr/>
          <p:nvPr/>
        </p:nvSpPr>
        <p:spPr>
          <a:xfrm>
            <a:off x="334962" y="1628775"/>
            <a:ext cx="1279525" cy="1260475"/>
          </a:xfrm>
          <a:prstGeom prst="roundRect">
            <a:avLst>
              <a:gd name="adj" fmla="val 0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36000" bIns="36000"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86" name="Graphic 185" descr="Iceberg with solid fill">
            <a:extLst>
              <a:ext uri="{FF2B5EF4-FFF2-40B4-BE49-F238E27FC236}">
                <ns2:creationId id="{2E0BEA54-5F82-71FE-3D2A-D965C4D70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1330959" y="2618518"/>
            <a:ext cx="226147" cy="226147"/>
          </a:xfrm>
          <a:prstGeom prst="rect">
            <a:avLst/>
          </a:prstGeom>
        </p:spPr>
      </p:pic>
      <p:sp>
        <p:nvSpPr>
          <p:cNvPr id="129" name="正方形/長方形 21">
            <a:extLst>
              <a:ext uri="{FF2B5EF4-FFF2-40B4-BE49-F238E27FC236}">
                <ns2:creationId id="{2847559A-9C17-6727-E9F9-CEBA45943E76}"/>
              </a:ext>
            </a:extLst>
          </p:cNvPr>
          <p:cNvSpPr/>
          <p:nvPr/>
        </p:nvSpPr>
        <p:spPr>
          <a:xfrm>
            <a:off x="334962" y="5904613"/>
            <a:ext cx="1279525" cy="404112"/>
          </a:xfrm>
          <a:prstGeom prst="roundRect">
            <a:avLst>
              <a:gd name="adj" fmla="val 0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36000" bIns="36000"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88" name="Graphic 187" descr="Bullseye with solid fill">
            <a:extLst>
              <a:ext uri="{FF2B5EF4-FFF2-40B4-BE49-F238E27FC236}">
                <ns2:creationId id="{829BBD05-29B0-0157-B87C-1553699E24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330959" y="6040038"/>
            <a:ext cx="226147" cy="226147"/>
          </a:xfrm>
          <a:prstGeom prst="rect">
            <a:avLst/>
          </a:prstGeom>
        </p:spPr>
      </p:pic>
    </p:spTree>
    <p:extLst>
      <p:ext uri="{BB962C8B-B14F-4D97-AF65-F5344CB8AC3E}">
        <ns5:creationId val="3452027112"/>
      </p:ext>
    </p:extLst>
  </p:cSld>
  <p:clrMapOvr>
    <a:masterClrMapping/>
  </p:clrMapOvr>
</p:sld>
</file>

<file path=ppt/slides/slide4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A6B1C50-0B8A-29E6-FF35-512BBE8B6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A4ADB01-E7F3-5C0E-D96D-7C58B4191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52B1FFA9-EE18-8A49-ECDA-049317CEB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XX</a:t>
            </a:r>
            <a:fld id="{AE9BC486-A67F-4F3D-8FA3-20FB0639ABC0}" type="slidenum">
              <a:rPr lang="ja-JP" altLang="en-US" smtClean="0"/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0654FC78-EEB3-D646-544A-9F6D8397E3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it-IT" altLang="ja-JP"/>
              <a:t>XX</a:t>
            </a:r>
            <a:endParaRPr kumimoji="1" lang="ja-JP" altLang="en-US"/>
          </a:p>
        </p:txBody>
      </p:sp>
      <p:sp>
        <p:nvSpPr>
          <p:cNvPr id="5" name="正方形/長方形 21">
            <a:extLst>
              <a:ext uri="{FF2B5EF4-FFF2-40B4-BE49-F238E27FC236}">
                <ns2:creationId id="{B048A894-2803-E07B-BEA2-C544B3FD78E0}"/>
              </a:ext>
            </a:extLst>
          </p:cNvPr>
          <p:cNvSpPr/>
          <p:nvPr/>
        </p:nvSpPr>
        <p:spPr>
          <a:xfrm>
            <a:off x="334962" y="1628776"/>
            <a:ext cx="11522076" cy="365126"/>
          </a:xfrm>
          <a:prstGeom prst="roundRect">
            <a:avLst>
              <a:gd name="adj" fmla="val 0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72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" name="ホームベース 51">
            <a:extLst>
              <a:ext uri="{FF2B5EF4-FFF2-40B4-BE49-F238E27FC236}">
                <ns2:creationId id="{79950FDC-E37C-DDFC-41AE-2DCA4BB2A2C0}"/>
              </a:ext>
            </a:extLst>
          </p:cNvPr>
          <p:cNvSpPr/>
          <p:nvPr/>
        </p:nvSpPr>
        <p:spPr>
          <a:xfrm>
            <a:off x="334962" y="2040758"/>
            <a:ext cx="3838283" cy="363600"/>
          </a:xfrm>
          <a:prstGeom prst="homePlate">
            <a:avLst>
              <a:gd name="adj" fmla="val 18206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44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山形 52">
            <a:extLst>
              <a:ext uri="{FF2B5EF4-FFF2-40B4-BE49-F238E27FC236}">
                <ns2:creationId id="{25E4ADCC-13CB-4B61-9A59-86AFC98DE5BE}"/>
              </a:ext>
            </a:extLst>
          </p:cNvPr>
          <p:cNvSpPr/>
          <p:nvPr/>
        </p:nvSpPr>
        <p:spPr>
          <a:xfrm>
            <a:off x="4176860" y="2040758"/>
            <a:ext cx="7680178" cy="363600"/>
          </a:xfrm>
          <a:prstGeom prst="chevron">
            <a:avLst>
              <a:gd name="adj" fmla="val 1809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44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" name="正方形/長方形 21">
            <a:extLst>
              <a:ext uri="{FF2B5EF4-FFF2-40B4-BE49-F238E27FC236}">
                <ns2:creationId id="{160E42D6-59F4-D64E-717E-A5C38C483BA4}"/>
              </a:ext>
            </a:extLst>
          </p:cNvPr>
          <p:cNvSpPr/>
          <p:nvPr/>
        </p:nvSpPr>
        <p:spPr>
          <a:xfrm>
            <a:off x="4173246" y="2494143"/>
            <a:ext cx="3553464" cy="214133"/>
          </a:xfrm>
          <a:prstGeom prst="roundRect">
            <a:avLst>
              <a:gd name="adj" fmla="val 50000"/>
            </a:avLst>
          </a:prstGeom>
          <a:solidFill>
            <a:srgbClr val="008000">
              <a:alpha val="10000"/>
            </a:srgb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marL="92075" algn="ctr">
              <a:buClr>
                <a:srgbClr val="046294"/>
              </a:buClr>
            </a:pP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21">
            <a:extLst>
              <a:ext uri="{FF2B5EF4-FFF2-40B4-BE49-F238E27FC236}">
                <ns2:creationId id="{8076D5A3-AD0C-3DAF-BA1C-29C78B32BA36}"/>
              </a:ext>
            </a:extLst>
          </p:cNvPr>
          <p:cNvSpPr/>
          <p:nvPr/>
        </p:nvSpPr>
        <p:spPr>
          <a:xfrm>
            <a:off x="8303574" y="2494143"/>
            <a:ext cx="3553464" cy="214133"/>
          </a:xfrm>
          <a:prstGeom prst="roundRect">
            <a:avLst>
              <a:gd name="adj" fmla="val 50000"/>
            </a:avLst>
          </a:prstGeom>
          <a:solidFill>
            <a:srgbClr val="008000">
              <a:alpha val="10000"/>
            </a:srgb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marL="92075" algn="ctr">
              <a:buClr>
                <a:srgbClr val="046294"/>
              </a:buClr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50" name="Group 49">
            <a:extLst>
              <a:ext uri="{FF2B5EF4-FFF2-40B4-BE49-F238E27FC236}">
                <ns2:creationId id="{A56F0C50-ACE3-84E4-47A6-F4537F712170}"/>
              </a:ext>
            </a:extLst>
          </p:cNvPr>
          <p:cNvGrpSpPr/>
          <p:nvPr/>
        </p:nvGrpSpPr>
        <p:grpSpPr>
          <a:xfrm>
            <a:off x="338213" y="2699823"/>
            <a:ext cx="3741563" cy="1648844"/>
            <a:chOff x="338213" y="2699823"/>
            <a:chExt cx="3741563" cy="1648844"/>
          </a:xfrm>
        </p:grpSpPr>
        <p:grpSp>
          <p:nvGrpSpPr>
            <p:cNvPr id="49" name="Group 48">
              <a:extLst>
                <a:ext uri="{FF2B5EF4-FFF2-40B4-BE49-F238E27FC236}">
                  <ns2:creationId id="{F08562CF-C20D-C171-ECB6-F117BB57B1E9}"/>
                </a:ext>
              </a:extLst>
            </p:cNvPr>
            <p:cNvGrpSpPr/>
            <p:nvPr/>
          </p:nvGrpSpPr>
          <p:grpSpPr>
            <a:xfrm>
              <a:off x="338213" y="3886200"/>
              <a:ext cx="3741563" cy="462467"/>
              <a:chOff x="338213" y="3886200"/>
              <a:chExt cx="3741563" cy="462467"/>
            </a:xfrm>
          </p:grpSpPr>
          <p:grpSp>
            <p:nvGrpSpPr>
              <p:cNvPr id="35" name="Group 34">
                <a:extLst>
                  <a:ext uri="{FF2B5EF4-FFF2-40B4-BE49-F238E27FC236}">
                    <ns2:creationId id="{17D378B4-EFF7-BD8E-C74D-AC9632041B09}"/>
                  </a:ext>
                </a:extLst>
              </p:cNvPr>
              <p:cNvGrpSpPr/>
              <p:nvPr/>
            </p:nvGrpSpPr>
            <p:grpSpPr>
              <a:xfrm>
                <a:off x="747976" y="3886200"/>
                <a:ext cx="3331800" cy="462467"/>
                <a:chOff x="9461544" y="5411082"/>
                <a:chExt cx="3168349" cy="258198"/>
              </a:xfrm>
            </p:grpSpPr>
            <p:cxnSp>
              <p:nvCxnSpPr>
                <p:cNvPr id="36" name="直線コネクタ 19">
                  <a:extLst>
                    <a:ext uri="{FF2B5EF4-FFF2-40B4-BE49-F238E27FC236}">
                      <ns2:creationId id="{1B777A67-9D73-CD29-1F39-B4A4EC65AA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テキスト ボックス 18">
                  <a:extLst>
                    <a:ext uri="{FF2B5EF4-FFF2-40B4-BE49-F238E27FC236}">
                      <ns2:creationId id="{5F5FCECF-D60B-EA89-490F-57231C966667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3074325" cy="258198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42" name="Graphic 41" descr="Race Car with solid fill">
                <a:extLst>
                  <a:ext uri="{FF2B5EF4-FFF2-40B4-BE49-F238E27FC236}">
                    <ns2:creationId id="{7ACC00CC-93A3-D156-8A64-1CE7F79746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38213" y="3949990"/>
                <a:ext cx="334887" cy="334887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ns2:creationId id="{A6CEAE11-2AF6-FD44-AC81-709095B981B2}"/>
                </a:ext>
              </a:extLst>
            </p:cNvPr>
            <p:cNvGrpSpPr/>
            <p:nvPr/>
          </p:nvGrpSpPr>
          <p:grpSpPr>
            <a:xfrm>
              <a:off x="338213" y="2699823"/>
              <a:ext cx="3741563" cy="462467"/>
              <a:chOff x="338213" y="2699823"/>
              <a:chExt cx="3741563" cy="462467"/>
            </a:xfrm>
          </p:grpSpPr>
          <p:grpSp>
            <p:nvGrpSpPr>
              <p:cNvPr id="20" name="Group 19">
                <a:extLst>
                  <a:ext uri="{FF2B5EF4-FFF2-40B4-BE49-F238E27FC236}">
                    <ns2:creationId id="{EF2DE356-D425-3251-FFAE-4B0FFFB947EB}"/>
                  </a:ext>
                </a:extLst>
              </p:cNvPr>
              <p:cNvGrpSpPr/>
              <p:nvPr/>
            </p:nvGrpSpPr>
            <p:grpSpPr>
              <a:xfrm>
                <a:off x="747976" y="2699823"/>
                <a:ext cx="3331800" cy="462467"/>
                <a:chOff x="9461544" y="5411082"/>
                <a:chExt cx="3168349" cy="258198"/>
              </a:xfrm>
            </p:grpSpPr>
            <p:cxnSp>
              <p:nvCxnSpPr>
                <p:cNvPr id="29" name="直線コネクタ 19">
                  <a:extLst>
                    <a:ext uri="{FF2B5EF4-FFF2-40B4-BE49-F238E27FC236}">
                      <ns2:creationId id="{442B4E84-B1B8-1CA2-7434-F849E90F61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テキスト ボックス 18">
                  <a:extLst>
                    <a:ext uri="{FF2B5EF4-FFF2-40B4-BE49-F238E27FC236}">
                      <ns2:creationId id="{967A8119-2D60-7F07-CE3E-EF713205646B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3074325" cy="258198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44" name="Graphic 43" descr="Board Of Directors with solid fill">
                <a:extLst>
                  <a:ext uri="{FF2B5EF4-FFF2-40B4-BE49-F238E27FC236}">
                    <ns2:creationId id="{E9F10B30-A396-2946-70F8-9D362C69DC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38213" y="2763613"/>
                <a:ext cx="334887" cy="334887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ns2:creationId id="{48D25BB1-B46B-B9A2-0D8C-A655A28B3F26}"/>
                </a:ext>
              </a:extLst>
            </p:cNvPr>
            <p:cNvGrpSpPr/>
            <p:nvPr/>
          </p:nvGrpSpPr>
          <p:grpSpPr>
            <a:xfrm>
              <a:off x="338213" y="3293012"/>
              <a:ext cx="3741563" cy="462467"/>
              <a:chOff x="338213" y="3293012"/>
              <a:chExt cx="3741563" cy="462467"/>
            </a:xfrm>
          </p:grpSpPr>
          <p:grpSp>
            <p:nvGrpSpPr>
              <p:cNvPr id="31" name="Group 30">
                <a:extLst>
                  <a:ext uri="{FF2B5EF4-FFF2-40B4-BE49-F238E27FC236}">
                    <ns2:creationId id="{3FE2DE20-BECD-3747-AE87-268696FE218E}"/>
                  </a:ext>
                </a:extLst>
              </p:cNvPr>
              <p:cNvGrpSpPr/>
              <p:nvPr/>
            </p:nvGrpSpPr>
            <p:grpSpPr>
              <a:xfrm>
                <a:off x="747976" y="3293012"/>
                <a:ext cx="3331800" cy="462467"/>
                <a:chOff x="9461544" y="5411082"/>
                <a:chExt cx="3168349" cy="258198"/>
              </a:xfrm>
            </p:grpSpPr>
            <p:cxnSp>
              <p:nvCxnSpPr>
                <p:cNvPr id="33" name="直線コネクタ 19">
                  <a:extLst>
                    <a:ext uri="{FF2B5EF4-FFF2-40B4-BE49-F238E27FC236}">
                      <ns2:creationId id="{9C86A4FB-E715-C84D-F8A9-950F6B01CD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テキスト ボックス 18">
                  <a:extLst>
                    <a:ext uri="{FF2B5EF4-FFF2-40B4-BE49-F238E27FC236}">
                      <ns2:creationId id="{28C2847F-F3B6-2FED-FEB4-135F7CFCBAC5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3074325" cy="258198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4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46" name="Graphic 45" descr="Business Growth with solid fill">
                <a:extLst>
                  <a:ext uri="{FF2B5EF4-FFF2-40B4-BE49-F238E27FC236}">
                    <ns2:creationId id="{B0A9FD67-AA89-67E3-D823-0B915CD38F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13" y="3356802"/>
                <a:ext cx="334887" cy="334887"/>
              </a:xfrm>
              <a:prstGeom prst="rect">
                <a:avLst/>
              </a:prstGeom>
            </p:spPr>
          </p:pic>
        </p:grpSp>
      </p:grpSp>
      <p:grpSp>
        <p:nvGrpSpPr>
          <p:cNvPr id="108" name="Group 107">
            <a:extLst>
              <a:ext uri="{FF2B5EF4-FFF2-40B4-BE49-F238E27FC236}">
                <ns2:creationId id="{B098496F-9F41-4EBC-D509-D3C6B41DD17E}"/>
              </a:ext>
            </a:extLst>
          </p:cNvPr>
          <p:cNvGrpSpPr/>
          <p:nvPr/>
        </p:nvGrpSpPr>
        <p:grpSpPr>
          <a:xfrm>
            <a:off x="4173246" y="2798061"/>
            <a:ext cx="3553462" cy="3510664"/>
            <a:chOff x="4173246" y="2798061"/>
            <a:chExt cx="3553462" cy="3510664"/>
          </a:xfrm>
        </p:grpSpPr>
        <p:grpSp>
          <p:nvGrpSpPr>
            <p:cNvPr id="72" name="Group 71">
              <a:extLst>
                <a:ext uri="{FF2B5EF4-FFF2-40B4-BE49-F238E27FC236}">
                  <ns2:creationId id="{3B8D44F1-65E4-CD25-9C56-0D7C3E042FFA}"/>
                </a:ext>
              </a:extLst>
            </p:cNvPr>
            <p:cNvGrpSpPr/>
            <p:nvPr/>
          </p:nvGrpSpPr>
          <p:grpSpPr>
            <a:xfrm>
              <a:off x="4173246" y="3270079"/>
              <a:ext cx="3553462" cy="441160"/>
              <a:chOff x="4173246" y="3391433"/>
              <a:chExt cx="3553462" cy="542918"/>
            </a:xfrm>
          </p:grpSpPr>
          <p:sp>
            <p:nvSpPr>
              <p:cNvPr id="56" name="正方形/長方形 21">
                <a:extLst>
                  <a:ext uri="{FF2B5EF4-FFF2-40B4-BE49-F238E27FC236}">
                    <ns2:creationId id="{A3813808-7429-A9FE-BB0B-E1B608F020F8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21">
                <a:extLst>
                  <a:ext uri="{FF2B5EF4-FFF2-40B4-BE49-F238E27FC236}">
                    <ns2:creationId id="{74A2F5A7-EC00-3FE6-A77D-89C372011688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ns2:creationId id="{29C3C132-8C55-3E51-2E5B-84229EAE572D}"/>
                </a:ext>
              </a:extLst>
            </p:cNvPr>
            <p:cNvGrpSpPr/>
            <p:nvPr/>
          </p:nvGrpSpPr>
          <p:grpSpPr>
            <a:xfrm>
              <a:off x="4173246" y="3742097"/>
              <a:ext cx="3553462" cy="1150569"/>
              <a:chOff x="4173246" y="3984804"/>
              <a:chExt cx="3553462" cy="542918"/>
            </a:xfrm>
          </p:grpSpPr>
          <p:sp>
            <p:nvSpPr>
              <p:cNvPr id="59" name="正方形/長方形 21">
                <a:extLst>
                  <a:ext uri="{FF2B5EF4-FFF2-40B4-BE49-F238E27FC236}">
                    <ns2:creationId id="{36CACA33-8004-C3F0-DCAE-5F8E9D9CB283}"/>
                  </a:ext>
                </a:extLst>
              </p:cNvPr>
              <p:cNvSpPr/>
              <p:nvPr/>
            </p:nvSpPr>
            <p:spPr>
              <a:xfrm>
                <a:off x="4173246" y="3984804"/>
                <a:ext cx="678154" cy="542918"/>
              </a:xfrm>
              <a:prstGeom prst="roundRect">
                <a:avLst>
                  <a:gd name="adj" fmla="val 2654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正方形/長方形 21">
                <a:extLst>
                  <a:ext uri="{FF2B5EF4-FFF2-40B4-BE49-F238E27FC236}">
                    <ns2:creationId id="{61F2FC87-5920-8C56-8A83-42086FF85F23}"/>
                  </a:ext>
                </a:extLst>
              </p:cNvPr>
              <p:cNvSpPr/>
              <p:nvPr/>
            </p:nvSpPr>
            <p:spPr>
              <a:xfrm>
                <a:off x="4871863" y="3984804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7800" indent="-17780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ns2:creationId id="{1BF2194D-A8A8-745E-7B9E-EEC2A6557BB3}"/>
                </a:ext>
              </a:extLst>
            </p:cNvPr>
            <p:cNvGrpSpPr/>
            <p:nvPr/>
          </p:nvGrpSpPr>
          <p:grpSpPr>
            <a:xfrm>
              <a:off x="4173246" y="4923524"/>
              <a:ext cx="3553462" cy="441160"/>
              <a:chOff x="4173246" y="4578176"/>
              <a:chExt cx="3553462" cy="542918"/>
            </a:xfrm>
          </p:grpSpPr>
          <p:sp>
            <p:nvSpPr>
              <p:cNvPr id="62" name="正方形/長方形 21">
                <a:extLst>
                  <a:ext uri="{FF2B5EF4-FFF2-40B4-BE49-F238E27FC236}">
                    <ns2:creationId id="{7377AE1F-1A5E-4847-8E61-0A2D8762406A}"/>
                  </a:ext>
                </a:extLst>
              </p:cNvPr>
              <p:cNvSpPr/>
              <p:nvPr/>
            </p:nvSpPr>
            <p:spPr>
              <a:xfrm>
                <a:off x="4173246" y="4578176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21">
                <a:extLst>
                  <a:ext uri="{FF2B5EF4-FFF2-40B4-BE49-F238E27FC236}">
                    <ns2:creationId id="{C46B344D-EC43-B362-D56C-E3E63DD44224}"/>
                  </a:ext>
                </a:extLst>
              </p:cNvPr>
              <p:cNvSpPr/>
              <p:nvPr/>
            </p:nvSpPr>
            <p:spPr>
              <a:xfrm>
                <a:off x="4871863" y="4578176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ns2:creationId id="{6B2C1682-557B-0FEE-B0C2-88CCD743258C}"/>
                </a:ext>
              </a:extLst>
            </p:cNvPr>
            <p:cNvGrpSpPr/>
            <p:nvPr/>
          </p:nvGrpSpPr>
          <p:grpSpPr>
            <a:xfrm>
              <a:off x="4173246" y="5395542"/>
              <a:ext cx="3553462" cy="441160"/>
              <a:chOff x="4173246" y="5171548"/>
              <a:chExt cx="3553462" cy="542918"/>
            </a:xfrm>
          </p:grpSpPr>
          <p:sp>
            <p:nvSpPr>
              <p:cNvPr id="65" name="正方形/長方形 21">
                <a:extLst>
                  <a:ext uri="{FF2B5EF4-FFF2-40B4-BE49-F238E27FC236}">
                    <ns2:creationId id="{26D3FE66-225B-556F-45F4-66ABAD96D151}"/>
                  </a:ext>
                </a:extLst>
              </p:cNvPr>
              <p:cNvSpPr/>
              <p:nvPr/>
            </p:nvSpPr>
            <p:spPr>
              <a:xfrm>
                <a:off x="4173246" y="5171548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21">
                <a:extLst>
                  <a:ext uri="{FF2B5EF4-FFF2-40B4-BE49-F238E27FC236}">
                    <ns2:creationId id="{F71C94C1-0249-DFEA-ABED-B20487212FA4}"/>
                  </a:ext>
                </a:extLst>
              </p:cNvPr>
              <p:cNvSpPr/>
              <p:nvPr/>
            </p:nvSpPr>
            <p:spPr>
              <a:xfrm>
                <a:off x="4871863" y="5171548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ns2:creationId id="{F900BF73-A877-5399-E27A-47C69FD60990}"/>
                </a:ext>
              </a:extLst>
            </p:cNvPr>
            <p:cNvGrpSpPr/>
            <p:nvPr/>
          </p:nvGrpSpPr>
          <p:grpSpPr>
            <a:xfrm>
              <a:off x="4173246" y="5867565"/>
              <a:ext cx="3553462" cy="441160"/>
              <a:chOff x="4173246" y="5764919"/>
              <a:chExt cx="3553462" cy="542918"/>
            </a:xfrm>
          </p:grpSpPr>
          <p:sp>
            <p:nvSpPr>
              <p:cNvPr id="68" name="正方形/長方形 21">
                <a:extLst>
                  <a:ext uri="{FF2B5EF4-FFF2-40B4-BE49-F238E27FC236}">
                    <ns2:creationId id="{4532E9AD-D4FC-CB5B-75EA-9D7672344B77}"/>
                  </a:ext>
                </a:extLst>
              </p:cNvPr>
              <p:cNvSpPr/>
              <p:nvPr/>
            </p:nvSpPr>
            <p:spPr>
              <a:xfrm>
                <a:off x="4173246" y="5764919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21">
                <a:extLst>
                  <a:ext uri="{FF2B5EF4-FFF2-40B4-BE49-F238E27FC236}">
                    <ns2:creationId id="{36147B8B-C464-EFA1-6FCE-D3DAFB8CA185}"/>
                  </a:ext>
                </a:extLst>
              </p:cNvPr>
              <p:cNvSpPr/>
              <p:nvPr/>
            </p:nvSpPr>
            <p:spPr>
              <a:xfrm>
                <a:off x="4871863" y="5764919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ns2:creationId id="{12A5AE4E-DD53-B4AE-575A-B939346790AD}"/>
                </a:ext>
              </a:extLst>
            </p:cNvPr>
            <p:cNvGrpSpPr/>
            <p:nvPr/>
          </p:nvGrpSpPr>
          <p:grpSpPr>
            <a:xfrm>
              <a:off x="4173246" y="2798061"/>
              <a:ext cx="3553462" cy="441160"/>
              <a:chOff x="4173246" y="2798061"/>
              <a:chExt cx="3553462" cy="542918"/>
            </a:xfrm>
          </p:grpSpPr>
          <p:sp>
            <p:nvSpPr>
              <p:cNvPr id="51" name="正方形/長方形 21">
                <a:extLst>
                  <a:ext uri="{FF2B5EF4-FFF2-40B4-BE49-F238E27FC236}">
                    <ns2:creationId id="{3A5037B3-9D18-49AF-DFE3-53121E0F1A2A}"/>
                  </a:ext>
                </a:extLst>
              </p:cNvPr>
              <p:cNvSpPr/>
              <p:nvPr/>
            </p:nvSpPr>
            <p:spPr>
              <a:xfrm>
                <a:off x="4173246" y="2798061"/>
                <a:ext cx="678154" cy="542918"/>
              </a:xfrm>
              <a:prstGeom prst="roundRect">
                <a:avLst>
                  <a:gd name="adj" fmla="val 4080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正方形/長方形 21">
                <a:extLst>
                  <a:ext uri="{FF2B5EF4-FFF2-40B4-BE49-F238E27FC236}">
                    <ns2:creationId id="{9780F2A3-96A2-10E5-F452-5156D8BCE592}"/>
                  </a:ext>
                </a:extLst>
              </p:cNvPr>
              <p:cNvSpPr/>
              <p:nvPr/>
            </p:nvSpPr>
            <p:spPr>
              <a:xfrm>
                <a:off x="4871863" y="2798061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79" name="Straight Connector 78">
              <a:extLst>
                <a:ext uri="{FF2B5EF4-FFF2-40B4-BE49-F238E27FC236}">
                  <ns2:creationId id="{57F6C543-9444-4671-5ABB-D17ABEF86CA1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3254650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ns2:creationId id="{F6F413ED-AF64-D25B-0928-3CA291A62557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3726668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ns2:creationId id="{D93ED17A-FA8E-13E2-0EBC-D47F014C2BEF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4908095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ns2:creationId id="{3C69D738-2A5B-DD25-9C0B-5A87FE68D2A2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5380113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ns2:creationId id="{C917020A-8DD6-3F27-F27A-8AA24B85EC00}"/>
                </a:ext>
              </a:extLst>
            </p:cNvPr>
            <p:cNvCxnSpPr>
              <a:cxnSpLocks/>
            </p:cNvCxnSpPr>
            <p:nvPr/>
          </p:nvCxnSpPr>
          <p:spPr>
            <a:xfrm>
              <a:off x="4871886" y="5852131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" name="Group 106">
            <a:extLst>
              <a:ext uri="{FF2B5EF4-FFF2-40B4-BE49-F238E27FC236}">
                <ns2:creationId id="{8038EB13-B252-0F32-2028-597491E2BA20}"/>
              </a:ext>
            </a:extLst>
          </p:cNvPr>
          <p:cNvGrpSpPr/>
          <p:nvPr/>
        </p:nvGrpSpPr>
        <p:grpSpPr>
          <a:xfrm>
            <a:off x="8300325" y="2798061"/>
            <a:ext cx="3556713" cy="3510664"/>
            <a:chOff x="8300325" y="2798061"/>
            <a:chExt cx="3556713" cy="3510664"/>
          </a:xfrm>
        </p:grpSpPr>
        <p:grpSp>
          <p:nvGrpSpPr>
            <p:cNvPr id="85" name="Group 84">
              <a:extLst>
                <a:ext uri="{FF2B5EF4-FFF2-40B4-BE49-F238E27FC236}">
                  <ns2:creationId id="{74BDE53B-84D1-1ADE-81ED-8B29EA7B5303}"/>
                </a:ext>
              </a:extLst>
            </p:cNvPr>
            <p:cNvGrpSpPr/>
            <p:nvPr/>
          </p:nvGrpSpPr>
          <p:grpSpPr>
            <a:xfrm>
              <a:off x="8300325" y="4045900"/>
              <a:ext cx="3553462" cy="501274"/>
              <a:chOff x="4173246" y="3391433"/>
              <a:chExt cx="3553462" cy="542918"/>
            </a:xfrm>
          </p:grpSpPr>
          <p:sp>
            <p:nvSpPr>
              <p:cNvPr id="86" name="正方形/長方形 21">
                <a:extLst>
                  <a:ext uri="{FF2B5EF4-FFF2-40B4-BE49-F238E27FC236}">
                    <ns2:creationId id="{B1809FBF-8A89-E020-E9CD-10EB36D2C0B3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3591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zh-TW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zh-TW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- </a:t>
                </a: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21">
                <a:extLst>
                  <a:ext uri="{FF2B5EF4-FFF2-40B4-BE49-F238E27FC236}">
                    <ns2:creationId id="{0E16BD36-C97D-58AF-1A4D-A4819652C136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it-IT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ns2:creationId id="{6428C40A-B27C-C933-5FC4-F1663EF24544}"/>
                </a:ext>
              </a:extLst>
            </p:cNvPr>
            <p:cNvGrpSpPr/>
            <p:nvPr/>
          </p:nvGrpSpPr>
          <p:grpSpPr>
            <a:xfrm>
              <a:off x="8300325" y="2798061"/>
              <a:ext cx="3556713" cy="1221981"/>
              <a:chOff x="4169995" y="3984804"/>
              <a:chExt cx="3556713" cy="542918"/>
            </a:xfrm>
          </p:grpSpPr>
          <p:sp>
            <p:nvSpPr>
              <p:cNvPr id="92" name="正方形/長方形 21">
                <a:extLst>
                  <a:ext uri="{FF2B5EF4-FFF2-40B4-BE49-F238E27FC236}">
                    <ns2:creationId id="{2E9F9C26-8981-6F01-558A-82F71423E103}"/>
                  </a:ext>
                </a:extLst>
              </p:cNvPr>
              <p:cNvSpPr/>
              <p:nvPr/>
            </p:nvSpPr>
            <p:spPr>
              <a:xfrm>
                <a:off x="4169995" y="3984804"/>
                <a:ext cx="678154" cy="542918"/>
              </a:xfrm>
              <a:prstGeom prst="roundRect">
                <a:avLst>
                  <a:gd name="adj" fmla="val 2654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3" name="正方形/長方形 21">
                <a:extLst>
                  <a:ext uri="{FF2B5EF4-FFF2-40B4-BE49-F238E27FC236}">
                    <ns2:creationId id="{F8783EA1-F861-33F9-2618-E21D7C70C513}"/>
                  </a:ext>
                </a:extLst>
              </p:cNvPr>
              <p:cNvSpPr/>
              <p:nvPr/>
            </p:nvSpPr>
            <p:spPr>
              <a:xfrm>
                <a:off x="4871863" y="3984804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6"/>
                  </a:buClr>
                </a:pPr>
                <a:r>
                  <a:rPr lang="ja-JP" altLang="en-US" sz="95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5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7800" indent="-1778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300"/>
                  </a:spcAft>
                  <a:buClr>
                    <a:schemeClr val="accent6"/>
                  </a:buClr>
                </a:pPr>
                <a:r>
                  <a:rPr lang="ja-JP" altLang="en-US" sz="95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5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7800" indent="-17780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ns2:creationId id="{9F79D6B7-6E28-8CA1-1EBB-A98A96E78E63}"/>
                </a:ext>
              </a:extLst>
            </p:cNvPr>
            <p:cNvGrpSpPr/>
            <p:nvPr/>
          </p:nvGrpSpPr>
          <p:grpSpPr>
            <a:xfrm>
              <a:off x="8300325" y="4573032"/>
              <a:ext cx="3553462" cy="1208561"/>
              <a:chOff x="4173246" y="3391433"/>
              <a:chExt cx="3553462" cy="542918"/>
            </a:xfrm>
          </p:grpSpPr>
          <p:sp>
            <p:nvSpPr>
              <p:cNvPr id="97" name="正方形/長方形 21">
                <a:extLst>
                  <a:ext uri="{FF2B5EF4-FFF2-40B4-BE49-F238E27FC236}">
                    <ns2:creationId id="{D7001315-4DED-C219-4936-74AF1B7A0F99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2654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正方形/長方形 21">
                <a:extLst>
                  <a:ext uri="{FF2B5EF4-FFF2-40B4-BE49-F238E27FC236}">
                    <ns2:creationId id="{5EAFD240-A5C9-39C6-6A6F-56869A473875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70AD47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5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5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it-IT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70AD47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50" b="1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5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7800" marR="0" lvl="0" indent="-1778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it-IT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ns2:creationId id="{475DD841-0279-519B-561C-7D8BB8D84B2C}"/>
                </a:ext>
              </a:extLst>
            </p:cNvPr>
            <p:cNvGrpSpPr/>
            <p:nvPr/>
          </p:nvGrpSpPr>
          <p:grpSpPr>
            <a:xfrm>
              <a:off x="8300325" y="5807451"/>
              <a:ext cx="3553462" cy="501274"/>
              <a:chOff x="4173246" y="3391433"/>
              <a:chExt cx="3553462" cy="542918"/>
            </a:xfrm>
          </p:grpSpPr>
          <p:sp>
            <p:nvSpPr>
              <p:cNvPr id="100" name="正方形/長方形 21">
                <a:extLst>
                  <a:ext uri="{FF2B5EF4-FFF2-40B4-BE49-F238E27FC236}">
                    <ns2:creationId id="{FE9AFDEB-EFE6-5317-5F7B-307B6B8F878B}"/>
                  </a:ext>
                </a:extLst>
              </p:cNvPr>
              <p:cNvSpPr/>
              <p:nvPr/>
            </p:nvSpPr>
            <p:spPr>
              <a:xfrm>
                <a:off x="4173246" y="3391433"/>
                <a:ext cx="678154" cy="542918"/>
              </a:xfrm>
              <a:prstGeom prst="roundRect">
                <a:avLst>
                  <a:gd name="adj" fmla="val 3591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zh-TW" altLang="en-US" sz="1000" i="0" u="none" strike="noStrike" kern="1200" cap="none" spc="0" normalizeH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1" name="正方形/長方形 21">
                <a:extLst>
                  <a:ext uri="{FF2B5EF4-FFF2-40B4-BE49-F238E27FC236}">
                    <ns2:creationId id="{AA2BE571-846A-636B-E78D-1CDB79A694FC}"/>
                  </a:ext>
                </a:extLst>
              </p:cNvPr>
              <p:cNvSpPr/>
              <p:nvPr/>
            </p:nvSpPr>
            <p:spPr>
              <a:xfrm>
                <a:off x="4871863" y="3391433"/>
                <a:ext cx="2854845" cy="542918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marL="177800" indent="-1778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it-IT" altLang="ja-JP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ns2:creationId id="{E19ED943-05A0-4751-4143-F89E0BAEB64C}"/>
                </a:ext>
              </a:extLst>
            </p:cNvPr>
            <p:cNvCxnSpPr>
              <a:cxnSpLocks/>
            </p:cNvCxnSpPr>
            <p:nvPr/>
          </p:nvCxnSpPr>
          <p:spPr>
            <a:xfrm>
              <a:off x="9002238" y="4560103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ns2:creationId id="{3C062879-3EE7-55E7-661C-441F2BA3C931}"/>
                </a:ext>
              </a:extLst>
            </p:cNvPr>
            <p:cNvCxnSpPr>
              <a:cxnSpLocks/>
            </p:cNvCxnSpPr>
            <p:nvPr/>
          </p:nvCxnSpPr>
          <p:spPr>
            <a:xfrm>
              <a:off x="9002238" y="4032971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ns2:creationId id="{F9FDA523-E768-9FDB-D2F3-014C0DD8C5AC}"/>
                </a:ext>
              </a:extLst>
            </p:cNvPr>
            <p:cNvCxnSpPr>
              <a:cxnSpLocks/>
            </p:cNvCxnSpPr>
            <p:nvPr/>
          </p:nvCxnSpPr>
          <p:spPr>
            <a:xfrm>
              <a:off x="9002238" y="5794522"/>
              <a:ext cx="28548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Connector: Elbow 109">
            <a:extLst>
              <a:ext uri="{FF2B5EF4-FFF2-40B4-BE49-F238E27FC236}">
                <ns2:creationId id="{F0D5DAD9-E441-D8BA-26BD-CFDEA129702A}"/>
              </a:ext>
            </a:extLst>
          </p:cNvPr>
          <p:cNvCxnSpPr>
            <a:cxnSpLocks/>
            <a:stCxn id="69" idx="3"/>
            <a:endCxn id="16" idx="1"/>
          </p:cNvCxnSpPr>
          <p:nvPr/>
        </p:nvCxnSpPr>
        <p:spPr>
          <a:xfrm flipV="1">
            <a:off x="7726708" y="2601210"/>
            <a:ext cx="576866" cy="3486935"/>
          </a:xfrm>
          <a:prstGeom prst="bentConnector3">
            <a:avLst>
              <a:gd name="adj1" fmla="val 50000"/>
            </a:avLst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>
            <a:extLst>
              <a:ext uri="{FF2B5EF4-FFF2-40B4-BE49-F238E27FC236}">
                <ns2:creationId id="{4D8BBC16-013B-BF3F-0D6E-3CFF4235A4C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81595" y="4412960"/>
            <a:ext cx="2854800" cy="1895766"/>
          </a:xfrm>
          <a:prstGeom prst="rect">
            <a:avLst/>
          </a:prstGeom>
        </p:spPr>
      </p:pic>
    </p:spTree>
    <p:extLst>
      <p:ext uri="{BB962C8B-B14F-4D97-AF65-F5344CB8AC3E}">
        <ns5:creationId val="744931445"/>
      </p:ext>
    </p:extLst>
  </p:cSld>
  <p:clrMapOvr>
    <a:masterClrMapping/>
  </p:clrMapOvr>
</p:sld>
</file>

<file path=ppt/slides/slide4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391EB85-FB71-C069-7A22-008BCC308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4" name="Group 343">
            <a:extLst>
              <a:ext uri="{FF2B5EF4-FFF2-40B4-BE49-F238E27FC236}">
                <ns2:creationId id="{62E71181-72E8-7318-0853-9945E4F72728}"/>
              </a:ext>
            </a:extLst>
          </p:cNvPr>
          <p:cNvGrpSpPr/>
          <p:nvPr/>
        </p:nvGrpSpPr>
        <p:grpSpPr>
          <a:xfrm>
            <a:off x="10364437" y="1234440"/>
            <a:ext cx="1558983" cy="541768"/>
            <a:chOff x="10364437" y="1234440"/>
            <a:chExt cx="1558983" cy="541768"/>
          </a:xfrm>
        </p:grpSpPr>
        <p:sp>
          <p:nvSpPr>
            <p:cNvPr id="339" name="Oval 338">
              <a:extLst>
                <a:ext uri="{FF2B5EF4-FFF2-40B4-BE49-F238E27FC236}">
                  <ns2:creationId id="{4C8B2CEF-646D-9448-BD73-80B3D7C45330}"/>
                </a:ext>
              </a:extLst>
            </p:cNvPr>
            <p:cNvSpPr/>
            <p:nvPr/>
          </p:nvSpPr>
          <p:spPr>
            <a:xfrm>
              <a:off x="10364437" y="1300818"/>
              <a:ext cx="212122" cy="212120"/>
            </a:xfrm>
            <a:prstGeom prst="ellipse">
              <a:avLst/>
            </a:prstGeom>
            <a:noFill/>
            <a:ln w="38100">
              <a:solidFill>
                <a:srgbClr val="008000">
                  <a:alpha val="2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0" name="Multiplication Sign 339">
              <a:extLst>
                <a:ext uri="{FF2B5EF4-FFF2-40B4-BE49-F238E27FC236}">
                  <ns2:creationId id="{CCB97BA9-9818-FB88-B8AA-36C7F0DCB143}"/>
                </a:ext>
              </a:extLst>
            </p:cNvPr>
            <p:cNvSpPr/>
            <p:nvPr/>
          </p:nvSpPr>
          <p:spPr>
            <a:xfrm>
              <a:off x="10684517" y="1234440"/>
              <a:ext cx="344874" cy="344874"/>
            </a:xfrm>
            <a:prstGeom prst="mathMultiply">
              <a:avLst>
                <a:gd name="adj1" fmla="val 10749"/>
              </a:avLst>
            </a:prstGeom>
            <a:solidFill>
              <a:srgbClr val="C00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3" name="TextBox 342">
              <a:extLst>
                <a:ext uri="{FF2B5EF4-FFF2-40B4-BE49-F238E27FC236}">
                  <ns2:creationId id="{91181AC4-82C7-39AF-C049-DB94F17E7167}"/>
                </a:ext>
              </a:extLst>
            </p:cNvPr>
            <p:cNvSpPr txBox="1"/>
            <p:nvPr/>
          </p:nvSpPr>
          <p:spPr>
            <a:xfrm>
              <a:off x="10553700" y="1252988"/>
              <a:ext cx="1369720" cy="523220"/>
            </a:xfrm>
            <a:prstGeom prst="rect">
              <a:avLst/>
            </a:prstGeom>
            <a:noFill/>
          </p:spPr>
          <p:txBody>
            <a:bodyPr wrap="square" rIns="0">
              <a:noAutofit/>
            </a:bodyPr>
            <a:lstStyle/>
            <a:p>
              <a:pPr defTabSz="358775"/>
              <a:r>
                <a: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・</a:t>
              </a:r>
              <a:r>
                <a: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	:</a:t>
              </a:r>
              <a:r>
                <a: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ns2:creationId id="{D99E0E2B-2E29-E62C-5220-D909E4B9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</a:rPr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7A658DF-BC9E-8A6F-5819-E9C0274B8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 anchor="ctr"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/</a:t>
            </a:r>
            <a:r>
              <a:rPr kumimoji="1" lang="ja-JP" altLang="en-US" dirty="0"/>
              <a:t>XX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ns2:creationId id="{4A5C55A3-E43F-CFDC-BF56-7450BC456953}"/>
              </a:ext>
            </a:extLst>
          </p:cNvPr>
          <p:cNvSpPr txBox="1"/>
          <p:nvPr/>
        </p:nvSpPr>
        <p:spPr>
          <a:xfrm>
            <a:off x="334963" y="6350669"/>
            <a:ext cx="3438289" cy="19984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/>
                <a:ea typeface="Meiryo UI"/>
              </a:rPr>
              <a:t> 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/>
                <a:ea typeface="Meiryo UI"/>
              </a:rPr>
              <a:t>: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/>
                <a:ea typeface="Meiryo UI"/>
              </a:rPr>
              <a:t> 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: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11" name="正方形/長方形 10">
            <a:extLst>
              <a:ext uri="{FF2B5EF4-FFF2-40B4-BE49-F238E27FC236}">
                <ns2:creationId id="{00B2164F-C7F6-0ECB-A34A-0B1EC257FB0A}"/>
              </a:ext>
            </a:extLst>
          </p:cNvPr>
          <p:cNvSpPr/>
          <p:nvPr/>
        </p:nvSpPr>
        <p:spPr>
          <a:xfrm>
            <a:off x="334963" y="2106393"/>
            <a:ext cx="5359255" cy="49597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CEB22C70-06CF-0D36-49F6-39699485F26A}"/>
              </a:ext>
            </a:extLst>
          </p:cNvPr>
          <p:cNvSpPr/>
          <p:nvPr/>
        </p:nvSpPr>
        <p:spPr>
          <a:xfrm>
            <a:off x="6495984" y="2106393"/>
            <a:ext cx="5359256" cy="49597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176213" indent="-1762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4" name="Oval 263">
            <a:extLst>
              <a:ext uri="{FF2B5EF4-FFF2-40B4-BE49-F238E27FC236}">
                <ns2:creationId id="{9F257328-759A-C04E-59A5-1236E1790DCD}"/>
              </a:ext>
            </a:extLst>
          </p:cNvPr>
          <p:cNvSpPr/>
          <p:nvPr/>
        </p:nvSpPr>
        <p:spPr>
          <a:xfrm>
            <a:off x="11388248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0" name="Oval 299">
            <a:extLst>
              <a:ext uri="{FF2B5EF4-FFF2-40B4-BE49-F238E27FC236}">
                <ns2:creationId id="{85436180-7F05-76CD-2B1B-A06E59DA96EF}"/>
              </a:ext>
            </a:extLst>
          </p:cNvPr>
          <p:cNvSpPr/>
          <p:nvPr/>
        </p:nvSpPr>
        <p:spPr>
          <a:xfrm>
            <a:off x="11388248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1" name="Oval 300">
            <a:extLst>
              <a:ext uri="{FF2B5EF4-FFF2-40B4-BE49-F238E27FC236}">
                <ns2:creationId id="{FE5EA5DD-836B-8FA6-7E2C-DE62BEE7D837}"/>
              </a:ext>
            </a:extLst>
          </p:cNvPr>
          <p:cNvSpPr/>
          <p:nvPr/>
        </p:nvSpPr>
        <p:spPr>
          <a:xfrm>
            <a:off x="11388248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2" name="Oval 301">
            <a:extLst>
              <a:ext uri="{FF2B5EF4-FFF2-40B4-BE49-F238E27FC236}">
                <ns2:creationId id="{55340F2B-D1F4-224B-89BE-2201BAF8BCAB}"/>
              </a:ext>
            </a:extLst>
          </p:cNvPr>
          <p:cNvSpPr/>
          <p:nvPr/>
        </p:nvSpPr>
        <p:spPr>
          <a:xfrm>
            <a:off x="11388248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3" name="Oval 322">
            <a:extLst>
              <a:ext uri="{FF2B5EF4-FFF2-40B4-BE49-F238E27FC236}">
                <ns2:creationId id="{33054B85-D912-3464-8365-DE7BB7300B76}"/>
              </a:ext>
            </a:extLst>
          </p:cNvPr>
          <p:cNvSpPr/>
          <p:nvPr/>
        </p:nvSpPr>
        <p:spPr>
          <a:xfrm>
            <a:off x="10035987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4" name="Oval 323">
            <a:extLst>
              <a:ext uri="{FF2B5EF4-FFF2-40B4-BE49-F238E27FC236}">
                <ns2:creationId id="{C30707DC-A729-D033-7ED7-929B9FA6FFF9}"/>
              </a:ext>
            </a:extLst>
          </p:cNvPr>
          <p:cNvSpPr/>
          <p:nvPr/>
        </p:nvSpPr>
        <p:spPr>
          <a:xfrm>
            <a:off x="10035987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5" name="Oval 324">
            <a:extLst>
              <a:ext uri="{FF2B5EF4-FFF2-40B4-BE49-F238E27FC236}">
                <ns2:creationId id="{D7253C5F-DCA2-2171-270C-92BA594A9791}"/>
              </a:ext>
            </a:extLst>
          </p:cNvPr>
          <p:cNvSpPr/>
          <p:nvPr/>
        </p:nvSpPr>
        <p:spPr>
          <a:xfrm>
            <a:off x="10035987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6" name="Oval 325">
            <a:extLst>
              <a:ext uri="{FF2B5EF4-FFF2-40B4-BE49-F238E27FC236}">
                <ns2:creationId id="{ACEBF34A-6E46-D9E6-B7C0-F031456BD7B4}"/>
              </a:ext>
            </a:extLst>
          </p:cNvPr>
          <p:cNvSpPr/>
          <p:nvPr/>
        </p:nvSpPr>
        <p:spPr>
          <a:xfrm>
            <a:off x="10035987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9" name="Oval 318">
            <a:extLst>
              <a:ext uri="{FF2B5EF4-FFF2-40B4-BE49-F238E27FC236}">
                <ns2:creationId id="{3A7DA0AC-8C58-791F-EBC5-4FC0EFA8A4DD}"/>
              </a:ext>
            </a:extLst>
          </p:cNvPr>
          <p:cNvSpPr/>
          <p:nvPr/>
        </p:nvSpPr>
        <p:spPr>
          <a:xfrm>
            <a:off x="8683724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0" name="Oval 319">
            <a:extLst>
              <a:ext uri="{FF2B5EF4-FFF2-40B4-BE49-F238E27FC236}">
                <ns2:creationId id="{6404938D-BA52-CA1D-2AC6-B2F99C828745}"/>
              </a:ext>
            </a:extLst>
          </p:cNvPr>
          <p:cNvSpPr/>
          <p:nvPr/>
        </p:nvSpPr>
        <p:spPr>
          <a:xfrm>
            <a:off x="8683724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1" name="Oval 320">
            <a:extLst>
              <a:ext uri="{FF2B5EF4-FFF2-40B4-BE49-F238E27FC236}">
                <ns2:creationId id="{5BA0BEF5-E44E-1B29-5590-781B0294D45D}"/>
              </a:ext>
            </a:extLst>
          </p:cNvPr>
          <p:cNvSpPr/>
          <p:nvPr/>
        </p:nvSpPr>
        <p:spPr>
          <a:xfrm>
            <a:off x="8683724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2" name="Oval 321">
            <a:extLst>
              <a:ext uri="{FF2B5EF4-FFF2-40B4-BE49-F238E27FC236}">
                <ns2:creationId id="{38A33AA7-77ED-7EA0-14C2-C5B9E566DCE7}"/>
              </a:ext>
            </a:extLst>
          </p:cNvPr>
          <p:cNvSpPr/>
          <p:nvPr/>
        </p:nvSpPr>
        <p:spPr>
          <a:xfrm>
            <a:off x="8683724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6" name="Multiplication Sign 295">
            <a:extLst>
              <a:ext uri="{FF2B5EF4-FFF2-40B4-BE49-F238E27FC236}">
                <ns2:creationId id="{E87A60DC-AFEF-D6B6-C71B-B5724B168056}"/>
              </a:ext>
            </a:extLst>
          </p:cNvPr>
          <p:cNvSpPr/>
          <p:nvPr/>
        </p:nvSpPr>
        <p:spPr>
          <a:xfrm>
            <a:off x="10615289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7" name="Multiplication Sign 296">
            <a:extLst>
              <a:ext uri="{FF2B5EF4-FFF2-40B4-BE49-F238E27FC236}">
                <ns2:creationId id="{219DCFF8-7B33-8738-7F5D-CF3A5FBA6B90}"/>
              </a:ext>
            </a:extLst>
          </p:cNvPr>
          <p:cNvSpPr/>
          <p:nvPr/>
        </p:nvSpPr>
        <p:spPr>
          <a:xfrm>
            <a:off x="10615289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8" name="Multiplication Sign 297">
            <a:extLst>
              <a:ext uri="{FF2B5EF4-FFF2-40B4-BE49-F238E27FC236}">
                <ns2:creationId id="{5A6CA74E-C1AE-F5CD-2D48-8276DFF7E7CD}"/>
              </a:ext>
            </a:extLst>
          </p:cNvPr>
          <p:cNvSpPr/>
          <p:nvPr/>
        </p:nvSpPr>
        <p:spPr>
          <a:xfrm>
            <a:off x="10615289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9" name="Multiplication Sign 298">
            <a:extLst>
              <a:ext uri="{FF2B5EF4-FFF2-40B4-BE49-F238E27FC236}">
                <ns2:creationId id="{0B83A073-B892-5745-AC74-903542A0D8D2}"/>
              </a:ext>
            </a:extLst>
          </p:cNvPr>
          <p:cNvSpPr/>
          <p:nvPr/>
        </p:nvSpPr>
        <p:spPr>
          <a:xfrm>
            <a:off x="10615289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2" name="Multiplication Sign 291">
            <a:extLst>
              <a:ext uri="{FF2B5EF4-FFF2-40B4-BE49-F238E27FC236}">
                <ns2:creationId id="{2D0BF3A7-D6CD-3A31-9F24-C0C08ADE217D}"/>
              </a:ext>
            </a:extLst>
          </p:cNvPr>
          <p:cNvSpPr/>
          <p:nvPr/>
        </p:nvSpPr>
        <p:spPr>
          <a:xfrm>
            <a:off x="9263027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3" name="Multiplication Sign 292">
            <a:extLst>
              <a:ext uri="{FF2B5EF4-FFF2-40B4-BE49-F238E27FC236}">
                <ns2:creationId id="{327B39D7-2D1A-FE0D-68F7-AB9CD06CB0A2}"/>
              </a:ext>
            </a:extLst>
          </p:cNvPr>
          <p:cNvSpPr/>
          <p:nvPr/>
        </p:nvSpPr>
        <p:spPr>
          <a:xfrm>
            <a:off x="9263027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4" name="Multiplication Sign 293">
            <a:extLst>
              <a:ext uri="{FF2B5EF4-FFF2-40B4-BE49-F238E27FC236}">
                <ns2:creationId id="{501E08DA-A63E-4077-2889-48D7258C38D8}"/>
              </a:ext>
            </a:extLst>
          </p:cNvPr>
          <p:cNvSpPr/>
          <p:nvPr/>
        </p:nvSpPr>
        <p:spPr>
          <a:xfrm>
            <a:off x="9263027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5" name="Multiplication Sign 294">
            <a:extLst>
              <a:ext uri="{FF2B5EF4-FFF2-40B4-BE49-F238E27FC236}">
                <ns2:creationId id="{AEFC46B2-8ADA-7F4F-5A00-B25E3A89BC06}"/>
              </a:ext>
            </a:extLst>
          </p:cNvPr>
          <p:cNvSpPr/>
          <p:nvPr/>
        </p:nvSpPr>
        <p:spPr>
          <a:xfrm>
            <a:off x="9263027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8" name="Multiplication Sign 287">
            <a:extLst>
              <a:ext uri="{FF2B5EF4-FFF2-40B4-BE49-F238E27FC236}">
                <ns2:creationId id="{F57AAD93-AB47-D99E-08C9-4DE151FF009D}"/>
              </a:ext>
            </a:extLst>
          </p:cNvPr>
          <p:cNvSpPr/>
          <p:nvPr/>
        </p:nvSpPr>
        <p:spPr>
          <a:xfrm>
            <a:off x="7910765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9" name="Multiplication Sign 288">
            <a:extLst>
              <a:ext uri="{FF2B5EF4-FFF2-40B4-BE49-F238E27FC236}">
                <ns2:creationId id="{F73958B8-A02E-5B32-B292-2178BB1F0E23}"/>
              </a:ext>
            </a:extLst>
          </p:cNvPr>
          <p:cNvSpPr/>
          <p:nvPr/>
        </p:nvSpPr>
        <p:spPr>
          <a:xfrm>
            <a:off x="7910765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0" name="Multiplication Sign 289">
            <a:extLst>
              <a:ext uri="{FF2B5EF4-FFF2-40B4-BE49-F238E27FC236}">
                <ns2:creationId id="{A61D5E1E-D655-BD84-E480-6D98C730426B}"/>
              </a:ext>
            </a:extLst>
          </p:cNvPr>
          <p:cNvSpPr/>
          <p:nvPr/>
        </p:nvSpPr>
        <p:spPr>
          <a:xfrm>
            <a:off x="7910765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1" name="Multiplication Sign 290">
            <a:extLst>
              <a:ext uri="{FF2B5EF4-FFF2-40B4-BE49-F238E27FC236}">
                <ns2:creationId id="{719E4472-9888-8B20-973E-0EF56C5C34C4}"/>
              </a:ext>
            </a:extLst>
          </p:cNvPr>
          <p:cNvSpPr/>
          <p:nvPr/>
        </p:nvSpPr>
        <p:spPr>
          <a:xfrm>
            <a:off x="7910765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7" name="table_TWformat_1_11">
            <a:extLst>
              <a:ext uri="{FF2B5EF4-FFF2-40B4-BE49-F238E27FC236}">
                <ns2:creationId id="{0CAB3E3D-A033-FDE0-A90B-A469DFE616F3}"/>
              </a:ext>
            </a:extLst>
          </p:cNvPr>
          <p:cNvSpPr txBox="1"/>
          <p:nvPr/>
        </p:nvSpPr>
        <p:spPr>
          <a:xfrm>
            <a:off x="7848245" y="2626603"/>
            <a:ext cx="2686106" cy="199840"/>
          </a:xfrm>
          <a:prstGeom prst="homePlate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7" name="table_TWformat_1_15">
            <a:extLst>
              <a:ext uri="{FF2B5EF4-FFF2-40B4-BE49-F238E27FC236}">
                <ns2:creationId id="{24AAED6F-0649-0669-F208-E904433D4D1A}"/>
              </a:ext>
            </a:extLst>
          </p:cNvPr>
          <p:cNvSpPr txBox="1"/>
          <p:nvPr/>
        </p:nvSpPr>
        <p:spPr>
          <a:xfrm>
            <a:off x="10552769" y="2626603"/>
            <a:ext cx="1325058" cy="199840"/>
          </a:xfrm>
          <a:prstGeom prst="chevron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8" name="table_TWformat_2_11">
            <a:extLst>
              <a:ext uri="{FF2B5EF4-FFF2-40B4-BE49-F238E27FC236}">
                <ns2:creationId id="{B7B805C5-F4D0-47BD-852F-AC08AE8F5B68}"/>
              </a:ext>
            </a:extLst>
          </p:cNvPr>
          <p:cNvSpPr txBox="1"/>
          <p:nvPr/>
        </p:nvSpPr>
        <p:spPr>
          <a:xfrm>
            <a:off x="7848245" y="2865593"/>
            <a:ext cx="1302816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0" name="table_TWformat_3_11">
            <a:extLst>
              <a:ext uri="{FF2B5EF4-FFF2-40B4-BE49-F238E27FC236}">
                <ns2:creationId id="{DBC6837B-7917-730B-2D69-A40172DB5EAB}"/>
              </a:ext>
            </a:extLst>
          </p:cNvPr>
          <p:cNvSpPr txBox="1"/>
          <p:nvPr/>
        </p:nvSpPr>
        <p:spPr>
          <a:xfrm>
            <a:off x="7848245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5" name="table_TWformat_3_12">
            <a:extLst>
              <a:ext uri="{FF2B5EF4-FFF2-40B4-BE49-F238E27FC236}">
                <ns2:creationId id="{F4934EDB-C261-F2BF-C6E4-03BB95EE1055}"/>
              </a:ext>
            </a:extLst>
          </p:cNvPr>
          <p:cNvSpPr txBox="1"/>
          <p:nvPr/>
        </p:nvSpPr>
        <p:spPr>
          <a:xfrm>
            <a:off x="8524376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8" name="table_TWformat_2_13">
            <a:extLst>
              <a:ext uri="{FF2B5EF4-FFF2-40B4-BE49-F238E27FC236}">
                <ns2:creationId id="{7225DF35-87DD-0E38-86B3-216B9EF52FC5}"/>
              </a:ext>
            </a:extLst>
          </p:cNvPr>
          <p:cNvSpPr txBox="1"/>
          <p:nvPr/>
        </p:nvSpPr>
        <p:spPr>
          <a:xfrm>
            <a:off x="9200507" y="2865593"/>
            <a:ext cx="1302816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0" name="table_TWformat_3_13">
            <a:extLst>
              <a:ext uri="{FF2B5EF4-FFF2-40B4-BE49-F238E27FC236}">
                <ns2:creationId id="{43FA6FF1-956A-D01B-F164-E4E1130727BF}"/>
              </a:ext>
            </a:extLst>
          </p:cNvPr>
          <p:cNvSpPr txBox="1"/>
          <p:nvPr/>
        </p:nvSpPr>
        <p:spPr>
          <a:xfrm>
            <a:off x="9200507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5" name="table_TWformat_3_14">
            <a:extLst>
              <a:ext uri="{FF2B5EF4-FFF2-40B4-BE49-F238E27FC236}">
                <ns2:creationId id="{69FE0A35-5F92-7766-0C4D-C14AB4185DA2}"/>
              </a:ext>
            </a:extLst>
          </p:cNvPr>
          <p:cNvSpPr txBox="1"/>
          <p:nvPr/>
        </p:nvSpPr>
        <p:spPr>
          <a:xfrm>
            <a:off x="9876638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8" name="table_TWformat_2_15">
            <a:extLst>
              <a:ext uri="{FF2B5EF4-FFF2-40B4-BE49-F238E27FC236}">
                <ns2:creationId id="{7A6A2D6C-FF89-8094-B768-6522AB4C872E}"/>
              </a:ext>
            </a:extLst>
          </p:cNvPr>
          <p:cNvSpPr txBox="1"/>
          <p:nvPr/>
        </p:nvSpPr>
        <p:spPr>
          <a:xfrm>
            <a:off x="10552769" y="2865593"/>
            <a:ext cx="1302816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0" name="table_TWformat_3_15">
            <a:extLst>
              <a:ext uri="{FF2B5EF4-FFF2-40B4-BE49-F238E27FC236}">
                <ns2:creationId id="{F34BB40A-AA1E-1D76-2569-C91F72A58129}"/>
              </a:ext>
            </a:extLst>
          </p:cNvPr>
          <p:cNvSpPr txBox="1"/>
          <p:nvPr/>
        </p:nvSpPr>
        <p:spPr>
          <a:xfrm>
            <a:off x="10552769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9" name="table_TWformat_3_16">
            <a:extLst>
              <a:ext uri="{FF2B5EF4-FFF2-40B4-BE49-F238E27FC236}">
                <ns2:creationId id="{BC5EED19-9A55-5200-A5BA-61C7FF2BD57E}"/>
              </a:ext>
            </a:extLst>
          </p:cNvPr>
          <p:cNvSpPr txBox="1"/>
          <p:nvPr/>
        </p:nvSpPr>
        <p:spPr>
          <a:xfrm>
            <a:off x="11228900" y="3142677"/>
            <a:ext cx="628136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2" name="table_TWformat_4_9">
            <a:extLst>
              <a:ext uri="{FF2B5EF4-FFF2-40B4-BE49-F238E27FC236}">
                <ns2:creationId id="{1AE937F3-D90D-D7BB-34A0-E321133B9EDA}"/>
              </a:ext>
            </a:extLst>
          </p:cNvPr>
          <p:cNvSpPr txBox="1"/>
          <p:nvPr/>
        </p:nvSpPr>
        <p:spPr>
          <a:xfrm>
            <a:off x="6795655" y="3394279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4" name="table_TWformat_5_9">
            <a:extLst>
              <a:ext uri="{FF2B5EF4-FFF2-40B4-BE49-F238E27FC236}">
                <ns2:creationId id="{D28ECBBB-DA1F-815D-70D1-128FF92C25BC}"/>
              </a:ext>
            </a:extLst>
          </p:cNvPr>
          <p:cNvSpPr txBox="1"/>
          <p:nvPr/>
        </p:nvSpPr>
        <p:spPr>
          <a:xfrm>
            <a:off x="6795655" y="3865113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6" name="table_TWformat_6_9">
            <a:extLst>
              <a:ext uri="{FF2B5EF4-FFF2-40B4-BE49-F238E27FC236}">
                <ns2:creationId id="{29A1F110-838A-0D78-3570-4907F701F044}"/>
              </a:ext>
            </a:extLst>
          </p:cNvPr>
          <p:cNvSpPr txBox="1"/>
          <p:nvPr/>
        </p:nvSpPr>
        <p:spPr>
          <a:xfrm>
            <a:off x="6795655" y="4335946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8" name="table_TWformat_7_9">
            <a:extLst>
              <a:ext uri="{FF2B5EF4-FFF2-40B4-BE49-F238E27FC236}">
                <ns2:creationId id="{CBC67E60-566E-82EE-7687-BD784E5B2F0D}"/>
              </a:ext>
            </a:extLst>
          </p:cNvPr>
          <p:cNvSpPr txBox="1"/>
          <p:nvPr/>
        </p:nvSpPr>
        <p:spPr>
          <a:xfrm>
            <a:off x="6795655" y="4806777"/>
            <a:ext cx="1004596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Aft>
                <a:spcPts val="300"/>
              </a:spcAft>
              <a:buClr>
                <a:schemeClr val="accent1"/>
              </a:buClr>
            </a:pPr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2" name="table_TWformat_4_11">
            <a:extLst>
              <a:ext uri="{FF2B5EF4-FFF2-40B4-BE49-F238E27FC236}">
                <ns2:creationId id="{289B323D-CEA1-3078-6D53-EAA950B5CB78}"/>
              </a:ext>
            </a:extLst>
          </p:cNvPr>
          <p:cNvSpPr txBox="1"/>
          <p:nvPr/>
        </p:nvSpPr>
        <p:spPr>
          <a:xfrm>
            <a:off x="7848245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4" name="table_TWformat_5_11">
            <a:extLst>
              <a:ext uri="{FF2B5EF4-FFF2-40B4-BE49-F238E27FC236}">
                <ns2:creationId id="{98502D98-91BE-8090-DABC-EC20F1531B28}"/>
              </a:ext>
            </a:extLst>
          </p:cNvPr>
          <p:cNvSpPr txBox="1"/>
          <p:nvPr/>
        </p:nvSpPr>
        <p:spPr>
          <a:xfrm>
            <a:off x="7848245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5" name="Straight Connector 154">
            <a:extLst>
              <a:ext uri="{FF2B5EF4-FFF2-40B4-BE49-F238E27FC236}">
                <ns2:creationId id="{F0F58EDD-1534-5A2B-16DB-DA8123782281}"/>
              </a:ext>
            </a:extLst>
          </p:cNvPr>
          <p:cNvCxnSpPr/>
          <p:nvPr/>
        </p:nvCxnSpPr>
        <p:spPr>
          <a:xfrm>
            <a:off x="7848245" y="3855489"/>
            <a:ext cx="62813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able_TWformat_6_11">
            <a:extLst>
              <a:ext uri="{FF2B5EF4-FFF2-40B4-BE49-F238E27FC236}">
                <ns2:creationId id="{5C2D565F-6763-BE2E-E4EC-A5100870C1C5}"/>
              </a:ext>
            </a:extLst>
          </p:cNvPr>
          <p:cNvSpPr txBox="1"/>
          <p:nvPr/>
        </p:nvSpPr>
        <p:spPr>
          <a:xfrm>
            <a:off x="7848245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7" name="Straight Connector 156">
            <a:extLst>
              <a:ext uri="{FF2B5EF4-FFF2-40B4-BE49-F238E27FC236}">
                <ns2:creationId id="{CB5D8A93-B097-2071-565A-856C49B7E6E2}"/>
              </a:ext>
            </a:extLst>
          </p:cNvPr>
          <p:cNvCxnSpPr/>
          <p:nvPr/>
        </p:nvCxnSpPr>
        <p:spPr>
          <a:xfrm>
            <a:off x="7848245" y="4326321"/>
            <a:ext cx="62813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able_TWformat_7_11">
            <a:extLst>
              <a:ext uri="{FF2B5EF4-FFF2-40B4-BE49-F238E27FC236}">
                <ns2:creationId id="{8EAB4286-C933-F1BD-003A-31760AABCFD1}"/>
              </a:ext>
            </a:extLst>
          </p:cNvPr>
          <p:cNvSpPr txBox="1"/>
          <p:nvPr/>
        </p:nvSpPr>
        <p:spPr>
          <a:xfrm>
            <a:off x="7848245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9" name="Straight Connector 158">
            <a:extLst>
              <a:ext uri="{FF2B5EF4-FFF2-40B4-BE49-F238E27FC236}">
                <ns2:creationId id="{7C869909-A5AF-EC00-D0B7-3B431EA204E6}"/>
              </a:ext>
            </a:extLst>
          </p:cNvPr>
          <p:cNvCxnSpPr/>
          <p:nvPr/>
        </p:nvCxnSpPr>
        <p:spPr>
          <a:xfrm>
            <a:off x="7848245" y="4797154"/>
            <a:ext cx="62813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able_TWformat_4_12">
            <a:extLst>
              <a:ext uri="{FF2B5EF4-FFF2-40B4-BE49-F238E27FC236}">
                <ns2:creationId id="{2FAB84EB-01F2-CA78-76E1-ED2CB851BD4A}"/>
              </a:ext>
            </a:extLst>
          </p:cNvPr>
          <p:cNvSpPr txBox="1"/>
          <p:nvPr/>
        </p:nvSpPr>
        <p:spPr>
          <a:xfrm>
            <a:off x="8524376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9" name="table_TWformat_5_12">
            <a:extLst>
              <a:ext uri="{FF2B5EF4-FFF2-40B4-BE49-F238E27FC236}">
                <ns2:creationId id="{2C5DC4DF-4152-DE96-E405-EE779C6F5BE6}"/>
              </a:ext>
            </a:extLst>
          </p:cNvPr>
          <p:cNvSpPr txBox="1"/>
          <p:nvPr/>
        </p:nvSpPr>
        <p:spPr>
          <a:xfrm>
            <a:off x="8524376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0" name="Straight Connector 169">
            <a:extLst>
              <a:ext uri="{FF2B5EF4-FFF2-40B4-BE49-F238E27FC236}">
                <ns2:creationId id="{51AE8802-AC90-9D3B-6E37-FE39062D2020}"/>
              </a:ext>
            </a:extLst>
          </p:cNvPr>
          <p:cNvCxnSpPr/>
          <p:nvPr/>
        </p:nvCxnSpPr>
        <p:spPr>
          <a:xfrm>
            <a:off x="8524376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able_TWformat_6_12">
            <a:extLst>
              <a:ext uri="{FF2B5EF4-FFF2-40B4-BE49-F238E27FC236}">
                <ns2:creationId id="{34A11543-2D5B-A067-E960-0AA598CCAF39}"/>
              </a:ext>
            </a:extLst>
          </p:cNvPr>
          <p:cNvSpPr txBox="1"/>
          <p:nvPr/>
        </p:nvSpPr>
        <p:spPr>
          <a:xfrm>
            <a:off x="8524376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2" name="Straight Connector 171">
            <a:extLst>
              <a:ext uri="{FF2B5EF4-FFF2-40B4-BE49-F238E27FC236}">
                <ns2:creationId id="{B982A30E-0520-0568-14FF-FCD7A92A42B4}"/>
              </a:ext>
            </a:extLst>
          </p:cNvPr>
          <p:cNvCxnSpPr/>
          <p:nvPr/>
        </p:nvCxnSpPr>
        <p:spPr>
          <a:xfrm>
            <a:off x="8524376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able_TWformat_7_12">
            <a:extLst>
              <a:ext uri="{FF2B5EF4-FFF2-40B4-BE49-F238E27FC236}">
                <ns2:creationId id="{F3640596-04CE-121F-9459-2B39EFA9B5AF}"/>
              </a:ext>
            </a:extLst>
          </p:cNvPr>
          <p:cNvSpPr txBox="1"/>
          <p:nvPr/>
        </p:nvSpPr>
        <p:spPr>
          <a:xfrm>
            <a:off x="8524376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4" name="Straight Connector 173">
            <a:extLst>
              <a:ext uri="{FF2B5EF4-FFF2-40B4-BE49-F238E27FC236}">
                <ns2:creationId id="{DCC9C8C6-4EDD-24C1-B6E9-9E54BC71DCB2}"/>
              </a:ext>
            </a:extLst>
          </p:cNvPr>
          <p:cNvCxnSpPr/>
          <p:nvPr/>
        </p:nvCxnSpPr>
        <p:spPr>
          <a:xfrm>
            <a:off x="8524376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able_TWformat_4_13">
            <a:extLst>
              <a:ext uri="{FF2B5EF4-FFF2-40B4-BE49-F238E27FC236}">
                <ns2:creationId id="{5549CCA6-4F6B-53B7-7F7A-8956A8F47DAD}"/>
              </a:ext>
            </a:extLst>
          </p:cNvPr>
          <p:cNvSpPr txBox="1"/>
          <p:nvPr/>
        </p:nvSpPr>
        <p:spPr>
          <a:xfrm>
            <a:off x="9200507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4" name="table_TWformat_5_13">
            <a:extLst>
              <a:ext uri="{FF2B5EF4-FFF2-40B4-BE49-F238E27FC236}">
                <ns2:creationId id="{19D7C5D5-847C-F9D7-BD13-AE56432DFFB3}"/>
              </a:ext>
            </a:extLst>
          </p:cNvPr>
          <p:cNvSpPr txBox="1"/>
          <p:nvPr/>
        </p:nvSpPr>
        <p:spPr>
          <a:xfrm>
            <a:off x="9200507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5" name="Straight Connector 184">
            <a:extLst>
              <a:ext uri="{FF2B5EF4-FFF2-40B4-BE49-F238E27FC236}">
                <ns2:creationId id="{A8E8CB94-BE32-F872-62B0-FE472FEC230A}"/>
              </a:ext>
            </a:extLst>
          </p:cNvPr>
          <p:cNvCxnSpPr/>
          <p:nvPr/>
        </p:nvCxnSpPr>
        <p:spPr>
          <a:xfrm>
            <a:off x="9200507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able_TWformat_6_13">
            <a:extLst>
              <a:ext uri="{FF2B5EF4-FFF2-40B4-BE49-F238E27FC236}">
                <ns2:creationId id="{93F110C7-1EBE-99DF-B665-1FF5D6472CF0}"/>
              </a:ext>
            </a:extLst>
          </p:cNvPr>
          <p:cNvSpPr txBox="1"/>
          <p:nvPr/>
        </p:nvSpPr>
        <p:spPr>
          <a:xfrm>
            <a:off x="9200507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7" name="Straight Connector 186">
            <a:extLst>
              <a:ext uri="{FF2B5EF4-FFF2-40B4-BE49-F238E27FC236}">
                <ns2:creationId id="{85398075-C52A-BB61-7B0D-46ADFB69D6F3}"/>
              </a:ext>
            </a:extLst>
          </p:cNvPr>
          <p:cNvCxnSpPr/>
          <p:nvPr/>
        </p:nvCxnSpPr>
        <p:spPr>
          <a:xfrm>
            <a:off x="9200507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able_TWformat_7_13">
            <a:extLst>
              <a:ext uri="{FF2B5EF4-FFF2-40B4-BE49-F238E27FC236}">
                <ns2:creationId id="{56F59AFE-3ABC-6B0F-4DC9-F150937AB9AA}"/>
              </a:ext>
            </a:extLst>
          </p:cNvPr>
          <p:cNvSpPr txBox="1"/>
          <p:nvPr/>
        </p:nvSpPr>
        <p:spPr>
          <a:xfrm>
            <a:off x="9200507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9" name="Straight Connector 188">
            <a:extLst>
              <a:ext uri="{FF2B5EF4-FFF2-40B4-BE49-F238E27FC236}">
                <ns2:creationId id="{C75D7583-6845-0ED8-6585-27289FDD4035}"/>
              </a:ext>
            </a:extLst>
          </p:cNvPr>
          <p:cNvCxnSpPr/>
          <p:nvPr/>
        </p:nvCxnSpPr>
        <p:spPr>
          <a:xfrm>
            <a:off x="9200507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able_TWformat_4_14">
            <a:extLst>
              <a:ext uri="{FF2B5EF4-FFF2-40B4-BE49-F238E27FC236}">
                <ns2:creationId id="{8D018BC0-36A7-CA74-8D7F-A75D92B090B1}"/>
              </a:ext>
            </a:extLst>
          </p:cNvPr>
          <p:cNvSpPr txBox="1"/>
          <p:nvPr/>
        </p:nvSpPr>
        <p:spPr>
          <a:xfrm>
            <a:off x="9876638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9" name="table_TWformat_5_14">
            <a:extLst>
              <a:ext uri="{FF2B5EF4-FFF2-40B4-BE49-F238E27FC236}">
                <ns2:creationId id="{57F369AC-420F-4C37-E30C-D51D32AEA035}"/>
              </a:ext>
            </a:extLst>
          </p:cNvPr>
          <p:cNvSpPr txBox="1"/>
          <p:nvPr/>
        </p:nvSpPr>
        <p:spPr>
          <a:xfrm>
            <a:off x="9876638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00" name="Straight Connector 199">
            <a:extLst>
              <a:ext uri="{FF2B5EF4-FFF2-40B4-BE49-F238E27FC236}">
                <ns2:creationId id="{19E674B7-5EEE-3505-3B3A-69757DBFA315}"/>
              </a:ext>
            </a:extLst>
          </p:cNvPr>
          <p:cNvCxnSpPr/>
          <p:nvPr/>
        </p:nvCxnSpPr>
        <p:spPr>
          <a:xfrm>
            <a:off x="9876638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table_TWformat_6_14">
            <a:extLst>
              <a:ext uri="{FF2B5EF4-FFF2-40B4-BE49-F238E27FC236}">
                <ns2:creationId id="{C633FC92-450C-49EC-801B-08723B6B69EC}"/>
              </a:ext>
            </a:extLst>
          </p:cNvPr>
          <p:cNvSpPr txBox="1"/>
          <p:nvPr/>
        </p:nvSpPr>
        <p:spPr>
          <a:xfrm>
            <a:off x="9876638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02" name="Straight Connector 201">
            <a:extLst>
              <a:ext uri="{FF2B5EF4-FFF2-40B4-BE49-F238E27FC236}">
                <ns2:creationId id="{0D643C85-3BD1-A813-8D50-C6BB115EC6A6}"/>
              </a:ext>
            </a:extLst>
          </p:cNvPr>
          <p:cNvCxnSpPr/>
          <p:nvPr/>
        </p:nvCxnSpPr>
        <p:spPr>
          <a:xfrm>
            <a:off x="9876638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able_TWformat_7_14">
            <a:extLst>
              <a:ext uri="{FF2B5EF4-FFF2-40B4-BE49-F238E27FC236}">
                <ns2:creationId id="{BA74199B-DFE0-B3D3-8625-1699DDB5E7B1}"/>
              </a:ext>
            </a:extLst>
          </p:cNvPr>
          <p:cNvSpPr txBox="1"/>
          <p:nvPr/>
        </p:nvSpPr>
        <p:spPr>
          <a:xfrm>
            <a:off x="9876638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04" name="Straight Connector 203">
            <a:extLst>
              <a:ext uri="{FF2B5EF4-FFF2-40B4-BE49-F238E27FC236}">
                <ns2:creationId id="{47001550-0027-1CAD-A0CF-27F6FDDD1752}"/>
              </a:ext>
            </a:extLst>
          </p:cNvPr>
          <p:cNvCxnSpPr/>
          <p:nvPr/>
        </p:nvCxnSpPr>
        <p:spPr>
          <a:xfrm>
            <a:off x="9876638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able_TWformat_4_15">
            <a:extLst>
              <a:ext uri="{FF2B5EF4-FFF2-40B4-BE49-F238E27FC236}">
                <ns2:creationId id="{26D5A9D3-EA70-759F-6D1D-9E96DA5868A1}"/>
              </a:ext>
            </a:extLst>
          </p:cNvPr>
          <p:cNvSpPr txBox="1"/>
          <p:nvPr/>
        </p:nvSpPr>
        <p:spPr>
          <a:xfrm>
            <a:off x="10552769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4" name="table_TWformat_5_15">
            <a:extLst>
              <a:ext uri="{FF2B5EF4-FFF2-40B4-BE49-F238E27FC236}">
                <ns2:creationId id="{D63DD1FD-5853-F4E8-6F4F-A3CD82258ADB}"/>
              </a:ext>
            </a:extLst>
          </p:cNvPr>
          <p:cNvSpPr txBox="1"/>
          <p:nvPr/>
        </p:nvSpPr>
        <p:spPr>
          <a:xfrm>
            <a:off x="10552769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15" name="Straight Connector 214">
            <a:extLst>
              <a:ext uri="{FF2B5EF4-FFF2-40B4-BE49-F238E27FC236}">
                <ns2:creationId id="{7B3CF569-7CF2-5AB2-2696-DBD54A7E787D}"/>
              </a:ext>
            </a:extLst>
          </p:cNvPr>
          <p:cNvCxnSpPr/>
          <p:nvPr/>
        </p:nvCxnSpPr>
        <p:spPr>
          <a:xfrm>
            <a:off x="10552769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able_TWformat_6_15">
            <a:extLst>
              <a:ext uri="{FF2B5EF4-FFF2-40B4-BE49-F238E27FC236}">
                <ns2:creationId id="{6CD1F9CA-7490-3C08-6E5B-4824F4DE4D31}"/>
              </a:ext>
            </a:extLst>
          </p:cNvPr>
          <p:cNvSpPr txBox="1"/>
          <p:nvPr/>
        </p:nvSpPr>
        <p:spPr>
          <a:xfrm>
            <a:off x="10552769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17" name="Straight Connector 216">
            <a:extLst>
              <a:ext uri="{FF2B5EF4-FFF2-40B4-BE49-F238E27FC236}">
                <ns2:creationId id="{42C95736-950E-B8CF-820C-75E948029FB1}"/>
              </a:ext>
            </a:extLst>
          </p:cNvPr>
          <p:cNvCxnSpPr/>
          <p:nvPr/>
        </p:nvCxnSpPr>
        <p:spPr>
          <a:xfrm>
            <a:off x="10552769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table_TWformat_7_15">
            <a:extLst>
              <a:ext uri="{FF2B5EF4-FFF2-40B4-BE49-F238E27FC236}">
                <ns2:creationId id="{4B039FC0-6C3F-7931-7ACF-6BC7ACE47E2A}"/>
              </a:ext>
            </a:extLst>
          </p:cNvPr>
          <p:cNvSpPr txBox="1"/>
          <p:nvPr/>
        </p:nvSpPr>
        <p:spPr>
          <a:xfrm>
            <a:off x="10552769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19" name="Straight Connector 218">
            <a:extLst>
              <a:ext uri="{FF2B5EF4-FFF2-40B4-BE49-F238E27FC236}">
                <ns2:creationId id="{91B6018F-AE18-6766-1FD5-DE3D7A07BD84}"/>
              </a:ext>
            </a:extLst>
          </p:cNvPr>
          <p:cNvCxnSpPr/>
          <p:nvPr/>
        </p:nvCxnSpPr>
        <p:spPr>
          <a:xfrm>
            <a:off x="10552769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table_TWformat_4_16">
            <a:extLst>
              <a:ext uri="{FF2B5EF4-FFF2-40B4-BE49-F238E27FC236}">
                <ns2:creationId id="{F407C9FF-B956-6A0A-3891-A792FD138876}"/>
              </a:ext>
            </a:extLst>
          </p:cNvPr>
          <p:cNvSpPr txBox="1"/>
          <p:nvPr/>
        </p:nvSpPr>
        <p:spPr>
          <a:xfrm>
            <a:off x="11228900" y="3394279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3" name="table_TWformat_5_16">
            <a:extLst>
              <a:ext uri="{FF2B5EF4-FFF2-40B4-BE49-F238E27FC236}">
                <ns2:creationId id="{B7EE7ACD-26C6-F454-26E8-BE530913F6B7}"/>
              </a:ext>
            </a:extLst>
          </p:cNvPr>
          <p:cNvSpPr txBox="1"/>
          <p:nvPr/>
        </p:nvSpPr>
        <p:spPr>
          <a:xfrm>
            <a:off x="11228900" y="3865113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44" name="Straight Connector 243">
            <a:extLst>
              <a:ext uri="{FF2B5EF4-FFF2-40B4-BE49-F238E27FC236}">
                <ns2:creationId id="{C7E54867-18C2-C08F-9A20-6C51F1B48D1E}"/>
              </a:ext>
            </a:extLst>
          </p:cNvPr>
          <p:cNvCxnSpPr/>
          <p:nvPr/>
        </p:nvCxnSpPr>
        <p:spPr>
          <a:xfrm>
            <a:off x="11228900" y="3855489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table_TWformat_6_16">
            <a:extLst>
              <a:ext uri="{FF2B5EF4-FFF2-40B4-BE49-F238E27FC236}">
                <ns2:creationId id="{DFBFD969-2C15-63D3-ECD5-1A0A35A08839}"/>
              </a:ext>
            </a:extLst>
          </p:cNvPr>
          <p:cNvSpPr txBox="1"/>
          <p:nvPr/>
        </p:nvSpPr>
        <p:spPr>
          <a:xfrm>
            <a:off x="11228900" y="4335946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46" name="Straight Connector 245">
            <a:extLst>
              <a:ext uri="{FF2B5EF4-FFF2-40B4-BE49-F238E27FC236}">
                <ns2:creationId id="{BCAAED55-D341-0C19-2DE5-79E812FE84FD}"/>
              </a:ext>
            </a:extLst>
          </p:cNvPr>
          <p:cNvCxnSpPr/>
          <p:nvPr/>
        </p:nvCxnSpPr>
        <p:spPr>
          <a:xfrm>
            <a:off x="11228900" y="4326321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able_TWformat_7_16">
            <a:extLst>
              <a:ext uri="{FF2B5EF4-FFF2-40B4-BE49-F238E27FC236}">
                <ns2:creationId id="{D6AF3DF8-4FA3-C395-5691-9CFF2E921FAF}"/>
              </a:ext>
            </a:extLst>
          </p:cNvPr>
          <p:cNvSpPr txBox="1"/>
          <p:nvPr/>
        </p:nvSpPr>
        <p:spPr>
          <a:xfrm>
            <a:off x="11228900" y="4806777"/>
            <a:ext cx="628136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ns2:creationId id="{9909F246-E4DF-6394-F3FF-1F8EA9C8C6E5}"/>
              </a:ext>
            </a:extLst>
          </p:cNvPr>
          <p:cNvCxnSpPr/>
          <p:nvPr/>
        </p:nvCxnSpPr>
        <p:spPr>
          <a:xfrm>
            <a:off x="11228900" y="4797154"/>
            <a:ext cx="62813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table_TWformat_4_9">
            <a:extLst>
              <a:ext uri="{FF2B5EF4-FFF2-40B4-BE49-F238E27FC236}">
                <ns2:creationId id="{6E153CD1-C0AF-5350-7B4B-D0A2D883D275}"/>
              </a:ext>
            </a:extLst>
          </p:cNvPr>
          <p:cNvSpPr txBox="1"/>
          <p:nvPr/>
        </p:nvSpPr>
        <p:spPr>
          <a:xfrm>
            <a:off x="6495984" y="3394278"/>
            <a:ext cx="266071" cy="1864081"/>
          </a:xfrm>
          <a:prstGeom prst="rect">
            <a:avLst/>
          </a:prstGeom>
          <a:solidFill>
            <a:srgbClr val="008000"/>
          </a:solidFill>
        </p:spPr>
        <p:txBody>
          <a:bodyPr vert="eaVert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ja-JP" altLang="en-US" dirty="0">
                <a:solidFill>
                  <a:schemeClr val="bg1"/>
                </a:solidFill>
              </a:rPr>
              <a:t>XX</a:t>
            </a:r>
          </a:p>
        </p:txBody>
      </p:sp>
      <p:sp>
        <p:nvSpPr>
          <p:cNvPr id="314" name="Oval 313">
            <a:extLst>
              <a:ext uri="{FF2B5EF4-FFF2-40B4-BE49-F238E27FC236}">
                <ns2:creationId id="{0C8E76F4-E494-1B74-5738-88F33AB4C903}"/>
              </a:ext>
            </a:extLst>
          </p:cNvPr>
          <p:cNvSpPr/>
          <p:nvPr/>
        </p:nvSpPr>
        <p:spPr>
          <a:xfrm>
            <a:off x="5225535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5" name="Oval 314">
            <a:extLst>
              <a:ext uri="{FF2B5EF4-FFF2-40B4-BE49-F238E27FC236}">
                <ns2:creationId id="{C4B559AA-FAA2-8C6B-E253-1DC95D5AE274}"/>
              </a:ext>
            </a:extLst>
          </p:cNvPr>
          <p:cNvSpPr/>
          <p:nvPr/>
        </p:nvSpPr>
        <p:spPr>
          <a:xfrm>
            <a:off x="5225535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6" name="Oval 315">
            <a:extLst>
              <a:ext uri="{FF2B5EF4-FFF2-40B4-BE49-F238E27FC236}">
                <ns2:creationId id="{B7836308-DC29-E6E5-F4DD-57CD86112D03}"/>
              </a:ext>
            </a:extLst>
          </p:cNvPr>
          <p:cNvSpPr/>
          <p:nvPr/>
        </p:nvSpPr>
        <p:spPr>
          <a:xfrm>
            <a:off x="5225535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Oval 316">
            <a:extLst>
              <a:ext uri="{FF2B5EF4-FFF2-40B4-BE49-F238E27FC236}">
                <ns2:creationId id="{25A7736E-2C02-C643-EF64-1D772FD8C4A3}"/>
              </a:ext>
            </a:extLst>
          </p:cNvPr>
          <p:cNvSpPr/>
          <p:nvPr/>
        </p:nvSpPr>
        <p:spPr>
          <a:xfrm>
            <a:off x="5225535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Oval 317">
            <a:extLst>
              <a:ext uri="{FF2B5EF4-FFF2-40B4-BE49-F238E27FC236}">
                <ns2:creationId id="{CDE73823-FB6E-4702-C2A4-55600EF8A51B}"/>
              </a:ext>
            </a:extLst>
          </p:cNvPr>
          <p:cNvSpPr/>
          <p:nvPr/>
        </p:nvSpPr>
        <p:spPr>
          <a:xfrm>
            <a:off x="5225535" y="5348683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9" name="Oval 308">
            <a:extLst>
              <a:ext uri="{FF2B5EF4-FFF2-40B4-BE49-F238E27FC236}">
                <ns2:creationId id="{126BBCCD-096A-59A0-AF22-321BC905E872}"/>
              </a:ext>
            </a:extLst>
          </p:cNvPr>
          <p:cNvSpPr/>
          <p:nvPr/>
        </p:nvSpPr>
        <p:spPr>
          <a:xfrm>
            <a:off x="3873727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0" name="Oval 309">
            <a:extLst>
              <a:ext uri="{FF2B5EF4-FFF2-40B4-BE49-F238E27FC236}">
                <ns2:creationId id="{4678ACD2-595E-3972-E209-0F6A3A0C6752}"/>
              </a:ext>
            </a:extLst>
          </p:cNvPr>
          <p:cNvSpPr/>
          <p:nvPr/>
        </p:nvSpPr>
        <p:spPr>
          <a:xfrm>
            <a:off x="3873727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Oval 310">
            <a:extLst>
              <a:ext uri="{FF2B5EF4-FFF2-40B4-BE49-F238E27FC236}">
                <ns2:creationId id="{A23EEB4E-71D3-D102-5978-43E45DB499C0}"/>
              </a:ext>
            </a:extLst>
          </p:cNvPr>
          <p:cNvSpPr/>
          <p:nvPr/>
        </p:nvSpPr>
        <p:spPr>
          <a:xfrm>
            <a:off x="3873727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Oval 311">
            <a:extLst>
              <a:ext uri="{FF2B5EF4-FFF2-40B4-BE49-F238E27FC236}">
                <ns2:creationId id="{D52BD21A-7FBE-872D-5E66-CE2A2CDDE093}"/>
              </a:ext>
            </a:extLst>
          </p:cNvPr>
          <p:cNvSpPr/>
          <p:nvPr/>
        </p:nvSpPr>
        <p:spPr>
          <a:xfrm>
            <a:off x="3873727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3" name="Oval 312">
            <a:extLst>
              <a:ext uri="{FF2B5EF4-FFF2-40B4-BE49-F238E27FC236}">
                <ns2:creationId id="{7C7E4869-6EB3-9EE7-9421-7683969FB9B7}"/>
              </a:ext>
            </a:extLst>
          </p:cNvPr>
          <p:cNvSpPr/>
          <p:nvPr/>
        </p:nvSpPr>
        <p:spPr>
          <a:xfrm>
            <a:off x="3873727" y="5348683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4" name="Oval 303">
            <a:extLst>
              <a:ext uri="{FF2B5EF4-FFF2-40B4-BE49-F238E27FC236}">
                <ns2:creationId id="{38B14080-ACE7-51EE-5349-2102993B2FDC}"/>
              </a:ext>
            </a:extLst>
          </p:cNvPr>
          <p:cNvSpPr/>
          <p:nvPr/>
        </p:nvSpPr>
        <p:spPr>
          <a:xfrm>
            <a:off x="2521918" y="3465352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5" name="Oval 304">
            <a:extLst>
              <a:ext uri="{FF2B5EF4-FFF2-40B4-BE49-F238E27FC236}">
                <ns2:creationId id="{381675C8-C447-5C6D-F0C2-464E5F51A2CA}"/>
              </a:ext>
            </a:extLst>
          </p:cNvPr>
          <p:cNvSpPr/>
          <p:nvPr/>
        </p:nvSpPr>
        <p:spPr>
          <a:xfrm>
            <a:off x="2521918" y="3936185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6" name="Oval 305">
            <a:extLst>
              <a:ext uri="{FF2B5EF4-FFF2-40B4-BE49-F238E27FC236}">
                <ns2:creationId id="{D338164C-3FCA-B155-F2AF-7BCD386B938A}"/>
              </a:ext>
            </a:extLst>
          </p:cNvPr>
          <p:cNvSpPr/>
          <p:nvPr/>
        </p:nvSpPr>
        <p:spPr>
          <a:xfrm>
            <a:off x="2521918" y="4407018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7" name="Oval 306">
            <a:extLst>
              <a:ext uri="{FF2B5EF4-FFF2-40B4-BE49-F238E27FC236}">
                <ns2:creationId id="{CF509BB8-1918-425B-17EE-CFF4961CEAA3}"/>
              </a:ext>
            </a:extLst>
          </p:cNvPr>
          <p:cNvSpPr/>
          <p:nvPr/>
        </p:nvSpPr>
        <p:spPr>
          <a:xfrm>
            <a:off x="2521918" y="4877851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8" name="Oval 307">
            <a:extLst>
              <a:ext uri="{FF2B5EF4-FFF2-40B4-BE49-F238E27FC236}">
                <ns2:creationId id="{19DA07A1-CEFE-F97D-1AEA-052C5574273C}"/>
              </a:ext>
            </a:extLst>
          </p:cNvPr>
          <p:cNvSpPr/>
          <p:nvPr/>
        </p:nvSpPr>
        <p:spPr>
          <a:xfrm>
            <a:off x="2521918" y="5348683"/>
            <a:ext cx="309439" cy="309439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Multiplication Sign 273">
            <a:extLst>
              <a:ext uri="{FF2B5EF4-FFF2-40B4-BE49-F238E27FC236}">
                <ns2:creationId id="{0CB4ECC9-5D2E-9940-35FD-EF52A55FABBA}"/>
              </a:ext>
            </a:extLst>
          </p:cNvPr>
          <p:cNvSpPr/>
          <p:nvPr/>
        </p:nvSpPr>
        <p:spPr>
          <a:xfrm>
            <a:off x="3100993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Multiplication Sign 274">
            <a:extLst>
              <a:ext uri="{FF2B5EF4-FFF2-40B4-BE49-F238E27FC236}">
                <ns2:creationId id="{E708ECA6-8200-B826-A2AD-FA83BC7CF763}"/>
              </a:ext>
            </a:extLst>
          </p:cNvPr>
          <p:cNvSpPr/>
          <p:nvPr/>
        </p:nvSpPr>
        <p:spPr>
          <a:xfrm>
            <a:off x="3100993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Multiplication Sign 275">
            <a:extLst>
              <a:ext uri="{FF2B5EF4-FFF2-40B4-BE49-F238E27FC236}">
                <ns2:creationId id="{1442243E-E057-10DA-CFDA-29B5B9DFB0A3}"/>
              </a:ext>
            </a:extLst>
          </p:cNvPr>
          <p:cNvSpPr/>
          <p:nvPr/>
        </p:nvSpPr>
        <p:spPr>
          <a:xfrm>
            <a:off x="3100993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Multiplication Sign 276">
            <a:extLst>
              <a:ext uri="{FF2B5EF4-FFF2-40B4-BE49-F238E27FC236}">
                <ns2:creationId id="{D1B81963-6F81-81B9-30FB-9EEA46047A44}"/>
              </a:ext>
            </a:extLst>
          </p:cNvPr>
          <p:cNvSpPr/>
          <p:nvPr/>
        </p:nvSpPr>
        <p:spPr>
          <a:xfrm>
            <a:off x="3100993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Multiplication Sign 277">
            <a:extLst>
              <a:ext uri="{FF2B5EF4-FFF2-40B4-BE49-F238E27FC236}">
                <ns2:creationId id="{8F4F94FD-7686-0D72-2A89-9FA054280BAC}"/>
              </a:ext>
            </a:extLst>
          </p:cNvPr>
          <p:cNvSpPr/>
          <p:nvPr/>
        </p:nvSpPr>
        <p:spPr>
          <a:xfrm>
            <a:off x="3100993" y="5251855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9" name="Multiplication Sign 268">
            <a:extLst>
              <a:ext uri="{FF2B5EF4-FFF2-40B4-BE49-F238E27FC236}">
                <ns2:creationId id="{E8807DF6-3B93-187E-1EE6-D4CE012EC651}"/>
              </a:ext>
            </a:extLst>
          </p:cNvPr>
          <p:cNvSpPr/>
          <p:nvPr/>
        </p:nvSpPr>
        <p:spPr>
          <a:xfrm>
            <a:off x="1749185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0" name="Multiplication Sign 269">
            <a:extLst>
              <a:ext uri="{FF2B5EF4-FFF2-40B4-BE49-F238E27FC236}">
                <ns2:creationId id="{B7A38E48-4645-04C8-620E-C2EABF7984E8}"/>
              </a:ext>
            </a:extLst>
          </p:cNvPr>
          <p:cNvSpPr/>
          <p:nvPr/>
        </p:nvSpPr>
        <p:spPr>
          <a:xfrm>
            <a:off x="1749185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1" name="Multiplication Sign 270">
            <a:extLst>
              <a:ext uri="{FF2B5EF4-FFF2-40B4-BE49-F238E27FC236}">
                <ns2:creationId id="{27729205-50CF-625E-36AE-1ED14537CA76}"/>
              </a:ext>
            </a:extLst>
          </p:cNvPr>
          <p:cNvSpPr/>
          <p:nvPr/>
        </p:nvSpPr>
        <p:spPr>
          <a:xfrm>
            <a:off x="1749185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2" name="Multiplication Sign 271">
            <a:extLst>
              <a:ext uri="{FF2B5EF4-FFF2-40B4-BE49-F238E27FC236}">
                <ns2:creationId id="{3249CD67-DAF5-3EEA-C7D5-53A639C22CCC}"/>
              </a:ext>
            </a:extLst>
          </p:cNvPr>
          <p:cNvSpPr/>
          <p:nvPr/>
        </p:nvSpPr>
        <p:spPr>
          <a:xfrm>
            <a:off x="1749185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Multiplication Sign 272">
            <a:extLst>
              <a:ext uri="{FF2B5EF4-FFF2-40B4-BE49-F238E27FC236}">
                <ns2:creationId id="{0125D906-3D09-F3CD-F93F-D348C301F360}"/>
              </a:ext>
            </a:extLst>
          </p:cNvPr>
          <p:cNvSpPr/>
          <p:nvPr/>
        </p:nvSpPr>
        <p:spPr>
          <a:xfrm>
            <a:off x="1749185" y="5251855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2" name="table_TWformat_1_3">
            <a:extLst>
              <a:ext uri="{FF2B5EF4-FFF2-40B4-BE49-F238E27FC236}">
                <ns2:creationId id="{09695FEE-2A80-9DAB-31C3-B807EC20945F}"/>
              </a:ext>
            </a:extLst>
          </p:cNvPr>
          <p:cNvSpPr txBox="1"/>
          <p:nvPr/>
        </p:nvSpPr>
        <p:spPr>
          <a:xfrm>
            <a:off x="1686771" y="2626603"/>
            <a:ext cx="2685204" cy="199840"/>
          </a:xfrm>
          <a:prstGeom prst="homePlate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table_TWformat_1_7">
            <a:extLst>
              <a:ext uri="{FF2B5EF4-FFF2-40B4-BE49-F238E27FC236}">
                <ns2:creationId id="{EFB5DC26-D0E3-ACE0-AEC4-4DB5DFD982AE}"/>
              </a:ext>
            </a:extLst>
          </p:cNvPr>
          <p:cNvSpPr txBox="1"/>
          <p:nvPr/>
        </p:nvSpPr>
        <p:spPr>
          <a:xfrm>
            <a:off x="4390387" y="2626603"/>
            <a:ext cx="1324613" cy="199840"/>
          </a:xfrm>
          <a:prstGeom prst="chevron">
            <a:avLst>
              <a:gd name="adj" fmla="val 13397"/>
            </a:avLst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3" name="table_TWformat_2_3">
            <a:extLst>
              <a:ext uri="{FF2B5EF4-FFF2-40B4-BE49-F238E27FC236}">
                <ns2:creationId id="{ACAA83B4-944D-40A7-94B4-50BE99E4ED15}"/>
              </a:ext>
            </a:extLst>
          </p:cNvPr>
          <p:cNvSpPr txBox="1"/>
          <p:nvPr/>
        </p:nvSpPr>
        <p:spPr>
          <a:xfrm>
            <a:off x="1686771" y="2865593"/>
            <a:ext cx="1303564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5" name="table_TWformat_3_3">
            <a:extLst>
              <a:ext uri="{FF2B5EF4-FFF2-40B4-BE49-F238E27FC236}">
                <ns2:creationId id="{ABD51075-089E-433E-B271-29A8A73E99F5}"/>
              </a:ext>
            </a:extLst>
          </p:cNvPr>
          <p:cNvSpPr txBox="1"/>
          <p:nvPr/>
        </p:nvSpPr>
        <p:spPr>
          <a:xfrm>
            <a:off x="1686771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table_TWformat_3_4">
            <a:extLst>
              <a:ext uri="{FF2B5EF4-FFF2-40B4-BE49-F238E27FC236}">
                <ns2:creationId id="{DC9C8BCD-B69E-3D63-9C8A-89931B100547}"/>
              </a:ext>
            </a:extLst>
          </p:cNvPr>
          <p:cNvSpPr txBox="1"/>
          <p:nvPr/>
        </p:nvSpPr>
        <p:spPr>
          <a:xfrm>
            <a:off x="2362675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table_TWformat_2_5">
            <a:extLst>
              <a:ext uri="{FF2B5EF4-FFF2-40B4-BE49-F238E27FC236}">
                <ns2:creationId id="{F52B19FD-0137-A262-A66F-4F3D9F148B1A}"/>
              </a:ext>
            </a:extLst>
          </p:cNvPr>
          <p:cNvSpPr txBox="1"/>
          <p:nvPr/>
        </p:nvSpPr>
        <p:spPr>
          <a:xfrm>
            <a:off x="3038578" y="2865593"/>
            <a:ext cx="1303564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table_TWformat_3_5">
            <a:extLst>
              <a:ext uri="{FF2B5EF4-FFF2-40B4-BE49-F238E27FC236}">
                <ns2:creationId id="{0EDA1423-2F94-5586-7D07-D6431C616F65}"/>
              </a:ext>
            </a:extLst>
          </p:cNvPr>
          <p:cNvSpPr txBox="1"/>
          <p:nvPr/>
        </p:nvSpPr>
        <p:spPr>
          <a:xfrm>
            <a:off x="3038578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table_TWformat_3_6">
            <a:extLst>
              <a:ext uri="{FF2B5EF4-FFF2-40B4-BE49-F238E27FC236}">
                <ns2:creationId id="{17474D49-2C6D-22F5-8C97-4260758F58AB}"/>
              </a:ext>
            </a:extLst>
          </p:cNvPr>
          <p:cNvSpPr txBox="1"/>
          <p:nvPr/>
        </p:nvSpPr>
        <p:spPr>
          <a:xfrm>
            <a:off x="3714484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8" name="table_TWformat_2_7">
            <a:extLst>
              <a:ext uri="{FF2B5EF4-FFF2-40B4-BE49-F238E27FC236}">
                <ns2:creationId id="{0CE8F7B4-EEBC-C717-A57C-21FD59837BEF}"/>
              </a:ext>
            </a:extLst>
          </p:cNvPr>
          <p:cNvSpPr txBox="1"/>
          <p:nvPr/>
        </p:nvSpPr>
        <p:spPr>
          <a:xfrm>
            <a:off x="4390387" y="2865593"/>
            <a:ext cx="1303564" cy="235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table_TWformat_3_7">
            <a:extLst>
              <a:ext uri="{FF2B5EF4-FFF2-40B4-BE49-F238E27FC236}">
                <ns2:creationId id="{69BF383D-C092-4380-709C-DB5652834962}"/>
              </a:ext>
            </a:extLst>
          </p:cNvPr>
          <p:cNvSpPr txBox="1"/>
          <p:nvPr/>
        </p:nvSpPr>
        <p:spPr>
          <a:xfrm>
            <a:off x="4390387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5" name="table_TWformat_3_8">
            <a:extLst>
              <a:ext uri="{FF2B5EF4-FFF2-40B4-BE49-F238E27FC236}">
                <ns2:creationId id="{4450F24B-97D4-7BDE-FAB3-8A14E0CE9C56}"/>
              </a:ext>
            </a:extLst>
          </p:cNvPr>
          <p:cNvSpPr txBox="1"/>
          <p:nvPr/>
        </p:nvSpPr>
        <p:spPr>
          <a:xfrm>
            <a:off x="5066292" y="3142677"/>
            <a:ext cx="627925" cy="23585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able_TWformat_4_1">
            <a:extLst>
              <a:ext uri="{FF2B5EF4-FFF2-40B4-BE49-F238E27FC236}">
                <ns2:creationId id="{22FD8DED-6BCE-2D43-4EC5-529A2538A7E6}"/>
              </a:ext>
            </a:extLst>
          </p:cNvPr>
          <p:cNvSpPr txBox="1"/>
          <p:nvPr/>
        </p:nvSpPr>
        <p:spPr>
          <a:xfrm>
            <a:off x="634534" y="3394279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table_TWformat_5_1">
            <a:extLst>
              <a:ext uri="{FF2B5EF4-FFF2-40B4-BE49-F238E27FC236}">
                <ns2:creationId id="{09110BF7-7B9A-B75F-A180-5ABE41E25BFA}"/>
              </a:ext>
            </a:extLst>
          </p:cNvPr>
          <p:cNvSpPr txBox="1"/>
          <p:nvPr/>
        </p:nvSpPr>
        <p:spPr>
          <a:xfrm>
            <a:off x="634534" y="3865113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able_TWformat_6_1">
            <a:extLst>
              <a:ext uri="{FF2B5EF4-FFF2-40B4-BE49-F238E27FC236}">
                <ns2:creationId id="{C23B7BDB-3BE2-6DC0-6A2D-41799420AB0F}"/>
              </a:ext>
            </a:extLst>
          </p:cNvPr>
          <p:cNvSpPr txBox="1"/>
          <p:nvPr/>
        </p:nvSpPr>
        <p:spPr>
          <a:xfrm>
            <a:off x="634534" y="4335946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able_TWformat_7_1">
            <a:extLst>
              <a:ext uri="{FF2B5EF4-FFF2-40B4-BE49-F238E27FC236}">
                <ns2:creationId id="{494951AD-D5F3-37A7-7047-DD405D5D16D2}"/>
              </a:ext>
            </a:extLst>
          </p:cNvPr>
          <p:cNvSpPr txBox="1"/>
          <p:nvPr/>
        </p:nvSpPr>
        <p:spPr>
          <a:xfrm>
            <a:off x="634534" y="4806777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able_TWformat_8_1">
            <a:extLst>
              <a:ext uri="{FF2B5EF4-FFF2-40B4-BE49-F238E27FC236}">
                <ns2:creationId id="{1874B372-115E-EF61-7374-E272B6E74318}"/>
              </a:ext>
            </a:extLst>
          </p:cNvPr>
          <p:cNvSpPr txBox="1"/>
          <p:nvPr/>
        </p:nvSpPr>
        <p:spPr>
          <a:xfrm>
            <a:off x="634534" y="5277610"/>
            <a:ext cx="1004258" cy="451585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able_TWformat_4_3">
            <a:extLst>
              <a:ext uri="{FF2B5EF4-FFF2-40B4-BE49-F238E27FC236}">
                <ns2:creationId id="{0F2E96C4-C6F0-0817-DD71-C08ACCCCD01F}"/>
              </a:ext>
            </a:extLst>
          </p:cNvPr>
          <p:cNvSpPr txBox="1"/>
          <p:nvPr/>
        </p:nvSpPr>
        <p:spPr>
          <a:xfrm>
            <a:off x="1686771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able_TWformat_5_3">
            <a:extLst>
              <a:ext uri="{FF2B5EF4-FFF2-40B4-BE49-F238E27FC236}">
                <ns2:creationId id="{E275D20B-670D-E0A9-F862-9D3919277143}"/>
              </a:ext>
            </a:extLst>
          </p:cNvPr>
          <p:cNvSpPr txBox="1"/>
          <p:nvPr/>
        </p:nvSpPr>
        <p:spPr>
          <a:xfrm>
            <a:off x="1686771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ns2:creationId id="{C1A9D222-39C1-0935-856F-D1B7EDD14BC0}"/>
              </a:ext>
            </a:extLst>
          </p:cNvPr>
          <p:cNvCxnSpPr/>
          <p:nvPr/>
        </p:nvCxnSpPr>
        <p:spPr>
          <a:xfrm>
            <a:off x="1686771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able_TWformat_6_3">
            <a:extLst>
              <a:ext uri="{FF2B5EF4-FFF2-40B4-BE49-F238E27FC236}">
                <ns2:creationId id="{3E324F27-23D0-3746-F6C1-4E0E0E3B43DD}"/>
              </a:ext>
            </a:extLst>
          </p:cNvPr>
          <p:cNvSpPr txBox="1"/>
          <p:nvPr/>
        </p:nvSpPr>
        <p:spPr>
          <a:xfrm>
            <a:off x="1686771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ns2:creationId id="{8059BC1A-E1AB-3083-43D6-F94CE1511971}"/>
              </a:ext>
            </a:extLst>
          </p:cNvPr>
          <p:cNvCxnSpPr/>
          <p:nvPr/>
        </p:nvCxnSpPr>
        <p:spPr>
          <a:xfrm>
            <a:off x="1686771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able_TWformat_7_3">
            <a:extLst>
              <a:ext uri="{FF2B5EF4-FFF2-40B4-BE49-F238E27FC236}">
                <ns2:creationId id="{62DC3838-945C-FFD3-AFC3-30AB8664FFAE}"/>
              </a:ext>
            </a:extLst>
          </p:cNvPr>
          <p:cNvSpPr txBox="1"/>
          <p:nvPr/>
        </p:nvSpPr>
        <p:spPr>
          <a:xfrm>
            <a:off x="1686771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ns2:creationId id="{B490E597-A7F8-5D62-FE7D-4D8F01777452}"/>
              </a:ext>
            </a:extLst>
          </p:cNvPr>
          <p:cNvCxnSpPr/>
          <p:nvPr/>
        </p:nvCxnSpPr>
        <p:spPr>
          <a:xfrm>
            <a:off x="1686771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able_TWformat_8_3">
            <a:extLst>
              <a:ext uri="{FF2B5EF4-FFF2-40B4-BE49-F238E27FC236}">
                <ns2:creationId id="{A23EF3F4-0F10-95AE-FB2E-29D8355D1C3D}"/>
              </a:ext>
            </a:extLst>
          </p:cNvPr>
          <p:cNvSpPr txBox="1"/>
          <p:nvPr/>
        </p:nvSpPr>
        <p:spPr>
          <a:xfrm>
            <a:off x="1686771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41" name="Straight Connector 40">
            <a:extLst>
              <a:ext uri="{FF2B5EF4-FFF2-40B4-BE49-F238E27FC236}">
                <ns2:creationId id="{5D82EBBD-7820-9636-D377-218ED51324EC}"/>
              </a:ext>
            </a:extLst>
          </p:cNvPr>
          <p:cNvCxnSpPr/>
          <p:nvPr/>
        </p:nvCxnSpPr>
        <p:spPr>
          <a:xfrm>
            <a:off x="1686771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able_TWformat_4_4">
            <a:extLst>
              <a:ext uri="{FF2B5EF4-FFF2-40B4-BE49-F238E27FC236}">
                <ns2:creationId id="{F3A86AED-4A6F-C8A6-1806-099A00C20396}"/>
              </a:ext>
            </a:extLst>
          </p:cNvPr>
          <p:cNvSpPr txBox="1"/>
          <p:nvPr/>
        </p:nvSpPr>
        <p:spPr>
          <a:xfrm>
            <a:off x="2362675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9" name="table_TWformat_5_4">
            <a:extLst>
              <a:ext uri="{FF2B5EF4-FFF2-40B4-BE49-F238E27FC236}">
                <ns2:creationId id="{2BABD438-CB6F-04FA-3088-B959655AFC8C}"/>
              </a:ext>
            </a:extLst>
          </p:cNvPr>
          <p:cNvSpPr txBox="1"/>
          <p:nvPr/>
        </p:nvSpPr>
        <p:spPr>
          <a:xfrm>
            <a:off x="2362675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ns2:creationId id="{25FE7F18-AF6B-192B-370C-DBDBF2F7D066}"/>
              </a:ext>
            </a:extLst>
          </p:cNvPr>
          <p:cNvCxnSpPr/>
          <p:nvPr/>
        </p:nvCxnSpPr>
        <p:spPr>
          <a:xfrm>
            <a:off x="2362675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able_TWformat_6_4">
            <a:extLst>
              <a:ext uri="{FF2B5EF4-FFF2-40B4-BE49-F238E27FC236}">
                <ns2:creationId id="{7BFCA858-D183-0A28-8912-FA5E2DD02E59}"/>
              </a:ext>
            </a:extLst>
          </p:cNvPr>
          <p:cNvSpPr txBox="1"/>
          <p:nvPr/>
        </p:nvSpPr>
        <p:spPr>
          <a:xfrm>
            <a:off x="2362675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2" name="Straight Connector 51">
            <a:extLst>
              <a:ext uri="{FF2B5EF4-FFF2-40B4-BE49-F238E27FC236}">
                <ns2:creationId id="{CF2885B2-A503-241F-3E53-9D92F70D5798}"/>
              </a:ext>
            </a:extLst>
          </p:cNvPr>
          <p:cNvCxnSpPr/>
          <p:nvPr/>
        </p:nvCxnSpPr>
        <p:spPr>
          <a:xfrm>
            <a:off x="2362675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able_TWformat_7_4">
            <a:extLst>
              <a:ext uri="{FF2B5EF4-FFF2-40B4-BE49-F238E27FC236}">
                <ns2:creationId id="{786B0320-9BEE-8296-6234-CCD11ECCCC7E}"/>
              </a:ext>
            </a:extLst>
          </p:cNvPr>
          <p:cNvSpPr txBox="1"/>
          <p:nvPr/>
        </p:nvSpPr>
        <p:spPr>
          <a:xfrm>
            <a:off x="2362675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ns2:creationId id="{B644D2CB-FE75-9FDA-DEA3-42BA29D9D3AD}"/>
              </a:ext>
            </a:extLst>
          </p:cNvPr>
          <p:cNvCxnSpPr/>
          <p:nvPr/>
        </p:nvCxnSpPr>
        <p:spPr>
          <a:xfrm>
            <a:off x="2362675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able_TWformat_8_4">
            <a:extLst>
              <a:ext uri="{FF2B5EF4-FFF2-40B4-BE49-F238E27FC236}">
                <ns2:creationId id="{D2B420DB-4723-864F-7471-A0BB6A646871}"/>
              </a:ext>
            </a:extLst>
          </p:cNvPr>
          <p:cNvSpPr txBox="1"/>
          <p:nvPr/>
        </p:nvSpPr>
        <p:spPr>
          <a:xfrm>
            <a:off x="2362675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ns2:creationId id="{291AE851-73D0-D5DF-BD49-7A7C656E048F}"/>
              </a:ext>
            </a:extLst>
          </p:cNvPr>
          <p:cNvCxnSpPr/>
          <p:nvPr/>
        </p:nvCxnSpPr>
        <p:spPr>
          <a:xfrm>
            <a:off x="2362675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able_TWformat_4_5">
            <a:extLst>
              <a:ext uri="{FF2B5EF4-FFF2-40B4-BE49-F238E27FC236}">
                <ns2:creationId id="{396432BA-80B4-2456-E946-A5622B52903A}"/>
              </a:ext>
            </a:extLst>
          </p:cNvPr>
          <p:cNvSpPr txBox="1"/>
          <p:nvPr/>
        </p:nvSpPr>
        <p:spPr>
          <a:xfrm>
            <a:off x="3038578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table_TWformat_5_5">
            <a:extLst>
              <a:ext uri="{FF2B5EF4-FFF2-40B4-BE49-F238E27FC236}">
                <ns2:creationId id="{397B8679-3AD8-50A4-AFD7-2B37AC381CDE}"/>
              </a:ext>
            </a:extLst>
          </p:cNvPr>
          <p:cNvSpPr txBox="1"/>
          <p:nvPr/>
        </p:nvSpPr>
        <p:spPr>
          <a:xfrm>
            <a:off x="3038578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5" name="Straight Connector 64">
            <a:extLst>
              <a:ext uri="{FF2B5EF4-FFF2-40B4-BE49-F238E27FC236}">
                <ns2:creationId id="{C25A63AE-D1A8-A14E-E325-C8050D67F22F}"/>
              </a:ext>
            </a:extLst>
          </p:cNvPr>
          <p:cNvCxnSpPr/>
          <p:nvPr/>
        </p:nvCxnSpPr>
        <p:spPr>
          <a:xfrm>
            <a:off x="3038578" y="3855489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able_TWformat_6_5">
            <a:extLst>
              <a:ext uri="{FF2B5EF4-FFF2-40B4-BE49-F238E27FC236}">
                <ns2:creationId id="{1BAC02D5-2D8A-0143-D59C-E474A4F701D4}"/>
              </a:ext>
            </a:extLst>
          </p:cNvPr>
          <p:cNvSpPr txBox="1"/>
          <p:nvPr/>
        </p:nvSpPr>
        <p:spPr>
          <a:xfrm>
            <a:off x="3038578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ns2:creationId id="{A9A7CD02-D7E2-622A-83EE-FD1E47B21B79}"/>
              </a:ext>
            </a:extLst>
          </p:cNvPr>
          <p:cNvCxnSpPr/>
          <p:nvPr/>
        </p:nvCxnSpPr>
        <p:spPr>
          <a:xfrm>
            <a:off x="3038578" y="4326321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able_TWformat_7_5">
            <a:extLst>
              <a:ext uri="{FF2B5EF4-FFF2-40B4-BE49-F238E27FC236}">
                <ns2:creationId id="{83C31F65-5F09-B46B-AA31-D7D860F4B92B}"/>
              </a:ext>
            </a:extLst>
          </p:cNvPr>
          <p:cNvSpPr txBox="1"/>
          <p:nvPr/>
        </p:nvSpPr>
        <p:spPr>
          <a:xfrm>
            <a:off x="3038578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ns2:creationId id="{AC6D38E3-A4B9-315A-9B15-F33DF6DB1C33}"/>
              </a:ext>
            </a:extLst>
          </p:cNvPr>
          <p:cNvCxnSpPr/>
          <p:nvPr/>
        </p:nvCxnSpPr>
        <p:spPr>
          <a:xfrm>
            <a:off x="3038578" y="4797154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able_TWformat_8_5">
            <a:extLst>
              <a:ext uri="{FF2B5EF4-FFF2-40B4-BE49-F238E27FC236}">
                <ns2:creationId id="{1B52FD19-32D6-EE05-518C-446146CA20DD}"/>
              </a:ext>
            </a:extLst>
          </p:cNvPr>
          <p:cNvSpPr txBox="1"/>
          <p:nvPr/>
        </p:nvSpPr>
        <p:spPr>
          <a:xfrm>
            <a:off x="3038578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ns2:creationId id="{C72D9B65-1F80-6058-38DD-5E4CF97ABAE5}"/>
              </a:ext>
            </a:extLst>
          </p:cNvPr>
          <p:cNvCxnSpPr/>
          <p:nvPr/>
        </p:nvCxnSpPr>
        <p:spPr>
          <a:xfrm>
            <a:off x="3038578" y="5267987"/>
            <a:ext cx="627926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able_TWformat_4_6">
            <a:extLst>
              <a:ext uri="{FF2B5EF4-FFF2-40B4-BE49-F238E27FC236}">
                <ns2:creationId id="{31C8D203-BFC9-BEEE-911C-AF174E34373F}"/>
              </a:ext>
            </a:extLst>
          </p:cNvPr>
          <p:cNvSpPr txBox="1"/>
          <p:nvPr/>
        </p:nvSpPr>
        <p:spPr>
          <a:xfrm>
            <a:off x="3714484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table_TWformat_5_6">
            <a:extLst>
              <a:ext uri="{FF2B5EF4-FFF2-40B4-BE49-F238E27FC236}">
                <ns2:creationId id="{6FB04834-2A37-568D-32AA-6FE61AD4C7ED}"/>
              </a:ext>
            </a:extLst>
          </p:cNvPr>
          <p:cNvSpPr txBox="1"/>
          <p:nvPr/>
        </p:nvSpPr>
        <p:spPr>
          <a:xfrm>
            <a:off x="3714484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0" name="Straight Connector 79">
            <a:extLst>
              <a:ext uri="{FF2B5EF4-FFF2-40B4-BE49-F238E27FC236}">
                <ns2:creationId id="{B01C96F3-ECE6-60C5-4E40-24E04E8378C3}"/>
              </a:ext>
            </a:extLst>
          </p:cNvPr>
          <p:cNvCxnSpPr/>
          <p:nvPr/>
        </p:nvCxnSpPr>
        <p:spPr>
          <a:xfrm>
            <a:off x="3714484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able_TWformat_6_6">
            <a:extLst>
              <a:ext uri="{FF2B5EF4-FFF2-40B4-BE49-F238E27FC236}">
                <ns2:creationId id="{D624C380-1B9A-F4C9-5561-B7B130FEE414}"/>
              </a:ext>
            </a:extLst>
          </p:cNvPr>
          <p:cNvSpPr txBox="1"/>
          <p:nvPr/>
        </p:nvSpPr>
        <p:spPr>
          <a:xfrm>
            <a:off x="3714484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ns2:creationId id="{4B463B05-0EAE-0043-FADF-E18F67483AC1}"/>
              </a:ext>
            </a:extLst>
          </p:cNvPr>
          <p:cNvCxnSpPr/>
          <p:nvPr/>
        </p:nvCxnSpPr>
        <p:spPr>
          <a:xfrm>
            <a:off x="3714484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able_TWformat_7_6">
            <a:extLst>
              <a:ext uri="{FF2B5EF4-FFF2-40B4-BE49-F238E27FC236}">
                <ns2:creationId id="{E86542A3-EF24-5FD2-765F-5C220CEB7188}"/>
              </a:ext>
            </a:extLst>
          </p:cNvPr>
          <p:cNvSpPr txBox="1"/>
          <p:nvPr/>
        </p:nvSpPr>
        <p:spPr>
          <a:xfrm>
            <a:off x="3714484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4" name="Straight Connector 83">
            <a:extLst>
              <a:ext uri="{FF2B5EF4-FFF2-40B4-BE49-F238E27FC236}">
                <ns2:creationId id="{B75BDEF8-DAD5-FC91-729E-68E8476ECA7F}"/>
              </a:ext>
            </a:extLst>
          </p:cNvPr>
          <p:cNvCxnSpPr/>
          <p:nvPr/>
        </p:nvCxnSpPr>
        <p:spPr>
          <a:xfrm>
            <a:off x="3714484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able_TWformat_8_6">
            <a:extLst>
              <a:ext uri="{FF2B5EF4-FFF2-40B4-BE49-F238E27FC236}">
                <ns2:creationId id="{DA34C5A1-8712-9B4F-9316-764F1BB22999}"/>
              </a:ext>
            </a:extLst>
          </p:cNvPr>
          <p:cNvSpPr txBox="1"/>
          <p:nvPr/>
        </p:nvSpPr>
        <p:spPr>
          <a:xfrm>
            <a:off x="3714484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6" name="Straight Connector 85">
            <a:extLst>
              <a:ext uri="{FF2B5EF4-FFF2-40B4-BE49-F238E27FC236}">
                <ns2:creationId id="{D9DC8F1D-765F-BCCA-633F-3D5FEB131EA0}"/>
              </a:ext>
            </a:extLst>
          </p:cNvPr>
          <p:cNvCxnSpPr/>
          <p:nvPr/>
        </p:nvCxnSpPr>
        <p:spPr>
          <a:xfrm>
            <a:off x="3714484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able_TWformat_4_7">
            <a:extLst>
              <a:ext uri="{FF2B5EF4-FFF2-40B4-BE49-F238E27FC236}">
                <ns2:creationId id="{52D8819A-CEDF-CEEB-7820-0984FDA02DE9}"/>
              </a:ext>
            </a:extLst>
          </p:cNvPr>
          <p:cNvSpPr txBox="1"/>
          <p:nvPr/>
        </p:nvSpPr>
        <p:spPr>
          <a:xfrm>
            <a:off x="4390387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4" name="table_TWformat_5_7">
            <a:extLst>
              <a:ext uri="{FF2B5EF4-FFF2-40B4-BE49-F238E27FC236}">
                <ns2:creationId id="{EF528036-097A-9ADD-B432-631A3A47F089}"/>
              </a:ext>
            </a:extLst>
          </p:cNvPr>
          <p:cNvSpPr txBox="1"/>
          <p:nvPr/>
        </p:nvSpPr>
        <p:spPr>
          <a:xfrm>
            <a:off x="4390387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ns2:creationId id="{995D7721-628E-4F65-1764-D98B7FD6A56D}"/>
              </a:ext>
            </a:extLst>
          </p:cNvPr>
          <p:cNvCxnSpPr/>
          <p:nvPr/>
        </p:nvCxnSpPr>
        <p:spPr>
          <a:xfrm>
            <a:off x="4390387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able_TWformat_6_7">
            <a:extLst>
              <a:ext uri="{FF2B5EF4-FFF2-40B4-BE49-F238E27FC236}">
                <ns2:creationId id="{880B2E07-1302-B197-8C37-8589E2A9A4CD}"/>
              </a:ext>
            </a:extLst>
          </p:cNvPr>
          <p:cNvSpPr txBox="1"/>
          <p:nvPr/>
        </p:nvSpPr>
        <p:spPr>
          <a:xfrm>
            <a:off x="4390387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7" name="Straight Connector 96">
            <a:extLst>
              <a:ext uri="{FF2B5EF4-FFF2-40B4-BE49-F238E27FC236}">
                <ns2:creationId id="{7BFED811-7F09-2336-79B4-4122DA1F9AEC}"/>
              </a:ext>
            </a:extLst>
          </p:cNvPr>
          <p:cNvCxnSpPr/>
          <p:nvPr/>
        </p:nvCxnSpPr>
        <p:spPr>
          <a:xfrm>
            <a:off x="4390387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able_TWformat_7_7">
            <a:extLst>
              <a:ext uri="{FF2B5EF4-FFF2-40B4-BE49-F238E27FC236}">
                <ns2:creationId id="{BFBD51BC-E80F-E420-842F-ACBED19732E2}"/>
              </a:ext>
            </a:extLst>
          </p:cNvPr>
          <p:cNvSpPr txBox="1"/>
          <p:nvPr/>
        </p:nvSpPr>
        <p:spPr>
          <a:xfrm>
            <a:off x="4390387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9" name="Straight Connector 98">
            <a:extLst>
              <a:ext uri="{FF2B5EF4-FFF2-40B4-BE49-F238E27FC236}">
                <ns2:creationId id="{7FC7C780-F9EB-E0FE-7C0E-4EA31EE9643F}"/>
              </a:ext>
            </a:extLst>
          </p:cNvPr>
          <p:cNvCxnSpPr/>
          <p:nvPr/>
        </p:nvCxnSpPr>
        <p:spPr>
          <a:xfrm>
            <a:off x="4390387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able_TWformat_8_7">
            <a:extLst>
              <a:ext uri="{FF2B5EF4-FFF2-40B4-BE49-F238E27FC236}">
                <ns2:creationId id="{7C74B2F6-F7F9-093E-FBE6-3B0582279D4B}"/>
              </a:ext>
            </a:extLst>
          </p:cNvPr>
          <p:cNvSpPr txBox="1"/>
          <p:nvPr/>
        </p:nvSpPr>
        <p:spPr>
          <a:xfrm>
            <a:off x="4390387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ns2:creationId id="{213D0F23-CB21-A258-13A1-6C480A23B1FF}"/>
              </a:ext>
            </a:extLst>
          </p:cNvPr>
          <p:cNvCxnSpPr/>
          <p:nvPr/>
        </p:nvCxnSpPr>
        <p:spPr>
          <a:xfrm>
            <a:off x="4390387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able_TWformat_4_8">
            <a:extLst>
              <a:ext uri="{FF2B5EF4-FFF2-40B4-BE49-F238E27FC236}">
                <ns2:creationId id="{EFE66C9B-1817-940C-634A-C4DB478C6D16}"/>
              </a:ext>
            </a:extLst>
          </p:cNvPr>
          <p:cNvSpPr txBox="1"/>
          <p:nvPr/>
        </p:nvSpPr>
        <p:spPr>
          <a:xfrm>
            <a:off x="5066292" y="3394279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table_TWformat_5_8">
            <a:extLst>
              <a:ext uri="{FF2B5EF4-FFF2-40B4-BE49-F238E27FC236}">
                <ns2:creationId id="{38436449-CF06-9268-9E01-4B449103BF33}"/>
              </a:ext>
            </a:extLst>
          </p:cNvPr>
          <p:cNvSpPr txBox="1"/>
          <p:nvPr/>
        </p:nvSpPr>
        <p:spPr>
          <a:xfrm>
            <a:off x="5066292" y="3865113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0" name="Straight Connector 109">
            <a:extLst>
              <a:ext uri="{FF2B5EF4-FFF2-40B4-BE49-F238E27FC236}">
                <ns2:creationId id="{B7BEB352-17FD-FDC9-5AF0-878154EACAA3}"/>
              </a:ext>
            </a:extLst>
          </p:cNvPr>
          <p:cNvCxnSpPr/>
          <p:nvPr/>
        </p:nvCxnSpPr>
        <p:spPr>
          <a:xfrm>
            <a:off x="5066292" y="3855489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able_TWformat_6_8">
            <a:extLst>
              <a:ext uri="{FF2B5EF4-FFF2-40B4-BE49-F238E27FC236}">
                <ns2:creationId id="{66B612AB-A69B-EDFD-BD67-58DC147A681C}"/>
              </a:ext>
            </a:extLst>
          </p:cNvPr>
          <p:cNvSpPr txBox="1"/>
          <p:nvPr/>
        </p:nvSpPr>
        <p:spPr>
          <a:xfrm>
            <a:off x="5066292" y="4335946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ns2:creationId id="{903B4919-4DC0-10FB-9B99-A330E04FE898}"/>
              </a:ext>
            </a:extLst>
          </p:cNvPr>
          <p:cNvCxnSpPr/>
          <p:nvPr/>
        </p:nvCxnSpPr>
        <p:spPr>
          <a:xfrm>
            <a:off x="5066292" y="4326321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able_TWformat_7_8">
            <a:extLst>
              <a:ext uri="{FF2B5EF4-FFF2-40B4-BE49-F238E27FC236}">
                <ns2:creationId id="{9E81A6DD-8DBD-FB34-4E2D-309F6836425C}"/>
              </a:ext>
            </a:extLst>
          </p:cNvPr>
          <p:cNvSpPr txBox="1"/>
          <p:nvPr/>
        </p:nvSpPr>
        <p:spPr>
          <a:xfrm>
            <a:off x="5066292" y="4806777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5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ns2:creationId id="{57B0BDE4-0945-367E-62BE-7D3284676C72}"/>
              </a:ext>
            </a:extLst>
          </p:cNvPr>
          <p:cNvCxnSpPr/>
          <p:nvPr/>
        </p:nvCxnSpPr>
        <p:spPr>
          <a:xfrm>
            <a:off x="5066292" y="4797154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able_TWformat_8_8">
            <a:extLst>
              <a:ext uri="{FF2B5EF4-FFF2-40B4-BE49-F238E27FC236}">
                <ns2:creationId id="{AEB0AD5A-0A9B-9FCF-FA50-ED3B28ECEFEF}"/>
              </a:ext>
            </a:extLst>
          </p:cNvPr>
          <p:cNvSpPr txBox="1"/>
          <p:nvPr/>
        </p:nvSpPr>
        <p:spPr>
          <a:xfrm>
            <a:off x="5066292" y="5277610"/>
            <a:ext cx="627925" cy="451585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ns2:creationId id="{40DD5456-FFBB-D55C-98F1-81C1AD90DD42}"/>
              </a:ext>
            </a:extLst>
          </p:cNvPr>
          <p:cNvCxnSpPr/>
          <p:nvPr/>
        </p:nvCxnSpPr>
        <p:spPr>
          <a:xfrm>
            <a:off x="5066292" y="5267987"/>
            <a:ext cx="627925" cy="0"/>
          </a:xfrm>
          <a:prstGeom prst="line">
            <a:avLst/>
          </a:prstGeom>
          <a:ln w="9525">
            <a:solidFill>
              <a:srgbClr val="41414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able_TWformat_4_1">
            <a:extLst>
              <a:ext uri="{FF2B5EF4-FFF2-40B4-BE49-F238E27FC236}">
                <ns2:creationId id="{F628F4DB-6A0B-4A4E-E7E4-21945A03C2B8}"/>
              </a:ext>
            </a:extLst>
          </p:cNvPr>
          <p:cNvSpPr txBox="1"/>
          <p:nvPr/>
        </p:nvSpPr>
        <p:spPr>
          <a:xfrm>
            <a:off x="334963" y="3394278"/>
            <a:ext cx="265982" cy="2334915"/>
          </a:xfrm>
          <a:prstGeom prst="rect">
            <a:avLst/>
          </a:prstGeom>
          <a:solidFill>
            <a:srgbClr val="008000"/>
          </a:solidFill>
        </p:spPr>
        <p:txBody>
          <a:bodyPr vert="eaVert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ja-JP" altLang="en-US" dirty="0">
                <a:solidFill>
                  <a:schemeClr val="bg1"/>
                </a:solidFill>
              </a:rPr>
              <a:t>XX</a:t>
            </a:r>
          </a:p>
        </p:txBody>
      </p:sp>
      <p:sp>
        <p:nvSpPr>
          <p:cNvPr id="279" name="Multiplication Sign 278">
            <a:extLst>
              <a:ext uri="{FF2B5EF4-FFF2-40B4-BE49-F238E27FC236}">
                <ns2:creationId id="{CD84F0AF-373C-DFE7-EF1D-365F076C571B}"/>
              </a:ext>
            </a:extLst>
          </p:cNvPr>
          <p:cNvSpPr/>
          <p:nvPr/>
        </p:nvSpPr>
        <p:spPr>
          <a:xfrm>
            <a:off x="4452801" y="3368523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0" name="Multiplication Sign 279">
            <a:extLst>
              <a:ext uri="{FF2B5EF4-FFF2-40B4-BE49-F238E27FC236}">
                <ns2:creationId id="{70913742-CA6B-A64E-FD94-F1DDFCF64296}"/>
              </a:ext>
            </a:extLst>
          </p:cNvPr>
          <p:cNvSpPr/>
          <p:nvPr/>
        </p:nvSpPr>
        <p:spPr>
          <a:xfrm>
            <a:off x="4452801" y="3839356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Multiplication Sign 280">
            <a:extLst>
              <a:ext uri="{FF2B5EF4-FFF2-40B4-BE49-F238E27FC236}">
                <ns2:creationId id="{C184E1DA-CE92-809C-D0EA-5E804EFB7FA1}"/>
              </a:ext>
            </a:extLst>
          </p:cNvPr>
          <p:cNvSpPr/>
          <p:nvPr/>
        </p:nvSpPr>
        <p:spPr>
          <a:xfrm>
            <a:off x="4452801" y="4310189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2" name="Multiplication Sign 281">
            <a:extLst>
              <a:ext uri="{FF2B5EF4-FFF2-40B4-BE49-F238E27FC236}">
                <ns2:creationId id="{DD1F5254-C656-C897-12DF-B935235631F2}"/>
              </a:ext>
            </a:extLst>
          </p:cNvPr>
          <p:cNvSpPr/>
          <p:nvPr/>
        </p:nvSpPr>
        <p:spPr>
          <a:xfrm>
            <a:off x="4452801" y="4781022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Multiplication Sign 282">
            <a:extLst>
              <a:ext uri="{FF2B5EF4-FFF2-40B4-BE49-F238E27FC236}">
                <ns2:creationId id="{8B890765-5909-F422-6269-62C983E78FB8}"/>
              </a:ext>
            </a:extLst>
          </p:cNvPr>
          <p:cNvSpPr/>
          <p:nvPr/>
        </p:nvSpPr>
        <p:spPr>
          <a:xfrm>
            <a:off x="4452801" y="5251855"/>
            <a:ext cx="503096" cy="503096"/>
          </a:xfrm>
          <a:prstGeom prst="mathMultiply">
            <a:avLst>
              <a:gd name="adj1" fmla="val 10749"/>
            </a:avLst>
          </a:prstGeom>
          <a:solidFill>
            <a:srgbClr val="C00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9" name="正方形/長方形 11">
            <a:extLst>
              <a:ext uri="{FF2B5EF4-FFF2-40B4-BE49-F238E27FC236}">
                <ns2:creationId id="{DF791C8A-BD50-35E8-79F7-FCAA573D0D15}"/>
              </a:ext>
            </a:extLst>
          </p:cNvPr>
          <p:cNvSpPr/>
          <p:nvPr/>
        </p:nvSpPr>
        <p:spPr>
          <a:xfrm>
            <a:off x="334963" y="5847009"/>
            <a:ext cx="11520277" cy="461716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pic>
        <p:nvPicPr>
          <p:cNvPr id="330" name="Graphic 329" descr="Lightbulb and pencil with solid fill">
            <a:extLst>
              <a:ext uri="{FF2B5EF4-FFF2-40B4-BE49-F238E27FC236}">
                <ns2:creationId id="{28702639-498E-8C2E-DE4C-D7303E0F82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948917" y="5896602"/>
            <a:ext cx="362530" cy="362530"/>
          </a:xfrm>
          <a:prstGeom prst="rect">
            <a:avLst/>
          </a:prstGeom>
        </p:spPr>
      </p:pic>
      <p:sp>
        <p:nvSpPr>
          <p:cNvPr id="7" name="テキスト ボックス 15">
            <a:extLst>
              <a:ext uri="{FF2B5EF4-FFF2-40B4-BE49-F238E27FC236}">
                <ns2:creationId id="{B63C92DC-B52D-CFD6-9784-669577F9F565}"/>
              </a:ext>
            </a:extLst>
          </p:cNvPr>
          <p:cNvSpPr txBox="1"/>
          <p:nvPr/>
        </p:nvSpPr>
        <p:spPr>
          <a:xfrm>
            <a:off x="6495984" y="1652437"/>
            <a:ext cx="5359256" cy="389772"/>
          </a:xfrm>
          <a:prstGeom prst="rect">
            <a:avLst/>
          </a:prstGeom>
          <a:solidFill>
            <a:srgbClr val="008000"/>
          </a:solidFill>
        </p:spPr>
        <p:txBody>
          <a:bodyPr wrap="none" lIns="540000" tIns="36000" rIns="36000" bIns="360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pic>
        <p:nvPicPr>
          <p:cNvPr id="332" name="Graphic 331" descr="Coins with solid fill">
            <a:extLst>
              <a:ext uri="{FF2B5EF4-FFF2-40B4-BE49-F238E27FC236}">
                <ns2:creationId id="{C08C2EAD-36AF-1ACC-4E71-724B5FF9D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583392" y="1636890"/>
            <a:ext cx="390030" cy="390030"/>
          </a:xfrm>
          <a:prstGeom prst="rect">
            <a:avLst/>
          </a:prstGeom>
        </p:spPr>
      </p:pic>
      <p:sp>
        <p:nvSpPr>
          <p:cNvPr id="4" name="テキスト ボックス 15">
            <a:extLst>
              <a:ext uri="{FF2B5EF4-FFF2-40B4-BE49-F238E27FC236}">
                <ns2:creationId id="{F17C4AC1-3922-CEC7-710A-2707A39270EB}"/>
              </a:ext>
            </a:extLst>
          </p:cNvPr>
          <p:cNvSpPr txBox="1"/>
          <p:nvPr/>
        </p:nvSpPr>
        <p:spPr>
          <a:xfrm>
            <a:off x="334964" y="1627891"/>
            <a:ext cx="5359254" cy="408029"/>
          </a:xfrm>
          <a:prstGeom prst="rect">
            <a:avLst/>
          </a:prstGeom>
          <a:solidFill>
            <a:srgbClr val="008000"/>
          </a:solidFill>
        </p:spPr>
        <p:txBody>
          <a:bodyPr wrap="none" lIns="540000" tIns="36000" rIns="36000" bIns="360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800" b="0" i="0" u="none" strike="noStrike" kern="1200" cap="none" spc="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334" name="Graphic 333" descr="Bar chart with solid fill">
            <a:extLst>
              <a:ext uri="{FF2B5EF4-FFF2-40B4-BE49-F238E27FC236}">
                <ns2:creationId id="{2DE8B0CC-9182-089E-0B60-CFD6BCB10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424288" y="1636890"/>
            <a:ext cx="390030" cy="390030"/>
          </a:xfrm>
          <a:prstGeom prst="rect">
            <a:avLst/>
          </a:prstGeom>
        </p:spPr>
      </p:pic>
    </p:spTree>
    <p:extLst>
      <p:ext uri="{BB962C8B-B14F-4D97-AF65-F5344CB8AC3E}">
        <ns5:creationId val="2487736759"/>
      </p:ext>
    </p:extLst>
  </p:cSld>
  <p:clrMapOvr>
    <a:masterClrMapping/>
  </p:clrMapOvr>
</p:sld>
</file>

<file path=ppt/slides/slide4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30A71EC-3C06-B7D3-EF19-D5102D2BF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2BB28A0-EE37-CFF4-0C7B-A10F9EE20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03461E73-8E92-9FD6-D288-DF766FFE3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/>
              <a:t>XX</a:t>
            </a:r>
            <a:fld id="{AE9BC486-A67F-4F3D-8FA3-20FB0639ABC0}" type="slidenum">
              <a:rPr lang="ja-JP" altLang="en-US" smtClean="0"/>
              <a:pPr algn="l"/>
              <a:t>45</a:t>
            </a:fld>
            <a:endParaRPr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4C6B8526-B5BE-D4B5-7F54-815C144BCF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31636"/>
            <a:ext cx="11520000" cy="360000"/>
          </a:xfrm>
        </p:spPr>
        <p:txBody>
          <a:bodyPr anchor="ctr">
            <a:normAutofit/>
          </a:bodyPr>
          <a:lstStyle/>
          <a:p>
            <a:r>
              <a:rPr lang="en-US" altLang="ja-JP" sz="1800"/>
              <a:t>EBITDA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endParaRPr kumimoji="1" lang="ja-JP" altLang="en-US" sz="1800"/>
          </a:p>
        </p:txBody>
      </p:sp>
      <p:grpSp>
        <p:nvGrpSpPr>
          <p:cNvPr id="7" name="グループ化 6">
            <a:extLst>
              <a:ext uri="{FF2B5EF4-FFF2-40B4-BE49-F238E27FC236}">
                <ns2:creationId id="{1E3F1468-CAF8-249E-4CBB-A778AB681A3A}"/>
              </a:ext>
            </a:extLst>
          </p:cNvPr>
          <p:cNvGrpSpPr/>
          <p:nvPr/>
        </p:nvGrpSpPr>
        <p:grpSpPr>
          <a:xfrm>
            <a:off x="342677" y="1344801"/>
            <a:ext cx="11512285" cy="360000"/>
            <a:chOff x="342677" y="1344801"/>
            <a:chExt cx="11512285" cy="360000"/>
          </a:xfrm>
        </p:grpSpPr>
        <p:sp>
          <p:nvSpPr>
            <p:cNvPr id="5" name="正方形/長方形 4">
              <a:extLst>
                <a:ext uri="{FF2B5EF4-FFF2-40B4-BE49-F238E27FC236}">
                  <ns2:creationId id="{3B6247FE-7645-D4CC-D30C-95CE3F29A242}"/>
                </a:ext>
              </a:extLst>
            </p:cNvPr>
            <p:cNvSpPr/>
            <p:nvPr/>
          </p:nvSpPr>
          <p:spPr>
            <a:xfrm>
              <a:off x="1602677" y="1344801"/>
              <a:ext cx="10252285" cy="360000"/>
            </a:xfrm>
            <a:prstGeom prst="rect">
              <a:avLst/>
            </a:prstGeom>
            <a:noFill/>
            <a:ln w="9525">
              <a:solidFill>
                <a:srgbClr val="008000">
                  <a:alpha val="7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0000" rtlCol="0" anchor="ctr"/>
            <a:lstStyle/>
            <a:p>
              <a:r>
                <a:rPr kumimoji="1" lang="en-US" altLang="ja-JP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kumimoji="1"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kumimoji="1" lang="ja-JP" altLang="en-US" sz="1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DFAD157E-E7AB-DFAD-B4ED-A633F092B189}"/>
                </a:ext>
              </a:extLst>
            </p:cNvPr>
            <p:cNvSpPr/>
            <p:nvPr/>
          </p:nvSpPr>
          <p:spPr>
            <a:xfrm>
              <a:off x="342677" y="1344801"/>
              <a:ext cx="1260000" cy="360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>
                  <a:alpha val="7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0" rtlCol="0" anchor="ctr"/>
            <a:lstStyle/>
            <a:p>
              <a:pPr algn="ctr"/>
              <a:r>
                <a:rPr kumimoji="1"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50" name="グラフィックス 249" descr="ターゲット 単色塗りつぶし">
              <a:extLst>
                <a:ext uri="{FF2B5EF4-FFF2-40B4-BE49-F238E27FC236}">
                  <ns2:creationId id="{B72FC145-1714-F173-C981-34683671C0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91147" y="1344801"/>
              <a:ext cx="360000" cy="360000"/>
            </a:xfrm>
            <a:prstGeom prst="rect">
              <a:avLst/>
            </a:prstGeom>
          </p:spPr>
        </p:pic>
      </p:grpSp>
      <p:grpSp>
        <p:nvGrpSpPr>
          <p:cNvPr id="253" name="グループ化 252">
            <a:extLst>
              <a:ext uri="{FF2B5EF4-FFF2-40B4-BE49-F238E27FC236}">
                <ns2:creationId id="{CD06A0C3-218F-E08A-950E-2B2289E069CD}"/>
              </a:ext>
            </a:extLst>
          </p:cNvPr>
          <p:cNvGrpSpPr/>
          <p:nvPr/>
        </p:nvGrpSpPr>
        <p:grpSpPr>
          <a:xfrm>
            <a:off x="3542944" y="1651636"/>
            <a:ext cx="8313590" cy="2069736"/>
            <a:chOff x="3542944" y="1651636"/>
            <a:chExt cx="8313590" cy="2069736"/>
          </a:xfrm>
        </p:grpSpPr>
        <p:grpSp>
          <p:nvGrpSpPr>
            <p:cNvPr id="191" name="グループ化 190">
              <a:extLst>
                <a:ext uri="{FF2B5EF4-FFF2-40B4-BE49-F238E27FC236}">
                  <ns2:creationId id="{3ED99AE5-C43C-644F-F0CB-8CB78D2D9790}"/>
                </a:ext>
              </a:extLst>
            </p:cNvPr>
            <p:cNvGrpSpPr/>
            <p:nvPr/>
          </p:nvGrpSpPr>
          <p:grpSpPr>
            <a:xfrm>
              <a:off x="3544503" y="1651636"/>
              <a:ext cx="8276022" cy="432000"/>
              <a:chOff x="371475" y="1160463"/>
              <a:chExt cx="5635625" cy="828675"/>
            </a:xfrm>
          </p:grpSpPr>
          <p:sp>
            <p:nvSpPr>
              <p:cNvPr id="192" name="テキスト ボックス 10">
                <a:extLst>
                  <a:ext uri="{FF2B5EF4-FFF2-40B4-BE49-F238E27FC236}">
                    <ns2:creationId id="{06D03689-4717-6B98-EC54-AAC3D6B92436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/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3" name="直線コネクタ 11">
                <a:extLst>
                  <a:ext uri="{FF2B5EF4-FFF2-40B4-BE49-F238E27FC236}">
                    <ns2:creationId id="{1E85ABE2-E8FC-CC21-94A3-B24AB63CF1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4" name="フローチャート: 他ページ結合子 133">
              <a:extLst>
                <a:ext uri="{FF2B5EF4-FFF2-40B4-BE49-F238E27FC236}">
                  <ns2:creationId id="{4956A6F1-883A-B8B9-C0D2-2A491285C233}"/>
                </a:ext>
              </a:extLst>
            </p:cNvPr>
            <p:cNvSpPr/>
            <p:nvPr/>
          </p:nvSpPr>
          <p:spPr>
            <a:xfrm>
              <a:off x="4505446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フローチャート: 他ページ結合子 134">
              <a:extLst>
                <a:ext uri="{FF2B5EF4-FFF2-40B4-BE49-F238E27FC236}">
                  <ns2:creationId id="{81C52872-E7A0-000B-A37F-CC1A8D7E5DF6}"/>
                </a:ext>
              </a:extLst>
            </p:cNvPr>
            <p:cNvSpPr/>
            <p:nvPr/>
          </p:nvSpPr>
          <p:spPr>
            <a:xfrm>
              <a:off x="5442459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51B1948C-AB9A-2904-D84A-D820DFFA45B6}"/>
                </a:ext>
              </a:extLst>
            </p:cNvPr>
            <p:cNvSpPr/>
            <p:nvPr/>
          </p:nvSpPr>
          <p:spPr>
            <a:xfrm>
              <a:off x="6379472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フローチャート: 他ページ結合子 136">
              <a:extLst>
                <a:ext uri="{FF2B5EF4-FFF2-40B4-BE49-F238E27FC236}">
                  <ns2:creationId id="{D5078F67-1455-C314-64CB-FFC4331746BD}"/>
                </a:ext>
              </a:extLst>
            </p:cNvPr>
            <p:cNvSpPr/>
            <p:nvPr/>
          </p:nvSpPr>
          <p:spPr>
            <a:xfrm>
              <a:off x="7316485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フローチャート: 他ページ結合子 137">
              <a:extLst>
                <a:ext uri="{FF2B5EF4-FFF2-40B4-BE49-F238E27FC236}">
                  <ns2:creationId id="{B83AFD47-85F3-3A51-7699-48B5A95C7B5C}"/>
                </a:ext>
              </a:extLst>
            </p:cNvPr>
            <p:cNvSpPr/>
            <p:nvPr/>
          </p:nvSpPr>
          <p:spPr>
            <a:xfrm>
              <a:off x="8253498" y="2191776"/>
              <a:ext cx="792000" cy="504000"/>
            </a:xfrm>
            <a:prstGeom prst="flowChartOffpageConnector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9B0FE501-D1BB-37F8-B549-9118E5C61F8C}"/>
                </a:ext>
              </a:extLst>
            </p:cNvPr>
            <p:cNvSpPr/>
            <p:nvPr/>
          </p:nvSpPr>
          <p:spPr>
            <a:xfrm>
              <a:off x="9190511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E705F933-F38E-6FFD-83BB-68CEF09B0F6E}"/>
                </a:ext>
              </a:extLst>
            </p:cNvPr>
            <p:cNvSpPr/>
            <p:nvPr/>
          </p:nvSpPr>
          <p:spPr>
            <a:xfrm>
              <a:off x="10127524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AE868542-F859-09D0-AC76-EF3E76C38E5D}"/>
                </a:ext>
              </a:extLst>
            </p:cNvPr>
            <p:cNvSpPr/>
            <p:nvPr/>
          </p:nvSpPr>
          <p:spPr>
            <a:xfrm>
              <a:off x="11064534" y="2191776"/>
              <a:ext cx="792000" cy="396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endParaRPr kumimoji="1"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DBEB2BE8-307B-22F7-B029-4EE9852E60BA}"/>
                </a:ext>
              </a:extLst>
            </p:cNvPr>
            <p:cNvSpPr/>
            <p:nvPr/>
          </p:nvSpPr>
          <p:spPr>
            <a:xfrm>
              <a:off x="4505446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104ACA76-CB60-212B-6B5A-AD00FD71FDD7}"/>
                </a:ext>
              </a:extLst>
            </p:cNvPr>
            <p:cNvSpPr/>
            <p:nvPr/>
          </p:nvSpPr>
          <p:spPr>
            <a:xfrm>
              <a:off x="5442459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8D1C57AD-4D65-EB98-883D-46668A571789}"/>
                </a:ext>
              </a:extLst>
            </p:cNvPr>
            <p:cNvSpPr/>
            <p:nvPr/>
          </p:nvSpPr>
          <p:spPr>
            <a:xfrm>
              <a:off x="7316484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65F1982D-7574-3448-AD49-642E3088EDB6}"/>
                </a:ext>
              </a:extLst>
            </p:cNvPr>
            <p:cNvSpPr/>
            <p:nvPr/>
          </p:nvSpPr>
          <p:spPr>
            <a:xfrm>
              <a:off x="8253498" y="2722574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743DFF70-ECBD-C0F2-C9EB-48C3B3A58684}"/>
                </a:ext>
              </a:extLst>
            </p:cNvPr>
            <p:cNvSpPr/>
            <p:nvPr/>
          </p:nvSpPr>
          <p:spPr>
            <a:xfrm>
              <a:off x="4505446" y="3253372"/>
              <a:ext cx="792000" cy="468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E7E538AD-B1B4-A8E1-54E1-06A5E904FB64}"/>
                </a:ext>
              </a:extLst>
            </p:cNvPr>
            <p:cNvSpPr/>
            <p:nvPr/>
          </p:nvSpPr>
          <p:spPr>
            <a:xfrm>
              <a:off x="5442459" y="3253372"/>
              <a:ext cx="792000" cy="468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D38B96E5-D12C-AEED-DEB3-8FE6185FE8E2}"/>
                </a:ext>
              </a:extLst>
            </p:cNvPr>
            <p:cNvSpPr/>
            <p:nvPr/>
          </p:nvSpPr>
          <p:spPr>
            <a:xfrm>
              <a:off x="7316485" y="3253372"/>
              <a:ext cx="792000" cy="468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E3B024DE-D563-C6AF-AC7F-ECF0C2109A10}"/>
                </a:ext>
              </a:extLst>
            </p:cNvPr>
            <p:cNvSpPr/>
            <p:nvPr/>
          </p:nvSpPr>
          <p:spPr>
            <a:xfrm>
              <a:off x="8253498" y="3253372"/>
              <a:ext cx="792000" cy="468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8" name="直線コネクタ 207">
              <a:extLst>
                <a:ext uri="{FF2B5EF4-FFF2-40B4-BE49-F238E27FC236}">
                  <ns2:creationId id="{6CA7BE86-F5FE-4B84-6C0D-6B3D9E8818A3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71472" y="2389776"/>
              <a:ext cx="1450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8B252A5A-E247-9C12-73D4-128F2115D7FA}"/>
                </a:ext>
              </a:extLst>
            </p:cNvPr>
            <p:cNvCxnSpPr>
              <a:cxnSpLocks/>
              <a:stCxn id="138" idx="3"/>
              <a:endCxn id="139" idx="1"/>
            </p:cNvCxnSpPr>
            <p:nvPr/>
          </p:nvCxnSpPr>
          <p:spPr>
            <a:xfrm flipV="1">
              <a:off x="9045498" y="2389776"/>
              <a:ext cx="1450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99ADC012-77F1-1ACC-A9F0-55A83DA78A96}"/>
                </a:ext>
              </a:extLst>
            </p:cNvPr>
            <p:cNvCxnSpPr>
              <a:cxnSpLocks/>
              <a:stCxn id="139" idx="3"/>
              <a:endCxn id="143" idx="1"/>
            </p:cNvCxnSpPr>
            <p:nvPr/>
          </p:nvCxnSpPr>
          <p:spPr>
            <a:xfrm>
              <a:off x="9982511" y="2389776"/>
              <a:ext cx="1450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グループ化 15">
              <a:extLst>
                <a:ext uri="{FF2B5EF4-FFF2-40B4-BE49-F238E27FC236}">
                  <ns2:creationId id="{35E2D8CC-2AB9-F5EA-CD52-120CC31C5B4F}"/>
                </a:ext>
              </a:extLst>
            </p:cNvPr>
            <p:cNvGrpSpPr/>
            <p:nvPr/>
          </p:nvGrpSpPr>
          <p:grpSpPr>
            <a:xfrm>
              <a:off x="3542944" y="3253372"/>
              <a:ext cx="900000" cy="468000"/>
              <a:chOff x="3542944" y="3253372"/>
              <a:chExt cx="900000" cy="468000"/>
            </a:xfrm>
          </p:grpSpPr>
          <p:sp>
            <p:nvSpPr>
              <p:cNvPr id="168" name="正方形/長方形 167">
                <a:extLst>
                  <a:ext uri="{FF2B5EF4-FFF2-40B4-BE49-F238E27FC236}">
                    <ns2:creationId id="{9B58513D-BE37-DAEF-F17D-F7020352EE2A}"/>
                  </a:ext>
                </a:extLst>
              </p:cNvPr>
              <p:cNvSpPr/>
              <p:nvPr/>
            </p:nvSpPr>
            <p:spPr>
              <a:xfrm>
                <a:off x="3542944" y="3253372"/>
                <a:ext cx="9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36000" bIns="36000" rtlCol="0" anchor="b"/>
              <a:lstStyle/>
              <a:p>
                <a:pPr algn="ctr"/>
                <a:r>
                  <a:rPr kumimoji="1" lang="ja-JP" altLang="en-US" sz="10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1" name="直線コネクタ 200">
                <a:extLst>
                  <a:ext uri="{FF2B5EF4-FFF2-40B4-BE49-F238E27FC236}">
                    <ns2:creationId id="{EDD7B525-B933-19C1-D157-9F7D2DEB8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2944" y="3253372"/>
                <a:ext cx="0" cy="468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2" name="グラフィックス 251" descr="コンパス 単色塗りつぶし">
                <a:extLst>
                  <a:ext uri="{FF2B5EF4-FFF2-40B4-BE49-F238E27FC236}">
                    <ns2:creationId id="{6CA7F290-BBE6-3965-5DBD-62FA00D701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866944" y="3253372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8" name="グループ化 17">
              <a:extLst>
                <a:ext uri="{FF2B5EF4-FFF2-40B4-BE49-F238E27FC236}">
                  <ns2:creationId id="{9F4EA5A9-AA53-E58A-4361-FF43C0070D9F}"/>
                </a:ext>
              </a:extLst>
            </p:cNvPr>
            <p:cNvGrpSpPr/>
            <p:nvPr/>
          </p:nvGrpSpPr>
          <p:grpSpPr>
            <a:xfrm>
              <a:off x="3542944" y="2191776"/>
              <a:ext cx="900000" cy="468000"/>
              <a:chOff x="3542944" y="2191776"/>
              <a:chExt cx="900000" cy="468000"/>
            </a:xfrm>
          </p:grpSpPr>
          <p:sp>
            <p:nvSpPr>
              <p:cNvPr id="133" name="正方形/長方形 132">
                <a:extLst>
                  <a:ext uri="{FF2B5EF4-FFF2-40B4-BE49-F238E27FC236}">
                    <ns2:creationId id="{285520D5-8004-AF28-35A2-C9F5C4738F67}"/>
                  </a:ext>
                </a:extLst>
              </p:cNvPr>
              <p:cNvSpPr/>
              <p:nvPr/>
            </p:nvSpPr>
            <p:spPr>
              <a:xfrm>
                <a:off x="3542944" y="2191776"/>
                <a:ext cx="9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36000" bIns="36000" rtlCol="0" anchor="b"/>
              <a:lstStyle/>
              <a:p>
                <a:pPr algn="ctr"/>
                <a:r>
                  <a:rPr lang="en-US" altLang="ja-JP" sz="10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9" name="直線コネクタ 198">
                <a:extLst>
                  <a:ext uri="{FF2B5EF4-FFF2-40B4-BE49-F238E27FC236}">
                    <ns2:creationId id="{100753F1-061A-A60F-7D51-35C6E45AC1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2944" y="2191776"/>
                <a:ext cx="0" cy="468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4" name="グラフィックス 253" descr="レーダー チャート 単色塗りつぶし">
                <a:extLst>
                  <a:ext uri="{FF2B5EF4-FFF2-40B4-BE49-F238E27FC236}">
                    <ns2:creationId id="{994E1344-3A62-0CBA-C718-554ACC7AC8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848944" y="2191776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7" name="グループ化 16">
              <a:extLst>
                <a:ext uri="{FF2B5EF4-FFF2-40B4-BE49-F238E27FC236}">
                  <ns2:creationId id="{03795548-6C27-5AA9-7DBB-FA04CE62A0EC}"/>
                </a:ext>
              </a:extLst>
            </p:cNvPr>
            <p:cNvGrpSpPr/>
            <p:nvPr/>
          </p:nvGrpSpPr>
          <p:grpSpPr>
            <a:xfrm>
              <a:off x="3542944" y="2722574"/>
              <a:ext cx="900000" cy="468000"/>
              <a:chOff x="3542944" y="2722574"/>
              <a:chExt cx="900000" cy="468000"/>
            </a:xfrm>
          </p:grpSpPr>
          <p:sp>
            <p:nvSpPr>
              <p:cNvPr id="150" name="正方形/長方形 149">
                <a:extLst>
                  <a:ext uri="{FF2B5EF4-FFF2-40B4-BE49-F238E27FC236}">
                    <ns2:creationId id="{52E14713-07B1-CCE4-AF17-2873E45E7576}"/>
                  </a:ext>
                </a:extLst>
              </p:cNvPr>
              <p:cNvSpPr/>
              <p:nvPr/>
            </p:nvSpPr>
            <p:spPr>
              <a:xfrm>
                <a:off x="3542944" y="2722574"/>
                <a:ext cx="900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36000" bIns="36000" rtlCol="0" anchor="b"/>
              <a:lstStyle/>
              <a:p>
                <a:pPr algn="ctr"/>
                <a:r>
                  <a:rPr lang="ja-JP" altLang="en-US" sz="10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02" name="直線コネクタ 201">
                <a:extLst>
                  <a:ext uri="{FF2B5EF4-FFF2-40B4-BE49-F238E27FC236}">
                    <ns2:creationId id="{B3E0A323-15F0-A0A1-355A-55894C9E9E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2944" y="2722574"/>
                <a:ext cx="0" cy="468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6" name="グラフィックス 255" descr="クリップボード: 混合 単色塗りつぶし">
                <a:extLst>
                  <a:ext uri="{FF2B5EF4-FFF2-40B4-BE49-F238E27FC236}">
                    <ns2:creationId id="{ECD55A35-C25F-D329-3742-A4C81EE21F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3866944" y="2722574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64" name="グループ化 263">
              <a:extLst>
                <a:ext uri="{FF2B5EF4-FFF2-40B4-BE49-F238E27FC236}">
                  <ns2:creationId id="{B9CAB16B-E800-5FD9-9FF3-1284A4D0A295}"/>
                </a:ext>
              </a:extLst>
            </p:cNvPr>
            <p:cNvGrpSpPr/>
            <p:nvPr/>
          </p:nvGrpSpPr>
          <p:grpSpPr>
            <a:xfrm>
              <a:off x="10929952" y="1803394"/>
              <a:ext cx="900001" cy="180000"/>
              <a:chOff x="10582243" y="1816401"/>
              <a:chExt cx="900001" cy="180000"/>
            </a:xfrm>
          </p:grpSpPr>
          <p:sp>
            <p:nvSpPr>
              <p:cNvPr id="262" name="正方形/長方形 261">
                <a:extLst>
                  <a:ext uri="{FF2B5EF4-FFF2-40B4-BE49-F238E27FC236}">
                    <ns2:creationId id="{F89E404D-A22C-8F7B-05B2-F0419B14296A}"/>
                  </a:ext>
                </a:extLst>
              </p:cNvPr>
              <p:cNvSpPr/>
              <p:nvPr/>
            </p:nvSpPr>
            <p:spPr>
              <a:xfrm>
                <a:off x="10582243" y="1816401"/>
                <a:ext cx="180000" cy="1800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endParaRPr kumimoji="1" lang="ja-JP" altLang="en-US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95FF0C7D-D460-A522-F0F1-C1902D2CB156}"/>
                  </a:ext>
                </a:extLst>
              </p:cNvPr>
              <p:cNvSpPr/>
              <p:nvPr/>
            </p:nvSpPr>
            <p:spPr>
              <a:xfrm>
                <a:off x="10762244" y="1816401"/>
                <a:ext cx="720000" cy="18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rtlCol="0" anchor="ctr"/>
              <a:lstStyle/>
              <a:p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pic>
          <p:nvPicPr>
            <p:cNvPr id="292" name="グラフィックス 291" descr="クリップボード: すべてバツ 枠線">
              <a:extLst>
                <a:ext uri="{FF2B5EF4-FFF2-40B4-BE49-F238E27FC236}">
                  <ns2:creationId id="{0B4170B1-1324-4B31-8379-3769A68B34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107574" y="1761376"/>
              <a:ext cx="324000" cy="324000"/>
            </a:xfrm>
            <a:prstGeom prst="rect">
              <a:avLst/>
            </a:prstGeom>
          </p:spPr>
        </p:pic>
      </p:grpSp>
      <p:grpSp>
        <p:nvGrpSpPr>
          <p:cNvPr id="249" name="グループ化 248">
            <a:extLst>
              <a:ext uri="{FF2B5EF4-FFF2-40B4-BE49-F238E27FC236}">
                <ns2:creationId id="{313327F9-65B3-97FF-A6BC-F46BA6774EB3}"/>
              </a:ext>
            </a:extLst>
          </p:cNvPr>
          <p:cNvGrpSpPr/>
          <p:nvPr/>
        </p:nvGrpSpPr>
        <p:grpSpPr>
          <a:xfrm>
            <a:off x="342676" y="1651636"/>
            <a:ext cx="3118279" cy="2069736"/>
            <a:chOff x="342676" y="1651636"/>
            <a:chExt cx="3118279" cy="2069736"/>
          </a:xfrm>
        </p:grpSpPr>
        <p:grpSp>
          <p:nvGrpSpPr>
            <p:cNvPr id="195" name="グループ化 194">
              <a:extLst>
                <a:ext uri="{FF2B5EF4-FFF2-40B4-BE49-F238E27FC236}">
                  <ns2:creationId id="{0B5F9C2B-9FD0-2A24-557F-4A015F4BA6DB}"/>
                </a:ext>
              </a:extLst>
            </p:cNvPr>
            <p:cNvGrpSpPr/>
            <p:nvPr/>
          </p:nvGrpSpPr>
          <p:grpSpPr>
            <a:xfrm>
              <a:off x="371475" y="1651636"/>
              <a:ext cx="2851071" cy="432000"/>
              <a:chOff x="371475" y="1160463"/>
              <a:chExt cx="5635625" cy="828675"/>
            </a:xfrm>
          </p:grpSpPr>
          <p:sp>
            <p:nvSpPr>
              <p:cNvPr id="196" name="テキスト ボックス 10">
                <a:extLst>
                  <a:ext uri="{FF2B5EF4-FFF2-40B4-BE49-F238E27FC236}">
                    <ns2:creationId id="{90719374-F6F9-4BC9-C611-30641689C2E1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/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7" name="直線コネクタ 11">
                <a:extLst>
                  <a:ext uri="{FF2B5EF4-FFF2-40B4-BE49-F238E27FC236}">
                    <ns2:creationId id="{8E318DB9-9F65-E797-A352-A1385C454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矢印: 五方向 126">
              <a:extLst>
                <a:ext uri="{FF2B5EF4-FFF2-40B4-BE49-F238E27FC236}">
                  <ns2:creationId id="{648CEAC5-55FC-7EF4-2B4E-E1A771192048}"/>
                </a:ext>
              </a:extLst>
            </p:cNvPr>
            <p:cNvSpPr/>
            <p:nvPr/>
          </p:nvSpPr>
          <p:spPr>
            <a:xfrm>
              <a:off x="342676" y="2173776"/>
              <a:ext cx="972000" cy="288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矢印: 山形 130">
              <a:extLst>
                <a:ext uri="{FF2B5EF4-FFF2-40B4-BE49-F238E27FC236}">
                  <ns2:creationId id="{2C9B4706-6E41-0E03-C35A-D1FE2AFC08BA}"/>
                </a:ext>
              </a:extLst>
            </p:cNvPr>
            <p:cNvSpPr/>
            <p:nvPr/>
          </p:nvSpPr>
          <p:spPr>
            <a:xfrm>
              <a:off x="1296611" y="2173776"/>
              <a:ext cx="972000" cy="288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2" name="矢印: 山形 131">
              <a:extLst>
                <a:ext uri="{FF2B5EF4-FFF2-40B4-BE49-F238E27FC236}">
                  <ns2:creationId id="{E981BCF3-C37C-A68F-929B-D31DBB22D754}"/>
                </a:ext>
              </a:extLst>
            </p:cNvPr>
            <p:cNvSpPr/>
            <p:nvPr/>
          </p:nvSpPr>
          <p:spPr>
            <a:xfrm>
              <a:off x="2250546" y="2173776"/>
              <a:ext cx="972000" cy="288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6" name="直線コネクタ 185">
              <a:extLst>
                <a:ext uri="{FF2B5EF4-FFF2-40B4-BE49-F238E27FC236}">
                  <ns2:creationId id="{417AC976-BD27-0E95-9E0B-0F71D3613FD5}"/>
                </a:ext>
              </a:extLst>
            </p:cNvPr>
            <p:cNvCxnSpPr>
              <a:cxnSpLocks/>
            </p:cNvCxnSpPr>
            <p:nvPr/>
          </p:nvCxnSpPr>
          <p:spPr>
            <a:xfrm>
              <a:off x="3460955" y="1843024"/>
              <a:ext cx="0" cy="1878348"/>
            </a:xfrm>
            <a:prstGeom prst="line">
              <a:avLst/>
            </a:prstGeom>
            <a:ln w="38100" cap="flat">
              <a:solidFill>
                <a:srgbClr val="008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矢印コネクタ 188">
              <a:extLst>
                <a:ext uri="{FF2B5EF4-FFF2-40B4-BE49-F238E27FC236}">
                  <ns2:creationId id="{D609956C-90B1-E595-480A-545C641D6FC6}"/>
                </a:ext>
              </a:extLst>
            </p:cNvPr>
            <p:cNvCxnSpPr>
              <a:cxnSpLocks/>
              <a:stCxn id="181" idx="3"/>
            </p:cNvCxnSpPr>
            <p:nvPr/>
          </p:nvCxnSpPr>
          <p:spPr>
            <a:xfrm>
              <a:off x="3193747" y="2719836"/>
              <a:ext cx="267208" cy="0"/>
            </a:xfrm>
            <a:prstGeom prst="straightConnector1">
              <a:avLst/>
            </a:prstGeom>
            <a:ln w="9525">
              <a:solidFill>
                <a:srgbClr val="008000">
                  <a:alpha val="75000"/>
                </a:srgb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90" name="グラフィックス 289" descr="手のひらと植物 枠線">
              <a:extLst>
                <a:ext uri="{FF2B5EF4-FFF2-40B4-BE49-F238E27FC236}">
                  <ns2:creationId id="{612375C8-92E3-D227-6A15-7DC74A15D5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10101" y="1738268"/>
              <a:ext cx="360000" cy="360000"/>
            </a:xfrm>
            <a:prstGeom prst="rect">
              <a:avLst/>
            </a:prstGeom>
          </p:spPr>
        </p:pic>
        <p:grpSp>
          <p:nvGrpSpPr>
            <p:cNvPr id="8" name="グループ化 7">
              <a:extLst>
                <a:ext uri="{FF2B5EF4-FFF2-40B4-BE49-F238E27FC236}">
                  <ns2:creationId id="{4CC61624-1706-A7B5-CBC1-C1F7AF8543E7}"/>
                </a:ext>
              </a:extLst>
            </p:cNvPr>
            <p:cNvGrpSpPr/>
            <p:nvPr/>
          </p:nvGrpSpPr>
          <p:grpSpPr>
            <a:xfrm>
              <a:off x="342677" y="2539836"/>
              <a:ext cx="540000" cy="1181536"/>
              <a:chOff x="342677" y="2539836"/>
              <a:chExt cx="540000" cy="1181536"/>
            </a:xfrm>
          </p:grpSpPr>
          <p:sp>
            <p:nvSpPr>
              <p:cNvPr id="147" name="正方形/長方形 146">
                <a:extLst>
                  <a:ext uri="{FF2B5EF4-FFF2-40B4-BE49-F238E27FC236}">
                    <ns2:creationId id="{7520A10D-BBF2-534E-8C83-FCAB0E04C0DE}"/>
                  </a:ext>
                </a:extLst>
              </p:cNvPr>
              <p:cNvSpPr/>
              <p:nvPr/>
            </p:nvSpPr>
            <p:spPr>
              <a:xfrm>
                <a:off x="342677" y="2539836"/>
                <a:ext cx="540000" cy="118153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wrap="none" tIns="288000" rtlCol="0" anchor="ctr"/>
              <a:lstStyle/>
              <a:p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2A36393A-BC7A-8842-4FD0-B1F93ACD9B10}"/>
                  </a:ext>
                </a:extLst>
              </p:cNvPr>
              <p:cNvSpPr/>
              <p:nvPr/>
            </p:nvSpPr>
            <p:spPr>
              <a:xfrm>
                <a:off x="342677" y="2539836"/>
                <a:ext cx="540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31" name="直線コネクタ 330">
                <a:extLst>
                  <a:ext uri="{FF2B5EF4-FFF2-40B4-BE49-F238E27FC236}">
                    <ns2:creationId id="{113B14E7-60C5-9DB3-A2FC-B24A4B182C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4677" y="2767974"/>
                <a:ext cx="396000" cy="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グループ化 10">
              <a:extLst>
                <a:ext uri="{FF2B5EF4-FFF2-40B4-BE49-F238E27FC236}">
                  <ns2:creationId id="{F6602332-7761-74FF-9B72-863DD9103BC2}"/>
                </a:ext>
              </a:extLst>
            </p:cNvPr>
            <p:cNvGrpSpPr/>
            <p:nvPr/>
          </p:nvGrpSpPr>
          <p:grpSpPr>
            <a:xfrm>
              <a:off x="922713" y="2539836"/>
              <a:ext cx="2271034" cy="360000"/>
              <a:chOff x="922713" y="2539836"/>
              <a:chExt cx="2271034" cy="324000"/>
            </a:xfrm>
          </p:grpSpPr>
          <p:sp>
            <p:nvSpPr>
              <p:cNvPr id="181" name="正方形/長方形 180">
                <a:extLst>
                  <a:ext uri="{FF2B5EF4-FFF2-40B4-BE49-F238E27FC236}">
                    <ns2:creationId id="{D9DD866D-8918-E233-6F59-5415E6CFECC9}"/>
                  </a:ext>
                </a:extLst>
              </p:cNvPr>
              <p:cNvSpPr/>
              <p:nvPr/>
            </p:nvSpPr>
            <p:spPr>
              <a:xfrm>
                <a:off x="922713" y="2539836"/>
                <a:ext cx="2271034" cy="32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57" name="直線コネクタ 256">
                <a:extLst>
                  <a:ext uri="{FF2B5EF4-FFF2-40B4-BE49-F238E27FC236}">
                    <ns2:creationId id="{9551D377-D5F6-C0DF-9FD5-795ED302BA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45747" y="2611836"/>
                <a:ext cx="0" cy="180000"/>
              </a:xfrm>
              <a:prstGeom prst="line">
                <a:avLst/>
              </a:prstGeom>
              <a:ln w="38100">
                <a:solidFill>
                  <a:schemeClr val="bg1">
                    <a:alpha val="7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9" name="正方形/長方形 338">
                <a:extLst>
                  <a:ext uri="{FF2B5EF4-FFF2-40B4-BE49-F238E27FC236}">
                    <ns2:creationId id="{D7C5B54F-39EB-2779-C79C-FA1324A69870}"/>
                  </a:ext>
                </a:extLst>
              </p:cNvPr>
              <p:cNvSpPr/>
              <p:nvPr/>
            </p:nvSpPr>
            <p:spPr>
              <a:xfrm>
                <a:off x="1645747" y="2539836"/>
                <a:ext cx="1548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BA1F54D0-28D3-14B4-A454-E00F4AE1F28B}"/>
                </a:ext>
              </a:extLst>
            </p:cNvPr>
            <p:cNvGrpSpPr/>
            <p:nvPr/>
          </p:nvGrpSpPr>
          <p:grpSpPr>
            <a:xfrm>
              <a:off x="922713" y="2950604"/>
              <a:ext cx="2271034" cy="360000"/>
              <a:chOff x="922713" y="2968604"/>
              <a:chExt cx="2271034" cy="324000"/>
            </a:xfrm>
          </p:grpSpPr>
          <p:sp>
            <p:nvSpPr>
              <p:cNvPr id="182" name="正方形/長方形 181">
                <a:extLst>
                  <a:ext uri="{FF2B5EF4-FFF2-40B4-BE49-F238E27FC236}">
                    <ns2:creationId id="{46E3B104-DFF9-AB44-F4D7-671137479D8A}"/>
                  </a:ext>
                </a:extLst>
              </p:cNvPr>
              <p:cNvSpPr/>
              <p:nvPr/>
            </p:nvSpPr>
            <p:spPr>
              <a:xfrm>
                <a:off x="922713" y="2968604"/>
                <a:ext cx="2271034" cy="324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58" name="直線コネクタ 257">
                <a:extLst>
                  <a:ext uri="{FF2B5EF4-FFF2-40B4-BE49-F238E27FC236}">
                    <ns2:creationId id="{F7A44C4F-9561-3108-16A5-9891A96C23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45747" y="3040604"/>
                <a:ext cx="0" cy="180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0" name="正方形/長方形 339">
                <a:extLst>
                  <a:ext uri="{FF2B5EF4-FFF2-40B4-BE49-F238E27FC236}">
                    <ns2:creationId id="{10860FBF-FCF0-B653-4145-38A731122946}"/>
                  </a:ext>
                </a:extLst>
              </p:cNvPr>
              <p:cNvSpPr/>
              <p:nvPr/>
            </p:nvSpPr>
            <p:spPr>
              <a:xfrm>
                <a:off x="1645747" y="2968604"/>
                <a:ext cx="1548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8A8F7D50-6CF3-E724-2A79-03E2876B75BA}"/>
                </a:ext>
              </a:extLst>
            </p:cNvPr>
            <p:cNvGrpSpPr/>
            <p:nvPr/>
          </p:nvGrpSpPr>
          <p:grpSpPr>
            <a:xfrm>
              <a:off x="922713" y="3361372"/>
              <a:ext cx="2271034" cy="360000"/>
              <a:chOff x="922713" y="3397372"/>
              <a:chExt cx="2271034" cy="324000"/>
            </a:xfrm>
          </p:grpSpPr>
          <p:sp>
            <p:nvSpPr>
              <p:cNvPr id="183" name="正方形/長方形 182">
                <a:extLst>
                  <a:ext uri="{FF2B5EF4-FFF2-40B4-BE49-F238E27FC236}">
                    <ns2:creationId id="{49960FB1-DE3E-F87F-322A-D03DB6BFEFC9}"/>
                  </a:ext>
                </a:extLst>
              </p:cNvPr>
              <p:cNvSpPr/>
              <p:nvPr/>
            </p:nvSpPr>
            <p:spPr>
              <a:xfrm>
                <a:off x="922713" y="3397372"/>
                <a:ext cx="2271034" cy="324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</a:p>
            </p:txBody>
          </p:sp>
          <p:cxnSp>
            <p:nvCxnSpPr>
              <p:cNvPr id="259" name="直線コネクタ 258">
                <a:extLst>
                  <a:ext uri="{FF2B5EF4-FFF2-40B4-BE49-F238E27FC236}">
                    <ns2:creationId id="{79B6E704-1F31-D8C0-0849-C8CC096758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45747" y="3469372"/>
                <a:ext cx="0" cy="180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1" name="正方形/長方形 340">
                <a:extLst>
                  <a:ext uri="{FF2B5EF4-FFF2-40B4-BE49-F238E27FC236}">
                    <ns2:creationId id="{7B97D892-1BC2-9F5C-44D1-5702945DCE60}"/>
                  </a:ext>
                </a:extLst>
              </p:cNvPr>
              <p:cNvSpPr/>
              <p:nvPr/>
            </p:nvSpPr>
            <p:spPr>
              <a:xfrm>
                <a:off x="1645747" y="3397372"/>
                <a:ext cx="1548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255" name="グループ化 254">
            <a:extLst>
              <a:ext uri="{FF2B5EF4-FFF2-40B4-BE49-F238E27FC236}">
                <ns2:creationId id="{CA65BFC3-99BB-2D21-E8EE-BBC679E5D918}"/>
              </a:ext>
            </a:extLst>
          </p:cNvPr>
          <p:cNvGrpSpPr/>
          <p:nvPr/>
        </p:nvGrpSpPr>
        <p:grpSpPr>
          <a:xfrm>
            <a:off x="342677" y="3779723"/>
            <a:ext cx="11515037" cy="2525610"/>
            <a:chOff x="342677" y="3779723"/>
            <a:chExt cx="11515037" cy="2525610"/>
          </a:xfrm>
        </p:grpSpPr>
        <p:sp>
          <p:nvSpPr>
            <p:cNvPr id="22" name="正方形/長方形 21">
              <a:extLst>
                <a:ext uri="{FF2B5EF4-FFF2-40B4-BE49-F238E27FC236}">
                  <ns2:creationId id="{72451D21-FE80-2E2B-4826-5EED4F35C059}"/>
                </a:ext>
              </a:extLst>
            </p:cNvPr>
            <p:cNvSpPr/>
            <p:nvPr/>
          </p:nvSpPr>
          <p:spPr>
            <a:xfrm>
              <a:off x="922713" y="4651148"/>
              <a:ext cx="2150201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</p:txBody>
        </p:sp>
        <p:cxnSp>
          <p:nvCxnSpPr>
            <p:cNvPr id="206" name="直線コネクタ 205">
              <a:extLst>
                <a:ext uri="{FF2B5EF4-FFF2-40B4-BE49-F238E27FC236}">
                  <ns2:creationId id="{30A89524-3789-27AF-2946-39AA1281A4C7}"/>
                </a:ext>
              </a:extLst>
            </p:cNvPr>
            <p:cNvCxnSpPr>
              <a:cxnSpLocks/>
            </p:cNvCxnSpPr>
            <p:nvPr/>
          </p:nvCxnSpPr>
          <p:spPr>
            <a:xfrm>
              <a:off x="7316485" y="3779723"/>
              <a:ext cx="1729012" cy="0"/>
            </a:xfrm>
            <a:prstGeom prst="line">
              <a:avLst/>
            </a:prstGeom>
            <a:ln w="38100">
              <a:solidFill>
                <a:schemeClr val="bg1">
                  <a:lumMod val="65000"/>
                  <a:alpha val="7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8" name="正方形/長方形 227">
              <a:extLst>
                <a:ext uri="{FF2B5EF4-FFF2-40B4-BE49-F238E27FC236}">
                  <ns2:creationId id="{47B9752C-9B44-2317-D898-9E74ACED94E3}"/>
                </a:ext>
              </a:extLst>
            </p:cNvPr>
            <p:cNvSpPr/>
            <p:nvPr/>
          </p:nvSpPr>
          <p:spPr>
            <a:xfrm>
              <a:off x="3116363" y="4651148"/>
              <a:ext cx="2157650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4BF88C8C-ACDE-6F13-13AD-883947464983}"/>
                </a:ext>
              </a:extLst>
            </p:cNvPr>
            <p:cNvSpPr/>
            <p:nvPr/>
          </p:nvSpPr>
          <p:spPr>
            <a:xfrm>
              <a:off x="5310013" y="4651148"/>
              <a:ext cx="2157650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9F39F665-A841-AD4E-6BD0-C18FD7E97B91}"/>
                </a:ext>
              </a:extLst>
            </p:cNvPr>
            <p:cNvSpPr/>
            <p:nvPr/>
          </p:nvSpPr>
          <p:spPr>
            <a:xfrm>
              <a:off x="7503662" y="4651148"/>
              <a:ext cx="2157650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/>
            <a:lstStyle/>
            <a:p>
              <a:pPr marL="171450" indent="-171450">
                <a:spcAft>
                  <a:spcPts val="600"/>
                </a:spcAft>
                <a:buClr>
                  <a:schemeClr val="bg1">
                    <a:lumMod val="65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altLang="ja-JP" sz="105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7D8FEA81-BA5A-9741-BC61-97143605285F}"/>
                </a:ext>
              </a:extLst>
            </p:cNvPr>
            <p:cNvSpPr/>
            <p:nvPr/>
          </p:nvSpPr>
          <p:spPr>
            <a:xfrm>
              <a:off x="9697311" y="4651148"/>
              <a:ext cx="2059655" cy="11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/>
            <a:lstStyle/>
            <a:p>
              <a:pPr marL="171450" indent="-171450">
                <a:spcAft>
                  <a:spcPts val="600"/>
                </a:spcAft>
                <a:buClr>
                  <a:schemeClr val="bg1">
                    <a:lumMod val="65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altLang="ja-JP" sz="105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40" name="直線コネクタ 239">
              <a:extLst>
                <a:ext uri="{FF2B5EF4-FFF2-40B4-BE49-F238E27FC236}">
                  <ns2:creationId id="{B2BE2CFC-AA0A-1AB0-952E-50CFDD792443}"/>
                </a:ext>
              </a:extLst>
            </p:cNvPr>
            <p:cNvCxnSpPr>
              <a:cxnSpLocks/>
            </p:cNvCxnSpPr>
            <p:nvPr/>
          </p:nvCxnSpPr>
          <p:spPr>
            <a:xfrm>
              <a:off x="976505" y="5989372"/>
              <a:ext cx="2052000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正方形/長方形 236">
              <a:extLst>
                <a:ext uri="{FF2B5EF4-FFF2-40B4-BE49-F238E27FC236}">
                  <ns2:creationId id="{59C025D0-B63C-F69B-1DEE-AF4EAFF0D789}"/>
                </a:ext>
              </a:extLst>
            </p:cNvPr>
            <p:cNvSpPr/>
            <p:nvPr/>
          </p:nvSpPr>
          <p:spPr>
            <a:xfrm>
              <a:off x="1785538" y="5899372"/>
              <a:ext cx="432000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rIns="36000" rtlCol="0" anchor="ctr"/>
            <a:lstStyle/>
            <a:p>
              <a:pPr algn="ctr"/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42" name="直線コネクタ 241">
              <a:extLst>
                <a:ext uri="{FF2B5EF4-FFF2-40B4-BE49-F238E27FC236}">
                  <ns2:creationId id="{454FA748-761E-330B-22D0-CD9B76E5791F}"/>
                </a:ext>
              </a:extLst>
            </p:cNvPr>
            <p:cNvCxnSpPr>
              <a:cxnSpLocks/>
            </p:cNvCxnSpPr>
            <p:nvPr/>
          </p:nvCxnSpPr>
          <p:spPr>
            <a:xfrm>
              <a:off x="976505" y="6215333"/>
              <a:ext cx="4248000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正方形/長方形 237">
              <a:extLst>
                <a:ext uri="{FF2B5EF4-FFF2-40B4-BE49-F238E27FC236}">
                  <ns2:creationId id="{D545787C-B223-22E8-24F9-66A9E2A963A5}"/>
                </a:ext>
              </a:extLst>
            </p:cNvPr>
            <p:cNvSpPr/>
            <p:nvPr/>
          </p:nvSpPr>
          <p:spPr>
            <a:xfrm>
              <a:off x="2920505" y="6125333"/>
              <a:ext cx="360000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rIns="36000" rtlCol="0" anchor="ctr"/>
            <a:lstStyle/>
            <a:p>
              <a:pPr algn="ctr"/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44" name="直線コネクタ 243">
              <a:extLst>
                <a:ext uri="{FF2B5EF4-FFF2-40B4-BE49-F238E27FC236}">
                  <ns2:creationId id="{BC4B508E-DCD0-E953-8B1B-C37229018CAF}"/>
                </a:ext>
              </a:extLst>
            </p:cNvPr>
            <p:cNvCxnSpPr>
              <a:cxnSpLocks/>
            </p:cNvCxnSpPr>
            <p:nvPr/>
          </p:nvCxnSpPr>
          <p:spPr>
            <a:xfrm>
              <a:off x="3095332" y="4711814"/>
              <a:ext cx="0" cy="1127334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線コネクタ 245">
              <a:extLst>
                <a:ext uri="{FF2B5EF4-FFF2-40B4-BE49-F238E27FC236}">
                  <ns2:creationId id="{2BA8F2FB-D3D1-0C95-6993-7D9D68C6C7BE}"/>
                </a:ext>
              </a:extLst>
            </p:cNvPr>
            <p:cNvCxnSpPr>
              <a:cxnSpLocks/>
            </p:cNvCxnSpPr>
            <p:nvPr/>
          </p:nvCxnSpPr>
          <p:spPr>
            <a:xfrm>
              <a:off x="5290823" y="4704938"/>
              <a:ext cx="0" cy="113421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線コネクタ 246">
              <a:extLst>
                <a:ext uri="{FF2B5EF4-FFF2-40B4-BE49-F238E27FC236}">
                  <ns2:creationId id="{718650FC-2F3B-F573-8079-5A81EEEB489C}"/>
                </a:ext>
              </a:extLst>
            </p:cNvPr>
            <p:cNvCxnSpPr>
              <a:cxnSpLocks/>
            </p:cNvCxnSpPr>
            <p:nvPr/>
          </p:nvCxnSpPr>
          <p:spPr>
            <a:xfrm>
              <a:off x="7484474" y="4704938"/>
              <a:ext cx="0" cy="113421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線コネクタ 247">
              <a:extLst>
                <a:ext uri="{FF2B5EF4-FFF2-40B4-BE49-F238E27FC236}">
                  <ns2:creationId id="{35AB86E7-A244-1594-3D58-3A5B7C16AD99}"/>
                </a:ext>
              </a:extLst>
            </p:cNvPr>
            <p:cNvCxnSpPr>
              <a:cxnSpLocks/>
            </p:cNvCxnSpPr>
            <p:nvPr/>
          </p:nvCxnSpPr>
          <p:spPr>
            <a:xfrm>
              <a:off x="9678123" y="4704938"/>
              <a:ext cx="0" cy="113421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4" name="グループ化 233">
              <a:extLst>
                <a:ext uri="{FF2B5EF4-FFF2-40B4-BE49-F238E27FC236}">
                  <ns2:creationId id="{67F63559-3AC0-11FD-A89A-130FEDC1CF50}"/>
                </a:ext>
              </a:extLst>
            </p:cNvPr>
            <p:cNvGrpSpPr/>
            <p:nvPr/>
          </p:nvGrpSpPr>
          <p:grpSpPr>
            <a:xfrm>
              <a:off x="342677" y="5872278"/>
              <a:ext cx="540000" cy="432000"/>
              <a:chOff x="342677" y="5872278"/>
              <a:chExt cx="540000" cy="432000"/>
            </a:xfrm>
          </p:grpSpPr>
          <p:sp>
            <p:nvSpPr>
              <p:cNvPr id="219" name="正方形/長方形 218">
                <a:extLst>
                  <a:ext uri="{FF2B5EF4-FFF2-40B4-BE49-F238E27FC236}">
                    <ns2:creationId id="{B9AAD855-35F7-A098-D44B-61D34D1F4422}"/>
                  </a:ext>
                </a:extLst>
              </p:cNvPr>
              <p:cNvSpPr/>
              <p:nvPr/>
            </p:nvSpPr>
            <p:spPr>
              <a:xfrm>
                <a:off x="342677" y="5872278"/>
                <a:ext cx="540000" cy="432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288000" bIns="72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61" name="グラフィックス 260" descr="階層 単色塗りつぶし">
                <a:extLst>
                  <a:ext uri="{FF2B5EF4-FFF2-40B4-BE49-F238E27FC236}">
                    <ns2:creationId id="{6288786D-583C-60C5-D6F4-919C0B226A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86677" y="5872278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204" name="直線コネクタ 203">
              <a:extLst>
                <a:ext uri="{FF2B5EF4-FFF2-40B4-BE49-F238E27FC236}">
                  <ns2:creationId id="{6962A0E5-0801-E831-AE46-C83E8AC6B98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458" y="3779723"/>
              <a:ext cx="792001" cy="0"/>
            </a:xfrm>
            <a:prstGeom prst="line">
              <a:avLst/>
            </a:prstGeom>
            <a:ln w="38100">
              <a:solidFill>
                <a:srgbClr val="008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9" name="グループ化 238">
              <a:extLst>
                <a:ext uri="{FF2B5EF4-FFF2-40B4-BE49-F238E27FC236}">
                  <ns2:creationId id="{45D762C3-BCF9-A6F9-4FB9-9D57375EAFAC}"/>
                </a:ext>
              </a:extLst>
            </p:cNvPr>
            <p:cNvGrpSpPr/>
            <p:nvPr/>
          </p:nvGrpSpPr>
          <p:grpSpPr>
            <a:xfrm>
              <a:off x="922713" y="4097979"/>
              <a:ext cx="4453119" cy="561961"/>
              <a:chOff x="922713" y="4097979"/>
              <a:chExt cx="4453119" cy="561961"/>
            </a:xfrm>
          </p:grpSpPr>
          <p:sp>
            <p:nvSpPr>
              <p:cNvPr id="221" name="ホームベース 9">
                <a:extLst>
                  <a:ext uri="{FF2B5EF4-FFF2-40B4-BE49-F238E27FC236}">
                    <ns2:creationId id="{A32E3789-B590-E635-BC22-D905E0850AC0}"/>
                  </a:ext>
                </a:extLst>
              </p:cNvPr>
              <p:cNvSpPr/>
              <p:nvPr/>
            </p:nvSpPr>
            <p:spPr>
              <a:xfrm>
                <a:off x="922713" y="4097979"/>
                <a:ext cx="4453119" cy="553169"/>
              </a:xfrm>
              <a:prstGeom prst="homePlate">
                <a:avLst>
                  <a:gd name="adj" fmla="val 18206"/>
                </a:avLst>
              </a:prstGeom>
              <a:gradFill>
                <a:gsLst>
                  <a:gs pos="50000">
                    <a:srgbClr val="008000">
                      <a:alpha val="70000"/>
                    </a:srgbClr>
                  </a:gs>
                  <a:gs pos="50000">
                    <a:srgbClr val="008000">
                      <a:alpha val="50000"/>
                    </a:srgbClr>
                  </a:gs>
                  <a:gs pos="49000">
                    <a:srgbClr val="008000"/>
                  </a:gs>
                  <a:gs pos="49000">
                    <a:schemeClr val="bg2">
                      <a:lumMod val="10000"/>
                      <a:lumOff val="90000"/>
                    </a:schemeClr>
                  </a:gs>
                  <a:gs pos="49000">
                    <a:srgbClr val="008000">
                      <a:alpha val="60000"/>
                    </a:srgbClr>
                  </a:gs>
                  <a:gs pos="50000">
                    <a:srgbClr val="008000">
                      <a:alpha val="30000"/>
                    </a:srgb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3" name="直線コネクタ 232">
                <a:extLst>
                  <a:ext uri="{FF2B5EF4-FFF2-40B4-BE49-F238E27FC236}">
                    <ns2:creationId id="{FA14F97A-E398-1696-19F9-7DC2CDC277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4638" y="4371940"/>
                <a:ext cx="0" cy="28800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正方形/長方形 234">
                <a:extLst>
                  <a:ext uri="{FF2B5EF4-FFF2-40B4-BE49-F238E27FC236}">
                    <ns2:creationId id="{58D94DF6-C552-9BF0-B75B-0299AFD0BF5E}"/>
                  </a:ext>
                </a:extLst>
              </p:cNvPr>
              <p:cNvSpPr/>
              <p:nvPr/>
            </p:nvSpPr>
            <p:spPr>
              <a:xfrm>
                <a:off x="1295419" y="4378249"/>
                <a:ext cx="1412238" cy="2710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rtlCol="0" anchor="ctr"/>
              <a:lstStyle/>
              <a:p>
                <a:pPr algn="ctr"/>
                <a:r>
                  <a: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6" name="正方形/長方形 235">
                <a:extLst>
                  <a:ext uri="{FF2B5EF4-FFF2-40B4-BE49-F238E27FC236}">
                    <ns2:creationId id="{AF9C797A-13CE-6127-F84C-3AD56F0D5197}"/>
                  </a:ext>
                </a:extLst>
              </p:cNvPr>
              <p:cNvSpPr/>
              <p:nvPr/>
            </p:nvSpPr>
            <p:spPr>
              <a:xfrm>
                <a:off x="3489069" y="4378249"/>
                <a:ext cx="1412238" cy="2710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rtlCol="0" anchor="ctr"/>
              <a:lstStyle/>
              <a:p>
                <a:pPr algn="ctr"/>
                <a:r>
                  <a:rPr kumimoji="1" lang="ja-JP" altLang="en-US" sz="12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0" name="グラフィックス 299" descr="クリップボード 単色塗りつぶし">
                <a:extLst>
                  <a:ext uri="{FF2B5EF4-FFF2-40B4-BE49-F238E27FC236}">
                    <ns2:creationId id="{983FB657-BC13-6C3A-A823-A1694FEE4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2663981" y="4097979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41" name="グループ化 240">
              <a:extLst>
                <a:ext uri="{FF2B5EF4-FFF2-40B4-BE49-F238E27FC236}">
                  <ns2:creationId id="{91CDC8E6-FFBF-08E4-FFF7-E5E9DBC5B27B}"/>
                </a:ext>
              </a:extLst>
            </p:cNvPr>
            <p:cNvGrpSpPr/>
            <p:nvPr/>
          </p:nvGrpSpPr>
          <p:grpSpPr>
            <a:xfrm>
              <a:off x="9697312" y="4097979"/>
              <a:ext cx="2160402" cy="553169"/>
              <a:chOff x="9697312" y="4097979"/>
              <a:chExt cx="2160402" cy="553169"/>
            </a:xfrm>
          </p:grpSpPr>
          <p:sp>
            <p:nvSpPr>
              <p:cNvPr id="227" name="山形 66">
                <a:extLst>
                  <a:ext uri="{FF2B5EF4-FFF2-40B4-BE49-F238E27FC236}">
                    <ns2:creationId id="{72AE2F75-D666-0F44-A6D1-B0F62E4EC300}"/>
                  </a:ext>
                </a:extLst>
              </p:cNvPr>
              <p:cNvSpPr/>
              <p:nvPr/>
            </p:nvSpPr>
            <p:spPr>
              <a:xfrm>
                <a:off x="9697312" y="4097979"/>
                <a:ext cx="2160402" cy="553169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4" name="グラフィックス 303" descr="トラック 単色塗りつぶし">
                <a:extLst>
                  <a:ext uri="{FF2B5EF4-FFF2-40B4-BE49-F238E27FC236}">
                    <ns2:creationId id="{6A261B19-688C-00B1-209E-6E4729DC35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0074185" y="4248563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43" name="グループ化 242">
              <a:extLst>
                <a:ext uri="{FF2B5EF4-FFF2-40B4-BE49-F238E27FC236}">
                  <ns2:creationId id="{F7A1978C-61DA-4F13-3E01-C3B64A4C61F7}"/>
                </a:ext>
              </a:extLst>
            </p:cNvPr>
            <p:cNvGrpSpPr/>
            <p:nvPr/>
          </p:nvGrpSpPr>
          <p:grpSpPr>
            <a:xfrm>
              <a:off x="7500910" y="4097979"/>
              <a:ext cx="2261801" cy="553169"/>
              <a:chOff x="7500910" y="4097979"/>
              <a:chExt cx="2261801" cy="553169"/>
            </a:xfrm>
          </p:grpSpPr>
          <p:sp>
            <p:nvSpPr>
              <p:cNvPr id="226" name="山形 65">
                <a:extLst>
                  <a:ext uri="{FF2B5EF4-FFF2-40B4-BE49-F238E27FC236}">
                    <ns2:creationId id="{BC0EA555-2F52-94C7-8C4E-D15EDD731482}"/>
                  </a:ext>
                </a:extLst>
              </p:cNvPr>
              <p:cNvSpPr/>
              <p:nvPr/>
            </p:nvSpPr>
            <p:spPr>
              <a:xfrm>
                <a:off x="7500910" y="4097979"/>
                <a:ext cx="2261801" cy="553169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6" name="グラフィックス 305" descr="継続的改善 単色塗りつぶし">
                <a:extLst>
                  <a:ext uri="{FF2B5EF4-FFF2-40B4-BE49-F238E27FC236}">
                    <ns2:creationId id="{5759ED02-E975-933F-C6F1-0294807D7D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7936827" y="4248563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32" name="グループ化 231">
              <a:extLst>
                <a:ext uri="{FF2B5EF4-FFF2-40B4-BE49-F238E27FC236}">
                  <ns2:creationId id="{85E08388-4BCC-FF10-62AF-E859C16BB160}"/>
                </a:ext>
              </a:extLst>
            </p:cNvPr>
            <p:cNvGrpSpPr/>
            <p:nvPr/>
          </p:nvGrpSpPr>
          <p:grpSpPr>
            <a:xfrm>
              <a:off x="342677" y="4097979"/>
              <a:ext cx="540000" cy="1741169"/>
              <a:chOff x="342677" y="4097979"/>
              <a:chExt cx="540000" cy="1741169"/>
            </a:xfrm>
          </p:grpSpPr>
          <p:sp>
            <p:nvSpPr>
              <p:cNvPr id="218" name="正方形/長方形 217">
                <a:extLst>
                  <a:ext uri="{FF2B5EF4-FFF2-40B4-BE49-F238E27FC236}">
                    <ns2:creationId id="{5A7081E4-4AFC-917A-78F3-30D8954B4F4A}"/>
                  </a:ext>
                </a:extLst>
              </p:cNvPr>
              <p:cNvSpPr/>
              <p:nvPr/>
            </p:nvSpPr>
            <p:spPr>
              <a:xfrm>
                <a:off x="342677" y="4097979"/>
                <a:ext cx="540000" cy="1741169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wrap="none" tIns="360000" rtlCol="0" anchor="ctr"/>
              <a:lstStyle/>
              <a:p>
                <a:pPr algn="ctr"/>
                <a:r>
                  <a: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10" name="グラフィックス 309" descr="パズルのピース 単色塗りつぶし">
                <a:extLst>
                  <a:ext uri="{FF2B5EF4-FFF2-40B4-BE49-F238E27FC236}">
                    <ns2:creationId id="{619A25FB-8346-E549-206E-3094D68AA7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486677" y="450637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45" name="グループ化 244">
              <a:extLst>
                <a:ext uri="{FF2B5EF4-FFF2-40B4-BE49-F238E27FC236}">
                  <ns2:creationId id="{2BD39086-1F5C-3094-800F-3F4EDAFCA8F5}"/>
                </a:ext>
              </a:extLst>
            </p:cNvPr>
            <p:cNvGrpSpPr/>
            <p:nvPr/>
          </p:nvGrpSpPr>
          <p:grpSpPr>
            <a:xfrm>
              <a:off x="5307260" y="4097979"/>
              <a:ext cx="2254816" cy="553169"/>
              <a:chOff x="5307260" y="4097979"/>
              <a:chExt cx="2254816" cy="553169"/>
            </a:xfrm>
          </p:grpSpPr>
          <p:sp>
            <p:nvSpPr>
              <p:cNvPr id="223" name="山形 11">
                <a:extLst>
                  <a:ext uri="{FF2B5EF4-FFF2-40B4-BE49-F238E27FC236}">
                    <ns2:creationId id="{9ACE9B33-1F56-2048-FB3B-20F9EB9A0CB0}"/>
                  </a:ext>
                </a:extLst>
              </p:cNvPr>
              <p:cNvSpPr/>
              <p:nvPr/>
            </p:nvSpPr>
            <p:spPr>
              <a:xfrm>
                <a:off x="5307260" y="4097979"/>
                <a:ext cx="2254816" cy="553169"/>
              </a:xfrm>
              <a:prstGeom prst="chevron">
                <a:avLst>
                  <a:gd name="adj" fmla="val 18094"/>
                </a:avLst>
              </a:prstGeom>
              <a:gradFill>
                <a:gsLst>
                  <a:gs pos="50000">
                    <a:schemeClr val="bg1">
                      <a:lumMod val="65000"/>
                      <a:alpha val="50000"/>
                    </a:schemeClr>
                  </a:gs>
                  <a:gs pos="49000">
                    <a:schemeClr val="bg1">
                      <a:lumMod val="65000"/>
                    </a:schemeClr>
                  </a:gs>
                </a:gsLst>
                <a:lin ang="54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2500"/>
                  </a:lnSpc>
                  <a:buClr>
                    <a:schemeClr val="accent1"/>
                  </a:buClr>
                </a:pP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24" name="グラフィックス 323" descr="優良在庫 単色塗りつぶし">
                <a:extLst>
                  <a:ext uri="{FF2B5EF4-FFF2-40B4-BE49-F238E27FC236}">
                    <ns2:creationId id="{FEACF920-D2A1-043F-7463-DC77E0EDB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5885169" y="4097979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20" name="コネクタ: カギ線 19">
              <a:extLst>
                <a:ext uri="{FF2B5EF4-FFF2-40B4-BE49-F238E27FC236}">
                  <ns2:creationId id="{6C389E28-0D6E-CB58-0962-2608F06641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09562" y="2569080"/>
              <a:ext cx="318255" cy="2739541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>
                  <a:alpha val="70000"/>
                </a:srgb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ns2:creationId id="{03565D65-0B9B-A8EA-6103-A314A710002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123679" y="3040668"/>
              <a:ext cx="318256" cy="179636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65000"/>
                  <a:alpha val="7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コネクタ: カギ線 27">
              <a:extLst>
                <a:ext uri="{FF2B5EF4-FFF2-40B4-BE49-F238E27FC236}">
                  <ns2:creationId id="{743187FF-A015-A1BF-08A8-EE4A7981D96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222251" y="3738465"/>
              <a:ext cx="318255" cy="40077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65000"/>
                  <a:alpha val="7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コネクタ: カギ線 30">
              <a:extLst>
                <a:ext uri="{FF2B5EF4-FFF2-40B4-BE49-F238E27FC236}">
                  <ns2:creationId id="{E27EDC3F-89D0-E602-2ECC-B4DDD5DD2AA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295103" y="2665613"/>
              <a:ext cx="318255" cy="254647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65000"/>
                  <a:alpha val="7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733326223"/>
      </p:ext>
    </p:extLst>
  </p:cSld>
  <p:clrMapOvr>
    <a:masterClrMapping/>
  </p:clrMapOvr>
</p:sld>
</file>

<file path=ppt/slides/slide49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2AB1715-F07F-0EE0-1CA7-54BCB977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86BDFC8-EDAB-8CEB-70F4-E3218BC92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br>
              <a:rPr kumimoji="1"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4B5312E-3736-AA60-F897-48FBF711CC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1004086"/>
            <a:ext cx="11633993" cy="624689"/>
          </a:xfrm>
        </p:spPr>
        <p:txBody>
          <a:bodyPr/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ns2:creationId id="{8EC9F1AD-2038-0615-9583-C84E78A523B7}"/>
              </a:ext>
            </a:extLst>
          </p:cNvPr>
          <p:cNvSpPr txBox="1"/>
          <p:nvPr/>
        </p:nvSpPr>
        <p:spPr>
          <a:xfrm>
            <a:off x="6096000" y="6308725"/>
            <a:ext cx="5339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/>
              <a:t>※</a:t>
            </a:r>
            <a:r>
              <a:rPr kumimoji="1" lang="ja-JP" altLang="en-US" sz="900"/>
              <a:t>XX</a:t>
            </a:r>
            <a:r>
              <a:rPr kumimoji="1" lang="en-US" altLang="ja-JP" sz="900"/>
              <a:t>:</a:t>
            </a:r>
            <a:r>
              <a:rPr lang="ja-JP" altLang="en-US" sz="900"/>
              <a:t>XX</a:t>
            </a:r>
            <a:r>
              <a:rPr lang="en-US" altLang="ja-JP" sz="900"/>
              <a:t>XX</a:t>
            </a:r>
            <a:r>
              <a:rPr lang="ja-JP" altLang="en-US" sz="900"/>
              <a:t>」</a:t>
            </a:r>
            <a:r>
              <a:rPr kumimoji="1" lang="ja-JP" altLang="en-US" sz="900"/>
              <a:t>XX</a:t>
            </a:r>
            <a:r>
              <a:rPr lang="ja-JP" altLang="en-US" sz="900"/>
              <a:t>出典</a:t>
            </a:r>
            <a:endParaRPr kumimoji="1" lang="en-US" altLang="ja-JP" sz="900"/>
          </a:p>
          <a:p>
            <a:r>
              <a:rPr kumimoji="1" lang="en-US" altLang="ja-JP" sz="900"/>
              <a:t>※</a:t>
            </a:r>
            <a:r>
              <a:rPr kumimoji="1" lang="ja-JP" altLang="en-US" sz="900"/>
              <a:t>XX</a:t>
            </a:r>
            <a:r>
              <a:rPr kumimoji="1" lang="en-US" altLang="ja-JP" sz="900"/>
              <a:t>:</a:t>
            </a:r>
            <a:r>
              <a:rPr kumimoji="1" lang="ja-JP" altLang="en-US" sz="900"/>
              <a:t>XX</a:t>
            </a:r>
            <a:r>
              <a:rPr kumimoji="1" lang="en-US" altLang="ja-JP" sz="900"/>
              <a:t>XX</a:t>
            </a:r>
            <a:r>
              <a:rPr kumimoji="1" lang="ja-JP" altLang="en-US" sz="900"/>
              <a:t>XX</a:t>
            </a:r>
          </a:p>
        </p:txBody>
      </p:sp>
      <p:cxnSp>
        <p:nvCxnSpPr>
          <p:cNvPr id="15" name="直線コネクタ 14">
            <a:extLst>
              <a:ext uri="{FF2B5EF4-FFF2-40B4-BE49-F238E27FC236}">
                <ns2:creationId id="{496990E8-156E-4D45-3BB4-266719CE86A1}"/>
              </a:ext>
            </a:extLst>
          </p:cNvPr>
          <p:cNvCxnSpPr/>
          <p:nvPr/>
        </p:nvCxnSpPr>
        <p:spPr>
          <a:xfrm>
            <a:off x="334963" y="2199992"/>
            <a:ext cx="5468308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ns2:creationId id="{5F647418-DF3D-4D79-8ED2-2E1A9405A670}"/>
              </a:ext>
            </a:extLst>
          </p:cNvPr>
          <p:cNvCxnSpPr/>
          <p:nvPr/>
        </p:nvCxnSpPr>
        <p:spPr>
          <a:xfrm>
            <a:off x="6388730" y="2199992"/>
            <a:ext cx="5468308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ns2:creationId id="{5AC8316B-13AB-A10B-C12F-097BCD92F5E6}"/>
              </a:ext>
            </a:extLst>
          </p:cNvPr>
          <p:cNvSpPr txBox="1"/>
          <p:nvPr/>
        </p:nvSpPr>
        <p:spPr>
          <a:xfrm>
            <a:off x="715225" y="1813441"/>
            <a:ext cx="4852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ns2:creationId id="{B5D45CA8-0F2C-C19B-78A6-2CC632DF70BC}"/>
              </a:ext>
            </a:extLst>
          </p:cNvPr>
          <p:cNvSpPr txBox="1"/>
          <p:nvPr/>
        </p:nvSpPr>
        <p:spPr>
          <a:xfrm>
            <a:off x="6862528" y="1813441"/>
            <a:ext cx="4852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ns2:creationId id="{3D31995A-76A0-A38C-4063-B384E5A47543}"/>
              </a:ext>
            </a:extLst>
          </p:cNvPr>
          <p:cNvSpPr txBox="1"/>
          <p:nvPr/>
        </p:nvSpPr>
        <p:spPr>
          <a:xfrm>
            <a:off x="334962" y="2222481"/>
            <a:ext cx="54683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lang="ja-JP" altLang="en-US" sz="14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aphicFrame>
        <p:nvGraphicFramePr>
          <p:cNvPr id="23" name="グラフ 22">
            <a:extLst>
              <a:ext uri="{FF2B5EF4-FFF2-40B4-BE49-F238E27FC236}">
                <ns2:creationId id="{EA638B17-AD23-F517-56F4-0FC574F8A620}"/>
              </a:ext>
            </a:extLst>
          </p:cNvPr>
          <p:cNvGraphicFramePr/>
          <p:nvPr/>
        </p:nvGraphicFramePr>
        <p:xfrm>
          <a:off x="6388729" y="2406276"/>
          <a:ext cx="5468309" cy="3757492"/>
        </p:xfrm>
        <a:graphic>
          <a:graphicData uri="http://schemas.openxmlformats.org/drawingml/2006/chart">
            <ns3:chart r:id="rId2"/>
          </a:graphicData>
        </a:graphic>
      </p:graphicFrame>
      <p:graphicFrame>
        <p:nvGraphicFramePr>
          <p:cNvPr id="27" name="グラフ 26">
            <a:extLst>
              <a:ext uri="{FF2B5EF4-FFF2-40B4-BE49-F238E27FC236}">
                <ns2:creationId id="{EA7EFEA4-73AA-DDFB-E281-A505327F9131}"/>
              </a:ext>
            </a:extLst>
          </p:cNvPr>
          <p:cNvGraphicFramePr/>
          <p:nvPr/>
        </p:nvGraphicFramePr>
        <p:xfrm>
          <a:off x="334963" y="2530258"/>
          <a:ext cx="5761037" cy="3738758"/>
        </p:xfrm>
        <a:graphic>
          <a:graphicData uri="http://schemas.openxmlformats.org/drawingml/2006/chart">
            <ns3:chart r:id="rId3"/>
          </a:graphicData>
        </a:graphic>
      </p:graphicFrame>
    </p:spTree>
    <p:extLst>
      <p:ext uri="{BB962C8B-B14F-4D97-AF65-F5344CB8AC3E}">
        <ns5:creationId val="553993380"/>
      </p:ext>
    </p:extLst>
  </p:cSld>
  <p:clrMapOvr>
    <a:masterClrMapping/>
  </p:clrMapOvr>
</p:sld>
</file>

<file path=ppt/slides/slide5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152D7DB-C42C-DD67-EDFE-8D36D96F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31274BD-7CC4-F2DF-CA7E-AB07F766D5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122" name="グループ化 121">
            <a:extLst>
              <a:ext uri="{FF2B5EF4-FFF2-40B4-BE49-F238E27FC236}">
                <ns2:creationId id="{1299843C-1C4E-C543-BC96-5314DE44DCB6}"/>
              </a:ext>
            </a:extLst>
          </p:cNvPr>
          <p:cNvGrpSpPr/>
          <p:nvPr/>
        </p:nvGrpSpPr>
        <p:grpSpPr>
          <a:xfrm>
            <a:off x="789080" y="3358546"/>
            <a:ext cx="1598556" cy="1598556"/>
            <a:chOff x="996865" y="3409640"/>
            <a:chExt cx="1233715" cy="1233715"/>
          </a:xfrm>
          <a:solidFill>
            <a:srgbClr val="008000">
              <a:alpha val="10000"/>
            </a:srgbClr>
          </a:solidFill>
        </p:grpSpPr>
        <p:pic>
          <p:nvPicPr>
            <p:cNvPr id="128" name="グラフィックス 127" descr="鉛筆 単色塗りつぶし">
              <a:extLst>
                <a:ext uri="{FF2B5EF4-FFF2-40B4-BE49-F238E27FC236}">
                  <ns2:creationId id="{0048350C-B93A-6521-D020-41C6B1F805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156522" y="3569297"/>
              <a:ext cx="914400" cy="914400"/>
            </a:xfrm>
            <a:prstGeom prst="rect">
              <a:avLst/>
            </a:prstGeom>
          </p:spPr>
        </p:pic>
        <p:sp>
          <p:nvSpPr>
            <p:cNvPr id="127" name="楕円 126">
              <a:extLst>
                <a:ext uri="{FF2B5EF4-FFF2-40B4-BE49-F238E27FC236}">
                  <ns2:creationId id="{86E2A6F7-A311-D017-C3FC-3827BA1DE3B7}"/>
                </a:ext>
              </a:extLst>
            </p:cNvPr>
            <p:cNvSpPr/>
            <p:nvPr/>
          </p:nvSpPr>
          <p:spPr>
            <a:xfrm>
              <a:off x="996865" y="3409640"/>
              <a:ext cx="1233715" cy="1233715"/>
            </a:xfrm>
            <a:prstGeom prst="ellipse">
              <a:avLst/>
            </a:prstGeom>
            <a:grp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23" name="Freeform 8">
            <a:extLst>
              <a:ext uri="{FF2B5EF4-FFF2-40B4-BE49-F238E27FC236}">
                <ns2:creationId id="{AE962E05-40D5-821B-7FA3-C621D4230D7C}"/>
              </a:ext>
            </a:extLst>
          </p:cNvPr>
          <p:cNvSpPr>
            <a:spLocks/>
          </p:cNvSpPr>
          <p:nvPr>
            <p:custDataLst>
              <p:tags r:id="rId1"/>
            </p:custDataLst>
          </p:nvPr>
        </p:nvSpPr>
        <p:spPr bwMode="gray">
          <a:xfrm>
            <a:off x="441642" y="174489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4" name="ホームベース 64">
            <a:extLst>
              <a:ext uri="{FF2B5EF4-FFF2-40B4-BE49-F238E27FC236}">
                <ns2:creationId id="{C6D3B891-051B-F8A2-2DAA-EDF701DD9F0C}"/>
              </a:ext>
            </a:extLst>
          </p:cNvPr>
          <p:cNvSpPr/>
          <p:nvPr/>
        </p:nvSpPr>
        <p:spPr>
          <a:xfrm>
            <a:off x="441642" y="174489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288000" rIns="36000" bIns="36000" rtlCol="0" anchor="ctr" anchorCtr="0"/>
          <a:lstStyle/>
          <a:p>
            <a:pPr algn="ctr"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  <a:endParaRPr kumimoji="1" lang="en-US" altLang="ja-JP" sz="1600" dirty="0">
              <a:solidFill>
                <a:srgbClr val="008000"/>
              </a:solidFill>
              <a:latin typeface="+mn-ea"/>
            </a:endParaRPr>
          </a:p>
          <a:p>
            <a:pPr algn="ctr"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25" name="楕円 124">
            <a:extLst>
              <a:ext uri="{FF2B5EF4-FFF2-40B4-BE49-F238E27FC236}">
                <ns2:creationId id="{78DD9804-8290-4C54-7DFF-62FC2495A127}"/>
              </a:ext>
            </a:extLst>
          </p:cNvPr>
          <p:cNvSpPr/>
          <p:nvPr/>
        </p:nvSpPr>
        <p:spPr>
          <a:xfrm>
            <a:off x="334963" y="162877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6" name="グループ化 145">
            <a:extLst>
              <a:ext uri="{FF2B5EF4-FFF2-40B4-BE49-F238E27FC236}">
                <ns2:creationId id="{7D43EB53-3155-08BF-9B4C-1E8230C33DF2}"/>
              </a:ext>
            </a:extLst>
          </p:cNvPr>
          <p:cNvGrpSpPr/>
          <p:nvPr/>
        </p:nvGrpSpPr>
        <p:grpSpPr>
          <a:xfrm>
            <a:off x="687541" y="1870217"/>
            <a:ext cx="253064" cy="252269"/>
            <a:chOff x="-420529" y="2057509"/>
            <a:chExt cx="253064" cy="252269"/>
          </a:xfrm>
        </p:grpSpPr>
        <p:sp>
          <p:nvSpPr>
            <p:cNvPr id="130" name="フリーフォーム: 図形 129">
              <a:extLst>
                <a:ext uri="{FF2B5EF4-FFF2-40B4-BE49-F238E27FC236}">
                  <ns2:creationId id="{1CA0516D-28EE-3142-4990-7F1450C47EC7}"/>
                </a:ext>
              </a:extLst>
            </p:cNvPr>
            <p:cNvSpPr/>
            <p:nvPr/>
          </p:nvSpPr>
          <p:spPr>
            <a:xfrm>
              <a:off x="-413433" y="2057509"/>
              <a:ext cx="245968" cy="252269"/>
            </a:xfrm>
            <a:custGeom>
              <a:avLst/>
              <a:gdLst>
                <a:gd name="connsiteX0" fmla="*/ 87913 w 175825"/>
                <a:gd name="connsiteY0" fmla="*/ 0 h 175825"/>
                <a:gd name="connsiteX1" fmla="*/ 0 w 175825"/>
                <a:gd name="connsiteY1" fmla="*/ 87913 h 175825"/>
                <a:gd name="connsiteX2" fmla="*/ 87913 w 175825"/>
                <a:gd name="connsiteY2" fmla="*/ 175825 h 175825"/>
                <a:gd name="connsiteX3" fmla="*/ 175825 w 175825"/>
                <a:gd name="connsiteY3" fmla="*/ 87913 h 175825"/>
                <a:gd name="connsiteX4" fmla="*/ 87913 w 175825"/>
                <a:gd name="connsiteY4" fmla="*/ 0 h 175825"/>
                <a:gd name="connsiteX5" fmla="*/ 75414 w 175825"/>
                <a:gd name="connsiteY5" fmla="*/ 123705 h 175825"/>
                <a:gd name="connsiteX6" fmla="*/ 37103 w 175825"/>
                <a:gd name="connsiteY6" fmla="*/ 85390 h 175825"/>
                <a:gd name="connsiteX7" fmla="*/ 50122 w 175825"/>
                <a:gd name="connsiteY7" fmla="*/ 72371 h 175825"/>
                <a:gd name="connsiteX8" fmla="*/ 75414 w 175825"/>
                <a:gd name="connsiteY8" fmla="*/ 97663 h 175825"/>
                <a:gd name="connsiteX9" fmla="*/ 127214 w 175825"/>
                <a:gd name="connsiteY9" fmla="*/ 45868 h 175825"/>
                <a:gd name="connsiteX10" fmla="*/ 140232 w 175825"/>
                <a:gd name="connsiteY10" fmla="*/ 58886 h 17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5825" h="175825">
                  <a:moveTo>
                    <a:pt x="87913" y="0"/>
                  </a:moveTo>
                  <a:cubicBezTo>
                    <a:pt x="39360" y="0"/>
                    <a:pt x="0" y="39360"/>
                    <a:pt x="0" y="87913"/>
                  </a:cubicBezTo>
                  <a:cubicBezTo>
                    <a:pt x="0" y="136465"/>
                    <a:pt x="39360" y="175825"/>
                    <a:pt x="87913" y="175825"/>
                  </a:cubicBezTo>
                  <a:cubicBezTo>
                    <a:pt x="136466" y="175825"/>
                    <a:pt x="175825" y="136465"/>
                    <a:pt x="175825" y="87913"/>
                  </a:cubicBezTo>
                  <a:cubicBezTo>
                    <a:pt x="175771" y="39383"/>
                    <a:pt x="136443" y="55"/>
                    <a:pt x="87913" y="0"/>
                  </a:cubicBezTo>
                  <a:close/>
                  <a:moveTo>
                    <a:pt x="75414" y="123705"/>
                  </a:moveTo>
                  <a:lnTo>
                    <a:pt x="37103" y="85390"/>
                  </a:lnTo>
                  <a:lnTo>
                    <a:pt x="50122" y="72371"/>
                  </a:lnTo>
                  <a:lnTo>
                    <a:pt x="75414" y="97663"/>
                  </a:lnTo>
                  <a:lnTo>
                    <a:pt x="127214" y="45868"/>
                  </a:lnTo>
                  <a:lnTo>
                    <a:pt x="140232" y="58886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>
                <a:solidFill>
                  <a:srgbClr val="008000"/>
                </a:solidFill>
              </a:endParaRPr>
            </a:p>
          </p:txBody>
        </p:sp>
        <p:sp>
          <p:nvSpPr>
            <p:cNvPr id="131" name="フリーフォーム: 図形 130">
              <a:extLst>
                <a:ext uri="{FF2B5EF4-FFF2-40B4-BE49-F238E27FC236}">
                  <ns2:creationId id="{11F9469B-DAA5-A3BB-B15B-07314A9C1E9F}"/>
                </a:ext>
              </a:extLst>
            </p:cNvPr>
            <p:cNvSpPr/>
            <p:nvPr/>
          </p:nvSpPr>
          <p:spPr>
            <a:xfrm>
              <a:off x="-420529" y="2078540"/>
              <a:ext cx="245969" cy="205554"/>
            </a:xfrm>
            <a:custGeom>
              <a:avLst/>
              <a:gdLst>
                <a:gd name="connsiteX0" fmla="*/ 271980 w 283123"/>
                <a:gd name="connsiteY0" fmla="*/ 146396 h 283120"/>
                <a:gd name="connsiteX1" fmla="*/ 271980 w 283123"/>
                <a:gd name="connsiteY1" fmla="*/ 136725 h 283120"/>
                <a:gd name="connsiteX2" fmla="*/ 281398 w 283123"/>
                <a:gd name="connsiteY2" fmla="*/ 125186 h 283120"/>
                <a:gd name="connsiteX3" fmla="*/ 280315 w 283123"/>
                <a:gd name="connsiteY3" fmla="*/ 114429 h 283120"/>
                <a:gd name="connsiteX4" fmla="*/ 279616 w 283123"/>
                <a:gd name="connsiteY4" fmla="*/ 113921 h 283120"/>
                <a:gd name="connsiteX5" fmla="*/ 267091 w 283123"/>
                <a:gd name="connsiteY5" fmla="*/ 105856 h 283120"/>
                <a:gd name="connsiteX6" fmla="*/ 264102 w 283123"/>
                <a:gd name="connsiteY6" fmla="*/ 96664 h 283120"/>
                <a:gd name="connsiteX7" fmla="*/ 269495 w 283123"/>
                <a:gd name="connsiteY7" fmla="*/ 82774 h 283120"/>
                <a:gd name="connsiteX8" fmla="*/ 265137 w 283123"/>
                <a:gd name="connsiteY8" fmla="*/ 72880 h 283120"/>
                <a:gd name="connsiteX9" fmla="*/ 264320 w 283123"/>
                <a:gd name="connsiteY9" fmla="*/ 72614 h 283120"/>
                <a:gd name="connsiteX10" fmla="*/ 249913 w 283123"/>
                <a:gd name="connsiteY10" fmla="*/ 68815 h 283120"/>
                <a:gd name="connsiteX11" fmla="*/ 244230 w 283123"/>
                <a:gd name="connsiteY11" fmla="*/ 60994 h 283120"/>
                <a:gd name="connsiteX12" fmla="*/ 245067 w 283123"/>
                <a:gd name="connsiteY12" fmla="*/ 46118 h 283120"/>
                <a:gd name="connsiteX13" fmla="*/ 237863 w 283123"/>
                <a:gd name="connsiteY13" fmla="*/ 38057 h 283120"/>
                <a:gd name="connsiteX14" fmla="*/ 237006 w 283123"/>
                <a:gd name="connsiteY14" fmla="*/ 38057 h 283120"/>
                <a:gd name="connsiteX15" fmla="*/ 222129 w 283123"/>
                <a:gd name="connsiteY15" fmla="*/ 38894 h 283120"/>
                <a:gd name="connsiteX16" fmla="*/ 214309 w 283123"/>
                <a:gd name="connsiteY16" fmla="*/ 33210 h 283120"/>
                <a:gd name="connsiteX17" fmla="*/ 210509 w 283123"/>
                <a:gd name="connsiteY17" fmla="*/ 18804 h 283120"/>
                <a:gd name="connsiteX18" fmla="*/ 201167 w 283123"/>
                <a:gd name="connsiteY18" fmla="*/ 13363 h 283120"/>
                <a:gd name="connsiteX19" fmla="*/ 200350 w 283123"/>
                <a:gd name="connsiteY19" fmla="*/ 13628 h 283120"/>
                <a:gd name="connsiteX20" fmla="*/ 186460 w 283123"/>
                <a:gd name="connsiteY20" fmla="*/ 19022 h 283120"/>
                <a:gd name="connsiteX21" fmla="*/ 177267 w 283123"/>
                <a:gd name="connsiteY21" fmla="*/ 16033 h 283120"/>
                <a:gd name="connsiteX22" fmla="*/ 169202 w 283123"/>
                <a:gd name="connsiteY22" fmla="*/ 3507 h 283120"/>
                <a:gd name="connsiteX23" fmla="*/ 158636 w 283123"/>
                <a:gd name="connsiteY23" fmla="*/ 1218 h 283120"/>
                <a:gd name="connsiteX24" fmla="*/ 157938 w 283123"/>
                <a:gd name="connsiteY24" fmla="*/ 1726 h 283120"/>
                <a:gd name="connsiteX25" fmla="*/ 146398 w 283123"/>
                <a:gd name="connsiteY25" fmla="*/ 11144 h 283120"/>
                <a:gd name="connsiteX26" fmla="*/ 136728 w 283123"/>
                <a:gd name="connsiteY26" fmla="*/ 11144 h 283120"/>
                <a:gd name="connsiteX27" fmla="*/ 125188 w 283123"/>
                <a:gd name="connsiteY27" fmla="*/ 1726 h 283120"/>
                <a:gd name="connsiteX28" fmla="*/ 114432 w 283123"/>
                <a:gd name="connsiteY28" fmla="*/ 2809 h 283120"/>
                <a:gd name="connsiteX29" fmla="*/ 113924 w 283123"/>
                <a:gd name="connsiteY29" fmla="*/ 3507 h 283120"/>
                <a:gd name="connsiteX30" fmla="*/ 105859 w 283123"/>
                <a:gd name="connsiteY30" fmla="*/ 16033 h 283120"/>
                <a:gd name="connsiteX31" fmla="*/ 96666 w 283123"/>
                <a:gd name="connsiteY31" fmla="*/ 19022 h 283120"/>
                <a:gd name="connsiteX32" fmla="*/ 82776 w 283123"/>
                <a:gd name="connsiteY32" fmla="*/ 13628 h 283120"/>
                <a:gd name="connsiteX33" fmla="*/ 72882 w 283123"/>
                <a:gd name="connsiteY33" fmla="*/ 17986 h 283120"/>
                <a:gd name="connsiteX34" fmla="*/ 72616 w 283123"/>
                <a:gd name="connsiteY34" fmla="*/ 18804 h 283120"/>
                <a:gd name="connsiteX35" fmla="*/ 68817 w 283123"/>
                <a:gd name="connsiteY35" fmla="*/ 33210 h 283120"/>
                <a:gd name="connsiteX36" fmla="*/ 60997 w 283123"/>
                <a:gd name="connsiteY36" fmla="*/ 38894 h 283120"/>
                <a:gd name="connsiteX37" fmla="*/ 46120 w 283123"/>
                <a:gd name="connsiteY37" fmla="*/ 38057 h 283120"/>
                <a:gd name="connsiteX38" fmla="*/ 38059 w 283123"/>
                <a:gd name="connsiteY38" fmla="*/ 45260 h 283120"/>
                <a:gd name="connsiteX39" fmla="*/ 38059 w 283123"/>
                <a:gd name="connsiteY39" fmla="*/ 46118 h 283120"/>
                <a:gd name="connsiteX40" fmla="*/ 38896 w 283123"/>
                <a:gd name="connsiteY40" fmla="*/ 60994 h 283120"/>
                <a:gd name="connsiteX41" fmla="*/ 33212 w 283123"/>
                <a:gd name="connsiteY41" fmla="*/ 68815 h 283120"/>
                <a:gd name="connsiteX42" fmla="*/ 18806 w 283123"/>
                <a:gd name="connsiteY42" fmla="*/ 72614 h 283120"/>
                <a:gd name="connsiteX43" fmla="*/ 13365 w 283123"/>
                <a:gd name="connsiteY43" fmla="*/ 81956 h 283120"/>
                <a:gd name="connsiteX44" fmla="*/ 13631 w 283123"/>
                <a:gd name="connsiteY44" fmla="*/ 82774 h 283120"/>
                <a:gd name="connsiteX45" fmla="*/ 19024 w 283123"/>
                <a:gd name="connsiteY45" fmla="*/ 96664 h 283120"/>
                <a:gd name="connsiteX46" fmla="*/ 16035 w 283123"/>
                <a:gd name="connsiteY46" fmla="*/ 105856 h 283120"/>
                <a:gd name="connsiteX47" fmla="*/ 3509 w 283123"/>
                <a:gd name="connsiteY47" fmla="*/ 113921 h 283120"/>
                <a:gd name="connsiteX48" fmla="*/ 1216 w 283123"/>
                <a:gd name="connsiteY48" fmla="*/ 124487 h 283120"/>
                <a:gd name="connsiteX49" fmla="*/ 1724 w 283123"/>
                <a:gd name="connsiteY49" fmla="*/ 125186 h 283120"/>
                <a:gd name="connsiteX50" fmla="*/ 11146 w 283123"/>
                <a:gd name="connsiteY50" fmla="*/ 136725 h 283120"/>
                <a:gd name="connsiteX51" fmla="*/ 11146 w 283123"/>
                <a:gd name="connsiteY51" fmla="*/ 146396 h 283120"/>
                <a:gd name="connsiteX52" fmla="*/ 1724 w 283123"/>
                <a:gd name="connsiteY52" fmla="*/ 157935 h 283120"/>
                <a:gd name="connsiteX53" fmla="*/ 2810 w 283123"/>
                <a:gd name="connsiteY53" fmla="*/ 168691 h 283120"/>
                <a:gd name="connsiteX54" fmla="*/ 3509 w 283123"/>
                <a:gd name="connsiteY54" fmla="*/ 169199 h 283120"/>
                <a:gd name="connsiteX55" fmla="*/ 16035 w 283123"/>
                <a:gd name="connsiteY55" fmla="*/ 177264 h 283120"/>
                <a:gd name="connsiteX56" fmla="*/ 19024 w 283123"/>
                <a:gd name="connsiteY56" fmla="*/ 186457 h 283120"/>
                <a:gd name="connsiteX57" fmla="*/ 13631 w 283123"/>
                <a:gd name="connsiteY57" fmla="*/ 200347 h 283120"/>
                <a:gd name="connsiteX58" fmla="*/ 17989 w 283123"/>
                <a:gd name="connsiteY58" fmla="*/ 210241 h 283120"/>
                <a:gd name="connsiteX59" fmla="*/ 18806 w 283123"/>
                <a:gd name="connsiteY59" fmla="*/ 210507 h 283120"/>
                <a:gd name="connsiteX60" fmla="*/ 33212 w 283123"/>
                <a:gd name="connsiteY60" fmla="*/ 214306 h 283120"/>
                <a:gd name="connsiteX61" fmla="*/ 38896 w 283123"/>
                <a:gd name="connsiteY61" fmla="*/ 222127 h 283120"/>
                <a:gd name="connsiteX62" fmla="*/ 38059 w 283123"/>
                <a:gd name="connsiteY62" fmla="*/ 237003 h 283120"/>
                <a:gd name="connsiteX63" fmla="*/ 45263 w 283123"/>
                <a:gd name="connsiteY63" fmla="*/ 245064 h 283120"/>
                <a:gd name="connsiteX64" fmla="*/ 46120 w 283123"/>
                <a:gd name="connsiteY64" fmla="*/ 245064 h 283120"/>
                <a:gd name="connsiteX65" fmla="*/ 60997 w 283123"/>
                <a:gd name="connsiteY65" fmla="*/ 244227 h 283120"/>
                <a:gd name="connsiteX66" fmla="*/ 68817 w 283123"/>
                <a:gd name="connsiteY66" fmla="*/ 249911 h 283120"/>
                <a:gd name="connsiteX67" fmla="*/ 72616 w 283123"/>
                <a:gd name="connsiteY67" fmla="*/ 264317 h 283120"/>
                <a:gd name="connsiteX68" fmla="*/ 81958 w 283123"/>
                <a:gd name="connsiteY68" fmla="*/ 269758 h 283120"/>
                <a:gd name="connsiteX69" fmla="*/ 82776 w 283123"/>
                <a:gd name="connsiteY69" fmla="*/ 269493 h 283120"/>
                <a:gd name="connsiteX70" fmla="*/ 96666 w 283123"/>
                <a:gd name="connsiteY70" fmla="*/ 264099 h 283120"/>
                <a:gd name="connsiteX71" fmla="*/ 105859 w 283123"/>
                <a:gd name="connsiteY71" fmla="*/ 267088 h 283120"/>
                <a:gd name="connsiteX72" fmla="*/ 113924 w 283123"/>
                <a:gd name="connsiteY72" fmla="*/ 279614 h 283120"/>
                <a:gd name="connsiteX73" fmla="*/ 124490 w 283123"/>
                <a:gd name="connsiteY73" fmla="*/ 281903 h 283120"/>
                <a:gd name="connsiteX74" fmla="*/ 125188 w 283123"/>
                <a:gd name="connsiteY74" fmla="*/ 281395 h 283120"/>
                <a:gd name="connsiteX75" fmla="*/ 136728 w 283123"/>
                <a:gd name="connsiteY75" fmla="*/ 271977 h 283120"/>
                <a:gd name="connsiteX76" fmla="*/ 146398 w 283123"/>
                <a:gd name="connsiteY76" fmla="*/ 271977 h 283120"/>
                <a:gd name="connsiteX77" fmla="*/ 157938 w 283123"/>
                <a:gd name="connsiteY77" fmla="*/ 281395 h 283120"/>
                <a:gd name="connsiteX78" fmla="*/ 168694 w 283123"/>
                <a:gd name="connsiteY78" fmla="*/ 280312 h 283120"/>
                <a:gd name="connsiteX79" fmla="*/ 169202 w 283123"/>
                <a:gd name="connsiteY79" fmla="*/ 279614 h 283120"/>
                <a:gd name="connsiteX80" fmla="*/ 177267 w 283123"/>
                <a:gd name="connsiteY80" fmla="*/ 267088 h 283120"/>
                <a:gd name="connsiteX81" fmla="*/ 186460 w 283123"/>
                <a:gd name="connsiteY81" fmla="*/ 264099 h 283120"/>
                <a:gd name="connsiteX82" fmla="*/ 200350 w 283123"/>
                <a:gd name="connsiteY82" fmla="*/ 269493 h 283120"/>
                <a:gd name="connsiteX83" fmla="*/ 210244 w 283123"/>
                <a:gd name="connsiteY83" fmla="*/ 265135 h 283120"/>
                <a:gd name="connsiteX84" fmla="*/ 210509 w 283123"/>
                <a:gd name="connsiteY84" fmla="*/ 264317 h 283120"/>
                <a:gd name="connsiteX85" fmla="*/ 214309 w 283123"/>
                <a:gd name="connsiteY85" fmla="*/ 249911 h 283120"/>
                <a:gd name="connsiteX86" fmla="*/ 222129 w 283123"/>
                <a:gd name="connsiteY86" fmla="*/ 244227 h 283120"/>
                <a:gd name="connsiteX87" fmla="*/ 237006 w 283123"/>
                <a:gd name="connsiteY87" fmla="*/ 245064 h 283120"/>
                <a:gd name="connsiteX88" fmla="*/ 245067 w 283123"/>
                <a:gd name="connsiteY88" fmla="*/ 237860 h 283120"/>
                <a:gd name="connsiteX89" fmla="*/ 245067 w 283123"/>
                <a:gd name="connsiteY89" fmla="*/ 237003 h 283120"/>
                <a:gd name="connsiteX90" fmla="*/ 244230 w 283123"/>
                <a:gd name="connsiteY90" fmla="*/ 222127 h 283120"/>
                <a:gd name="connsiteX91" fmla="*/ 249913 w 283123"/>
                <a:gd name="connsiteY91" fmla="*/ 214306 h 283120"/>
                <a:gd name="connsiteX92" fmla="*/ 264320 w 283123"/>
                <a:gd name="connsiteY92" fmla="*/ 210507 h 283120"/>
                <a:gd name="connsiteX93" fmla="*/ 269761 w 283123"/>
                <a:gd name="connsiteY93" fmla="*/ 201165 h 283120"/>
                <a:gd name="connsiteX94" fmla="*/ 269495 w 283123"/>
                <a:gd name="connsiteY94" fmla="*/ 200347 h 283120"/>
                <a:gd name="connsiteX95" fmla="*/ 264102 w 283123"/>
                <a:gd name="connsiteY95" fmla="*/ 186457 h 283120"/>
                <a:gd name="connsiteX96" fmla="*/ 267091 w 283123"/>
                <a:gd name="connsiteY96" fmla="*/ 177264 h 283120"/>
                <a:gd name="connsiteX97" fmla="*/ 279616 w 283123"/>
                <a:gd name="connsiteY97" fmla="*/ 169199 h 283120"/>
                <a:gd name="connsiteX98" fmla="*/ 281905 w 283123"/>
                <a:gd name="connsiteY98" fmla="*/ 158633 h 283120"/>
                <a:gd name="connsiteX99" fmla="*/ 281398 w 283123"/>
                <a:gd name="connsiteY99" fmla="*/ 157935 h 283120"/>
                <a:gd name="connsiteX100" fmla="*/ 141563 w 283123"/>
                <a:gd name="connsiteY100" fmla="*/ 240940 h 283120"/>
                <a:gd name="connsiteX101" fmla="*/ 42183 w 283123"/>
                <a:gd name="connsiteY101" fmla="*/ 141560 h 283120"/>
                <a:gd name="connsiteX102" fmla="*/ 141563 w 283123"/>
                <a:gd name="connsiteY102" fmla="*/ 42181 h 283120"/>
                <a:gd name="connsiteX103" fmla="*/ 240942 w 283123"/>
                <a:gd name="connsiteY103" fmla="*/ 141560 h 283120"/>
                <a:gd name="connsiteX104" fmla="*/ 141563 w 283123"/>
                <a:gd name="connsiteY104" fmla="*/ 240940 h 283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283123" h="283120">
                  <a:moveTo>
                    <a:pt x="271980" y="146396"/>
                  </a:moveTo>
                  <a:cubicBezTo>
                    <a:pt x="269682" y="143582"/>
                    <a:pt x="269682" y="139539"/>
                    <a:pt x="271980" y="136725"/>
                  </a:cubicBezTo>
                  <a:lnTo>
                    <a:pt x="281398" y="125186"/>
                  </a:lnTo>
                  <a:cubicBezTo>
                    <a:pt x="284069" y="121916"/>
                    <a:pt x="283584" y="117100"/>
                    <a:pt x="280315" y="114429"/>
                  </a:cubicBezTo>
                  <a:cubicBezTo>
                    <a:pt x="280092" y="114247"/>
                    <a:pt x="279858" y="114077"/>
                    <a:pt x="279616" y="113921"/>
                  </a:cubicBezTo>
                  <a:lnTo>
                    <a:pt x="267091" y="105856"/>
                  </a:lnTo>
                  <a:cubicBezTo>
                    <a:pt x="264038" y="103891"/>
                    <a:pt x="262788" y="100049"/>
                    <a:pt x="264102" y="96664"/>
                  </a:cubicBezTo>
                  <a:lnTo>
                    <a:pt x="269495" y="82774"/>
                  </a:lnTo>
                  <a:cubicBezTo>
                    <a:pt x="271024" y="78838"/>
                    <a:pt x="269073" y="74409"/>
                    <a:pt x="265137" y="72880"/>
                  </a:cubicBezTo>
                  <a:cubicBezTo>
                    <a:pt x="264870" y="72776"/>
                    <a:pt x="264597" y="72687"/>
                    <a:pt x="264320" y="72614"/>
                  </a:cubicBezTo>
                  <a:lnTo>
                    <a:pt x="249913" y="68815"/>
                  </a:lnTo>
                  <a:cubicBezTo>
                    <a:pt x="246402" y="67889"/>
                    <a:pt x="244026" y="64620"/>
                    <a:pt x="244230" y="60994"/>
                  </a:cubicBezTo>
                  <a:lnTo>
                    <a:pt x="245067" y="46118"/>
                  </a:lnTo>
                  <a:cubicBezTo>
                    <a:pt x="245303" y="41903"/>
                    <a:pt x="242078" y="38293"/>
                    <a:pt x="237863" y="38057"/>
                  </a:cubicBezTo>
                  <a:cubicBezTo>
                    <a:pt x="237577" y="38041"/>
                    <a:pt x="237291" y="38041"/>
                    <a:pt x="237006" y="38057"/>
                  </a:cubicBezTo>
                  <a:lnTo>
                    <a:pt x="222129" y="38894"/>
                  </a:lnTo>
                  <a:cubicBezTo>
                    <a:pt x="218503" y="39097"/>
                    <a:pt x="215235" y="36721"/>
                    <a:pt x="214309" y="33210"/>
                  </a:cubicBezTo>
                  <a:lnTo>
                    <a:pt x="210509" y="18804"/>
                  </a:lnTo>
                  <a:cubicBezTo>
                    <a:pt x="209432" y="14722"/>
                    <a:pt x="205250" y="12286"/>
                    <a:pt x="201167" y="13363"/>
                  </a:cubicBezTo>
                  <a:cubicBezTo>
                    <a:pt x="200890" y="13436"/>
                    <a:pt x="200617" y="13524"/>
                    <a:pt x="200350" y="13628"/>
                  </a:cubicBezTo>
                  <a:lnTo>
                    <a:pt x="186460" y="19022"/>
                  </a:lnTo>
                  <a:cubicBezTo>
                    <a:pt x="183074" y="20335"/>
                    <a:pt x="179232" y="19085"/>
                    <a:pt x="177267" y="16033"/>
                  </a:cubicBezTo>
                  <a:lnTo>
                    <a:pt x="169202" y="3507"/>
                  </a:lnTo>
                  <a:cubicBezTo>
                    <a:pt x="166916" y="-43"/>
                    <a:pt x="162186" y="-1068"/>
                    <a:pt x="158636" y="1218"/>
                  </a:cubicBezTo>
                  <a:cubicBezTo>
                    <a:pt x="158394" y="1374"/>
                    <a:pt x="158160" y="1543"/>
                    <a:pt x="157938" y="1726"/>
                  </a:cubicBezTo>
                  <a:lnTo>
                    <a:pt x="146398" y="11144"/>
                  </a:lnTo>
                  <a:cubicBezTo>
                    <a:pt x="143584" y="13442"/>
                    <a:pt x="139542" y="13442"/>
                    <a:pt x="136728" y="11144"/>
                  </a:cubicBezTo>
                  <a:lnTo>
                    <a:pt x="125188" y="1726"/>
                  </a:lnTo>
                  <a:cubicBezTo>
                    <a:pt x="121919" y="-946"/>
                    <a:pt x="117103" y="-461"/>
                    <a:pt x="114432" y="2809"/>
                  </a:cubicBezTo>
                  <a:cubicBezTo>
                    <a:pt x="114249" y="3032"/>
                    <a:pt x="114080" y="3265"/>
                    <a:pt x="113924" y="3507"/>
                  </a:cubicBezTo>
                  <a:lnTo>
                    <a:pt x="105859" y="16033"/>
                  </a:lnTo>
                  <a:cubicBezTo>
                    <a:pt x="103893" y="19085"/>
                    <a:pt x="100051" y="20335"/>
                    <a:pt x="96666" y="19022"/>
                  </a:cubicBezTo>
                  <a:lnTo>
                    <a:pt x="82776" y="13628"/>
                  </a:lnTo>
                  <a:cubicBezTo>
                    <a:pt x="78841" y="12099"/>
                    <a:pt x="74411" y="14051"/>
                    <a:pt x="72882" y="17986"/>
                  </a:cubicBezTo>
                  <a:cubicBezTo>
                    <a:pt x="72778" y="18253"/>
                    <a:pt x="72689" y="18526"/>
                    <a:pt x="72616" y="18804"/>
                  </a:cubicBezTo>
                  <a:lnTo>
                    <a:pt x="68817" y="33210"/>
                  </a:lnTo>
                  <a:cubicBezTo>
                    <a:pt x="67891" y="36721"/>
                    <a:pt x="64622" y="39097"/>
                    <a:pt x="60997" y="38894"/>
                  </a:cubicBezTo>
                  <a:lnTo>
                    <a:pt x="46120" y="38057"/>
                  </a:lnTo>
                  <a:cubicBezTo>
                    <a:pt x="41905" y="37820"/>
                    <a:pt x="38296" y="41045"/>
                    <a:pt x="38059" y="45260"/>
                  </a:cubicBezTo>
                  <a:cubicBezTo>
                    <a:pt x="38043" y="45546"/>
                    <a:pt x="38043" y="45832"/>
                    <a:pt x="38059" y="46118"/>
                  </a:cubicBezTo>
                  <a:lnTo>
                    <a:pt x="38896" y="60994"/>
                  </a:lnTo>
                  <a:cubicBezTo>
                    <a:pt x="39100" y="64620"/>
                    <a:pt x="36724" y="67889"/>
                    <a:pt x="33212" y="68815"/>
                  </a:cubicBezTo>
                  <a:lnTo>
                    <a:pt x="18806" y="72614"/>
                  </a:lnTo>
                  <a:cubicBezTo>
                    <a:pt x="14724" y="73691"/>
                    <a:pt x="12288" y="77874"/>
                    <a:pt x="13365" y="81956"/>
                  </a:cubicBezTo>
                  <a:cubicBezTo>
                    <a:pt x="13438" y="82233"/>
                    <a:pt x="13527" y="82506"/>
                    <a:pt x="13631" y="82774"/>
                  </a:cubicBezTo>
                  <a:lnTo>
                    <a:pt x="19024" y="96664"/>
                  </a:lnTo>
                  <a:cubicBezTo>
                    <a:pt x="20337" y="100049"/>
                    <a:pt x="19088" y="103891"/>
                    <a:pt x="16035" y="105856"/>
                  </a:cubicBezTo>
                  <a:lnTo>
                    <a:pt x="3509" y="113921"/>
                  </a:lnTo>
                  <a:cubicBezTo>
                    <a:pt x="-41" y="116206"/>
                    <a:pt x="-1068" y="120936"/>
                    <a:pt x="1216" y="124487"/>
                  </a:cubicBezTo>
                  <a:cubicBezTo>
                    <a:pt x="1372" y="124729"/>
                    <a:pt x="1542" y="124963"/>
                    <a:pt x="1724" y="125186"/>
                  </a:cubicBezTo>
                  <a:lnTo>
                    <a:pt x="11146" y="136725"/>
                  </a:lnTo>
                  <a:cubicBezTo>
                    <a:pt x="13444" y="139539"/>
                    <a:pt x="13444" y="143582"/>
                    <a:pt x="11146" y="146396"/>
                  </a:cubicBezTo>
                  <a:lnTo>
                    <a:pt x="1724" y="157935"/>
                  </a:lnTo>
                  <a:cubicBezTo>
                    <a:pt x="-946" y="161205"/>
                    <a:pt x="-460" y="166021"/>
                    <a:pt x="2810" y="168691"/>
                  </a:cubicBezTo>
                  <a:cubicBezTo>
                    <a:pt x="3034" y="168874"/>
                    <a:pt x="3267" y="169043"/>
                    <a:pt x="3509" y="169199"/>
                  </a:cubicBezTo>
                  <a:lnTo>
                    <a:pt x="16035" y="177264"/>
                  </a:lnTo>
                  <a:cubicBezTo>
                    <a:pt x="19088" y="179230"/>
                    <a:pt x="20337" y="183072"/>
                    <a:pt x="19024" y="186457"/>
                  </a:cubicBezTo>
                  <a:lnTo>
                    <a:pt x="13631" y="200347"/>
                  </a:lnTo>
                  <a:cubicBezTo>
                    <a:pt x="12102" y="204283"/>
                    <a:pt x="14053" y="208712"/>
                    <a:pt x="17989" y="210241"/>
                  </a:cubicBezTo>
                  <a:cubicBezTo>
                    <a:pt x="18256" y="210345"/>
                    <a:pt x="18529" y="210434"/>
                    <a:pt x="18806" y="210507"/>
                  </a:cubicBezTo>
                  <a:lnTo>
                    <a:pt x="33212" y="214306"/>
                  </a:lnTo>
                  <a:cubicBezTo>
                    <a:pt x="36724" y="215232"/>
                    <a:pt x="39100" y="218501"/>
                    <a:pt x="38896" y="222127"/>
                  </a:cubicBezTo>
                  <a:lnTo>
                    <a:pt x="38059" y="237003"/>
                  </a:lnTo>
                  <a:cubicBezTo>
                    <a:pt x="37822" y="241218"/>
                    <a:pt x="41048" y="244828"/>
                    <a:pt x="45263" y="245064"/>
                  </a:cubicBezTo>
                  <a:cubicBezTo>
                    <a:pt x="45548" y="245080"/>
                    <a:pt x="45835" y="245080"/>
                    <a:pt x="46120" y="245064"/>
                  </a:cubicBezTo>
                  <a:lnTo>
                    <a:pt x="60997" y="244227"/>
                  </a:lnTo>
                  <a:cubicBezTo>
                    <a:pt x="64622" y="244024"/>
                    <a:pt x="67891" y="246399"/>
                    <a:pt x="68817" y="249911"/>
                  </a:cubicBezTo>
                  <a:lnTo>
                    <a:pt x="72616" y="264317"/>
                  </a:lnTo>
                  <a:cubicBezTo>
                    <a:pt x="73694" y="268399"/>
                    <a:pt x="77876" y="270835"/>
                    <a:pt x="81958" y="269758"/>
                  </a:cubicBezTo>
                  <a:cubicBezTo>
                    <a:pt x="82236" y="269685"/>
                    <a:pt x="82509" y="269597"/>
                    <a:pt x="82776" y="269493"/>
                  </a:cubicBezTo>
                  <a:lnTo>
                    <a:pt x="96666" y="264099"/>
                  </a:lnTo>
                  <a:cubicBezTo>
                    <a:pt x="100051" y="262786"/>
                    <a:pt x="103893" y="264035"/>
                    <a:pt x="105859" y="267088"/>
                  </a:cubicBezTo>
                  <a:lnTo>
                    <a:pt x="113924" y="279614"/>
                  </a:lnTo>
                  <a:cubicBezTo>
                    <a:pt x="116210" y="283164"/>
                    <a:pt x="120940" y="284188"/>
                    <a:pt x="124490" y="281903"/>
                  </a:cubicBezTo>
                  <a:cubicBezTo>
                    <a:pt x="124732" y="281747"/>
                    <a:pt x="124965" y="281577"/>
                    <a:pt x="125188" y="281395"/>
                  </a:cubicBezTo>
                  <a:lnTo>
                    <a:pt x="136728" y="271977"/>
                  </a:lnTo>
                  <a:cubicBezTo>
                    <a:pt x="139542" y="269679"/>
                    <a:pt x="143584" y="269679"/>
                    <a:pt x="146398" y="271977"/>
                  </a:cubicBezTo>
                  <a:lnTo>
                    <a:pt x="157938" y="281395"/>
                  </a:lnTo>
                  <a:cubicBezTo>
                    <a:pt x="161207" y="284067"/>
                    <a:pt x="166023" y="283582"/>
                    <a:pt x="168694" y="280312"/>
                  </a:cubicBezTo>
                  <a:cubicBezTo>
                    <a:pt x="168877" y="280089"/>
                    <a:pt x="169046" y="279856"/>
                    <a:pt x="169202" y="279614"/>
                  </a:cubicBezTo>
                  <a:lnTo>
                    <a:pt x="177267" y="267088"/>
                  </a:lnTo>
                  <a:cubicBezTo>
                    <a:pt x="179232" y="264035"/>
                    <a:pt x="183075" y="262786"/>
                    <a:pt x="186460" y="264099"/>
                  </a:cubicBezTo>
                  <a:lnTo>
                    <a:pt x="200350" y="269493"/>
                  </a:lnTo>
                  <a:cubicBezTo>
                    <a:pt x="204285" y="271021"/>
                    <a:pt x="208715" y="269070"/>
                    <a:pt x="210244" y="265135"/>
                  </a:cubicBezTo>
                  <a:cubicBezTo>
                    <a:pt x="210347" y="264868"/>
                    <a:pt x="210436" y="264595"/>
                    <a:pt x="210509" y="264317"/>
                  </a:cubicBezTo>
                  <a:lnTo>
                    <a:pt x="214309" y="249911"/>
                  </a:lnTo>
                  <a:cubicBezTo>
                    <a:pt x="215235" y="246399"/>
                    <a:pt x="218503" y="244024"/>
                    <a:pt x="222129" y="244227"/>
                  </a:cubicBezTo>
                  <a:lnTo>
                    <a:pt x="237006" y="245064"/>
                  </a:lnTo>
                  <a:cubicBezTo>
                    <a:pt x="241221" y="245301"/>
                    <a:pt x="244830" y="242076"/>
                    <a:pt x="245067" y="237860"/>
                  </a:cubicBezTo>
                  <a:cubicBezTo>
                    <a:pt x="245083" y="237575"/>
                    <a:pt x="245083" y="237289"/>
                    <a:pt x="245067" y="237003"/>
                  </a:cubicBezTo>
                  <a:lnTo>
                    <a:pt x="244230" y="222127"/>
                  </a:lnTo>
                  <a:cubicBezTo>
                    <a:pt x="244026" y="218501"/>
                    <a:pt x="246402" y="215232"/>
                    <a:pt x="249913" y="214306"/>
                  </a:cubicBezTo>
                  <a:lnTo>
                    <a:pt x="264320" y="210507"/>
                  </a:lnTo>
                  <a:cubicBezTo>
                    <a:pt x="268402" y="209430"/>
                    <a:pt x="270838" y="205247"/>
                    <a:pt x="269761" y="201165"/>
                  </a:cubicBezTo>
                  <a:cubicBezTo>
                    <a:pt x="269688" y="200888"/>
                    <a:pt x="269599" y="200614"/>
                    <a:pt x="269495" y="200347"/>
                  </a:cubicBezTo>
                  <a:lnTo>
                    <a:pt x="264102" y="186457"/>
                  </a:lnTo>
                  <a:cubicBezTo>
                    <a:pt x="262788" y="183072"/>
                    <a:pt x="264038" y="179230"/>
                    <a:pt x="267091" y="177264"/>
                  </a:cubicBezTo>
                  <a:lnTo>
                    <a:pt x="279616" y="169199"/>
                  </a:lnTo>
                  <a:cubicBezTo>
                    <a:pt x="283166" y="166914"/>
                    <a:pt x="284191" y="162183"/>
                    <a:pt x="281905" y="158633"/>
                  </a:cubicBezTo>
                  <a:cubicBezTo>
                    <a:pt x="281749" y="158391"/>
                    <a:pt x="281580" y="158158"/>
                    <a:pt x="281398" y="157935"/>
                  </a:cubicBezTo>
                  <a:close/>
                  <a:moveTo>
                    <a:pt x="141563" y="240940"/>
                  </a:moveTo>
                  <a:cubicBezTo>
                    <a:pt x="86677" y="240940"/>
                    <a:pt x="42183" y="196446"/>
                    <a:pt x="42183" y="141560"/>
                  </a:cubicBezTo>
                  <a:cubicBezTo>
                    <a:pt x="42183" y="86675"/>
                    <a:pt x="86677" y="42181"/>
                    <a:pt x="141563" y="42181"/>
                  </a:cubicBezTo>
                  <a:cubicBezTo>
                    <a:pt x="196449" y="42181"/>
                    <a:pt x="240942" y="86675"/>
                    <a:pt x="240942" y="141560"/>
                  </a:cubicBezTo>
                  <a:cubicBezTo>
                    <a:pt x="240881" y="196421"/>
                    <a:pt x="196424" y="240879"/>
                    <a:pt x="141563" y="24094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</p:grpSp>
      <p:grpSp>
        <p:nvGrpSpPr>
          <p:cNvPr id="115" name="グループ化 114">
            <a:extLst>
              <a:ext uri="{FF2B5EF4-FFF2-40B4-BE49-F238E27FC236}">
                <ns2:creationId id="{629C35DC-B008-3F09-2BB9-52B7A24A234B}"/>
              </a:ext>
            </a:extLst>
          </p:cNvPr>
          <p:cNvGrpSpPr/>
          <p:nvPr/>
        </p:nvGrpSpPr>
        <p:grpSpPr>
          <a:xfrm>
            <a:off x="9885678" y="3358545"/>
            <a:ext cx="1598556" cy="1598556"/>
            <a:chOff x="996865" y="3409639"/>
            <a:chExt cx="1233715" cy="1233715"/>
          </a:xfrm>
          <a:solidFill>
            <a:srgbClr val="008000">
              <a:alpha val="10000"/>
            </a:srgbClr>
          </a:solidFill>
        </p:grpSpPr>
        <p:sp>
          <p:nvSpPr>
            <p:cNvPr id="120" name="楕円 119">
              <a:extLst>
                <a:ext uri="{FF2B5EF4-FFF2-40B4-BE49-F238E27FC236}">
                  <ns2:creationId id="{8A11FD86-CA21-8CDB-07A9-D22A9BD0E8FC}"/>
                </a:ext>
              </a:extLst>
            </p:cNvPr>
            <p:cNvSpPr/>
            <p:nvPr/>
          </p:nvSpPr>
          <p:spPr>
            <a:xfrm>
              <a:off x="996865" y="3409639"/>
              <a:ext cx="1233715" cy="1233715"/>
            </a:xfrm>
            <a:prstGeom prst="ellipse">
              <a:avLst/>
            </a:prstGeom>
            <a:grp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1" name="グラフィックス 120" descr="ドキュメント 単色塗りつぶし">
              <a:extLst>
                <a:ext uri="{FF2B5EF4-FFF2-40B4-BE49-F238E27FC236}">
                  <ns2:creationId id="{670D8B86-B66B-C3DA-C697-A74E66B897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156522" y="3569297"/>
              <a:ext cx="914400" cy="914400"/>
            </a:xfrm>
            <a:prstGeom prst="rect">
              <a:avLst/>
            </a:prstGeom>
          </p:spPr>
        </p:pic>
      </p:grpSp>
      <p:sp>
        <p:nvSpPr>
          <p:cNvPr id="116" name="Freeform 8">
            <a:extLst>
              <a:ext uri="{FF2B5EF4-FFF2-40B4-BE49-F238E27FC236}">
                <ns2:creationId id="{808D4072-AEEE-2DF8-3E17-D1761B7CB895}"/>
              </a:ext>
            </a:extLst>
          </p:cNvPr>
          <p:cNvSpPr>
            <a:spLocks/>
          </p:cNvSpPr>
          <p:nvPr>
            <p:custDataLst>
              <p:tags r:id="rId2"/>
            </p:custDataLst>
          </p:nvPr>
        </p:nvSpPr>
        <p:spPr bwMode="gray">
          <a:xfrm>
            <a:off x="9512876" y="174489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17" name="ホームベース 64">
            <a:extLst>
              <a:ext uri="{FF2B5EF4-FFF2-40B4-BE49-F238E27FC236}">
                <ns2:creationId id="{C6EEA3D7-5ACA-8D4D-55F4-5144DE897282}"/>
              </a:ext>
            </a:extLst>
          </p:cNvPr>
          <p:cNvSpPr/>
          <p:nvPr/>
        </p:nvSpPr>
        <p:spPr>
          <a:xfrm>
            <a:off x="9512876" y="174489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252000" rIns="36000" bIns="36000" rtlCol="0" anchor="ctr" anchorCtr="0"/>
          <a:lstStyle/>
          <a:p>
            <a:pPr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  <a:endParaRPr kumimoji="1" lang="en-US" altLang="ja-JP" sz="1600" dirty="0">
              <a:solidFill>
                <a:srgbClr val="008000"/>
              </a:solidFill>
              <a:latin typeface="+mn-ea"/>
            </a:endParaRPr>
          </a:p>
          <a:p>
            <a:pPr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</a:p>
          <a:p>
            <a:pPr>
              <a:lnSpc>
                <a:spcPct val="150000"/>
              </a:lnSpc>
              <a:buClr>
                <a:schemeClr val="accent1"/>
              </a:buClr>
            </a:pPr>
            <a:r>
              <a:rPr kumimoji="1" lang="ja-JP" altLang="en-US" sz="16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18" name="楕円 117">
            <a:extLst>
              <a:ext uri="{FF2B5EF4-FFF2-40B4-BE49-F238E27FC236}">
                <ns2:creationId id="{E850C65A-4AD8-AC98-34B4-D8C4F4164E47}"/>
              </a:ext>
            </a:extLst>
          </p:cNvPr>
          <p:cNvSpPr/>
          <p:nvPr/>
        </p:nvSpPr>
        <p:spPr>
          <a:xfrm>
            <a:off x="9406197" y="162877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7" name="グループ化 146">
            <a:extLst>
              <a:ext uri="{FF2B5EF4-FFF2-40B4-BE49-F238E27FC236}">
                <ns2:creationId id="{28F8C290-9BB2-E4B2-D0AE-265B0997668E}"/>
              </a:ext>
            </a:extLst>
          </p:cNvPr>
          <p:cNvGrpSpPr/>
          <p:nvPr/>
        </p:nvGrpSpPr>
        <p:grpSpPr>
          <a:xfrm>
            <a:off x="9794837" y="1861998"/>
            <a:ext cx="298139" cy="305783"/>
            <a:chOff x="9794837" y="1861998"/>
            <a:chExt cx="298139" cy="30578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33" name="フリーフォーム: 図形 132">
              <a:extLst>
                <a:ext uri="{FF2B5EF4-FFF2-40B4-BE49-F238E27FC236}">
                  <ns2:creationId id="{01F9959F-FE79-A6E5-9487-B2F57FCB571B}"/>
                </a:ext>
              </a:extLst>
            </p:cNvPr>
            <p:cNvSpPr/>
            <p:nvPr/>
          </p:nvSpPr>
          <p:spPr>
            <a:xfrm>
              <a:off x="9794837" y="2060757"/>
              <a:ext cx="91735" cy="22933"/>
            </a:xfrm>
            <a:custGeom>
              <a:avLst/>
              <a:gdLst>
                <a:gd name="connsiteX0" fmla="*/ 91735 w 91735"/>
                <a:gd name="connsiteY0" fmla="*/ 0 h 22933"/>
                <a:gd name="connsiteX1" fmla="*/ 0 w 91735"/>
                <a:gd name="connsiteY1" fmla="*/ 0 h 22933"/>
                <a:gd name="connsiteX2" fmla="*/ 45868 w 91735"/>
                <a:gd name="connsiteY2" fmla="*/ 22934 h 22933"/>
                <a:gd name="connsiteX3" fmla="*/ 91735 w 91735"/>
                <a:gd name="connsiteY3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735" h="22933">
                  <a:moveTo>
                    <a:pt x="91735" y="0"/>
                  </a:moveTo>
                  <a:lnTo>
                    <a:pt x="0" y="0"/>
                  </a:ln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4" name="フリーフォーム: 図形 133">
              <a:extLst>
                <a:ext uri="{FF2B5EF4-FFF2-40B4-BE49-F238E27FC236}">
                  <ns2:creationId id="{909C0CFC-7102-F5C1-57C3-C5FD09279933}"/>
                </a:ext>
              </a:extLst>
            </p:cNvPr>
            <p:cNvSpPr/>
            <p:nvPr/>
          </p:nvSpPr>
          <p:spPr>
            <a:xfrm>
              <a:off x="10001241" y="1980489"/>
              <a:ext cx="91735" cy="22933"/>
            </a:xfrm>
            <a:custGeom>
              <a:avLst/>
              <a:gdLst>
                <a:gd name="connsiteX0" fmla="*/ 0 w 91735"/>
                <a:gd name="connsiteY0" fmla="*/ 0 h 22933"/>
                <a:gd name="connsiteX1" fmla="*/ 45868 w 91735"/>
                <a:gd name="connsiteY1" fmla="*/ 22934 h 22933"/>
                <a:gd name="connsiteX2" fmla="*/ 91735 w 91735"/>
                <a:gd name="connsiteY2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735" h="22933">
                  <a:moveTo>
                    <a:pt x="0" y="0"/>
                  </a:move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5" name="フリーフォーム: 図形 134">
              <a:extLst>
                <a:ext uri="{FF2B5EF4-FFF2-40B4-BE49-F238E27FC236}">
                  <ns2:creationId id="{281A9BE9-AD25-846E-8DC4-95C56069FC57}"/>
                </a:ext>
              </a:extLst>
            </p:cNvPr>
            <p:cNvSpPr/>
            <p:nvPr/>
          </p:nvSpPr>
          <p:spPr>
            <a:xfrm>
              <a:off x="9809025" y="1861998"/>
              <a:ext cx="269762" cy="305783"/>
            </a:xfrm>
            <a:custGeom>
              <a:avLst/>
              <a:gdLst>
                <a:gd name="connsiteX0" fmla="*/ 180749 w 269762"/>
                <a:gd name="connsiteY0" fmla="*/ 275205 h 305783"/>
                <a:gd name="connsiteX1" fmla="*/ 173104 w 269762"/>
                <a:gd name="connsiteY1" fmla="*/ 267560 h 305783"/>
                <a:gd name="connsiteX2" fmla="*/ 146348 w 269762"/>
                <a:gd name="connsiteY2" fmla="*/ 267560 h 305783"/>
                <a:gd name="connsiteX3" fmla="*/ 146348 w 269762"/>
                <a:gd name="connsiteY3" fmla="*/ 73346 h 305783"/>
                <a:gd name="connsiteX4" fmla="*/ 157050 w 269762"/>
                <a:gd name="connsiteY4" fmla="*/ 59353 h 305783"/>
                <a:gd name="connsiteX5" fmla="*/ 226161 w 269762"/>
                <a:gd name="connsiteY5" fmla="*/ 30876 h 305783"/>
                <a:gd name="connsiteX6" fmla="*/ 206404 w 269762"/>
                <a:gd name="connsiteY6" fmla="*/ 107024 h 305783"/>
                <a:gd name="connsiteX7" fmla="*/ 222197 w 269762"/>
                <a:gd name="connsiteY7" fmla="*/ 107024 h 305783"/>
                <a:gd name="connsiteX8" fmla="*/ 238083 w 269762"/>
                <a:gd name="connsiteY8" fmla="*/ 45753 h 305783"/>
                <a:gd name="connsiteX9" fmla="*/ 253968 w 269762"/>
                <a:gd name="connsiteY9" fmla="*/ 107024 h 305783"/>
                <a:gd name="connsiteX10" fmla="*/ 269762 w 269762"/>
                <a:gd name="connsiteY10" fmla="*/ 107024 h 305783"/>
                <a:gd name="connsiteX11" fmla="*/ 247711 w 269762"/>
                <a:gd name="connsiteY11" fmla="*/ 21971 h 305783"/>
                <a:gd name="connsiteX12" fmla="*/ 253198 w 269762"/>
                <a:gd name="connsiteY12" fmla="*/ 6710 h 305783"/>
                <a:gd name="connsiteX13" fmla="*/ 238779 w 269762"/>
                <a:gd name="connsiteY13" fmla="*/ 868 h 305783"/>
                <a:gd name="connsiteX14" fmla="*/ 150866 w 269762"/>
                <a:gd name="connsiteY14" fmla="*/ 37092 h 305783"/>
                <a:gd name="connsiteX15" fmla="*/ 146348 w 269762"/>
                <a:gd name="connsiteY15" fmla="*/ 33686 h 305783"/>
                <a:gd name="connsiteX16" fmla="*/ 146348 w 269762"/>
                <a:gd name="connsiteY16" fmla="*/ 11467 h 305783"/>
                <a:gd name="connsiteX17" fmla="*/ 134881 w 269762"/>
                <a:gd name="connsiteY17" fmla="*/ 0 h 305783"/>
                <a:gd name="connsiteX18" fmla="*/ 123414 w 269762"/>
                <a:gd name="connsiteY18" fmla="*/ 11467 h 305783"/>
                <a:gd name="connsiteX19" fmla="*/ 123414 w 269762"/>
                <a:gd name="connsiteY19" fmla="*/ 33682 h 305783"/>
                <a:gd name="connsiteX20" fmla="*/ 111966 w 269762"/>
                <a:gd name="connsiteY20" fmla="*/ 53130 h 305783"/>
                <a:gd name="connsiteX21" fmla="*/ 19666 w 269762"/>
                <a:gd name="connsiteY21" fmla="*/ 91162 h 305783"/>
                <a:gd name="connsiteX22" fmla="*/ 13417 w 269762"/>
                <a:gd name="connsiteY22" fmla="*/ 106097 h 305783"/>
                <a:gd name="connsiteX23" fmla="*/ 19455 w 269762"/>
                <a:gd name="connsiteY23" fmla="*/ 112257 h 305783"/>
                <a:gd name="connsiteX24" fmla="*/ 0 w 269762"/>
                <a:gd name="connsiteY24" fmla="*/ 187292 h 305783"/>
                <a:gd name="connsiteX25" fmla="*/ 15794 w 269762"/>
                <a:gd name="connsiteY25" fmla="*/ 187292 h 305783"/>
                <a:gd name="connsiteX26" fmla="*/ 31679 w 269762"/>
                <a:gd name="connsiteY26" fmla="*/ 126021 h 305783"/>
                <a:gd name="connsiteX27" fmla="*/ 47565 w 269762"/>
                <a:gd name="connsiteY27" fmla="*/ 187292 h 305783"/>
                <a:gd name="connsiteX28" fmla="*/ 63358 w 269762"/>
                <a:gd name="connsiteY28" fmla="*/ 187292 h 305783"/>
                <a:gd name="connsiteX29" fmla="*/ 42431 w 269762"/>
                <a:gd name="connsiteY29" fmla="*/ 106565 h 305783"/>
                <a:gd name="connsiteX30" fmla="*/ 123277 w 269762"/>
                <a:gd name="connsiteY30" fmla="*/ 73258 h 305783"/>
                <a:gd name="connsiteX31" fmla="*/ 123414 w 269762"/>
                <a:gd name="connsiteY31" fmla="*/ 73342 h 305783"/>
                <a:gd name="connsiteX32" fmla="*/ 123414 w 269762"/>
                <a:gd name="connsiteY32" fmla="*/ 267560 h 305783"/>
                <a:gd name="connsiteX33" fmla="*/ 96276 w 269762"/>
                <a:gd name="connsiteY33" fmla="*/ 267560 h 305783"/>
                <a:gd name="connsiteX34" fmla="*/ 88631 w 269762"/>
                <a:gd name="connsiteY34" fmla="*/ 275205 h 305783"/>
                <a:gd name="connsiteX35" fmla="*/ 88631 w 269762"/>
                <a:gd name="connsiteY35" fmla="*/ 282850 h 305783"/>
                <a:gd name="connsiteX36" fmla="*/ 43146 w 269762"/>
                <a:gd name="connsiteY36" fmla="*/ 282850 h 305783"/>
                <a:gd name="connsiteX37" fmla="*/ 43146 w 269762"/>
                <a:gd name="connsiteY37" fmla="*/ 305783 h 305783"/>
                <a:gd name="connsiteX38" fmla="*/ 226616 w 269762"/>
                <a:gd name="connsiteY38" fmla="*/ 305783 h 305783"/>
                <a:gd name="connsiteX39" fmla="*/ 226616 w 269762"/>
                <a:gd name="connsiteY39" fmla="*/ 282850 h 305783"/>
                <a:gd name="connsiteX40" fmla="*/ 180749 w 269762"/>
                <a:gd name="connsiteY40" fmla="*/ 282850 h 305783"/>
                <a:gd name="connsiteX41" fmla="*/ 127236 w 269762"/>
                <a:gd name="connsiteY41" fmla="*/ 53512 h 305783"/>
                <a:gd name="connsiteX42" fmla="*/ 134881 w 269762"/>
                <a:gd name="connsiteY42" fmla="*/ 45868 h 305783"/>
                <a:gd name="connsiteX43" fmla="*/ 142526 w 269762"/>
                <a:gd name="connsiteY43" fmla="*/ 53512 h 305783"/>
                <a:gd name="connsiteX44" fmla="*/ 134881 w 269762"/>
                <a:gd name="connsiteY44" fmla="*/ 61157 h 305783"/>
                <a:gd name="connsiteX45" fmla="*/ 127236 w 269762"/>
                <a:gd name="connsiteY45" fmla="*/ 53512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69762" h="305783">
                  <a:moveTo>
                    <a:pt x="180749" y="275205"/>
                  </a:moveTo>
                  <a:cubicBezTo>
                    <a:pt x="180736" y="270988"/>
                    <a:pt x="177321" y="267573"/>
                    <a:pt x="173104" y="267560"/>
                  </a:cubicBezTo>
                  <a:lnTo>
                    <a:pt x="146348" y="267560"/>
                  </a:lnTo>
                  <a:lnTo>
                    <a:pt x="146348" y="73346"/>
                  </a:lnTo>
                  <a:cubicBezTo>
                    <a:pt x="151631" y="70287"/>
                    <a:pt x="155481" y="65252"/>
                    <a:pt x="157050" y="59353"/>
                  </a:cubicBezTo>
                  <a:lnTo>
                    <a:pt x="226161" y="30876"/>
                  </a:lnTo>
                  <a:lnTo>
                    <a:pt x="206404" y="107024"/>
                  </a:lnTo>
                  <a:lnTo>
                    <a:pt x="222197" y="107024"/>
                  </a:lnTo>
                  <a:lnTo>
                    <a:pt x="238083" y="45753"/>
                  </a:lnTo>
                  <a:lnTo>
                    <a:pt x="253968" y="107024"/>
                  </a:lnTo>
                  <a:lnTo>
                    <a:pt x="269762" y="107024"/>
                  </a:lnTo>
                  <a:lnTo>
                    <a:pt x="247711" y="21971"/>
                  </a:lnTo>
                  <a:cubicBezTo>
                    <a:pt x="253440" y="19272"/>
                    <a:pt x="255897" y="12440"/>
                    <a:pt x="253198" y="6710"/>
                  </a:cubicBezTo>
                  <a:cubicBezTo>
                    <a:pt x="250650" y="1301"/>
                    <a:pt x="244373" y="-1242"/>
                    <a:pt x="238779" y="868"/>
                  </a:cubicBezTo>
                  <a:lnTo>
                    <a:pt x="150866" y="37092"/>
                  </a:lnTo>
                  <a:cubicBezTo>
                    <a:pt x="149506" y="35774"/>
                    <a:pt x="147988" y="34631"/>
                    <a:pt x="146348" y="33686"/>
                  </a:cubicBezTo>
                  <a:lnTo>
                    <a:pt x="146348" y="11467"/>
                  </a:lnTo>
                  <a:cubicBezTo>
                    <a:pt x="146348" y="5134"/>
                    <a:pt x="141214" y="0"/>
                    <a:pt x="134881" y="0"/>
                  </a:cubicBezTo>
                  <a:cubicBezTo>
                    <a:pt x="128548" y="0"/>
                    <a:pt x="123414" y="5134"/>
                    <a:pt x="123414" y="11467"/>
                  </a:cubicBezTo>
                  <a:lnTo>
                    <a:pt x="123414" y="33682"/>
                  </a:lnTo>
                  <a:cubicBezTo>
                    <a:pt x="116452" y="37709"/>
                    <a:pt x="112108" y="45089"/>
                    <a:pt x="111966" y="53130"/>
                  </a:cubicBezTo>
                  <a:lnTo>
                    <a:pt x="19666" y="91162"/>
                  </a:lnTo>
                  <a:cubicBezTo>
                    <a:pt x="13816" y="93560"/>
                    <a:pt x="11018" y="100247"/>
                    <a:pt x="13417" y="106097"/>
                  </a:cubicBezTo>
                  <a:cubicBezTo>
                    <a:pt x="14550" y="108859"/>
                    <a:pt x="16716" y="111069"/>
                    <a:pt x="19455" y="112257"/>
                  </a:cubicBezTo>
                  <a:lnTo>
                    <a:pt x="0" y="187292"/>
                  </a:lnTo>
                  <a:lnTo>
                    <a:pt x="15794" y="187292"/>
                  </a:lnTo>
                  <a:lnTo>
                    <a:pt x="31679" y="126021"/>
                  </a:lnTo>
                  <a:lnTo>
                    <a:pt x="47565" y="187292"/>
                  </a:lnTo>
                  <a:lnTo>
                    <a:pt x="63358" y="187292"/>
                  </a:lnTo>
                  <a:lnTo>
                    <a:pt x="42431" y="106565"/>
                  </a:lnTo>
                  <a:lnTo>
                    <a:pt x="123277" y="73258"/>
                  </a:lnTo>
                  <a:lnTo>
                    <a:pt x="123414" y="73342"/>
                  </a:lnTo>
                  <a:lnTo>
                    <a:pt x="123414" y="267560"/>
                  </a:lnTo>
                  <a:lnTo>
                    <a:pt x="96276" y="267560"/>
                  </a:lnTo>
                  <a:cubicBezTo>
                    <a:pt x="92059" y="267573"/>
                    <a:pt x="88644" y="270988"/>
                    <a:pt x="88631" y="275205"/>
                  </a:cubicBezTo>
                  <a:lnTo>
                    <a:pt x="88631" y="282850"/>
                  </a:lnTo>
                  <a:lnTo>
                    <a:pt x="43146" y="282850"/>
                  </a:lnTo>
                  <a:lnTo>
                    <a:pt x="43146" y="305783"/>
                  </a:lnTo>
                  <a:lnTo>
                    <a:pt x="226616" y="305783"/>
                  </a:lnTo>
                  <a:lnTo>
                    <a:pt x="226616" y="282850"/>
                  </a:lnTo>
                  <a:lnTo>
                    <a:pt x="180749" y="282850"/>
                  </a:lnTo>
                  <a:close/>
                  <a:moveTo>
                    <a:pt x="127236" y="53512"/>
                  </a:moveTo>
                  <a:cubicBezTo>
                    <a:pt x="127236" y="49290"/>
                    <a:pt x="130659" y="45868"/>
                    <a:pt x="134881" y="45868"/>
                  </a:cubicBezTo>
                  <a:cubicBezTo>
                    <a:pt x="139103" y="45868"/>
                    <a:pt x="142526" y="49290"/>
                    <a:pt x="142526" y="53512"/>
                  </a:cubicBezTo>
                  <a:cubicBezTo>
                    <a:pt x="142526" y="57734"/>
                    <a:pt x="139103" y="61157"/>
                    <a:pt x="134881" y="61157"/>
                  </a:cubicBezTo>
                  <a:cubicBezTo>
                    <a:pt x="130659" y="61157"/>
                    <a:pt x="127236" y="57734"/>
                    <a:pt x="127236" y="53512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9" name="Freeform 8">
            <a:extLst>
              <a:ext uri="{FF2B5EF4-FFF2-40B4-BE49-F238E27FC236}">
                <ns2:creationId id="{D84BCF98-BEF8-CE96-C649-920C429552C9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2892482" y="1744890"/>
            <a:ext cx="6287646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0" h="540000">
                <a:moveTo>
                  <a:pt x="0" y="0"/>
                </a:moveTo>
                <a:lnTo>
                  <a:pt x="1760" y="0"/>
                </a:lnTo>
                <a:lnTo>
                  <a:pt x="1780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0" name="ホームベース 64">
            <a:extLst>
              <a:ext uri="{FF2B5EF4-FFF2-40B4-BE49-F238E27FC236}">
                <ns2:creationId id="{F859C65F-1F9F-146D-F587-CB0E18AB517F}"/>
              </a:ext>
            </a:extLst>
          </p:cNvPr>
          <p:cNvSpPr/>
          <p:nvPr/>
        </p:nvSpPr>
        <p:spPr>
          <a:xfrm>
            <a:off x="2892482" y="1744890"/>
            <a:ext cx="6513715" cy="4563214"/>
          </a:xfrm>
          <a:prstGeom prst="homePlate">
            <a:avLst>
              <a:gd name="adj" fmla="val 6514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612000" rIns="36000" bIns="36000" rtlCol="0" anchor="t"/>
          <a:lstStyle/>
          <a:p>
            <a:pPr>
              <a:buClr>
                <a:schemeClr val="accent1"/>
              </a:buClr>
            </a:pPr>
            <a:endParaRPr kumimoji="1" lang="ja-JP" altLang="en-US" sz="1400">
              <a:solidFill>
                <a:schemeClr val="tx1">
                  <a:lumMod val="7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" name="楕円 10">
            <a:extLst>
              <a:ext uri="{FF2B5EF4-FFF2-40B4-BE49-F238E27FC236}">
                <ns2:creationId id="{1F937F15-1208-C426-A211-9464FB4BD7B0}"/>
              </a:ext>
            </a:extLst>
          </p:cNvPr>
          <p:cNvSpPr/>
          <p:nvPr/>
        </p:nvSpPr>
        <p:spPr>
          <a:xfrm>
            <a:off x="2785803" y="162877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6" name="グラフィックス 11" descr="思案中の吹き出し 単色塗りつぶし">
            <a:extLst>
              <a:ext uri="{FF2B5EF4-FFF2-40B4-BE49-F238E27FC236}">
                <ns2:creationId id="{BEAEBEE8-7699-4EAE-42B3-7314483359E6}"/>
              </a:ext>
            </a:extLst>
          </p:cNvPr>
          <p:cNvGrpSpPr/>
          <p:nvPr/>
        </p:nvGrpSpPr>
        <p:grpSpPr>
          <a:xfrm>
            <a:off x="4612348" y="1861998"/>
            <a:ext cx="229337" cy="305783"/>
            <a:chOff x="4612348" y="1861998"/>
            <a:chExt cx="229337" cy="305783"/>
          </a:xfrm>
          <a:solidFill>
            <a:srgbClr val="008000"/>
          </a:solidFill>
        </p:grpSpPr>
        <p:sp>
          <p:nvSpPr>
            <p:cNvPr id="137" name="フリーフォーム: 図形 136">
              <a:extLst>
                <a:ext uri="{FF2B5EF4-FFF2-40B4-BE49-F238E27FC236}">
                  <ns2:creationId id="{11C9A586-18A5-1625-29B4-A73D2B6AFA70}"/>
                </a:ext>
              </a:extLst>
            </p:cNvPr>
            <p:cNvSpPr/>
            <p:nvPr/>
          </p:nvSpPr>
          <p:spPr>
            <a:xfrm>
              <a:off x="4651691" y="1905163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8" name="フリーフォーム: 図形 137">
              <a:extLst>
                <a:ext uri="{FF2B5EF4-FFF2-40B4-BE49-F238E27FC236}">
                  <ns2:creationId id="{D2DC4C5E-8842-190E-FF06-C1065480CDCF}"/>
                </a:ext>
              </a:extLst>
            </p:cNvPr>
            <p:cNvSpPr/>
            <p:nvPr/>
          </p:nvSpPr>
          <p:spPr>
            <a:xfrm>
              <a:off x="4730839" y="1926977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9" name="フリーフォーム: 図形 138">
              <a:extLst>
                <a:ext uri="{FF2B5EF4-FFF2-40B4-BE49-F238E27FC236}">
                  <ns2:creationId id="{2C4DEAA1-0BD4-6953-23D2-49786EFB1DC7}"/>
                </a:ext>
              </a:extLst>
            </p:cNvPr>
            <p:cNvSpPr/>
            <p:nvPr/>
          </p:nvSpPr>
          <p:spPr>
            <a:xfrm>
              <a:off x="4651691" y="1962497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0" name="フリーフォーム: 図形 139">
              <a:extLst>
                <a:ext uri="{FF2B5EF4-FFF2-40B4-BE49-F238E27FC236}">
                  <ns2:creationId id="{3B380ABD-F61B-6421-B51F-74E32348CAAF}"/>
                </a:ext>
              </a:extLst>
            </p:cNvPr>
            <p:cNvSpPr/>
            <p:nvPr/>
          </p:nvSpPr>
          <p:spPr>
            <a:xfrm>
              <a:off x="4730839" y="1984311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1" name="フリーフォーム: 図形 140">
              <a:extLst>
                <a:ext uri="{FF2B5EF4-FFF2-40B4-BE49-F238E27FC236}">
                  <ns2:creationId id="{850CC684-ABCC-39A4-C349-8F8751AC0550}"/>
                </a:ext>
              </a:extLst>
            </p:cNvPr>
            <p:cNvSpPr/>
            <p:nvPr/>
          </p:nvSpPr>
          <p:spPr>
            <a:xfrm>
              <a:off x="4651691" y="2019832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2" name="フリーフォーム: 図形 141">
              <a:extLst>
                <a:ext uri="{FF2B5EF4-FFF2-40B4-BE49-F238E27FC236}">
                  <ns2:creationId id="{2D20395D-AA7F-457E-08B5-D70708F9961E}"/>
                </a:ext>
              </a:extLst>
            </p:cNvPr>
            <p:cNvSpPr/>
            <p:nvPr/>
          </p:nvSpPr>
          <p:spPr>
            <a:xfrm>
              <a:off x="4730839" y="2041646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3" name="フリーフォーム: 図形 142">
              <a:extLst>
                <a:ext uri="{FF2B5EF4-FFF2-40B4-BE49-F238E27FC236}">
                  <ns2:creationId id="{434D1300-E635-CCCF-EEE2-28CE7BFF7109}"/>
                </a:ext>
              </a:extLst>
            </p:cNvPr>
            <p:cNvSpPr/>
            <p:nvPr/>
          </p:nvSpPr>
          <p:spPr>
            <a:xfrm>
              <a:off x="4651691" y="2077166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4" name="フリーフォーム: 図形 143">
              <a:extLst>
                <a:ext uri="{FF2B5EF4-FFF2-40B4-BE49-F238E27FC236}">
                  <ns2:creationId id="{B2BAA215-28A8-997B-66F4-4DBC1AA46370}"/>
                </a:ext>
              </a:extLst>
            </p:cNvPr>
            <p:cNvSpPr/>
            <p:nvPr/>
          </p:nvSpPr>
          <p:spPr>
            <a:xfrm>
              <a:off x="4730839" y="2098980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5" name="フリーフォーム: 図形 144">
              <a:extLst>
                <a:ext uri="{FF2B5EF4-FFF2-40B4-BE49-F238E27FC236}">
                  <ns2:creationId id="{905EC793-B3F3-07F4-8C01-43751A01DEBB}"/>
                </a:ext>
              </a:extLst>
            </p:cNvPr>
            <p:cNvSpPr/>
            <p:nvPr/>
          </p:nvSpPr>
          <p:spPr>
            <a:xfrm>
              <a:off x="4612348" y="1861998"/>
              <a:ext cx="229337" cy="305783"/>
            </a:xfrm>
            <a:custGeom>
              <a:avLst/>
              <a:gdLst>
                <a:gd name="connsiteX0" fmla="*/ 0 w 229337"/>
                <a:gd name="connsiteY0" fmla="*/ 305783 h 305783"/>
                <a:gd name="connsiteX1" fmla="*/ 229338 w 229337"/>
                <a:gd name="connsiteY1" fmla="*/ 305783 h 305783"/>
                <a:gd name="connsiteX2" fmla="*/ 229338 w 229337"/>
                <a:gd name="connsiteY2" fmla="*/ 0 h 305783"/>
                <a:gd name="connsiteX3" fmla="*/ 0 w 229337"/>
                <a:gd name="connsiteY3" fmla="*/ 0 h 305783"/>
                <a:gd name="connsiteX4" fmla="*/ 7645 w 229337"/>
                <a:gd name="connsiteY4" fmla="*/ 7645 h 305783"/>
                <a:gd name="connsiteX5" fmla="*/ 221693 w 229337"/>
                <a:gd name="connsiteY5" fmla="*/ 7645 h 305783"/>
                <a:gd name="connsiteX6" fmla="*/ 221693 w 229337"/>
                <a:gd name="connsiteY6" fmla="*/ 298139 h 305783"/>
                <a:gd name="connsiteX7" fmla="*/ 7645 w 229337"/>
                <a:gd name="connsiteY7" fmla="*/ 298139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337" h="305783">
                  <a:moveTo>
                    <a:pt x="0" y="305783"/>
                  </a:moveTo>
                  <a:lnTo>
                    <a:pt x="229338" y="305783"/>
                  </a:lnTo>
                  <a:lnTo>
                    <a:pt x="229338" y="0"/>
                  </a:lnTo>
                  <a:lnTo>
                    <a:pt x="0" y="0"/>
                  </a:lnTo>
                  <a:close/>
                  <a:moveTo>
                    <a:pt x="7645" y="7645"/>
                  </a:moveTo>
                  <a:lnTo>
                    <a:pt x="221693" y="7645"/>
                  </a:lnTo>
                  <a:lnTo>
                    <a:pt x="221693" y="298139"/>
                  </a:lnTo>
                  <a:lnTo>
                    <a:pt x="7645" y="298139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13" name="四角形: 上の 2 つの角を丸める 12">
            <a:extLst>
              <a:ext uri="{FF2B5EF4-FFF2-40B4-BE49-F238E27FC236}">
                <ns2:creationId id="{45BF150C-98A0-8126-8C94-E7EF8F09FF8A}"/>
              </a:ext>
            </a:extLst>
          </p:cNvPr>
          <p:cNvSpPr/>
          <p:nvPr/>
        </p:nvSpPr>
        <p:spPr>
          <a:xfrm>
            <a:off x="3606801" y="237142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14" name="グループ化 13">
            <a:extLst>
              <a:ext uri="{FF2B5EF4-FFF2-40B4-BE49-F238E27FC236}">
                <ns2:creationId id="{B6527CE9-DEAA-97D5-D660-156CE12B134D}"/>
              </a:ext>
            </a:extLst>
          </p:cNvPr>
          <p:cNvGrpSpPr/>
          <p:nvPr/>
        </p:nvGrpSpPr>
        <p:grpSpPr>
          <a:xfrm>
            <a:off x="3027390" y="3692205"/>
            <a:ext cx="518147" cy="1246864"/>
            <a:chOff x="3027390" y="3692205"/>
            <a:chExt cx="518147" cy="1246864"/>
          </a:xfrm>
        </p:grpSpPr>
        <p:sp>
          <p:nvSpPr>
            <p:cNvPr id="113" name="正方形/長方形 112">
              <a:extLst>
                <a:ext uri="{FF2B5EF4-FFF2-40B4-BE49-F238E27FC236}">
                  <ns2:creationId id="{EF197E2C-456C-1417-A4AD-EC97DB5106ED}"/>
                </a:ext>
              </a:extLst>
            </p:cNvPr>
            <p:cNvSpPr/>
            <p:nvPr/>
          </p:nvSpPr>
          <p:spPr>
            <a:xfrm>
              <a:off x="3027390" y="3692205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4" name="グラフィックス 113" descr="ストップウォッチ 単色塗りつぶし">
              <a:extLst>
                <a:ext uri="{FF2B5EF4-FFF2-40B4-BE49-F238E27FC236}">
                  <ns2:creationId id="{BD259C42-64C7-22E4-6389-6B30387A60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3142697" y="3754124"/>
              <a:ext cx="287533" cy="287533"/>
            </a:xfrm>
            <a:prstGeom prst="rect">
              <a:avLst/>
            </a:prstGeom>
          </p:spPr>
        </p:pic>
      </p:grpSp>
      <p:grpSp>
        <p:nvGrpSpPr>
          <p:cNvPr id="15" name="グループ化 14">
            <a:extLst>
              <a:ext uri="{FF2B5EF4-FFF2-40B4-BE49-F238E27FC236}">
                <ns2:creationId id="{9C8851F6-9D36-16D7-6C0F-15FFF0ABCCB8}"/>
              </a:ext>
            </a:extLst>
          </p:cNvPr>
          <p:cNvGrpSpPr/>
          <p:nvPr/>
        </p:nvGrpSpPr>
        <p:grpSpPr>
          <a:xfrm>
            <a:off x="3027390" y="2377170"/>
            <a:ext cx="518147" cy="1246864"/>
            <a:chOff x="3027390" y="2391341"/>
            <a:chExt cx="518147" cy="1246864"/>
          </a:xfrm>
        </p:grpSpPr>
        <p:sp>
          <p:nvSpPr>
            <p:cNvPr id="111" name="正方形/長方形 110">
              <a:extLst>
                <a:ext uri="{FF2B5EF4-FFF2-40B4-BE49-F238E27FC236}">
                  <ns2:creationId id="{FE1B3C5D-4B43-8E52-4525-6E96E779CD37}"/>
                </a:ext>
              </a:extLst>
            </p:cNvPr>
            <p:cNvSpPr/>
            <p:nvPr/>
          </p:nvSpPr>
          <p:spPr>
            <a:xfrm>
              <a:off x="3027390" y="2391341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2" name="グラフィックス 111" descr="在宅勤務デスク 単色塗りつぶし">
              <a:extLst>
                <a:ext uri="{FF2B5EF4-FFF2-40B4-BE49-F238E27FC236}">
                  <ns2:creationId id="{1147A450-7647-84F5-F3B0-9AB1206D54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3142697" y="2446062"/>
              <a:ext cx="287533" cy="287533"/>
            </a:xfrm>
            <a:prstGeom prst="rect">
              <a:avLst/>
            </a:prstGeom>
          </p:spPr>
        </p:pic>
      </p:grpSp>
      <p:grpSp>
        <p:nvGrpSpPr>
          <p:cNvPr id="16" name="グループ化 15">
            <a:extLst>
              <a:ext uri="{FF2B5EF4-FFF2-40B4-BE49-F238E27FC236}">
                <ns2:creationId id="{5543BB17-472C-63B8-CD7D-A930E40AF1BE}"/>
              </a:ext>
            </a:extLst>
          </p:cNvPr>
          <p:cNvGrpSpPr/>
          <p:nvPr/>
        </p:nvGrpSpPr>
        <p:grpSpPr>
          <a:xfrm>
            <a:off x="3027390" y="5007240"/>
            <a:ext cx="518147" cy="1246864"/>
            <a:chOff x="3027390" y="4993069"/>
            <a:chExt cx="518147" cy="1246864"/>
          </a:xfrm>
        </p:grpSpPr>
        <p:sp>
          <p:nvSpPr>
            <p:cNvPr id="109" name="正方形/長方形 108">
              <a:extLst>
                <a:ext uri="{FF2B5EF4-FFF2-40B4-BE49-F238E27FC236}">
                  <ns2:creationId id="{88525E20-B2CC-3D3F-EDE4-0CA2E9FC0005}"/>
                </a:ext>
              </a:extLst>
            </p:cNvPr>
            <p:cNvSpPr/>
            <p:nvPr/>
          </p:nvSpPr>
          <p:spPr>
            <a:xfrm>
              <a:off x="3027390" y="4993069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60000" rIns="90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300">
                <a:solidFill>
                  <a:schemeClr val="bg1"/>
                </a:solidFill>
                <a:latin typeface="+mn-ea"/>
              </a:endParaRPr>
            </a:p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0" name="グラフィックス 109" descr="硬貨 単色塗りつぶし">
              <a:extLst>
                <a:ext uri="{FF2B5EF4-FFF2-40B4-BE49-F238E27FC236}">
                  <ns2:creationId id="{FD99E362-56FA-329D-4250-DAE5EAD42D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142697" y="5049343"/>
              <a:ext cx="287533" cy="287533"/>
            </a:xfrm>
            <a:prstGeom prst="rect">
              <a:avLst/>
            </a:prstGeom>
          </p:spPr>
        </p:pic>
      </p:grpSp>
      <p:sp>
        <p:nvSpPr>
          <p:cNvPr id="17" name="四角形: 上の 2 つの角を丸める 16">
            <a:extLst>
              <a:ext uri="{FF2B5EF4-FFF2-40B4-BE49-F238E27FC236}">
                <ns2:creationId id="{FF4A996D-C3E7-6B19-66B6-1A4AD9D21A0A}"/>
              </a:ext>
            </a:extLst>
          </p:cNvPr>
          <p:cNvSpPr/>
          <p:nvPr/>
        </p:nvSpPr>
        <p:spPr>
          <a:xfrm>
            <a:off x="5432435" y="237142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8" name="四角形: 上の 2 つの角を丸める 17">
            <a:extLst>
              <a:ext uri="{FF2B5EF4-FFF2-40B4-BE49-F238E27FC236}">
                <ns2:creationId id="{23754152-EC43-008F-3077-AE8527ABED37}"/>
              </a:ext>
            </a:extLst>
          </p:cNvPr>
          <p:cNvSpPr/>
          <p:nvPr/>
        </p:nvSpPr>
        <p:spPr>
          <a:xfrm>
            <a:off x="7258067" y="237142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ns2:creationId id="{54BEDA05-74E2-1074-1578-1539D4932D12}"/>
              </a:ext>
            </a:extLst>
          </p:cNvPr>
          <p:cNvSpPr/>
          <p:nvPr/>
        </p:nvSpPr>
        <p:spPr>
          <a:xfrm>
            <a:off x="3606802" y="237141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ns2:creationId id="{E3E8E544-CA98-EFF8-9164-EC1BFE6688F4}"/>
              </a:ext>
            </a:extLst>
          </p:cNvPr>
          <p:cNvSpPr/>
          <p:nvPr/>
        </p:nvSpPr>
        <p:spPr>
          <a:xfrm>
            <a:off x="5432435" y="237141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ns2:creationId id="{D6F6983D-77BF-4AFD-9680-313C64CD6E1D}"/>
              </a:ext>
            </a:extLst>
          </p:cNvPr>
          <p:cNvSpPr/>
          <p:nvPr/>
        </p:nvSpPr>
        <p:spPr>
          <a:xfrm>
            <a:off x="7258067" y="237141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四角形: 上の 2 つの角を丸める 21">
            <a:extLst>
              <a:ext uri="{FF2B5EF4-FFF2-40B4-BE49-F238E27FC236}">
                <ns2:creationId id="{BBAD50E4-FCCB-9FE7-5644-1A54BBD98F78}"/>
              </a:ext>
            </a:extLst>
          </p:cNvPr>
          <p:cNvSpPr/>
          <p:nvPr/>
        </p:nvSpPr>
        <p:spPr>
          <a:xfrm>
            <a:off x="3606801" y="369220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23" name="四角形: 上の 2 つの角を丸める 22">
            <a:extLst>
              <a:ext uri="{FF2B5EF4-FFF2-40B4-BE49-F238E27FC236}">
                <ns2:creationId id="{AA771F17-1E99-EBEA-95B1-4D65456601AE}"/>
              </a:ext>
            </a:extLst>
          </p:cNvPr>
          <p:cNvSpPr/>
          <p:nvPr/>
        </p:nvSpPr>
        <p:spPr>
          <a:xfrm>
            <a:off x="5432435" y="369220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24" name="四角形: 上の 2 つの角を丸める 23">
            <a:extLst>
              <a:ext uri="{FF2B5EF4-FFF2-40B4-BE49-F238E27FC236}">
                <ns2:creationId id="{C631BF29-D7D3-1E9E-8ECD-D1927C5FCDE3}"/>
              </a:ext>
            </a:extLst>
          </p:cNvPr>
          <p:cNvSpPr/>
          <p:nvPr/>
        </p:nvSpPr>
        <p:spPr>
          <a:xfrm>
            <a:off x="7258067" y="369220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)</a:t>
            </a:r>
            <a:endParaRPr kumimoji="1" lang="ja-JP" altLang="en-US" sz="11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ns2:creationId id="{32EC45AA-AED3-F607-5585-7994C8C9DC64}"/>
              </a:ext>
            </a:extLst>
          </p:cNvPr>
          <p:cNvSpPr/>
          <p:nvPr/>
        </p:nvSpPr>
        <p:spPr>
          <a:xfrm>
            <a:off x="3606802" y="369220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ns2:creationId id="{D632A2A3-2FAA-41D1-A80B-20C4DCDB6EAC}"/>
              </a:ext>
            </a:extLst>
          </p:cNvPr>
          <p:cNvSpPr/>
          <p:nvPr/>
        </p:nvSpPr>
        <p:spPr>
          <a:xfrm>
            <a:off x="5432435" y="369220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ns2:creationId id="{A9368C57-41FF-7DE4-303A-A06431376D8E}"/>
              </a:ext>
            </a:extLst>
          </p:cNvPr>
          <p:cNvSpPr/>
          <p:nvPr/>
        </p:nvSpPr>
        <p:spPr>
          <a:xfrm>
            <a:off x="7258067" y="369220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四角形: 上の 2 つの角を丸める 27">
            <a:extLst>
              <a:ext uri="{FF2B5EF4-FFF2-40B4-BE49-F238E27FC236}">
                <ns2:creationId id="{FDE330D0-EBA0-D278-7D02-06DE187EDE29}"/>
              </a:ext>
            </a:extLst>
          </p:cNvPr>
          <p:cNvSpPr/>
          <p:nvPr/>
        </p:nvSpPr>
        <p:spPr>
          <a:xfrm>
            <a:off x="3606801" y="500724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29" name="四角形: 上の 2 つの角を丸める 28">
            <a:extLst>
              <a:ext uri="{FF2B5EF4-FFF2-40B4-BE49-F238E27FC236}">
                <ns2:creationId id="{0B9AF60D-FC69-FF8C-0C4D-2C5FF59BB215}"/>
              </a:ext>
            </a:extLst>
          </p:cNvPr>
          <p:cNvSpPr/>
          <p:nvPr/>
        </p:nvSpPr>
        <p:spPr>
          <a:xfrm>
            <a:off x="5432435" y="500724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ns2:creationId id="{B244F629-72D0-3E2E-E8E4-AE0D7B12D41E}"/>
              </a:ext>
            </a:extLst>
          </p:cNvPr>
          <p:cNvSpPr/>
          <p:nvPr/>
        </p:nvSpPr>
        <p:spPr>
          <a:xfrm>
            <a:off x="3606802" y="500724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ns2:creationId id="{82572E70-83BD-3032-A462-E75FA7CB9404}"/>
              </a:ext>
            </a:extLst>
          </p:cNvPr>
          <p:cNvSpPr/>
          <p:nvPr/>
        </p:nvSpPr>
        <p:spPr>
          <a:xfrm>
            <a:off x="5432435" y="500724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9742E158-9F86-683C-8122-D237CDC9891A}"/>
              </a:ext>
            </a:extLst>
          </p:cNvPr>
          <p:cNvGrpSpPr/>
          <p:nvPr/>
        </p:nvGrpSpPr>
        <p:grpSpPr>
          <a:xfrm>
            <a:off x="3737487" y="2760376"/>
            <a:ext cx="1510260" cy="377455"/>
            <a:chOff x="3749595" y="2826120"/>
            <a:chExt cx="1218691" cy="304584"/>
          </a:xfrm>
        </p:grpSpPr>
        <p:sp>
          <p:nvSpPr>
            <p:cNvPr id="106" name="Rectangle 17">
              <a:extLst>
                <a:ext uri="{FF2B5EF4-FFF2-40B4-BE49-F238E27FC236}">
                  <ns2:creationId id="{0980F3B2-B736-40FB-6442-382282E17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7" name="AutoShape 18">
              <a:extLst>
                <a:ext uri="{FF2B5EF4-FFF2-40B4-BE49-F238E27FC236}">
                  <ns2:creationId id="{F17084D5-D606-D68F-D585-A869AB28F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8" name="Rectangle 19">
              <a:extLst>
                <a:ext uri="{FF2B5EF4-FFF2-40B4-BE49-F238E27FC236}">
                  <ns2:creationId id="{802CC48D-4705-E5DA-F4A5-D5D2332F0A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3" name="グループ化 32">
            <a:extLst>
              <a:ext uri="{FF2B5EF4-FFF2-40B4-BE49-F238E27FC236}">
                <ns2:creationId id="{7F1E6655-CF06-A037-C53D-185A1E4A9832}"/>
              </a:ext>
            </a:extLst>
          </p:cNvPr>
          <p:cNvGrpSpPr/>
          <p:nvPr/>
        </p:nvGrpSpPr>
        <p:grpSpPr>
          <a:xfrm>
            <a:off x="5562603" y="2760376"/>
            <a:ext cx="1511299" cy="377455"/>
            <a:chOff x="5562603" y="2723194"/>
            <a:chExt cx="1511299" cy="377455"/>
          </a:xfrm>
        </p:grpSpPr>
        <p:sp>
          <p:nvSpPr>
            <p:cNvPr id="102" name="Rectangle 17">
              <a:extLst>
                <a:ext uri="{FF2B5EF4-FFF2-40B4-BE49-F238E27FC236}">
                  <ns2:creationId id="{E9E023F0-F99C-255A-592D-2958E8C658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3" y="2723194"/>
              <a:ext cx="516169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3" name="AutoShape 18">
              <a:extLst>
                <a:ext uri="{FF2B5EF4-FFF2-40B4-BE49-F238E27FC236}">
                  <ns2:creationId id="{69F8C538-24D6-CEB2-F79E-4AD21513F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0927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4" name="Rectangle 19">
              <a:extLst>
                <a:ext uri="{FF2B5EF4-FFF2-40B4-BE49-F238E27FC236}">
                  <ns2:creationId id="{BEED9010-CAB2-1A96-5CD1-D513A5F68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15817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ysDot"/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5" name="Rectangle 19">
              <a:extLst>
                <a:ext uri="{FF2B5EF4-FFF2-40B4-BE49-F238E27FC236}">
                  <ns2:creationId id="{746A2C08-A587-EC71-3854-DC7AE1D2F8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7732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ns2:creationId id="{122D85DC-728B-9A62-CDE9-60929814391B}"/>
              </a:ext>
            </a:extLst>
          </p:cNvPr>
          <p:cNvGrpSpPr/>
          <p:nvPr/>
        </p:nvGrpSpPr>
        <p:grpSpPr>
          <a:xfrm>
            <a:off x="7511871" y="2688200"/>
            <a:ext cx="1264027" cy="447443"/>
            <a:chOff x="7428733" y="2688200"/>
            <a:chExt cx="1264027" cy="447443"/>
          </a:xfrm>
        </p:grpSpPr>
        <p:grpSp>
          <p:nvGrpSpPr>
            <p:cNvPr id="80" name="グループ化 79">
              <a:extLst>
                <a:ext uri="{FF2B5EF4-FFF2-40B4-BE49-F238E27FC236}">
                  <ns2:creationId id="{AAC8F9A7-25E0-7AAF-B039-D3EE4077CB42}"/>
                </a:ext>
              </a:extLst>
            </p:cNvPr>
            <p:cNvGrpSpPr/>
            <p:nvPr/>
          </p:nvGrpSpPr>
          <p:grpSpPr>
            <a:xfrm>
              <a:off x="7428733" y="2688200"/>
              <a:ext cx="612789" cy="447443"/>
              <a:chOff x="7678500" y="2850056"/>
              <a:chExt cx="612789" cy="447443"/>
            </a:xfrm>
          </p:grpSpPr>
          <p:sp>
            <p:nvSpPr>
              <p:cNvPr id="88" name="Rectangle 36">
                <a:extLst>
                  <a:ext uri="{FF2B5EF4-FFF2-40B4-BE49-F238E27FC236}">
                    <ns2:creationId id="{B250BC66-16B8-4AA3-5D7E-EDE1077A03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78500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9" name="Rectangle 37">
                <a:extLst>
                  <a:ext uri="{FF2B5EF4-FFF2-40B4-BE49-F238E27FC236}">
                    <ns2:creationId id="{359B10C8-8AC6-28AB-CC50-92DA4D6A0C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0" name="Rectangle 38">
                <a:extLst>
                  <a:ext uri="{FF2B5EF4-FFF2-40B4-BE49-F238E27FC236}">
                    <ns2:creationId id="{7D107363-E202-8144-3C25-C6A1880F57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3002348"/>
                <a:ext cx="89581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1" name="Rectangle 39">
                <a:extLst>
                  <a:ext uri="{FF2B5EF4-FFF2-40B4-BE49-F238E27FC236}">
                    <ns2:creationId id="{5814D0A3-52E5-ABF2-F035-C8FB8C2C65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002348"/>
                <a:ext cx="90880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2" name="Rectangle 40">
                <a:extLst>
                  <a:ext uri="{FF2B5EF4-FFF2-40B4-BE49-F238E27FC236}">
                    <ns2:creationId id="{3DB410D0-E645-E955-1693-4470CCB8D7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114209"/>
                <a:ext cx="90880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3" name="Rectangle 41">
                <a:extLst>
                  <a:ext uri="{FF2B5EF4-FFF2-40B4-BE49-F238E27FC236}">
                    <ns2:creationId id="{F040B3D4-FA0D-E0D2-B2E5-AC34BA67E8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114209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94" name="Rectangle 42">
                <a:extLst>
                  <a:ext uri="{FF2B5EF4-FFF2-40B4-BE49-F238E27FC236}">
                    <ns2:creationId id="{85EBD04C-A6A6-BE76-7992-00E6CF95AB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226070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95" name="AutoShape 43">
                <a:extLst>
                  <a:ext uri="{FF2B5EF4-FFF2-40B4-BE49-F238E27FC236}">
                    <ns2:creationId id="{7686A03A-E2B7-46FB-6FBA-10E8B6AA8625}"/>
                  </a:ext>
                </a:extLst>
              </p:cNvPr>
              <p:cNvCxnSpPr>
                <a:cxnSpLocks noChangeShapeType="1"/>
                <a:endCxn id="88" idx="0"/>
              </p:cNvCxnSpPr>
              <p:nvPr/>
            </p:nvCxnSpPr>
            <p:spPr bwMode="auto">
              <a:xfrm>
                <a:off x="7723939" y="2850056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6" name="AutoShape 44">
                <a:extLst>
                  <a:ext uri="{FF2B5EF4-FFF2-40B4-BE49-F238E27FC236}">
                    <ns2:creationId id="{0C05064D-FEB0-D6C6-4480-2F4966F303C1}"/>
                  </a:ext>
                </a:extLst>
              </p:cNvPr>
              <p:cNvCxnSpPr>
                <a:cxnSpLocks noChangeShapeType="1"/>
                <a:stCxn id="88" idx="3"/>
                <a:endCxn id="89" idx="1"/>
              </p:cNvCxnSpPr>
              <p:nvPr/>
            </p:nvCxnSpPr>
            <p:spPr bwMode="auto">
              <a:xfrm>
                <a:off x="7768081" y="292687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7" name="AutoShape 45">
                <a:extLst>
                  <a:ext uri="{FF2B5EF4-FFF2-40B4-BE49-F238E27FC236}">
                    <ns2:creationId id="{2AD66CF7-75E6-99B5-37D1-F4113780CF59}"/>
                  </a:ext>
                </a:extLst>
              </p:cNvPr>
              <p:cNvCxnSpPr>
                <a:cxnSpLocks noChangeShapeType="1"/>
                <a:stCxn id="89" idx="2"/>
                <a:endCxn id="90" idx="0"/>
              </p:cNvCxnSpPr>
              <p:nvPr/>
            </p:nvCxnSpPr>
            <p:spPr bwMode="auto">
              <a:xfrm>
                <a:off x="7897909" y="296191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8" name="AutoShape 46">
                <a:extLst>
                  <a:ext uri="{FF2B5EF4-FFF2-40B4-BE49-F238E27FC236}">
                    <ns2:creationId id="{445C338C-0085-EE20-B4AB-C0DE3FF65661}"/>
                  </a:ext>
                </a:extLst>
              </p:cNvPr>
              <p:cNvCxnSpPr>
                <a:cxnSpLocks noChangeShapeType="1"/>
                <a:stCxn id="90" idx="3"/>
                <a:endCxn id="91" idx="1"/>
              </p:cNvCxnSpPr>
              <p:nvPr/>
            </p:nvCxnSpPr>
            <p:spPr bwMode="auto">
              <a:xfrm>
                <a:off x="7942050" y="303873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9" name="AutoShape 47">
                <a:extLst>
                  <a:ext uri="{FF2B5EF4-FFF2-40B4-BE49-F238E27FC236}">
                    <ns2:creationId id="{B674A52E-1466-9591-5717-DDCFF88A423E}"/>
                  </a:ext>
                </a:extLst>
              </p:cNvPr>
              <p:cNvCxnSpPr>
                <a:cxnSpLocks noChangeShapeType="1"/>
                <a:stCxn id="91" idx="2"/>
                <a:endCxn id="92" idx="0"/>
              </p:cNvCxnSpPr>
              <p:nvPr/>
            </p:nvCxnSpPr>
            <p:spPr bwMode="auto">
              <a:xfrm>
                <a:off x="8071879" y="307377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100" name="AutoShape 48">
                <a:extLst>
                  <a:ext uri="{FF2B5EF4-FFF2-40B4-BE49-F238E27FC236}">
                    <ns2:creationId id="{03444371-751D-5FE4-7B09-CD5491A6539D}"/>
                  </a:ext>
                </a:extLst>
              </p:cNvPr>
              <p:cNvCxnSpPr>
                <a:cxnSpLocks noChangeShapeType="1"/>
                <a:stCxn id="92" idx="3"/>
                <a:endCxn id="93" idx="1"/>
              </p:cNvCxnSpPr>
              <p:nvPr/>
            </p:nvCxnSpPr>
            <p:spPr bwMode="auto">
              <a:xfrm>
                <a:off x="8117319" y="3150597"/>
                <a:ext cx="84388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101" name="AutoShape 49">
                <a:extLst>
                  <a:ext uri="{FF2B5EF4-FFF2-40B4-BE49-F238E27FC236}">
                    <ns2:creationId id="{7334CDAE-1685-B7EF-7B70-1F2EE7F714D2}"/>
                  </a:ext>
                </a:extLst>
              </p:cNvPr>
              <p:cNvCxnSpPr>
                <a:cxnSpLocks noChangeShapeType="1"/>
                <a:stCxn id="93" idx="2"/>
                <a:endCxn id="94" idx="0"/>
              </p:cNvCxnSpPr>
              <p:nvPr/>
            </p:nvCxnSpPr>
            <p:spPr bwMode="auto">
              <a:xfrm>
                <a:off x="8247147" y="3185638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</p:grpSp>
        <p:grpSp>
          <p:nvGrpSpPr>
            <p:cNvPr id="81" name="グループ化 80">
              <a:extLst>
                <a:ext uri="{FF2B5EF4-FFF2-40B4-BE49-F238E27FC236}">
                  <ns2:creationId id="{9793B20B-82E2-963F-566F-830FE47C03DA}"/>
                </a:ext>
              </a:extLst>
            </p:cNvPr>
            <p:cNvGrpSpPr/>
            <p:nvPr/>
          </p:nvGrpSpPr>
          <p:grpSpPr>
            <a:xfrm>
              <a:off x="8603178" y="2690896"/>
              <a:ext cx="89582" cy="442051"/>
              <a:chOff x="9050783" y="2850056"/>
              <a:chExt cx="89582" cy="442051"/>
            </a:xfrm>
          </p:grpSpPr>
          <p:sp>
            <p:nvSpPr>
              <p:cNvPr id="83" name="Rectangle 51">
                <a:extLst>
                  <a:ext uri="{FF2B5EF4-FFF2-40B4-BE49-F238E27FC236}">
                    <ns2:creationId id="{B6F49754-DB61-448A-F84C-F59F445AD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222026"/>
                <a:ext cx="89582" cy="7008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84" name="AutoShape 52">
                <a:extLst>
                  <a:ext uri="{FF2B5EF4-FFF2-40B4-BE49-F238E27FC236}">
                    <ns2:creationId id="{3A60AE14-AAB1-381E-629C-D4A9FD4BA5CB}"/>
                  </a:ext>
                </a:extLst>
              </p:cNvPr>
              <p:cNvCxnSpPr>
                <a:cxnSpLocks noChangeShapeType="1"/>
                <a:endCxn id="83" idx="0"/>
              </p:cNvCxnSpPr>
              <p:nvPr/>
            </p:nvCxnSpPr>
            <p:spPr bwMode="auto">
              <a:xfrm>
                <a:off x="9096224" y="2850056"/>
                <a:ext cx="0" cy="37197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sp>
            <p:nvSpPr>
              <p:cNvPr id="85" name="Rectangle 53">
                <a:extLst>
                  <a:ext uri="{FF2B5EF4-FFF2-40B4-BE49-F238E27FC236}">
                    <ns2:creationId id="{A6A68BF7-ADAA-5F5D-0237-D9AD5BF619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890487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6" name="Rectangle 54">
                <a:extLst>
                  <a:ext uri="{FF2B5EF4-FFF2-40B4-BE49-F238E27FC236}">
                    <ns2:creationId id="{BDF972B5-EBB9-6841-97F3-070D3C4996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999653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7" name="Rectangle 55">
                <a:extLst>
                  <a:ext uri="{FF2B5EF4-FFF2-40B4-BE49-F238E27FC236}">
                    <ns2:creationId id="{35385977-4093-834B-EBF3-805227EA65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111513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82" name="AutoShape 18">
              <a:extLst>
                <a:ext uri="{FF2B5EF4-FFF2-40B4-BE49-F238E27FC236}">
                  <ns2:creationId id="{2048321D-9BCC-8A53-97BC-BA28B68F24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55025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5" name="グループ化 34">
            <a:extLst>
              <a:ext uri="{FF2B5EF4-FFF2-40B4-BE49-F238E27FC236}">
                <ns2:creationId id="{7354C645-7C2C-75BE-3A46-349CDFD1E91B}"/>
              </a:ext>
            </a:extLst>
          </p:cNvPr>
          <p:cNvGrpSpPr/>
          <p:nvPr/>
        </p:nvGrpSpPr>
        <p:grpSpPr>
          <a:xfrm>
            <a:off x="3737487" y="4073525"/>
            <a:ext cx="1510260" cy="377455"/>
            <a:chOff x="3749595" y="2826120"/>
            <a:chExt cx="1218691" cy="304584"/>
          </a:xfrm>
        </p:grpSpPr>
        <p:sp>
          <p:nvSpPr>
            <p:cNvPr id="77" name="Rectangle 17">
              <a:extLst>
                <a:ext uri="{FF2B5EF4-FFF2-40B4-BE49-F238E27FC236}">
                  <ns2:creationId id="{688EB9F8-5F51-6CDE-FC74-3B5D4C8B27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78" name="AutoShape 18">
              <a:extLst>
                <a:ext uri="{FF2B5EF4-FFF2-40B4-BE49-F238E27FC236}">
                  <ns2:creationId id="{05B21624-ED03-D25E-9A4D-78D2757CBF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79" name="Rectangle 19">
              <a:extLst>
                <a:ext uri="{FF2B5EF4-FFF2-40B4-BE49-F238E27FC236}">
                  <ns2:creationId id="{262418C6-5777-E88E-75CA-EFC553E7C9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ns2:creationId id="{D0424AFC-4F28-39F1-A198-FFB8B44EC1D0}"/>
              </a:ext>
            </a:extLst>
          </p:cNvPr>
          <p:cNvGrpSpPr/>
          <p:nvPr/>
        </p:nvGrpSpPr>
        <p:grpSpPr>
          <a:xfrm>
            <a:off x="5622187" y="4039282"/>
            <a:ext cx="1392131" cy="445942"/>
            <a:chOff x="5576846" y="4039282"/>
            <a:chExt cx="1392131" cy="445942"/>
          </a:xfrm>
        </p:grpSpPr>
        <p:grpSp>
          <p:nvGrpSpPr>
            <p:cNvPr id="70" name="グループ化 69">
              <a:extLst>
                <a:ext uri="{FF2B5EF4-FFF2-40B4-BE49-F238E27FC236}">
                  <ns2:creationId id="{D2E1A880-D7CC-21A0-49BA-B9BA657439FF}"/>
                </a:ext>
              </a:extLst>
            </p:cNvPr>
            <p:cNvGrpSpPr/>
            <p:nvPr/>
          </p:nvGrpSpPr>
          <p:grpSpPr>
            <a:xfrm>
              <a:off x="6597668" y="4039282"/>
              <a:ext cx="371309" cy="445942"/>
              <a:chOff x="6597668" y="4039282"/>
              <a:chExt cx="371309" cy="445942"/>
            </a:xfrm>
          </p:grpSpPr>
          <p:sp>
            <p:nvSpPr>
              <p:cNvPr id="75" name="Oval 105">
                <a:extLst>
                  <a:ext uri="{FF2B5EF4-FFF2-40B4-BE49-F238E27FC236}">
                    <ns2:creationId id="{A7F293ED-7B2A-09E0-7DDE-35570F670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7668" y="4234548"/>
                <a:ext cx="371309" cy="250676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6" name="Oval 106">
                <a:extLst>
                  <a:ext uri="{FF2B5EF4-FFF2-40B4-BE49-F238E27FC236}">
                    <ns2:creationId id="{62BB0BCE-0AD7-DC00-597F-625A115AC2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5179" y="4039282"/>
                <a:ext cx="236287" cy="16037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grpSp>
          <p:nvGrpSpPr>
            <p:cNvPr id="71" name="グループ化 70">
              <a:extLst>
                <a:ext uri="{FF2B5EF4-FFF2-40B4-BE49-F238E27FC236}">
                  <ns2:creationId id="{5EB2D510-9120-B693-D577-B10C8040DF11}"/>
                </a:ext>
              </a:extLst>
            </p:cNvPr>
            <p:cNvGrpSpPr/>
            <p:nvPr/>
          </p:nvGrpSpPr>
          <p:grpSpPr>
            <a:xfrm>
              <a:off x="5576846" y="4073525"/>
              <a:ext cx="494672" cy="377455"/>
              <a:chOff x="5510458" y="4073525"/>
              <a:chExt cx="494672" cy="377455"/>
            </a:xfrm>
          </p:grpSpPr>
          <p:sp>
            <p:nvSpPr>
              <p:cNvPr id="73" name="Oval 105">
                <a:extLst>
                  <a:ext uri="{FF2B5EF4-FFF2-40B4-BE49-F238E27FC236}">
                    <ns2:creationId id="{1811357F-638F-2CF4-A386-1FEA508F2B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0458" y="4073525"/>
                <a:ext cx="494671" cy="377455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4" name="Oval 106">
                <a:extLst>
                  <a:ext uri="{FF2B5EF4-FFF2-40B4-BE49-F238E27FC236}">
                    <ns2:creationId id="{525DACD0-BA5C-4790-E530-5289E7AC32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8099" y="4073525"/>
                <a:ext cx="237031" cy="37745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72" name="AutoShape 18">
              <a:extLst>
                <a:ext uri="{FF2B5EF4-FFF2-40B4-BE49-F238E27FC236}">
                  <ns2:creationId id="{97CFB87B-DBE4-8E8F-88FC-DA0DD8CF68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67268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ns2:creationId id="{086B2F87-6A35-86F3-E3F6-F9C30089FB74}"/>
              </a:ext>
            </a:extLst>
          </p:cNvPr>
          <p:cNvGrpSpPr/>
          <p:nvPr/>
        </p:nvGrpSpPr>
        <p:grpSpPr>
          <a:xfrm>
            <a:off x="7440545" y="4054031"/>
            <a:ext cx="1406678" cy="416445"/>
            <a:chOff x="7427481" y="4054031"/>
            <a:chExt cx="1406678" cy="416445"/>
          </a:xfrm>
        </p:grpSpPr>
        <p:grpSp>
          <p:nvGrpSpPr>
            <p:cNvPr id="56" name="グループ化 55">
              <a:extLst>
                <a:ext uri="{FF2B5EF4-FFF2-40B4-BE49-F238E27FC236}">
                  <ns2:creationId id="{CD96D2E1-5AFE-F361-EAE3-2FA9C867EF60}"/>
                </a:ext>
              </a:extLst>
            </p:cNvPr>
            <p:cNvGrpSpPr/>
            <p:nvPr/>
          </p:nvGrpSpPr>
          <p:grpSpPr>
            <a:xfrm>
              <a:off x="7427481" y="4054031"/>
              <a:ext cx="516717" cy="416445"/>
              <a:chOff x="7813869" y="4270970"/>
              <a:chExt cx="516717" cy="416445"/>
            </a:xfrm>
          </p:grpSpPr>
          <p:sp>
            <p:nvSpPr>
              <p:cNvPr id="59" name="Oval 59">
                <a:extLst>
                  <a:ext uri="{FF2B5EF4-FFF2-40B4-BE49-F238E27FC236}">
                    <ns2:creationId id="{141149CB-19E3-CB70-F424-5038077CCE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98258" y="4270970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0" name="Oval 60">
                <a:extLst>
                  <a:ext uri="{FF2B5EF4-FFF2-40B4-BE49-F238E27FC236}">
                    <ns2:creationId id="{6640506F-679E-9C6F-B63A-E015B64F3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13869" y="4382831"/>
                <a:ext cx="89582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1" name="Oval 61">
                <a:extLst>
                  <a:ext uri="{FF2B5EF4-FFF2-40B4-BE49-F238E27FC236}">
                    <ns2:creationId id="{36636D32-D2D5-141A-E89D-97594CBA42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35183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2" name="Oval 62">
                <a:extLst>
                  <a:ext uri="{FF2B5EF4-FFF2-40B4-BE49-F238E27FC236}">
                    <ns2:creationId id="{3813AE31-9755-BE10-1265-CF6CFF93A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494692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3" name="Oval 63">
                <a:extLst>
                  <a:ext uri="{FF2B5EF4-FFF2-40B4-BE49-F238E27FC236}">
                    <ns2:creationId id="{DBCE1FA2-1CD2-23B2-B37F-16E64BB383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413828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4" name="Oval 64">
                <a:extLst>
                  <a:ext uri="{FF2B5EF4-FFF2-40B4-BE49-F238E27FC236}">
                    <ns2:creationId id="{A0E0A37E-AA26-D748-8748-AFD7CB45A1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53512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5" name="Oval 65">
                <a:extLst>
                  <a:ext uri="{FF2B5EF4-FFF2-40B4-BE49-F238E27FC236}">
                    <ns2:creationId id="{836C4B38-D93C-E91D-F3C1-5A439D0ECA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3494" y="4291186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6" name="Oval 66">
                <a:extLst>
                  <a:ext uri="{FF2B5EF4-FFF2-40B4-BE49-F238E27FC236}">
                    <ns2:creationId id="{99EAB047-6734-D181-146E-130DF7373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41005" y="4474475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7" name="Oval 67">
                <a:extLst>
                  <a:ext uri="{FF2B5EF4-FFF2-40B4-BE49-F238E27FC236}">
                    <ns2:creationId id="{9D8E3858-B13F-DBE0-CEBA-9FA81F669C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788" y="4617334"/>
                <a:ext cx="90880" cy="70081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8" name="Oval 68">
                <a:extLst>
                  <a:ext uri="{FF2B5EF4-FFF2-40B4-BE49-F238E27FC236}">
                    <ns2:creationId id="{5C390159-2354-01FC-D4A0-68B430235F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8011" y="4545905"/>
                <a:ext cx="90880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69" name="Oval 69">
                <a:extLst>
                  <a:ext uri="{FF2B5EF4-FFF2-40B4-BE49-F238E27FC236}">
                    <ns2:creationId id="{5DF3CC0C-4411-038A-F0C9-709935BEA2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95564" y="4595770"/>
                <a:ext cx="90880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57" name="Oval 70">
              <a:extLst>
                <a:ext uri="{FF2B5EF4-FFF2-40B4-BE49-F238E27FC236}">
                  <ns2:creationId id="{1854544E-73DD-FB1A-040B-F01D0DBE1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96606" y="4147697"/>
              <a:ext cx="337553" cy="22911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58" name="AutoShape 18">
              <a:extLst>
                <a:ext uri="{FF2B5EF4-FFF2-40B4-BE49-F238E27FC236}">
                  <ns2:creationId id="{9DB829E6-24B6-0CAC-DF11-67964A99F0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53077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8" name="グループ化 37">
            <a:extLst>
              <a:ext uri="{FF2B5EF4-FFF2-40B4-BE49-F238E27FC236}">
                <ns2:creationId id="{77CA5BD4-F148-4B08-D9E8-FAAF9B523BA7}"/>
              </a:ext>
            </a:extLst>
          </p:cNvPr>
          <p:cNvGrpSpPr/>
          <p:nvPr/>
        </p:nvGrpSpPr>
        <p:grpSpPr>
          <a:xfrm>
            <a:off x="3820534" y="5349181"/>
            <a:ext cx="1344168" cy="523714"/>
            <a:chOff x="3799410" y="5394221"/>
            <a:chExt cx="1344168" cy="523714"/>
          </a:xfrm>
        </p:grpSpPr>
        <p:pic>
          <p:nvPicPr>
            <p:cNvPr id="53" name="グラフィックス 52" descr="ユーザー 単色塗りつぶし">
              <a:extLst>
                <a:ext uri="{FF2B5EF4-FFF2-40B4-BE49-F238E27FC236}">
                  <ns2:creationId id="{049C9F73-17F8-9CBA-EB9A-2C4C100573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54" name="グラフィックス 53" descr="ユーザー 単色塗りつぶし">
              <a:extLst>
                <a:ext uri="{FF2B5EF4-FFF2-40B4-BE49-F238E27FC236}">
                  <ns2:creationId id="{C38CF47D-2E0B-6149-89F3-48BCDF7987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55" name="AutoShape 18">
              <a:extLst>
                <a:ext uri="{FF2B5EF4-FFF2-40B4-BE49-F238E27FC236}">
                  <ns2:creationId id="{E159CCCE-8E4D-8501-B5D6-57B34EFC7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39" name="グループ化 38">
            <a:extLst>
              <a:ext uri="{FF2B5EF4-FFF2-40B4-BE49-F238E27FC236}">
                <ns2:creationId id="{BFE39FF0-7C88-3A88-1663-DA9E3A7EDD9F}"/>
              </a:ext>
            </a:extLst>
          </p:cNvPr>
          <p:cNvGrpSpPr/>
          <p:nvPr/>
        </p:nvGrpSpPr>
        <p:grpSpPr>
          <a:xfrm>
            <a:off x="5646167" y="5349181"/>
            <a:ext cx="1344168" cy="523714"/>
            <a:chOff x="3799410" y="5394221"/>
            <a:chExt cx="1344168" cy="523714"/>
          </a:xfrm>
        </p:grpSpPr>
        <p:pic>
          <p:nvPicPr>
            <p:cNvPr id="50" name="グラフィックス 49" descr="ユーザー 単色塗りつぶし">
              <a:extLst>
                <a:ext uri="{FF2B5EF4-FFF2-40B4-BE49-F238E27FC236}">
                  <ns2:creationId id="{B03A8D4D-B7E9-DFD1-B988-2319A38FC3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51" name="グラフィックス 50" descr="ユーザー 単色塗りつぶし">
              <a:extLst>
                <a:ext uri="{FF2B5EF4-FFF2-40B4-BE49-F238E27FC236}">
                  <ns2:creationId id="{CBA2CA2A-955D-6A17-41EB-6FC16D94A1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52" name="AutoShape 18">
              <a:extLst>
                <a:ext uri="{FF2B5EF4-FFF2-40B4-BE49-F238E27FC236}">
                  <ns2:creationId id="{14D53575-852E-D960-EE8B-DB7895F1F8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40" name="グループ化 39">
            <a:extLst>
              <a:ext uri="{FF2B5EF4-FFF2-40B4-BE49-F238E27FC236}">
                <ns2:creationId id="{7583B0D6-9976-9D70-914A-A042B09FAA50}"/>
              </a:ext>
            </a:extLst>
          </p:cNvPr>
          <p:cNvGrpSpPr/>
          <p:nvPr/>
        </p:nvGrpSpPr>
        <p:grpSpPr>
          <a:xfrm>
            <a:off x="7345673" y="5221745"/>
            <a:ext cx="1596420" cy="817855"/>
            <a:chOff x="7395179" y="5334398"/>
            <a:chExt cx="1596420" cy="817855"/>
          </a:xfrm>
        </p:grpSpPr>
        <p:grpSp>
          <p:nvGrpSpPr>
            <p:cNvPr id="41" name="グループ化 40">
              <a:extLst>
                <a:ext uri="{FF2B5EF4-FFF2-40B4-BE49-F238E27FC236}">
                  <ns2:creationId id="{EF2CC94F-21B6-6A73-F62A-A9AEC6A0FAC2}"/>
                </a:ext>
              </a:extLst>
            </p:cNvPr>
            <p:cNvGrpSpPr/>
            <p:nvPr/>
          </p:nvGrpSpPr>
          <p:grpSpPr>
            <a:xfrm>
              <a:off x="7403995" y="5334398"/>
              <a:ext cx="1587604" cy="211262"/>
              <a:chOff x="7403995" y="5379708"/>
              <a:chExt cx="1587604" cy="211262"/>
            </a:xfrm>
          </p:grpSpPr>
          <p:sp>
            <p:nvSpPr>
              <p:cNvPr id="48" name="Rectangle 17">
                <a:extLst>
                  <a:ext uri="{FF2B5EF4-FFF2-40B4-BE49-F238E27FC236}">
                    <ns2:creationId id="{08B02951-007F-1DD1-815C-3A02A8923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416215"/>
                <a:ext cx="193626" cy="13824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CADD4829-8C28-6392-49D5-E9B3A71D4A43}"/>
                  </a:ext>
                </a:extLst>
              </p:cNvPr>
              <p:cNvSpPr/>
              <p:nvPr/>
            </p:nvSpPr>
            <p:spPr>
              <a:xfrm>
                <a:off x="7612224" y="5379708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ns2:creationId id="{F4360E41-6DEB-F135-5C3F-51226C9D4055}"/>
                </a:ext>
              </a:extLst>
            </p:cNvPr>
            <p:cNvGrpSpPr/>
            <p:nvPr/>
          </p:nvGrpSpPr>
          <p:grpSpPr>
            <a:xfrm>
              <a:off x="7403995" y="5637694"/>
              <a:ext cx="1587604" cy="211262"/>
              <a:chOff x="7403995" y="5661633"/>
              <a:chExt cx="1587604" cy="211262"/>
            </a:xfrm>
          </p:grpSpPr>
          <p:sp>
            <p:nvSpPr>
              <p:cNvPr id="46" name="Rectangle 17">
                <a:extLst>
                  <a:ext uri="{FF2B5EF4-FFF2-40B4-BE49-F238E27FC236}">
                    <ns2:creationId id="{E9BAA4BF-0E35-7AD2-FB39-6832CB63C2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698140"/>
                <a:ext cx="193626" cy="138247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B999B46A-67F1-80BF-8788-F6AA91627D4F}"/>
                  </a:ext>
                </a:extLst>
              </p:cNvPr>
              <p:cNvSpPr/>
              <p:nvPr/>
            </p:nvSpPr>
            <p:spPr>
              <a:xfrm>
                <a:off x="7612224" y="5661633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ns2:creationId id="{D037AC85-8E55-A1EB-468E-723DEEFA070C}"/>
                </a:ext>
              </a:extLst>
            </p:cNvPr>
            <p:cNvGrpSpPr/>
            <p:nvPr/>
          </p:nvGrpSpPr>
          <p:grpSpPr>
            <a:xfrm>
              <a:off x="7395179" y="5940991"/>
              <a:ext cx="1596420" cy="211262"/>
              <a:chOff x="7395179" y="5940991"/>
              <a:chExt cx="1596420" cy="211262"/>
            </a:xfrm>
          </p:grpSpPr>
          <p:sp>
            <p:nvSpPr>
              <p:cNvPr id="44" name="正方形/長方形 43">
                <a:extLst>
                  <a:ext uri="{FF2B5EF4-FFF2-40B4-BE49-F238E27FC236}">
                    <ns2:creationId id="{CD283BBE-C8E8-6EDA-075E-00482C5BC632}"/>
                  </a:ext>
                </a:extLst>
              </p:cNvPr>
              <p:cNvSpPr/>
              <p:nvPr/>
            </p:nvSpPr>
            <p:spPr>
              <a:xfrm>
                <a:off x="7612224" y="5940991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5" name="グラフィックス 44" descr="ユーザー 単色塗りつぶし">
                <a:extLst>
                  <a:ext uri="{FF2B5EF4-FFF2-40B4-BE49-F238E27FC236}">
                    <ns2:creationId id="{91C22032-233F-5B83-8F74-E12C52F2B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7395179" y="5940991"/>
                <a:ext cx="211262" cy="21126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3292405385"/>
      </p:ext>
    </p:extLst>
  </p:cSld>
  <p:clrMapOvr>
    <a:masterClrMapping/>
  </p:clrMapOvr>
</p:sld>
</file>

<file path=ppt/slides/slide5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6732813-F322-7BF2-1A14-0C13C3061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2C05E3B-E93D-86AA-0837-916B30C073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lang="en-US" altLang="ja-JP" dirty="0"/>
              <a:t>20</a:t>
            </a:r>
            <a:r>
              <a:rPr kumimoji="1" lang="ja-JP" altLang="en-US" dirty="0"/>
              <a:t>XX</a:t>
            </a:r>
          </a:p>
        </p:txBody>
      </p:sp>
      <p:sp>
        <p:nvSpPr>
          <p:cNvPr id="8" name="Freeform 8">
            <a:extLst>
              <a:ext uri="{FF2B5EF4-FFF2-40B4-BE49-F238E27FC236}">
                <ns2:creationId id="{274C7627-5392-594C-13D1-89806D3D737F}"/>
              </a:ext>
            </a:extLst>
          </p:cNvPr>
          <p:cNvSpPr>
            <a:spLocks/>
          </p:cNvSpPr>
          <p:nvPr>
            <p:custDataLst>
              <p:tags r:id="rId1"/>
            </p:custDataLst>
          </p:nvPr>
        </p:nvSpPr>
        <p:spPr bwMode="gray">
          <a:xfrm>
            <a:off x="460302" y="169822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ホームベース 64">
            <a:extLst>
              <a:ext uri="{FF2B5EF4-FFF2-40B4-BE49-F238E27FC236}">
                <ns2:creationId id="{6E245CD7-B60C-8057-7435-9DAE04DD9879}"/>
              </a:ext>
            </a:extLst>
          </p:cNvPr>
          <p:cNvSpPr/>
          <p:nvPr/>
        </p:nvSpPr>
        <p:spPr>
          <a:xfrm>
            <a:off x="460302" y="169822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288000" rIns="36000" bIns="36000" rtlCol="0" anchor="ctr" anchorCtr="0"/>
          <a:lstStyle/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1400" dirty="0">
                <a:solidFill>
                  <a:schemeClr val="tx1"/>
                </a:solidFill>
                <a:latin typeface="+mn-ea"/>
              </a:rPr>
            </a:b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" name="楕円 9">
            <a:extLst>
              <a:ext uri="{FF2B5EF4-FFF2-40B4-BE49-F238E27FC236}">
                <ns2:creationId id="{3A1827B4-3627-925F-2A03-957A33A6ABC5}"/>
              </a:ext>
            </a:extLst>
          </p:cNvPr>
          <p:cNvSpPr/>
          <p:nvPr/>
        </p:nvSpPr>
        <p:spPr>
          <a:xfrm>
            <a:off x="353623" y="158210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F55002CB-3DE3-26B6-F24A-733E13D95D74}"/>
              </a:ext>
            </a:extLst>
          </p:cNvPr>
          <p:cNvGrpSpPr/>
          <p:nvPr/>
        </p:nvGrpSpPr>
        <p:grpSpPr>
          <a:xfrm>
            <a:off x="706201" y="1823547"/>
            <a:ext cx="253064" cy="252269"/>
            <a:chOff x="-420529" y="2057509"/>
            <a:chExt cx="253064" cy="252269"/>
          </a:xfrm>
        </p:grpSpPr>
        <p:sp>
          <p:nvSpPr>
            <p:cNvPr id="12" name="フリーフォーム: 図形 11">
              <a:extLst>
                <a:ext uri="{FF2B5EF4-FFF2-40B4-BE49-F238E27FC236}">
                  <ns2:creationId id="{664F761F-89B0-DA4E-30F7-335745D0A5C2}"/>
                </a:ext>
              </a:extLst>
            </p:cNvPr>
            <p:cNvSpPr/>
            <p:nvPr/>
          </p:nvSpPr>
          <p:spPr>
            <a:xfrm>
              <a:off x="-413433" y="2057509"/>
              <a:ext cx="245968" cy="252269"/>
            </a:xfrm>
            <a:custGeom>
              <a:avLst/>
              <a:gdLst>
                <a:gd name="connsiteX0" fmla="*/ 87913 w 175825"/>
                <a:gd name="connsiteY0" fmla="*/ 0 h 175825"/>
                <a:gd name="connsiteX1" fmla="*/ 0 w 175825"/>
                <a:gd name="connsiteY1" fmla="*/ 87913 h 175825"/>
                <a:gd name="connsiteX2" fmla="*/ 87913 w 175825"/>
                <a:gd name="connsiteY2" fmla="*/ 175825 h 175825"/>
                <a:gd name="connsiteX3" fmla="*/ 175825 w 175825"/>
                <a:gd name="connsiteY3" fmla="*/ 87913 h 175825"/>
                <a:gd name="connsiteX4" fmla="*/ 87913 w 175825"/>
                <a:gd name="connsiteY4" fmla="*/ 0 h 175825"/>
                <a:gd name="connsiteX5" fmla="*/ 75414 w 175825"/>
                <a:gd name="connsiteY5" fmla="*/ 123705 h 175825"/>
                <a:gd name="connsiteX6" fmla="*/ 37103 w 175825"/>
                <a:gd name="connsiteY6" fmla="*/ 85390 h 175825"/>
                <a:gd name="connsiteX7" fmla="*/ 50122 w 175825"/>
                <a:gd name="connsiteY7" fmla="*/ 72371 h 175825"/>
                <a:gd name="connsiteX8" fmla="*/ 75414 w 175825"/>
                <a:gd name="connsiteY8" fmla="*/ 97663 h 175825"/>
                <a:gd name="connsiteX9" fmla="*/ 127214 w 175825"/>
                <a:gd name="connsiteY9" fmla="*/ 45868 h 175825"/>
                <a:gd name="connsiteX10" fmla="*/ 140232 w 175825"/>
                <a:gd name="connsiteY10" fmla="*/ 58886 h 17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5825" h="175825">
                  <a:moveTo>
                    <a:pt x="87913" y="0"/>
                  </a:moveTo>
                  <a:cubicBezTo>
                    <a:pt x="39360" y="0"/>
                    <a:pt x="0" y="39360"/>
                    <a:pt x="0" y="87913"/>
                  </a:cubicBezTo>
                  <a:cubicBezTo>
                    <a:pt x="0" y="136465"/>
                    <a:pt x="39360" y="175825"/>
                    <a:pt x="87913" y="175825"/>
                  </a:cubicBezTo>
                  <a:cubicBezTo>
                    <a:pt x="136466" y="175825"/>
                    <a:pt x="175825" y="136465"/>
                    <a:pt x="175825" y="87913"/>
                  </a:cubicBezTo>
                  <a:cubicBezTo>
                    <a:pt x="175771" y="39383"/>
                    <a:pt x="136443" y="55"/>
                    <a:pt x="87913" y="0"/>
                  </a:cubicBezTo>
                  <a:close/>
                  <a:moveTo>
                    <a:pt x="75414" y="123705"/>
                  </a:moveTo>
                  <a:lnTo>
                    <a:pt x="37103" y="85390"/>
                  </a:lnTo>
                  <a:lnTo>
                    <a:pt x="50122" y="72371"/>
                  </a:lnTo>
                  <a:lnTo>
                    <a:pt x="75414" y="97663"/>
                  </a:lnTo>
                  <a:lnTo>
                    <a:pt x="127214" y="45868"/>
                  </a:lnTo>
                  <a:lnTo>
                    <a:pt x="140232" y="58886"/>
                  </a:ln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>
                <a:solidFill>
                  <a:srgbClr val="008000"/>
                </a:solidFill>
              </a:endParaRPr>
            </a:p>
          </p:txBody>
        </p:sp>
        <p:sp>
          <p:nvSpPr>
            <p:cNvPr id="13" name="フリーフォーム: 図形 12">
              <a:extLst>
                <a:ext uri="{FF2B5EF4-FFF2-40B4-BE49-F238E27FC236}">
                  <ns2:creationId id="{BAC180D0-E4C4-771A-AEF2-105D38E9AC53}"/>
                </a:ext>
              </a:extLst>
            </p:cNvPr>
            <p:cNvSpPr/>
            <p:nvPr/>
          </p:nvSpPr>
          <p:spPr>
            <a:xfrm>
              <a:off x="-420529" y="2078540"/>
              <a:ext cx="245969" cy="205554"/>
            </a:xfrm>
            <a:custGeom>
              <a:avLst/>
              <a:gdLst>
                <a:gd name="connsiteX0" fmla="*/ 271980 w 283123"/>
                <a:gd name="connsiteY0" fmla="*/ 146396 h 283120"/>
                <a:gd name="connsiteX1" fmla="*/ 271980 w 283123"/>
                <a:gd name="connsiteY1" fmla="*/ 136725 h 283120"/>
                <a:gd name="connsiteX2" fmla="*/ 281398 w 283123"/>
                <a:gd name="connsiteY2" fmla="*/ 125186 h 283120"/>
                <a:gd name="connsiteX3" fmla="*/ 280315 w 283123"/>
                <a:gd name="connsiteY3" fmla="*/ 114429 h 283120"/>
                <a:gd name="connsiteX4" fmla="*/ 279616 w 283123"/>
                <a:gd name="connsiteY4" fmla="*/ 113921 h 283120"/>
                <a:gd name="connsiteX5" fmla="*/ 267091 w 283123"/>
                <a:gd name="connsiteY5" fmla="*/ 105856 h 283120"/>
                <a:gd name="connsiteX6" fmla="*/ 264102 w 283123"/>
                <a:gd name="connsiteY6" fmla="*/ 96664 h 283120"/>
                <a:gd name="connsiteX7" fmla="*/ 269495 w 283123"/>
                <a:gd name="connsiteY7" fmla="*/ 82774 h 283120"/>
                <a:gd name="connsiteX8" fmla="*/ 265137 w 283123"/>
                <a:gd name="connsiteY8" fmla="*/ 72880 h 283120"/>
                <a:gd name="connsiteX9" fmla="*/ 264320 w 283123"/>
                <a:gd name="connsiteY9" fmla="*/ 72614 h 283120"/>
                <a:gd name="connsiteX10" fmla="*/ 249913 w 283123"/>
                <a:gd name="connsiteY10" fmla="*/ 68815 h 283120"/>
                <a:gd name="connsiteX11" fmla="*/ 244230 w 283123"/>
                <a:gd name="connsiteY11" fmla="*/ 60994 h 283120"/>
                <a:gd name="connsiteX12" fmla="*/ 245067 w 283123"/>
                <a:gd name="connsiteY12" fmla="*/ 46118 h 283120"/>
                <a:gd name="connsiteX13" fmla="*/ 237863 w 283123"/>
                <a:gd name="connsiteY13" fmla="*/ 38057 h 283120"/>
                <a:gd name="connsiteX14" fmla="*/ 237006 w 283123"/>
                <a:gd name="connsiteY14" fmla="*/ 38057 h 283120"/>
                <a:gd name="connsiteX15" fmla="*/ 222129 w 283123"/>
                <a:gd name="connsiteY15" fmla="*/ 38894 h 283120"/>
                <a:gd name="connsiteX16" fmla="*/ 214309 w 283123"/>
                <a:gd name="connsiteY16" fmla="*/ 33210 h 283120"/>
                <a:gd name="connsiteX17" fmla="*/ 210509 w 283123"/>
                <a:gd name="connsiteY17" fmla="*/ 18804 h 283120"/>
                <a:gd name="connsiteX18" fmla="*/ 201167 w 283123"/>
                <a:gd name="connsiteY18" fmla="*/ 13363 h 283120"/>
                <a:gd name="connsiteX19" fmla="*/ 200350 w 283123"/>
                <a:gd name="connsiteY19" fmla="*/ 13628 h 283120"/>
                <a:gd name="connsiteX20" fmla="*/ 186460 w 283123"/>
                <a:gd name="connsiteY20" fmla="*/ 19022 h 283120"/>
                <a:gd name="connsiteX21" fmla="*/ 177267 w 283123"/>
                <a:gd name="connsiteY21" fmla="*/ 16033 h 283120"/>
                <a:gd name="connsiteX22" fmla="*/ 169202 w 283123"/>
                <a:gd name="connsiteY22" fmla="*/ 3507 h 283120"/>
                <a:gd name="connsiteX23" fmla="*/ 158636 w 283123"/>
                <a:gd name="connsiteY23" fmla="*/ 1218 h 283120"/>
                <a:gd name="connsiteX24" fmla="*/ 157938 w 283123"/>
                <a:gd name="connsiteY24" fmla="*/ 1726 h 283120"/>
                <a:gd name="connsiteX25" fmla="*/ 146398 w 283123"/>
                <a:gd name="connsiteY25" fmla="*/ 11144 h 283120"/>
                <a:gd name="connsiteX26" fmla="*/ 136728 w 283123"/>
                <a:gd name="connsiteY26" fmla="*/ 11144 h 283120"/>
                <a:gd name="connsiteX27" fmla="*/ 125188 w 283123"/>
                <a:gd name="connsiteY27" fmla="*/ 1726 h 283120"/>
                <a:gd name="connsiteX28" fmla="*/ 114432 w 283123"/>
                <a:gd name="connsiteY28" fmla="*/ 2809 h 283120"/>
                <a:gd name="connsiteX29" fmla="*/ 113924 w 283123"/>
                <a:gd name="connsiteY29" fmla="*/ 3507 h 283120"/>
                <a:gd name="connsiteX30" fmla="*/ 105859 w 283123"/>
                <a:gd name="connsiteY30" fmla="*/ 16033 h 283120"/>
                <a:gd name="connsiteX31" fmla="*/ 96666 w 283123"/>
                <a:gd name="connsiteY31" fmla="*/ 19022 h 283120"/>
                <a:gd name="connsiteX32" fmla="*/ 82776 w 283123"/>
                <a:gd name="connsiteY32" fmla="*/ 13628 h 283120"/>
                <a:gd name="connsiteX33" fmla="*/ 72882 w 283123"/>
                <a:gd name="connsiteY33" fmla="*/ 17986 h 283120"/>
                <a:gd name="connsiteX34" fmla="*/ 72616 w 283123"/>
                <a:gd name="connsiteY34" fmla="*/ 18804 h 283120"/>
                <a:gd name="connsiteX35" fmla="*/ 68817 w 283123"/>
                <a:gd name="connsiteY35" fmla="*/ 33210 h 283120"/>
                <a:gd name="connsiteX36" fmla="*/ 60997 w 283123"/>
                <a:gd name="connsiteY36" fmla="*/ 38894 h 283120"/>
                <a:gd name="connsiteX37" fmla="*/ 46120 w 283123"/>
                <a:gd name="connsiteY37" fmla="*/ 38057 h 283120"/>
                <a:gd name="connsiteX38" fmla="*/ 38059 w 283123"/>
                <a:gd name="connsiteY38" fmla="*/ 45260 h 283120"/>
                <a:gd name="connsiteX39" fmla="*/ 38059 w 283123"/>
                <a:gd name="connsiteY39" fmla="*/ 46118 h 283120"/>
                <a:gd name="connsiteX40" fmla="*/ 38896 w 283123"/>
                <a:gd name="connsiteY40" fmla="*/ 60994 h 283120"/>
                <a:gd name="connsiteX41" fmla="*/ 33212 w 283123"/>
                <a:gd name="connsiteY41" fmla="*/ 68815 h 283120"/>
                <a:gd name="connsiteX42" fmla="*/ 18806 w 283123"/>
                <a:gd name="connsiteY42" fmla="*/ 72614 h 283120"/>
                <a:gd name="connsiteX43" fmla="*/ 13365 w 283123"/>
                <a:gd name="connsiteY43" fmla="*/ 81956 h 283120"/>
                <a:gd name="connsiteX44" fmla="*/ 13631 w 283123"/>
                <a:gd name="connsiteY44" fmla="*/ 82774 h 283120"/>
                <a:gd name="connsiteX45" fmla="*/ 19024 w 283123"/>
                <a:gd name="connsiteY45" fmla="*/ 96664 h 283120"/>
                <a:gd name="connsiteX46" fmla="*/ 16035 w 283123"/>
                <a:gd name="connsiteY46" fmla="*/ 105856 h 283120"/>
                <a:gd name="connsiteX47" fmla="*/ 3509 w 283123"/>
                <a:gd name="connsiteY47" fmla="*/ 113921 h 283120"/>
                <a:gd name="connsiteX48" fmla="*/ 1216 w 283123"/>
                <a:gd name="connsiteY48" fmla="*/ 124487 h 283120"/>
                <a:gd name="connsiteX49" fmla="*/ 1724 w 283123"/>
                <a:gd name="connsiteY49" fmla="*/ 125186 h 283120"/>
                <a:gd name="connsiteX50" fmla="*/ 11146 w 283123"/>
                <a:gd name="connsiteY50" fmla="*/ 136725 h 283120"/>
                <a:gd name="connsiteX51" fmla="*/ 11146 w 283123"/>
                <a:gd name="connsiteY51" fmla="*/ 146396 h 283120"/>
                <a:gd name="connsiteX52" fmla="*/ 1724 w 283123"/>
                <a:gd name="connsiteY52" fmla="*/ 157935 h 283120"/>
                <a:gd name="connsiteX53" fmla="*/ 2810 w 283123"/>
                <a:gd name="connsiteY53" fmla="*/ 168691 h 283120"/>
                <a:gd name="connsiteX54" fmla="*/ 3509 w 283123"/>
                <a:gd name="connsiteY54" fmla="*/ 169199 h 283120"/>
                <a:gd name="connsiteX55" fmla="*/ 16035 w 283123"/>
                <a:gd name="connsiteY55" fmla="*/ 177264 h 283120"/>
                <a:gd name="connsiteX56" fmla="*/ 19024 w 283123"/>
                <a:gd name="connsiteY56" fmla="*/ 186457 h 283120"/>
                <a:gd name="connsiteX57" fmla="*/ 13631 w 283123"/>
                <a:gd name="connsiteY57" fmla="*/ 200347 h 283120"/>
                <a:gd name="connsiteX58" fmla="*/ 17989 w 283123"/>
                <a:gd name="connsiteY58" fmla="*/ 210241 h 283120"/>
                <a:gd name="connsiteX59" fmla="*/ 18806 w 283123"/>
                <a:gd name="connsiteY59" fmla="*/ 210507 h 283120"/>
                <a:gd name="connsiteX60" fmla="*/ 33212 w 283123"/>
                <a:gd name="connsiteY60" fmla="*/ 214306 h 283120"/>
                <a:gd name="connsiteX61" fmla="*/ 38896 w 283123"/>
                <a:gd name="connsiteY61" fmla="*/ 222127 h 283120"/>
                <a:gd name="connsiteX62" fmla="*/ 38059 w 283123"/>
                <a:gd name="connsiteY62" fmla="*/ 237003 h 283120"/>
                <a:gd name="connsiteX63" fmla="*/ 45263 w 283123"/>
                <a:gd name="connsiteY63" fmla="*/ 245064 h 283120"/>
                <a:gd name="connsiteX64" fmla="*/ 46120 w 283123"/>
                <a:gd name="connsiteY64" fmla="*/ 245064 h 283120"/>
                <a:gd name="connsiteX65" fmla="*/ 60997 w 283123"/>
                <a:gd name="connsiteY65" fmla="*/ 244227 h 283120"/>
                <a:gd name="connsiteX66" fmla="*/ 68817 w 283123"/>
                <a:gd name="connsiteY66" fmla="*/ 249911 h 283120"/>
                <a:gd name="connsiteX67" fmla="*/ 72616 w 283123"/>
                <a:gd name="connsiteY67" fmla="*/ 264317 h 283120"/>
                <a:gd name="connsiteX68" fmla="*/ 81958 w 283123"/>
                <a:gd name="connsiteY68" fmla="*/ 269758 h 283120"/>
                <a:gd name="connsiteX69" fmla="*/ 82776 w 283123"/>
                <a:gd name="connsiteY69" fmla="*/ 269493 h 283120"/>
                <a:gd name="connsiteX70" fmla="*/ 96666 w 283123"/>
                <a:gd name="connsiteY70" fmla="*/ 264099 h 283120"/>
                <a:gd name="connsiteX71" fmla="*/ 105859 w 283123"/>
                <a:gd name="connsiteY71" fmla="*/ 267088 h 283120"/>
                <a:gd name="connsiteX72" fmla="*/ 113924 w 283123"/>
                <a:gd name="connsiteY72" fmla="*/ 279614 h 283120"/>
                <a:gd name="connsiteX73" fmla="*/ 124490 w 283123"/>
                <a:gd name="connsiteY73" fmla="*/ 281903 h 283120"/>
                <a:gd name="connsiteX74" fmla="*/ 125188 w 283123"/>
                <a:gd name="connsiteY74" fmla="*/ 281395 h 283120"/>
                <a:gd name="connsiteX75" fmla="*/ 136728 w 283123"/>
                <a:gd name="connsiteY75" fmla="*/ 271977 h 283120"/>
                <a:gd name="connsiteX76" fmla="*/ 146398 w 283123"/>
                <a:gd name="connsiteY76" fmla="*/ 271977 h 283120"/>
                <a:gd name="connsiteX77" fmla="*/ 157938 w 283123"/>
                <a:gd name="connsiteY77" fmla="*/ 281395 h 283120"/>
                <a:gd name="connsiteX78" fmla="*/ 168694 w 283123"/>
                <a:gd name="connsiteY78" fmla="*/ 280312 h 283120"/>
                <a:gd name="connsiteX79" fmla="*/ 169202 w 283123"/>
                <a:gd name="connsiteY79" fmla="*/ 279614 h 283120"/>
                <a:gd name="connsiteX80" fmla="*/ 177267 w 283123"/>
                <a:gd name="connsiteY80" fmla="*/ 267088 h 283120"/>
                <a:gd name="connsiteX81" fmla="*/ 186460 w 283123"/>
                <a:gd name="connsiteY81" fmla="*/ 264099 h 283120"/>
                <a:gd name="connsiteX82" fmla="*/ 200350 w 283123"/>
                <a:gd name="connsiteY82" fmla="*/ 269493 h 283120"/>
                <a:gd name="connsiteX83" fmla="*/ 210244 w 283123"/>
                <a:gd name="connsiteY83" fmla="*/ 265135 h 283120"/>
                <a:gd name="connsiteX84" fmla="*/ 210509 w 283123"/>
                <a:gd name="connsiteY84" fmla="*/ 264317 h 283120"/>
                <a:gd name="connsiteX85" fmla="*/ 214309 w 283123"/>
                <a:gd name="connsiteY85" fmla="*/ 249911 h 283120"/>
                <a:gd name="connsiteX86" fmla="*/ 222129 w 283123"/>
                <a:gd name="connsiteY86" fmla="*/ 244227 h 283120"/>
                <a:gd name="connsiteX87" fmla="*/ 237006 w 283123"/>
                <a:gd name="connsiteY87" fmla="*/ 245064 h 283120"/>
                <a:gd name="connsiteX88" fmla="*/ 245067 w 283123"/>
                <a:gd name="connsiteY88" fmla="*/ 237860 h 283120"/>
                <a:gd name="connsiteX89" fmla="*/ 245067 w 283123"/>
                <a:gd name="connsiteY89" fmla="*/ 237003 h 283120"/>
                <a:gd name="connsiteX90" fmla="*/ 244230 w 283123"/>
                <a:gd name="connsiteY90" fmla="*/ 222127 h 283120"/>
                <a:gd name="connsiteX91" fmla="*/ 249913 w 283123"/>
                <a:gd name="connsiteY91" fmla="*/ 214306 h 283120"/>
                <a:gd name="connsiteX92" fmla="*/ 264320 w 283123"/>
                <a:gd name="connsiteY92" fmla="*/ 210507 h 283120"/>
                <a:gd name="connsiteX93" fmla="*/ 269761 w 283123"/>
                <a:gd name="connsiteY93" fmla="*/ 201165 h 283120"/>
                <a:gd name="connsiteX94" fmla="*/ 269495 w 283123"/>
                <a:gd name="connsiteY94" fmla="*/ 200347 h 283120"/>
                <a:gd name="connsiteX95" fmla="*/ 264102 w 283123"/>
                <a:gd name="connsiteY95" fmla="*/ 186457 h 283120"/>
                <a:gd name="connsiteX96" fmla="*/ 267091 w 283123"/>
                <a:gd name="connsiteY96" fmla="*/ 177264 h 283120"/>
                <a:gd name="connsiteX97" fmla="*/ 279616 w 283123"/>
                <a:gd name="connsiteY97" fmla="*/ 169199 h 283120"/>
                <a:gd name="connsiteX98" fmla="*/ 281905 w 283123"/>
                <a:gd name="connsiteY98" fmla="*/ 158633 h 283120"/>
                <a:gd name="connsiteX99" fmla="*/ 281398 w 283123"/>
                <a:gd name="connsiteY99" fmla="*/ 157935 h 283120"/>
                <a:gd name="connsiteX100" fmla="*/ 141563 w 283123"/>
                <a:gd name="connsiteY100" fmla="*/ 240940 h 283120"/>
                <a:gd name="connsiteX101" fmla="*/ 42183 w 283123"/>
                <a:gd name="connsiteY101" fmla="*/ 141560 h 283120"/>
                <a:gd name="connsiteX102" fmla="*/ 141563 w 283123"/>
                <a:gd name="connsiteY102" fmla="*/ 42181 h 283120"/>
                <a:gd name="connsiteX103" fmla="*/ 240942 w 283123"/>
                <a:gd name="connsiteY103" fmla="*/ 141560 h 283120"/>
                <a:gd name="connsiteX104" fmla="*/ 141563 w 283123"/>
                <a:gd name="connsiteY104" fmla="*/ 240940 h 283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283123" h="283120">
                  <a:moveTo>
                    <a:pt x="271980" y="146396"/>
                  </a:moveTo>
                  <a:cubicBezTo>
                    <a:pt x="269682" y="143582"/>
                    <a:pt x="269682" y="139539"/>
                    <a:pt x="271980" y="136725"/>
                  </a:cubicBezTo>
                  <a:lnTo>
                    <a:pt x="281398" y="125186"/>
                  </a:lnTo>
                  <a:cubicBezTo>
                    <a:pt x="284069" y="121916"/>
                    <a:pt x="283584" y="117100"/>
                    <a:pt x="280315" y="114429"/>
                  </a:cubicBezTo>
                  <a:cubicBezTo>
                    <a:pt x="280092" y="114247"/>
                    <a:pt x="279858" y="114077"/>
                    <a:pt x="279616" y="113921"/>
                  </a:cubicBezTo>
                  <a:lnTo>
                    <a:pt x="267091" y="105856"/>
                  </a:lnTo>
                  <a:cubicBezTo>
                    <a:pt x="264038" y="103891"/>
                    <a:pt x="262788" y="100049"/>
                    <a:pt x="264102" y="96664"/>
                  </a:cubicBezTo>
                  <a:lnTo>
                    <a:pt x="269495" y="82774"/>
                  </a:lnTo>
                  <a:cubicBezTo>
                    <a:pt x="271024" y="78838"/>
                    <a:pt x="269073" y="74409"/>
                    <a:pt x="265137" y="72880"/>
                  </a:cubicBezTo>
                  <a:cubicBezTo>
                    <a:pt x="264870" y="72776"/>
                    <a:pt x="264597" y="72687"/>
                    <a:pt x="264320" y="72614"/>
                  </a:cubicBezTo>
                  <a:lnTo>
                    <a:pt x="249913" y="68815"/>
                  </a:lnTo>
                  <a:cubicBezTo>
                    <a:pt x="246402" y="67889"/>
                    <a:pt x="244026" y="64620"/>
                    <a:pt x="244230" y="60994"/>
                  </a:cubicBezTo>
                  <a:lnTo>
                    <a:pt x="245067" y="46118"/>
                  </a:lnTo>
                  <a:cubicBezTo>
                    <a:pt x="245303" y="41903"/>
                    <a:pt x="242078" y="38293"/>
                    <a:pt x="237863" y="38057"/>
                  </a:cubicBezTo>
                  <a:cubicBezTo>
                    <a:pt x="237577" y="38041"/>
                    <a:pt x="237291" y="38041"/>
                    <a:pt x="237006" y="38057"/>
                  </a:cubicBezTo>
                  <a:lnTo>
                    <a:pt x="222129" y="38894"/>
                  </a:lnTo>
                  <a:cubicBezTo>
                    <a:pt x="218503" y="39097"/>
                    <a:pt x="215235" y="36721"/>
                    <a:pt x="214309" y="33210"/>
                  </a:cubicBezTo>
                  <a:lnTo>
                    <a:pt x="210509" y="18804"/>
                  </a:lnTo>
                  <a:cubicBezTo>
                    <a:pt x="209432" y="14722"/>
                    <a:pt x="205250" y="12286"/>
                    <a:pt x="201167" y="13363"/>
                  </a:cubicBezTo>
                  <a:cubicBezTo>
                    <a:pt x="200890" y="13436"/>
                    <a:pt x="200617" y="13524"/>
                    <a:pt x="200350" y="13628"/>
                  </a:cubicBezTo>
                  <a:lnTo>
                    <a:pt x="186460" y="19022"/>
                  </a:lnTo>
                  <a:cubicBezTo>
                    <a:pt x="183074" y="20335"/>
                    <a:pt x="179232" y="19085"/>
                    <a:pt x="177267" y="16033"/>
                  </a:cubicBezTo>
                  <a:lnTo>
                    <a:pt x="169202" y="3507"/>
                  </a:lnTo>
                  <a:cubicBezTo>
                    <a:pt x="166916" y="-43"/>
                    <a:pt x="162186" y="-1068"/>
                    <a:pt x="158636" y="1218"/>
                  </a:cubicBezTo>
                  <a:cubicBezTo>
                    <a:pt x="158394" y="1374"/>
                    <a:pt x="158160" y="1543"/>
                    <a:pt x="157938" y="1726"/>
                  </a:cubicBezTo>
                  <a:lnTo>
                    <a:pt x="146398" y="11144"/>
                  </a:lnTo>
                  <a:cubicBezTo>
                    <a:pt x="143584" y="13442"/>
                    <a:pt x="139542" y="13442"/>
                    <a:pt x="136728" y="11144"/>
                  </a:cubicBezTo>
                  <a:lnTo>
                    <a:pt x="125188" y="1726"/>
                  </a:lnTo>
                  <a:cubicBezTo>
                    <a:pt x="121919" y="-946"/>
                    <a:pt x="117103" y="-461"/>
                    <a:pt x="114432" y="2809"/>
                  </a:cubicBezTo>
                  <a:cubicBezTo>
                    <a:pt x="114249" y="3032"/>
                    <a:pt x="114080" y="3265"/>
                    <a:pt x="113924" y="3507"/>
                  </a:cubicBezTo>
                  <a:lnTo>
                    <a:pt x="105859" y="16033"/>
                  </a:lnTo>
                  <a:cubicBezTo>
                    <a:pt x="103893" y="19085"/>
                    <a:pt x="100051" y="20335"/>
                    <a:pt x="96666" y="19022"/>
                  </a:cubicBezTo>
                  <a:lnTo>
                    <a:pt x="82776" y="13628"/>
                  </a:lnTo>
                  <a:cubicBezTo>
                    <a:pt x="78841" y="12099"/>
                    <a:pt x="74411" y="14051"/>
                    <a:pt x="72882" y="17986"/>
                  </a:cubicBezTo>
                  <a:cubicBezTo>
                    <a:pt x="72778" y="18253"/>
                    <a:pt x="72689" y="18526"/>
                    <a:pt x="72616" y="18804"/>
                  </a:cubicBezTo>
                  <a:lnTo>
                    <a:pt x="68817" y="33210"/>
                  </a:lnTo>
                  <a:cubicBezTo>
                    <a:pt x="67891" y="36721"/>
                    <a:pt x="64622" y="39097"/>
                    <a:pt x="60997" y="38894"/>
                  </a:cubicBezTo>
                  <a:lnTo>
                    <a:pt x="46120" y="38057"/>
                  </a:lnTo>
                  <a:cubicBezTo>
                    <a:pt x="41905" y="37820"/>
                    <a:pt x="38296" y="41045"/>
                    <a:pt x="38059" y="45260"/>
                  </a:cubicBezTo>
                  <a:cubicBezTo>
                    <a:pt x="38043" y="45546"/>
                    <a:pt x="38043" y="45832"/>
                    <a:pt x="38059" y="46118"/>
                  </a:cubicBezTo>
                  <a:lnTo>
                    <a:pt x="38896" y="60994"/>
                  </a:lnTo>
                  <a:cubicBezTo>
                    <a:pt x="39100" y="64620"/>
                    <a:pt x="36724" y="67889"/>
                    <a:pt x="33212" y="68815"/>
                  </a:cubicBezTo>
                  <a:lnTo>
                    <a:pt x="18806" y="72614"/>
                  </a:lnTo>
                  <a:cubicBezTo>
                    <a:pt x="14724" y="73691"/>
                    <a:pt x="12288" y="77874"/>
                    <a:pt x="13365" y="81956"/>
                  </a:cubicBezTo>
                  <a:cubicBezTo>
                    <a:pt x="13438" y="82233"/>
                    <a:pt x="13527" y="82506"/>
                    <a:pt x="13631" y="82774"/>
                  </a:cubicBezTo>
                  <a:lnTo>
                    <a:pt x="19024" y="96664"/>
                  </a:lnTo>
                  <a:cubicBezTo>
                    <a:pt x="20337" y="100049"/>
                    <a:pt x="19088" y="103891"/>
                    <a:pt x="16035" y="105856"/>
                  </a:cubicBezTo>
                  <a:lnTo>
                    <a:pt x="3509" y="113921"/>
                  </a:lnTo>
                  <a:cubicBezTo>
                    <a:pt x="-41" y="116206"/>
                    <a:pt x="-1068" y="120936"/>
                    <a:pt x="1216" y="124487"/>
                  </a:cubicBezTo>
                  <a:cubicBezTo>
                    <a:pt x="1372" y="124729"/>
                    <a:pt x="1542" y="124963"/>
                    <a:pt x="1724" y="125186"/>
                  </a:cubicBezTo>
                  <a:lnTo>
                    <a:pt x="11146" y="136725"/>
                  </a:lnTo>
                  <a:cubicBezTo>
                    <a:pt x="13444" y="139539"/>
                    <a:pt x="13444" y="143582"/>
                    <a:pt x="11146" y="146396"/>
                  </a:cubicBezTo>
                  <a:lnTo>
                    <a:pt x="1724" y="157935"/>
                  </a:lnTo>
                  <a:cubicBezTo>
                    <a:pt x="-946" y="161205"/>
                    <a:pt x="-460" y="166021"/>
                    <a:pt x="2810" y="168691"/>
                  </a:cubicBezTo>
                  <a:cubicBezTo>
                    <a:pt x="3034" y="168874"/>
                    <a:pt x="3267" y="169043"/>
                    <a:pt x="3509" y="169199"/>
                  </a:cubicBezTo>
                  <a:lnTo>
                    <a:pt x="16035" y="177264"/>
                  </a:lnTo>
                  <a:cubicBezTo>
                    <a:pt x="19088" y="179230"/>
                    <a:pt x="20337" y="183072"/>
                    <a:pt x="19024" y="186457"/>
                  </a:cubicBezTo>
                  <a:lnTo>
                    <a:pt x="13631" y="200347"/>
                  </a:lnTo>
                  <a:cubicBezTo>
                    <a:pt x="12102" y="204283"/>
                    <a:pt x="14053" y="208712"/>
                    <a:pt x="17989" y="210241"/>
                  </a:cubicBezTo>
                  <a:cubicBezTo>
                    <a:pt x="18256" y="210345"/>
                    <a:pt x="18529" y="210434"/>
                    <a:pt x="18806" y="210507"/>
                  </a:cubicBezTo>
                  <a:lnTo>
                    <a:pt x="33212" y="214306"/>
                  </a:lnTo>
                  <a:cubicBezTo>
                    <a:pt x="36724" y="215232"/>
                    <a:pt x="39100" y="218501"/>
                    <a:pt x="38896" y="222127"/>
                  </a:cubicBezTo>
                  <a:lnTo>
                    <a:pt x="38059" y="237003"/>
                  </a:lnTo>
                  <a:cubicBezTo>
                    <a:pt x="37822" y="241218"/>
                    <a:pt x="41048" y="244828"/>
                    <a:pt x="45263" y="245064"/>
                  </a:cubicBezTo>
                  <a:cubicBezTo>
                    <a:pt x="45548" y="245080"/>
                    <a:pt x="45835" y="245080"/>
                    <a:pt x="46120" y="245064"/>
                  </a:cubicBezTo>
                  <a:lnTo>
                    <a:pt x="60997" y="244227"/>
                  </a:lnTo>
                  <a:cubicBezTo>
                    <a:pt x="64622" y="244024"/>
                    <a:pt x="67891" y="246399"/>
                    <a:pt x="68817" y="249911"/>
                  </a:cubicBezTo>
                  <a:lnTo>
                    <a:pt x="72616" y="264317"/>
                  </a:lnTo>
                  <a:cubicBezTo>
                    <a:pt x="73694" y="268399"/>
                    <a:pt x="77876" y="270835"/>
                    <a:pt x="81958" y="269758"/>
                  </a:cubicBezTo>
                  <a:cubicBezTo>
                    <a:pt x="82236" y="269685"/>
                    <a:pt x="82509" y="269597"/>
                    <a:pt x="82776" y="269493"/>
                  </a:cubicBezTo>
                  <a:lnTo>
                    <a:pt x="96666" y="264099"/>
                  </a:lnTo>
                  <a:cubicBezTo>
                    <a:pt x="100051" y="262786"/>
                    <a:pt x="103893" y="264035"/>
                    <a:pt x="105859" y="267088"/>
                  </a:cubicBezTo>
                  <a:lnTo>
                    <a:pt x="113924" y="279614"/>
                  </a:lnTo>
                  <a:cubicBezTo>
                    <a:pt x="116210" y="283164"/>
                    <a:pt x="120940" y="284188"/>
                    <a:pt x="124490" y="281903"/>
                  </a:cubicBezTo>
                  <a:cubicBezTo>
                    <a:pt x="124732" y="281747"/>
                    <a:pt x="124965" y="281577"/>
                    <a:pt x="125188" y="281395"/>
                  </a:cubicBezTo>
                  <a:lnTo>
                    <a:pt x="136728" y="271977"/>
                  </a:lnTo>
                  <a:cubicBezTo>
                    <a:pt x="139542" y="269679"/>
                    <a:pt x="143584" y="269679"/>
                    <a:pt x="146398" y="271977"/>
                  </a:cubicBezTo>
                  <a:lnTo>
                    <a:pt x="157938" y="281395"/>
                  </a:lnTo>
                  <a:cubicBezTo>
                    <a:pt x="161207" y="284067"/>
                    <a:pt x="166023" y="283582"/>
                    <a:pt x="168694" y="280312"/>
                  </a:cubicBezTo>
                  <a:cubicBezTo>
                    <a:pt x="168877" y="280089"/>
                    <a:pt x="169046" y="279856"/>
                    <a:pt x="169202" y="279614"/>
                  </a:cubicBezTo>
                  <a:lnTo>
                    <a:pt x="177267" y="267088"/>
                  </a:lnTo>
                  <a:cubicBezTo>
                    <a:pt x="179232" y="264035"/>
                    <a:pt x="183075" y="262786"/>
                    <a:pt x="186460" y="264099"/>
                  </a:cubicBezTo>
                  <a:lnTo>
                    <a:pt x="200350" y="269493"/>
                  </a:lnTo>
                  <a:cubicBezTo>
                    <a:pt x="204285" y="271021"/>
                    <a:pt x="208715" y="269070"/>
                    <a:pt x="210244" y="265135"/>
                  </a:cubicBezTo>
                  <a:cubicBezTo>
                    <a:pt x="210347" y="264868"/>
                    <a:pt x="210436" y="264595"/>
                    <a:pt x="210509" y="264317"/>
                  </a:cubicBezTo>
                  <a:lnTo>
                    <a:pt x="214309" y="249911"/>
                  </a:lnTo>
                  <a:cubicBezTo>
                    <a:pt x="215235" y="246399"/>
                    <a:pt x="218503" y="244024"/>
                    <a:pt x="222129" y="244227"/>
                  </a:cubicBezTo>
                  <a:lnTo>
                    <a:pt x="237006" y="245064"/>
                  </a:lnTo>
                  <a:cubicBezTo>
                    <a:pt x="241221" y="245301"/>
                    <a:pt x="244830" y="242076"/>
                    <a:pt x="245067" y="237860"/>
                  </a:cubicBezTo>
                  <a:cubicBezTo>
                    <a:pt x="245083" y="237575"/>
                    <a:pt x="245083" y="237289"/>
                    <a:pt x="245067" y="237003"/>
                  </a:cubicBezTo>
                  <a:lnTo>
                    <a:pt x="244230" y="222127"/>
                  </a:lnTo>
                  <a:cubicBezTo>
                    <a:pt x="244026" y="218501"/>
                    <a:pt x="246402" y="215232"/>
                    <a:pt x="249913" y="214306"/>
                  </a:cubicBezTo>
                  <a:lnTo>
                    <a:pt x="264320" y="210507"/>
                  </a:lnTo>
                  <a:cubicBezTo>
                    <a:pt x="268402" y="209430"/>
                    <a:pt x="270838" y="205247"/>
                    <a:pt x="269761" y="201165"/>
                  </a:cubicBezTo>
                  <a:cubicBezTo>
                    <a:pt x="269688" y="200888"/>
                    <a:pt x="269599" y="200614"/>
                    <a:pt x="269495" y="200347"/>
                  </a:cubicBezTo>
                  <a:lnTo>
                    <a:pt x="264102" y="186457"/>
                  </a:lnTo>
                  <a:cubicBezTo>
                    <a:pt x="262788" y="183072"/>
                    <a:pt x="264038" y="179230"/>
                    <a:pt x="267091" y="177264"/>
                  </a:cubicBezTo>
                  <a:lnTo>
                    <a:pt x="279616" y="169199"/>
                  </a:lnTo>
                  <a:cubicBezTo>
                    <a:pt x="283166" y="166914"/>
                    <a:pt x="284191" y="162183"/>
                    <a:pt x="281905" y="158633"/>
                  </a:cubicBezTo>
                  <a:cubicBezTo>
                    <a:pt x="281749" y="158391"/>
                    <a:pt x="281580" y="158158"/>
                    <a:pt x="281398" y="157935"/>
                  </a:cubicBezTo>
                  <a:close/>
                  <a:moveTo>
                    <a:pt x="141563" y="240940"/>
                  </a:moveTo>
                  <a:cubicBezTo>
                    <a:pt x="86677" y="240940"/>
                    <a:pt x="42183" y="196446"/>
                    <a:pt x="42183" y="141560"/>
                  </a:cubicBezTo>
                  <a:cubicBezTo>
                    <a:pt x="42183" y="86675"/>
                    <a:pt x="86677" y="42181"/>
                    <a:pt x="141563" y="42181"/>
                  </a:cubicBezTo>
                  <a:cubicBezTo>
                    <a:pt x="196449" y="42181"/>
                    <a:pt x="240942" y="86675"/>
                    <a:pt x="240942" y="141560"/>
                  </a:cubicBezTo>
                  <a:cubicBezTo>
                    <a:pt x="240881" y="196421"/>
                    <a:pt x="196424" y="240879"/>
                    <a:pt x="141563" y="24094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</p:grpSp>
      <p:sp>
        <p:nvSpPr>
          <p:cNvPr id="17" name="Freeform 8">
            <a:extLst>
              <a:ext uri="{FF2B5EF4-FFF2-40B4-BE49-F238E27FC236}">
                <ns2:creationId id="{2C5F9EF9-2372-0F97-D605-8AE60F7AE790}"/>
              </a:ext>
            </a:extLst>
          </p:cNvPr>
          <p:cNvSpPr>
            <a:spLocks/>
          </p:cNvSpPr>
          <p:nvPr>
            <p:custDataLst>
              <p:tags r:id="rId2"/>
            </p:custDataLst>
          </p:nvPr>
        </p:nvSpPr>
        <p:spPr bwMode="gray">
          <a:xfrm>
            <a:off x="9531536" y="1698220"/>
            <a:ext cx="2117882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66" h="540000">
                <a:moveTo>
                  <a:pt x="0" y="0"/>
                </a:moveTo>
                <a:lnTo>
                  <a:pt x="1610" y="0"/>
                </a:lnTo>
                <a:lnTo>
                  <a:pt x="1666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ns2:creationId id="{409811E7-B901-6478-8254-2D0A08718B69}"/>
              </a:ext>
            </a:extLst>
          </p:cNvPr>
          <p:cNvGrpSpPr/>
          <p:nvPr/>
        </p:nvGrpSpPr>
        <p:grpSpPr>
          <a:xfrm>
            <a:off x="9813497" y="1815328"/>
            <a:ext cx="298139" cy="305783"/>
            <a:chOff x="9794837" y="1861998"/>
            <a:chExt cx="298139" cy="30578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21" name="フリーフォーム: 図形 20">
              <a:extLst>
                <a:ext uri="{FF2B5EF4-FFF2-40B4-BE49-F238E27FC236}">
                  <ns2:creationId id="{A5C10A2D-C701-B622-AAF9-D0441D2FD873}"/>
                </a:ext>
              </a:extLst>
            </p:cNvPr>
            <p:cNvSpPr/>
            <p:nvPr/>
          </p:nvSpPr>
          <p:spPr>
            <a:xfrm>
              <a:off x="9794837" y="2060757"/>
              <a:ext cx="91735" cy="22933"/>
            </a:xfrm>
            <a:custGeom>
              <a:avLst/>
              <a:gdLst>
                <a:gd name="connsiteX0" fmla="*/ 91735 w 91735"/>
                <a:gd name="connsiteY0" fmla="*/ 0 h 22933"/>
                <a:gd name="connsiteX1" fmla="*/ 0 w 91735"/>
                <a:gd name="connsiteY1" fmla="*/ 0 h 22933"/>
                <a:gd name="connsiteX2" fmla="*/ 45868 w 91735"/>
                <a:gd name="connsiteY2" fmla="*/ 22934 h 22933"/>
                <a:gd name="connsiteX3" fmla="*/ 91735 w 91735"/>
                <a:gd name="connsiteY3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735" h="22933">
                  <a:moveTo>
                    <a:pt x="91735" y="0"/>
                  </a:moveTo>
                  <a:lnTo>
                    <a:pt x="0" y="0"/>
                  </a:ln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ns2:creationId id="{C4C25B30-D54D-5160-9AE0-F163FEC69A0C}"/>
                </a:ext>
              </a:extLst>
            </p:cNvPr>
            <p:cNvSpPr/>
            <p:nvPr/>
          </p:nvSpPr>
          <p:spPr>
            <a:xfrm>
              <a:off x="10001241" y="1980489"/>
              <a:ext cx="91735" cy="22933"/>
            </a:xfrm>
            <a:custGeom>
              <a:avLst/>
              <a:gdLst>
                <a:gd name="connsiteX0" fmla="*/ 0 w 91735"/>
                <a:gd name="connsiteY0" fmla="*/ 0 h 22933"/>
                <a:gd name="connsiteX1" fmla="*/ 45868 w 91735"/>
                <a:gd name="connsiteY1" fmla="*/ 22934 h 22933"/>
                <a:gd name="connsiteX2" fmla="*/ 91735 w 91735"/>
                <a:gd name="connsiteY2" fmla="*/ 0 h 2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735" h="22933">
                  <a:moveTo>
                    <a:pt x="0" y="0"/>
                  </a:moveTo>
                  <a:cubicBezTo>
                    <a:pt x="0" y="12614"/>
                    <a:pt x="20640" y="22934"/>
                    <a:pt x="45868" y="22934"/>
                  </a:cubicBezTo>
                  <a:cubicBezTo>
                    <a:pt x="71095" y="22934"/>
                    <a:pt x="91735" y="12614"/>
                    <a:pt x="91735" y="0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ns2:creationId id="{8AD12531-2C79-8DC2-2788-08EC3856E31F}"/>
                </a:ext>
              </a:extLst>
            </p:cNvPr>
            <p:cNvSpPr/>
            <p:nvPr/>
          </p:nvSpPr>
          <p:spPr>
            <a:xfrm>
              <a:off x="9809025" y="1861998"/>
              <a:ext cx="269762" cy="305783"/>
            </a:xfrm>
            <a:custGeom>
              <a:avLst/>
              <a:gdLst>
                <a:gd name="connsiteX0" fmla="*/ 180749 w 269762"/>
                <a:gd name="connsiteY0" fmla="*/ 275205 h 305783"/>
                <a:gd name="connsiteX1" fmla="*/ 173104 w 269762"/>
                <a:gd name="connsiteY1" fmla="*/ 267560 h 305783"/>
                <a:gd name="connsiteX2" fmla="*/ 146348 w 269762"/>
                <a:gd name="connsiteY2" fmla="*/ 267560 h 305783"/>
                <a:gd name="connsiteX3" fmla="*/ 146348 w 269762"/>
                <a:gd name="connsiteY3" fmla="*/ 73346 h 305783"/>
                <a:gd name="connsiteX4" fmla="*/ 157050 w 269762"/>
                <a:gd name="connsiteY4" fmla="*/ 59353 h 305783"/>
                <a:gd name="connsiteX5" fmla="*/ 226161 w 269762"/>
                <a:gd name="connsiteY5" fmla="*/ 30876 h 305783"/>
                <a:gd name="connsiteX6" fmla="*/ 206404 w 269762"/>
                <a:gd name="connsiteY6" fmla="*/ 107024 h 305783"/>
                <a:gd name="connsiteX7" fmla="*/ 222197 w 269762"/>
                <a:gd name="connsiteY7" fmla="*/ 107024 h 305783"/>
                <a:gd name="connsiteX8" fmla="*/ 238083 w 269762"/>
                <a:gd name="connsiteY8" fmla="*/ 45753 h 305783"/>
                <a:gd name="connsiteX9" fmla="*/ 253968 w 269762"/>
                <a:gd name="connsiteY9" fmla="*/ 107024 h 305783"/>
                <a:gd name="connsiteX10" fmla="*/ 269762 w 269762"/>
                <a:gd name="connsiteY10" fmla="*/ 107024 h 305783"/>
                <a:gd name="connsiteX11" fmla="*/ 247711 w 269762"/>
                <a:gd name="connsiteY11" fmla="*/ 21971 h 305783"/>
                <a:gd name="connsiteX12" fmla="*/ 253198 w 269762"/>
                <a:gd name="connsiteY12" fmla="*/ 6710 h 305783"/>
                <a:gd name="connsiteX13" fmla="*/ 238779 w 269762"/>
                <a:gd name="connsiteY13" fmla="*/ 868 h 305783"/>
                <a:gd name="connsiteX14" fmla="*/ 150866 w 269762"/>
                <a:gd name="connsiteY14" fmla="*/ 37092 h 305783"/>
                <a:gd name="connsiteX15" fmla="*/ 146348 w 269762"/>
                <a:gd name="connsiteY15" fmla="*/ 33686 h 305783"/>
                <a:gd name="connsiteX16" fmla="*/ 146348 w 269762"/>
                <a:gd name="connsiteY16" fmla="*/ 11467 h 305783"/>
                <a:gd name="connsiteX17" fmla="*/ 134881 w 269762"/>
                <a:gd name="connsiteY17" fmla="*/ 0 h 305783"/>
                <a:gd name="connsiteX18" fmla="*/ 123414 w 269762"/>
                <a:gd name="connsiteY18" fmla="*/ 11467 h 305783"/>
                <a:gd name="connsiteX19" fmla="*/ 123414 w 269762"/>
                <a:gd name="connsiteY19" fmla="*/ 33682 h 305783"/>
                <a:gd name="connsiteX20" fmla="*/ 111966 w 269762"/>
                <a:gd name="connsiteY20" fmla="*/ 53130 h 305783"/>
                <a:gd name="connsiteX21" fmla="*/ 19666 w 269762"/>
                <a:gd name="connsiteY21" fmla="*/ 91162 h 305783"/>
                <a:gd name="connsiteX22" fmla="*/ 13417 w 269762"/>
                <a:gd name="connsiteY22" fmla="*/ 106097 h 305783"/>
                <a:gd name="connsiteX23" fmla="*/ 19455 w 269762"/>
                <a:gd name="connsiteY23" fmla="*/ 112257 h 305783"/>
                <a:gd name="connsiteX24" fmla="*/ 0 w 269762"/>
                <a:gd name="connsiteY24" fmla="*/ 187292 h 305783"/>
                <a:gd name="connsiteX25" fmla="*/ 15794 w 269762"/>
                <a:gd name="connsiteY25" fmla="*/ 187292 h 305783"/>
                <a:gd name="connsiteX26" fmla="*/ 31679 w 269762"/>
                <a:gd name="connsiteY26" fmla="*/ 126021 h 305783"/>
                <a:gd name="connsiteX27" fmla="*/ 47565 w 269762"/>
                <a:gd name="connsiteY27" fmla="*/ 187292 h 305783"/>
                <a:gd name="connsiteX28" fmla="*/ 63358 w 269762"/>
                <a:gd name="connsiteY28" fmla="*/ 187292 h 305783"/>
                <a:gd name="connsiteX29" fmla="*/ 42431 w 269762"/>
                <a:gd name="connsiteY29" fmla="*/ 106565 h 305783"/>
                <a:gd name="connsiteX30" fmla="*/ 123277 w 269762"/>
                <a:gd name="connsiteY30" fmla="*/ 73258 h 305783"/>
                <a:gd name="connsiteX31" fmla="*/ 123414 w 269762"/>
                <a:gd name="connsiteY31" fmla="*/ 73342 h 305783"/>
                <a:gd name="connsiteX32" fmla="*/ 123414 w 269762"/>
                <a:gd name="connsiteY32" fmla="*/ 267560 h 305783"/>
                <a:gd name="connsiteX33" fmla="*/ 96276 w 269762"/>
                <a:gd name="connsiteY33" fmla="*/ 267560 h 305783"/>
                <a:gd name="connsiteX34" fmla="*/ 88631 w 269762"/>
                <a:gd name="connsiteY34" fmla="*/ 275205 h 305783"/>
                <a:gd name="connsiteX35" fmla="*/ 88631 w 269762"/>
                <a:gd name="connsiteY35" fmla="*/ 282850 h 305783"/>
                <a:gd name="connsiteX36" fmla="*/ 43146 w 269762"/>
                <a:gd name="connsiteY36" fmla="*/ 282850 h 305783"/>
                <a:gd name="connsiteX37" fmla="*/ 43146 w 269762"/>
                <a:gd name="connsiteY37" fmla="*/ 305783 h 305783"/>
                <a:gd name="connsiteX38" fmla="*/ 226616 w 269762"/>
                <a:gd name="connsiteY38" fmla="*/ 305783 h 305783"/>
                <a:gd name="connsiteX39" fmla="*/ 226616 w 269762"/>
                <a:gd name="connsiteY39" fmla="*/ 282850 h 305783"/>
                <a:gd name="connsiteX40" fmla="*/ 180749 w 269762"/>
                <a:gd name="connsiteY40" fmla="*/ 282850 h 305783"/>
                <a:gd name="connsiteX41" fmla="*/ 127236 w 269762"/>
                <a:gd name="connsiteY41" fmla="*/ 53512 h 305783"/>
                <a:gd name="connsiteX42" fmla="*/ 134881 w 269762"/>
                <a:gd name="connsiteY42" fmla="*/ 45868 h 305783"/>
                <a:gd name="connsiteX43" fmla="*/ 142526 w 269762"/>
                <a:gd name="connsiteY43" fmla="*/ 53512 h 305783"/>
                <a:gd name="connsiteX44" fmla="*/ 134881 w 269762"/>
                <a:gd name="connsiteY44" fmla="*/ 61157 h 305783"/>
                <a:gd name="connsiteX45" fmla="*/ 127236 w 269762"/>
                <a:gd name="connsiteY45" fmla="*/ 53512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69762" h="305783">
                  <a:moveTo>
                    <a:pt x="180749" y="275205"/>
                  </a:moveTo>
                  <a:cubicBezTo>
                    <a:pt x="180736" y="270988"/>
                    <a:pt x="177321" y="267573"/>
                    <a:pt x="173104" y="267560"/>
                  </a:cubicBezTo>
                  <a:lnTo>
                    <a:pt x="146348" y="267560"/>
                  </a:lnTo>
                  <a:lnTo>
                    <a:pt x="146348" y="73346"/>
                  </a:lnTo>
                  <a:cubicBezTo>
                    <a:pt x="151631" y="70287"/>
                    <a:pt x="155481" y="65252"/>
                    <a:pt x="157050" y="59353"/>
                  </a:cubicBezTo>
                  <a:lnTo>
                    <a:pt x="226161" y="30876"/>
                  </a:lnTo>
                  <a:lnTo>
                    <a:pt x="206404" y="107024"/>
                  </a:lnTo>
                  <a:lnTo>
                    <a:pt x="222197" y="107024"/>
                  </a:lnTo>
                  <a:lnTo>
                    <a:pt x="238083" y="45753"/>
                  </a:lnTo>
                  <a:lnTo>
                    <a:pt x="253968" y="107024"/>
                  </a:lnTo>
                  <a:lnTo>
                    <a:pt x="269762" y="107024"/>
                  </a:lnTo>
                  <a:lnTo>
                    <a:pt x="247711" y="21971"/>
                  </a:lnTo>
                  <a:cubicBezTo>
                    <a:pt x="253440" y="19272"/>
                    <a:pt x="255897" y="12440"/>
                    <a:pt x="253198" y="6710"/>
                  </a:cubicBezTo>
                  <a:cubicBezTo>
                    <a:pt x="250650" y="1301"/>
                    <a:pt x="244373" y="-1242"/>
                    <a:pt x="238779" y="868"/>
                  </a:cubicBezTo>
                  <a:lnTo>
                    <a:pt x="150866" y="37092"/>
                  </a:lnTo>
                  <a:cubicBezTo>
                    <a:pt x="149506" y="35774"/>
                    <a:pt x="147988" y="34631"/>
                    <a:pt x="146348" y="33686"/>
                  </a:cubicBezTo>
                  <a:lnTo>
                    <a:pt x="146348" y="11467"/>
                  </a:lnTo>
                  <a:cubicBezTo>
                    <a:pt x="146348" y="5134"/>
                    <a:pt x="141214" y="0"/>
                    <a:pt x="134881" y="0"/>
                  </a:cubicBezTo>
                  <a:cubicBezTo>
                    <a:pt x="128548" y="0"/>
                    <a:pt x="123414" y="5134"/>
                    <a:pt x="123414" y="11467"/>
                  </a:cubicBezTo>
                  <a:lnTo>
                    <a:pt x="123414" y="33682"/>
                  </a:lnTo>
                  <a:cubicBezTo>
                    <a:pt x="116452" y="37709"/>
                    <a:pt x="112108" y="45089"/>
                    <a:pt x="111966" y="53130"/>
                  </a:cubicBezTo>
                  <a:lnTo>
                    <a:pt x="19666" y="91162"/>
                  </a:lnTo>
                  <a:cubicBezTo>
                    <a:pt x="13816" y="93560"/>
                    <a:pt x="11018" y="100247"/>
                    <a:pt x="13417" y="106097"/>
                  </a:cubicBezTo>
                  <a:cubicBezTo>
                    <a:pt x="14550" y="108859"/>
                    <a:pt x="16716" y="111069"/>
                    <a:pt x="19455" y="112257"/>
                  </a:cubicBezTo>
                  <a:lnTo>
                    <a:pt x="0" y="187292"/>
                  </a:lnTo>
                  <a:lnTo>
                    <a:pt x="15794" y="187292"/>
                  </a:lnTo>
                  <a:lnTo>
                    <a:pt x="31679" y="126021"/>
                  </a:lnTo>
                  <a:lnTo>
                    <a:pt x="47565" y="187292"/>
                  </a:lnTo>
                  <a:lnTo>
                    <a:pt x="63358" y="187292"/>
                  </a:lnTo>
                  <a:lnTo>
                    <a:pt x="42431" y="106565"/>
                  </a:lnTo>
                  <a:lnTo>
                    <a:pt x="123277" y="73258"/>
                  </a:lnTo>
                  <a:lnTo>
                    <a:pt x="123414" y="73342"/>
                  </a:lnTo>
                  <a:lnTo>
                    <a:pt x="123414" y="267560"/>
                  </a:lnTo>
                  <a:lnTo>
                    <a:pt x="96276" y="267560"/>
                  </a:lnTo>
                  <a:cubicBezTo>
                    <a:pt x="92059" y="267573"/>
                    <a:pt x="88644" y="270988"/>
                    <a:pt x="88631" y="275205"/>
                  </a:cubicBezTo>
                  <a:lnTo>
                    <a:pt x="88631" y="282850"/>
                  </a:lnTo>
                  <a:lnTo>
                    <a:pt x="43146" y="282850"/>
                  </a:lnTo>
                  <a:lnTo>
                    <a:pt x="43146" y="305783"/>
                  </a:lnTo>
                  <a:lnTo>
                    <a:pt x="226616" y="305783"/>
                  </a:lnTo>
                  <a:lnTo>
                    <a:pt x="226616" y="282850"/>
                  </a:lnTo>
                  <a:lnTo>
                    <a:pt x="180749" y="282850"/>
                  </a:lnTo>
                  <a:close/>
                  <a:moveTo>
                    <a:pt x="127236" y="53512"/>
                  </a:moveTo>
                  <a:cubicBezTo>
                    <a:pt x="127236" y="49290"/>
                    <a:pt x="130659" y="45868"/>
                    <a:pt x="134881" y="45868"/>
                  </a:cubicBezTo>
                  <a:cubicBezTo>
                    <a:pt x="139103" y="45868"/>
                    <a:pt x="142526" y="49290"/>
                    <a:pt x="142526" y="53512"/>
                  </a:cubicBezTo>
                  <a:cubicBezTo>
                    <a:pt x="142526" y="57734"/>
                    <a:pt x="139103" y="61157"/>
                    <a:pt x="134881" y="61157"/>
                  </a:cubicBezTo>
                  <a:cubicBezTo>
                    <a:pt x="130659" y="61157"/>
                    <a:pt x="127236" y="57734"/>
                    <a:pt x="127236" y="53512"/>
                  </a:cubicBezTo>
                  <a:close/>
                </a:path>
              </a:pathLst>
            </a:custGeom>
            <a:grpFill/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24" name="Freeform 8">
            <a:extLst>
              <a:ext uri="{FF2B5EF4-FFF2-40B4-BE49-F238E27FC236}">
                <ns2:creationId id="{8A34ACCA-84E5-3037-7EF5-E907E0F84B3B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2911142" y="1698220"/>
            <a:ext cx="6287646" cy="540000"/>
          </a:xfrm>
          <a:custGeom>
            <a:avLst/>
            <a:gdLst>
              <a:gd name="T0" fmla="*/ 0 w 1646"/>
              <a:gd name="T1" fmla="*/ 0 h 292"/>
              <a:gd name="T2" fmla="*/ 0 w 1646"/>
              <a:gd name="T3" fmla="*/ 292 h 292"/>
              <a:gd name="T4" fmla="*/ 1646 w 1646"/>
              <a:gd name="T5" fmla="*/ 292 h 292"/>
              <a:gd name="T6" fmla="*/ 1577 w 1646"/>
              <a:gd name="T7" fmla="*/ 0 h 292"/>
              <a:gd name="T8" fmla="*/ 0 w 1646"/>
              <a:gd name="T9" fmla="*/ 0 h 292"/>
              <a:gd name="connsiteX0" fmla="*/ 0 w 1646"/>
              <a:gd name="connsiteY0" fmla="*/ 0 h 292"/>
              <a:gd name="connsiteX1" fmla="*/ 0 w 1646"/>
              <a:gd name="connsiteY1" fmla="*/ 292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6"/>
              <a:gd name="connsiteY0" fmla="*/ 0 h 292"/>
              <a:gd name="connsiteX1" fmla="*/ 1577 w 1646"/>
              <a:gd name="connsiteY1" fmla="*/ 0 h 292"/>
              <a:gd name="connsiteX2" fmla="*/ 1646 w 1646"/>
              <a:gd name="connsiteY2" fmla="*/ 292 h 292"/>
              <a:gd name="connsiteX3" fmla="*/ 1577 w 1646"/>
              <a:gd name="connsiteY3" fmla="*/ 0 h 292"/>
              <a:gd name="connsiteX4" fmla="*/ 0 w 1646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1577 w 1642"/>
              <a:gd name="connsiteY3" fmla="*/ 0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4" fmla="*/ 0 w 1642"/>
              <a:gd name="connsiteY4" fmla="*/ 0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3" fmla="*/ 0 w 1642"/>
              <a:gd name="connsiteY3" fmla="*/ 292 h 292"/>
              <a:gd name="connsiteX0" fmla="*/ 0 w 1642"/>
              <a:gd name="connsiteY0" fmla="*/ 0 h 292"/>
              <a:gd name="connsiteX1" fmla="*/ 1577 w 1642"/>
              <a:gd name="connsiteY1" fmla="*/ 0 h 292"/>
              <a:gd name="connsiteX2" fmla="*/ 1642 w 1642"/>
              <a:gd name="connsiteY2" fmla="*/ 292 h 292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4" fmla="*/ 0 w 1642"/>
              <a:gd name="connsiteY4" fmla="*/ 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3" fmla="*/ 0 w 1642"/>
              <a:gd name="connsiteY3" fmla="*/ 463550 h 463550"/>
              <a:gd name="connsiteX0" fmla="*/ 0 w 1642"/>
              <a:gd name="connsiteY0" fmla="*/ 0 h 463550"/>
              <a:gd name="connsiteX1" fmla="*/ 1577 w 1642"/>
              <a:gd name="connsiteY1" fmla="*/ 0 h 463550"/>
              <a:gd name="connsiteX2" fmla="*/ 1642 w 1642"/>
              <a:gd name="connsiteY2" fmla="*/ 463550 h 463550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0" fmla="*/ 0 w 1642"/>
              <a:gd name="connsiteY0" fmla="*/ 0 h 462232"/>
              <a:gd name="connsiteX1" fmla="*/ 1577 w 1642"/>
              <a:gd name="connsiteY1" fmla="*/ 0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2"/>
              <a:gd name="connsiteX1" fmla="*/ 1577 w 1642"/>
              <a:gd name="connsiteY1" fmla="*/ 1 h 462232"/>
              <a:gd name="connsiteX2" fmla="*/ 1642 w 1642"/>
              <a:gd name="connsiteY2" fmla="*/ 462232 h 462232"/>
              <a:gd name="connsiteX3" fmla="*/ 0 w 1642"/>
              <a:gd name="connsiteY3" fmla="*/ 462232 h 462232"/>
              <a:gd name="connsiteX4" fmla="*/ 0 w 1642"/>
              <a:gd name="connsiteY4" fmla="*/ 1 h 462232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4" fmla="*/ 0 w 1642"/>
              <a:gd name="connsiteY4" fmla="*/ 0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3" fmla="*/ 0 w 1642"/>
              <a:gd name="connsiteY3" fmla="*/ 462231 h 462231"/>
              <a:gd name="connsiteX0" fmla="*/ 0 w 1642"/>
              <a:gd name="connsiteY0" fmla="*/ 0 h 462231"/>
              <a:gd name="connsiteX1" fmla="*/ 1577 w 1642"/>
              <a:gd name="connsiteY1" fmla="*/ 0 h 462231"/>
              <a:gd name="connsiteX2" fmla="*/ 1642 w 1642"/>
              <a:gd name="connsiteY2" fmla="*/ 462231 h 462231"/>
              <a:gd name="connsiteX0" fmla="*/ 0 w 1577"/>
              <a:gd name="connsiteY0" fmla="*/ 0 h 0"/>
              <a:gd name="connsiteX1" fmla="*/ 1577 w 1577"/>
              <a:gd name="connsiteY1" fmla="*/ 0 h 0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77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4" fmla="*/ 0 w 1603"/>
              <a:gd name="connsiteY4" fmla="*/ 0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3" fmla="*/ 0 w 1603"/>
              <a:gd name="connsiteY3" fmla="*/ 462231 h 462231"/>
              <a:gd name="connsiteX0" fmla="*/ 0 w 1603"/>
              <a:gd name="connsiteY0" fmla="*/ 0 h 462231"/>
              <a:gd name="connsiteX1" fmla="*/ 1539 w 1603"/>
              <a:gd name="connsiteY1" fmla="*/ 0 h 462231"/>
              <a:gd name="connsiteX2" fmla="*/ 1603 w 1603"/>
              <a:gd name="connsiteY2" fmla="*/ 462231 h 462231"/>
              <a:gd name="connsiteX0" fmla="*/ 0 w 1539"/>
              <a:gd name="connsiteY0" fmla="*/ 0 h 0"/>
              <a:gd name="connsiteX1" fmla="*/ 1539 w 1539"/>
              <a:gd name="connsiteY1" fmla="*/ 0 h 0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39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4" fmla="*/ 0 w 1572"/>
              <a:gd name="connsiteY4" fmla="*/ 0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3" fmla="*/ 0 w 1572"/>
              <a:gd name="connsiteY3" fmla="*/ 462231 h 462231"/>
              <a:gd name="connsiteX0" fmla="*/ 0 w 1572"/>
              <a:gd name="connsiteY0" fmla="*/ 0 h 462231"/>
              <a:gd name="connsiteX1" fmla="*/ 1510 w 1572"/>
              <a:gd name="connsiteY1" fmla="*/ 0 h 462231"/>
              <a:gd name="connsiteX2" fmla="*/ 1572 w 1572"/>
              <a:gd name="connsiteY2" fmla="*/ 462231 h 462231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4" fmla="*/ 0 w 1572"/>
              <a:gd name="connsiteY4" fmla="*/ 0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3" fmla="*/ 0 w 1572"/>
              <a:gd name="connsiteY3" fmla="*/ 461737 h 461737"/>
              <a:gd name="connsiteX0" fmla="*/ 0 w 1572"/>
              <a:gd name="connsiteY0" fmla="*/ 0 h 461737"/>
              <a:gd name="connsiteX1" fmla="*/ 1510 w 1572"/>
              <a:gd name="connsiteY1" fmla="*/ 0 h 461737"/>
              <a:gd name="connsiteX2" fmla="*/ 1572 w 1572"/>
              <a:gd name="connsiteY2" fmla="*/ 461737 h 461737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4" fmla="*/ 0 w 1572"/>
              <a:gd name="connsiteY4" fmla="*/ 0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3" fmla="*/ 0 w 1572"/>
              <a:gd name="connsiteY3" fmla="*/ 515788 h 515788"/>
              <a:gd name="connsiteX0" fmla="*/ 0 w 1572"/>
              <a:gd name="connsiteY0" fmla="*/ 0 h 515788"/>
              <a:gd name="connsiteX1" fmla="*/ 1510 w 1572"/>
              <a:gd name="connsiteY1" fmla="*/ 0 h 515788"/>
              <a:gd name="connsiteX2" fmla="*/ 1572 w 1572"/>
              <a:gd name="connsiteY2" fmla="*/ 515788 h 515788"/>
              <a:gd name="connsiteX0" fmla="*/ 0 w 1510"/>
              <a:gd name="connsiteY0" fmla="*/ 0 h 0"/>
              <a:gd name="connsiteX1" fmla="*/ 1510 w 1510"/>
              <a:gd name="connsiteY1" fmla="*/ 0 h 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10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4" fmla="*/ 0 w 1586"/>
              <a:gd name="connsiteY4" fmla="*/ 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3" fmla="*/ 0 w 1586"/>
              <a:gd name="connsiteY3" fmla="*/ 540000 h 540000"/>
              <a:gd name="connsiteX0" fmla="*/ 0 w 1586"/>
              <a:gd name="connsiteY0" fmla="*/ 0 h 540000"/>
              <a:gd name="connsiteX1" fmla="*/ 1508 w 1586"/>
              <a:gd name="connsiteY1" fmla="*/ 0 h 540000"/>
              <a:gd name="connsiteX2" fmla="*/ 1586 w 1586"/>
              <a:gd name="connsiteY2" fmla="*/ 540000 h 540000"/>
              <a:gd name="connsiteX0" fmla="*/ 0 w 1508"/>
              <a:gd name="connsiteY0" fmla="*/ 0 h 0"/>
              <a:gd name="connsiteX1" fmla="*/ 1508 w 1508"/>
              <a:gd name="connsiteY1" fmla="*/ 0 h 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508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4" fmla="*/ 0 w 1664"/>
              <a:gd name="connsiteY4" fmla="*/ 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3" fmla="*/ 0 w 1664"/>
              <a:gd name="connsiteY3" fmla="*/ 540000 h 540000"/>
              <a:gd name="connsiteX0" fmla="*/ 0 w 1664"/>
              <a:gd name="connsiteY0" fmla="*/ 0 h 540000"/>
              <a:gd name="connsiteX1" fmla="*/ 1610 w 1664"/>
              <a:gd name="connsiteY1" fmla="*/ 0 h 540000"/>
              <a:gd name="connsiteX2" fmla="*/ 1664 w 1664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4" fmla="*/ 0 w 1666"/>
              <a:gd name="connsiteY4" fmla="*/ 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3" fmla="*/ 0 w 1666"/>
              <a:gd name="connsiteY3" fmla="*/ 540000 h 540000"/>
              <a:gd name="connsiteX0" fmla="*/ 0 w 1666"/>
              <a:gd name="connsiteY0" fmla="*/ 0 h 540000"/>
              <a:gd name="connsiteX1" fmla="*/ 1610 w 1666"/>
              <a:gd name="connsiteY1" fmla="*/ 0 h 540000"/>
              <a:gd name="connsiteX2" fmla="*/ 1666 w 1666"/>
              <a:gd name="connsiteY2" fmla="*/ 540000 h 540000"/>
              <a:gd name="connsiteX0" fmla="*/ 0 w 1610"/>
              <a:gd name="connsiteY0" fmla="*/ 0 h 0"/>
              <a:gd name="connsiteX1" fmla="*/ 1610 w 1610"/>
              <a:gd name="connsiteY1" fmla="*/ 0 h 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1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4" fmla="*/ 0 w 1719"/>
              <a:gd name="connsiteY4" fmla="*/ 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3" fmla="*/ 0 w 1719"/>
              <a:gd name="connsiteY3" fmla="*/ 540000 h 540000"/>
              <a:gd name="connsiteX0" fmla="*/ 0 w 1719"/>
              <a:gd name="connsiteY0" fmla="*/ 0 h 540000"/>
              <a:gd name="connsiteX1" fmla="*/ 1680 w 1719"/>
              <a:gd name="connsiteY1" fmla="*/ 0 h 540000"/>
              <a:gd name="connsiteX2" fmla="*/ 1719 w 1719"/>
              <a:gd name="connsiteY2" fmla="*/ 540000 h 540000"/>
              <a:gd name="connsiteX0" fmla="*/ 0 w 1680"/>
              <a:gd name="connsiteY0" fmla="*/ 0 h 0"/>
              <a:gd name="connsiteX1" fmla="*/ 1680 w 1680"/>
              <a:gd name="connsiteY1" fmla="*/ 0 h 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68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60"/>
              <a:gd name="connsiteY0" fmla="*/ 0 h 0"/>
              <a:gd name="connsiteX1" fmla="*/ 1760 w 1760"/>
              <a:gd name="connsiteY1" fmla="*/ 0 h 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  <a:gd name="connsiteX0" fmla="*/ 0 w 1780"/>
              <a:gd name="connsiteY0" fmla="*/ 0 h 540000"/>
              <a:gd name="connsiteX1" fmla="*/ 1760 w 1780"/>
              <a:gd name="connsiteY1" fmla="*/ 0 h 540000"/>
              <a:gd name="connsiteX2" fmla="*/ 1780 w 1780"/>
              <a:gd name="connsiteY2" fmla="*/ 540000 h 540000"/>
              <a:gd name="connsiteX3" fmla="*/ 0 w 1780"/>
              <a:gd name="connsiteY3" fmla="*/ 540000 h 540000"/>
              <a:gd name="connsiteX4" fmla="*/ 0 w 1780"/>
              <a:gd name="connsiteY4" fmla="*/ 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80" h="540000">
                <a:moveTo>
                  <a:pt x="0" y="0"/>
                </a:moveTo>
                <a:lnTo>
                  <a:pt x="1760" y="0"/>
                </a:lnTo>
                <a:lnTo>
                  <a:pt x="1780" y="540000"/>
                </a:lnTo>
                <a:lnTo>
                  <a:pt x="0" y="540000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 w="9525" cap="flat" cmpd="sng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504000" anchor="ctr"/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6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6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600" dirty="0">
                <a:solidFill>
                  <a:schemeClr val="bg1"/>
                </a:solidFill>
                <a:latin typeface="+mn-ea"/>
              </a:rPr>
              <a:t>)</a:t>
            </a:r>
            <a:r>
              <a:rPr lang="ja-JP" altLang="en-US" sz="16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ホームベース 64">
            <a:extLst>
              <a:ext uri="{FF2B5EF4-FFF2-40B4-BE49-F238E27FC236}">
                <ns2:creationId id="{83D3DC3F-87EC-ACD7-82EA-991E1458DB46}"/>
              </a:ext>
            </a:extLst>
          </p:cNvPr>
          <p:cNvSpPr/>
          <p:nvPr/>
        </p:nvSpPr>
        <p:spPr>
          <a:xfrm>
            <a:off x="2911142" y="1698220"/>
            <a:ext cx="6513715" cy="4563214"/>
          </a:xfrm>
          <a:prstGeom prst="homePlate">
            <a:avLst>
              <a:gd name="adj" fmla="val 6514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612000" rIns="36000" bIns="36000" rtlCol="0" anchor="t"/>
          <a:lstStyle/>
          <a:p>
            <a:pPr>
              <a:buClr>
                <a:schemeClr val="accent1"/>
              </a:buClr>
            </a:pPr>
            <a:endParaRPr kumimoji="1" lang="ja-JP" altLang="en-US" sz="1400">
              <a:solidFill>
                <a:schemeClr val="tx1">
                  <a:lumMod val="75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26" name="楕円 25">
            <a:extLst>
              <a:ext uri="{FF2B5EF4-FFF2-40B4-BE49-F238E27FC236}">
                <ns2:creationId id="{656EE3A8-F210-6C99-B7AF-0ED808464A44}"/>
              </a:ext>
            </a:extLst>
          </p:cNvPr>
          <p:cNvSpPr/>
          <p:nvPr/>
        </p:nvSpPr>
        <p:spPr>
          <a:xfrm>
            <a:off x="2804463" y="158210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7" name="グラフィックス 11" descr="思案中の吹き出し 単色塗りつぶし">
            <a:extLst>
              <a:ext uri="{FF2B5EF4-FFF2-40B4-BE49-F238E27FC236}">
                <ns2:creationId id="{BA676798-5505-8238-0046-E0EE532474D1}"/>
              </a:ext>
            </a:extLst>
          </p:cNvPr>
          <p:cNvGrpSpPr/>
          <p:nvPr/>
        </p:nvGrpSpPr>
        <p:grpSpPr>
          <a:xfrm>
            <a:off x="4631008" y="1815328"/>
            <a:ext cx="229337" cy="305783"/>
            <a:chOff x="4612348" y="1861998"/>
            <a:chExt cx="229337" cy="305783"/>
          </a:xfrm>
          <a:solidFill>
            <a:srgbClr val="008000"/>
          </a:solidFill>
        </p:grpSpPr>
        <p:sp>
          <p:nvSpPr>
            <p:cNvPr id="28" name="フリーフォーム: 図形 27">
              <a:extLst>
                <a:ext uri="{FF2B5EF4-FFF2-40B4-BE49-F238E27FC236}">
                  <ns2:creationId id="{3650DDFC-3156-6D21-4B0A-B4DAC9DD2405}"/>
                </a:ext>
              </a:extLst>
            </p:cNvPr>
            <p:cNvSpPr/>
            <p:nvPr/>
          </p:nvSpPr>
          <p:spPr>
            <a:xfrm>
              <a:off x="4651691" y="1905163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" name="フリーフォーム: 図形 28">
              <a:extLst>
                <a:ext uri="{FF2B5EF4-FFF2-40B4-BE49-F238E27FC236}">
                  <ns2:creationId id="{06063B97-B03C-CB61-8F99-707FBB1FA9CD}"/>
                </a:ext>
              </a:extLst>
            </p:cNvPr>
            <p:cNvSpPr/>
            <p:nvPr/>
          </p:nvSpPr>
          <p:spPr>
            <a:xfrm>
              <a:off x="4730839" y="1926977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" name="フリーフォーム: 図形 29">
              <a:extLst>
                <a:ext uri="{FF2B5EF4-FFF2-40B4-BE49-F238E27FC236}">
                  <ns2:creationId id="{94287A31-480E-AF61-88DF-34121D3CC788}"/>
                </a:ext>
              </a:extLst>
            </p:cNvPr>
            <p:cNvSpPr/>
            <p:nvPr/>
          </p:nvSpPr>
          <p:spPr>
            <a:xfrm>
              <a:off x="4651691" y="1962497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" name="フリーフォーム: 図形 30">
              <a:extLst>
                <a:ext uri="{FF2B5EF4-FFF2-40B4-BE49-F238E27FC236}">
                  <ns2:creationId id="{84E48FBA-3215-D42F-2D88-5B4E013436F1}"/>
                </a:ext>
              </a:extLst>
            </p:cNvPr>
            <p:cNvSpPr/>
            <p:nvPr/>
          </p:nvSpPr>
          <p:spPr>
            <a:xfrm>
              <a:off x="4730839" y="1984311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" name="フリーフォーム: 図形 31">
              <a:extLst>
                <a:ext uri="{FF2B5EF4-FFF2-40B4-BE49-F238E27FC236}">
                  <ns2:creationId id="{F415416E-CC4F-6B47-A5A9-E019E54DF754}"/>
                </a:ext>
              </a:extLst>
            </p:cNvPr>
            <p:cNvSpPr/>
            <p:nvPr/>
          </p:nvSpPr>
          <p:spPr>
            <a:xfrm>
              <a:off x="4651691" y="2019832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" name="フリーフォーム: 図形 32">
              <a:extLst>
                <a:ext uri="{FF2B5EF4-FFF2-40B4-BE49-F238E27FC236}">
                  <ns2:creationId id="{FA5F5ECA-C206-45A0-3BC1-BF99779EF00E}"/>
                </a:ext>
              </a:extLst>
            </p:cNvPr>
            <p:cNvSpPr/>
            <p:nvPr/>
          </p:nvSpPr>
          <p:spPr>
            <a:xfrm>
              <a:off x="4730839" y="2041646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4" name="フリーフォーム: 図形 33">
              <a:extLst>
                <a:ext uri="{FF2B5EF4-FFF2-40B4-BE49-F238E27FC236}">
                  <ns2:creationId id="{CB12E7FA-A9CD-D2CE-4B0E-0B492DDCC923}"/>
                </a:ext>
              </a:extLst>
            </p:cNvPr>
            <p:cNvSpPr/>
            <p:nvPr/>
          </p:nvSpPr>
          <p:spPr>
            <a:xfrm>
              <a:off x="4651691" y="2077166"/>
              <a:ext cx="55094" cy="42507"/>
            </a:xfrm>
            <a:custGeom>
              <a:avLst/>
              <a:gdLst>
                <a:gd name="connsiteX0" fmla="*/ 17992 w 55094"/>
                <a:gd name="connsiteY0" fmla="*/ 31698 h 42507"/>
                <a:gd name="connsiteX1" fmla="*/ 5405 w 55094"/>
                <a:gd name="connsiteY1" fmla="*/ 19111 h 42507"/>
                <a:gd name="connsiteX2" fmla="*/ 0 w 55094"/>
                <a:gd name="connsiteY2" fmla="*/ 24516 h 42507"/>
                <a:gd name="connsiteX3" fmla="*/ 17992 w 55094"/>
                <a:gd name="connsiteY3" fmla="*/ 42508 h 42507"/>
                <a:gd name="connsiteX4" fmla="*/ 55095 w 55094"/>
                <a:gd name="connsiteY4" fmla="*/ 5405 h 42507"/>
                <a:gd name="connsiteX5" fmla="*/ 49690 w 55094"/>
                <a:gd name="connsiteY5" fmla="*/ 0 h 42507"/>
                <a:gd name="connsiteX6" fmla="*/ 17992 w 55094"/>
                <a:gd name="connsiteY6" fmla="*/ 31698 h 42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94" h="42507">
                  <a:moveTo>
                    <a:pt x="17992" y="31698"/>
                  </a:moveTo>
                  <a:lnTo>
                    <a:pt x="5405" y="19111"/>
                  </a:lnTo>
                  <a:lnTo>
                    <a:pt x="0" y="24516"/>
                  </a:lnTo>
                  <a:lnTo>
                    <a:pt x="17992" y="42508"/>
                  </a:lnTo>
                  <a:lnTo>
                    <a:pt x="55095" y="5405"/>
                  </a:lnTo>
                  <a:lnTo>
                    <a:pt x="49690" y="0"/>
                  </a:lnTo>
                  <a:lnTo>
                    <a:pt x="17992" y="31698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5" name="フリーフォーム: 図形 34">
              <a:extLst>
                <a:ext uri="{FF2B5EF4-FFF2-40B4-BE49-F238E27FC236}">
                  <ns2:creationId id="{074CDC9B-125C-FE73-BB50-CE0D2E1DEABB}"/>
                </a:ext>
              </a:extLst>
            </p:cNvPr>
            <p:cNvSpPr/>
            <p:nvPr/>
          </p:nvSpPr>
          <p:spPr>
            <a:xfrm>
              <a:off x="4730839" y="2098980"/>
              <a:ext cx="72623" cy="7644"/>
            </a:xfrm>
            <a:custGeom>
              <a:avLst/>
              <a:gdLst>
                <a:gd name="connsiteX0" fmla="*/ 0 w 72623"/>
                <a:gd name="connsiteY0" fmla="*/ 0 h 7644"/>
                <a:gd name="connsiteX1" fmla="*/ 72624 w 72623"/>
                <a:gd name="connsiteY1" fmla="*/ 0 h 7644"/>
                <a:gd name="connsiteX2" fmla="*/ 72624 w 72623"/>
                <a:gd name="connsiteY2" fmla="*/ 7645 h 7644"/>
                <a:gd name="connsiteX3" fmla="*/ 0 w 72623"/>
                <a:gd name="connsiteY3" fmla="*/ 7645 h 7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623" h="7644">
                  <a:moveTo>
                    <a:pt x="0" y="0"/>
                  </a:moveTo>
                  <a:lnTo>
                    <a:pt x="72624" y="0"/>
                  </a:lnTo>
                  <a:lnTo>
                    <a:pt x="72624" y="7645"/>
                  </a:lnTo>
                  <a:lnTo>
                    <a:pt x="0" y="7645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6" name="フリーフォーム: 図形 35">
              <a:extLst>
                <a:ext uri="{FF2B5EF4-FFF2-40B4-BE49-F238E27FC236}">
                  <ns2:creationId id="{371F3469-8901-9BBD-7559-89A20BA7CA01}"/>
                </a:ext>
              </a:extLst>
            </p:cNvPr>
            <p:cNvSpPr/>
            <p:nvPr/>
          </p:nvSpPr>
          <p:spPr>
            <a:xfrm>
              <a:off x="4612348" y="1861998"/>
              <a:ext cx="229337" cy="305783"/>
            </a:xfrm>
            <a:custGeom>
              <a:avLst/>
              <a:gdLst>
                <a:gd name="connsiteX0" fmla="*/ 0 w 229337"/>
                <a:gd name="connsiteY0" fmla="*/ 305783 h 305783"/>
                <a:gd name="connsiteX1" fmla="*/ 229338 w 229337"/>
                <a:gd name="connsiteY1" fmla="*/ 305783 h 305783"/>
                <a:gd name="connsiteX2" fmla="*/ 229338 w 229337"/>
                <a:gd name="connsiteY2" fmla="*/ 0 h 305783"/>
                <a:gd name="connsiteX3" fmla="*/ 0 w 229337"/>
                <a:gd name="connsiteY3" fmla="*/ 0 h 305783"/>
                <a:gd name="connsiteX4" fmla="*/ 7645 w 229337"/>
                <a:gd name="connsiteY4" fmla="*/ 7645 h 305783"/>
                <a:gd name="connsiteX5" fmla="*/ 221693 w 229337"/>
                <a:gd name="connsiteY5" fmla="*/ 7645 h 305783"/>
                <a:gd name="connsiteX6" fmla="*/ 221693 w 229337"/>
                <a:gd name="connsiteY6" fmla="*/ 298139 h 305783"/>
                <a:gd name="connsiteX7" fmla="*/ 7645 w 229337"/>
                <a:gd name="connsiteY7" fmla="*/ 298139 h 30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337" h="305783">
                  <a:moveTo>
                    <a:pt x="0" y="305783"/>
                  </a:moveTo>
                  <a:lnTo>
                    <a:pt x="229338" y="305783"/>
                  </a:lnTo>
                  <a:lnTo>
                    <a:pt x="229338" y="0"/>
                  </a:lnTo>
                  <a:lnTo>
                    <a:pt x="0" y="0"/>
                  </a:lnTo>
                  <a:close/>
                  <a:moveTo>
                    <a:pt x="7645" y="7645"/>
                  </a:moveTo>
                  <a:lnTo>
                    <a:pt x="221693" y="7645"/>
                  </a:lnTo>
                  <a:lnTo>
                    <a:pt x="221693" y="298139"/>
                  </a:lnTo>
                  <a:lnTo>
                    <a:pt x="7645" y="298139"/>
                  </a:lnTo>
                  <a:close/>
                </a:path>
              </a:pathLst>
            </a:custGeom>
            <a:solidFill>
              <a:srgbClr val="008000"/>
            </a:solidFill>
            <a:ln w="377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7" name="四角形: 上の 2 つの角を丸める 36">
            <a:extLst>
              <a:ext uri="{FF2B5EF4-FFF2-40B4-BE49-F238E27FC236}">
                <ns2:creationId id="{0E3A8D65-4592-8E85-2C79-BA2D4EF074A2}"/>
              </a:ext>
            </a:extLst>
          </p:cNvPr>
          <p:cNvSpPr/>
          <p:nvPr/>
        </p:nvSpPr>
        <p:spPr>
          <a:xfrm>
            <a:off x="3625461" y="232475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3C228C06-C768-A551-6BD0-2FD2A9D5610F}"/>
              </a:ext>
            </a:extLst>
          </p:cNvPr>
          <p:cNvGrpSpPr/>
          <p:nvPr/>
        </p:nvGrpSpPr>
        <p:grpSpPr>
          <a:xfrm>
            <a:off x="3046050" y="3645535"/>
            <a:ext cx="518147" cy="1246864"/>
            <a:chOff x="3027390" y="3692205"/>
            <a:chExt cx="518147" cy="1246864"/>
          </a:xfrm>
        </p:grpSpPr>
        <p:sp>
          <p:nvSpPr>
            <p:cNvPr id="39" name="正方形/長方形 38">
              <a:extLst>
                <a:ext uri="{FF2B5EF4-FFF2-40B4-BE49-F238E27FC236}">
                  <ns2:creationId id="{4E4A1994-6344-5C97-CB2C-7337F408BF2B}"/>
                </a:ext>
              </a:extLst>
            </p:cNvPr>
            <p:cNvSpPr/>
            <p:nvPr/>
          </p:nvSpPr>
          <p:spPr>
            <a:xfrm>
              <a:off x="3027390" y="3692205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0" name="グラフィックス 39" descr="ストップウォッチ 単色塗りつぶし">
              <a:extLst>
                <a:ext uri="{FF2B5EF4-FFF2-40B4-BE49-F238E27FC236}">
                  <ns2:creationId id="{1C2F6E6B-8682-DFC4-7C2F-6C0105C7CF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rcRect/>
            <a:stretch/>
          </p:blipFill>
          <p:spPr>
            <a:xfrm>
              <a:off x="3142697" y="3754124"/>
              <a:ext cx="287533" cy="287533"/>
            </a:xfrm>
            <a:prstGeom prst="rect">
              <a:avLst/>
            </a:prstGeom>
          </p:spPr>
        </p:pic>
      </p:grpSp>
      <p:grpSp>
        <p:nvGrpSpPr>
          <p:cNvPr id="41" name="グループ化 40">
            <a:extLst>
              <a:ext uri="{FF2B5EF4-FFF2-40B4-BE49-F238E27FC236}">
                <ns2:creationId id="{33A41630-C238-8881-A20B-FA48E74B37A7}"/>
              </a:ext>
            </a:extLst>
          </p:cNvPr>
          <p:cNvGrpSpPr/>
          <p:nvPr/>
        </p:nvGrpSpPr>
        <p:grpSpPr>
          <a:xfrm>
            <a:off x="3046050" y="2330500"/>
            <a:ext cx="518147" cy="1246864"/>
            <a:chOff x="3027390" y="2391341"/>
            <a:chExt cx="518147" cy="1246864"/>
          </a:xfrm>
        </p:grpSpPr>
        <p:sp>
          <p:nvSpPr>
            <p:cNvPr id="42" name="正方形/長方形 41">
              <a:extLst>
                <a:ext uri="{FF2B5EF4-FFF2-40B4-BE49-F238E27FC236}">
                  <ns2:creationId id="{3607BD22-0E7E-6D79-90E7-3DC811AF6C78}"/>
                </a:ext>
              </a:extLst>
            </p:cNvPr>
            <p:cNvSpPr/>
            <p:nvPr/>
          </p:nvSpPr>
          <p:spPr>
            <a:xfrm>
              <a:off x="3027390" y="2391341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24000" rIns="90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3" name="グラフィックス 42" descr="在宅勤務デスク 単色塗りつぶし">
              <a:extLst>
                <a:ext uri="{FF2B5EF4-FFF2-40B4-BE49-F238E27FC236}">
                  <ns2:creationId id="{1C0C42F1-BA15-0E2C-8A06-10C498CFAA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rcRect/>
            <a:stretch/>
          </p:blipFill>
          <p:spPr>
            <a:xfrm>
              <a:off x="3142697" y="2446062"/>
              <a:ext cx="287533" cy="287533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ns2:creationId id="{4589E4AF-B64C-A0F5-82E4-A4DAF7FE6385}"/>
              </a:ext>
            </a:extLst>
          </p:cNvPr>
          <p:cNvGrpSpPr/>
          <p:nvPr/>
        </p:nvGrpSpPr>
        <p:grpSpPr>
          <a:xfrm>
            <a:off x="3046050" y="4960570"/>
            <a:ext cx="518147" cy="1246864"/>
            <a:chOff x="3027390" y="4993069"/>
            <a:chExt cx="518147" cy="1246864"/>
          </a:xfrm>
        </p:grpSpPr>
        <p:sp>
          <p:nvSpPr>
            <p:cNvPr id="45" name="正方形/長方形 44">
              <a:extLst>
                <a:ext uri="{FF2B5EF4-FFF2-40B4-BE49-F238E27FC236}">
                  <ns2:creationId id="{54E68219-E9A3-1D81-B813-73F4C862D22F}"/>
                </a:ext>
              </a:extLst>
            </p:cNvPr>
            <p:cNvSpPr/>
            <p:nvPr/>
          </p:nvSpPr>
          <p:spPr>
            <a:xfrm>
              <a:off x="3027390" y="4993069"/>
              <a:ext cx="518147" cy="1246864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90000" tIns="360000" rIns="90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1300">
                <a:solidFill>
                  <a:schemeClr val="bg1"/>
                </a:solidFill>
                <a:latin typeface="+mn-ea"/>
              </a:endParaRPr>
            </a:p>
            <a:p>
              <a:pPr>
                <a:buClr>
                  <a:srgbClr val="008000"/>
                </a:buClr>
              </a:pPr>
              <a:r>
                <a:rPr kumimoji="1"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6" name="グラフィックス 45" descr="硬貨 単色塗りつぶし">
              <a:extLst>
                <a:ext uri="{FF2B5EF4-FFF2-40B4-BE49-F238E27FC236}">
                  <ns2:creationId id="{7491FF8F-97CF-B072-FFDB-69F655D6A5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rcRect/>
            <a:stretch/>
          </p:blipFill>
          <p:spPr>
            <a:xfrm>
              <a:off x="3142697" y="5049343"/>
              <a:ext cx="287533" cy="287533"/>
            </a:xfrm>
            <a:prstGeom prst="rect">
              <a:avLst/>
            </a:prstGeom>
          </p:spPr>
        </p:pic>
      </p:grpSp>
      <p:sp>
        <p:nvSpPr>
          <p:cNvPr id="47" name="四角形: 上の 2 つの角を丸める 46">
            <a:extLst>
              <a:ext uri="{FF2B5EF4-FFF2-40B4-BE49-F238E27FC236}">
                <ns2:creationId id="{6594122B-26AA-DFBF-2057-13DD56CD972F}"/>
              </a:ext>
            </a:extLst>
          </p:cNvPr>
          <p:cNvSpPr/>
          <p:nvPr/>
        </p:nvSpPr>
        <p:spPr>
          <a:xfrm>
            <a:off x="5451095" y="232475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48" name="四角形: 上の 2 つの角を丸める 47">
            <a:extLst>
              <a:ext uri="{FF2B5EF4-FFF2-40B4-BE49-F238E27FC236}">
                <ns2:creationId id="{D56705A5-127C-5422-C180-9A170A65D573}"/>
              </a:ext>
            </a:extLst>
          </p:cNvPr>
          <p:cNvSpPr/>
          <p:nvPr/>
        </p:nvSpPr>
        <p:spPr>
          <a:xfrm>
            <a:off x="7276727" y="232475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ns2:creationId id="{8B969448-3515-CB06-20C5-B1736A9AC8AA}"/>
              </a:ext>
            </a:extLst>
          </p:cNvPr>
          <p:cNvSpPr/>
          <p:nvPr/>
        </p:nvSpPr>
        <p:spPr>
          <a:xfrm>
            <a:off x="3625462" y="232474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ns2:creationId id="{671430BE-EBCC-6DCD-4004-99F50B5C5795}"/>
              </a:ext>
            </a:extLst>
          </p:cNvPr>
          <p:cNvSpPr/>
          <p:nvPr/>
        </p:nvSpPr>
        <p:spPr>
          <a:xfrm>
            <a:off x="5451095" y="232474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四角形: 角を丸くする 50">
            <a:extLst>
              <a:ext uri="{FF2B5EF4-FFF2-40B4-BE49-F238E27FC236}">
                <ns2:creationId id="{5C3A9FAF-D30A-73E9-7FF5-1DD3CE98BA1F}"/>
              </a:ext>
            </a:extLst>
          </p:cNvPr>
          <p:cNvSpPr/>
          <p:nvPr/>
        </p:nvSpPr>
        <p:spPr>
          <a:xfrm>
            <a:off x="7276727" y="2324749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四角形: 上の 2 つの角を丸める 51">
            <a:extLst>
              <a:ext uri="{FF2B5EF4-FFF2-40B4-BE49-F238E27FC236}">
                <ns2:creationId id="{0738CC5A-910B-F3AD-0019-617E9D13129C}"/>
              </a:ext>
            </a:extLst>
          </p:cNvPr>
          <p:cNvSpPr/>
          <p:nvPr/>
        </p:nvSpPr>
        <p:spPr>
          <a:xfrm>
            <a:off x="3625461" y="364553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53" name="四角形: 上の 2 つの角を丸める 52">
            <a:extLst>
              <a:ext uri="{FF2B5EF4-FFF2-40B4-BE49-F238E27FC236}">
                <ns2:creationId id="{D4ECF004-5A9E-2801-2880-11551619FD36}"/>
              </a:ext>
            </a:extLst>
          </p:cNvPr>
          <p:cNvSpPr/>
          <p:nvPr/>
        </p:nvSpPr>
        <p:spPr>
          <a:xfrm>
            <a:off x="5451095" y="364553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54" name="四角形: 上の 2 つの角を丸める 53">
            <a:extLst>
              <a:ext uri="{FF2B5EF4-FFF2-40B4-BE49-F238E27FC236}">
                <ns2:creationId id="{10F077E1-C287-BAC4-66FB-B33250F44F5D}"/>
              </a:ext>
            </a:extLst>
          </p:cNvPr>
          <p:cNvSpPr/>
          <p:nvPr/>
        </p:nvSpPr>
        <p:spPr>
          <a:xfrm>
            <a:off x="7276727" y="3645535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rgbClr val="008000"/>
                </a:solidFill>
                <a:latin typeface="+mn-ea"/>
              </a:rPr>
              <a:t>)</a:t>
            </a:r>
            <a:endParaRPr kumimoji="1" lang="ja-JP" altLang="en-US" sz="11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ns2:creationId id="{958F9E82-DA07-91F2-69CF-43B6C1693783}"/>
              </a:ext>
            </a:extLst>
          </p:cNvPr>
          <p:cNvSpPr/>
          <p:nvPr/>
        </p:nvSpPr>
        <p:spPr>
          <a:xfrm>
            <a:off x="3625462" y="364553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ns2:creationId id="{F97919EC-21B3-E7B2-EFB4-6307ACB35468}"/>
              </a:ext>
            </a:extLst>
          </p:cNvPr>
          <p:cNvSpPr/>
          <p:nvPr/>
        </p:nvSpPr>
        <p:spPr>
          <a:xfrm>
            <a:off x="5451095" y="364553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2832EAF4-261C-A381-10FA-49859ED3959D}"/>
              </a:ext>
            </a:extLst>
          </p:cNvPr>
          <p:cNvSpPr/>
          <p:nvPr/>
        </p:nvSpPr>
        <p:spPr>
          <a:xfrm>
            <a:off x="7276727" y="3645534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8" name="四角形: 上の 2 つの角を丸める 57">
            <a:extLst>
              <a:ext uri="{FF2B5EF4-FFF2-40B4-BE49-F238E27FC236}">
                <ns2:creationId id="{3D706931-B278-E921-FD27-DABFAFD2224E}"/>
              </a:ext>
            </a:extLst>
          </p:cNvPr>
          <p:cNvSpPr/>
          <p:nvPr/>
        </p:nvSpPr>
        <p:spPr>
          <a:xfrm>
            <a:off x="3625461" y="496057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59" name="四角形: 上の 2 つの角を丸める 58">
            <a:extLst>
              <a:ext uri="{FF2B5EF4-FFF2-40B4-BE49-F238E27FC236}">
                <ns2:creationId id="{5D7BFAA3-4FE4-0D9B-3A5C-8609B86D7A64}"/>
              </a:ext>
            </a:extLst>
          </p:cNvPr>
          <p:cNvSpPr/>
          <p:nvPr/>
        </p:nvSpPr>
        <p:spPr>
          <a:xfrm>
            <a:off x="5451095" y="4960571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60" name="四角形: 角を丸くする 59">
            <a:extLst>
              <a:ext uri="{FF2B5EF4-FFF2-40B4-BE49-F238E27FC236}">
                <ns2:creationId id="{891806CB-4124-BF19-CD65-205AE38A11A3}"/>
              </a:ext>
            </a:extLst>
          </p:cNvPr>
          <p:cNvSpPr/>
          <p:nvPr/>
        </p:nvSpPr>
        <p:spPr>
          <a:xfrm>
            <a:off x="3625462" y="496057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1" name="四角形: 角を丸くする 60">
            <a:extLst>
              <a:ext uri="{FF2B5EF4-FFF2-40B4-BE49-F238E27FC236}">
                <ns2:creationId id="{4C3EFD76-83E7-EB9A-FDEC-D535FAD0B7E5}"/>
              </a:ext>
            </a:extLst>
          </p:cNvPr>
          <p:cNvSpPr/>
          <p:nvPr/>
        </p:nvSpPr>
        <p:spPr>
          <a:xfrm>
            <a:off x="5451095" y="4960570"/>
            <a:ext cx="1771633" cy="1246864"/>
          </a:xfrm>
          <a:prstGeom prst="roundRect">
            <a:avLst>
              <a:gd name="adj" fmla="val 4331"/>
            </a:avLst>
          </a:prstGeom>
          <a:noFill/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62" name="グループ化 61">
            <a:extLst>
              <a:ext uri="{FF2B5EF4-FFF2-40B4-BE49-F238E27FC236}">
                <ns2:creationId id="{3C3675C4-A6E3-9F32-2DCC-4465E32B3C90}"/>
              </a:ext>
            </a:extLst>
          </p:cNvPr>
          <p:cNvGrpSpPr/>
          <p:nvPr/>
        </p:nvGrpSpPr>
        <p:grpSpPr>
          <a:xfrm>
            <a:off x="3756147" y="2713706"/>
            <a:ext cx="1510260" cy="377455"/>
            <a:chOff x="3749595" y="2826120"/>
            <a:chExt cx="1218691" cy="304584"/>
          </a:xfrm>
        </p:grpSpPr>
        <p:sp>
          <p:nvSpPr>
            <p:cNvPr id="63" name="Rectangle 17">
              <a:extLst>
                <a:ext uri="{FF2B5EF4-FFF2-40B4-BE49-F238E27FC236}">
                  <ns2:creationId id="{BD4570DE-2503-DA59-49CB-F72C2CC5A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4" name="AutoShape 18">
              <a:extLst>
                <a:ext uri="{FF2B5EF4-FFF2-40B4-BE49-F238E27FC236}">
                  <ns2:creationId id="{99B7EA81-3AC7-0C59-4557-6E00918E6F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5" name="Rectangle 19">
              <a:extLst>
                <a:ext uri="{FF2B5EF4-FFF2-40B4-BE49-F238E27FC236}">
                  <ns2:creationId id="{1FBB8705-7207-A91F-2389-AEE71A98E7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66" name="グループ化 65">
            <a:extLst>
              <a:ext uri="{FF2B5EF4-FFF2-40B4-BE49-F238E27FC236}">
                <ns2:creationId id="{13861C9E-27E3-6726-E9FC-2AA9FA8CC3C1}"/>
              </a:ext>
            </a:extLst>
          </p:cNvPr>
          <p:cNvGrpSpPr/>
          <p:nvPr/>
        </p:nvGrpSpPr>
        <p:grpSpPr>
          <a:xfrm>
            <a:off x="5581263" y="2713706"/>
            <a:ext cx="1511299" cy="377455"/>
            <a:chOff x="5562603" y="2723194"/>
            <a:chExt cx="1511299" cy="377455"/>
          </a:xfrm>
        </p:grpSpPr>
        <p:sp>
          <p:nvSpPr>
            <p:cNvPr id="67" name="Rectangle 17">
              <a:extLst>
                <a:ext uri="{FF2B5EF4-FFF2-40B4-BE49-F238E27FC236}">
                  <ns2:creationId id="{8F431BA6-C666-3616-9767-9E4CE9783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3" y="2723194"/>
              <a:ext cx="516169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8" name="AutoShape 18">
              <a:extLst>
                <a:ext uri="{FF2B5EF4-FFF2-40B4-BE49-F238E27FC236}">
                  <ns2:creationId id="{491D3672-3221-4713-9F2C-2867EF413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0927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69" name="Rectangle 19">
              <a:extLst>
                <a:ext uri="{FF2B5EF4-FFF2-40B4-BE49-F238E27FC236}">
                  <ns2:creationId id="{B1E5F501-7055-D8D7-4DA4-C7EF477BED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15817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prstDash val="sysDot"/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70" name="Rectangle 19">
              <a:extLst>
                <a:ext uri="{FF2B5EF4-FFF2-40B4-BE49-F238E27FC236}">
                  <ns2:creationId id="{5CFFF058-401D-C361-F516-E75C76627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7732" y="2723194"/>
              <a:ext cx="258085" cy="3774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71" name="グループ化 70">
            <a:extLst>
              <a:ext uri="{FF2B5EF4-FFF2-40B4-BE49-F238E27FC236}">
                <ns2:creationId id="{91AD909B-EBF1-8468-02A3-272AE780C1FE}"/>
              </a:ext>
            </a:extLst>
          </p:cNvPr>
          <p:cNvGrpSpPr/>
          <p:nvPr/>
        </p:nvGrpSpPr>
        <p:grpSpPr>
          <a:xfrm>
            <a:off x="7530531" y="2641530"/>
            <a:ext cx="1264027" cy="447443"/>
            <a:chOff x="7428733" y="2688200"/>
            <a:chExt cx="1264027" cy="447443"/>
          </a:xfrm>
        </p:grpSpPr>
        <p:grpSp>
          <p:nvGrpSpPr>
            <p:cNvPr id="72" name="グループ化 71">
              <a:extLst>
                <a:ext uri="{FF2B5EF4-FFF2-40B4-BE49-F238E27FC236}">
                  <ns2:creationId id="{3B250731-4E36-0023-ABF5-3A6D12A07A39}"/>
                </a:ext>
              </a:extLst>
            </p:cNvPr>
            <p:cNvGrpSpPr/>
            <p:nvPr/>
          </p:nvGrpSpPr>
          <p:grpSpPr>
            <a:xfrm>
              <a:off x="7428733" y="2688200"/>
              <a:ext cx="612789" cy="447443"/>
              <a:chOff x="7678500" y="2850056"/>
              <a:chExt cx="612789" cy="447443"/>
            </a:xfrm>
          </p:grpSpPr>
          <p:sp>
            <p:nvSpPr>
              <p:cNvPr id="80" name="Rectangle 36">
                <a:extLst>
                  <a:ext uri="{FF2B5EF4-FFF2-40B4-BE49-F238E27FC236}">
                    <ns2:creationId id="{326E7A2D-AE82-88B3-C86C-E5E86D8305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78500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1" name="Rectangle 37">
                <a:extLst>
                  <a:ext uri="{FF2B5EF4-FFF2-40B4-BE49-F238E27FC236}">
                    <ns2:creationId id="{120468CF-BCD1-7D12-7B92-1511A21E7D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2890487"/>
                <a:ext cx="89581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2" name="Rectangle 38">
                <a:extLst>
                  <a:ext uri="{FF2B5EF4-FFF2-40B4-BE49-F238E27FC236}">
                    <ns2:creationId id="{F0026885-3476-60EC-1B2B-DF018687F0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2469" y="3002348"/>
                <a:ext cx="89581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3" name="Rectangle 39">
                <a:extLst>
                  <a:ext uri="{FF2B5EF4-FFF2-40B4-BE49-F238E27FC236}">
                    <ns2:creationId id="{5A8CA533-B6F5-2BB9-FF9B-FA95EF00A7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002348"/>
                <a:ext cx="90880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4" name="Rectangle 40">
                <a:extLst>
                  <a:ext uri="{FF2B5EF4-FFF2-40B4-BE49-F238E27FC236}">
                    <ns2:creationId id="{6D5F7CCB-64F6-9A21-BBC3-7AF7FBDB38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439" y="3114209"/>
                <a:ext cx="90880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5" name="Rectangle 41">
                <a:extLst>
                  <a:ext uri="{FF2B5EF4-FFF2-40B4-BE49-F238E27FC236}">
                    <ns2:creationId id="{52AC1E3C-2F96-8285-D0E9-CBEE194D25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114209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86" name="Rectangle 42">
                <a:extLst>
                  <a:ext uri="{FF2B5EF4-FFF2-40B4-BE49-F238E27FC236}">
                    <ns2:creationId id="{BD750943-A204-25B3-6964-1189DC5DD1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01707" y="3226070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87" name="AutoShape 43">
                <a:extLst>
                  <a:ext uri="{FF2B5EF4-FFF2-40B4-BE49-F238E27FC236}">
                    <ns2:creationId id="{EB68A755-8DA9-E125-0CA5-9A239526012B}"/>
                  </a:ext>
                </a:extLst>
              </p:cNvPr>
              <p:cNvCxnSpPr>
                <a:cxnSpLocks noChangeShapeType="1"/>
                <a:endCxn id="80" idx="0"/>
              </p:cNvCxnSpPr>
              <p:nvPr/>
            </p:nvCxnSpPr>
            <p:spPr bwMode="auto">
              <a:xfrm>
                <a:off x="7723939" y="2850056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88" name="AutoShape 44">
                <a:extLst>
                  <a:ext uri="{FF2B5EF4-FFF2-40B4-BE49-F238E27FC236}">
                    <ns2:creationId id="{87EFCD64-516B-B773-925D-754C6CB043F6}"/>
                  </a:ext>
                </a:extLst>
              </p:cNvPr>
              <p:cNvCxnSpPr>
                <a:cxnSpLocks noChangeShapeType="1"/>
                <a:stCxn id="80" idx="3"/>
                <a:endCxn id="81" idx="1"/>
              </p:cNvCxnSpPr>
              <p:nvPr/>
            </p:nvCxnSpPr>
            <p:spPr bwMode="auto">
              <a:xfrm>
                <a:off x="7768081" y="292687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89" name="AutoShape 45">
                <a:extLst>
                  <a:ext uri="{FF2B5EF4-FFF2-40B4-BE49-F238E27FC236}">
                    <ns2:creationId id="{B09E2866-8DA3-B25B-55B6-DCAABF908F14}"/>
                  </a:ext>
                </a:extLst>
              </p:cNvPr>
              <p:cNvCxnSpPr>
                <a:cxnSpLocks noChangeShapeType="1"/>
                <a:stCxn id="81" idx="2"/>
                <a:endCxn id="82" idx="0"/>
              </p:cNvCxnSpPr>
              <p:nvPr/>
            </p:nvCxnSpPr>
            <p:spPr bwMode="auto">
              <a:xfrm>
                <a:off x="7897909" y="296191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0" name="AutoShape 46">
                <a:extLst>
                  <a:ext uri="{FF2B5EF4-FFF2-40B4-BE49-F238E27FC236}">
                    <ns2:creationId id="{462401A5-0038-0B6B-E90F-2F610A2738E8}"/>
                  </a:ext>
                </a:extLst>
              </p:cNvPr>
              <p:cNvCxnSpPr>
                <a:cxnSpLocks noChangeShapeType="1"/>
                <a:stCxn id="82" idx="3"/>
                <a:endCxn id="83" idx="1"/>
              </p:cNvCxnSpPr>
              <p:nvPr/>
            </p:nvCxnSpPr>
            <p:spPr bwMode="auto">
              <a:xfrm>
                <a:off x="7942050" y="3038736"/>
                <a:ext cx="84389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1" name="AutoShape 47">
                <a:extLst>
                  <a:ext uri="{FF2B5EF4-FFF2-40B4-BE49-F238E27FC236}">
                    <ns2:creationId id="{DB101D63-634A-3ABC-BC63-378D5150E1E6}"/>
                  </a:ext>
                </a:extLst>
              </p:cNvPr>
              <p:cNvCxnSpPr>
                <a:cxnSpLocks noChangeShapeType="1"/>
                <a:stCxn id="83" idx="2"/>
                <a:endCxn id="84" idx="0"/>
              </p:cNvCxnSpPr>
              <p:nvPr/>
            </p:nvCxnSpPr>
            <p:spPr bwMode="auto">
              <a:xfrm>
                <a:off x="8071879" y="3073777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2" name="AutoShape 48">
                <a:extLst>
                  <a:ext uri="{FF2B5EF4-FFF2-40B4-BE49-F238E27FC236}">
                    <ns2:creationId id="{EBCA3A77-3797-0E21-BE5C-4A948EF976C9}"/>
                  </a:ext>
                </a:extLst>
              </p:cNvPr>
              <p:cNvCxnSpPr>
                <a:cxnSpLocks noChangeShapeType="1"/>
                <a:stCxn id="84" idx="3"/>
                <a:endCxn id="85" idx="1"/>
              </p:cNvCxnSpPr>
              <p:nvPr/>
            </p:nvCxnSpPr>
            <p:spPr bwMode="auto">
              <a:xfrm>
                <a:off x="8117319" y="3150597"/>
                <a:ext cx="84388" cy="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cxnSp>
            <p:nvCxnSpPr>
              <p:cNvPr id="93" name="AutoShape 49">
                <a:extLst>
                  <a:ext uri="{FF2B5EF4-FFF2-40B4-BE49-F238E27FC236}">
                    <ns2:creationId id="{E0791ABC-C983-9592-CD47-8B557BC3AB19}"/>
                  </a:ext>
                </a:extLst>
              </p:cNvPr>
              <p:cNvCxnSpPr>
                <a:cxnSpLocks noChangeShapeType="1"/>
                <a:stCxn id="85" idx="2"/>
                <a:endCxn id="86" idx="0"/>
              </p:cNvCxnSpPr>
              <p:nvPr/>
            </p:nvCxnSpPr>
            <p:spPr bwMode="auto">
              <a:xfrm>
                <a:off x="8247147" y="3185638"/>
                <a:ext cx="0" cy="4043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</p:grpSp>
        <p:grpSp>
          <p:nvGrpSpPr>
            <p:cNvPr id="73" name="グループ化 72">
              <a:extLst>
                <a:ext uri="{FF2B5EF4-FFF2-40B4-BE49-F238E27FC236}">
                  <ns2:creationId id="{4DA30567-15DC-89C6-CC88-97DA0A3F74F6}"/>
                </a:ext>
              </a:extLst>
            </p:cNvPr>
            <p:cNvGrpSpPr/>
            <p:nvPr/>
          </p:nvGrpSpPr>
          <p:grpSpPr>
            <a:xfrm>
              <a:off x="8603178" y="2690896"/>
              <a:ext cx="89582" cy="442051"/>
              <a:chOff x="9050783" y="2850056"/>
              <a:chExt cx="89582" cy="442051"/>
            </a:xfrm>
          </p:grpSpPr>
          <p:sp>
            <p:nvSpPr>
              <p:cNvPr id="75" name="Rectangle 51">
                <a:extLst>
                  <a:ext uri="{FF2B5EF4-FFF2-40B4-BE49-F238E27FC236}">
                    <ns2:creationId id="{2E88ED8E-165A-78F3-CE2A-03EC1DF093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222026"/>
                <a:ext cx="89582" cy="7008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cxnSp>
            <p:nvCxnSpPr>
              <p:cNvPr id="76" name="AutoShape 52">
                <a:extLst>
                  <a:ext uri="{FF2B5EF4-FFF2-40B4-BE49-F238E27FC236}">
                    <ns2:creationId id="{8868FD88-7EC7-2CC5-7898-9FDA00D554EB}"/>
                  </a:ext>
                </a:extLst>
              </p:cNvPr>
              <p:cNvCxnSpPr>
                <a:cxnSpLocks noChangeShapeType="1"/>
                <a:endCxn id="75" idx="0"/>
              </p:cNvCxnSpPr>
              <p:nvPr/>
            </p:nvCxnSpPr>
            <p:spPr bwMode="auto">
              <a:xfrm>
                <a:off x="9096224" y="2850056"/>
                <a:ext cx="0" cy="37197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ns5:hiddenFill>
                    <a:noFill/>
                  </ns5:hiddenFill>
                </a:ex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</p:cxnSp>
          <p:sp>
            <p:nvSpPr>
              <p:cNvPr id="77" name="Rectangle 53">
                <a:extLst>
                  <a:ext uri="{FF2B5EF4-FFF2-40B4-BE49-F238E27FC236}">
                    <ns2:creationId id="{B6B3187C-42B5-BC8F-BF5B-8D452E281E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890487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8" name="Rectangle 54">
                <a:extLst>
                  <a:ext uri="{FF2B5EF4-FFF2-40B4-BE49-F238E27FC236}">
                    <ns2:creationId id="{EE5DBAE9-9A90-6F74-6E71-8B7AE133A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2999653"/>
                <a:ext cx="89582" cy="7142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79" name="Rectangle 55">
                <a:extLst>
                  <a:ext uri="{FF2B5EF4-FFF2-40B4-BE49-F238E27FC236}">
                    <ns2:creationId id="{C3B7E21F-E086-B6F7-2E80-5BB14584D1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50783" y="3111513"/>
                <a:ext cx="89582" cy="7143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74" name="AutoShape 18">
              <a:extLst>
                <a:ext uri="{FF2B5EF4-FFF2-40B4-BE49-F238E27FC236}">
                  <ns2:creationId id="{B1B69E6D-0716-DEBA-131A-C2D25B0808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55025" y="2798351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ns2:creationId id="{EC67DDCE-A6E1-33AC-8CFE-E942AD14A9F8}"/>
              </a:ext>
            </a:extLst>
          </p:cNvPr>
          <p:cNvGrpSpPr/>
          <p:nvPr/>
        </p:nvGrpSpPr>
        <p:grpSpPr>
          <a:xfrm>
            <a:off x="3756147" y="4026855"/>
            <a:ext cx="1510260" cy="377455"/>
            <a:chOff x="3749595" y="2826120"/>
            <a:chExt cx="1218691" cy="304584"/>
          </a:xfrm>
        </p:grpSpPr>
        <p:sp>
          <p:nvSpPr>
            <p:cNvPr id="95" name="Rectangle 17">
              <a:extLst>
                <a:ext uri="{FF2B5EF4-FFF2-40B4-BE49-F238E27FC236}">
                  <ns2:creationId id="{1930A3D2-9EB1-BB1D-1BBC-6F73EF8C25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95" y="2826120"/>
              <a:ext cx="472575" cy="304584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96" name="AutoShape 18">
              <a:extLst>
                <a:ext uri="{FF2B5EF4-FFF2-40B4-BE49-F238E27FC236}">
                  <ns2:creationId id="{FD223663-E6E1-2294-EA70-FE9D814B9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0394" y="2886767"/>
              <a:ext cx="270043" cy="183290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97" name="Rectangle 19">
              <a:extLst>
                <a:ext uri="{FF2B5EF4-FFF2-40B4-BE49-F238E27FC236}">
                  <ns2:creationId id="{05399E37-BEDD-37F8-914D-ADF4C15E62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8661" y="2856443"/>
              <a:ext cx="359625" cy="243937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ns5:hiddenEffects>
                  <a:effectLst>
                    <a:outerShdw dist="35921" dir="2700000" algn="ctr" rotWithShape="0">
                      <a:schemeClr val="bg2"/>
                    </a:outerShdw>
                  </a:effectLst>
                </ns5:hiddenEffects>
              </a:ext>
            </a:extLst>
          </p:spPr>
          <p:txBody>
            <a:bodyPr wrap="none" lIns="90000" tIns="46800" rIns="90000" bIns="46800" anchor="ctr"/>
            <a:lstStyle/>
            <a:p>
              <a:pPr algn="ctr">
                <a:defRPr/>
              </a:pPr>
              <a:endParaRPr kumimoji="0" lang="ja-JP" altLang="en-US" sz="1400" kern="0">
                <a:solidFill>
                  <a:sysClr val="windowText" lastClr="000000"/>
                </a:solidFill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98" name="グループ化 97">
            <a:extLst>
              <a:ext uri="{FF2B5EF4-FFF2-40B4-BE49-F238E27FC236}">
                <ns2:creationId id="{BFA3D24A-426A-30E6-9D9F-281C2B12CC25}"/>
              </a:ext>
            </a:extLst>
          </p:cNvPr>
          <p:cNvGrpSpPr/>
          <p:nvPr/>
        </p:nvGrpSpPr>
        <p:grpSpPr>
          <a:xfrm>
            <a:off x="5640847" y="3992612"/>
            <a:ext cx="1392131" cy="445942"/>
            <a:chOff x="5576846" y="4039282"/>
            <a:chExt cx="1392131" cy="445942"/>
          </a:xfrm>
        </p:grpSpPr>
        <p:grpSp>
          <p:nvGrpSpPr>
            <p:cNvPr id="99" name="グループ化 98">
              <a:extLst>
                <a:ext uri="{FF2B5EF4-FFF2-40B4-BE49-F238E27FC236}">
                  <ns2:creationId id="{EEACEF4A-60E8-E900-F30F-BB8DBDEDEB00}"/>
                </a:ext>
              </a:extLst>
            </p:cNvPr>
            <p:cNvGrpSpPr/>
            <p:nvPr/>
          </p:nvGrpSpPr>
          <p:grpSpPr>
            <a:xfrm>
              <a:off x="6597668" y="4039282"/>
              <a:ext cx="371309" cy="445942"/>
              <a:chOff x="6597668" y="4039282"/>
              <a:chExt cx="371309" cy="445942"/>
            </a:xfrm>
          </p:grpSpPr>
          <p:sp>
            <p:nvSpPr>
              <p:cNvPr id="104" name="Oval 105">
                <a:extLst>
                  <a:ext uri="{FF2B5EF4-FFF2-40B4-BE49-F238E27FC236}">
                    <ns2:creationId id="{DF701C11-51F8-9B76-4844-4371FB1D35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7668" y="4234548"/>
                <a:ext cx="371309" cy="250676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05" name="Oval 106">
                <a:extLst>
                  <a:ext uri="{FF2B5EF4-FFF2-40B4-BE49-F238E27FC236}">
                    <ns2:creationId id="{F8E6F701-0921-A549-F377-44D890639C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5179" y="4039282"/>
                <a:ext cx="236287" cy="16037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grpSp>
          <p:nvGrpSpPr>
            <p:cNvPr id="100" name="グループ化 99">
              <a:extLst>
                <a:ext uri="{FF2B5EF4-FFF2-40B4-BE49-F238E27FC236}">
                  <ns2:creationId id="{6952A147-4C12-7A5B-15DC-85C93648663A}"/>
                </a:ext>
              </a:extLst>
            </p:cNvPr>
            <p:cNvGrpSpPr/>
            <p:nvPr/>
          </p:nvGrpSpPr>
          <p:grpSpPr>
            <a:xfrm>
              <a:off x="5576846" y="4073525"/>
              <a:ext cx="494672" cy="377455"/>
              <a:chOff x="5510458" y="4073525"/>
              <a:chExt cx="494672" cy="377455"/>
            </a:xfrm>
          </p:grpSpPr>
          <p:sp>
            <p:nvSpPr>
              <p:cNvPr id="102" name="Oval 105">
                <a:extLst>
                  <a:ext uri="{FF2B5EF4-FFF2-40B4-BE49-F238E27FC236}">
                    <ns2:creationId id="{E9279702-94EF-E30A-6B9B-6A7FA52E93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0458" y="4073525"/>
                <a:ext cx="494671" cy="377455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03" name="Oval 106">
                <a:extLst>
                  <a:ext uri="{FF2B5EF4-FFF2-40B4-BE49-F238E27FC236}">
                    <ns2:creationId id="{3BD9CDF9-1825-03B6-BC25-7C17E7BF72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8099" y="4073525"/>
                <a:ext cx="237031" cy="37745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101" name="AutoShape 18">
              <a:extLst>
                <a:ext uri="{FF2B5EF4-FFF2-40B4-BE49-F238E27FC236}">
                  <ns2:creationId id="{C9E7C710-E8E7-30DB-5C49-984E451428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67268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06" name="グループ化 105">
            <a:extLst>
              <a:ext uri="{FF2B5EF4-FFF2-40B4-BE49-F238E27FC236}">
                <ns2:creationId id="{3EFC59C4-172F-0D27-F73D-7C6B30FD95A9}"/>
              </a:ext>
            </a:extLst>
          </p:cNvPr>
          <p:cNvGrpSpPr/>
          <p:nvPr/>
        </p:nvGrpSpPr>
        <p:grpSpPr>
          <a:xfrm>
            <a:off x="7459205" y="4007361"/>
            <a:ext cx="1406678" cy="416445"/>
            <a:chOff x="7427481" y="4054031"/>
            <a:chExt cx="1406678" cy="416445"/>
          </a:xfrm>
        </p:grpSpPr>
        <p:grpSp>
          <p:nvGrpSpPr>
            <p:cNvPr id="107" name="グループ化 106">
              <a:extLst>
                <a:ext uri="{FF2B5EF4-FFF2-40B4-BE49-F238E27FC236}">
                  <ns2:creationId id="{F6335E2D-0303-57A8-0A3A-F2B2086E0001}"/>
                </a:ext>
              </a:extLst>
            </p:cNvPr>
            <p:cNvGrpSpPr/>
            <p:nvPr/>
          </p:nvGrpSpPr>
          <p:grpSpPr>
            <a:xfrm>
              <a:off x="7427481" y="4054031"/>
              <a:ext cx="516717" cy="416445"/>
              <a:chOff x="7813869" y="4270970"/>
              <a:chExt cx="516717" cy="416445"/>
            </a:xfrm>
          </p:grpSpPr>
          <p:sp>
            <p:nvSpPr>
              <p:cNvPr id="110" name="Oval 59">
                <a:extLst>
                  <a:ext uri="{FF2B5EF4-FFF2-40B4-BE49-F238E27FC236}">
                    <ns2:creationId id="{3A851C7D-AF7C-1642-3161-EA88B3693E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98258" y="4270970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1" name="Oval 60">
                <a:extLst>
                  <a:ext uri="{FF2B5EF4-FFF2-40B4-BE49-F238E27FC236}">
                    <ns2:creationId id="{896A1171-86BA-377B-D77C-A0A9DFF733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13869" y="4382831"/>
                <a:ext cx="89582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2" name="Oval 61">
                <a:extLst>
                  <a:ext uri="{FF2B5EF4-FFF2-40B4-BE49-F238E27FC236}">
                    <ns2:creationId id="{0F8AAFA3-C32B-E507-C603-4897F7844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35183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3" name="Oval 62">
                <a:extLst>
                  <a:ext uri="{FF2B5EF4-FFF2-40B4-BE49-F238E27FC236}">
                    <ns2:creationId id="{52963B35-39C4-8692-8D09-FC772B4BA2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72228" y="4494692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4" name="Oval 63">
                <a:extLst>
                  <a:ext uri="{FF2B5EF4-FFF2-40B4-BE49-F238E27FC236}">
                    <ns2:creationId id="{8826C4BE-C427-FA67-1DD2-1BFC10E422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413828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5" name="Oval 64">
                <a:extLst>
                  <a:ext uri="{FF2B5EF4-FFF2-40B4-BE49-F238E27FC236}">
                    <ns2:creationId id="{5760F4BF-D943-9874-EB0C-54A09CD8F3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0962" y="4535123"/>
                <a:ext cx="89581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6" name="Oval 65">
                <a:extLst>
                  <a:ext uri="{FF2B5EF4-FFF2-40B4-BE49-F238E27FC236}">
                    <ns2:creationId id="{186A731B-66D5-5942-C801-8EA8AA1984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3494" y="4291186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7" name="Oval 66">
                <a:extLst>
                  <a:ext uri="{FF2B5EF4-FFF2-40B4-BE49-F238E27FC236}">
                    <ns2:creationId id="{6A00FFB7-8F2A-130A-2A5F-2FEF8B294E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241005" y="4474475"/>
                <a:ext cx="89581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8" name="Oval 67">
                <a:extLst>
                  <a:ext uri="{FF2B5EF4-FFF2-40B4-BE49-F238E27FC236}">
                    <ns2:creationId id="{01DD629D-D1AF-0B8D-E635-42D8C13772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6788" y="4617334"/>
                <a:ext cx="90880" cy="70081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19" name="Oval 68">
                <a:extLst>
                  <a:ext uri="{FF2B5EF4-FFF2-40B4-BE49-F238E27FC236}">
                    <ns2:creationId id="{6BB92A6A-1C0E-B145-952A-32C77E0347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58011" y="4545905"/>
                <a:ext cx="90880" cy="71429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20" name="Oval 69">
                <a:extLst>
                  <a:ext uri="{FF2B5EF4-FFF2-40B4-BE49-F238E27FC236}">
                    <ns2:creationId id="{90F5534F-4168-7E82-D195-745B0B34CE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95564" y="4595770"/>
                <a:ext cx="90880" cy="71430"/>
              </a:xfrm>
              <a:prstGeom prst="rect">
                <a:avLst/>
              </a:prstGeom>
              <a:solidFill>
                <a:srgbClr val="F79646">
                  <a:lumMod val="60000"/>
                  <a:lumOff val="40000"/>
                </a:srgb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1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</p:grpSp>
        <p:sp>
          <p:nvSpPr>
            <p:cNvPr id="108" name="Oval 70">
              <a:extLst>
                <a:ext uri="{FF2B5EF4-FFF2-40B4-BE49-F238E27FC236}">
                  <ns2:creationId id="{FB27934A-8B99-0D3E-C8E3-04CB2DA017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96606" y="4147697"/>
              <a:ext cx="337553" cy="22911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  <p:sp>
          <p:nvSpPr>
            <p:cNvPr id="109" name="AutoShape 18">
              <a:extLst>
                <a:ext uri="{FF2B5EF4-FFF2-40B4-BE49-F238E27FC236}">
                  <ns2:creationId id="{519E6237-3E02-85AE-F679-3D18A983D1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53077" y="4148682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21" name="グループ化 120">
            <a:extLst>
              <a:ext uri="{FF2B5EF4-FFF2-40B4-BE49-F238E27FC236}">
                <ns2:creationId id="{B49694AD-4DD8-C499-6C83-C4142B135AC8}"/>
              </a:ext>
            </a:extLst>
          </p:cNvPr>
          <p:cNvGrpSpPr/>
          <p:nvPr/>
        </p:nvGrpSpPr>
        <p:grpSpPr>
          <a:xfrm>
            <a:off x="3839194" y="5302511"/>
            <a:ext cx="1344168" cy="523714"/>
            <a:chOff x="3799410" y="5394221"/>
            <a:chExt cx="1344168" cy="523714"/>
          </a:xfrm>
        </p:grpSpPr>
        <p:pic>
          <p:nvPicPr>
            <p:cNvPr id="122" name="グラフィックス 121" descr="ユーザー 単色塗りつぶし">
              <a:extLst>
                <a:ext uri="{FF2B5EF4-FFF2-40B4-BE49-F238E27FC236}">
                  <ns2:creationId id="{AEB60CCC-668B-3813-918A-9C54422903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123" name="グラフィックス 122" descr="ユーザー 単色塗りつぶし">
              <a:extLst>
                <a:ext uri="{FF2B5EF4-FFF2-40B4-BE49-F238E27FC236}">
                  <ns2:creationId id="{DFA6A33D-38A9-F3E3-8FE2-288EC079BE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124" name="AutoShape 18">
              <a:extLst>
                <a:ext uri="{FF2B5EF4-FFF2-40B4-BE49-F238E27FC236}">
                  <ns2:creationId id="{82C0D496-F414-C2D4-B6B9-7767E82A91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25" name="グループ化 124">
            <a:extLst>
              <a:ext uri="{FF2B5EF4-FFF2-40B4-BE49-F238E27FC236}">
                <ns2:creationId id="{B2A66D7B-9FF9-EF59-2969-7A6F73441450}"/>
              </a:ext>
            </a:extLst>
          </p:cNvPr>
          <p:cNvGrpSpPr/>
          <p:nvPr/>
        </p:nvGrpSpPr>
        <p:grpSpPr>
          <a:xfrm>
            <a:off x="5664827" y="5302511"/>
            <a:ext cx="1344168" cy="523714"/>
            <a:chOff x="3799410" y="5394221"/>
            <a:chExt cx="1344168" cy="523714"/>
          </a:xfrm>
        </p:grpSpPr>
        <p:pic>
          <p:nvPicPr>
            <p:cNvPr id="126" name="グラフィックス 125" descr="ユーザー 単色塗りつぶし">
              <a:extLst>
                <a:ext uri="{FF2B5EF4-FFF2-40B4-BE49-F238E27FC236}">
                  <ns2:creationId id="{7E584691-A42F-0897-60C5-03E447A551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3799410" y="5394221"/>
              <a:ext cx="523714" cy="523714"/>
            </a:xfrm>
            <a:prstGeom prst="rect">
              <a:avLst/>
            </a:prstGeom>
          </p:spPr>
        </p:pic>
        <p:pic>
          <p:nvPicPr>
            <p:cNvPr id="127" name="グラフィックス 126" descr="ユーザー 単色塗りつぶし">
              <a:extLst>
                <a:ext uri="{FF2B5EF4-FFF2-40B4-BE49-F238E27FC236}">
                  <ns2:creationId id="{A779C91C-2798-A0B4-DD71-4E52607905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619864" y="5394221"/>
              <a:ext cx="523714" cy="523714"/>
            </a:xfrm>
            <a:prstGeom prst="rect">
              <a:avLst/>
            </a:prstGeom>
          </p:spPr>
        </p:pic>
        <p:sp>
          <p:nvSpPr>
            <p:cNvPr id="128" name="AutoShape 18">
              <a:extLst>
                <a:ext uri="{FF2B5EF4-FFF2-40B4-BE49-F238E27FC236}">
                  <ns2:creationId id="{65234B96-4B25-9899-40A8-863B62CC54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4169" y="5542507"/>
              <a:ext cx="334650" cy="227142"/>
            </a:xfrm>
            <a:prstGeom prst="rightArrow">
              <a:avLst>
                <a:gd name="adj1" fmla="val 50000"/>
                <a:gd name="adj2" fmla="val 63725"/>
              </a:avLst>
            </a:prstGeom>
            <a:solidFill>
              <a:schemeClr val="accent6">
                <a:alpha val="70000"/>
              </a:schemeClr>
            </a:solidFill>
            <a:ln w="3175">
              <a:noFill/>
              <a:miter lim="800000"/>
              <a:headEnd/>
              <a:tailEnd/>
            </a:ln>
            <a:effectLst/>
          </p:spPr>
          <p:txBody>
            <a:bodyPr wrap="none" lIns="90000" tIns="46800" rIns="90000" bIns="4680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HGPｺﾞｼｯｸE" pitchFamily="50" charset="-128"/>
                <a:ea typeface="HGPｺﾞｼｯｸE" pitchFamily="50" charset="-128"/>
              </a:endParaRPr>
            </a:p>
          </p:txBody>
        </p:sp>
      </p:grpSp>
      <p:grpSp>
        <p:nvGrpSpPr>
          <p:cNvPr id="129" name="グループ化 128">
            <a:extLst>
              <a:ext uri="{FF2B5EF4-FFF2-40B4-BE49-F238E27FC236}">
                <ns2:creationId id="{3A3125DB-A57D-67BC-308A-D6AA7ACA24C6}"/>
              </a:ext>
            </a:extLst>
          </p:cNvPr>
          <p:cNvGrpSpPr/>
          <p:nvPr/>
        </p:nvGrpSpPr>
        <p:grpSpPr>
          <a:xfrm>
            <a:off x="7364333" y="5175075"/>
            <a:ext cx="1596420" cy="817855"/>
            <a:chOff x="7395179" y="5334398"/>
            <a:chExt cx="1596420" cy="817855"/>
          </a:xfrm>
        </p:grpSpPr>
        <p:grpSp>
          <p:nvGrpSpPr>
            <p:cNvPr id="130" name="グループ化 129">
              <a:extLst>
                <a:ext uri="{FF2B5EF4-FFF2-40B4-BE49-F238E27FC236}">
                  <ns2:creationId id="{2CCCD604-D545-0854-631A-F250521BC726}"/>
                </a:ext>
              </a:extLst>
            </p:cNvPr>
            <p:cNvGrpSpPr/>
            <p:nvPr/>
          </p:nvGrpSpPr>
          <p:grpSpPr>
            <a:xfrm>
              <a:off x="7403995" y="5334398"/>
              <a:ext cx="1587604" cy="211262"/>
              <a:chOff x="7403995" y="5379708"/>
              <a:chExt cx="1587604" cy="211262"/>
            </a:xfrm>
          </p:grpSpPr>
          <p:sp>
            <p:nvSpPr>
              <p:cNvPr id="137" name="Rectangle 17">
                <a:extLst>
                  <a:ext uri="{FF2B5EF4-FFF2-40B4-BE49-F238E27FC236}">
                    <ns2:creationId id="{30C59107-FCD0-A62B-ABE1-9C383085DC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416215"/>
                <a:ext cx="193626" cy="13824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ns5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ns5:hiddenEffects>
                </a:ext>
              </a:extLst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ADFABC05-75EE-20E6-93E0-653C3DE25FA3}"/>
                  </a:ext>
                </a:extLst>
              </p:cNvPr>
              <p:cNvSpPr/>
              <p:nvPr/>
            </p:nvSpPr>
            <p:spPr>
              <a:xfrm>
                <a:off x="7612224" y="5379708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ns2:creationId id="{5D0C89C2-2F3D-ADC8-D40D-2D11E977E8EF}"/>
                </a:ext>
              </a:extLst>
            </p:cNvPr>
            <p:cNvGrpSpPr/>
            <p:nvPr/>
          </p:nvGrpSpPr>
          <p:grpSpPr>
            <a:xfrm>
              <a:off x="7403995" y="5637694"/>
              <a:ext cx="1587604" cy="211262"/>
              <a:chOff x="7403995" y="5661633"/>
              <a:chExt cx="1587604" cy="211262"/>
            </a:xfrm>
          </p:grpSpPr>
          <p:sp>
            <p:nvSpPr>
              <p:cNvPr id="135" name="Rectangle 17">
                <a:extLst>
                  <a:ext uri="{FF2B5EF4-FFF2-40B4-BE49-F238E27FC236}">
                    <ns2:creationId id="{1B8089B2-BD25-6056-A2FD-AC4FD4A60B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03995" y="5698140"/>
                <a:ext cx="193626" cy="138247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0000" tIns="46800" rIns="90000" bIns="46800" anchor="ctr"/>
              <a:lstStyle/>
              <a:p>
                <a:pPr algn="ctr">
                  <a:defRPr/>
                </a:pPr>
                <a:endParaRPr kumimoji="0" lang="ja-JP" altLang="en-US" sz="1400" kern="0">
                  <a:solidFill>
                    <a:sysClr val="windowText" lastClr="000000"/>
                  </a:solidFill>
                  <a:latin typeface="HGPｺﾞｼｯｸE" pitchFamily="50" charset="-128"/>
                  <a:ea typeface="HGPｺﾞｼｯｸE" pitchFamily="50" charset="-128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20F2245E-97F1-5759-C3BA-F016AD08F717}"/>
                  </a:ext>
                </a:extLst>
              </p:cNvPr>
              <p:cNvSpPr/>
              <p:nvPr/>
            </p:nvSpPr>
            <p:spPr>
              <a:xfrm>
                <a:off x="7612224" y="5661633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2" name="グループ化 131">
              <a:extLst>
                <a:ext uri="{FF2B5EF4-FFF2-40B4-BE49-F238E27FC236}">
                  <ns2:creationId id="{EDFA5757-027F-EEB7-422C-4E67E76F4CB3}"/>
                </a:ext>
              </a:extLst>
            </p:cNvPr>
            <p:cNvGrpSpPr/>
            <p:nvPr/>
          </p:nvGrpSpPr>
          <p:grpSpPr>
            <a:xfrm>
              <a:off x="7395179" y="5940991"/>
              <a:ext cx="1596420" cy="211262"/>
              <a:chOff x="7395179" y="5940991"/>
              <a:chExt cx="1596420" cy="211262"/>
            </a:xfrm>
          </p:grpSpPr>
          <p:sp>
            <p:nvSpPr>
              <p:cNvPr id="133" name="正方形/長方形 132">
                <a:extLst>
                  <a:ext uri="{FF2B5EF4-FFF2-40B4-BE49-F238E27FC236}">
                    <ns2:creationId id="{89D4F17C-D60F-A3FE-F286-C83E28381930}"/>
                  </a:ext>
                </a:extLst>
              </p:cNvPr>
              <p:cNvSpPr/>
              <p:nvPr/>
            </p:nvSpPr>
            <p:spPr>
              <a:xfrm>
                <a:off x="7612224" y="5940991"/>
                <a:ext cx="1379375" cy="21126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4" name="グラフィックス 133" descr="ユーザー 単色塗りつぶし">
                <a:extLst>
                  <a:ext uri="{FF2B5EF4-FFF2-40B4-BE49-F238E27FC236}">
                    <ns2:creationId id="{DD255094-2D30-AA14-EC2F-AAF63A4F6C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7395179" y="5940991"/>
                <a:ext cx="211262" cy="211262"/>
              </a:xfrm>
              <a:prstGeom prst="rect">
                <a:avLst/>
              </a:prstGeom>
            </p:spPr>
          </p:pic>
        </p:grpSp>
      </p:grpSp>
      <p:sp>
        <p:nvSpPr>
          <p:cNvPr id="273" name="正方形/長方形 272">
            <a:extLst>
              <a:ext uri="{FF2B5EF4-FFF2-40B4-BE49-F238E27FC236}">
                <ns2:creationId id="{CB699AAB-9C45-DE9D-DE89-DCAB1A855F53}"/>
              </a:ext>
            </a:extLst>
          </p:cNvPr>
          <p:cNvSpPr/>
          <p:nvPr/>
        </p:nvSpPr>
        <p:spPr>
          <a:xfrm>
            <a:off x="3629172" y="2549461"/>
            <a:ext cx="1759797" cy="102215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591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正方形/長方形 273">
            <a:extLst>
              <a:ext uri="{FF2B5EF4-FFF2-40B4-BE49-F238E27FC236}">
                <ns2:creationId id="{7620609F-FAC2-DE99-8E56-BA5337482B64}"/>
              </a:ext>
            </a:extLst>
          </p:cNvPr>
          <p:cNvSpPr/>
          <p:nvPr/>
        </p:nvSpPr>
        <p:spPr>
          <a:xfrm>
            <a:off x="5457012" y="2547549"/>
            <a:ext cx="1759797" cy="1029813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正方形/長方形 274">
            <a:extLst>
              <a:ext uri="{FF2B5EF4-FFF2-40B4-BE49-F238E27FC236}">
                <ns2:creationId id="{60757809-1D4C-F74F-DA40-329E5951825C}"/>
              </a:ext>
            </a:extLst>
          </p:cNvPr>
          <p:cNvSpPr/>
          <p:nvPr/>
        </p:nvSpPr>
        <p:spPr>
          <a:xfrm>
            <a:off x="7297652" y="2549461"/>
            <a:ext cx="1748602" cy="102215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正方形/長方形 275">
            <a:extLst>
              <a:ext uri="{FF2B5EF4-FFF2-40B4-BE49-F238E27FC236}">
                <ns2:creationId id="{AE5252A1-6B7B-54ED-00B6-03725BA60BC1}"/>
              </a:ext>
            </a:extLst>
          </p:cNvPr>
          <p:cNvSpPr/>
          <p:nvPr/>
        </p:nvSpPr>
        <p:spPr>
          <a:xfrm>
            <a:off x="3668046" y="3861056"/>
            <a:ext cx="1676370" cy="103134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正方形/長方形 276">
            <a:extLst>
              <a:ext uri="{FF2B5EF4-FFF2-40B4-BE49-F238E27FC236}">
                <ns2:creationId id="{794DF2BE-FB14-8D43-5914-ED37AE584F3B}"/>
              </a:ext>
            </a:extLst>
          </p:cNvPr>
          <p:cNvSpPr/>
          <p:nvPr/>
        </p:nvSpPr>
        <p:spPr>
          <a:xfrm>
            <a:off x="5457012" y="3858568"/>
            <a:ext cx="1722765" cy="100850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480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1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正方形/長方形 277">
            <a:extLst>
              <a:ext uri="{FF2B5EF4-FFF2-40B4-BE49-F238E27FC236}">
                <ns2:creationId id="{8160EECE-D577-5EBE-7565-CA0607E7D02D}"/>
              </a:ext>
            </a:extLst>
          </p:cNvPr>
          <p:cNvSpPr/>
          <p:nvPr/>
        </p:nvSpPr>
        <p:spPr>
          <a:xfrm>
            <a:off x="7286456" y="3837262"/>
            <a:ext cx="1759797" cy="1029813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</a:p>
        </p:txBody>
      </p:sp>
      <p:sp>
        <p:nvSpPr>
          <p:cNvPr id="283" name="正方形/長方形 282">
            <a:extLst>
              <a:ext uri="{FF2B5EF4-FFF2-40B4-BE49-F238E27FC236}">
                <ns2:creationId id="{BB9A7CB2-1B30-77DC-EFB2-44FE6E8B3937}"/>
              </a:ext>
            </a:extLst>
          </p:cNvPr>
          <p:cNvSpPr/>
          <p:nvPr/>
        </p:nvSpPr>
        <p:spPr>
          <a:xfrm>
            <a:off x="3637297" y="5178142"/>
            <a:ext cx="1759797" cy="102929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</a:p>
        </p:txBody>
      </p:sp>
      <p:sp>
        <p:nvSpPr>
          <p:cNvPr id="284" name="正方形/長方形 283">
            <a:extLst>
              <a:ext uri="{FF2B5EF4-FFF2-40B4-BE49-F238E27FC236}">
                <ns2:creationId id="{28878591-185B-C68A-F4E6-78DC5877FEC3}"/>
              </a:ext>
            </a:extLst>
          </p:cNvPr>
          <p:cNvSpPr/>
          <p:nvPr/>
        </p:nvSpPr>
        <p:spPr>
          <a:xfrm>
            <a:off x="5502767" y="5169585"/>
            <a:ext cx="1714042" cy="102929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7" name="四角形: 上の 2 つの角を丸める 286">
            <a:extLst>
              <a:ext uri="{FF2B5EF4-FFF2-40B4-BE49-F238E27FC236}">
                <ns2:creationId id="{1310B6FE-5BBC-AB11-C285-7B1E5AE92267}"/>
              </a:ext>
            </a:extLst>
          </p:cNvPr>
          <p:cNvSpPr/>
          <p:nvPr/>
        </p:nvSpPr>
        <p:spPr>
          <a:xfrm>
            <a:off x="7274620" y="4960570"/>
            <a:ext cx="1771633" cy="200345"/>
          </a:xfrm>
          <a:prstGeom prst="round2SameRect">
            <a:avLst>
              <a:gd name="adj1" fmla="val 26954"/>
              <a:gd name="adj2" fmla="val 0"/>
            </a:avLst>
          </a:prstGeom>
          <a:solidFill>
            <a:srgbClr val="008000">
              <a:alpha val="20000"/>
            </a:srgbClr>
          </a:solidFill>
          <a:ln w="9525">
            <a:solidFill>
              <a:srgbClr val="CCE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0" rIns="90000" bIns="18000" rtlCol="0" anchor="ctr"/>
          <a:lstStyle/>
          <a:p>
            <a:pPr algn="ctr">
              <a:buClr>
                <a:srgbClr val="008000"/>
              </a:buClr>
            </a:pPr>
            <a:r>
              <a:rPr lang="ja-JP" altLang="en-US" sz="1100" dirty="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11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93" name="四角形: 角を丸くする 292">
            <a:extLst>
              <a:ext uri="{FF2B5EF4-FFF2-40B4-BE49-F238E27FC236}">
                <ns2:creationId id="{2F8B6648-D718-236D-46FD-2BABC62DE797}"/>
              </a:ext>
            </a:extLst>
          </p:cNvPr>
          <p:cNvSpPr/>
          <p:nvPr/>
        </p:nvSpPr>
        <p:spPr>
          <a:xfrm>
            <a:off x="7285815" y="5141393"/>
            <a:ext cx="1771633" cy="1049387"/>
          </a:xfrm>
          <a:prstGeom prst="roundRect">
            <a:avLst>
              <a:gd name="adj" fmla="val 4331"/>
            </a:avLst>
          </a:prstGeom>
          <a:solidFill>
            <a:schemeClr val="bg1"/>
          </a:solidFill>
          <a:ln w="952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9" name="四角形: 角を丸くする 288">
            <a:extLst>
              <a:ext uri="{FF2B5EF4-FFF2-40B4-BE49-F238E27FC236}">
                <ns2:creationId id="{880E2715-9289-83C8-B7E6-661D1B2C1ED0}"/>
              </a:ext>
            </a:extLst>
          </p:cNvPr>
          <p:cNvSpPr/>
          <p:nvPr/>
        </p:nvSpPr>
        <p:spPr>
          <a:xfrm>
            <a:off x="4340329" y="5836596"/>
            <a:ext cx="3655339" cy="419436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r>
              <a:rPr kumimoji="1"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5" name="ホームベース 64">
            <a:extLst>
              <a:ext uri="{FF2B5EF4-FFF2-40B4-BE49-F238E27FC236}">
                <ns2:creationId id="{CC03FE41-B011-A2B8-F8E5-D6D353A92D2B}"/>
              </a:ext>
            </a:extLst>
          </p:cNvPr>
          <p:cNvSpPr/>
          <p:nvPr/>
        </p:nvSpPr>
        <p:spPr>
          <a:xfrm>
            <a:off x="9531536" y="1698220"/>
            <a:ext cx="2344161" cy="4563214"/>
          </a:xfrm>
          <a:prstGeom prst="homePlate">
            <a:avLst>
              <a:gd name="adj" fmla="val 12681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288000" rIns="36000" bIns="36000" rtlCol="0" anchor="ctr" anchorCtr="0"/>
          <a:lstStyle/>
          <a:p>
            <a:pPr algn="ctr">
              <a:lnSpc>
                <a:spcPct val="150000"/>
              </a:lnSpc>
              <a:buClr>
                <a:schemeClr val="tx1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+mn-ea"/>
              </a:rPr>
              <a:t>×</a:t>
            </a:r>
            <a:r>
              <a:rPr kumimoji="1"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  <a:buClr>
                <a:schemeClr val="tx1"/>
              </a:buClr>
            </a:pPr>
            <a:endParaRPr kumimoji="1" lang="en-US" altLang="ja-JP" sz="14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  <a:buClr>
                <a:schemeClr val="tx1"/>
              </a:buClr>
            </a:pPr>
            <a:br>
              <a:rPr kumimoji="1" lang="en-US" altLang="ja-JP" sz="1400" dirty="0">
                <a:solidFill>
                  <a:schemeClr val="tx1"/>
                </a:solidFill>
                <a:latin typeface="+mn-ea"/>
              </a:rPr>
            </a:br>
            <a:br>
              <a:rPr lang="en-US" altLang="ja-JP" sz="1400" dirty="0">
                <a:solidFill>
                  <a:schemeClr val="tx1"/>
                </a:solidFill>
                <a:latin typeface="+mn-ea"/>
              </a:rPr>
            </a:br>
            <a:endParaRPr kumimoji="1" lang="en-US" altLang="ja-JP" sz="1400" dirty="0">
              <a:solidFill>
                <a:schemeClr val="tx1"/>
              </a:solidFill>
              <a:latin typeface="+mn-ea"/>
            </a:endParaRP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endParaRPr lang="en-US" altLang="ja-JP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" name="楕円 18">
            <a:extLst>
              <a:ext uri="{FF2B5EF4-FFF2-40B4-BE49-F238E27FC236}">
                <ns2:creationId id="{23CD7EBB-11E5-915C-7B56-0C1753CA7F42}"/>
              </a:ext>
            </a:extLst>
          </p:cNvPr>
          <p:cNvSpPr/>
          <p:nvPr/>
        </p:nvSpPr>
        <p:spPr>
          <a:xfrm>
            <a:off x="9424857" y="1582105"/>
            <a:ext cx="283347" cy="283347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kumimoji="1" lang="ja-JP" altLang="en-US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6" name="矢印: 五方向 18">
            <a:extLst>
              <a:ext uri="{FF2B5EF4-FFF2-40B4-BE49-F238E27FC236}">
                <ns2:creationId id="{42C4402D-7009-07FE-19CE-BEE54A662723}"/>
              </a:ext>
            </a:extLst>
          </p:cNvPr>
          <p:cNvSpPr/>
          <p:nvPr/>
        </p:nvSpPr>
        <p:spPr>
          <a:xfrm rot="16200000">
            <a:off x="9217625" y="4681422"/>
            <a:ext cx="1417278" cy="332770"/>
          </a:xfrm>
          <a:prstGeom prst="homePlate">
            <a:avLst>
              <a:gd name="adj" fmla="val 27966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矢印: 五方向 18">
            <a:extLst>
              <a:ext uri="{FF2B5EF4-FFF2-40B4-BE49-F238E27FC236}">
                <ns2:creationId id="{4AC055B4-0290-E4E5-A83A-072161338F41}"/>
              </a:ext>
            </a:extLst>
          </p:cNvPr>
          <p:cNvSpPr/>
          <p:nvPr/>
        </p:nvSpPr>
        <p:spPr>
          <a:xfrm>
            <a:off x="10092649" y="5220257"/>
            <a:ext cx="1417278" cy="332770"/>
          </a:xfrm>
          <a:prstGeom prst="homePlate">
            <a:avLst>
              <a:gd name="adj" fmla="val 27966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楕円 27">
            <a:extLst>
              <a:ext uri="{FF2B5EF4-FFF2-40B4-BE49-F238E27FC236}">
                <ns2:creationId id="{62091067-83B5-28F7-B84B-D2A16D74032A}"/>
              </a:ext>
            </a:extLst>
          </p:cNvPr>
          <p:cNvSpPr/>
          <p:nvPr/>
        </p:nvSpPr>
        <p:spPr>
          <a:xfrm>
            <a:off x="9791025" y="4196399"/>
            <a:ext cx="288000" cy="288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9" name="楕円 27">
            <a:extLst>
              <a:ext uri="{FF2B5EF4-FFF2-40B4-BE49-F238E27FC236}">
                <ns2:creationId id="{6C2E29D7-A5E5-C904-9D73-444F21E8302B}"/>
              </a:ext>
            </a:extLst>
          </p:cNvPr>
          <p:cNvSpPr/>
          <p:nvPr/>
        </p:nvSpPr>
        <p:spPr>
          <a:xfrm>
            <a:off x="11113205" y="5239979"/>
            <a:ext cx="288000" cy="288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0" name="正方形/長方形 319">
            <a:extLst>
              <a:ext uri="{FF2B5EF4-FFF2-40B4-BE49-F238E27FC236}">
                <ns2:creationId id="{5FC81B54-CE5D-F4D8-831F-DF2E83BDD5C1}"/>
              </a:ext>
            </a:extLst>
          </p:cNvPr>
          <p:cNvSpPr/>
          <p:nvPr/>
        </p:nvSpPr>
        <p:spPr>
          <a:xfrm>
            <a:off x="9759878" y="4563926"/>
            <a:ext cx="332771" cy="67605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4" name="正方形/長方形 323">
            <a:extLst>
              <a:ext uri="{FF2B5EF4-FFF2-40B4-BE49-F238E27FC236}">
                <ns2:creationId id="{6EF90120-BD8C-141C-64FB-78828A055802}"/>
              </a:ext>
            </a:extLst>
          </p:cNvPr>
          <p:cNvSpPr/>
          <p:nvPr/>
        </p:nvSpPr>
        <p:spPr>
          <a:xfrm>
            <a:off x="10110159" y="5239979"/>
            <a:ext cx="955476" cy="28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25" name="グループ化 324">
            <a:extLst>
              <a:ext uri="{FF2B5EF4-FFF2-40B4-BE49-F238E27FC236}">
                <ns2:creationId id="{F8069B5C-9C1C-F02A-4C7E-ECE809122A4D}"/>
              </a:ext>
            </a:extLst>
          </p:cNvPr>
          <p:cNvGrpSpPr/>
          <p:nvPr/>
        </p:nvGrpSpPr>
        <p:grpSpPr>
          <a:xfrm>
            <a:off x="10139177" y="4138775"/>
            <a:ext cx="1370750" cy="1056434"/>
            <a:chOff x="6925735" y="2362474"/>
            <a:chExt cx="4381528" cy="3101696"/>
          </a:xfrm>
        </p:grpSpPr>
        <p:sp>
          <p:nvSpPr>
            <p:cNvPr id="326" name="正方形/長方形 325">
              <a:extLst>
                <a:ext uri="{FF2B5EF4-FFF2-40B4-BE49-F238E27FC236}">
                  <ns2:creationId id="{640015FA-4C15-B508-6969-DCB686BA178B}"/>
                </a:ext>
              </a:extLst>
            </p:cNvPr>
            <p:cNvSpPr/>
            <p:nvPr/>
          </p:nvSpPr>
          <p:spPr>
            <a:xfrm>
              <a:off x="9116499" y="2362511"/>
              <a:ext cx="2190764" cy="155084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7" name="正方形/長方形 326">
              <a:extLst>
                <a:ext uri="{FF2B5EF4-FFF2-40B4-BE49-F238E27FC236}">
                  <ns2:creationId id="{8012A245-6734-2CC3-5D01-9330D2530AD4}"/>
                </a:ext>
              </a:extLst>
            </p:cNvPr>
            <p:cNvSpPr/>
            <p:nvPr/>
          </p:nvSpPr>
          <p:spPr>
            <a:xfrm>
              <a:off x="6925735" y="2362474"/>
              <a:ext cx="2190764" cy="15508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D1C1F94B-7B60-C59D-70C2-FA74EA7338BD}"/>
                </a:ext>
              </a:extLst>
            </p:cNvPr>
            <p:cNvSpPr/>
            <p:nvPr/>
          </p:nvSpPr>
          <p:spPr>
            <a:xfrm>
              <a:off x="9116499" y="3913322"/>
              <a:ext cx="2190764" cy="15508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9" name="正方形/長方形 328">
              <a:extLst>
                <a:ext uri="{FF2B5EF4-FFF2-40B4-BE49-F238E27FC236}">
                  <ns2:creationId id="{F215A8D8-2350-F0F3-E4D3-1F607E73F73C}"/>
                </a:ext>
              </a:extLst>
            </p:cNvPr>
            <p:cNvSpPr/>
            <p:nvPr/>
          </p:nvSpPr>
          <p:spPr>
            <a:xfrm>
              <a:off x="6925735" y="3913285"/>
              <a:ext cx="2190764" cy="15508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330" name="吹き出し: 線 329">
            <a:extLst>
              <a:ext uri="{FF2B5EF4-FFF2-40B4-BE49-F238E27FC236}">
                <ns2:creationId id="{359F9F56-A051-ED18-6B25-596887FAFA86}"/>
              </a:ext>
            </a:extLst>
          </p:cNvPr>
          <p:cNvSpPr/>
          <p:nvPr/>
        </p:nvSpPr>
        <p:spPr>
          <a:xfrm>
            <a:off x="9613816" y="3682868"/>
            <a:ext cx="2117882" cy="351400"/>
          </a:xfrm>
          <a:prstGeom prst="borderCallout1">
            <a:avLst>
              <a:gd name="adj1" fmla="val 91212"/>
              <a:gd name="adj2" fmla="val 72799"/>
              <a:gd name="adj3" fmla="val 151525"/>
              <a:gd name="adj4" fmla="val 73965"/>
            </a:avLst>
          </a:prstGeom>
          <a:solidFill>
            <a:schemeClr val="bg1"/>
          </a:solidFill>
          <a:ln w="317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accent5"/>
                </a:solidFill>
                <a:latin typeface="+mn-ea"/>
              </a:rPr>
              <a:t>×</a:t>
            </a: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</p:txBody>
      </p:sp>
      <p:pic>
        <p:nvPicPr>
          <p:cNvPr id="332" name="グラフィックス 331" descr="ドキュメント 単色塗りつぶし">
            <a:extLst>
              <a:ext uri="{FF2B5EF4-FFF2-40B4-BE49-F238E27FC236}">
                <ns2:creationId id="{C864C7BA-E46B-4A12-A1A7-391D0A2EB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0"/>
              </a:ext>
            </a:extLst>
          </a:blip>
          <a:stretch>
            <a:fillRect/>
          </a:stretch>
        </p:blipFill>
        <p:spPr>
          <a:xfrm>
            <a:off x="480568" y="3622567"/>
            <a:ext cx="611538" cy="611538"/>
          </a:xfrm>
          <a:prstGeom prst="rect">
            <a:avLst/>
          </a:prstGeom>
        </p:spPr>
      </p:pic>
      <p:sp>
        <p:nvSpPr>
          <p:cNvPr id="333" name="吹き出し: 線 332">
            <a:extLst>
              <a:ext uri="{FF2B5EF4-FFF2-40B4-BE49-F238E27FC236}">
                <ns2:creationId id="{B6B76DB9-EC15-2CF1-6ECC-542E92D59D2E}"/>
              </a:ext>
            </a:extLst>
          </p:cNvPr>
          <p:cNvSpPr/>
          <p:nvPr/>
        </p:nvSpPr>
        <p:spPr>
          <a:xfrm>
            <a:off x="1101835" y="3622566"/>
            <a:ext cx="1476349" cy="874789"/>
          </a:xfrm>
          <a:prstGeom prst="borderCallout1">
            <a:avLst>
              <a:gd name="adj1" fmla="val 48273"/>
              <a:gd name="adj2" fmla="val -14501"/>
              <a:gd name="adj3" fmla="val 41912"/>
              <a:gd name="adj4" fmla="val -17760"/>
            </a:avLst>
          </a:prstGeom>
          <a:solidFill>
            <a:schemeClr val="bg1"/>
          </a:solidFill>
          <a:ln w="3175">
            <a:solidFill>
              <a:srgbClr val="CC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accent5"/>
              </a:solidFill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accent5"/>
                </a:solidFill>
                <a:latin typeface="+mn-ea"/>
              </a:rPr>
              <a:t>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accent5"/>
                </a:solidFill>
                <a:latin typeface="+mn-ea"/>
              </a:rPr>
              <a:t>※</a:t>
            </a:r>
          </a:p>
        </p:txBody>
      </p:sp>
      <p:sp>
        <p:nvSpPr>
          <p:cNvPr id="334" name="テキスト ボックス 333">
            <a:extLst>
              <a:ext uri="{FF2B5EF4-FFF2-40B4-BE49-F238E27FC236}">
                <ns2:creationId id="{B56BB57A-F035-E174-0BC9-EF37F2D40957}"/>
              </a:ext>
            </a:extLst>
          </p:cNvPr>
          <p:cNvSpPr txBox="1"/>
          <p:nvPr/>
        </p:nvSpPr>
        <p:spPr>
          <a:xfrm>
            <a:off x="253740" y="6337668"/>
            <a:ext cx="2550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XX</a:t>
            </a:r>
            <a:r>
              <a:rPr kumimoji="1" lang="ja-JP" altLang="en-US" sz="1000" dirty="0"/>
              <a:t>XX</a:t>
            </a:r>
            <a:r>
              <a:rPr kumimoji="1" lang="en-US" altLang="ja-JP" sz="1000" dirty="0"/>
              <a:t>×</a:t>
            </a:r>
            <a:r>
              <a:rPr kumimoji="1" lang="ja-JP" altLang="en-US" sz="1000" dirty="0"/>
              <a:t>XX</a:t>
            </a:r>
            <a:r>
              <a:rPr kumimoji="1" lang="en-US" altLang="ja-JP" sz="1000" dirty="0"/>
              <a:t>×</a:t>
            </a:r>
            <a:r>
              <a:rPr kumimoji="1" lang="ja-JP" altLang="en-US" sz="1000" dirty="0"/>
              <a:t>XX</a:t>
            </a:r>
          </a:p>
        </p:txBody>
      </p:sp>
    </p:spTree>
    <p:extLst>
      <p:ext uri="{BB962C8B-B14F-4D97-AF65-F5344CB8AC3E}">
        <ns6:creationId val="2136885672"/>
      </p:ext>
    </p:extLst>
  </p:cSld>
  <p:clrMapOvr>
    <a:masterClrMapping/>
  </p:clrMapOvr>
</p:sld>
</file>

<file path=ppt/slides/slide5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CEE23B9-0641-CE7F-3AF6-84AAF2B4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04C31E-80E6-947E-C155-E29E8930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XX</a:t>
            </a:r>
            <a:br>
              <a:rPr kumimoji="1" lang="en-US" altLang="ja-JP"/>
            </a:br>
            <a:r>
              <a:rPr kumimoji="1" lang="ja-JP" altLang="en-US"/>
              <a:t>XX</a:t>
            </a:r>
            <a:r>
              <a:rPr kumimoji="1" lang="en-US" altLang="ja-JP"/>
              <a:t>)</a:t>
            </a:r>
            <a:r>
              <a:rPr kumimoji="1" lang="ja-JP" altLang="en-US"/>
              <a:t>XX</a:t>
            </a:r>
            <a:r>
              <a:rPr kumimoji="1" lang="en-US" altLang="ja-JP"/>
              <a:t>AI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3260B0F-9713-38A8-7AB9-7711C61B87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1630620"/>
            <a:ext cx="5744007" cy="1096997"/>
          </a:xfrm>
        </p:spPr>
        <p:txBody>
          <a:bodyPr/>
          <a:lstStyle/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457200" lvl="1" indent="0">
              <a:spcBef>
                <a:spcPts val="400"/>
              </a:spcBef>
              <a:buNone/>
            </a:pP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300" dirty="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300" dirty="0">
              <a:solidFill>
                <a:schemeClr val="accent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257300" lvl="2" indent="-342900">
              <a:spcBef>
                <a:spcPts val="400"/>
              </a:spcBef>
              <a:buFont typeface="+mj-lt"/>
              <a:buAutoNum type="arabicPeriod"/>
            </a:pPr>
            <a:endParaRPr kumimoji="1" lang="en-US" altLang="ja-JP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00100" lvl="1" indent="-342900">
              <a:spcBef>
                <a:spcPts val="400"/>
              </a:spcBef>
              <a:buFont typeface="+mj-lt"/>
              <a:buAutoNum type="circleNumDbPlain"/>
            </a:pPr>
            <a:endParaRPr kumimoji="1" lang="ja-JP" alt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7F5113AB-8205-0D0F-EFA9-BC74A012CF93}"/>
              </a:ext>
            </a:extLst>
          </p:cNvPr>
          <p:cNvSpPr/>
          <p:nvPr/>
        </p:nvSpPr>
        <p:spPr>
          <a:xfrm>
            <a:off x="8808719" y="904568"/>
            <a:ext cx="690396" cy="4720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テキスト ボックス 79">
            <a:extLst>
              <a:ext uri="{FF2B5EF4-FFF2-40B4-BE49-F238E27FC236}">
                <ns2:creationId id="{E5A87D5E-8E4A-5640-99E6-FEFD73D0AF10}"/>
              </a:ext>
            </a:extLst>
          </p:cNvPr>
          <p:cNvSpPr txBox="1"/>
          <p:nvPr/>
        </p:nvSpPr>
        <p:spPr>
          <a:xfrm>
            <a:off x="9936886" y="1002096"/>
            <a:ext cx="5758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ns2:creationId id="{2D8BF5E8-758E-FAD1-12F4-639B37151AF4}"/>
              </a:ext>
            </a:extLst>
          </p:cNvPr>
          <p:cNvSpPr txBox="1"/>
          <p:nvPr/>
        </p:nvSpPr>
        <p:spPr>
          <a:xfrm>
            <a:off x="11038084" y="1002096"/>
            <a:ext cx="1052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矢印: 五方向 7">
            <a:extLst>
              <a:ext uri="{FF2B5EF4-FFF2-40B4-BE49-F238E27FC236}">
                <ns2:creationId id="{AFD9DBCE-F233-9AC1-701E-96B9B60F5A41}"/>
              </a:ext>
            </a:extLst>
          </p:cNvPr>
          <p:cNvSpPr/>
          <p:nvPr/>
        </p:nvSpPr>
        <p:spPr>
          <a:xfrm>
            <a:off x="648134" y="1310448"/>
            <a:ext cx="5580000" cy="324762"/>
          </a:xfrm>
          <a:prstGeom prst="homePlate">
            <a:avLst>
              <a:gd name="adj" fmla="val 36595"/>
            </a:avLst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89" name="グループ化 188">
            <a:extLst>
              <a:ext uri="{FF2B5EF4-FFF2-40B4-BE49-F238E27FC236}">
                <ns2:creationId id="{8792E2BC-0516-7801-E31B-2185080D1C3E}"/>
              </a:ext>
            </a:extLst>
          </p:cNvPr>
          <p:cNvGrpSpPr/>
          <p:nvPr/>
        </p:nvGrpSpPr>
        <p:grpSpPr>
          <a:xfrm>
            <a:off x="5935178" y="1140595"/>
            <a:ext cx="5928507" cy="1594372"/>
            <a:chOff x="5935178" y="1140595"/>
            <a:chExt cx="5928507" cy="1594372"/>
          </a:xfrm>
        </p:grpSpPr>
        <p:sp>
          <p:nvSpPr>
            <p:cNvPr id="4" name="テキスト プレースホルダー 2">
              <a:extLst>
                <a:ext uri="{FF2B5EF4-FFF2-40B4-BE49-F238E27FC236}">
                  <ns2:creationId id="{79FE44FE-8303-8CA5-A5BF-FB036FA95637}"/>
                </a:ext>
              </a:extLst>
            </p:cNvPr>
            <p:cNvSpPr txBox="1">
              <a:spLocks/>
            </p:cNvSpPr>
            <p:nvPr/>
          </p:nvSpPr>
          <p:spPr>
            <a:xfrm>
              <a:off x="5935178" y="1623271"/>
              <a:ext cx="5872956" cy="111169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57200" lvl="1" indent="0">
                <a:spcBef>
                  <a:spcPts val="400"/>
                </a:spcBef>
                <a:buNone/>
              </a:pP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3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00100" lvl="1" indent="-342900">
                <a:spcBef>
                  <a:spcPts val="400"/>
                </a:spcBef>
                <a:buFont typeface="+mj-lt"/>
                <a:buAutoNum type="circleNumDbPlain"/>
              </a:pPr>
              <a:endParaRPr lang="en-US" altLang="ja-JP" sz="13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8" name="直線矢印コネクタ 77">
              <a:extLst>
                <a:ext uri="{FF2B5EF4-FFF2-40B4-BE49-F238E27FC236}">
                  <ns2:creationId id="{23CD5C66-66C2-0277-4DC1-1F0EB11EC63B}"/>
                </a:ext>
              </a:extLst>
            </p:cNvPr>
            <p:cNvCxnSpPr/>
            <p:nvPr/>
          </p:nvCxnSpPr>
          <p:spPr>
            <a:xfrm>
              <a:off x="9366658" y="1140596"/>
              <a:ext cx="48638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ns2:creationId id="{539D3745-076F-7053-2904-34152DDD6B1C}"/>
                </a:ext>
              </a:extLst>
            </p:cNvPr>
            <p:cNvCxnSpPr/>
            <p:nvPr/>
          </p:nvCxnSpPr>
          <p:spPr>
            <a:xfrm>
              <a:off x="10551701" y="1140595"/>
              <a:ext cx="48638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矢印: 五方向 11">
              <a:extLst>
                <a:ext uri="{FF2B5EF4-FFF2-40B4-BE49-F238E27FC236}">
                  <ns2:creationId id="{1241D4EF-C37B-46F7-543A-A2B4448F8B05}"/>
                </a:ext>
              </a:extLst>
            </p:cNvPr>
            <p:cNvSpPr/>
            <p:nvPr/>
          </p:nvSpPr>
          <p:spPr>
            <a:xfrm>
              <a:off x="6283685" y="1310448"/>
              <a:ext cx="5580000" cy="324762"/>
            </a:xfrm>
            <a:prstGeom prst="homePlate">
              <a:avLst>
                <a:gd name="adj" fmla="val 36595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" name="グループ化 4">
            <a:extLst>
              <a:ext uri="{FF2B5EF4-FFF2-40B4-BE49-F238E27FC236}">
                <ns2:creationId id="{03B1C2DE-9062-E5D4-D183-7EAF1E24D8FA}"/>
              </a:ext>
            </a:extLst>
          </p:cNvPr>
          <p:cNvGrpSpPr/>
          <p:nvPr/>
        </p:nvGrpSpPr>
        <p:grpSpPr>
          <a:xfrm>
            <a:off x="352527" y="1635210"/>
            <a:ext cx="216000" cy="943619"/>
            <a:chOff x="352527" y="1635210"/>
            <a:chExt cx="216000" cy="943619"/>
          </a:xfrm>
        </p:grpSpPr>
        <p:sp>
          <p:nvSpPr>
            <p:cNvPr id="18" name="正方形/長方形 17">
              <a:extLst>
                <a:ext uri="{FF2B5EF4-FFF2-40B4-BE49-F238E27FC236}">
                  <ns2:creationId id="{82B39EC1-9C54-9383-4FAB-7E8F981CC9BB}"/>
                </a:ext>
              </a:extLst>
            </p:cNvPr>
            <p:cNvSpPr/>
            <p:nvPr/>
          </p:nvSpPr>
          <p:spPr>
            <a:xfrm>
              <a:off x="352527" y="163521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4D7C5372-EADD-ACBF-8CFE-7D87DC1E2397}"/>
                </a:ext>
              </a:extLst>
            </p:cNvPr>
            <p:cNvSpPr/>
            <p:nvPr/>
          </p:nvSpPr>
          <p:spPr>
            <a:xfrm>
              <a:off x="352527" y="187775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71781BEB-CD2E-28F9-A708-B96B4BD92205}"/>
                </a:ext>
              </a:extLst>
            </p:cNvPr>
            <p:cNvSpPr/>
            <p:nvPr/>
          </p:nvSpPr>
          <p:spPr>
            <a:xfrm>
              <a:off x="352527" y="212029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E90C8FC2-B5F8-1E24-D6B1-098647E7BA08}"/>
                </a:ext>
              </a:extLst>
            </p:cNvPr>
            <p:cNvSpPr/>
            <p:nvPr/>
          </p:nvSpPr>
          <p:spPr>
            <a:xfrm>
              <a:off x="352527" y="2362829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91" name="グループ化 190">
            <a:extLst>
              <a:ext uri="{FF2B5EF4-FFF2-40B4-BE49-F238E27FC236}">
                <ns2:creationId id="{D3BA16BF-284E-33DC-2DE7-CDFA03810325}"/>
              </a:ext>
            </a:extLst>
          </p:cNvPr>
          <p:cNvGrpSpPr/>
          <p:nvPr/>
        </p:nvGrpSpPr>
        <p:grpSpPr>
          <a:xfrm>
            <a:off x="7733416" y="2494727"/>
            <a:ext cx="4106056" cy="3860110"/>
            <a:chOff x="7733416" y="2494727"/>
            <a:chExt cx="4106056" cy="3860110"/>
          </a:xfrm>
        </p:grpSpPr>
        <p:sp>
          <p:nvSpPr>
            <p:cNvPr id="34" name="正方形/長方形 33">
              <a:extLst>
                <a:ext uri="{FF2B5EF4-FFF2-40B4-BE49-F238E27FC236}">
                  <ns2:creationId id="{0AD0985C-1007-523B-9246-403D269D46E2}"/>
                </a:ext>
              </a:extLst>
            </p:cNvPr>
            <p:cNvSpPr/>
            <p:nvPr/>
          </p:nvSpPr>
          <p:spPr>
            <a:xfrm>
              <a:off x="7987769" y="3866548"/>
              <a:ext cx="1128775" cy="775127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4" name="直線矢印コネクタ 123">
              <a:extLst>
                <a:ext uri="{FF2B5EF4-FFF2-40B4-BE49-F238E27FC236}">
                  <ns2:creationId id="{0449FD09-1F30-6BFC-2225-806686E85485}"/>
                </a:ext>
              </a:extLst>
            </p:cNvPr>
            <p:cNvCxnSpPr>
              <a:cxnSpLocks/>
            </p:cNvCxnSpPr>
            <p:nvPr/>
          </p:nvCxnSpPr>
          <p:spPr>
            <a:xfrm>
              <a:off x="8539683" y="3241176"/>
              <a:ext cx="0" cy="6337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9" name="Picture 2" descr="サテライトオフィス・Dify(AI開発ツール)導入支援">
              <a:extLst>
                <a:ext uri="{FF2B5EF4-FFF2-40B4-BE49-F238E27FC236}">
                  <ns2:creationId id="{22CE204B-35CF-53B0-4E95-2A974D12D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ns4:useLocalDpi val="0"/>
                </a:ext>
              </a:extLst>
            </a:blip>
            <a:srcRect r="67766"/>
            <a:stretch/>
          </p:blipFill>
          <p:spPr bwMode="auto">
            <a:xfrm>
              <a:off x="9277507" y="4310079"/>
              <a:ext cx="520914" cy="546233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sp>
          <p:nvSpPr>
            <p:cNvPr id="130" name="テキスト ボックス 129">
              <a:extLst>
                <a:ext uri="{FF2B5EF4-FFF2-40B4-BE49-F238E27FC236}">
                  <ns2:creationId id="{A8AE8DED-0F69-F437-DF99-1FFEC19E0BBA}"/>
                </a:ext>
              </a:extLst>
            </p:cNvPr>
            <p:cNvSpPr txBox="1"/>
            <p:nvPr/>
          </p:nvSpPr>
          <p:spPr>
            <a:xfrm>
              <a:off x="9779311" y="4349587"/>
              <a:ext cx="9060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テキスト ボックス 131">
              <a:extLst>
                <a:ext uri="{FF2B5EF4-FFF2-40B4-BE49-F238E27FC236}">
                  <ns2:creationId id="{544C39D6-6C06-CEA3-E686-1266F9E70731}"/>
                </a:ext>
              </a:extLst>
            </p:cNvPr>
            <p:cNvSpPr txBox="1"/>
            <p:nvPr/>
          </p:nvSpPr>
          <p:spPr>
            <a:xfrm>
              <a:off x="10707165" y="4339191"/>
              <a:ext cx="1132307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D5F9DDA6-00FA-2EF0-815A-0423467F7298}"/>
                </a:ext>
              </a:extLst>
            </p:cNvPr>
            <p:cNvSpPr txBox="1"/>
            <p:nvPr/>
          </p:nvSpPr>
          <p:spPr>
            <a:xfrm>
              <a:off x="9869783" y="4939431"/>
              <a:ext cx="1909302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E6B8CEC7-FB20-58B4-975D-3BC7A330DD68}"/>
                </a:ext>
              </a:extLst>
            </p:cNvPr>
            <p:cNvSpPr/>
            <p:nvPr/>
          </p:nvSpPr>
          <p:spPr>
            <a:xfrm>
              <a:off x="7990373" y="4739024"/>
              <a:ext cx="1128775" cy="474489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40" name="Picture 6" descr="Sharepoint アイコン、ロゴ、シンボル – 無料ダウンロード PNG、SVG">
              <a:extLst>
                <a:ext uri="{FF2B5EF4-FFF2-40B4-BE49-F238E27FC236}">
                  <ns2:creationId id="{827EA58B-A6FA-B35B-2959-8426733CE8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04929" y="4912844"/>
              <a:ext cx="672486" cy="672486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grpSp>
          <p:nvGrpSpPr>
            <p:cNvPr id="168" name="グループ化 167">
              <a:extLst>
                <a:ext uri="{FF2B5EF4-FFF2-40B4-BE49-F238E27FC236}">
                  <ns2:creationId id="{CA34BE4D-4BF3-F330-6A70-529D445C84C3}"/>
                </a:ext>
              </a:extLst>
            </p:cNvPr>
            <p:cNvGrpSpPr/>
            <p:nvPr/>
          </p:nvGrpSpPr>
          <p:grpSpPr>
            <a:xfrm>
              <a:off x="8118668" y="5205114"/>
              <a:ext cx="997769" cy="270009"/>
              <a:chOff x="1506720" y="5379397"/>
              <a:chExt cx="997769" cy="270009"/>
            </a:xfrm>
          </p:grpSpPr>
          <p:cxnSp>
            <p:nvCxnSpPr>
              <p:cNvPr id="169" name="直線矢印コネクタ 168">
                <a:extLst>
                  <a:ext uri="{FF2B5EF4-FFF2-40B4-BE49-F238E27FC236}">
                    <ns2:creationId id="{B5DB5E59-159A-9742-BFAC-B869DDED3C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0" name="テキスト ボックス 169">
                <a:extLst>
                  <a:ext uri="{FF2B5EF4-FFF2-40B4-BE49-F238E27FC236}">
                    <ns2:creationId id="{85F761DF-0103-C85B-A79A-D595FCD1C596}"/>
                  </a:ext>
                </a:extLst>
              </p:cNvPr>
              <p:cNvSpPr txBox="1"/>
              <p:nvPr/>
            </p:nvSpPr>
            <p:spPr>
              <a:xfrm>
                <a:off x="1604553" y="538779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60" name="正方形/長方形 59">
              <a:extLst>
                <a:ext uri="{FF2B5EF4-FFF2-40B4-BE49-F238E27FC236}">
                  <ns2:creationId id="{DAA8C21F-DD14-4567-D827-BD1E5B0B539A}"/>
                </a:ext>
              </a:extLst>
            </p:cNvPr>
            <p:cNvSpPr/>
            <p:nvPr/>
          </p:nvSpPr>
          <p:spPr>
            <a:xfrm>
              <a:off x="7994591" y="2985375"/>
              <a:ext cx="1128775" cy="29335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1" name="図 60">
              <a:extLst>
                <a:ext uri="{FF2B5EF4-FFF2-40B4-BE49-F238E27FC236}">
                  <ns2:creationId id="{E5632E1A-A837-0008-3A9F-FE2F554FB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33978" y="2727617"/>
              <a:ext cx="1541896" cy="685382"/>
            </a:xfrm>
            <a:prstGeom prst="rect">
              <a:avLst/>
            </a:prstGeom>
          </p:spPr>
        </p:pic>
        <p:pic>
          <p:nvPicPr>
            <p:cNvPr id="62" name="グラフィックス 61" descr="ユーザー 単色塗りつぶし">
              <a:extLst>
                <a:ext uri="{FF2B5EF4-FFF2-40B4-BE49-F238E27FC236}">
                  <ns2:creationId id="{E94644CE-8AFB-C18B-35F9-6D4E65697F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tretch>
              <a:fillRect/>
            </a:stretch>
          </p:blipFill>
          <p:spPr>
            <a:xfrm>
              <a:off x="8323033" y="2494727"/>
              <a:ext cx="540000" cy="540000"/>
            </a:xfrm>
            <a:prstGeom prst="rect">
              <a:avLst/>
            </a:prstGeom>
          </p:spPr>
        </p:pic>
        <p:sp>
          <p:nvSpPr>
            <p:cNvPr id="63" name="テキスト ボックス 62">
              <a:extLst>
                <a:ext uri="{FF2B5EF4-FFF2-40B4-BE49-F238E27FC236}">
                  <ns2:creationId id="{5DEF402D-934C-60F2-1EE9-D4B32A502A35}"/>
                </a:ext>
              </a:extLst>
            </p:cNvPr>
            <p:cNvSpPr txBox="1"/>
            <p:nvPr/>
          </p:nvSpPr>
          <p:spPr>
            <a:xfrm>
              <a:off x="8840896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2354C82B-DDE8-A987-6E1B-A4825702CDF3}"/>
                </a:ext>
              </a:extLst>
            </p:cNvPr>
            <p:cNvGrpSpPr/>
            <p:nvPr/>
          </p:nvGrpSpPr>
          <p:grpSpPr>
            <a:xfrm>
              <a:off x="7835718" y="5479160"/>
              <a:ext cx="734141" cy="875677"/>
              <a:chOff x="626585" y="5479160"/>
              <a:chExt cx="734141" cy="875677"/>
            </a:xfrm>
          </p:grpSpPr>
          <p:sp>
            <p:nvSpPr>
              <p:cNvPr id="66" name="テキスト ボックス 65">
                <a:extLst>
                  <a:ext uri="{FF2B5EF4-FFF2-40B4-BE49-F238E27FC236}">
                    <ns2:creationId id="{0D7B90C2-6F10-53EE-1571-0D81A65678D6}"/>
                  </a:ext>
                </a:extLst>
              </p:cNvPr>
              <p:cNvSpPr txBox="1"/>
              <p:nvPr/>
            </p:nvSpPr>
            <p:spPr>
              <a:xfrm>
                <a:off x="707074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テキスト ボックス 67">
                <a:extLst>
                  <a:ext uri="{FF2B5EF4-FFF2-40B4-BE49-F238E27FC236}">
                    <ns2:creationId id="{1DB1F955-E02B-C4B0-8C09-EFC73932E3BA}"/>
                  </a:ext>
                </a:extLst>
              </p:cNvPr>
              <p:cNvSpPr txBox="1"/>
              <p:nvPr/>
            </p:nvSpPr>
            <p:spPr>
              <a:xfrm>
                <a:off x="626585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0" name="グラフィックス 69" descr="ユーザー 単色塗りつぶし">
                <a:extLst>
                  <a:ext uri="{FF2B5EF4-FFF2-40B4-BE49-F238E27FC236}">
                    <ns2:creationId id="{F1D7BB8D-1B3A-815A-35BC-557855BCD3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77655" y="5479160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E26C9E55-9FB4-9103-B334-AF42659D20B1}"/>
                </a:ext>
              </a:extLst>
            </p:cNvPr>
            <p:cNvGrpSpPr/>
            <p:nvPr/>
          </p:nvGrpSpPr>
          <p:grpSpPr>
            <a:xfrm>
              <a:off x="8395768" y="5479160"/>
              <a:ext cx="734141" cy="875677"/>
              <a:chOff x="1113614" y="5479160"/>
              <a:chExt cx="734141" cy="875677"/>
            </a:xfrm>
          </p:grpSpPr>
          <p:sp>
            <p:nvSpPr>
              <p:cNvPr id="75" name="テキスト ボックス 74">
                <a:extLst>
                  <a:ext uri="{FF2B5EF4-FFF2-40B4-BE49-F238E27FC236}">
                    <ns2:creationId id="{2C2C3881-E290-535A-8C80-2393A58FBA61}"/>
                  </a:ext>
                </a:extLst>
              </p:cNvPr>
              <p:cNvSpPr txBox="1"/>
              <p:nvPr/>
            </p:nvSpPr>
            <p:spPr>
              <a:xfrm>
                <a:off x="1194103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F5535C14-1BD1-4684-8A2B-56DADD110B84}"/>
                  </a:ext>
                </a:extLst>
              </p:cNvPr>
              <p:cNvSpPr txBox="1"/>
              <p:nvPr/>
            </p:nvSpPr>
            <p:spPr>
              <a:xfrm>
                <a:off x="1113614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7" name="グラフィックス 106" descr="ユーザー 単色塗りつぶし">
                <a:extLst>
                  <a:ext uri="{FF2B5EF4-FFF2-40B4-BE49-F238E27FC236}">
                    <ns2:creationId id="{C9EA1CA6-7E1A-4BC7-15D3-84AA6B11B6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64684" y="5479160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108" name="左中かっこ 107">
              <a:extLst>
                <a:ext uri="{FF2B5EF4-FFF2-40B4-BE49-F238E27FC236}">
                  <ns2:creationId id="{904C6DCB-ABB2-9E1A-4364-EB8C68FF2AB2}"/>
                </a:ext>
              </a:extLst>
            </p:cNvPr>
            <p:cNvSpPr/>
            <p:nvPr/>
          </p:nvSpPr>
          <p:spPr>
            <a:xfrm>
              <a:off x="7733416" y="3241176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左中かっこ 108">
              <a:extLst>
                <a:ext uri="{FF2B5EF4-FFF2-40B4-BE49-F238E27FC236}">
                  <ns2:creationId id="{CE3D3D92-7416-5B8E-3FB5-06EB0E521201}"/>
                </a:ext>
              </a:extLst>
            </p:cNvPr>
            <p:cNvSpPr/>
            <p:nvPr/>
          </p:nvSpPr>
          <p:spPr>
            <a:xfrm>
              <a:off x="7747431" y="3903754"/>
              <a:ext cx="125253" cy="973340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左中かっこ 110">
              <a:extLst>
                <a:ext uri="{FF2B5EF4-FFF2-40B4-BE49-F238E27FC236}">
                  <ns2:creationId id="{10CA2E34-E602-B942-7336-CC78E6A369FF}"/>
                </a:ext>
              </a:extLst>
            </p:cNvPr>
            <p:cNvSpPr/>
            <p:nvPr/>
          </p:nvSpPr>
          <p:spPr>
            <a:xfrm>
              <a:off x="7733416" y="4923541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左中かっこ 112">
              <a:extLst>
                <a:ext uri="{FF2B5EF4-FFF2-40B4-BE49-F238E27FC236}">
                  <ns2:creationId id="{343C2C5D-2B37-1B81-EE89-4AD53F6E7795}"/>
                </a:ext>
              </a:extLst>
            </p:cNvPr>
            <p:cNvSpPr/>
            <p:nvPr/>
          </p:nvSpPr>
          <p:spPr>
            <a:xfrm>
              <a:off x="7733416" y="5622103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" name="四角形: 角を丸くする 12">
            <a:extLst>
              <a:ext uri="{FF2B5EF4-FFF2-40B4-BE49-F238E27FC236}">
                <ns2:creationId id="{02EBEDF7-8C9A-70E4-04DE-29F554837013}"/>
              </a:ext>
            </a:extLst>
          </p:cNvPr>
          <p:cNvSpPr/>
          <p:nvPr/>
        </p:nvSpPr>
        <p:spPr>
          <a:xfrm>
            <a:off x="5635997" y="3374517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90" name="グループ化 189">
            <a:extLst>
              <a:ext uri="{FF2B5EF4-FFF2-40B4-BE49-F238E27FC236}">
                <ns2:creationId id="{CCDAC973-3B68-0C5C-3AE2-115DB0B7BF14}"/>
              </a:ext>
            </a:extLst>
          </p:cNvPr>
          <p:cNvGrpSpPr/>
          <p:nvPr/>
        </p:nvGrpSpPr>
        <p:grpSpPr>
          <a:xfrm>
            <a:off x="352527" y="2494727"/>
            <a:ext cx="5156032" cy="3860110"/>
            <a:chOff x="352527" y="2494727"/>
            <a:chExt cx="5156032" cy="3860110"/>
          </a:xfrm>
        </p:grpSpPr>
        <p:sp>
          <p:nvSpPr>
            <p:cNvPr id="9" name="正方形/長方形 8">
              <a:extLst>
                <a:ext uri="{FF2B5EF4-FFF2-40B4-BE49-F238E27FC236}">
                  <ns2:creationId id="{ECD5D4D3-496C-8EEC-2941-9BA05CC1469F}"/>
                </a:ext>
              </a:extLst>
            </p:cNvPr>
            <p:cNvSpPr/>
            <p:nvPr/>
          </p:nvSpPr>
          <p:spPr>
            <a:xfrm>
              <a:off x="777655" y="3893012"/>
              <a:ext cx="1128775" cy="794581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49EA5383-59F9-A5C9-53B9-47F811B89653}"/>
                </a:ext>
              </a:extLst>
            </p:cNvPr>
            <p:cNvSpPr/>
            <p:nvPr/>
          </p:nvSpPr>
          <p:spPr>
            <a:xfrm>
              <a:off x="2270085" y="3893013"/>
              <a:ext cx="1128775" cy="786780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5921F7F7-4B8A-2810-2B1C-A07A15F21037}"/>
                </a:ext>
              </a:extLst>
            </p:cNvPr>
            <p:cNvSpPr/>
            <p:nvPr/>
          </p:nvSpPr>
          <p:spPr>
            <a:xfrm>
              <a:off x="3748163" y="3902739"/>
              <a:ext cx="1128775" cy="1269141"/>
            </a:xfrm>
            <a:prstGeom prst="rect">
              <a:avLst/>
            </a:prstGeom>
            <a:solidFill>
              <a:srgbClr val="008000">
                <a:alpha val="3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ns2:creationId id="{82F281E1-10BB-5F36-0EEC-88598EB4CDE1}"/>
                </a:ext>
              </a:extLst>
            </p:cNvPr>
            <p:cNvSpPr txBox="1"/>
            <p:nvPr/>
          </p:nvSpPr>
          <p:spPr>
            <a:xfrm>
              <a:off x="792006" y="4118502"/>
              <a:ext cx="1128776" cy="4154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ns2:creationId id="{26976962-89B4-1FD4-CE39-8EB0ADFDB910}"/>
                </a:ext>
              </a:extLst>
            </p:cNvPr>
            <p:cNvSpPr txBox="1"/>
            <p:nvPr/>
          </p:nvSpPr>
          <p:spPr>
            <a:xfrm>
              <a:off x="3796366" y="4123748"/>
              <a:ext cx="1128776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Font typeface="Arial" panose="020B0604020202020204" pitchFamily="34" charset="0"/>
                <a:buChar char="•"/>
              </a:pPr>
              <a:r>
                <a:rPr lang="ja-JP" altLang="en-US" sz="10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" name="コネクタ: カギ線 23">
              <a:extLst>
                <a:ext uri="{FF2B5EF4-FFF2-40B4-BE49-F238E27FC236}">
                  <ns2:creationId id="{C5A01BD9-F5A9-7D75-4B78-E33AE7A3FE56}"/>
                </a:ext>
              </a:extLst>
            </p:cNvPr>
            <p:cNvCxnSpPr>
              <a:cxnSpLocks/>
              <a:stCxn id="47" idx="2"/>
              <a:endCxn id="9" idx="0"/>
            </p:cNvCxnSpPr>
            <p:nvPr/>
          </p:nvCxnSpPr>
          <p:spPr>
            <a:xfrm rot="5400000">
              <a:off x="1780609" y="2840164"/>
              <a:ext cx="614283" cy="1491413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コネクタ: カギ線 24">
              <a:extLst>
                <a:ext uri="{FF2B5EF4-FFF2-40B4-BE49-F238E27FC236}">
                  <ns2:creationId id="{EC62FDE9-4889-0928-0E17-5380F768A228}"/>
                </a:ext>
              </a:extLst>
            </p:cNvPr>
            <p:cNvCxnSpPr>
              <a:cxnSpLocks/>
              <a:stCxn id="47" idx="2"/>
              <a:endCxn id="11" idx="0"/>
            </p:cNvCxnSpPr>
            <p:nvPr/>
          </p:nvCxnSpPr>
          <p:spPr>
            <a:xfrm rot="16200000" flipH="1">
              <a:off x="3260998" y="2851186"/>
              <a:ext cx="624010" cy="14790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コネクタ: カギ線 28">
              <a:extLst>
                <a:ext uri="{FF2B5EF4-FFF2-40B4-BE49-F238E27FC236}">
                  <ns2:creationId id="{0C838B2F-545F-6577-70E0-785DFE472910}"/>
                </a:ext>
              </a:extLst>
            </p:cNvPr>
            <p:cNvCxnSpPr>
              <a:cxnSpLocks/>
              <a:stCxn id="47" idx="2"/>
              <a:endCxn id="10" idx="0"/>
            </p:cNvCxnSpPr>
            <p:nvPr/>
          </p:nvCxnSpPr>
          <p:spPr>
            <a:xfrm rot="16200000" flipH="1">
              <a:off x="2526822" y="3585362"/>
              <a:ext cx="614284" cy="101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ns2:creationId id="{40301FE0-D806-093A-6CC8-E6F836F4D765}"/>
                </a:ext>
              </a:extLst>
            </p:cNvPr>
            <p:cNvSpPr/>
            <p:nvPr/>
          </p:nvSpPr>
          <p:spPr>
            <a:xfrm>
              <a:off x="2269068" y="2985375"/>
              <a:ext cx="1128775" cy="29335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5" name="コネクタ: カギ線 54">
              <a:extLst>
                <a:ext uri="{FF2B5EF4-FFF2-40B4-BE49-F238E27FC236}">
                  <ns2:creationId id="{00E03045-A000-66A7-945C-D6023F75B45B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rot="16200000" flipH="1">
              <a:off x="3227860" y="4286406"/>
              <a:ext cx="126917" cy="913690"/>
            </a:xfrm>
            <a:prstGeom prst="bentConnector2">
              <a:avLst/>
            </a:prstGeom>
            <a:ln w="9525">
              <a:solidFill>
                <a:srgbClr val="008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8CF5F55C-8225-582A-E77B-609338862002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rot="16200000" flipH="1">
              <a:off x="2366418" y="3663218"/>
              <a:ext cx="357371" cy="2406120"/>
            </a:xfrm>
            <a:prstGeom prst="bentConnector2">
              <a:avLst/>
            </a:prstGeom>
            <a:ln w="9525">
              <a:solidFill>
                <a:srgbClr val="008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BFF69465-2D81-650C-32D1-1056CDF212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7864" y="3585870"/>
              <a:ext cx="0" cy="289042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ns2:creationId id="{01A609F9-F38E-A87B-9347-2BD30FDB05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13821" y="3604286"/>
              <a:ext cx="0" cy="275889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テキスト ボックス 68">
              <a:extLst>
                <a:ext uri="{FF2B5EF4-FFF2-40B4-BE49-F238E27FC236}">
                  <ns2:creationId id="{41D85680-E0BE-E20F-3E1B-FA29FC23B117}"/>
                </a:ext>
              </a:extLst>
            </p:cNvPr>
            <p:cNvSpPr txBox="1"/>
            <p:nvPr/>
          </p:nvSpPr>
          <p:spPr>
            <a:xfrm>
              <a:off x="2397943" y="3289814"/>
              <a:ext cx="7704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2" name="直線矢印コネクタ 71">
              <a:extLst>
                <a:ext uri="{FF2B5EF4-FFF2-40B4-BE49-F238E27FC236}">
                  <ns2:creationId id="{F194C0A8-9289-6BB6-34EB-6DF831D43A4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58283" y="3585870"/>
              <a:ext cx="2642" cy="32400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テキスト ボックス 92">
              <a:extLst>
                <a:ext uri="{FF2B5EF4-FFF2-40B4-BE49-F238E27FC236}">
                  <ns2:creationId id="{5EB6EC86-C840-6C47-A481-A0ADD0EE8867}"/>
                </a:ext>
              </a:extLst>
            </p:cNvPr>
            <p:cNvSpPr txBox="1"/>
            <p:nvPr/>
          </p:nvSpPr>
          <p:spPr>
            <a:xfrm>
              <a:off x="1631763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テキスト ボックス 115">
              <a:extLst>
                <a:ext uri="{FF2B5EF4-FFF2-40B4-BE49-F238E27FC236}">
                  <ns2:creationId id="{5BB95640-2CCA-4C59-3F0B-E29EDA741AC7}"/>
                </a:ext>
              </a:extLst>
            </p:cNvPr>
            <p:cNvSpPr txBox="1"/>
            <p:nvPr/>
          </p:nvSpPr>
          <p:spPr>
            <a:xfrm>
              <a:off x="2128175" y="5882189"/>
              <a:ext cx="7070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テキスト ボックス 111">
              <a:extLst>
                <a:ext uri="{FF2B5EF4-FFF2-40B4-BE49-F238E27FC236}">
                  <ns2:creationId id="{1CFB6901-463B-174B-765C-E6616EB26C8A}"/>
                </a:ext>
              </a:extLst>
            </p:cNvPr>
            <p:cNvSpPr txBox="1"/>
            <p:nvPr/>
          </p:nvSpPr>
          <p:spPr>
            <a:xfrm>
              <a:off x="2659845" y="5882185"/>
              <a:ext cx="7070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テキスト ボックス 109">
              <a:extLst>
                <a:ext uri="{FF2B5EF4-FFF2-40B4-BE49-F238E27FC236}">
                  <ns2:creationId id="{187E7537-F6BF-E450-8CE2-883ED9E061EE}"/>
                </a:ext>
              </a:extLst>
            </p:cNvPr>
            <p:cNvSpPr txBox="1"/>
            <p:nvPr/>
          </p:nvSpPr>
          <p:spPr>
            <a:xfrm>
              <a:off x="3138976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33" name="図 132">
              <a:extLst>
                <a:ext uri="{FF2B5EF4-FFF2-40B4-BE49-F238E27FC236}">
                  <ns2:creationId id="{9B19F148-0E9B-40A1-C07E-EBD4BEC4D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08455" y="2727617"/>
              <a:ext cx="1541896" cy="685382"/>
            </a:xfrm>
            <a:prstGeom prst="rect">
              <a:avLst/>
            </a:prstGeom>
          </p:spPr>
        </p:pic>
        <p:grpSp>
          <p:nvGrpSpPr>
            <p:cNvPr id="161" name="グループ化 160">
              <a:extLst>
                <a:ext uri="{FF2B5EF4-FFF2-40B4-BE49-F238E27FC236}">
                  <ns2:creationId id="{F38E4B0F-7B60-F975-6D80-0C05382C19DB}"/>
                </a:ext>
              </a:extLst>
            </p:cNvPr>
            <p:cNvGrpSpPr/>
            <p:nvPr/>
          </p:nvGrpSpPr>
          <p:grpSpPr>
            <a:xfrm>
              <a:off x="1216531" y="5160059"/>
              <a:ext cx="948730" cy="261610"/>
              <a:chOff x="1506720" y="5367576"/>
              <a:chExt cx="948730" cy="261610"/>
            </a:xfrm>
          </p:grpSpPr>
          <p:cxnSp>
            <p:nvCxnSpPr>
              <p:cNvPr id="156" name="直線矢印コネクタ 155">
                <a:extLst>
                  <a:ext uri="{FF2B5EF4-FFF2-40B4-BE49-F238E27FC236}">
                    <ns2:creationId id="{68EE3B52-0505-1526-9805-16E934AE62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テキスト ボックス 159">
                <a:extLst>
                  <a:ext uri="{FF2B5EF4-FFF2-40B4-BE49-F238E27FC236}">
                    <ns2:creationId id="{6780994A-9FC8-B96C-AAB9-A10E8D217A77}"/>
                  </a:ext>
                </a:extLst>
              </p:cNvPr>
              <p:cNvSpPr txBox="1"/>
              <p:nvPr/>
            </p:nvSpPr>
            <p:spPr>
              <a:xfrm>
                <a:off x="1555514" y="536757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62" name="グループ化 161">
              <a:extLst>
                <a:ext uri="{FF2B5EF4-FFF2-40B4-BE49-F238E27FC236}">
                  <ns2:creationId id="{6737B15B-669F-402D-80B3-F1DE81EDBCDD}"/>
                </a:ext>
              </a:extLst>
            </p:cNvPr>
            <p:cNvGrpSpPr/>
            <p:nvPr/>
          </p:nvGrpSpPr>
          <p:grpSpPr>
            <a:xfrm>
              <a:off x="2442118" y="5160059"/>
              <a:ext cx="948730" cy="261610"/>
              <a:chOff x="1506720" y="5367576"/>
              <a:chExt cx="948730" cy="261610"/>
            </a:xfrm>
          </p:grpSpPr>
          <p:cxnSp>
            <p:nvCxnSpPr>
              <p:cNvPr id="163" name="直線矢印コネクタ 162">
                <a:extLst>
                  <a:ext uri="{FF2B5EF4-FFF2-40B4-BE49-F238E27FC236}">
                    <ns2:creationId id="{63548E78-5EC0-E116-7FA9-62FFC73DE6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テキスト ボックス 163">
                <a:extLst>
                  <a:ext uri="{FF2B5EF4-FFF2-40B4-BE49-F238E27FC236}">
                    <ns2:creationId id="{E871D40F-89CB-85CE-52F1-0F5879B4D3A3}"/>
                  </a:ext>
                </a:extLst>
              </p:cNvPr>
              <p:cNvSpPr txBox="1"/>
              <p:nvPr/>
            </p:nvSpPr>
            <p:spPr>
              <a:xfrm>
                <a:off x="1555514" y="536757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65" name="グループ化 164">
              <a:extLst>
                <a:ext uri="{FF2B5EF4-FFF2-40B4-BE49-F238E27FC236}">
                  <ns2:creationId id="{B4A9927D-A2ED-92F7-3926-1321C9830764}"/>
                </a:ext>
              </a:extLst>
            </p:cNvPr>
            <p:cNvGrpSpPr/>
            <p:nvPr/>
          </p:nvGrpSpPr>
          <p:grpSpPr>
            <a:xfrm>
              <a:off x="3811916" y="5160059"/>
              <a:ext cx="948730" cy="261610"/>
              <a:chOff x="1506720" y="5367576"/>
              <a:chExt cx="948730" cy="261610"/>
            </a:xfrm>
          </p:grpSpPr>
          <p:cxnSp>
            <p:nvCxnSpPr>
              <p:cNvPr id="166" name="直線矢印コネクタ 165">
                <a:extLst>
                  <a:ext uri="{FF2B5EF4-FFF2-40B4-BE49-F238E27FC236}">
                    <ns2:creationId id="{1C80B955-C2CF-2632-946A-EF69810539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06720" y="5379397"/>
                <a:ext cx="0" cy="226715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テキスト ボックス 166">
                <a:extLst>
                  <a:ext uri="{FF2B5EF4-FFF2-40B4-BE49-F238E27FC236}">
                    <ns2:creationId id="{8C2A930F-EF66-410D-6F1D-D55F967D38B2}"/>
                  </a:ext>
                </a:extLst>
              </p:cNvPr>
              <p:cNvSpPr txBox="1"/>
              <p:nvPr/>
            </p:nvSpPr>
            <p:spPr>
              <a:xfrm>
                <a:off x="1555514" y="5367576"/>
                <a:ext cx="8999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6" name="正方形/長方形 25">
              <a:extLst>
                <a:ext uri="{FF2B5EF4-FFF2-40B4-BE49-F238E27FC236}">
                  <ns2:creationId id="{9E5899CC-D19A-B228-C4E3-48DFB222BE10}"/>
                </a:ext>
              </a:extLst>
            </p:cNvPr>
            <p:cNvSpPr/>
            <p:nvPr/>
          </p:nvSpPr>
          <p:spPr>
            <a:xfrm>
              <a:off x="352527" y="3755194"/>
              <a:ext cx="216000" cy="154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BFF74263-6157-0459-78AB-5353944B0AD0}"/>
                </a:ext>
              </a:extLst>
            </p:cNvPr>
            <p:cNvSpPr/>
            <p:nvPr/>
          </p:nvSpPr>
          <p:spPr>
            <a:xfrm>
              <a:off x="352527" y="5379150"/>
              <a:ext cx="216000" cy="936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5" name="グラフィックス 34" descr="ユーザー 単色塗りつぶし">
              <a:extLst>
                <a:ext uri="{FF2B5EF4-FFF2-40B4-BE49-F238E27FC236}">
                  <ns2:creationId id="{EBB79B41-2415-1B86-D855-BBB3379A35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tretch>
              <a:fillRect/>
            </a:stretch>
          </p:blipFill>
          <p:spPr>
            <a:xfrm>
              <a:off x="2597510" y="2494727"/>
              <a:ext cx="540000" cy="540000"/>
            </a:xfrm>
            <a:prstGeom prst="rect">
              <a:avLst/>
            </a:prstGeom>
          </p:spPr>
        </p:pic>
        <p:grpSp>
          <p:nvGrpSpPr>
            <p:cNvPr id="38" name="グループ化 37">
              <a:extLst>
                <a:ext uri="{FF2B5EF4-FFF2-40B4-BE49-F238E27FC236}">
                  <ns2:creationId id="{CE2A7A0B-2466-5DF0-517C-F184ACBE545D}"/>
                </a:ext>
              </a:extLst>
            </p:cNvPr>
            <p:cNvGrpSpPr/>
            <p:nvPr/>
          </p:nvGrpSpPr>
          <p:grpSpPr>
            <a:xfrm>
              <a:off x="626585" y="5479160"/>
              <a:ext cx="734141" cy="875677"/>
              <a:chOff x="626585" y="5479160"/>
              <a:chExt cx="734141" cy="875677"/>
            </a:xfrm>
          </p:grpSpPr>
          <p:sp>
            <p:nvSpPr>
              <p:cNvPr id="86" name="テキスト ボックス 85">
                <a:extLst>
                  <a:ext uri="{FF2B5EF4-FFF2-40B4-BE49-F238E27FC236}">
                    <ns2:creationId id="{F8DC614F-4268-7D37-C46B-B3F19B8C4FDF}"/>
                  </a:ext>
                </a:extLst>
              </p:cNvPr>
              <p:cNvSpPr txBox="1"/>
              <p:nvPr/>
            </p:nvSpPr>
            <p:spPr>
              <a:xfrm>
                <a:off x="707074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2" name="テキスト ボックス 171">
                <a:extLst>
                  <a:ext uri="{FF2B5EF4-FFF2-40B4-BE49-F238E27FC236}">
                    <ns2:creationId id="{9D1E38DD-A667-D4DB-8592-78755D9D955D}"/>
                  </a:ext>
                </a:extLst>
              </p:cNvPr>
              <p:cNvSpPr txBox="1"/>
              <p:nvPr/>
            </p:nvSpPr>
            <p:spPr>
              <a:xfrm>
                <a:off x="626585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6" name="グラフィックス 35" descr="ユーザー 単色塗りつぶし">
                <a:extLst>
                  <a:ext uri="{FF2B5EF4-FFF2-40B4-BE49-F238E27FC236}">
                    <ns2:creationId id="{C97A1847-AB2F-DA05-9F50-9BF0A6985B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77655" y="5479160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39" name="グループ化 38">
              <a:extLst>
                <a:ext uri="{FF2B5EF4-FFF2-40B4-BE49-F238E27FC236}">
                  <ns2:creationId id="{EBCCBB77-1A1A-60B9-88F7-9D9F11FACF0C}"/>
                </a:ext>
              </a:extLst>
            </p:cNvPr>
            <p:cNvGrpSpPr/>
            <p:nvPr/>
          </p:nvGrpSpPr>
          <p:grpSpPr>
            <a:xfrm>
              <a:off x="1186635" y="5479160"/>
              <a:ext cx="734141" cy="875677"/>
              <a:chOff x="1113614" y="5479160"/>
              <a:chExt cx="734141" cy="875677"/>
            </a:xfrm>
          </p:grpSpPr>
          <p:sp>
            <p:nvSpPr>
              <p:cNvPr id="90" name="テキスト ボックス 89">
                <a:extLst>
                  <a:ext uri="{FF2B5EF4-FFF2-40B4-BE49-F238E27FC236}">
                    <ns2:creationId id="{F18848C1-A336-B46F-09BA-DD0EC9AD4E20}"/>
                  </a:ext>
                </a:extLst>
              </p:cNvPr>
              <p:cNvSpPr txBox="1"/>
              <p:nvPr/>
            </p:nvSpPr>
            <p:spPr>
              <a:xfrm>
                <a:off x="1194103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3" name="テキスト ボックス 172">
                <a:extLst>
                  <a:ext uri="{FF2B5EF4-FFF2-40B4-BE49-F238E27FC236}">
                    <ns2:creationId id="{F043AFF0-E95E-BDFD-DCDA-A10CDDCF1D3A}"/>
                  </a:ext>
                </a:extLst>
              </p:cNvPr>
              <p:cNvSpPr txBox="1"/>
              <p:nvPr/>
            </p:nvSpPr>
            <p:spPr>
              <a:xfrm>
                <a:off x="1113614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7" name="グラフィックス 36" descr="ユーザー 単色塗りつぶし">
                <a:extLst>
                  <a:ext uri="{FF2B5EF4-FFF2-40B4-BE49-F238E27FC236}">
                    <ns2:creationId id="{51B9BC3B-3321-6702-E976-0959E1DDA1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64684" y="5479160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40" name="テキスト ボックス 39">
              <a:extLst>
                <a:ext uri="{FF2B5EF4-FFF2-40B4-BE49-F238E27FC236}">
                  <ns2:creationId id="{6DC94BB0-4F58-10BA-72AF-E0E96C03619A}"/>
                </a:ext>
              </a:extLst>
            </p:cNvPr>
            <p:cNvSpPr txBox="1"/>
            <p:nvPr/>
          </p:nvSpPr>
          <p:spPr>
            <a:xfrm>
              <a:off x="4513399" y="5550354"/>
              <a:ext cx="573163" cy="306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1" name="グループ化 40">
              <a:extLst>
                <a:ext uri="{FF2B5EF4-FFF2-40B4-BE49-F238E27FC236}">
                  <ns2:creationId id="{D5395E7C-9CC4-458C-BEBA-1467C2E6EAF1}"/>
                </a:ext>
              </a:extLst>
            </p:cNvPr>
            <p:cNvGrpSpPr/>
            <p:nvPr/>
          </p:nvGrpSpPr>
          <p:grpSpPr>
            <a:xfrm>
              <a:off x="3508221" y="5479160"/>
              <a:ext cx="734141" cy="875677"/>
              <a:chOff x="626585" y="5479160"/>
              <a:chExt cx="734141" cy="875677"/>
            </a:xfrm>
          </p:grpSpPr>
          <p:sp>
            <p:nvSpPr>
              <p:cNvPr id="42" name="テキスト ボックス 41">
                <a:extLst>
                  <a:ext uri="{FF2B5EF4-FFF2-40B4-BE49-F238E27FC236}">
                    <ns2:creationId id="{3C4AF30A-E9BD-A42A-6F0A-76002E13EDB3}"/>
                  </a:ext>
                </a:extLst>
              </p:cNvPr>
              <p:cNvSpPr txBox="1"/>
              <p:nvPr/>
            </p:nvSpPr>
            <p:spPr>
              <a:xfrm>
                <a:off x="707074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テキスト ボックス 42">
                <a:extLst>
                  <a:ext uri="{FF2B5EF4-FFF2-40B4-BE49-F238E27FC236}">
                    <ns2:creationId id="{4E284CDB-4A6E-FE38-834B-082CA0058D79}"/>
                  </a:ext>
                </a:extLst>
              </p:cNvPr>
              <p:cNvSpPr txBox="1"/>
              <p:nvPr/>
            </p:nvSpPr>
            <p:spPr>
              <a:xfrm>
                <a:off x="626585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4" name="グラフィックス 43" descr="ユーザー 単色塗りつぶし">
                <a:extLst>
                  <a:ext uri="{FF2B5EF4-FFF2-40B4-BE49-F238E27FC236}">
                    <ns2:creationId id="{76F20760-E729-FCBB-4B49-A89FD0A880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77655" y="5479160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45" name="グループ化 44">
              <a:extLst>
                <a:ext uri="{FF2B5EF4-FFF2-40B4-BE49-F238E27FC236}">
                  <ns2:creationId id="{95ADFCB8-1F84-4217-38B3-A9EFBFA63707}"/>
                </a:ext>
              </a:extLst>
            </p:cNvPr>
            <p:cNvGrpSpPr/>
            <p:nvPr/>
          </p:nvGrpSpPr>
          <p:grpSpPr>
            <a:xfrm>
              <a:off x="4068271" y="5479160"/>
              <a:ext cx="734141" cy="875677"/>
              <a:chOff x="1113614" y="5479160"/>
              <a:chExt cx="734141" cy="875677"/>
            </a:xfrm>
          </p:grpSpPr>
          <p:sp>
            <p:nvSpPr>
              <p:cNvPr id="46" name="テキスト ボックス 45">
                <a:extLst>
                  <a:ext uri="{FF2B5EF4-FFF2-40B4-BE49-F238E27FC236}">
                    <ns2:creationId id="{7A61ADDF-861D-9C93-3F14-FFAE36B6B3C1}"/>
                  </a:ext>
                </a:extLst>
              </p:cNvPr>
              <p:cNvSpPr txBox="1"/>
              <p:nvPr/>
            </p:nvSpPr>
            <p:spPr>
              <a:xfrm>
                <a:off x="1194103" y="5882182"/>
                <a:ext cx="5731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64F79769-D4B6-E799-FB33-6B76B3272561}"/>
                  </a:ext>
                </a:extLst>
              </p:cNvPr>
              <p:cNvSpPr txBox="1"/>
              <p:nvPr/>
            </p:nvSpPr>
            <p:spPr>
              <a:xfrm>
                <a:off x="1113614" y="6093227"/>
                <a:ext cx="73414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9" name="グラフィックス 48" descr="ユーザー 単色塗りつぶし">
                <a:extLst>
                  <a:ext uri="{FF2B5EF4-FFF2-40B4-BE49-F238E27FC236}">
                    <ns2:creationId id="{468AB3A5-688B-8897-E2E8-C3E5ECA1D2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64684" y="5479160"/>
                <a:ext cx="432000" cy="432000"/>
              </a:xfrm>
              <a:prstGeom prst="rect">
                <a:avLst/>
              </a:prstGeom>
            </p:spPr>
          </p:pic>
        </p:grpSp>
        <p:sp>
          <p:nvSpPr>
            <p:cNvPr id="114" name="左中かっこ 113">
              <a:extLst>
                <a:ext uri="{FF2B5EF4-FFF2-40B4-BE49-F238E27FC236}">
                  <ns2:creationId id="{B791D065-FF98-09D4-47B8-3B450E872BB7}"/>
                </a:ext>
              </a:extLst>
            </p:cNvPr>
            <p:cNvSpPr/>
            <p:nvPr/>
          </p:nvSpPr>
          <p:spPr>
            <a:xfrm flipH="1">
              <a:off x="5082935" y="3241176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左中かっこ 114">
              <a:extLst>
                <a:ext uri="{FF2B5EF4-FFF2-40B4-BE49-F238E27FC236}">
                  <ns2:creationId id="{492AA03C-0CE0-9BB1-48A8-1A68FE09876E}"/>
                </a:ext>
              </a:extLst>
            </p:cNvPr>
            <p:cNvSpPr/>
            <p:nvPr/>
          </p:nvSpPr>
          <p:spPr>
            <a:xfrm flipH="1">
              <a:off x="5096951" y="3903754"/>
              <a:ext cx="125253" cy="973340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左中かっこ 116">
              <a:extLst>
                <a:ext uri="{FF2B5EF4-FFF2-40B4-BE49-F238E27FC236}">
                  <ns2:creationId id="{79413315-9246-9A5B-3236-FF27C4951283}"/>
                </a:ext>
              </a:extLst>
            </p:cNvPr>
            <p:cNvSpPr/>
            <p:nvPr/>
          </p:nvSpPr>
          <p:spPr>
            <a:xfrm flipH="1">
              <a:off x="5082935" y="4923541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左中かっこ 117">
              <a:extLst>
                <a:ext uri="{FF2B5EF4-FFF2-40B4-BE49-F238E27FC236}">
                  <ns2:creationId id="{F22848BA-3FEA-BA13-945F-E9729E250C3D}"/>
                </a:ext>
              </a:extLst>
            </p:cNvPr>
            <p:cNvSpPr/>
            <p:nvPr/>
          </p:nvSpPr>
          <p:spPr>
            <a:xfrm flipH="1">
              <a:off x="5082935" y="5622103"/>
              <a:ext cx="153284" cy="624011"/>
            </a:xfrm>
            <a:prstGeom prst="leftBrac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BE0BDF6-92D3-A699-E2EF-0637FEDC4D59}"/>
                </a:ext>
              </a:extLst>
            </p:cNvPr>
            <p:cNvSpPr/>
            <p:nvPr/>
          </p:nvSpPr>
          <p:spPr>
            <a:xfrm>
              <a:off x="5292559" y="3451805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EF08071F-D499-C069-CF3C-083945DE65B7}"/>
                </a:ext>
              </a:extLst>
            </p:cNvPr>
            <p:cNvSpPr/>
            <p:nvPr/>
          </p:nvSpPr>
          <p:spPr>
            <a:xfrm>
              <a:off x="5292559" y="4278762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5814F3BB-D812-236D-8182-41228DB4455E}"/>
                </a:ext>
              </a:extLst>
            </p:cNvPr>
            <p:cNvSpPr/>
            <p:nvPr/>
          </p:nvSpPr>
          <p:spPr>
            <a:xfrm>
              <a:off x="5292559" y="5108640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8F9D64D0-6325-30BD-ADAE-26AE51656B1C}"/>
                </a:ext>
              </a:extLst>
            </p:cNvPr>
            <p:cNvSpPr/>
            <p:nvPr/>
          </p:nvSpPr>
          <p:spPr>
            <a:xfrm>
              <a:off x="5292559" y="5856932"/>
              <a:ext cx="216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6" name="テキスト ボックス 5">
            <a:extLst>
              <a:ext uri="{FF2B5EF4-FFF2-40B4-BE49-F238E27FC236}">
                <ns2:creationId id="{4FE8892D-898B-4F97-DD59-CA400792FE1F}"/>
              </a:ext>
            </a:extLst>
          </p:cNvPr>
          <p:cNvSpPr txBox="1"/>
          <p:nvPr/>
        </p:nvSpPr>
        <p:spPr>
          <a:xfrm>
            <a:off x="5964313" y="6477720"/>
            <a:ext cx="58993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XX</a:t>
            </a:r>
            <a:r>
              <a:rPr lang="en-US" altLang="ja-JP" sz="1200" dirty="0">
                <a:hlinkClick r:id="rId6"/>
              </a:rPr>
              <a:t>XX</a:t>
            </a:r>
            <a:endParaRPr kumimoji="1" lang="ja-JP" altLang="en-US" sz="1200" dirty="0"/>
          </a:p>
        </p:txBody>
      </p:sp>
      <p:sp>
        <p:nvSpPr>
          <p:cNvPr id="15" name="四角形: 角を丸くする 14">
            <a:extLst>
              <a:ext uri="{FF2B5EF4-FFF2-40B4-BE49-F238E27FC236}">
                <ns2:creationId id="{771B27F4-6936-E2DC-8901-7768AC346F96}"/>
              </a:ext>
            </a:extLst>
          </p:cNvPr>
          <p:cNvSpPr/>
          <p:nvPr/>
        </p:nvSpPr>
        <p:spPr>
          <a:xfrm>
            <a:off x="5635997" y="4191359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ns2:creationId id="{5C1FFED0-CD46-77E6-CB6B-CCAE41F83A9D}"/>
              </a:ext>
            </a:extLst>
          </p:cNvPr>
          <p:cNvSpPr/>
          <p:nvPr/>
        </p:nvSpPr>
        <p:spPr>
          <a:xfrm>
            <a:off x="5635997" y="5037553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ns2:creationId id="{973FEB0F-A2DB-6054-4FDB-1D3E950714AB}"/>
              </a:ext>
            </a:extLst>
          </p:cNvPr>
          <p:cNvSpPr/>
          <p:nvPr/>
        </p:nvSpPr>
        <p:spPr>
          <a:xfrm>
            <a:off x="5635997" y="5756911"/>
            <a:ext cx="1932533" cy="3796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</p:spTree>
    <p:extLst>
      <p:ext uri="{BB962C8B-B14F-4D97-AF65-F5344CB8AC3E}">
        <ns6:creationId val="3564199953"/>
      </p:ext>
    </p:extLst>
  </p:cSld>
  <p:clrMapOvr>
    <a:masterClrMapping/>
  </p:clrMapOvr>
</p:sld>
</file>

<file path=ppt/slides/slide53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drawing/2010/main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7FA18CF-D1D2-69AB-015F-D80823E8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CF70EB3-D5B1-8D00-995E-B3708E39B8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</a:p>
          <a:p>
            <a:endParaRPr kumimoji="1" lang="ja-JP" altLang="en-US" sz="1800" dirty="0"/>
          </a:p>
        </p:txBody>
      </p:sp>
      <p:sp>
        <p:nvSpPr>
          <p:cNvPr id="25" name="正方形/長方形 24">
            <a:extLst>
              <a:ext uri="{FF2B5EF4-FFF2-40B4-BE49-F238E27FC236}">
                <ns2:creationId id="{458AFD19-874B-C048-8CBB-8B6840A2765C}"/>
              </a:ext>
            </a:extLst>
          </p:cNvPr>
          <p:cNvSpPr/>
          <p:nvPr/>
        </p:nvSpPr>
        <p:spPr>
          <a:xfrm>
            <a:off x="7374835" y="129209"/>
            <a:ext cx="3190461" cy="3802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57" name="グループ化 156">
            <a:extLst>
              <a:ext uri="{FF2B5EF4-FFF2-40B4-BE49-F238E27FC236}">
                <ns2:creationId id="{B3A37046-2BA7-B54A-858D-310634F12F9D}"/>
              </a:ext>
            </a:extLst>
          </p:cNvPr>
          <p:cNvGrpSpPr/>
          <p:nvPr/>
        </p:nvGrpSpPr>
        <p:grpSpPr>
          <a:xfrm>
            <a:off x="6177063" y="4526005"/>
            <a:ext cx="5679977" cy="406480"/>
            <a:chOff x="6177063" y="4526005"/>
            <a:chExt cx="5679977" cy="406480"/>
          </a:xfrm>
        </p:grpSpPr>
        <p:cxnSp>
          <p:nvCxnSpPr>
            <p:cNvPr id="16" name="直線コネクタ 15">
              <a:extLst>
                <a:ext uri="{FF2B5EF4-FFF2-40B4-BE49-F238E27FC236}">
                  <ns2:creationId id="{520C73DC-6472-C544-C233-D321675B8A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77063" y="4729245"/>
              <a:ext cx="567997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グループ化 17">
              <a:extLst>
                <a:ext uri="{FF2B5EF4-FFF2-40B4-BE49-F238E27FC236}">
                  <ns2:creationId id="{0323ECC0-8A95-6BB2-F62C-BA6738572C56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8813811" y="4531245"/>
              <a:ext cx="406480" cy="396000"/>
              <a:chOff x="4481975" y="4552638"/>
              <a:chExt cx="369527" cy="360000"/>
            </a:xfrm>
          </p:grpSpPr>
          <p:sp>
            <p:nvSpPr>
              <p:cNvPr id="20" name="円/楕円 8">
                <a:extLst>
                  <a:ext uri="{FF2B5EF4-FFF2-40B4-BE49-F238E27FC236}">
                    <ns2:creationId id="{BD6D15F6-1562-C0C0-B3B7-1751619DED8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+mn-ea"/>
                </a:endParaRPr>
              </a:p>
            </p:txBody>
          </p:sp>
          <p:pic>
            <p:nvPicPr>
              <p:cNvPr id="22" name="グラフィックス 21">
                <a:extLst>
                  <a:ext uri="{FF2B5EF4-FFF2-40B4-BE49-F238E27FC236}">
                    <ns2:creationId id="{E9B5934A-CDC2-C0CA-D76D-9F8883F2A821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71" name="グループ化 170">
            <a:extLst>
              <a:ext uri="{FF2B5EF4-FFF2-40B4-BE49-F238E27FC236}">
                <ns2:creationId id="{14DCBE0C-1937-B627-0E60-EAC8AEAD7FD2}"/>
              </a:ext>
            </a:extLst>
          </p:cNvPr>
          <p:cNvGrpSpPr/>
          <p:nvPr/>
        </p:nvGrpSpPr>
        <p:grpSpPr>
          <a:xfrm>
            <a:off x="6177063" y="1630755"/>
            <a:ext cx="5679975" cy="2767644"/>
            <a:chOff x="6177063" y="1630755"/>
            <a:chExt cx="5679975" cy="2767644"/>
          </a:xfrm>
        </p:grpSpPr>
        <p:sp>
          <p:nvSpPr>
            <p:cNvPr id="9" name="テキスト ボックス 8">
              <a:extLst>
                <a:ext uri="{FF2B5EF4-FFF2-40B4-BE49-F238E27FC236}">
                  <ns2:creationId id="{736278D9-D835-902E-2127-2C5077061A15}"/>
                </a:ext>
              </a:extLst>
            </p:cNvPr>
            <p:cNvSpPr txBox="1"/>
            <p:nvPr/>
          </p:nvSpPr>
          <p:spPr>
            <a:xfrm>
              <a:off x="6177063" y="1630755"/>
              <a:ext cx="5679975" cy="2767644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>
              <a:noAutofit/>
            </a:bodyPr>
            <a:lstStyle/>
            <a:p>
              <a:pPr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latin typeface="+mn-ea"/>
                </a:rPr>
                <a:t>XX</a:t>
              </a:r>
              <a:r>
                <a:rPr lang="ja-JP" altLang="en-US" sz="11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1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1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  <a:p>
              <a:pPr marL="176213" lvl="1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  <a:p>
              <a:pPr marL="0" lvl="1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 i="0" u="none" strike="noStrike" baseline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100" i="0" u="none" strike="noStrike" baseline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 i="0" u="none" strike="noStrike" baseline="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1100" i="0" u="none" strike="noStrike" baseline="0">
                <a:solidFill>
                  <a:srgbClr val="000000"/>
                </a:solidFill>
                <a:latin typeface="+mn-ea"/>
              </a:endParaRPr>
            </a:p>
            <a:p>
              <a:pPr marL="176213" lvl="1">
                <a:spcAft>
                  <a:spcPts val="1000"/>
                </a:spcAft>
                <a:buClr>
                  <a:schemeClr val="accent5"/>
                </a:buClr>
              </a:pPr>
              <a:r>
                <a:rPr lang="en-US" altLang="ja-JP" sz="1100">
                  <a:latin typeface="+mn-ea"/>
                </a:rPr>
                <a:t>XX</a:t>
              </a:r>
              <a:r>
                <a:rPr lang="ja-JP" altLang="en-US" sz="1100">
                  <a:latin typeface="+mn-ea"/>
                </a:rPr>
                <a:t>XX</a:t>
              </a:r>
              <a:br>
                <a:rPr lang="en-US" altLang="ja-JP" sz="1100">
                  <a:latin typeface="+mn-ea"/>
                </a:rPr>
              </a:b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  <a:p>
              <a:pPr marL="268288" lvl="1" indent="-268288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1100">
                <a:solidFill>
                  <a:srgbClr val="000000"/>
                </a:solidFill>
                <a:latin typeface="+mn-ea"/>
              </a:endParaRPr>
            </a:p>
            <a:p>
              <a:pPr marL="176213" lvl="1">
                <a:spcAft>
                  <a:spcPts val="1000"/>
                </a:spcAft>
                <a:buClr>
                  <a:schemeClr val="accent5"/>
                </a:buClr>
              </a:pPr>
              <a:r>
                <a:rPr lang="ja-JP" altLang="en-US" sz="1100">
                  <a:latin typeface="+mn-ea"/>
                </a:rPr>
                <a:t>XX</a:t>
              </a:r>
              <a:r>
                <a:rPr lang="en-US" altLang="ja-JP" sz="1100">
                  <a:latin typeface="+mn-ea"/>
                </a:rPr>
                <a:t>AWS</a:t>
              </a:r>
              <a:r>
                <a:rPr lang="ja-JP" altLang="en-US" sz="1100">
                  <a:latin typeface="+mn-ea"/>
                </a:rPr>
                <a:t>XX</a:t>
              </a:r>
              <a:endParaRPr lang="en-US" altLang="ja-JP" sz="1100">
                <a:latin typeface="+mn-ea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ns2:creationId id="{A2E1CD2B-D42D-ECD1-2351-8F587187DDE1}"/>
                </a:ext>
              </a:extLst>
            </p:cNvPr>
            <p:cNvCxnSpPr>
              <a:cxnSpLocks/>
            </p:cNvCxnSpPr>
            <p:nvPr/>
          </p:nvCxnSpPr>
          <p:spPr>
            <a:xfrm>
              <a:off x="6338316" y="2169414"/>
              <a:ext cx="0" cy="284226"/>
            </a:xfrm>
            <a:prstGeom prst="line">
              <a:avLst/>
            </a:prstGeom>
            <a:ln w="28575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ns2:creationId id="{A54E608A-44D2-4586-E8F5-401C7EBECE6A}"/>
                </a:ext>
              </a:extLst>
            </p:cNvPr>
            <p:cNvCxnSpPr>
              <a:cxnSpLocks/>
            </p:cNvCxnSpPr>
            <p:nvPr/>
          </p:nvCxnSpPr>
          <p:spPr>
            <a:xfrm>
              <a:off x="6338316" y="3071622"/>
              <a:ext cx="0" cy="494538"/>
            </a:xfrm>
            <a:prstGeom prst="line">
              <a:avLst/>
            </a:prstGeom>
            <a:ln w="28575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ns2:creationId id="{42980D49-662A-53BF-DDEA-56F9E9CE77F5}"/>
                </a:ext>
              </a:extLst>
            </p:cNvPr>
            <p:cNvCxnSpPr>
              <a:cxnSpLocks/>
            </p:cNvCxnSpPr>
            <p:nvPr/>
          </p:nvCxnSpPr>
          <p:spPr>
            <a:xfrm>
              <a:off x="6338316" y="4021074"/>
              <a:ext cx="0" cy="284226"/>
            </a:xfrm>
            <a:prstGeom prst="line">
              <a:avLst/>
            </a:prstGeom>
            <a:ln w="28575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正方形/長方形 36">
            <a:extLst>
              <a:ext uri="{FF2B5EF4-FFF2-40B4-BE49-F238E27FC236}">
                <ns2:creationId id="{3982ACC8-73BF-39FB-2559-E562A7C7FC57}"/>
              </a:ext>
            </a:extLst>
          </p:cNvPr>
          <p:cNvSpPr/>
          <p:nvPr/>
        </p:nvSpPr>
        <p:spPr>
          <a:xfrm>
            <a:off x="3136101" y="3059029"/>
            <a:ext cx="2632115" cy="26886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6213" indent="-176213" algn="ctr">
              <a:spcAft>
                <a:spcPts val="1000"/>
              </a:spcAft>
              <a:buClr>
                <a:srgbClr val="008000"/>
              </a:buClr>
              <a:buFont typeface="+mj-lt"/>
              <a:buAutoNum type="arabicPeriod" startAt="2"/>
            </a:pPr>
            <a:r>
              <a:rPr lang="ja-JP" altLang="en-US" sz="12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aphicFrame>
        <p:nvGraphicFramePr>
          <p:cNvPr id="36" name="グラフ 35">
            <a:extLst>
              <a:ext uri="{FF2B5EF4-FFF2-40B4-BE49-F238E27FC236}">
                <ns2:creationId id="{86A2F6DD-E1B6-C99D-0210-55634F4CAE93}"/>
              </a:ext>
            </a:extLst>
          </p:cNvPr>
          <p:cNvGraphicFramePr/>
          <p:nvPr/>
        </p:nvGraphicFramePr>
        <p:xfrm>
          <a:off x="334964" y="3367106"/>
          <a:ext cx="5447146" cy="2941619"/>
        </p:xfrm>
        <a:graphic>
          <a:graphicData uri="http://schemas.openxmlformats.org/drawingml/2006/chart">
            <ns5:chart r:id="rId3"/>
          </a:graphicData>
        </a:graphic>
      </p:graphicFrame>
      <p:grpSp>
        <p:nvGrpSpPr>
          <p:cNvPr id="84" name="グループ化 83">
            <a:extLst>
              <a:ext uri="{FF2B5EF4-FFF2-40B4-BE49-F238E27FC236}">
                <ns2:creationId id="{6760B246-94EE-4338-16E8-5B11A47CE065}"/>
              </a:ext>
            </a:extLst>
          </p:cNvPr>
          <p:cNvGrpSpPr/>
          <p:nvPr/>
        </p:nvGrpSpPr>
        <p:grpSpPr>
          <a:xfrm>
            <a:off x="702564" y="3835579"/>
            <a:ext cx="3130931" cy="1971332"/>
            <a:chOff x="776859" y="3835579"/>
            <a:chExt cx="3130931" cy="1971332"/>
          </a:xfrm>
        </p:grpSpPr>
        <p:sp>
          <p:nvSpPr>
            <p:cNvPr id="38" name="四角形: 角を丸くする 37">
              <a:extLst>
                <a:ext uri="{FF2B5EF4-FFF2-40B4-BE49-F238E27FC236}">
                  <ns2:creationId id="{44D607E3-4E7B-5A2D-51CB-737298EFB823}"/>
                </a:ext>
              </a:extLst>
            </p:cNvPr>
            <p:cNvSpPr/>
            <p:nvPr/>
          </p:nvSpPr>
          <p:spPr>
            <a:xfrm>
              <a:off x="2153920" y="3835579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9" name="四角形: 角を丸くする 38">
              <a:extLst>
                <a:ext uri="{FF2B5EF4-FFF2-40B4-BE49-F238E27FC236}">
                  <ns2:creationId id="{FD384226-2EDF-61A5-C6E8-A3CB31D8B759}"/>
                </a:ext>
              </a:extLst>
            </p:cNvPr>
            <p:cNvSpPr/>
            <p:nvPr/>
          </p:nvSpPr>
          <p:spPr>
            <a:xfrm>
              <a:off x="2153920" y="4154358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0" name="四角形: 角を丸くする 39">
              <a:extLst>
                <a:ext uri="{FF2B5EF4-FFF2-40B4-BE49-F238E27FC236}">
                  <ns2:creationId id="{882DD937-F0E5-2ACA-ABB4-300449C80361}"/>
                </a:ext>
              </a:extLst>
            </p:cNvPr>
            <p:cNvSpPr/>
            <p:nvPr/>
          </p:nvSpPr>
          <p:spPr>
            <a:xfrm>
              <a:off x="2153920" y="4473136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1" name="四角形: 角を丸くする 40">
              <a:extLst>
                <a:ext uri="{FF2B5EF4-FFF2-40B4-BE49-F238E27FC236}">
                  <ns2:creationId id="{39DF918A-364C-268A-4170-9B8F9995CCE3}"/>
                </a:ext>
              </a:extLst>
            </p:cNvPr>
            <p:cNvSpPr/>
            <p:nvPr/>
          </p:nvSpPr>
          <p:spPr>
            <a:xfrm>
              <a:off x="2153920" y="4791915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2" name="四角形: 角を丸くする 41">
              <a:extLst>
                <a:ext uri="{FF2B5EF4-FFF2-40B4-BE49-F238E27FC236}">
                  <ns2:creationId id="{D78DA2ED-C38C-4D95-8174-DC0590301B68}"/>
                </a:ext>
              </a:extLst>
            </p:cNvPr>
            <p:cNvSpPr/>
            <p:nvPr/>
          </p:nvSpPr>
          <p:spPr>
            <a:xfrm>
              <a:off x="2153920" y="5110693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3" name="四角形: 角を丸くする 42">
              <a:extLst>
                <a:ext uri="{FF2B5EF4-FFF2-40B4-BE49-F238E27FC236}">
                  <ns2:creationId id="{7FC18883-32C1-3B27-5C44-14053BB418B4}"/>
                </a:ext>
              </a:extLst>
            </p:cNvPr>
            <p:cNvSpPr/>
            <p:nvPr/>
          </p:nvSpPr>
          <p:spPr>
            <a:xfrm>
              <a:off x="2153920" y="5429469"/>
              <a:ext cx="1753870" cy="2427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7" name="コネクタ: カギ線 46">
              <a:extLst>
                <a:ext uri="{FF2B5EF4-FFF2-40B4-BE49-F238E27FC236}">
                  <ns2:creationId id="{8E578B7B-38B0-80B6-2256-AE3554E9F615}"/>
                </a:ext>
              </a:extLst>
            </p:cNvPr>
            <p:cNvCxnSpPr>
              <a:cxnSpLocks/>
              <a:endCxn id="38" idx="1"/>
            </p:cNvCxnSpPr>
            <p:nvPr/>
          </p:nvCxnSpPr>
          <p:spPr>
            <a:xfrm flipV="1">
              <a:off x="826770" y="3956969"/>
              <a:ext cx="1327150" cy="477425"/>
            </a:xfrm>
            <a:prstGeom prst="bentConnector3">
              <a:avLst>
                <a:gd name="adj1" fmla="val 21005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コネクタ: カギ線 47">
              <a:extLst>
                <a:ext uri="{FF2B5EF4-FFF2-40B4-BE49-F238E27FC236}">
                  <ns2:creationId id="{F66D97D3-4721-EEB7-50FC-F342AE2DF5C2}"/>
                </a:ext>
              </a:extLst>
            </p:cNvPr>
            <p:cNvCxnSpPr>
              <a:cxnSpLocks/>
              <a:endCxn id="39" idx="1"/>
            </p:cNvCxnSpPr>
            <p:nvPr/>
          </p:nvCxnSpPr>
          <p:spPr>
            <a:xfrm flipV="1">
              <a:off x="840310" y="4275748"/>
              <a:ext cx="1313610" cy="414593"/>
            </a:xfrm>
            <a:prstGeom prst="bentConnector3">
              <a:avLst>
                <a:gd name="adj1" fmla="val 27087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コネクタ: カギ線 51">
              <a:extLst>
                <a:ext uri="{FF2B5EF4-FFF2-40B4-BE49-F238E27FC236}">
                  <ns2:creationId id="{0A75F868-CA60-EE72-194A-0FE6CBE8D404}"/>
                </a:ext>
              </a:extLst>
            </p:cNvPr>
            <p:cNvCxnSpPr>
              <a:cxnSpLocks/>
              <a:endCxn id="40" idx="1"/>
            </p:cNvCxnSpPr>
            <p:nvPr/>
          </p:nvCxnSpPr>
          <p:spPr>
            <a:xfrm flipV="1">
              <a:off x="875494" y="4594526"/>
              <a:ext cx="1278426" cy="184242"/>
            </a:xfrm>
            <a:prstGeom prst="bentConnector3">
              <a:avLst>
                <a:gd name="adj1" fmla="val 35099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コネクタ: カギ線 53">
              <a:extLst>
                <a:ext uri="{FF2B5EF4-FFF2-40B4-BE49-F238E27FC236}">
                  <ns2:creationId id="{02B695EF-04E2-44F7-EC80-AB29E8CD4743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776859" y="4862907"/>
              <a:ext cx="1377061" cy="5039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3F771D2D-38CC-EA75-3569-E1BE10DBD62E}"/>
                </a:ext>
              </a:extLst>
            </p:cNvPr>
            <p:cNvCxnSpPr>
              <a:cxnSpLocks/>
              <a:endCxn id="42" idx="1"/>
            </p:cNvCxnSpPr>
            <p:nvPr/>
          </p:nvCxnSpPr>
          <p:spPr>
            <a:xfrm>
              <a:off x="826770" y="5032972"/>
              <a:ext cx="1327150" cy="19911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コネクタ: カギ線 58">
              <a:extLst>
                <a:ext uri="{FF2B5EF4-FFF2-40B4-BE49-F238E27FC236}">
                  <ns2:creationId id="{8A12C40B-E932-8EC1-9F67-CD145CD07816}"/>
                </a:ext>
              </a:extLst>
            </p:cNvPr>
            <p:cNvCxnSpPr>
              <a:cxnSpLocks/>
              <a:endCxn id="43" idx="1"/>
            </p:cNvCxnSpPr>
            <p:nvPr/>
          </p:nvCxnSpPr>
          <p:spPr>
            <a:xfrm flipV="1">
              <a:off x="1632860" y="5550859"/>
              <a:ext cx="521060" cy="25605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正方形/長方形 79">
            <a:extLst>
              <a:ext uri="{FF2B5EF4-FFF2-40B4-BE49-F238E27FC236}">
                <ns2:creationId id="{8E64AED1-D119-132A-18CB-BA5E214C2C2F}"/>
              </a:ext>
            </a:extLst>
          </p:cNvPr>
          <p:cNvSpPr/>
          <p:nvPr/>
        </p:nvSpPr>
        <p:spPr>
          <a:xfrm>
            <a:off x="334963" y="3062182"/>
            <a:ext cx="2639885" cy="26886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9388" indent="-179388" algn="ctr">
              <a:spcAft>
                <a:spcPts val="1000"/>
              </a:spcAft>
              <a:buClr>
                <a:srgbClr val="008000"/>
              </a:buClr>
              <a:buFont typeface="+mj-lt"/>
              <a:buAutoNum type="arabicPeriod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1" name="四角形: 角を丸くする 80">
            <a:extLst>
              <a:ext uri="{FF2B5EF4-FFF2-40B4-BE49-F238E27FC236}">
                <ns2:creationId id="{07D36B76-057C-F028-5835-0470B42299B3}"/>
              </a:ext>
            </a:extLst>
          </p:cNvPr>
          <p:cNvSpPr/>
          <p:nvPr/>
        </p:nvSpPr>
        <p:spPr>
          <a:xfrm>
            <a:off x="412528" y="1633583"/>
            <a:ext cx="5447146" cy="268861"/>
          </a:xfrm>
          <a:prstGeom prst="roundRect">
            <a:avLst>
              <a:gd name="adj" fmla="val 50000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1000"/>
              </a:spcAft>
              <a:buClr>
                <a:srgbClr val="008000"/>
              </a:buClr>
            </a:pPr>
            <a:r>
              <a:rPr lang="en-US" altLang="ja-JP" sz="1200">
                <a:solidFill>
                  <a:schemeClr val="bg1"/>
                </a:solidFill>
                <a:latin typeface="+mn-ea"/>
              </a:rPr>
              <a:t>XX</a:t>
            </a:r>
            <a:r>
              <a:rPr lang="ja-JP" altLang="en-US" sz="120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>
                <a:solidFill>
                  <a:schemeClr val="bg1"/>
                </a:solidFill>
                <a:latin typeface="+mn-ea"/>
              </a:rPr>
              <a:t>CEO</a:t>
            </a:r>
            <a:r>
              <a:rPr lang="ja-JP" altLang="en-US" sz="120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baseline="30000">
                <a:solidFill>
                  <a:schemeClr val="bg1"/>
                </a:solidFill>
                <a:latin typeface="+mn-ea"/>
              </a:rPr>
              <a:t>1</a:t>
            </a:r>
          </a:p>
        </p:txBody>
      </p:sp>
      <p:grpSp>
        <p:nvGrpSpPr>
          <p:cNvPr id="172" name="グループ化 171">
            <a:extLst>
              <a:ext uri="{FF2B5EF4-FFF2-40B4-BE49-F238E27FC236}">
                <ns2:creationId id="{FC5A0F93-1A11-4BBF-87DE-CE1CAC0A6819}"/>
              </a:ext>
            </a:extLst>
          </p:cNvPr>
          <p:cNvGrpSpPr/>
          <p:nvPr/>
        </p:nvGrpSpPr>
        <p:grpSpPr>
          <a:xfrm>
            <a:off x="436070" y="1914358"/>
            <a:ext cx="5459501" cy="1085624"/>
            <a:chOff x="334962" y="1633584"/>
            <a:chExt cx="5459501" cy="1085624"/>
          </a:xfrm>
        </p:grpSpPr>
        <p:sp>
          <p:nvSpPr>
            <p:cNvPr id="83" name="正方形/長方形 82">
              <a:extLst>
                <a:ext uri="{FF2B5EF4-FFF2-40B4-BE49-F238E27FC236}">
                  <ns2:creationId id="{665A1FB6-91BD-ECFC-79BF-2D0D497693E2}"/>
                </a:ext>
              </a:extLst>
            </p:cNvPr>
            <p:cNvSpPr/>
            <p:nvPr/>
          </p:nvSpPr>
          <p:spPr>
            <a:xfrm>
              <a:off x="334962" y="1633584"/>
              <a:ext cx="5459501" cy="1063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35444C05-B111-166B-5DA4-3B989CD2A9E8}"/>
                </a:ext>
              </a:extLst>
            </p:cNvPr>
            <p:cNvSpPr/>
            <p:nvPr/>
          </p:nvSpPr>
          <p:spPr>
            <a:xfrm>
              <a:off x="4369657" y="1658620"/>
              <a:ext cx="1335075" cy="236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" name="図 10" descr="ダイアグラム&#10;&#10;AI 生成コンテンツは誤りを含む可能性があります。">
              <a:extLst>
                <a:ext uri="{FF2B5EF4-FFF2-40B4-BE49-F238E27FC236}">
                  <ns2:creationId id="{B3E5C88E-D29A-8737-A409-E339135AA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6:useLocalDpi val="0"/>
                </a:ext>
              </a:extLst>
            </a:blip>
            <a:srcRect l="1826" t="11790" r="3636"/>
            <a:stretch>
              <a:fillRect/>
            </a:stretch>
          </p:blipFill>
          <p:spPr>
            <a:xfrm>
              <a:off x="4455940" y="1963208"/>
              <a:ext cx="1162508" cy="756000"/>
            </a:xfrm>
            <a:prstGeom prst="rect">
              <a:avLst/>
            </a:prstGeom>
          </p:spPr>
        </p:pic>
      </p:grpSp>
      <p:grpSp>
        <p:nvGrpSpPr>
          <p:cNvPr id="141" name="グループ化 140">
            <a:extLst>
              <a:ext uri="{FF2B5EF4-FFF2-40B4-BE49-F238E27FC236}">
                <ns2:creationId id="{E78FC71E-48B0-C002-1A6F-A9B1C59DFD9F}"/>
              </a:ext>
            </a:extLst>
          </p:cNvPr>
          <p:cNvGrpSpPr/>
          <p:nvPr/>
        </p:nvGrpSpPr>
        <p:grpSpPr>
          <a:xfrm>
            <a:off x="3987759" y="3702499"/>
            <a:ext cx="1631039" cy="2606218"/>
            <a:chOff x="3987759" y="3702499"/>
            <a:chExt cx="1631039" cy="2606218"/>
          </a:xfrm>
        </p:grpSpPr>
        <p:sp>
          <p:nvSpPr>
            <p:cNvPr id="88" name="ホームベース 13">
              <a:extLst>
                <a:ext uri="{FF2B5EF4-FFF2-40B4-BE49-F238E27FC236}">
                  <ns2:creationId id="{0003684F-094A-9FA7-D707-2DF452CA9F80}"/>
                </a:ext>
              </a:extLst>
            </p:cNvPr>
            <p:cNvSpPr/>
            <p:nvPr/>
          </p:nvSpPr>
          <p:spPr>
            <a:xfrm rot="5400000">
              <a:off x="3826809" y="3864273"/>
              <a:ext cx="520062" cy="198162"/>
            </a:xfrm>
            <a:prstGeom prst="homePlate">
              <a:avLst>
                <a:gd name="adj" fmla="val 3906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+mn-ea"/>
              </a:endParaRPr>
            </a:p>
          </p:txBody>
        </p:sp>
        <p:sp>
          <p:nvSpPr>
            <p:cNvPr id="89" name="山形 14">
              <a:extLst>
                <a:ext uri="{FF2B5EF4-FFF2-40B4-BE49-F238E27FC236}">
                  <ns2:creationId id="{ABA3A890-74E4-6D4C-5786-D948CA4BFB4F}"/>
                </a:ext>
              </a:extLst>
            </p:cNvPr>
            <p:cNvSpPr/>
            <p:nvPr/>
          </p:nvSpPr>
          <p:spPr>
            <a:xfrm rot="5400000">
              <a:off x="3526133" y="4627053"/>
              <a:ext cx="1121413" cy="198162"/>
            </a:xfrm>
            <a:prstGeom prst="chevron">
              <a:avLst>
                <a:gd name="adj" fmla="val 3906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0" name="山形 14">
              <a:extLst>
                <a:ext uri="{FF2B5EF4-FFF2-40B4-BE49-F238E27FC236}">
                  <ns2:creationId id="{008EC87D-1B5C-ADA7-9E56-6BC333ACB152}"/>
                </a:ext>
              </a:extLst>
            </p:cNvPr>
            <p:cNvSpPr/>
            <p:nvPr/>
          </p:nvSpPr>
          <p:spPr>
            <a:xfrm rot="5400000">
              <a:off x="3546923" y="5669719"/>
              <a:ext cx="1079834" cy="198162"/>
            </a:xfrm>
            <a:prstGeom prst="chevron">
              <a:avLst>
                <a:gd name="adj" fmla="val 3906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DD3C4A17-6D08-ACA4-24FE-346E30CEBBF0}"/>
                </a:ext>
              </a:extLst>
            </p:cNvPr>
            <p:cNvSpPr/>
            <p:nvPr/>
          </p:nvSpPr>
          <p:spPr>
            <a:xfrm>
              <a:off x="4228594" y="3702499"/>
              <a:ext cx="1390204" cy="45185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0"/>
                </a:spcAft>
                <a:buClr>
                  <a:srgbClr val="008000"/>
                </a:buClr>
              </a:pP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A058B2CD-F7F1-BFE1-E496-10D853EB6EB4}"/>
                </a:ext>
              </a:extLst>
            </p:cNvPr>
            <p:cNvSpPr/>
            <p:nvPr/>
          </p:nvSpPr>
          <p:spPr>
            <a:xfrm>
              <a:off x="4228594" y="4176271"/>
              <a:ext cx="1390204" cy="10481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0"/>
                </a:spcAft>
                <a:buClr>
                  <a:srgbClr val="008000"/>
                </a:buClr>
              </a:pP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5D95349B-8BC7-3E3D-F681-9D9BBB55642A}"/>
                </a:ext>
              </a:extLst>
            </p:cNvPr>
            <p:cNvSpPr/>
            <p:nvPr/>
          </p:nvSpPr>
          <p:spPr>
            <a:xfrm>
              <a:off x="4228594" y="5242249"/>
              <a:ext cx="1390204" cy="106485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0"/>
                </a:spcAft>
                <a:buClr>
                  <a:srgbClr val="008000"/>
                </a:buClr>
              </a:pP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00">
                  <a:solidFill>
                    <a:srgbClr val="008000"/>
                  </a:solidFill>
                  <a:latin typeface="+mn-ea"/>
                </a:rPr>
              </a:b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95" name="図 94" descr="グラフィカル ユーザー インターフェイス が含まれている画像&#10;&#10;AI 生成コンテンツは誤りを含む可能性があります。">
              <a:extLst>
                <a:ext uri="{FF2B5EF4-FFF2-40B4-BE49-F238E27FC236}">
                  <ns2:creationId id="{7AAB5043-CFC4-3D92-08C1-AA97F8C6B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6:useLocalDpi val="0"/>
                </a:ext>
              </a:extLst>
            </a:blip>
            <a:srcRect l="5187" t="8871" r="90174" b="78480"/>
            <a:stretch>
              <a:fillRect/>
            </a:stretch>
          </p:blipFill>
          <p:spPr>
            <a:xfrm>
              <a:off x="5290697" y="3725977"/>
              <a:ext cx="259079" cy="386674"/>
            </a:xfrm>
            <a:prstGeom prst="rect">
              <a:avLst/>
            </a:prstGeom>
          </p:spPr>
        </p:pic>
        <p:pic>
          <p:nvPicPr>
            <p:cNvPr id="96" name="図 95" descr="グラフィカル ユーザー インターフェイス が含まれている画像&#10;&#10;AI 生成コンテンツは誤りを含む可能性があります。">
              <a:extLst>
                <a:ext uri="{FF2B5EF4-FFF2-40B4-BE49-F238E27FC236}">
                  <ns2:creationId id="{3458E8F5-D248-6E8D-DDC9-BC0DD93FF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6:useLocalDpi val="0"/>
                </a:ext>
              </a:extLst>
            </a:blip>
            <a:srcRect l="34711" t="8158" r="59764" b="79193"/>
            <a:stretch>
              <a:fillRect/>
            </a:stretch>
          </p:blipFill>
          <p:spPr>
            <a:xfrm>
              <a:off x="5255137" y="4518660"/>
              <a:ext cx="308532" cy="386674"/>
            </a:xfrm>
            <a:prstGeom prst="rect">
              <a:avLst/>
            </a:prstGeom>
          </p:spPr>
        </p:pic>
        <p:pic>
          <p:nvPicPr>
            <p:cNvPr id="97" name="図 96" descr="グラフィカル ユーザー インターフェイス が含まれている画像&#10;&#10;AI 生成コンテンツは誤りを含む可能性があります。">
              <a:extLst>
                <a:ext uri="{FF2B5EF4-FFF2-40B4-BE49-F238E27FC236}">
                  <ns2:creationId id="{6B233398-BFAC-FDDD-E12F-D70E25AF5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6:useLocalDpi val="0"/>
                </a:ext>
              </a:extLst>
            </a:blip>
            <a:srcRect l="63478" t="9147" r="30997" b="78204"/>
            <a:stretch>
              <a:fillRect/>
            </a:stretch>
          </p:blipFill>
          <p:spPr>
            <a:xfrm>
              <a:off x="5255137" y="5647368"/>
              <a:ext cx="308532" cy="386674"/>
            </a:xfrm>
            <a:prstGeom prst="rect">
              <a:avLst/>
            </a:prstGeom>
          </p:spPr>
        </p:pic>
        <p:sp>
          <p:nvSpPr>
            <p:cNvPr id="125" name="正方形/長方形 124">
              <a:extLst>
                <a:ext uri="{FF2B5EF4-FFF2-40B4-BE49-F238E27FC236}">
                  <ns2:creationId id="{7FA0016A-87E0-F987-E5EF-2CA82F290F63}"/>
                </a:ext>
              </a:extLst>
            </p:cNvPr>
            <p:cNvSpPr/>
            <p:nvPr/>
          </p:nvSpPr>
          <p:spPr>
            <a:xfrm>
              <a:off x="4207955" y="5602215"/>
              <a:ext cx="992054" cy="349703"/>
            </a:xfrm>
            <a:prstGeom prst="rect">
              <a:avLst/>
            </a:prstGeom>
            <a:noFill/>
            <a:ln w="190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49" name="グループ化 148">
            <a:extLst>
              <a:ext uri="{FF2B5EF4-FFF2-40B4-BE49-F238E27FC236}">
                <ns2:creationId id="{52B66E59-7348-F5A0-D6C7-F9A7E69955D2}"/>
              </a:ext>
            </a:extLst>
          </p:cNvPr>
          <p:cNvGrpSpPr/>
          <p:nvPr/>
        </p:nvGrpSpPr>
        <p:grpSpPr>
          <a:xfrm>
            <a:off x="4703982" y="3014578"/>
            <a:ext cx="1473080" cy="2587637"/>
            <a:chOff x="4703982" y="3014578"/>
            <a:chExt cx="1473080" cy="2587637"/>
          </a:xfrm>
        </p:grpSpPr>
        <p:cxnSp>
          <p:nvCxnSpPr>
            <p:cNvPr id="127" name="コネクタ: カギ線 126">
              <a:extLst>
                <a:ext uri="{FF2B5EF4-FFF2-40B4-BE49-F238E27FC236}">
                  <ns2:creationId id="{6B16CC48-388A-E8F8-A6A1-0F23901C84E9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rot="5400000" flipH="1" flipV="1">
              <a:off x="5371289" y="3538860"/>
              <a:ext cx="1330056" cy="281491"/>
            </a:xfrm>
            <a:prstGeom prst="bentConnector2">
              <a:avLst/>
            </a:prstGeom>
            <a:ln w="1905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コネクタ: カギ線 142">
              <a:extLst>
                <a:ext uri="{FF2B5EF4-FFF2-40B4-BE49-F238E27FC236}">
                  <ns2:creationId id="{59F749C8-674D-BE65-8F9D-45F5F8CB9836}"/>
                </a:ext>
              </a:extLst>
            </p:cNvPr>
            <p:cNvCxnSpPr>
              <a:cxnSpLocks/>
              <a:stCxn id="125" idx="0"/>
            </p:cNvCxnSpPr>
            <p:nvPr/>
          </p:nvCxnSpPr>
          <p:spPr>
            <a:xfrm rot="5400000" flipH="1" flipV="1">
              <a:off x="4668661" y="4374180"/>
              <a:ext cx="1263356" cy="1192714"/>
            </a:xfrm>
            <a:prstGeom prst="bentConnector3">
              <a:avLst>
                <a:gd name="adj1" fmla="val 23461"/>
              </a:avLst>
            </a:prstGeom>
            <a:ln w="19050">
              <a:solidFill>
                <a:srgbClr val="008000"/>
              </a:solidFill>
              <a:headEnd type="non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グループ化 169">
            <a:extLst>
              <a:ext uri="{FF2B5EF4-FFF2-40B4-BE49-F238E27FC236}">
                <ns2:creationId id="{A028AD59-8B72-E79A-502B-2797616A88D9}"/>
              </a:ext>
            </a:extLst>
          </p:cNvPr>
          <p:cNvGrpSpPr/>
          <p:nvPr/>
        </p:nvGrpSpPr>
        <p:grpSpPr>
          <a:xfrm>
            <a:off x="6177060" y="5006340"/>
            <a:ext cx="5679977" cy="1302377"/>
            <a:chOff x="6177060" y="5006340"/>
            <a:chExt cx="5679977" cy="1302377"/>
          </a:xfrm>
        </p:grpSpPr>
        <p:sp>
          <p:nvSpPr>
            <p:cNvPr id="27" name="四角形: 角を丸くする 26">
              <a:extLst>
                <a:ext uri="{FF2B5EF4-FFF2-40B4-BE49-F238E27FC236}">
                  <ns2:creationId id="{0DCF4B50-B87E-BBBC-7DFC-99DE51222A26}"/>
                </a:ext>
              </a:extLst>
            </p:cNvPr>
            <p:cNvSpPr/>
            <p:nvPr/>
          </p:nvSpPr>
          <p:spPr>
            <a:xfrm>
              <a:off x="6177060" y="5006340"/>
              <a:ext cx="1808423" cy="1302377"/>
            </a:xfrm>
            <a:prstGeom prst="roundRect">
              <a:avLst>
                <a:gd name="adj" fmla="val 552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2ED300E-B734-F920-F761-E04D251E3926}"/>
                </a:ext>
              </a:extLst>
            </p:cNvPr>
            <p:cNvSpPr/>
            <p:nvPr/>
          </p:nvSpPr>
          <p:spPr>
            <a:xfrm>
              <a:off x="8112837" y="5006340"/>
              <a:ext cx="1808423" cy="1302377"/>
            </a:xfrm>
            <a:prstGeom prst="roundRect">
              <a:avLst>
                <a:gd name="adj" fmla="val 552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D57A25DF-94FC-F2F1-7A9B-1AC6843E7ADE}"/>
                </a:ext>
              </a:extLst>
            </p:cNvPr>
            <p:cNvSpPr/>
            <p:nvPr/>
          </p:nvSpPr>
          <p:spPr>
            <a:xfrm>
              <a:off x="10048614" y="5006340"/>
              <a:ext cx="1808423" cy="1302377"/>
            </a:xfrm>
            <a:prstGeom prst="roundRect">
              <a:avLst>
                <a:gd name="adj" fmla="val 552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152" name="グラフィックス 151" descr="ハイハイ 単色塗りつぶし">
              <a:extLst>
                <a:ext uri="{FF2B5EF4-FFF2-40B4-BE49-F238E27FC236}">
                  <ns2:creationId id="{323F2571-314B-9D01-348C-B95BA809E6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718825" y="5119473"/>
              <a:ext cx="468000" cy="468000"/>
            </a:xfrm>
            <a:prstGeom prst="rect">
              <a:avLst/>
            </a:prstGeom>
          </p:spPr>
        </p:pic>
        <p:pic>
          <p:nvPicPr>
            <p:cNvPr id="154" name="グラフィックス 153" descr="滑りやすい 単色塗りつぶし">
              <a:extLst>
                <a:ext uri="{FF2B5EF4-FFF2-40B4-BE49-F238E27FC236}">
                  <ns2:creationId id="{4C9D0CF2-C314-9E37-B6EF-6FD0622E6B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783048" y="5119473"/>
              <a:ext cx="468000" cy="468000"/>
            </a:xfrm>
            <a:prstGeom prst="rect">
              <a:avLst/>
            </a:prstGeom>
          </p:spPr>
        </p:pic>
        <p:pic>
          <p:nvPicPr>
            <p:cNvPr id="156" name="グラフィックス 155" descr="悲しそうな顔 (塗りつぶし) 単色塗りつぶし">
              <a:extLst>
                <a:ext uri="{FF2B5EF4-FFF2-40B4-BE49-F238E27FC236}">
                  <ns2:creationId id="{FE45CA22-036C-C2FA-34CB-5683A28128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847271" y="5119473"/>
              <a:ext cx="468000" cy="468000"/>
            </a:xfrm>
            <a:prstGeom prst="rect">
              <a:avLst/>
            </a:prstGeom>
          </p:spPr>
        </p:pic>
      </p:grpSp>
      <p:sp>
        <p:nvSpPr>
          <p:cNvPr id="158" name="Textfeld 2">
            <a:extLst>
              <a:ext uri="{FF2B5EF4-FFF2-40B4-BE49-F238E27FC236}">
                <ns2:creationId id="{476EA224-C0E6-0C9A-5F3E-41688CF8D5ED}"/>
              </a:ext>
            </a:extLst>
          </p:cNvPr>
          <p:cNvSpPr txBox="1"/>
          <p:nvPr/>
        </p:nvSpPr>
        <p:spPr bwMode="auto">
          <a:xfrm>
            <a:off x="371474" y="6334380"/>
            <a:ext cx="10559760" cy="22659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046294"/>
              </a:buClr>
              <a:defRPr/>
            </a:pPr>
            <a:r>
              <a:rPr lang="en-US" altLang="ja-JP" sz="1000">
                <a:solidFill>
                  <a:srgbClr val="FFFFFF">
                    <a:lumMod val="50000"/>
                  </a:srgbClr>
                </a:solidFill>
                <a:latin typeface="+mn-ea"/>
                <a:cs typeface="Arial" pitchFamily="34" charset="0"/>
              </a:rPr>
              <a:t>XX</a:t>
            </a:r>
          </a:p>
        </p:txBody>
      </p:sp>
    </p:spTree>
    <p:extLst>
      <p:ext uri="{BB962C8B-B14F-4D97-AF65-F5344CB8AC3E}">
        <ns7:creationId val="2668385989"/>
      </p:ext>
    </p:extLst>
  </p:cSld>
  <p:clrMapOvr>
    <a:masterClrMapping/>
  </p:clrMapOvr>
</p:sld>
</file>

<file path=ppt/slides/slide5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5D05B49-BC00-5090-67F1-A74602ACF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0F34865-CC71-4327-51C8-4282BED94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7E79692-A337-021A-1026-E502F81ACC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B49D3666-EAC9-EBFE-BF59-9828B3688BE2}"/>
              </a:ext>
            </a:extLst>
          </p:cNvPr>
          <p:cNvSpPr/>
          <p:nvPr/>
        </p:nvSpPr>
        <p:spPr>
          <a:xfrm>
            <a:off x="7374835" y="129209"/>
            <a:ext cx="3190461" cy="3802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ns2:creationId id="{09394AC0-C110-6FF6-761A-D0B3DC77BB34}"/>
              </a:ext>
            </a:extLst>
          </p:cNvPr>
          <p:cNvSpPr/>
          <p:nvPr/>
        </p:nvSpPr>
        <p:spPr>
          <a:xfrm>
            <a:off x="334963" y="2492777"/>
            <a:ext cx="5203518" cy="865286"/>
          </a:xfrm>
          <a:prstGeom prst="roundRect">
            <a:avLst>
              <a:gd name="adj" fmla="val 9071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algn="ctr">
              <a:spcAft>
                <a:spcPts val="300"/>
              </a:spcAft>
            </a:pPr>
            <a:r>
              <a:rPr lang="ja-JP" altLang="en-US" sz="14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ns2:creationId id="{C0DDC27B-EF2B-7681-F987-F0CBAF751F42}"/>
              </a:ext>
            </a:extLst>
          </p:cNvPr>
          <p:cNvSpPr/>
          <p:nvPr/>
        </p:nvSpPr>
        <p:spPr>
          <a:xfrm>
            <a:off x="6610085" y="2492777"/>
            <a:ext cx="5203518" cy="865286"/>
          </a:xfrm>
          <a:prstGeom prst="roundRect">
            <a:avLst>
              <a:gd name="adj" fmla="val 9071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algn="ctr">
              <a:spcAft>
                <a:spcPts val="300"/>
              </a:spcAft>
            </a:pPr>
            <a:r>
              <a:rPr lang="ja-JP" altLang="en-US" sz="140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ns2:creationId id="{5DD2F065-41CD-6924-FF73-77B4E00D8A3D}"/>
              </a:ext>
            </a:extLst>
          </p:cNvPr>
          <p:cNvSpPr/>
          <p:nvPr/>
        </p:nvSpPr>
        <p:spPr>
          <a:xfrm>
            <a:off x="334963" y="3450553"/>
            <a:ext cx="5203518" cy="2079956"/>
          </a:xfrm>
          <a:prstGeom prst="roundRect">
            <a:avLst>
              <a:gd name="adj" fmla="val 3791"/>
            </a:avLst>
          </a:prstGeom>
          <a:solidFill>
            <a:schemeClr val="accent6">
              <a:lumMod val="20000"/>
              <a:lumOff val="80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60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2" name="四角形: 角を丸くする 31">
            <a:extLst>
              <a:ext uri="{FF2B5EF4-FFF2-40B4-BE49-F238E27FC236}">
                <ns2:creationId id="{063FA53C-D394-04CA-3C52-BA931609B985}"/>
              </a:ext>
            </a:extLst>
          </p:cNvPr>
          <p:cNvSpPr/>
          <p:nvPr/>
        </p:nvSpPr>
        <p:spPr>
          <a:xfrm>
            <a:off x="6610085" y="3450553"/>
            <a:ext cx="5203518" cy="2079956"/>
          </a:xfrm>
          <a:prstGeom prst="roundRect">
            <a:avLst>
              <a:gd name="adj" fmla="val 3791"/>
            </a:avLst>
          </a:prstGeom>
          <a:solidFill>
            <a:schemeClr val="accent6">
              <a:lumMod val="20000"/>
              <a:lumOff val="80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60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62" name="グループ化 61">
            <a:extLst>
              <a:ext uri="{FF2B5EF4-FFF2-40B4-BE49-F238E27FC236}">
                <ns2:creationId id="{A2CA0BA1-231D-63C4-0933-D4E44AE64294}"/>
              </a:ext>
            </a:extLst>
          </p:cNvPr>
          <p:cNvGrpSpPr/>
          <p:nvPr/>
        </p:nvGrpSpPr>
        <p:grpSpPr>
          <a:xfrm>
            <a:off x="747313" y="4126783"/>
            <a:ext cx="4378818" cy="1240321"/>
            <a:chOff x="577516" y="3657487"/>
            <a:chExt cx="2120608" cy="1137780"/>
          </a:xfrm>
        </p:grpSpPr>
        <p:sp>
          <p:nvSpPr>
            <p:cNvPr id="59" name="四角形: 角を丸くする 58">
              <a:extLst>
                <a:ext uri="{FF2B5EF4-FFF2-40B4-BE49-F238E27FC236}">
                  <ns2:creationId id="{015BF11B-FBEE-ADE3-31D3-F7DD3D0DE252}"/>
                </a:ext>
              </a:extLst>
            </p:cNvPr>
            <p:cNvSpPr/>
            <p:nvPr/>
          </p:nvSpPr>
          <p:spPr>
            <a:xfrm>
              <a:off x="577516" y="365748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0" name="四角形: 角を丸くする 59">
              <a:extLst>
                <a:ext uri="{FF2B5EF4-FFF2-40B4-BE49-F238E27FC236}">
                  <ns2:creationId id="{65CF415D-E53D-2D10-43ED-546615D4F0E5}"/>
                </a:ext>
              </a:extLst>
            </p:cNvPr>
            <p:cNvSpPr/>
            <p:nvPr/>
          </p:nvSpPr>
          <p:spPr>
            <a:xfrm>
              <a:off x="577516" y="406674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1" name="四角形: 角を丸くする 60">
              <a:extLst>
                <a:ext uri="{FF2B5EF4-FFF2-40B4-BE49-F238E27FC236}">
                  <ns2:creationId id="{4091609E-863E-0616-4ECC-F232DDECB5AB}"/>
                </a:ext>
              </a:extLst>
            </p:cNvPr>
            <p:cNvSpPr/>
            <p:nvPr/>
          </p:nvSpPr>
          <p:spPr>
            <a:xfrm>
              <a:off x="577516" y="447600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63" name="グループ化 62">
            <a:extLst>
              <a:ext uri="{FF2B5EF4-FFF2-40B4-BE49-F238E27FC236}">
                <ns2:creationId id="{B33FD5E1-AB46-58EB-3DEB-ACEDFDCFCBE5}"/>
              </a:ext>
            </a:extLst>
          </p:cNvPr>
          <p:cNvGrpSpPr/>
          <p:nvPr/>
        </p:nvGrpSpPr>
        <p:grpSpPr>
          <a:xfrm>
            <a:off x="7022435" y="4126783"/>
            <a:ext cx="4378818" cy="1240321"/>
            <a:chOff x="577516" y="3657487"/>
            <a:chExt cx="2120608" cy="1137780"/>
          </a:xfrm>
        </p:grpSpPr>
        <p:sp>
          <p:nvSpPr>
            <p:cNvPr id="64" name="四角形: 角を丸くする 63">
              <a:extLst>
                <a:ext uri="{FF2B5EF4-FFF2-40B4-BE49-F238E27FC236}">
                  <ns2:creationId id="{70FCCF6D-9785-7114-7514-B73C1045540E}"/>
                </a:ext>
              </a:extLst>
            </p:cNvPr>
            <p:cNvSpPr/>
            <p:nvPr/>
          </p:nvSpPr>
          <p:spPr>
            <a:xfrm>
              <a:off x="577516" y="365748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DFAD3429-E6BD-AC11-8795-4F7C82A3D0F9}"/>
                </a:ext>
              </a:extLst>
            </p:cNvPr>
            <p:cNvSpPr/>
            <p:nvPr/>
          </p:nvSpPr>
          <p:spPr>
            <a:xfrm>
              <a:off x="577516" y="406674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6" name="四角形: 角を丸くする 65">
              <a:extLst>
                <a:ext uri="{FF2B5EF4-FFF2-40B4-BE49-F238E27FC236}">
                  <ns2:creationId id="{AC4CD9CB-3725-7501-EA5B-25C248B2428F}"/>
                </a:ext>
              </a:extLst>
            </p:cNvPr>
            <p:cNvSpPr/>
            <p:nvPr/>
          </p:nvSpPr>
          <p:spPr>
            <a:xfrm>
              <a:off x="577516" y="4476007"/>
              <a:ext cx="2120608" cy="319260"/>
            </a:xfrm>
            <a:prstGeom prst="roundRect">
              <a:avLst>
                <a:gd name="adj" fmla="val 6328"/>
              </a:avLst>
            </a:prstGeom>
            <a:solidFill>
              <a:schemeClr val="bg1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sp>
        <p:nvSpPr>
          <p:cNvPr id="69" name="テキスト ボックス 68">
            <a:extLst>
              <a:ext uri="{FF2B5EF4-FFF2-40B4-BE49-F238E27FC236}">
                <ns2:creationId id="{104FF73B-15BF-32D4-87DB-06D7D08DEF73}"/>
              </a:ext>
            </a:extLst>
          </p:cNvPr>
          <p:cNvSpPr txBox="1"/>
          <p:nvPr/>
        </p:nvSpPr>
        <p:spPr>
          <a:xfrm>
            <a:off x="5555270" y="2799602"/>
            <a:ext cx="1038023" cy="25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9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75" name="グラフィックス 74">
            <a:extLst>
              <a:ext uri="{FF2B5EF4-FFF2-40B4-BE49-F238E27FC236}">
                <ns2:creationId id="{7C45F1D1-83A8-7FF6-3891-FF3ED16B1E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8840164" y="3166394"/>
            <a:ext cx="743360" cy="392443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ns2:creationId id="{28103073-E858-D42C-6D8D-0F1D987D5340}"/>
              </a:ext>
            </a:extLst>
          </p:cNvPr>
          <p:cNvGrpSpPr/>
          <p:nvPr/>
        </p:nvGrpSpPr>
        <p:grpSpPr>
          <a:xfrm>
            <a:off x="334963" y="1709304"/>
            <a:ext cx="11522075" cy="470933"/>
            <a:chOff x="342899" y="1638300"/>
            <a:chExt cx="5652000" cy="432000"/>
          </a:xfrm>
        </p:grpSpPr>
        <p:sp>
          <p:nvSpPr>
            <p:cNvPr id="4" name="テキスト ボックス 15">
              <a:extLst>
                <a:ext uri="{FF2B5EF4-FFF2-40B4-BE49-F238E27FC236}">
                  <ns2:creationId id="{CCB5E672-50C4-39FA-DF7A-BCF091B63D36}"/>
                </a:ext>
              </a:extLst>
            </p:cNvPr>
            <p:cNvSpPr txBox="1"/>
            <p:nvPr/>
          </p:nvSpPr>
          <p:spPr>
            <a:xfrm>
              <a:off x="342899" y="1638300"/>
              <a:ext cx="5651999" cy="432000"/>
            </a:xfrm>
            <a:prstGeom prst="rect">
              <a:avLst/>
            </a:prstGeom>
            <a:noFill/>
          </p:spPr>
          <p:txBody>
            <a:bodyPr wrap="none" lIns="648000" tIns="36000" rIns="36000" bIns="36000" rtlCol="0" anchor="b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6" name="直線コネクタ 16">
              <a:extLst>
                <a:ext uri="{FF2B5EF4-FFF2-40B4-BE49-F238E27FC236}">
                  <ns2:creationId id="{7D5CBFB2-D0A1-DB43-E998-294F34A3F896}"/>
                </a:ext>
              </a:extLst>
            </p:cNvPr>
            <p:cNvCxnSpPr>
              <a:cxnSpLocks/>
            </p:cNvCxnSpPr>
            <p:nvPr/>
          </p:nvCxnSpPr>
          <p:spPr>
            <a:xfrm>
              <a:off x="342899" y="2070300"/>
              <a:ext cx="565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" name="グラフィックス 8" descr="繰り返し 単色塗りつぶし">
            <a:extLst>
              <a:ext uri="{FF2B5EF4-FFF2-40B4-BE49-F238E27FC236}">
                <ns2:creationId id="{A2DF93B0-5498-8BF5-0FFE-235603F599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 flipH="1">
            <a:off x="5612098" y="2453391"/>
            <a:ext cx="914400" cy="914400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ns2:creationId id="{F8186BA0-EDEC-E26C-2B73-43996B4341E3}"/>
              </a:ext>
            </a:extLst>
          </p:cNvPr>
          <p:cNvGrpSpPr/>
          <p:nvPr/>
        </p:nvGrpSpPr>
        <p:grpSpPr>
          <a:xfrm rot="5400000">
            <a:off x="2703777" y="3164908"/>
            <a:ext cx="369527" cy="360000"/>
            <a:chOff x="4481975" y="4552638"/>
            <a:chExt cx="369527" cy="360000"/>
          </a:xfrm>
        </p:grpSpPr>
        <p:sp>
          <p:nvSpPr>
            <p:cNvPr id="11" name="円/楕円 8">
              <a:extLst>
                <a:ext uri="{FF2B5EF4-FFF2-40B4-BE49-F238E27FC236}">
                  <ns2:creationId id="{41FEA869-48CE-122E-CC47-D2207812226E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481975" y="4552638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2" name="グラフィックス 11">
              <a:extLst>
                <a:ext uri="{FF2B5EF4-FFF2-40B4-BE49-F238E27FC236}">
                  <ns2:creationId id="{C1F39522-4C83-E5BF-EF09-AA6F3804CC2E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grpSp>
        <p:nvGrpSpPr>
          <p:cNvPr id="13" name="グループ化 12">
            <a:extLst>
              <a:ext uri="{FF2B5EF4-FFF2-40B4-BE49-F238E27FC236}">
                <ns2:creationId id="{370CAE17-6587-2A4F-C4B1-AC076D7AE507}"/>
              </a:ext>
            </a:extLst>
          </p:cNvPr>
          <p:cNvGrpSpPr/>
          <p:nvPr/>
        </p:nvGrpSpPr>
        <p:grpSpPr>
          <a:xfrm rot="5400000">
            <a:off x="9166887" y="3164908"/>
            <a:ext cx="369527" cy="360000"/>
            <a:chOff x="4481975" y="4552638"/>
            <a:chExt cx="369527" cy="360000"/>
          </a:xfrm>
        </p:grpSpPr>
        <p:sp>
          <p:nvSpPr>
            <p:cNvPr id="14" name="円/楕円 8">
              <a:extLst>
                <a:ext uri="{FF2B5EF4-FFF2-40B4-BE49-F238E27FC236}">
                  <ns2:creationId id="{176F4503-8A0D-E97F-1B41-35140C560467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481975" y="4552638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5" name="グラフィックス 14">
              <a:extLst>
                <a:ext uri="{FF2B5EF4-FFF2-40B4-BE49-F238E27FC236}">
                  <ns2:creationId id="{98AD02AA-BB60-C73A-28F8-92C8735D3F94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cxnSp>
        <p:nvCxnSpPr>
          <p:cNvPr id="16" name="直線コネクタ 15">
            <a:extLst>
              <a:ext uri="{FF2B5EF4-FFF2-40B4-BE49-F238E27FC236}">
                <ns2:creationId id="{9CAAE04E-9100-E1F2-B661-B060284FDDBA}"/>
              </a:ext>
            </a:extLst>
          </p:cNvPr>
          <p:cNvCxnSpPr>
            <a:cxnSpLocks/>
          </p:cNvCxnSpPr>
          <p:nvPr/>
        </p:nvCxnSpPr>
        <p:spPr>
          <a:xfrm>
            <a:off x="334963" y="5624505"/>
            <a:ext cx="11522075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グループ化 16">
            <a:extLst>
              <a:ext uri="{FF2B5EF4-FFF2-40B4-BE49-F238E27FC236}">
                <ns2:creationId id="{D3256108-B54F-2CE2-9A0F-C581E0C0F83A}"/>
              </a:ext>
            </a:extLst>
          </p:cNvPr>
          <p:cNvGrpSpPr/>
          <p:nvPr/>
        </p:nvGrpSpPr>
        <p:grpSpPr>
          <a:xfrm rot="5400000">
            <a:off x="5910751" y="5449269"/>
            <a:ext cx="369527" cy="360000"/>
            <a:chOff x="4481975" y="4552638"/>
            <a:chExt cx="369527" cy="360000"/>
          </a:xfrm>
        </p:grpSpPr>
        <p:sp>
          <p:nvSpPr>
            <p:cNvPr id="18" name="円/楕円 8">
              <a:extLst>
                <a:ext uri="{FF2B5EF4-FFF2-40B4-BE49-F238E27FC236}">
                  <ns2:creationId id="{D613B5A4-3B45-3365-0FA3-8596654385C9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481975" y="4552638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9" name="グラフィックス 18">
              <a:extLst>
                <a:ext uri="{FF2B5EF4-FFF2-40B4-BE49-F238E27FC236}">
                  <ns2:creationId id="{91308844-6D98-8FD5-8CA1-226860B09814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sp>
        <p:nvSpPr>
          <p:cNvPr id="20" name="テキスト ボックス 19">
            <a:extLst>
              <a:ext uri="{FF2B5EF4-FFF2-40B4-BE49-F238E27FC236}">
                <ns2:creationId id="{98A3AFF2-600B-9362-D792-E22A10F57BAF}"/>
              </a:ext>
            </a:extLst>
          </p:cNvPr>
          <p:cNvSpPr txBox="1"/>
          <p:nvPr/>
        </p:nvSpPr>
        <p:spPr>
          <a:xfrm>
            <a:off x="344488" y="5746790"/>
            <a:ext cx="6048000" cy="553998"/>
          </a:xfrm>
          <a:prstGeom prst="rect">
            <a:avLst/>
          </a:prstGeom>
          <a:noFill/>
        </p:spPr>
        <p:txBody>
          <a:bodyPr wrap="square" t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1</a:t>
            </a: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1800" b="1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1" i="0" u="none" strike="noStrike" kern="1200" cap="none" spc="0" normalizeH="0" noProof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ns2:creationId id="{072B8D88-7E84-B38A-EF9F-0E21659FD9C2}"/>
              </a:ext>
            </a:extLst>
          </p:cNvPr>
          <p:cNvSpPr txBox="1"/>
          <p:nvPr/>
        </p:nvSpPr>
        <p:spPr>
          <a:xfrm>
            <a:off x="6946763" y="5746790"/>
            <a:ext cx="2340000" cy="553998"/>
          </a:xfrm>
          <a:prstGeom prst="rect">
            <a:avLst/>
          </a:prstGeom>
          <a:noFill/>
        </p:spPr>
        <p:txBody>
          <a:bodyPr wrap="square" t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1" i="0" u="none" strike="noStrike" kern="1200" cap="none" spc="0" normalizeH="0" noProof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ns2:creationId id="{3D5FD6EF-E9E6-8278-43ED-3149EBB167BB}"/>
              </a:ext>
            </a:extLst>
          </p:cNvPr>
          <p:cNvSpPr txBox="1"/>
          <p:nvPr/>
        </p:nvSpPr>
        <p:spPr>
          <a:xfrm>
            <a:off x="9841038" y="5746790"/>
            <a:ext cx="2016000" cy="553998"/>
          </a:xfrm>
          <a:prstGeom prst="rect">
            <a:avLst/>
          </a:prstGeom>
          <a:noFill/>
        </p:spPr>
        <p:txBody>
          <a:bodyPr wrap="square" t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800" b="1" i="0" u="none" strike="noStrike" kern="1200" cap="none" spc="0" normalizeH="0" noProof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27" name="AutoShape 2">
            <a:extLst>
              <a:ext uri="{FF2B5EF4-FFF2-40B4-BE49-F238E27FC236}">
                <ns2:creationId id="{33C476C5-F6A4-7FC5-7A51-55A3722A2627}"/>
              </a:ext>
            </a:extLst>
          </p:cNvPr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 rot="10800000" flipH="1">
            <a:off x="6579625" y="5789790"/>
            <a:ext cx="180000" cy="468000"/>
          </a:xfrm>
          <a:prstGeom prst="homePlate">
            <a:avLst>
              <a:gd name="adj" fmla="val 100000"/>
            </a:avLst>
          </a:prstGeom>
          <a:solidFill>
            <a:srgbClr val="008000">
              <a:alpha val="50000"/>
            </a:srgbClr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endParaRPr lang="ja-JP" altLang="en-US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8" name="AutoShape 2">
            <a:extLst>
              <a:ext uri="{FF2B5EF4-FFF2-40B4-BE49-F238E27FC236}">
                <ns2:creationId id="{A440ECEA-41A8-3DE0-9DE3-54AEE3F091C0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 rot="10800000" flipH="1">
            <a:off x="9473900" y="5789790"/>
            <a:ext cx="180000" cy="468000"/>
          </a:xfrm>
          <a:prstGeom prst="homePlate">
            <a:avLst>
              <a:gd name="adj" fmla="val 100000"/>
            </a:avLst>
          </a:prstGeom>
          <a:solidFill>
            <a:srgbClr val="008000">
              <a:alpha val="50000"/>
            </a:srgbClr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endParaRPr lang="ja-JP" altLang="en-US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ns5:creationId val="3210764697"/>
      </p:ext>
    </p:extLst>
  </p:cSld>
  <p:clrMapOvr>
    <a:masterClrMapping/>
  </p:clrMapOvr>
</p:sld>
</file>

<file path=ppt/slides/slide57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6BE8486-20CB-763C-04D0-69B8E03AB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33CECE9-0ACC-AE5E-96B7-4F683089F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2000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3E6D23B-22FE-A809-773F-6F82BD844E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600" dirty="0"/>
              <a:t>XX</a:t>
            </a:r>
            <a:r>
              <a:rPr kumimoji="1" lang="en-US" altLang="ja-JP" sz="1600" dirty="0"/>
              <a:t>27</a:t>
            </a:r>
            <a:r>
              <a:rPr kumimoji="1" lang="ja-JP" altLang="en-US" sz="1600" dirty="0"/>
              <a:t>XX</a:t>
            </a:r>
            <a:r>
              <a:rPr kumimoji="1" lang="en-US" altLang="ja-JP" sz="1600" dirty="0"/>
              <a:t>186</a:t>
            </a:r>
            <a:r>
              <a:rPr kumimoji="1" lang="ja-JP" altLang="en-US" sz="1600" dirty="0"/>
              <a:t>XX</a:t>
            </a:r>
          </a:p>
        </p:txBody>
      </p:sp>
      <p:grpSp>
        <p:nvGrpSpPr>
          <p:cNvPr id="233" name="グループ化 232">
            <a:extLst>
              <a:ext uri="{FF2B5EF4-FFF2-40B4-BE49-F238E27FC236}">
                <ns2:creationId id="{42DB630A-E945-7F4E-40DA-012AEBF0D7EA}"/>
              </a:ext>
            </a:extLst>
          </p:cNvPr>
          <p:cNvGrpSpPr/>
          <p:nvPr/>
        </p:nvGrpSpPr>
        <p:grpSpPr>
          <a:xfrm>
            <a:off x="334963" y="1628775"/>
            <a:ext cx="11522075" cy="4684798"/>
            <a:chOff x="334963" y="1628775"/>
            <a:chExt cx="11522075" cy="4684798"/>
          </a:xfrm>
        </p:grpSpPr>
        <p:sp>
          <p:nvSpPr>
            <p:cNvPr id="66" name="正方形/長方形 65">
              <a:extLst>
                <a:ext uri="{FF2B5EF4-FFF2-40B4-BE49-F238E27FC236}">
                  <ns2:creationId id="{496903B6-D119-F3EA-0D81-3AC14026DB8E}"/>
                </a:ext>
              </a:extLst>
            </p:cNvPr>
            <p:cNvSpPr/>
            <p:nvPr/>
          </p:nvSpPr>
          <p:spPr>
            <a:xfrm>
              <a:off x="334963" y="1924000"/>
              <a:ext cx="1056465" cy="18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CA87BA3B-075C-71F5-A914-229EDED79AA1}"/>
                </a:ext>
              </a:extLst>
            </p:cNvPr>
            <p:cNvSpPr/>
            <p:nvPr/>
          </p:nvSpPr>
          <p:spPr>
            <a:xfrm>
              <a:off x="334963" y="2147225"/>
              <a:ext cx="1056465" cy="51120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91FF6B94-89A4-96BA-580A-6751B4272B97}"/>
                </a:ext>
              </a:extLst>
            </p:cNvPr>
            <p:cNvSpPr/>
            <p:nvPr/>
          </p:nvSpPr>
          <p:spPr>
            <a:xfrm>
              <a:off x="334965" y="3104876"/>
              <a:ext cx="306001" cy="252254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it-IT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A186714C-3412-FD60-2923-7D7448762E76}"/>
                </a:ext>
              </a:extLst>
            </p:cNvPr>
            <p:cNvSpPr/>
            <p:nvPr/>
          </p:nvSpPr>
          <p:spPr>
            <a:xfrm>
              <a:off x="677760" y="3104876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2046C362-28C2-F200-B652-5EE62ECF700F}"/>
                </a:ext>
              </a:extLst>
            </p:cNvPr>
            <p:cNvSpPr/>
            <p:nvPr/>
          </p:nvSpPr>
          <p:spPr>
            <a:xfrm>
              <a:off x="677760" y="3738162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8DCE7164-5A3A-933D-1835-D699CD939122}"/>
                </a:ext>
              </a:extLst>
            </p:cNvPr>
            <p:cNvSpPr/>
            <p:nvPr/>
          </p:nvSpPr>
          <p:spPr>
            <a:xfrm>
              <a:off x="677760" y="4371448"/>
              <a:ext cx="713668" cy="590061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4D6C42CA-3FAA-3A12-1C95-8DDE9DEA3B28}"/>
                </a:ext>
              </a:extLst>
            </p:cNvPr>
            <p:cNvSpPr/>
            <p:nvPr/>
          </p:nvSpPr>
          <p:spPr>
            <a:xfrm>
              <a:off x="677760" y="5004731"/>
              <a:ext cx="713668" cy="62269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1CF7667C-BB92-A3DA-BC21-066FB697FE2A}"/>
                </a:ext>
              </a:extLst>
            </p:cNvPr>
            <p:cNvSpPr/>
            <p:nvPr/>
          </p:nvSpPr>
          <p:spPr>
            <a:xfrm>
              <a:off x="334963" y="5953573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8F6079B0-5301-1A05-1C81-DC3682B5DBF5}"/>
                </a:ext>
              </a:extLst>
            </p:cNvPr>
            <p:cNvSpPr/>
            <p:nvPr/>
          </p:nvSpPr>
          <p:spPr>
            <a:xfrm>
              <a:off x="334963" y="2701651"/>
              <a:ext cx="1056465" cy="36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ホームベース 6">
              <a:extLst>
                <a:ext uri="{FF2B5EF4-FFF2-40B4-BE49-F238E27FC236}">
                  <ns2:creationId id="{15B48743-A922-5B6D-0AAE-25AADE7F6DFA}"/>
                </a:ext>
              </a:extLst>
            </p:cNvPr>
            <p:cNvSpPr/>
            <p:nvPr/>
          </p:nvSpPr>
          <p:spPr>
            <a:xfrm>
              <a:off x="2481208" y="1628775"/>
              <a:ext cx="1802457" cy="252000"/>
            </a:xfrm>
            <a:prstGeom prst="homePlate">
              <a:avLst>
                <a:gd name="adj" fmla="val 18199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kumimoji="1"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ホームベース 61">
              <a:extLst>
                <a:ext uri="{FF2B5EF4-FFF2-40B4-BE49-F238E27FC236}">
                  <ns2:creationId id="{9C30C80F-1A07-EBF1-5B77-A5D20D1FED9B}"/>
                </a:ext>
              </a:extLst>
            </p:cNvPr>
            <p:cNvSpPr/>
            <p:nvPr/>
          </p:nvSpPr>
          <p:spPr>
            <a:xfrm>
              <a:off x="4333553" y="1628775"/>
              <a:ext cx="1799416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8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ホームベース 62">
              <a:extLst>
                <a:ext uri="{FF2B5EF4-FFF2-40B4-BE49-F238E27FC236}">
                  <ns2:creationId id="{A66A7314-47E4-D7A9-3996-A5BABDC562DC}"/>
                </a:ext>
              </a:extLst>
            </p:cNvPr>
            <p:cNvSpPr/>
            <p:nvPr/>
          </p:nvSpPr>
          <p:spPr>
            <a:xfrm>
              <a:off x="6181169" y="1628775"/>
              <a:ext cx="3637801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77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ホームベース 64">
              <a:extLst>
                <a:ext uri="{FF2B5EF4-FFF2-40B4-BE49-F238E27FC236}">
                  <ns2:creationId id="{F3B96F54-EB99-F95F-E6AF-CD46918B2248}"/>
                </a:ext>
              </a:extLst>
            </p:cNvPr>
            <p:cNvSpPr/>
            <p:nvPr/>
          </p:nvSpPr>
          <p:spPr>
            <a:xfrm>
              <a:off x="9881130" y="1628775"/>
              <a:ext cx="1774212" cy="252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5D837773-DC8E-363E-9A86-2F30742F6A14}"/>
                </a:ext>
              </a:extLst>
            </p:cNvPr>
            <p:cNvSpPr/>
            <p:nvPr/>
          </p:nvSpPr>
          <p:spPr>
            <a:xfrm>
              <a:off x="248120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DDFF1869-BF92-D727-82AA-6111989ACAEB}"/>
                </a:ext>
              </a:extLst>
            </p:cNvPr>
            <p:cNvSpPr/>
            <p:nvPr/>
          </p:nvSpPr>
          <p:spPr>
            <a:xfrm>
              <a:off x="4331188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41C0EFFA-02B2-F31E-1B72-9B1C6D4A30C9}"/>
                </a:ext>
              </a:extLst>
            </p:cNvPr>
            <p:cNvSpPr/>
            <p:nvPr/>
          </p:nvSpPr>
          <p:spPr>
            <a:xfrm>
              <a:off x="6181169" y="1924000"/>
              <a:ext cx="3637801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880EA992-41D4-2747-143C-FAB199139130}"/>
                </a:ext>
              </a:extLst>
            </p:cNvPr>
            <p:cNvSpPr/>
            <p:nvPr/>
          </p:nvSpPr>
          <p:spPr>
            <a:xfrm>
              <a:off x="9881129" y="1924000"/>
              <a:ext cx="1774212" cy="18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1FC09C24-9AD4-635F-A024-88569E6A025B}"/>
                </a:ext>
              </a:extLst>
            </p:cNvPr>
            <p:cNvSpPr/>
            <p:nvPr/>
          </p:nvSpPr>
          <p:spPr>
            <a:xfrm>
              <a:off x="2481208" y="2147225"/>
              <a:ext cx="18024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677418A9-94B7-E801-47E5-F3AFB584257D}"/>
                </a:ext>
              </a:extLst>
            </p:cNvPr>
            <p:cNvSpPr/>
            <p:nvPr/>
          </p:nvSpPr>
          <p:spPr>
            <a:xfrm>
              <a:off x="4333553" y="2147225"/>
              <a:ext cx="1799416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436D37B-FBDB-94CE-45B2-AFF4647B76C8}"/>
                </a:ext>
              </a:extLst>
            </p:cNvPr>
            <p:cNvSpPr/>
            <p:nvPr/>
          </p:nvSpPr>
          <p:spPr>
            <a:xfrm>
              <a:off x="6184586" y="2147225"/>
              <a:ext cx="3629557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B9CAB87B-EEBB-2982-72F6-07CF16033DAA}"/>
                </a:ext>
              </a:extLst>
            </p:cNvPr>
            <p:cNvSpPr/>
            <p:nvPr/>
          </p:nvSpPr>
          <p:spPr>
            <a:xfrm>
              <a:off x="9881129" y="2147225"/>
              <a:ext cx="1774212" cy="51120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41587DAF-AF6C-259B-2607-28250D8ACFFA}"/>
                </a:ext>
              </a:extLst>
            </p:cNvPr>
            <p:cNvSpPr/>
            <p:nvPr/>
          </p:nvSpPr>
          <p:spPr>
            <a:xfrm>
              <a:off x="2481208" y="5953573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83787E38-E7C4-1BF8-AE90-318BD6693460}"/>
                </a:ext>
              </a:extLst>
            </p:cNvPr>
            <p:cNvSpPr/>
            <p:nvPr/>
          </p:nvSpPr>
          <p:spPr>
            <a:xfrm>
              <a:off x="4333553" y="5953573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角丸四角形 98">
              <a:extLst>
                <a:ext uri="{FF2B5EF4-FFF2-40B4-BE49-F238E27FC236}">
                  <ns2:creationId id="{7F303DEC-D551-7E07-55B5-F147B8EE0D29}"/>
                </a:ext>
              </a:extLst>
            </p:cNvPr>
            <p:cNvSpPr/>
            <p:nvPr/>
          </p:nvSpPr>
          <p:spPr>
            <a:xfrm>
              <a:off x="9881129" y="5953573"/>
              <a:ext cx="1774212" cy="360000"/>
            </a:xfrm>
            <a:prstGeom prst="roundRect">
              <a:avLst>
                <a:gd name="adj" fmla="val 0"/>
              </a:avLst>
            </a:prstGeom>
            <a:noFill/>
            <a:ln w="22225">
              <a:solidFill>
                <a:srgbClr val="008000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1BA2A3A5-E406-E301-CD50-A9C518E1F61B}"/>
                </a:ext>
              </a:extLst>
            </p:cNvPr>
            <p:cNvSpPr/>
            <p:nvPr/>
          </p:nvSpPr>
          <p:spPr>
            <a:xfrm>
              <a:off x="2481208" y="2701651"/>
              <a:ext cx="1802457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592AEE77-DBFA-646E-A72A-E66AE841DC5D}"/>
                </a:ext>
              </a:extLst>
            </p:cNvPr>
            <p:cNvSpPr/>
            <p:nvPr/>
          </p:nvSpPr>
          <p:spPr>
            <a:xfrm>
              <a:off x="4333553" y="2701651"/>
              <a:ext cx="1799416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235C5D86-7D1B-58D8-106A-694D338E2EA3}"/>
                </a:ext>
              </a:extLst>
            </p:cNvPr>
            <p:cNvSpPr/>
            <p:nvPr/>
          </p:nvSpPr>
          <p:spPr>
            <a:xfrm>
              <a:off x="6181170" y="2701651"/>
              <a:ext cx="3637801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875C07C2-B237-672B-0AA7-7BC27B5A5193}"/>
                </a:ext>
              </a:extLst>
            </p:cNvPr>
            <p:cNvSpPr/>
            <p:nvPr/>
          </p:nvSpPr>
          <p:spPr>
            <a:xfrm>
              <a:off x="9881129" y="2701651"/>
              <a:ext cx="1774212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XX</a:t>
              </a:r>
              <a:r>
                <a:rPr lang="ja-JP" altLang="it-IT" sz="1000" dirty="0">
                  <a:solidFill>
                    <a:schemeClr val="tx1"/>
                  </a:solidFill>
                  <a:latin typeface="+mj-lt"/>
                  <a:cs typeface="Google Sans"/>
                  <a:sym typeface="Google Sans"/>
                </a:rPr>
                <a:t>、</a:t>
              </a:r>
              <a:r>
                <a:rPr lang="ja-JP" altLang="en-US" sz="10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  <a:sym typeface="Google Sans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C58C0797-2228-0428-3C7F-233B41D03356}"/>
                </a:ext>
              </a:extLst>
            </p:cNvPr>
            <p:cNvSpPr/>
            <p:nvPr/>
          </p:nvSpPr>
          <p:spPr>
            <a:xfrm>
              <a:off x="6184585" y="5953573"/>
              <a:ext cx="3629558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角丸四角形 102">
              <a:extLst>
                <a:ext uri="{FF2B5EF4-FFF2-40B4-BE49-F238E27FC236}">
                  <ns2:creationId id="{1AD0BA11-0B39-44D7-59C6-73A946F6B57B}"/>
                </a:ext>
              </a:extLst>
            </p:cNvPr>
            <p:cNvSpPr/>
            <p:nvPr/>
          </p:nvSpPr>
          <p:spPr>
            <a:xfrm>
              <a:off x="1462667" y="3104875"/>
              <a:ext cx="968518" cy="2522548"/>
            </a:xfrm>
            <a:prstGeom prst="rect">
              <a:avLst/>
            </a:prstGeom>
            <a:solidFill>
              <a:srgbClr val="D9D9D9"/>
            </a:solidFill>
            <a:ln w="317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ホームベース 6">
              <a:extLst>
                <a:ext uri="{FF2B5EF4-FFF2-40B4-BE49-F238E27FC236}">
                  <ns2:creationId id="{68097C47-E18A-E1C7-F85B-DF4944BD99E6}"/>
                </a:ext>
              </a:extLst>
            </p:cNvPr>
            <p:cNvSpPr/>
            <p:nvPr/>
          </p:nvSpPr>
          <p:spPr>
            <a:xfrm>
              <a:off x="1462667" y="1628775"/>
              <a:ext cx="968518" cy="252000"/>
            </a:xfrm>
            <a:prstGeom prst="homePlate">
              <a:avLst>
                <a:gd name="adj" fmla="val 18199"/>
              </a:avLst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1ADC1FC7-8458-9A0C-7269-3746F07D5033}"/>
                </a:ext>
              </a:extLst>
            </p:cNvPr>
            <p:cNvSpPr/>
            <p:nvPr/>
          </p:nvSpPr>
          <p:spPr>
            <a:xfrm>
              <a:off x="1462667" y="1924000"/>
              <a:ext cx="968518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kumimoji="1" lang="en-US" altLang="ja-JP" sz="11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54A14A64-E614-05F3-DB6F-3F72EE04E58D}"/>
                </a:ext>
              </a:extLst>
            </p:cNvPr>
            <p:cNvSpPr/>
            <p:nvPr/>
          </p:nvSpPr>
          <p:spPr>
            <a:xfrm>
              <a:off x="1462667" y="2147225"/>
              <a:ext cx="968518" cy="51120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0561F730-2B07-8C4C-A8E2-EA394CA1CE5D}"/>
                </a:ext>
              </a:extLst>
            </p:cNvPr>
            <p:cNvSpPr/>
            <p:nvPr/>
          </p:nvSpPr>
          <p:spPr>
            <a:xfrm>
              <a:off x="1462665" y="5953573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188454AD-5964-9CE9-3418-716012F0D99A}"/>
                </a:ext>
              </a:extLst>
            </p:cNvPr>
            <p:cNvSpPr/>
            <p:nvPr/>
          </p:nvSpPr>
          <p:spPr>
            <a:xfrm>
              <a:off x="1462667" y="2701651"/>
              <a:ext cx="968518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ja-JP" altLang="en-US" sz="10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片側の 2 つの角を丸めた四角形 31">
              <a:extLst>
                <a:ext uri="{FF2B5EF4-FFF2-40B4-BE49-F238E27FC236}">
                  <ns2:creationId id="{63982374-FC17-DDB0-2B64-BB11D586535A}"/>
                </a:ext>
              </a:extLst>
            </p:cNvPr>
            <p:cNvSpPr/>
            <p:nvPr/>
          </p:nvSpPr>
          <p:spPr>
            <a:xfrm>
              <a:off x="9865759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440D0ACF-7B91-3734-7ACD-9D3972DAA2F4}"/>
                </a:ext>
              </a:extLst>
            </p:cNvPr>
            <p:cNvSpPr/>
            <p:nvPr/>
          </p:nvSpPr>
          <p:spPr>
            <a:xfrm>
              <a:off x="1547709" y="3907341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C7D09C5E-536A-C289-A3C1-18BB0449A0F1}"/>
                </a:ext>
              </a:extLst>
            </p:cNvPr>
            <p:cNvSpPr/>
            <p:nvPr/>
          </p:nvSpPr>
          <p:spPr>
            <a:xfrm>
              <a:off x="1547709" y="4540627"/>
              <a:ext cx="798435" cy="25170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  <a:endParaRPr lang="ja-JP" altLang="en-US" sz="10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87" name="直線矢印コネクタ 386">
              <a:extLst>
                <a:ext uri="{FF2B5EF4-FFF2-40B4-BE49-F238E27FC236}">
                  <ns2:creationId id="{23BF1AE4-3231-07E3-B359-2A7247ED9547}"/>
                </a:ext>
              </a:extLst>
            </p:cNvPr>
            <p:cNvCxnSpPr>
              <a:cxnSpLocks/>
              <a:stCxn id="167" idx="2"/>
              <a:endCxn id="168" idx="0"/>
            </p:cNvCxnSpPr>
            <p:nvPr/>
          </p:nvCxnSpPr>
          <p:spPr>
            <a:xfrm>
              <a:off x="1946927" y="4159043"/>
              <a:ext cx="0" cy="381584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直線コネクタ 458">
              <a:extLst>
                <a:ext uri="{FF2B5EF4-FFF2-40B4-BE49-F238E27FC236}">
                  <ns2:creationId id="{F6870126-CE69-CB5F-68B9-28E6F7E04640}"/>
                </a:ext>
              </a:extLst>
            </p:cNvPr>
            <p:cNvCxnSpPr>
              <a:cxnSpLocks/>
              <a:stCxn id="105" idx="2"/>
              <a:endCxn id="154" idx="0"/>
            </p:cNvCxnSpPr>
            <p:nvPr/>
          </p:nvCxnSpPr>
          <p:spPr>
            <a:xfrm>
              <a:off x="5522046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角丸四角形 120">
              <a:extLst>
                <a:ext uri="{FF2B5EF4-FFF2-40B4-BE49-F238E27FC236}">
                  <ns2:creationId id="{79FAD239-5448-C23D-9A6E-4AC420AC6D61}"/>
                </a:ext>
              </a:extLst>
            </p:cNvPr>
            <p:cNvSpPr/>
            <p:nvPr/>
          </p:nvSpPr>
          <p:spPr>
            <a:xfrm>
              <a:off x="6860097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片側の 2 つの角を丸めた四角形 121">
              <a:extLst>
                <a:ext uri="{FF2B5EF4-FFF2-40B4-BE49-F238E27FC236}">
                  <ns2:creationId id="{260BEA64-DA5E-BEEA-CBC7-DA60CA1980B7}"/>
                </a:ext>
              </a:extLst>
            </p:cNvPr>
            <p:cNvSpPr/>
            <p:nvPr/>
          </p:nvSpPr>
          <p:spPr>
            <a:xfrm>
              <a:off x="6860097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80000"/>
              </a:srgbClr>
            </a:solidFill>
            <a:ln w="9525">
              <a:solidFill>
                <a:srgbClr val="F197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角丸四角形 113">
              <a:extLst>
                <a:ext uri="{FF2B5EF4-FFF2-40B4-BE49-F238E27FC236}">
                  <ns2:creationId id="{5559E3B4-8459-0CC4-FF90-73F25A7C6D13}"/>
                </a:ext>
              </a:extLst>
            </p:cNvPr>
            <p:cNvSpPr/>
            <p:nvPr/>
          </p:nvSpPr>
          <p:spPr>
            <a:xfrm>
              <a:off x="7535609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片側の 2 つの角を丸めた四角形 114">
              <a:extLst>
                <a:ext uri="{FF2B5EF4-FFF2-40B4-BE49-F238E27FC236}">
                  <ns2:creationId id="{B851EB28-C871-1860-4186-173E71D238BF}"/>
                </a:ext>
              </a:extLst>
            </p:cNvPr>
            <p:cNvSpPr/>
            <p:nvPr/>
          </p:nvSpPr>
          <p:spPr>
            <a:xfrm>
              <a:off x="7535609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>
                <a:alpha val="60000"/>
              </a:srgbClr>
            </a:solidFill>
            <a:ln w="9525">
              <a:solidFill>
                <a:srgbClr val="F4B18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角丸四角形 111">
              <a:extLst>
                <a:ext uri="{FF2B5EF4-FFF2-40B4-BE49-F238E27FC236}">
                  <ns2:creationId id="{58FDB7BE-782E-37CA-2A2D-62FB0760941F}"/>
                </a:ext>
              </a:extLst>
            </p:cNvPr>
            <p:cNvSpPr/>
            <p:nvPr/>
          </p:nvSpPr>
          <p:spPr>
            <a:xfrm>
              <a:off x="6184586" y="3099530"/>
              <a:ext cx="612000" cy="1807622"/>
            </a:xfrm>
            <a:prstGeom prst="roundRect">
              <a:avLst>
                <a:gd name="adj" fmla="val 2778"/>
              </a:avLst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片側の 2 つの角を丸めた四角形 112">
              <a:extLst>
                <a:ext uri="{FF2B5EF4-FFF2-40B4-BE49-F238E27FC236}">
                  <ns2:creationId id="{B4A52612-97EC-EB65-78DE-676D29179BAF}"/>
                </a:ext>
              </a:extLst>
            </p:cNvPr>
            <p:cNvSpPr/>
            <p:nvPr/>
          </p:nvSpPr>
          <p:spPr>
            <a:xfrm>
              <a:off x="6184585" y="3104876"/>
              <a:ext cx="6120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ED7D3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ns2:creationId id="{3BDB6C42-A2E7-3672-6747-601B86693B47}"/>
                </a:ext>
              </a:extLst>
            </p:cNvPr>
            <p:cNvSpPr/>
            <p:nvPr/>
          </p:nvSpPr>
          <p:spPr>
            <a:xfrm>
              <a:off x="2481208" y="5010893"/>
              <a:ext cx="87521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角丸四角形 101">
              <a:extLst>
                <a:ext uri="{FF2B5EF4-FFF2-40B4-BE49-F238E27FC236}">
                  <ns2:creationId id="{0644104E-0A30-C2B1-F04F-F1842E10E0C2}"/>
                </a:ext>
              </a:extLst>
            </p:cNvPr>
            <p:cNvSpPr/>
            <p:nvPr/>
          </p:nvSpPr>
          <p:spPr>
            <a:xfrm>
              <a:off x="2481203" y="4394223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角丸四角形 125">
              <a:extLst>
                <a:ext uri="{FF2B5EF4-FFF2-40B4-BE49-F238E27FC236}">
                  <ns2:creationId id="{5294CEDF-5FA6-7ADC-23A8-27D3A4CEAADD}"/>
                </a:ext>
              </a:extLst>
            </p:cNvPr>
            <p:cNvSpPr/>
            <p:nvPr/>
          </p:nvSpPr>
          <p:spPr>
            <a:xfrm>
              <a:off x="2481203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角丸四角形 127">
              <a:extLst>
                <a:ext uri="{FF2B5EF4-FFF2-40B4-BE49-F238E27FC236}">
                  <ns2:creationId id="{5D09C8A9-FC34-8526-5441-BD8D018B18E9}"/>
                </a:ext>
              </a:extLst>
            </p:cNvPr>
            <p:cNvSpPr/>
            <p:nvPr/>
          </p:nvSpPr>
          <p:spPr>
            <a:xfrm>
              <a:off x="4333553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角丸四角形 136">
              <a:extLst>
                <a:ext uri="{FF2B5EF4-FFF2-40B4-BE49-F238E27FC236}">
                  <ns2:creationId id="{F069EA43-371C-C3BE-1174-2255E260C79E}"/>
                </a:ext>
              </a:extLst>
            </p:cNvPr>
            <p:cNvSpPr/>
            <p:nvPr/>
          </p:nvSpPr>
          <p:spPr>
            <a:xfrm>
              <a:off x="98657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角丸四角形 138">
              <a:extLst>
                <a:ext uri="{FF2B5EF4-FFF2-40B4-BE49-F238E27FC236}">
                  <ns2:creationId id="{D6E9F5FF-011C-380E-9998-48CC2322EA16}"/>
                </a:ext>
              </a:extLst>
            </p:cNvPr>
            <p:cNvSpPr/>
            <p:nvPr/>
          </p:nvSpPr>
          <p:spPr>
            <a:xfrm>
              <a:off x="10786360" y="5010893"/>
              <a:ext cx="86898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角丸四角形 143">
              <a:extLst>
                <a:ext uri="{FF2B5EF4-FFF2-40B4-BE49-F238E27FC236}">
                  <ns2:creationId id="{887BE6FA-442C-1CEB-2051-2CC85DAFEC8B}"/>
                </a:ext>
              </a:extLst>
            </p:cNvPr>
            <p:cNvSpPr/>
            <p:nvPr/>
          </p:nvSpPr>
          <p:spPr>
            <a:xfrm>
              <a:off x="4349311" y="3142456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" name="図 16">
              <a:extLst>
                <a:ext uri="{FF2B5EF4-FFF2-40B4-BE49-F238E27FC236}">
                  <ns2:creationId id="{C6625DC1-EB40-8357-7D02-F10BD3C14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30043" y="4407518"/>
              <a:ext cx="365314" cy="382852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9" name="図 18">
              <a:extLst>
                <a:ext uri="{FF2B5EF4-FFF2-40B4-BE49-F238E27FC236}">
                  <ns2:creationId id="{F50A2148-3376-6FBD-E1AE-F62CDADE5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666492" y="4407518"/>
              <a:ext cx="365314" cy="382852"/>
            </a:xfrm>
            <a:prstGeom prst="rect">
              <a:avLst/>
            </a:prstGeom>
          </p:spPr>
        </p:pic>
        <p:pic>
          <p:nvPicPr>
            <p:cNvPr id="145" name="図 144">
              <a:extLst>
                <a:ext uri="{FF2B5EF4-FFF2-40B4-BE49-F238E27FC236}">
                  <ns2:creationId id="{43B4D57E-8D28-DC23-8417-EE496009D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479470" y="4407518"/>
              <a:ext cx="365314" cy="382852"/>
            </a:xfrm>
            <a:prstGeom prst="rect">
              <a:avLst/>
            </a:prstGeom>
          </p:spPr>
        </p:pic>
        <p:pic>
          <p:nvPicPr>
            <p:cNvPr id="161" name="図 160">
              <a:extLst>
                <a:ext uri="{FF2B5EF4-FFF2-40B4-BE49-F238E27FC236}">
                  <ns2:creationId id="{1436DEB3-585F-0325-A391-BAF4550F7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815605" y="4407518"/>
              <a:ext cx="365314" cy="382852"/>
            </a:xfrm>
            <a:prstGeom prst="rect">
              <a:avLst/>
            </a:prstGeom>
          </p:spPr>
        </p:pic>
        <p:sp>
          <p:nvSpPr>
            <p:cNvPr id="171" name="角丸四角形 170">
              <a:extLst>
                <a:ext uri="{FF2B5EF4-FFF2-40B4-BE49-F238E27FC236}">
                  <ns2:creationId id="{3050DAB1-B3C3-C235-2D7C-8252EAB4CE53}"/>
                </a:ext>
              </a:extLst>
            </p:cNvPr>
            <p:cNvSpPr/>
            <p:nvPr/>
          </p:nvSpPr>
          <p:spPr>
            <a:xfrm>
              <a:off x="9881129" y="4308829"/>
              <a:ext cx="1774212" cy="616531"/>
            </a:xfrm>
            <a:prstGeom prst="roundRect">
              <a:avLst>
                <a:gd name="adj" fmla="val 3421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角丸四角形 182">
              <a:extLst>
                <a:ext uri="{FF2B5EF4-FFF2-40B4-BE49-F238E27FC236}">
                  <ns2:creationId id="{DB96D3AC-CC0C-FFE9-607E-13454F5712D9}"/>
                </a:ext>
              </a:extLst>
            </p:cNvPr>
            <p:cNvSpPr/>
            <p:nvPr/>
          </p:nvSpPr>
          <p:spPr>
            <a:xfrm>
              <a:off x="9873414" y="3099530"/>
              <a:ext cx="1774215" cy="546103"/>
            </a:xfrm>
            <a:prstGeom prst="round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1" name="図 190">
              <a:extLst>
                <a:ext uri="{FF2B5EF4-FFF2-40B4-BE49-F238E27FC236}">
                  <ns2:creationId id="{55B19A67-BA70-F5D5-083C-BBF60A6EA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027117" y="3263191"/>
              <a:ext cx="314255" cy="329342"/>
            </a:xfrm>
            <a:prstGeom prst="rect">
              <a:avLst/>
            </a:prstGeom>
          </p:spPr>
        </p:pic>
        <p:pic>
          <p:nvPicPr>
            <p:cNvPr id="250" name="図 249">
              <a:extLst>
                <a:ext uri="{FF2B5EF4-FFF2-40B4-BE49-F238E27FC236}">
                  <ns2:creationId id="{C28F4A48-F4E3-4245-3A70-6324C4B8E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151740" y="4407518"/>
              <a:ext cx="365314" cy="382852"/>
            </a:xfrm>
            <a:prstGeom prst="rect">
              <a:avLst/>
            </a:prstGeom>
          </p:spPr>
        </p:pic>
        <p:pic>
          <p:nvPicPr>
            <p:cNvPr id="251" name="図 250">
              <a:extLst>
                <a:ext uri="{FF2B5EF4-FFF2-40B4-BE49-F238E27FC236}">
                  <ns2:creationId id="{10938ADB-DA1A-4218-363E-71A6AA48A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002941" y="4407518"/>
              <a:ext cx="365314" cy="382852"/>
            </a:xfrm>
            <a:prstGeom prst="rect">
              <a:avLst/>
            </a:prstGeom>
          </p:spPr>
        </p:pic>
        <p:cxnSp>
          <p:nvCxnSpPr>
            <p:cNvPr id="29" name="カギ線コネクタ 28">
              <a:extLst>
                <a:ext uri="{FF2B5EF4-FFF2-40B4-BE49-F238E27FC236}">
                  <ns2:creationId id="{53FC1340-5755-DBC0-E0F7-8562C42513B8}"/>
                </a:ext>
              </a:extLst>
            </p:cNvPr>
            <p:cNvCxnSpPr>
              <a:cxnSpLocks/>
              <a:stCxn id="161" idx="0"/>
              <a:endCxn id="107" idx="2"/>
            </p:cNvCxnSpPr>
            <p:nvPr/>
          </p:nvCxnSpPr>
          <p:spPr>
            <a:xfrm rot="16200000" flipV="1">
              <a:off x="2745094" y="4154350"/>
              <a:ext cx="209492" cy="296844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カギ線コネクタ 252">
              <a:extLst>
                <a:ext uri="{FF2B5EF4-FFF2-40B4-BE49-F238E27FC236}">
                  <ns2:creationId id="{038502E9-5AAB-1FBB-CD8C-1379FCB1465E}"/>
                </a:ext>
              </a:extLst>
            </p:cNvPr>
            <p:cNvCxnSpPr>
              <a:cxnSpLocks/>
              <a:stCxn id="250" idx="0"/>
              <a:endCxn id="106" idx="2"/>
            </p:cNvCxnSpPr>
            <p:nvPr/>
          </p:nvCxnSpPr>
          <p:spPr>
            <a:xfrm rot="16200000" flipV="1">
              <a:off x="3154575" y="4227695"/>
              <a:ext cx="209492" cy="150153"/>
            </a:xfrm>
            <a:prstGeom prst="bentConnector3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カギ線コネクタ 254">
              <a:extLst>
                <a:ext uri="{FF2B5EF4-FFF2-40B4-BE49-F238E27FC236}">
                  <ns2:creationId id="{EA185D59-7161-80B5-15C2-24C1C8BA2EC6}"/>
                </a:ext>
              </a:extLst>
            </p:cNvPr>
            <p:cNvCxnSpPr>
              <a:cxnSpLocks/>
              <a:stCxn id="12" idx="0"/>
              <a:endCxn id="250" idx="2"/>
            </p:cNvCxnSpPr>
            <p:nvPr/>
          </p:nvCxnSpPr>
          <p:spPr>
            <a:xfrm rot="5400000" flipH="1" flipV="1">
              <a:off x="3016344" y="4692841"/>
              <a:ext cx="220523" cy="415583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カギ線コネクタ 255">
              <a:extLst>
                <a:ext uri="{FF2B5EF4-FFF2-40B4-BE49-F238E27FC236}">
                  <ns2:creationId id="{D2A8CC62-4BE0-465B-FC42-89DAF7C2083C}"/>
                </a:ext>
              </a:extLst>
            </p:cNvPr>
            <p:cNvCxnSpPr>
              <a:cxnSpLocks/>
              <a:stCxn id="128" idx="0"/>
              <a:endCxn id="251" idx="2"/>
            </p:cNvCxnSpPr>
            <p:nvPr/>
          </p:nvCxnSpPr>
          <p:spPr>
            <a:xfrm rot="5400000" flipH="1" flipV="1">
              <a:off x="4867789" y="4693085"/>
              <a:ext cx="220523" cy="415095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カギ線コネクタ 259">
              <a:extLst>
                <a:ext uri="{FF2B5EF4-FFF2-40B4-BE49-F238E27FC236}">
                  <ns2:creationId id="{55D20493-BDB4-7BE4-A9ED-409263440356}"/>
                </a:ext>
              </a:extLst>
            </p:cNvPr>
            <p:cNvCxnSpPr>
              <a:cxnSpLocks/>
              <a:stCxn id="141" idx="0"/>
              <a:endCxn id="784" idx="2"/>
            </p:cNvCxnSpPr>
            <p:nvPr/>
          </p:nvCxnSpPr>
          <p:spPr>
            <a:xfrm rot="16200000" flipV="1">
              <a:off x="10806980" y="4583147"/>
              <a:ext cx="407463" cy="821908"/>
            </a:xfrm>
            <a:prstGeom prst="bentConnector3">
              <a:avLst>
                <a:gd name="adj1" fmla="val 6014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02056D98-EE19-1515-281A-1361C944AE7C}"/>
                </a:ext>
              </a:extLst>
            </p:cNvPr>
            <p:cNvCxnSpPr>
              <a:cxnSpLocks/>
              <a:stCxn id="35" idx="2"/>
              <a:endCxn id="107" idx="0"/>
            </p:cNvCxnSpPr>
            <p:nvPr/>
          </p:nvCxnSpPr>
          <p:spPr>
            <a:xfrm>
              <a:off x="2701418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コネクタ 260">
              <a:extLst>
                <a:ext uri="{FF2B5EF4-FFF2-40B4-BE49-F238E27FC236}">
                  <ns2:creationId id="{0D6AD8FF-24BE-D012-11E3-8CCD910EF10E}"/>
                </a:ext>
              </a:extLst>
            </p:cNvPr>
            <p:cNvCxnSpPr>
              <a:cxnSpLocks/>
              <a:stCxn id="191" idx="2"/>
              <a:endCxn id="106" idx="0"/>
            </p:cNvCxnSpPr>
            <p:nvPr/>
          </p:nvCxnSpPr>
          <p:spPr>
            <a:xfrm flipH="1">
              <a:off x="3184244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63AC5B14-6EFB-8A80-EC73-B709595AC5DB}"/>
                </a:ext>
              </a:extLst>
            </p:cNvPr>
            <p:cNvCxnSpPr>
              <a:cxnSpLocks/>
              <a:stCxn id="192" idx="2"/>
              <a:endCxn id="109" idx="0"/>
            </p:cNvCxnSpPr>
            <p:nvPr/>
          </p:nvCxnSpPr>
          <p:spPr>
            <a:xfrm flipH="1">
              <a:off x="4535789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D6C7B171-227D-105C-F9F4-BD7C226F1144}"/>
                </a:ext>
              </a:extLst>
            </p:cNvPr>
            <p:cNvCxnSpPr>
              <a:cxnSpLocks/>
              <a:stCxn id="193" idx="2"/>
              <a:endCxn id="111" idx="0"/>
            </p:cNvCxnSpPr>
            <p:nvPr/>
          </p:nvCxnSpPr>
          <p:spPr>
            <a:xfrm flipH="1">
              <a:off x="5028918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カギ線コネクタ 263">
              <a:extLst>
                <a:ext uri="{FF2B5EF4-FFF2-40B4-BE49-F238E27FC236}">
                  <ns2:creationId id="{721CDB3E-44DE-36AD-5E28-BBD5FD952CE9}"/>
                </a:ext>
              </a:extLst>
            </p:cNvPr>
            <p:cNvCxnSpPr>
              <a:cxnSpLocks/>
              <a:stCxn id="19" idx="0"/>
              <a:endCxn id="109" idx="2"/>
            </p:cNvCxnSpPr>
            <p:nvPr/>
          </p:nvCxnSpPr>
          <p:spPr>
            <a:xfrm rot="16200000" flipV="1">
              <a:off x="4587723" y="4146092"/>
              <a:ext cx="209492" cy="31336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カギ線コネクタ 268">
              <a:extLst>
                <a:ext uri="{FF2B5EF4-FFF2-40B4-BE49-F238E27FC236}">
                  <ns2:creationId id="{74BD1E5D-A431-7220-E438-A6235408B088}"/>
                </a:ext>
              </a:extLst>
            </p:cNvPr>
            <p:cNvCxnSpPr>
              <a:cxnSpLocks/>
              <a:stCxn id="251" idx="0"/>
              <a:endCxn id="111" idx="2"/>
            </p:cNvCxnSpPr>
            <p:nvPr/>
          </p:nvCxnSpPr>
          <p:spPr>
            <a:xfrm rot="16200000" flipV="1">
              <a:off x="5002512" y="4224432"/>
              <a:ext cx="209492" cy="15668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9" name="角丸四角形 398">
              <a:extLst>
                <a:ext uri="{FF2B5EF4-FFF2-40B4-BE49-F238E27FC236}">
                  <ns2:creationId id="{9768D42B-8C88-8CEF-FF58-88523F6CEB8E}"/>
                </a:ext>
              </a:extLst>
            </p:cNvPr>
            <p:cNvSpPr/>
            <p:nvPr/>
          </p:nvSpPr>
          <p:spPr>
            <a:xfrm>
              <a:off x="5259070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0" name="図 399">
              <a:extLst>
                <a:ext uri="{FF2B5EF4-FFF2-40B4-BE49-F238E27FC236}">
                  <ns2:creationId id="{4E93A66A-4444-C1A2-39C3-927880E39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501896" y="5197832"/>
              <a:ext cx="388247" cy="406886"/>
            </a:xfrm>
            <a:prstGeom prst="rect">
              <a:avLst/>
            </a:prstGeom>
          </p:spPr>
        </p:pic>
        <p:sp>
          <p:nvSpPr>
            <p:cNvPr id="401" name="角丸四角形 400">
              <a:extLst>
                <a:ext uri="{FF2B5EF4-FFF2-40B4-BE49-F238E27FC236}">
                  <ns2:creationId id="{D23A6954-79CE-C1EC-AFA9-16E3638FB3C3}"/>
                </a:ext>
              </a:extLst>
            </p:cNvPr>
            <p:cNvSpPr/>
            <p:nvPr/>
          </p:nvSpPr>
          <p:spPr>
            <a:xfrm>
              <a:off x="3408036" y="5010893"/>
              <a:ext cx="873900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02" name="図 401">
              <a:extLst>
                <a:ext uri="{FF2B5EF4-FFF2-40B4-BE49-F238E27FC236}">
                  <ns2:creationId id="{75ED31FC-D50E-9A4D-250C-23E9A4547A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651728" y="5197832"/>
              <a:ext cx="388247" cy="406886"/>
            </a:xfrm>
            <a:prstGeom prst="rect">
              <a:avLst/>
            </a:prstGeom>
          </p:spPr>
        </p:pic>
        <p:pic>
          <p:nvPicPr>
            <p:cNvPr id="411" name="図 410">
              <a:extLst>
                <a:ext uri="{FF2B5EF4-FFF2-40B4-BE49-F238E27FC236}">
                  <ns2:creationId id="{C8A040A3-D491-B273-48C8-DFDF3D5AB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487874" y="4407518"/>
              <a:ext cx="365314" cy="382852"/>
            </a:xfrm>
            <a:prstGeom prst="rect">
              <a:avLst/>
            </a:prstGeom>
          </p:spPr>
        </p:pic>
        <p:pic>
          <p:nvPicPr>
            <p:cNvPr id="416" name="図 415">
              <a:extLst>
                <a:ext uri="{FF2B5EF4-FFF2-40B4-BE49-F238E27FC236}">
                  <ns2:creationId id="{F4E7A9C0-50B0-1259-6FA4-4B1CCC85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3513404" y="3263191"/>
              <a:ext cx="314255" cy="329342"/>
            </a:xfrm>
            <a:prstGeom prst="rect">
              <a:avLst/>
            </a:prstGeom>
          </p:spPr>
        </p:pic>
        <p:cxnSp>
          <p:nvCxnSpPr>
            <p:cNvPr id="428" name="直線コネクタ 427">
              <a:extLst>
                <a:ext uri="{FF2B5EF4-FFF2-40B4-BE49-F238E27FC236}">
                  <ns2:creationId id="{8C03CB7B-726E-99DF-52D6-90EFD2F6798C}"/>
                </a:ext>
              </a:extLst>
            </p:cNvPr>
            <p:cNvCxnSpPr>
              <a:cxnSpLocks/>
              <a:stCxn id="416" idx="2"/>
              <a:endCxn id="110" idx="0"/>
            </p:cNvCxnSpPr>
            <p:nvPr/>
          </p:nvCxnSpPr>
          <p:spPr>
            <a:xfrm flipH="1">
              <a:off x="3670531" y="3592533"/>
              <a:ext cx="1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9C72C6C7-1F50-53B9-A9E9-7DB3F34AD5FE}"/>
                </a:ext>
              </a:extLst>
            </p:cNvPr>
            <p:cNvCxnSpPr>
              <a:cxnSpLocks/>
              <a:endCxn id="105" idx="0"/>
            </p:cNvCxnSpPr>
            <p:nvPr/>
          </p:nvCxnSpPr>
          <p:spPr>
            <a:xfrm>
              <a:off x="5521494" y="3602921"/>
              <a:ext cx="552" cy="19910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カギ線コネクタ 504">
              <a:extLst>
                <a:ext uri="{FF2B5EF4-FFF2-40B4-BE49-F238E27FC236}">
                  <ns2:creationId id="{50E62EF4-AD9D-0AF8-E49D-539804C502C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53032" y="4876168"/>
              <a:ext cx="103741" cy="165710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角丸四角形 130">
              <a:extLst>
                <a:ext uri="{FF2B5EF4-FFF2-40B4-BE49-F238E27FC236}">
                  <ns2:creationId id="{8A4AD567-7922-E648-04E0-E9D9A807F577}"/>
                </a:ext>
              </a:extLst>
            </p:cNvPr>
            <p:cNvSpPr/>
            <p:nvPr/>
          </p:nvSpPr>
          <p:spPr>
            <a:xfrm>
              <a:off x="6184587" y="5010893"/>
              <a:ext cx="1821851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角丸四角形 396">
              <a:extLst>
                <a:ext uri="{FF2B5EF4-FFF2-40B4-BE49-F238E27FC236}">
                  <ns2:creationId id="{AE2884B4-5680-849A-3E9F-CD18581180E5}"/>
                </a:ext>
              </a:extLst>
            </p:cNvPr>
            <p:cNvSpPr/>
            <p:nvPr/>
          </p:nvSpPr>
          <p:spPr>
            <a:xfrm>
              <a:off x="8058055" y="5010893"/>
              <a:ext cx="1756088" cy="616531"/>
            </a:xfrm>
            <a:prstGeom prst="roundRect">
              <a:avLst>
                <a:gd name="adj" fmla="val 292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81" name="カギ線コネクタ 480">
              <a:extLst>
                <a:ext uri="{FF2B5EF4-FFF2-40B4-BE49-F238E27FC236}">
                  <ns2:creationId id="{26A70909-7992-5583-1350-AF089752EAED}"/>
                </a:ext>
              </a:extLst>
            </p:cNvPr>
            <p:cNvCxnSpPr>
              <a:cxnSpLocks/>
              <a:stCxn id="593" idx="0"/>
              <a:endCxn id="709" idx="2"/>
            </p:cNvCxnSpPr>
            <p:nvPr/>
          </p:nvCxnSpPr>
          <p:spPr>
            <a:xfrm rot="16200000" flipV="1">
              <a:off x="8623286" y="4684205"/>
              <a:ext cx="407463" cy="619792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6" name="正方形/長方形 555">
              <a:extLst>
                <a:ext uri="{FF2B5EF4-FFF2-40B4-BE49-F238E27FC236}">
                  <ns2:creationId id="{4B6AC414-D892-C0CA-19BE-BBF539CE62C3}"/>
                </a:ext>
              </a:extLst>
            </p:cNvPr>
            <p:cNvSpPr/>
            <p:nvPr/>
          </p:nvSpPr>
          <p:spPr>
            <a:xfrm>
              <a:off x="6334059" y="3847733"/>
              <a:ext cx="313055" cy="304587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71" name="図 570">
              <a:extLst>
                <a:ext uri="{FF2B5EF4-FFF2-40B4-BE49-F238E27FC236}">
                  <ns2:creationId id="{82A02DE7-6A12-2DA5-76DE-F637D3368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96229" y="3382583"/>
              <a:ext cx="203488" cy="213257"/>
            </a:xfrm>
            <a:prstGeom prst="rect">
              <a:avLst/>
            </a:prstGeom>
          </p:spPr>
        </p:pic>
        <p:pic>
          <p:nvPicPr>
            <p:cNvPr id="641" name="図 640">
              <a:extLst>
                <a:ext uri="{FF2B5EF4-FFF2-40B4-BE49-F238E27FC236}">
                  <ns2:creationId id="{35429BA5-C6CA-7F27-40BC-3D94C9779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33459" y="3263191"/>
              <a:ext cx="314255" cy="329342"/>
            </a:xfrm>
            <a:prstGeom prst="rect">
              <a:avLst/>
            </a:prstGeom>
          </p:spPr>
        </p:pic>
        <p:pic>
          <p:nvPicPr>
            <p:cNvPr id="656" name="図 655">
              <a:extLst>
                <a:ext uri="{FF2B5EF4-FFF2-40B4-BE49-F238E27FC236}">
                  <ns2:creationId id="{99374E84-F70F-CF80-9E88-D96A0B939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307929" y="4407518"/>
              <a:ext cx="365314" cy="382852"/>
            </a:xfrm>
            <a:prstGeom prst="rect">
              <a:avLst/>
            </a:prstGeom>
          </p:spPr>
        </p:pic>
        <p:sp>
          <p:nvSpPr>
            <p:cNvPr id="663" name="正方形/長方形 662">
              <a:extLst>
                <a:ext uri="{FF2B5EF4-FFF2-40B4-BE49-F238E27FC236}">
                  <ns2:creationId id="{42A8511F-5A1A-088C-6248-752F75060F84}"/>
                </a:ext>
              </a:extLst>
            </p:cNvPr>
            <p:cNvSpPr/>
            <p:nvPr/>
          </p:nvSpPr>
          <p:spPr>
            <a:xfrm>
              <a:off x="3845538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4" name="正方形/長方形 663">
              <a:extLst>
                <a:ext uri="{FF2B5EF4-FFF2-40B4-BE49-F238E27FC236}">
                  <ns2:creationId id="{F1E66F22-C92E-EA0E-ED04-9D4BF50D9FAB}"/>
                </a:ext>
              </a:extLst>
            </p:cNvPr>
            <p:cNvSpPr/>
            <p:nvPr/>
          </p:nvSpPr>
          <p:spPr>
            <a:xfrm>
              <a:off x="3846646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5" name="正方形/長方形 664">
              <a:extLst>
                <a:ext uri="{FF2B5EF4-FFF2-40B4-BE49-F238E27FC236}">
                  <ns2:creationId id="{B2537815-3649-E2C7-3E63-B8BBAFC79943}"/>
                </a:ext>
              </a:extLst>
            </p:cNvPr>
            <p:cNvSpPr/>
            <p:nvPr/>
          </p:nvSpPr>
          <p:spPr>
            <a:xfrm>
              <a:off x="3846646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6" name="正方形/長方形 665">
              <a:extLst>
                <a:ext uri="{FF2B5EF4-FFF2-40B4-BE49-F238E27FC236}">
                  <ns2:creationId id="{0FFBD910-BCD6-0391-8371-DD22248C666D}"/>
                </a:ext>
              </a:extLst>
            </p:cNvPr>
            <p:cNvSpPr/>
            <p:nvPr/>
          </p:nvSpPr>
          <p:spPr>
            <a:xfrm>
              <a:off x="5729014" y="3273973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7" name="正方形/長方形 666">
              <a:extLst>
                <a:ext uri="{FF2B5EF4-FFF2-40B4-BE49-F238E27FC236}">
                  <ns2:creationId id="{42B6A109-6BDF-397C-727F-DB860FD867E8}"/>
                </a:ext>
              </a:extLst>
            </p:cNvPr>
            <p:cNvSpPr/>
            <p:nvPr/>
          </p:nvSpPr>
          <p:spPr>
            <a:xfrm>
              <a:off x="5730122" y="3846137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68" name="正方形/長方形 667">
              <a:extLst>
                <a:ext uri="{FF2B5EF4-FFF2-40B4-BE49-F238E27FC236}">
                  <ns2:creationId id="{5A67F13F-79EA-8E89-36A3-A38250397846}"/>
                </a:ext>
              </a:extLst>
            </p:cNvPr>
            <p:cNvSpPr/>
            <p:nvPr/>
          </p:nvSpPr>
          <p:spPr>
            <a:xfrm>
              <a:off x="5730122" y="4445056"/>
              <a:ext cx="36420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ja-JP" altLang="en-US" sz="14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673" name="正方形/長方形 672">
              <a:extLst>
                <a:ext uri="{FF2B5EF4-FFF2-40B4-BE49-F238E27FC236}">
                  <ns2:creationId id="{3734A14A-5035-3457-C593-A82FB8F4E370}"/>
                </a:ext>
              </a:extLst>
            </p:cNvPr>
            <p:cNvSpPr/>
            <p:nvPr/>
          </p:nvSpPr>
          <p:spPr>
            <a:xfrm>
              <a:off x="6902140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74" name="図 673">
              <a:extLst>
                <a:ext uri="{FF2B5EF4-FFF2-40B4-BE49-F238E27FC236}">
                  <ns2:creationId id="{2B140E26-37E3-8281-EE4D-AF89EB858B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882214" y="4597978"/>
              <a:ext cx="231518" cy="242632"/>
            </a:xfrm>
            <a:prstGeom prst="rect">
              <a:avLst/>
            </a:prstGeom>
          </p:spPr>
        </p:pic>
        <p:pic>
          <p:nvPicPr>
            <p:cNvPr id="672" name="図 671">
              <a:extLst>
                <a:ext uri="{FF2B5EF4-FFF2-40B4-BE49-F238E27FC236}">
                  <ns2:creationId id="{26AF4AA1-BCC8-9781-577E-2D6EA97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6983440" y="4421351"/>
              <a:ext cx="365312" cy="382851"/>
            </a:xfrm>
            <a:prstGeom prst="rect">
              <a:avLst/>
            </a:prstGeom>
          </p:spPr>
        </p:pic>
        <p:pic>
          <p:nvPicPr>
            <p:cNvPr id="675" name="図 674">
              <a:extLst>
                <a:ext uri="{FF2B5EF4-FFF2-40B4-BE49-F238E27FC236}">
                  <ns2:creationId id="{63456024-D242-7FD3-6619-EB45D1118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79324" y="3382584"/>
              <a:ext cx="203488" cy="213257"/>
            </a:xfrm>
            <a:prstGeom prst="rect">
              <a:avLst/>
            </a:prstGeom>
          </p:spPr>
        </p:pic>
        <p:sp>
          <p:nvSpPr>
            <p:cNvPr id="681" name="正方形/長方形 680">
              <a:extLst>
                <a:ext uri="{FF2B5EF4-FFF2-40B4-BE49-F238E27FC236}">
                  <ns2:creationId id="{5E92FAD1-6AC8-57BC-F93F-4FB678B06A02}"/>
                </a:ext>
              </a:extLst>
            </p:cNvPr>
            <p:cNvSpPr/>
            <p:nvPr/>
          </p:nvSpPr>
          <p:spPr>
            <a:xfrm>
              <a:off x="7585236" y="4027880"/>
              <a:ext cx="191664" cy="180363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83" name="図 682">
              <a:extLst>
                <a:ext uri="{FF2B5EF4-FFF2-40B4-BE49-F238E27FC236}">
                  <ns2:creationId id="{A9F59F19-FED6-7CFE-6A89-0C9391A18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565310" y="4597978"/>
              <a:ext cx="231518" cy="242632"/>
            </a:xfrm>
            <a:prstGeom prst="rect">
              <a:avLst/>
            </a:prstGeom>
          </p:spPr>
        </p:pic>
        <p:pic>
          <p:nvPicPr>
            <p:cNvPr id="685" name="図 684">
              <a:extLst>
                <a:ext uri="{FF2B5EF4-FFF2-40B4-BE49-F238E27FC236}">
                  <ns2:creationId id="{EDA1672C-EEF7-78DA-5A1C-641558FB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58953" y="4421351"/>
              <a:ext cx="365312" cy="382851"/>
            </a:xfrm>
            <a:prstGeom prst="rect">
              <a:avLst/>
            </a:prstGeom>
          </p:spPr>
        </p:pic>
        <p:pic>
          <p:nvPicPr>
            <p:cNvPr id="710" name="図 709">
              <a:extLst>
                <a:ext uri="{FF2B5EF4-FFF2-40B4-BE49-F238E27FC236}">
                  <ns2:creationId id="{DCCD808A-29BF-7EBF-F9B5-644FB658B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09975" y="4407518"/>
              <a:ext cx="365313" cy="382851"/>
            </a:xfrm>
            <a:prstGeom prst="rect">
              <a:avLst/>
            </a:prstGeom>
          </p:spPr>
        </p:pic>
        <p:cxnSp>
          <p:nvCxnSpPr>
            <p:cNvPr id="729" name="直線コネクタ 728">
              <a:extLst>
                <a:ext uri="{FF2B5EF4-FFF2-40B4-BE49-F238E27FC236}">
                  <ns2:creationId id="{A3080048-B8BD-4709-061E-C991A4C866C6}"/>
                </a:ext>
              </a:extLst>
            </p:cNvPr>
            <p:cNvCxnSpPr>
              <a:cxnSpLocks/>
              <a:stCxn id="157" idx="2"/>
              <a:endCxn id="685" idx="0"/>
            </p:cNvCxnSpPr>
            <p:nvPr/>
          </p:nvCxnSpPr>
          <p:spPr>
            <a:xfrm flipH="1">
              <a:off x="7841609" y="4198026"/>
              <a:ext cx="1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カギ線コネクタ 744">
              <a:extLst>
                <a:ext uri="{FF2B5EF4-FFF2-40B4-BE49-F238E27FC236}">
                  <ns2:creationId id="{D95A3FE0-B877-D47C-AD65-34C2B30EF64E}"/>
                </a:ext>
              </a:extLst>
            </p:cNvPr>
            <p:cNvCxnSpPr>
              <a:cxnSpLocks/>
              <a:stCxn id="593" idx="0"/>
              <a:endCxn id="710" idx="2"/>
            </p:cNvCxnSpPr>
            <p:nvPr/>
          </p:nvCxnSpPr>
          <p:spPr>
            <a:xfrm rot="5400000" flipH="1" flipV="1">
              <a:off x="8961041" y="4966242"/>
              <a:ext cx="407463" cy="55719"/>
            </a:xfrm>
            <a:prstGeom prst="bentConnector3">
              <a:avLst>
                <a:gd name="adj1" fmla="val 60079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4" name="図 753">
              <a:extLst>
                <a:ext uri="{FF2B5EF4-FFF2-40B4-BE49-F238E27FC236}">
                  <ns2:creationId id="{F49F8D18-785F-8FB0-0B5C-121FA062C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9035503" y="3263191"/>
              <a:ext cx="314256" cy="329342"/>
            </a:xfrm>
            <a:prstGeom prst="rect">
              <a:avLst/>
            </a:prstGeom>
          </p:spPr>
        </p:pic>
        <p:sp>
          <p:nvSpPr>
            <p:cNvPr id="766" name="正方形/長方形 765">
              <a:extLst>
                <a:ext uri="{FF2B5EF4-FFF2-40B4-BE49-F238E27FC236}">
                  <ns2:creationId id="{90F588DD-2B25-5CA2-AE75-A0EE4AD34158}"/>
                </a:ext>
              </a:extLst>
            </p:cNvPr>
            <p:cNvSpPr/>
            <p:nvPr/>
          </p:nvSpPr>
          <p:spPr>
            <a:xfrm>
              <a:off x="9456459" y="3304752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7" name="正方形/長方形 766">
              <a:extLst>
                <a:ext uri="{FF2B5EF4-FFF2-40B4-BE49-F238E27FC236}">
                  <ns2:creationId id="{D07D960E-FED8-4F48-27F5-15E54D3FBBCF}"/>
                </a:ext>
              </a:extLst>
            </p:cNvPr>
            <p:cNvSpPr/>
            <p:nvPr/>
          </p:nvSpPr>
          <p:spPr>
            <a:xfrm>
              <a:off x="9456459" y="3876916"/>
              <a:ext cx="25200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768" name="正方形/長方形 767">
              <a:extLst>
                <a:ext uri="{FF2B5EF4-FFF2-40B4-BE49-F238E27FC236}">
                  <ns2:creationId id="{82952007-87DF-36A1-70AE-5747B997943F}"/>
                </a:ext>
              </a:extLst>
            </p:cNvPr>
            <p:cNvSpPr/>
            <p:nvPr/>
          </p:nvSpPr>
          <p:spPr>
            <a:xfrm>
              <a:off x="9456459" y="4471986"/>
              <a:ext cx="25200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grpSp>
          <p:nvGrpSpPr>
            <p:cNvPr id="361" name="グループ化 360">
              <a:extLst>
                <a:ext uri="{FF2B5EF4-FFF2-40B4-BE49-F238E27FC236}">
                  <ns2:creationId id="{7C5C5F75-7CB2-6B52-A075-E836F1F4FBC3}"/>
                </a:ext>
              </a:extLst>
            </p:cNvPr>
            <p:cNvGrpSpPr/>
            <p:nvPr/>
          </p:nvGrpSpPr>
          <p:grpSpPr>
            <a:xfrm>
              <a:off x="9865119" y="4373531"/>
              <a:ext cx="396180" cy="450824"/>
              <a:chOff x="9915355" y="4558105"/>
              <a:chExt cx="396180" cy="450824"/>
            </a:xfrm>
          </p:grpSpPr>
          <p:pic>
            <p:nvPicPr>
              <p:cNvPr id="172" name="図 171">
                <a:extLst>
                  <a:ext uri="{FF2B5EF4-FFF2-40B4-BE49-F238E27FC236}">
                    <ns2:creationId id="{A509F49E-8E42-AFBF-AF5C-0C1460B689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2" name="図 331">
                <a:extLst>
                  <a:ext uri="{FF2B5EF4-FFF2-40B4-BE49-F238E27FC236}">
                    <ns2:creationId id="{EADE0558-435D-3253-F8CD-0F0108AA07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558105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333" name="図 332">
                <a:extLst>
                  <a:ext uri="{FF2B5EF4-FFF2-40B4-BE49-F238E27FC236}">
                    <ns2:creationId id="{893A0CC1-B6B1-A6AE-7988-0D405B983D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5355" y="4787941"/>
                <a:ext cx="210865" cy="220988"/>
              </a:xfrm>
              <a:prstGeom prst="rect">
                <a:avLst/>
              </a:prstGeom>
            </p:spPr>
          </p:pic>
          <p:pic>
            <p:nvPicPr>
              <p:cNvPr id="771" name="図 770">
                <a:extLst>
                  <a:ext uri="{FF2B5EF4-FFF2-40B4-BE49-F238E27FC236}">
                    <ns2:creationId id="{C589F29A-0FAF-D831-4B45-9A78C216D6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00670" y="4787941"/>
                <a:ext cx="210865" cy="220988"/>
              </a:xfrm>
              <a:prstGeom prst="rect">
                <a:avLst/>
              </a:prstGeom>
            </p:spPr>
          </p:pic>
        </p:grpSp>
        <p:grpSp>
          <p:nvGrpSpPr>
            <p:cNvPr id="165" name="グループ化 164">
              <a:extLst>
                <a:ext uri="{FF2B5EF4-FFF2-40B4-BE49-F238E27FC236}">
                  <ns2:creationId id="{49F75111-892C-A01D-75F4-99F826C29B61}"/>
                </a:ext>
              </a:extLst>
            </p:cNvPr>
            <p:cNvGrpSpPr/>
            <p:nvPr/>
          </p:nvGrpSpPr>
          <p:grpSpPr>
            <a:xfrm>
              <a:off x="9854401" y="3229150"/>
              <a:ext cx="398314" cy="397424"/>
              <a:chOff x="9913221" y="3344599"/>
              <a:chExt cx="398314" cy="397424"/>
            </a:xfrm>
          </p:grpSpPr>
          <p:pic>
            <p:nvPicPr>
              <p:cNvPr id="569" name="図 568">
                <a:extLst>
                  <a:ext uri="{FF2B5EF4-FFF2-40B4-BE49-F238E27FC236}">
                    <ns2:creationId id="{629AB473-1429-D927-C8AA-64DA2DABC5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5" name="図 774">
                <a:extLst>
                  <a:ext uri="{FF2B5EF4-FFF2-40B4-BE49-F238E27FC236}">
                    <ns2:creationId id="{C8C42392-E29E-D688-79E7-1F9F405A89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344599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6" name="図 775">
                <a:extLst>
                  <a:ext uri="{FF2B5EF4-FFF2-40B4-BE49-F238E27FC236}">
                    <ns2:creationId id="{731A894C-8952-008B-A57E-6419CA6CA3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13221" y="3556846"/>
                <a:ext cx="176694" cy="185177"/>
              </a:xfrm>
              <a:prstGeom prst="rect">
                <a:avLst/>
              </a:prstGeom>
            </p:spPr>
          </p:pic>
          <p:pic>
            <p:nvPicPr>
              <p:cNvPr id="777" name="図 776">
                <a:extLst>
                  <a:ext uri="{FF2B5EF4-FFF2-40B4-BE49-F238E27FC236}">
                    <ns2:creationId id="{D89264CD-B254-690B-D107-47579F13E3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0134841" y="3556846"/>
                <a:ext cx="176694" cy="185177"/>
              </a:xfrm>
              <a:prstGeom prst="rect">
                <a:avLst/>
              </a:prstGeom>
            </p:spPr>
          </p:pic>
        </p:grpSp>
        <p:grpSp>
          <p:nvGrpSpPr>
            <p:cNvPr id="358" name="グループ化 357">
              <a:extLst>
                <a:ext uri="{FF2B5EF4-FFF2-40B4-BE49-F238E27FC236}">
                  <ns2:creationId id="{00883B25-782C-1565-59E4-62B304A98288}"/>
                </a:ext>
              </a:extLst>
            </p:cNvPr>
            <p:cNvGrpSpPr/>
            <p:nvPr/>
          </p:nvGrpSpPr>
          <p:grpSpPr>
            <a:xfrm>
              <a:off x="9880233" y="3860259"/>
              <a:ext cx="346651" cy="279535"/>
              <a:chOff x="9938999" y="3961702"/>
              <a:chExt cx="346651" cy="279535"/>
            </a:xfrm>
          </p:grpSpPr>
          <p:sp>
            <p:nvSpPr>
              <p:cNvPr id="557" name="正方形/長方形 556">
                <a:extLst>
                  <a:ext uri="{FF2B5EF4-FFF2-40B4-BE49-F238E27FC236}">
                    <ns2:creationId id="{E1FDECF4-3ED1-3866-CB93-A4A6B78A311E}"/>
                  </a:ext>
                </a:extLst>
              </p:cNvPr>
              <p:cNvSpPr/>
              <p:nvPr/>
            </p:nvSpPr>
            <p:spPr>
              <a:xfrm>
                <a:off x="9938999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2" name="正方形/長方形 771">
                <a:extLst>
                  <a:ext uri="{FF2B5EF4-FFF2-40B4-BE49-F238E27FC236}">
                    <ns2:creationId id="{5970EA7D-E5EB-35DE-5247-A3BB7D05B6C3}"/>
                  </a:ext>
                </a:extLst>
              </p:cNvPr>
              <p:cNvSpPr/>
              <p:nvPr/>
            </p:nvSpPr>
            <p:spPr>
              <a:xfrm>
                <a:off x="9938999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3" name="正方形/長方形 772">
                <a:extLst>
                  <a:ext uri="{FF2B5EF4-FFF2-40B4-BE49-F238E27FC236}">
                    <ns2:creationId id="{E62E4A33-573B-52F0-7E17-11B301266048}"/>
                  </a:ext>
                </a:extLst>
              </p:cNvPr>
              <p:cNvSpPr/>
              <p:nvPr/>
            </p:nvSpPr>
            <p:spPr>
              <a:xfrm>
                <a:off x="10188904" y="3961702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4" name="正方形/長方形 773">
                <a:extLst>
                  <a:ext uri="{FF2B5EF4-FFF2-40B4-BE49-F238E27FC236}">
                    <ns2:creationId id="{A21260A8-763A-E7CC-2359-67E51D6E9ED2}"/>
                  </a:ext>
                </a:extLst>
              </p:cNvPr>
              <p:cNvSpPr/>
              <p:nvPr/>
            </p:nvSpPr>
            <p:spPr>
              <a:xfrm>
                <a:off x="10188904" y="4114209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8" name="正方形/長方形 777">
                <a:extLst>
                  <a:ext uri="{FF2B5EF4-FFF2-40B4-BE49-F238E27FC236}">
                    <ns2:creationId id="{6DDBE54E-35B4-3EDE-AF10-724C77A6BED7}"/>
                  </a:ext>
                </a:extLst>
              </p:cNvPr>
              <p:cNvSpPr/>
              <p:nvPr/>
            </p:nvSpPr>
            <p:spPr>
              <a:xfrm>
                <a:off x="10063169" y="4032130"/>
                <a:ext cx="96746" cy="127028"/>
              </a:xfrm>
              <a:prstGeom prst="rect">
                <a:avLst/>
              </a:prstGeom>
              <a:solidFill>
                <a:schemeClr val="bg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779" name="正方形/長方形 778">
              <a:extLst>
                <a:ext uri="{FF2B5EF4-FFF2-40B4-BE49-F238E27FC236}">
                  <ns2:creationId id="{1ADC1F96-E147-FF73-9963-505B25B87815}"/>
                </a:ext>
              </a:extLst>
            </p:cNvPr>
            <p:cNvSpPr/>
            <p:nvPr/>
          </p:nvSpPr>
          <p:spPr>
            <a:xfrm>
              <a:off x="10164453" y="3300904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 dirty="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0" name="正方形/長方形 779">
              <a:extLst>
                <a:ext uri="{FF2B5EF4-FFF2-40B4-BE49-F238E27FC236}">
                  <ns2:creationId id="{1048C349-01C1-19F5-9F77-28E14BE24945}"/>
                </a:ext>
              </a:extLst>
            </p:cNvPr>
            <p:cNvSpPr/>
            <p:nvPr/>
          </p:nvSpPr>
          <p:spPr>
            <a:xfrm>
              <a:off x="10164453" y="3876915"/>
              <a:ext cx="350020" cy="246221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0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sp>
          <p:nvSpPr>
            <p:cNvPr id="781" name="正方形/長方形 780">
              <a:extLst>
                <a:ext uri="{FF2B5EF4-FFF2-40B4-BE49-F238E27FC236}">
                  <ns2:creationId id="{D596B5DD-5E9F-9086-32F4-F41138E908A9}"/>
                </a:ext>
              </a:extLst>
            </p:cNvPr>
            <p:cNvSpPr/>
            <p:nvPr/>
          </p:nvSpPr>
          <p:spPr>
            <a:xfrm>
              <a:off x="10164453" y="4471986"/>
              <a:ext cx="350020" cy="253916"/>
            </a:xfrm>
            <a:prstGeom prst="rect">
              <a:avLst/>
            </a:prstGeom>
          </p:spPr>
          <p:txBody>
            <a:bodyPr wrap="square" lIns="0" rIns="0">
              <a:spAutoFit/>
            </a:bodyPr>
            <a:lstStyle/>
            <a:p>
              <a:pPr algn="ctr"/>
              <a:r>
                <a:rPr lang="ja-JP" altLang="en-US" sz="1050">
                  <a:solidFill>
                    <a:schemeClr val="bg1">
                      <a:lumMod val="8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</a:p>
          </p:txBody>
        </p:sp>
        <p:pic>
          <p:nvPicPr>
            <p:cNvPr id="808" name="図 807">
              <a:extLst>
                <a:ext uri="{FF2B5EF4-FFF2-40B4-BE49-F238E27FC236}">
                  <ns2:creationId id="{16577944-BDB3-EA08-68BC-301AADC03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30823" y="3250817"/>
              <a:ext cx="337869" cy="354090"/>
            </a:xfrm>
            <a:prstGeom prst="rect">
              <a:avLst/>
            </a:prstGeom>
          </p:spPr>
        </p:pic>
        <p:pic>
          <p:nvPicPr>
            <p:cNvPr id="809" name="図 808">
              <a:extLst>
                <a:ext uri="{FF2B5EF4-FFF2-40B4-BE49-F238E27FC236}">
                  <ns2:creationId id="{ADCC13C4-6833-B26D-35C3-FA5B25A00A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51104" y="3250817"/>
              <a:ext cx="337870" cy="354090"/>
            </a:xfrm>
            <a:prstGeom prst="rect">
              <a:avLst/>
            </a:prstGeom>
          </p:spPr>
        </p:pic>
        <p:sp>
          <p:nvSpPr>
            <p:cNvPr id="811" name="正方形/長方形 810">
              <a:extLst>
                <a:ext uri="{FF2B5EF4-FFF2-40B4-BE49-F238E27FC236}">
                  <ns2:creationId id="{6AC3248B-9A55-7EE9-BC88-0C1FE31472F8}"/>
                </a:ext>
              </a:extLst>
            </p:cNvPr>
            <p:cNvSpPr/>
            <p:nvPr/>
          </p:nvSpPr>
          <p:spPr>
            <a:xfrm>
              <a:off x="11534631" y="3304751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2" name="正方形/長方形 811">
              <a:extLst>
                <a:ext uri="{FF2B5EF4-FFF2-40B4-BE49-F238E27FC236}">
                  <ns2:creationId id="{3738688A-56B5-6DD8-45AB-86A998F8CC90}"/>
                </a:ext>
              </a:extLst>
            </p:cNvPr>
            <p:cNvSpPr/>
            <p:nvPr/>
          </p:nvSpPr>
          <p:spPr>
            <a:xfrm>
              <a:off x="11534631" y="3876915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sp>
          <p:nvSpPr>
            <p:cNvPr id="813" name="正方形/長方形 812">
              <a:extLst>
                <a:ext uri="{FF2B5EF4-FFF2-40B4-BE49-F238E27FC236}">
                  <ns2:creationId id="{97AB0245-D0CE-8FBD-97C4-518FAD350614}"/>
                </a:ext>
              </a:extLst>
            </p:cNvPr>
            <p:cNvSpPr/>
            <p:nvPr/>
          </p:nvSpPr>
          <p:spPr>
            <a:xfrm>
              <a:off x="11534631" y="4475833"/>
              <a:ext cx="322407" cy="246221"/>
            </a:xfrm>
            <a:prstGeom prst="rect">
              <a:avLst/>
            </a:prstGeom>
          </p:spPr>
          <p:txBody>
            <a:bodyPr wrap="none" lIns="180000">
              <a:noAutofit/>
            </a:bodyPr>
            <a:lstStyle/>
            <a:p>
              <a:r>
                <a:rPr lang="ja-JP" altLang="en-US" sz="10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</a:t>
              </a:r>
            </a:p>
          </p:txBody>
        </p:sp>
        <p:cxnSp>
          <p:nvCxnSpPr>
            <p:cNvPr id="825" name="直線コネクタ 824">
              <a:extLst>
                <a:ext uri="{FF2B5EF4-FFF2-40B4-BE49-F238E27FC236}">
                  <ns2:creationId id="{336B0D79-BF11-5FD8-5AED-8BC3D50BF5CD}"/>
                </a:ext>
              </a:extLst>
            </p:cNvPr>
            <p:cNvCxnSpPr>
              <a:cxnSpLocks/>
              <a:stCxn id="164" idx="2"/>
              <a:endCxn id="784" idx="0"/>
            </p:cNvCxnSpPr>
            <p:nvPr/>
          </p:nvCxnSpPr>
          <p:spPr>
            <a:xfrm>
              <a:off x="10599757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直線コネクタ 825">
              <a:extLst>
                <a:ext uri="{FF2B5EF4-FFF2-40B4-BE49-F238E27FC236}">
                  <ns2:creationId id="{1E9F5EB1-A816-451C-BF29-64E2A6749703}"/>
                </a:ext>
              </a:extLst>
            </p:cNvPr>
            <p:cNvCxnSpPr>
              <a:cxnSpLocks/>
              <a:stCxn id="160" idx="2"/>
              <a:endCxn id="500" idx="0"/>
            </p:cNvCxnSpPr>
            <p:nvPr/>
          </p:nvCxnSpPr>
          <p:spPr>
            <a:xfrm>
              <a:off x="11020039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直線コネクタ 826">
              <a:extLst>
                <a:ext uri="{FF2B5EF4-FFF2-40B4-BE49-F238E27FC236}">
                  <ns2:creationId id="{143A4D18-AC4A-4C9E-5790-18AF80495272}"/>
                </a:ext>
              </a:extLst>
            </p:cNvPr>
            <p:cNvCxnSpPr>
              <a:cxnSpLocks/>
              <a:stCxn id="228" idx="2"/>
              <a:endCxn id="790" idx="0"/>
            </p:cNvCxnSpPr>
            <p:nvPr/>
          </p:nvCxnSpPr>
          <p:spPr>
            <a:xfrm>
              <a:off x="11421664" y="4156659"/>
              <a:ext cx="0" cy="25085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6" name="正方形/長方形 845">
              <a:extLst>
                <a:ext uri="{FF2B5EF4-FFF2-40B4-BE49-F238E27FC236}">
                  <ns2:creationId id="{45786AED-9DED-EA57-5664-F7790AB5CAC6}"/>
                </a:ext>
              </a:extLst>
            </p:cNvPr>
            <p:cNvSpPr/>
            <p:nvPr/>
          </p:nvSpPr>
          <p:spPr>
            <a:xfrm>
              <a:off x="4330043" y="4798632"/>
              <a:ext cx="365314" cy="108000"/>
            </a:xfrm>
            <a:prstGeom prst="rect">
              <a:avLst/>
            </a:prstGeom>
            <a:solidFill>
              <a:srgbClr val="ED7D3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3" name="グループ化 52">
              <a:extLst>
                <a:ext uri="{FF2B5EF4-FFF2-40B4-BE49-F238E27FC236}">
                  <ns2:creationId id="{23405E1F-E604-FCFF-6523-3D9251A776C1}"/>
                </a:ext>
              </a:extLst>
            </p:cNvPr>
            <p:cNvGrpSpPr/>
            <p:nvPr/>
          </p:nvGrpSpPr>
          <p:grpSpPr>
            <a:xfrm>
              <a:off x="2551836" y="5205779"/>
              <a:ext cx="733956" cy="390992"/>
              <a:chOff x="2541235" y="5179908"/>
              <a:chExt cx="733956" cy="390992"/>
            </a:xfrm>
          </p:grpSpPr>
          <p:pic>
            <p:nvPicPr>
              <p:cNvPr id="14" name="図 13">
                <a:extLst>
                  <a:ext uri="{FF2B5EF4-FFF2-40B4-BE49-F238E27FC236}">
                    <ns2:creationId id="{93A367E9-44A9-7CFD-C537-F61DBB4C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541235" y="5179910"/>
                <a:ext cx="360288" cy="390990"/>
              </a:xfrm>
              <a:prstGeom prst="rect">
                <a:avLst/>
              </a:prstGeom>
              <a:noFill/>
            </p:spPr>
          </p:pic>
          <p:pic>
            <p:nvPicPr>
              <p:cNvPr id="329" name="図 328">
                <a:extLst>
                  <a:ext uri="{FF2B5EF4-FFF2-40B4-BE49-F238E27FC236}">
                    <ns2:creationId id="{E76E3A13-78B3-4602-346F-FE2124277D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914903" y="5179908"/>
                <a:ext cx="360288" cy="390989"/>
              </a:xfrm>
              <a:prstGeom prst="rect">
                <a:avLst/>
              </a:prstGeom>
              <a:noFill/>
            </p:spPr>
          </p:pic>
        </p:grpSp>
        <p:grpSp>
          <p:nvGrpSpPr>
            <p:cNvPr id="54" name="グループ化 53">
              <a:extLst>
                <a:ext uri="{FF2B5EF4-FFF2-40B4-BE49-F238E27FC236}">
                  <ns2:creationId id="{DFA2431D-FB98-0BB0-769B-05DE3CDBD10C}"/>
                </a:ext>
              </a:extLst>
            </p:cNvPr>
            <p:cNvGrpSpPr/>
            <p:nvPr/>
          </p:nvGrpSpPr>
          <p:grpSpPr>
            <a:xfrm>
              <a:off x="4403884" y="5212482"/>
              <a:ext cx="733956" cy="377585"/>
              <a:chOff x="4384873" y="5179908"/>
              <a:chExt cx="733956" cy="377585"/>
            </a:xfrm>
          </p:grpSpPr>
          <p:pic>
            <p:nvPicPr>
              <p:cNvPr id="331" name="図 330">
                <a:extLst>
                  <a:ext uri="{FF2B5EF4-FFF2-40B4-BE49-F238E27FC236}">
                    <ns2:creationId id="{DC9A12C2-5F53-A90E-2480-D75473A5F6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384873" y="5179908"/>
                <a:ext cx="360288" cy="377585"/>
              </a:xfrm>
              <a:prstGeom prst="rect">
                <a:avLst/>
              </a:prstGeom>
              <a:noFill/>
            </p:spPr>
          </p:pic>
          <p:pic>
            <p:nvPicPr>
              <p:cNvPr id="335" name="図 334">
                <a:extLst>
                  <a:ext uri="{FF2B5EF4-FFF2-40B4-BE49-F238E27FC236}">
                    <ns2:creationId id="{54A32F49-98E7-3F43-A27A-40D14EC78E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758541" y="5179908"/>
                <a:ext cx="360288" cy="377585"/>
              </a:xfrm>
              <a:prstGeom prst="rect">
                <a:avLst/>
              </a:prstGeom>
              <a:noFill/>
            </p:spPr>
          </p:pic>
        </p:grpSp>
        <p:grpSp>
          <p:nvGrpSpPr>
            <p:cNvPr id="336" name="グループ化 335">
              <a:extLst>
                <a:ext uri="{FF2B5EF4-FFF2-40B4-BE49-F238E27FC236}">
                  <ns2:creationId id="{044EE6FF-776D-B768-8A0A-5DE20F602FAB}"/>
                </a:ext>
              </a:extLst>
            </p:cNvPr>
            <p:cNvGrpSpPr/>
            <p:nvPr/>
          </p:nvGrpSpPr>
          <p:grpSpPr>
            <a:xfrm>
              <a:off x="6728676" y="5212482"/>
              <a:ext cx="733671" cy="377585"/>
              <a:chOff x="1300317" y="5479476"/>
              <a:chExt cx="870919" cy="427688"/>
            </a:xfrm>
          </p:grpSpPr>
          <p:pic>
            <p:nvPicPr>
              <p:cNvPr id="337" name="図 336">
                <a:extLst>
                  <a:ext uri="{FF2B5EF4-FFF2-40B4-BE49-F238E27FC236}">
                    <ns2:creationId id="{B7F60A15-618B-42AF-CA27-AC7FDD3214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300317" y="5479476"/>
                <a:ext cx="427688" cy="427688"/>
              </a:xfrm>
              <a:prstGeom prst="rect">
                <a:avLst/>
              </a:prstGeom>
            </p:spPr>
          </p:pic>
          <p:pic>
            <p:nvPicPr>
              <p:cNvPr id="339" name="図 338">
                <a:extLst>
                  <a:ext uri="{FF2B5EF4-FFF2-40B4-BE49-F238E27FC236}">
                    <ns2:creationId id="{76E38B77-1B2F-344A-AC03-A6EEDBCFEA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1743890" y="5479476"/>
                <a:ext cx="427346" cy="427345"/>
              </a:xfrm>
              <a:prstGeom prst="rect">
                <a:avLst/>
              </a:prstGeom>
            </p:spPr>
          </p:pic>
        </p:grpSp>
        <p:grpSp>
          <p:nvGrpSpPr>
            <p:cNvPr id="51" name="グループ化 50">
              <a:extLst>
                <a:ext uri="{FF2B5EF4-FFF2-40B4-BE49-F238E27FC236}">
                  <ns2:creationId id="{8B625E26-0BB2-4A2C-484E-8FDEEECA6145}"/>
                </a:ext>
              </a:extLst>
            </p:cNvPr>
            <p:cNvGrpSpPr/>
            <p:nvPr/>
          </p:nvGrpSpPr>
          <p:grpSpPr>
            <a:xfrm>
              <a:off x="9933271" y="5212482"/>
              <a:ext cx="733956" cy="377585"/>
              <a:chOff x="9958054" y="5179908"/>
              <a:chExt cx="733956" cy="377585"/>
            </a:xfrm>
          </p:grpSpPr>
          <p:grpSp>
            <p:nvGrpSpPr>
              <p:cNvPr id="47" name="グループ化 46">
                <a:extLst>
                  <a:ext uri="{FF2B5EF4-FFF2-40B4-BE49-F238E27FC236}">
                    <ns2:creationId id="{5E986A67-6186-6DFB-34B7-F9E1868371B8}"/>
                  </a:ext>
                </a:extLst>
              </p:cNvPr>
              <p:cNvGrpSpPr/>
              <p:nvPr/>
            </p:nvGrpSpPr>
            <p:grpSpPr>
              <a:xfrm>
                <a:off x="10331722" y="5179908"/>
                <a:ext cx="360288" cy="377585"/>
                <a:chOff x="10335439" y="5179908"/>
                <a:chExt cx="360288" cy="377585"/>
              </a:xfrm>
            </p:grpSpPr>
            <p:pic>
              <p:nvPicPr>
                <p:cNvPr id="13" name="図 12">
                  <a:extLst>
                    <a:ext uri="{FF2B5EF4-FFF2-40B4-BE49-F238E27FC236}">
                      <ns2:creationId id="{D6C2DC7A-E3A7-4155-7558-5527105B38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ns4:useLocalDpi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335439" y="5179908"/>
                  <a:ext cx="360288" cy="377585"/>
                </a:xfrm>
                <a:prstGeom prst="rect">
                  <a:avLst/>
                </a:prstGeom>
              </p:spPr>
            </p:pic>
            <p:sp>
              <p:nvSpPr>
                <p:cNvPr id="865" name="正方形/長方形 864">
                  <a:extLst>
                    <a:ext uri="{FF2B5EF4-FFF2-40B4-BE49-F238E27FC236}">
                      <ns2:creationId id="{9239E65C-37D4-CA77-64F3-D9661473135C}"/>
                    </a:ext>
                  </a:extLst>
                </p:cNvPr>
                <p:cNvSpPr/>
                <p:nvPr/>
              </p:nvSpPr>
              <p:spPr>
                <a:xfrm>
                  <a:off x="10335439" y="5449493"/>
                  <a:ext cx="360288" cy="108000"/>
                </a:xfrm>
                <a:prstGeom prst="rect">
                  <a:avLst/>
                </a:prstGeom>
                <a:solidFill>
                  <a:srgbClr val="ED7D3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341" name="図 340">
                <a:extLst>
                  <a:ext uri="{FF2B5EF4-FFF2-40B4-BE49-F238E27FC236}">
                    <ns2:creationId id="{0EA23303-AE47-A573-10D0-24BCF17918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9958054" y="5179908"/>
                <a:ext cx="360288" cy="377585"/>
              </a:xfrm>
              <a:prstGeom prst="rect">
                <a:avLst/>
              </a:prstGeom>
            </p:spPr>
          </p:pic>
        </p:grpSp>
        <p:grpSp>
          <p:nvGrpSpPr>
            <p:cNvPr id="50" name="グループ化 49">
              <a:extLst>
                <a:ext uri="{FF2B5EF4-FFF2-40B4-BE49-F238E27FC236}">
                  <ns2:creationId id="{C131E7F4-B893-FD78-655F-BB3C46DAEC23}"/>
                </a:ext>
              </a:extLst>
            </p:cNvPr>
            <p:cNvGrpSpPr/>
            <p:nvPr/>
          </p:nvGrpSpPr>
          <p:grpSpPr>
            <a:xfrm>
              <a:off x="8541162" y="5197832"/>
              <a:ext cx="789874" cy="406886"/>
              <a:chOff x="8536707" y="5158076"/>
              <a:chExt cx="789874" cy="406886"/>
            </a:xfrm>
          </p:grpSpPr>
          <p:pic>
            <p:nvPicPr>
              <p:cNvPr id="593" name="図 592">
                <a:extLst>
                  <a:ext uri="{FF2B5EF4-FFF2-40B4-BE49-F238E27FC236}">
                    <ns2:creationId id="{CCBD850D-A882-6993-4EE1-6A144053E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938334" y="5158076"/>
                <a:ext cx="388247" cy="406886"/>
              </a:xfrm>
              <a:prstGeom prst="rect">
                <a:avLst/>
              </a:prstGeom>
            </p:spPr>
          </p:pic>
          <p:pic>
            <p:nvPicPr>
              <p:cNvPr id="344" name="図 343">
                <a:extLst>
                  <a:ext uri="{FF2B5EF4-FFF2-40B4-BE49-F238E27FC236}">
                    <ns2:creationId id="{1EBB8499-CE3A-FDBB-F26A-4E9693F694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8536707" y="5158076"/>
                <a:ext cx="388247" cy="406886"/>
              </a:xfrm>
              <a:prstGeom prst="rect">
                <a:avLst/>
              </a:prstGeom>
            </p:spPr>
          </p:pic>
        </p:grpSp>
        <p:cxnSp>
          <p:nvCxnSpPr>
            <p:cNvPr id="345" name="カギ線コネクタ 344">
              <a:extLst>
                <a:ext uri="{FF2B5EF4-FFF2-40B4-BE49-F238E27FC236}">
                  <ns2:creationId id="{F21EAABD-D115-9331-A4CD-832620D77870}"/>
                </a:ext>
              </a:extLst>
            </p:cNvPr>
            <p:cNvCxnSpPr>
              <a:cxnSpLocks/>
              <a:stCxn id="344" idx="0"/>
              <a:endCxn id="133" idx="1"/>
            </p:cNvCxnSpPr>
            <p:nvPr/>
          </p:nvCxnSpPr>
          <p:spPr>
            <a:xfrm rot="16200000" flipV="1">
              <a:off x="8480864" y="4943410"/>
              <a:ext cx="290680" cy="218164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1" name="図 140">
              <a:extLst>
                <a:ext uri="{FF2B5EF4-FFF2-40B4-BE49-F238E27FC236}">
                  <ns2:creationId id="{D5594CF1-5663-C854-3552-3E0E6EF4B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7541" y="5197832"/>
              <a:ext cx="388247" cy="406886"/>
            </a:xfrm>
            <a:prstGeom prst="rect">
              <a:avLst/>
            </a:prstGeom>
          </p:spPr>
        </p:pic>
        <p:pic>
          <p:nvPicPr>
            <p:cNvPr id="346" name="図 345">
              <a:extLst>
                <a:ext uri="{FF2B5EF4-FFF2-40B4-BE49-F238E27FC236}">
                  <ns2:creationId id="{E8C67283-69EE-79A4-F4D1-6DE735F2E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5915" y="5197832"/>
              <a:ext cx="388247" cy="406886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ns2:creationId id="{60775BB1-CA73-2576-F494-7AC11C0E1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2544290" y="3263191"/>
              <a:ext cx="314255" cy="329342"/>
            </a:xfrm>
            <a:prstGeom prst="rect">
              <a:avLst/>
            </a:prstGeom>
          </p:spPr>
        </p:pic>
        <p:sp>
          <p:nvSpPr>
            <p:cNvPr id="10" name="片側の 2 つの角を丸めた四角形 9">
              <a:extLst>
                <a:ext uri="{FF2B5EF4-FFF2-40B4-BE49-F238E27FC236}">
                  <ns2:creationId id="{B507B093-BF6E-5F63-5232-31E4AEBF7BD9}"/>
                </a:ext>
              </a:extLst>
            </p:cNvPr>
            <p:cNvSpPr/>
            <p:nvPr/>
          </p:nvSpPr>
          <p:spPr>
            <a:xfrm>
              <a:off x="4333553" y="5010893"/>
              <a:ext cx="874619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片側の 2 つの角を丸めた四角形 10">
              <a:extLst>
                <a:ext uri="{FF2B5EF4-FFF2-40B4-BE49-F238E27FC236}">
                  <ns2:creationId id="{078BFD6B-78F2-460B-F5D4-CD631980E516}"/>
                </a:ext>
              </a:extLst>
            </p:cNvPr>
            <p:cNvSpPr/>
            <p:nvPr/>
          </p:nvSpPr>
          <p:spPr>
            <a:xfrm>
              <a:off x="3408037" y="5010893"/>
              <a:ext cx="87562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片側の 2 つの角を丸めた四角形 15">
              <a:extLst>
                <a:ext uri="{FF2B5EF4-FFF2-40B4-BE49-F238E27FC236}">
                  <ns2:creationId id="{B4FDADC2-3B34-47C0-C155-1EED052C7C8C}"/>
                </a:ext>
              </a:extLst>
            </p:cNvPr>
            <p:cNvSpPr/>
            <p:nvPr/>
          </p:nvSpPr>
          <p:spPr>
            <a:xfrm>
              <a:off x="2481209" y="5010893"/>
              <a:ext cx="87521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片側の 2 つの角を丸めた四角形 17">
              <a:extLst>
                <a:ext uri="{FF2B5EF4-FFF2-40B4-BE49-F238E27FC236}">
                  <ns2:creationId id="{F0996027-422B-28AE-2A71-18D472F3CECD}"/>
                </a:ext>
              </a:extLst>
            </p:cNvPr>
            <p:cNvSpPr/>
            <p:nvPr/>
          </p:nvSpPr>
          <p:spPr>
            <a:xfrm>
              <a:off x="5259069" y="5010893"/>
              <a:ext cx="873900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片側の 2 つの角を丸めた四角形 35">
              <a:extLst>
                <a:ext uri="{FF2B5EF4-FFF2-40B4-BE49-F238E27FC236}">
                  <ns2:creationId id="{01EB5B5A-7860-3D5F-333E-B0658BC82C04}"/>
                </a:ext>
              </a:extLst>
            </p:cNvPr>
            <p:cNvSpPr/>
            <p:nvPr/>
          </p:nvSpPr>
          <p:spPr>
            <a:xfrm>
              <a:off x="6184586" y="5010893"/>
              <a:ext cx="182185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0" name="図 499">
              <a:extLst>
                <a:ext uri="{FF2B5EF4-FFF2-40B4-BE49-F238E27FC236}">
                  <ns2:creationId id="{3CF1282E-BC93-2C73-28D3-3918FBC57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824876" y="4407518"/>
              <a:ext cx="390326" cy="409065"/>
            </a:xfrm>
            <a:prstGeom prst="rect">
              <a:avLst/>
            </a:prstGeom>
          </p:spPr>
        </p:pic>
        <p:cxnSp>
          <p:nvCxnSpPr>
            <p:cNvPr id="52" name="直線コネクタ 51">
              <a:extLst>
                <a:ext uri="{FF2B5EF4-FFF2-40B4-BE49-F238E27FC236}">
                  <ns2:creationId id="{80756DFF-2C91-E606-BCC0-6C89A6C6BD62}"/>
                </a:ext>
              </a:extLst>
            </p:cNvPr>
            <p:cNvCxnSpPr>
              <a:cxnSpLocks/>
              <a:stCxn id="790" idx="2"/>
              <a:endCxn id="141" idx="0"/>
            </p:cNvCxnSpPr>
            <p:nvPr/>
          </p:nvCxnSpPr>
          <p:spPr>
            <a:xfrm>
              <a:off x="11421664" y="4816583"/>
              <a:ext cx="1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ns2:creationId id="{2328E89D-CC86-F638-714A-1075E3233FDA}"/>
                </a:ext>
              </a:extLst>
            </p:cNvPr>
            <p:cNvCxnSpPr>
              <a:cxnSpLocks/>
              <a:stCxn id="500" idx="2"/>
              <a:endCxn id="346" idx="0"/>
            </p:cNvCxnSpPr>
            <p:nvPr/>
          </p:nvCxnSpPr>
          <p:spPr>
            <a:xfrm>
              <a:off x="11020039" y="4816583"/>
              <a:ext cx="0" cy="38124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グラフィックス 104" descr="階層 単色塗りつぶし">
              <a:extLst>
                <a:ext uri="{FF2B5EF4-FFF2-40B4-BE49-F238E27FC236}">
                  <ns2:creationId id="{C402C602-B7B8-6515-5935-04AA9DB487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5324046" y="3802026"/>
              <a:ext cx="396000" cy="396000"/>
            </a:xfrm>
            <a:prstGeom prst="rect">
              <a:avLst/>
            </a:prstGeom>
          </p:spPr>
        </p:pic>
        <p:pic>
          <p:nvPicPr>
            <p:cNvPr id="106" name="グラフィックス 105" descr="階層 単色塗りつぶし">
              <a:extLst>
                <a:ext uri="{FF2B5EF4-FFF2-40B4-BE49-F238E27FC236}">
                  <ns2:creationId id="{64F6858D-0785-09A9-1E2D-9F5554D973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986244" y="3802026"/>
              <a:ext cx="396000" cy="396000"/>
            </a:xfrm>
            <a:prstGeom prst="rect">
              <a:avLst/>
            </a:prstGeom>
          </p:spPr>
        </p:pic>
        <p:pic>
          <p:nvPicPr>
            <p:cNvPr id="107" name="グラフィックス 106" descr="階層 単色塗りつぶし">
              <a:extLst>
                <a:ext uri="{FF2B5EF4-FFF2-40B4-BE49-F238E27FC236}">
                  <ns2:creationId id="{F1BA9D43-79D8-4DF6-1DC2-08EDA87FD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2503418" y="3802026"/>
              <a:ext cx="396000" cy="396000"/>
            </a:xfrm>
            <a:prstGeom prst="rect">
              <a:avLst/>
            </a:prstGeom>
          </p:spPr>
        </p:pic>
        <p:pic>
          <p:nvPicPr>
            <p:cNvPr id="109" name="グラフィックス 108" descr="階層 単色塗りつぶし">
              <a:extLst>
                <a:ext uri="{FF2B5EF4-FFF2-40B4-BE49-F238E27FC236}">
                  <ns2:creationId id="{8BDED1CC-49C9-AD6F-B53E-A427CA1A40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337789" y="3802026"/>
              <a:ext cx="396000" cy="396000"/>
            </a:xfrm>
            <a:prstGeom prst="rect">
              <a:avLst/>
            </a:prstGeom>
          </p:spPr>
        </p:pic>
        <p:pic>
          <p:nvPicPr>
            <p:cNvPr id="110" name="グラフィックス 109" descr="階層 単色塗りつぶし">
              <a:extLst>
                <a:ext uri="{FF2B5EF4-FFF2-40B4-BE49-F238E27FC236}">
                  <ns2:creationId id="{62A7A51B-07A1-39FA-8973-B94E30B072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3472531" y="3802026"/>
              <a:ext cx="396000" cy="396000"/>
            </a:xfrm>
            <a:prstGeom prst="rect">
              <a:avLst/>
            </a:prstGeom>
          </p:spPr>
        </p:pic>
        <p:pic>
          <p:nvPicPr>
            <p:cNvPr id="111" name="グラフィックス 110" descr="階層 単色塗りつぶし">
              <a:extLst>
                <a:ext uri="{FF2B5EF4-FFF2-40B4-BE49-F238E27FC236}">
                  <ns2:creationId id="{7EF6755A-8F5E-DDAD-461A-A75BC3FBB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4830918" y="3802026"/>
              <a:ext cx="396000" cy="396000"/>
            </a:xfrm>
            <a:prstGeom prst="rect">
              <a:avLst/>
            </a:prstGeom>
          </p:spPr>
        </p:pic>
        <p:sp>
          <p:nvSpPr>
            <p:cNvPr id="130" name="角丸四角形 129">
              <a:extLst>
                <a:ext uri="{FF2B5EF4-FFF2-40B4-BE49-F238E27FC236}">
                  <ns2:creationId id="{178E02D9-8D9D-4554-C901-BA5241285295}"/>
                </a:ext>
              </a:extLst>
            </p:cNvPr>
            <p:cNvSpPr/>
            <p:nvPr/>
          </p:nvSpPr>
          <p:spPr>
            <a:xfrm>
              <a:off x="8355122" y="4350132"/>
              <a:ext cx="324000" cy="557020"/>
            </a:xfrm>
            <a:prstGeom prst="roundRect">
              <a:avLst>
                <a:gd name="adj" fmla="val 4927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9" name="図 708">
              <a:extLst>
                <a:ext uri="{FF2B5EF4-FFF2-40B4-BE49-F238E27FC236}">
                  <ns2:creationId id="{365C306D-D87B-BED6-65AC-615C77C7D9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34464" y="4407518"/>
              <a:ext cx="365314" cy="382851"/>
            </a:xfrm>
            <a:prstGeom prst="rect">
              <a:avLst/>
            </a:prstGeom>
            <a:ln>
              <a:noFill/>
            </a:ln>
          </p:spPr>
        </p:pic>
        <p:sp>
          <p:nvSpPr>
            <p:cNvPr id="153" name="角丸四角形 152">
              <a:extLst>
                <a:ext uri="{FF2B5EF4-FFF2-40B4-BE49-F238E27FC236}">
                  <ns2:creationId id="{2DF4738E-B345-70CE-296E-7D0C3775B06C}"/>
                </a:ext>
              </a:extLst>
            </p:cNvPr>
            <p:cNvSpPr/>
            <p:nvPr/>
          </p:nvSpPr>
          <p:spPr>
            <a:xfrm>
              <a:off x="5360047" y="4350132"/>
              <a:ext cx="324000" cy="546103"/>
            </a:xfrm>
            <a:prstGeom prst="roundRect">
              <a:avLst>
                <a:gd name="adj" fmla="val 5283"/>
              </a:avLst>
            </a:prstGeom>
            <a:noFill/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4" name="図 153">
              <a:extLst>
                <a:ext uri="{FF2B5EF4-FFF2-40B4-BE49-F238E27FC236}">
                  <ns2:creationId id="{0DA2C4A7-2FA5-20E5-C920-FCA73268D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39390" y="4407518"/>
              <a:ext cx="365314" cy="382851"/>
            </a:xfrm>
            <a:prstGeom prst="rect">
              <a:avLst/>
            </a:prstGeom>
          </p:spPr>
        </p:pic>
        <p:pic>
          <p:nvPicPr>
            <p:cNvPr id="157" name="グラフィックス 156" descr="階層 単色塗りつぶし">
              <a:extLst>
                <a:ext uri="{FF2B5EF4-FFF2-40B4-BE49-F238E27FC236}">
                  <ns2:creationId id="{A6A39F4B-3C12-273D-270F-E25B8C13F9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7643610" y="3802026"/>
              <a:ext cx="396000" cy="396000"/>
            </a:xfrm>
            <a:prstGeom prst="rect">
              <a:avLst/>
            </a:prstGeom>
          </p:spPr>
        </p:pic>
        <p:cxnSp>
          <p:nvCxnSpPr>
            <p:cNvPr id="308" name="直線コネクタ 307">
              <a:extLst>
                <a:ext uri="{FF2B5EF4-FFF2-40B4-BE49-F238E27FC236}">
                  <ns2:creationId id="{08AEE2D8-4B1C-BF7E-5B28-E20630F854B9}"/>
                </a:ext>
              </a:extLst>
            </p:cNvPr>
            <p:cNvCxnSpPr>
              <a:cxnSpLocks/>
              <a:stCxn id="159" idx="2"/>
              <a:endCxn id="672" idx="0"/>
            </p:cNvCxnSpPr>
            <p:nvPr/>
          </p:nvCxnSpPr>
          <p:spPr>
            <a:xfrm>
              <a:off x="7166096" y="4198026"/>
              <a:ext cx="0" cy="223325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2704885D-B445-1501-A8E4-6913AC3B1829}"/>
                </a:ext>
              </a:extLst>
            </p:cNvPr>
            <p:cNvCxnSpPr>
              <a:cxnSpLocks/>
              <a:stCxn id="676" idx="2"/>
            </p:cNvCxnSpPr>
            <p:nvPr/>
          </p:nvCxnSpPr>
          <p:spPr>
            <a:xfrm>
              <a:off x="7841609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E7C0ABC2-639C-85E3-9DEE-201E02A7B439}"/>
                </a:ext>
              </a:extLst>
            </p:cNvPr>
            <p:cNvCxnSpPr>
              <a:cxnSpLocks/>
              <a:stCxn id="572" idx="2"/>
            </p:cNvCxnSpPr>
            <p:nvPr/>
          </p:nvCxnSpPr>
          <p:spPr>
            <a:xfrm>
              <a:off x="7166096" y="3592533"/>
              <a:ext cx="1" cy="215111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9" name="グラフィックス 158" descr="階層 単色塗りつぶし">
              <a:extLst>
                <a:ext uri="{FF2B5EF4-FFF2-40B4-BE49-F238E27FC236}">
                  <ns2:creationId id="{435DFC86-7E38-F183-CF92-C9C5B72C45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6968096" y="3802026"/>
              <a:ext cx="396000" cy="396000"/>
            </a:xfrm>
            <a:prstGeom prst="rect">
              <a:avLst/>
            </a:prstGeom>
          </p:spPr>
        </p:pic>
        <p:cxnSp>
          <p:nvCxnSpPr>
            <p:cNvPr id="352" name="直線コネクタ 351">
              <a:extLst>
                <a:ext uri="{FF2B5EF4-FFF2-40B4-BE49-F238E27FC236}">
                  <ns2:creationId id="{F2E6D4BC-84BC-F5B5-7E15-4FE9590EB28D}"/>
                </a:ext>
              </a:extLst>
            </p:cNvPr>
            <p:cNvCxnSpPr>
              <a:cxnSpLocks/>
              <a:stCxn id="863" idx="2"/>
              <a:endCxn id="710" idx="0"/>
            </p:cNvCxnSpPr>
            <p:nvPr/>
          </p:nvCxnSpPr>
          <p:spPr>
            <a:xfrm>
              <a:off x="9192631" y="4177342"/>
              <a:ext cx="1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直線コネクタ 352">
              <a:extLst>
                <a:ext uri="{FF2B5EF4-FFF2-40B4-BE49-F238E27FC236}">
                  <ns2:creationId id="{B61A841A-D4D9-FFA9-92E2-42DF21015CC0}"/>
                </a:ext>
              </a:extLst>
            </p:cNvPr>
            <p:cNvCxnSpPr>
              <a:cxnSpLocks/>
              <a:stCxn id="754" idx="2"/>
              <a:endCxn id="863" idx="0"/>
            </p:cNvCxnSpPr>
            <p:nvPr/>
          </p:nvCxnSpPr>
          <p:spPr>
            <a:xfrm>
              <a:off x="9192631" y="3592533"/>
              <a:ext cx="0" cy="230176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3" name="正方形/長方形 862">
              <a:extLst>
                <a:ext uri="{FF2B5EF4-FFF2-40B4-BE49-F238E27FC236}">
                  <ns2:creationId id="{948317D1-532B-DE67-3AC4-8F3D22ECB973}"/>
                </a:ext>
              </a:extLst>
            </p:cNvPr>
            <p:cNvSpPr/>
            <p:nvPr/>
          </p:nvSpPr>
          <p:spPr>
            <a:xfrm>
              <a:off x="8989216" y="3822709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9" name="直線コネクタ 358">
              <a:extLst>
                <a:ext uri="{FF2B5EF4-FFF2-40B4-BE49-F238E27FC236}">
                  <ns2:creationId id="{4F994E5F-4904-02AD-72C0-072B9AB36ED9}"/>
                </a:ext>
              </a:extLst>
            </p:cNvPr>
            <p:cNvCxnSpPr>
              <a:cxnSpLocks/>
              <a:stCxn id="162" idx="2"/>
              <a:endCxn id="709" idx="0"/>
            </p:cNvCxnSpPr>
            <p:nvPr/>
          </p:nvCxnSpPr>
          <p:spPr>
            <a:xfrm flipH="1">
              <a:off x="8517121" y="4198026"/>
              <a:ext cx="1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B849C42A-042D-7B90-84AB-D2CABB478BE5}"/>
                </a:ext>
              </a:extLst>
            </p:cNvPr>
            <p:cNvCxnSpPr>
              <a:cxnSpLocks/>
              <a:stCxn id="753" idx="2"/>
              <a:endCxn id="162" idx="0"/>
            </p:cNvCxnSpPr>
            <p:nvPr/>
          </p:nvCxnSpPr>
          <p:spPr>
            <a:xfrm>
              <a:off x="8517122" y="3592533"/>
              <a:ext cx="0" cy="209493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84" name="図 783">
              <a:extLst>
                <a:ext uri="{FF2B5EF4-FFF2-40B4-BE49-F238E27FC236}">
                  <ns2:creationId id="{188DB8FA-F1ED-2422-376A-8FA9E3110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0417101" y="4407518"/>
              <a:ext cx="365312" cy="382851"/>
            </a:xfrm>
            <a:prstGeom prst="rect">
              <a:avLst/>
            </a:prstGeom>
          </p:spPr>
        </p:pic>
        <p:pic>
          <p:nvPicPr>
            <p:cNvPr id="790" name="図 789">
              <a:extLst>
                <a:ext uri="{FF2B5EF4-FFF2-40B4-BE49-F238E27FC236}">
                  <ns2:creationId id="{F51070F3-E0C5-1A3F-E784-F9599B247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26501" y="4407518"/>
              <a:ext cx="390326" cy="409065"/>
            </a:xfrm>
            <a:prstGeom prst="rect">
              <a:avLst/>
            </a:prstGeom>
          </p:spPr>
        </p:pic>
        <p:cxnSp>
          <p:nvCxnSpPr>
            <p:cNvPr id="366" name="直線コネクタ 365">
              <a:extLst>
                <a:ext uri="{FF2B5EF4-FFF2-40B4-BE49-F238E27FC236}">
                  <ns2:creationId id="{9F171965-EA5F-DCDE-086D-55198209F760}"/>
                </a:ext>
              </a:extLst>
            </p:cNvPr>
            <p:cNvCxnSpPr>
              <a:cxnSpLocks/>
              <a:stCxn id="808" idx="2"/>
              <a:endCxn id="164" idx="0"/>
            </p:cNvCxnSpPr>
            <p:nvPr/>
          </p:nvCxnSpPr>
          <p:spPr>
            <a:xfrm flipH="1">
              <a:off x="10599757" y="3604907"/>
              <a:ext cx="1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1DC4499A-9164-C3D3-2AB6-51854503824F}"/>
                </a:ext>
              </a:extLst>
            </p:cNvPr>
            <p:cNvCxnSpPr>
              <a:cxnSpLocks/>
              <a:stCxn id="809" idx="2"/>
              <a:endCxn id="160" idx="0"/>
            </p:cNvCxnSpPr>
            <p:nvPr/>
          </p:nvCxnSpPr>
          <p:spPr>
            <a:xfrm>
              <a:off x="11020039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862D417-D219-A954-B174-968410C89FBB}"/>
                </a:ext>
              </a:extLst>
            </p:cNvPr>
            <p:cNvCxnSpPr>
              <a:cxnSpLocks/>
              <a:stCxn id="810" idx="2"/>
              <a:endCxn id="228" idx="0"/>
            </p:cNvCxnSpPr>
            <p:nvPr/>
          </p:nvCxnSpPr>
          <p:spPr>
            <a:xfrm>
              <a:off x="11421664" y="3604907"/>
              <a:ext cx="0" cy="197119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4" name="グラフィックス 163" descr="階層 単色塗りつぶし">
              <a:extLst>
                <a:ext uri="{FF2B5EF4-FFF2-40B4-BE49-F238E27FC236}">
                  <ns2:creationId id="{A476818B-6F42-F0F5-885E-CDF592EA52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401757" y="3802026"/>
              <a:ext cx="396000" cy="396000"/>
            </a:xfrm>
            <a:prstGeom prst="rect">
              <a:avLst/>
            </a:prstGeom>
          </p:spPr>
        </p:pic>
        <p:sp>
          <p:nvSpPr>
            <p:cNvPr id="34" name="片側の 2 つの角を丸めた四角形 33">
              <a:extLst>
                <a:ext uri="{FF2B5EF4-FFF2-40B4-BE49-F238E27FC236}">
                  <ns2:creationId id="{EC3763EE-3D42-53B0-0070-6E016D36AC79}"/>
                </a:ext>
              </a:extLst>
            </p:cNvPr>
            <p:cNvSpPr/>
            <p:nvPr/>
          </p:nvSpPr>
          <p:spPr>
            <a:xfrm>
              <a:off x="8058055" y="5010893"/>
              <a:ext cx="1756088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2" name="グラフィックス 161" descr="階層 単色塗りつぶし">
              <a:extLst>
                <a:ext uri="{FF2B5EF4-FFF2-40B4-BE49-F238E27FC236}">
                  <ns2:creationId id="{5CEE0799-9FB8-1115-F0AA-73DA1B4D9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8319122" y="3802026"/>
              <a:ext cx="396000" cy="396000"/>
            </a:xfrm>
            <a:prstGeom prst="rect">
              <a:avLst/>
            </a:prstGeom>
          </p:spPr>
        </p:pic>
        <p:pic>
          <p:nvPicPr>
            <p:cNvPr id="572" name="図 571">
              <a:extLst>
                <a:ext uri="{FF2B5EF4-FFF2-40B4-BE49-F238E27FC236}">
                  <ns2:creationId id="{71184203-168F-1542-F657-5BC4060FB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008968" y="3263191"/>
              <a:ext cx="314255" cy="329342"/>
            </a:xfrm>
            <a:prstGeom prst="rect">
              <a:avLst/>
            </a:prstGeom>
          </p:spPr>
        </p:pic>
        <p:pic>
          <p:nvPicPr>
            <p:cNvPr id="676" name="図 675">
              <a:extLst>
                <a:ext uri="{FF2B5EF4-FFF2-40B4-BE49-F238E27FC236}">
                  <ns2:creationId id="{E5DAC7F0-BD84-E5B7-2271-6520EEE24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7684481" y="3263191"/>
              <a:ext cx="314255" cy="329342"/>
            </a:xfrm>
            <a:prstGeom prst="rect">
              <a:avLst/>
            </a:prstGeom>
          </p:spPr>
        </p:pic>
        <p:pic>
          <p:nvPicPr>
            <p:cNvPr id="753" name="図 752">
              <a:extLst>
                <a:ext uri="{FF2B5EF4-FFF2-40B4-BE49-F238E27FC236}">
                  <ns2:creationId id="{D30E0F24-DF6A-0A54-8812-49B93E922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8359994" y="3263191"/>
              <a:ext cx="314256" cy="329342"/>
            </a:xfrm>
            <a:prstGeom prst="rect">
              <a:avLst/>
            </a:prstGeom>
          </p:spPr>
        </p:pic>
        <p:pic>
          <p:nvPicPr>
            <p:cNvPr id="160" name="グラフィックス 159" descr="階層 単色塗りつぶし">
              <a:extLst>
                <a:ext uri="{FF2B5EF4-FFF2-40B4-BE49-F238E27FC236}">
                  <ns2:creationId id="{2B04502A-B049-4D8B-81D5-74C5FD402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9"/>
                </a:ext>
              </a:extLst>
            </a:blip>
            <a:stretch>
              <a:fillRect/>
            </a:stretch>
          </p:blipFill>
          <p:spPr>
            <a:xfrm>
              <a:off x="10822039" y="3802026"/>
              <a:ext cx="396000" cy="396000"/>
            </a:xfrm>
            <a:prstGeom prst="rect">
              <a:avLst/>
            </a:prstGeom>
          </p:spPr>
        </p:pic>
        <p:pic>
          <p:nvPicPr>
            <p:cNvPr id="192" name="図 191">
              <a:extLst>
                <a:ext uri="{FF2B5EF4-FFF2-40B4-BE49-F238E27FC236}">
                  <ns2:creationId id="{E6220595-DB46-62C6-A775-B078567E2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378662" y="3263191"/>
              <a:ext cx="314255" cy="329342"/>
            </a:xfrm>
            <a:prstGeom prst="rect">
              <a:avLst/>
            </a:prstGeom>
          </p:spPr>
        </p:pic>
        <p:pic>
          <p:nvPicPr>
            <p:cNvPr id="193" name="図 192">
              <a:extLst>
                <a:ext uri="{FF2B5EF4-FFF2-40B4-BE49-F238E27FC236}">
                  <ns2:creationId id="{8F6ABFCE-06A6-BE88-72DD-C8695BDE6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4871791" y="3263191"/>
              <a:ext cx="314255" cy="329342"/>
            </a:xfrm>
            <a:prstGeom prst="rect">
              <a:avLst/>
            </a:prstGeom>
          </p:spPr>
        </p:pic>
        <p:pic>
          <p:nvPicPr>
            <p:cNvPr id="438" name="図 437">
              <a:extLst>
                <a:ext uri="{FF2B5EF4-FFF2-40B4-BE49-F238E27FC236}">
                  <ns2:creationId id="{0662B606-4C2C-5970-B892-D7749402B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5364919" y="3263191"/>
              <a:ext cx="314255" cy="329342"/>
            </a:xfrm>
            <a:prstGeom prst="rect">
              <a:avLst/>
            </a:prstGeom>
          </p:spPr>
        </p:pic>
        <p:sp>
          <p:nvSpPr>
            <p:cNvPr id="39" name="片側の 2 つの角を丸めた四角形 38">
              <a:extLst>
                <a:ext uri="{FF2B5EF4-FFF2-40B4-BE49-F238E27FC236}">
                  <ns2:creationId id="{2382E2BF-0813-8B0F-890A-AF1D5E1005B5}"/>
                </a:ext>
              </a:extLst>
            </p:cNvPr>
            <p:cNvSpPr/>
            <p:nvPr/>
          </p:nvSpPr>
          <p:spPr>
            <a:xfrm>
              <a:off x="10786361" y="5010893"/>
              <a:ext cx="868981" cy="116896"/>
            </a:xfrm>
            <a:prstGeom prst="round2SameRect">
              <a:avLst>
                <a:gd name="adj1" fmla="val 15398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40" name="直線コネクタ 139">
              <a:extLst>
                <a:ext uri="{FF2B5EF4-FFF2-40B4-BE49-F238E27FC236}">
                  <ns2:creationId id="{6ED30FBC-2E0E-1C0C-66AB-CE5239D731CA}"/>
                </a:ext>
              </a:extLst>
            </p:cNvPr>
            <p:cNvCxnSpPr>
              <a:cxnSpLocks/>
              <a:stCxn id="110" idx="2"/>
              <a:endCxn id="411" idx="0"/>
            </p:cNvCxnSpPr>
            <p:nvPr/>
          </p:nvCxnSpPr>
          <p:spPr>
            <a:xfrm>
              <a:off x="3670531" y="4198026"/>
              <a:ext cx="0" cy="209492"/>
            </a:xfrm>
            <a:prstGeom prst="line">
              <a:avLst/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0" name="図 809">
              <a:extLst>
                <a:ext uri="{FF2B5EF4-FFF2-40B4-BE49-F238E27FC236}">
                  <ns2:creationId id="{756935EA-152F-3FFD-E838-5AEE025CF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ns4:useLocalDpi val="0"/>
                </a:ext>
              </a:extLst>
            </a:blip>
            <a:stretch>
              <a:fillRect/>
            </a:stretch>
          </p:blipFill>
          <p:spPr>
            <a:xfrm>
              <a:off x="11252730" y="3250817"/>
              <a:ext cx="337868" cy="354090"/>
            </a:xfrm>
            <a:prstGeom prst="rect">
              <a:avLst/>
            </a:prstGeom>
          </p:spPr>
        </p:pic>
        <p:cxnSp>
          <p:nvCxnSpPr>
            <p:cNvPr id="199" name="カギ線コネクタ 744">
              <a:extLst>
                <a:ext uri="{FF2B5EF4-FFF2-40B4-BE49-F238E27FC236}">
                  <ns2:creationId id="{420447D9-4188-6D45-BE9E-CDA0F5837DD3}"/>
                </a:ext>
              </a:extLst>
            </p:cNvPr>
            <p:cNvCxnSpPr>
              <a:cxnSpLocks/>
              <a:stCxn id="36" idx="3"/>
              <a:endCxn id="114" idx="2"/>
            </p:cNvCxnSpPr>
            <p:nvPr/>
          </p:nvCxnSpPr>
          <p:spPr>
            <a:xfrm rot="5400000" flipH="1" flipV="1">
              <a:off x="7416690" y="4585975"/>
              <a:ext cx="103741" cy="746097"/>
            </a:xfrm>
            <a:prstGeom prst="bentConnector3">
              <a:avLst>
                <a:gd name="adj1" fmla="val 50000"/>
              </a:avLst>
            </a:prstGeom>
            <a:ln w="28575" cap="flat" cmpd="sng" algn="ctr">
              <a:solidFill>
                <a:srgbClr val="91C08B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564EC634-A978-EB31-100A-8B8972E845B1}"/>
                </a:ext>
              </a:extLst>
            </p:cNvPr>
            <p:cNvCxnSpPr>
              <a:cxnSpLocks/>
            </p:cNvCxnSpPr>
            <p:nvPr/>
          </p:nvCxnSpPr>
          <p:spPr>
            <a:xfrm>
              <a:off x="9904233" y="5790498"/>
              <a:ext cx="1728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023A6179-BD78-A3A6-A7CA-8D9B067A8AFF}"/>
                </a:ext>
              </a:extLst>
            </p:cNvPr>
            <p:cNvCxnSpPr>
              <a:cxnSpLocks/>
            </p:cNvCxnSpPr>
            <p:nvPr/>
          </p:nvCxnSpPr>
          <p:spPr>
            <a:xfrm>
              <a:off x="6184586" y="5790498"/>
              <a:ext cx="3629558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6321035E-6820-60C7-2651-B77445D39AE9}"/>
                </a:ext>
              </a:extLst>
            </p:cNvPr>
            <p:cNvCxnSpPr>
              <a:cxnSpLocks/>
            </p:cNvCxnSpPr>
            <p:nvPr/>
          </p:nvCxnSpPr>
          <p:spPr>
            <a:xfrm>
              <a:off x="4333553" y="5790498"/>
              <a:ext cx="1799416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4" name="グループ化 203">
              <a:extLst>
                <a:ext uri="{FF2B5EF4-FFF2-40B4-BE49-F238E27FC236}">
                  <ns2:creationId id="{69846CC8-90C8-56B5-8AAE-6921E40ABA3F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10657376" y="5682500"/>
              <a:ext cx="221716" cy="216000"/>
              <a:chOff x="4481975" y="4552638"/>
              <a:chExt cx="369527" cy="360000"/>
            </a:xfrm>
          </p:grpSpPr>
          <p:sp>
            <p:nvSpPr>
              <p:cNvPr id="205" name="円/楕円 8">
                <a:extLst>
                  <a:ext uri="{FF2B5EF4-FFF2-40B4-BE49-F238E27FC236}">
                    <ns2:creationId id="{D1DBC1D6-FE74-1F52-C537-F8E90132135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07" name="グラフィックス 206">
                <a:extLst>
                  <a:ext uri="{FF2B5EF4-FFF2-40B4-BE49-F238E27FC236}">
                    <ns2:creationId id="{03F66D68-AE35-BFE0-0A77-01A40545025E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12" name="グループ化 211">
              <a:extLst>
                <a:ext uri="{FF2B5EF4-FFF2-40B4-BE49-F238E27FC236}">
                  <ns2:creationId id="{625F3166-512D-35E3-6450-F1E478E368E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888508" y="5682500"/>
              <a:ext cx="221716" cy="216000"/>
              <a:chOff x="4481975" y="4552638"/>
              <a:chExt cx="369527" cy="360000"/>
            </a:xfrm>
          </p:grpSpPr>
          <p:sp>
            <p:nvSpPr>
              <p:cNvPr id="213" name="円/楕円 8">
                <a:extLst>
                  <a:ext uri="{FF2B5EF4-FFF2-40B4-BE49-F238E27FC236}">
                    <ns2:creationId id="{478216FB-116B-BD4D-F18E-66C4D0BD364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14" name="グラフィックス 213">
                <a:extLst>
                  <a:ext uri="{FF2B5EF4-FFF2-40B4-BE49-F238E27FC236}">
                    <ns2:creationId id="{678625B5-BA8B-6BFD-1218-37670CADB0C6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21" name="グループ化 220">
              <a:extLst>
                <a:ext uri="{FF2B5EF4-FFF2-40B4-BE49-F238E27FC236}">
                  <ns2:creationId id="{DE5E9F6E-570D-2615-21E4-EE8DC3DBFBB6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5122404" y="5682499"/>
              <a:ext cx="221716" cy="216000"/>
              <a:chOff x="4481975" y="4552638"/>
              <a:chExt cx="369527" cy="360000"/>
            </a:xfrm>
          </p:grpSpPr>
          <p:sp>
            <p:nvSpPr>
              <p:cNvPr id="222" name="円/楕円 8">
                <a:extLst>
                  <a:ext uri="{FF2B5EF4-FFF2-40B4-BE49-F238E27FC236}">
                    <ns2:creationId id="{28834CA9-E105-A371-2AF5-A3C94A992A9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91C0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23" name="グラフィックス 222">
                <a:extLst>
                  <a:ext uri="{FF2B5EF4-FFF2-40B4-BE49-F238E27FC236}">
                    <ns2:creationId id="{6405E98B-DBC8-89EF-868E-2FFD875CCF5B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5:svgBlip r:embed="rId23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33" name="片側の 2 つの角を丸めた四角形 132">
              <a:extLst>
                <a:ext uri="{FF2B5EF4-FFF2-40B4-BE49-F238E27FC236}">
                  <ns2:creationId id="{C35BAE29-11F8-0289-D804-ECD3552C802B}"/>
                </a:ext>
              </a:extLst>
            </p:cNvPr>
            <p:cNvSpPr/>
            <p:nvPr/>
          </p:nvSpPr>
          <p:spPr>
            <a:xfrm>
              <a:off x="8355122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片側の 2 つの角を丸めた四角形 154">
              <a:extLst>
                <a:ext uri="{FF2B5EF4-FFF2-40B4-BE49-F238E27FC236}">
                  <ns2:creationId id="{B2D7F784-F1C5-ECC8-A604-87AD35CCE459}"/>
                </a:ext>
              </a:extLst>
            </p:cNvPr>
            <p:cNvSpPr/>
            <p:nvPr/>
          </p:nvSpPr>
          <p:spPr>
            <a:xfrm>
              <a:off x="5360047" y="4799152"/>
              <a:ext cx="324000" cy="108000"/>
            </a:xfrm>
            <a:prstGeom prst="round2SameRect">
              <a:avLst>
                <a:gd name="adj1" fmla="val 0"/>
                <a:gd name="adj2" fmla="val 26013"/>
              </a:avLst>
            </a:prstGeom>
            <a:solidFill>
              <a:srgbClr val="FBE5D6"/>
            </a:solidFill>
            <a:ln w="9525">
              <a:solidFill>
                <a:srgbClr val="FBE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46800" rIns="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875E813B-3C4D-F1B6-41DC-2C53EC719E8E}"/>
                </a:ext>
              </a:extLst>
            </p:cNvPr>
            <p:cNvSpPr/>
            <p:nvPr/>
          </p:nvSpPr>
          <p:spPr>
            <a:xfrm>
              <a:off x="11218249" y="3802026"/>
              <a:ext cx="406830" cy="35463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6:creationId val="472990383"/>
      </p:ext>
    </p:extLst>
  </p:cSld>
  <p:clrMapOvr>
    <a:masterClrMapping/>
  </p:clrMapOvr>
</p:sld>
</file>

<file path=ppt/slides/slide5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B1611BC-A7F1-9A95-D394-612DA9ACF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862FB5E-6777-2D84-60B8-19989413C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4F8D872-49CE-D83F-A493-2C0E61FC8B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116" name="グループ化 115">
            <a:extLst>
              <a:ext uri="{FF2B5EF4-FFF2-40B4-BE49-F238E27FC236}">
                <ns2:creationId id="{347DEBFC-7309-4513-9BF8-0C64C87ABFB1}"/>
              </a:ext>
            </a:extLst>
          </p:cNvPr>
          <p:cNvGrpSpPr/>
          <p:nvPr/>
        </p:nvGrpSpPr>
        <p:grpSpPr>
          <a:xfrm>
            <a:off x="334963" y="1634489"/>
            <a:ext cx="11522074" cy="4674236"/>
            <a:chOff x="334963" y="1634489"/>
            <a:chExt cx="11522074" cy="4674236"/>
          </a:xfrm>
        </p:grpSpPr>
        <p:cxnSp>
          <p:nvCxnSpPr>
            <p:cNvPr id="94" name="直線矢印コネクタ 93">
              <a:extLst>
                <a:ext uri="{FF2B5EF4-FFF2-40B4-BE49-F238E27FC236}">
                  <ns2:creationId id="{757DDF80-3CC9-7965-8337-9D3E63B65241}"/>
                </a:ext>
              </a:extLst>
            </p:cNvPr>
            <p:cNvCxnSpPr>
              <a:cxnSpLocks/>
              <a:stCxn id="6" idx="4"/>
            </p:cNvCxnSpPr>
            <p:nvPr/>
          </p:nvCxnSpPr>
          <p:spPr>
            <a:xfrm flipH="1">
              <a:off x="965200" y="2015489"/>
              <a:ext cx="2540" cy="4293236"/>
            </a:xfrm>
            <a:prstGeom prst="straightConnector1">
              <a:avLst/>
            </a:prstGeom>
            <a:ln w="38100">
              <a:solidFill>
                <a:srgbClr val="008000">
                  <a:alpha val="30000"/>
                </a:srgbClr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ns2:creationId id="{051DFDDE-15B8-648C-C620-8214AC64AE4F}"/>
                </a:ext>
              </a:extLst>
            </p:cNvPr>
            <p:cNvSpPr/>
            <p:nvPr/>
          </p:nvSpPr>
          <p:spPr>
            <a:xfrm>
              <a:off x="334963" y="163449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01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四角形: 上の 2 つの角を丸める 6">
              <a:extLst>
                <a:ext uri="{FF2B5EF4-FFF2-40B4-BE49-F238E27FC236}">
                  <ns2:creationId id="{A7D579C3-5714-C181-0490-F72D02FC0398}"/>
                </a:ext>
              </a:extLst>
            </p:cNvPr>
            <p:cNvSpPr/>
            <p:nvPr/>
          </p:nvSpPr>
          <p:spPr>
            <a:xfrm rot="16200000">
              <a:off x="2126708" y="65189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四角形: 上の 2 つの角を丸める 47">
              <a:extLst>
                <a:ext uri="{FF2B5EF4-FFF2-40B4-BE49-F238E27FC236}">
                  <ns2:creationId id="{10099EA6-C7FB-3EE1-ADCC-F1E69B9B8C1A}"/>
                </a:ext>
              </a:extLst>
            </p:cNvPr>
            <p:cNvSpPr/>
            <p:nvPr/>
          </p:nvSpPr>
          <p:spPr>
            <a:xfrm rot="16200000">
              <a:off x="2126708" y="110817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" name="四角形: 上の 2 つの角を丸める 48">
              <a:extLst>
                <a:ext uri="{FF2B5EF4-FFF2-40B4-BE49-F238E27FC236}">
                  <ns2:creationId id="{26DF06D2-F9D8-63EB-A433-2E93A813A81C}"/>
                </a:ext>
              </a:extLst>
            </p:cNvPr>
            <p:cNvSpPr/>
            <p:nvPr/>
          </p:nvSpPr>
          <p:spPr>
            <a:xfrm rot="16200000">
              <a:off x="2126708" y="156446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四角形: 上の 2 つの角を丸める 49">
              <a:extLst>
                <a:ext uri="{FF2B5EF4-FFF2-40B4-BE49-F238E27FC236}">
                  <ns2:creationId id="{A2CC34B1-B8CD-0F1B-4533-380E3014E3B6}"/>
                </a:ext>
              </a:extLst>
            </p:cNvPr>
            <p:cNvSpPr/>
            <p:nvPr/>
          </p:nvSpPr>
          <p:spPr>
            <a:xfrm rot="16200000">
              <a:off x="2126708" y="202074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四角形: 上の 2 つの角を丸める 50">
              <a:extLst>
                <a:ext uri="{FF2B5EF4-FFF2-40B4-BE49-F238E27FC236}">
                  <ns2:creationId id="{F15E0B49-C82B-BB3F-5737-1D760B2495AB}"/>
                </a:ext>
              </a:extLst>
            </p:cNvPr>
            <p:cNvSpPr/>
            <p:nvPr/>
          </p:nvSpPr>
          <p:spPr>
            <a:xfrm rot="16200000">
              <a:off x="2126708" y="247703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四角形: 上の 2 つの角を丸める 51">
              <a:extLst>
                <a:ext uri="{FF2B5EF4-FFF2-40B4-BE49-F238E27FC236}">
                  <ns2:creationId id="{A1C8C028-B5BC-A5DF-31E9-7B0CD3D0D74A}"/>
                </a:ext>
              </a:extLst>
            </p:cNvPr>
            <p:cNvSpPr/>
            <p:nvPr/>
          </p:nvSpPr>
          <p:spPr>
            <a:xfrm rot="16200000">
              <a:off x="2126708" y="293331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四角形: 上の 2 つの角を丸める 52">
              <a:extLst>
                <a:ext uri="{FF2B5EF4-FFF2-40B4-BE49-F238E27FC236}">
                  <ns2:creationId id="{A62B3748-EC89-41FF-C9AF-9B5E61B85C91}"/>
                </a:ext>
              </a:extLst>
            </p:cNvPr>
            <p:cNvSpPr/>
            <p:nvPr/>
          </p:nvSpPr>
          <p:spPr>
            <a:xfrm rot="16200000">
              <a:off x="2126708" y="338960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" name="四角形: 上の 2 つの角を丸める 53">
              <a:extLst>
                <a:ext uri="{FF2B5EF4-FFF2-40B4-BE49-F238E27FC236}">
                  <ns2:creationId id="{C58E78D6-4FCB-4014-1B41-8AE0D8F8AAF5}"/>
                </a:ext>
              </a:extLst>
            </p:cNvPr>
            <p:cNvSpPr/>
            <p:nvPr/>
          </p:nvSpPr>
          <p:spPr>
            <a:xfrm rot="16200000">
              <a:off x="2126708" y="3845885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四角形: 上の 2 つの角を丸める 54">
              <a:extLst>
                <a:ext uri="{FF2B5EF4-FFF2-40B4-BE49-F238E27FC236}">
                  <ns2:creationId id="{7093BC4A-754C-3164-2E53-EC2C56C421EB}"/>
                </a:ext>
              </a:extLst>
            </p:cNvPr>
            <p:cNvSpPr/>
            <p:nvPr/>
          </p:nvSpPr>
          <p:spPr>
            <a:xfrm rot="16200000">
              <a:off x="2126708" y="4302170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四角形: 上の 2 つの角を丸める 55">
              <a:extLst>
                <a:ext uri="{FF2B5EF4-FFF2-40B4-BE49-F238E27FC236}">
                  <ns2:creationId id="{2A12858A-283C-85B1-B832-A134FC42DD00}"/>
                </a:ext>
              </a:extLst>
            </p:cNvPr>
            <p:cNvSpPr/>
            <p:nvPr/>
          </p:nvSpPr>
          <p:spPr>
            <a:xfrm rot="16200000">
              <a:off x="2126708" y="4758452"/>
              <a:ext cx="376080" cy="2341279"/>
            </a:xfrm>
            <a:prstGeom prst="round2SameRect">
              <a:avLst>
                <a:gd name="adj1" fmla="val 19145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6878F24B-29BC-138A-6DFE-009C1299D508}"/>
                </a:ext>
              </a:extLst>
            </p:cNvPr>
            <p:cNvSpPr/>
            <p:nvPr/>
          </p:nvSpPr>
          <p:spPr>
            <a:xfrm>
              <a:off x="334963" y="209077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02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522DDEC5-8931-6BD9-9787-14B5D77F8A12}"/>
                </a:ext>
              </a:extLst>
            </p:cNvPr>
            <p:cNvSpPr/>
            <p:nvPr/>
          </p:nvSpPr>
          <p:spPr>
            <a:xfrm>
              <a:off x="334963" y="254706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03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1238F43C-1A76-9F03-274B-0AEC7FEBA124}"/>
                </a:ext>
              </a:extLst>
            </p:cNvPr>
            <p:cNvSpPr/>
            <p:nvPr/>
          </p:nvSpPr>
          <p:spPr>
            <a:xfrm>
              <a:off x="334963" y="300334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04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A4A9283-A22B-6A3B-49F3-A94806B6BF86}"/>
                </a:ext>
              </a:extLst>
            </p:cNvPr>
            <p:cNvSpPr/>
            <p:nvPr/>
          </p:nvSpPr>
          <p:spPr>
            <a:xfrm>
              <a:off x="334963" y="345963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05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1DE5ADEF-CB1D-8BA4-2CF1-0926880A9F78}"/>
                </a:ext>
              </a:extLst>
            </p:cNvPr>
            <p:cNvSpPr/>
            <p:nvPr/>
          </p:nvSpPr>
          <p:spPr>
            <a:xfrm>
              <a:off x="334963" y="391591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06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DCA1983E-8C95-74EB-0349-A7874AA7AD3C}"/>
                </a:ext>
              </a:extLst>
            </p:cNvPr>
            <p:cNvSpPr/>
            <p:nvPr/>
          </p:nvSpPr>
          <p:spPr>
            <a:xfrm>
              <a:off x="334963" y="437220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07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BC7B12E9-1751-E22E-65B0-E2E4016BE095}"/>
                </a:ext>
              </a:extLst>
            </p:cNvPr>
            <p:cNvSpPr/>
            <p:nvPr/>
          </p:nvSpPr>
          <p:spPr>
            <a:xfrm>
              <a:off x="334963" y="4828485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08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70CEC5CC-581E-AFD1-21A0-11A0B5EC4AA4}"/>
                </a:ext>
              </a:extLst>
            </p:cNvPr>
            <p:cNvSpPr/>
            <p:nvPr/>
          </p:nvSpPr>
          <p:spPr>
            <a:xfrm>
              <a:off x="334963" y="5284770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09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058DB50-D4A4-8F57-8177-0F775F4B25E0}"/>
                </a:ext>
              </a:extLst>
            </p:cNvPr>
            <p:cNvSpPr/>
            <p:nvPr/>
          </p:nvSpPr>
          <p:spPr>
            <a:xfrm>
              <a:off x="334963" y="5741052"/>
              <a:ext cx="442277" cy="3760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b="1" i="1" dirty="0">
                  <a:solidFill>
                    <a:srgbClr val="008000">
                      <a:alpha val="6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endParaRPr kumimoji="1" lang="ja-JP" altLang="en-US" b="1" i="1" dirty="0">
                <a:solidFill>
                  <a:srgbClr val="008000">
                    <a:alpha val="60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49A15844-2750-2A34-45B7-A7660A4D3234}"/>
                </a:ext>
              </a:extLst>
            </p:cNvPr>
            <p:cNvSpPr/>
            <p:nvPr/>
          </p:nvSpPr>
          <p:spPr>
            <a:xfrm rot="16200000">
              <a:off x="6312533" y="-353393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四角形: 角を丸くする 106">
              <a:extLst>
                <a:ext uri="{FF2B5EF4-FFF2-40B4-BE49-F238E27FC236}">
                  <ns2:creationId id="{591DAC12-2C09-5015-ECBD-7FFC20250039}"/>
                </a:ext>
              </a:extLst>
            </p:cNvPr>
            <p:cNvSpPr/>
            <p:nvPr/>
          </p:nvSpPr>
          <p:spPr>
            <a:xfrm rot="16200000">
              <a:off x="6312533" y="-307764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四角形: 角を丸くする 107">
              <a:extLst>
                <a:ext uri="{FF2B5EF4-FFF2-40B4-BE49-F238E27FC236}">
                  <ns2:creationId id="{820FF613-F82D-06E7-6DAB-CDDCB5FA6C6C}"/>
                </a:ext>
              </a:extLst>
            </p:cNvPr>
            <p:cNvSpPr/>
            <p:nvPr/>
          </p:nvSpPr>
          <p:spPr>
            <a:xfrm rot="16200000">
              <a:off x="6312533" y="-262136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四角形: 角を丸くする 108">
              <a:extLst>
                <a:ext uri="{FF2B5EF4-FFF2-40B4-BE49-F238E27FC236}">
                  <ns2:creationId id="{0719C23F-03EB-CFDF-465D-D847E0B99C78}"/>
                </a:ext>
              </a:extLst>
            </p:cNvPr>
            <p:cNvSpPr/>
            <p:nvPr/>
          </p:nvSpPr>
          <p:spPr>
            <a:xfrm rot="16200000">
              <a:off x="6312533" y="-216507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四角形: 角を丸くする 109">
              <a:extLst>
                <a:ext uri="{FF2B5EF4-FFF2-40B4-BE49-F238E27FC236}">
                  <ns2:creationId id="{6B126828-69A3-C221-7D4B-863E8D377D99}"/>
                </a:ext>
              </a:extLst>
            </p:cNvPr>
            <p:cNvSpPr/>
            <p:nvPr/>
          </p:nvSpPr>
          <p:spPr>
            <a:xfrm rot="16200000">
              <a:off x="6312533" y="-170879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四角形: 角を丸くする 110">
              <a:extLst>
                <a:ext uri="{FF2B5EF4-FFF2-40B4-BE49-F238E27FC236}">
                  <ns2:creationId id="{82CDF86D-966A-687F-FBE9-D68563AA409B}"/>
                </a:ext>
              </a:extLst>
            </p:cNvPr>
            <p:cNvSpPr/>
            <p:nvPr/>
          </p:nvSpPr>
          <p:spPr>
            <a:xfrm rot="16200000">
              <a:off x="6312533" y="-125250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四角形: 角を丸くする 111">
              <a:extLst>
                <a:ext uri="{FF2B5EF4-FFF2-40B4-BE49-F238E27FC236}">
                  <ns2:creationId id="{C6ED052A-BEA9-8904-3F48-0FCF99795491}"/>
                </a:ext>
              </a:extLst>
            </p:cNvPr>
            <p:cNvSpPr/>
            <p:nvPr/>
          </p:nvSpPr>
          <p:spPr>
            <a:xfrm rot="16200000">
              <a:off x="6312533" y="-796224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13" name="四角形: 角を丸くする 112">
              <a:extLst>
                <a:ext uri="{FF2B5EF4-FFF2-40B4-BE49-F238E27FC236}">
                  <ns2:creationId id="{8AC897BE-4537-D2D6-95B9-CADEA6AE2E26}"/>
                </a:ext>
              </a:extLst>
            </p:cNvPr>
            <p:cNvSpPr/>
            <p:nvPr/>
          </p:nvSpPr>
          <p:spPr>
            <a:xfrm rot="16200000">
              <a:off x="6312533" y="-339939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四角形: 角を丸くする 113">
              <a:extLst>
                <a:ext uri="{FF2B5EF4-FFF2-40B4-BE49-F238E27FC236}">
                  <ns2:creationId id="{9613070C-40DF-0C54-EC70-EE48B2658DAB}"/>
                </a:ext>
              </a:extLst>
            </p:cNvPr>
            <p:cNvSpPr/>
            <p:nvPr/>
          </p:nvSpPr>
          <p:spPr>
            <a:xfrm rot="16200000">
              <a:off x="6312533" y="116346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四角形: 角を丸くする 114">
              <a:extLst>
                <a:ext uri="{FF2B5EF4-FFF2-40B4-BE49-F238E27FC236}">
                  <ns2:creationId id="{CD5BB0D2-48FC-3455-65EA-89B9046CCDE3}"/>
                </a:ext>
              </a:extLst>
            </p:cNvPr>
            <p:cNvSpPr/>
            <p:nvPr/>
          </p:nvSpPr>
          <p:spPr>
            <a:xfrm rot="16200000">
              <a:off x="6312533" y="572628"/>
              <a:ext cx="376080" cy="10712928"/>
            </a:xfrm>
            <a:prstGeom prst="roundRect">
              <a:avLst>
                <a:gd name="adj" fmla="val 19145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" wrap="square" lIns="36000" tIns="252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47" name="グループ化 46">
              <a:extLst>
                <a:ext uri="{FF2B5EF4-FFF2-40B4-BE49-F238E27FC236}">
                  <ns2:creationId id="{34E2DE4A-6517-9351-B1F0-153746605D52}"/>
                </a:ext>
              </a:extLst>
            </p:cNvPr>
            <p:cNvGrpSpPr/>
            <p:nvPr/>
          </p:nvGrpSpPr>
          <p:grpSpPr>
            <a:xfrm>
              <a:off x="777240" y="1634489"/>
              <a:ext cx="381000" cy="381000"/>
              <a:chOff x="921702" y="1642031"/>
              <a:chExt cx="427038" cy="427038"/>
            </a:xfrm>
          </p:grpSpPr>
          <p:sp>
            <p:nvSpPr>
              <p:cNvPr id="6" name="楕円 5">
                <a:extLst>
                  <a:ext uri="{FF2B5EF4-FFF2-40B4-BE49-F238E27FC236}">
                    <ns2:creationId id="{9DC9F6E7-575E-BE78-DB58-9CC0FAF7C71B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" name="グラフィックス 8" descr="コンパス 単色塗りつぶし">
                <a:extLst>
                  <a:ext uri="{FF2B5EF4-FFF2-40B4-BE49-F238E27FC236}">
                    <ns2:creationId id="{A264F3E1-5B97-A735-5608-5BDF9682CC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57" name="グループ化 56">
              <a:extLst>
                <a:ext uri="{FF2B5EF4-FFF2-40B4-BE49-F238E27FC236}">
                  <ns2:creationId id="{11FE2980-EC0E-02A0-FA76-C75F8B399027}"/>
                </a:ext>
              </a:extLst>
            </p:cNvPr>
            <p:cNvGrpSpPr/>
            <p:nvPr/>
          </p:nvGrpSpPr>
          <p:grpSpPr>
            <a:xfrm>
              <a:off x="777240" y="2090500"/>
              <a:ext cx="381000" cy="381000"/>
              <a:chOff x="921702" y="1642031"/>
              <a:chExt cx="427038" cy="427038"/>
            </a:xfrm>
          </p:grpSpPr>
          <p:sp>
            <p:nvSpPr>
              <p:cNvPr id="58" name="楕円 57">
                <a:extLst>
                  <a:ext uri="{FF2B5EF4-FFF2-40B4-BE49-F238E27FC236}">
                    <ns2:creationId id="{4954C470-2D1F-9890-B2CE-068A6EB3AC58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9" name="グラフィックス 58" descr="階層 単色塗りつぶし">
                <a:extLst>
                  <a:ext uri="{FF2B5EF4-FFF2-40B4-BE49-F238E27FC236}">
                    <ns2:creationId id="{48303031-09AD-95A3-E5A7-20D2A27140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0" name="グループ化 59">
              <a:extLst>
                <a:ext uri="{FF2B5EF4-FFF2-40B4-BE49-F238E27FC236}">
                  <ns2:creationId id="{5DC62AD0-BD15-7501-39E0-EC719CCA8C81}"/>
                </a:ext>
              </a:extLst>
            </p:cNvPr>
            <p:cNvGrpSpPr/>
            <p:nvPr/>
          </p:nvGrpSpPr>
          <p:grpSpPr>
            <a:xfrm>
              <a:off x="777240" y="2546511"/>
              <a:ext cx="381000" cy="381000"/>
              <a:chOff x="921702" y="1642031"/>
              <a:chExt cx="427038" cy="427038"/>
            </a:xfrm>
          </p:grpSpPr>
          <p:sp>
            <p:nvSpPr>
              <p:cNvPr id="61" name="楕円 60">
                <a:extLst>
                  <a:ext uri="{FF2B5EF4-FFF2-40B4-BE49-F238E27FC236}">
                    <ns2:creationId id="{10733EBE-4213-8A14-52F0-BDF726CDADB5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2" name="グラフィックス 61" descr="リサーチ 単色塗りつぶし">
                <a:extLst>
                  <a:ext uri="{FF2B5EF4-FFF2-40B4-BE49-F238E27FC236}">
                    <ns2:creationId id="{6FCA8256-0E96-62C1-37CF-FBEA85700E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ns2:creationId id="{64FCBD84-3AE4-1C7A-0374-6935D15384B6}"/>
                </a:ext>
              </a:extLst>
            </p:cNvPr>
            <p:cNvGrpSpPr/>
            <p:nvPr/>
          </p:nvGrpSpPr>
          <p:grpSpPr>
            <a:xfrm>
              <a:off x="777240" y="3002522"/>
              <a:ext cx="381000" cy="381000"/>
              <a:chOff x="921702" y="1642031"/>
              <a:chExt cx="427038" cy="427038"/>
            </a:xfrm>
          </p:grpSpPr>
          <p:sp>
            <p:nvSpPr>
              <p:cNvPr id="64" name="楕円 63">
                <a:extLst>
                  <a:ext uri="{FF2B5EF4-FFF2-40B4-BE49-F238E27FC236}">
                    <ns2:creationId id="{41432C1F-A8C6-F7AF-06AA-B3BC3FB3F17F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5" name="グラフィックス 64" descr="ベン図 単色塗りつぶし">
                <a:extLst>
                  <a:ext uri="{FF2B5EF4-FFF2-40B4-BE49-F238E27FC236}">
                    <ns2:creationId id="{0E435135-230D-8534-5336-9684E5B52E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6" name="グループ化 65">
              <a:extLst>
                <a:ext uri="{FF2B5EF4-FFF2-40B4-BE49-F238E27FC236}">
                  <ns2:creationId id="{222886D8-9109-9805-CDB9-8611B6789E34}"/>
                </a:ext>
              </a:extLst>
            </p:cNvPr>
            <p:cNvGrpSpPr/>
            <p:nvPr/>
          </p:nvGrpSpPr>
          <p:grpSpPr>
            <a:xfrm>
              <a:off x="777240" y="3458533"/>
              <a:ext cx="381000" cy="381000"/>
              <a:chOff x="921702" y="1642031"/>
              <a:chExt cx="427038" cy="427038"/>
            </a:xfrm>
          </p:grpSpPr>
          <p:sp>
            <p:nvSpPr>
              <p:cNvPr id="67" name="楕円 66">
                <a:extLst>
                  <a:ext uri="{FF2B5EF4-FFF2-40B4-BE49-F238E27FC236}">
                    <ns2:creationId id="{642B947E-EB70-FEEE-327A-DFEB291207BC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8" name="グラフィックス 67" descr="握手 単色塗りつぶし">
                <a:extLst>
                  <a:ext uri="{FF2B5EF4-FFF2-40B4-BE49-F238E27FC236}">
                    <ns2:creationId id="{5E9335C7-9461-5914-BE46-16FE88F48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69" name="グループ化 68">
              <a:extLst>
                <a:ext uri="{FF2B5EF4-FFF2-40B4-BE49-F238E27FC236}">
                  <ns2:creationId id="{0C020996-5251-B88A-7C91-2F72FB9C2802}"/>
                </a:ext>
              </a:extLst>
            </p:cNvPr>
            <p:cNvGrpSpPr/>
            <p:nvPr/>
          </p:nvGrpSpPr>
          <p:grpSpPr>
            <a:xfrm>
              <a:off x="777240" y="3914544"/>
              <a:ext cx="381000" cy="381000"/>
              <a:chOff x="921702" y="1642031"/>
              <a:chExt cx="427038" cy="427038"/>
            </a:xfrm>
          </p:grpSpPr>
          <p:sp>
            <p:nvSpPr>
              <p:cNvPr id="70" name="楕円 69">
                <a:extLst>
                  <a:ext uri="{FF2B5EF4-FFF2-40B4-BE49-F238E27FC236}">
                    <ns2:creationId id="{D0F471EF-BBA5-91D4-9DD2-520C2FA4B498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1" name="グラフィックス 70" descr="日毎カレンダー 単色塗りつぶし">
                <a:extLst>
                  <a:ext uri="{FF2B5EF4-FFF2-40B4-BE49-F238E27FC236}">
                    <ns2:creationId id="{18DC4A2D-CB57-8188-1AB8-CA27E39444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72" name="グループ化 71">
              <a:extLst>
                <a:ext uri="{FF2B5EF4-FFF2-40B4-BE49-F238E27FC236}">
                  <ns2:creationId id="{F0414F70-4E03-060A-9CCA-EEF943353E6F}"/>
                </a:ext>
              </a:extLst>
            </p:cNvPr>
            <p:cNvGrpSpPr/>
            <p:nvPr/>
          </p:nvGrpSpPr>
          <p:grpSpPr>
            <a:xfrm>
              <a:off x="777240" y="4370555"/>
              <a:ext cx="381000" cy="381000"/>
              <a:chOff x="921702" y="1642031"/>
              <a:chExt cx="427038" cy="427038"/>
            </a:xfrm>
          </p:grpSpPr>
          <p:sp>
            <p:nvSpPr>
              <p:cNvPr id="73" name="楕円 72">
                <a:extLst>
                  <a:ext uri="{FF2B5EF4-FFF2-40B4-BE49-F238E27FC236}">
                    <ns2:creationId id="{AB03CBED-96E8-83ED-5B3B-5E7F03389D7B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4" name="グラフィックス 73" descr="対象の人々 単色塗りつぶし">
                <a:extLst>
                  <a:ext uri="{FF2B5EF4-FFF2-40B4-BE49-F238E27FC236}">
                    <ns2:creationId id="{F9FA2D81-6AE9-E39D-E9AD-84A49ACBCA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75" name="グループ化 74">
              <a:extLst>
                <a:ext uri="{FF2B5EF4-FFF2-40B4-BE49-F238E27FC236}">
                  <ns2:creationId id="{4D19F446-3C0D-F02F-EC66-DB8E148F9831}"/>
                </a:ext>
              </a:extLst>
            </p:cNvPr>
            <p:cNvGrpSpPr/>
            <p:nvPr/>
          </p:nvGrpSpPr>
          <p:grpSpPr>
            <a:xfrm>
              <a:off x="777240" y="4826566"/>
              <a:ext cx="381000" cy="381000"/>
              <a:chOff x="921702" y="1642031"/>
              <a:chExt cx="427038" cy="427038"/>
            </a:xfrm>
          </p:grpSpPr>
          <p:sp>
            <p:nvSpPr>
              <p:cNvPr id="76" name="楕円 75">
                <a:extLst>
                  <a:ext uri="{FF2B5EF4-FFF2-40B4-BE49-F238E27FC236}">
                    <ns2:creationId id="{5CA4D4BD-55AF-C069-7006-34B666540A02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77" name="グラフィックス 76" descr="山形の矢印 単色塗りつぶし">
                <a:extLst>
                  <a:ext uri="{FF2B5EF4-FFF2-40B4-BE49-F238E27FC236}">
                    <ns2:creationId id="{2C5752D2-9352-4657-5AA9-EC9317C92E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ns2:creationId id="{05B19923-6BE6-5B96-7186-5D66BD9E032D}"/>
                </a:ext>
              </a:extLst>
            </p:cNvPr>
            <p:cNvGrpSpPr/>
            <p:nvPr/>
          </p:nvGrpSpPr>
          <p:grpSpPr>
            <a:xfrm>
              <a:off x="777240" y="5282577"/>
              <a:ext cx="381000" cy="381000"/>
              <a:chOff x="921702" y="1642031"/>
              <a:chExt cx="427038" cy="427038"/>
            </a:xfrm>
          </p:grpSpPr>
          <p:sp>
            <p:nvSpPr>
              <p:cNvPr id="79" name="楕円 78">
                <a:extLst>
                  <a:ext uri="{FF2B5EF4-FFF2-40B4-BE49-F238E27FC236}">
                    <ns2:creationId id="{033E05A9-B343-BE10-3FB8-EFE9CC3AD437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0" name="グラフィックス 79" descr="更新 単色塗りつぶし">
                <a:extLst>
                  <a:ext uri="{FF2B5EF4-FFF2-40B4-BE49-F238E27FC236}">
                    <ns2:creationId id="{DD024B7E-B67D-0096-7962-582939016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  <p:grpSp>
          <p:nvGrpSpPr>
            <p:cNvPr id="81" name="グループ化 80">
              <a:extLst>
                <a:ext uri="{FF2B5EF4-FFF2-40B4-BE49-F238E27FC236}">
                  <ns2:creationId id="{D774CFE1-312E-E6FD-F359-20061585616F}"/>
                </a:ext>
              </a:extLst>
            </p:cNvPr>
            <p:cNvGrpSpPr/>
            <p:nvPr/>
          </p:nvGrpSpPr>
          <p:grpSpPr>
            <a:xfrm>
              <a:off x="777240" y="5738592"/>
              <a:ext cx="381000" cy="381000"/>
              <a:chOff x="921702" y="1642031"/>
              <a:chExt cx="427038" cy="427038"/>
            </a:xfrm>
          </p:grpSpPr>
          <p:sp>
            <p:nvSpPr>
              <p:cNvPr id="82" name="楕円 81">
                <a:extLst>
                  <a:ext uri="{FF2B5EF4-FFF2-40B4-BE49-F238E27FC236}">
                    <ns2:creationId id="{96F6AFD5-F589-A951-4441-C00E20FA75D7}"/>
                  </a:ext>
                </a:extLst>
              </p:cNvPr>
              <p:cNvSpPr/>
              <p:nvPr/>
            </p:nvSpPr>
            <p:spPr>
              <a:xfrm>
                <a:off x="921702" y="1642031"/>
                <a:ext cx="427038" cy="427038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バッジ: チェックマーク 単色塗りつぶし">
                <a:extLst>
                  <a:ext uri="{FF2B5EF4-FFF2-40B4-BE49-F238E27FC236}">
                    <ns2:creationId id="{6FC4449A-5BA8-1171-CC29-7F2C5CF73F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972661" y="1692990"/>
                <a:ext cx="325121" cy="32512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368613674"/>
      </p:ext>
    </p:extLst>
  </p:cSld>
  <p:clrMapOvr>
    <a:masterClrMapping/>
  </p:clrMapOvr>
</p:sld>
</file>

<file path=ppt/slides/slide5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FFB7C75-76D9-1019-FC6B-D7311CE46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46E9C080-7218-D33D-606A-7D0FB0FA4048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</a:p>
        </p:txBody>
      </p:sp>
      <p:grpSp>
        <p:nvGrpSpPr>
          <p:cNvPr id="45" name="グループ化 44">
            <a:extLst>
              <a:ext uri="{FF2B5EF4-FFF2-40B4-BE49-F238E27FC236}">
                <ns2:creationId id="{DFCB3CBA-42E3-CA0D-1E5B-E8A6CED28885}"/>
              </a:ext>
            </a:extLst>
          </p:cNvPr>
          <p:cNvGrpSpPr/>
          <p:nvPr/>
        </p:nvGrpSpPr>
        <p:grpSpPr>
          <a:xfrm>
            <a:off x="334963" y="1628776"/>
            <a:ext cx="11522075" cy="4679949"/>
            <a:chOff x="334963" y="1628776"/>
            <a:chExt cx="11522075" cy="4679949"/>
          </a:xfrm>
        </p:grpSpPr>
        <p:sp>
          <p:nvSpPr>
            <p:cNvPr id="8" name="正方形/長方形 7">
              <a:extLst>
                <a:ext uri="{FF2B5EF4-FFF2-40B4-BE49-F238E27FC236}">
                  <ns2:creationId id="{B25D9E62-6257-94DF-2E8F-98B3AE669076}"/>
                </a:ext>
              </a:extLst>
            </p:cNvPr>
            <p:cNvSpPr/>
            <p:nvPr/>
          </p:nvSpPr>
          <p:spPr>
            <a:xfrm>
              <a:off x="334963" y="2715190"/>
              <a:ext cx="442959" cy="3590263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61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2D8EAC4D-3EEA-76A8-89E0-A64036E337DE}"/>
                </a:ext>
              </a:extLst>
            </p:cNvPr>
            <p:cNvGrpSpPr/>
            <p:nvPr/>
          </p:nvGrpSpPr>
          <p:grpSpPr>
            <a:xfrm>
              <a:off x="887105" y="2715191"/>
              <a:ext cx="10969930" cy="548358"/>
              <a:chOff x="887105" y="2715191"/>
              <a:chExt cx="10969930" cy="548358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F8683E81-3176-E9D5-00CB-A1896512BF7B}"/>
                  </a:ext>
                </a:extLst>
              </p:cNvPr>
              <p:cNvSpPr/>
              <p:nvPr/>
            </p:nvSpPr>
            <p:spPr>
              <a:xfrm>
                <a:off x="887105" y="2715191"/>
                <a:ext cx="1766792" cy="548358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" name="四角形: 角を丸くする 10">
                <a:extLst>
                  <a:ext uri="{FF2B5EF4-FFF2-40B4-BE49-F238E27FC236}">
                    <ns2:creationId id="{49139FE4-1244-A7F6-9797-43CC03469D03}"/>
                  </a:ext>
                </a:extLst>
              </p:cNvPr>
              <p:cNvSpPr/>
              <p:nvPr/>
            </p:nvSpPr>
            <p:spPr>
              <a:xfrm>
                <a:off x="2756847" y="2715191"/>
                <a:ext cx="2866029" cy="548358"/>
              </a:xfrm>
              <a:prstGeom prst="roundRect">
                <a:avLst>
                  <a:gd name="adj" fmla="val 9848"/>
                </a:avLst>
              </a:prstGeom>
              <a:noFill/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四角形: 角を丸くする 11">
                <a:extLst>
                  <a:ext uri="{FF2B5EF4-FFF2-40B4-BE49-F238E27FC236}">
                    <ns2:creationId id="{DF996704-E281-FA36-7E15-0EF41D0D650D}"/>
                  </a:ext>
                </a:extLst>
              </p:cNvPr>
              <p:cNvSpPr/>
              <p:nvPr/>
            </p:nvSpPr>
            <p:spPr>
              <a:xfrm>
                <a:off x="5873926" y="2715191"/>
                <a:ext cx="2866029" cy="548358"/>
              </a:xfrm>
              <a:prstGeom prst="roundRect">
                <a:avLst>
                  <a:gd name="adj" fmla="val 9848"/>
                </a:avLst>
              </a:prstGeom>
              <a:noFill/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四角形: 角を丸くする 12">
                <a:extLst>
                  <a:ext uri="{FF2B5EF4-FFF2-40B4-BE49-F238E27FC236}">
                    <ns2:creationId id="{BADC39B4-8B5C-710D-F8EF-3DAD58A3F3E4}"/>
                  </a:ext>
                </a:extLst>
              </p:cNvPr>
              <p:cNvSpPr/>
              <p:nvPr/>
            </p:nvSpPr>
            <p:spPr>
              <a:xfrm>
                <a:off x="8991006" y="2715191"/>
                <a:ext cx="2866029" cy="548358"/>
              </a:xfrm>
              <a:prstGeom prst="roundRect">
                <a:avLst>
                  <a:gd name="adj" fmla="val 9848"/>
                </a:avLst>
              </a:prstGeom>
              <a:noFill/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93239FC0-0E53-B7BC-3EF3-120E617EA9DB}"/>
                </a:ext>
              </a:extLst>
            </p:cNvPr>
            <p:cNvGrpSpPr/>
            <p:nvPr/>
          </p:nvGrpSpPr>
          <p:grpSpPr>
            <a:xfrm>
              <a:off x="334963" y="1628776"/>
              <a:ext cx="3689187" cy="322854"/>
              <a:chOff x="334963" y="1628776"/>
              <a:chExt cx="3689187" cy="322854"/>
            </a:xfrm>
          </p:grpSpPr>
          <p:sp>
            <p:nvSpPr>
              <p:cNvPr id="5" name="四角形: 角を丸くする 4">
                <a:extLst>
                  <a:ext uri="{FF2B5EF4-FFF2-40B4-BE49-F238E27FC236}">
                    <ns2:creationId id="{29389447-1CCF-6FE4-834C-62AE93930368}"/>
                  </a:ext>
                </a:extLst>
              </p:cNvPr>
              <p:cNvSpPr/>
              <p:nvPr/>
            </p:nvSpPr>
            <p:spPr>
              <a:xfrm>
                <a:off x="334963" y="1628776"/>
                <a:ext cx="3689187" cy="322854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357188"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0" name="グラフィックス 29" descr="電球と鉛筆 単色塗りつぶし">
                <a:extLst>
                  <a:ext uri="{FF2B5EF4-FFF2-40B4-BE49-F238E27FC236}">
                    <ns2:creationId id="{65901495-BB14-2741-4CDA-A60D4B879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562637" y="1653612"/>
                <a:ext cx="273182" cy="273182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ns2:creationId id="{CB8B5571-09AC-00AF-C977-5EC8B015BD06}"/>
                </a:ext>
              </a:extLst>
            </p:cNvPr>
            <p:cNvGrpSpPr/>
            <p:nvPr/>
          </p:nvGrpSpPr>
          <p:grpSpPr>
            <a:xfrm>
              <a:off x="887105" y="3340129"/>
              <a:ext cx="10969933" cy="2968596"/>
              <a:chOff x="887105" y="3340129"/>
              <a:chExt cx="10969933" cy="2968596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6CC8D878-FB05-68A0-9B26-A514F5C57FFB}"/>
                  </a:ext>
                </a:extLst>
              </p:cNvPr>
              <p:cNvSpPr/>
              <p:nvPr/>
            </p:nvSpPr>
            <p:spPr>
              <a:xfrm>
                <a:off x="887105" y="3340129"/>
                <a:ext cx="1766792" cy="2968596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0046330A-AE97-DB63-E11C-04BC939147EA}"/>
                  </a:ext>
                </a:extLst>
              </p:cNvPr>
              <p:cNvSpPr/>
              <p:nvPr/>
            </p:nvSpPr>
            <p:spPr>
              <a:xfrm>
                <a:off x="2756847" y="3340129"/>
                <a:ext cx="4477927" cy="296859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C161DF59-19FF-98A8-C2B0-C5D38064DE7D}"/>
                  </a:ext>
                </a:extLst>
              </p:cNvPr>
              <p:cNvSpPr/>
              <p:nvPr/>
            </p:nvSpPr>
            <p:spPr>
              <a:xfrm>
                <a:off x="7379111" y="3340129"/>
                <a:ext cx="4477927" cy="296859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04CBCF0A-EBD9-2A52-17B6-136630D9A14D}"/>
                  </a:ext>
                </a:extLst>
              </p:cNvPr>
              <p:cNvSpPr/>
              <p:nvPr/>
            </p:nvSpPr>
            <p:spPr>
              <a:xfrm>
                <a:off x="2831299" y="3906925"/>
                <a:ext cx="339275" cy="2342834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309B102A-93BC-5C8E-218A-B255F23B9109}"/>
                  </a:ext>
                </a:extLst>
              </p:cNvPr>
              <p:cNvSpPr/>
              <p:nvPr/>
            </p:nvSpPr>
            <p:spPr>
              <a:xfrm>
                <a:off x="3217724" y="3906925"/>
                <a:ext cx="806426" cy="114296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6CE2096D-0F8A-1684-8D98-F8AABEEF4F44}"/>
                  </a:ext>
                </a:extLst>
              </p:cNvPr>
              <p:cNvSpPr/>
              <p:nvPr/>
            </p:nvSpPr>
            <p:spPr>
              <a:xfrm>
                <a:off x="3217724" y="5106794"/>
                <a:ext cx="806426" cy="114296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</a:rPr>
                  <a:t>XX</a:t>
                </a:r>
                <a:endPara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965F86B4-D4C0-A539-6245-686971DD0F8E}"/>
                  </a:ext>
                </a:extLst>
              </p:cNvPr>
              <p:cNvSpPr/>
              <p:nvPr/>
            </p:nvSpPr>
            <p:spPr>
              <a:xfrm>
                <a:off x="4024151" y="3906925"/>
                <a:ext cx="3141030" cy="1142964"/>
              </a:xfrm>
              <a:prstGeom prst="rect">
                <a:avLst/>
              </a:prstGeom>
              <a:solidFill>
                <a:schemeClr val="bg1">
                  <a:alpha val="4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9CC353A0-9421-D2A8-6287-04418CC3F914}"/>
                  </a:ext>
                </a:extLst>
              </p:cNvPr>
              <p:cNvSpPr/>
              <p:nvPr/>
            </p:nvSpPr>
            <p:spPr>
              <a:xfrm>
                <a:off x="4024151" y="5106793"/>
                <a:ext cx="3141030" cy="1142964"/>
              </a:xfrm>
              <a:prstGeom prst="rect">
                <a:avLst/>
              </a:prstGeom>
              <a:solidFill>
                <a:schemeClr val="bg1">
                  <a:alpha val="4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F16761A4-73A3-AFEE-B958-48EACDB1656C}"/>
                  </a:ext>
                </a:extLst>
              </p:cNvPr>
              <p:cNvSpPr/>
              <p:nvPr/>
            </p:nvSpPr>
            <p:spPr>
              <a:xfrm>
                <a:off x="7470669" y="3906925"/>
                <a:ext cx="4302231" cy="234283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100" b="1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100" b="1" dirty="0">
                    <a:solidFill>
                      <a:schemeClr val="tx1"/>
                    </a:solidFill>
                  </a:rPr>
                </a:br>
                <a:r>
                  <a:rPr lang="ja-JP" altLang="en-US" sz="1100" b="1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171450" indent="-1714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</a:t>
                </a:r>
                <a:endParaRPr lang="ja-JP" altLang="en-US" sz="1100" dirty="0">
                  <a:solidFill>
                    <a:schemeClr val="tx1"/>
                  </a:solidFill>
                </a:endParaRPr>
              </a:p>
              <a:p>
                <a:pPr marL="171450" indent="-1714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357188" indent="-171450">
                  <a:spcBef>
                    <a:spcPts val="600"/>
                  </a:spcBef>
                  <a:buClr>
                    <a:schemeClr val="accent5"/>
                  </a:buClr>
                  <a:buFont typeface="Noto Sans JP" panose="020B0200000000000000" pitchFamily="50" charset="-128"/>
                  <a:buChar char="▶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357188" indent="-171450">
                  <a:spcBef>
                    <a:spcPts val="600"/>
                  </a:spcBef>
                  <a:buClr>
                    <a:schemeClr val="accent5"/>
                  </a:buClr>
                  <a:buFont typeface="Noto Sans JP" panose="020B0200000000000000" pitchFamily="50" charset="-128"/>
                  <a:buChar char="▶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</a:p>
              <a:p>
                <a:pPr marL="357188" indent="-171450">
                  <a:spcBef>
                    <a:spcPts val="600"/>
                  </a:spcBef>
                  <a:buClr>
                    <a:schemeClr val="accent5"/>
                  </a:buClr>
                  <a:buFont typeface="Noto Sans JP" panose="020B0200000000000000" pitchFamily="50" charset="-128"/>
                  <a:buChar char="▶"/>
                </a:pP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it-IT" altLang="ja-JP" sz="1100" dirty="0">
                    <a:solidFill>
                      <a:schemeClr val="tx1"/>
                    </a:solidFill>
                  </a:rPr>
                  <a:t>10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</a:rPr>
                  <a:t>XX</a:t>
                </a:r>
              </a:p>
            </p:txBody>
          </p:sp>
          <p:pic>
            <p:nvPicPr>
              <p:cNvPr id="33" name="グラフィックス 32" descr="マネジメント 単色塗りつぶし">
                <a:extLst>
                  <a:ext uri="{FF2B5EF4-FFF2-40B4-BE49-F238E27FC236}">
                    <ns2:creationId id="{96563B1D-419D-D2CF-5075-E332B431DF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2831299" y="3375141"/>
                <a:ext cx="428588" cy="428588"/>
              </a:xfrm>
              <a:prstGeom prst="rect">
                <a:avLst/>
              </a:prstGeom>
            </p:spPr>
          </p:pic>
          <p:pic>
            <p:nvPicPr>
              <p:cNvPr id="34" name="グラフィックス 33" descr="オフィス ワーカー (男性) 単色塗りつぶし">
                <a:extLst>
                  <a:ext uri="{FF2B5EF4-FFF2-40B4-BE49-F238E27FC236}">
                    <ns2:creationId id="{7E280611-B384-DFAE-1D02-785A0424E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7440842" y="3375141"/>
                <a:ext cx="428588" cy="428588"/>
              </a:xfrm>
              <a:prstGeom prst="rect">
                <a:avLst/>
              </a:prstGeom>
            </p:spPr>
          </p:pic>
        </p:grpSp>
        <p:pic>
          <p:nvPicPr>
            <p:cNvPr id="36" name="グラフィックス 35" descr="グループでのブレーンストーミング 単色塗りつぶし">
              <a:extLst>
                <a:ext uri="{FF2B5EF4-FFF2-40B4-BE49-F238E27FC236}">
                  <ns2:creationId id="{6844E8E4-E989-4591-BBBE-93F837629E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52539" y="4002419"/>
              <a:ext cx="407806" cy="407806"/>
            </a:xfrm>
            <a:prstGeom prst="rect">
              <a:avLst/>
            </a:prstGeom>
          </p:spPr>
        </p:pic>
        <p:grpSp>
          <p:nvGrpSpPr>
            <p:cNvPr id="42" name="グループ化 41">
              <a:extLst>
                <a:ext uri="{FF2B5EF4-FFF2-40B4-BE49-F238E27FC236}">
                  <ns2:creationId id="{50E85C55-07BF-D411-B17A-337C6CC04CB5}"/>
                </a:ext>
              </a:extLst>
            </p:cNvPr>
            <p:cNvGrpSpPr/>
            <p:nvPr/>
          </p:nvGrpSpPr>
          <p:grpSpPr>
            <a:xfrm>
              <a:off x="334963" y="2014538"/>
              <a:ext cx="11522073" cy="624072"/>
              <a:chOff x="334963" y="2014538"/>
              <a:chExt cx="11522073" cy="624072"/>
            </a:xfrm>
          </p:grpSpPr>
          <p:sp>
            <p:nvSpPr>
              <p:cNvPr id="6" name="正方形/長方形 5">
                <a:extLst>
                  <a:ext uri="{FF2B5EF4-FFF2-40B4-BE49-F238E27FC236}">
                    <ns2:creationId id="{147D729A-67BA-27D9-FBA0-D7A1915D1B18}"/>
                  </a:ext>
                </a:extLst>
              </p:cNvPr>
              <p:cNvSpPr/>
              <p:nvPr/>
            </p:nvSpPr>
            <p:spPr>
              <a:xfrm>
                <a:off x="334963" y="2014538"/>
                <a:ext cx="2318934" cy="624072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3D0300A1-C2EA-E133-D31B-1874E6AD455A}"/>
                  </a:ext>
                </a:extLst>
              </p:cNvPr>
              <p:cNvSpPr/>
              <p:nvPr/>
            </p:nvSpPr>
            <p:spPr>
              <a:xfrm>
                <a:off x="2756847" y="2014538"/>
                <a:ext cx="9100189" cy="62407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85750" indent="-285750">
                  <a:spcBef>
                    <a:spcPts val="600"/>
                  </a:spcBef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1" name="グラフィックス 40" descr="的中 単色塗りつぶし">
                <a:extLst>
                  <a:ext uri="{FF2B5EF4-FFF2-40B4-BE49-F238E27FC236}">
                    <ns2:creationId id="{5D2F252F-8C4D-98AC-D072-9525AB942A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531135" y="2084934"/>
                <a:ext cx="483280" cy="48328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898035515"/>
      </p:ext>
    </p:extLst>
  </p:cSld>
  <p:clrMapOvr>
    <a:masterClrMapping/>
  </p:clrMapOvr>
</p:sld>
</file>

<file path=ppt/slides/slide6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F97D786-A70E-512F-ADF4-CA5843051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E6A31F7-0598-2C18-FFEE-0B47CDF8B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6B5877D7-89EE-7711-E757-E7AF5655169C}"/>
              </a:ext>
            </a:extLst>
          </p:cNvPr>
          <p:cNvSpPr txBox="1">
            <a:spLocks/>
          </p:cNvSpPr>
          <p:nvPr/>
        </p:nvSpPr>
        <p:spPr>
          <a:xfrm>
            <a:off x="223044" y="914399"/>
            <a:ext cx="11745912" cy="6457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</a:t>
            </a:r>
            <a:r>
              <a:rPr lang="ja-JP" altLang="en-US" sz="1800" dirty="0"/>
              <a:t>XX</a:t>
            </a:r>
            <a:br>
              <a:rPr lang="en-US" altLang="ja-JP" sz="1800" dirty="0"/>
            </a:br>
            <a:r>
              <a:rPr lang="ja-JP" altLang="en-US" sz="1800" dirty="0"/>
              <a:t>「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endParaRPr lang="en-US" altLang="ja-JP" sz="1800" dirty="0"/>
          </a:p>
        </p:txBody>
      </p:sp>
      <p:sp>
        <p:nvSpPr>
          <p:cNvPr id="3" name="正方形/長方形 2">
            <a:extLst>
              <a:ext uri="{FF2B5EF4-FFF2-40B4-BE49-F238E27FC236}">
                <ns2:creationId id="{29EACB51-D334-0209-8B7A-9214CCB88649}"/>
              </a:ext>
            </a:extLst>
          </p:cNvPr>
          <p:cNvSpPr/>
          <p:nvPr/>
        </p:nvSpPr>
        <p:spPr>
          <a:xfrm>
            <a:off x="334962" y="1628775"/>
            <a:ext cx="4453598" cy="3228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</a:p>
        </p:txBody>
      </p:sp>
      <p:cxnSp>
        <p:nvCxnSpPr>
          <p:cNvPr id="9" name="直線コネクタ 8">
            <a:extLst>
              <a:ext uri="{FF2B5EF4-FFF2-40B4-BE49-F238E27FC236}">
                <ns2:creationId id="{D0336BD6-369B-0C00-EFEB-C86661990592}"/>
              </a:ext>
            </a:extLst>
          </p:cNvPr>
          <p:cNvCxnSpPr>
            <a:cxnSpLocks/>
          </p:cNvCxnSpPr>
          <p:nvPr/>
        </p:nvCxnSpPr>
        <p:spPr>
          <a:xfrm flipV="1">
            <a:off x="334962" y="1940329"/>
            <a:ext cx="4453598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>
            <a:extLst>
              <a:ext uri="{FF2B5EF4-FFF2-40B4-BE49-F238E27FC236}">
                <ns2:creationId id="{07DB1BC4-C457-C03B-8750-840EDED56C24}"/>
              </a:ext>
            </a:extLst>
          </p:cNvPr>
          <p:cNvSpPr/>
          <p:nvPr/>
        </p:nvSpPr>
        <p:spPr>
          <a:xfrm>
            <a:off x="4974488" y="1628775"/>
            <a:ext cx="6882547" cy="3228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</a:p>
        </p:txBody>
      </p:sp>
      <p:cxnSp>
        <p:nvCxnSpPr>
          <p:cNvPr id="11" name="直線コネクタ 10">
            <a:extLst>
              <a:ext uri="{FF2B5EF4-FFF2-40B4-BE49-F238E27FC236}">
                <ns2:creationId id="{339D7312-620B-25A5-F84C-7D5B352A7BAD}"/>
              </a:ext>
            </a:extLst>
          </p:cNvPr>
          <p:cNvCxnSpPr>
            <a:cxnSpLocks/>
          </p:cNvCxnSpPr>
          <p:nvPr/>
        </p:nvCxnSpPr>
        <p:spPr>
          <a:xfrm flipV="1">
            <a:off x="4974489" y="1940329"/>
            <a:ext cx="6882546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グラフィックス 53" descr="的中 枠線">
            <a:extLst>
              <a:ext uri="{FF2B5EF4-FFF2-40B4-BE49-F238E27FC236}">
                <ns2:creationId id="{DC05A433-0E3C-3094-09C0-02B1C0830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1159672" y="1628775"/>
            <a:ext cx="314542" cy="314542"/>
          </a:xfrm>
          <a:prstGeom prst="rect">
            <a:avLst/>
          </a:prstGeom>
        </p:spPr>
      </p:pic>
      <p:pic>
        <p:nvPicPr>
          <p:cNvPr id="55" name="グラフィックス 54" descr="歯車 枠線">
            <a:extLst>
              <a:ext uri="{FF2B5EF4-FFF2-40B4-BE49-F238E27FC236}">
                <ns2:creationId id="{6057A8E5-ADFE-AC8C-FE7C-D87DEB78F5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6981828" y="1628775"/>
            <a:ext cx="314542" cy="314542"/>
          </a:xfrm>
          <a:prstGeom prst="rect">
            <a:avLst/>
          </a:prstGeom>
        </p:spPr>
      </p:pic>
      <p:grpSp>
        <p:nvGrpSpPr>
          <p:cNvPr id="61" name="グループ化 60">
            <a:extLst>
              <a:ext uri="{FF2B5EF4-FFF2-40B4-BE49-F238E27FC236}">
                <ns2:creationId id="{8566B8B4-38FD-3174-93B0-9B4D648C5B35}"/>
              </a:ext>
            </a:extLst>
          </p:cNvPr>
          <p:cNvGrpSpPr/>
          <p:nvPr/>
        </p:nvGrpSpPr>
        <p:grpSpPr>
          <a:xfrm>
            <a:off x="334962" y="2076592"/>
            <a:ext cx="4453599" cy="914400"/>
            <a:chOff x="334962" y="2076592"/>
            <a:chExt cx="4453599" cy="914400"/>
          </a:xfrm>
        </p:grpSpPr>
        <p:sp>
          <p:nvSpPr>
            <p:cNvPr id="14" name="正方形/長方形 13">
              <a:extLst>
                <a:ext uri="{FF2B5EF4-FFF2-40B4-BE49-F238E27FC236}">
                  <ns2:creationId id="{A0B216AE-2981-B1D2-CCF4-D8EE00268724}"/>
                </a:ext>
              </a:extLst>
            </p:cNvPr>
            <p:cNvSpPr/>
            <p:nvPr/>
          </p:nvSpPr>
          <p:spPr>
            <a:xfrm>
              <a:off x="334962" y="2076592"/>
              <a:ext cx="1215232" cy="914400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C435BC83-A1F3-BA6C-2FC5-7D4497D785C8}"/>
                </a:ext>
              </a:extLst>
            </p:cNvPr>
            <p:cNvSpPr/>
            <p:nvPr/>
          </p:nvSpPr>
          <p:spPr>
            <a:xfrm>
              <a:off x="1550194" y="2076592"/>
              <a:ext cx="3238367" cy="9144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6" name="グラフィックス 55" descr="ライト: オン 単色塗りつぶし">
              <a:extLst>
                <a:ext uri="{FF2B5EF4-FFF2-40B4-BE49-F238E27FC236}">
                  <ns2:creationId id="{9DAA9CD7-FEF3-C4CA-96D6-719F4F4474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85307" y="2141655"/>
              <a:ext cx="314542" cy="314542"/>
            </a:xfrm>
            <a:prstGeom prst="rect">
              <a:avLst/>
            </a:prstGeom>
          </p:spPr>
        </p:pic>
      </p:grpSp>
      <p:grpSp>
        <p:nvGrpSpPr>
          <p:cNvPr id="62" name="グループ化 61">
            <a:extLst>
              <a:ext uri="{FF2B5EF4-FFF2-40B4-BE49-F238E27FC236}">
                <ns2:creationId id="{B5C630F3-8348-140F-973E-838FCA04FA9C}"/>
              </a:ext>
            </a:extLst>
          </p:cNvPr>
          <p:cNvGrpSpPr/>
          <p:nvPr/>
        </p:nvGrpSpPr>
        <p:grpSpPr>
          <a:xfrm>
            <a:off x="334962" y="3115954"/>
            <a:ext cx="4453599" cy="3197952"/>
            <a:chOff x="334962" y="3115954"/>
            <a:chExt cx="4453599" cy="3197952"/>
          </a:xfrm>
        </p:grpSpPr>
        <p:sp>
          <p:nvSpPr>
            <p:cNvPr id="16" name="正方形/長方形 15">
              <a:extLst>
                <a:ext uri="{FF2B5EF4-FFF2-40B4-BE49-F238E27FC236}">
                  <ns2:creationId id="{35E137B1-AA44-9C84-350A-262C449C041A}"/>
                </a:ext>
              </a:extLst>
            </p:cNvPr>
            <p:cNvSpPr/>
            <p:nvPr/>
          </p:nvSpPr>
          <p:spPr>
            <a:xfrm>
              <a:off x="334962" y="3115954"/>
              <a:ext cx="4453599" cy="3130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7E12CEFA-60A3-2FCA-CFBD-2BB031925580}"/>
                </a:ext>
              </a:extLst>
            </p:cNvPr>
            <p:cNvSpPr/>
            <p:nvPr/>
          </p:nvSpPr>
          <p:spPr>
            <a:xfrm>
              <a:off x="1964532" y="4160236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6EA6F08A-8D2F-6300-F6FF-FB27CE7188EB}"/>
                </a:ext>
              </a:extLst>
            </p:cNvPr>
            <p:cNvSpPr/>
            <p:nvPr/>
          </p:nvSpPr>
          <p:spPr>
            <a:xfrm>
              <a:off x="334962" y="3428998"/>
              <a:ext cx="1215232" cy="142321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AB49B8BF-ADAF-D03F-D107-11BADE8FBFCA}"/>
                </a:ext>
              </a:extLst>
            </p:cNvPr>
            <p:cNvSpPr/>
            <p:nvPr/>
          </p:nvSpPr>
          <p:spPr>
            <a:xfrm>
              <a:off x="334962" y="4890688"/>
              <a:ext cx="1215232" cy="142321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2182A812-ED9B-970B-0F81-28C33AF2BD65}"/>
                </a:ext>
              </a:extLst>
            </p:cNvPr>
            <p:cNvSpPr/>
            <p:nvPr/>
          </p:nvSpPr>
          <p:spPr>
            <a:xfrm>
              <a:off x="1964532" y="3429002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5E536B10-9A6A-FE7F-8858-7B59AE199FF1}"/>
                </a:ext>
              </a:extLst>
            </p:cNvPr>
            <p:cNvSpPr/>
            <p:nvPr/>
          </p:nvSpPr>
          <p:spPr>
            <a:xfrm>
              <a:off x="1964532" y="4891470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6357A3C-643B-7D9E-0A45-F8CA228D07A7}"/>
                </a:ext>
              </a:extLst>
            </p:cNvPr>
            <p:cNvSpPr/>
            <p:nvPr/>
          </p:nvSpPr>
          <p:spPr>
            <a:xfrm>
              <a:off x="1964532" y="5622702"/>
              <a:ext cx="2824028" cy="6912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3F3E9745-DFE3-7DC8-B2D3-5C97889AFA74}"/>
                </a:ext>
              </a:extLst>
            </p:cNvPr>
            <p:cNvSpPr/>
            <p:nvPr/>
          </p:nvSpPr>
          <p:spPr>
            <a:xfrm>
              <a:off x="1607345" y="3429002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95F0B815-B3D6-D8AF-8F9E-3D740736241A}"/>
                </a:ext>
              </a:extLst>
            </p:cNvPr>
            <p:cNvSpPr/>
            <p:nvPr/>
          </p:nvSpPr>
          <p:spPr>
            <a:xfrm>
              <a:off x="1607345" y="4161853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042BFA61-768C-EE7A-1EDD-A7D4F8ECF518}"/>
                </a:ext>
              </a:extLst>
            </p:cNvPr>
            <p:cNvSpPr/>
            <p:nvPr/>
          </p:nvSpPr>
          <p:spPr>
            <a:xfrm>
              <a:off x="1607345" y="4890688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4D170894-0DF3-F1F8-D8B0-F5E58747A608}"/>
                </a:ext>
              </a:extLst>
            </p:cNvPr>
            <p:cNvSpPr/>
            <p:nvPr/>
          </p:nvSpPr>
          <p:spPr>
            <a:xfrm>
              <a:off x="1607345" y="5623539"/>
              <a:ext cx="300036" cy="6903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4" name="直線コネクタ 43">
              <a:extLst>
                <a:ext uri="{FF2B5EF4-FFF2-40B4-BE49-F238E27FC236}">
                  <ns2:creationId id="{9591F730-E8FD-4CE6-1E94-FC7F356F9394}"/>
                </a:ext>
              </a:extLst>
            </p:cNvPr>
            <p:cNvCxnSpPr>
              <a:cxnSpLocks/>
            </p:cNvCxnSpPr>
            <p:nvPr/>
          </p:nvCxnSpPr>
          <p:spPr>
            <a:xfrm>
              <a:off x="1964532" y="4140219"/>
              <a:ext cx="282402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663AC62E-3962-D41F-5BAA-BA19DE82F743}"/>
                </a:ext>
              </a:extLst>
            </p:cNvPr>
            <p:cNvCxnSpPr>
              <a:cxnSpLocks/>
            </p:cNvCxnSpPr>
            <p:nvPr/>
          </p:nvCxnSpPr>
          <p:spPr>
            <a:xfrm>
              <a:off x="1964532" y="4871453"/>
              <a:ext cx="282402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EE3567B7-BECC-8565-42E1-8CC80E25D3FC}"/>
                </a:ext>
              </a:extLst>
            </p:cNvPr>
            <p:cNvCxnSpPr>
              <a:cxnSpLocks/>
            </p:cNvCxnSpPr>
            <p:nvPr/>
          </p:nvCxnSpPr>
          <p:spPr>
            <a:xfrm>
              <a:off x="1964532" y="5602687"/>
              <a:ext cx="282402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グラフィックス 56" descr="沈思 単色塗りつぶし">
              <a:extLst>
                <a:ext uri="{FF2B5EF4-FFF2-40B4-BE49-F238E27FC236}">
                  <ns2:creationId id="{763A8488-7F4F-9238-9EAE-ACB182F5F3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85307" y="3773301"/>
              <a:ext cx="314542" cy="314542"/>
            </a:xfrm>
            <a:prstGeom prst="rect">
              <a:avLst/>
            </a:prstGeom>
          </p:spPr>
        </p:pic>
        <p:pic>
          <p:nvPicPr>
            <p:cNvPr id="58" name="グラフィックス 57" descr="釣り合っていない天秤 単色塗りつぶし">
              <a:extLst>
                <a:ext uri="{FF2B5EF4-FFF2-40B4-BE49-F238E27FC236}">
                  <ns2:creationId id="{8DA34751-533C-388C-4D50-0D1CDCA2AD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85307" y="5143603"/>
              <a:ext cx="314542" cy="314542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ns2:creationId id="{B0068475-A6D8-F6C0-C3C8-72EAD2881A54}"/>
              </a:ext>
            </a:extLst>
          </p:cNvPr>
          <p:cNvGrpSpPr/>
          <p:nvPr/>
        </p:nvGrpSpPr>
        <p:grpSpPr>
          <a:xfrm>
            <a:off x="4974489" y="2076591"/>
            <a:ext cx="6882547" cy="4237309"/>
            <a:chOff x="4974489" y="2076591"/>
            <a:chExt cx="6882547" cy="4237309"/>
          </a:xfrm>
        </p:grpSpPr>
        <p:sp>
          <p:nvSpPr>
            <p:cNvPr id="25" name="正方形/長方形 24">
              <a:extLst>
                <a:ext uri="{FF2B5EF4-FFF2-40B4-BE49-F238E27FC236}">
                  <ns2:creationId id="{571FCCAF-74AC-3C40-C2C9-1EACBE6743D6}"/>
                </a:ext>
              </a:extLst>
            </p:cNvPr>
            <p:cNvSpPr/>
            <p:nvPr/>
          </p:nvSpPr>
          <p:spPr>
            <a:xfrm>
              <a:off x="6807990" y="2076592"/>
              <a:ext cx="5049045" cy="10296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738FD2A6-ACE3-FFBE-DA5E-DCE2C37E37FE}"/>
                </a:ext>
              </a:extLst>
            </p:cNvPr>
            <p:cNvGrpSpPr/>
            <p:nvPr/>
          </p:nvGrpSpPr>
          <p:grpSpPr>
            <a:xfrm>
              <a:off x="6269245" y="2076592"/>
              <a:ext cx="488743" cy="2096347"/>
              <a:chOff x="6269245" y="2076592"/>
              <a:chExt cx="488743" cy="1860891"/>
            </a:xfrm>
          </p:grpSpPr>
          <p:sp>
            <p:nvSpPr>
              <p:cNvPr id="24" name="正方形/長方形 23">
                <a:extLst>
                  <a:ext uri="{FF2B5EF4-FFF2-40B4-BE49-F238E27FC236}">
                    <ns2:creationId id="{51BE0677-42D7-1955-89CB-5E96F9B699FC}"/>
                  </a:ext>
                </a:extLst>
              </p:cNvPr>
              <p:cNvSpPr/>
              <p:nvPr/>
            </p:nvSpPr>
            <p:spPr>
              <a:xfrm>
                <a:off x="6269245" y="2076592"/>
                <a:ext cx="488743" cy="914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AD36CCFB-82F7-A00E-8047-2026FB46E71B}"/>
                  </a:ext>
                </a:extLst>
              </p:cNvPr>
              <p:cNvSpPr/>
              <p:nvPr/>
            </p:nvSpPr>
            <p:spPr>
              <a:xfrm>
                <a:off x="6269245" y="3023083"/>
                <a:ext cx="488743" cy="914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7" name="正方形/長方形 26">
              <a:extLst>
                <a:ext uri="{FF2B5EF4-FFF2-40B4-BE49-F238E27FC236}">
                  <ns2:creationId id="{79AD625F-950C-A0E0-2673-1B02F8843BD6}"/>
                </a:ext>
              </a:extLst>
            </p:cNvPr>
            <p:cNvSpPr/>
            <p:nvPr/>
          </p:nvSpPr>
          <p:spPr>
            <a:xfrm>
              <a:off x="6807990" y="3143339"/>
              <a:ext cx="5049045" cy="10296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357188" indent="-171450"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357188" indent="-171450"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357188" indent="-171450">
                <a:buClr>
                  <a:schemeClr val="accent5"/>
                </a:buClr>
                <a:buFont typeface="Wingdings" panose="05000000000000000000" pitchFamily="2" charset="2"/>
                <a:buChar char="ü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DCAA8645-C8FD-76BF-77F6-5A054672AF00}"/>
                </a:ext>
              </a:extLst>
            </p:cNvPr>
            <p:cNvSpPr/>
            <p:nvPr/>
          </p:nvSpPr>
          <p:spPr>
            <a:xfrm>
              <a:off x="4974489" y="2076591"/>
              <a:ext cx="1244754" cy="209634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68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607C1477-42D7-9B05-0867-92512D525903}"/>
                </a:ext>
              </a:extLst>
            </p:cNvPr>
            <p:cNvSpPr/>
            <p:nvPr/>
          </p:nvSpPr>
          <p:spPr>
            <a:xfrm>
              <a:off x="4974489" y="4217552"/>
              <a:ext cx="1244754" cy="209634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68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4618E7D2-7506-87AD-58DC-837273C0BA33}"/>
                </a:ext>
              </a:extLst>
            </p:cNvPr>
            <p:cNvSpPr/>
            <p:nvPr/>
          </p:nvSpPr>
          <p:spPr>
            <a:xfrm>
              <a:off x="6269245" y="4217158"/>
              <a:ext cx="5587791" cy="7005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2" name="グループ化 51">
              <a:extLst>
                <a:ext uri="{FF2B5EF4-FFF2-40B4-BE49-F238E27FC236}">
                  <ns2:creationId id="{336D456B-2F5A-A12B-8902-AB670D194152}"/>
                </a:ext>
              </a:extLst>
            </p:cNvPr>
            <p:cNvGrpSpPr/>
            <p:nvPr/>
          </p:nvGrpSpPr>
          <p:grpSpPr>
            <a:xfrm>
              <a:off x="6269244" y="4986338"/>
              <a:ext cx="5587791" cy="1323736"/>
              <a:chOff x="6269244" y="4870754"/>
              <a:chExt cx="4828621" cy="1439319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754A4F70-EB51-74EC-B542-899476C61CEB}"/>
                  </a:ext>
                </a:extLst>
              </p:cNvPr>
              <p:cNvSpPr/>
              <p:nvPr/>
            </p:nvSpPr>
            <p:spPr>
              <a:xfrm>
                <a:off x="6269245" y="5626073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2F25BB06-B2A3-0E03-8F35-2DC71CB800BA}"/>
                  </a:ext>
                </a:extLst>
              </p:cNvPr>
              <p:cNvSpPr/>
              <p:nvPr/>
            </p:nvSpPr>
            <p:spPr>
              <a:xfrm>
                <a:off x="6269244" y="4870754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9D525996-5B12-5D3E-F382-FAB3C9D6D85C}"/>
                  </a:ext>
                </a:extLst>
              </p:cNvPr>
              <p:cNvSpPr/>
              <p:nvPr/>
            </p:nvSpPr>
            <p:spPr>
              <a:xfrm>
                <a:off x="8721865" y="4870754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D072DE8F-2B42-0032-3523-5EBF982C5738}"/>
                  </a:ext>
                </a:extLst>
              </p:cNvPr>
              <p:cNvSpPr/>
              <p:nvPr/>
            </p:nvSpPr>
            <p:spPr>
              <a:xfrm>
                <a:off x="8721865" y="5626073"/>
                <a:ext cx="2376000" cy="68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pic>
          <p:nvPicPr>
            <p:cNvPr id="59" name="グラフィックス 58" descr="階層状のピラミッド 単色塗りつぶし">
              <a:extLst>
                <a:ext uri="{FF2B5EF4-FFF2-40B4-BE49-F238E27FC236}">
                  <ns2:creationId id="{C74D9282-C3F7-586C-25FD-DE05DBAD93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5382389" y="2719200"/>
              <a:ext cx="428954" cy="428954"/>
            </a:xfrm>
            <a:prstGeom prst="rect">
              <a:avLst/>
            </a:prstGeom>
          </p:spPr>
        </p:pic>
        <p:pic>
          <p:nvPicPr>
            <p:cNvPr id="60" name="グラフィックス 59" descr="ブロックチェーン 単色塗りつぶし">
              <a:extLst>
                <a:ext uri="{FF2B5EF4-FFF2-40B4-BE49-F238E27FC236}">
                  <ns2:creationId id="{3EE1D47C-A440-B300-ACA0-F07696B2F7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5382389" y="4871044"/>
              <a:ext cx="428954" cy="428954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233818717"/>
      </p:ext>
    </p:extLst>
  </p:cSld>
  <p:clrMapOvr>
    <a:masterClrMapping/>
  </p:clrMapOvr>
</p:sld>
</file>

<file path=ppt/slides/slide6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6C1BA5-F7B4-FD6A-4378-66F0D3BB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7CB91BA-CA5E-B151-D956-518BAB83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br>
              <a:rPr kumimoji="1"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A944124-ED71-582D-3F5F-D054846ED5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26557884-8060-623C-C339-8E312A3AB968}"/>
              </a:ext>
            </a:extLst>
          </p:cNvPr>
          <p:cNvSpPr txBox="1">
            <a:spLocks/>
          </p:cNvSpPr>
          <p:nvPr/>
        </p:nvSpPr>
        <p:spPr>
          <a:xfrm>
            <a:off x="340668" y="1628775"/>
            <a:ext cx="5730984" cy="46799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ja-JP" sz="1200" dirty="0"/>
          </a:p>
        </p:txBody>
      </p:sp>
      <p:cxnSp>
        <p:nvCxnSpPr>
          <p:cNvPr id="64" name="コネクタ: カギ線 63">
            <a:extLst>
              <a:ext uri="{FF2B5EF4-FFF2-40B4-BE49-F238E27FC236}">
                <ns2:creationId id="{6D774849-B038-A2AA-7A03-9D37BE134A66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3596995" y="184197"/>
            <a:ext cx="631617" cy="4374851"/>
          </a:xfrm>
          <a:prstGeom prst="bentConnector3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コネクタ: カギ線 65">
            <a:extLst>
              <a:ext uri="{FF2B5EF4-FFF2-40B4-BE49-F238E27FC236}">
                <ns2:creationId id="{4B34A1C3-0373-4595-9230-6EA552B5630D}"/>
              </a:ext>
            </a:extLst>
          </p:cNvPr>
          <p:cNvCxnSpPr>
            <a:cxnSpLocks/>
            <a:stCxn id="7" idx="2"/>
            <a:endCxn id="150" idx="0"/>
          </p:cNvCxnSpPr>
          <p:nvPr/>
        </p:nvCxnSpPr>
        <p:spPr>
          <a:xfrm rot="16200000" flipH="1">
            <a:off x="8124365" y="31677"/>
            <a:ext cx="225520" cy="427379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グループ化 82">
            <a:extLst>
              <a:ext uri="{FF2B5EF4-FFF2-40B4-BE49-F238E27FC236}">
                <ns2:creationId id="{3E7FC92C-5DF8-3320-3985-4A6234035C1F}"/>
              </a:ext>
            </a:extLst>
          </p:cNvPr>
          <p:cNvGrpSpPr/>
          <p:nvPr/>
        </p:nvGrpSpPr>
        <p:grpSpPr>
          <a:xfrm>
            <a:off x="4985803" y="1628776"/>
            <a:ext cx="2228850" cy="427038"/>
            <a:chOff x="4985803" y="1628776"/>
            <a:chExt cx="2228850" cy="427038"/>
          </a:xfrm>
        </p:grpSpPr>
        <p:sp>
          <p:nvSpPr>
            <p:cNvPr id="7" name="正方形/長方形 6">
              <a:extLst>
                <a:ext uri="{FF2B5EF4-FFF2-40B4-BE49-F238E27FC236}">
                  <ns2:creationId id="{D537E99F-78A5-C7B2-56E7-73960158C720}"/>
                </a:ext>
              </a:extLst>
            </p:cNvPr>
            <p:cNvSpPr/>
            <p:nvPr/>
          </p:nvSpPr>
          <p:spPr>
            <a:xfrm>
              <a:off x="4985803" y="1628776"/>
              <a:ext cx="2228850" cy="42703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71463"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9" name="グラフィックス 78" descr="ブロックチェーン 単色塗りつぶし">
              <a:extLst>
                <a:ext uri="{FF2B5EF4-FFF2-40B4-BE49-F238E27FC236}">
                  <ns2:creationId id="{FD65B2EA-348F-C09E-4274-1F13787D54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5390426" y="1683557"/>
              <a:ext cx="330721" cy="330721"/>
            </a:xfrm>
            <a:prstGeom prst="rect">
              <a:avLst/>
            </a:prstGeom>
          </p:spPr>
        </p:pic>
      </p:grpSp>
      <p:cxnSp>
        <p:nvCxnSpPr>
          <p:cNvPr id="29" name="コネクタ: カギ線 28">
            <a:extLst>
              <a:ext uri="{FF2B5EF4-FFF2-40B4-BE49-F238E27FC236}">
                <ns2:creationId id="{34AC3722-3F68-918F-FE64-8E30AA29E906}"/>
              </a:ext>
            </a:extLst>
          </p:cNvPr>
          <p:cNvCxnSpPr>
            <a:cxnSpLocks/>
            <a:stCxn id="7" idx="2"/>
            <a:endCxn id="125" idx="0"/>
          </p:cNvCxnSpPr>
          <p:nvPr/>
        </p:nvCxnSpPr>
        <p:spPr>
          <a:xfrm rot="5400000">
            <a:off x="5038436" y="1625638"/>
            <a:ext cx="631617" cy="1491969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ns2:creationId id="{8CAB0C6A-43C7-9255-D770-6D2E8F69FA2F}"/>
              </a:ext>
            </a:extLst>
          </p:cNvPr>
          <p:cNvSpPr/>
          <p:nvPr/>
        </p:nvSpPr>
        <p:spPr>
          <a:xfrm>
            <a:off x="897166" y="3604178"/>
            <a:ext cx="3138943" cy="26416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D8731612-E71D-112B-8C8B-C52F83593831}"/>
              </a:ext>
            </a:extLst>
          </p:cNvPr>
          <p:cNvSpPr/>
          <p:nvPr/>
        </p:nvSpPr>
        <p:spPr>
          <a:xfrm>
            <a:off x="340667" y="2687431"/>
            <a:ext cx="2769420" cy="695911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94005079-FF18-2F64-8953-7320039A6004}"/>
              </a:ext>
            </a:extLst>
          </p:cNvPr>
          <p:cNvSpPr/>
          <p:nvPr/>
        </p:nvSpPr>
        <p:spPr>
          <a:xfrm>
            <a:off x="340667" y="3383341"/>
            <a:ext cx="2769420" cy="2925383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 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ns2:creationId id="{5AB3B596-BD8C-87D6-5626-47B16EFF1DB7}"/>
              </a:ext>
            </a:extLst>
          </p:cNvPr>
          <p:cNvSpPr/>
          <p:nvPr/>
        </p:nvSpPr>
        <p:spPr>
          <a:xfrm>
            <a:off x="389330" y="3604178"/>
            <a:ext cx="459174" cy="2641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KGI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22" name="グループ化 121">
            <a:extLst>
              <a:ext uri="{FF2B5EF4-FFF2-40B4-BE49-F238E27FC236}">
                <ns2:creationId id="{264F588F-6A00-93A6-9475-CBEA86BBA274}"/>
              </a:ext>
            </a:extLst>
          </p:cNvPr>
          <p:cNvGrpSpPr/>
          <p:nvPr/>
        </p:nvGrpSpPr>
        <p:grpSpPr>
          <a:xfrm>
            <a:off x="389327" y="3934728"/>
            <a:ext cx="2720760" cy="2373996"/>
            <a:chOff x="389327" y="3612350"/>
            <a:chExt cx="2720760" cy="1272564"/>
          </a:xfrm>
        </p:grpSpPr>
        <p:sp>
          <p:nvSpPr>
            <p:cNvPr id="13" name="正方形/長方形 12">
              <a:extLst>
                <a:ext uri="{FF2B5EF4-FFF2-40B4-BE49-F238E27FC236}">
                  <ns2:creationId id="{0E59FF43-1A4D-CF05-2F5B-01D832068CDC}"/>
                </a:ext>
              </a:extLst>
            </p:cNvPr>
            <p:cNvSpPr/>
            <p:nvPr/>
          </p:nvSpPr>
          <p:spPr>
            <a:xfrm>
              <a:off x="389327" y="3612350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9F02F60F-371F-86BE-51B4-6D0C6EA3A799}"/>
                </a:ext>
              </a:extLst>
            </p:cNvPr>
            <p:cNvSpPr/>
            <p:nvPr/>
          </p:nvSpPr>
          <p:spPr>
            <a:xfrm>
              <a:off x="389327" y="4295284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2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0408B870-23E1-EF0F-32DE-B9B43278F944}"/>
                </a:ext>
              </a:extLst>
            </p:cNvPr>
            <p:cNvSpPr/>
            <p:nvPr/>
          </p:nvSpPr>
          <p:spPr>
            <a:xfrm>
              <a:off x="1547247" y="3612350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74EEE95A-FC7F-37C6-43C5-90A636644107}"/>
                </a:ext>
              </a:extLst>
            </p:cNvPr>
            <p:cNvSpPr/>
            <p:nvPr/>
          </p:nvSpPr>
          <p:spPr>
            <a:xfrm>
              <a:off x="1547247" y="4295285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24" name="直線コネクタ 23">
              <a:extLst>
                <a:ext uri="{FF2B5EF4-FFF2-40B4-BE49-F238E27FC236}">
                  <ns2:creationId id="{5671EDA9-8DC4-D8B4-F971-D45D5D24C49E}"/>
                </a:ext>
              </a:extLst>
            </p:cNvPr>
            <p:cNvCxnSpPr>
              <a:cxnSpLocks/>
            </p:cNvCxnSpPr>
            <p:nvPr/>
          </p:nvCxnSpPr>
          <p:spPr>
            <a:xfrm>
              <a:off x="1547247" y="4248632"/>
              <a:ext cx="156284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楕円 71">
            <a:extLst>
              <a:ext uri="{FF2B5EF4-FFF2-40B4-BE49-F238E27FC236}">
                <ns2:creationId id="{BDFEEF4F-F60D-10A8-F692-45372E5EF431}"/>
              </a:ext>
            </a:extLst>
          </p:cNvPr>
          <p:cNvSpPr/>
          <p:nvPr/>
        </p:nvSpPr>
        <p:spPr>
          <a:xfrm>
            <a:off x="268415" y="2584791"/>
            <a:ext cx="221471" cy="19499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ns2:creationId id="{190A9AEC-94BF-D25E-B9D1-CF9124102CD5}"/>
              </a:ext>
            </a:extLst>
          </p:cNvPr>
          <p:cNvSpPr/>
          <p:nvPr/>
        </p:nvSpPr>
        <p:spPr>
          <a:xfrm>
            <a:off x="379151" y="3008298"/>
            <a:ext cx="2730936" cy="380976"/>
          </a:xfrm>
          <a:prstGeom prst="roundRect">
            <a:avLst>
              <a:gd name="adj" fmla="val 50000"/>
            </a:avLst>
          </a:prstGeom>
          <a:solidFill>
            <a:schemeClr val="bg1"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5" name="正方形/長方形 124">
            <a:extLst>
              <a:ext uri="{FF2B5EF4-FFF2-40B4-BE49-F238E27FC236}">
                <ns2:creationId id="{D3703949-9CB2-2C8B-AC73-6669A00BC6AD}"/>
              </a:ext>
            </a:extLst>
          </p:cNvPr>
          <p:cNvSpPr/>
          <p:nvPr/>
        </p:nvSpPr>
        <p:spPr>
          <a:xfrm>
            <a:off x="3223549" y="2687431"/>
            <a:ext cx="2769420" cy="695911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6" name="正方形/長方形 125">
            <a:extLst>
              <a:ext uri="{FF2B5EF4-FFF2-40B4-BE49-F238E27FC236}">
                <ns2:creationId id="{70890C22-0CF4-E489-4068-45303C43DCEC}"/>
              </a:ext>
            </a:extLst>
          </p:cNvPr>
          <p:cNvSpPr/>
          <p:nvPr/>
        </p:nvSpPr>
        <p:spPr>
          <a:xfrm>
            <a:off x="3223549" y="3383341"/>
            <a:ext cx="2769420" cy="2925383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7" name="正方形/長方形 126">
            <a:extLst>
              <a:ext uri="{FF2B5EF4-FFF2-40B4-BE49-F238E27FC236}">
                <ns2:creationId id="{E1346F10-ACE5-83DC-A76B-361DD2032CDC}"/>
              </a:ext>
            </a:extLst>
          </p:cNvPr>
          <p:cNvSpPr/>
          <p:nvPr/>
        </p:nvSpPr>
        <p:spPr>
          <a:xfrm>
            <a:off x="3272212" y="3604178"/>
            <a:ext cx="459174" cy="2641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KGI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28" name="グループ化 127">
            <a:extLst>
              <a:ext uri="{FF2B5EF4-FFF2-40B4-BE49-F238E27FC236}">
                <ns2:creationId id="{69CEBBE8-9DDC-890F-437B-B2212A7107B1}"/>
              </a:ext>
            </a:extLst>
          </p:cNvPr>
          <p:cNvGrpSpPr/>
          <p:nvPr/>
        </p:nvGrpSpPr>
        <p:grpSpPr>
          <a:xfrm>
            <a:off x="3272209" y="3934728"/>
            <a:ext cx="2720760" cy="2373996"/>
            <a:chOff x="389327" y="3612350"/>
            <a:chExt cx="2720760" cy="1272564"/>
          </a:xfrm>
        </p:grpSpPr>
        <p:sp>
          <p:nvSpPr>
            <p:cNvPr id="131" name="正方形/長方形 130">
              <a:extLst>
                <a:ext uri="{FF2B5EF4-FFF2-40B4-BE49-F238E27FC236}">
                  <ns2:creationId id="{3E9C265D-A99E-9618-CBEA-1F92D2C7454C}"/>
                </a:ext>
              </a:extLst>
            </p:cNvPr>
            <p:cNvSpPr/>
            <p:nvPr/>
          </p:nvSpPr>
          <p:spPr>
            <a:xfrm>
              <a:off x="389327" y="3612350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0EB6D076-6816-9009-4AE4-D668D6B0FBE3}"/>
                </a:ext>
              </a:extLst>
            </p:cNvPr>
            <p:cNvSpPr/>
            <p:nvPr/>
          </p:nvSpPr>
          <p:spPr>
            <a:xfrm>
              <a:off x="389327" y="4295284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/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/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FDE08FEE-CE6D-CF35-BF96-187719CA1702}"/>
                </a:ext>
              </a:extLst>
            </p:cNvPr>
            <p:cNvSpPr/>
            <p:nvPr/>
          </p:nvSpPr>
          <p:spPr>
            <a:xfrm>
              <a:off x="1547247" y="3612350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68112DBC-5B37-D326-4112-8F2AC93D26DC}"/>
                </a:ext>
              </a:extLst>
            </p:cNvPr>
            <p:cNvSpPr/>
            <p:nvPr/>
          </p:nvSpPr>
          <p:spPr>
            <a:xfrm>
              <a:off x="1547247" y="4295285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*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35" name="直線コネクタ 134">
              <a:extLst>
                <a:ext uri="{FF2B5EF4-FFF2-40B4-BE49-F238E27FC236}">
                  <ns2:creationId id="{3E408BC9-EE69-7A4B-237A-9C7B4099D2B4}"/>
                </a:ext>
              </a:extLst>
            </p:cNvPr>
            <p:cNvCxnSpPr>
              <a:cxnSpLocks/>
            </p:cNvCxnSpPr>
            <p:nvPr/>
          </p:nvCxnSpPr>
          <p:spPr>
            <a:xfrm>
              <a:off x="1547247" y="4248632"/>
              <a:ext cx="156284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9" name="楕円 128">
            <a:extLst>
              <a:ext uri="{FF2B5EF4-FFF2-40B4-BE49-F238E27FC236}">
                <ns2:creationId id="{05C6B435-322C-04CB-916F-B0A096F13571}"/>
              </a:ext>
            </a:extLst>
          </p:cNvPr>
          <p:cNvSpPr/>
          <p:nvPr/>
        </p:nvSpPr>
        <p:spPr>
          <a:xfrm>
            <a:off x="3172163" y="2595809"/>
            <a:ext cx="221471" cy="19499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0" name="四角形: 角を丸くする 129">
            <a:extLst>
              <a:ext uri="{FF2B5EF4-FFF2-40B4-BE49-F238E27FC236}">
                <ns2:creationId id="{D0513707-466A-6F5A-DC39-A381E80C56A2}"/>
              </a:ext>
            </a:extLst>
          </p:cNvPr>
          <p:cNvSpPr/>
          <p:nvPr/>
        </p:nvSpPr>
        <p:spPr>
          <a:xfrm>
            <a:off x="3262033" y="3023634"/>
            <a:ext cx="2730936" cy="365640"/>
          </a:xfrm>
          <a:prstGeom prst="roundRect">
            <a:avLst>
              <a:gd name="adj" fmla="val 50000"/>
            </a:avLst>
          </a:prstGeom>
          <a:solidFill>
            <a:schemeClr val="bg1"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7" name="正方形/長方形 136">
            <a:extLst>
              <a:ext uri="{FF2B5EF4-FFF2-40B4-BE49-F238E27FC236}">
                <ns2:creationId id="{A4301CFF-F66A-16EA-0CD2-1CF804E4E606}"/>
              </a:ext>
            </a:extLst>
          </p:cNvPr>
          <p:cNvSpPr/>
          <p:nvPr/>
        </p:nvSpPr>
        <p:spPr>
          <a:xfrm>
            <a:off x="6106431" y="2687431"/>
            <a:ext cx="2769420" cy="695911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8" name="正方形/長方形 137">
            <a:extLst>
              <a:ext uri="{FF2B5EF4-FFF2-40B4-BE49-F238E27FC236}">
                <ns2:creationId id="{40BC71AB-0652-19B2-F23F-4EC0FBF7274E}"/>
              </a:ext>
            </a:extLst>
          </p:cNvPr>
          <p:cNvSpPr/>
          <p:nvPr/>
        </p:nvSpPr>
        <p:spPr>
          <a:xfrm>
            <a:off x="6106431" y="3383341"/>
            <a:ext cx="2769420" cy="2925383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D820381A-DB4F-EB3A-4360-9A203063321A}"/>
              </a:ext>
            </a:extLst>
          </p:cNvPr>
          <p:cNvSpPr/>
          <p:nvPr/>
        </p:nvSpPr>
        <p:spPr>
          <a:xfrm>
            <a:off x="6155094" y="3604178"/>
            <a:ext cx="459174" cy="2641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KGI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0" name="グループ化 139">
            <a:extLst>
              <a:ext uri="{FF2B5EF4-FFF2-40B4-BE49-F238E27FC236}">
                <ns2:creationId id="{A77A13CE-15C7-469C-F204-F12FD7CCBF9E}"/>
              </a:ext>
            </a:extLst>
          </p:cNvPr>
          <p:cNvGrpSpPr/>
          <p:nvPr/>
        </p:nvGrpSpPr>
        <p:grpSpPr>
          <a:xfrm>
            <a:off x="6155091" y="3934728"/>
            <a:ext cx="2720760" cy="2373996"/>
            <a:chOff x="389327" y="3612350"/>
            <a:chExt cx="2720760" cy="1272564"/>
          </a:xfrm>
        </p:grpSpPr>
        <p:sp>
          <p:nvSpPr>
            <p:cNvPr id="143" name="正方形/長方形 142">
              <a:extLst>
                <a:ext uri="{FF2B5EF4-FFF2-40B4-BE49-F238E27FC236}">
                  <ns2:creationId id="{F2A7C9B8-5A3C-739C-3D87-3B6C5A7D8E66}"/>
                </a:ext>
              </a:extLst>
            </p:cNvPr>
            <p:cNvSpPr/>
            <p:nvPr/>
          </p:nvSpPr>
          <p:spPr>
            <a:xfrm>
              <a:off x="389327" y="3612350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843E03E2-72C9-01AF-A42F-6650A1D21C16}"/>
                </a:ext>
              </a:extLst>
            </p:cNvPr>
            <p:cNvSpPr/>
            <p:nvPr/>
          </p:nvSpPr>
          <p:spPr>
            <a:xfrm>
              <a:off x="389327" y="4295284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A4221BCF-AE84-CB3B-8348-E1F43B019A06}"/>
                </a:ext>
              </a:extLst>
            </p:cNvPr>
            <p:cNvSpPr/>
            <p:nvPr/>
          </p:nvSpPr>
          <p:spPr>
            <a:xfrm>
              <a:off x="1547247" y="3612350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131C31FC-3699-535F-ECB1-E16E93DA80F5}"/>
                </a:ext>
              </a:extLst>
            </p:cNvPr>
            <p:cNvSpPr/>
            <p:nvPr/>
          </p:nvSpPr>
          <p:spPr>
            <a:xfrm>
              <a:off x="1547247" y="4295285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47" name="直線コネクタ 146">
              <a:extLst>
                <a:ext uri="{FF2B5EF4-FFF2-40B4-BE49-F238E27FC236}">
                  <ns2:creationId id="{ACD65F8A-3EDF-9040-3FCA-0C71CDC8E766}"/>
                </a:ext>
              </a:extLst>
            </p:cNvPr>
            <p:cNvCxnSpPr>
              <a:cxnSpLocks/>
            </p:cNvCxnSpPr>
            <p:nvPr/>
          </p:nvCxnSpPr>
          <p:spPr>
            <a:xfrm>
              <a:off x="1547247" y="4248632"/>
              <a:ext cx="156284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楕円 140">
            <a:extLst>
              <a:ext uri="{FF2B5EF4-FFF2-40B4-BE49-F238E27FC236}">
                <ns2:creationId id="{1BAEEF91-A885-30AA-CBE9-D24B1FEBDA6A}"/>
              </a:ext>
            </a:extLst>
          </p:cNvPr>
          <p:cNvSpPr/>
          <p:nvPr/>
        </p:nvSpPr>
        <p:spPr>
          <a:xfrm>
            <a:off x="6044355" y="2584791"/>
            <a:ext cx="221471" cy="19499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2" name="四角形: 角を丸くする 141">
            <a:extLst>
              <a:ext uri="{FF2B5EF4-FFF2-40B4-BE49-F238E27FC236}">
                <ns2:creationId id="{A9C346C8-54EE-2F7E-D0C4-B094699A0A68}"/>
              </a:ext>
            </a:extLst>
          </p:cNvPr>
          <p:cNvSpPr/>
          <p:nvPr/>
        </p:nvSpPr>
        <p:spPr>
          <a:xfrm>
            <a:off x="6144915" y="3013551"/>
            <a:ext cx="2730936" cy="375723"/>
          </a:xfrm>
          <a:prstGeom prst="roundRect">
            <a:avLst>
              <a:gd name="adj" fmla="val 50000"/>
            </a:avLst>
          </a:prstGeom>
          <a:solidFill>
            <a:schemeClr val="bg1"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0" name="正方形/長方形 149">
            <a:extLst>
              <a:ext uri="{FF2B5EF4-FFF2-40B4-BE49-F238E27FC236}">
                <ns2:creationId id="{46BCFA27-745F-DFE8-26E4-DB1ACE2D47B0}"/>
              </a:ext>
            </a:extLst>
          </p:cNvPr>
          <p:cNvSpPr/>
          <p:nvPr/>
        </p:nvSpPr>
        <p:spPr>
          <a:xfrm>
            <a:off x="8989312" y="2281334"/>
            <a:ext cx="2769420" cy="673749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1" name="正方形/長方形 150">
            <a:extLst>
              <a:ext uri="{FF2B5EF4-FFF2-40B4-BE49-F238E27FC236}">
                <ns2:creationId id="{E92AE587-440E-981A-CC41-91E9441F6ED0}"/>
              </a:ext>
            </a:extLst>
          </p:cNvPr>
          <p:cNvSpPr/>
          <p:nvPr/>
        </p:nvSpPr>
        <p:spPr>
          <a:xfrm>
            <a:off x="8989312" y="2955083"/>
            <a:ext cx="2769420" cy="2925382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2" name="正方形/長方形 151">
            <a:extLst>
              <a:ext uri="{FF2B5EF4-FFF2-40B4-BE49-F238E27FC236}">
                <ns2:creationId id="{C59B7D93-7AE8-7667-E8FC-857720F861A4}"/>
              </a:ext>
            </a:extLst>
          </p:cNvPr>
          <p:cNvSpPr/>
          <p:nvPr/>
        </p:nvSpPr>
        <p:spPr>
          <a:xfrm>
            <a:off x="9037975" y="3175919"/>
            <a:ext cx="459174" cy="2641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KGI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53" name="グループ化 152">
            <a:extLst>
              <a:ext uri="{FF2B5EF4-FFF2-40B4-BE49-F238E27FC236}">
                <ns2:creationId id="{315E1F55-5D89-E110-D83B-DBCF94B05486}"/>
              </a:ext>
            </a:extLst>
          </p:cNvPr>
          <p:cNvGrpSpPr/>
          <p:nvPr/>
        </p:nvGrpSpPr>
        <p:grpSpPr>
          <a:xfrm>
            <a:off x="9037972" y="3506470"/>
            <a:ext cx="2720760" cy="2373995"/>
            <a:chOff x="389327" y="3612350"/>
            <a:chExt cx="2720760" cy="1272564"/>
          </a:xfrm>
        </p:grpSpPr>
        <p:sp>
          <p:nvSpPr>
            <p:cNvPr id="156" name="正方形/長方形 155">
              <a:extLst>
                <a:ext uri="{FF2B5EF4-FFF2-40B4-BE49-F238E27FC236}">
                  <ns2:creationId id="{1A3D7CE3-C06E-AD39-D383-F2838CC74A38}"/>
                </a:ext>
              </a:extLst>
            </p:cNvPr>
            <p:cNvSpPr/>
            <p:nvPr/>
          </p:nvSpPr>
          <p:spPr>
            <a:xfrm>
              <a:off x="389327" y="3612350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680D4E17-CAC4-BBB1-9017-08AAF2190BAA}"/>
                </a:ext>
              </a:extLst>
            </p:cNvPr>
            <p:cNvSpPr/>
            <p:nvPr/>
          </p:nvSpPr>
          <p:spPr>
            <a:xfrm>
              <a:off x="389327" y="4295284"/>
              <a:ext cx="1157920" cy="589629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7C4837C7-E41A-10AB-748E-EC4A1089A75F}"/>
                </a:ext>
              </a:extLst>
            </p:cNvPr>
            <p:cNvSpPr/>
            <p:nvPr/>
          </p:nvSpPr>
          <p:spPr>
            <a:xfrm>
              <a:off x="1547247" y="3612350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34AB6DBB-8A40-6C54-C7F7-3DEFB89CEB8B}"/>
                </a:ext>
              </a:extLst>
            </p:cNvPr>
            <p:cNvSpPr/>
            <p:nvPr/>
          </p:nvSpPr>
          <p:spPr>
            <a:xfrm>
              <a:off x="1547247" y="4295285"/>
              <a:ext cx="1562840" cy="58962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0" name="直線コネクタ 159">
              <a:extLst>
                <a:ext uri="{FF2B5EF4-FFF2-40B4-BE49-F238E27FC236}">
                  <ns2:creationId id="{9456262A-65DD-B384-DE99-22344A4E953C}"/>
                </a:ext>
              </a:extLst>
            </p:cNvPr>
            <p:cNvCxnSpPr>
              <a:cxnSpLocks/>
            </p:cNvCxnSpPr>
            <p:nvPr/>
          </p:nvCxnSpPr>
          <p:spPr>
            <a:xfrm>
              <a:off x="1547247" y="4248632"/>
              <a:ext cx="156284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楕円 153">
            <a:extLst>
              <a:ext uri="{FF2B5EF4-FFF2-40B4-BE49-F238E27FC236}">
                <ns2:creationId id="{E60BD29A-AC83-AF8D-5ACB-1BD45D97F9ED}"/>
              </a:ext>
            </a:extLst>
          </p:cNvPr>
          <p:cNvSpPr/>
          <p:nvPr/>
        </p:nvSpPr>
        <p:spPr>
          <a:xfrm>
            <a:off x="8878576" y="2237101"/>
            <a:ext cx="221471" cy="19499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5" name="四角形: 角を丸くする 154">
            <a:extLst>
              <a:ext uri="{FF2B5EF4-FFF2-40B4-BE49-F238E27FC236}">
                <ns2:creationId id="{97C0659F-52B0-603F-C517-DFAFDE700844}"/>
              </a:ext>
            </a:extLst>
          </p:cNvPr>
          <p:cNvSpPr/>
          <p:nvPr/>
        </p:nvSpPr>
        <p:spPr>
          <a:xfrm>
            <a:off x="9037972" y="2568892"/>
            <a:ext cx="2730936" cy="356315"/>
          </a:xfrm>
          <a:prstGeom prst="roundRect">
            <a:avLst>
              <a:gd name="adj" fmla="val 50000"/>
            </a:avLst>
          </a:prstGeom>
          <a:solidFill>
            <a:schemeClr val="bg1"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163" name="コネクタ: カギ線 162">
            <a:extLst>
              <a:ext uri="{FF2B5EF4-FFF2-40B4-BE49-F238E27FC236}">
                <ns2:creationId id="{693973EF-F0FF-E397-3F3E-13596656763F}"/>
              </a:ext>
            </a:extLst>
          </p:cNvPr>
          <p:cNvCxnSpPr>
            <a:cxnSpLocks/>
            <a:stCxn id="7" idx="2"/>
            <a:endCxn id="137" idx="0"/>
          </p:cNvCxnSpPr>
          <p:nvPr/>
        </p:nvCxnSpPr>
        <p:spPr>
          <a:xfrm rot="16200000" flipH="1">
            <a:off x="6479876" y="1676165"/>
            <a:ext cx="631617" cy="13909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正方形/長方形 170">
            <a:extLst>
              <a:ext uri="{FF2B5EF4-FFF2-40B4-BE49-F238E27FC236}">
                <ns2:creationId id="{BC7494A2-49E0-0415-5847-0AD18CCE6F03}"/>
              </a:ext>
            </a:extLst>
          </p:cNvPr>
          <p:cNvSpPr/>
          <p:nvPr/>
        </p:nvSpPr>
        <p:spPr>
          <a:xfrm>
            <a:off x="9497149" y="3175920"/>
            <a:ext cx="2261583" cy="2641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2" name="正方形/長方形 171">
            <a:extLst>
              <a:ext uri="{FF2B5EF4-FFF2-40B4-BE49-F238E27FC236}">
                <ns2:creationId id="{B1CA796E-EFBC-883B-DA5D-B8D7316A12A5}"/>
              </a:ext>
            </a:extLst>
          </p:cNvPr>
          <p:cNvSpPr/>
          <p:nvPr/>
        </p:nvSpPr>
        <p:spPr>
          <a:xfrm>
            <a:off x="3743696" y="3602296"/>
            <a:ext cx="2261583" cy="2641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4" name="正方形/長方形 173">
            <a:extLst>
              <a:ext uri="{FF2B5EF4-FFF2-40B4-BE49-F238E27FC236}">
                <ns2:creationId id="{67781F42-0020-7C6F-C4C4-2D9CF91330FE}"/>
              </a:ext>
            </a:extLst>
          </p:cNvPr>
          <p:cNvSpPr/>
          <p:nvPr/>
        </p:nvSpPr>
        <p:spPr>
          <a:xfrm>
            <a:off x="6619624" y="3602296"/>
            <a:ext cx="2261583" cy="2641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75" name="グラフィックス 174" descr="ブログ 単色塗りつぶし">
            <a:extLst>
              <a:ext uri="{FF2B5EF4-FFF2-40B4-BE49-F238E27FC236}">
                <ns2:creationId id="{4BC51826-F767-3BE7-B19A-262FF5F3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9514466" y="2281195"/>
            <a:ext cx="277936" cy="277936"/>
          </a:xfrm>
          <a:prstGeom prst="rect">
            <a:avLst/>
          </a:prstGeom>
        </p:spPr>
      </p:pic>
      <p:pic>
        <p:nvPicPr>
          <p:cNvPr id="176" name="グラフィックス 175" descr="フォルダー検索 単色塗りつぶし">
            <a:extLst>
              <a:ext uri="{FF2B5EF4-FFF2-40B4-BE49-F238E27FC236}">
                <ns2:creationId id="{A8369291-C6B5-CE1E-206C-9BEEB8FFA5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3528451" y="2677577"/>
            <a:ext cx="330721" cy="330721"/>
          </a:xfrm>
          <a:prstGeom prst="rect">
            <a:avLst/>
          </a:prstGeom>
        </p:spPr>
      </p:pic>
      <p:pic>
        <p:nvPicPr>
          <p:cNvPr id="177" name="グラフィックス 176" descr="UI UX 単色塗りつぶし">
            <a:extLst>
              <a:ext uri="{FF2B5EF4-FFF2-40B4-BE49-F238E27FC236}">
                <ns2:creationId id="{7993789F-CD8F-9909-EE61-E981F5FF7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6598646" y="2676898"/>
            <a:ext cx="330721" cy="330721"/>
          </a:xfrm>
          <a:prstGeom prst="rect">
            <a:avLst/>
          </a:prstGeom>
        </p:spPr>
      </p:pic>
      <p:pic>
        <p:nvPicPr>
          <p:cNvPr id="178" name="グラフィックス 177" descr="オフィス ワーカー (男性) 単色塗りつぶし">
            <a:extLst>
              <a:ext uri="{FF2B5EF4-FFF2-40B4-BE49-F238E27FC236}">
                <ns2:creationId id="{445F6C0E-F7EF-0205-C549-A572D4AF6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rcRect/>
          <a:stretch/>
        </p:blipFill>
        <p:spPr>
          <a:xfrm>
            <a:off x="938470" y="2665657"/>
            <a:ext cx="313560" cy="313560"/>
          </a:xfrm>
          <a:prstGeom prst="rect">
            <a:avLst/>
          </a:prstGeom>
        </p:spPr>
      </p:pic>
    </p:spTree>
    <p:extLst>
      <p:ext uri="{BB962C8B-B14F-4D97-AF65-F5344CB8AC3E}">
        <ns5:creationId val="278388407"/>
      </p:ext>
    </p:extLst>
  </p:cSld>
  <p:clrMapOvr>
    <a:masterClrMapping/>
  </p:clrMapOvr>
</p:sld>
</file>

<file path=ppt/slides/slide6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ABDB069-F91B-7EE5-61A2-9C2383D78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F4D8E67-DC42-088E-DA9A-ECF4111D4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br>
              <a:rPr kumimoji="1"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ED7E6C8-5B43-5A21-5760-5844E9E33C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45630D35-5B9C-141B-30DC-FA5AA7614DD4}"/>
              </a:ext>
            </a:extLst>
          </p:cNvPr>
          <p:cNvSpPr txBox="1">
            <a:spLocks/>
          </p:cNvSpPr>
          <p:nvPr/>
        </p:nvSpPr>
        <p:spPr>
          <a:xfrm>
            <a:off x="340668" y="1628775"/>
            <a:ext cx="5730984" cy="46799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ja-JP" sz="1200" dirty="0"/>
          </a:p>
        </p:txBody>
      </p:sp>
      <p:cxnSp>
        <p:nvCxnSpPr>
          <p:cNvPr id="64" name="コネクタ: カギ線 63">
            <a:extLst>
              <a:ext uri="{FF2B5EF4-FFF2-40B4-BE49-F238E27FC236}">
                <ns2:creationId id="{48E1FF3C-69BC-8F98-36E3-E7BB83C49CC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3973075" y="297747"/>
            <a:ext cx="369086" cy="3885221"/>
          </a:xfrm>
          <a:prstGeom prst="bentConnector3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コネクタ: カギ線 65">
            <a:extLst>
              <a:ext uri="{FF2B5EF4-FFF2-40B4-BE49-F238E27FC236}">
                <ns2:creationId id="{9E9252D2-7FF2-3704-9D1D-A72ED85C8C2C}"/>
              </a:ext>
            </a:extLst>
          </p:cNvPr>
          <p:cNvCxnSpPr>
            <a:cxnSpLocks/>
            <a:stCxn id="7" idx="2"/>
            <a:endCxn id="47" idx="0"/>
          </p:cNvCxnSpPr>
          <p:nvPr/>
        </p:nvCxnSpPr>
        <p:spPr>
          <a:xfrm rot="16200000" flipH="1">
            <a:off x="7856919" y="299122"/>
            <a:ext cx="369086" cy="388246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ns2:creationId id="{AC53177B-7290-1A46-44A0-46AAB25DFCCD}"/>
              </a:ext>
            </a:extLst>
          </p:cNvPr>
          <p:cNvSpPr/>
          <p:nvPr/>
        </p:nvSpPr>
        <p:spPr>
          <a:xfrm>
            <a:off x="340666" y="2424900"/>
            <a:ext cx="3748681" cy="561188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ns2:creationId id="{25B15012-0D1E-1F72-ACE8-6B5AC01ED73B}"/>
              </a:ext>
            </a:extLst>
          </p:cNvPr>
          <p:cNvSpPr/>
          <p:nvPr/>
        </p:nvSpPr>
        <p:spPr>
          <a:xfrm>
            <a:off x="448180" y="2721769"/>
            <a:ext cx="3533652" cy="229392"/>
          </a:xfrm>
          <a:prstGeom prst="roundRect">
            <a:avLst>
              <a:gd name="adj" fmla="val 50000"/>
            </a:avLst>
          </a:prstGeom>
          <a:solidFill>
            <a:schemeClr val="bg1"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E8B069A3-C3AB-84C6-5824-4696127465E7}"/>
              </a:ext>
            </a:extLst>
          </p:cNvPr>
          <p:cNvSpPr/>
          <p:nvPr/>
        </p:nvSpPr>
        <p:spPr>
          <a:xfrm>
            <a:off x="340666" y="2986087"/>
            <a:ext cx="3748681" cy="3322637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　 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ns2:creationId id="{F91493B1-21CE-F85E-8566-77C1E071477B}"/>
              </a:ext>
            </a:extLst>
          </p:cNvPr>
          <p:cNvSpPr/>
          <p:nvPr/>
        </p:nvSpPr>
        <p:spPr>
          <a:xfrm>
            <a:off x="389330" y="3236912"/>
            <a:ext cx="459174" cy="30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KGI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ns2:creationId id="{61F6E81D-F020-3D2F-F9D6-86966FD2F123}"/>
              </a:ext>
            </a:extLst>
          </p:cNvPr>
          <p:cNvSpPr/>
          <p:nvPr/>
        </p:nvSpPr>
        <p:spPr>
          <a:xfrm>
            <a:off x="897166" y="3236912"/>
            <a:ext cx="3138943" cy="30003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F562D9FE-080E-64D4-54C5-AF6AA348318C}"/>
              </a:ext>
            </a:extLst>
          </p:cNvPr>
          <p:cNvSpPr/>
          <p:nvPr/>
        </p:nvSpPr>
        <p:spPr>
          <a:xfrm>
            <a:off x="389327" y="3612350"/>
            <a:ext cx="1157920" cy="589629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11D16E0C-7F90-8FD9-E944-364F9D40365E}"/>
              </a:ext>
            </a:extLst>
          </p:cNvPr>
          <p:cNvSpPr/>
          <p:nvPr/>
        </p:nvSpPr>
        <p:spPr>
          <a:xfrm>
            <a:off x="389327" y="4295284"/>
            <a:ext cx="1157920" cy="589629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5" name="正方形/長方形 14">
            <a:extLst>
              <a:ext uri="{FF2B5EF4-FFF2-40B4-BE49-F238E27FC236}">
                <ns2:creationId id="{43508F06-7DA1-E7E6-1386-C48C6B415857}"/>
              </a:ext>
            </a:extLst>
          </p:cNvPr>
          <p:cNvSpPr/>
          <p:nvPr/>
        </p:nvSpPr>
        <p:spPr>
          <a:xfrm>
            <a:off x="389327" y="4978218"/>
            <a:ext cx="1157920" cy="589629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D9109F92-0F88-D757-E68D-7EA8DABC47FB}"/>
              </a:ext>
            </a:extLst>
          </p:cNvPr>
          <p:cNvSpPr/>
          <p:nvPr/>
        </p:nvSpPr>
        <p:spPr>
          <a:xfrm>
            <a:off x="389327" y="5661152"/>
            <a:ext cx="1157920" cy="589629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228B7F25-744B-E79A-9F89-7C7C33F1117B}"/>
              </a:ext>
            </a:extLst>
          </p:cNvPr>
          <p:cNvSpPr/>
          <p:nvPr/>
        </p:nvSpPr>
        <p:spPr>
          <a:xfrm>
            <a:off x="1547247" y="3612350"/>
            <a:ext cx="2475552" cy="58962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90566D8F-6B2E-94CE-74C2-1FCF8DA7A717}"/>
              </a:ext>
            </a:extLst>
          </p:cNvPr>
          <p:cNvSpPr/>
          <p:nvPr/>
        </p:nvSpPr>
        <p:spPr>
          <a:xfrm>
            <a:off x="1547247" y="4295285"/>
            <a:ext cx="2475552" cy="58962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3512FF22-D857-F0B1-B6D9-F077D4AA06FF}"/>
              </a:ext>
            </a:extLst>
          </p:cNvPr>
          <p:cNvSpPr/>
          <p:nvPr/>
        </p:nvSpPr>
        <p:spPr>
          <a:xfrm>
            <a:off x="1547247" y="4978220"/>
            <a:ext cx="2475552" cy="58962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6FF6A6A2-A77F-34F6-AA8E-6BDB0A0696EA}"/>
              </a:ext>
            </a:extLst>
          </p:cNvPr>
          <p:cNvSpPr/>
          <p:nvPr/>
        </p:nvSpPr>
        <p:spPr>
          <a:xfrm>
            <a:off x="1547247" y="5661152"/>
            <a:ext cx="2475552" cy="58962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4" name="直線コネクタ 23">
            <a:extLst>
              <a:ext uri="{FF2B5EF4-FFF2-40B4-BE49-F238E27FC236}">
                <ns2:creationId id="{28929BAD-B913-E990-CAC8-C20A52549826}"/>
              </a:ext>
            </a:extLst>
          </p:cNvPr>
          <p:cNvCxnSpPr>
            <a:cxnSpLocks/>
          </p:cNvCxnSpPr>
          <p:nvPr/>
        </p:nvCxnSpPr>
        <p:spPr>
          <a:xfrm>
            <a:off x="1547247" y="4248632"/>
            <a:ext cx="24755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ns2:creationId id="{586C1EF7-0214-EA2D-BD2C-6827B6BD52AF}"/>
              </a:ext>
            </a:extLst>
          </p:cNvPr>
          <p:cNvCxnSpPr>
            <a:cxnSpLocks/>
          </p:cNvCxnSpPr>
          <p:nvPr/>
        </p:nvCxnSpPr>
        <p:spPr>
          <a:xfrm>
            <a:off x="1547247" y="4931567"/>
            <a:ext cx="24755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ns2:creationId id="{C6BC80D6-56F4-8A7E-E176-FB62442A77B6}"/>
              </a:ext>
            </a:extLst>
          </p:cNvPr>
          <p:cNvCxnSpPr>
            <a:cxnSpLocks/>
          </p:cNvCxnSpPr>
          <p:nvPr/>
        </p:nvCxnSpPr>
        <p:spPr>
          <a:xfrm>
            <a:off x="1547247" y="5614502"/>
            <a:ext cx="247555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楕円 71">
            <a:extLst>
              <a:ext uri="{FF2B5EF4-FFF2-40B4-BE49-F238E27FC236}">
                <ns2:creationId id="{8AE35656-F6B6-E80A-9806-2D6CEC01D604}"/>
              </a:ext>
            </a:extLst>
          </p:cNvPr>
          <p:cNvSpPr/>
          <p:nvPr/>
        </p:nvSpPr>
        <p:spPr>
          <a:xfrm>
            <a:off x="377129" y="2460618"/>
            <a:ext cx="221471" cy="22147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 sz="11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6" name="グラフィックス 75" descr="ブログ 単色塗りつぶし">
            <a:extLst>
              <a:ext uri="{FF2B5EF4-FFF2-40B4-BE49-F238E27FC236}">
                <ns2:creationId id="{1C9520C5-FABA-F9C6-CCC8-1AF4BCA628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1486572" y="2422426"/>
            <a:ext cx="277936" cy="277936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ns2:creationId id="{19D5E127-6944-0430-C4EC-4C1D15AB00A5}"/>
              </a:ext>
            </a:extLst>
          </p:cNvPr>
          <p:cNvGrpSpPr/>
          <p:nvPr/>
        </p:nvGrpSpPr>
        <p:grpSpPr>
          <a:xfrm>
            <a:off x="4224511" y="2424900"/>
            <a:ext cx="3748681" cy="3883824"/>
            <a:chOff x="4224511" y="2424900"/>
            <a:chExt cx="3748681" cy="3883824"/>
          </a:xfrm>
        </p:grpSpPr>
        <p:sp>
          <p:nvSpPr>
            <p:cNvPr id="30" name="正方形/長方形 29">
              <a:extLst>
                <a:ext uri="{FF2B5EF4-FFF2-40B4-BE49-F238E27FC236}">
                  <ns2:creationId id="{31B7C83B-AAA5-CB5E-3DB3-2C1C69D39B64}"/>
                </a:ext>
              </a:extLst>
            </p:cNvPr>
            <p:cNvSpPr/>
            <p:nvPr/>
          </p:nvSpPr>
          <p:spPr>
            <a:xfrm>
              <a:off x="4224511" y="2424900"/>
              <a:ext cx="3748681" cy="561188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/>
                <a:t>XX</a:t>
              </a:r>
              <a:r>
                <a:rPr lang="en-US" altLang="ja-JP" sz="1200" dirty="0"/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F96137BF-F035-0401-C86E-69213AD59520}"/>
                </a:ext>
              </a:extLst>
            </p:cNvPr>
            <p:cNvSpPr/>
            <p:nvPr/>
          </p:nvSpPr>
          <p:spPr>
            <a:xfrm>
              <a:off x="4224511" y="2986087"/>
              <a:ext cx="3748681" cy="33226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40A55C3B-AB7D-36AE-565C-5C2B4AD286AF}"/>
                </a:ext>
              </a:extLst>
            </p:cNvPr>
            <p:cNvSpPr/>
            <p:nvPr/>
          </p:nvSpPr>
          <p:spPr>
            <a:xfrm>
              <a:off x="4273175" y="3236912"/>
              <a:ext cx="459175" cy="30003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KGI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C1AFF3D-3727-6122-76D7-6F220396D38A}"/>
                </a:ext>
              </a:extLst>
            </p:cNvPr>
            <p:cNvSpPr/>
            <p:nvPr/>
          </p:nvSpPr>
          <p:spPr>
            <a:xfrm>
              <a:off x="4781011" y="3236912"/>
              <a:ext cx="3138943" cy="3000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3" name="直線コネクタ 42">
              <a:extLst>
                <a:ext uri="{FF2B5EF4-FFF2-40B4-BE49-F238E27FC236}">
                  <ns2:creationId id="{88FDB174-3D6C-B9F4-4EC8-B31B7AC7B919}"/>
                </a:ext>
              </a:extLst>
            </p:cNvPr>
            <p:cNvCxnSpPr>
              <a:cxnSpLocks/>
            </p:cNvCxnSpPr>
            <p:nvPr/>
          </p:nvCxnSpPr>
          <p:spPr>
            <a:xfrm>
              <a:off x="5431092" y="4931565"/>
              <a:ext cx="24755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ns2:creationId id="{07D32375-FA81-792E-0874-EF1EA667BEC7}"/>
                </a:ext>
              </a:extLst>
            </p:cNvPr>
            <p:cNvSpPr/>
            <p:nvPr/>
          </p:nvSpPr>
          <p:spPr>
            <a:xfrm>
              <a:off x="4273172" y="3612348"/>
              <a:ext cx="1157920" cy="12608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9388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83DBEFDC-63EB-A713-0176-BC6839717C60}"/>
                </a:ext>
              </a:extLst>
            </p:cNvPr>
            <p:cNvSpPr/>
            <p:nvPr/>
          </p:nvSpPr>
          <p:spPr>
            <a:xfrm>
              <a:off x="4273172" y="4989908"/>
              <a:ext cx="1157920" cy="12608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/>
                <a:t>XX</a:t>
              </a:r>
              <a:endParaRPr lang="en-US" altLang="ja-JP" sz="1200" dirty="0"/>
            </a:p>
            <a:p>
              <a:pPr algn="ctr"/>
              <a:r>
                <a:rPr lang="ja-JP" altLang="en-US" sz="1200" dirty="0"/>
                <a:t>XX</a:t>
              </a:r>
              <a:endParaRPr lang="en-US" altLang="ja-JP" sz="1200" dirty="0"/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92E0FFB4-A665-942C-B327-4CD487A529E0}"/>
                </a:ext>
              </a:extLst>
            </p:cNvPr>
            <p:cNvSpPr/>
            <p:nvPr/>
          </p:nvSpPr>
          <p:spPr>
            <a:xfrm>
              <a:off x="5431092" y="3612348"/>
              <a:ext cx="2475552" cy="12608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2899519A-C53A-CB36-A38C-11B9B2A7B9C3}"/>
                </a:ext>
              </a:extLst>
            </p:cNvPr>
            <p:cNvSpPr/>
            <p:nvPr/>
          </p:nvSpPr>
          <p:spPr>
            <a:xfrm>
              <a:off x="5431092" y="4989910"/>
              <a:ext cx="2475552" cy="12608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*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it-IT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楕円 72">
              <a:extLst>
                <a:ext uri="{FF2B5EF4-FFF2-40B4-BE49-F238E27FC236}">
                  <ns2:creationId id="{006537AA-5699-83F0-F458-2542ED93BC43}"/>
                </a:ext>
              </a:extLst>
            </p:cNvPr>
            <p:cNvSpPr/>
            <p:nvPr/>
          </p:nvSpPr>
          <p:spPr>
            <a:xfrm>
              <a:off x="4255326" y="2460618"/>
              <a:ext cx="221471" cy="22147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グラフィックス 76" descr="フォルダー検索 単色塗りつぶし">
              <a:extLst>
                <a:ext uri="{FF2B5EF4-FFF2-40B4-BE49-F238E27FC236}">
                  <ns2:creationId id="{15E94F8A-79F5-D929-7B32-C99B925CDC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5225066" y="2447536"/>
              <a:ext cx="330721" cy="330721"/>
            </a:xfrm>
            <a:prstGeom prst="rect">
              <a:avLst/>
            </a:prstGeom>
          </p:spPr>
        </p:pic>
      </p:grpSp>
      <p:grpSp>
        <p:nvGrpSpPr>
          <p:cNvPr id="82" name="グループ化 81">
            <a:extLst>
              <a:ext uri="{FF2B5EF4-FFF2-40B4-BE49-F238E27FC236}">
                <ns2:creationId id="{ABFB97E8-B274-99CE-5579-D28519D4470B}"/>
              </a:ext>
            </a:extLst>
          </p:cNvPr>
          <p:cNvGrpSpPr/>
          <p:nvPr/>
        </p:nvGrpSpPr>
        <p:grpSpPr>
          <a:xfrm>
            <a:off x="8108356" y="2424900"/>
            <a:ext cx="3748681" cy="3883824"/>
            <a:chOff x="8108356" y="2424900"/>
            <a:chExt cx="3748681" cy="3883824"/>
          </a:xfrm>
        </p:grpSpPr>
        <p:sp>
          <p:nvSpPr>
            <p:cNvPr id="47" name="正方形/長方形 46">
              <a:extLst>
                <a:ext uri="{FF2B5EF4-FFF2-40B4-BE49-F238E27FC236}">
                  <ns2:creationId id="{7176C9D6-B5A4-D26A-8400-A994C4DC345E}"/>
                </a:ext>
              </a:extLst>
            </p:cNvPr>
            <p:cNvSpPr/>
            <p:nvPr/>
          </p:nvSpPr>
          <p:spPr>
            <a:xfrm>
              <a:off x="8108356" y="2424900"/>
              <a:ext cx="3748681" cy="561188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/>
                <a:t>XX</a:t>
              </a:r>
              <a:r>
                <a:rPr lang="en-US" altLang="ja-JP" sz="1200" dirty="0"/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AF29EE2D-CE14-1A19-28F0-A20A7CAD6D3A}"/>
                </a:ext>
              </a:extLst>
            </p:cNvPr>
            <p:cNvSpPr/>
            <p:nvPr/>
          </p:nvSpPr>
          <p:spPr>
            <a:xfrm>
              <a:off x="8108356" y="2986087"/>
              <a:ext cx="3748681" cy="33226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9DBA4424-7CFC-05D9-DB84-E2722C88A7F8}"/>
                </a:ext>
              </a:extLst>
            </p:cNvPr>
            <p:cNvSpPr/>
            <p:nvPr/>
          </p:nvSpPr>
          <p:spPr>
            <a:xfrm>
              <a:off x="8157020" y="3236912"/>
              <a:ext cx="459175" cy="30003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KGI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3B46FF06-C59D-91BC-59B3-4B2284D66D98}"/>
                </a:ext>
              </a:extLst>
            </p:cNvPr>
            <p:cNvSpPr/>
            <p:nvPr/>
          </p:nvSpPr>
          <p:spPr>
            <a:xfrm>
              <a:off x="8664856" y="3236912"/>
              <a:ext cx="3138943" cy="3000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E2D5DAC1-2F88-B1A6-B0A3-BC80AF1966A6}"/>
                </a:ext>
              </a:extLst>
            </p:cNvPr>
            <p:cNvSpPr/>
            <p:nvPr/>
          </p:nvSpPr>
          <p:spPr>
            <a:xfrm>
              <a:off x="8157017" y="3612348"/>
              <a:ext cx="1157920" cy="12608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68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/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74F259E9-3F15-FEE9-BED6-724D780A2792}"/>
                </a:ext>
              </a:extLst>
            </p:cNvPr>
            <p:cNvSpPr/>
            <p:nvPr/>
          </p:nvSpPr>
          <p:spPr>
            <a:xfrm>
              <a:off x="8157017" y="4989908"/>
              <a:ext cx="1157920" cy="12608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68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/>
                <a:t>XX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22BFBA64-72C4-C2D5-25AD-FDBC3FC3446C}"/>
                </a:ext>
              </a:extLst>
            </p:cNvPr>
            <p:cNvSpPr/>
            <p:nvPr/>
          </p:nvSpPr>
          <p:spPr>
            <a:xfrm>
              <a:off x="9314937" y="3612348"/>
              <a:ext cx="2475552" cy="12608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Office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98A9542F-9CB7-7B05-1BC0-949C112B6FD0}"/>
                </a:ext>
              </a:extLst>
            </p:cNvPr>
            <p:cNvSpPr/>
            <p:nvPr/>
          </p:nvSpPr>
          <p:spPr>
            <a:xfrm>
              <a:off x="9314937" y="4989910"/>
              <a:ext cx="2475552" cy="12608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5" name="直線コネクタ 54">
              <a:extLst>
                <a:ext uri="{FF2B5EF4-FFF2-40B4-BE49-F238E27FC236}">
                  <ns2:creationId id="{13F80B09-EABB-F779-E7C2-1A30F7BEA311}"/>
                </a:ext>
              </a:extLst>
            </p:cNvPr>
            <p:cNvCxnSpPr>
              <a:cxnSpLocks/>
            </p:cNvCxnSpPr>
            <p:nvPr/>
          </p:nvCxnSpPr>
          <p:spPr>
            <a:xfrm>
              <a:off x="9314937" y="4931565"/>
              <a:ext cx="24755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ns2:creationId id="{2496D349-861E-689F-F587-80CA7408F7BB}"/>
                </a:ext>
              </a:extLst>
            </p:cNvPr>
            <p:cNvSpPr/>
            <p:nvPr/>
          </p:nvSpPr>
          <p:spPr>
            <a:xfrm>
              <a:off x="8210534" y="4171744"/>
              <a:ext cx="1050883" cy="55840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369A6AB7-0FB1-CD9A-3A13-9F7C2D2B8203}"/>
                </a:ext>
              </a:extLst>
            </p:cNvPr>
            <p:cNvSpPr/>
            <p:nvPr/>
          </p:nvSpPr>
          <p:spPr>
            <a:xfrm>
              <a:off x="8210534" y="5511998"/>
              <a:ext cx="1050883" cy="55840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4" name="楕円 73">
              <a:extLst>
                <a:ext uri="{FF2B5EF4-FFF2-40B4-BE49-F238E27FC236}">
                  <ns2:creationId id="{605BCEF6-413E-26D6-0C00-4E9F1482A789}"/>
                </a:ext>
              </a:extLst>
            </p:cNvPr>
            <p:cNvSpPr/>
            <p:nvPr/>
          </p:nvSpPr>
          <p:spPr>
            <a:xfrm>
              <a:off x="8157017" y="2460618"/>
              <a:ext cx="221471" cy="22147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UI UX 単色塗りつぶし">
              <a:extLst>
                <a:ext uri="{FF2B5EF4-FFF2-40B4-BE49-F238E27FC236}">
                  <ns2:creationId id="{F22EF272-1A8B-13CE-25C8-DAA871CE5D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8984216" y="2470822"/>
              <a:ext cx="330721" cy="330721"/>
            </a:xfrm>
            <a:prstGeom prst="rect">
              <a:avLst/>
            </a:prstGeom>
          </p:spPr>
        </p:pic>
      </p:grpSp>
      <p:grpSp>
        <p:nvGrpSpPr>
          <p:cNvPr id="83" name="グループ化 82">
            <a:extLst>
              <a:ext uri="{FF2B5EF4-FFF2-40B4-BE49-F238E27FC236}">
                <ns2:creationId id="{2BA0E96F-9F10-597D-85EC-68026D0E82B3}"/>
              </a:ext>
            </a:extLst>
          </p:cNvPr>
          <p:cNvGrpSpPr/>
          <p:nvPr/>
        </p:nvGrpSpPr>
        <p:grpSpPr>
          <a:xfrm>
            <a:off x="4985803" y="1628776"/>
            <a:ext cx="2228850" cy="427038"/>
            <a:chOff x="4985803" y="1628776"/>
            <a:chExt cx="2228850" cy="427038"/>
          </a:xfrm>
        </p:grpSpPr>
        <p:sp>
          <p:nvSpPr>
            <p:cNvPr id="7" name="正方形/長方形 6">
              <a:extLst>
                <a:ext uri="{FF2B5EF4-FFF2-40B4-BE49-F238E27FC236}">
                  <ns2:creationId id="{AFD068EE-305D-A1AC-BBA8-F48CD4EFB947}"/>
                </a:ext>
              </a:extLst>
            </p:cNvPr>
            <p:cNvSpPr/>
            <p:nvPr/>
          </p:nvSpPr>
          <p:spPr>
            <a:xfrm>
              <a:off x="4985803" y="1628776"/>
              <a:ext cx="2228850" cy="427038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71463"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9" name="グラフィックス 78" descr="ブロックチェーン 単色塗りつぶし">
              <a:extLst>
                <a:ext uri="{FF2B5EF4-FFF2-40B4-BE49-F238E27FC236}">
                  <ns2:creationId id="{889139EB-76DB-93FC-B3F3-6DF52E804C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390426" y="1683557"/>
              <a:ext cx="330721" cy="330721"/>
            </a:xfrm>
            <a:prstGeom prst="rect">
              <a:avLst/>
            </a:prstGeom>
          </p:spPr>
        </p:pic>
      </p:grpSp>
      <p:sp>
        <p:nvSpPr>
          <p:cNvPr id="5" name="四角形: 角を丸くする 4">
            <a:extLst>
              <a:ext uri="{FF2B5EF4-FFF2-40B4-BE49-F238E27FC236}">
                <ns2:creationId id="{EE2976F5-E4F9-6A7D-945D-9D3B96B8C6D0}"/>
              </a:ext>
            </a:extLst>
          </p:cNvPr>
          <p:cNvSpPr/>
          <p:nvPr/>
        </p:nvSpPr>
        <p:spPr>
          <a:xfrm>
            <a:off x="4400985" y="2735263"/>
            <a:ext cx="3533652" cy="229392"/>
          </a:xfrm>
          <a:prstGeom prst="roundRect">
            <a:avLst>
              <a:gd name="adj" fmla="val 50000"/>
            </a:avLst>
          </a:prstGeom>
          <a:solidFill>
            <a:schemeClr val="bg1"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ns2:creationId id="{BE576E40-A9D4-4844-300F-AE7DB1B97751}"/>
              </a:ext>
            </a:extLst>
          </p:cNvPr>
          <p:cNvSpPr/>
          <p:nvPr/>
        </p:nvSpPr>
        <p:spPr>
          <a:xfrm>
            <a:off x="8270147" y="2735263"/>
            <a:ext cx="3533652" cy="229392"/>
          </a:xfrm>
          <a:prstGeom prst="roundRect">
            <a:avLst>
              <a:gd name="adj" fmla="val 50000"/>
            </a:avLst>
          </a:prstGeom>
          <a:solidFill>
            <a:schemeClr val="bg1"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9" name="コネクタ: カギ線 28">
            <a:extLst>
              <a:ext uri="{FF2B5EF4-FFF2-40B4-BE49-F238E27FC236}">
                <ns2:creationId id="{E35E486B-4694-B923-8C1A-18A0A4ED1D52}"/>
              </a:ext>
            </a:extLst>
          </p:cNvPr>
          <p:cNvCxnSpPr>
            <a:stCxn id="7" idx="2"/>
            <a:endCxn id="30" idx="0"/>
          </p:cNvCxnSpPr>
          <p:nvPr/>
        </p:nvCxnSpPr>
        <p:spPr>
          <a:xfrm rot="5400000">
            <a:off x="5914997" y="2239669"/>
            <a:ext cx="369086" cy="137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990070076"/>
      </p:ext>
    </p:extLst>
  </p:cSld>
  <p:clrMapOvr>
    <a:masterClrMapping/>
  </p:clrMapOvr>
</p:sld>
</file>

<file path=ppt/slides/slide63.xml><?xml version="1.0" encoding="utf-8"?>
<p:sld xmlns:a="http://schemas.openxmlformats.org/drawingml/2006/main" xmlns:ns2="http://schemas.microsoft.com/office/drawing/2014/main" xmlns:ns4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5BC4C7E-FF44-4737-1375-559C06964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B193418-86AC-D455-18E8-112408ED1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br>
              <a:rPr kumimoji="1" lang="en-US" altLang="ja-JP"/>
            </a:br>
            <a:r>
              <a:rPr kumimoji="1" lang="ja-JP" altLang="en-US"/>
              <a:t>XX</a:t>
            </a: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2AD4AAF2-0A03-BC10-F415-BADFE51AD12C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XX</a:t>
            </a:r>
          </a:p>
        </p:txBody>
      </p:sp>
      <p:grpSp>
        <p:nvGrpSpPr>
          <p:cNvPr id="14" name="グループ化 13">
            <a:extLst>
              <a:ext uri="{FF2B5EF4-FFF2-40B4-BE49-F238E27FC236}">
                <ns2:creationId id="{C4EF405A-B349-A9B4-D7E2-C653B2BF7BE1}"/>
              </a:ext>
            </a:extLst>
          </p:cNvPr>
          <p:cNvGrpSpPr/>
          <p:nvPr/>
        </p:nvGrpSpPr>
        <p:grpSpPr>
          <a:xfrm>
            <a:off x="335371" y="1628775"/>
            <a:ext cx="6139094" cy="4679329"/>
            <a:chOff x="335371" y="1628775"/>
            <a:chExt cx="6139094" cy="4679329"/>
          </a:xfrm>
        </p:grpSpPr>
        <p:sp>
          <p:nvSpPr>
            <p:cNvPr id="16" name="Freeform 5">
              <a:extLst>
                <a:ext uri="{FF2B5EF4-FFF2-40B4-BE49-F238E27FC236}">
                  <ns2:creationId id="{39C19B83-4873-206D-C7AF-3BEF4C4878F2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5371" y="1628775"/>
              <a:ext cx="5804134" cy="413760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8" h="413760">
                  <a:moveTo>
                    <a:pt x="0" y="0"/>
                  </a:moveTo>
                  <a:lnTo>
                    <a:pt x="2704" y="0"/>
                  </a:lnTo>
                  <a:lnTo>
                    <a:pt x="2738" y="413760"/>
                  </a:lnTo>
                  <a:lnTo>
                    <a:pt x="0" y="413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tIns="0" bIns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ホームベース 64">
              <a:extLst>
                <a:ext uri="{FF2B5EF4-FFF2-40B4-BE49-F238E27FC236}">
                  <ns2:creationId id="{5D2FC9CB-8E2A-2042-92DA-BD5AAA00452A}"/>
                </a:ext>
              </a:extLst>
            </p:cNvPr>
            <p:cNvSpPr/>
            <p:nvPr/>
          </p:nvSpPr>
          <p:spPr>
            <a:xfrm>
              <a:off x="335372" y="1628775"/>
              <a:ext cx="6139093" cy="4679329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0A198553-05B4-763A-3F88-5F85763EB2BA}"/>
                </a:ext>
              </a:extLst>
            </p:cNvPr>
            <p:cNvSpPr/>
            <p:nvPr/>
          </p:nvSpPr>
          <p:spPr>
            <a:xfrm>
              <a:off x="393963" y="2134508"/>
              <a:ext cx="996343" cy="540000"/>
            </a:xfrm>
            <a:prstGeom prst="rect">
              <a:avLst/>
            </a:prstGeom>
            <a:noFill/>
            <a:ln w="2540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3B6A4D4E-859F-3E7B-58D9-AC407DA3C210}"/>
                </a:ext>
              </a:extLst>
            </p:cNvPr>
            <p:cNvSpPr/>
            <p:nvPr/>
          </p:nvSpPr>
          <p:spPr>
            <a:xfrm>
              <a:off x="1390307" y="2134508"/>
              <a:ext cx="4705694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it-IT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it-IT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it-IT" altLang="ja-JP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marR="0" lvl="1" indent="-171450" algn="l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pis For Office"/>
                <a:buChar char="▶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2" name="AutoShape 2">
              <a:extLst>
                <a:ext uri="{FF2B5EF4-FFF2-40B4-BE49-F238E27FC236}">
                  <ns2:creationId id="{E43A25EC-9AF9-FA87-E903-CD4EB6823727}"/>
                </a:ext>
              </a:extLst>
            </p:cNvPr>
            <p:cNvSpPr>
              <a:spLocks noChangeArrowheads="1"/>
            </p:cNvSpPr>
            <p:nvPr>
              <p:custDataLst>
                <p:tags r:id="rId4"/>
              </p:custDataLst>
            </p:nvPr>
          </p:nvSpPr>
          <p:spPr bwMode="auto">
            <a:xfrm rot="16200000" flipH="1">
              <a:off x="3209141" y="1709767"/>
              <a:ext cx="285750" cy="2414819"/>
            </a:xfrm>
            <a:prstGeom prst="homePlate">
              <a:avLst>
                <a:gd name="adj" fmla="val 100000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  <a:effectLst/>
          </p:spPr>
          <p:txBody>
            <a:bodyPr vert="eaVert" wrap="none" lIns="0" tIns="0" rIns="0" bIns="0" anchor="t" anchorCtr="0"/>
            <a:lstStyle/>
            <a:p>
              <a:pPr algn="ctr"/>
              <a:r>
                <a:rPr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3D58B24E-DC6F-3C8F-6BEE-7B9D038A395C}"/>
                </a:ext>
              </a:extLst>
            </p:cNvPr>
            <p:cNvSpPr/>
            <p:nvPr/>
          </p:nvSpPr>
          <p:spPr>
            <a:xfrm>
              <a:off x="594311" y="3094427"/>
              <a:ext cx="5515410" cy="21588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9A25ECE3-872F-9FB7-8F5B-8082E3F4E08B}"/>
                </a:ext>
              </a:extLst>
            </p:cNvPr>
            <p:cNvSpPr/>
            <p:nvPr/>
          </p:nvSpPr>
          <p:spPr>
            <a:xfrm>
              <a:off x="393963" y="3346907"/>
              <a:ext cx="2448000" cy="3600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05300185-FDFA-8F07-77E1-2E65CD1A9F32}"/>
                </a:ext>
              </a:extLst>
            </p:cNvPr>
            <p:cNvSpPr/>
            <p:nvPr/>
          </p:nvSpPr>
          <p:spPr>
            <a:xfrm>
              <a:off x="3000513" y="3346907"/>
              <a:ext cx="3295389" cy="3600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BBA0FF64-CF4E-C327-E7E2-943B5A6B4E96}"/>
                </a:ext>
              </a:extLst>
            </p:cNvPr>
            <p:cNvSpPr/>
            <p:nvPr/>
          </p:nvSpPr>
          <p:spPr>
            <a:xfrm>
              <a:off x="393963" y="3983656"/>
              <a:ext cx="576942" cy="223934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54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it-IT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2B329442-6F65-BA82-58FF-B6C0129DB0DB}"/>
                </a:ext>
              </a:extLst>
            </p:cNvPr>
            <p:cNvSpPr/>
            <p:nvPr/>
          </p:nvSpPr>
          <p:spPr>
            <a:xfrm>
              <a:off x="1029398" y="3983656"/>
              <a:ext cx="920191" cy="22393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06" name="グループ化 105">
              <a:extLst>
                <a:ext uri="{FF2B5EF4-FFF2-40B4-BE49-F238E27FC236}">
                  <ns2:creationId id="{3FEE2648-02D5-F9E3-F6B8-078FEFD872B1}"/>
                </a:ext>
              </a:extLst>
            </p:cNvPr>
            <p:cNvGrpSpPr/>
            <p:nvPr/>
          </p:nvGrpSpPr>
          <p:grpSpPr>
            <a:xfrm>
              <a:off x="2372654" y="3983656"/>
              <a:ext cx="469309" cy="2239345"/>
              <a:chOff x="2232431" y="3983656"/>
              <a:chExt cx="454640" cy="2239345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BB95C8D3-9703-F1DA-7623-841B7E6C7D0D}"/>
                  </a:ext>
                </a:extLst>
              </p:cNvPr>
              <p:cNvSpPr/>
              <p:nvPr/>
            </p:nvSpPr>
            <p:spPr>
              <a:xfrm>
                <a:off x="2232431" y="3983656"/>
                <a:ext cx="454640" cy="1533225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9525">
                <a:solidFill>
                  <a:srgbClr val="4CA64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BDA5F1A7-5101-8CCC-903B-43E976E47245}"/>
                  </a:ext>
                </a:extLst>
              </p:cNvPr>
              <p:cNvSpPr/>
              <p:nvPr/>
            </p:nvSpPr>
            <p:spPr>
              <a:xfrm>
                <a:off x="2232431" y="5516881"/>
                <a:ext cx="454640" cy="70612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02" name="グループ化 101">
              <a:extLst>
                <a:ext uri="{FF2B5EF4-FFF2-40B4-BE49-F238E27FC236}">
                  <ns2:creationId id="{6F00304B-7488-939E-9487-7842F19546D2}"/>
                </a:ext>
              </a:extLst>
            </p:cNvPr>
            <p:cNvGrpSpPr/>
            <p:nvPr/>
          </p:nvGrpSpPr>
          <p:grpSpPr>
            <a:xfrm>
              <a:off x="2041002" y="3983656"/>
              <a:ext cx="331652" cy="2239344"/>
              <a:chOff x="1911146" y="3983656"/>
              <a:chExt cx="321285" cy="2239344"/>
            </a:xfrm>
          </p:grpSpPr>
          <p:cxnSp>
            <p:nvCxnSpPr>
              <p:cNvPr id="59" name="直線コネクタ 58">
                <a:extLst>
                  <a:ext uri="{FF2B5EF4-FFF2-40B4-BE49-F238E27FC236}">
                    <ns2:creationId id="{61F77B22-835D-45D7-F891-82F7A925CE96}"/>
                  </a:ext>
                </a:extLst>
              </p:cNvPr>
              <p:cNvCxnSpPr/>
              <p:nvPr/>
            </p:nvCxnSpPr>
            <p:spPr>
              <a:xfrm>
                <a:off x="1911146" y="3983656"/>
                <a:ext cx="0" cy="2239344"/>
              </a:xfrm>
              <a:prstGeom prst="line">
                <a:avLst/>
              </a:prstGeom>
              <a:ln w="3175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線コネクタ 73">
                <a:extLst>
                  <a:ext uri="{FF2B5EF4-FFF2-40B4-BE49-F238E27FC236}">
                    <ns2:creationId id="{B51EB6AC-C1E9-0B83-50EE-40A6B172F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11146" y="5869941"/>
                <a:ext cx="321285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2" name="直線コネクタ 81">
              <a:extLst>
                <a:ext uri="{FF2B5EF4-FFF2-40B4-BE49-F238E27FC236}">
                  <ns2:creationId id="{46670603-3E7D-DB3E-9566-C782459ADC4E}"/>
                </a:ext>
              </a:extLst>
            </p:cNvPr>
            <p:cNvCxnSpPr>
              <a:cxnSpLocks/>
            </p:cNvCxnSpPr>
            <p:nvPr/>
          </p:nvCxnSpPr>
          <p:spPr>
            <a:xfrm>
              <a:off x="2841963" y="3983656"/>
              <a:ext cx="158547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コネクタ 84">
              <a:extLst>
                <a:ext uri="{FF2B5EF4-FFF2-40B4-BE49-F238E27FC236}">
                  <ns2:creationId id="{F550B6D7-7F1C-E2E1-B589-C7DDD0DE0E52}"/>
                </a:ext>
              </a:extLst>
            </p:cNvPr>
            <p:cNvCxnSpPr>
              <a:cxnSpLocks/>
            </p:cNvCxnSpPr>
            <p:nvPr/>
          </p:nvCxnSpPr>
          <p:spPr>
            <a:xfrm>
              <a:off x="2841963" y="5516881"/>
              <a:ext cx="158547" cy="706118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ns2:creationId id="{54A1B085-DA25-E2E5-6B4A-ADCEFAFAAC7D}"/>
                </a:ext>
              </a:extLst>
            </p:cNvPr>
            <p:cNvGrpSpPr/>
            <p:nvPr/>
          </p:nvGrpSpPr>
          <p:grpSpPr>
            <a:xfrm>
              <a:off x="3000513" y="3976156"/>
              <a:ext cx="3295389" cy="2246845"/>
              <a:chOff x="2900304" y="3976156"/>
              <a:chExt cx="3295389" cy="2246845"/>
            </a:xfrm>
          </p:grpSpPr>
          <p:graphicFrame>
            <p:nvGraphicFramePr>
              <p:cNvPr id="89" name="グラフ 88">
                <a:extLst>
                  <a:ext uri="{FF2B5EF4-FFF2-40B4-BE49-F238E27FC236}">
                    <ns2:creationId id="{E435AEC3-6284-ED32-613B-8CBB6BCD17B0}"/>
                  </a:ext>
                </a:extLst>
              </p:cNvPr>
              <p:cNvGraphicFramePr/>
              <p:nvPr/>
            </p:nvGraphicFramePr>
            <p:xfrm>
              <a:off x="3657701" y="3976156"/>
              <a:ext cx="1880675" cy="879001"/>
            </p:xfrm>
            <a:graphic>
              <a:graphicData uri="http://schemas.openxmlformats.org/drawingml/2006/chart">
                <ns4:chart r:id="rId6"/>
              </a:graphicData>
            </a:graphic>
          </p:graphicFrame>
          <p:grpSp>
            <p:nvGrpSpPr>
              <p:cNvPr id="105" name="グループ化 104">
                <a:extLst>
                  <a:ext uri="{FF2B5EF4-FFF2-40B4-BE49-F238E27FC236}">
                    <ns2:creationId id="{6A18EDD1-22EC-A87A-261D-73197AE9F390}"/>
                  </a:ext>
                </a:extLst>
              </p:cNvPr>
              <p:cNvGrpSpPr/>
              <p:nvPr/>
            </p:nvGrpSpPr>
            <p:grpSpPr>
              <a:xfrm>
                <a:off x="2900304" y="3983656"/>
                <a:ext cx="469309" cy="2239345"/>
                <a:chOff x="2802182" y="3983656"/>
                <a:chExt cx="454640" cy="2239345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D7B94216-80FD-43AD-471B-F5E91B71541D}"/>
                    </a:ext>
                  </a:extLst>
                </p:cNvPr>
                <p:cNvSpPr/>
                <p:nvPr/>
              </p:nvSpPr>
              <p:spPr>
                <a:xfrm>
                  <a:off x="2802182" y="3983656"/>
                  <a:ext cx="454640" cy="864000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en-US" altLang="ja-JP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kumimoji="1" lang="ja-JP" altLang="en-US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ns2:creationId id="{C432802B-5BF1-EA0B-A4D2-31020CDF9445}"/>
                    </a:ext>
                  </a:extLst>
                </p:cNvPr>
                <p:cNvSpPr/>
                <p:nvPr/>
              </p:nvSpPr>
              <p:spPr>
                <a:xfrm>
                  <a:off x="2802182" y="4847656"/>
                  <a:ext cx="454640" cy="864000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en-US" altLang="ja-JP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kumimoji="1" lang="ja-JP" altLang="en-US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2" name="正方形/長方形 31">
                  <a:extLst>
                    <a:ext uri="{FF2B5EF4-FFF2-40B4-BE49-F238E27FC236}">
                      <ns2:creationId id="{B39C20A0-9C27-C342-234D-4E94601425DA}"/>
                    </a:ext>
                  </a:extLst>
                </p:cNvPr>
                <p:cNvSpPr/>
                <p:nvPr/>
              </p:nvSpPr>
              <p:spPr>
                <a:xfrm>
                  <a:off x="2802182" y="5711657"/>
                  <a:ext cx="454640" cy="511344"/>
                </a:xfrm>
                <a:prstGeom prst="rect">
                  <a:avLst/>
                </a:prstGeom>
                <a:solidFill>
                  <a:srgbClr val="008000">
                    <a:alpha val="3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zh-TW" altLang="en-US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zh-TW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zh-TW" altLang="en-US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zh-TW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en-US" altLang="zh-TW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r>
                    <a:rPr kumimoji="1" lang="zh-TW" altLang="en-US" sz="9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38" name="正方形/長方形 37">
                <a:extLst>
                  <a:ext uri="{FF2B5EF4-FFF2-40B4-BE49-F238E27FC236}">
                    <ns2:creationId id="{BDC8C841-DE5D-C231-854E-E9AD1279B626}"/>
                  </a:ext>
                </a:extLst>
              </p:cNvPr>
              <p:cNvSpPr/>
              <p:nvPr/>
            </p:nvSpPr>
            <p:spPr>
              <a:xfrm>
                <a:off x="4971693" y="3983656"/>
                <a:ext cx="1224000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58FDA353-1D35-16DA-2D70-FAC90369D8E3}"/>
                  </a:ext>
                </a:extLst>
              </p:cNvPr>
              <p:cNvSpPr/>
              <p:nvPr/>
            </p:nvSpPr>
            <p:spPr>
              <a:xfrm>
                <a:off x="3428752" y="4144749"/>
                <a:ext cx="864000" cy="6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2AA1830B-612A-600E-52E5-82A4248C56AD}"/>
                  </a:ext>
                </a:extLst>
              </p:cNvPr>
              <p:cNvSpPr/>
              <p:nvPr/>
            </p:nvSpPr>
            <p:spPr>
              <a:xfrm>
                <a:off x="3428752" y="3983656"/>
                <a:ext cx="864000" cy="14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3E147266-3167-145E-180B-CEDC5BDF1F92}"/>
                  </a:ext>
                </a:extLst>
              </p:cNvPr>
              <p:cNvSpPr/>
              <p:nvPr/>
            </p:nvSpPr>
            <p:spPr>
              <a:xfrm>
                <a:off x="3522759" y="5023984"/>
                <a:ext cx="2313871" cy="51134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E4F467A5-0981-89C8-22CC-2903C6B89277}"/>
                  </a:ext>
                </a:extLst>
              </p:cNvPr>
              <p:cNvSpPr/>
              <p:nvPr/>
            </p:nvSpPr>
            <p:spPr>
              <a:xfrm>
                <a:off x="3522759" y="5759854"/>
                <a:ext cx="2176222" cy="41495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it-IT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FB7C0972-CDFC-EAE9-6113-9E95C5899590}"/>
                  </a:ext>
                </a:extLst>
              </p:cNvPr>
              <p:cNvSpPr/>
              <p:nvPr/>
            </p:nvSpPr>
            <p:spPr>
              <a:xfrm>
                <a:off x="4971693" y="4144748"/>
                <a:ext cx="1224000" cy="648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8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5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03" name="グループ化 102">
                <a:extLst>
                  <a:ext uri="{FF2B5EF4-FFF2-40B4-BE49-F238E27FC236}">
                    <ns2:creationId id="{49105B82-5D22-285A-06CA-47C161D7EAAF}"/>
                  </a:ext>
                </a:extLst>
              </p:cNvPr>
              <p:cNvGrpSpPr/>
              <p:nvPr/>
            </p:nvGrpSpPr>
            <p:grpSpPr>
              <a:xfrm>
                <a:off x="3369615" y="5759853"/>
                <a:ext cx="93452" cy="414952"/>
                <a:chOff x="3256823" y="5759853"/>
                <a:chExt cx="90531" cy="414952"/>
              </a:xfrm>
            </p:grpSpPr>
            <p:cxnSp>
              <p:nvCxnSpPr>
                <p:cNvPr id="76" name="直線コネクタ 75">
                  <a:extLst>
                    <a:ext uri="{FF2B5EF4-FFF2-40B4-BE49-F238E27FC236}">
                      <ns2:creationId id="{32F2B2B3-BB50-4F51-A08B-9A25CB28474E}"/>
                    </a:ext>
                  </a:extLst>
                </p:cNvPr>
                <p:cNvCxnSpPr/>
                <p:nvPr/>
              </p:nvCxnSpPr>
              <p:spPr>
                <a:xfrm>
                  <a:off x="3347354" y="5759853"/>
                  <a:ext cx="0" cy="414952"/>
                </a:xfrm>
                <a:prstGeom prst="line">
                  <a:avLst/>
                </a:prstGeom>
                <a:ln w="317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直線コネクタ 77">
                  <a:extLst>
                    <a:ext uri="{FF2B5EF4-FFF2-40B4-BE49-F238E27FC236}">
                      <ns2:creationId id="{4E88B5F0-B0A6-CBFC-E541-A61006C198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3302089" y="5922065"/>
                  <a:ext cx="0" cy="90531"/>
                </a:xfrm>
                <a:prstGeom prst="line">
                  <a:avLst/>
                </a:prstGeom>
                <a:ln w="9525">
                  <a:solidFill>
                    <a:srgbClr val="008000"/>
                  </a:solidFill>
                  <a:headEnd type="none" w="med" len="med"/>
                  <a:tailEnd type="oval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4" name="グループ化 103">
                <a:extLst>
                  <a:ext uri="{FF2B5EF4-FFF2-40B4-BE49-F238E27FC236}">
                    <ns2:creationId id="{DA059668-B717-63C6-5BDC-4C689B769024}"/>
                  </a:ext>
                </a:extLst>
              </p:cNvPr>
              <p:cNvGrpSpPr/>
              <p:nvPr/>
            </p:nvGrpSpPr>
            <p:grpSpPr>
              <a:xfrm>
                <a:off x="3369615" y="5023984"/>
                <a:ext cx="93452" cy="511344"/>
                <a:chOff x="3256823" y="5023984"/>
                <a:chExt cx="90531" cy="511344"/>
              </a:xfrm>
            </p:grpSpPr>
            <p:cxnSp>
              <p:nvCxnSpPr>
                <p:cNvPr id="79" name="直線コネクタ 78">
                  <a:extLst>
                    <a:ext uri="{FF2B5EF4-FFF2-40B4-BE49-F238E27FC236}">
                      <ns2:creationId id="{BB82C0D3-995F-6F1F-D540-4FD9A2DE3F6C}"/>
                    </a:ext>
                  </a:extLst>
                </p:cNvPr>
                <p:cNvCxnSpPr/>
                <p:nvPr/>
              </p:nvCxnSpPr>
              <p:spPr>
                <a:xfrm>
                  <a:off x="3347354" y="5023984"/>
                  <a:ext cx="0" cy="511344"/>
                </a:xfrm>
                <a:prstGeom prst="line">
                  <a:avLst/>
                </a:prstGeom>
                <a:ln w="317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直線コネクタ 79">
                  <a:extLst>
                    <a:ext uri="{FF2B5EF4-FFF2-40B4-BE49-F238E27FC236}">
                      <ns2:creationId id="{707AADC5-AEFA-7C77-0A28-C5B500A493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3302089" y="5234392"/>
                  <a:ext cx="0" cy="90531"/>
                </a:xfrm>
                <a:prstGeom prst="line">
                  <a:avLst/>
                </a:prstGeom>
                <a:ln w="9525">
                  <a:solidFill>
                    <a:srgbClr val="008000"/>
                  </a:solidFill>
                  <a:headEnd type="none" w="med" len="med"/>
                  <a:tailEnd type="oval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3" name="グループ化 32">
            <a:extLst>
              <a:ext uri="{FF2B5EF4-FFF2-40B4-BE49-F238E27FC236}">
                <ns2:creationId id="{DFDEF32C-766F-FA69-31E0-B9E17AF5144E}"/>
              </a:ext>
            </a:extLst>
          </p:cNvPr>
          <p:cNvGrpSpPr/>
          <p:nvPr/>
        </p:nvGrpSpPr>
        <p:grpSpPr>
          <a:xfrm>
            <a:off x="6527396" y="1628775"/>
            <a:ext cx="5333151" cy="4679329"/>
            <a:chOff x="6590712" y="1628775"/>
            <a:chExt cx="5333151" cy="4679329"/>
          </a:xfrm>
        </p:grpSpPr>
        <p:sp>
          <p:nvSpPr>
            <p:cNvPr id="15" name="Text Placeholder 7">
              <a:extLst>
                <a:ext uri="{FF2B5EF4-FFF2-40B4-BE49-F238E27FC236}">
                  <ns2:creationId id="{78E8010B-E2D5-E4B0-299C-74ABBCB57F48}"/>
                </a:ext>
              </a:extLst>
            </p:cNvPr>
            <p:cNvSpPr txBox="1">
              <a:spLocks/>
            </p:cNvSpPr>
            <p:nvPr>
              <p:custDataLst>
                <p:tags r:id="rId1"/>
              </p:custDataLst>
            </p:nvPr>
          </p:nvSpPr>
          <p:spPr>
            <a:xfrm>
              <a:off x="6590712" y="2042535"/>
              <a:ext cx="5333151" cy="4265569"/>
            </a:xfrm>
            <a:prstGeom prst="rect">
              <a:avLst/>
            </a:prstGeom>
            <a:ln w="9525" cmpd="sng">
              <a:solidFill>
                <a:srgbClr val="008000"/>
              </a:solidFill>
              <a:prstDash val="solid"/>
            </a:ln>
          </p:spPr>
          <p:txBody>
            <a:bodyPr vert="horz" lIns="72000" tIns="72000" rIns="36000" bIns="0" rtlCol="0">
              <a:norm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8600" lvl="2" indent="0">
                <a:buNone/>
              </a:pPr>
              <a:endParaRPr lang="ja-JP" altLang="en-US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Rechteck 19">
              <a:extLst>
                <a:ext uri="{FF2B5EF4-FFF2-40B4-BE49-F238E27FC236}">
                  <ns2:creationId id="{6BCE30F8-B6AF-40D7-308A-F4D8467A48F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6590712" y="1628775"/>
              <a:ext cx="5333151" cy="41376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algn="ctr" eaLnBrk="0" hangingPunct="0">
                <a:spcAft>
                  <a:spcPct val="0"/>
                </a:spcAft>
              </a:pPr>
              <a:r>
                <a:rPr lang="en-US" altLang="ja-JP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A7F7F55E-FFA5-159D-70BA-216EB94AF25C}"/>
                </a:ext>
              </a:extLst>
            </p:cNvPr>
            <p:cNvSpPr/>
            <p:nvPr/>
          </p:nvSpPr>
          <p:spPr>
            <a:xfrm>
              <a:off x="6703005" y="2134506"/>
              <a:ext cx="915000" cy="2268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F76D2F7D-2450-E548-FB1F-A16F65B915A7}"/>
                </a:ext>
              </a:extLst>
            </p:cNvPr>
            <p:cNvSpPr/>
            <p:nvPr/>
          </p:nvSpPr>
          <p:spPr>
            <a:xfrm>
              <a:off x="6703004" y="4469395"/>
              <a:ext cx="915000" cy="54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0613A2F5-8217-B8ED-82E3-904304194ABE}"/>
                </a:ext>
              </a:extLst>
            </p:cNvPr>
            <p:cNvSpPr/>
            <p:nvPr/>
          </p:nvSpPr>
          <p:spPr>
            <a:xfrm>
              <a:off x="6703004" y="5076284"/>
              <a:ext cx="915000" cy="54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B9E568B8-3836-DFF6-970D-7E3FED42951D}"/>
                </a:ext>
              </a:extLst>
            </p:cNvPr>
            <p:cNvSpPr/>
            <p:nvPr/>
          </p:nvSpPr>
          <p:spPr>
            <a:xfrm>
              <a:off x="6703004" y="5683173"/>
              <a:ext cx="915000" cy="54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A3A524AD-1CCD-44AD-9538-E4F25BBFADCA}"/>
                </a:ext>
              </a:extLst>
            </p:cNvPr>
            <p:cNvSpPr/>
            <p:nvPr/>
          </p:nvSpPr>
          <p:spPr>
            <a:xfrm>
              <a:off x="7667014" y="2134506"/>
              <a:ext cx="4176000" cy="22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lvl="1" indent="-1440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24000" lvl="1" indent="-179388">
                <a:spcAft>
                  <a:spcPts val="400"/>
                </a:spcAft>
                <a:buClr>
                  <a:srgbClr val="008000"/>
                </a:buClr>
                <a:buFont typeface="Meiryo UI" panose="020B0604030504040204" pitchFamily="34" charset="-128"/>
                <a:buChar char="▶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B49EE894-7E02-3BAB-7BBA-339E9FDA332B}"/>
                </a:ext>
              </a:extLst>
            </p:cNvPr>
            <p:cNvSpPr/>
            <p:nvPr/>
          </p:nvSpPr>
          <p:spPr>
            <a:xfrm>
              <a:off x="7667014" y="4469395"/>
              <a:ext cx="4176000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79D16E56-4C86-5EA0-BD6F-A7D4EE5963C3}"/>
                </a:ext>
              </a:extLst>
            </p:cNvPr>
            <p:cNvSpPr/>
            <p:nvPr/>
          </p:nvSpPr>
          <p:spPr>
            <a:xfrm>
              <a:off x="7667014" y="5076284"/>
              <a:ext cx="4176000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924AC9D7-FCEC-8281-7153-F288936184FA}"/>
                </a:ext>
              </a:extLst>
            </p:cNvPr>
            <p:cNvSpPr/>
            <p:nvPr/>
          </p:nvSpPr>
          <p:spPr>
            <a:xfrm>
              <a:off x="7667014" y="5683173"/>
              <a:ext cx="4176000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lvl="1" indent="-14400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</p:txBody>
        </p:sp>
        <p:cxnSp>
          <p:nvCxnSpPr>
            <p:cNvPr id="11" name="直線コネクタ 10">
              <a:extLst>
                <a:ext uri="{FF2B5EF4-FFF2-40B4-BE49-F238E27FC236}">
                  <ns2:creationId id="{C222251B-9F58-8030-A7D1-487B9A678AF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014" y="4435951"/>
              <a:ext cx="4176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ns2:creationId id="{6926E16F-DAAC-39E6-AD5D-9FB277CF192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015" y="5042840"/>
              <a:ext cx="4176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ns2:creationId id="{C1788B1D-E505-0D17-FD2D-7CA11385308D}"/>
                </a:ext>
              </a:extLst>
            </p:cNvPr>
            <p:cNvCxnSpPr>
              <a:cxnSpLocks/>
            </p:cNvCxnSpPr>
            <p:nvPr/>
          </p:nvCxnSpPr>
          <p:spPr>
            <a:xfrm>
              <a:off x="7667014" y="5649729"/>
              <a:ext cx="4176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379748433"/>
      </p:ext>
    </p:extLst>
  </p:cSld>
  <p:clrMapOvr>
    <a:masterClrMapping/>
  </p:clrMapOvr>
</p:sld>
</file>

<file path=ppt/slides/slide6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1EAD96D-78B1-E815-456E-796AD252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869E013-FBD1-81A9-E46F-0488E9ABC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grpSp>
        <p:nvGrpSpPr>
          <p:cNvPr id="115" name="グループ化 114">
            <a:extLst>
              <a:ext uri="{FF2B5EF4-FFF2-40B4-BE49-F238E27FC236}">
                <ns2:creationId id="{3AD47DEB-52F3-42AA-9DD1-970B490DEA0C}"/>
              </a:ext>
            </a:extLst>
          </p:cNvPr>
          <p:cNvGrpSpPr/>
          <p:nvPr/>
        </p:nvGrpSpPr>
        <p:grpSpPr>
          <a:xfrm>
            <a:off x="334963" y="1234633"/>
            <a:ext cx="11522076" cy="5074092"/>
            <a:chOff x="334963" y="1234633"/>
            <a:chExt cx="11522076" cy="5074092"/>
          </a:xfrm>
        </p:grpSpPr>
        <p:grpSp>
          <p:nvGrpSpPr>
            <p:cNvPr id="114" name="グループ化 113">
              <a:extLst>
                <a:ext uri="{FF2B5EF4-FFF2-40B4-BE49-F238E27FC236}">
                  <ns2:creationId id="{0AE46C24-CC9A-17D6-4CC3-6B12AC3BC66A}"/>
                </a:ext>
              </a:extLst>
            </p:cNvPr>
            <p:cNvGrpSpPr/>
            <p:nvPr/>
          </p:nvGrpSpPr>
          <p:grpSpPr>
            <a:xfrm>
              <a:off x="334963" y="1234633"/>
              <a:ext cx="11522076" cy="1944000"/>
              <a:chOff x="334963" y="1234633"/>
              <a:chExt cx="11522076" cy="1944000"/>
            </a:xfrm>
          </p:grpSpPr>
          <p:cxnSp>
            <p:nvCxnSpPr>
              <p:cNvPr id="21" name="直線コネクタ 20">
                <a:extLst>
                  <a:ext uri="{FF2B5EF4-FFF2-40B4-BE49-F238E27FC236}">
                    <ns2:creationId id="{003D4936-3F69-2FDD-3E08-444CDCE187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7982" y="1234633"/>
                <a:ext cx="0" cy="1944000"/>
              </a:xfrm>
              <a:prstGeom prst="line">
                <a:avLst/>
              </a:prstGeom>
              <a:ln w="38100">
                <a:solidFill>
                  <a:srgbClr val="00933A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テキスト プレースホルダー 2">
                <a:extLst>
                  <a:ext uri="{FF2B5EF4-FFF2-40B4-BE49-F238E27FC236}">
                    <ns2:creationId id="{2F73241A-78F3-A532-71D0-4825C517851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86601" y="1234634"/>
                <a:ext cx="5331033" cy="1851151"/>
              </a:xfrm>
              <a:prstGeom prst="rect">
                <a:avLst/>
              </a:prstGeom>
            </p:spPr>
            <p:txBody>
              <a:bodyPr vert="horz" lIns="36000" tIns="36000" rIns="36000" bIns="36000" rtlCol="0" anchor="t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0975" indent="-180975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r>
                  <a:rPr lang="en-US" altLang="ja-JP" sz="1400" dirty="0"/>
                  <a:t>(</a:t>
                </a:r>
                <a:r>
                  <a:rPr lang="ja-JP" altLang="en-US" sz="1400" dirty="0"/>
                  <a:t>XX</a:t>
                </a:r>
                <a:r>
                  <a:rPr lang="en-US" altLang="ja-JP" sz="1400" dirty="0"/>
                  <a:t>) </a:t>
                </a:r>
                <a:r>
                  <a:rPr lang="ja-JP" altLang="en-US" sz="1400" dirty="0"/>
                  <a:t>XX</a:t>
                </a:r>
                <a:endParaRPr lang="en-US" altLang="ja-JP" sz="1400" dirty="0"/>
              </a:p>
              <a:p>
                <a:pPr marL="180975" indent="-180975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endParaRPr lang="en-US" altLang="ja-JP" sz="1400" dirty="0"/>
              </a:p>
              <a:p>
                <a:pPr marL="461962" indent="-285750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400" dirty="0"/>
                  <a:t>XX</a:t>
                </a:r>
              </a:p>
            </p:txBody>
          </p:sp>
          <p:sp>
            <p:nvSpPr>
              <p:cNvPr id="27" name="テキスト プレースホルダー 2">
                <a:extLst>
                  <a:ext uri="{FF2B5EF4-FFF2-40B4-BE49-F238E27FC236}">
                    <ns2:creationId id="{85912AFE-D553-1EAD-B553-48028F8898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76319" y="2168604"/>
                <a:ext cx="4751598" cy="917180"/>
              </a:xfrm>
              <a:prstGeom prst="rect">
                <a:avLst/>
              </a:prstGeom>
            </p:spPr>
            <p:txBody>
              <a:bodyPr vert="horz" lIns="36000" tIns="36000" rIns="36000" bIns="36000" numCol="2" rtlCol="0" anchor="ctr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5738" indent="-185738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endParaRPr lang="en-US" altLang="ja-JP" sz="1400" dirty="0"/>
              </a:p>
              <a:p>
                <a:pPr marL="185738" indent="-185738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endParaRPr lang="en-US" altLang="ja-JP" sz="1400" dirty="0"/>
              </a:p>
              <a:p>
                <a:pPr marL="185738" indent="-185738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endParaRPr lang="en-US" altLang="ja-JP" sz="1400" dirty="0"/>
              </a:p>
              <a:p>
                <a:pPr marL="185738" indent="-185738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endParaRPr lang="en-US" altLang="ja-JP" sz="1400" dirty="0"/>
              </a:p>
              <a:p>
                <a:pPr marL="185738" indent="-185738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endParaRPr lang="en-US" altLang="ja-JP" sz="1400" dirty="0"/>
              </a:p>
              <a:p>
                <a:pPr marL="185738" indent="-185738">
                  <a:lnSpc>
                    <a:spcPct val="100000"/>
                  </a:lnSpc>
                  <a:spcBef>
                    <a:spcPts val="0"/>
                  </a:spcBef>
                  <a:buClr>
                    <a:srgbClr val="00953C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/>
                  <a:t>XX</a:t>
                </a:r>
                <a:endParaRPr lang="en-US" altLang="ja-JP" sz="1400" dirty="0"/>
              </a:p>
            </p:txBody>
          </p:sp>
          <p:graphicFrame>
            <p:nvGraphicFramePr>
              <p:cNvPr id="7" name="グラフ 6">
                <a:extLst>
                  <a:ext uri="{FF2B5EF4-FFF2-40B4-BE49-F238E27FC236}">
                    <ns2:creationId id="{39FF6881-A2CD-131A-79AF-6DA15C2100DA}"/>
                  </a:ext>
                </a:extLst>
              </p:cNvPr>
              <p:cNvGraphicFramePr/>
              <p:nvPr/>
            </p:nvGraphicFramePr>
            <p:xfrm>
              <a:off x="7789039" y="1619730"/>
              <a:ext cx="4068000" cy="1548000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35" name="テキスト ボックス 34">
                <a:extLst>
                  <a:ext uri="{FF2B5EF4-FFF2-40B4-BE49-F238E27FC236}">
                    <ns2:creationId id="{5BF9AA15-607D-8D02-3A50-FA0A4261F402}"/>
                  </a:ext>
                </a:extLst>
              </p:cNvPr>
              <p:cNvSpPr txBox="1"/>
              <p:nvPr/>
            </p:nvSpPr>
            <p:spPr>
              <a:xfrm>
                <a:off x="9009771" y="1234633"/>
                <a:ext cx="1626536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140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rgbClr val="00933A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105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kumimoji="1" lang="ja-JP" altLang="en-US" sz="105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0" name="グループ化 9">
                <a:extLst>
                  <a:ext uri="{FF2B5EF4-FFF2-40B4-BE49-F238E27FC236}">
                    <ns2:creationId id="{A3054DD5-BE9E-A5D0-2F5E-9F1389BB8A2E}"/>
                  </a:ext>
                </a:extLst>
              </p:cNvPr>
              <p:cNvGrpSpPr/>
              <p:nvPr/>
            </p:nvGrpSpPr>
            <p:grpSpPr>
              <a:xfrm>
                <a:off x="7262644" y="1439548"/>
                <a:ext cx="611312" cy="1530609"/>
                <a:chOff x="7262644" y="1471632"/>
                <a:chExt cx="611312" cy="1530609"/>
              </a:xfrm>
            </p:grpSpPr>
            <p:sp>
              <p:nvSpPr>
                <p:cNvPr id="36" name="直角三角形 35">
                  <a:extLst>
                    <a:ext uri="{FF2B5EF4-FFF2-40B4-BE49-F238E27FC236}">
                      <ns2:creationId id="{0563B6EA-14FF-790A-9A17-6CCFFC7DDF18}"/>
                    </a:ext>
                  </a:extLst>
                </p:cNvPr>
                <p:cNvSpPr/>
                <p:nvPr/>
              </p:nvSpPr>
              <p:spPr>
                <a:xfrm rot="10800000">
                  <a:off x="7388300" y="1814241"/>
                  <a:ext cx="360000" cy="1188000"/>
                </a:xfrm>
                <a:prstGeom prst="rtTriangle">
                  <a:avLst/>
                </a:prstGeom>
                <a:gradFill>
                  <a:gsLst>
                    <a:gs pos="0">
                      <a:srgbClr val="00953C">
                        <a:alpha val="1000"/>
                      </a:srgbClr>
                    </a:gs>
                    <a:gs pos="100000">
                      <a:srgbClr val="00953C"/>
                    </a:gs>
                  </a:gsLst>
                  <a:lin ang="5400000" scaled="1"/>
                </a:gra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テキスト ボックス 37">
                  <a:extLst>
                    <a:ext uri="{FF2B5EF4-FFF2-40B4-BE49-F238E27FC236}">
                      <ns2:creationId id="{C1B103F4-E2D7-8BC4-DC3B-AF21FC496918}"/>
                    </a:ext>
                  </a:extLst>
                </p:cNvPr>
                <p:cNvSpPr txBox="1"/>
                <p:nvPr/>
              </p:nvSpPr>
              <p:spPr>
                <a:xfrm>
                  <a:off x="7386199" y="1814240"/>
                  <a:ext cx="36420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ns2:creationId id="{33D6CFEE-05CE-2AE8-4D13-4A7DA5055531}"/>
                    </a:ext>
                  </a:extLst>
                </p:cNvPr>
                <p:cNvSpPr txBox="1"/>
                <p:nvPr/>
              </p:nvSpPr>
              <p:spPr>
                <a:xfrm>
                  <a:off x="7386199" y="2694463"/>
                  <a:ext cx="36420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1400" dirty="0">
                      <a:solidFill>
                        <a:srgbClr val="0093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" name="テキスト ボックス 36">
                  <a:extLst>
                    <a:ext uri="{FF2B5EF4-FFF2-40B4-BE49-F238E27FC236}">
                      <ns2:creationId id="{40A36AA5-9EDE-2765-6B87-26C4D16596B5}"/>
                    </a:ext>
                  </a:extLst>
                </p:cNvPr>
                <p:cNvSpPr txBox="1"/>
                <p:nvPr/>
              </p:nvSpPr>
              <p:spPr>
                <a:xfrm>
                  <a:off x="7262644" y="1471632"/>
                  <a:ext cx="611312" cy="307777"/>
                </a:xfrm>
                <a:prstGeom prst="rect">
                  <a:avLst/>
                </a:prstGeom>
                <a:noFill/>
              </p:spPr>
              <p:txBody>
                <a:bodyPr wrap="none" lIns="36000" rIns="36000" rtlCol="0">
                  <a:spAutoFit/>
                </a:bodyPr>
                <a:lstStyle/>
                <a:p>
                  <a:r>
                    <a:rPr lang="ja-JP" altLang="en-US" sz="1400" dirty="0">
                      <a:solidFill>
                        <a:srgbClr val="0093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6" name="グループ化 15">
                <a:extLst>
                  <a:ext uri="{FF2B5EF4-FFF2-40B4-BE49-F238E27FC236}">
                    <ns2:creationId id="{F8C6E06D-BA1E-355D-2760-EB20CECF6265}"/>
                  </a:ext>
                </a:extLst>
              </p:cNvPr>
              <p:cNvGrpSpPr/>
              <p:nvPr/>
            </p:nvGrpSpPr>
            <p:grpSpPr>
              <a:xfrm>
                <a:off x="334963" y="1600767"/>
                <a:ext cx="914400" cy="1283732"/>
                <a:chOff x="334963" y="1766114"/>
                <a:chExt cx="914400" cy="1283732"/>
              </a:xfrm>
            </p:grpSpPr>
            <p:pic>
              <p:nvPicPr>
                <p:cNvPr id="13" name="グラフィックス 12" descr="リスト 単色塗りつぶし">
                  <a:extLst>
                    <a:ext uri="{FF2B5EF4-FFF2-40B4-BE49-F238E27FC236}">
                      <ns2:creationId id="{328CC4FA-0D42-9976-6F6F-63E1AFD6DD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3"/>
                    </a:ext>
                  </a:extLst>
                </a:blip>
                <a:srcRect/>
                <a:stretch/>
              </p:blipFill>
              <p:spPr>
                <a:xfrm>
                  <a:off x="334963" y="1766114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2" name="テキスト ボックス 11">
                  <a:extLst>
                    <a:ext uri="{FF2B5EF4-FFF2-40B4-BE49-F238E27FC236}">
                      <ns2:creationId id="{83B7AE52-BAB8-944B-9D16-C03A6BAC8633}"/>
                    </a:ext>
                  </a:extLst>
                </p:cNvPr>
                <p:cNvSpPr txBox="1"/>
                <p:nvPr/>
              </p:nvSpPr>
              <p:spPr>
                <a:xfrm>
                  <a:off x="477513" y="2680514"/>
                  <a:ext cx="629301" cy="369332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rgbClr val="00933A"/>
                      </a:solidFill>
                    </a:rPr>
                    <a:t>XX</a:t>
                  </a:r>
                </a:p>
              </p:txBody>
            </p:sp>
          </p:grpSp>
        </p:grpSp>
        <p:cxnSp>
          <p:nvCxnSpPr>
            <p:cNvPr id="20" name="直線コネクタ 19">
              <a:extLst>
                <a:ext uri="{FF2B5EF4-FFF2-40B4-BE49-F238E27FC236}">
                  <ns2:creationId id="{78D6C98E-9378-A836-8BC3-C8D2D2B108B4}"/>
                </a:ext>
              </a:extLst>
            </p:cNvPr>
            <p:cNvCxnSpPr>
              <a:cxnSpLocks/>
            </p:cNvCxnSpPr>
            <p:nvPr/>
          </p:nvCxnSpPr>
          <p:spPr>
            <a:xfrm>
              <a:off x="1583634" y="3247577"/>
              <a:ext cx="10273404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グループ化 112">
              <a:extLst>
                <a:ext uri="{FF2B5EF4-FFF2-40B4-BE49-F238E27FC236}">
                  <ns2:creationId id="{EF3A5C04-7273-F13F-C4BF-E055F1FEBC36}"/>
                </a:ext>
              </a:extLst>
            </p:cNvPr>
            <p:cNvGrpSpPr/>
            <p:nvPr/>
          </p:nvGrpSpPr>
          <p:grpSpPr>
            <a:xfrm>
              <a:off x="334963" y="3316520"/>
              <a:ext cx="11522075" cy="2992205"/>
              <a:chOff x="334963" y="3316520"/>
              <a:chExt cx="11522075" cy="2992205"/>
            </a:xfrm>
          </p:grpSpPr>
          <p:grpSp>
            <p:nvGrpSpPr>
              <p:cNvPr id="48" name="グループ化 47">
                <a:extLst>
                  <a:ext uri="{FF2B5EF4-FFF2-40B4-BE49-F238E27FC236}">
                    <ns2:creationId id="{6B2B24F6-EA5C-94D9-628E-51C4D7D869F1}"/>
                  </a:ext>
                </a:extLst>
              </p:cNvPr>
              <p:cNvGrpSpPr/>
              <p:nvPr/>
            </p:nvGrpSpPr>
            <p:grpSpPr>
              <a:xfrm>
                <a:off x="5407240" y="4977961"/>
                <a:ext cx="1285054" cy="643566"/>
                <a:chOff x="5407240" y="4873186"/>
                <a:chExt cx="1285054" cy="643566"/>
              </a:xfrm>
            </p:grpSpPr>
            <p:grpSp>
              <p:nvGrpSpPr>
                <p:cNvPr id="31" name="グループ化 30">
                  <a:extLst>
                    <a:ext uri="{FF2B5EF4-FFF2-40B4-BE49-F238E27FC236}">
                      <ns2:creationId id="{E879B59B-D75E-323E-284F-FF1B6AE1796B}"/>
                    </a:ext>
                  </a:extLst>
                </p:cNvPr>
                <p:cNvGrpSpPr/>
                <p:nvPr/>
              </p:nvGrpSpPr>
              <p:grpSpPr>
                <a:xfrm>
                  <a:off x="5418671" y="4873186"/>
                  <a:ext cx="1262193" cy="504000"/>
                  <a:chOff x="5418671" y="4873186"/>
                  <a:chExt cx="1262193" cy="504000"/>
                </a:xfrm>
              </p:grpSpPr>
              <p:sp>
                <p:nvSpPr>
                  <p:cNvPr id="67" name="正方形/長方形 66">
                    <a:extLst>
                      <a:ext uri="{FF2B5EF4-FFF2-40B4-BE49-F238E27FC236}">
                        <ns2:creationId id="{A6B293F2-217F-C511-3F0A-986C0F42C2D1}"/>
                      </a:ext>
                    </a:extLst>
                  </p:cNvPr>
                  <p:cNvSpPr/>
                  <p:nvPr/>
                </p:nvSpPr>
                <p:spPr>
                  <a:xfrm>
                    <a:off x="5418671" y="4873186"/>
                    <a:ext cx="1262192" cy="504000"/>
                  </a:xfrm>
                  <a:prstGeom prst="rect">
                    <a:avLst/>
                  </a:prstGeom>
                  <a:solidFill>
                    <a:srgbClr val="00953C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8" name="正方形/長方形 67">
                    <a:extLst>
                      <a:ext uri="{FF2B5EF4-FFF2-40B4-BE49-F238E27FC236}">
                        <ns2:creationId id="{DC0E0FCB-251A-E5FE-46C7-4E4C50F79301}"/>
                      </a:ext>
                    </a:extLst>
                  </p:cNvPr>
                  <p:cNvSpPr/>
                  <p:nvPr/>
                </p:nvSpPr>
                <p:spPr>
                  <a:xfrm>
                    <a:off x="5418672" y="4873186"/>
                    <a:ext cx="1262192" cy="117365"/>
                  </a:xfrm>
                  <a:prstGeom prst="rect">
                    <a:avLst/>
                  </a:prstGeom>
                  <a:solidFill>
                    <a:srgbClr val="00953C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kumimoji="1" lang="ja-JP" altLang="en-US" sz="8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8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7</a:t>
                    </a:r>
                    <a:endParaRPr kumimoji="1" lang="ja-JP" altLang="en-US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aphicFrame>
              <p:nvGraphicFramePr>
                <p:cNvPr id="73" name="グラフ 72">
                  <a:extLst>
                    <a:ext uri="{FF2B5EF4-FFF2-40B4-BE49-F238E27FC236}">
                      <ns2:creationId id="{6B0A8CAB-4D19-54C1-E9F0-FBDF8CA968AE}"/>
                    </a:ext>
                  </a:extLst>
                </p:cNvPr>
                <p:cNvGraphicFramePr/>
                <p:nvPr/>
              </p:nvGraphicFramePr>
              <p:xfrm>
                <a:off x="5407240" y="4873186"/>
                <a:ext cx="1285054" cy="643566"/>
              </p:xfrm>
              <a:graphic>
                <a:graphicData uri="http://schemas.openxmlformats.org/drawingml/2006/chart">
                  <ns3:chart r:id="rId4"/>
                </a:graphicData>
              </a:graphic>
            </p:graphicFrame>
          </p:grpSp>
          <p:cxnSp>
            <p:nvCxnSpPr>
              <p:cNvPr id="22" name="直線コネクタ 21">
                <a:extLst>
                  <a:ext uri="{FF2B5EF4-FFF2-40B4-BE49-F238E27FC236}">
                    <ns2:creationId id="{77A39809-9896-DE18-04C9-C18462F9C8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7982" y="3316520"/>
                <a:ext cx="0" cy="2988000"/>
              </a:xfrm>
              <a:prstGeom prst="line">
                <a:avLst/>
              </a:prstGeom>
              <a:ln w="38100">
                <a:solidFill>
                  <a:srgbClr val="00933A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" name="グループ化 16">
                <a:extLst>
                  <a:ext uri="{FF2B5EF4-FFF2-40B4-BE49-F238E27FC236}">
                    <ns2:creationId id="{A5A9D178-8F3F-3F90-BA79-3BE4462E00B5}"/>
                  </a:ext>
                </a:extLst>
              </p:cNvPr>
              <p:cNvGrpSpPr/>
              <p:nvPr/>
            </p:nvGrpSpPr>
            <p:grpSpPr>
              <a:xfrm>
                <a:off x="334963" y="4198144"/>
                <a:ext cx="914400" cy="1341438"/>
                <a:chOff x="334963" y="4346180"/>
                <a:chExt cx="914400" cy="1341438"/>
              </a:xfrm>
            </p:grpSpPr>
            <p:pic>
              <p:nvPicPr>
                <p:cNvPr id="24" name="グラフィックス 23" descr="リサーチ 単色塗りつぶし">
                  <a:extLst>
                    <a:ext uri="{FF2B5EF4-FFF2-40B4-BE49-F238E27FC236}">
                      <ns2:creationId id="{C11CAA8C-7609-3964-0E27-9797C1181B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5"/>
                    </a:ext>
                  </a:extLst>
                </a:blip>
                <a:srcRect/>
                <a:stretch/>
              </p:blipFill>
              <p:spPr>
                <a:xfrm>
                  <a:off x="334963" y="4346180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25" name="テキスト プレースホルダー 2">
                  <a:extLst>
                    <a:ext uri="{FF2B5EF4-FFF2-40B4-BE49-F238E27FC236}">
                      <ns2:creationId id="{4984F1CA-93DD-D8AA-5DFE-84292BD5A7A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34963" y="5260580"/>
                  <a:ext cx="914400" cy="427038"/>
                </a:xfrm>
                <a:prstGeom prst="rect">
                  <a:avLst/>
                </a:prstGeom>
              </p:spPr>
              <p:txBody>
                <a:bodyPr vert="horz" lIns="36000" tIns="36000" rIns="36000" bIns="36000" rtlCol="0" anchor="ctr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Wingdings" panose="05000000000000000000" pitchFamily="2" charset="2"/>
                    <a:buNone/>
                  </a:pPr>
                  <a:r>
                    <a:rPr lang="ja-JP" altLang="en-US" sz="1600" dirty="0">
                      <a:solidFill>
                        <a:srgbClr val="00933A"/>
                      </a:solidFill>
                    </a:rPr>
                    <a:t>XX</a:t>
                  </a:r>
                </a:p>
              </p:txBody>
            </p:sp>
          </p:grpSp>
          <p:graphicFrame>
            <p:nvGraphicFramePr>
              <p:cNvPr id="72" name="グラフ 71">
                <a:extLst>
                  <a:ext uri="{FF2B5EF4-FFF2-40B4-BE49-F238E27FC236}">
                    <ns2:creationId id="{476740FC-631A-5A8A-3B49-864A1F97D3FA}"/>
                  </a:ext>
                </a:extLst>
              </p:cNvPr>
              <p:cNvGraphicFramePr/>
              <p:nvPr/>
            </p:nvGraphicFramePr>
            <p:xfrm>
              <a:off x="3656314" y="4977961"/>
              <a:ext cx="1285054" cy="643566"/>
            </p:xfrm>
            <a:graphic>
              <a:graphicData uri="http://schemas.openxmlformats.org/drawingml/2006/chart">
                <ns3:chart r:id="rId6"/>
              </a:graphicData>
            </a:graphic>
          </p:graphicFrame>
          <p:grpSp>
            <p:nvGrpSpPr>
              <p:cNvPr id="86" name="グループ化 85">
                <a:extLst>
                  <a:ext uri="{FF2B5EF4-FFF2-40B4-BE49-F238E27FC236}">
                    <ns2:creationId id="{61EDF524-F9C0-7F46-C546-3D9A4C42F9A5}"/>
                  </a:ext>
                </a:extLst>
              </p:cNvPr>
              <p:cNvGrpSpPr/>
              <p:nvPr/>
            </p:nvGrpSpPr>
            <p:grpSpPr>
              <a:xfrm>
                <a:off x="1583634" y="5619502"/>
                <a:ext cx="10270437" cy="252000"/>
                <a:chOff x="1586602" y="5578558"/>
                <a:chExt cx="10270437" cy="252000"/>
              </a:xfrm>
            </p:grpSpPr>
            <p:cxnSp>
              <p:nvCxnSpPr>
                <p:cNvPr id="83" name="直線コネクタ 82">
                  <a:extLst>
                    <a:ext uri="{FF2B5EF4-FFF2-40B4-BE49-F238E27FC236}">
                      <ns2:creationId id="{EB702602-FA4A-0386-6A72-35D44DDB77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602" y="5704558"/>
                  <a:ext cx="1027043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円/楕円 32">
                  <a:extLst>
                    <a:ext uri="{FF2B5EF4-FFF2-40B4-BE49-F238E27FC236}">
                      <ns2:creationId id="{A5F908C9-8D47-7EA4-3FF7-24034E190DF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595821" y="5578558"/>
                  <a:ext cx="252000" cy="252000"/>
                </a:xfrm>
                <a:prstGeom prst="ellipse">
                  <a:avLst/>
                </a:prstGeom>
                <a:solidFill>
                  <a:srgbClr val="00933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" tIns="25200" rIns="25200" bIns="252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pic>
              <p:nvPicPr>
                <p:cNvPr id="85" name="グラフィックス 84" descr="キャレットを下へ 枠線">
                  <a:extLst>
                    <a:ext uri="{FF2B5EF4-FFF2-40B4-BE49-F238E27FC236}">
                      <ns2:creationId id="{FA0CB085-6153-CB36-7F10-32FF75E475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595821" y="5578558"/>
                  <a:ext cx="252000" cy="252000"/>
                </a:xfrm>
                <a:prstGeom prst="rect">
                  <a:avLst/>
                </a:prstGeom>
              </p:spPr>
            </p:pic>
          </p:grpSp>
          <p:sp>
            <p:nvSpPr>
              <p:cNvPr id="87" name="テキスト ボックス 86">
                <a:extLst>
                  <a:ext uri="{FF2B5EF4-FFF2-40B4-BE49-F238E27FC236}">
                    <ns2:creationId id="{DEF5EDDF-D7BF-FECB-48B5-C5DA31BC04EA}"/>
                  </a:ext>
                </a:extLst>
              </p:cNvPr>
              <p:cNvSpPr txBox="1"/>
              <p:nvPr/>
            </p:nvSpPr>
            <p:spPr>
              <a:xfrm>
                <a:off x="1583634" y="5881889"/>
                <a:ext cx="10270437" cy="426836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kumimoji="1"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8" name="グループ化 17">
                <a:extLst>
                  <a:ext uri="{FF2B5EF4-FFF2-40B4-BE49-F238E27FC236}">
                    <ns2:creationId id="{0F2487A8-D2B4-FD82-2957-98251296C14C}"/>
                  </a:ext>
                </a:extLst>
              </p:cNvPr>
              <p:cNvGrpSpPr/>
              <p:nvPr/>
            </p:nvGrpSpPr>
            <p:grpSpPr>
              <a:xfrm>
                <a:off x="5789524" y="3316521"/>
                <a:ext cx="6067514" cy="307777"/>
                <a:chOff x="5789524" y="3429000"/>
                <a:chExt cx="6067514" cy="307777"/>
              </a:xfrm>
            </p:grpSpPr>
            <p:sp>
              <p:nvSpPr>
                <p:cNvPr id="43" name="正方形/長方形 42">
                  <a:extLst>
                    <a:ext uri="{FF2B5EF4-FFF2-40B4-BE49-F238E27FC236}">
                      <ns2:creationId id="{195D0877-7A5A-8598-5630-5E573EC93772}"/>
                    </a:ext>
                  </a:extLst>
                </p:cNvPr>
                <p:cNvSpPr/>
                <p:nvPr/>
              </p:nvSpPr>
              <p:spPr>
                <a:xfrm>
                  <a:off x="5789524" y="3429000"/>
                  <a:ext cx="6067514" cy="307777"/>
                </a:xfrm>
                <a:prstGeom prst="rect">
                  <a:avLst/>
                </a:prstGeom>
                <a:noFill/>
                <a:ln w="9525">
                  <a:solidFill>
                    <a:srgbClr val="00933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90" name="グループ化 89">
                  <a:extLst>
                    <a:ext uri="{FF2B5EF4-FFF2-40B4-BE49-F238E27FC236}">
                      <ns2:creationId id="{2F4DF8D4-0582-C08D-4499-9686C8AE80F8}"/>
                    </a:ext>
                  </a:extLst>
                </p:cNvPr>
                <p:cNvGrpSpPr/>
                <p:nvPr/>
              </p:nvGrpSpPr>
              <p:grpSpPr>
                <a:xfrm>
                  <a:off x="6940550" y="3452083"/>
                  <a:ext cx="879475" cy="261610"/>
                  <a:chOff x="6169025" y="3464749"/>
                  <a:chExt cx="879475" cy="261610"/>
                </a:xfrm>
              </p:grpSpPr>
              <p:sp>
                <p:nvSpPr>
                  <p:cNvPr id="88" name="正方形/長方形 87">
                    <a:extLst>
                      <a:ext uri="{FF2B5EF4-FFF2-40B4-BE49-F238E27FC236}">
                        <ns2:creationId id="{31B32158-C7D0-D628-7CD1-454C28675235}"/>
                      </a:ext>
                    </a:extLst>
                  </p:cNvPr>
                  <p:cNvSpPr/>
                  <p:nvPr/>
                </p:nvSpPr>
                <p:spPr>
                  <a:xfrm>
                    <a:off x="6169025" y="3474060"/>
                    <a:ext cx="234331" cy="242990"/>
                  </a:xfrm>
                  <a:prstGeom prst="rect">
                    <a:avLst/>
                  </a:prstGeom>
                  <a:solidFill>
                    <a:srgbClr val="00953C">
                      <a:alpha val="8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89" name="テキスト ボックス 88">
                    <a:extLst>
                      <a:ext uri="{FF2B5EF4-FFF2-40B4-BE49-F238E27FC236}">
                        <ns2:creationId id="{F08DE03A-85DB-3C24-5F54-D2D0C0ECDAC1}"/>
                      </a:ext>
                    </a:extLst>
                  </p:cNvPr>
                  <p:cNvSpPr txBox="1"/>
                  <p:nvPr/>
                </p:nvSpPr>
                <p:spPr>
                  <a:xfrm>
                    <a:off x="6403356" y="3464749"/>
                    <a:ext cx="645144" cy="261610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36000" rIns="36000" bIns="36000" rtlCol="0" anchor="ctr">
                    <a:noAutofit/>
                  </a:bodyPr>
                  <a:lstStyle/>
                  <a:p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0</a:t>
                    </a:r>
                    <a:r>
                      <a:rPr lang="ja-JP" altLang="en-US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～</a:t>
                    </a:r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50</a:t>
                    </a:r>
                    <a:endParaRPr kumimoji="1" lang="en-US" altLang="ja-JP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91" name="グループ化 90">
                  <a:extLst>
                    <a:ext uri="{FF2B5EF4-FFF2-40B4-BE49-F238E27FC236}">
                      <ns2:creationId id="{D7CB692C-E004-09F6-5B32-5F2AAE81FA72}"/>
                    </a:ext>
                  </a:extLst>
                </p:cNvPr>
                <p:cNvGrpSpPr/>
                <p:nvPr/>
              </p:nvGrpSpPr>
              <p:grpSpPr>
                <a:xfrm>
                  <a:off x="7858950" y="3452083"/>
                  <a:ext cx="879475" cy="261610"/>
                  <a:chOff x="6169025" y="3464749"/>
                  <a:chExt cx="879475" cy="261610"/>
                </a:xfrm>
              </p:grpSpPr>
              <p:sp>
                <p:nvSpPr>
                  <p:cNvPr id="92" name="正方形/長方形 91">
                    <a:extLst>
                      <a:ext uri="{FF2B5EF4-FFF2-40B4-BE49-F238E27FC236}">
                        <ns2:creationId id="{42829B5B-E059-E52E-66C1-15FC6675BB7A}"/>
                      </a:ext>
                    </a:extLst>
                  </p:cNvPr>
                  <p:cNvSpPr/>
                  <p:nvPr/>
                </p:nvSpPr>
                <p:spPr>
                  <a:xfrm>
                    <a:off x="6169025" y="3474060"/>
                    <a:ext cx="234331" cy="242990"/>
                  </a:xfrm>
                  <a:prstGeom prst="rect">
                    <a:avLst/>
                  </a:prstGeom>
                  <a:solidFill>
                    <a:srgbClr val="00953C">
                      <a:alpha val="6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3" name="テキスト ボックス 92">
                    <a:extLst>
                      <a:ext uri="{FF2B5EF4-FFF2-40B4-BE49-F238E27FC236}">
                        <ns2:creationId id="{C704DCE9-385F-2E96-A3BF-17FA71D578E2}"/>
                      </a:ext>
                    </a:extLst>
                  </p:cNvPr>
                  <p:cNvSpPr txBox="1"/>
                  <p:nvPr/>
                </p:nvSpPr>
                <p:spPr>
                  <a:xfrm>
                    <a:off x="6403356" y="3464749"/>
                    <a:ext cx="645144" cy="261610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36000" rIns="36000" bIns="36000" rtlCol="0" anchor="ctr">
                    <a:noAutofit/>
                  </a:bodyPr>
                  <a:lstStyle/>
                  <a:p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51</a:t>
                    </a:r>
                    <a:r>
                      <a:rPr lang="ja-JP" altLang="en-US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～</a:t>
                    </a:r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100</a:t>
                    </a:r>
                    <a:endParaRPr kumimoji="1" lang="en-US" altLang="ja-JP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94" name="グループ化 93">
                  <a:extLst>
                    <a:ext uri="{FF2B5EF4-FFF2-40B4-BE49-F238E27FC236}">
                      <ns2:creationId id="{FD1706A6-2C7E-A28D-C387-740372564323}"/>
                    </a:ext>
                  </a:extLst>
                </p:cNvPr>
                <p:cNvGrpSpPr/>
                <p:nvPr/>
              </p:nvGrpSpPr>
              <p:grpSpPr>
                <a:xfrm>
                  <a:off x="8777350" y="3452083"/>
                  <a:ext cx="974349" cy="261610"/>
                  <a:chOff x="6169025" y="3464749"/>
                  <a:chExt cx="974349" cy="261610"/>
                </a:xfrm>
              </p:grpSpPr>
              <p:sp>
                <p:nvSpPr>
                  <p:cNvPr id="95" name="正方形/長方形 94">
                    <a:extLst>
                      <a:ext uri="{FF2B5EF4-FFF2-40B4-BE49-F238E27FC236}">
                        <ns2:creationId id="{39C39629-F4FA-AF9C-A22C-B94C68512D68}"/>
                      </a:ext>
                    </a:extLst>
                  </p:cNvPr>
                  <p:cNvSpPr/>
                  <p:nvPr/>
                </p:nvSpPr>
                <p:spPr>
                  <a:xfrm>
                    <a:off x="6169025" y="3474060"/>
                    <a:ext cx="234331" cy="242990"/>
                  </a:xfrm>
                  <a:prstGeom prst="rect">
                    <a:avLst/>
                  </a:prstGeom>
                  <a:solidFill>
                    <a:srgbClr val="00953C">
                      <a:alpha val="4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6" name="テキスト ボックス 95">
                    <a:extLst>
                      <a:ext uri="{FF2B5EF4-FFF2-40B4-BE49-F238E27FC236}">
                        <ns2:creationId id="{2678B77F-4C1A-6F22-E1C9-2FEF45FF45D2}"/>
                      </a:ext>
                    </a:extLst>
                  </p:cNvPr>
                  <p:cNvSpPr txBox="1"/>
                  <p:nvPr/>
                </p:nvSpPr>
                <p:spPr>
                  <a:xfrm>
                    <a:off x="6403355" y="3464749"/>
                    <a:ext cx="740019" cy="261610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36000" rIns="36000" bIns="36000" rtlCol="0" anchor="ctr">
                    <a:noAutofit/>
                  </a:bodyPr>
                  <a:lstStyle/>
                  <a:p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101</a:t>
                    </a:r>
                    <a:r>
                      <a:rPr lang="ja-JP" altLang="en-US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～</a:t>
                    </a:r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200</a:t>
                    </a:r>
                    <a:endParaRPr kumimoji="1" lang="en-US" altLang="ja-JP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97" name="グループ化 96">
                  <a:extLst>
                    <a:ext uri="{FF2B5EF4-FFF2-40B4-BE49-F238E27FC236}">
                      <ns2:creationId id="{20A832B5-DD50-E3EB-F52C-4B2A7074E7C6}"/>
                    </a:ext>
                  </a:extLst>
                </p:cNvPr>
                <p:cNvGrpSpPr/>
                <p:nvPr/>
              </p:nvGrpSpPr>
              <p:grpSpPr>
                <a:xfrm>
                  <a:off x="9790624" y="3452083"/>
                  <a:ext cx="974349" cy="261610"/>
                  <a:chOff x="6169025" y="3464749"/>
                  <a:chExt cx="974349" cy="261610"/>
                </a:xfrm>
              </p:grpSpPr>
              <p:sp>
                <p:nvSpPr>
                  <p:cNvPr id="98" name="正方形/長方形 97">
                    <a:extLst>
                      <a:ext uri="{FF2B5EF4-FFF2-40B4-BE49-F238E27FC236}">
                        <ns2:creationId id="{A049C26F-1B7B-3811-CA81-084F882712C6}"/>
                      </a:ext>
                    </a:extLst>
                  </p:cNvPr>
                  <p:cNvSpPr/>
                  <p:nvPr/>
                </p:nvSpPr>
                <p:spPr>
                  <a:xfrm>
                    <a:off x="6169025" y="3474060"/>
                    <a:ext cx="234331" cy="242990"/>
                  </a:xfrm>
                  <a:prstGeom prst="rect">
                    <a:avLst/>
                  </a:prstGeom>
                  <a:solidFill>
                    <a:srgbClr val="00953C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9" name="テキスト ボックス 98">
                    <a:extLst>
                      <a:ext uri="{FF2B5EF4-FFF2-40B4-BE49-F238E27FC236}">
                        <ns2:creationId id="{FC812D5C-CA9A-3A05-C4ED-285D03D2A880}"/>
                      </a:ext>
                    </a:extLst>
                  </p:cNvPr>
                  <p:cNvSpPr txBox="1"/>
                  <p:nvPr/>
                </p:nvSpPr>
                <p:spPr>
                  <a:xfrm>
                    <a:off x="6403355" y="3464749"/>
                    <a:ext cx="740019" cy="261610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36000" rIns="36000" bIns="36000" rtlCol="0" anchor="ctr">
                    <a:noAutofit/>
                  </a:bodyPr>
                  <a:lstStyle/>
                  <a:p>
                    <a:r>
                      <a:rPr kumimoji="1"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201</a:t>
                    </a:r>
                    <a:r>
                      <a:rPr kumimoji="1" lang="ja-JP" altLang="en-US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～</a:t>
                    </a:r>
                    <a:r>
                      <a:rPr kumimoji="1"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300</a:t>
                    </a:r>
                    <a:endParaRPr kumimoji="1" lang="en-US" altLang="ja-JP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00" name="グループ化 99">
                  <a:extLst>
                    <a:ext uri="{FF2B5EF4-FFF2-40B4-BE49-F238E27FC236}">
                      <ns2:creationId id="{A5A91420-CA29-A91E-6DB7-3FF68CF1E190}"/>
                    </a:ext>
                  </a:extLst>
                </p:cNvPr>
                <p:cNvGrpSpPr/>
                <p:nvPr/>
              </p:nvGrpSpPr>
              <p:grpSpPr>
                <a:xfrm>
                  <a:off x="10803898" y="3452083"/>
                  <a:ext cx="974349" cy="261610"/>
                  <a:chOff x="6169025" y="3464749"/>
                  <a:chExt cx="974349" cy="261610"/>
                </a:xfrm>
              </p:grpSpPr>
              <p:sp>
                <p:nvSpPr>
                  <p:cNvPr id="101" name="正方形/長方形 100">
                    <a:extLst>
                      <a:ext uri="{FF2B5EF4-FFF2-40B4-BE49-F238E27FC236}">
                        <ns2:creationId id="{AE7467CC-16C2-D9A9-42E0-D7911FE2CB9E}"/>
                      </a:ext>
                    </a:extLst>
                  </p:cNvPr>
                  <p:cNvSpPr/>
                  <p:nvPr/>
                </p:nvSpPr>
                <p:spPr>
                  <a:xfrm>
                    <a:off x="6169025" y="3474060"/>
                    <a:ext cx="234331" cy="242990"/>
                  </a:xfrm>
                  <a:prstGeom prst="rect">
                    <a:avLst/>
                  </a:prstGeom>
                  <a:solidFill>
                    <a:srgbClr val="00953C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2" name="テキスト ボックス 101">
                    <a:extLst>
                      <a:ext uri="{FF2B5EF4-FFF2-40B4-BE49-F238E27FC236}">
                        <ns2:creationId id="{9C07E524-3EDC-EA2F-BA82-55F981C42286}"/>
                      </a:ext>
                    </a:extLst>
                  </p:cNvPr>
                  <p:cNvSpPr txBox="1"/>
                  <p:nvPr/>
                </p:nvSpPr>
                <p:spPr>
                  <a:xfrm>
                    <a:off x="6403355" y="3464749"/>
                    <a:ext cx="740019" cy="261610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36000" rIns="36000" bIns="36000" rtlCol="0" anchor="ctr">
                    <a:noAutofit/>
                  </a:bodyPr>
                  <a:lstStyle/>
                  <a:p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301</a:t>
                    </a:r>
                    <a:r>
                      <a:rPr lang="ja-JP" altLang="en-US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～</a:t>
                    </a:r>
                    <a:r>
                      <a:rPr lang="en-US" altLang="ja-JP" sz="105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359</a:t>
                    </a:r>
                    <a:endParaRPr kumimoji="1" lang="en-US" altLang="ja-JP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111" name="グループ化 110">
                <a:extLst>
                  <a:ext uri="{FF2B5EF4-FFF2-40B4-BE49-F238E27FC236}">
                    <ns2:creationId id="{A8AECC31-1D2D-DB39-BBD2-7E0CA778E03D}"/>
                  </a:ext>
                </a:extLst>
              </p:cNvPr>
              <p:cNvGrpSpPr/>
              <p:nvPr/>
            </p:nvGrpSpPr>
            <p:grpSpPr>
              <a:xfrm>
                <a:off x="6917634" y="3711718"/>
                <a:ext cx="4939404" cy="1811597"/>
                <a:chOff x="6917634" y="3711718"/>
                <a:chExt cx="4939404" cy="1811597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ns2:creationId id="{F56D81C6-ADBD-56B6-5831-660FED90D253}"/>
                    </a:ext>
                  </a:extLst>
                </p:cNvPr>
                <p:cNvSpPr/>
                <p:nvPr/>
              </p:nvSpPr>
              <p:spPr>
                <a:xfrm>
                  <a:off x="6917634" y="3711718"/>
                  <a:ext cx="4939404" cy="468000"/>
                </a:xfrm>
                <a:prstGeom prst="rect">
                  <a:avLst/>
                </a:prstGeom>
                <a:solidFill>
                  <a:srgbClr val="00933A">
                    <a:alpha val="6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Clr>
                      <a:srgbClr val="00953C"/>
                    </a:buClr>
                  </a:pPr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>
                    <a:buClr>
                      <a:srgbClr val="00953C"/>
                    </a:buClr>
                  </a:pPr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4" name="四角形: 角を丸くする 73">
                  <a:extLst>
                    <a:ext uri="{FF2B5EF4-FFF2-40B4-BE49-F238E27FC236}">
                      <ns2:creationId id="{E05A854D-9A27-11AA-2CB8-27C484603AB3}"/>
                    </a:ext>
                  </a:extLst>
                </p:cNvPr>
                <p:cNvSpPr/>
                <p:nvPr/>
              </p:nvSpPr>
              <p:spPr>
                <a:xfrm>
                  <a:off x="6917634" y="4255423"/>
                  <a:ext cx="661293" cy="209029"/>
                </a:xfrm>
                <a:prstGeom prst="roundRect">
                  <a:avLst>
                    <a:gd name="adj" fmla="val 48873"/>
                  </a:avLst>
                </a:prstGeom>
                <a:solidFill>
                  <a:srgbClr val="00933A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例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14BB4194-AC6D-CAF8-0555-C2652A4BF793}"/>
                    </a:ext>
                  </a:extLst>
                </p:cNvPr>
                <p:cNvSpPr/>
                <p:nvPr/>
              </p:nvSpPr>
              <p:spPr>
                <a:xfrm>
                  <a:off x="7667678" y="4263314"/>
                  <a:ext cx="1301595" cy="360000"/>
                </a:xfrm>
                <a:prstGeom prst="rect">
                  <a:avLst/>
                </a:prstGeom>
                <a:solidFill>
                  <a:srgbClr val="00933A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6" name="正方形/長方形 75">
                  <a:extLst>
                    <a:ext uri="{FF2B5EF4-FFF2-40B4-BE49-F238E27FC236}">
                      <ns2:creationId id="{0649DB10-2165-B77C-9EC6-8AF8601B8BB9}"/>
                    </a:ext>
                  </a:extLst>
                </p:cNvPr>
                <p:cNvSpPr/>
                <p:nvPr/>
              </p:nvSpPr>
              <p:spPr>
                <a:xfrm>
                  <a:off x="7667678" y="4713315"/>
                  <a:ext cx="1301595" cy="360000"/>
                </a:xfrm>
                <a:prstGeom prst="rect">
                  <a:avLst/>
                </a:prstGeom>
                <a:solidFill>
                  <a:srgbClr val="00933A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7" name="正方形/長方形 76">
                  <a:extLst>
                    <a:ext uri="{FF2B5EF4-FFF2-40B4-BE49-F238E27FC236}">
                      <ns2:creationId id="{E978D0D5-C2A9-970F-7001-6C4E884DBF79}"/>
                    </a:ext>
                  </a:extLst>
                </p:cNvPr>
                <p:cNvSpPr/>
                <p:nvPr/>
              </p:nvSpPr>
              <p:spPr>
                <a:xfrm>
                  <a:off x="7667677" y="5163315"/>
                  <a:ext cx="1301595" cy="360000"/>
                </a:xfrm>
                <a:prstGeom prst="rect">
                  <a:avLst/>
                </a:prstGeom>
                <a:solidFill>
                  <a:srgbClr val="00933A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9" name="テキスト ボックス 78">
                  <a:extLst>
                    <a:ext uri="{FF2B5EF4-FFF2-40B4-BE49-F238E27FC236}">
                      <ns2:creationId id="{4530701D-D468-A18A-A21C-B48018D65F71}"/>
                    </a:ext>
                  </a:extLst>
                </p:cNvPr>
                <p:cNvSpPr txBox="1"/>
                <p:nvPr/>
              </p:nvSpPr>
              <p:spPr>
                <a:xfrm>
                  <a:off x="9058024" y="4263314"/>
                  <a:ext cx="2799013" cy="360000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>
                  <a:noAutofit/>
                </a:bodyPr>
                <a:lstStyle/>
                <a:p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en-US" altLang="ja-JP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0" name="テキスト ボックス 79">
                  <a:extLst>
                    <a:ext uri="{FF2B5EF4-FFF2-40B4-BE49-F238E27FC236}">
                      <ns2:creationId id="{45F8084B-0993-D3B9-836B-B8C213339ACA}"/>
                    </a:ext>
                  </a:extLst>
                </p:cNvPr>
                <p:cNvSpPr txBox="1"/>
                <p:nvPr/>
              </p:nvSpPr>
              <p:spPr>
                <a:xfrm>
                  <a:off x="9058024" y="4713315"/>
                  <a:ext cx="2799013" cy="360000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>
                  <a:noAutofit/>
                </a:bodyPr>
                <a:lstStyle/>
                <a:p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  <p:sp>
              <p:nvSpPr>
                <p:cNvPr id="81" name="テキスト ボックス 80">
                  <a:extLst>
                    <a:ext uri="{FF2B5EF4-FFF2-40B4-BE49-F238E27FC236}">
                      <ns2:creationId id="{A81DE73D-292F-B413-F898-FBF2558DE46C}"/>
                    </a:ext>
                  </a:extLst>
                </p:cNvPr>
                <p:cNvSpPr txBox="1"/>
                <p:nvPr/>
              </p:nvSpPr>
              <p:spPr>
                <a:xfrm>
                  <a:off x="9058025" y="5163315"/>
                  <a:ext cx="2799013" cy="360000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>
                  <a:noAutofit/>
                </a:bodyPr>
                <a:lstStyle/>
                <a:p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9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  <p:sp>
              <p:nvSpPr>
                <p:cNvPr id="28" name="楕円 27">
                  <a:extLst>
                    <a:ext uri="{FF2B5EF4-FFF2-40B4-BE49-F238E27FC236}">
                      <ns2:creationId id="{35D160CE-5488-634D-E280-F75CD2165F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45970" y="3819718"/>
                  <a:ext cx="252000" cy="25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rgbClr val="0093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lang="ja-JP" altLang="en-US" sz="140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12" name="グループ化 111">
                <a:extLst>
                  <a:ext uri="{FF2B5EF4-FFF2-40B4-BE49-F238E27FC236}">
                    <ns2:creationId id="{93C579B4-4FE0-7164-DBEB-575B27732B93}"/>
                  </a:ext>
                </a:extLst>
              </p:cNvPr>
              <p:cNvGrpSpPr/>
              <p:nvPr/>
            </p:nvGrpSpPr>
            <p:grpSpPr>
              <a:xfrm>
                <a:off x="1586601" y="3711718"/>
                <a:ext cx="5273883" cy="1811597"/>
                <a:chOff x="1586601" y="3711718"/>
                <a:chExt cx="5273883" cy="1811597"/>
              </a:xfrm>
            </p:grpSpPr>
            <p:sp>
              <p:nvSpPr>
                <p:cNvPr id="41" name="正方形/長方形 40">
                  <a:extLst>
                    <a:ext uri="{FF2B5EF4-FFF2-40B4-BE49-F238E27FC236}">
                      <ns2:creationId id="{66AF97A8-830E-D391-EAE2-F150591A039D}"/>
                    </a:ext>
                  </a:extLst>
                </p:cNvPr>
                <p:cNvSpPr/>
                <p:nvPr/>
              </p:nvSpPr>
              <p:spPr>
                <a:xfrm>
                  <a:off x="1586602" y="3711718"/>
                  <a:ext cx="5273882" cy="468000"/>
                </a:xfrm>
                <a:prstGeom prst="rect">
                  <a:avLst/>
                </a:prstGeom>
                <a:solidFill>
                  <a:srgbClr val="00933A">
                    <a:alpha val="6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kumimoji="1"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4" name="四角形: 角を丸くする 43">
                  <a:extLst>
                    <a:ext uri="{FF2B5EF4-FFF2-40B4-BE49-F238E27FC236}">
                      <ns2:creationId id="{D71F6F15-86EF-7C9B-A378-FA0376C75E31}"/>
                    </a:ext>
                  </a:extLst>
                </p:cNvPr>
                <p:cNvSpPr/>
                <p:nvPr/>
              </p:nvSpPr>
              <p:spPr>
                <a:xfrm>
                  <a:off x="1586601" y="4255423"/>
                  <a:ext cx="661293" cy="209029"/>
                </a:xfrm>
                <a:prstGeom prst="roundRect">
                  <a:avLst>
                    <a:gd name="adj" fmla="val 48873"/>
                  </a:avLst>
                </a:prstGeom>
                <a:solidFill>
                  <a:srgbClr val="00933A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" name="正方形/長方形 44">
                  <a:extLst>
                    <a:ext uri="{FF2B5EF4-FFF2-40B4-BE49-F238E27FC236}">
                      <ns2:creationId id="{2ECB064B-CD04-E006-CE5C-16ACC27E2D36}"/>
                    </a:ext>
                  </a:extLst>
                </p:cNvPr>
                <p:cNvSpPr/>
                <p:nvPr/>
              </p:nvSpPr>
              <p:spPr>
                <a:xfrm>
                  <a:off x="1770379" y="4541172"/>
                  <a:ext cx="1152000" cy="180000"/>
                </a:xfrm>
                <a:prstGeom prst="rect">
                  <a:avLst/>
                </a:prstGeom>
                <a:solidFill>
                  <a:srgbClr val="00933A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6" name="正方形/長方形 45">
                  <a:extLst>
                    <a:ext uri="{FF2B5EF4-FFF2-40B4-BE49-F238E27FC236}">
                      <ns2:creationId id="{B599D874-743F-7E2F-3589-687F5DCDB0ED}"/>
                    </a:ext>
                  </a:extLst>
                </p:cNvPr>
                <p:cNvSpPr/>
                <p:nvPr/>
              </p:nvSpPr>
              <p:spPr>
                <a:xfrm>
                  <a:off x="1968745" y="4808553"/>
                  <a:ext cx="1152000" cy="180000"/>
                </a:xfrm>
                <a:prstGeom prst="rect">
                  <a:avLst/>
                </a:prstGeom>
                <a:solidFill>
                  <a:srgbClr val="00933A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7" name="正方形/長方形 46">
                  <a:extLst>
                    <a:ext uri="{FF2B5EF4-FFF2-40B4-BE49-F238E27FC236}">
                      <ns2:creationId id="{AF5CFA3E-A9A7-D834-EC52-915E22844CCB}"/>
                    </a:ext>
                  </a:extLst>
                </p:cNvPr>
                <p:cNvSpPr/>
                <p:nvPr/>
              </p:nvSpPr>
              <p:spPr>
                <a:xfrm>
                  <a:off x="2167111" y="5075934"/>
                  <a:ext cx="1152000" cy="180000"/>
                </a:xfrm>
                <a:prstGeom prst="rect">
                  <a:avLst/>
                </a:prstGeom>
                <a:solidFill>
                  <a:srgbClr val="00933A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50" name="正方形/長方形 49">
                  <a:extLst>
                    <a:ext uri="{FF2B5EF4-FFF2-40B4-BE49-F238E27FC236}">
                      <ns2:creationId id="{3AAAB439-AA30-7744-2A36-0885C336A637}"/>
                    </a:ext>
                  </a:extLst>
                </p:cNvPr>
                <p:cNvSpPr/>
                <p:nvPr/>
              </p:nvSpPr>
              <p:spPr>
                <a:xfrm>
                  <a:off x="2365478" y="5343315"/>
                  <a:ext cx="1152000" cy="180000"/>
                </a:xfrm>
                <a:prstGeom prst="rect">
                  <a:avLst/>
                </a:prstGeom>
                <a:solidFill>
                  <a:srgbClr val="00933A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52" name="コネクタ: カギ線 51">
                  <a:extLst>
                    <a:ext uri="{FF2B5EF4-FFF2-40B4-BE49-F238E27FC236}">
                      <ns2:creationId id="{76C9344F-C3D6-64B8-52E3-52B6CB807328}"/>
                    </a:ext>
                  </a:extLst>
                </p:cNvPr>
                <p:cNvCxnSpPr>
                  <a:endCxn id="50" idx="1"/>
                </p:cNvCxnSpPr>
                <p:nvPr/>
              </p:nvCxnSpPr>
              <p:spPr>
                <a:xfrm rot="16200000" flipH="1">
                  <a:off x="1813186" y="4881022"/>
                  <a:ext cx="615425" cy="489160"/>
                </a:xfrm>
                <a:prstGeom prst="bentConnector2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コネクタ: カギ線 52">
                  <a:extLst>
                    <a:ext uri="{FF2B5EF4-FFF2-40B4-BE49-F238E27FC236}">
                      <ns2:creationId id="{E7981431-2037-544D-FA15-7DCA6A3F0DFD}"/>
                    </a:ext>
                  </a:extLst>
                </p:cNvPr>
                <p:cNvCxnSpPr>
                  <a:cxnSpLocks/>
                  <a:endCxn id="46" idx="1"/>
                </p:cNvCxnSpPr>
                <p:nvPr/>
              </p:nvCxnSpPr>
              <p:spPr>
                <a:xfrm rot="16200000" flipH="1">
                  <a:off x="1824409" y="4754216"/>
                  <a:ext cx="196247" cy="92426"/>
                </a:xfrm>
                <a:prstGeom prst="bentConnector2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コネクタ: カギ線 55">
                  <a:extLst>
                    <a:ext uri="{FF2B5EF4-FFF2-40B4-BE49-F238E27FC236}">
                      <ns2:creationId id="{971903F0-8045-86C0-D63D-FB6B7D5F9C5F}"/>
                    </a:ext>
                  </a:extLst>
                </p:cNvPr>
                <p:cNvCxnSpPr>
                  <a:cxnSpLocks/>
                  <a:endCxn id="47" idx="1"/>
                </p:cNvCxnSpPr>
                <p:nvPr/>
              </p:nvCxnSpPr>
              <p:spPr>
                <a:xfrm rot="16200000" flipH="1">
                  <a:off x="1799003" y="4797826"/>
                  <a:ext cx="445420" cy="290796"/>
                </a:xfrm>
                <a:prstGeom prst="bentConnector2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正方形/長方形 58">
                  <a:extLst>
                    <a:ext uri="{FF2B5EF4-FFF2-40B4-BE49-F238E27FC236}">
                      <ns2:creationId id="{90725F4C-1782-2B5B-7C2F-4C8121DFDF1B}"/>
                    </a:ext>
                  </a:extLst>
                </p:cNvPr>
                <p:cNvSpPr/>
                <p:nvPr/>
              </p:nvSpPr>
              <p:spPr>
                <a:xfrm>
                  <a:off x="3552756" y="4263315"/>
                  <a:ext cx="3276000" cy="1260000"/>
                </a:xfrm>
                <a:prstGeom prst="rect">
                  <a:avLst/>
                </a:prstGeom>
                <a:noFill/>
                <a:ln w="9525">
                  <a:solidFill>
                    <a:srgbClr val="00933A"/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32" name="グループ化 31">
                  <a:extLst>
                    <a:ext uri="{FF2B5EF4-FFF2-40B4-BE49-F238E27FC236}">
                      <ns2:creationId id="{6410B076-02ED-5BC9-A61C-F7706A368176}"/>
                    </a:ext>
                  </a:extLst>
                </p:cNvPr>
                <p:cNvGrpSpPr/>
                <p:nvPr/>
              </p:nvGrpSpPr>
              <p:grpSpPr>
                <a:xfrm>
                  <a:off x="4527332" y="4309918"/>
                  <a:ext cx="1262192" cy="504000"/>
                  <a:chOff x="4527332" y="4300393"/>
                  <a:chExt cx="1262192" cy="504000"/>
                </a:xfrm>
              </p:grpSpPr>
              <p:sp>
                <p:nvSpPr>
                  <p:cNvPr id="60" name="正方形/長方形 59">
                    <a:extLst>
                      <a:ext uri="{FF2B5EF4-FFF2-40B4-BE49-F238E27FC236}">
                        <ns2:creationId id="{2841219A-AC1E-EBEE-3558-553C151B7ECB}"/>
                      </a:ext>
                    </a:extLst>
                  </p:cNvPr>
                  <p:cNvSpPr/>
                  <p:nvPr/>
                </p:nvSpPr>
                <p:spPr>
                  <a:xfrm>
                    <a:off x="4527332" y="4300393"/>
                    <a:ext cx="1262192" cy="504000"/>
                  </a:xfrm>
                  <a:prstGeom prst="rect">
                    <a:avLst/>
                  </a:prstGeom>
                  <a:solidFill>
                    <a:srgbClr val="00953C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1" name="正方形/長方形 60">
                    <a:extLst>
                      <a:ext uri="{FF2B5EF4-FFF2-40B4-BE49-F238E27FC236}">
                        <ns2:creationId id="{F5521AA2-936A-5A14-448A-0496E67E8027}"/>
                      </a:ext>
                    </a:extLst>
                  </p:cNvPr>
                  <p:cNvSpPr/>
                  <p:nvPr/>
                </p:nvSpPr>
                <p:spPr>
                  <a:xfrm>
                    <a:off x="4527332" y="4300393"/>
                    <a:ext cx="1262192" cy="117365"/>
                  </a:xfrm>
                  <a:prstGeom prst="rect">
                    <a:avLst/>
                  </a:prstGeom>
                  <a:solidFill>
                    <a:srgbClr val="00953C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kumimoji="1" lang="ja-JP" altLang="en-US" sz="8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en-US" altLang="ja-JP" sz="8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0</a:t>
                    </a:r>
                    <a:endParaRPr kumimoji="1" lang="ja-JP" altLang="en-US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aphicFrame>
              <p:nvGraphicFramePr>
                <p:cNvPr id="71" name="グラフ 70">
                  <a:extLst>
                    <a:ext uri="{FF2B5EF4-FFF2-40B4-BE49-F238E27FC236}">
                      <ns2:creationId id="{C30294E6-C273-4614-3E16-C64E4F16F168}"/>
                    </a:ext>
                  </a:extLst>
                </p:cNvPr>
                <p:cNvGraphicFramePr/>
                <p:nvPr/>
              </p:nvGraphicFramePr>
              <p:xfrm>
                <a:off x="4515901" y="4309918"/>
                <a:ext cx="1285054" cy="643566"/>
              </p:xfrm>
              <a:graphic>
                <a:graphicData uri="http://schemas.openxmlformats.org/drawingml/2006/chart">
                  <ns3:chart r:id="rId8"/>
                </a:graphicData>
              </a:graphic>
            </p:graphicFrame>
            <p:grpSp>
              <p:nvGrpSpPr>
                <p:cNvPr id="29" name="グループ化 28">
                  <a:extLst>
                    <a:ext uri="{FF2B5EF4-FFF2-40B4-BE49-F238E27FC236}">
                      <ns2:creationId id="{0CFA2678-689C-4F0E-FCAA-3C55340DF214}"/>
                    </a:ext>
                  </a:extLst>
                </p:cNvPr>
                <p:cNvGrpSpPr/>
                <p:nvPr/>
              </p:nvGrpSpPr>
              <p:grpSpPr>
                <a:xfrm>
                  <a:off x="3667745" y="4977961"/>
                  <a:ext cx="1262192" cy="504000"/>
                  <a:chOff x="3667745" y="4873186"/>
                  <a:chExt cx="1262192" cy="504000"/>
                </a:xfrm>
              </p:grpSpPr>
              <p:sp>
                <p:nvSpPr>
                  <p:cNvPr id="64" name="正方形/長方形 63">
                    <a:extLst>
                      <a:ext uri="{FF2B5EF4-FFF2-40B4-BE49-F238E27FC236}">
                        <ns2:creationId id="{BEDFBC30-9D4C-69AD-D175-183182B31343}"/>
                      </a:ext>
                    </a:extLst>
                  </p:cNvPr>
                  <p:cNvSpPr/>
                  <p:nvPr/>
                </p:nvSpPr>
                <p:spPr>
                  <a:xfrm>
                    <a:off x="3667745" y="4873186"/>
                    <a:ext cx="1262192" cy="504000"/>
                  </a:xfrm>
                  <a:prstGeom prst="rect">
                    <a:avLst/>
                  </a:prstGeom>
                  <a:solidFill>
                    <a:srgbClr val="00953C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5" name="正方形/長方形 64">
                    <a:extLst>
                      <a:ext uri="{FF2B5EF4-FFF2-40B4-BE49-F238E27FC236}">
                        <ns2:creationId id="{A8097DE1-5FC1-43F3-C40A-292504CA9294}"/>
                      </a:ext>
                    </a:extLst>
                  </p:cNvPr>
                  <p:cNvSpPr/>
                  <p:nvPr/>
                </p:nvSpPr>
                <p:spPr>
                  <a:xfrm>
                    <a:off x="3667745" y="4873187"/>
                    <a:ext cx="1262192" cy="117365"/>
                  </a:xfrm>
                  <a:prstGeom prst="rect">
                    <a:avLst/>
                  </a:prstGeom>
                  <a:solidFill>
                    <a:srgbClr val="00953C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kumimoji="1" lang="ja-JP" altLang="en-US" sz="8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8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6</a:t>
                    </a:r>
                    <a:endParaRPr kumimoji="1" lang="ja-JP" altLang="en-US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cxnSp>
              <p:nvCxnSpPr>
                <p:cNvPr id="104" name="直線コネクタ 103">
                  <a:extLst>
                    <a:ext uri="{FF2B5EF4-FFF2-40B4-BE49-F238E27FC236}">
                      <ns2:creationId id="{28FFCF5A-5DFE-8435-7505-A25AB347A174}"/>
                    </a:ext>
                  </a:extLst>
                </p:cNvPr>
                <p:cNvCxnSpPr>
                  <a:cxnSpLocks/>
                  <a:endCxn id="47" idx="3"/>
                </p:cNvCxnSpPr>
                <p:nvPr/>
              </p:nvCxnSpPr>
              <p:spPr>
                <a:xfrm flipH="1">
                  <a:off x="3319111" y="5165934"/>
                  <a:ext cx="233645" cy="0"/>
                </a:xfrm>
                <a:prstGeom prst="line">
                  <a:avLst/>
                </a:prstGeom>
                <a:ln w="9525">
                  <a:solidFill>
                    <a:srgbClr val="00933A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楕円 22">
                  <a:extLst>
                    <a:ext uri="{FF2B5EF4-FFF2-40B4-BE49-F238E27FC236}">
                      <ns2:creationId id="{7EE184AE-BEFC-68A5-288D-181B7C595CB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14938" y="3819718"/>
                  <a:ext cx="252000" cy="25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rgbClr val="0093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lang="ja-JP" altLang="en-US" sz="1400" dirty="0">
                    <a:solidFill>
                      <a:srgbClr val="0093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55" name="コネクタ: カギ線 54">
                  <a:extLst>
                    <a:ext uri="{FF2B5EF4-FFF2-40B4-BE49-F238E27FC236}">
                      <ns2:creationId id="{9E2E34F9-3B7F-257E-0177-9939C61E7774}"/>
                    </a:ext>
                  </a:extLst>
                </p:cNvPr>
                <p:cNvCxnSpPr>
                  <a:cxnSpLocks/>
                  <a:stCxn id="60" idx="2"/>
                  <a:endCxn id="72" idx="0"/>
                </p:cNvCxnSpPr>
                <p:nvPr/>
              </p:nvCxnSpPr>
              <p:spPr>
                <a:xfrm rot="5400000">
                  <a:off x="4646614" y="4466146"/>
                  <a:ext cx="164043" cy="859587"/>
                </a:xfrm>
                <a:prstGeom prst="bentConnector3">
                  <a:avLst>
                    <a:gd name="adj1" fmla="val 50000"/>
                  </a:avLst>
                </a:prstGeom>
                <a:ln w="952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コネクタ: カギ線 81">
                  <a:extLst>
                    <a:ext uri="{FF2B5EF4-FFF2-40B4-BE49-F238E27FC236}">
                      <ns2:creationId id="{0E773FAA-D85F-09A6-D16F-C848D6A5A200}"/>
                    </a:ext>
                  </a:extLst>
                </p:cNvPr>
                <p:cNvCxnSpPr>
                  <a:stCxn id="60" idx="2"/>
                  <a:endCxn id="73" idx="0"/>
                </p:cNvCxnSpPr>
                <p:nvPr/>
              </p:nvCxnSpPr>
              <p:spPr>
                <a:xfrm rot="16200000" flipH="1">
                  <a:off x="5522076" y="4450269"/>
                  <a:ext cx="164043" cy="891339"/>
                </a:xfrm>
                <a:prstGeom prst="bentConnector3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6:creationId val="2741012907"/>
      </p:ext>
    </p:extLst>
  </p:cSld>
  <p:clrMapOvr>
    <a:masterClrMapping/>
  </p:clrMapOvr>
</p:sld>
</file>

<file path=ppt/slides/slide6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DX</a:t>
            </a:r>
            <a:r>
              <a:rPr kumimoji="1" lang="ja-JP" altLang="en-US"/>
              <a:t>XX</a:t>
            </a:r>
          </a:p>
        </p:txBody>
      </p:sp>
      <p:grpSp>
        <p:nvGrpSpPr>
          <p:cNvPr id="154" name="グループ化 153">
            <a:extLst>
              <a:ext uri="{FF2B5EF4-FFF2-40B4-BE49-F238E27FC236}">
                <ns2:creationId id="{BBD1F024-BD8C-5E36-C451-CECA1FC29ACF}"/>
              </a:ext>
            </a:extLst>
          </p:cNvPr>
          <p:cNvGrpSpPr/>
          <p:nvPr/>
        </p:nvGrpSpPr>
        <p:grpSpPr>
          <a:xfrm>
            <a:off x="9836356" y="1195655"/>
            <a:ext cx="251320" cy="5113070"/>
            <a:chOff x="9836356" y="1195655"/>
            <a:chExt cx="251320" cy="5113070"/>
          </a:xfrm>
        </p:grpSpPr>
        <p:cxnSp>
          <p:nvCxnSpPr>
            <p:cNvPr id="130" name="直線コネクタ 129">
              <a:extLst>
                <a:ext uri="{FF2B5EF4-FFF2-40B4-BE49-F238E27FC236}">
                  <ns2:creationId id="{2B1E0BB6-E0A0-CD4A-57F9-63556485C5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2016" y="1195655"/>
              <a:ext cx="0" cy="511307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1" name="グループ化 130">
              <a:extLst>
                <a:ext uri="{FF2B5EF4-FFF2-40B4-BE49-F238E27FC236}">
                  <ns2:creationId id="{7DAF939E-8D44-06A2-EBD6-B06B333B2F4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836356" y="3649535"/>
              <a:ext cx="251320" cy="252000"/>
              <a:chOff x="4481975" y="4551664"/>
              <a:chExt cx="360000" cy="360974"/>
            </a:xfrm>
          </p:grpSpPr>
          <p:sp>
            <p:nvSpPr>
              <p:cNvPr id="132" name="円/楕円 126">
                <a:extLst>
                  <a:ext uri="{FF2B5EF4-FFF2-40B4-BE49-F238E27FC236}">
                    <ns2:creationId id="{E5DE9E20-C6A6-8570-8EF8-54EFD127A72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33" name="グラフィックス 132" descr="キャレットを下へ 枠線">
                <a:extLst>
                  <a:ext uri="{FF2B5EF4-FFF2-40B4-BE49-F238E27FC236}">
                    <ns2:creationId id="{DEBE4263-2D36-83E1-EE8A-6C8BB3D173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8197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78" name="グループ化 177">
            <a:extLst>
              <a:ext uri="{FF2B5EF4-FFF2-40B4-BE49-F238E27FC236}">
                <ns2:creationId id="{0B790A27-1550-C185-FB94-3C774F243539}"/>
              </a:ext>
            </a:extLst>
          </p:cNvPr>
          <p:cNvGrpSpPr/>
          <p:nvPr/>
        </p:nvGrpSpPr>
        <p:grpSpPr>
          <a:xfrm>
            <a:off x="10102703" y="1217637"/>
            <a:ext cx="1735716" cy="4369599"/>
            <a:chOff x="10102703" y="1217637"/>
            <a:chExt cx="1735716" cy="4369599"/>
          </a:xfrm>
        </p:grpSpPr>
        <p:cxnSp>
          <p:nvCxnSpPr>
            <p:cNvPr id="140" name="直線コネクタ 139">
              <a:extLst>
                <a:ext uri="{FF2B5EF4-FFF2-40B4-BE49-F238E27FC236}">
                  <ns2:creationId id="{F4971D22-6826-B239-532B-459FFF991980}"/>
                </a:ext>
              </a:extLst>
            </p:cNvPr>
            <p:cNvCxnSpPr/>
            <p:nvPr/>
          </p:nvCxnSpPr>
          <p:spPr>
            <a:xfrm>
              <a:off x="10102703" y="1479247"/>
              <a:ext cx="173571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テキスト ボックス 140">
              <a:extLst>
                <a:ext uri="{FF2B5EF4-FFF2-40B4-BE49-F238E27FC236}">
                  <ns2:creationId id="{CCD44AC6-3E8C-BB55-113F-3411B93F3787}"/>
                </a:ext>
              </a:extLst>
            </p:cNvPr>
            <p:cNvSpPr txBox="1"/>
            <p:nvPr/>
          </p:nvSpPr>
          <p:spPr>
            <a:xfrm>
              <a:off x="10102703" y="1217637"/>
              <a:ext cx="1735716" cy="2616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</a:p>
          </p:txBody>
        </p:sp>
        <p:grpSp>
          <p:nvGrpSpPr>
            <p:cNvPr id="176" name="グループ化 175">
              <a:extLst>
                <a:ext uri="{FF2B5EF4-FFF2-40B4-BE49-F238E27FC236}">
                  <ns2:creationId id="{B62809FD-572F-7E17-9818-022569BDC125}"/>
                </a:ext>
              </a:extLst>
            </p:cNvPr>
            <p:cNvGrpSpPr/>
            <p:nvPr/>
          </p:nvGrpSpPr>
          <p:grpSpPr>
            <a:xfrm>
              <a:off x="10181598" y="1917145"/>
              <a:ext cx="1577925" cy="3670091"/>
              <a:chOff x="10181598" y="1653846"/>
              <a:chExt cx="1577925" cy="3670091"/>
            </a:xfrm>
          </p:grpSpPr>
          <p:sp>
            <p:nvSpPr>
              <p:cNvPr id="143" name="テキスト ボックス 142">
                <a:extLst>
                  <a:ext uri="{FF2B5EF4-FFF2-40B4-BE49-F238E27FC236}">
                    <ns2:creationId id="{2DB36074-69BE-ACE5-4547-6F3B723D2E54}"/>
                  </a:ext>
                </a:extLst>
              </p:cNvPr>
              <p:cNvSpPr txBox="1"/>
              <p:nvPr/>
            </p:nvSpPr>
            <p:spPr>
              <a:xfrm>
                <a:off x="10181599" y="1653846"/>
                <a:ext cx="1577924" cy="1026985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spcAft>
                    <a:spcPts val="400"/>
                  </a:spcAft>
                  <a:buClr>
                    <a:srgbClr val="008000"/>
                  </a:buClr>
                </a:pPr>
                <a:r>
                  <a:rPr lang="ja-JP" altLang="en-US" sz="1400">
                    <a:solidFill>
                      <a:srgbClr val="008000"/>
                    </a:solidFill>
                  </a:rPr>
                  <a:t>XX</a:t>
                </a:r>
                <a:endParaRPr lang="en-US" altLang="ja-JP" sz="1400">
                  <a:solidFill>
                    <a:srgbClr val="008000"/>
                  </a:solidFill>
                </a:endParaRPr>
              </a:p>
              <a:p>
                <a:pPr algn="ctr">
                  <a:spcAft>
                    <a:spcPts val="400"/>
                  </a:spcAft>
                  <a:buClr>
                    <a:srgbClr val="008000"/>
                  </a:buClr>
                </a:pPr>
                <a:r>
                  <a:rPr lang="en-US" altLang="ja-JP" sz="1400">
                    <a:solidFill>
                      <a:srgbClr val="008000"/>
                    </a:solidFill>
                  </a:rPr>
                  <a:t>(</a:t>
                </a:r>
                <a:r>
                  <a:rPr lang="ja-JP" altLang="en-US" sz="14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1400">
                    <a:solidFill>
                      <a:srgbClr val="008000"/>
                    </a:solidFill>
                  </a:rPr>
                  <a:t>)</a:t>
                </a:r>
              </a:p>
            </p:txBody>
          </p:sp>
          <p:grpSp>
            <p:nvGrpSpPr>
              <p:cNvPr id="175" name="グループ化 174">
                <a:extLst>
                  <a:ext uri="{FF2B5EF4-FFF2-40B4-BE49-F238E27FC236}">
                    <ns2:creationId id="{3E6E9A68-5B76-C4F2-4181-1800E3F31C57}"/>
                  </a:ext>
                </a:extLst>
              </p:cNvPr>
              <p:cNvGrpSpPr/>
              <p:nvPr/>
            </p:nvGrpSpPr>
            <p:grpSpPr>
              <a:xfrm>
                <a:off x="10181599" y="2670244"/>
                <a:ext cx="1577924" cy="840882"/>
                <a:chOff x="10181599" y="2670244"/>
                <a:chExt cx="1577924" cy="840882"/>
              </a:xfrm>
            </p:grpSpPr>
            <p:sp>
              <p:nvSpPr>
                <p:cNvPr id="144" name="テキスト ボックス 143">
                  <a:extLst>
                    <a:ext uri="{FF2B5EF4-FFF2-40B4-BE49-F238E27FC236}">
                      <ns2:creationId id="{2F3E5FF4-D4FF-6E47-B1A0-166FF13CE41D}"/>
                    </a:ext>
                  </a:extLst>
                </p:cNvPr>
                <p:cNvSpPr txBox="1"/>
                <p:nvPr/>
              </p:nvSpPr>
              <p:spPr>
                <a:xfrm>
                  <a:off x="10181599" y="3193151"/>
                  <a:ext cx="1577924" cy="317975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>
                    <a:spcAft>
                      <a:spcPts val="400"/>
                    </a:spcAft>
                    <a:buClr>
                      <a:srgbClr val="008000"/>
                    </a:buClr>
                  </a:pPr>
                  <a:r>
                    <a:rPr lang="ja-JP" altLang="en-US" sz="1400"/>
                    <a:t>XX</a:t>
                  </a:r>
                </a:p>
              </p:txBody>
            </p:sp>
            <p:pic>
              <p:nvPicPr>
                <p:cNvPr id="147" name="グラフィックス 146" descr="時計 単色塗りつぶし">
                  <a:extLst>
                    <a:ext uri="{FF2B5EF4-FFF2-40B4-BE49-F238E27FC236}">
                      <ns2:creationId id="{C62BB23C-E600-AC43-BE8B-1002C58DD5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92391" y="2670244"/>
                  <a:ext cx="534359" cy="534359"/>
                </a:xfrm>
                <a:prstGeom prst="rect">
                  <a:avLst/>
                </a:prstGeom>
              </p:spPr>
            </p:pic>
          </p:grpSp>
          <p:grpSp>
            <p:nvGrpSpPr>
              <p:cNvPr id="174" name="グループ化 173">
                <a:extLst>
                  <a:ext uri="{FF2B5EF4-FFF2-40B4-BE49-F238E27FC236}">
                    <ns2:creationId id="{46077D0F-F410-DEBD-342E-DB13EDA1E682}"/>
                  </a:ext>
                </a:extLst>
              </p:cNvPr>
              <p:cNvGrpSpPr/>
              <p:nvPr/>
            </p:nvGrpSpPr>
            <p:grpSpPr>
              <a:xfrm>
                <a:off x="10181598" y="4128009"/>
                <a:ext cx="1577924" cy="1195928"/>
                <a:chOff x="10181598" y="4128009"/>
                <a:chExt cx="1577924" cy="1195928"/>
              </a:xfrm>
            </p:grpSpPr>
            <p:sp>
              <p:nvSpPr>
                <p:cNvPr id="145" name="テキスト ボックス 144">
                  <a:extLst>
                    <a:ext uri="{FF2B5EF4-FFF2-40B4-BE49-F238E27FC236}">
                      <ns2:creationId id="{7B57F340-4FBA-7944-745C-2221F31EAED9}"/>
                    </a:ext>
                  </a:extLst>
                </p:cNvPr>
                <p:cNvSpPr txBox="1"/>
                <p:nvPr/>
              </p:nvSpPr>
              <p:spPr>
                <a:xfrm>
                  <a:off x="10181598" y="4636220"/>
                  <a:ext cx="1577924" cy="687717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>
                    <a:spcAft>
                      <a:spcPts val="400"/>
                    </a:spcAft>
                    <a:buClr>
                      <a:srgbClr val="008000"/>
                    </a:buClr>
                  </a:pPr>
                  <a:r>
                    <a:rPr lang="ja-JP" altLang="en-US" sz="1400"/>
                    <a:t>XX</a:t>
                  </a:r>
                </a:p>
              </p:txBody>
            </p:sp>
            <p:pic>
              <p:nvPicPr>
                <p:cNvPr id="148" name="グラフィックス 147" descr="アイデア 単色塗りつぶし">
                  <a:extLst>
                    <a:ext uri="{FF2B5EF4-FFF2-40B4-BE49-F238E27FC236}">
                      <ns2:creationId id="{050C70C1-7D71-5D77-98E8-4D9AF9695E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10692391" y="4128009"/>
                  <a:ext cx="534359" cy="534359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55" name="グループ化 154">
            <a:extLst>
              <a:ext uri="{FF2B5EF4-FFF2-40B4-BE49-F238E27FC236}">
                <ns2:creationId id="{71D8E2FB-870F-71C7-1BFF-1D309696C86B}"/>
              </a:ext>
            </a:extLst>
          </p:cNvPr>
          <p:cNvGrpSpPr/>
          <p:nvPr/>
        </p:nvGrpSpPr>
        <p:grpSpPr>
          <a:xfrm>
            <a:off x="6624580" y="1195655"/>
            <a:ext cx="251320" cy="5113070"/>
            <a:chOff x="9836356" y="1195655"/>
            <a:chExt cx="251320" cy="5113070"/>
          </a:xfrm>
        </p:grpSpPr>
        <p:cxnSp>
          <p:nvCxnSpPr>
            <p:cNvPr id="156" name="直線コネクタ 155">
              <a:extLst>
                <a:ext uri="{FF2B5EF4-FFF2-40B4-BE49-F238E27FC236}">
                  <ns2:creationId id="{32E467CC-C9E5-A6FA-8F21-DED149E05A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2016" y="1195655"/>
              <a:ext cx="0" cy="511307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7" name="グループ化 156">
              <a:extLst>
                <a:ext uri="{FF2B5EF4-FFF2-40B4-BE49-F238E27FC236}">
                  <ns2:creationId id="{032E77A9-4E85-58E9-B07C-8B42111BAC2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836356" y="3649535"/>
              <a:ext cx="251320" cy="252000"/>
              <a:chOff x="4481975" y="4551664"/>
              <a:chExt cx="360000" cy="360974"/>
            </a:xfrm>
          </p:grpSpPr>
          <p:sp>
            <p:nvSpPr>
              <p:cNvPr id="158" name="円/楕円 126">
                <a:extLst>
                  <a:ext uri="{FF2B5EF4-FFF2-40B4-BE49-F238E27FC236}">
                    <ns2:creationId id="{DCF1CFA1-A3ED-E7B3-0E54-F19A0BBD071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59" name="グラフィックス 158" descr="キャレットを下へ 枠線">
                <a:extLst>
                  <a:ext uri="{FF2B5EF4-FFF2-40B4-BE49-F238E27FC236}">
                    <ns2:creationId id="{AEB9D7DB-820C-575B-49CC-D6512B920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8197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73" name="グループ化 172">
            <a:extLst>
              <a:ext uri="{FF2B5EF4-FFF2-40B4-BE49-F238E27FC236}">
                <ns2:creationId id="{F2E3373E-8DA1-2011-C4B3-F2EDCB43D9C2}"/>
              </a:ext>
            </a:extLst>
          </p:cNvPr>
          <p:cNvGrpSpPr/>
          <p:nvPr/>
        </p:nvGrpSpPr>
        <p:grpSpPr>
          <a:xfrm>
            <a:off x="7015377" y="1195656"/>
            <a:ext cx="2727056" cy="5113061"/>
            <a:chOff x="7015377" y="1195656"/>
            <a:chExt cx="2727056" cy="5113061"/>
          </a:xfrm>
        </p:grpSpPr>
        <p:sp>
          <p:nvSpPr>
            <p:cNvPr id="150" name="四角形: 角を丸くする 149">
              <a:extLst>
                <a:ext uri="{FF2B5EF4-FFF2-40B4-BE49-F238E27FC236}">
                  <ns2:creationId id="{67E0EE6F-118F-7CC8-349A-DBFC8D5BF516}"/>
                </a:ext>
              </a:extLst>
            </p:cNvPr>
            <p:cNvSpPr/>
            <p:nvPr/>
          </p:nvSpPr>
          <p:spPr>
            <a:xfrm>
              <a:off x="7028858" y="1668741"/>
              <a:ext cx="2700090" cy="1303884"/>
            </a:xfrm>
            <a:prstGeom prst="roundRect">
              <a:avLst>
                <a:gd name="adj" fmla="val 2510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四角形: 角を丸くする 150">
              <a:extLst>
                <a:ext uri="{FF2B5EF4-FFF2-40B4-BE49-F238E27FC236}">
                  <ns2:creationId id="{61EC7880-B8FE-25A0-4859-54AB4CDDD603}"/>
                </a:ext>
              </a:extLst>
            </p:cNvPr>
            <p:cNvSpPr/>
            <p:nvPr/>
          </p:nvSpPr>
          <p:spPr>
            <a:xfrm>
              <a:off x="7028858" y="3215758"/>
              <a:ext cx="2700090" cy="1303884"/>
            </a:xfrm>
            <a:prstGeom prst="roundRect">
              <a:avLst>
                <a:gd name="adj" fmla="val 2510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四角形: 角を丸くする 151">
              <a:extLst>
                <a:ext uri="{FF2B5EF4-FFF2-40B4-BE49-F238E27FC236}">
                  <ns2:creationId id="{43F4DCEB-04BC-1B18-3EA7-514B4868C8C2}"/>
                </a:ext>
              </a:extLst>
            </p:cNvPr>
            <p:cNvSpPr/>
            <p:nvPr/>
          </p:nvSpPr>
          <p:spPr>
            <a:xfrm>
              <a:off x="7028858" y="4762774"/>
              <a:ext cx="2700090" cy="1303884"/>
            </a:xfrm>
            <a:prstGeom prst="roundRect">
              <a:avLst>
                <a:gd name="adj" fmla="val 2510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ns2:creationId id="{6129E811-9707-1DD3-F52E-F4D64D2FAB8B}"/>
                </a:ext>
              </a:extLst>
            </p:cNvPr>
            <p:cNvCxnSpPr/>
            <p:nvPr/>
          </p:nvCxnSpPr>
          <p:spPr>
            <a:xfrm>
              <a:off x="7015377" y="1457265"/>
              <a:ext cx="27270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テキスト ボックス 119">
              <a:extLst>
                <a:ext uri="{FF2B5EF4-FFF2-40B4-BE49-F238E27FC236}">
                  <ns2:creationId id="{BF08F4B3-BB9A-F4A4-08B2-814D3C4F9B85}"/>
                </a:ext>
              </a:extLst>
            </p:cNvPr>
            <p:cNvSpPr txBox="1"/>
            <p:nvPr/>
          </p:nvSpPr>
          <p:spPr>
            <a:xfrm>
              <a:off x="7015377" y="1195656"/>
              <a:ext cx="2713571" cy="2616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</a:p>
          </p:txBody>
        </p:sp>
        <p:sp>
          <p:nvSpPr>
            <p:cNvPr id="122" name="テキスト ボックス 121">
              <a:extLst>
                <a:ext uri="{FF2B5EF4-FFF2-40B4-BE49-F238E27FC236}">
                  <ns2:creationId id="{244B23B6-111C-A50F-083C-72EC29FCFF49}"/>
                </a:ext>
              </a:extLst>
            </p:cNvPr>
            <p:cNvSpPr txBox="1"/>
            <p:nvPr/>
          </p:nvSpPr>
          <p:spPr>
            <a:xfrm>
              <a:off x="7252022" y="1782484"/>
              <a:ext cx="2253765" cy="2195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008000"/>
              </a:solidFill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24" name="テキスト ボックス 123">
              <a:extLst>
                <a:ext uri="{FF2B5EF4-FFF2-40B4-BE49-F238E27FC236}">
                  <ns2:creationId id="{3DB86B0C-201F-BF44-7DF3-99B95D6EECA8}"/>
                </a:ext>
              </a:extLst>
            </p:cNvPr>
            <p:cNvSpPr txBox="1"/>
            <p:nvPr/>
          </p:nvSpPr>
          <p:spPr>
            <a:xfrm>
              <a:off x="7252021" y="2004907"/>
              <a:ext cx="2253765" cy="817415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  <a:br>
                <a:rPr lang="en-US" altLang="ja-JP" sz="1100"/>
              </a:br>
              <a:r>
                <a:rPr lang="ja-JP" altLang="en-US" sz="1100"/>
                <a:t>XX</a:t>
              </a:r>
            </a:p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</p:txBody>
        </p:sp>
        <p:sp>
          <p:nvSpPr>
            <p:cNvPr id="125" name="テキスト ボックス 124">
              <a:extLst>
                <a:ext uri="{FF2B5EF4-FFF2-40B4-BE49-F238E27FC236}">
                  <ns2:creationId id="{6D03CFE6-9ACE-2FEE-A784-CC37654D33E9}"/>
                </a:ext>
              </a:extLst>
            </p:cNvPr>
            <p:cNvSpPr txBox="1"/>
            <p:nvPr/>
          </p:nvSpPr>
          <p:spPr>
            <a:xfrm>
              <a:off x="7252021" y="3607684"/>
              <a:ext cx="2253765" cy="685277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</p:txBody>
        </p:sp>
        <p:sp>
          <p:nvSpPr>
            <p:cNvPr id="126" name="テキスト ボックス 125">
              <a:extLst>
                <a:ext uri="{FF2B5EF4-FFF2-40B4-BE49-F238E27FC236}">
                  <ns2:creationId id="{63ADC028-E1C3-020D-0AFB-BCB5C65B2681}"/>
                </a:ext>
              </a:extLst>
            </p:cNvPr>
            <p:cNvSpPr txBox="1"/>
            <p:nvPr/>
          </p:nvSpPr>
          <p:spPr>
            <a:xfrm>
              <a:off x="7252020" y="3381689"/>
              <a:ext cx="2253765" cy="2195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008000"/>
              </a:solidFill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27" name="テキスト ボックス 126">
              <a:extLst>
                <a:ext uri="{FF2B5EF4-FFF2-40B4-BE49-F238E27FC236}">
                  <ns2:creationId id="{2208A006-A015-0A53-355A-EDA3D10F9DAE}"/>
                </a:ext>
              </a:extLst>
            </p:cNvPr>
            <p:cNvSpPr txBox="1"/>
            <p:nvPr/>
          </p:nvSpPr>
          <p:spPr>
            <a:xfrm>
              <a:off x="7252020" y="5087927"/>
              <a:ext cx="2253765" cy="899291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</a:p>
            <a:p>
              <a:pPr marL="171450" indent="-171450">
                <a:spcAft>
                  <a:spcPts val="4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100"/>
                <a:t>XX</a:t>
              </a:r>
              <a:br>
                <a:rPr lang="en-US" altLang="ja-JP" sz="1100"/>
              </a:br>
              <a:r>
                <a:rPr lang="ja-JP" altLang="en-US" sz="1100"/>
                <a:t>XX</a:t>
              </a:r>
              <a:r>
                <a:rPr lang="ja-JP" altLang="it-IT" sz="1100"/>
                <a:t> </a:t>
              </a:r>
              <a:r>
                <a:rPr lang="en-US" altLang="ja-JP" sz="1100"/>
                <a:t>(</a:t>
              </a:r>
              <a:r>
                <a:rPr lang="ja-JP" altLang="en-US" sz="1100"/>
                <a:t>XX</a:t>
              </a:r>
              <a:r>
                <a:rPr lang="en-US" altLang="ja-JP" sz="1100"/>
                <a:t>) </a:t>
              </a:r>
              <a:r>
                <a:rPr lang="ja-JP" altLang="en-US" sz="1100"/>
                <a:t>XX</a:t>
              </a:r>
              <a:br>
                <a:rPr lang="en-US" altLang="ja-JP" sz="1100"/>
              </a:br>
              <a:r>
                <a:rPr lang="ja-JP" altLang="en-US" sz="1100"/>
                <a:t>XX</a:t>
              </a:r>
            </a:p>
          </p:txBody>
        </p:sp>
        <p:sp>
          <p:nvSpPr>
            <p:cNvPr id="128" name="テキスト ボックス 127">
              <a:extLst>
                <a:ext uri="{FF2B5EF4-FFF2-40B4-BE49-F238E27FC236}">
                  <ns2:creationId id="{C2EAD789-A4C5-A66F-2BBA-C4A529FC5FB3}"/>
                </a:ext>
              </a:extLst>
            </p:cNvPr>
            <p:cNvSpPr txBox="1"/>
            <p:nvPr/>
          </p:nvSpPr>
          <p:spPr>
            <a:xfrm>
              <a:off x="7198049" y="4879598"/>
              <a:ext cx="2253765" cy="2195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008000"/>
              </a:solidFill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</a:rPr>
                <a:t>XX</a:t>
              </a:r>
            </a:p>
          </p:txBody>
        </p:sp>
        <p:pic>
          <p:nvPicPr>
            <p:cNvPr id="160" name="グラフィックス 159" descr="ライト: オン 単色塗りつぶし">
              <a:extLst>
                <a:ext uri="{FF2B5EF4-FFF2-40B4-BE49-F238E27FC236}">
                  <ns2:creationId id="{DCDA8DD6-821B-36F1-BB7C-7A86040FC1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9365336" y="2542545"/>
              <a:ext cx="355256" cy="355256"/>
            </a:xfrm>
            <a:prstGeom prst="rect">
              <a:avLst/>
            </a:prstGeom>
          </p:spPr>
        </p:pic>
        <p:pic>
          <p:nvPicPr>
            <p:cNvPr id="161" name="グラフィックス 160" descr="対象の人々 単色塗りつぶし">
              <a:extLst>
                <a:ext uri="{FF2B5EF4-FFF2-40B4-BE49-F238E27FC236}">
                  <ns2:creationId id="{5CA86705-C70F-CA89-2FE2-F30C81603C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9365336" y="4014510"/>
              <a:ext cx="355256" cy="355256"/>
            </a:xfrm>
            <a:prstGeom prst="rect">
              <a:avLst/>
            </a:prstGeom>
          </p:spPr>
        </p:pic>
        <p:pic>
          <p:nvPicPr>
            <p:cNvPr id="162" name="グラフィックス 161" descr="リサーチ 単色塗りつぶし">
              <a:extLst>
                <a:ext uri="{FF2B5EF4-FFF2-40B4-BE49-F238E27FC236}">
                  <ns2:creationId id="{AEB66874-1C49-C075-855F-52BBA0A48D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9365336" y="5581522"/>
              <a:ext cx="355256" cy="355256"/>
            </a:xfrm>
            <a:prstGeom prst="rect">
              <a:avLst/>
            </a:prstGeom>
          </p:spPr>
        </p:pic>
        <p:sp>
          <p:nvSpPr>
            <p:cNvPr id="163" name="テキスト ボックス 162">
              <a:extLst>
                <a:ext uri="{FF2B5EF4-FFF2-40B4-BE49-F238E27FC236}">
                  <ns2:creationId id="{CE511DF6-7BAD-A835-8970-607CB5947A67}"/>
                </a:ext>
              </a:extLst>
            </p:cNvPr>
            <p:cNvSpPr txBox="1"/>
            <p:nvPr/>
          </p:nvSpPr>
          <p:spPr>
            <a:xfrm>
              <a:off x="8733138" y="6102649"/>
              <a:ext cx="995810" cy="206068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r"/>
              <a:r>
                <a:rPr lang="en-US" altLang="ja-JP" sz="1100" err="1"/>
                <a:t>XX</a:t>
              </a:r>
              <a:endParaRPr lang="en-US" altLang="ja-JP" sz="1100"/>
            </a:p>
          </p:txBody>
        </p:sp>
      </p:grpSp>
      <p:grpSp>
        <p:nvGrpSpPr>
          <p:cNvPr id="3" name="グループ化 2">
            <a:extLst>
              <a:ext uri="{FF2B5EF4-FFF2-40B4-BE49-F238E27FC236}">
                <ns2:creationId id="{BD40DF32-1407-4A77-C8FC-CC9786718944}"/>
              </a:ext>
            </a:extLst>
          </p:cNvPr>
          <p:cNvGrpSpPr/>
          <p:nvPr/>
        </p:nvGrpSpPr>
        <p:grpSpPr>
          <a:xfrm>
            <a:off x="334336" y="2937425"/>
            <a:ext cx="6150767" cy="3371300"/>
            <a:chOff x="346368" y="2937425"/>
            <a:chExt cx="6150767" cy="3371300"/>
          </a:xfrm>
        </p:grpSpPr>
        <p:grpSp>
          <p:nvGrpSpPr>
            <p:cNvPr id="106" name="グループ化 105">
              <a:extLst>
                <a:ext uri="{FF2B5EF4-FFF2-40B4-BE49-F238E27FC236}">
                  <ns2:creationId id="{A8ADF518-F56C-B435-4E60-47E01CBBB0DF}"/>
                </a:ext>
              </a:extLst>
            </p:cNvPr>
            <p:cNvGrpSpPr/>
            <p:nvPr/>
          </p:nvGrpSpPr>
          <p:grpSpPr>
            <a:xfrm>
              <a:off x="350732" y="2937425"/>
              <a:ext cx="6142038" cy="3371300"/>
              <a:chOff x="350732" y="3108679"/>
              <a:chExt cx="6142038" cy="3200046"/>
            </a:xfrm>
          </p:grpSpPr>
          <p:sp>
            <p:nvSpPr>
              <p:cNvPr id="57" name="テキスト ボックス 56">
                <a:extLst>
                  <a:ext uri="{FF2B5EF4-FFF2-40B4-BE49-F238E27FC236}">
                    <ns2:creationId id="{BFD71C3F-D915-70D3-8B73-AFFF45AA6BAB}"/>
                  </a:ext>
                </a:extLst>
              </p:cNvPr>
              <p:cNvSpPr txBox="1"/>
              <p:nvPr/>
            </p:nvSpPr>
            <p:spPr>
              <a:xfrm>
                <a:off x="350732" y="3108679"/>
                <a:ext cx="6142038" cy="164419"/>
              </a:xfrm>
              <a:prstGeom prst="rect">
                <a:avLst/>
              </a:prstGeom>
              <a:solidFill>
                <a:srgbClr val="008000"/>
              </a:solidFill>
              <a:ln>
                <a:solidFill>
                  <a:srgbClr val="008000"/>
                </a:solidFill>
              </a:ln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bg1"/>
                    </a:solidFill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03BC3BA0-52FE-A06B-BC51-4B90AAB88E5D}"/>
                  </a:ext>
                </a:extLst>
              </p:cNvPr>
              <p:cNvSpPr/>
              <p:nvPr/>
            </p:nvSpPr>
            <p:spPr>
              <a:xfrm>
                <a:off x="350732" y="3273099"/>
                <a:ext cx="6142038" cy="303562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8" name="テキスト ボックス 57">
              <a:extLst>
                <a:ext uri="{FF2B5EF4-FFF2-40B4-BE49-F238E27FC236}">
                  <ns2:creationId id="{E782EE1A-9096-3DA6-CF9B-074CBDAF3431}"/>
                </a:ext>
              </a:extLst>
            </p:cNvPr>
            <p:cNvSpPr txBox="1"/>
            <p:nvPr/>
          </p:nvSpPr>
          <p:spPr>
            <a:xfrm>
              <a:off x="346368" y="3151659"/>
              <a:ext cx="6150767" cy="32092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)</a:t>
              </a:r>
            </a:p>
            <a:p>
              <a:pPr algn="ctr">
                <a:spcAft>
                  <a:spcPts val="300"/>
                </a:spcAft>
              </a:pPr>
              <a:r>
                <a:rPr lang="ja-JP" altLang="en-US" sz="9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60" name="テキスト ボックス 59">
              <a:extLst>
                <a:ext uri="{FF2B5EF4-FFF2-40B4-BE49-F238E27FC236}">
                  <ns2:creationId id="{1015F75A-A6F4-127B-B481-ECAEEB23C84A}"/>
                </a:ext>
              </a:extLst>
            </p:cNvPr>
            <p:cNvSpPr txBox="1"/>
            <p:nvPr/>
          </p:nvSpPr>
          <p:spPr>
            <a:xfrm>
              <a:off x="541232" y="3511127"/>
              <a:ext cx="5761038" cy="186967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/>
                  </a:solidFill>
                </a:rPr>
                <a:t>XX</a:t>
              </a:r>
              <a:r>
                <a:rPr lang="en-US" altLang="ja-JP" sz="900">
                  <a:solidFill>
                    <a:schemeClr val="bg1"/>
                  </a:solidFill>
                </a:rPr>
                <a:t>XX</a:t>
              </a:r>
              <a:endParaRPr lang="ja-JP" altLang="en-US" sz="900">
                <a:solidFill>
                  <a:schemeClr val="bg1"/>
                </a:solidFill>
              </a:endParaRPr>
            </a:p>
          </p:txBody>
        </p:sp>
        <p:sp>
          <p:nvSpPr>
            <p:cNvPr id="61" name="テキスト ボックス 60">
              <a:extLst>
                <a:ext uri="{FF2B5EF4-FFF2-40B4-BE49-F238E27FC236}">
                  <ns2:creationId id="{B2133885-E638-0F1C-D0A7-F0A46E9A4013}"/>
                </a:ext>
              </a:extLst>
            </p:cNvPr>
            <p:cNvSpPr txBox="1"/>
            <p:nvPr/>
          </p:nvSpPr>
          <p:spPr>
            <a:xfrm>
              <a:off x="541231" y="3695480"/>
              <a:ext cx="5761038" cy="159365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900"/>
                <a:t>「</a:t>
              </a:r>
              <a:r>
                <a:rPr lang="en-US" altLang="ja-JP" sz="900"/>
                <a:t>DX</a:t>
              </a:r>
              <a:r>
                <a:rPr lang="ja-JP" altLang="en-US" sz="900"/>
                <a:t>XX</a:t>
              </a:r>
              <a:r>
                <a:rPr lang="en-US" altLang="ja-JP" sz="900"/>
                <a:t>3</a:t>
              </a:r>
              <a:r>
                <a:rPr lang="ja-JP" altLang="en-US" sz="900"/>
                <a:t>XX</a:t>
              </a:r>
              <a:r>
                <a:rPr lang="en-US" altLang="ja-JP" sz="900"/>
                <a:t>5</a:t>
              </a:r>
              <a:r>
                <a:rPr lang="ja-JP" altLang="en-US" sz="900"/>
                <a:t>XX</a:t>
              </a:r>
            </a:p>
          </p:txBody>
        </p:sp>
        <p:sp>
          <p:nvSpPr>
            <p:cNvPr id="64" name="テキスト ボックス 63">
              <a:extLst>
                <a:ext uri="{FF2B5EF4-FFF2-40B4-BE49-F238E27FC236}">
                  <ns2:creationId id="{B8BD71D1-F3C2-1A43-1846-26EE4025053F}"/>
                </a:ext>
              </a:extLst>
            </p:cNvPr>
            <p:cNvSpPr txBox="1"/>
            <p:nvPr/>
          </p:nvSpPr>
          <p:spPr>
            <a:xfrm>
              <a:off x="2503928" y="3849648"/>
              <a:ext cx="1835644" cy="10800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65" name="三角形 60">
              <a:extLst>
                <a:ext uri="{FF2B5EF4-FFF2-40B4-BE49-F238E27FC236}">
                  <ns2:creationId id="{AF8DF4CC-D471-1F97-E928-4E331AE89428}"/>
                </a:ext>
              </a:extLst>
            </p:cNvPr>
            <p:cNvSpPr/>
            <p:nvPr/>
          </p:nvSpPr>
          <p:spPr>
            <a:xfrm>
              <a:off x="3007752" y="4001031"/>
              <a:ext cx="828000" cy="80963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ns2:creationId id="{851BADFA-16D4-2364-B47A-3BEAE18F69B6}"/>
                </a:ext>
              </a:extLst>
            </p:cNvPr>
            <p:cNvSpPr txBox="1"/>
            <p:nvPr/>
          </p:nvSpPr>
          <p:spPr>
            <a:xfrm>
              <a:off x="541232" y="6113542"/>
              <a:ext cx="5761038" cy="1482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800"/>
                <a:t>XX</a:t>
              </a:r>
            </a:p>
          </p:txBody>
        </p:sp>
        <p:sp>
          <p:nvSpPr>
            <p:cNvPr id="70" name="テキスト ボックス 69">
              <a:extLst>
                <a:ext uri="{FF2B5EF4-FFF2-40B4-BE49-F238E27FC236}">
                  <ns2:creationId id="{1BCA2BE8-20A4-9583-88E7-65E4BDC8C3ED}"/>
                </a:ext>
              </a:extLst>
            </p:cNvPr>
            <p:cNvSpPr txBox="1"/>
            <p:nvPr/>
          </p:nvSpPr>
          <p:spPr>
            <a:xfrm>
              <a:off x="2293328" y="4248110"/>
              <a:ext cx="2256845" cy="102656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7800" indent="-177800" algn="ctr">
                <a:buClr>
                  <a:srgbClr val="008000"/>
                </a:buClr>
                <a:buFont typeface="+mj-lt"/>
                <a:buAutoNum type="arabicPeriod"/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71" name="テキスト ボックス 70">
              <a:extLst>
                <a:ext uri="{FF2B5EF4-FFF2-40B4-BE49-F238E27FC236}">
                  <ns2:creationId id="{D0845512-A670-910E-435B-DB75A7D8C2FD}"/>
                </a:ext>
              </a:extLst>
            </p:cNvPr>
            <p:cNvSpPr txBox="1"/>
            <p:nvPr/>
          </p:nvSpPr>
          <p:spPr>
            <a:xfrm>
              <a:off x="2395913" y="4426820"/>
              <a:ext cx="2051677" cy="1337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  <a:r>
                <a:rPr lang="en-US" altLang="ja-JP" sz="800">
                  <a:solidFill>
                    <a:srgbClr val="008000"/>
                  </a:solidFill>
                </a:rPr>
                <a:t> </a:t>
              </a:r>
              <a:r>
                <a:rPr lang="ja-JP" altLang="en-US" sz="800"/>
                <a:t>XX</a:t>
              </a:r>
              <a:r>
                <a:rPr lang="en-US" altLang="ja-JP" sz="800"/>
                <a:t>DX</a:t>
              </a:r>
              <a:r>
                <a:rPr lang="ja-JP" altLang="en-US" sz="800"/>
                <a:t>XX</a:t>
              </a:r>
            </a:p>
          </p:txBody>
        </p:sp>
        <p:sp>
          <p:nvSpPr>
            <p:cNvPr id="74" name="テキスト ボックス 73">
              <a:extLst>
                <a:ext uri="{FF2B5EF4-FFF2-40B4-BE49-F238E27FC236}">
                  <ns2:creationId id="{94236FB3-A28E-4DE1-F2BC-D0DE5A22B853}"/>
                </a:ext>
              </a:extLst>
            </p:cNvPr>
            <p:cNvSpPr txBox="1"/>
            <p:nvPr/>
          </p:nvSpPr>
          <p:spPr>
            <a:xfrm>
              <a:off x="1002877" y="4769450"/>
              <a:ext cx="4837747" cy="32214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20000"/>
              </a:schemeClr>
            </a:solidFill>
          </p:spPr>
          <p:txBody>
            <a:bodyPr wrap="square" lIns="0" tIns="0" rIns="0" bIns="0" rtlCol="0" anchor="t">
              <a:noAutofit/>
            </a:bodyPr>
            <a:lstStyle/>
            <a:p>
              <a:pPr marL="190500" indent="-190500" algn="ctr">
                <a:buClr>
                  <a:srgbClr val="008000"/>
                </a:buClr>
                <a:buFont typeface="+mj-lt"/>
                <a:buAutoNum type="arabicPeriod" startAt="3"/>
              </a:pPr>
              <a:r>
                <a:rPr lang="en-US" altLang="ja-JP" sz="800">
                  <a:solidFill>
                    <a:srgbClr val="008000"/>
                  </a:solidFill>
                </a:rPr>
                <a:t>DX</a:t>
              </a: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grpSp>
          <p:nvGrpSpPr>
            <p:cNvPr id="91" name="グループ化 90">
              <a:extLst>
                <a:ext uri="{FF2B5EF4-FFF2-40B4-BE49-F238E27FC236}">
                  <ns2:creationId id="{9D182107-3684-7DB2-DA96-6F201FB72788}"/>
                </a:ext>
              </a:extLst>
            </p:cNvPr>
            <p:cNvGrpSpPr/>
            <p:nvPr/>
          </p:nvGrpSpPr>
          <p:grpSpPr>
            <a:xfrm>
              <a:off x="1494275" y="4975476"/>
              <a:ext cx="3854954" cy="110567"/>
              <a:chOff x="6937377" y="5067367"/>
              <a:chExt cx="4240449" cy="110567"/>
            </a:xfrm>
          </p:grpSpPr>
          <p:sp>
            <p:nvSpPr>
              <p:cNvPr id="76" name="テキスト ボックス 75">
                <a:extLst>
                  <a:ext uri="{FF2B5EF4-FFF2-40B4-BE49-F238E27FC236}">
                    <ns2:creationId id="{D3304956-D73B-7586-1D66-02394649C821}"/>
                  </a:ext>
                </a:extLst>
              </p:cNvPr>
              <p:cNvSpPr txBox="1"/>
              <p:nvPr/>
            </p:nvSpPr>
            <p:spPr>
              <a:xfrm>
                <a:off x="6937377" y="5067367"/>
                <a:ext cx="1035522" cy="110567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/>
                  <a:t>XX</a:t>
                </a:r>
                <a:r>
                  <a:rPr lang="ja-JP" altLang="en-US" sz="700"/>
                  <a:t>XX</a:t>
                </a: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7DE04C4A-6335-D13B-3924-D8F92E554D3D}"/>
                  </a:ext>
                </a:extLst>
              </p:cNvPr>
              <p:cNvSpPr txBox="1"/>
              <p:nvPr/>
            </p:nvSpPr>
            <p:spPr>
              <a:xfrm>
                <a:off x="8142405" y="5067367"/>
                <a:ext cx="1353895" cy="110567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/>
                  <a:t>XX</a:t>
                </a:r>
                <a:r>
                  <a:rPr lang="ja-JP" altLang="en-US" sz="700"/>
                  <a:t>XX</a:t>
                </a: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ns2:creationId id="{31CCB34A-9065-8A92-519D-4AF7B3455AB4}"/>
                  </a:ext>
                </a:extLst>
              </p:cNvPr>
              <p:cNvSpPr txBox="1"/>
              <p:nvPr/>
            </p:nvSpPr>
            <p:spPr>
              <a:xfrm>
                <a:off x="9665805" y="5067367"/>
                <a:ext cx="1512021" cy="110567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/>
                  <a:t>XX</a:t>
                </a:r>
                <a:r>
                  <a:rPr lang="ja-JP" altLang="en-US" sz="700"/>
                  <a:t>XX</a:t>
                </a:r>
              </a:p>
            </p:txBody>
          </p:sp>
        </p:grpSp>
        <p:sp>
          <p:nvSpPr>
            <p:cNvPr id="80" name="テキスト ボックス 79">
              <a:extLst>
                <a:ext uri="{FF2B5EF4-FFF2-40B4-BE49-F238E27FC236}">
                  <ns2:creationId id="{D6501D18-A814-2FFF-FAB2-66A81C6E1A6A}"/>
                </a:ext>
              </a:extLst>
            </p:cNvPr>
            <p:cNvSpPr txBox="1"/>
            <p:nvPr/>
          </p:nvSpPr>
          <p:spPr>
            <a:xfrm>
              <a:off x="2842692" y="5228567"/>
              <a:ext cx="1158118" cy="98032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algn="ctr">
                <a:buClr>
                  <a:srgbClr val="008000"/>
                </a:buClr>
              </a:pPr>
              <a:r>
                <a:rPr lang="ja-JP" altLang="en-US" sz="800"/>
                <a:t>XX</a:t>
              </a:r>
              <a:r>
                <a:rPr lang="en-US" altLang="ja-JP" sz="800"/>
                <a:t>DX</a:t>
              </a:r>
              <a:r>
                <a:rPr lang="ja-JP" altLang="en-US" sz="800"/>
                <a:t>XX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ns2:creationId id="{5F95CE88-DB50-3E50-CF8E-8A477312C2DD}"/>
                </a:ext>
              </a:extLst>
            </p:cNvPr>
            <p:cNvSpPr txBox="1"/>
            <p:nvPr/>
          </p:nvSpPr>
          <p:spPr>
            <a:xfrm>
              <a:off x="2395913" y="5399896"/>
              <a:ext cx="2051677" cy="1618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0" rIns="0" rtlCol="0" anchor="ctr">
              <a:noAutofit/>
            </a:bodyPr>
            <a:lstStyle>
              <a:defPPr>
                <a:defRPr lang="ja-JP"/>
              </a:defPPr>
              <a:lvl1pPr algn="ctr">
                <a:defRPr sz="800"/>
              </a:lvl1pPr>
            </a:lstStyle>
            <a:p>
              <a:r>
                <a:rPr lang="ja-JP" altLang="en-US">
                  <a:solidFill>
                    <a:srgbClr val="008000"/>
                  </a:solidFill>
                </a:rPr>
                <a:t>XX</a:t>
              </a:r>
              <a:r>
                <a:rPr lang="en-US" altLang="ja-JP"/>
                <a:t>XX</a:t>
              </a:r>
              <a:r>
                <a:rPr lang="ja-JP" altLang="en-US"/>
                <a:t>XX</a:t>
              </a:r>
            </a:p>
          </p:txBody>
        </p:sp>
        <p:sp>
          <p:nvSpPr>
            <p:cNvPr id="82" name="テキスト ボックス 81">
              <a:extLst>
                <a:ext uri="{FF2B5EF4-FFF2-40B4-BE49-F238E27FC236}">
                  <ns2:creationId id="{01AB0053-21C1-75D8-87B5-A614E0A93D9F}"/>
                </a:ext>
              </a:extLst>
            </p:cNvPr>
            <p:cNvSpPr txBox="1"/>
            <p:nvPr/>
          </p:nvSpPr>
          <p:spPr>
            <a:xfrm>
              <a:off x="2293329" y="5597838"/>
              <a:ext cx="2256845" cy="10800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96850" indent="-196850" algn="ctr">
                <a:buClr>
                  <a:srgbClr val="008000"/>
                </a:buClr>
                <a:buFont typeface="+mj-lt"/>
                <a:buAutoNum type="arabicPeriod" startAt="4"/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  <a:r>
                <a:rPr lang="en-US" altLang="ja-JP" sz="800">
                  <a:solidFill>
                    <a:srgbClr val="008000"/>
                  </a:solidFill>
                </a:rPr>
                <a:t>DX</a:t>
              </a: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83" name="テキスト ボックス 82">
              <a:extLst>
                <a:ext uri="{FF2B5EF4-FFF2-40B4-BE49-F238E27FC236}">
                  <ns2:creationId id="{E9596423-19A3-8102-4235-9882276D9E82}"/>
                </a:ext>
              </a:extLst>
            </p:cNvPr>
            <p:cNvSpPr txBox="1"/>
            <p:nvPr/>
          </p:nvSpPr>
          <p:spPr>
            <a:xfrm>
              <a:off x="2395913" y="5721975"/>
              <a:ext cx="2051677" cy="1618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0" rIns="0" rtlCol="0" anchor="ctr">
              <a:noAutofit/>
            </a:bodyPr>
            <a:lstStyle>
              <a:defPPr>
                <a:defRPr lang="ja-JP"/>
              </a:defPPr>
              <a:lvl1pPr algn="ctr">
                <a:defRPr sz="800"/>
              </a:lvl1pPr>
            </a:lstStyle>
            <a:p>
              <a:r>
                <a:rPr lang="ja-JP" altLang="en-US">
                  <a:solidFill>
                    <a:srgbClr val="008000"/>
                  </a:solidFill>
                </a:rPr>
                <a:t>XX</a:t>
              </a:r>
              <a:r>
                <a:rPr lang="en-US" altLang="ja-JP">
                  <a:solidFill>
                    <a:srgbClr val="008000"/>
                  </a:solidFill>
                </a:rPr>
                <a:t> </a:t>
              </a:r>
              <a:r>
                <a:rPr lang="ja-JP" altLang="en-US"/>
                <a:t>XX</a:t>
              </a:r>
            </a:p>
          </p:txBody>
        </p:sp>
        <p:sp>
          <p:nvSpPr>
            <p:cNvPr id="84" name="テキスト ボックス 83">
              <a:extLst>
                <a:ext uri="{FF2B5EF4-FFF2-40B4-BE49-F238E27FC236}">
                  <ns2:creationId id="{155B7195-1762-B1DE-7CB7-E3CD82687150}"/>
                </a:ext>
              </a:extLst>
            </p:cNvPr>
            <p:cNvSpPr txBox="1"/>
            <p:nvPr/>
          </p:nvSpPr>
          <p:spPr>
            <a:xfrm>
              <a:off x="2293327" y="5946856"/>
              <a:ext cx="2256845" cy="108000"/>
            </a:xfrm>
            <a:prstGeom prst="rect">
              <a:avLst/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171450" indent="-171450" algn="ctr">
                <a:buClr>
                  <a:srgbClr val="008000"/>
                </a:buClr>
                <a:buFont typeface="+mj-lt"/>
                <a:buAutoNum type="arabicPeriod" startAt="5"/>
              </a:pP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E66E0C03-FA12-2CBF-60E6-9B15E08599E3}"/>
                </a:ext>
              </a:extLst>
            </p:cNvPr>
            <p:cNvSpPr/>
            <p:nvPr/>
          </p:nvSpPr>
          <p:spPr>
            <a:xfrm>
              <a:off x="827220" y="4710235"/>
              <a:ext cx="5189062" cy="417630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テキスト ボックス 89">
              <a:extLst>
                <a:ext uri="{FF2B5EF4-FFF2-40B4-BE49-F238E27FC236}">
                  <ns2:creationId id="{AF2BE36F-C331-2B6D-6E2D-7411EE7075AA}"/>
                </a:ext>
              </a:extLst>
            </p:cNvPr>
            <p:cNvSpPr txBox="1"/>
            <p:nvPr/>
          </p:nvSpPr>
          <p:spPr>
            <a:xfrm>
              <a:off x="2943189" y="4606234"/>
              <a:ext cx="957123" cy="16188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 anchor="ctr">
              <a:noAutofit/>
            </a:bodyPr>
            <a:lstStyle/>
            <a:p>
              <a:pPr marL="177800" indent="-177800" algn="ctr">
                <a:buClr>
                  <a:srgbClr val="008000"/>
                </a:buClr>
                <a:buFont typeface="+mj-lt"/>
                <a:buAutoNum type="arabicPeriod" startAt="2"/>
              </a:pPr>
              <a:r>
                <a:rPr lang="en-US" altLang="ja-JP" sz="800">
                  <a:solidFill>
                    <a:srgbClr val="008000"/>
                  </a:solidFill>
                </a:rPr>
                <a:t>DX</a:t>
              </a:r>
              <a:r>
                <a:rPr lang="ja-JP" altLang="en-US" sz="800">
                  <a:solidFill>
                    <a:srgbClr val="008000"/>
                  </a:solidFill>
                </a:rPr>
                <a:t>XX</a:t>
              </a:r>
            </a:p>
          </p:txBody>
        </p:sp>
        <p:cxnSp>
          <p:nvCxnSpPr>
            <p:cNvPr id="93" name="直線矢印コネクタ 92">
              <a:extLst>
                <a:ext uri="{FF2B5EF4-FFF2-40B4-BE49-F238E27FC236}">
                  <ns2:creationId id="{837BA2CE-9EF2-9CA4-89A7-E70C177049D1}"/>
                </a:ext>
              </a:extLst>
            </p:cNvPr>
            <p:cNvCxnSpPr>
              <a:cxnSpLocks/>
            </p:cNvCxnSpPr>
            <p:nvPr/>
          </p:nvCxnSpPr>
          <p:spPr>
            <a:xfrm>
              <a:off x="3421752" y="4365625"/>
              <a:ext cx="0" cy="256175"/>
            </a:xfrm>
            <a:prstGeom prst="straightConnector1">
              <a:avLst/>
            </a:prstGeom>
            <a:ln w="28575">
              <a:solidFill>
                <a:srgbClr val="008000">
                  <a:alpha val="35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矢印コネクタ 94">
              <a:extLst>
                <a:ext uri="{FF2B5EF4-FFF2-40B4-BE49-F238E27FC236}">
                  <ns2:creationId id="{9867F554-C945-9BA6-6419-3C6FD128A3F9}"/>
                </a:ext>
              </a:extLst>
            </p:cNvPr>
            <p:cNvCxnSpPr>
              <a:cxnSpLocks/>
            </p:cNvCxnSpPr>
            <p:nvPr/>
          </p:nvCxnSpPr>
          <p:spPr>
            <a:xfrm>
              <a:off x="3421751" y="5363837"/>
              <a:ext cx="0" cy="234000"/>
            </a:xfrm>
            <a:prstGeom prst="straightConnector1">
              <a:avLst/>
            </a:prstGeom>
            <a:ln w="28575">
              <a:solidFill>
                <a:srgbClr val="008000">
                  <a:alpha val="35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矢印コネクタ 95">
              <a:extLst>
                <a:ext uri="{FF2B5EF4-FFF2-40B4-BE49-F238E27FC236}">
                  <ns2:creationId id="{068CC1B5-8B56-03F1-E1D3-04B1700D10D9}"/>
                </a:ext>
              </a:extLst>
            </p:cNvPr>
            <p:cNvCxnSpPr>
              <a:cxnSpLocks/>
            </p:cNvCxnSpPr>
            <p:nvPr/>
          </p:nvCxnSpPr>
          <p:spPr>
            <a:xfrm>
              <a:off x="3421750" y="5883856"/>
              <a:ext cx="0" cy="234000"/>
            </a:xfrm>
            <a:prstGeom prst="straightConnector1">
              <a:avLst/>
            </a:prstGeom>
            <a:ln w="28575">
              <a:solidFill>
                <a:srgbClr val="008000">
                  <a:alpha val="20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正方形/長方形 96">
              <a:extLst>
                <a:ext uri="{FF2B5EF4-FFF2-40B4-BE49-F238E27FC236}">
                  <ns2:creationId id="{03A52BB4-4D58-9128-CCE5-7901043551F5}"/>
                </a:ext>
              </a:extLst>
            </p:cNvPr>
            <p:cNvSpPr/>
            <p:nvPr/>
          </p:nvSpPr>
          <p:spPr>
            <a:xfrm>
              <a:off x="594183" y="4211627"/>
              <a:ext cx="5655136" cy="1152000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8" name="テキスト ボックス 97">
              <a:extLst>
                <a:ext uri="{FF2B5EF4-FFF2-40B4-BE49-F238E27FC236}">
                  <ns2:creationId id="{2FCC7708-4280-8F8E-3377-F204B1733256}"/>
                </a:ext>
              </a:extLst>
            </p:cNvPr>
            <p:cNvSpPr txBox="1"/>
            <p:nvPr/>
          </p:nvSpPr>
          <p:spPr>
            <a:xfrm>
              <a:off x="3067889" y="4099474"/>
              <a:ext cx="707720" cy="12315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 anchor="ctr">
              <a:noAutofit/>
            </a:bodyPr>
            <a:lstStyle/>
            <a:p>
              <a:pPr algn="ctr"/>
              <a:r>
                <a:rPr lang="ja-JP" altLang="en-US" sz="800"/>
                <a:t>XX</a:t>
              </a:r>
            </a:p>
          </p:txBody>
        </p:sp>
        <p:sp>
          <p:nvSpPr>
            <p:cNvPr id="102" name="三角形 60">
              <a:extLst>
                <a:ext uri="{FF2B5EF4-FFF2-40B4-BE49-F238E27FC236}">
                  <ns2:creationId id="{4C5BECD1-B2D2-F410-8E9E-A1270F092C96}"/>
                </a:ext>
              </a:extLst>
            </p:cNvPr>
            <p:cNvSpPr/>
            <p:nvPr/>
          </p:nvSpPr>
          <p:spPr>
            <a:xfrm flipV="1">
              <a:off x="3007750" y="5151619"/>
              <a:ext cx="828000" cy="66912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</p:grpSp>
      <p:grpSp>
        <p:nvGrpSpPr>
          <p:cNvPr id="4" name="グループ化 3">
            <a:extLst>
              <a:ext uri="{FF2B5EF4-FFF2-40B4-BE49-F238E27FC236}">
                <ns2:creationId id="{B103904D-274D-EFE1-7313-B6A72C85C89F}"/>
              </a:ext>
            </a:extLst>
          </p:cNvPr>
          <p:cNvGrpSpPr/>
          <p:nvPr/>
        </p:nvGrpSpPr>
        <p:grpSpPr>
          <a:xfrm>
            <a:off x="338700" y="1187385"/>
            <a:ext cx="6142039" cy="1699297"/>
            <a:chOff x="350732" y="1187385"/>
            <a:chExt cx="6142039" cy="1699297"/>
          </a:xfrm>
        </p:grpSpPr>
        <p:cxnSp>
          <p:nvCxnSpPr>
            <p:cNvPr id="25" name="直線コネクタ 24">
              <a:extLst>
                <a:ext uri="{FF2B5EF4-FFF2-40B4-BE49-F238E27FC236}">
                  <ns2:creationId id="{FDA7AA39-8ECB-523B-B2B1-FFCF84087D4B}"/>
                </a:ext>
              </a:extLst>
            </p:cNvPr>
            <p:cNvCxnSpPr/>
            <p:nvPr/>
          </p:nvCxnSpPr>
          <p:spPr>
            <a:xfrm>
              <a:off x="350732" y="1448995"/>
              <a:ext cx="6142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ns2:creationId id="{F5C03DDE-26D4-2F16-47CD-396F4796F0C7}"/>
                </a:ext>
              </a:extLst>
            </p:cNvPr>
            <p:cNvSpPr txBox="1"/>
            <p:nvPr/>
          </p:nvSpPr>
          <p:spPr>
            <a:xfrm>
              <a:off x="392452" y="1187385"/>
              <a:ext cx="6100318" cy="24988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  <a:r>
                <a:rPr lang="en-US" altLang="ja-JP" sz="1400"/>
                <a:t>DX</a:t>
              </a:r>
              <a:r>
                <a:rPr lang="ja-JP" altLang="en-US" sz="1400"/>
                <a:t>XX</a:t>
              </a:r>
              <a:endParaRPr kumimoji="1" lang="ja-JP" altLang="en-US" sz="1400"/>
            </a:p>
          </p:txBody>
        </p:sp>
        <p:grpSp>
          <p:nvGrpSpPr>
            <p:cNvPr id="169" name="グループ化 168">
              <a:extLst>
                <a:ext uri="{FF2B5EF4-FFF2-40B4-BE49-F238E27FC236}">
                  <ns2:creationId id="{0C39A92A-BACB-46D1-3FE7-E82661D244D5}"/>
                </a:ext>
              </a:extLst>
            </p:cNvPr>
            <p:cNvGrpSpPr/>
            <p:nvPr/>
          </p:nvGrpSpPr>
          <p:grpSpPr>
            <a:xfrm>
              <a:off x="756188" y="1537138"/>
              <a:ext cx="5736583" cy="1349544"/>
              <a:chOff x="756188" y="1537138"/>
              <a:chExt cx="5736583" cy="1349544"/>
            </a:xfrm>
          </p:grpSpPr>
          <p:sp>
            <p:nvSpPr>
              <p:cNvPr id="30" name="Freeform 15">
                <a:extLst>
                  <a:ext uri="{FF2B5EF4-FFF2-40B4-BE49-F238E27FC236}">
                    <ns2:creationId id="{177E3D8B-693F-3567-2207-DFD56BEA9E9A}"/>
                  </a:ext>
                </a:extLst>
              </p:cNvPr>
              <p:cNvSpPr/>
              <p:nvPr/>
            </p:nvSpPr>
            <p:spPr>
              <a:xfrm>
                <a:off x="2842774" y="1547358"/>
                <a:ext cx="1105611" cy="424226"/>
              </a:xfrm>
              <a:custGeom>
                <a:avLst/>
                <a:gdLst>
                  <a:gd name="connsiteX0" fmla="*/ 867893 w 1735787"/>
                  <a:gd name="connsiteY0" fmla="*/ 0 h 1408944"/>
                  <a:gd name="connsiteX1" fmla="*/ 1735787 w 1735787"/>
                  <a:gd name="connsiteY1" fmla="*/ 1408944 h 1408944"/>
                  <a:gd name="connsiteX2" fmla="*/ 0 w 1735787"/>
                  <a:gd name="connsiteY2" fmla="*/ 1408944 h 1408944"/>
                  <a:gd name="connsiteX3" fmla="*/ 867893 w 1735787"/>
                  <a:gd name="connsiteY3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5787" h="1408944">
                    <a:moveTo>
                      <a:pt x="867893" y="0"/>
                    </a:moveTo>
                    <a:lnTo>
                      <a:pt x="1735787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288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1" name="Freeform 13">
                <a:extLst>
                  <a:ext uri="{FF2B5EF4-FFF2-40B4-BE49-F238E27FC236}">
                    <ns2:creationId id="{BEC5E16F-ECC0-46EF-A5A9-21E03BD9E858}"/>
                  </a:ext>
                </a:extLst>
              </p:cNvPr>
              <p:cNvSpPr/>
              <p:nvPr/>
            </p:nvSpPr>
            <p:spPr>
              <a:xfrm>
                <a:off x="2246545" y="2004907"/>
                <a:ext cx="2298067" cy="424226"/>
              </a:xfrm>
              <a:custGeom>
                <a:avLst/>
                <a:gdLst>
                  <a:gd name="connsiteX0" fmla="*/ 867893 w 3607918"/>
                  <a:gd name="connsiteY0" fmla="*/ 0 h 1408944"/>
                  <a:gd name="connsiteX1" fmla="*/ 2740025 w 3607918"/>
                  <a:gd name="connsiteY1" fmla="*/ 0 h 1408944"/>
                  <a:gd name="connsiteX2" fmla="*/ 3607918 w 3607918"/>
                  <a:gd name="connsiteY2" fmla="*/ 1408944 h 1408944"/>
                  <a:gd name="connsiteX3" fmla="*/ 0 w 3607918"/>
                  <a:gd name="connsiteY3" fmla="*/ 1408944 h 1408944"/>
                  <a:gd name="connsiteX4" fmla="*/ 867893 w 3607918"/>
                  <a:gd name="connsiteY4" fmla="*/ 0 h 14089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7918" h="1408944">
                    <a:moveTo>
                      <a:pt x="867893" y="0"/>
                    </a:moveTo>
                    <a:lnTo>
                      <a:pt x="2740025" y="0"/>
                    </a:lnTo>
                    <a:lnTo>
                      <a:pt x="3607918" y="1408944"/>
                    </a:lnTo>
                    <a:lnTo>
                      <a:pt x="0" y="1408944"/>
                    </a:lnTo>
                    <a:lnTo>
                      <a:pt x="867893" y="0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Freeform 12">
                <a:extLst>
                  <a:ext uri="{FF2B5EF4-FFF2-40B4-BE49-F238E27FC236}">
                    <ns2:creationId id="{A00AE4C0-9921-59EB-6D7E-BE61994BA096}"/>
                  </a:ext>
                </a:extLst>
              </p:cNvPr>
              <p:cNvSpPr/>
              <p:nvPr/>
            </p:nvSpPr>
            <p:spPr>
              <a:xfrm>
                <a:off x="1650317" y="2462456"/>
                <a:ext cx="3490523" cy="424226"/>
              </a:xfrm>
              <a:custGeom>
                <a:avLst/>
                <a:gdLst>
                  <a:gd name="connsiteX0" fmla="*/ 867894 w 5480051"/>
                  <a:gd name="connsiteY0" fmla="*/ 0 h 1408945"/>
                  <a:gd name="connsiteX1" fmla="*/ 4612157 w 5480051"/>
                  <a:gd name="connsiteY1" fmla="*/ 0 h 1408945"/>
                  <a:gd name="connsiteX2" fmla="*/ 5480051 w 5480051"/>
                  <a:gd name="connsiteY2" fmla="*/ 1408945 h 1408945"/>
                  <a:gd name="connsiteX3" fmla="*/ 0 w 5480051"/>
                  <a:gd name="connsiteY3" fmla="*/ 1408945 h 1408945"/>
                  <a:gd name="connsiteX4" fmla="*/ 867894 w 5480051"/>
                  <a:gd name="connsiteY4" fmla="*/ 0 h 140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1408945">
                    <a:moveTo>
                      <a:pt x="867894" y="0"/>
                    </a:moveTo>
                    <a:lnTo>
                      <a:pt x="4612157" y="0"/>
                    </a:lnTo>
                    <a:lnTo>
                      <a:pt x="5480051" y="1408945"/>
                    </a:lnTo>
                    <a:lnTo>
                      <a:pt x="0" y="1408945"/>
                    </a:lnTo>
                    <a:lnTo>
                      <a:pt x="867894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pic>
            <p:nvPicPr>
              <p:cNvPr id="34" name="図 33">
                <a:extLst>
                  <a:ext uri="{FF2B5EF4-FFF2-40B4-BE49-F238E27FC236}">
                    <ns2:creationId id="{BD5BFEF2-498C-5909-BD9E-67AFE12CD2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ns5:useLocalDpi/>
                  </a:ext>
                </a:extLst>
              </a:blip>
              <a:srcRect/>
              <a:stretch/>
            </p:blipFill>
            <p:spPr>
              <a:xfrm>
                <a:off x="3021722" y="1603547"/>
                <a:ext cx="747713" cy="166457"/>
              </a:xfrm>
              <a:prstGeom prst="rect">
                <a:avLst/>
              </a:prstGeom>
            </p:spPr>
          </p:pic>
          <p:pic>
            <p:nvPicPr>
              <p:cNvPr id="41" name="図 40">
                <a:extLst>
                  <a:ext uri="{FF2B5EF4-FFF2-40B4-BE49-F238E27FC236}">
                    <ns2:creationId id="{1302B802-21CA-17B2-6DCF-EB1EDD3D86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ns5:useLocalDpi/>
                  </a:ext>
                </a:extLst>
              </a:blip>
              <a:srcRect/>
              <a:stretch/>
            </p:blipFill>
            <p:spPr>
              <a:xfrm>
                <a:off x="3107075" y="2055650"/>
                <a:ext cx="577009" cy="118027"/>
              </a:xfrm>
              <a:prstGeom prst="rect">
                <a:avLst/>
              </a:prstGeom>
            </p:spPr>
          </p:pic>
          <p:grpSp>
            <p:nvGrpSpPr>
              <p:cNvPr id="37" name="グループ化 36">
                <a:extLst>
                  <a:ext uri="{FF2B5EF4-FFF2-40B4-BE49-F238E27FC236}">
                    <ns2:creationId id="{E266C220-FA3B-1703-0BA4-A2716DF91721}"/>
                  </a:ext>
                </a:extLst>
              </p:cNvPr>
              <p:cNvGrpSpPr/>
              <p:nvPr/>
            </p:nvGrpSpPr>
            <p:grpSpPr>
              <a:xfrm>
                <a:off x="2977598" y="2295533"/>
                <a:ext cx="915792" cy="118718"/>
                <a:chOff x="8548067" y="2105871"/>
                <a:chExt cx="915792" cy="173734"/>
              </a:xfrm>
            </p:grpSpPr>
            <p:sp>
              <p:nvSpPr>
                <p:cNvPr id="35" name="テキスト ボックス 34">
                  <a:extLst>
                    <a:ext uri="{FF2B5EF4-FFF2-40B4-BE49-F238E27FC236}">
                      <ns2:creationId id="{D258281D-EBD7-E3B2-1CB2-A84E4E515E79}"/>
                    </a:ext>
                  </a:extLst>
                </p:cNvPr>
                <p:cNvSpPr txBox="1"/>
                <p:nvPr/>
              </p:nvSpPr>
              <p:spPr>
                <a:xfrm>
                  <a:off x="8548067" y="2105874"/>
                  <a:ext cx="312733" cy="173731"/>
                </a:xfrm>
                <a:prstGeom prst="roundRect">
                  <a:avLst/>
                </a:prstGeom>
                <a:solidFill>
                  <a:srgbClr val="008000"/>
                </a:solidFill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/>
                  <a:r>
                    <a:rPr lang="zh-TW" altLang="en-US" sz="700">
                      <a:solidFill>
                        <a:schemeClr val="bg1"/>
                      </a:solidFill>
                    </a:rPr>
                    <a:t>XX</a:t>
                  </a:r>
                  <a:endParaRPr kumimoji="1" lang="ja-JP" altLang="en-US" sz="7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6" name="テキスト ボックス 35">
                  <a:extLst>
                    <a:ext uri="{FF2B5EF4-FFF2-40B4-BE49-F238E27FC236}">
                      <ns2:creationId id="{E5720524-1226-CBDB-BF7F-1B57E8A0D52C}"/>
                    </a:ext>
                  </a:extLst>
                </p:cNvPr>
                <p:cNvSpPr txBox="1"/>
                <p:nvPr/>
              </p:nvSpPr>
              <p:spPr>
                <a:xfrm>
                  <a:off x="8935630" y="2105871"/>
                  <a:ext cx="528229" cy="173732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r>
                    <a:rPr lang="ja-JP" altLang="en-US" sz="700">
                      <a:solidFill>
                        <a:srgbClr val="008000"/>
                      </a:solidFill>
                    </a:rPr>
                    <a:t>XX</a:t>
                  </a:r>
                  <a:endParaRPr kumimoji="1" lang="ja-JP" altLang="en-US" sz="700">
                    <a:solidFill>
                      <a:srgbClr val="008000"/>
                    </a:solidFill>
                  </a:endParaRPr>
                </a:p>
              </p:txBody>
            </p:sp>
          </p:grpSp>
          <p:grpSp>
            <p:nvGrpSpPr>
              <p:cNvPr id="38" name="グループ化 37">
                <a:extLst>
                  <a:ext uri="{FF2B5EF4-FFF2-40B4-BE49-F238E27FC236}">
                    <ns2:creationId id="{AE13D47A-F05C-F624-0CDE-B893BC3F382C}"/>
                  </a:ext>
                </a:extLst>
              </p:cNvPr>
              <p:cNvGrpSpPr/>
              <p:nvPr/>
            </p:nvGrpSpPr>
            <p:grpSpPr>
              <a:xfrm>
                <a:off x="3030500" y="1834642"/>
                <a:ext cx="773946" cy="118717"/>
                <a:chOff x="8548067" y="2209046"/>
                <a:chExt cx="773946" cy="173732"/>
              </a:xfrm>
            </p:grpSpPr>
            <p:sp>
              <p:nvSpPr>
                <p:cNvPr id="39" name="テキスト ボックス 38">
                  <a:extLst>
                    <a:ext uri="{FF2B5EF4-FFF2-40B4-BE49-F238E27FC236}">
                      <ns2:creationId id="{5FB79EEA-D33B-A638-0242-1CA49CB746D6}"/>
                    </a:ext>
                  </a:extLst>
                </p:cNvPr>
                <p:cNvSpPr txBox="1"/>
                <p:nvPr/>
              </p:nvSpPr>
              <p:spPr>
                <a:xfrm>
                  <a:off x="8548067" y="2209046"/>
                  <a:ext cx="312733" cy="173732"/>
                </a:xfrm>
                <a:prstGeom prst="roundRect">
                  <a:avLst/>
                </a:prstGeom>
                <a:solidFill>
                  <a:srgbClr val="008000"/>
                </a:solidFill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/>
                  <a:r>
                    <a:rPr lang="zh-TW" altLang="en-US" sz="700">
                      <a:solidFill>
                        <a:schemeClr val="bg1"/>
                      </a:solidFill>
                    </a:rPr>
                    <a:t>XX</a:t>
                  </a:r>
                  <a:endParaRPr kumimoji="1" lang="ja-JP" altLang="en-US" sz="7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ns2:creationId id="{9A7A62F7-6EC5-16DB-E6E2-D0AA6D0ABF2E}"/>
                    </a:ext>
                  </a:extLst>
                </p:cNvPr>
                <p:cNvSpPr txBox="1"/>
                <p:nvPr/>
              </p:nvSpPr>
              <p:spPr>
                <a:xfrm>
                  <a:off x="8935630" y="2209046"/>
                  <a:ext cx="386383" cy="173732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r>
                    <a:rPr lang="zh-TW" altLang="en-US" sz="700">
                      <a:solidFill>
                        <a:srgbClr val="008000"/>
                      </a:solidFill>
                    </a:rPr>
                    <a:t>XX</a:t>
                  </a:r>
                  <a:endParaRPr kumimoji="1" lang="ja-JP" altLang="en-US" sz="700">
                    <a:solidFill>
                      <a:srgbClr val="008000"/>
                    </a:solidFill>
                  </a:endParaRPr>
                </a:p>
              </p:txBody>
            </p:sp>
          </p:grpSp>
          <p:grpSp>
            <p:nvGrpSpPr>
              <p:cNvPr id="42" name="グループ化 41">
                <a:extLst>
                  <a:ext uri="{FF2B5EF4-FFF2-40B4-BE49-F238E27FC236}">
                    <ns2:creationId id="{3C6386C3-319A-F7A3-1D76-1EFA94E58B2A}"/>
                  </a:ext>
                </a:extLst>
              </p:cNvPr>
              <p:cNvGrpSpPr/>
              <p:nvPr/>
            </p:nvGrpSpPr>
            <p:grpSpPr>
              <a:xfrm>
                <a:off x="2937682" y="2749415"/>
                <a:ext cx="915792" cy="118717"/>
                <a:chOff x="8548067" y="2209046"/>
                <a:chExt cx="915792" cy="173732"/>
              </a:xfrm>
            </p:grpSpPr>
            <p:sp>
              <p:nvSpPr>
                <p:cNvPr id="43" name="テキスト ボックス 42">
                  <a:extLst>
                    <a:ext uri="{FF2B5EF4-FFF2-40B4-BE49-F238E27FC236}">
                      <ns2:creationId id="{8073113E-8BEA-ADB2-F70E-D21D60DA1E4B}"/>
                    </a:ext>
                  </a:extLst>
                </p:cNvPr>
                <p:cNvSpPr txBox="1"/>
                <p:nvPr/>
              </p:nvSpPr>
              <p:spPr>
                <a:xfrm>
                  <a:off x="8548067" y="2209046"/>
                  <a:ext cx="312733" cy="173732"/>
                </a:xfrm>
                <a:prstGeom prst="roundRect">
                  <a:avLst/>
                </a:prstGeom>
                <a:solidFill>
                  <a:srgbClr val="008000"/>
                </a:solidFill>
              </p:spPr>
              <p:txBody>
                <a:bodyPr wrap="square" lIns="0" rIns="0" rtlCol="0" anchor="ctr">
                  <a:noAutofit/>
                </a:bodyPr>
                <a:lstStyle/>
                <a:p>
                  <a:pPr algn="ctr"/>
                  <a:r>
                    <a:rPr lang="zh-TW" altLang="en-US" sz="700">
                      <a:solidFill>
                        <a:schemeClr val="bg1"/>
                      </a:solidFill>
                    </a:rPr>
                    <a:t>XX</a:t>
                  </a:r>
                  <a:endParaRPr kumimoji="1" lang="ja-JP" altLang="en-US" sz="7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ns2:creationId id="{C12F659B-34FE-00C8-0E39-31EEFF65F27A}"/>
                    </a:ext>
                  </a:extLst>
                </p:cNvPr>
                <p:cNvSpPr txBox="1"/>
                <p:nvPr/>
              </p:nvSpPr>
              <p:spPr>
                <a:xfrm>
                  <a:off x="8935630" y="2209046"/>
                  <a:ext cx="528229" cy="173732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>
                  <a:noAutofit/>
                </a:bodyPr>
                <a:lstStyle/>
                <a:p>
                  <a:r>
                    <a:rPr lang="ja-JP" altLang="en-US" sz="700">
                      <a:solidFill>
                        <a:srgbClr val="008000"/>
                      </a:solidFill>
                    </a:rPr>
                    <a:t>XX</a:t>
                  </a:r>
                  <a:endParaRPr kumimoji="1" lang="ja-JP" altLang="en-US" sz="700">
                    <a:solidFill>
                      <a:srgbClr val="008000"/>
                    </a:solidFill>
                  </a:endParaRPr>
                </a:p>
              </p:txBody>
            </p:sp>
          </p:grpSp>
          <p:sp>
            <p:nvSpPr>
              <p:cNvPr id="46" name="テキスト ボックス 45">
                <a:extLst>
                  <a:ext uri="{FF2B5EF4-FFF2-40B4-BE49-F238E27FC236}">
                    <ns2:creationId id="{AAEC6307-044B-F086-DCF3-37789CFEAF9B}"/>
                  </a:ext>
                </a:extLst>
              </p:cNvPr>
              <p:cNvSpPr txBox="1"/>
              <p:nvPr/>
            </p:nvSpPr>
            <p:spPr>
              <a:xfrm>
                <a:off x="3060390" y="2481446"/>
                <a:ext cx="670380" cy="182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rIns="0" rtlCol="0" anchor="ctr">
                <a:noAutofit/>
              </a:bodyPr>
              <a:lstStyle/>
              <a:p>
                <a:pPr algn="ctr"/>
                <a:r>
                  <a:rPr lang="en-US" altLang="ja-JP" sz="700" b="1"/>
                  <a:t>DX</a:t>
                </a:r>
                <a:r>
                  <a:rPr lang="ja-JP" altLang="it-IT" sz="700" b="1"/>
                  <a:t>XX</a:t>
                </a:r>
                <a:endParaRPr kumimoji="1" lang="ja-JP" altLang="en-US" sz="700" b="1"/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84FD436F-531A-AE85-9FAB-F39272C4E797}"/>
                  </a:ext>
                </a:extLst>
              </p:cNvPr>
              <p:cNvSpPr txBox="1"/>
              <p:nvPr/>
            </p:nvSpPr>
            <p:spPr>
              <a:xfrm>
                <a:off x="4127333" y="1542418"/>
                <a:ext cx="2351955" cy="434106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en-US" altLang="zh-TW" sz="800">
                    <a:solidFill>
                      <a:srgbClr val="008000"/>
                    </a:solidFill>
                  </a:rPr>
                  <a:t>DX</a:t>
                </a:r>
                <a:r>
                  <a:rPr lang="zh-TW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zh-TW" sz="800">
                    <a:solidFill>
                      <a:srgbClr val="008000"/>
                    </a:solidFill>
                  </a:rPr>
                  <a:t>XX</a:t>
                </a:r>
                <a:r>
                  <a:rPr lang="zh-TW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zh-TW" sz="800">
                    <a:solidFill>
                      <a:srgbClr val="008000"/>
                    </a:solidFill>
                  </a:rPr>
                  <a:t>)</a:t>
                </a:r>
              </a:p>
              <a:p>
                <a:r>
                  <a:rPr lang="ja-JP" altLang="en-US" sz="800"/>
                  <a:t>XX</a:t>
                </a: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81AFE8D8-1B1B-9CDA-121E-FB7759CF587D}"/>
                  </a:ext>
                </a:extLst>
              </p:cNvPr>
              <p:cNvSpPr txBox="1"/>
              <p:nvPr/>
            </p:nvSpPr>
            <p:spPr>
              <a:xfrm>
                <a:off x="4127333" y="2039689"/>
                <a:ext cx="2351955" cy="354662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en-US" altLang="ja-JP" sz="800">
                    <a:solidFill>
                      <a:srgbClr val="008000"/>
                    </a:solidFill>
                  </a:rPr>
                  <a:t>DX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)</a:t>
                </a:r>
              </a:p>
              <a:p>
                <a:r>
                  <a:rPr lang="ja-JP" altLang="en-US" sz="800"/>
                  <a:t>XX</a:t>
                </a:r>
                <a:r>
                  <a:rPr lang="en-US" altLang="ja-JP" sz="800"/>
                  <a:t>DX</a:t>
                </a:r>
                <a:r>
                  <a:rPr lang="ja-JP" altLang="en-US" sz="800"/>
                  <a:t>XX</a:t>
                </a: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55B166E0-A576-CBC0-5EE3-837F9E6D5DA2}"/>
                  </a:ext>
                </a:extLst>
              </p:cNvPr>
              <p:cNvSpPr txBox="1"/>
              <p:nvPr/>
            </p:nvSpPr>
            <p:spPr>
              <a:xfrm>
                <a:off x="4127333" y="2497238"/>
                <a:ext cx="2351955" cy="354662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DX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800">
                    <a:solidFill>
                      <a:srgbClr val="008000"/>
                    </a:solidFill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</a:rPr>
                  <a:t>)</a:t>
                </a:r>
              </a:p>
              <a:p>
                <a:r>
                  <a:rPr lang="ja-JP" altLang="en-US" sz="800"/>
                  <a:t>XX</a:t>
                </a:r>
                <a:br>
                  <a:rPr lang="it-IT" altLang="ja-JP" sz="800"/>
                </a:br>
                <a:r>
                  <a:rPr lang="ja-JP" altLang="en-US" sz="800"/>
                  <a:t>XX</a:t>
                </a: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B20CDAD9-08C6-BC50-A688-B187AAD99B98}"/>
                  </a:ext>
                </a:extLst>
              </p:cNvPr>
              <p:cNvSpPr txBox="1"/>
              <p:nvPr/>
            </p:nvSpPr>
            <p:spPr>
              <a:xfrm>
                <a:off x="756188" y="1537138"/>
                <a:ext cx="720368" cy="434106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en-US" altLang="ja-JP" sz="800"/>
                  <a:t>DX</a:t>
                </a:r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ja-JP" altLang="en-US" sz="800"/>
                  <a:t>XX</a:t>
                </a: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A2281115-D519-BE3B-22A3-7DA101CCC3AD}"/>
                  </a:ext>
                </a:extLst>
              </p:cNvPr>
              <p:cNvSpPr txBox="1"/>
              <p:nvPr/>
            </p:nvSpPr>
            <p:spPr>
              <a:xfrm>
                <a:off x="756188" y="2452576"/>
                <a:ext cx="720368" cy="434106"/>
              </a:xfrm>
              <a:prstGeom prst="rect">
                <a:avLst/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r>
                  <a:rPr lang="ja-JP" altLang="en-US" sz="800"/>
                  <a:t>XX</a:t>
                </a:r>
                <a:r>
                  <a:rPr lang="en-US" altLang="ja-JP" sz="800"/>
                  <a:t>DX</a:t>
                </a:r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ja-JP" altLang="en-US" sz="800"/>
                  <a:t>XX</a:t>
                </a:r>
              </a:p>
            </p:txBody>
          </p:sp>
          <p:sp>
            <p:nvSpPr>
              <p:cNvPr id="56" name="矢印: 上下 55">
                <a:extLst>
                  <a:ext uri="{FF2B5EF4-FFF2-40B4-BE49-F238E27FC236}">
                    <ns2:creationId id="{1D03352B-6BB6-49CA-E1A5-AADE2750FE3D}"/>
                  </a:ext>
                </a:extLst>
              </p:cNvPr>
              <p:cNvSpPr/>
              <p:nvPr/>
            </p:nvSpPr>
            <p:spPr>
              <a:xfrm>
                <a:off x="1476556" y="1547358"/>
                <a:ext cx="217551" cy="1339324"/>
              </a:xfrm>
              <a:prstGeom prst="upDownArrow">
                <a:avLst/>
              </a:prstGeom>
              <a:gradFill>
                <a:gsLst>
                  <a:gs pos="0">
                    <a:schemeClr val="accent6">
                      <a:lumMod val="20000"/>
                      <a:lumOff val="80000"/>
                    </a:schemeClr>
                  </a:gs>
                  <a:gs pos="100000">
                    <a:schemeClr val="accent6"/>
                  </a:gs>
                </a:gsLst>
                <a:lin ang="16200000" scaled="1"/>
              </a:gra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6" name="直線コネクタ 165">
                <a:extLst>
                  <a:ext uri="{FF2B5EF4-FFF2-40B4-BE49-F238E27FC236}">
                    <ns2:creationId id="{EDCFD178-944E-D7C6-DB35-C933DCBDC699}"/>
                  </a:ext>
                </a:extLst>
              </p:cNvPr>
              <p:cNvCxnSpPr/>
              <p:nvPr/>
            </p:nvCxnSpPr>
            <p:spPr>
              <a:xfrm>
                <a:off x="1694108" y="1988245"/>
                <a:ext cx="479866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直線コネクタ 166">
                <a:extLst>
                  <a:ext uri="{FF2B5EF4-FFF2-40B4-BE49-F238E27FC236}">
                    <ns2:creationId id="{11BAF341-33EF-BE43-5979-620B89278460}"/>
                  </a:ext>
                </a:extLst>
              </p:cNvPr>
              <p:cNvCxnSpPr/>
              <p:nvPr/>
            </p:nvCxnSpPr>
            <p:spPr>
              <a:xfrm>
                <a:off x="1694108" y="2445794"/>
                <a:ext cx="479866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6:creationId val="304832686"/>
      </p:ext>
    </p:extLst>
  </p:cSld>
  <p:clrMapOvr>
    <a:masterClrMapping/>
  </p:clrMapOvr>
</p:sld>
</file>

<file path=ppt/slides/slide6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36A67FA-9762-E996-65A3-166A1889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A19D701-1E8A-C4A2-5212-5B9FDB73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400" dirty="0"/>
              <a:t>XX</a:t>
            </a:r>
            <a:r>
              <a:rPr lang="ja-JP" altLang="en-US" sz="2400" dirty="0"/>
              <a:t>XX</a:t>
            </a:r>
            <a:r>
              <a:rPr lang="en-US" altLang="ja-JP" sz="2400" dirty="0"/>
              <a:t>XX</a:t>
            </a:r>
            <a:r>
              <a:rPr lang="ja-JP" altLang="en-US" sz="2400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E5D9387-4A31-607E-6FB7-3B5EDDE5FF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lang="ja-JP" altLang="en-US" dirty="0"/>
              <a:t> 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13</a:t>
            </a:r>
            <a:r>
              <a:rPr kumimoji="1" lang="ja-JP" altLang="en-US" dirty="0"/>
              <a:t>XX</a:t>
            </a:r>
          </a:p>
        </p:txBody>
      </p:sp>
      <p:grpSp>
        <p:nvGrpSpPr>
          <p:cNvPr id="132" name="グループ化 131">
            <a:extLst>
              <a:ext uri="{FF2B5EF4-FFF2-40B4-BE49-F238E27FC236}">
                <ns2:creationId id="{5C2812E4-D4BC-FAF9-A096-110F75F9C94A}"/>
              </a:ext>
            </a:extLst>
          </p:cNvPr>
          <p:cNvGrpSpPr/>
          <p:nvPr/>
        </p:nvGrpSpPr>
        <p:grpSpPr>
          <a:xfrm>
            <a:off x="353981" y="1657077"/>
            <a:ext cx="11475107" cy="4657144"/>
            <a:chOff x="353981" y="1657077"/>
            <a:chExt cx="11475107" cy="4657144"/>
          </a:xfrm>
        </p:grpSpPr>
        <p:grpSp>
          <p:nvGrpSpPr>
            <p:cNvPr id="131" name="グループ化 130">
              <a:extLst>
                <a:ext uri="{FF2B5EF4-FFF2-40B4-BE49-F238E27FC236}">
                  <ns2:creationId id="{3CD805CF-68B6-535D-9138-C72F8867F3A9}"/>
                </a:ext>
              </a:extLst>
            </p:cNvPr>
            <p:cNvGrpSpPr/>
            <p:nvPr/>
          </p:nvGrpSpPr>
          <p:grpSpPr>
            <a:xfrm>
              <a:off x="353981" y="1657077"/>
              <a:ext cx="1714030" cy="4657143"/>
              <a:chOff x="353981" y="1657077"/>
              <a:chExt cx="1714030" cy="4657143"/>
            </a:xfrm>
          </p:grpSpPr>
          <p:sp>
            <p:nvSpPr>
              <p:cNvPr id="96" name="四角形: 角を丸くする 95">
                <a:extLst>
                  <a:ext uri="{FF2B5EF4-FFF2-40B4-BE49-F238E27FC236}">
                    <ns2:creationId id="{E0E587BD-4321-C86F-55E4-53E3AC122878}"/>
                  </a:ext>
                </a:extLst>
              </p:cNvPr>
              <p:cNvSpPr/>
              <p:nvPr/>
            </p:nvSpPr>
            <p:spPr>
              <a:xfrm>
                <a:off x="428013" y="5117197"/>
                <a:ext cx="1565966" cy="1197023"/>
              </a:xfrm>
              <a:prstGeom prst="roundRect">
                <a:avLst>
                  <a:gd name="adj" fmla="val 3007"/>
                </a:avLst>
              </a:prstGeom>
              <a:solidFill>
                <a:schemeClr val="accent5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46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四角形: 角を丸くする 98">
                <a:extLst>
                  <a:ext uri="{FF2B5EF4-FFF2-40B4-BE49-F238E27FC236}">
                    <ns2:creationId id="{AEBEB276-D095-C836-808E-C73C700B91C8}"/>
                  </a:ext>
                </a:extLst>
              </p:cNvPr>
              <p:cNvSpPr/>
              <p:nvPr/>
            </p:nvSpPr>
            <p:spPr>
              <a:xfrm>
                <a:off x="428013" y="3615978"/>
                <a:ext cx="1565966" cy="1197023"/>
              </a:xfrm>
              <a:prstGeom prst="roundRect">
                <a:avLst>
                  <a:gd name="adj" fmla="val 3007"/>
                </a:avLst>
              </a:prstGeom>
              <a:solidFill>
                <a:schemeClr val="accent5">
                  <a:alpha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46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0" name="四角形: 角を丸くする 99">
                <a:extLst>
                  <a:ext uri="{FF2B5EF4-FFF2-40B4-BE49-F238E27FC236}">
                    <ns2:creationId id="{04A538FB-FB93-2C1F-115F-406F38F70325}"/>
                  </a:ext>
                </a:extLst>
              </p:cNvPr>
              <p:cNvSpPr/>
              <p:nvPr/>
            </p:nvSpPr>
            <p:spPr>
              <a:xfrm>
                <a:off x="428013" y="2121599"/>
                <a:ext cx="1565966" cy="1197023"/>
              </a:xfrm>
              <a:prstGeom prst="roundRect">
                <a:avLst>
                  <a:gd name="adj" fmla="val 3007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46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63" name="グループ化 62">
                <a:extLst>
                  <a:ext uri="{FF2B5EF4-FFF2-40B4-BE49-F238E27FC236}">
                    <ns2:creationId id="{13400BBF-1391-6C40-0793-044865F6C0EF}"/>
                  </a:ext>
                </a:extLst>
              </p:cNvPr>
              <p:cNvGrpSpPr/>
              <p:nvPr/>
            </p:nvGrpSpPr>
            <p:grpSpPr>
              <a:xfrm>
                <a:off x="353981" y="1657077"/>
                <a:ext cx="1714030" cy="331651"/>
                <a:chOff x="457969" y="1472250"/>
                <a:chExt cx="1506054" cy="331651"/>
              </a:xfrm>
            </p:grpSpPr>
            <p:cxnSp>
              <p:nvCxnSpPr>
                <p:cNvPr id="108" name="直線コネクタ 107">
                  <a:extLst>
                    <a:ext uri="{FF2B5EF4-FFF2-40B4-BE49-F238E27FC236}">
                      <ns2:creationId id="{C3FA4A06-3B98-9414-C6D9-B731960C72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969" y="1803901"/>
                  <a:ext cx="150605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2" name="テキスト ボックス 111">
                  <a:extLst>
                    <a:ext uri="{FF2B5EF4-FFF2-40B4-BE49-F238E27FC236}">
                      <ns2:creationId id="{0244A869-8E4F-8DC8-06D4-2037C4E4C3AF}"/>
                    </a:ext>
                  </a:extLst>
                </p:cNvPr>
                <p:cNvSpPr txBox="1"/>
                <p:nvPr/>
              </p:nvSpPr>
              <p:spPr>
                <a:xfrm>
                  <a:off x="457969" y="1472250"/>
                  <a:ext cx="1506054" cy="296209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/>
                <a:p>
                  <a:pPr algn="ctr"/>
                  <a:r>
                    <a:rPr kumimoji="1" lang="en-US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38" name="グラフィックス 37" descr="熱望 単色塗りつぶし">
                <a:extLst>
                  <a:ext uri="{FF2B5EF4-FFF2-40B4-BE49-F238E27FC236}">
                    <ns2:creationId id="{FB8EAA24-2C3B-7C46-C8F9-3C5E731AF3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1002281" y="5304638"/>
                <a:ext cx="417430" cy="417430"/>
              </a:xfrm>
              <a:prstGeom prst="rect">
                <a:avLst/>
              </a:prstGeom>
            </p:spPr>
          </p:pic>
          <p:pic>
            <p:nvPicPr>
              <p:cNvPr id="36" name="グラフィックス 35" descr="ターゲット 単色塗りつぶし">
                <a:extLst>
                  <a:ext uri="{FF2B5EF4-FFF2-40B4-BE49-F238E27FC236}">
                    <ns2:creationId id="{DECCEBE6-69AC-A68E-F8FC-6305A14D7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002281" y="2234602"/>
                <a:ext cx="417430" cy="417430"/>
              </a:xfrm>
              <a:prstGeom prst="rect">
                <a:avLst/>
              </a:prstGeom>
            </p:spPr>
          </p:pic>
          <p:pic>
            <p:nvPicPr>
              <p:cNvPr id="37" name="グラフィックス 36" descr="筋骨たくましい腕 単色塗りつぶし">
                <a:extLst>
                  <a:ext uri="{FF2B5EF4-FFF2-40B4-BE49-F238E27FC236}">
                    <ns2:creationId id="{AE956FEC-6810-2D2E-159B-7B4256DBFF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002281" y="3848980"/>
                <a:ext cx="417430" cy="417430"/>
              </a:xfrm>
              <a:prstGeom prst="rect">
                <a:avLst/>
              </a:prstGeom>
            </p:spPr>
          </p:pic>
        </p:grpSp>
        <p:sp>
          <p:nvSpPr>
            <p:cNvPr id="29" name="加算記号 28">
              <a:extLst>
                <a:ext uri="{FF2B5EF4-FFF2-40B4-BE49-F238E27FC236}">
                  <ns2:creationId id="{5D456685-B725-48F9-F7AD-B6F756AFF980}"/>
                </a:ext>
              </a:extLst>
            </p:cNvPr>
            <p:cNvSpPr/>
            <p:nvPr/>
          </p:nvSpPr>
          <p:spPr>
            <a:xfrm>
              <a:off x="2041150" y="3910277"/>
              <a:ext cx="607900" cy="608424"/>
            </a:xfrm>
            <a:prstGeom prst="mathPlus">
              <a:avLst>
                <a:gd name="adj1" fmla="val 11480"/>
              </a:avLst>
            </a:prstGeom>
            <a:solidFill>
              <a:srgbClr val="00800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9" name="グループ化 128">
              <a:extLst>
                <a:ext uri="{FF2B5EF4-FFF2-40B4-BE49-F238E27FC236}">
                  <ns2:creationId id="{0694B596-3076-43DB-53EA-4EBAA2441642}"/>
                </a:ext>
              </a:extLst>
            </p:cNvPr>
            <p:cNvGrpSpPr/>
            <p:nvPr/>
          </p:nvGrpSpPr>
          <p:grpSpPr>
            <a:xfrm>
              <a:off x="2696219" y="1657077"/>
              <a:ext cx="9132869" cy="4657144"/>
              <a:chOff x="2696219" y="1657077"/>
              <a:chExt cx="9132869" cy="4657144"/>
            </a:xfrm>
          </p:grpSpPr>
          <p:grpSp>
            <p:nvGrpSpPr>
              <p:cNvPr id="39" name="グループ化 38">
                <a:extLst>
                  <a:ext uri="{FF2B5EF4-FFF2-40B4-BE49-F238E27FC236}">
                    <ns2:creationId id="{21A4013A-CE21-D9C6-571A-766AA6D6BA69}"/>
                  </a:ext>
                </a:extLst>
              </p:cNvPr>
              <p:cNvGrpSpPr/>
              <p:nvPr/>
            </p:nvGrpSpPr>
            <p:grpSpPr>
              <a:xfrm>
                <a:off x="2696220" y="1657077"/>
                <a:ext cx="9132868" cy="331651"/>
                <a:chOff x="2678881" y="1472250"/>
                <a:chExt cx="9027137" cy="331651"/>
              </a:xfrm>
            </p:grpSpPr>
            <p:sp>
              <p:nvSpPr>
                <p:cNvPr id="111" name="テキスト ボックス 110">
                  <a:extLst>
                    <a:ext uri="{FF2B5EF4-FFF2-40B4-BE49-F238E27FC236}">
                      <ns2:creationId id="{2D7C8D6E-451B-0867-1ED9-4899D18C7299}"/>
                    </a:ext>
                  </a:extLst>
                </p:cNvPr>
                <p:cNvSpPr txBox="1"/>
                <p:nvPr/>
              </p:nvSpPr>
              <p:spPr>
                <a:xfrm>
                  <a:off x="2678881" y="1472250"/>
                  <a:ext cx="9027137" cy="296209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/>
                <a:p>
                  <a:pPr algn="ctr"/>
                  <a:r>
                    <a:rPr kumimoji="1"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13</a:t>
                  </a:r>
                  <a:r>
                    <a:rPr kumimoji="1"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6" name="直線コネクタ 105">
                  <a:extLst>
                    <a:ext uri="{FF2B5EF4-FFF2-40B4-BE49-F238E27FC236}">
                      <ns2:creationId id="{B66D3083-19EF-6AC1-BA75-60928D13C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78881" y="1803901"/>
                  <a:ext cx="902713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9" name="グループ化 108">
                <a:extLst>
                  <a:ext uri="{FF2B5EF4-FFF2-40B4-BE49-F238E27FC236}">
                    <ns2:creationId id="{82ED5EB9-A226-C0EF-E52C-7EF7EC12FD0E}"/>
                  </a:ext>
                </a:extLst>
              </p:cNvPr>
              <p:cNvGrpSpPr/>
              <p:nvPr/>
            </p:nvGrpSpPr>
            <p:grpSpPr>
              <a:xfrm>
                <a:off x="2696219" y="2121599"/>
                <a:ext cx="694307" cy="2452221"/>
                <a:chOff x="2696219" y="1936772"/>
                <a:chExt cx="694307" cy="2452221"/>
              </a:xfrm>
            </p:grpSpPr>
            <p:sp>
              <p:nvSpPr>
                <p:cNvPr id="93" name="正方形/長方形 92">
                  <a:extLst>
                    <a:ext uri="{FF2B5EF4-FFF2-40B4-BE49-F238E27FC236}">
                      <ns2:creationId id="{FF4516CD-9570-FB60-FB6B-59BD348605C5}"/>
                    </a:ext>
                  </a:extLst>
                </p:cNvPr>
                <p:cNvSpPr/>
                <p:nvPr/>
              </p:nvSpPr>
              <p:spPr>
                <a:xfrm>
                  <a:off x="2696219" y="1936772"/>
                  <a:ext cx="694307" cy="2452221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43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34" name="グラフィックス 33" descr="手のひら 単色塗りつぶし">
                  <a:extLst>
                    <a:ext uri="{FF2B5EF4-FFF2-40B4-BE49-F238E27FC236}">
                      <ns2:creationId id="{07AC52D0-392D-2FBF-4CE5-4AB9333F2D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34657" y="2719388"/>
                  <a:ext cx="417430" cy="417430"/>
                </a:xfrm>
                <a:prstGeom prst="rect">
                  <a:avLst/>
                </a:prstGeom>
              </p:spPr>
            </p:pic>
          </p:grpSp>
          <p:grpSp>
            <p:nvGrpSpPr>
              <p:cNvPr id="110" name="グループ化 109">
                <a:extLst>
                  <a:ext uri="{FF2B5EF4-FFF2-40B4-BE49-F238E27FC236}">
                    <ns2:creationId id="{013C91A5-037F-5933-4759-151770C2969E}"/>
                  </a:ext>
                </a:extLst>
              </p:cNvPr>
              <p:cNvGrpSpPr/>
              <p:nvPr/>
            </p:nvGrpSpPr>
            <p:grpSpPr>
              <a:xfrm>
                <a:off x="2696219" y="4615425"/>
                <a:ext cx="694307" cy="1698796"/>
                <a:chOff x="2696219" y="4430598"/>
                <a:chExt cx="694307" cy="1698796"/>
              </a:xfrm>
            </p:grpSpPr>
            <p:sp>
              <p:nvSpPr>
                <p:cNvPr id="94" name="正方形/長方形 93">
                  <a:extLst>
                    <a:ext uri="{FF2B5EF4-FFF2-40B4-BE49-F238E27FC236}">
                      <ns2:creationId id="{C3336A7C-D33D-871F-4027-A3B04968A740}"/>
                    </a:ext>
                  </a:extLst>
                </p:cNvPr>
                <p:cNvSpPr/>
                <p:nvPr/>
              </p:nvSpPr>
              <p:spPr>
                <a:xfrm>
                  <a:off x="2696219" y="4430598"/>
                  <a:ext cx="694307" cy="1698796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43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35" name="グラフィックス 34" descr="実行 単色塗りつぶし">
                  <a:extLst>
                    <a:ext uri="{FF2B5EF4-FFF2-40B4-BE49-F238E27FC236}">
                      <ns2:creationId id="{FF1B0897-2238-2457-8858-AB0D8D87F6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2834657" y="4876987"/>
                  <a:ext cx="417430" cy="417430"/>
                </a:xfrm>
                <a:prstGeom prst="rect">
                  <a:avLst/>
                </a:prstGeom>
              </p:spPr>
            </p:pic>
          </p:grpSp>
          <p:grpSp>
            <p:nvGrpSpPr>
              <p:cNvPr id="114" name="グループ化 113">
                <a:extLst>
                  <a:ext uri="{FF2B5EF4-FFF2-40B4-BE49-F238E27FC236}">
                    <ns2:creationId id="{0B8962F3-9F93-E038-C4CC-EA45F3196E76}"/>
                  </a:ext>
                </a:extLst>
              </p:cNvPr>
              <p:cNvGrpSpPr/>
              <p:nvPr/>
            </p:nvGrpSpPr>
            <p:grpSpPr>
              <a:xfrm>
                <a:off x="3483689" y="2121599"/>
                <a:ext cx="1329023" cy="1027625"/>
                <a:chOff x="3483689" y="2121599"/>
                <a:chExt cx="1329023" cy="1027625"/>
              </a:xfrm>
            </p:grpSpPr>
            <p:sp>
              <p:nvSpPr>
                <p:cNvPr id="67" name="正方形/長方形 66">
                  <a:extLst>
                    <a:ext uri="{FF2B5EF4-FFF2-40B4-BE49-F238E27FC236}">
                      <ns2:creationId id="{F6FF8192-8586-D570-7E35-1BC4FEE8C4FE}"/>
                    </a:ext>
                  </a:extLst>
                </p:cNvPr>
                <p:cNvSpPr/>
                <p:nvPr/>
              </p:nvSpPr>
              <p:spPr>
                <a:xfrm>
                  <a:off x="3483689" y="2121599"/>
                  <a:ext cx="1329023" cy="1027625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0" name="グラフィックス 39" descr="フローチャート 単色塗りつぶし">
                  <a:extLst>
                    <a:ext uri="{FF2B5EF4-FFF2-40B4-BE49-F238E27FC236}">
                      <ns2:creationId id="{79844923-A486-DD75-9143-E3E4B17BE4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9098" y="2494991"/>
                  <a:ext cx="280842" cy="280842"/>
                </a:xfrm>
                <a:prstGeom prst="rect">
                  <a:avLst/>
                </a:prstGeom>
              </p:spPr>
            </p:pic>
          </p:grpSp>
          <p:grpSp>
            <p:nvGrpSpPr>
              <p:cNvPr id="115" name="グループ化 114">
                <a:extLst>
                  <a:ext uri="{FF2B5EF4-FFF2-40B4-BE49-F238E27FC236}">
                    <ns2:creationId id="{420B44ED-52C5-0DB4-D7B9-D2CF830BDFE1}"/>
                  </a:ext>
                </a:extLst>
              </p:cNvPr>
              <p:cNvGrpSpPr/>
              <p:nvPr/>
            </p:nvGrpSpPr>
            <p:grpSpPr>
              <a:xfrm>
                <a:off x="3483689" y="3235862"/>
                <a:ext cx="1329023" cy="486408"/>
                <a:chOff x="3483689" y="3235862"/>
                <a:chExt cx="1329023" cy="486408"/>
              </a:xfrm>
            </p:grpSpPr>
            <p:sp>
              <p:nvSpPr>
                <p:cNvPr id="70" name="正方形/長方形 69">
                  <a:extLst>
                    <a:ext uri="{FF2B5EF4-FFF2-40B4-BE49-F238E27FC236}">
                      <ns2:creationId id="{BBBE612E-2CF5-9E72-947E-D93E4BED26F5}"/>
                    </a:ext>
                  </a:extLst>
                </p:cNvPr>
                <p:cNvSpPr/>
                <p:nvPr/>
              </p:nvSpPr>
              <p:spPr>
                <a:xfrm>
                  <a:off x="3483689" y="3235862"/>
                  <a:ext cx="1329023" cy="486408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1" name="グラフィックス 40" descr="社員証 単色塗りつぶし">
                  <a:extLst>
                    <a:ext uri="{FF2B5EF4-FFF2-40B4-BE49-F238E27FC236}">
                      <ns2:creationId id="{2F2A9427-3F02-4FAC-4F37-E119B301D3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09342" y="3358889"/>
                  <a:ext cx="240354" cy="240354"/>
                </a:xfrm>
                <a:prstGeom prst="rect">
                  <a:avLst/>
                </a:prstGeom>
              </p:spPr>
            </p:pic>
          </p:grpSp>
          <p:grpSp>
            <p:nvGrpSpPr>
              <p:cNvPr id="116" name="グループ化 115">
                <a:extLst>
                  <a:ext uri="{FF2B5EF4-FFF2-40B4-BE49-F238E27FC236}">
                    <ns2:creationId id="{CE1BA636-2ED8-D407-7204-E7B1A9C149F0}"/>
                  </a:ext>
                </a:extLst>
              </p:cNvPr>
              <p:cNvGrpSpPr/>
              <p:nvPr/>
            </p:nvGrpSpPr>
            <p:grpSpPr>
              <a:xfrm>
                <a:off x="3476294" y="3808908"/>
                <a:ext cx="1336418" cy="486408"/>
                <a:chOff x="3476294" y="3808908"/>
                <a:chExt cx="1336418" cy="486408"/>
              </a:xfrm>
            </p:grpSpPr>
            <p:sp>
              <p:nvSpPr>
                <p:cNvPr id="73" name="正方形/長方形 72">
                  <a:extLst>
                    <a:ext uri="{FF2B5EF4-FFF2-40B4-BE49-F238E27FC236}">
                      <ns2:creationId id="{F52C15BF-8210-2958-E37E-AB71E60B9934}"/>
                    </a:ext>
                  </a:extLst>
                </p:cNvPr>
                <p:cNvSpPr/>
                <p:nvPr/>
              </p:nvSpPr>
              <p:spPr>
                <a:xfrm>
                  <a:off x="3483689" y="3808908"/>
                  <a:ext cx="1329023" cy="486408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 descr="ビーカー 単色塗りつぶし">
                  <a:extLst>
                    <a:ext uri="{FF2B5EF4-FFF2-40B4-BE49-F238E27FC236}">
                      <ns2:creationId id="{659ECDA7-22B8-6ECE-2A85-A9420B741C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76294" y="3854437"/>
                  <a:ext cx="306449" cy="306449"/>
                </a:xfrm>
                <a:prstGeom prst="rect">
                  <a:avLst/>
                </a:prstGeom>
              </p:spPr>
            </p:pic>
          </p:grpSp>
          <p:grpSp>
            <p:nvGrpSpPr>
              <p:cNvPr id="123" name="グループ化 122">
                <a:extLst>
                  <a:ext uri="{FF2B5EF4-FFF2-40B4-BE49-F238E27FC236}">
                    <ns2:creationId id="{0BACBBDD-7E41-85E6-79A6-5F4222584D86}"/>
                  </a:ext>
                </a:extLst>
              </p:cNvPr>
              <p:cNvGrpSpPr/>
              <p:nvPr/>
            </p:nvGrpSpPr>
            <p:grpSpPr>
              <a:xfrm>
                <a:off x="3485725" y="5827811"/>
                <a:ext cx="1324950" cy="486408"/>
                <a:chOff x="3485725" y="5827811"/>
                <a:chExt cx="1324950" cy="486408"/>
              </a:xfrm>
            </p:grpSpPr>
            <p:sp>
              <p:nvSpPr>
                <p:cNvPr id="125" name="正方形/長方形 124">
                  <a:extLst>
                    <a:ext uri="{FF2B5EF4-FFF2-40B4-BE49-F238E27FC236}">
                      <ns2:creationId id="{FCF4D346-D493-1EA2-BFB9-0F7F813B955E}"/>
                    </a:ext>
                  </a:extLst>
                </p:cNvPr>
                <p:cNvSpPr/>
                <p:nvPr/>
              </p:nvSpPr>
              <p:spPr>
                <a:xfrm>
                  <a:off x="3485725" y="5827811"/>
                  <a:ext cx="1324950" cy="486408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3" name="グラフィックス 42" descr="電球と歯車 単色塗りつぶし">
                  <a:extLst>
                    <a:ext uri="{FF2B5EF4-FFF2-40B4-BE49-F238E27FC236}">
                      <ns2:creationId id="{151039A3-3D25-DA4F-61DE-D896189FB7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print">
                  <a:extLst>
                    <a:ext uri="{28A0092B-C50C-407E-A947-70E740481C1C}">
                      <ns5:useLocalDpi val="0"/>
                    </a:ext>
                    <a:ext uri="{96DAC541-7B7A-43D3-8B79-37D633B846F1}">
                      <ns3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04536" y="5946032"/>
                  <a:ext cx="249966" cy="249966"/>
                </a:xfrm>
                <a:prstGeom prst="rect">
                  <a:avLst/>
                </a:prstGeom>
              </p:spPr>
            </p:pic>
          </p:grpSp>
          <p:grpSp>
            <p:nvGrpSpPr>
              <p:cNvPr id="117" name="グループ化 116">
                <a:extLst>
                  <a:ext uri="{FF2B5EF4-FFF2-40B4-BE49-F238E27FC236}">
                    <ns2:creationId id="{7BE2164B-5A6B-556E-1351-25F31FAF124D}"/>
                  </a:ext>
                </a:extLst>
              </p:cNvPr>
              <p:cNvGrpSpPr/>
              <p:nvPr/>
            </p:nvGrpSpPr>
            <p:grpSpPr>
              <a:xfrm>
                <a:off x="3485725" y="4381954"/>
                <a:ext cx="1324950" cy="191865"/>
                <a:chOff x="3485725" y="4381954"/>
                <a:chExt cx="1324950" cy="191865"/>
              </a:xfrm>
            </p:grpSpPr>
            <p:sp>
              <p:nvSpPr>
                <p:cNvPr id="76" name="正方形/長方形 75">
                  <a:extLst>
                    <a:ext uri="{FF2B5EF4-FFF2-40B4-BE49-F238E27FC236}">
                      <ns2:creationId id="{E295FCD7-042A-C51A-4276-F75EA73B257A}"/>
                    </a:ext>
                  </a:extLst>
                </p:cNvPr>
                <p:cNvSpPr/>
                <p:nvPr/>
              </p:nvSpPr>
              <p:spPr>
                <a:xfrm>
                  <a:off x="3485725" y="4381954"/>
                  <a:ext cx="1324950" cy="191865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4" name="グラフィックス 43" descr="箱 単色塗りつぶし">
                  <a:extLst>
                    <a:ext uri="{FF2B5EF4-FFF2-40B4-BE49-F238E27FC236}">
                      <ns2:creationId id="{59BD786B-4096-A005-2F68-1BB4301944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rcRect/>
                <a:stretch/>
              </p:blipFill>
              <p:spPr>
                <a:xfrm>
                  <a:off x="3541160" y="4389199"/>
                  <a:ext cx="176718" cy="176718"/>
                </a:xfrm>
                <a:prstGeom prst="rect">
                  <a:avLst/>
                </a:prstGeom>
              </p:spPr>
            </p:pic>
          </p:grpSp>
          <p:grpSp>
            <p:nvGrpSpPr>
              <p:cNvPr id="120" name="グループ化 119">
                <a:extLst>
                  <a:ext uri="{FF2B5EF4-FFF2-40B4-BE49-F238E27FC236}">
                    <ns2:creationId id="{6FCA9565-7956-C35E-7B52-C2E8D2CAC4FB}"/>
                  </a:ext>
                </a:extLst>
              </p:cNvPr>
              <p:cNvGrpSpPr/>
              <p:nvPr/>
            </p:nvGrpSpPr>
            <p:grpSpPr>
              <a:xfrm>
                <a:off x="3485725" y="5082366"/>
                <a:ext cx="1324950" cy="191865"/>
                <a:chOff x="3485725" y="5082366"/>
                <a:chExt cx="1324950" cy="191865"/>
              </a:xfrm>
            </p:grpSpPr>
            <p:sp>
              <p:nvSpPr>
                <p:cNvPr id="85" name="正方形/長方形 84">
                  <a:extLst>
                    <a:ext uri="{FF2B5EF4-FFF2-40B4-BE49-F238E27FC236}">
                      <ns2:creationId id="{481433C9-5239-9785-5CC6-78D2C92AAB8F}"/>
                    </a:ext>
                  </a:extLst>
                </p:cNvPr>
                <p:cNvSpPr/>
                <p:nvPr/>
              </p:nvSpPr>
              <p:spPr>
                <a:xfrm>
                  <a:off x="3485725" y="5082366"/>
                  <a:ext cx="1324950" cy="191865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5" name="グラフィックス 44" descr="トラック 単色塗りつぶし">
                  <a:extLst>
                    <a:ext uri="{FF2B5EF4-FFF2-40B4-BE49-F238E27FC236}">
                      <ns2:creationId id="{64AC2453-E7F4-097C-14CD-6A8BD0A243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3541160" y="5094508"/>
                  <a:ext cx="176718" cy="176718"/>
                </a:xfrm>
                <a:prstGeom prst="rect">
                  <a:avLst/>
                </a:prstGeom>
              </p:spPr>
            </p:pic>
          </p:grpSp>
          <p:grpSp>
            <p:nvGrpSpPr>
              <p:cNvPr id="119" name="グループ化 118">
                <a:extLst>
                  <a:ext uri="{FF2B5EF4-FFF2-40B4-BE49-F238E27FC236}">
                    <ns2:creationId id="{71B0D575-62D7-65A0-1029-141E95109A01}"/>
                  </a:ext>
                </a:extLst>
              </p:cNvPr>
              <p:cNvGrpSpPr/>
              <p:nvPr/>
            </p:nvGrpSpPr>
            <p:grpSpPr>
              <a:xfrm>
                <a:off x="3485725" y="4848895"/>
                <a:ext cx="1324950" cy="191865"/>
                <a:chOff x="3485725" y="4848895"/>
                <a:chExt cx="1324950" cy="191865"/>
              </a:xfrm>
            </p:grpSpPr>
            <p:sp>
              <p:nvSpPr>
                <p:cNvPr id="82" name="正方形/長方形 81">
                  <a:extLst>
                    <a:ext uri="{FF2B5EF4-FFF2-40B4-BE49-F238E27FC236}">
                      <ns2:creationId id="{A908FF8A-28DC-A799-ACCE-626616BBB6BA}"/>
                    </a:ext>
                  </a:extLst>
                </p:cNvPr>
                <p:cNvSpPr/>
                <p:nvPr/>
              </p:nvSpPr>
              <p:spPr>
                <a:xfrm>
                  <a:off x="3485725" y="4848895"/>
                  <a:ext cx="1324950" cy="191865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6" name="グラフィックス 45" descr="工場 単色塗りつぶし">
                  <a:extLst>
                    <a:ext uri="{FF2B5EF4-FFF2-40B4-BE49-F238E27FC236}">
                      <ns2:creationId id="{81B17575-9F86-8180-9423-DEC48241F2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rcRect/>
                <a:stretch/>
              </p:blipFill>
              <p:spPr>
                <a:xfrm>
                  <a:off x="3541160" y="4864042"/>
                  <a:ext cx="176718" cy="176718"/>
                </a:xfrm>
                <a:prstGeom prst="rect">
                  <a:avLst/>
                </a:prstGeom>
              </p:spPr>
            </p:pic>
          </p:grpSp>
          <p:grpSp>
            <p:nvGrpSpPr>
              <p:cNvPr id="118" name="グループ化 117">
                <a:extLst>
                  <a:ext uri="{FF2B5EF4-FFF2-40B4-BE49-F238E27FC236}">
                    <ns2:creationId id="{DD4DC4BA-98EE-F7AC-ECA5-B8CEFB1F1F42}"/>
                  </a:ext>
                </a:extLst>
              </p:cNvPr>
              <p:cNvGrpSpPr/>
              <p:nvPr/>
            </p:nvGrpSpPr>
            <p:grpSpPr>
              <a:xfrm>
                <a:off x="3485725" y="4615425"/>
                <a:ext cx="1324950" cy="191865"/>
                <a:chOff x="3485725" y="4615425"/>
                <a:chExt cx="1324950" cy="191865"/>
              </a:xfrm>
            </p:grpSpPr>
            <p:sp>
              <p:nvSpPr>
                <p:cNvPr id="79" name="正方形/長方形 78">
                  <a:extLst>
                    <a:ext uri="{FF2B5EF4-FFF2-40B4-BE49-F238E27FC236}">
                      <ns2:creationId id="{43036613-FB9B-47A0-8669-D940C1443417}"/>
                    </a:ext>
                  </a:extLst>
                </p:cNvPr>
                <p:cNvSpPr/>
                <p:nvPr/>
              </p:nvSpPr>
              <p:spPr>
                <a:xfrm>
                  <a:off x="3485725" y="4615425"/>
                  <a:ext cx="1324950" cy="191865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7" name="グラフィックス 46" descr="在庫 単色塗りつぶし">
                  <a:extLst>
                    <a:ext uri="{FF2B5EF4-FFF2-40B4-BE49-F238E27FC236}">
                      <ns2:creationId id="{CA99F1DA-9E50-C647-C186-F5FE8AB22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rcRect/>
                <a:stretch/>
              </p:blipFill>
              <p:spPr>
                <a:xfrm>
                  <a:off x="3541160" y="4622670"/>
                  <a:ext cx="176718" cy="176718"/>
                </a:xfrm>
                <a:prstGeom prst="rect">
                  <a:avLst/>
                </a:prstGeom>
              </p:spPr>
            </p:pic>
          </p:grpSp>
          <p:grpSp>
            <p:nvGrpSpPr>
              <p:cNvPr id="121" name="グループ化 120">
                <a:extLst>
                  <a:ext uri="{FF2B5EF4-FFF2-40B4-BE49-F238E27FC236}">
                    <ns2:creationId id="{A62072BF-7F6C-39B3-A027-8EE65832407B}"/>
                  </a:ext>
                </a:extLst>
              </p:cNvPr>
              <p:cNvGrpSpPr/>
              <p:nvPr/>
            </p:nvGrpSpPr>
            <p:grpSpPr>
              <a:xfrm>
                <a:off x="3485725" y="5315836"/>
                <a:ext cx="1324950" cy="191865"/>
                <a:chOff x="3485725" y="5315836"/>
                <a:chExt cx="1324950" cy="191865"/>
              </a:xfrm>
            </p:grpSpPr>
            <p:sp>
              <p:nvSpPr>
                <p:cNvPr id="88" name="正方形/長方形 87">
                  <a:extLst>
                    <a:ext uri="{FF2B5EF4-FFF2-40B4-BE49-F238E27FC236}">
                      <ns2:creationId id="{8D75C938-7FC2-7EEA-637D-6755C594EEF6}"/>
                    </a:ext>
                  </a:extLst>
                </p:cNvPr>
                <p:cNvSpPr/>
                <p:nvPr/>
              </p:nvSpPr>
              <p:spPr>
                <a:xfrm>
                  <a:off x="3485725" y="5315836"/>
                  <a:ext cx="1324950" cy="191865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8" name="グラフィックス 47" descr="事業の成長 単色塗りつぶし">
                  <a:extLst>
                    <a:ext uri="{FF2B5EF4-FFF2-40B4-BE49-F238E27FC236}">
                      <ns2:creationId id="{307A4425-B808-9A3E-3985-AF62FC2191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5"/>
                    </a:ext>
                  </a:extLst>
                </a:blip>
                <a:srcRect/>
                <a:stretch/>
              </p:blipFill>
              <p:spPr>
                <a:xfrm>
                  <a:off x="3541160" y="5323081"/>
                  <a:ext cx="176718" cy="176718"/>
                </a:xfrm>
                <a:prstGeom prst="rect">
                  <a:avLst/>
                </a:prstGeom>
              </p:spPr>
            </p:pic>
          </p:grpSp>
          <p:grpSp>
            <p:nvGrpSpPr>
              <p:cNvPr id="122" name="グループ化 121">
                <a:extLst>
                  <a:ext uri="{FF2B5EF4-FFF2-40B4-BE49-F238E27FC236}">
                    <ns2:creationId id="{C7EE510C-A24D-F13B-6DD5-B228717867C4}"/>
                  </a:ext>
                </a:extLst>
              </p:cNvPr>
              <p:cNvGrpSpPr/>
              <p:nvPr/>
            </p:nvGrpSpPr>
            <p:grpSpPr>
              <a:xfrm>
                <a:off x="3485725" y="5549306"/>
                <a:ext cx="1324951" cy="191865"/>
                <a:chOff x="3485725" y="5549306"/>
                <a:chExt cx="1324951" cy="191865"/>
              </a:xfrm>
            </p:grpSpPr>
            <p:sp>
              <p:nvSpPr>
                <p:cNvPr id="91" name="正方形/長方形 90">
                  <a:extLst>
                    <a:ext uri="{FF2B5EF4-FFF2-40B4-BE49-F238E27FC236}">
                      <ns2:creationId id="{05134851-0434-18A3-B91D-E56ED7435960}"/>
                    </a:ext>
                  </a:extLst>
                </p:cNvPr>
                <p:cNvSpPr/>
                <p:nvPr/>
              </p:nvSpPr>
              <p:spPr>
                <a:xfrm>
                  <a:off x="3485725" y="5549306"/>
                  <a:ext cx="1324951" cy="191865"/>
                </a:xfrm>
                <a:prstGeom prst="rect">
                  <a:avLst/>
                </a:prstGeom>
                <a:solidFill>
                  <a:schemeClr val="accent5">
                    <a:alpha val="61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CRM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9" name="グラフィックス 48" descr="手当て 単色塗りつぶし">
                  <a:extLst>
                    <a:ext uri="{FF2B5EF4-FFF2-40B4-BE49-F238E27FC236}">
                      <ns2:creationId id="{66FC9A99-499A-DBFC-E574-8ACD9D57A4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6"/>
                    </a:ext>
                  </a:extLst>
                </a:blip>
                <a:srcRect/>
                <a:stretch/>
              </p:blipFill>
              <p:spPr>
                <a:xfrm>
                  <a:off x="3541160" y="5551237"/>
                  <a:ext cx="176718" cy="176718"/>
                </a:xfrm>
                <a:prstGeom prst="rect">
                  <a:avLst/>
                </a:prstGeom>
              </p:spPr>
            </p:pic>
          </p:grpSp>
          <p:sp>
            <p:nvSpPr>
              <p:cNvPr id="222" name="正方形/長方形 221">
                <a:extLst>
                  <a:ext uri="{FF2B5EF4-FFF2-40B4-BE49-F238E27FC236}">
                    <ns2:creationId id="{5297214E-BA99-E03D-D2B7-694B08F816F8}"/>
                  </a:ext>
                </a:extLst>
              </p:cNvPr>
              <p:cNvSpPr/>
              <p:nvPr/>
            </p:nvSpPr>
            <p:spPr>
              <a:xfrm>
                <a:off x="6687371" y="5849922"/>
                <a:ext cx="3338321" cy="442189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ns2:creationId id="{99C0D4E0-12A7-96F0-A188-A7161F628145}"/>
                  </a:ext>
                </a:extLst>
              </p:cNvPr>
              <p:cNvSpPr/>
              <p:nvPr/>
            </p:nvSpPr>
            <p:spPr>
              <a:xfrm>
                <a:off x="8417468" y="2121599"/>
                <a:ext cx="3338321" cy="442188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1D5E58F8-5893-2092-F46E-3E978BBCF44D}"/>
                  </a:ext>
                </a:extLst>
              </p:cNvPr>
              <p:cNvSpPr/>
              <p:nvPr/>
            </p:nvSpPr>
            <p:spPr>
              <a:xfrm>
                <a:off x="4960834" y="2121599"/>
                <a:ext cx="3338321" cy="442189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8" name="正方形/長方形 197">
                <a:extLst>
                  <a:ext uri="{FF2B5EF4-FFF2-40B4-BE49-F238E27FC236}">
                    <ns2:creationId id="{2CEFDB85-4C62-EDA4-697F-5ED7E8A02E59}"/>
                  </a:ext>
                </a:extLst>
              </p:cNvPr>
              <p:cNvSpPr/>
              <p:nvPr/>
            </p:nvSpPr>
            <p:spPr>
              <a:xfrm>
                <a:off x="8413906" y="2684925"/>
                <a:ext cx="3341884" cy="442188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ns2:creationId id="{3C78715B-9F9B-F83F-EE9A-B007A54BF09A}"/>
                  </a:ext>
                </a:extLst>
              </p:cNvPr>
              <p:cNvSpPr/>
              <p:nvPr/>
            </p:nvSpPr>
            <p:spPr>
              <a:xfrm>
                <a:off x="4960834" y="2684926"/>
                <a:ext cx="3338321" cy="442189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2" name="正方形/長方形 211">
                <a:extLst>
                  <a:ext uri="{FF2B5EF4-FFF2-40B4-BE49-F238E27FC236}">
                    <ns2:creationId id="{9B214D17-E04C-936D-432A-27119E2E767C}"/>
                  </a:ext>
                </a:extLst>
              </p:cNvPr>
              <p:cNvSpPr/>
              <p:nvPr/>
            </p:nvSpPr>
            <p:spPr>
              <a:xfrm>
                <a:off x="6687371" y="3831018"/>
                <a:ext cx="3338321" cy="442189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9" name="正方形/長方形 208">
                <a:extLst>
                  <a:ext uri="{FF2B5EF4-FFF2-40B4-BE49-F238E27FC236}">
                    <ns2:creationId id="{C6C4DF41-7186-061D-80C9-DECB6F965686}"/>
                  </a:ext>
                </a:extLst>
              </p:cNvPr>
              <p:cNvSpPr/>
              <p:nvPr/>
            </p:nvSpPr>
            <p:spPr>
              <a:xfrm>
                <a:off x="6687372" y="3257972"/>
                <a:ext cx="3338321" cy="442189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ns2:creationId id="{31BB9E3F-1505-AE52-05C8-E15F89EEED6A}"/>
                  </a:ext>
                </a:extLst>
              </p:cNvPr>
              <p:cNvSpPr txBox="1"/>
              <p:nvPr/>
            </p:nvSpPr>
            <p:spPr>
              <a:xfrm>
                <a:off x="8782730" y="2208052"/>
                <a:ext cx="1008768" cy="269281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>
                <a:defPPr>
                  <a:defRPr lang="ja-JP"/>
                </a:defPPr>
                <a:lvl1pPr>
                  <a:defRPr sz="1400">
                    <a:solidFill>
                      <a:schemeClr val="accent5"/>
                    </a:solidFill>
                  </a:defRPr>
                </a:lvl1pPr>
              </a:lstStyle>
              <a:p>
                <a:r>
                  <a:rPr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3" name="テキスト ボックス 192">
                <a:extLst>
                  <a:ext uri="{FF2B5EF4-FFF2-40B4-BE49-F238E27FC236}">
                    <ns2:creationId id="{F52B7866-C61D-C189-3752-4E621DB78931}"/>
                  </a:ext>
                </a:extLst>
              </p:cNvPr>
              <p:cNvSpPr txBox="1"/>
              <p:nvPr/>
            </p:nvSpPr>
            <p:spPr>
              <a:xfrm>
                <a:off x="5453226" y="2771378"/>
                <a:ext cx="1318303" cy="269281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>
                <a:defPPr>
                  <a:defRPr lang="ja-JP"/>
                </a:defPPr>
                <a:lvl1pPr>
                  <a:defRPr sz="1400">
                    <a:solidFill>
                      <a:schemeClr val="accent5"/>
                    </a:solidFill>
                  </a:defRPr>
                </a:lvl1pPr>
              </a:lstStyle>
              <a:p>
                <a:r>
                  <a:rPr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3" name="四角形: 角を丸くする 252">
                <a:extLst>
                  <a:ext uri="{FF2B5EF4-FFF2-40B4-BE49-F238E27FC236}">
                    <ns2:creationId id="{5214CFA1-C19F-9413-13E9-55D70082DFEC}"/>
                  </a:ext>
                </a:extLst>
              </p:cNvPr>
              <p:cNvSpPr/>
              <p:nvPr/>
            </p:nvSpPr>
            <p:spPr>
              <a:xfrm>
                <a:off x="6850662" y="2733338"/>
                <a:ext cx="1133475" cy="345363"/>
              </a:xfrm>
              <a:prstGeom prst="roundRect">
                <a:avLst>
                  <a:gd name="adj" fmla="val 5212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4" name="四角形: 角を丸くする 253">
                <a:extLst>
                  <a:ext uri="{FF2B5EF4-FFF2-40B4-BE49-F238E27FC236}">
                    <ns2:creationId id="{5D292FC4-BED3-3AC6-5C17-D16B6ED67923}"/>
                  </a:ext>
                </a:extLst>
              </p:cNvPr>
              <p:cNvSpPr/>
              <p:nvPr/>
            </p:nvSpPr>
            <p:spPr>
              <a:xfrm>
                <a:off x="10443025" y="2733338"/>
                <a:ext cx="1189650" cy="345363"/>
              </a:xfrm>
              <a:prstGeom prst="roundRect">
                <a:avLst>
                  <a:gd name="adj" fmla="val 5212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6" name="四角形: 角を丸くする 255">
                <a:extLst>
                  <a:ext uri="{FF2B5EF4-FFF2-40B4-BE49-F238E27FC236}">
                    <ns2:creationId id="{7E09F887-60BD-2157-22B7-9A109EA80840}"/>
                  </a:ext>
                </a:extLst>
              </p:cNvPr>
              <p:cNvSpPr/>
              <p:nvPr/>
            </p:nvSpPr>
            <p:spPr>
              <a:xfrm>
                <a:off x="10443025" y="2170012"/>
                <a:ext cx="1189650" cy="345363"/>
              </a:xfrm>
              <a:prstGeom prst="roundRect">
                <a:avLst>
                  <a:gd name="adj" fmla="val 5212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3" name="テキスト ボックス 212">
                <a:extLst>
                  <a:ext uri="{FF2B5EF4-FFF2-40B4-BE49-F238E27FC236}">
                    <ns2:creationId id="{9AC6AE72-7515-CCF0-C1E0-30A20B35007A}"/>
                  </a:ext>
                </a:extLst>
              </p:cNvPr>
              <p:cNvSpPr txBox="1"/>
              <p:nvPr/>
            </p:nvSpPr>
            <p:spPr>
              <a:xfrm>
                <a:off x="7173439" y="3854985"/>
                <a:ext cx="1318304" cy="394254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/>
              <a:p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四角形: 角を丸くする 259">
                <a:extLst>
                  <a:ext uri="{FF2B5EF4-FFF2-40B4-BE49-F238E27FC236}">
                    <ns2:creationId id="{04B0BA13-1214-2C1E-7C74-A4B0204904BA}"/>
                  </a:ext>
                </a:extLst>
              </p:cNvPr>
              <p:cNvSpPr/>
              <p:nvPr/>
            </p:nvSpPr>
            <p:spPr>
              <a:xfrm>
                <a:off x="8663546" y="3879430"/>
                <a:ext cx="1124783" cy="345363"/>
              </a:xfrm>
              <a:prstGeom prst="roundRect">
                <a:avLst>
                  <a:gd name="adj" fmla="val 5212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ns2:creationId id="{6C523039-AF4B-860E-75A8-5FD28D1E25BD}"/>
                  </a:ext>
                </a:extLst>
              </p:cNvPr>
              <p:cNvSpPr txBox="1"/>
              <p:nvPr/>
            </p:nvSpPr>
            <p:spPr>
              <a:xfrm>
                <a:off x="7173440" y="3341433"/>
                <a:ext cx="1318304" cy="275265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/>
              <a:p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0" name="四角形: 角を丸くする 269">
                <a:extLst>
                  <a:ext uri="{FF2B5EF4-FFF2-40B4-BE49-F238E27FC236}">
                    <ns2:creationId id="{94A81B75-6961-C7E4-5674-FD9241100431}"/>
                  </a:ext>
                </a:extLst>
              </p:cNvPr>
              <p:cNvSpPr/>
              <p:nvPr/>
            </p:nvSpPr>
            <p:spPr>
              <a:xfrm>
                <a:off x="8663548" y="3293246"/>
                <a:ext cx="1124783" cy="162099"/>
              </a:xfrm>
              <a:prstGeom prst="roundRect">
                <a:avLst>
                  <a:gd name="adj" fmla="val 11104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1" name="四角形: 角を丸くする 270">
                <a:extLst>
                  <a:ext uri="{FF2B5EF4-FFF2-40B4-BE49-F238E27FC236}">
                    <ns2:creationId id="{4BB0A636-468E-3A69-485F-270B303EC010}"/>
                  </a:ext>
                </a:extLst>
              </p:cNvPr>
              <p:cNvSpPr/>
              <p:nvPr/>
            </p:nvSpPr>
            <p:spPr>
              <a:xfrm>
                <a:off x="8663546" y="3502788"/>
                <a:ext cx="1124783" cy="162099"/>
              </a:xfrm>
              <a:prstGeom prst="roundRect">
                <a:avLst>
                  <a:gd name="adj" fmla="val 11104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3" name="四角形: 角を丸くする 272">
                <a:extLst>
                  <a:ext uri="{FF2B5EF4-FFF2-40B4-BE49-F238E27FC236}">
                    <ns2:creationId id="{9D11E4FB-A18D-8368-A414-EF5D9B813B7E}"/>
                  </a:ext>
                </a:extLst>
              </p:cNvPr>
              <p:cNvSpPr/>
              <p:nvPr/>
            </p:nvSpPr>
            <p:spPr>
              <a:xfrm>
                <a:off x="8663547" y="5898333"/>
                <a:ext cx="1124783" cy="345363"/>
              </a:xfrm>
              <a:prstGeom prst="roundRect">
                <a:avLst>
                  <a:gd name="adj" fmla="val 5212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6" name="四角形: 角を丸くする 265">
                <a:extLst>
                  <a:ext uri="{FF2B5EF4-FFF2-40B4-BE49-F238E27FC236}">
                    <ns2:creationId id="{F713A36E-EE27-53C9-762E-0429EB57AAE1}"/>
                  </a:ext>
                </a:extLst>
              </p:cNvPr>
              <p:cNvSpPr/>
              <p:nvPr/>
            </p:nvSpPr>
            <p:spPr>
              <a:xfrm>
                <a:off x="6850662" y="2163964"/>
                <a:ext cx="1133475" cy="178309"/>
              </a:xfrm>
              <a:prstGeom prst="roundRect">
                <a:avLst>
                  <a:gd name="adj" fmla="val 10095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7" name="四角形: 角を丸くする 266">
                <a:extLst>
                  <a:ext uri="{FF2B5EF4-FFF2-40B4-BE49-F238E27FC236}">
                    <ns2:creationId id="{F207415F-6FF1-62A5-390E-8464066589B0}"/>
                  </a:ext>
                </a:extLst>
              </p:cNvPr>
              <p:cNvSpPr/>
              <p:nvPr/>
            </p:nvSpPr>
            <p:spPr>
              <a:xfrm>
                <a:off x="6850662" y="2368285"/>
                <a:ext cx="1133475" cy="178309"/>
              </a:xfrm>
              <a:prstGeom prst="roundRect">
                <a:avLst>
                  <a:gd name="adj" fmla="val 10095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1" name="直線コネクタ 50">
                <a:extLst>
                  <a:ext uri="{FF2B5EF4-FFF2-40B4-BE49-F238E27FC236}">
                    <ns2:creationId id="{6E03D3DB-7B68-20E2-26A0-B5686137FC46}"/>
                  </a:ext>
                </a:extLst>
              </p:cNvPr>
              <p:cNvCxnSpPr/>
              <p:nvPr/>
            </p:nvCxnSpPr>
            <p:spPr>
              <a:xfrm>
                <a:off x="4883974" y="3181584"/>
                <a:ext cx="694511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コネクタ 51">
                <a:extLst>
                  <a:ext uri="{FF2B5EF4-FFF2-40B4-BE49-F238E27FC236}">
                    <ns2:creationId id="{0BCEC0AD-F24F-A5E3-8475-A4C1E49E7CC8}"/>
                  </a:ext>
                </a:extLst>
              </p:cNvPr>
              <p:cNvCxnSpPr/>
              <p:nvPr/>
            </p:nvCxnSpPr>
            <p:spPr>
              <a:xfrm>
                <a:off x="4883974" y="3754630"/>
                <a:ext cx="694511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線コネクタ 52">
                <a:extLst>
                  <a:ext uri="{FF2B5EF4-FFF2-40B4-BE49-F238E27FC236}">
                    <ns2:creationId id="{0DEF24B2-F091-3D85-EE74-F99BCCD90BEA}"/>
                  </a:ext>
                </a:extLst>
              </p:cNvPr>
              <p:cNvCxnSpPr/>
              <p:nvPr/>
            </p:nvCxnSpPr>
            <p:spPr>
              <a:xfrm>
                <a:off x="4883974" y="4327676"/>
                <a:ext cx="694511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ns2:creationId id="{36D6C06E-C545-251D-F706-AACFEBA78011}"/>
                  </a:ext>
                </a:extLst>
              </p:cNvPr>
              <p:cNvCxnSpPr/>
              <p:nvPr/>
            </p:nvCxnSpPr>
            <p:spPr>
              <a:xfrm>
                <a:off x="4883974" y="5773532"/>
                <a:ext cx="694511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3" name="グループ化 102">
                <a:extLst>
                  <a:ext uri="{FF2B5EF4-FFF2-40B4-BE49-F238E27FC236}">
                    <ns2:creationId id="{E3452073-CE16-5806-A167-A51D82F85EE1}"/>
                  </a:ext>
                </a:extLst>
              </p:cNvPr>
              <p:cNvGrpSpPr/>
              <p:nvPr/>
            </p:nvGrpSpPr>
            <p:grpSpPr>
              <a:xfrm>
                <a:off x="5082715" y="2186125"/>
                <a:ext cx="1220863" cy="313136"/>
                <a:chOff x="5082715" y="2001298"/>
                <a:chExt cx="1220863" cy="313136"/>
              </a:xfrm>
            </p:grpSpPr>
            <p:sp>
              <p:nvSpPr>
                <p:cNvPr id="4" name="テキスト ボックス 3">
                  <a:extLst>
                    <a:ext uri="{FF2B5EF4-FFF2-40B4-BE49-F238E27FC236}">
                      <ns2:creationId id="{178B546F-9FDF-5661-6386-041380AEE58E}"/>
                    </a:ext>
                  </a:extLst>
                </p:cNvPr>
                <p:cNvSpPr txBox="1"/>
                <p:nvPr/>
              </p:nvSpPr>
              <p:spPr>
                <a:xfrm>
                  <a:off x="5453226" y="2003978"/>
                  <a:ext cx="850352" cy="307777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/>
                <a:p>
                  <a:r>
                    <a:rPr kumimoji="1" lang="ja-JP" altLang="en-US" sz="14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56" name="グラフィックス 55" descr="建物 単色塗りつぶし">
                  <a:extLst>
                    <a:ext uri="{FF2B5EF4-FFF2-40B4-BE49-F238E27FC236}">
                      <ns2:creationId id="{06971037-9C96-748B-B4B1-F73521CF33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7"/>
                    </a:ext>
                  </a:extLst>
                </a:blip>
                <a:srcRect/>
                <a:stretch/>
              </p:blipFill>
              <p:spPr>
                <a:xfrm>
                  <a:off x="5082715" y="2001298"/>
                  <a:ext cx="313136" cy="313136"/>
                </a:xfrm>
                <a:prstGeom prst="rect">
                  <a:avLst/>
                </a:prstGeom>
              </p:spPr>
            </p:pic>
          </p:grpSp>
          <p:pic>
            <p:nvPicPr>
              <p:cNvPr id="57" name="グラフィックス 56" descr="Web デザイン 単色塗りつぶし">
                <a:extLst>
                  <a:ext uri="{FF2B5EF4-FFF2-40B4-BE49-F238E27FC236}">
                    <ns2:creationId id="{8AC8ED11-979D-11C6-0950-F9E0AFB0EA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8"/>
                  </a:ext>
                </a:extLst>
              </a:blip>
              <a:srcRect/>
              <a:stretch/>
            </p:blipFill>
            <p:spPr>
              <a:xfrm>
                <a:off x="8493383" y="2186125"/>
                <a:ext cx="313136" cy="313136"/>
              </a:xfrm>
              <a:prstGeom prst="rect">
                <a:avLst/>
              </a:prstGeom>
            </p:spPr>
          </p:pic>
          <p:pic>
            <p:nvPicPr>
              <p:cNvPr id="65" name="グラフィックス 64" descr="手のひらと植物 単色塗りつぶし">
                <a:extLst>
                  <a:ext uri="{FF2B5EF4-FFF2-40B4-BE49-F238E27FC236}">
                    <ns2:creationId id="{23047E27-ED1B-8CF5-CC8B-BDFBD0305D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9"/>
                  </a:ext>
                </a:extLst>
              </a:blip>
              <a:srcRect/>
              <a:stretch/>
            </p:blipFill>
            <p:spPr>
              <a:xfrm>
                <a:off x="5082715" y="2749451"/>
                <a:ext cx="313136" cy="313136"/>
              </a:xfrm>
              <a:prstGeom prst="rect">
                <a:avLst/>
              </a:prstGeom>
            </p:spPr>
          </p:pic>
          <p:grpSp>
            <p:nvGrpSpPr>
              <p:cNvPr id="124" name="グループ化 123">
                <a:extLst>
                  <a:ext uri="{FF2B5EF4-FFF2-40B4-BE49-F238E27FC236}">
                    <ns2:creationId id="{E582FCC5-1A57-194B-94C2-650E92D83965}"/>
                  </a:ext>
                </a:extLst>
              </p:cNvPr>
              <p:cNvGrpSpPr/>
              <p:nvPr/>
            </p:nvGrpSpPr>
            <p:grpSpPr>
              <a:xfrm>
                <a:off x="8493384" y="2749451"/>
                <a:ext cx="2034724" cy="313136"/>
                <a:chOff x="8493384" y="2749451"/>
                <a:chExt cx="2034724" cy="313136"/>
              </a:xfrm>
            </p:grpSpPr>
            <p:sp>
              <p:nvSpPr>
                <p:cNvPr id="199" name="テキスト ボックス 198">
                  <a:extLst>
                    <a:ext uri="{FF2B5EF4-FFF2-40B4-BE49-F238E27FC236}">
                      <ns2:creationId id="{2026E2AC-FA00-C043-798D-5BDB17B75F24}"/>
                    </a:ext>
                  </a:extLst>
                </p:cNvPr>
                <p:cNvSpPr txBox="1"/>
                <p:nvPr/>
              </p:nvSpPr>
              <p:spPr>
                <a:xfrm>
                  <a:off x="8782731" y="2768386"/>
                  <a:ext cx="1745377" cy="275265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>
                  <a:defPPr>
                    <a:defRPr lang="ja-JP"/>
                  </a:defPPr>
                  <a:lvl1pPr>
                    <a:defRPr sz="1400">
                      <a:solidFill>
                        <a:schemeClr val="accent5"/>
                      </a:solidFill>
                    </a:defRPr>
                  </a:lvl1pPr>
                </a:lstStyle>
                <a:p>
                  <a:r>
                    <a:rPr lang="ja-JP" altLang="en-US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68" name="グラフィックス 67" descr="リモートでの作業 単色塗りつぶし">
                  <a:extLst>
                    <a:ext uri="{FF2B5EF4-FFF2-40B4-BE49-F238E27FC236}">
                      <ns2:creationId id="{7891BAF5-BB1F-B1F2-79CA-D7B32074D8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0"/>
                    </a:ext>
                  </a:extLst>
                </a:blip>
                <a:srcRect/>
                <a:stretch/>
              </p:blipFill>
              <p:spPr>
                <a:xfrm>
                  <a:off x="8493384" y="2749451"/>
                  <a:ext cx="313136" cy="313136"/>
                </a:xfrm>
                <a:prstGeom prst="rect">
                  <a:avLst/>
                </a:prstGeom>
              </p:spPr>
            </p:pic>
          </p:grpSp>
          <p:pic>
            <p:nvPicPr>
              <p:cNvPr id="71" name="グラフィックス 70" descr="対象の人々 単色塗りつぶし">
                <a:extLst>
                  <a:ext uri="{FF2B5EF4-FFF2-40B4-BE49-F238E27FC236}">
                    <ns2:creationId id="{6144F166-4E15-8FE3-334B-393E78D447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1"/>
                  </a:ext>
                </a:extLst>
              </a:blip>
              <a:srcRect/>
              <a:stretch/>
            </p:blipFill>
            <p:spPr>
              <a:xfrm>
                <a:off x="6780105" y="3322498"/>
                <a:ext cx="313136" cy="313136"/>
              </a:xfrm>
              <a:prstGeom prst="rect">
                <a:avLst/>
              </a:prstGeom>
            </p:spPr>
          </p:pic>
          <p:pic>
            <p:nvPicPr>
              <p:cNvPr id="89" name="グラフィックス 88" descr="継続的改善 単色塗りつぶし">
                <a:extLst>
                  <a:ext uri="{FF2B5EF4-FFF2-40B4-BE49-F238E27FC236}">
                    <ns2:creationId id="{C0B78DA5-E586-EF53-181C-448CFF930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2"/>
                  </a:ext>
                </a:extLst>
              </a:blip>
              <a:srcRect/>
              <a:stretch/>
            </p:blipFill>
            <p:spPr>
              <a:xfrm>
                <a:off x="6780105" y="3895544"/>
                <a:ext cx="313136" cy="313136"/>
              </a:xfrm>
              <a:prstGeom prst="rect">
                <a:avLst/>
              </a:prstGeom>
            </p:spPr>
          </p:pic>
          <p:grpSp>
            <p:nvGrpSpPr>
              <p:cNvPr id="107" name="グループ化 106">
                <a:extLst>
                  <a:ext uri="{FF2B5EF4-FFF2-40B4-BE49-F238E27FC236}">
                    <ns2:creationId id="{30C00D1C-5263-5F86-0D08-844DA8253577}"/>
                  </a:ext>
                </a:extLst>
              </p:cNvPr>
              <p:cNvGrpSpPr/>
              <p:nvPr/>
            </p:nvGrpSpPr>
            <p:grpSpPr>
              <a:xfrm>
                <a:off x="4960834" y="4829509"/>
                <a:ext cx="6794956" cy="442190"/>
                <a:chOff x="4960834" y="4692375"/>
                <a:chExt cx="6794956" cy="442190"/>
              </a:xfrm>
            </p:grpSpPr>
            <p:grpSp>
              <p:nvGrpSpPr>
                <p:cNvPr id="105" name="グループ化 104">
                  <a:extLst>
                    <a:ext uri="{FF2B5EF4-FFF2-40B4-BE49-F238E27FC236}">
                      <ns2:creationId id="{2BCA5431-C424-EC1C-8C60-8EEE7099B100}"/>
                    </a:ext>
                  </a:extLst>
                </p:cNvPr>
                <p:cNvGrpSpPr/>
                <p:nvPr/>
              </p:nvGrpSpPr>
              <p:grpSpPr>
                <a:xfrm>
                  <a:off x="4960834" y="4692376"/>
                  <a:ext cx="3338321" cy="442189"/>
                  <a:chOff x="4960834" y="4692376"/>
                  <a:chExt cx="3338321" cy="442189"/>
                </a:xfrm>
              </p:grpSpPr>
              <p:sp>
                <p:nvSpPr>
                  <p:cNvPr id="218" name="正方形/長方形 217">
                    <a:extLst>
                      <a:ext uri="{FF2B5EF4-FFF2-40B4-BE49-F238E27FC236}">
                        <ns2:creationId id="{06E0F659-D397-BEDA-EF95-7D2493CF35A7}"/>
                      </a:ext>
                    </a:extLst>
                  </p:cNvPr>
                  <p:cNvSpPr/>
                  <p:nvPr/>
                </p:nvSpPr>
                <p:spPr>
                  <a:xfrm>
                    <a:off x="4960834" y="4692376"/>
                    <a:ext cx="3338321" cy="442189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19" name="テキスト ボックス 218">
                    <a:extLst>
                      <a:ext uri="{FF2B5EF4-FFF2-40B4-BE49-F238E27FC236}">
                        <ns2:creationId id="{B363B95E-D331-174F-A277-A672B96323D4}"/>
                      </a:ext>
                    </a:extLst>
                  </p:cNvPr>
                  <p:cNvSpPr txBox="1"/>
                  <p:nvPr/>
                </p:nvSpPr>
                <p:spPr>
                  <a:xfrm>
                    <a:off x="5453226" y="4716343"/>
                    <a:ext cx="1318303" cy="394254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ctr" anchorCtr="0">
                    <a:noAutofit/>
                  </a:bodyPr>
                  <a:lstStyle/>
                  <a:p>
                    <a:r>
                      <a:rPr kumimoji="1" lang="ja-JP" altLang="en-US" sz="1400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kumimoji="1" lang="en-US" altLang="ja-JP" sz="1400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kumimoji="1" lang="ja-JP" altLang="en-US" sz="1400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261" name="四角形: 角を丸くする 260">
                    <a:extLst>
                      <a:ext uri="{FF2B5EF4-FFF2-40B4-BE49-F238E27FC236}">
                        <ns2:creationId id="{261E8961-57C5-9277-F8E0-C54786FCC094}"/>
                      </a:ext>
                    </a:extLst>
                  </p:cNvPr>
                  <p:cNvSpPr/>
                  <p:nvPr/>
                </p:nvSpPr>
                <p:spPr>
                  <a:xfrm>
                    <a:off x="6845896" y="4713899"/>
                    <a:ext cx="1133475" cy="121787"/>
                  </a:xfrm>
                  <a:prstGeom prst="roundRect">
                    <a:avLst>
                      <a:gd name="adj" fmla="val 14780"/>
                    </a:avLst>
                  </a:prstGeom>
                  <a:solidFill>
                    <a:schemeClr val="bg1"/>
                  </a:solidFill>
                  <a:ln w="9525">
                    <a:solidFill>
                      <a:srgbClr val="99CCB2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62" name="四角形: 角を丸くする 261">
                    <a:extLst>
                      <a:ext uri="{FF2B5EF4-FFF2-40B4-BE49-F238E27FC236}">
                        <ns2:creationId id="{DB0BAA80-31C3-65A1-A3BE-CCE21266BC6D}"/>
                      </a:ext>
                    </a:extLst>
                  </p:cNvPr>
                  <p:cNvSpPr/>
                  <p:nvPr/>
                </p:nvSpPr>
                <p:spPr>
                  <a:xfrm>
                    <a:off x="6845896" y="4857327"/>
                    <a:ext cx="1133475" cy="121786"/>
                  </a:xfrm>
                  <a:prstGeom prst="roundRect">
                    <a:avLst>
                      <a:gd name="adj" fmla="val 14780"/>
                    </a:avLst>
                  </a:prstGeom>
                  <a:solidFill>
                    <a:schemeClr val="bg1"/>
                  </a:solidFill>
                  <a:ln w="9525">
                    <a:solidFill>
                      <a:srgbClr val="99CCB2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SCM</a:t>
                    </a:r>
                    <a:r>
                      <a:rPr lang="ja-JP" alt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64" name="四角形: 角を丸くする 263">
                    <a:extLst>
                      <a:ext uri="{FF2B5EF4-FFF2-40B4-BE49-F238E27FC236}">
                        <ns2:creationId id="{4DE1B670-2548-2FEE-41C5-AC874A942015}"/>
                      </a:ext>
                    </a:extLst>
                  </p:cNvPr>
                  <p:cNvSpPr/>
                  <p:nvPr/>
                </p:nvSpPr>
                <p:spPr>
                  <a:xfrm>
                    <a:off x="6845897" y="5000754"/>
                    <a:ext cx="1133475" cy="121787"/>
                  </a:xfrm>
                  <a:prstGeom prst="roundRect">
                    <a:avLst>
                      <a:gd name="adj" fmla="val 14780"/>
                    </a:avLst>
                  </a:prstGeom>
                  <a:solidFill>
                    <a:schemeClr val="bg1"/>
                  </a:solidFill>
                  <a:ln w="9525">
                    <a:solidFill>
                      <a:srgbClr val="99CCB2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DX</a:t>
                    </a:r>
                    <a:endParaRPr kumimoji="1"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92" name="グラフィックス 91" descr="ブロックチェーン 単色塗りつぶし">
                    <a:extLst>
                      <a:ext uri="{FF2B5EF4-FFF2-40B4-BE49-F238E27FC236}">
                        <ns2:creationId id="{C6B2E6C8-8F70-BC21-10CF-5C22523F171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3"/>
                      </a:ext>
                    </a:extLst>
                  </a:blip>
                  <a:srcRect/>
                  <a:stretch/>
                </p:blipFill>
                <p:spPr>
                  <a:xfrm>
                    <a:off x="5082715" y="4756900"/>
                    <a:ext cx="313136" cy="313136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4" name="グループ化 103">
                  <a:extLst>
                    <a:ext uri="{FF2B5EF4-FFF2-40B4-BE49-F238E27FC236}">
                      <ns2:creationId id="{33A34061-5C1A-FBC7-BF36-21C988AD60A4}"/>
                    </a:ext>
                  </a:extLst>
                </p:cNvPr>
                <p:cNvGrpSpPr/>
                <p:nvPr/>
              </p:nvGrpSpPr>
              <p:grpSpPr>
                <a:xfrm>
                  <a:off x="8413906" y="4692375"/>
                  <a:ext cx="3341884" cy="442188"/>
                  <a:chOff x="8413906" y="4692375"/>
                  <a:chExt cx="3341884" cy="442188"/>
                </a:xfrm>
              </p:grpSpPr>
              <p:sp>
                <p:nvSpPr>
                  <p:cNvPr id="220" name="正方形/長方形 219">
                    <a:extLst>
                      <a:ext uri="{FF2B5EF4-FFF2-40B4-BE49-F238E27FC236}">
                        <ns2:creationId id="{A8E6C5E5-13EF-ECDB-4AE7-C61E4424ACA7}"/>
                      </a:ext>
                    </a:extLst>
                  </p:cNvPr>
                  <p:cNvSpPr/>
                  <p:nvPr/>
                </p:nvSpPr>
                <p:spPr>
                  <a:xfrm>
                    <a:off x="8413906" y="4692375"/>
                    <a:ext cx="3341884" cy="442188"/>
                  </a:xfrm>
                  <a:prstGeom prst="rect">
                    <a:avLst/>
                  </a:prstGeom>
                  <a:solidFill>
                    <a:schemeClr val="accent3">
                      <a:lumMod val="20000"/>
                      <a:lumOff val="80000"/>
                    </a:schemeClr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1" name="テキスト ボックス 220">
                    <a:extLst>
                      <a:ext uri="{FF2B5EF4-FFF2-40B4-BE49-F238E27FC236}">
                        <ns2:creationId id="{A3B55620-9235-F90F-B938-B2AD76B4E9DE}"/>
                      </a:ext>
                    </a:extLst>
                  </p:cNvPr>
                  <p:cNvSpPr txBox="1"/>
                  <p:nvPr/>
                </p:nvSpPr>
                <p:spPr>
                  <a:xfrm>
                    <a:off x="8782731" y="4778828"/>
                    <a:ext cx="1745377" cy="269281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ctr" anchorCtr="0"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rgbClr val="339966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ja-JP" altLang="en-US" sz="1400" dirty="0">
                      <a:solidFill>
                        <a:srgbClr val="339966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72" name="四角形: 角を丸くする 271">
                    <a:extLst>
                      <a:ext uri="{FF2B5EF4-FFF2-40B4-BE49-F238E27FC236}">
                        <ns2:creationId id="{DA67D1DC-1BA8-CFF2-5CF2-1FD879E6D9DA}"/>
                      </a:ext>
                    </a:extLst>
                  </p:cNvPr>
                  <p:cNvSpPr/>
                  <p:nvPr/>
                </p:nvSpPr>
                <p:spPr>
                  <a:xfrm>
                    <a:off x="10443024" y="4740788"/>
                    <a:ext cx="1189650" cy="345363"/>
                  </a:xfrm>
                  <a:prstGeom prst="roundRect">
                    <a:avLst>
                      <a:gd name="adj" fmla="val 5212"/>
                    </a:avLst>
                  </a:prstGeom>
                  <a:solidFill>
                    <a:schemeClr val="bg1"/>
                  </a:solidFill>
                  <a:ln w="9525">
                    <a:solidFill>
                      <a:srgbClr val="99CCB2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pPr algn="ctr"/>
                    <a:r>
                      <a:rPr kumimoji="1" lang="ja-JP" altLang="en-US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95" name="グラフィックス 94" descr="ブリーフケース 単色塗りつぶし">
                    <a:extLst>
                      <a:ext uri="{FF2B5EF4-FFF2-40B4-BE49-F238E27FC236}">
                        <ns2:creationId id="{DB6680F7-6BE4-C0D5-BE81-654E14AD0AF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4"/>
                      </a:ext>
                    </a:extLst>
                  </a:blip>
                  <a:srcRect/>
                  <a:stretch/>
                </p:blipFill>
                <p:spPr>
                  <a:xfrm>
                    <a:off x="8493384" y="4756900"/>
                    <a:ext cx="313136" cy="313136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127" name="グループ化 126">
                <a:extLst>
                  <a:ext uri="{FF2B5EF4-FFF2-40B4-BE49-F238E27FC236}">
                    <ns2:creationId id="{73931E30-04AC-895C-FAE5-3BE7665B13D2}"/>
                  </a:ext>
                </a:extLst>
              </p:cNvPr>
              <p:cNvGrpSpPr/>
              <p:nvPr/>
            </p:nvGrpSpPr>
            <p:grpSpPr>
              <a:xfrm>
                <a:off x="6780106" y="5914446"/>
                <a:ext cx="1711637" cy="313136"/>
                <a:chOff x="6780106" y="5914446"/>
                <a:chExt cx="1711637" cy="313136"/>
              </a:xfrm>
            </p:grpSpPr>
            <p:sp>
              <p:nvSpPr>
                <p:cNvPr id="223" name="テキスト ボックス 222">
                  <a:extLst>
                    <a:ext uri="{FF2B5EF4-FFF2-40B4-BE49-F238E27FC236}">
                      <ns2:creationId id="{158FB4FE-95FC-FDB8-A295-67036DA8CB90}"/>
                    </a:ext>
                  </a:extLst>
                </p:cNvPr>
                <p:cNvSpPr txBox="1"/>
                <p:nvPr/>
              </p:nvSpPr>
              <p:spPr>
                <a:xfrm>
                  <a:off x="7173439" y="5936374"/>
                  <a:ext cx="1318304" cy="269281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/>
                <a:p>
                  <a:r>
                    <a:rPr kumimoji="1" lang="ja-JP" altLang="en-US" sz="14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97" name="グラフィックス 96" descr="非常に良い 単色塗りつぶし">
                  <a:extLst>
                    <a:ext uri="{FF2B5EF4-FFF2-40B4-BE49-F238E27FC236}">
                      <ns2:creationId id="{528852EE-DB7E-C941-02FC-8A83D6947F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5"/>
                    </a:ext>
                  </a:extLst>
                </a:blip>
                <a:srcRect/>
                <a:stretch/>
              </p:blipFill>
              <p:spPr>
                <a:xfrm>
                  <a:off x="6780106" y="5914446"/>
                  <a:ext cx="313136" cy="313136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" name="グループ化 6">
            <a:extLst>
              <a:ext uri="{FF2B5EF4-FFF2-40B4-BE49-F238E27FC236}">
                <ns2:creationId id="{B65B8352-B6EE-D82C-D38C-234EE01BE67D}"/>
              </a:ext>
            </a:extLst>
          </p:cNvPr>
          <p:cNvGrpSpPr/>
          <p:nvPr/>
        </p:nvGrpSpPr>
        <p:grpSpPr>
          <a:xfrm>
            <a:off x="10218699" y="1093854"/>
            <a:ext cx="1638339" cy="458300"/>
            <a:chOff x="10132019" y="1333020"/>
            <a:chExt cx="1638339" cy="458300"/>
          </a:xfrm>
        </p:grpSpPr>
        <p:sp>
          <p:nvSpPr>
            <p:cNvPr id="8" name="四角形: 角を丸くする 7">
              <a:extLst>
                <a:ext uri="{FF2B5EF4-FFF2-40B4-BE49-F238E27FC236}">
                  <ns2:creationId id="{24CEE92F-99AA-0387-3CC2-2546852ECA40}"/>
                </a:ext>
              </a:extLst>
            </p:cNvPr>
            <p:cNvSpPr/>
            <p:nvPr/>
          </p:nvSpPr>
          <p:spPr>
            <a:xfrm>
              <a:off x="10951188" y="1511580"/>
              <a:ext cx="724659" cy="230480"/>
            </a:xfrm>
            <a:prstGeom prst="roundRect">
              <a:avLst>
                <a:gd name="adj" fmla="val 7810"/>
              </a:avLst>
            </a:prstGeom>
            <a:solidFill>
              <a:schemeClr val="bg1"/>
            </a:solidFill>
            <a:ln w="952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7E0C81F9-809B-577A-52A6-37C7318C2F98}"/>
                </a:ext>
              </a:extLst>
            </p:cNvPr>
            <p:cNvSpPr/>
            <p:nvPr/>
          </p:nvSpPr>
          <p:spPr>
            <a:xfrm>
              <a:off x="10132021" y="1503327"/>
              <a:ext cx="839153" cy="23048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B14BF1AF-D745-CE84-FE07-3FE6841F010E}"/>
                </a:ext>
              </a:extLst>
            </p:cNvPr>
            <p:cNvSpPr/>
            <p:nvPr/>
          </p:nvSpPr>
          <p:spPr>
            <a:xfrm>
              <a:off x="10132019" y="1393318"/>
              <a:ext cx="1638339" cy="398002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052ED2D1-644C-B7AA-AF43-BF7E0EFABF32}"/>
                </a:ext>
              </a:extLst>
            </p:cNvPr>
            <p:cNvSpPr/>
            <p:nvPr/>
          </p:nvSpPr>
          <p:spPr>
            <a:xfrm>
              <a:off x="10192175" y="1333020"/>
              <a:ext cx="403851" cy="14311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6:creationId val="2340382925"/>
      </p:ext>
    </p:extLst>
  </p:cSld>
  <p:clrMapOvr>
    <a:masterClrMapping/>
  </p:clrMapOvr>
</p:sld>
</file>

<file path=ppt/slides/slide6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36A67FA-9762-E996-65A3-166A1889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A19D701-1E8A-C4A2-5212-5B9FDB73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400"/>
              <a:t>XX</a:t>
            </a:r>
            <a:r>
              <a:rPr lang="ja-JP" altLang="en-US" sz="2400"/>
              <a:t>XX</a:t>
            </a:r>
            <a:r>
              <a:rPr lang="ja-JP" altLang="en-US" sz="2400" dirty="0"/>
              <a:t>XX</a:t>
            </a:r>
            <a:r>
              <a:rPr lang="en-US" altLang="ja-JP" sz="2400" dirty="0"/>
              <a:t>XX</a:t>
            </a:r>
            <a:r>
              <a:rPr lang="ja-JP" altLang="en-US" sz="2400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E5D9387-4A31-607E-6FB7-3B5EDDE5FF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13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</a:p>
        </p:txBody>
      </p:sp>
      <p:grpSp>
        <p:nvGrpSpPr>
          <p:cNvPr id="316" name="グループ化 315">
            <a:extLst>
              <a:ext uri="{FF2B5EF4-FFF2-40B4-BE49-F238E27FC236}">
                <ns2:creationId id="{088F0B03-41C3-2B86-D2F5-500211E3D592}"/>
              </a:ext>
            </a:extLst>
          </p:cNvPr>
          <p:cNvGrpSpPr/>
          <p:nvPr/>
        </p:nvGrpSpPr>
        <p:grpSpPr>
          <a:xfrm>
            <a:off x="353128" y="1628775"/>
            <a:ext cx="11503910" cy="4679951"/>
            <a:chOff x="353128" y="1628775"/>
            <a:chExt cx="11503910" cy="4679951"/>
          </a:xfrm>
        </p:grpSpPr>
        <p:grpSp>
          <p:nvGrpSpPr>
            <p:cNvPr id="301" name="グループ化 300">
              <a:extLst>
                <a:ext uri="{FF2B5EF4-FFF2-40B4-BE49-F238E27FC236}">
                  <ns2:creationId id="{3434C9A4-CCFD-9AB3-C014-D057ED07ED0B}"/>
                </a:ext>
              </a:extLst>
            </p:cNvPr>
            <p:cNvGrpSpPr/>
            <p:nvPr/>
          </p:nvGrpSpPr>
          <p:grpSpPr>
            <a:xfrm>
              <a:off x="353129" y="1628776"/>
              <a:ext cx="3679593" cy="1421223"/>
              <a:chOff x="353129" y="1628776"/>
              <a:chExt cx="3679593" cy="1421223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DA6911F4-F288-A82B-7B3D-F3BB961F2A50}"/>
                  </a:ext>
                </a:extLst>
              </p:cNvPr>
              <p:cNvSpPr/>
              <p:nvPr/>
            </p:nvSpPr>
            <p:spPr>
              <a:xfrm>
                <a:off x="353129" y="1628776"/>
                <a:ext cx="3679593" cy="142122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81" name="グループ化 280">
                <a:extLst>
                  <a:ext uri="{FF2B5EF4-FFF2-40B4-BE49-F238E27FC236}">
                    <ns2:creationId id="{62449765-737A-2D58-895E-74328E9E3C7F}"/>
                  </a:ext>
                </a:extLst>
              </p:cNvPr>
              <p:cNvGrpSpPr/>
              <p:nvPr/>
            </p:nvGrpSpPr>
            <p:grpSpPr>
              <a:xfrm>
                <a:off x="427463" y="2177038"/>
                <a:ext cx="870667" cy="734955"/>
                <a:chOff x="427463" y="2190135"/>
                <a:chExt cx="870667" cy="721898"/>
              </a:xfrm>
            </p:grpSpPr>
            <p:sp>
              <p:nvSpPr>
                <p:cNvPr id="114" name="四角形: 角を丸くする 113">
                  <a:extLst>
                    <a:ext uri="{FF2B5EF4-FFF2-40B4-BE49-F238E27FC236}">
                      <ns2:creationId id="{E99734E8-F870-F03A-A749-5D633548F45B}"/>
                    </a:ext>
                  </a:extLst>
                </p:cNvPr>
                <p:cNvSpPr/>
                <p:nvPr/>
              </p:nvSpPr>
              <p:spPr>
                <a:xfrm>
                  <a:off x="430777" y="2190135"/>
                  <a:ext cx="867353" cy="336411"/>
                </a:xfrm>
                <a:prstGeom prst="roundRect">
                  <a:avLst>
                    <a:gd name="adj" fmla="val 5256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5" name="四角形: 角を丸くする 114">
                  <a:extLst>
                    <a:ext uri="{FF2B5EF4-FFF2-40B4-BE49-F238E27FC236}">
                      <ns2:creationId id="{A9E7ABE9-44E7-830F-0803-B8E01BA81C59}"/>
                    </a:ext>
                  </a:extLst>
                </p:cNvPr>
                <p:cNvSpPr/>
                <p:nvPr/>
              </p:nvSpPr>
              <p:spPr>
                <a:xfrm>
                  <a:off x="427463" y="2575622"/>
                  <a:ext cx="867353" cy="336411"/>
                </a:xfrm>
                <a:prstGeom prst="roundRect">
                  <a:avLst>
                    <a:gd name="adj" fmla="val 5256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99" name="グループ化 298">
                <a:extLst>
                  <a:ext uri="{FF2B5EF4-FFF2-40B4-BE49-F238E27FC236}">
                    <ns2:creationId id="{935FC03A-4965-8EF8-B679-54E35054E6BB}"/>
                  </a:ext>
                </a:extLst>
              </p:cNvPr>
              <p:cNvGrpSpPr/>
              <p:nvPr/>
            </p:nvGrpSpPr>
            <p:grpSpPr>
              <a:xfrm>
                <a:off x="402316" y="1717286"/>
                <a:ext cx="1137043" cy="313344"/>
                <a:chOff x="402316" y="1717286"/>
                <a:chExt cx="1137043" cy="313344"/>
              </a:xfrm>
            </p:grpSpPr>
            <p:sp>
              <p:nvSpPr>
                <p:cNvPr id="158" name="テキスト ボックス 157">
                  <a:extLst>
                    <a:ext uri="{FF2B5EF4-FFF2-40B4-BE49-F238E27FC236}">
                      <ns2:creationId id="{A91D1B2D-75B6-8DD6-2B1C-F6240D6EAF4F}"/>
                    </a:ext>
                  </a:extLst>
                </p:cNvPr>
                <p:cNvSpPr txBox="1"/>
                <p:nvPr/>
              </p:nvSpPr>
              <p:spPr>
                <a:xfrm>
                  <a:off x="689007" y="1717286"/>
                  <a:ext cx="850352" cy="313344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/>
                <a:p>
                  <a:r>
                    <a:rPr kumimoji="1" lang="ja-JP" altLang="en-US" sz="14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59" name="グラフィックス 158" descr="建物 単色塗りつぶし">
                  <a:extLst>
                    <a:ext uri="{FF2B5EF4-FFF2-40B4-BE49-F238E27FC236}">
                      <ns2:creationId id="{75BDB955-ACAD-4921-86CB-AB0455A423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rcRect/>
                <a:stretch/>
              </p:blipFill>
              <p:spPr>
                <a:xfrm>
                  <a:off x="402316" y="1717391"/>
                  <a:ext cx="313136" cy="313136"/>
                </a:xfrm>
                <a:prstGeom prst="rect">
                  <a:avLst/>
                </a:prstGeom>
              </p:spPr>
            </p:pic>
          </p:grpSp>
          <p:sp>
            <p:nvSpPr>
              <p:cNvPr id="170" name="正方形/長方形 169">
                <a:extLst>
                  <a:ext uri="{FF2B5EF4-FFF2-40B4-BE49-F238E27FC236}">
                    <ns2:creationId id="{A06F8417-A832-778F-1EE4-2F33FF7878BD}"/>
                  </a:ext>
                </a:extLst>
              </p:cNvPr>
              <p:cNvSpPr/>
              <p:nvPr/>
            </p:nvSpPr>
            <p:spPr>
              <a:xfrm>
                <a:off x="2795577" y="1687188"/>
                <a:ext cx="1189650" cy="274153"/>
              </a:xfrm>
              <a:prstGeom prst="rect">
                <a:avLst/>
              </a:prstGeom>
              <a:solidFill>
                <a:srgbClr val="5CAF74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9" name="テキスト ボックス 188">
                <a:extLst>
                  <a:ext uri="{FF2B5EF4-FFF2-40B4-BE49-F238E27FC236}">
                    <ns2:creationId id="{DEC1A899-53AD-446B-BE22-D9FF74171508}"/>
                  </a:ext>
                </a:extLst>
              </p:cNvPr>
              <p:cNvSpPr txBox="1"/>
              <p:nvPr/>
            </p:nvSpPr>
            <p:spPr>
              <a:xfrm>
                <a:off x="2496334" y="2039229"/>
                <a:ext cx="1517680" cy="1010574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r>
                  <a:rPr lang="ja-JP" altLang="en-US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43" name="グループ化 242">
                <a:extLst>
                  <a:ext uri="{FF2B5EF4-FFF2-40B4-BE49-F238E27FC236}">
                    <ns2:creationId id="{DB6C1CE9-19A5-51EC-A5C0-378BADF11762}"/>
                  </a:ext>
                </a:extLst>
              </p:cNvPr>
              <p:cNvGrpSpPr/>
              <p:nvPr/>
            </p:nvGrpSpPr>
            <p:grpSpPr>
              <a:xfrm>
                <a:off x="1548571" y="2188887"/>
                <a:ext cx="764463" cy="711259"/>
                <a:chOff x="1593679" y="2201772"/>
                <a:chExt cx="764463" cy="698623"/>
              </a:xfrm>
            </p:grpSpPr>
            <p:sp>
              <p:nvSpPr>
                <p:cNvPr id="211" name="楕円 210">
                  <a:extLst>
                    <a:ext uri="{FF2B5EF4-FFF2-40B4-BE49-F238E27FC236}">
                      <ns2:creationId id="{CB646EBB-6C4F-277A-1642-C1011E6B5AEA}"/>
                    </a:ext>
                  </a:extLst>
                </p:cNvPr>
                <p:cNvSpPr/>
                <p:nvPr/>
              </p:nvSpPr>
              <p:spPr>
                <a:xfrm>
                  <a:off x="1736809" y="2340050"/>
                  <a:ext cx="541002" cy="541002"/>
                </a:xfrm>
                <a:prstGeom prst="ellipse">
                  <a:avLst/>
                </a:prstGeom>
                <a:noFill/>
                <a:ln w="1587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17" name="グラフィックス 216" descr="旅行 単色塗りつぶし">
                  <a:extLst>
                    <a:ext uri="{FF2B5EF4-FFF2-40B4-BE49-F238E27FC236}">
                      <ns2:creationId id="{5BA86106-A302-D5AD-80E1-D329D86AE9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1879788" y="2201772"/>
                  <a:ext cx="313136" cy="313136"/>
                </a:xfrm>
                <a:prstGeom prst="rect">
                  <a:avLst/>
                </a:prstGeom>
              </p:spPr>
            </p:pic>
            <p:pic>
              <p:nvPicPr>
                <p:cNvPr id="224" name="グラフィックス 223" descr="実行 単色塗りつぶし">
                  <a:extLst>
                    <a:ext uri="{FF2B5EF4-FFF2-40B4-BE49-F238E27FC236}">
                      <ns2:creationId id="{84B8EC95-0BCE-A5F4-F298-EA40CB92EB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1593679" y="2579809"/>
                  <a:ext cx="313136" cy="313136"/>
                </a:xfrm>
                <a:prstGeom prst="rect">
                  <a:avLst/>
                </a:prstGeom>
              </p:spPr>
            </p:pic>
            <p:pic>
              <p:nvPicPr>
                <p:cNvPr id="225" name="グラフィックス 224" descr="チェックリスト 単色塗りつぶし">
                  <a:extLst>
                    <a:ext uri="{FF2B5EF4-FFF2-40B4-BE49-F238E27FC236}">
                      <ns2:creationId id="{B23AF98A-32F3-AA16-8D31-D49F311044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2045006" y="2587259"/>
                  <a:ext cx="313136" cy="31313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06" name="グループ化 305">
              <a:extLst>
                <a:ext uri="{FF2B5EF4-FFF2-40B4-BE49-F238E27FC236}">
                  <ns2:creationId id="{9945900C-7110-3E15-3954-B8D6FDA77F65}"/>
                </a:ext>
              </a:extLst>
            </p:cNvPr>
            <p:cNvGrpSpPr/>
            <p:nvPr/>
          </p:nvGrpSpPr>
          <p:grpSpPr>
            <a:xfrm>
              <a:off x="4265286" y="1628775"/>
              <a:ext cx="3679593" cy="1421220"/>
              <a:chOff x="4265286" y="1628775"/>
              <a:chExt cx="3679593" cy="142122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5CCDFD96-7D62-B93E-E19D-020694D1A8BE}"/>
                  </a:ext>
                </a:extLst>
              </p:cNvPr>
              <p:cNvSpPr/>
              <p:nvPr/>
            </p:nvSpPr>
            <p:spPr>
              <a:xfrm>
                <a:off x="4265286" y="1628775"/>
                <a:ext cx="3679593" cy="142122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四角形: 角を丸くする 83">
                <a:extLst>
                  <a:ext uri="{FF2B5EF4-FFF2-40B4-BE49-F238E27FC236}">
                    <ns2:creationId id="{0240BA52-7E8D-E6F0-B092-1E12FA5A91F0}"/>
                  </a:ext>
                </a:extLst>
              </p:cNvPr>
              <p:cNvSpPr/>
              <p:nvPr/>
            </p:nvSpPr>
            <p:spPr>
              <a:xfrm>
                <a:off x="4393757" y="2274030"/>
                <a:ext cx="813243" cy="540970"/>
              </a:xfrm>
              <a:prstGeom prst="roundRect">
                <a:avLst>
                  <a:gd name="adj" fmla="val 3388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0" name="テキスト ボックス 159">
                <a:extLst>
                  <a:ext uri="{FF2B5EF4-FFF2-40B4-BE49-F238E27FC236}">
                    <ns2:creationId id="{65F11AE6-A541-0398-B7CB-E3AF7A63FC52}"/>
                  </a:ext>
                </a:extLst>
              </p:cNvPr>
              <p:cNvSpPr txBox="1"/>
              <p:nvPr/>
            </p:nvSpPr>
            <p:spPr>
              <a:xfrm>
                <a:off x="4640833" y="1736883"/>
                <a:ext cx="1008768" cy="274152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>
                <a:defPPr>
                  <a:defRPr lang="ja-JP"/>
                </a:defPPr>
                <a:lvl1pPr>
                  <a:defRPr sz="1400">
                    <a:solidFill>
                      <a:schemeClr val="accent5"/>
                    </a:solidFill>
                  </a:defRPr>
                </a:lvl1pPr>
              </a:lstStyle>
              <a:p>
                <a:r>
                  <a:rPr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61" name="グラフィックス 160" descr="Web デザイン 単色塗りつぶし">
                <a:extLst>
                  <a:ext uri="{FF2B5EF4-FFF2-40B4-BE49-F238E27FC236}">
                    <ns2:creationId id="{FD1DEAF9-6DCD-DAD3-C579-A192D31A86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351486" y="1717391"/>
                <a:ext cx="313136" cy="313136"/>
              </a:xfrm>
              <a:prstGeom prst="rect">
                <a:avLst/>
              </a:prstGeom>
            </p:spPr>
          </p:pic>
          <p:sp>
            <p:nvSpPr>
              <p:cNvPr id="173" name="正方形/長方形 172">
                <a:extLst>
                  <a:ext uri="{FF2B5EF4-FFF2-40B4-BE49-F238E27FC236}">
                    <ns2:creationId id="{2E1A2F6A-8CC2-0159-A028-0009E171E7F5}"/>
                  </a:ext>
                </a:extLst>
              </p:cNvPr>
              <p:cNvSpPr/>
              <p:nvPr/>
            </p:nvSpPr>
            <p:spPr>
              <a:xfrm>
                <a:off x="6700519" y="1687188"/>
                <a:ext cx="1189650" cy="274153"/>
              </a:xfrm>
              <a:prstGeom prst="rect">
                <a:avLst/>
              </a:prstGeom>
              <a:solidFill>
                <a:srgbClr val="5CAF74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1" name="テキスト ボックス 190">
                <a:extLst>
                  <a:ext uri="{FF2B5EF4-FFF2-40B4-BE49-F238E27FC236}">
                    <ns2:creationId id="{F98EF381-908D-3141-83C9-709B6D7E3D29}"/>
                  </a:ext>
                </a:extLst>
              </p:cNvPr>
              <p:cNvSpPr txBox="1"/>
              <p:nvPr/>
            </p:nvSpPr>
            <p:spPr>
              <a:xfrm>
                <a:off x="6274988" y="2039229"/>
                <a:ext cx="1548186" cy="1010574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r>
                  <a:rPr lang="ja-JP" altLang="en-US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68" name="グループ化 267">
                <a:extLst>
                  <a:ext uri="{FF2B5EF4-FFF2-40B4-BE49-F238E27FC236}">
                    <ns2:creationId id="{A7D945FC-85FA-ED3D-48BA-63FEC55F4280}"/>
                  </a:ext>
                </a:extLst>
              </p:cNvPr>
              <p:cNvGrpSpPr/>
              <p:nvPr/>
            </p:nvGrpSpPr>
            <p:grpSpPr>
              <a:xfrm>
                <a:off x="5402184" y="2377486"/>
                <a:ext cx="702268" cy="334060"/>
                <a:chOff x="5382404" y="2453804"/>
                <a:chExt cx="702268" cy="328125"/>
              </a:xfrm>
            </p:grpSpPr>
            <p:pic>
              <p:nvPicPr>
                <p:cNvPr id="226" name="グラフィックス 225" descr="クラウド コンピューティング 単色塗りつぶし">
                  <a:extLst>
                    <a:ext uri="{FF2B5EF4-FFF2-40B4-BE49-F238E27FC236}">
                      <ns2:creationId id="{C087C274-95CC-CD29-1D8A-32EACCED6E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5382404" y="2453804"/>
                  <a:ext cx="313136" cy="313136"/>
                </a:xfrm>
                <a:prstGeom prst="rect">
                  <a:avLst/>
                </a:prstGeom>
              </p:spPr>
            </p:pic>
            <p:pic>
              <p:nvPicPr>
                <p:cNvPr id="227" name="グラフィックス 226" descr="UI UX 単色塗りつぶし">
                  <a:extLst>
                    <a:ext uri="{FF2B5EF4-FFF2-40B4-BE49-F238E27FC236}">
                      <ns2:creationId id="{3975C8EC-B4EA-5D5A-A868-1DC11388E7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5771536" y="2468793"/>
                  <a:ext cx="313136" cy="31313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07" name="グループ化 306">
              <a:extLst>
                <a:ext uri="{FF2B5EF4-FFF2-40B4-BE49-F238E27FC236}">
                  <ns2:creationId id="{8BB10A04-5D2E-A433-D54F-F1A3CB4C0E44}"/>
                </a:ext>
              </a:extLst>
            </p:cNvPr>
            <p:cNvGrpSpPr/>
            <p:nvPr/>
          </p:nvGrpSpPr>
          <p:grpSpPr>
            <a:xfrm>
              <a:off x="8177445" y="1628776"/>
              <a:ext cx="3679593" cy="1421223"/>
              <a:chOff x="8177445" y="1628776"/>
              <a:chExt cx="3679593" cy="1421223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7777AAB1-85F0-C559-B18F-15FA28054667}"/>
                  </a:ext>
                </a:extLst>
              </p:cNvPr>
              <p:cNvSpPr/>
              <p:nvPr/>
            </p:nvSpPr>
            <p:spPr>
              <a:xfrm>
                <a:off x="8177445" y="1628776"/>
                <a:ext cx="3679593" cy="142122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四角形: 角を丸くする 80">
                <a:extLst>
                  <a:ext uri="{FF2B5EF4-FFF2-40B4-BE49-F238E27FC236}">
                    <ns2:creationId id="{F3182ACC-6F87-E014-D9E8-8387A43BA67D}"/>
                  </a:ext>
                </a:extLst>
              </p:cNvPr>
              <p:cNvSpPr/>
              <p:nvPr/>
            </p:nvSpPr>
            <p:spPr>
              <a:xfrm>
                <a:off x="8280037" y="2287120"/>
                <a:ext cx="853323" cy="514792"/>
              </a:xfrm>
              <a:prstGeom prst="roundRect">
                <a:avLst>
                  <a:gd name="adj" fmla="val 3560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7" name="テキスト ボックス 166">
                <a:extLst>
                  <a:ext uri="{FF2B5EF4-FFF2-40B4-BE49-F238E27FC236}">
                    <ns2:creationId id="{A2593D90-08EA-F4B2-E0E1-0696D9D86623}"/>
                  </a:ext>
                </a:extLst>
              </p:cNvPr>
              <p:cNvSpPr txBox="1"/>
              <p:nvPr/>
            </p:nvSpPr>
            <p:spPr>
              <a:xfrm>
                <a:off x="8544624" y="1736883"/>
                <a:ext cx="1318303" cy="274152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>
                <a:defPPr>
                  <a:defRPr lang="ja-JP"/>
                </a:defPPr>
                <a:lvl1pPr>
                  <a:defRPr sz="1400">
                    <a:solidFill>
                      <a:schemeClr val="accent5"/>
                    </a:solidFill>
                  </a:defRPr>
                </a:lvl1pPr>
              </a:lstStyle>
              <a:p>
                <a:r>
                  <a:rPr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68" name="グラフィックス 167" descr="手のひらと植物 単色塗りつぶし">
                <a:extLst>
                  <a:ext uri="{FF2B5EF4-FFF2-40B4-BE49-F238E27FC236}">
                    <ns2:creationId id="{CA513924-2BE9-C93D-5441-BC57DCFC14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8221738" y="1717391"/>
                <a:ext cx="313136" cy="313136"/>
              </a:xfrm>
              <a:prstGeom prst="rect">
                <a:avLst/>
              </a:prstGeom>
            </p:spPr>
          </p:pic>
          <p:sp>
            <p:nvSpPr>
              <p:cNvPr id="174" name="正方形/長方形 173">
                <a:extLst>
                  <a:ext uri="{FF2B5EF4-FFF2-40B4-BE49-F238E27FC236}">
                    <ns2:creationId id="{C80225D1-CC26-1FBF-095D-7069F3BDEC01}"/>
                  </a:ext>
                </a:extLst>
              </p:cNvPr>
              <p:cNvSpPr/>
              <p:nvPr/>
            </p:nvSpPr>
            <p:spPr>
              <a:xfrm>
                <a:off x="10626883" y="1687188"/>
                <a:ext cx="1189650" cy="274153"/>
              </a:xfrm>
              <a:prstGeom prst="rect">
                <a:avLst/>
              </a:prstGeom>
              <a:solidFill>
                <a:srgbClr val="5CAF74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4" name="テキスト ボックス 193">
                <a:extLst>
                  <a:ext uri="{FF2B5EF4-FFF2-40B4-BE49-F238E27FC236}">
                    <ns2:creationId id="{25410A75-3A0F-E428-D68E-3D16E4DA8E4D}"/>
                  </a:ext>
                </a:extLst>
              </p:cNvPr>
              <p:cNvSpPr txBox="1"/>
              <p:nvPr/>
            </p:nvSpPr>
            <p:spPr>
              <a:xfrm>
                <a:off x="10448925" y="2112724"/>
                <a:ext cx="1372959" cy="863584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75" name="グループ化 274">
                <a:extLst>
                  <a:ext uri="{FF2B5EF4-FFF2-40B4-BE49-F238E27FC236}">
                    <ns2:creationId id="{08A59BC2-2C04-7255-7532-544D0718A8CF}"/>
                  </a:ext>
                </a:extLst>
              </p:cNvPr>
              <p:cNvGrpSpPr/>
              <p:nvPr/>
            </p:nvGrpSpPr>
            <p:grpSpPr>
              <a:xfrm>
                <a:off x="9443110" y="2111655"/>
                <a:ext cx="759952" cy="865721"/>
                <a:chOff x="9433540" y="2115080"/>
                <a:chExt cx="759952" cy="850341"/>
              </a:xfrm>
            </p:grpSpPr>
            <p:pic>
              <p:nvPicPr>
                <p:cNvPr id="231" name="グラフィックス 230" descr="リサーチ 単色塗りつぶし">
                  <a:extLst>
                    <a:ext uri="{FF2B5EF4-FFF2-40B4-BE49-F238E27FC236}">
                      <ns2:creationId id="{F5DF7110-709F-4202-1399-35B2B47CBF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9433540" y="2464915"/>
                  <a:ext cx="500506" cy="500506"/>
                </a:xfrm>
                <a:prstGeom prst="rect">
                  <a:avLst/>
                </a:prstGeom>
              </p:spPr>
            </p:pic>
            <p:grpSp>
              <p:nvGrpSpPr>
                <p:cNvPr id="274" name="グループ化 273">
                  <a:extLst>
                    <a:ext uri="{FF2B5EF4-FFF2-40B4-BE49-F238E27FC236}">
                      <ns2:creationId id="{4EF0AB6B-F4F2-A364-40F1-3FD547872998}"/>
                    </a:ext>
                  </a:extLst>
                </p:cNvPr>
                <p:cNvGrpSpPr/>
                <p:nvPr/>
              </p:nvGrpSpPr>
              <p:grpSpPr>
                <a:xfrm>
                  <a:off x="9639004" y="2115080"/>
                  <a:ext cx="554488" cy="457749"/>
                  <a:chOff x="9639004" y="2115080"/>
                  <a:chExt cx="554488" cy="457749"/>
                </a:xfrm>
              </p:grpSpPr>
              <p:pic>
                <p:nvPicPr>
                  <p:cNvPr id="229" name="グラフィックス 228" descr="風 単色塗りつぶし">
                    <a:extLst>
                      <a:ext uri="{FF2B5EF4-FFF2-40B4-BE49-F238E27FC236}">
                        <ns2:creationId id="{305B54A0-6DEA-5184-8BFB-06488B7CEF3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1"/>
                      </a:ext>
                    </a:extLst>
                  </a:blip>
                  <a:srcRect/>
                  <a:stretch/>
                </p:blipFill>
                <p:spPr>
                  <a:xfrm>
                    <a:off x="9639004" y="2201772"/>
                    <a:ext cx="371057" cy="371057"/>
                  </a:xfrm>
                  <a:prstGeom prst="rect">
                    <a:avLst/>
                  </a:prstGeom>
                </p:spPr>
              </p:pic>
              <p:sp>
                <p:nvSpPr>
                  <p:cNvPr id="232" name="テキスト ボックス 231">
                    <a:extLst>
                      <a:ext uri="{FF2B5EF4-FFF2-40B4-BE49-F238E27FC236}">
                        <ns2:creationId id="{E425060C-F21D-7C0E-9F5A-D4BA4C93FC29}"/>
                      </a:ext>
                    </a:extLst>
                  </p:cNvPr>
                  <p:cNvSpPr txBox="1"/>
                  <p:nvPr/>
                </p:nvSpPr>
                <p:spPr>
                  <a:xfrm>
                    <a:off x="9822435" y="2115080"/>
                    <a:ext cx="371057" cy="229607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ctr" anchorCtr="0">
                    <a:noAutofit/>
                  </a:bodyPr>
                  <a:lstStyle>
                    <a:defPPr>
                      <a:defRPr lang="ja-JP"/>
                    </a:defPPr>
                    <a:lvl1pPr>
                      <a:defRPr sz="1400">
                        <a:solidFill>
                          <a:schemeClr val="accent5"/>
                        </a:solidFill>
                      </a:defRPr>
                    </a:lvl1pPr>
                  </a:lstStyle>
                  <a:p>
                    <a:r>
                      <a:rPr lang="en-US" altLang="ja-JP" sz="900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900" dirty="0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</p:grpSp>
        <p:grpSp>
          <p:nvGrpSpPr>
            <p:cNvPr id="315" name="グループ化 314">
              <a:extLst>
                <a:ext uri="{FF2B5EF4-FFF2-40B4-BE49-F238E27FC236}">
                  <ns2:creationId id="{ADD24EC1-62A1-C8AD-911E-E5CB5F4EE10F}"/>
                </a:ext>
              </a:extLst>
            </p:cNvPr>
            <p:cNvGrpSpPr/>
            <p:nvPr/>
          </p:nvGrpSpPr>
          <p:grpSpPr>
            <a:xfrm>
              <a:off x="353128" y="3258137"/>
              <a:ext cx="3679593" cy="1421223"/>
              <a:chOff x="353128" y="3258137"/>
              <a:chExt cx="3679593" cy="1421223"/>
            </a:xfrm>
          </p:grpSpPr>
          <p:sp>
            <p:nvSpPr>
              <p:cNvPr id="147" name="正方形/長方形 146">
                <a:extLst>
                  <a:ext uri="{FF2B5EF4-FFF2-40B4-BE49-F238E27FC236}">
                    <ns2:creationId id="{F15742ED-EA84-B1C9-33C3-A5FFCF96E414}"/>
                  </a:ext>
                </a:extLst>
              </p:cNvPr>
              <p:cNvSpPr/>
              <p:nvPr/>
            </p:nvSpPr>
            <p:spPr>
              <a:xfrm>
                <a:off x="353128" y="3258137"/>
                <a:ext cx="3679593" cy="142122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ns2:creationId id="{FE3E9BA6-678F-0561-08CF-95F58B50DA5A}"/>
                  </a:ext>
                </a:extLst>
              </p:cNvPr>
              <p:cNvSpPr txBox="1"/>
              <p:nvPr/>
            </p:nvSpPr>
            <p:spPr>
              <a:xfrm>
                <a:off x="689007" y="3343109"/>
                <a:ext cx="1745377" cy="280244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>
                <a:defPPr>
                  <a:defRPr lang="ja-JP"/>
                </a:defPPr>
                <a:lvl1pPr>
                  <a:defRPr sz="1400">
                    <a:solidFill>
                      <a:schemeClr val="accent5"/>
                    </a:solidFill>
                  </a:defRPr>
                </a:lvl1pPr>
              </a:lstStyle>
              <a:p>
                <a:r>
                  <a:rPr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23" name="グラフィックス 122" descr="リモートでの作業 単色塗りつぶし">
                <a:extLst>
                  <a:ext uri="{FF2B5EF4-FFF2-40B4-BE49-F238E27FC236}">
                    <ns2:creationId id="{CFC32E6B-79E2-ED4A-F816-A790297A84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407432" y="3326664"/>
                <a:ext cx="313136" cy="313136"/>
              </a:xfrm>
              <a:prstGeom prst="rect">
                <a:avLst/>
              </a:prstGeom>
            </p:spPr>
          </p:pic>
          <p:sp>
            <p:nvSpPr>
              <p:cNvPr id="175" name="四角形: 角を丸くする 174">
                <a:extLst>
                  <a:ext uri="{FF2B5EF4-FFF2-40B4-BE49-F238E27FC236}">
                    <ns2:creationId id="{EC009658-711B-AA1B-2764-9ACF29863659}"/>
                  </a:ext>
                </a:extLst>
              </p:cNvPr>
              <p:cNvSpPr/>
              <p:nvPr/>
            </p:nvSpPr>
            <p:spPr>
              <a:xfrm>
                <a:off x="460469" y="3883326"/>
                <a:ext cx="867353" cy="540970"/>
              </a:xfrm>
              <a:prstGeom prst="roundRect">
                <a:avLst>
                  <a:gd name="adj" fmla="val 3388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6" name="正方形/長方形 175">
                <a:extLst>
                  <a:ext uri="{FF2B5EF4-FFF2-40B4-BE49-F238E27FC236}">
                    <ns2:creationId id="{72A1E684-B76E-81D1-2AE2-EFDD865B4C0E}"/>
                  </a:ext>
                </a:extLst>
              </p:cNvPr>
              <p:cNvSpPr/>
              <p:nvPr/>
            </p:nvSpPr>
            <p:spPr>
              <a:xfrm>
                <a:off x="2795577" y="3306395"/>
                <a:ext cx="1189650" cy="274153"/>
              </a:xfrm>
              <a:prstGeom prst="rect">
                <a:avLst/>
              </a:prstGeom>
              <a:solidFill>
                <a:srgbClr val="5CAF74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5" name="テキスト ボックス 194">
                <a:extLst>
                  <a:ext uri="{FF2B5EF4-FFF2-40B4-BE49-F238E27FC236}">
                    <ns2:creationId id="{604ED579-751E-D156-C97A-E3325892C55D}"/>
                  </a:ext>
                </a:extLst>
              </p:cNvPr>
              <p:cNvSpPr txBox="1"/>
              <p:nvPr/>
            </p:nvSpPr>
            <p:spPr>
              <a:xfrm>
                <a:off x="2496334" y="3761272"/>
                <a:ext cx="1517680" cy="785076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78" name="グループ化 277">
                <a:extLst>
                  <a:ext uri="{FF2B5EF4-FFF2-40B4-BE49-F238E27FC236}">
                    <ns2:creationId id="{BE2F5256-1B2D-5E40-3CCB-ED652EAD1997}"/>
                  </a:ext>
                </a:extLst>
              </p:cNvPr>
              <p:cNvGrpSpPr/>
              <p:nvPr/>
            </p:nvGrpSpPr>
            <p:grpSpPr>
              <a:xfrm>
                <a:off x="1445572" y="3876129"/>
                <a:ext cx="970463" cy="555362"/>
                <a:chOff x="1490679" y="3788504"/>
                <a:chExt cx="970463" cy="545496"/>
              </a:xfrm>
            </p:grpSpPr>
            <p:grpSp>
              <p:nvGrpSpPr>
                <p:cNvPr id="277" name="グループ化 276">
                  <a:extLst>
                    <a:ext uri="{FF2B5EF4-FFF2-40B4-BE49-F238E27FC236}">
                      <ns2:creationId id="{1B9BF968-AC26-14A7-C31F-D3AC554394AB}"/>
                    </a:ext>
                  </a:extLst>
                </p:cNvPr>
                <p:cNvGrpSpPr/>
                <p:nvPr/>
              </p:nvGrpSpPr>
              <p:grpSpPr>
                <a:xfrm>
                  <a:off x="1490679" y="4086508"/>
                  <a:ext cx="970463" cy="247492"/>
                  <a:chOff x="1496703" y="4086508"/>
                  <a:chExt cx="970463" cy="247492"/>
                </a:xfrm>
              </p:grpSpPr>
              <p:pic>
                <p:nvPicPr>
                  <p:cNvPr id="234" name="グラフィックス 233" descr="建物 単色塗りつぶし">
                    <a:extLst>
                      <a:ext uri="{FF2B5EF4-FFF2-40B4-BE49-F238E27FC236}">
                        <ns2:creationId id="{4F5E2A80-F90D-F52A-1F73-619AE92CDBD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496703" y="4086508"/>
                    <a:ext cx="247492" cy="247492"/>
                  </a:xfrm>
                  <a:prstGeom prst="rect">
                    <a:avLst/>
                  </a:prstGeom>
                </p:spPr>
              </p:pic>
              <p:pic>
                <p:nvPicPr>
                  <p:cNvPr id="235" name="グラフィックス 234" descr="都市 単色塗りつぶし">
                    <a:extLst>
                      <a:ext uri="{FF2B5EF4-FFF2-40B4-BE49-F238E27FC236}">
                        <ns2:creationId id="{5A2FA9F9-1345-C578-1CEF-103815E8D08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3"/>
                      </a:ext>
                    </a:extLst>
                  </a:blip>
                  <a:srcRect/>
                  <a:stretch/>
                </p:blipFill>
                <p:spPr>
                  <a:xfrm>
                    <a:off x="2219674" y="4086508"/>
                    <a:ext cx="247492" cy="247492"/>
                  </a:xfrm>
                  <a:prstGeom prst="rect">
                    <a:avLst/>
                  </a:prstGeom>
                </p:spPr>
              </p:pic>
              <p:cxnSp>
                <p:nvCxnSpPr>
                  <p:cNvPr id="237" name="直線矢印コネクタ 236">
                    <a:extLst>
                      <a:ext uri="{FF2B5EF4-FFF2-40B4-BE49-F238E27FC236}">
                        <ns2:creationId id="{6928BDE2-0612-A289-1DF5-C54AFF982E0B}"/>
                      </a:ext>
                    </a:extLst>
                  </p:cNvPr>
                  <p:cNvCxnSpPr/>
                  <p:nvPr/>
                </p:nvCxnSpPr>
                <p:spPr>
                  <a:xfrm>
                    <a:off x="1819309" y="4210254"/>
                    <a:ext cx="325251" cy="0"/>
                  </a:xfrm>
                  <a:prstGeom prst="straightConnector1">
                    <a:avLst/>
                  </a:prstGeom>
                  <a:ln w="9525">
                    <a:solidFill>
                      <a:schemeClr val="tx1">
                        <a:lumMod val="50000"/>
                        <a:lumOff val="50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239" name="グラフィックス 238" descr="Wi-Fi 単色塗りつぶし">
                  <a:extLst>
                    <a:ext uri="{FF2B5EF4-FFF2-40B4-BE49-F238E27FC236}">
                      <ns2:creationId id="{F992DDA3-7D42-77A6-AE57-9F08804CDD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1328" y="3788504"/>
                  <a:ext cx="329165" cy="32916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14" name="グループ化 313">
              <a:extLst>
                <a:ext uri="{FF2B5EF4-FFF2-40B4-BE49-F238E27FC236}">
                  <ns2:creationId id="{9CC3C2D9-4D76-FBF6-E52A-2D5C54F5CDCB}"/>
                </a:ext>
              </a:extLst>
            </p:cNvPr>
            <p:cNvGrpSpPr/>
            <p:nvPr/>
          </p:nvGrpSpPr>
          <p:grpSpPr>
            <a:xfrm>
              <a:off x="4265285" y="3258137"/>
              <a:ext cx="3679593" cy="1421220"/>
              <a:chOff x="4265285" y="3258137"/>
              <a:chExt cx="3679593" cy="1421220"/>
            </a:xfrm>
          </p:grpSpPr>
          <p:sp>
            <p:nvSpPr>
              <p:cNvPr id="148" name="正方形/長方形 147">
                <a:extLst>
                  <a:ext uri="{FF2B5EF4-FFF2-40B4-BE49-F238E27FC236}">
                    <ns2:creationId id="{E3CA7325-7BBB-84F9-A897-16E806D0B309}"/>
                  </a:ext>
                </a:extLst>
              </p:cNvPr>
              <p:cNvSpPr/>
              <p:nvPr/>
            </p:nvSpPr>
            <p:spPr>
              <a:xfrm>
                <a:off x="4265285" y="3258137"/>
                <a:ext cx="3679593" cy="142122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" name="テキスト ボックス 89">
                <a:extLst>
                  <a:ext uri="{FF2B5EF4-FFF2-40B4-BE49-F238E27FC236}">
                    <ns2:creationId id="{E1A2CE85-8F69-5544-E5C8-86359C821EBB}"/>
                  </a:ext>
                </a:extLst>
              </p:cNvPr>
              <p:cNvSpPr txBox="1"/>
              <p:nvPr/>
            </p:nvSpPr>
            <p:spPr>
              <a:xfrm>
                <a:off x="4640833" y="3343109"/>
                <a:ext cx="1318304" cy="280244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/>
              <a:p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24" name="グラフィックス 123" descr="対象の人々 単色塗りつぶし">
                <a:extLst>
                  <a:ext uri="{FF2B5EF4-FFF2-40B4-BE49-F238E27FC236}">
                    <ns2:creationId id="{60CB5D4F-B384-1D2F-FB47-8DA7A33BA4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4351486" y="3326663"/>
                <a:ext cx="313136" cy="313136"/>
              </a:xfrm>
              <a:prstGeom prst="rect">
                <a:avLst/>
              </a:prstGeom>
            </p:spPr>
          </p:pic>
          <p:grpSp>
            <p:nvGrpSpPr>
              <p:cNvPr id="282" name="グループ化 281">
                <a:extLst>
                  <a:ext uri="{FF2B5EF4-FFF2-40B4-BE49-F238E27FC236}">
                    <ns2:creationId id="{1C41F569-2671-06F8-1BE0-E183985053A0}"/>
                  </a:ext>
                </a:extLst>
              </p:cNvPr>
              <p:cNvGrpSpPr/>
              <p:nvPr/>
            </p:nvGrpSpPr>
            <p:grpSpPr>
              <a:xfrm>
                <a:off x="4393755" y="3773132"/>
                <a:ext cx="813245" cy="761356"/>
                <a:chOff x="4393755" y="3812897"/>
                <a:chExt cx="813245" cy="747830"/>
              </a:xfrm>
            </p:grpSpPr>
            <p:sp>
              <p:nvSpPr>
                <p:cNvPr id="177" name="四角形: 角を丸くする 176">
                  <a:extLst>
                    <a:ext uri="{FF2B5EF4-FFF2-40B4-BE49-F238E27FC236}">
                      <ns2:creationId id="{A2BE0E1D-2E46-2A90-FFDE-B8C9AA3C08DF}"/>
                    </a:ext>
                  </a:extLst>
                </p:cNvPr>
                <p:cNvSpPr/>
                <p:nvPr/>
              </p:nvSpPr>
              <p:spPr>
                <a:xfrm>
                  <a:off x="4393757" y="3812897"/>
                  <a:ext cx="813243" cy="336411"/>
                </a:xfrm>
                <a:prstGeom prst="roundRect">
                  <a:avLst>
                    <a:gd name="adj" fmla="val 5351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DX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8" name="四角形: 角を丸くする 177">
                  <a:extLst>
                    <a:ext uri="{FF2B5EF4-FFF2-40B4-BE49-F238E27FC236}">
                      <ns2:creationId id="{34B4FA9B-5B95-11D4-F11B-6AF385318C4F}"/>
                    </a:ext>
                  </a:extLst>
                </p:cNvPr>
                <p:cNvSpPr/>
                <p:nvPr/>
              </p:nvSpPr>
              <p:spPr>
                <a:xfrm>
                  <a:off x="4393755" y="4224316"/>
                  <a:ext cx="813243" cy="336411"/>
                </a:xfrm>
                <a:prstGeom prst="roundRect">
                  <a:avLst>
                    <a:gd name="adj" fmla="val 5351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180" name="正方形/長方形 179">
                <a:extLst>
                  <a:ext uri="{FF2B5EF4-FFF2-40B4-BE49-F238E27FC236}">
                    <ns2:creationId id="{3BFE7E6F-9D63-C000-335E-963B78E05978}"/>
                  </a:ext>
                </a:extLst>
              </p:cNvPr>
              <p:cNvSpPr/>
              <p:nvPr/>
            </p:nvSpPr>
            <p:spPr>
              <a:xfrm>
                <a:off x="6700520" y="3306395"/>
                <a:ext cx="1189650" cy="274153"/>
              </a:xfrm>
              <a:prstGeom prst="rect">
                <a:avLst/>
              </a:prstGeom>
              <a:solidFill>
                <a:srgbClr val="5CAF74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86" name="グループ化 285">
                <a:extLst>
                  <a:ext uri="{FF2B5EF4-FFF2-40B4-BE49-F238E27FC236}">
                    <ns2:creationId id="{129ADACA-565E-FCAD-B59D-E962BE2CDC5B}"/>
                  </a:ext>
                </a:extLst>
              </p:cNvPr>
              <p:cNvGrpSpPr/>
              <p:nvPr/>
            </p:nvGrpSpPr>
            <p:grpSpPr>
              <a:xfrm>
                <a:off x="6274988" y="3684027"/>
                <a:ext cx="1624412" cy="401384"/>
                <a:chOff x="6274988" y="3730657"/>
                <a:chExt cx="1624412" cy="394253"/>
              </a:xfrm>
            </p:grpSpPr>
            <p:sp>
              <p:nvSpPr>
                <p:cNvPr id="196" name="テキスト ボックス 195">
                  <a:extLst>
                    <a:ext uri="{FF2B5EF4-FFF2-40B4-BE49-F238E27FC236}">
                      <ns2:creationId id="{E4D4F0C9-BE72-AA6B-6B85-F6FCF5FBF873}"/>
                    </a:ext>
                  </a:extLst>
                </p:cNvPr>
                <p:cNvSpPr txBox="1"/>
                <p:nvPr/>
              </p:nvSpPr>
              <p:spPr>
                <a:xfrm>
                  <a:off x="6440825" y="3730657"/>
                  <a:ext cx="1458575" cy="394253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 anchorCtr="0">
                  <a:noAutofit/>
                </a:bodyPr>
                <a:lstStyle/>
                <a:p>
                  <a:r>
                    <a:rPr lang="ja-JP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 </a:t>
                  </a:r>
                  <a:r>
                    <a:rPr lang="ja-JP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05" name="四角形: 角を丸くする 204">
                  <a:extLst>
                    <a:ext uri="{FF2B5EF4-FFF2-40B4-BE49-F238E27FC236}">
                      <ns2:creationId id="{9F984277-89DC-1E4E-C395-44394B8F77FE}"/>
                    </a:ext>
                  </a:extLst>
                </p:cNvPr>
                <p:cNvSpPr/>
                <p:nvPr/>
              </p:nvSpPr>
              <p:spPr>
                <a:xfrm>
                  <a:off x="6274988" y="3730657"/>
                  <a:ext cx="145716" cy="394253"/>
                </a:xfrm>
                <a:prstGeom prst="roundRect">
                  <a:avLst>
                    <a:gd name="adj" fmla="val 5351"/>
                  </a:avLst>
                </a:prstGeom>
                <a:solidFill>
                  <a:srgbClr val="ADD6C2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287" name="グループ化 286">
                <a:extLst>
                  <a:ext uri="{FF2B5EF4-FFF2-40B4-BE49-F238E27FC236}">
                    <ns2:creationId id="{4B00FB61-970B-DEF6-A17B-5213CFF16426}"/>
                  </a:ext>
                </a:extLst>
              </p:cNvPr>
              <p:cNvGrpSpPr/>
              <p:nvPr/>
            </p:nvGrpSpPr>
            <p:grpSpPr>
              <a:xfrm>
                <a:off x="6274988" y="4117923"/>
                <a:ext cx="1624412" cy="540670"/>
                <a:chOff x="6274988" y="4156844"/>
                <a:chExt cx="1624412" cy="531065"/>
              </a:xfrm>
            </p:grpSpPr>
            <p:sp>
              <p:nvSpPr>
                <p:cNvPr id="197" name="テキスト ボックス 196">
                  <a:extLst>
                    <a:ext uri="{FF2B5EF4-FFF2-40B4-BE49-F238E27FC236}">
                      <ns2:creationId id="{3DC64E10-C6AF-8367-74AA-F49E4DCE0CBE}"/>
                    </a:ext>
                  </a:extLst>
                </p:cNvPr>
                <p:cNvSpPr txBox="1"/>
                <p:nvPr/>
              </p:nvSpPr>
              <p:spPr>
                <a:xfrm>
                  <a:off x="6440825" y="4180983"/>
                  <a:ext cx="1458575" cy="482786"/>
                </a:xfrm>
                <a:prstGeom prst="rect">
                  <a:avLst/>
                </a:prstGeom>
                <a:noFill/>
              </p:spPr>
              <p:txBody>
                <a:bodyPr wrap="square" lIns="0" rIns="0" rtlCol="0" anchor="ctr" anchorCtr="0">
                  <a:noAutofit/>
                </a:bodyPr>
                <a:lstStyle/>
                <a:p>
                  <a:r>
                    <a:rPr lang="ja-JP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8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06" name="四角形: 角を丸くする 205">
                  <a:extLst>
                    <a:ext uri="{FF2B5EF4-FFF2-40B4-BE49-F238E27FC236}">
                      <ns2:creationId id="{AF4E799E-634F-E4FB-012E-8D5ABDFF4F39}"/>
                    </a:ext>
                  </a:extLst>
                </p:cNvPr>
                <p:cNvSpPr/>
                <p:nvPr/>
              </p:nvSpPr>
              <p:spPr>
                <a:xfrm>
                  <a:off x="6274988" y="4156844"/>
                  <a:ext cx="145716" cy="531065"/>
                </a:xfrm>
                <a:prstGeom prst="roundRect">
                  <a:avLst>
                    <a:gd name="adj" fmla="val 5351"/>
                  </a:avLst>
                </a:prstGeom>
                <a:solidFill>
                  <a:srgbClr val="ADD6C2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pic>
            <p:nvPicPr>
              <p:cNvPr id="240" name="グラフィックス 239" descr="チェックマークを付けたチェック ボックス 単色塗りつぶし">
                <a:extLst>
                  <a:ext uri="{FF2B5EF4-FFF2-40B4-BE49-F238E27FC236}">
                    <ns2:creationId id="{4AECABEC-7997-925C-A665-9659651B3A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5596750" y="3728151"/>
                <a:ext cx="313136" cy="313136"/>
              </a:xfrm>
              <a:prstGeom prst="rect">
                <a:avLst/>
              </a:prstGeom>
            </p:spPr>
          </p:pic>
          <p:grpSp>
            <p:nvGrpSpPr>
              <p:cNvPr id="285" name="グループ化 284">
                <a:extLst>
                  <a:ext uri="{FF2B5EF4-FFF2-40B4-BE49-F238E27FC236}">
                    <ns2:creationId id="{6E6A7E3F-FF99-24B3-35F2-6912045BB9C8}"/>
                  </a:ext>
                </a:extLst>
              </p:cNvPr>
              <p:cNvGrpSpPr/>
              <p:nvPr/>
            </p:nvGrpSpPr>
            <p:grpSpPr>
              <a:xfrm>
                <a:off x="5382404" y="4194205"/>
                <a:ext cx="741828" cy="388105"/>
                <a:chOff x="5382404" y="4205465"/>
                <a:chExt cx="741828" cy="381210"/>
              </a:xfrm>
            </p:grpSpPr>
            <p:pic>
              <p:nvPicPr>
                <p:cNvPr id="241" name="グラフィックス 240" descr="男性 単色塗りつぶし">
                  <a:extLst>
                    <a:ext uri="{FF2B5EF4-FFF2-40B4-BE49-F238E27FC236}">
                      <ns2:creationId id="{4A5F67B0-6D56-7EC6-3713-9D15099EC0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7"/>
                    </a:ext>
                  </a:extLst>
                </a:blip>
                <a:srcRect/>
                <a:stretch/>
              </p:blipFill>
              <p:spPr>
                <a:xfrm>
                  <a:off x="5382404" y="4205465"/>
                  <a:ext cx="381210" cy="381210"/>
                </a:xfrm>
                <a:prstGeom prst="rect">
                  <a:avLst/>
                </a:prstGeom>
              </p:spPr>
            </p:pic>
            <p:pic>
              <p:nvPicPr>
                <p:cNvPr id="242" name="グラフィックス 241" descr="手当て 単色塗りつぶし">
                  <a:extLst>
                    <a:ext uri="{FF2B5EF4-FFF2-40B4-BE49-F238E27FC236}">
                      <ns2:creationId id="{9E317082-4B99-C877-FAB0-75D5B80647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8"/>
                    </a:ext>
                  </a:extLst>
                </a:blip>
                <a:srcRect/>
                <a:stretch/>
              </p:blipFill>
              <p:spPr>
                <a:xfrm>
                  <a:off x="5743022" y="4205465"/>
                  <a:ext cx="381210" cy="38121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13" name="グループ化 312">
              <a:extLst>
                <a:ext uri="{FF2B5EF4-FFF2-40B4-BE49-F238E27FC236}">
                  <ns2:creationId id="{7B7EEBC6-808B-E88B-5DFD-A885DCBD388C}"/>
                </a:ext>
              </a:extLst>
            </p:cNvPr>
            <p:cNvGrpSpPr/>
            <p:nvPr/>
          </p:nvGrpSpPr>
          <p:grpSpPr>
            <a:xfrm>
              <a:off x="8177444" y="3258137"/>
              <a:ext cx="3679593" cy="1421223"/>
              <a:chOff x="8177444" y="3258137"/>
              <a:chExt cx="3679593" cy="1421223"/>
            </a:xfrm>
          </p:grpSpPr>
          <p:sp>
            <p:nvSpPr>
              <p:cNvPr id="149" name="正方形/長方形 148">
                <a:extLst>
                  <a:ext uri="{FF2B5EF4-FFF2-40B4-BE49-F238E27FC236}">
                    <ns2:creationId id="{829F1033-E216-C09D-86E6-69AC7496A520}"/>
                  </a:ext>
                </a:extLst>
              </p:cNvPr>
              <p:cNvSpPr/>
              <p:nvPr/>
            </p:nvSpPr>
            <p:spPr>
              <a:xfrm>
                <a:off x="8177444" y="3258137"/>
                <a:ext cx="3679593" cy="142122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テキスト ボックス 85">
                <a:extLst>
                  <a:ext uri="{FF2B5EF4-FFF2-40B4-BE49-F238E27FC236}">
                    <ns2:creationId id="{C54B055B-C476-10FE-D063-35912C80F416}"/>
                  </a:ext>
                </a:extLst>
              </p:cNvPr>
              <p:cNvSpPr txBox="1"/>
              <p:nvPr/>
            </p:nvSpPr>
            <p:spPr>
              <a:xfrm>
                <a:off x="8544625" y="3282538"/>
                <a:ext cx="1318304" cy="401385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/>
              <a:p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26" name="グラフィックス 125" descr="継続的改善 単色塗りつぶし">
                <a:extLst>
                  <a:ext uri="{FF2B5EF4-FFF2-40B4-BE49-F238E27FC236}">
                    <ns2:creationId id="{918B67DF-D8D7-E3CD-4ACA-C874FCCC1A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9"/>
                  </a:ext>
                </a:extLst>
              </a:blip>
              <a:srcRect/>
              <a:stretch/>
            </p:blipFill>
            <p:spPr>
              <a:xfrm>
                <a:off x="8221738" y="3326663"/>
                <a:ext cx="313136" cy="313136"/>
              </a:xfrm>
              <a:prstGeom prst="rect">
                <a:avLst/>
              </a:prstGeom>
            </p:spPr>
          </p:pic>
          <p:sp>
            <p:nvSpPr>
              <p:cNvPr id="179" name="四角形: 角を丸くする 178">
                <a:extLst>
                  <a:ext uri="{FF2B5EF4-FFF2-40B4-BE49-F238E27FC236}">
                    <ns2:creationId id="{522B8C38-EF6F-B383-B63D-39BAF2E36E1F}"/>
                  </a:ext>
                </a:extLst>
              </p:cNvPr>
              <p:cNvSpPr/>
              <p:nvPr/>
            </p:nvSpPr>
            <p:spPr>
              <a:xfrm>
                <a:off x="8280036" y="3896414"/>
                <a:ext cx="853323" cy="514792"/>
              </a:xfrm>
              <a:prstGeom prst="roundRect">
                <a:avLst>
                  <a:gd name="adj" fmla="val 3560"/>
                </a:avLst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1" name="正方形/長方形 180">
                <a:extLst>
                  <a:ext uri="{FF2B5EF4-FFF2-40B4-BE49-F238E27FC236}">
                    <ns2:creationId id="{EA442B96-5B62-CB00-8990-D0EFD86D2D78}"/>
                  </a:ext>
                </a:extLst>
              </p:cNvPr>
              <p:cNvSpPr/>
              <p:nvPr/>
            </p:nvSpPr>
            <p:spPr>
              <a:xfrm>
                <a:off x="10626884" y="3306395"/>
                <a:ext cx="1189650" cy="274153"/>
              </a:xfrm>
              <a:prstGeom prst="rect">
                <a:avLst/>
              </a:prstGeom>
              <a:solidFill>
                <a:srgbClr val="5CAF74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0" name="テキスト ボックス 199">
                <a:extLst>
                  <a:ext uri="{FF2B5EF4-FFF2-40B4-BE49-F238E27FC236}">
                    <ns2:creationId id="{7A1F3233-6DEC-8816-A8C4-60F2CD5380C2}"/>
                  </a:ext>
                </a:extLst>
              </p:cNvPr>
              <p:cNvSpPr txBox="1"/>
              <p:nvPr/>
            </p:nvSpPr>
            <p:spPr>
              <a:xfrm>
                <a:off x="10448925" y="3722018"/>
                <a:ext cx="1372959" cy="863584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44" name="グループ化 243">
                <a:extLst>
                  <a:ext uri="{FF2B5EF4-FFF2-40B4-BE49-F238E27FC236}">
                    <ns2:creationId id="{13E0CE3A-A7FF-BB95-3276-751CC5F9BC88}"/>
                  </a:ext>
                </a:extLst>
              </p:cNvPr>
              <p:cNvGrpSpPr/>
              <p:nvPr/>
            </p:nvGrpSpPr>
            <p:grpSpPr>
              <a:xfrm>
                <a:off x="9440854" y="3798180"/>
                <a:ext cx="764463" cy="711259"/>
                <a:chOff x="1593679" y="2201772"/>
                <a:chExt cx="764463" cy="698623"/>
              </a:xfrm>
            </p:grpSpPr>
            <p:sp>
              <p:nvSpPr>
                <p:cNvPr id="245" name="楕円 244">
                  <a:extLst>
                    <a:ext uri="{FF2B5EF4-FFF2-40B4-BE49-F238E27FC236}">
                      <ns2:creationId id="{970AE338-70B8-7ED7-E586-9E36C832C086}"/>
                    </a:ext>
                  </a:extLst>
                </p:cNvPr>
                <p:cNvSpPr/>
                <p:nvPr/>
              </p:nvSpPr>
              <p:spPr>
                <a:xfrm>
                  <a:off x="1736809" y="2340050"/>
                  <a:ext cx="541002" cy="541002"/>
                </a:xfrm>
                <a:prstGeom prst="ellipse">
                  <a:avLst/>
                </a:prstGeom>
                <a:noFill/>
                <a:ln w="1587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46" name="グラフィックス 245" descr="旅行 単色塗りつぶし">
                  <a:extLst>
                    <a:ext uri="{FF2B5EF4-FFF2-40B4-BE49-F238E27FC236}">
                      <ns2:creationId id="{1E40BBFE-C782-8538-9E72-A486B55AA6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1879788" y="2201772"/>
                  <a:ext cx="313136" cy="313136"/>
                </a:xfrm>
                <a:prstGeom prst="rect">
                  <a:avLst/>
                </a:prstGeom>
              </p:spPr>
            </p:pic>
            <p:pic>
              <p:nvPicPr>
                <p:cNvPr id="247" name="グラフィックス 246" descr="筋骨たくましい腕 単色塗りつぶし">
                  <a:extLst>
                    <a:ext uri="{FF2B5EF4-FFF2-40B4-BE49-F238E27FC236}">
                      <ns2:creationId id="{381A5B64-FB5A-054F-E8C8-A73FDD32DB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0"/>
                    </a:ext>
                  </a:extLst>
                </a:blip>
                <a:srcRect/>
                <a:stretch/>
              </p:blipFill>
              <p:spPr>
                <a:xfrm>
                  <a:off x="1593679" y="2579809"/>
                  <a:ext cx="313136" cy="313136"/>
                </a:xfrm>
                <a:prstGeom prst="rect">
                  <a:avLst/>
                </a:prstGeom>
              </p:spPr>
            </p:pic>
            <p:pic>
              <p:nvPicPr>
                <p:cNvPr id="248" name="グラフィックス 247" descr="箱 単色塗りつぶし">
                  <a:extLst>
                    <a:ext uri="{FF2B5EF4-FFF2-40B4-BE49-F238E27FC236}">
                      <ns2:creationId id="{B718C792-A6D7-B393-4A00-B45C1090B7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1"/>
                    </a:ext>
                  </a:extLst>
                </a:blip>
                <a:srcRect/>
                <a:stretch/>
              </p:blipFill>
              <p:spPr>
                <a:xfrm>
                  <a:off x="2045006" y="2587259"/>
                  <a:ext cx="313136" cy="31313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10" name="グループ化 309">
              <a:extLst>
                <a:ext uri="{FF2B5EF4-FFF2-40B4-BE49-F238E27FC236}">
                  <ns2:creationId id="{139FDBF0-228B-EF57-46C4-A96261E005B3}"/>
                </a:ext>
              </a:extLst>
            </p:cNvPr>
            <p:cNvGrpSpPr/>
            <p:nvPr/>
          </p:nvGrpSpPr>
          <p:grpSpPr>
            <a:xfrm>
              <a:off x="4265285" y="4887502"/>
              <a:ext cx="3679593" cy="1421220"/>
              <a:chOff x="4265285" y="4887502"/>
              <a:chExt cx="3679593" cy="1421220"/>
            </a:xfrm>
          </p:grpSpPr>
          <p:sp>
            <p:nvSpPr>
              <p:cNvPr id="151" name="正方形/長方形 150">
                <a:extLst>
                  <a:ext uri="{FF2B5EF4-FFF2-40B4-BE49-F238E27FC236}">
                    <ns2:creationId id="{3212CFE4-5066-C398-62D9-88B6716FB3C2}"/>
                  </a:ext>
                </a:extLst>
              </p:cNvPr>
              <p:cNvSpPr/>
              <p:nvPr/>
            </p:nvSpPr>
            <p:spPr>
              <a:xfrm>
                <a:off x="4265285" y="4887502"/>
                <a:ext cx="3679593" cy="142122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04" name="グループ化 303">
                <a:extLst>
                  <a:ext uri="{FF2B5EF4-FFF2-40B4-BE49-F238E27FC236}">
                    <ns2:creationId id="{449A0E39-855F-8E28-FE46-BF384A62DFD2}"/>
                  </a:ext>
                </a:extLst>
              </p:cNvPr>
              <p:cNvGrpSpPr/>
              <p:nvPr/>
            </p:nvGrpSpPr>
            <p:grpSpPr>
              <a:xfrm>
                <a:off x="4351486" y="4944653"/>
                <a:ext cx="3538684" cy="1288498"/>
                <a:chOff x="4351486" y="4944653"/>
                <a:chExt cx="3538684" cy="1288498"/>
              </a:xfrm>
            </p:grpSpPr>
            <p:sp>
              <p:nvSpPr>
                <p:cNvPr id="104" name="テキスト ボックス 103">
                  <a:extLst>
                    <a:ext uri="{FF2B5EF4-FFF2-40B4-BE49-F238E27FC236}">
                      <ns2:creationId id="{B0CD2644-B257-A75F-1137-D05A1462C8D5}"/>
                    </a:ext>
                  </a:extLst>
                </p:cNvPr>
                <p:cNvSpPr txBox="1"/>
                <p:nvPr/>
              </p:nvSpPr>
              <p:spPr>
                <a:xfrm>
                  <a:off x="4640833" y="4998388"/>
                  <a:ext cx="1745377" cy="274152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rgbClr val="339966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rgbClr val="33996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28" name="グラフィックス 127" descr="ブリーフケース 単色塗りつぶし">
                  <a:extLst>
                    <a:ext uri="{FF2B5EF4-FFF2-40B4-BE49-F238E27FC236}">
                      <ns2:creationId id="{7D4CD48E-CAEE-FEF2-6E5D-2DA636E9A6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2"/>
                    </a:ext>
                  </a:extLst>
                </a:blip>
                <a:srcRect/>
                <a:stretch/>
              </p:blipFill>
              <p:spPr>
                <a:xfrm>
                  <a:off x="4351486" y="4978896"/>
                  <a:ext cx="313136" cy="313136"/>
                </a:xfrm>
                <a:prstGeom prst="rect">
                  <a:avLst/>
                </a:prstGeom>
              </p:spPr>
            </p:pic>
            <p:sp>
              <p:nvSpPr>
                <p:cNvPr id="183" name="四角形: 角を丸くする 182">
                  <a:extLst>
                    <a:ext uri="{FF2B5EF4-FFF2-40B4-BE49-F238E27FC236}">
                      <ns2:creationId id="{A6207734-1D16-CA8F-1CF2-C0981B4F8775}"/>
                    </a:ext>
                  </a:extLst>
                </p:cNvPr>
                <p:cNvSpPr/>
                <p:nvPr/>
              </p:nvSpPr>
              <p:spPr>
                <a:xfrm>
                  <a:off x="4393757" y="5530875"/>
                  <a:ext cx="813243" cy="540970"/>
                </a:xfrm>
                <a:prstGeom prst="roundRect">
                  <a:avLst>
                    <a:gd name="adj" fmla="val 3388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6" name="正方形/長方形 185">
                  <a:extLst>
                    <a:ext uri="{FF2B5EF4-FFF2-40B4-BE49-F238E27FC236}">
                      <ns2:creationId id="{59474836-DE1A-3B04-308B-74FE07435D4D}"/>
                    </a:ext>
                  </a:extLst>
                </p:cNvPr>
                <p:cNvSpPr/>
                <p:nvPr/>
              </p:nvSpPr>
              <p:spPr>
                <a:xfrm>
                  <a:off x="6700520" y="4944653"/>
                  <a:ext cx="1189650" cy="274153"/>
                </a:xfrm>
                <a:prstGeom prst="rect">
                  <a:avLst/>
                </a:prstGeom>
                <a:solidFill>
                  <a:srgbClr val="5CAF74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03" name="テキスト ボックス 202">
                  <a:extLst>
                    <a:ext uri="{FF2B5EF4-FFF2-40B4-BE49-F238E27FC236}">
                      <ns2:creationId id="{E0B91283-234F-83B8-05CB-F7B87FC1366E}"/>
                    </a:ext>
                  </a:extLst>
                </p:cNvPr>
                <p:cNvSpPr txBox="1"/>
                <p:nvPr/>
              </p:nvSpPr>
              <p:spPr>
                <a:xfrm>
                  <a:off x="6274988" y="5369567"/>
                  <a:ext cx="1548186" cy="863584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250" name="グラフィックス 249" descr="慈善 単色塗りつぶし">
                  <a:extLst>
                    <a:ext uri="{FF2B5EF4-FFF2-40B4-BE49-F238E27FC236}">
                      <ns2:creationId id="{D390DE96-0A65-9120-2904-400A931E08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3"/>
                    </a:ext>
                  </a:extLst>
                </a:blip>
                <a:srcRect/>
                <a:stretch/>
              </p:blipFill>
              <p:spPr>
                <a:xfrm>
                  <a:off x="5382404" y="5610754"/>
                  <a:ext cx="381210" cy="381210"/>
                </a:xfrm>
                <a:prstGeom prst="rect">
                  <a:avLst/>
                </a:prstGeom>
              </p:spPr>
            </p:pic>
            <p:pic>
              <p:nvPicPr>
                <p:cNvPr id="251" name="グラフィックス 250" descr="熱望 単色塗りつぶし">
                  <a:extLst>
                    <a:ext uri="{FF2B5EF4-FFF2-40B4-BE49-F238E27FC236}">
                      <ns2:creationId id="{7DF2FD29-4479-222A-9934-AE1BEFAFE9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4"/>
                    </a:ext>
                  </a:extLst>
                </a:blip>
                <a:srcRect/>
                <a:stretch/>
              </p:blipFill>
              <p:spPr>
                <a:xfrm>
                  <a:off x="5743021" y="5610754"/>
                  <a:ext cx="381210" cy="38121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11" name="グループ化 310">
              <a:extLst>
                <a:ext uri="{FF2B5EF4-FFF2-40B4-BE49-F238E27FC236}">
                  <ns2:creationId id="{7930BF1C-8179-2A9D-5FD4-108718E4E152}"/>
                </a:ext>
              </a:extLst>
            </p:cNvPr>
            <p:cNvGrpSpPr/>
            <p:nvPr/>
          </p:nvGrpSpPr>
          <p:grpSpPr>
            <a:xfrm>
              <a:off x="8177444" y="4887503"/>
              <a:ext cx="3679593" cy="1421223"/>
              <a:chOff x="8177444" y="4887503"/>
              <a:chExt cx="3679593" cy="1421223"/>
            </a:xfrm>
          </p:grpSpPr>
          <p:sp>
            <p:nvSpPr>
              <p:cNvPr id="152" name="正方形/長方形 151">
                <a:extLst>
                  <a:ext uri="{FF2B5EF4-FFF2-40B4-BE49-F238E27FC236}">
                    <ns2:creationId id="{08AB6CC3-17A0-2946-08CE-23A43B5734D9}"/>
                  </a:ext>
                </a:extLst>
              </p:cNvPr>
              <p:cNvSpPr/>
              <p:nvPr/>
            </p:nvSpPr>
            <p:spPr>
              <a:xfrm>
                <a:off x="8177444" y="4887503"/>
                <a:ext cx="3679593" cy="142122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09" name="グループ化 308">
                <a:extLst>
                  <a:ext uri="{FF2B5EF4-FFF2-40B4-BE49-F238E27FC236}">
                    <ns2:creationId id="{1DC285A7-9E25-3A3A-0A25-3FFA4E016C9F}"/>
                  </a:ext>
                </a:extLst>
              </p:cNvPr>
              <p:cNvGrpSpPr/>
              <p:nvPr/>
            </p:nvGrpSpPr>
            <p:grpSpPr>
              <a:xfrm>
                <a:off x="8221738" y="4944652"/>
                <a:ext cx="3600146" cy="1331678"/>
                <a:chOff x="8221738" y="4944652"/>
                <a:chExt cx="3600146" cy="1331678"/>
              </a:xfrm>
            </p:grpSpPr>
            <p:sp>
              <p:nvSpPr>
                <p:cNvPr id="74" name="テキスト ボックス 73">
                  <a:extLst>
                    <a:ext uri="{FF2B5EF4-FFF2-40B4-BE49-F238E27FC236}">
                      <ns2:creationId id="{27853FC9-AFA3-EBF0-A70F-DE45E836D871}"/>
                    </a:ext>
                  </a:extLst>
                </p:cNvPr>
                <p:cNvSpPr txBox="1"/>
                <p:nvPr/>
              </p:nvSpPr>
              <p:spPr>
                <a:xfrm>
                  <a:off x="8544624" y="4998386"/>
                  <a:ext cx="1318304" cy="274152"/>
                </a:xfrm>
                <a:prstGeom prst="rect">
                  <a:avLst/>
                </a:prstGeom>
                <a:noFill/>
              </p:spPr>
              <p:txBody>
                <a:bodyPr wrap="none" rtlCol="0" anchor="ctr" anchorCtr="0">
                  <a:noAutofit/>
                </a:bodyPr>
                <a:lstStyle/>
                <a:p>
                  <a:r>
                    <a:rPr kumimoji="1" lang="ja-JP" altLang="en-US" sz="14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29" name="グラフィックス 128" descr="非常に良い 単色塗りつぶし">
                  <a:extLst>
                    <a:ext uri="{FF2B5EF4-FFF2-40B4-BE49-F238E27FC236}">
                      <ns2:creationId id="{768F8CBB-3650-2056-09C6-749BEF2E23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5"/>
                    </a:ext>
                  </a:extLst>
                </a:blip>
                <a:srcRect/>
                <a:stretch/>
              </p:blipFill>
              <p:spPr>
                <a:xfrm>
                  <a:off x="8221738" y="4978893"/>
                  <a:ext cx="313136" cy="313136"/>
                </a:xfrm>
                <a:prstGeom prst="rect">
                  <a:avLst/>
                </a:prstGeom>
              </p:spPr>
            </p:pic>
            <p:sp>
              <p:nvSpPr>
                <p:cNvPr id="184" name="四角形: 角を丸くする 183">
                  <a:extLst>
                    <a:ext uri="{FF2B5EF4-FFF2-40B4-BE49-F238E27FC236}">
                      <ns2:creationId id="{2481841B-120B-1CF7-C1B2-315B57DC2A48}"/>
                    </a:ext>
                  </a:extLst>
                </p:cNvPr>
                <p:cNvSpPr/>
                <p:nvPr/>
              </p:nvSpPr>
              <p:spPr>
                <a:xfrm>
                  <a:off x="8280037" y="5543964"/>
                  <a:ext cx="853323" cy="514792"/>
                </a:xfrm>
                <a:prstGeom prst="roundRect">
                  <a:avLst>
                    <a:gd name="adj" fmla="val 3560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ns2:creationId id="{477EB5A9-A008-52E8-A6FC-0DA728929362}"/>
                    </a:ext>
                  </a:extLst>
                </p:cNvPr>
                <p:cNvSpPr/>
                <p:nvPr/>
              </p:nvSpPr>
              <p:spPr>
                <a:xfrm>
                  <a:off x="10626882" y="4944652"/>
                  <a:ext cx="1189650" cy="274153"/>
                </a:xfrm>
                <a:prstGeom prst="rect">
                  <a:avLst/>
                </a:prstGeom>
                <a:solidFill>
                  <a:srgbClr val="5CAF74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02" name="テキスト ボックス 201">
                  <a:extLst>
                    <a:ext uri="{FF2B5EF4-FFF2-40B4-BE49-F238E27FC236}">
                      <ns2:creationId id="{B5AE6CD2-ED91-B960-2153-7607246D0C9B}"/>
                    </a:ext>
                  </a:extLst>
                </p:cNvPr>
                <p:cNvSpPr txBox="1"/>
                <p:nvPr/>
              </p:nvSpPr>
              <p:spPr>
                <a:xfrm>
                  <a:off x="10448925" y="5326388"/>
                  <a:ext cx="1372959" cy="949942"/>
                </a:xfrm>
                <a:prstGeom prst="rect">
                  <a:avLst/>
                </a:prstGeom>
                <a:noFill/>
              </p:spPr>
              <p:txBody>
                <a:bodyPr wrap="square" lIns="36000" rIns="36000" rtlCol="0" anchor="ctr" anchorCtr="0">
                  <a:noAutofit/>
                </a:bodyPr>
                <a:lstStyle/>
                <a:p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257" name="グループ化 256">
                  <a:extLst>
                    <a:ext uri="{FF2B5EF4-FFF2-40B4-BE49-F238E27FC236}">
                      <ns2:creationId id="{D8A19AC5-4281-7340-7CFD-BD55452F3A51}"/>
                    </a:ext>
                  </a:extLst>
                </p:cNvPr>
                <p:cNvGrpSpPr/>
                <p:nvPr/>
              </p:nvGrpSpPr>
              <p:grpSpPr>
                <a:xfrm>
                  <a:off x="9396423" y="5424434"/>
                  <a:ext cx="853323" cy="769464"/>
                  <a:chOff x="9396423" y="5440144"/>
                  <a:chExt cx="853323" cy="755794"/>
                </a:xfrm>
              </p:grpSpPr>
              <p:pic>
                <p:nvPicPr>
                  <p:cNvPr id="252" name="グラフィックス 251" descr="歯科医療 単色塗りつぶし">
                    <a:extLst>
                      <a:ext uri="{FF2B5EF4-FFF2-40B4-BE49-F238E27FC236}">
                        <ns2:creationId id="{956A95D9-6118-56E8-5A2D-42922CAB064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6"/>
                      </a:ext>
                    </a:extLst>
                  </a:blip>
                  <a:srcRect/>
                  <a:stretch/>
                </p:blipFill>
                <p:spPr>
                  <a:xfrm>
                    <a:off x="9612516" y="5440144"/>
                    <a:ext cx="419838" cy="419838"/>
                  </a:xfrm>
                  <a:prstGeom prst="rect">
                    <a:avLst/>
                  </a:prstGeom>
                </p:spPr>
              </p:pic>
              <p:sp>
                <p:nvSpPr>
                  <p:cNvPr id="255" name="台形 254">
                    <a:extLst>
                      <a:ext uri="{FF2B5EF4-FFF2-40B4-BE49-F238E27FC236}">
                        <ns2:creationId id="{30F75020-3817-8D38-1F35-C18A1E5EE80D}"/>
                      </a:ext>
                    </a:extLst>
                  </p:cNvPr>
                  <p:cNvSpPr/>
                  <p:nvPr/>
                </p:nvSpPr>
                <p:spPr>
                  <a:xfrm>
                    <a:off x="9396423" y="5881688"/>
                    <a:ext cx="853323" cy="314250"/>
                  </a:xfrm>
                  <a:prstGeom prst="trapezoid">
                    <a:avLst/>
                  </a:prstGeom>
                  <a:solidFill>
                    <a:srgbClr val="ADD6C2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</p:grpSp>
        <p:grpSp>
          <p:nvGrpSpPr>
            <p:cNvPr id="312" name="グループ化 311">
              <a:extLst>
                <a:ext uri="{FF2B5EF4-FFF2-40B4-BE49-F238E27FC236}">
                  <ns2:creationId id="{1E4BC4FE-8998-A160-09E7-201B550851FF}"/>
                </a:ext>
              </a:extLst>
            </p:cNvPr>
            <p:cNvGrpSpPr/>
            <p:nvPr/>
          </p:nvGrpSpPr>
          <p:grpSpPr>
            <a:xfrm>
              <a:off x="353128" y="4887503"/>
              <a:ext cx="3679593" cy="1421223"/>
              <a:chOff x="353128" y="4887503"/>
              <a:chExt cx="3679593" cy="1421223"/>
            </a:xfrm>
          </p:grpSpPr>
          <p:sp>
            <p:nvSpPr>
              <p:cNvPr id="150" name="正方形/長方形 149">
                <a:extLst>
                  <a:ext uri="{FF2B5EF4-FFF2-40B4-BE49-F238E27FC236}">
                    <ns2:creationId id="{98C179F0-10AD-D55F-FE4E-560F92C01B6D}"/>
                  </a:ext>
                </a:extLst>
              </p:cNvPr>
              <p:cNvSpPr/>
              <p:nvPr/>
            </p:nvSpPr>
            <p:spPr>
              <a:xfrm>
                <a:off x="353128" y="4887503"/>
                <a:ext cx="3679593" cy="142122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テキスト ボックス 102">
                <a:extLst>
                  <a:ext uri="{FF2B5EF4-FFF2-40B4-BE49-F238E27FC236}">
                    <ns2:creationId id="{C11C15AA-3235-E828-48C5-5E7CB38E2280}"/>
                  </a:ext>
                </a:extLst>
              </p:cNvPr>
              <p:cNvSpPr txBox="1"/>
              <p:nvPr/>
            </p:nvSpPr>
            <p:spPr>
              <a:xfrm>
                <a:off x="689007" y="4934772"/>
                <a:ext cx="1640065" cy="401385"/>
              </a:xfrm>
              <a:prstGeom prst="rect">
                <a:avLst/>
              </a:prstGeom>
              <a:noFill/>
            </p:spPr>
            <p:txBody>
              <a:bodyPr wrap="none" rtlCol="0" anchor="ctr" anchorCtr="0"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83" name="グループ化 282">
                <a:extLst>
                  <a:ext uri="{FF2B5EF4-FFF2-40B4-BE49-F238E27FC236}">
                    <ns2:creationId id="{B83DB2B0-2249-5224-F4BB-8D146642E1C8}"/>
                  </a:ext>
                </a:extLst>
              </p:cNvPr>
              <p:cNvGrpSpPr/>
              <p:nvPr/>
            </p:nvGrpSpPr>
            <p:grpSpPr>
              <a:xfrm>
                <a:off x="460469" y="5405420"/>
                <a:ext cx="867353" cy="791879"/>
                <a:chOff x="460469" y="5454710"/>
                <a:chExt cx="867353" cy="777811"/>
              </a:xfrm>
            </p:grpSpPr>
            <p:sp>
              <p:nvSpPr>
                <p:cNvPr id="105" name="四角形: 角を丸くする 104">
                  <a:extLst>
                    <a:ext uri="{FF2B5EF4-FFF2-40B4-BE49-F238E27FC236}">
                      <ns2:creationId id="{8C95008F-3186-8DD9-DE66-4E076CFF2C7F}"/>
                    </a:ext>
                  </a:extLst>
                </p:cNvPr>
                <p:cNvSpPr/>
                <p:nvPr/>
              </p:nvSpPr>
              <p:spPr>
                <a:xfrm>
                  <a:off x="460469" y="5454710"/>
                  <a:ext cx="867353" cy="238610"/>
                </a:xfrm>
                <a:prstGeom prst="roundRect">
                  <a:avLst>
                    <a:gd name="adj" fmla="val 7410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07" name="四角形: 角を丸くする 106">
                  <a:extLst>
                    <a:ext uri="{FF2B5EF4-FFF2-40B4-BE49-F238E27FC236}">
                      <ns2:creationId id="{4D90296E-7356-3E96-1205-814FED6A2E9E}"/>
                    </a:ext>
                  </a:extLst>
                </p:cNvPr>
                <p:cNvSpPr/>
                <p:nvPr/>
              </p:nvSpPr>
              <p:spPr>
                <a:xfrm>
                  <a:off x="460469" y="5724312"/>
                  <a:ext cx="867353" cy="238608"/>
                </a:xfrm>
                <a:prstGeom prst="roundRect">
                  <a:avLst>
                    <a:gd name="adj" fmla="val 7410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SCM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09" name="四角形: 角を丸くする 108">
                  <a:extLst>
                    <a:ext uri="{FF2B5EF4-FFF2-40B4-BE49-F238E27FC236}">
                      <ns2:creationId id="{08B008B7-9FD4-9703-400D-9A786FBEE19B}"/>
                    </a:ext>
                  </a:extLst>
                </p:cNvPr>
                <p:cNvSpPr/>
                <p:nvPr/>
              </p:nvSpPr>
              <p:spPr>
                <a:xfrm>
                  <a:off x="460469" y="5993911"/>
                  <a:ext cx="867353" cy="238610"/>
                </a:xfrm>
                <a:prstGeom prst="roundRect">
                  <a:avLst>
                    <a:gd name="adj" fmla="val 7410"/>
                  </a:avLst>
                </a:prstGeom>
                <a:solidFill>
                  <a:schemeClr val="bg1"/>
                </a:solidFill>
                <a:ln w="9525">
                  <a:solidFill>
                    <a:srgbClr val="99CCB2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DX</a:t>
                  </a:r>
                  <a:endPara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pic>
            <p:nvPicPr>
              <p:cNvPr id="127" name="グラフィックス 126" descr="ブロックチェーン 単色塗りつぶし">
                <a:extLst>
                  <a:ext uri="{FF2B5EF4-FFF2-40B4-BE49-F238E27FC236}">
                    <ns2:creationId id="{D75C2F99-0E5D-336C-37C8-4E45475F0B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7"/>
                  </a:ext>
                </a:extLst>
              </a:blip>
              <a:srcRect/>
              <a:stretch/>
            </p:blipFill>
            <p:spPr>
              <a:xfrm>
                <a:off x="402316" y="4978894"/>
                <a:ext cx="313136" cy="313136"/>
              </a:xfrm>
              <a:prstGeom prst="rect">
                <a:avLst/>
              </a:prstGeom>
            </p:spPr>
          </p:pic>
          <p:sp>
            <p:nvSpPr>
              <p:cNvPr id="185" name="正方形/長方形 184">
                <a:extLst>
                  <a:ext uri="{FF2B5EF4-FFF2-40B4-BE49-F238E27FC236}">
                    <ns2:creationId id="{D08F64D0-C3E4-094C-4DEE-71B8D9C2D37D}"/>
                  </a:ext>
                </a:extLst>
              </p:cNvPr>
              <p:cNvSpPr/>
              <p:nvPr/>
            </p:nvSpPr>
            <p:spPr>
              <a:xfrm>
                <a:off x="2795577" y="4944652"/>
                <a:ext cx="1189650" cy="274153"/>
              </a:xfrm>
              <a:prstGeom prst="rect">
                <a:avLst/>
              </a:prstGeom>
              <a:solidFill>
                <a:srgbClr val="5CAF74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</a:p>
              <a:p>
                <a:pPr algn="ctr"/>
                <a:r>
                  <a:rPr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1" name="テキスト ボックス 200">
                <a:extLst>
                  <a:ext uri="{FF2B5EF4-FFF2-40B4-BE49-F238E27FC236}">
                    <ns2:creationId id="{8D69DB3F-16A9-C5C9-84F7-9FC61FB491AF}"/>
                  </a:ext>
                </a:extLst>
              </p:cNvPr>
              <p:cNvSpPr txBox="1"/>
              <p:nvPr/>
            </p:nvSpPr>
            <p:spPr>
              <a:xfrm>
                <a:off x="2496334" y="5369567"/>
                <a:ext cx="1517680" cy="863584"/>
              </a:xfrm>
              <a:prstGeom prst="rect">
                <a:avLst/>
              </a:prstGeom>
              <a:noFill/>
            </p:spPr>
            <p:txBody>
              <a:bodyPr wrap="square" lIns="36000" rIns="36000" rtlCol="0" anchor="ctr" anchorCtr="0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80" name="グループ化 279">
                <a:extLst>
                  <a:ext uri="{FF2B5EF4-FFF2-40B4-BE49-F238E27FC236}">
                    <ns2:creationId id="{9062AB93-91DD-A3B5-D814-C1BE5CE15C6E}"/>
                  </a:ext>
                </a:extLst>
              </p:cNvPr>
              <p:cNvGrpSpPr/>
              <p:nvPr/>
            </p:nvGrpSpPr>
            <p:grpSpPr>
              <a:xfrm>
                <a:off x="1528194" y="5607308"/>
                <a:ext cx="805218" cy="388105"/>
                <a:chOff x="1604394" y="5596072"/>
                <a:chExt cx="805218" cy="381210"/>
              </a:xfrm>
            </p:grpSpPr>
            <p:pic>
              <p:nvPicPr>
                <p:cNvPr id="249" name="グラフィックス 248" descr="アイデア 単色塗りつぶし">
                  <a:extLst>
                    <a:ext uri="{FF2B5EF4-FFF2-40B4-BE49-F238E27FC236}">
                      <ns2:creationId id="{338A4CA1-04C5-714F-9E1A-E4C8C2B8D9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8"/>
                    </a:ext>
                  </a:extLst>
                </a:blip>
                <a:srcRect/>
                <a:stretch/>
              </p:blipFill>
              <p:spPr>
                <a:xfrm>
                  <a:off x="1604394" y="5596072"/>
                  <a:ext cx="381210" cy="381210"/>
                </a:xfrm>
                <a:prstGeom prst="rect">
                  <a:avLst/>
                </a:prstGeom>
              </p:spPr>
            </p:pic>
            <p:pic>
              <p:nvPicPr>
                <p:cNvPr id="263" name="グラフィックス 262" descr="チェック マーク 単色塗りつぶし">
                  <a:extLst>
                    <a:ext uri="{FF2B5EF4-FFF2-40B4-BE49-F238E27FC236}">
                      <ns2:creationId id="{46E36DDA-23DA-97AB-A8A4-66A294607D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9"/>
                    </a:ext>
                  </a:extLst>
                </a:blip>
                <a:srcRect/>
                <a:stretch/>
              </p:blipFill>
              <p:spPr>
                <a:xfrm>
                  <a:off x="2028402" y="5596072"/>
                  <a:ext cx="381210" cy="38121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294" name="グループ化 293">
            <a:extLst>
              <a:ext uri="{FF2B5EF4-FFF2-40B4-BE49-F238E27FC236}">
                <ns2:creationId id="{3A768E97-1F28-C171-81A0-FB7E78C47300}"/>
              </a:ext>
            </a:extLst>
          </p:cNvPr>
          <p:cNvGrpSpPr/>
          <p:nvPr/>
        </p:nvGrpSpPr>
        <p:grpSpPr>
          <a:xfrm>
            <a:off x="10218699" y="1093854"/>
            <a:ext cx="1638339" cy="458300"/>
            <a:chOff x="10132019" y="1333020"/>
            <a:chExt cx="1638339" cy="458300"/>
          </a:xfrm>
        </p:grpSpPr>
        <p:sp>
          <p:nvSpPr>
            <p:cNvPr id="295" name="四角形: 角を丸くする 294">
              <a:extLst>
                <a:ext uri="{FF2B5EF4-FFF2-40B4-BE49-F238E27FC236}">
                  <ns2:creationId id="{DE1D8AAF-5F1B-9C4C-7CED-53825165BC46}"/>
                </a:ext>
              </a:extLst>
            </p:cNvPr>
            <p:cNvSpPr/>
            <p:nvPr/>
          </p:nvSpPr>
          <p:spPr>
            <a:xfrm>
              <a:off x="10951188" y="1511580"/>
              <a:ext cx="724659" cy="230480"/>
            </a:xfrm>
            <a:prstGeom prst="roundRect">
              <a:avLst>
                <a:gd name="adj" fmla="val 7810"/>
              </a:avLst>
            </a:prstGeom>
            <a:solidFill>
              <a:schemeClr val="bg1"/>
            </a:solidFill>
            <a:ln w="952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6" name="正方形/長方形 295">
              <a:extLst>
                <a:ext uri="{FF2B5EF4-FFF2-40B4-BE49-F238E27FC236}">
                  <ns2:creationId id="{2332DA1D-D1C2-DC19-00E9-2564D4275486}"/>
                </a:ext>
              </a:extLst>
            </p:cNvPr>
            <p:cNvSpPr/>
            <p:nvPr/>
          </p:nvSpPr>
          <p:spPr>
            <a:xfrm>
              <a:off x="10132021" y="1503327"/>
              <a:ext cx="839153" cy="23048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7" name="正方形/長方形 296">
              <a:extLst>
                <a:ext uri="{FF2B5EF4-FFF2-40B4-BE49-F238E27FC236}">
                  <ns2:creationId id="{1C25F716-E1D1-C2EB-CC49-F6747025A120}"/>
                </a:ext>
              </a:extLst>
            </p:cNvPr>
            <p:cNvSpPr/>
            <p:nvPr/>
          </p:nvSpPr>
          <p:spPr>
            <a:xfrm>
              <a:off x="10132019" y="1393318"/>
              <a:ext cx="1638339" cy="398002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8" name="正方形/長方形 297">
              <a:extLst>
                <a:ext uri="{FF2B5EF4-FFF2-40B4-BE49-F238E27FC236}">
                  <ns2:creationId id="{216B2EDA-3AA2-AF72-66F0-47C98B4A19C6}"/>
                </a:ext>
              </a:extLst>
            </p:cNvPr>
            <p:cNvSpPr/>
            <p:nvPr/>
          </p:nvSpPr>
          <p:spPr>
            <a:xfrm>
              <a:off x="10192175" y="1333020"/>
              <a:ext cx="403851" cy="14311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39925337"/>
      </p:ext>
    </p:extLst>
  </p:cSld>
  <p:clrMapOvr>
    <a:masterClrMapping/>
  </p:clrMapOvr>
</p:sld>
</file>

<file path=ppt/slides/slide7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74FDB7D-F095-FF48-27DD-BCE1DFAD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D54E655-0E37-2BED-2E74-F32CDEE2E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2218346-0274-67B3-9D26-1751D3C9F4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1587FF6A-24D5-0B83-D029-784BF20D7CA3}"/>
              </a:ext>
            </a:extLst>
          </p:cNvPr>
          <p:cNvSpPr/>
          <p:nvPr/>
        </p:nvSpPr>
        <p:spPr>
          <a:xfrm>
            <a:off x="334963" y="6043248"/>
            <a:ext cx="11522076" cy="26547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985FC16D-3EEF-15DF-66E4-5C52AEE4798B}"/>
              </a:ext>
            </a:extLst>
          </p:cNvPr>
          <p:cNvGrpSpPr/>
          <p:nvPr/>
        </p:nvGrpSpPr>
        <p:grpSpPr>
          <a:xfrm>
            <a:off x="334961" y="1628776"/>
            <a:ext cx="11522078" cy="4387009"/>
            <a:chOff x="334961" y="1628776"/>
            <a:chExt cx="11522078" cy="4387009"/>
          </a:xfrm>
        </p:grpSpPr>
        <p:grpSp>
          <p:nvGrpSpPr>
            <p:cNvPr id="28" name="グループ化 27">
              <a:extLst>
                <a:ext uri="{FF2B5EF4-FFF2-40B4-BE49-F238E27FC236}">
                  <ns2:creationId id="{1756CB6E-CC06-D44E-0513-2131C07050B4}"/>
                </a:ext>
              </a:extLst>
            </p:cNvPr>
            <p:cNvGrpSpPr/>
            <p:nvPr/>
          </p:nvGrpSpPr>
          <p:grpSpPr>
            <a:xfrm>
              <a:off x="334961" y="3907538"/>
              <a:ext cx="1126516" cy="2107588"/>
              <a:chOff x="334961" y="3907538"/>
              <a:chExt cx="1126516" cy="2107588"/>
            </a:xfrm>
          </p:grpSpPr>
          <p:sp>
            <p:nvSpPr>
              <p:cNvPr id="27" name="矢印: 五方向 26">
                <a:extLst>
                  <a:ext uri="{FF2B5EF4-FFF2-40B4-BE49-F238E27FC236}">
                    <ns2:creationId id="{1794867E-CF26-37B0-BC1E-B72DE32F23B5}"/>
                  </a:ext>
                </a:extLst>
              </p:cNvPr>
              <p:cNvSpPr/>
              <p:nvPr/>
            </p:nvSpPr>
            <p:spPr>
              <a:xfrm rot="5400000">
                <a:off x="-155575" y="4398074"/>
                <a:ext cx="2107588" cy="1126516"/>
              </a:xfrm>
              <a:prstGeom prst="homePlate">
                <a:avLst>
                  <a:gd name="adj" fmla="val 15958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none" lIns="576000" tIns="36000" rIns="36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" name="グラフィックス 9" descr="スキャナー 単色塗りつぶし">
                <a:extLst>
                  <a:ext uri="{FF2B5EF4-FFF2-40B4-BE49-F238E27FC236}">
                    <ns2:creationId id="{7C7269A0-B119-A2E3-C952-8A3A7E0415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34957" y="4171549"/>
                <a:ext cx="526522" cy="526522"/>
              </a:xfrm>
              <a:prstGeom prst="rect">
                <a:avLst/>
              </a:prstGeom>
            </p:spPr>
          </p:pic>
        </p:grpSp>
        <p:grpSp>
          <p:nvGrpSpPr>
            <p:cNvPr id="24" name="グループ化 23">
              <a:extLst>
                <a:ext uri="{FF2B5EF4-FFF2-40B4-BE49-F238E27FC236}">
                  <ns2:creationId id="{1AE468B2-3838-D9A7-CC96-F9C660C86CAB}"/>
                </a:ext>
              </a:extLst>
            </p:cNvPr>
            <p:cNvGrpSpPr/>
            <p:nvPr/>
          </p:nvGrpSpPr>
          <p:grpSpPr>
            <a:xfrm>
              <a:off x="334961" y="1628776"/>
              <a:ext cx="1126516" cy="2107588"/>
              <a:chOff x="334961" y="1628776"/>
              <a:chExt cx="1126516" cy="2107588"/>
            </a:xfrm>
          </p:grpSpPr>
          <p:sp>
            <p:nvSpPr>
              <p:cNvPr id="4" name="矢印: 五方向 3">
                <a:extLst>
                  <a:ext uri="{FF2B5EF4-FFF2-40B4-BE49-F238E27FC236}">
                    <ns2:creationId id="{FD967EED-50AB-1790-A355-469C8FE3C6EE}"/>
                  </a:ext>
                </a:extLst>
              </p:cNvPr>
              <p:cNvSpPr/>
              <p:nvPr/>
            </p:nvSpPr>
            <p:spPr>
              <a:xfrm rot="5400000">
                <a:off x="-155575" y="2119312"/>
                <a:ext cx="2107588" cy="1126516"/>
              </a:xfrm>
              <a:prstGeom prst="homePlate">
                <a:avLst>
                  <a:gd name="adj" fmla="val 15958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vert270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1" name="グラフィックス 20" descr="人と循環 単色塗りつぶし">
                <a:extLst>
                  <a:ext uri="{FF2B5EF4-FFF2-40B4-BE49-F238E27FC236}">
                    <ns2:creationId id="{412808E5-9345-E876-3010-9445A6B069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634958" y="1946603"/>
                <a:ext cx="526522" cy="526522"/>
              </a:xfrm>
              <a:prstGeom prst="rect">
                <a:avLst/>
              </a:prstGeom>
            </p:spPr>
          </p:pic>
        </p:grpSp>
        <p:grpSp>
          <p:nvGrpSpPr>
            <p:cNvPr id="106" name="グループ化 105">
              <a:extLst>
                <a:ext uri="{FF2B5EF4-FFF2-40B4-BE49-F238E27FC236}">
                  <ns2:creationId id="{07909AEF-1F7F-2ABC-316D-74A036FBC967}"/>
                </a:ext>
              </a:extLst>
            </p:cNvPr>
            <p:cNvGrpSpPr/>
            <p:nvPr/>
          </p:nvGrpSpPr>
          <p:grpSpPr>
            <a:xfrm>
              <a:off x="5627626" y="1628776"/>
              <a:ext cx="6229413" cy="4202688"/>
              <a:chOff x="5627626" y="1628776"/>
              <a:chExt cx="6229413" cy="4202688"/>
            </a:xfrm>
          </p:grpSpPr>
          <p:sp>
            <p:nvSpPr>
              <p:cNvPr id="80" name="四角形: 角を丸くする 79">
                <a:extLst>
                  <a:ext uri="{FF2B5EF4-FFF2-40B4-BE49-F238E27FC236}">
                    <ns2:creationId id="{82F1EFDF-5F03-6674-261A-4C0A5970C634}"/>
                  </a:ext>
                </a:extLst>
              </p:cNvPr>
              <p:cNvSpPr/>
              <p:nvPr/>
            </p:nvSpPr>
            <p:spPr>
              <a:xfrm>
                <a:off x="5627627" y="1628776"/>
                <a:ext cx="1906405" cy="1923926"/>
              </a:xfrm>
              <a:prstGeom prst="roundRect">
                <a:avLst>
                  <a:gd name="adj" fmla="val 4721"/>
                </a:avLst>
              </a:pr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1" name="四角形: 角を丸くする 80">
                <a:extLst>
                  <a:ext uri="{FF2B5EF4-FFF2-40B4-BE49-F238E27FC236}">
                    <ns2:creationId id="{87832108-EB3A-7F2C-4CBA-41B1E2841333}"/>
                  </a:ext>
                </a:extLst>
              </p:cNvPr>
              <p:cNvSpPr/>
              <p:nvPr/>
            </p:nvSpPr>
            <p:spPr>
              <a:xfrm>
                <a:off x="7789130" y="1628776"/>
                <a:ext cx="1906405" cy="1923926"/>
              </a:xfrm>
              <a:prstGeom prst="roundRect">
                <a:avLst>
                  <a:gd name="adj" fmla="val 4721"/>
                </a:avLst>
              </a:pr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2" name="四角形: 角を丸くする 81">
                <a:extLst>
                  <a:ext uri="{FF2B5EF4-FFF2-40B4-BE49-F238E27FC236}">
                    <ns2:creationId id="{86C4939C-5530-4B4D-9CBA-AFCBDAF18C8D}"/>
                  </a:ext>
                </a:extLst>
              </p:cNvPr>
              <p:cNvSpPr/>
              <p:nvPr/>
            </p:nvSpPr>
            <p:spPr>
              <a:xfrm>
                <a:off x="9950634" y="1628776"/>
                <a:ext cx="1906405" cy="1923926"/>
              </a:xfrm>
              <a:prstGeom prst="roundRect">
                <a:avLst>
                  <a:gd name="adj" fmla="val 4721"/>
                </a:avLst>
              </a:pr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4" name="四角形: 角を丸くする 83">
                <a:extLst>
                  <a:ext uri="{FF2B5EF4-FFF2-40B4-BE49-F238E27FC236}">
                    <ns2:creationId id="{754527B6-93A9-6542-4840-922930EAA065}"/>
                  </a:ext>
                </a:extLst>
              </p:cNvPr>
              <p:cNvSpPr/>
              <p:nvPr/>
            </p:nvSpPr>
            <p:spPr>
              <a:xfrm>
                <a:off x="5627626" y="3907538"/>
                <a:ext cx="1906405" cy="1923926"/>
              </a:xfrm>
              <a:prstGeom prst="roundRect">
                <a:avLst>
                  <a:gd name="adj" fmla="val 4721"/>
                </a:avLst>
              </a:pr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四角形: 角を丸くする 84">
                <a:extLst>
                  <a:ext uri="{FF2B5EF4-FFF2-40B4-BE49-F238E27FC236}">
                    <ns2:creationId id="{9CDD614D-ABDD-882B-F092-A3575D198A21}"/>
                  </a:ext>
                </a:extLst>
              </p:cNvPr>
              <p:cNvSpPr/>
              <p:nvPr/>
            </p:nvSpPr>
            <p:spPr>
              <a:xfrm>
                <a:off x="7789132" y="3907538"/>
                <a:ext cx="1906405" cy="1923926"/>
              </a:xfrm>
              <a:prstGeom prst="roundRect">
                <a:avLst>
                  <a:gd name="adj" fmla="val 4721"/>
                </a:avLst>
              </a:pr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6" name="四角形: 角を丸くする 85">
                <a:extLst>
                  <a:ext uri="{FF2B5EF4-FFF2-40B4-BE49-F238E27FC236}">
                    <ns2:creationId id="{47965078-6F07-3936-0399-6134A91A7DB6}"/>
                  </a:ext>
                </a:extLst>
              </p:cNvPr>
              <p:cNvSpPr/>
              <p:nvPr/>
            </p:nvSpPr>
            <p:spPr>
              <a:xfrm>
                <a:off x="9950634" y="3907538"/>
                <a:ext cx="1906405" cy="1923926"/>
              </a:xfrm>
              <a:prstGeom prst="roundRect">
                <a:avLst>
                  <a:gd name="adj" fmla="val 4721"/>
                </a:avLst>
              </a:pr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8" name="グループ化 97">
                <a:extLst>
                  <a:ext uri="{FF2B5EF4-FFF2-40B4-BE49-F238E27FC236}">
                    <ns2:creationId id="{BCFCE040-8231-D56E-9514-98B48911C67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359157" y="3508449"/>
                <a:ext cx="443343" cy="443343"/>
                <a:chOff x="6471504" y="3548674"/>
                <a:chExt cx="360000" cy="360000"/>
              </a:xfrm>
            </p:grpSpPr>
            <p:sp>
              <p:nvSpPr>
                <p:cNvPr id="96" name="円/楕円 32">
                  <a:extLst>
                    <a:ext uri="{FF2B5EF4-FFF2-40B4-BE49-F238E27FC236}">
                      <ns2:creationId id="{611BA4B6-0002-0270-CB29-346283F4C37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471504" y="3548674"/>
                  <a:ext cx="36000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pic>
              <p:nvPicPr>
                <p:cNvPr id="97" name="グラフィックス 96" descr="キャレットを下へ 枠線">
                  <a:extLst>
                    <a:ext uri="{FF2B5EF4-FFF2-40B4-BE49-F238E27FC236}">
                      <ns2:creationId id="{D2C8903E-123B-78A7-F50A-53CF11B9A0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71504" y="3548674"/>
                  <a:ext cx="360000" cy="360000"/>
                </a:xfrm>
                <a:prstGeom prst="rect">
                  <a:avLst/>
                </a:prstGeom>
              </p:spPr>
            </p:pic>
          </p:grpSp>
          <p:grpSp>
            <p:nvGrpSpPr>
              <p:cNvPr id="99" name="グループ化 98">
                <a:extLst>
                  <a:ext uri="{FF2B5EF4-FFF2-40B4-BE49-F238E27FC236}">
                    <ns2:creationId id="{2643789C-6210-C557-2480-20782690BBE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520661" y="3508449"/>
                <a:ext cx="443343" cy="443343"/>
                <a:chOff x="6471504" y="3548674"/>
                <a:chExt cx="360000" cy="360000"/>
              </a:xfrm>
            </p:grpSpPr>
            <p:sp>
              <p:nvSpPr>
                <p:cNvPr id="100" name="円/楕円 32">
                  <a:extLst>
                    <a:ext uri="{FF2B5EF4-FFF2-40B4-BE49-F238E27FC236}">
                      <ns2:creationId id="{34743209-A9E3-ED4A-A134-8DC1BB2A220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471504" y="3548674"/>
                  <a:ext cx="36000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pic>
              <p:nvPicPr>
                <p:cNvPr id="101" name="グラフィックス 100" descr="キャレットを下へ 枠線">
                  <a:extLst>
                    <a:ext uri="{FF2B5EF4-FFF2-40B4-BE49-F238E27FC236}">
                      <ns2:creationId id="{29CC4A40-10DB-2EFC-629E-A326F4FE61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71504" y="3548674"/>
                  <a:ext cx="360000" cy="360000"/>
                </a:xfrm>
                <a:prstGeom prst="rect">
                  <a:avLst/>
                </a:prstGeom>
              </p:spPr>
            </p:pic>
          </p:grpSp>
          <p:grpSp>
            <p:nvGrpSpPr>
              <p:cNvPr id="102" name="グループ化 101">
                <a:extLst>
                  <a:ext uri="{FF2B5EF4-FFF2-40B4-BE49-F238E27FC236}">
                    <ns2:creationId id="{80EE6B30-C80C-15A3-BC5D-334F62F8B07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0682166" y="3508449"/>
                <a:ext cx="443343" cy="443343"/>
                <a:chOff x="6471504" y="3548674"/>
                <a:chExt cx="360000" cy="360000"/>
              </a:xfrm>
            </p:grpSpPr>
            <p:sp>
              <p:nvSpPr>
                <p:cNvPr id="103" name="円/楕円 32">
                  <a:extLst>
                    <a:ext uri="{FF2B5EF4-FFF2-40B4-BE49-F238E27FC236}">
                      <ns2:creationId id="{D7DC731A-E61B-38AC-ED73-9F6EA0E7124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471504" y="3548674"/>
                  <a:ext cx="36000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pic>
              <p:nvPicPr>
                <p:cNvPr id="104" name="グラフィックス 103" descr="キャレットを下へ 枠線">
                  <a:extLst>
                    <a:ext uri="{FF2B5EF4-FFF2-40B4-BE49-F238E27FC236}">
                      <ns2:creationId id="{16B14454-21B2-EB76-1387-26F6414A25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71504" y="3548674"/>
                  <a:ext cx="360000" cy="360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6" name="グループ化 35">
              <a:extLst>
                <a:ext uri="{FF2B5EF4-FFF2-40B4-BE49-F238E27FC236}">
                  <ns2:creationId id="{501299B8-BCD1-FC97-4560-77F0F5E9A9A9}"/>
                </a:ext>
              </a:extLst>
            </p:cNvPr>
            <p:cNvGrpSpPr/>
            <p:nvPr/>
          </p:nvGrpSpPr>
          <p:grpSpPr>
            <a:xfrm>
              <a:off x="1548991" y="3906465"/>
              <a:ext cx="3778639" cy="2109320"/>
              <a:chOff x="1548991" y="3906465"/>
              <a:chExt cx="3778639" cy="2109320"/>
            </a:xfrm>
          </p:grpSpPr>
          <p:sp>
            <p:nvSpPr>
              <p:cNvPr id="8" name="ホームベース 64">
                <a:extLst>
                  <a:ext uri="{FF2B5EF4-FFF2-40B4-BE49-F238E27FC236}">
                    <ns2:creationId id="{53EDB407-DCF6-5890-8192-EF2DB3D28572}"/>
                  </a:ext>
                </a:extLst>
              </p:cNvPr>
              <p:cNvSpPr/>
              <p:nvPr/>
            </p:nvSpPr>
            <p:spPr>
              <a:xfrm rot="5400000">
                <a:off x="3051311" y="2404145"/>
                <a:ext cx="774000" cy="3778639"/>
              </a:xfrm>
              <a:prstGeom prst="homePlate">
                <a:avLst>
                  <a:gd name="adj" fmla="val 23315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9" name="山形 65">
                <a:extLst>
                  <a:ext uri="{FF2B5EF4-FFF2-40B4-BE49-F238E27FC236}">
                    <ns2:creationId id="{F6F4E201-7CC8-2C8A-4EC4-C5049E24C90F}"/>
                  </a:ext>
                </a:extLst>
              </p:cNvPr>
              <p:cNvSpPr/>
              <p:nvPr/>
            </p:nvSpPr>
            <p:spPr>
              <a:xfrm rot="5400000">
                <a:off x="3051311" y="3071805"/>
                <a:ext cx="774000" cy="3778639"/>
              </a:xfrm>
              <a:prstGeom prst="chevron">
                <a:avLst>
                  <a:gd name="adj" fmla="val 23315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" name="山形 66">
                <a:extLst>
                  <a:ext uri="{FF2B5EF4-FFF2-40B4-BE49-F238E27FC236}">
                    <ns2:creationId id="{252507EE-54C6-677F-52FE-9D070AAC5192}"/>
                  </a:ext>
                </a:extLst>
              </p:cNvPr>
              <p:cNvSpPr/>
              <p:nvPr/>
            </p:nvSpPr>
            <p:spPr>
              <a:xfrm rot="5400000">
                <a:off x="3051311" y="3739465"/>
                <a:ext cx="774000" cy="3778639"/>
              </a:xfrm>
              <a:prstGeom prst="chevron">
                <a:avLst>
                  <a:gd name="adj" fmla="val 23315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CFFFBAFA-B1C5-1136-504E-25ABAFA4A564}"/>
                  </a:ext>
                </a:extLst>
              </p:cNvPr>
              <p:cNvSpPr/>
              <p:nvPr/>
            </p:nvSpPr>
            <p:spPr>
              <a:xfrm>
                <a:off x="2420066" y="5551440"/>
                <a:ext cx="2448000" cy="23777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" name="グラフィックス 32" descr="教室 単色塗りつぶし">
                <a:extLst>
                  <a:ext uri="{FF2B5EF4-FFF2-40B4-BE49-F238E27FC236}">
                    <ns2:creationId id="{2C1C7CD2-4B25-72D5-797F-195492D06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2008550" y="5421584"/>
                <a:ext cx="411516" cy="410400"/>
              </a:xfrm>
              <a:prstGeom prst="rect">
                <a:avLst/>
              </a:prstGeom>
            </p:spPr>
          </p:pic>
          <p:sp>
            <p:nvSpPr>
              <p:cNvPr id="19" name="正方形/長方形 18">
                <a:extLst>
                  <a:ext uri="{FF2B5EF4-FFF2-40B4-BE49-F238E27FC236}">
                    <ns2:creationId id="{4C2EB1C9-067D-A61C-3861-DD2D190E1495}"/>
                  </a:ext>
                </a:extLst>
              </p:cNvPr>
              <p:cNvSpPr/>
              <p:nvPr/>
            </p:nvSpPr>
            <p:spPr>
              <a:xfrm>
                <a:off x="4139306" y="4880151"/>
                <a:ext cx="684000" cy="23777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" name="グラフィックス 19" descr="ターゲット 単色塗りつぶし">
                <a:extLst>
                  <a:ext uri="{FF2B5EF4-FFF2-40B4-BE49-F238E27FC236}">
                    <ns2:creationId id="{0347334C-F282-9253-8C50-44829162AF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3727790" y="4793839"/>
                <a:ext cx="411516" cy="410400"/>
              </a:xfrm>
              <a:prstGeom prst="rect">
                <a:avLst/>
              </a:prstGeom>
            </p:spPr>
          </p:pic>
          <p:sp>
            <p:nvSpPr>
              <p:cNvPr id="23" name="正方形/長方形 22">
                <a:extLst>
                  <a:ext uri="{FF2B5EF4-FFF2-40B4-BE49-F238E27FC236}">
                    <ns2:creationId id="{4116B040-DBEC-A255-98DA-781E6E194483}"/>
                  </a:ext>
                </a:extLst>
              </p:cNvPr>
              <p:cNvSpPr/>
              <p:nvPr/>
            </p:nvSpPr>
            <p:spPr>
              <a:xfrm>
                <a:off x="2754117" y="4880155"/>
                <a:ext cx="432000" cy="23777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6" name="グラフィックス 25" descr="レーダー チャート 単色塗りつぶし">
                <a:extLst>
                  <a:ext uri="{FF2B5EF4-FFF2-40B4-BE49-F238E27FC236}">
                    <ns2:creationId id="{F8BD3DC8-2001-E118-29F7-6750F6A1A2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2342601" y="4793839"/>
                <a:ext cx="411516" cy="410400"/>
              </a:xfrm>
              <a:prstGeom prst="rect">
                <a:avLst/>
              </a:prstGeom>
            </p:spPr>
          </p:pic>
          <p:sp>
            <p:nvSpPr>
              <p:cNvPr id="34" name="三角形 60">
                <a:extLst>
                  <a:ext uri="{FF2B5EF4-FFF2-40B4-BE49-F238E27FC236}">
                    <ns2:creationId id="{66331CCF-A223-FBCC-AF59-72930D3D4438}"/>
                  </a:ext>
                </a:extLst>
              </p:cNvPr>
              <p:cNvSpPr/>
              <p:nvPr/>
            </p:nvSpPr>
            <p:spPr>
              <a:xfrm rot="5400000">
                <a:off x="3247728" y="4929186"/>
                <a:ext cx="381164" cy="139712"/>
              </a:xfrm>
              <a:prstGeom prst="triangle">
                <a:avLst/>
              </a:prstGeom>
              <a:solidFill>
                <a:schemeClr val="bg1"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B2D53D2B-5E14-BCA8-A58A-1895336ADBDE}"/>
                  </a:ext>
                </a:extLst>
              </p:cNvPr>
              <p:cNvSpPr/>
              <p:nvPr/>
            </p:nvSpPr>
            <p:spPr>
              <a:xfrm>
                <a:off x="2332359" y="4357260"/>
                <a:ext cx="864000" cy="23777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" name="グラフィックス 13" descr="オフィス ワーカー (男性) 単色塗りつぶし">
                <a:extLst>
                  <a:ext uri="{FF2B5EF4-FFF2-40B4-BE49-F238E27FC236}">
                    <ns2:creationId id="{6522EA43-088E-593D-6939-DE80646ED2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2558601" y="3939117"/>
                <a:ext cx="411516" cy="410400"/>
              </a:xfrm>
              <a:prstGeom prst="rect">
                <a:avLst/>
              </a:prstGeom>
            </p:spPr>
          </p:pic>
          <p:sp>
            <p:nvSpPr>
              <p:cNvPr id="13" name="正方形/長方形 12">
                <a:extLst>
                  <a:ext uri="{FF2B5EF4-FFF2-40B4-BE49-F238E27FC236}">
                    <ns2:creationId id="{AA0D5BDD-0572-2952-31F0-12A475BCEA46}"/>
                  </a:ext>
                </a:extLst>
              </p:cNvPr>
              <p:cNvSpPr/>
              <p:nvPr/>
            </p:nvSpPr>
            <p:spPr>
              <a:xfrm>
                <a:off x="3680258" y="4357260"/>
                <a:ext cx="864000" cy="23777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6" name="グラフィックス 15" descr="モノのインターネット 単色塗りつぶし">
                <a:extLst>
                  <a:ext uri="{FF2B5EF4-FFF2-40B4-BE49-F238E27FC236}">
                    <ns2:creationId id="{CC30DEAD-3B3F-1FBA-9012-853A7A3A9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3906500" y="3939117"/>
                <a:ext cx="411516" cy="410400"/>
              </a:xfrm>
              <a:prstGeom prst="rect">
                <a:avLst/>
              </a:prstGeom>
            </p:spPr>
          </p:pic>
          <p:sp>
            <p:nvSpPr>
              <p:cNvPr id="42" name="正方形/長方形 41">
                <a:extLst>
                  <a:ext uri="{FF2B5EF4-FFF2-40B4-BE49-F238E27FC236}">
                    <ns2:creationId id="{C5517D14-ABD7-A193-B091-1DCFFA859F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04122" y="3992719"/>
                <a:ext cx="468374" cy="46799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10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4400" dirty="0">
                    <a:solidFill>
                      <a:srgbClr val="008000">
                        <a:alpha val="7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endParaRPr lang="ja-JP" altLang="en-US" sz="4400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2" name="グループ化 71">
              <a:extLst>
                <a:ext uri="{FF2B5EF4-FFF2-40B4-BE49-F238E27FC236}">
                  <ns2:creationId id="{505B53E8-9EF9-5DE4-7722-7900606F5EBA}"/>
                </a:ext>
              </a:extLst>
            </p:cNvPr>
            <p:cNvGrpSpPr/>
            <p:nvPr/>
          </p:nvGrpSpPr>
          <p:grpSpPr>
            <a:xfrm>
              <a:off x="2231284" y="1631821"/>
              <a:ext cx="2414051" cy="2101497"/>
              <a:chOff x="2193006" y="1628775"/>
              <a:chExt cx="2414051" cy="2101497"/>
            </a:xfrm>
          </p:grpSpPr>
          <p:sp>
            <p:nvSpPr>
              <p:cNvPr id="58" name="楕円 57">
                <a:extLst>
                  <a:ext uri="{FF2B5EF4-FFF2-40B4-BE49-F238E27FC236}">
                    <ns2:creationId id="{43BFD083-3FD6-FF2A-D04F-0F35587B8F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567710" y="1957225"/>
                <a:ext cx="1664642" cy="1666335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  <a:effectLst>
                <a:innerShdw blurRad="368300">
                  <a:schemeClr val="accent6">
                    <a:lumMod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grpSp>
            <p:nvGrpSpPr>
              <p:cNvPr id="71" name="グループ化 70">
                <a:extLst>
                  <a:ext uri="{FF2B5EF4-FFF2-40B4-BE49-F238E27FC236}">
                    <ns2:creationId id="{648CA92F-C2CE-F77A-AF5B-3E6E59AA282C}"/>
                  </a:ext>
                </a:extLst>
              </p:cNvPr>
              <p:cNvGrpSpPr/>
              <p:nvPr/>
            </p:nvGrpSpPr>
            <p:grpSpPr>
              <a:xfrm>
                <a:off x="2885314" y="1628775"/>
                <a:ext cx="1029434" cy="1029434"/>
                <a:chOff x="2885314" y="1628775"/>
                <a:chExt cx="1029434" cy="1029434"/>
              </a:xfrm>
            </p:grpSpPr>
            <p:sp>
              <p:nvSpPr>
                <p:cNvPr id="59" name="フローチャート: 結合子 58">
                  <a:extLst>
                    <a:ext uri="{FF2B5EF4-FFF2-40B4-BE49-F238E27FC236}">
                      <ns2:creationId id="{88D4C763-5B32-F5E3-B122-D5913391C8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885314" y="1628775"/>
                  <a:ext cx="1029434" cy="1029434"/>
                </a:xfrm>
                <a:prstGeom prst="flowChartConnector">
                  <a:avLst/>
                </a:prstGeom>
                <a:solidFill>
                  <a:srgbClr val="008000"/>
                </a:solidFill>
                <a:ln w="38100">
                  <a:noFill/>
                </a:ln>
                <a:effectLst>
                  <a:innerShdw blurRad="444500" dist="50800" dir="2700000">
                    <a:schemeClr val="accent5">
                      <a:lumMod val="50000"/>
                    </a:schemeClr>
                  </a:inn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72000" rtlCol="0" anchor="b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pic>
              <p:nvPicPr>
                <p:cNvPr id="63" name="グラフィックス 62" descr="クリップボード 単色塗りつぶし">
                  <a:extLst>
                    <a:ext uri="{FF2B5EF4-FFF2-40B4-BE49-F238E27FC236}">
                      <ns2:creationId id="{D03253BE-4C7D-333D-A013-E7FC345C983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170795" y="1726650"/>
                  <a:ext cx="458471" cy="458471"/>
                </a:xfrm>
                <a:prstGeom prst="rect">
                  <a:avLst/>
                </a:prstGeom>
              </p:spPr>
            </p:pic>
          </p:grpSp>
          <p:grpSp>
            <p:nvGrpSpPr>
              <p:cNvPr id="69" name="グループ化 68">
                <a:extLst>
                  <a:ext uri="{FF2B5EF4-FFF2-40B4-BE49-F238E27FC236}">
                    <ns2:creationId id="{EBBF7955-34BE-9407-F2A6-0D8CBFF7E69A}"/>
                  </a:ext>
                </a:extLst>
              </p:cNvPr>
              <p:cNvGrpSpPr/>
              <p:nvPr/>
            </p:nvGrpSpPr>
            <p:grpSpPr>
              <a:xfrm>
                <a:off x="2193006" y="2700838"/>
                <a:ext cx="1029434" cy="1029433"/>
                <a:chOff x="2193006" y="2700838"/>
                <a:chExt cx="1029434" cy="1029433"/>
              </a:xfrm>
            </p:grpSpPr>
            <p:sp>
              <p:nvSpPr>
                <p:cNvPr id="61" name="フローチャート: 結合子 60">
                  <a:extLst>
                    <a:ext uri="{FF2B5EF4-FFF2-40B4-BE49-F238E27FC236}">
                      <ns2:creationId id="{68C79BA6-39AC-4219-DDB7-73784A6CC8A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93006" y="2700838"/>
                  <a:ext cx="1029434" cy="1029433"/>
                </a:xfrm>
                <a:prstGeom prst="flowChartConnector">
                  <a:avLst/>
                </a:prstGeom>
                <a:solidFill>
                  <a:srgbClr val="008000"/>
                </a:solidFill>
                <a:ln w="38100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  <a:effectLst>
                  <a:innerShdw blurRad="444500" dist="50800" dir="2700000">
                    <a:schemeClr val="accent5">
                      <a:lumMod val="50000"/>
                    </a:schemeClr>
                  </a:inn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6000" rIns="0" bIns="72000" rtlCol="0" anchor="b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65" name="グラフィックス 64" descr="接続 単色塗りつぶし">
                  <a:extLst>
                    <a:ext uri="{FF2B5EF4-FFF2-40B4-BE49-F238E27FC236}">
                      <ns2:creationId id="{3C0F2789-B600-FABE-E769-CE3D93EE04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78487" y="2861141"/>
                  <a:ext cx="458471" cy="458471"/>
                </a:xfrm>
                <a:prstGeom prst="rect">
                  <a:avLst/>
                </a:prstGeom>
              </p:spPr>
            </p:pic>
          </p:grpSp>
          <p:grpSp>
            <p:nvGrpSpPr>
              <p:cNvPr id="70" name="グループ化 69">
                <a:extLst>
                  <a:ext uri="{FF2B5EF4-FFF2-40B4-BE49-F238E27FC236}">
                    <ns2:creationId id="{A085016D-C04E-582E-F764-768838648593}"/>
                  </a:ext>
                </a:extLst>
              </p:cNvPr>
              <p:cNvGrpSpPr/>
              <p:nvPr/>
            </p:nvGrpSpPr>
            <p:grpSpPr>
              <a:xfrm>
                <a:off x="3577623" y="2700838"/>
                <a:ext cx="1029434" cy="1029434"/>
                <a:chOff x="3577623" y="2700838"/>
                <a:chExt cx="1029434" cy="1029434"/>
              </a:xfrm>
            </p:grpSpPr>
            <p:sp>
              <p:nvSpPr>
                <p:cNvPr id="60" name="フローチャート: 結合子 59">
                  <a:extLst>
                    <a:ext uri="{FF2B5EF4-FFF2-40B4-BE49-F238E27FC236}">
                      <ns2:creationId id="{8F7D2F1D-9A6B-D982-8C55-CED147BB34B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577623" y="2700838"/>
                  <a:ext cx="1029434" cy="1029434"/>
                </a:xfrm>
                <a:prstGeom prst="flowChartConnector">
                  <a:avLst/>
                </a:prstGeom>
                <a:solidFill>
                  <a:srgbClr val="008000"/>
                </a:solidFill>
                <a:ln w="38100" cap="flat" cmpd="sng" algn="ctr">
                  <a:noFill/>
                  <a:prstDash val="solid"/>
                  <a:miter lim="800000"/>
                  <a:headEnd type="none" w="med" len="med"/>
                  <a:tailEnd type="none" w="med" len="med"/>
                </a:ln>
                <a:effectLst>
                  <a:innerShdw blurRad="444500" dist="50800" dir="2700000">
                    <a:schemeClr val="accent5">
                      <a:lumMod val="50000"/>
                    </a:schemeClr>
                  </a:inn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6000" rIns="0" bIns="72000" rtlCol="0" anchor="b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67" name="グラフィックス 66" descr="対象の人々 単色塗りつぶし">
                  <a:extLst>
                    <a:ext uri="{FF2B5EF4-FFF2-40B4-BE49-F238E27FC236}">
                      <ns2:creationId id="{C7C12E63-7010-7300-46AA-30D4A87B8C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63105" y="2861141"/>
                  <a:ext cx="458471" cy="458471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993544496"/>
      </p:ext>
    </p:extLst>
  </p:cSld>
  <p:clrMapOvr>
    <a:masterClrMapping/>
  </p:clrMapOvr>
</p:sld>
</file>

<file path=ppt/slides/slide7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9C11044-312D-A2EC-D698-D9D845E47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415E059-0501-1828-DD99-DE545AB2C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4719122-E208-7510-438E-47E695833D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4A32BD97-C856-0247-D9CD-0062726C0319}"/>
              </a:ext>
            </a:extLst>
          </p:cNvPr>
          <p:cNvSpPr/>
          <p:nvPr/>
        </p:nvSpPr>
        <p:spPr>
          <a:xfrm>
            <a:off x="334963" y="6043248"/>
            <a:ext cx="11522076" cy="26547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3E02540B-9953-5F47-1130-E63F8A6FBE45}"/>
              </a:ext>
            </a:extLst>
          </p:cNvPr>
          <p:cNvGrpSpPr/>
          <p:nvPr/>
        </p:nvGrpSpPr>
        <p:grpSpPr>
          <a:xfrm>
            <a:off x="334961" y="1628776"/>
            <a:ext cx="1126516" cy="2107588"/>
            <a:chOff x="334961" y="1628776"/>
            <a:chExt cx="1126516" cy="2107588"/>
          </a:xfrm>
        </p:grpSpPr>
        <p:sp>
          <p:nvSpPr>
            <p:cNvPr id="4" name="矢印: 五方向 3">
              <a:extLst>
                <a:ext uri="{FF2B5EF4-FFF2-40B4-BE49-F238E27FC236}">
                  <ns2:creationId id="{A823BDFE-E816-FC4F-280E-34E12D04709A}"/>
                </a:ext>
              </a:extLst>
            </p:cNvPr>
            <p:cNvSpPr/>
            <p:nvPr/>
          </p:nvSpPr>
          <p:spPr>
            <a:xfrm rot="5400000">
              <a:off x="-155575" y="2119312"/>
              <a:ext cx="2107588" cy="1126516"/>
            </a:xfrm>
            <a:prstGeom prst="homePlate">
              <a:avLst>
                <a:gd name="adj" fmla="val 15958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1" name="グラフィックス 20" descr="フローチャート 単色塗りつぶし">
              <a:extLst>
                <a:ext uri="{FF2B5EF4-FFF2-40B4-BE49-F238E27FC236}">
                  <ns2:creationId id="{CC843AFC-A0CA-9471-DA4C-E7683E8C7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34958" y="1905484"/>
              <a:ext cx="526522" cy="526522"/>
            </a:xfrm>
            <a:prstGeom prst="rect">
              <a:avLst/>
            </a:prstGeom>
          </p:spPr>
        </p:pic>
      </p:grpSp>
      <p:sp>
        <p:nvSpPr>
          <p:cNvPr id="80" name="四角形: 角を丸くする 79">
            <a:extLst>
              <a:ext uri="{FF2B5EF4-FFF2-40B4-BE49-F238E27FC236}">
                <ns2:creationId id="{FA73F9F9-7C1E-0E4F-93E4-04D4239F3FC3}"/>
              </a:ext>
            </a:extLst>
          </p:cNvPr>
          <p:cNvSpPr/>
          <p:nvPr/>
        </p:nvSpPr>
        <p:spPr>
          <a:xfrm>
            <a:off x="5627627" y="1628776"/>
            <a:ext cx="6229411" cy="1923926"/>
          </a:xfrm>
          <a:prstGeom prst="roundRect">
            <a:avLst>
              <a:gd name="adj" fmla="val 4678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4" name="四角形: 角を丸くする 83">
            <a:extLst>
              <a:ext uri="{FF2B5EF4-FFF2-40B4-BE49-F238E27FC236}">
                <ns2:creationId id="{F34567A2-5E45-084D-2BCB-A23596BCCAC0}"/>
              </a:ext>
            </a:extLst>
          </p:cNvPr>
          <p:cNvSpPr/>
          <p:nvPr/>
        </p:nvSpPr>
        <p:spPr>
          <a:xfrm>
            <a:off x="5627626" y="3907538"/>
            <a:ext cx="6229413" cy="1923926"/>
          </a:xfrm>
          <a:prstGeom prst="roundRect">
            <a:avLst>
              <a:gd name="adj" fmla="val 4678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API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98" name="グループ化 97">
            <a:extLst>
              <a:ext uri="{FF2B5EF4-FFF2-40B4-BE49-F238E27FC236}">
                <ns2:creationId id="{F5A4D5A1-FEAD-AA8B-4E8D-E3B889235731}"/>
              </a:ext>
            </a:extLst>
          </p:cNvPr>
          <p:cNvGrpSpPr>
            <a:grpSpLocks noChangeAspect="1"/>
          </p:cNvGrpSpPr>
          <p:nvPr/>
        </p:nvGrpSpPr>
        <p:grpSpPr>
          <a:xfrm>
            <a:off x="8520660" y="3508449"/>
            <a:ext cx="443343" cy="443343"/>
            <a:chOff x="6471504" y="3548674"/>
            <a:chExt cx="360000" cy="360000"/>
          </a:xfrm>
        </p:grpSpPr>
        <p:sp>
          <p:nvSpPr>
            <p:cNvPr id="96" name="円/楕円 32">
              <a:extLst>
                <a:ext uri="{FF2B5EF4-FFF2-40B4-BE49-F238E27FC236}">
                  <ns2:creationId id="{CF8A4310-2648-9770-41D2-E16E9B179D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71504" y="354867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pic>
          <p:nvPicPr>
            <p:cNvPr id="97" name="グラフィックス 96" descr="キャレットを下へ 枠線">
              <a:extLst>
                <a:ext uri="{FF2B5EF4-FFF2-40B4-BE49-F238E27FC236}">
                  <ns2:creationId id="{41D69B62-D62E-67B1-6CF6-51416E82CD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471504" y="3548674"/>
              <a:ext cx="360000" cy="360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ns2:creationId id="{9B573547-0831-F089-1AD1-3FA4E6D80AED}"/>
              </a:ext>
            </a:extLst>
          </p:cNvPr>
          <p:cNvGrpSpPr/>
          <p:nvPr/>
        </p:nvGrpSpPr>
        <p:grpSpPr>
          <a:xfrm>
            <a:off x="334961" y="3907538"/>
            <a:ext cx="1126516" cy="2107588"/>
            <a:chOff x="334961" y="3907538"/>
            <a:chExt cx="1126516" cy="2107588"/>
          </a:xfrm>
        </p:grpSpPr>
        <p:sp>
          <p:nvSpPr>
            <p:cNvPr id="8" name="矢印: 五方向 7">
              <a:extLst>
                <a:ext uri="{FF2B5EF4-FFF2-40B4-BE49-F238E27FC236}">
                  <ns2:creationId id="{3F5B7C43-0DDE-97C1-E0B2-51050A8F5E4C}"/>
                </a:ext>
              </a:extLst>
            </p:cNvPr>
            <p:cNvSpPr/>
            <p:nvPr/>
          </p:nvSpPr>
          <p:spPr>
            <a:xfrm rot="5400000">
              <a:off x="-155575" y="4398074"/>
              <a:ext cx="2107588" cy="1126516"/>
            </a:xfrm>
            <a:prstGeom prst="homePlate">
              <a:avLst>
                <a:gd name="adj" fmla="val 15958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none" lIns="576000" tIns="36000" rIns="36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9" name="グラフィックス 8" descr="スキャナー 単色塗りつぶし">
              <a:extLst>
                <a:ext uri="{FF2B5EF4-FFF2-40B4-BE49-F238E27FC236}">
                  <ns2:creationId id="{6DB9500A-6CD9-EE75-41B8-E4AC514DD4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634957" y="4171549"/>
              <a:ext cx="526522" cy="526522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ns2:creationId id="{1430B773-6000-8E41-5D4E-2C8A2AD21E3D}"/>
              </a:ext>
            </a:extLst>
          </p:cNvPr>
          <p:cNvGrpSpPr/>
          <p:nvPr/>
        </p:nvGrpSpPr>
        <p:grpSpPr>
          <a:xfrm>
            <a:off x="1548990" y="1596118"/>
            <a:ext cx="3787268" cy="1962381"/>
            <a:chOff x="1548990" y="1596118"/>
            <a:chExt cx="3787268" cy="1962381"/>
          </a:xfrm>
        </p:grpSpPr>
        <p:sp>
          <p:nvSpPr>
            <p:cNvPr id="62" name="正方形/長方形 61">
              <a:extLst>
                <a:ext uri="{FF2B5EF4-FFF2-40B4-BE49-F238E27FC236}">
                  <ns2:creationId id="{2D1D0D6A-FE66-71B3-32C6-D470524249B2}"/>
                </a:ext>
              </a:extLst>
            </p:cNvPr>
            <p:cNvSpPr/>
            <p:nvPr/>
          </p:nvSpPr>
          <p:spPr>
            <a:xfrm>
              <a:off x="1548990" y="3340590"/>
              <a:ext cx="1800000" cy="2170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4" name="グラフィックス 63" descr="星 単色塗りつぶし">
              <a:extLst>
                <a:ext uri="{FF2B5EF4-FFF2-40B4-BE49-F238E27FC236}">
                  <ns2:creationId id="{4A736136-8144-44DB-6FBB-A61D2FFE04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244645" y="2931900"/>
              <a:ext cx="408690" cy="408690"/>
            </a:xfrm>
            <a:prstGeom prst="rect">
              <a:avLst/>
            </a:prstGeom>
          </p:spPr>
        </p:pic>
        <p:sp>
          <p:nvSpPr>
            <p:cNvPr id="68" name="正方形/長方形 67">
              <a:extLst>
                <a:ext uri="{FF2B5EF4-FFF2-40B4-BE49-F238E27FC236}">
                  <ns2:creationId id="{D5EAB4CF-D83D-573A-EACB-F90F7149FE4D}"/>
                </a:ext>
              </a:extLst>
            </p:cNvPr>
            <p:cNvSpPr/>
            <p:nvPr/>
          </p:nvSpPr>
          <p:spPr>
            <a:xfrm>
              <a:off x="3536258" y="3341445"/>
              <a:ext cx="1800000" cy="2170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73" name="グラフィックス 72" descr="筋骨たくましい腕 単色塗りつぶし">
              <a:extLst>
                <a:ext uri="{FF2B5EF4-FFF2-40B4-BE49-F238E27FC236}">
                  <ns2:creationId id="{2949E7D1-63B6-C10A-42E2-A5D7A2C765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4231058" y="2931045"/>
              <a:ext cx="410400" cy="410400"/>
            </a:xfrm>
            <a:prstGeom prst="rect">
              <a:avLst/>
            </a:prstGeom>
          </p:spPr>
        </p:pic>
        <p:sp>
          <p:nvSpPr>
            <p:cNvPr id="74" name="三角形 60">
              <a:extLst>
                <a:ext uri="{FF2B5EF4-FFF2-40B4-BE49-F238E27FC236}">
                  <ns2:creationId id="{9017B210-A30F-BB55-E52F-FF151C0F11A7}"/>
                </a:ext>
              </a:extLst>
            </p:cNvPr>
            <p:cNvSpPr/>
            <p:nvPr/>
          </p:nvSpPr>
          <p:spPr>
            <a:xfrm rot="5400000">
              <a:off x="3184805" y="3162600"/>
              <a:ext cx="515639" cy="164345"/>
            </a:xfrm>
            <a:prstGeom prst="triangle">
              <a:avLst/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D1F8A62B-9674-E913-BC42-13B3A6111205}"/>
                </a:ext>
              </a:extLst>
            </p:cNvPr>
            <p:cNvSpPr/>
            <p:nvPr/>
          </p:nvSpPr>
          <p:spPr>
            <a:xfrm>
              <a:off x="1548990" y="2689455"/>
              <a:ext cx="1800000" cy="2170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0" name="グラフィックス 49" descr="ネットワーク図 単色塗りつぶし">
              <a:extLst>
                <a:ext uri="{FF2B5EF4-FFF2-40B4-BE49-F238E27FC236}">
                  <ns2:creationId id="{A30FDC9F-9729-3A7A-A63C-A7FE1F7565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2244645" y="2280765"/>
              <a:ext cx="408690" cy="408690"/>
            </a:xfrm>
            <a:prstGeom prst="rect">
              <a:avLst/>
            </a:prstGeom>
          </p:spPr>
        </p:pic>
        <p:sp>
          <p:nvSpPr>
            <p:cNvPr id="52" name="正方形/長方形 51">
              <a:extLst>
                <a:ext uri="{FF2B5EF4-FFF2-40B4-BE49-F238E27FC236}">
                  <ns2:creationId id="{752E8D3C-A5B1-4A2F-04CF-C3FADCD7D8DD}"/>
                </a:ext>
              </a:extLst>
            </p:cNvPr>
            <p:cNvSpPr/>
            <p:nvPr/>
          </p:nvSpPr>
          <p:spPr>
            <a:xfrm>
              <a:off x="3536258" y="2690310"/>
              <a:ext cx="1800000" cy="2170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3" name="グラフィックス 52" descr="硬貨 単色塗りつぶし">
              <a:extLst>
                <a:ext uri="{FF2B5EF4-FFF2-40B4-BE49-F238E27FC236}">
                  <ns2:creationId id="{D180D7FE-4D50-A486-3FF8-1259FC30FA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4231058" y="2279910"/>
              <a:ext cx="410400" cy="410400"/>
            </a:xfrm>
            <a:prstGeom prst="rect">
              <a:avLst/>
            </a:prstGeom>
          </p:spPr>
        </p:pic>
        <p:sp>
          <p:nvSpPr>
            <p:cNvPr id="75" name="三角形 60">
              <a:extLst>
                <a:ext uri="{FF2B5EF4-FFF2-40B4-BE49-F238E27FC236}">
                  <ns2:creationId id="{B65EC0CA-0330-5985-CA09-663AAE351943}"/>
                </a:ext>
              </a:extLst>
            </p:cNvPr>
            <p:cNvSpPr/>
            <p:nvPr/>
          </p:nvSpPr>
          <p:spPr>
            <a:xfrm rot="5400000">
              <a:off x="3184805" y="2511465"/>
              <a:ext cx="515639" cy="164345"/>
            </a:xfrm>
            <a:prstGeom prst="triangle">
              <a:avLst/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3ED45C0B-02C7-4FAA-F480-8E0B0C53B4E2}"/>
                </a:ext>
              </a:extLst>
            </p:cNvPr>
            <p:cNvSpPr/>
            <p:nvPr/>
          </p:nvSpPr>
          <p:spPr>
            <a:xfrm>
              <a:off x="3536258" y="2039176"/>
              <a:ext cx="1800000" cy="2170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7" name="グラフィックス 36" descr="下降基調のグラフ 単色塗りつぶし">
              <a:extLst>
                <a:ext uri="{FF2B5EF4-FFF2-40B4-BE49-F238E27FC236}">
                  <ns2:creationId id="{AC4EE36A-2A4D-F9F5-7E64-78E0AB2A8B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231058" y="1628776"/>
              <a:ext cx="410400" cy="410400"/>
            </a:xfrm>
            <a:prstGeom prst="rect">
              <a:avLst/>
            </a:prstGeom>
          </p:spPr>
        </p:pic>
        <p:sp>
          <p:nvSpPr>
            <p:cNvPr id="76" name="三角形 60">
              <a:extLst>
                <a:ext uri="{FF2B5EF4-FFF2-40B4-BE49-F238E27FC236}">
                  <ns2:creationId id="{3F4A04BF-41F5-A0B7-2901-2B3307EA9B9A}"/>
                </a:ext>
              </a:extLst>
            </p:cNvPr>
            <p:cNvSpPr/>
            <p:nvPr/>
          </p:nvSpPr>
          <p:spPr>
            <a:xfrm rot="5400000">
              <a:off x="3184805" y="1860331"/>
              <a:ext cx="515639" cy="164345"/>
            </a:xfrm>
            <a:prstGeom prst="triangle">
              <a:avLst/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8FC2B73E-5935-2D9D-0F5A-CB3B08176452}"/>
                </a:ext>
              </a:extLst>
            </p:cNvPr>
            <p:cNvSpPr/>
            <p:nvPr/>
          </p:nvSpPr>
          <p:spPr>
            <a:xfrm>
              <a:off x="1548990" y="2037466"/>
              <a:ext cx="1800000" cy="2170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0" name="グラフィックス 39" descr="矢印付きの円 単色塗りつぶし">
              <a:extLst>
                <a:ext uri="{FF2B5EF4-FFF2-40B4-BE49-F238E27FC236}">
                  <ns2:creationId id="{190C2403-F2F7-FA9E-4FE5-433B7573B2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2244645" y="1628776"/>
              <a:ext cx="408690" cy="408690"/>
            </a:xfrm>
            <a:prstGeom prst="rect">
              <a:avLst/>
            </a:prstGeom>
          </p:spPr>
        </p:pic>
        <p:sp>
          <p:nvSpPr>
            <p:cNvPr id="13" name="乗算記号 12">
              <a:extLst>
                <a:ext uri="{FF2B5EF4-FFF2-40B4-BE49-F238E27FC236}">
                  <ns2:creationId id="{3AC60C15-6ED5-0529-E1EB-DC498525FE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4990" y="1596118"/>
              <a:ext cx="468000" cy="468000"/>
            </a:xfrm>
            <a:prstGeom prst="mathMultiply">
              <a:avLst>
                <a:gd name="adj1" fmla="val 11890"/>
              </a:avLst>
            </a:prstGeom>
            <a:solidFill>
              <a:srgbClr val="C00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6" name="グループ化 15">
            <a:extLst>
              <a:ext uri="{FF2B5EF4-FFF2-40B4-BE49-F238E27FC236}">
                <ns2:creationId id="{A5C90BB8-E661-F2E1-3AAD-E88847C7A0C4}"/>
              </a:ext>
            </a:extLst>
          </p:cNvPr>
          <p:cNvGrpSpPr/>
          <p:nvPr/>
        </p:nvGrpSpPr>
        <p:grpSpPr>
          <a:xfrm>
            <a:off x="1548990" y="3907538"/>
            <a:ext cx="3787268" cy="1923926"/>
            <a:chOff x="1548990" y="3907538"/>
            <a:chExt cx="3787268" cy="1923926"/>
          </a:xfrm>
        </p:grpSpPr>
        <p:cxnSp>
          <p:nvCxnSpPr>
            <p:cNvPr id="92" name="直線矢印コネクタ 91">
              <a:extLst>
                <a:ext uri="{FF2B5EF4-FFF2-40B4-BE49-F238E27FC236}">
                  <ns2:creationId id="{8DEE5CB1-17EA-411B-C57A-FEF6F706C063}"/>
                </a:ext>
              </a:extLst>
            </p:cNvPr>
            <p:cNvCxnSpPr>
              <a:cxnSpLocks/>
            </p:cNvCxnSpPr>
            <p:nvPr/>
          </p:nvCxnSpPr>
          <p:spPr>
            <a:xfrm>
              <a:off x="1548990" y="5830609"/>
              <a:ext cx="3787268" cy="85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ns2:creationId id="{7DD1D60B-D4F5-B4EF-7E97-6380352B99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990" y="3907538"/>
              <a:ext cx="0" cy="192392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正方形/長方形 104">
              <a:extLst>
                <a:ext uri="{FF2B5EF4-FFF2-40B4-BE49-F238E27FC236}">
                  <ns2:creationId id="{97DC61AF-C905-AB19-0E0E-AE01CF748F61}"/>
                </a:ext>
              </a:extLst>
            </p:cNvPr>
            <p:cNvSpPr/>
            <p:nvPr/>
          </p:nvSpPr>
          <p:spPr>
            <a:xfrm>
              <a:off x="1548990" y="3907538"/>
              <a:ext cx="3787268" cy="1923926"/>
            </a:xfrm>
            <a:prstGeom prst="rect">
              <a:avLst/>
            </a:prstGeom>
            <a:gradFill flip="none" rotWithShape="1">
              <a:gsLst>
                <a:gs pos="63000">
                  <a:srgbClr val="008000">
                    <a:alpha val="30000"/>
                  </a:srgbClr>
                </a:gs>
                <a:gs pos="0">
                  <a:srgbClr val="008000">
                    <a:alpha val="1000"/>
                  </a:srgbClr>
                </a:gs>
                <a:gs pos="83000">
                  <a:srgbClr val="008000">
                    <a:alpha val="40000"/>
                  </a:srgbClr>
                </a:gs>
                <a:gs pos="100000">
                  <a:srgbClr val="008000">
                    <a:alpha val="50000"/>
                  </a:srgbClr>
                </a:gs>
              </a:gsLst>
              <a:lin ang="1890000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AE165A29-C97F-B3E4-AAAB-96DB1EF1E715}"/>
                </a:ext>
              </a:extLst>
            </p:cNvPr>
            <p:cNvSpPr/>
            <p:nvPr/>
          </p:nvSpPr>
          <p:spPr>
            <a:xfrm>
              <a:off x="1548990" y="5415549"/>
              <a:ext cx="787415" cy="3481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08" name="グラフィックス 107" descr="プラグ 単色塗りつぶし">
              <a:extLst>
                <a:ext uri="{FF2B5EF4-FFF2-40B4-BE49-F238E27FC236}">
                  <ns2:creationId id="{383A67CC-D1CB-6846-083E-DE4B56A0D4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1738352" y="5006859"/>
              <a:ext cx="408690" cy="408690"/>
            </a:xfrm>
            <a:prstGeom prst="rect">
              <a:avLst/>
            </a:prstGeom>
          </p:spPr>
        </p:pic>
        <p:sp>
          <p:nvSpPr>
            <p:cNvPr id="109" name="正方形/長方形 108">
              <a:extLst>
                <a:ext uri="{FF2B5EF4-FFF2-40B4-BE49-F238E27FC236}">
                  <ns2:creationId id="{F56C8495-24C1-A8A6-DB0B-AA6766AD54CD}"/>
                </a:ext>
              </a:extLst>
            </p:cNvPr>
            <p:cNvSpPr/>
            <p:nvPr/>
          </p:nvSpPr>
          <p:spPr>
            <a:xfrm>
              <a:off x="1641281" y="4796485"/>
              <a:ext cx="602831" cy="2103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4DD1AB85-7EDC-9478-984D-70300F79C769}"/>
                </a:ext>
              </a:extLst>
            </p:cNvPr>
            <p:cNvSpPr/>
            <p:nvPr/>
          </p:nvSpPr>
          <p:spPr>
            <a:xfrm>
              <a:off x="2270940" y="5163025"/>
              <a:ext cx="787415" cy="3481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3" name="グラフィックス 112" descr="インターネット 単色塗りつぶし">
              <a:extLst>
                <a:ext uri="{FF2B5EF4-FFF2-40B4-BE49-F238E27FC236}">
                  <ns2:creationId id="{967CF346-DEF5-A9DB-D055-8E6D3BDF82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2460302" y="4754335"/>
              <a:ext cx="408690" cy="408690"/>
            </a:xfrm>
            <a:prstGeom prst="rect">
              <a:avLst/>
            </a:prstGeom>
          </p:spPr>
        </p:pic>
        <p:sp>
          <p:nvSpPr>
            <p:cNvPr id="114" name="正方形/長方形 113">
              <a:extLst>
                <a:ext uri="{FF2B5EF4-FFF2-40B4-BE49-F238E27FC236}">
                  <ns2:creationId id="{71829E7A-B4C0-D917-F016-136556FC727D}"/>
                </a:ext>
              </a:extLst>
            </p:cNvPr>
            <p:cNvSpPr/>
            <p:nvPr/>
          </p:nvSpPr>
          <p:spPr>
            <a:xfrm>
              <a:off x="2363231" y="4453651"/>
              <a:ext cx="602831" cy="30068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E5C90DEF-1D10-AA3D-2EC2-CFE54D09A795}"/>
                </a:ext>
              </a:extLst>
            </p:cNvPr>
            <p:cNvSpPr/>
            <p:nvPr/>
          </p:nvSpPr>
          <p:spPr>
            <a:xfrm>
              <a:off x="2992890" y="4820192"/>
              <a:ext cx="787415" cy="3481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7" name="グラフィックス 116" descr="雲 単色塗りつぶし">
              <a:extLst>
                <a:ext uri="{FF2B5EF4-FFF2-40B4-BE49-F238E27FC236}">
                  <ns2:creationId id="{C05ECDAE-95ED-4227-4B24-C6ACB1B550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3182252" y="4411502"/>
              <a:ext cx="408690" cy="408690"/>
            </a:xfrm>
            <a:prstGeom prst="rect">
              <a:avLst/>
            </a:prstGeom>
          </p:spPr>
        </p:pic>
        <p:sp>
          <p:nvSpPr>
            <p:cNvPr id="118" name="正方形/長方形 117">
              <a:extLst>
                <a:ext uri="{FF2B5EF4-FFF2-40B4-BE49-F238E27FC236}">
                  <ns2:creationId id="{FCAEB52E-13DB-1A4B-497C-3CB2EBE61A99}"/>
                </a:ext>
              </a:extLst>
            </p:cNvPr>
            <p:cNvSpPr/>
            <p:nvPr/>
          </p:nvSpPr>
          <p:spPr>
            <a:xfrm>
              <a:off x="3085181" y="4201128"/>
              <a:ext cx="602831" cy="2103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04D3F573-D160-FE7E-4828-B1ADFCBC79ED}"/>
                </a:ext>
              </a:extLst>
            </p:cNvPr>
            <p:cNvSpPr/>
            <p:nvPr/>
          </p:nvSpPr>
          <p:spPr>
            <a:xfrm>
              <a:off x="3714840" y="4567669"/>
              <a:ext cx="899468" cy="4391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1" name="グラフィックス 120" descr="クラウド コンピューティング 単色塗りつぶし">
              <a:extLst>
                <a:ext uri="{FF2B5EF4-FFF2-40B4-BE49-F238E27FC236}">
                  <ns2:creationId id="{9C6F1731-0017-77D6-F76D-D83BEE22F9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rcRect/>
            <a:stretch/>
          </p:blipFill>
          <p:spPr>
            <a:xfrm>
              <a:off x="3960229" y="4158979"/>
              <a:ext cx="408690" cy="408690"/>
            </a:xfrm>
            <a:prstGeom prst="rect">
              <a:avLst/>
            </a:prstGeom>
          </p:spPr>
        </p:pic>
        <p:sp>
          <p:nvSpPr>
            <p:cNvPr id="122" name="正方形/長方形 121">
              <a:extLst>
                <a:ext uri="{FF2B5EF4-FFF2-40B4-BE49-F238E27FC236}">
                  <ns2:creationId id="{A526EB75-5DA6-1046-E4A4-8B59726B1234}"/>
                </a:ext>
              </a:extLst>
            </p:cNvPr>
            <p:cNvSpPr/>
            <p:nvPr/>
          </p:nvSpPr>
          <p:spPr>
            <a:xfrm>
              <a:off x="3863158" y="3948605"/>
              <a:ext cx="602831" cy="2103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DB263D2A-E3FF-A3E0-4AFF-975EAC28E7E0}"/>
                </a:ext>
              </a:extLst>
            </p:cNvPr>
            <p:cNvSpPr/>
            <p:nvPr/>
          </p:nvSpPr>
          <p:spPr>
            <a:xfrm>
              <a:off x="4548843" y="4567669"/>
              <a:ext cx="787415" cy="3481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5" name="グラフィックス 124" descr="握手 単色塗りつぶし">
              <a:extLst>
                <a:ext uri="{FF2B5EF4-FFF2-40B4-BE49-F238E27FC236}">
                  <ns2:creationId id="{BED6E240-82D3-8D7A-B8FE-7628622963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rcRect/>
            <a:stretch/>
          </p:blipFill>
          <p:spPr>
            <a:xfrm>
              <a:off x="4738205" y="4158979"/>
              <a:ext cx="408690" cy="408690"/>
            </a:xfrm>
            <a:prstGeom prst="rect">
              <a:avLst/>
            </a:prstGeom>
          </p:spPr>
        </p:pic>
        <p:sp>
          <p:nvSpPr>
            <p:cNvPr id="126" name="正方形/長方形 125">
              <a:extLst>
                <a:ext uri="{FF2B5EF4-FFF2-40B4-BE49-F238E27FC236}">
                  <ns2:creationId id="{145556D4-4095-6FA3-4A95-28FFD9122E9B}"/>
                </a:ext>
              </a:extLst>
            </p:cNvPr>
            <p:cNvSpPr/>
            <p:nvPr/>
          </p:nvSpPr>
          <p:spPr>
            <a:xfrm>
              <a:off x="4641134" y="3948605"/>
              <a:ext cx="602831" cy="2103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加算記号 14">
              <a:extLst>
                <a:ext uri="{FF2B5EF4-FFF2-40B4-BE49-F238E27FC236}">
                  <ns2:creationId id="{E4F1C192-F1B9-861A-F528-21D50DD1D2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09562" y="4219324"/>
              <a:ext cx="288000" cy="288000"/>
            </a:xfrm>
            <a:prstGeom prst="mathPlus">
              <a:avLst>
                <a:gd name="adj1" fmla="val 17472"/>
              </a:avLst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412974306"/>
      </p:ext>
    </p:extLst>
  </p:cSld>
  <p:clrMapOvr>
    <a:masterClrMapping/>
  </p:clrMapOvr>
</p:sld>
</file>

<file path=ppt/slides/slide7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7378389" y="4933797"/>
            <a:ext cx="3280847" cy="12599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GB" altLang="ja-JP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5399829" y="3672964"/>
            <a:ext cx="6452407" cy="12599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8" name="正方形/長方形 27"/>
          <p:cNvSpPr/>
          <p:nvPr/>
        </p:nvSpPr>
        <p:spPr>
          <a:xfrm>
            <a:off x="3034664" y="3492845"/>
            <a:ext cx="8817572" cy="12599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800" err="1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33" name="角丸四角形 32"/>
          <p:cNvSpPr/>
          <p:nvPr/>
        </p:nvSpPr>
        <p:spPr>
          <a:xfrm>
            <a:off x="9060799" y="4033202"/>
            <a:ext cx="2791437" cy="12599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40" name="正方形/長方形 39"/>
          <p:cNvSpPr/>
          <p:nvPr/>
        </p:nvSpPr>
        <p:spPr>
          <a:xfrm>
            <a:off x="5024547" y="3853083"/>
            <a:ext cx="5417601" cy="12599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169" name="Group 168">
            <a:extLst>
              <a:ext uri="{FF2B5EF4-FFF2-40B4-BE49-F238E27FC236}">
                <ns2:creationId id="{1BA7EC6A-18AA-1073-4750-A28D8396E234}"/>
              </a:ext>
            </a:extLst>
          </p:cNvPr>
          <p:cNvGrpSpPr/>
          <p:nvPr/>
        </p:nvGrpSpPr>
        <p:grpSpPr>
          <a:xfrm>
            <a:off x="5392176" y="4213321"/>
            <a:ext cx="6460060" cy="125999"/>
            <a:chOff x="5392176" y="4206239"/>
            <a:chExt cx="6460060" cy="144000"/>
          </a:xfrm>
        </p:grpSpPr>
        <p:sp>
          <p:nvSpPr>
            <p:cNvPr id="49" name="正方形/長方形 48"/>
            <p:cNvSpPr/>
            <p:nvPr/>
          </p:nvSpPr>
          <p:spPr>
            <a:xfrm>
              <a:off x="5392176" y="4206239"/>
              <a:ext cx="6460060" cy="144000"/>
            </a:xfrm>
            <a:prstGeom prst="rect">
              <a:avLst/>
            </a:prstGeom>
            <a:noFill/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8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" name="テキスト ボックス 49"/>
            <p:cNvSpPr txBox="1"/>
            <p:nvPr/>
          </p:nvSpPr>
          <p:spPr>
            <a:xfrm>
              <a:off x="7082863" y="4207888"/>
              <a:ext cx="282129" cy="14069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kumimoji="1" lang="ja-JP" altLang="en-US" sz="8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" name="テキスト ボックス 50"/>
            <p:cNvSpPr txBox="1"/>
            <p:nvPr/>
          </p:nvSpPr>
          <p:spPr>
            <a:xfrm>
              <a:off x="9740312" y="4207888"/>
              <a:ext cx="205184" cy="14069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lang="ja-JP" altLang="en-US" sz="8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170" name="Group 169">
            <a:extLst>
              <a:ext uri="{FF2B5EF4-FFF2-40B4-BE49-F238E27FC236}">
                <ns2:creationId id="{21AC9C7E-6584-8712-CF83-121C061D2720}"/>
              </a:ext>
            </a:extLst>
          </p:cNvPr>
          <p:cNvGrpSpPr/>
          <p:nvPr/>
        </p:nvGrpSpPr>
        <p:grpSpPr>
          <a:xfrm>
            <a:off x="3259776" y="4393440"/>
            <a:ext cx="8592460" cy="125999"/>
            <a:chOff x="3259776" y="4390921"/>
            <a:chExt cx="8592460" cy="125999"/>
          </a:xfrm>
        </p:grpSpPr>
        <p:sp>
          <p:nvSpPr>
            <p:cNvPr id="53" name="正方形/長方形 52"/>
            <p:cNvSpPr/>
            <p:nvPr/>
          </p:nvSpPr>
          <p:spPr>
            <a:xfrm>
              <a:off x="9658303" y="4390921"/>
              <a:ext cx="2193933" cy="125999"/>
            </a:xfrm>
            <a:prstGeom prst="rect">
              <a:avLst/>
            </a:prstGeom>
            <a:noFill/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" name="正方形/長方形 54"/>
            <p:cNvSpPr/>
            <p:nvPr/>
          </p:nvSpPr>
          <p:spPr>
            <a:xfrm>
              <a:off x="3259776" y="4390921"/>
              <a:ext cx="2409254" cy="1259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6" name="正方形/長方形 55"/>
            <p:cNvSpPr/>
            <p:nvPr/>
          </p:nvSpPr>
          <p:spPr>
            <a:xfrm>
              <a:off x="7191692" y="4390921"/>
              <a:ext cx="2409254" cy="125999"/>
            </a:xfrm>
            <a:prstGeom prst="rect">
              <a:avLst/>
            </a:prstGeom>
            <a:noFill/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sp>
        <p:nvSpPr>
          <p:cNvPr id="61" name="正方形/長方形 60"/>
          <p:cNvSpPr/>
          <p:nvPr/>
        </p:nvSpPr>
        <p:spPr>
          <a:xfrm>
            <a:off x="3561362" y="4753678"/>
            <a:ext cx="8297624" cy="12599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72" name="正方形/長方形 71"/>
          <p:cNvSpPr/>
          <p:nvPr/>
        </p:nvSpPr>
        <p:spPr>
          <a:xfrm>
            <a:off x="7975134" y="6194634"/>
            <a:ext cx="3883852" cy="125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800" b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800" b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 b="1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3" name="正方形/長方形 72"/>
          <p:cNvSpPr/>
          <p:nvPr/>
        </p:nvSpPr>
        <p:spPr>
          <a:xfrm>
            <a:off x="5293949" y="5834392"/>
            <a:ext cx="4577156" cy="125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6" name="正方形/長方形 95"/>
          <p:cNvSpPr/>
          <p:nvPr/>
        </p:nvSpPr>
        <p:spPr>
          <a:xfrm>
            <a:off x="6517447" y="6014511"/>
            <a:ext cx="3353659" cy="125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171" name="Group 170">
            <a:extLst>
              <a:ext uri="{FF2B5EF4-FFF2-40B4-BE49-F238E27FC236}">
                <ns2:creationId id="{48050B25-6703-0AE1-BEBB-5AF7DAD4923C}"/>
              </a:ext>
            </a:extLst>
          </p:cNvPr>
          <p:cNvGrpSpPr/>
          <p:nvPr/>
        </p:nvGrpSpPr>
        <p:grpSpPr>
          <a:xfrm>
            <a:off x="4490161" y="4573559"/>
            <a:ext cx="7368825" cy="125999"/>
            <a:chOff x="4490161" y="4596230"/>
            <a:chExt cx="7329615" cy="125999"/>
          </a:xfrm>
        </p:grpSpPr>
        <p:sp>
          <p:nvSpPr>
            <p:cNvPr id="63" name="正方形/長方形 62"/>
            <p:cNvSpPr/>
            <p:nvPr/>
          </p:nvSpPr>
          <p:spPr>
            <a:xfrm>
              <a:off x="6208191" y="4596230"/>
              <a:ext cx="5611585" cy="125999"/>
            </a:xfrm>
            <a:prstGeom prst="rect">
              <a:avLst/>
            </a:prstGeom>
            <a:noFill/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2" name="正方形/長方形 101"/>
            <p:cNvSpPr/>
            <p:nvPr/>
          </p:nvSpPr>
          <p:spPr>
            <a:xfrm>
              <a:off x="4490161" y="4596230"/>
              <a:ext cx="1640770" cy="125999"/>
            </a:xfrm>
            <a:prstGeom prst="rect">
              <a:avLst/>
            </a:prstGeom>
            <a:noFill/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172" name="Group 171">
            <a:extLst>
              <a:ext uri="{FF2B5EF4-FFF2-40B4-BE49-F238E27FC236}">
                <ns2:creationId id="{B3B87F0D-5654-A3C3-A596-2260BD094935}"/>
              </a:ext>
            </a:extLst>
          </p:cNvPr>
          <p:cNvGrpSpPr/>
          <p:nvPr/>
        </p:nvGrpSpPr>
        <p:grpSpPr>
          <a:xfrm>
            <a:off x="4106934" y="5654273"/>
            <a:ext cx="7750104" cy="125999"/>
            <a:chOff x="4106934" y="5634731"/>
            <a:chExt cx="7750104" cy="125999"/>
          </a:xfrm>
        </p:grpSpPr>
        <p:sp>
          <p:nvSpPr>
            <p:cNvPr id="70" name="正方形/長方形 69"/>
            <p:cNvSpPr/>
            <p:nvPr/>
          </p:nvSpPr>
          <p:spPr>
            <a:xfrm>
              <a:off x="6892982" y="5634731"/>
              <a:ext cx="2965874" cy="125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0" name="正方形/長方形 79"/>
            <p:cNvSpPr/>
            <p:nvPr/>
          </p:nvSpPr>
          <p:spPr>
            <a:xfrm>
              <a:off x="9911116" y="5634731"/>
              <a:ext cx="1945922" cy="125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7" name="正方形/長方形 86"/>
            <p:cNvSpPr/>
            <p:nvPr/>
          </p:nvSpPr>
          <p:spPr>
            <a:xfrm>
              <a:off x="5799964" y="5634731"/>
              <a:ext cx="1040758" cy="125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3" name="正方形/長方形 102"/>
            <p:cNvSpPr/>
            <p:nvPr/>
          </p:nvSpPr>
          <p:spPr>
            <a:xfrm>
              <a:off x="4106934" y="5634731"/>
              <a:ext cx="1640770" cy="125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0" bIns="0" rtlCol="0" anchor="ctr"/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sp>
        <p:nvSpPr>
          <p:cNvPr id="143" name="正方形/長方形 142"/>
          <p:cNvSpPr/>
          <p:nvPr/>
        </p:nvSpPr>
        <p:spPr>
          <a:xfrm>
            <a:off x="3561362" y="5113916"/>
            <a:ext cx="8297624" cy="12599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        </a:t>
            </a:r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47" name="正方形/長方形 146"/>
          <p:cNvSpPr/>
          <p:nvPr/>
        </p:nvSpPr>
        <p:spPr>
          <a:xfrm>
            <a:off x="4771824" y="5294035"/>
            <a:ext cx="7087162" cy="12599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3999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GB" altLang="ja-JP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74" name="正方形/長方形 173"/>
          <p:cNvSpPr/>
          <p:nvPr/>
        </p:nvSpPr>
        <p:spPr>
          <a:xfrm>
            <a:off x="6867406" y="5474154"/>
            <a:ext cx="4989632" cy="12599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GB" altLang="ja-JP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118" name="Group 117">
            <a:extLst>
              <a:ext uri="{FF2B5EF4-FFF2-40B4-BE49-F238E27FC236}">
                <ns2:creationId id="{A77C3C49-63CB-B467-C2C2-57C0BB33CCF3}"/>
              </a:ext>
            </a:extLst>
          </p:cNvPr>
          <p:cNvGrpSpPr/>
          <p:nvPr/>
        </p:nvGrpSpPr>
        <p:grpSpPr>
          <a:xfrm>
            <a:off x="2752050" y="1482789"/>
            <a:ext cx="9108000" cy="144000"/>
            <a:chOff x="2758798" y="1525923"/>
            <a:chExt cx="9024797" cy="144000"/>
          </a:xfrm>
        </p:grpSpPr>
        <p:sp>
          <p:nvSpPr>
            <p:cNvPr id="12" name="正方形/長方形 11"/>
            <p:cNvSpPr/>
            <p:nvPr/>
          </p:nvSpPr>
          <p:spPr>
            <a:xfrm>
              <a:off x="2758798" y="1525923"/>
              <a:ext cx="549587" cy="144000"/>
            </a:xfrm>
            <a:prstGeom prst="rect">
              <a:avLst/>
            </a:prstGeom>
            <a:solidFill>
              <a:schemeClr val="accent6">
                <a:alpha val="3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 b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b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3" name="正方形/長方形 12"/>
            <p:cNvSpPr/>
            <p:nvPr/>
          </p:nvSpPr>
          <p:spPr>
            <a:xfrm>
              <a:off x="3353891" y="1525923"/>
              <a:ext cx="539687" cy="144000"/>
            </a:xfrm>
            <a:prstGeom prst="rect">
              <a:avLst/>
            </a:prstGeom>
            <a:solidFill>
              <a:schemeClr val="accent6">
                <a:alpha val="5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800" b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 b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3" name="正方形/長方形 22"/>
            <p:cNvSpPr/>
            <p:nvPr/>
          </p:nvSpPr>
          <p:spPr>
            <a:xfrm>
              <a:off x="3939084" y="1525923"/>
              <a:ext cx="787235" cy="144000"/>
            </a:xfrm>
            <a:prstGeom prst="rect">
              <a:avLst/>
            </a:prstGeom>
            <a:solidFill>
              <a:schemeClr val="accent6">
                <a:alpha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b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6" name="正方形/長方形 25"/>
            <p:cNvSpPr/>
            <p:nvPr/>
          </p:nvSpPr>
          <p:spPr>
            <a:xfrm>
              <a:off x="4771824" y="1525923"/>
              <a:ext cx="7011771" cy="144000"/>
            </a:xfrm>
            <a:prstGeom prst="rect">
              <a:avLst/>
            </a:prstGeom>
            <a:solidFill>
              <a:schemeClr val="accent6">
                <a:alpha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b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ns2:creationId id="{868F8808-E7AC-6F76-FA9A-39351C98B430}"/>
              </a:ext>
            </a:extLst>
          </p:cNvPr>
          <p:cNvGrpSpPr/>
          <p:nvPr/>
        </p:nvGrpSpPr>
        <p:grpSpPr>
          <a:xfrm>
            <a:off x="2752050" y="1304603"/>
            <a:ext cx="9108000" cy="144000"/>
            <a:chOff x="2758798" y="1304603"/>
            <a:chExt cx="9108000" cy="162065"/>
          </a:xfrm>
        </p:grpSpPr>
        <p:sp>
          <p:nvSpPr>
            <p:cNvPr id="116" name="Pentagon 115">
              <a:extLst>
                <a:ext uri="{FF2B5EF4-FFF2-40B4-BE49-F238E27FC236}">
                  <ns2:creationId id="{4D4025B1-2564-E8D5-A896-BCFD5E7E8EE0}"/>
                </a:ext>
              </a:extLst>
            </p:cNvPr>
            <p:cNvSpPr/>
            <p:nvPr/>
          </p:nvSpPr>
          <p:spPr>
            <a:xfrm>
              <a:off x="2758798" y="1304603"/>
              <a:ext cx="9108000" cy="162065"/>
            </a:xfrm>
            <a:prstGeom prst="homePlate">
              <a:avLst>
                <a:gd name="adj" fmla="val 28299"/>
              </a:avLst>
            </a:prstGeom>
            <a:gradFill>
              <a:gsLst>
                <a:gs pos="0">
                  <a:schemeClr val="accent6">
                    <a:lumMod val="20000"/>
                    <a:lumOff val="80000"/>
                  </a:schemeClr>
                </a:gs>
                <a:gs pos="100000">
                  <a:schemeClr val="accent6"/>
                </a:gs>
              </a:gsLst>
              <a:lin ang="0" scaled="0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テキスト ボックス 15"/>
            <p:cNvSpPr txBox="1"/>
            <p:nvPr/>
          </p:nvSpPr>
          <p:spPr>
            <a:xfrm>
              <a:off x="2758798" y="1324080"/>
              <a:ext cx="203065" cy="123111"/>
            </a:xfrm>
            <a:prstGeom prst="rect">
              <a:avLst/>
            </a:prstGeom>
            <a:noFill/>
          </p:spPr>
          <p:txBody>
            <a:bodyPr wrap="none" lIns="36000" tIns="0" rIns="0" bIns="0" rtlCol="0">
              <a:spAutoFit/>
            </a:bodyPr>
            <a:lstStyle/>
            <a:p>
              <a:r>
                <a:rPr lang="en-US" altLang="ja-JP" sz="800">
                  <a:latin typeface="Meiryo UI" panose="020B0604030504040204" pitchFamily="34" charset="-128"/>
                  <a:ea typeface="Meiryo UI" panose="020B0604030504040204" pitchFamily="34" charset="-128"/>
                </a:rPr>
                <a:t>0</a:t>
              </a:r>
              <a:r>
                <a:rPr kumimoji="1" lang="ja-JP" altLang="en-US" sz="8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1" name="テキスト ボックス 20"/>
            <p:cNvSpPr txBox="1"/>
            <p:nvPr/>
          </p:nvSpPr>
          <p:spPr>
            <a:xfrm>
              <a:off x="11499142" y="1324080"/>
              <a:ext cx="367656" cy="123111"/>
            </a:xfrm>
            <a:prstGeom prst="rect">
              <a:avLst/>
            </a:prstGeom>
            <a:noFill/>
          </p:spPr>
          <p:txBody>
            <a:bodyPr wrap="none" lIns="0" tIns="0" rIns="72000" bIns="0" rtlCol="0">
              <a:spAutoFit/>
            </a:bodyPr>
            <a:lstStyle/>
            <a:p>
              <a:pPr algn="r"/>
              <a:r>
                <a:rPr lang="en-US" altLang="ja-JP" sz="8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100</a:t>
              </a:r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23045" y="1"/>
            <a:ext cx="10431912" cy="914400"/>
          </a:xfrm>
        </p:spPr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GB" altLang="ja-JP"/>
              <a:t>XX</a:t>
            </a:r>
          </a:p>
        </p:txBody>
      </p:sp>
      <p:cxnSp>
        <p:nvCxnSpPr>
          <p:cNvPr id="76" name="直線矢印コネクタ 75"/>
          <p:cNvCxnSpPr>
            <a:cxnSpLocks/>
          </p:cNvCxnSpPr>
          <p:nvPr/>
        </p:nvCxnSpPr>
        <p:spPr>
          <a:xfrm>
            <a:off x="6741535" y="4276320"/>
            <a:ext cx="0" cy="1656000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/>
          <p:cNvSpPr/>
          <p:nvPr/>
        </p:nvSpPr>
        <p:spPr>
          <a:xfrm>
            <a:off x="9919859" y="5924454"/>
            <a:ext cx="1945921" cy="125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9" name="下矢印 88"/>
          <p:cNvSpPr/>
          <p:nvPr/>
        </p:nvSpPr>
        <p:spPr>
          <a:xfrm rot="16200000">
            <a:off x="6361120" y="3697867"/>
            <a:ext cx="144000" cy="1517145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90" name="直線矢印コネクタ 89"/>
          <p:cNvCxnSpPr/>
          <p:nvPr/>
        </p:nvCxnSpPr>
        <p:spPr>
          <a:xfrm flipH="1">
            <a:off x="5974864" y="3920571"/>
            <a:ext cx="0" cy="1835999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下矢印 90"/>
          <p:cNvSpPr/>
          <p:nvPr/>
        </p:nvSpPr>
        <p:spPr>
          <a:xfrm>
            <a:off x="10802820" y="5785352"/>
            <a:ext cx="180000" cy="125999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2" name="下矢印 91"/>
          <p:cNvSpPr/>
          <p:nvPr/>
        </p:nvSpPr>
        <p:spPr>
          <a:xfrm>
            <a:off x="10802820" y="6055532"/>
            <a:ext cx="180000" cy="125999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3" name="下矢印 92"/>
          <p:cNvSpPr/>
          <p:nvPr/>
        </p:nvSpPr>
        <p:spPr>
          <a:xfrm>
            <a:off x="9493519" y="5740651"/>
            <a:ext cx="144000" cy="555327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07" name="下矢印 106"/>
          <p:cNvSpPr/>
          <p:nvPr/>
        </p:nvSpPr>
        <p:spPr>
          <a:xfrm rot="14984926">
            <a:off x="9831882" y="5855083"/>
            <a:ext cx="144000" cy="335847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12" name="テキスト ボックス 111"/>
          <p:cNvSpPr txBox="1"/>
          <p:nvPr/>
        </p:nvSpPr>
        <p:spPr>
          <a:xfrm>
            <a:off x="10047569" y="3809384"/>
            <a:ext cx="6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2" name="下矢印 61"/>
          <p:cNvSpPr/>
          <p:nvPr/>
        </p:nvSpPr>
        <p:spPr>
          <a:xfrm>
            <a:off x="4278469" y="4519439"/>
            <a:ext cx="144000" cy="241200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>
            <a:noAutofit/>
          </a:bodyPr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121" name="Group 120">
            <a:extLst>
              <a:ext uri="{FF2B5EF4-FFF2-40B4-BE49-F238E27FC236}">
                <ns2:creationId id="{6F224497-F526-FD5C-CF12-0F74A15821CB}"/>
              </a:ext>
            </a:extLst>
          </p:cNvPr>
          <p:cNvGrpSpPr/>
          <p:nvPr/>
        </p:nvGrpSpPr>
        <p:grpSpPr>
          <a:xfrm>
            <a:off x="2752050" y="2080255"/>
            <a:ext cx="9108000" cy="111553"/>
            <a:chOff x="2752050" y="2093707"/>
            <a:chExt cx="9108000" cy="108000"/>
          </a:xfrm>
        </p:grpSpPr>
        <p:sp>
          <p:nvSpPr>
            <p:cNvPr id="5" name="正方形/長方形 4"/>
            <p:cNvSpPr/>
            <p:nvPr/>
          </p:nvSpPr>
          <p:spPr>
            <a:xfrm>
              <a:off x="2752050" y="2093707"/>
              <a:ext cx="9108000" cy="108000"/>
            </a:xfrm>
            <a:prstGeom prst="rect">
              <a:avLst/>
            </a:prstGeom>
            <a:gradFill flip="none" rotWithShape="1">
              <a:gsLst>
                <a:gs pos="0">
                  <a:schemeClr val="accent6">
                    <a:lumMod val="20000"/>
                    <a:lumOff val="80000"/>
                    <a:alpha val="50000"/>
                  </a:schemeClr>
                </a:gs>
                <a:gs pos="54000">
                  <a:schemeClr val="accent6">
                    <a:lumMod val="60000"/>
                    <a:lumOff val="40000"/>
                  </a:schemeClr>
                </a:gs>
                <a:gs pos="100000">
                  <a:schemeClr val="accent6">
                    <a:lumMod val="20000"/>
                    <a:lumOff val="80000"/>
                    <a:alpha val="50000"/>
                  </a:schemeClr>
                </a:gs>
              </a:gsLst>
              <a:lin ang="0" scaled="1"/>
              <a:tileRect/>
            </a:gra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7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" name="テキスト ボックス 7"/>
            <p:cNvSpPr txBox="1"/>
            <p:nvPr/>
          </p:nvSpPr>
          <p:spPr>
            <a:xfrm>
              <a:off x="10719915" y="2093846"/>
              <a:ext cx="179536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lang="ja-JP" altLang="en-US" sz="700" b="1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700" b="1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3646654" y="2093846"/>
              <a:ext cx="538609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lang="ja-JP" altLang="en-US" sz="700" b="1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700" b="1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sp>
        <p:nvSpPr>
          <p:cNvPr id="46" name="正方形/長方形 45"/>
          <p:cNvSpPr/>
          <p:nvPr/>
        </p:nvSpPr>
        <p:spPr>
          <a:xfrm>
            <a:off x="2752050" y="1941505"/>
            <a:ext cx="9108000" cy="111553"/>
          </a:xfrm>
          <a:prstGeom prst="rect">
            <a:avLst/>
          </a:prstGeom>
          <a:gradFill>
            <a:gsLst>
              <a:gs pos="100000">
                <a:srgbClr val="FFC000"/>
              </a:gs>
              <a:gs pos="0">
                <a:schemeClr val="accent2">
                  <a:lumMod val="20000"/>
                  <a:lumOff val="80000"/>
                  <a:alpha val="50000"/>
                </a:schemeClr>
              </a:gs>
            </a:gsLst>
            <a:lin ang="0" scaled="1"/>
          </a:gradFill>
          <a:ln w="95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700" b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700" b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700" b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GB" altLang="ja-JP" sz="700" b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700" b="1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119" name="Group 118">
            <a:extLst>
              <a:ext uri="{FF2B5EF4-FFF2-40B4-BE49-F238E27FC236}">
                <ns2:creationId id="{635D4549-2FE8-84C4-C2AD-20399592ECCE}"/>
              </a:ext>
            </a:extLst>
          </p:cNvPr>
          <p:cNvGrpSpPr/>
          <p:nvPr/>
        </p:nvGrpSpPr>
        <p:grpSpPr>
          <a:xfrm>
            <a:off x="2752050" y="1664004"/>
            <a:ext cx="9108000" cy="111553"/>
            <a:chOff x="2752050" y="1690712"/>
            <a:chExt cx="9108000" cy="108000"/>
          </a:xfrm>
        </p:grpSpPr>
        <p:sp>
          <p:nvSpPr>
            <p:cNvPr id="14" name="正方形/長方形 13"/>
            <p:cNvSpPr/>
            <p:nvPr/>
          </p:nvSpPr>
          <p:spPr>
            <a:xfrm>
              <a:off x="2752050" y="1690712"/>
              <a:ext cx="9108000" cy="108000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99535">
                  <a:schemeClr val="accent1">
                    <a:lumMod val="60000"/>
                    <a:lumOff val="40000"/>
                  </a:schemeClr>
                </a:gs>
                <a:gs pos="27000">
                  <a:schemeClr val="accent1">
                    <a:lumMod val="60000"/>
                    <a:lumOff val="40000"/>
                  </a:schemeClr>
                </a:gs>
              </a:gsLst>
              <a:lin ang="0" scaled="1"/>
            </a:gradFill>
            <a:ln w="952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7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1" name="テキスト ボックス 110"/>
            <p:cNvSpPr txBox="1"/>
            <p:nvPr/>
          </p:nvSpPr>
          <p:spPr>
            <a:xfrm>
              <a:off x="10719915" y="1690851"/>
              <a:ext cx="179536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kumimoji="1" lang="ja-JP" altLang="en-US" sz="700" b="1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9" name="テキスト ボックス 108"/>
            <p:cNvSpPr txBox="1"/>
            <p:nvPr/>
          </p:nvSpPr>
          <p:spPr>
            <a:xfrm>
              <a:off x="3695546" y="1690851"/>
              <a:ext cx="440826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lang="ja-JP" altLang="en-US" sz="700" b="1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700" b="1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120" name="Group 119">
            <a:extLst>
              <a:ext uri="{FF2B5EF4-FFF2-40B4-BE49-F238E27FC236}">
                <ns2:creationId id="{20BADE8D-B68A-932A-2748-D783B970ED7A}"/>
              </a:ext>
            </a:extLst>
          </p:cNvPr>
          <p:cNvGrpSpPr/>
          <p:nvPr/>
        </p:nvGrpSpPr>
        <p:grpSpPr>
          <a:xfrm>
            <a:off x="2752050" y="1802755"/>
            <a:ext cx="9108000" cy="111553"/>
            <a:chOff x="2752050" y="1825044"/>
            <a:chExt cx="9108000" cy="108000"/>
          </a:xfrm>
        </p:grpSpPr>
        <p:sp>
          <p:nvSpPr>
            <p:cNvPr id="19" name="正方形/長方形 18"/>
            <p:cNvSpPr/>
            <p:nvPr/>
          </p:nvSpPr>
          <p:spPr>
            <a:xfrm>
              <a:off x="2752050" y="1825044"/>
              <a:ext cx="9108000" cy="10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3000">
                  <a:srgbClr val="FF0000">
                    <a:alpha val="64000"/>
                  </a:srgbClr>
                </a:gs>
                <a:gs pos="27000">
                  <a:srgbClr val="FF0000">
                    <a:alpha val="54000"/>
                  </a:srgbClr>
                </a:gs>
                <a:gs pos="68000">
                  <a:srgbClr val="FF7474"/>
                </a:gs>
                <a:gs pos="59000">
                  <a:srgbClr val="FF0000">
                    <a:alpha val="53000"/>
                  </a:srgbClr>
                </a:gs>
                <a:gs pos="100000">
                  <a:schemeClr val="bg1"/>
                </a:gs>
              </a:gsLst>
              <a:lin ang="0" scaled="1"/>
              <a:tileRect/>
            </a:gradFill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7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2" name="テキスト ボックス 31"/>
            <p:cNvSpPr txBox="1"/>
            <p:nvPr/>
          </p:nvSpPr>
          <p:spPr>
            <a:xfrm>
              <a:off x="10719915" y="1825183"/>
              <a:ext cx="179536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kumimoji="1" lang="ja-JP" altLang="en-US" sz="700" b="1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0" name="テキスト ボックス 29"/>
            <p:cNvSpPr txBox="1"/>
            <p:nvPr/>
          </p:nvSpPr>
          <p:spPr>
            <a:xfrm>
              <a:off x="3646654" y="1825183"/>
              <a:ext cx="538609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lang="ja-JP" altLang="en-US" sz="700" b="1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700" b="1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sp>
        <p:nvSpPr>
          <p:cNvPr id="125" name="テキスト ボックス 16">
            <a:extLst>
              <a:ext uri="{FF2B5EF4-FFF2-40B4-BE49-F238E27FC236}">
                <ns2:creationId id="{6CD351F5-B1BF-723B-6393-1C1DD12BFDDD}"/>
              </a:ext>
            </a:extLst>
          </p:cNvPr>
          <p:cNvSpPr txBox="1"/>
          <p:nvPr/>
        </p:nvSpPr>
        <p:spPr>
          <a:xfrm>
            <a:off x="1558666" y="2231928"/>
            <a:ext cx="1150347" cy="180000"/>
          </a:xfrm>
          <a:prstGeom prst="rect">
            <a:avLst/>
          </a:prstGeom>
          <a:solidFill>
            <a:schemeClr val="accent5">
              <a:lumMod val="50000"/>
              <a:alpha val="92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kumimoji="1" lang="ja-JP" altLang="en-US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27" name="テキスト ボックス 16">
            <a:extLst>
              <a:ext uri="{FF2B5EF4-FFF2-40B4-BE49-F238E27FC236}">
                <ns2:creationId id="{20FB440B-B670-6202-8F32-6610E30E9AB5}"/>
              </a:ext>
            </a:extLst>
          </p:cNvPr>
          <p:cNvSpPr txBox="1"/>
          <p:nvPr/>
        </p:nvSpPr>
        <p:spPr>
          <a:xfrm>
            <a:off x="1558666" y="2441406"/>
            <a:ext cx="1150347" cy="1017874"/>
          </a:xfrm>
          <a:prstGeom prst="rect">
            <a:avLst/>
          </a:prstGeom>
          <a:solidFill>
            <a:schemeClr val="accent5">
              <a:lumMod val="50000"/>
              <a:alpha val="92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spcBef>
                <a:spcPts val="300"/>
              </a:spcBef>
            </a:pPr>
            <a:r>
              <a:rPr kumimoji="1" lang="ja-JP" altLang="en-US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en-GB" altLang="ja-JP" sz="9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>
              <a:spcBef>
                <a:spcPts val="300"/>
              </a:spcBef>
            </a:pPr>
            <a:r>
              <a:rPr kumimoji="1" lang="ja-JP" altLang="en-US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28" name="テキスト ボックス 16">
            <a:extLst>
              <a:ext uri="{FF2B5EF4-FFF2-40B4-BE49-F238E27FC236}">
                <ns2:creationId id="{CF53BE74-FBF9-7925-B704-8FEDB72986EE}"/>
              </a:ext>
            </a:extLst>
          </p:cNvPr>
          <p:cNvSpPr txBox="1"/>
          <p:nvPr/>
        </p:nvSpPr>
        <p:spPr>
          <a:xfrm>
            <a:off x="4803172" y="2231928"/>
            <a:ext cx="7055814" cy="1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29" name="テキスト ボックス 16">
            <a:extLst>
              <a:ext uri="{FF2B5EF4-FFF2-40B4-BE49-F238E27FC236}">
                <ns2:creationId id="{E715A404-9F8F-29B0-F6D2-71B2835AEC9A}"/>
              </a:ext>
            </a:extLst>
          </p:cNvPr>
          <p:cNvSpPr txBox="1"/>
          <p:nvPr/>
        </p:nvSpPr>
        <p:spPr>
          <a:xfrm>
            <a:off x="3586340" y="2441406"/>
            <a:ext cx="2433665" cy="1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900">
                <a:solidFill>
                  <a:schemeClr val="accent5">
                    <a:lumMod val="60000"/>
                    <a:lumOff val="4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0" name="テキスト ボックス 16">
            <a:extLst>
              <a:ext uri="{FF2B5EF4-FFF2-40B4-BE49-F238E27FC236}">
                <ns2:creationId id="{1C7B28F6-635F-FAF9-24C3-D94C88FF76D9}"/>
              </a:ext>
            </a:extLst>
          </p:cNvPr>
          <p:cNvSpPr txBox="1"/>
          <p:nvPr/>
        </p:nvSpPr>
        <p:spPr>
          <a:xfrm>
            <a:off x="2752049" y="2650884"/>
            <a:ext cx="2433664" cy="1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900">
                <a:solidFill>
                  <a:schemeClr val="accent5">
                    <a:lumMod val="60000"/>
                    <a:lumOff val="4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1" name="テキスト ボックス 16">
            <a:extLst>
              <a:ext uri="{FF2B5EF4-FFF2-40B4-BE49-F238E27FC236}">
                <ns2:creationId id="{2409F540-F79C-FC95-3C44-17612191B863}"/>
              </a:ext>
            </a:extLst>
          </p:cNvPr>
          <p:cNvSpPr txBox="1"/>
          <p:nvPr/>
        </p:nvSpPr>
        <p:spPr>
          <a:xfrm>
            <a:off x="2752048" y="2860362"/>
            <a:ext cx="2433663" cy="1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900">
                <a:solidFill>
                  <a:schemeClr val="accent5">
                    <a:lumMod val="60000"/>
                    <a:lumOff val="4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2" name="テキスト ボックス 16">
            <a:extLst>
              <a:ext uri="{FF2B5EF4-FFF2-40B4-BE49-F238E27FC236}">
                <ns2:creationId id="{973B8B12-37D7-6B9D-9AE3-CA779BD764A7}"/>
              </a:ext>
            </a:extLst>
          </p:cNvPr>
          <p:cNvSpPr txBox="1"/>
          <p:nvPr/>
        </p:nvSpPr>
        <p:spPr>
          <a:xfrm>
            <a:off x="6089216" y="3069840"/>
            <a:ext cx="5769770" cy="1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900">
              <a:solidFill>
                <a:schemeClr val="accent5">
                  <a:lumMod val="60000"/>
                  <a:lumOff val="40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3" name="テキスト ボックス 16">
            <a:extLst>
              <a:ext uri="{FF2B5EF4-FFF2-40B4-BE49-F238E27FC236}">
                <ns2:creationId id="{D3145269-40A3-7914-5D64-44EA804F92B5}"/>
              </a:ext>
            </a:extLst>
          </p:cNvPr>
          <p:cNvSpPr txBox="1"/>
          <p:nvPr/>
        </p:nvSpPr>
        <p:spPr>
          <a:xfrm>
            <a:off x="6089216" y="3279317"/>
            <a:ext cx="5769770" cy="1800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900">
                <a:solidFill>
                  <a:schemeClr val="accent5">
                    <a:lumMod val="60000"/>
                    <a:lumOff val="4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78" name="下矢印 88">
            <a:extLst>
              <a:ext uri="{FF2B5EF4-FFF2-40B4-BE49-F238E27FC236}">
                <ns2:creationId id="{C4E29AB6-0A79-83F4-109B-47C963BA37B1}"/>
              </a:ext>
            </a:extLst>
          </p:cNvPr>
          <p:cNvSpPr/>
          <p:nvPr/>
        </p:nvSpPr>
        <p:spPr>
          <a:xfrm rot="16200000">
            <a:off x="9565519" y="4336151"/>
            <a:ext cx="144000" cy="240580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81" name="直線矢印コネクタ 89">
            <a:extLst>
              <a:ext uri="{FF2B5EF4-FFF2-40B4-BE49-F238E27FC236}">
                <ns2:creationId id="{470E74BB-F876-AF25-FEC9-F25F1573EDEC}"/>
              </a:ext>
            </a:extLst>
          </p:cNvPr>
          <p:cNvCxnSpPr>
            <a:cxnSpLocks/>
          </p:cNvCxnSpPr>
          <p:nvPr/>
        </p:nvCxnSpPr>
        <p:spPr>
          <a:xfrm>
            <a:off x="4558637" y="4638018"/>
            <a:ext cx="0" cy="1116000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線矢印コネクタ 89">
            <a:extLst>
              <a:ext uri="{FF2B5EF4-FFF2-40B4-BE49-F238E27FC236}">
                <ns2:creationId id="{D8E208CA-7F1E-FBF7-EE6A-A91BE32279EE}"/>
              </a:ext>
            </a:extLst>
          </p:cNvPr>
          <p:cNvCxnSpPr>
            <a:cxnSpLocks/>
          </p:cNvCxnSpPr>
          <p:nvPr/>
        </p:nvCxnSpPr>
        <p:spPr>
          <a:xfrm>
            <a:off x="5872340" y="4816677"/>
            <a:ext cx="0" cy="1116000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線矢印コネクタ 89">
            <a:extLst>
              <a:ext uri="{FF2B5EF4-FFF2-40B4-BE49-F238E27FC236}">
                <ns2:creationId id="{69583F3E-D1CE-CF45-991E-761C79F6FCBC}"/>
              </a:ext>
            </a:extLst>
          </p:cNvPr>
          <p:cNvCxnSpPr>
            <a:cxnSpLocks/>
          </p:cNvCxnSpPr>
          <p:nvPr/>
        </p:nvCxnSpPr>
        <p:spPr>
          <a:xfrm>
            <a:off x="5769816" y="3920571"/>
            <a:ext cx="0" cy="2008800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下矢印 88">
            <a:extLst>
              <a:ext uri="{FF2B5EF4-FFF2-40B4-BE49-F238E27FC236}">
                <ns2:creationId id="{17585C4F-4E5A-C29C-F630-6664C59D5496}"/>
              </a:ext>
            </a:extLst>
          </p:cNvPr>
          <p:cNvSpPr/>
          <p:nvPr/>
        </p:nvSpPr>
        <p:spPr>
          <a:xfrm rot="16200000">
            <a:off x="6812903" y="5609273"/>
            <a:ext cx="144000" cy="216000"/>
          </a:xfrm>
          <a:prstGeom prst="downArrow">
            <a:avLst/>
          </a:prstGeom>
          <a:solidFill>
            <a:schemeClr val="accent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88" name="直線矢印コネクタ 75">
            <a:extLst>
              <a:ext uri="{FF2B5EF4-FFF2-40B4-BE49-F238E27FC236}">
                <ns2:creationId id="{CC87A0F6-8663-B3FE-6C47-BF83146527F9}"/>
              </a:ext>
            </a:extLst>
          </p:cNvPr>
          <p:cNvCxnSpPr>
            <a:cxnSpLocks/>
          </p:cNvCxnSpPr>
          <p:nvPr/>
        </p:nvCxnSpPr>
        <p:spPr>
          <a:xfrm flipV="1">
            <a:off x="6077389" y="3520310"/>
            <a:ext cx="0" cy="1296000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線矢印コネクタ 75">
            <a:extLst>
              <a:ext uri="{FF2B5EF4-FFF2-40B4-BE49-F238E27FC236}">
                <ns2:creationId id="{36252E29-5A40-AF3F-83D8-6A8BD7251937}"/>
              </a:ext>
            </a:extLst>
          </p:cNvPr>
          <p:cNvCxnSpPr>
            <a:cxnSpLocks/>
          </p:cNvCxnSpPr>
          <p:nvPr/>
        </p:nvCxnSpPr>
        <p:spPr>
          <a:xfrm>
            <a:off x="7269495" y="4454603"/>
            <a:ext cx="0" cy="1299415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矢印コネクタ 75">
            <a:extLst>
              <a:ext uri="{FF2B5EF4-FFF2-40B4-BE49-F238E27FC236}">
                <ns2:creationId id="{4ACE597E-DC24-A95C-0797-23E497016C85}"/>
              </a:ext>
            </a:extLst>
          </p:cNvPr>
          <p:cNvCxnSpPr>
            <a:cxnSpLocks/>
          </p:cNvCxnSpPr>
          <p:nvPr/>
        </p:nvCxnSpPr>
        <p:spPr>
          <a:xfrm>
            <a:off x="11590262" y="4100564"/>
            <a:ext cx="0" cy="1653454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線矢印コネクタ 75">
            <a:extLst>
              <a:ext uri="{FF2B5EF4-FFF2-40B4-BE49-F238E27FC236}">
                <ns2:creationId id="{1EC3C846-F700-6DC3-3477-D36F237D1D59}"/>
              </a:ext>
            </a:extLst>
          </p:cNvPr>
          <p:cNvCxnSpPr>
            <a:cxnSpLocks/>
          </p:cNvCxnSpPr>
          <p:nvPr/>
        </p:nvCxnSpPr>
        <p:spPr>
          <a:xfrm>
            <a:off x="10258383" y="4454603"/>
            <a:ext cx="0" cy="1565999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線矢印コネクタ 75">
            <a:extLst>
              <a:ext uri="{FF2B5EF4-FFF2-40B4-BE49-F238E27FC236}">
                <ns2:creationId id="{59CA2A8F-DFC8-602D-1EB1-D286981023D6}"/>
              </a:ext>
            </a:extLst>
          </p:cNvPr>
          <p:cNvCxnSpPr>
            <a:cxnSpLocks/>
          </p:cNvCxnSpPr>
          <p:nvPr/>
        </p:nvCxnSpPr>
        <p:spPr>
          <a:xfrm>
            <a:off x="10130642" y="3735963"/>
            <a:ext cx="0" cy="2284639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線矢印コネクタ 75">
            <a:extLst>
              <a:ext uri="{FF2B5EF4-FFF2-40B4-BE49-F238E27FC236}">
                <ns2:creationId id="{02788715-A254-9358-6615-A920F1B77937}"/>
              </a:ext>
            </a:extLst>
          </p:cNvPr>
          <p:cNvCxnSpPr>
            <a:cxnSpLocks/>
          </p:cNvCxnSpPr>
          <p:nvPr/>
        </p:nvCxnSpPr>
        <p:spPr>
          <a:xfrm>
            <a:off x="9285967" y="4454603"/>
            <a:ext cx="0" cy="1663928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線コネクタ 57">
            <a:extLst>
              <a:ext uri="{FF2B5EF4-FFF2-40B4-BE49-F238E27FC236}">
                <ns2:creationId id="{C67FE80A-7ED1-0B34-9AD1-E7372B48F2A3}"/>
              </a:ext>
            </a:extLst>
          </p:cNvPr>
          <p:cNvCxnSpPr>
            <a:cxnSpLocks/>
          </p:cNvCxnSpPr>
          <p:nvPr/>
        </p:nvCxnSpPr>
        <p:spPr>
          <a:xfrm flipV="1">
            <a:off x="2408746" y="4183884"/>
            <a:ext cx="9443490" cy="2759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コネクタ 57">
            <a:extLst>
              <a:ext uri="{FF2B5EF4-FFF2-40B4-BE49-F238E27FC236}">
                <ns2:creationId id="{C1441C02-7F1A-9865-B723-3D0C10BFBE5F}"/>
              </a:ext>
            </a:extLst>
          </p:cNvPr>
          <p:cNvCxnSpPr>
            <a:cxnSpLocks/>
          </p:cNvCxnSpPr>
          <p:nvPr/>
        </p:nvCxnSpPr>
        <p:spPr>
          <a:xfrm flipV="1">
            <a:off x="2408746" y="4365001"/>
            <a:ext cx="9443490" cy="2759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線コネクタ 57">
            <a:extLst>
              <a:ext uri="{FF2B5EF4-FFF2-40B4-BE49-F238E27FC236}">
                <ns2:creationId id="{339DA5AD-2CA4-6617-1CB8-CB2BA0798412}"/>
              </a:ext>
            </a:extLst>
          </p:cNvPr>
          <p:cNvCxnSpPr>
            <a:cxnSpLocks/>
          </p:cNvCxnSpPr>
          <p:nvPr/>
        </p:nvCxnSpPr>
        <p:spPr>
          <a:xfrm flipV="1">
            <a:off x="2062234" y="4545809"/>
            <a:ext cx="9790002" cy="1380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線コネクタ 57">
            <a:extLst>
              <a:ext uri="{FF2B5EF4-FFF2-40B4-BE49-F238E27FC236}">
                <ns2:creationId id="{19D27770-E0E1-796D-33E0-014D764B40B8}"/>
              </a:ext>
            </a:extLst>
          </p:cNvPr>
          <p:cNvCxnSpPr>
            <a:cxnSpLocks/>
          </p:cNvCxnSpPr>
          <p:nvPr/>
        </p:nvCxnSpPr>
        <p:spPr>
          <a:xfrm flipV="1">
            <a:off x="2024755" y="5086511"/>
            <a:ext cx="10136516" cy="690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線コネクタ 57">
            <a:extLst>
              <a:ext uri="{FF2B5EF4-FFF2-40B4-BE49-F238E27FC236}">
                <ns2:creationId id="{53B8A9EA-DA51-F3E8-9DBF-D47BBE52379D}"/>
              </a:ext>
            </a:extLst>
          </p:cNvPr>
          <p:cNvCxnSpPr>
            <a:cxnSpLocks/>
          </p:cNvCxnSpPr>
          <p:nvPr/>
        </p:nvCxnSpPr>
        <p:spPr>
          <a:xfrm flipV="1">
            <a:off x="1369205" y="5266803"/>
            <a:ext cx="10483031" cy="346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線コネクタ 57">
            <a:extLst>
              <a:ext uri="{FF2B5EF4-FFF2-40B4-BE49-F238E27FC236}">
                <ns2:creationId id="{7C41E0EE-69CB-8F7F-3DC9-7F4EC849F809}"/>
              </a:ext>
            </a:extLst>
          </p:cNvPr>
          <p:cNvCxnSpPr>
            <a:cxnSpLocks/>
          </p:cNvCxnSpPr>
          <p:nvPr/>
        </p:nvCxnSpPr>
        <p:spPr>
          <a:xfrm flipV="1">
            <a:off x="1369205" y="5446922"/>
            <a:ext cx="10483031" cy="346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直線コネクタ 57">
            <a:extLst>
              <a:ext uri="{FF2B5EF4-FFF2-40B4-BE49-F238E27FC236}">
                <ns2:creationId id="{33C91B03-0B57-DE90-8CF8-AEDD9C88FB2F}"/>
              </a:ext>
            </a:extLst>
          </p:cNvPr>
          <p:cNvCxnSpPr>
            <a:cxnSpLocks/>
          </p:cNvCxnSpPr>
          <p:nvPr/>
        </p:nvCxnSpPr>
        <p:spPr>
          <a:xfrm flipV="1">
            <a:off x="2750986" y="5627127"/>
            <a:ext cx="9108000" cy="173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線コネクタ 57">
            <a:extLst>
              <a:ext uri="{FF2B5EF4-FFF2-40B4-BE49-F238E27FC236}">
                <ns2:creationId id="{E9FE1F39-3E85-2629-D2B1-FB52A77F40A3}"/>
              </a:ext>
            </a:extLst>
          </p:cNvPr>
          <p:cNvCxnSpPr>
            <a:cxnSpLocks/>
          </p:cNvCxnSpPr>
          <p:nvPr/>
        </p:nvCxnSpPr>
        <p:spPr>
          <a:xfrm flipV="1">
            <a:off x="2750986" y="3470418"/>
            <a:ext cx="9108000" cy="173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コネクタ 57">
            <a:extLst>
              <a:ext uri="{FF2B5EF4-FFF2-40B4-BE49-F238E27FC236}">
                <ns2:creationId id="{0ABD694F-730F-172B-AF1E-CF8773E785A0}"/>
              </a:ext>
            </a:extLst>
          </p:cNvPr>
          <p:cNvCxnSpPr>
            <a:cxnSpLocks/>
          </p:cNvCxnSpPr>
          <p:nvPr/>
        </p:nvCxnSpPr>
        <p:spPr>
          <a:xfrm flipV="1">
            <a:off x="2750986" y="2215905"/>
            <a:ext cx="9108000" cy="173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直線コネクタ 57">
            <a:extLst>
              <a:ext uri="{FF2B5EF4-FFF2-40B4-BE49-F238E27FC236}">
                <ns2:creationId id="{2B415C3B-72AA-49A9-2E5F-DF20FDBAA516}"/>
              </a:ext>
            </a:extLst>
          </p:cNvPr>
          <p:cNvCxnSpPr>
            <a:cxnSpLocks/>
          </p:cNvCxnSpPr>
          <p:nvPr/>
        </p:nvCxnSpPr>
        <p:spPr>
          <a:xfrm flipV="1">
            <a:off x="2750986" y="2422202"/>
            <a:ext cx="9108000" cy="173"/>
          </a:xfrm>
          <a:prstGeom prst="line">
            <a:avLst/>
          </a:prstGeom>
          <a:ln w="952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正方形/長方形 38"/>
          <p:cNvSpPr/>
          <p:nvPr/>
        </p:nvSpPr>
        <p:spPr>
          <a:xfrm>
            <a:off x="2409478" y="4213321"/>
            <a:ext cx="298800" cy="125999"/>
          </a:xfrm>
          <a:prstGeom prst="rect">
            <a:avLst/>
          </a:prstGeom>
          <a:solidFill>
            <a:srgbClr val="FFC000">
              <a:alpha val="3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2408745" y="3492845"/>
            <a:ext cx="300267" cy="664362"/>
          </a:xfrm>
          <a:prstGeom prst="rect">
            <a:avLst/>
          </a:prstGeom>
          <a:solidFill>
            <a:schemeClr val="accent1">
              <a:alpha val="35000"/>
            </a:schemeClr>
          </a:solidFill>
        </p:spPr>
        <p:txBody>
          <a:bodyPr vert="eaVert" wrap="square" lIns="0" tIns="0" rIns="0" bIns="0" rtlCol="0" anchor="ctr" anchorCtr="0">
            <a:noAutofit/>
          </a:bodyPr>
          <a:lstStyle/>
          <a:p>
            <a:pPr algn="ctr"/>
            <a:r>
              <a:rPr lang="ja-JP" altLang="en-US" sz="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01" name="テキスト ボックス 35">
            <a:extLst>
              <a:ext uri="{FF2B5EF4-FFF2-40B4-BE49-F238E27FC236}">
                <ns2:creationId id="{33B42E03-14F0-42D1-6C44-29E3FD9570BD}"/>
              </a:ext>
            </a:extLst>
          </p:cNvPr>
          <p:cNvSpPr txBox="1"/>
          <p:nvPr/>
        </p:nvSpPr>
        <p:spPr>
          <a:xfrm>
            <a:off x="2062233" y="3492844"/>
            <a:ext cx="300267" cy="1035595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vert="eaVert" wrap="square" lIns="0" tIns="0" rIns="0" bIns="0" rtlCol="0" anchor="ctr" anchorCtr="0">
            <a:noAutofit/>
          </a:bodyPr>
          <a:lstStyle/>
          <a:p>
            <a:pPr algn="ctr"/>
            <a:r>
              <a:rPr lang="ja-JP" altLang="en-US" sz="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02" name="テキスト ボックス 35">
            <a:extLst>
              <a:ext uri="{FF2B5EF4-FFF2-40B4-BE49-F238E27FC236}">
                <ns2:creationId id="{E56FFC50-6720-90D7-4D87-907B6ED19B81}"/>
              </a:ext>
            </a:extLst>
          </p:cNvPr>
          <p:cNvSpPr txBox="1"/>
          <p:nvPr/>
        </p:nvSpPr>
        <p:spPr>
          <a:xfrm>
            <a:off x="1715719" y="4033202"/>
            <a:ext cx="300267" cy="1026594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vert="eaVert" wrap="square" lIns="0" tIns="0" rIns="0" bIns="0" rtlCol="0" anchor="ctr" anchorCtr="0">
            <a:noAutofit/>
          </a:bodyPr>
          <a:lstStyle/>
          <a:p>
            <a:pPr algn="ctr"/>
            <a:r>
              <a:rPr lang="ja-JP" altLang="en-US" sz="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8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225" name="Group 224">
            <a:extLst>
              <a:ext uri="{FF2B5EF4-FFF2-40B4-BE49-F238E27FC236}">
                <ns2:creationId id="{4C55A3ED-053D-6016-5D38-53642AD3A675}"/>
              </a:ext>
            </a:extLst>
          </p:cNvPr>
          <p:cNvGrpSpPr/>
          <p:nvPr/>
        </p:nvGrpSpPr>
        <p:grpSpPr>
          <a:xfrm>
            <a:off x="1369204" y="5113917"/>
            <a:ext cx="1039055" cy="125999"/>
            <a:chOff x="1369205" y="5113917"/>
            <a:chExt cx="1039055" cy="125999"/>
          </a:xfrm>
        </p:grpSpPr>
        <p:sp>
          <p:nvSpPr>
            <p:cNvPr id="204" name="正方形/長方形 54">
              <a:extLst>
                <a:ext uri="{FF2B5EF4-FFF2-40B4-BE49-F238E27FC236}">
                  <ns2:creationId id="{183F5E3E-0102-26BF-CD04-5EDFBC17A4B8}"/>
                </a:ext>
              </a:extLst>
            </p:cNvPr>
            <p:cNvSpPr/>
            <p:nvPr/>
          </p:nvSpPr>
          <p:spPr>
            <a:xfrm>
              <a:off x="1804445" y="5115361"/>
              <a:ext cx="603815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0" bIns="0" rtlCol="0" anchor="ctr">
              <a:spAutoFit/>
            </a:bodyPr>
            <a:lstStyle/>
            <a:p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41" name="正方形/長方形 140"/>
            <p:cNvSpPr/>
            <p:nvPr/>
          </p:nvSpPr>
          <p:spPr>
            <a:xfrm>
              <a:off x="1369205" y="5113917"/>
              <a:ext cx="300268" cy="125999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12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ns2:creationId id="{A01E6D69-0C50-7CBD-EE0D-523CACB7ED38}"/>
                </a:ext>
              </a:extLst>
            </p:cNvPr>
            <p:cNvCxnSpPr>
              <a:cxnSpLocks/>
              <a:stCxn id="141" idx="3"/>
              <a:endCxn id="204" idx="1"/>
            </p:cNvCxnSpPr>
            <p:nvPr/>
          </p:nvCxnSpPr>
          <p:spPr>
            <a:xfrm>
              <a:off x="1669473" y="5176917"/>
              <a:ext cx="13497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oval" w="sm" len="sm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6" name="Group 225">
            <a:extLst>
              <a:ext uri="{FF2B5EF4-FFF2-40B4-BE49-F238E27FC236}">
                <ns2:creationId id="{B0936596-C4C9-A8B0-8823-05B45915DEDA}"/>
              </a:ext>
            </a:extLst>
          </p:cNvPr>
          <p:cNvGrpSpPr/>
          <p:nvPr/>
        </p:nvGrpSpPr>
        <p:grpSpPr>
          <a:xfrm>
            <a:off x="1369204" y="5294036"/>
            <a:ext cx="936462" cy="125999"/>
            <a:chOff x="1369205" y="5294035"/>
            <a:chExt cx="936462" cy="125999"/>
          </a:xfrm>
        </p:grpSpPr>
        <p:sp>
          <p:nvSpPr>
            <p:cNvPr id="146" name="正方形/長方形 145"/>
            <p:cNvSpPr/>
            <p:nvPr/>
          </p:nvSpPr>
          <p:spPr>
            <a:xfrm>
              <a:off x="1369205" y="5294035"/>
              <a:ext cx="300268" cy="125999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5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12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08" name="正方形/長方形 54">
              <a:extLst>
                <a:ext uri="{FF2B5EF4-FFF2-40B4-BE49-F238E27FC236}">
                  <ns2:creationId id="{BD6F7EEE-CC89-F0F7-141D-642FD56ADE0E}"/>
                </a:ext>
              </a:extLst>
            </p:cNvPr>
            <p:cNvSpPr/>
            <p:nvPr/>
          </p:nvSpPr>
          <p:spPr>
            <a:xfrm>
              <a:off x="1804445" y="5295479"/>
              <a:ext cx="501222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0" bIns="0" rtlCol="0" anchor="ctr">
              <a:spAutoFit/>
            </a:bodyPr>
            <a:lstStyle/>
            <a:p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218" name="Straight Connector 217">
              <a:extLst>
                <a:ext uri="{FF2B5EF4-FFF2-40B4-BE49-F238E27FC236}">
                  <ns2:creationId id="{E171A626-ACE2-0BFE-00A2-7C175740F8E3}"/>
                </a:ext>
              </a:extLst>
            </p:cNvPr>
            <p:cNvCxnSpPr>
              <a:cxnSpLocks/>
              <a:stCxn id="146" idx="3"/>
              <a:endCxn id="208" idx="1"/>
            </p:cNvCxnSpPr>
            <p:nvPr/>
          </p:nvCxnSpPr>
          <p:spPr>
            <a:xfrm>
              <a:off x="1669473" y="5357035"/>
              <a:ext cx="13497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oval" w="sm" len="sm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7" name="Group 226">
            <a:extLst>
              <a:ext uri="{FF2B5EF4-FFF2-40B4-BE49-F238E27FC236}">
                <ns2:creationId id="{7E6B7DAB-95CA-4B7B-B953-E6783C60DCC5}"/>
              </a:ext>
            </a:extLst>
          </p:cNvPr>
          <p:cNvGrpSpPr/>
          <p:nvPr/>
        </p:nvGrpSpPr>
        <p:grpSpPr>
          <a:xfrm>
            <a:off x="1369204" y="5474154"/>
            <a:ext cx="1191340" cy="125999"/>
            <a:chOff x="1369205" y="5474154"/>
            <a:chExt cx="1191340" cy="125999"/>
          </a:xfrm>
        </p:grpSpPr>
        <p:sp>
          <p:nvSpPr>
            <p:cNvPr id="177" name="正方形/長方形 176"/>
            <p:cNvSpPr/>
            <p:nvPr/>
          </p:nvSpPr>
          <p:spPr>
            <a:xfrm>
              <a:off x="1369205" y="5474154"/>
              <a:ext cx="300268" cy="125999"/>
            </a:xfrm>
            <a:prstGeom prst="rect">
              <a:avLst/>
            </a:prstGeom>
            <a:solidFill>
              <a:schemeClr val="accent2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105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09" name="正方形/長方形 54">
              <a:extLst>
                <a:ext uri="{FF2B5EF4-FFF2-40B4-BE49-F238E27FC236}">
                  <ns2:creationId id="{9D598DD8-1367-E6C0-BF8E-BE016378ECD9}"/>
                </a:ext>
              </a:extLst>
            </p:cNvPr>
            <p:cNvSpPr/>
            <p:nvPr/>
          </p:nvSpPr>
          <p:spPr>
            <a:xfrm>
              <a:off x="1804445" y="5475598"/>
              <a:ext cx="756100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0" bIns="0" rtlCol="0" anchor="ctr">
              <a:spAutoFit/>
            </a:bodyPr>
            <a:lstStyle/>
            <a:p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220" name="Straight Connector 219">
              <a:extLst>
                <a:ext uri="{FF2B5EF4-FFF2-40B4-BE49-F238E27FC236}">
                  <ns2:creationId id="{E599B419-6489-AC24-BCBB-F330DA222BFA}"/>
                </a:ext>
              </a:extLst>
            </p:cNvPr>
            <p:cNvCxnSpPr>
              <a:cxnSpLocks/>
              <a:stCxn id="177" idx="3"/>
              <a:endCxn id="209" idx="1"/>
            </p:cNvCxnSpPr>
            <p:nvPr/>
          </p:nvCxnSpPr>
          <p:spPr>
            <a:xfrm>
              <a:off x="1669473" y="5537154"/>
              <a:ext cx="13497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oval" w="sm" len="sm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テキスト ボックス 41">
            <a:extLst>
              <a:ext uri="{FF2B5EF4-FFF2-40B4-BE49-F238E27FC236}">
                <ns2:creationId id="{1CD1EDA7-0C52-030B-B1E1-CDA574A37C90}"/>
              </a:ext>
            </a:extLst>
          </p:cNvPr>
          <p:cNvSpPr txBox="1"/>
          <p:nvPr/>
        </p:nvSpPr>
        <p:spPr>
          <a:xfrm>
            <a:off x="678122" y="3492844"/>
            <a:ext cx="309138" cy="210730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eaVert" wrap="square" lIns="0" tIns="792000" rIns="0" bIns="0" rtlCol="0" anchor="ctr" anchorCtr="0">
            <a:noAutofit/>
          </a:bodyPr>
          <a:lstStyle/>
          <a:p>
            <a:r>
              <a:rPr kumimoji="1" lang="ja-JP" altLang="en-US" sz="105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7" name="テキスト ボックス 41">
            <a:extLst>
              <a:ext uri="{FF2B5EF4-FFF2-40B4-BE49-F238E27FC236}">
                <ns2:creationId id="{D7ADF3D2-F4FE-C8F2-5230-E9FC6F842F56}"/>
              </a:ext>
            </a:extLst>
          </p:cNvPr>
          <p:cNvSpPr txBox="1"/>
          <p:nvPr/>
        </p:nvSpPr>
        <p:spPr>
          <a:xfrm>
            <a:off x="1023663" y="3492844"/>
            <a:ext cx="309138" cy="210730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eaVert" wrap="square" lIns="0" tIns="792000" rIns="0" bIns="0" rtlCol="0" anchor="ctr" anchorCtr="0">
            <a:noAutofit/>
          </a:bodyPr>
          <a:lstStyle/>
          <a:p>
            <a:r>
              <a:rPr kumimoji="1" lang="ja-JP" altLang="en-US" sz="105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34" name="Group 33">
            <a:extLst>
              <a:ext uri="{FF2B5EF4-FFF2-40B4-BE49-F238E27FC236}">
                <ns2:creationId id="{F5C8E443-4CF9-6716-1CB3-2C2F56BB3498}"/>
              </a:ext>
            </a:extLst>
          </p:cNvPr>
          <p:cNvGrpSpPr/>
          <p:nvPr/>
        </p:nvGrpSpPr>
        <p:grpSpPr>
          <a:xfrm>
            <a:off x="333013" y="2231928"/>
            <a:ext cx="1186952" cy="1227352"/>
            <a:chOff x="333013" y="2231928"/>
            <a:chExt cx="1186952" cy="1227352"/>
          </a:xfrm>
        </p:grpSpPr>
        <p:sp>
          <p:nvSpPr>
            <p:cNvPr id="124" name="テキスト ボックス 16">
              <a:extLst>
                <a:ext uri="{FF2B5EF4-FFF2-40B4-BE49-F238E27FC236}">
                  <ns2:creationId id="{6D610B24-EA6C-ADBE-1479-A75E7FAA4AA0}"/>
                </a:ext>
              </a:extLst>
            </p:cNvPr>
            <p:cNvSpPr txBox="1"/>
            <p:nvPr/>
          </p:nvSpPr>
          <p:spPr>
            <a:xfrm>
              <a:off x="333013" y="2231928"/>
              <a:ext cx="1186952" cy="1227352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lIns="0" tIns="432000" rIns="0" bIns="0" rtlCol="0" anchor="ctr" anchorCtr="0"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GB" altLang="ja-JP" sz="105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20" name="Graphic 19" descr="Research with solid fill">
              <a:extLst>
                <a:ext uri="{FF2B5EF4-FFF2-40B4-BE49-F238E27FC236}">
                  <ns2:creationId id="{406F8059-5C9C-7552-FAFA-A03650EB62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728489" y="2430516"/>
              <a:ext cx="396000" cy="3960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ns2:creationId id="{5427C3EF-27DE-55EF-61A7-A7420DC41C52}"/>
              </a:ext>
            </a:extLst>
          </p:cNvPr>
          <p:cNvGrpSpPr/>
          <p:nvPr/>
        </p:nvGrpSpPr>
        <p:grpSpPr>
          <a:xfrm>
            <a:off x="332581" y="3492844"/>
            <a:ext cx="309138" cy="2107308"/>
            <a:chOff x="332581" y="3492844"/>
            <a:chExt cx="309138" cy="2107308"/>
          </a:xfrm>
        </p:grpSpPr>
        <p:sp>
          <p:nvSpPr>
            <p:cNvPr id="10" name="テキスト ボックス 41">
              <a:extLst>
                <a:ext uri="{FF2B5EF4-FFF2-40B4-BE49-F238E27FC236}">
                  <ns2:creationId id="{83A715D1-52D3-495B-0ED6-1DE0AE39E358}"/>
                </a:ext>
              </a:extLst>
            </p:cNvPr>
            <p:cNvSpPr txBox="1"/>
            <p:nvPr/>
          </p:nvSpPr>
          <p:spPr>
            <a:xfrm>
              <a:off x="332581" y="3492844"/>
              <a:ext cx="309138" cy="210730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vert="eaVert" wrap="square" lIns="0" tIns="792000" rIns="0" bIns="0" rtlCol="0" anchor="ctr" anchorCtr="0">
              <a:noAutofit/>
            </a:bodyPr>
            <a:lstStyle/>
            <a:p>
              <a:r>
                <a:rPr kumimoji="1" lang="ja-JP" altLang="en-US" sz="105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22" name="Graphic 21" descr="Comment Important with solid fill">
              <a:extLst>
                <a:ext uri="{FF2B5EF4-FFF2-40B4-BE49-F238E27FC236}">
                  <ns2:creationId id="{EB1AB477-8EF8-2E53-0E00-68357E33F3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361150" y="3979082"/>
              <a:ext cx="252000" cy="252000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ns2:creationId id="{29434CF7-BDBC-0F9F-BB30-A1290111AE9D}"/>
              </a:ext>
            </a:extLst>
          </p:cNvPr>
          <p:cNvGrpSpPr/>
          <p:nvPr/>
        </p:nvGrpSpPr>
        <p:grpSpPr>
          <a:xfrm>
            <a:off x="333013" y="5643146"/>
            <a:ext cx="2376000" cy="679620"/>
            <a:chOff x="333013" y="5643146"/>
            <a:chExt cx="2376000" cy="679620"/>
          </a:xfrm>
        </p:grpSpPr>
        <p:sp>
          <p:nvSpPr>
            <p:cNvPr id="206" name="テキスト ボックス 16">
              <a:extLst>
                <a:ext uri="{FF2B5EF4-FFF2-40B4-BE49-F238E27FC236}">
                  <ns2:creationId id="{FF61A292-F403-3F43-9E4C-7242FFAA1C18}"/>
                </a:ext>
              </a:extLst>
            </p:cNvPr>
            <p:cNvSpPr txBox="1"/>
            <p:nvPr/>
          </p:nvSpPr>
          <p:spPr>
            <a:xfrm>
              <a:off x="333013" y="5643146"/>
              <a:ext cx="2376000" cy="67962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396000" tIns="0" rIns="0" bIns="0" rtlCol="0" anchor="ctr" anchorCtr="0">
              <a:noAutofit/>
            </a:bodyPr>
            <a:lstStyle/>
            <a:p>
              <a:r>
                <a:rPr kumimoji="1" lang="ja-JP" altLang="en-US" sz="105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24" name="Graphic 23" descr="Cough with solid fill">
              <a:extLst>
                <a:ext uri="{FF2B5EF4-FFF2-40B4-BE49-F238E27FC236}">
                  <ns2:creationId id="{01239A02-4A9F-78C1-6FF0-A7F42E7310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19772" y="5856956"/>
              <a:ext cx="252000" cy="2520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ns2:creationId id="{F4EEB2A3-E0A5-6732-4241-E793C9A2FCC5}"/>
              </a:ext>
            </a:extLst>
          </p:cNvPr>
          <p:cNvGrpSpPr/>
          <p:nvPr/>
        </p:nvGrpSpPr>
        <p:grpSpPr>
          <a:xfrm>
            <a:off x="333013" y="1664004"/>
            <a:ext cx="2376000" cy="540000"/>
            <a:chOff x="333013" y="1664004"/>
            <a:chExt cx="2376000" cy="540000"/>
          </a:xfrm>
        </p:grpSpPr>
        <p:sp>
          <p:nvSpPr>
            <p:cNvPr id="17" name="テキスト ボックス 16"/>
            <p:cNvSpPr txBox="1"/>
            <p:nvPr/>
          </p:nvSpPr>
          <p:spPr>
            <a:xfrm>
              <a:off x="333013" y="1664004"/>
              <a:ext cx="2376000" cy="540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lIns="396000" tIns="0" rIns="0" bIns="0" rtlCol="0" anchor="ctr" anchorCtr="0">
              <a:noAutofit/>
            </a:bodyPr>
            <a:lstStyle/>
            <a:p>
              <a:r>
                <a:rPr kumimoji="1" lang="ja-JP" altLang="en-US" sz="105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25" name="Graphic 24" descr="Business Growth with solid fill">
              <a:extLst>
                <a:ext uri="{FF2B5EF4-FFF2-40B4-BE49-F238E27FC236}">
                  <ns2:creationId id="{E71D60E6-D443-A946-A262-4BAE5BCC6B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419772" y="1808004"/>
              <a:ext cx="252000" cy="252000"/>
            </a:xfrm>
            <a:prstGeom prst="rect">
              <a:avLst/>
            </a:prstGeom>
          </p:spPr>
        </p:pic>
      </p:grpSp>
      <p:sp>
        <p:nvSpPr>
          <p:cNvPr id="94" name="Oval 93">
            <a:extLst>
              <a:ext uri="{FF2B5EF4-FFF2-40B4-BE49-F238E27FC236}">
                <ns2:creationId id="{C35287D1-8F66-FECF-ECA4-6A3A68BACDC8}"/>
              </a:ext>
            </a:extLst>
          </p:cNvPr>
          <p:cNvSpPr>
            <a:spLocks noChangeAspect="1"/>
          </p:cNvSpPr>
          <p:nvPr/>
        </p:nvSpPr>
        <p:spPr>
          <a:xfrm>
            <a:off x="6815822" y="3501844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5" name="Oval 94">
            <a:extLst>
              <a:ext uri="{FF2B5EF4-FFF2-40B4-BE49-F238E27FC236}">
                <ns2:creationId id="{8E253C7C-5F34-9BE1-4436-52DD38244CD7}"/>
              </a:ext>
            </a:extLst>
          </p:cNvPr>
          <p:cNvSpPr>
            <a:spLocks noChangeAspect="1"/>
          </p:cNvSpPr>
          <p:nvPr/>
        </p:nvSpPr>
        <p:spPr>
          <a:xfrm>
            <a:off x="8300868" y="3681964"/>
            <a:ext cx="108000" cy="108000"/>
          </a:xfrm>
          <a:prstGeom prst="ellipse">
            <a:avLst/>
          </a:prstGeom>
          <a:solidFill>
            <a:schemeClr val="accent5">
              <a:lumMod val="7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8" name="Oval 97">
            <a:extLst>
              <a:ext uri="{FF2B5EF4-FFF2-40B4-BE49-F238E27FC236}">
                <ns2:creationId id="{25E50EE5-5B95-2C68-0688-72A3ECC9A3B8}"/>
              </a:ext>
            </a:extLst>
          </p:cNvPr>
          <p:cNvSpPr>
            <a:spLocks noChangeAspect="1"/>
          </p:cNvSpPr>
          <p:nvPr/>
        </p:nvSpPr>
        <p:spPr>
          <a:xfrm>
            <a:off x="7461094" y="3862082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7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Oval 8">
            <a:extLst>
              <a:ext uri="{FF2B5EF4-FFF2-40B4-BE49-F238E27FC236}">
                <ns2:creationId id="{0A9565E3-BC8D-B0CF-864B-BECA9E4D07C0}"/>
              </a:ext>
            </a:extLst>
          </p:cNvPr>
          <p:cNvSpPr>
            <a:spLocks noChangeAspect="1"/>
          </p:cNvSpPr>
          <p:nvPr/>
        </p:nvSpPr>
        <p:spPr>
          <a:xfrm>
            <a:off x="6910458" y="4222321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" name="直線矢印コネクタ 75">
            <a:extLst>
              <a:ext uri="{FF2B5EF4-FFF2-40B4-BE49-F238E27FC236}">
                <ns2:creationId id="{4DD2167D-03F3-92AA-897D-7518E553826C}"/>
              </a:ext>
            </a:extLst>
          </p:cNvPr>
          <p:cNvCxnSpPr>
            <a:cxnSpLocks/>
          </p:cNvCxnSpPr>
          <p:nvPr/>
        </p:nvCxnSpPr>
        <p:spPr>
          <a:xfrm flipV="1">
            <a:off x="10002902" y="4068146"/>
            <a:ext cx="0" cy="396000"/>
          </a:xfrm>
          <a:prstGeom prst="straightConnector1">
            <a:avLst/>
          </a:prstGeom>
          <a:ln w="12700">
            <a:solidFill>
              <a:schemeClr val="accent1">
                <a:alpha val="75000"/>
              </a:schemeClr>
            </a:solidFill>
            <a:headEnd type="oval" w="sm" len="sm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ns2:creationId id="{7BCC0172-D514-0B5E-D770-C841BC8A0A8B}"/>
              </a:ext>
            </a:extLst>
          </p:cNvPr>
          <p:cNvSpPr>
            <a:spLocks noChangeAspect="1"/>
          </p:cNvSpPr>
          <p:nvPr/>
        </p:nvSpPr>
        <p:spPr>
          <a:xfrm>
            <a:off x="9563766" y="4222321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Oval 37">
            <a:extLst>
              <a:ext uri="{FF2B5EF4-FFF2-40B4-BE49-F238E27FC236}">
                <ns2:creationId id="{63AB385F-A132-1493-212C-D682ADDE06A9}"/>
              </a:ext>
            </a:extLst>
          </p:cNvPr>
          <p:cNvSpPr>
            <a:spLocks noChangeAspect="1"/>
          </p:cNvSpPr>
          <p:nvPr/>
        </p:nvSpPr>
        <p:spPr>
          <a:xfrm>
            <a:off x="6357140" y="4762678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5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Oval 40">
            <a:extLst>
              <a:ext uri="{FF2B5EF4-FFF2-40B4-BE49-F238E27FC236}">
                <ns2:creationId id="{E16C2ECC-B217-287E-001B-A6AAFFC4894C}"/>
              </a:ext>
            </a:extLst>
          </p:cNvPr>
          <p:cNvSpPr>
            <a:spLocks noChangeAspect="1"/>
          </p:cNvSpPr>
          <p:nvPr/>
        </p:nvSpPr>
        <p:spPr>
          <a:xfrm>
            <a:off x="3841042" y="4402439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5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Oval 41">
            <a:extLst>
              <a:ext uri="{FF2B5EF4-FFF2-40B4-BE49-F238E27FC236}">
                <ns2:creationId id="{5A3AB9A3-1305-EF53-5D97-B74C001851E9}"/>
              </a:ext>
            </a:extLst>
          </p:cNvPr>
          <p:cNvSpPr>
            <a:spLocks noChangeAspect="1"/>
          </p:cNvSpPr>
          <p:nvPr/>
        </p:nvSpPr>
        <p:spPr>
          <a:xfrm>
            <a:off x="8623201" y="4582558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7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Oval 58">
            <a:extLst>
              <a:ext uri="{FF2B5EF4-FFF2-40B4-BE49-F238E27FC236}">
                <ns2:creationId id="{1DF0CE92-FDCC-F154-2DDC-EA0C12EDB6DF}"/>
              </a:ext>
            </a:extLst>
          </p:cNvPr>
          <p:cNvSpPr>
            <a:spLocks noChangeAspect="1"/>
          </p:cNvSpPr>
          <p:nvPr/>
        </p:nvSpPr>
        <p:spPr>
          <a:xfrm>
            <a:off x="7854851" y="4402439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Oval 59">
            <a:extLst>
              <a:ext uri="{FF2B5EF4-FFF2-40B4-BE49-F238E27FC236}">
                <ns2:creationId id="{29CF8D75-1706-6ACA-7F85-60DE1E548DE7}"/>
              </a:ext>
            </a:extLst>
          </p:cNvPr>
          <p:cNvSpPr>
            <a:spLocks noChangeAspect="1"/>
          </p:cNvSpPr>
          <p:nvPr/>
        </p:nvSpPr>
        <p:spPr>
          <a:xfrm>
            <a:off x="10399059" y="4402439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6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0" name="Oval 99">
            <a:extLst>
              <a:ext uri="{FF2B5EF4-FFF2-40B4-BE49-F238E27FC236}">
                <ns2:creationId id="{E5F81F86-621A-9759-9853-E0455492EDA5}"/>
              </a:ext>
            </a:extLst>
          </p:cNvPr>
          <p:cNvSpPr>
            <a:spLocks noChangeAspect="1"/>
          </p:cNvSpPr>
          <p:nvPr/>
        </p:nvSpPr>
        <p:spPr>
          <a:xfrm>
            <a:off x="7342774" y="4762678"/>
            <a:ext cx="108000" cy="108000"/>
          </a:xfrm>
          <a:prstGeom prst="ellipse">
            <a:avLst/>
          </a:prstGeom>
          <a:solidFill>
            <a:schemeClr val="accent5">
              <a:lumMod val="50000"/>
              <a:alpha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4" name="Oval 103">
            <a:extLst>
              <a:ext uri="{FF2B5EF4-FFF2-40B4-BE49-F238E27FC236}">
                <ns2:creationId id="{5DD0E614-266D-6AF8-D3A9-A5808ED52F7B}"/>
              </a:ext>
            </a:extLst>
          </p:cNvPr>
          <p:cNvSpPr>
            <a:spLocks noChangeAspect="1"/>
          </p:cNvSpPr>
          <p:nvPr/>
        </p:nvSpPr>
        <p:spPr>
          <a:xfrm>
            <a:off x="8360833" y="4762678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4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5" name="Oval 104">
            <a:extLst>
              <a:ext uri="{FF2B5EF4-FFF2-40B4-BE49-F238E27FC236}">
                <ns2:creationId id="{EDBBDA7B-2527-212B-DE99-490E81F256A0}"/>
              </a:ext>
            </a:extLst>
          </p:cNvPr>
          <p:cNvSpPr>
            <a:spLocks noChangeAspect="1"/>
          </p:cNvSpPr>
          <p:nvPr/>
        </p:nvSpPr>
        <p:spPr>
          <a:xfrm>
            <a:off x="7733665" y="4942796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6" name="Oval 105">
            <a:extLst>
              <a:ext uri="{FF2B5EF4-FFF2-40B4-BE49-F238E27FC236}">
                <ns2:creationId id="{720CAC3A-0979-372E-C5E6-702721ED48C0}"/>
              </a:ext>
            </a:extLst>
          </p:cNvPr>
          <p:cNvSpPr>
            <a:spLocks noChangeAspect="1"/>
          </p:cNvSpPr>
          <p:nvPr/>
        </p:nvSpPr>
        <p:spPr>
          <a:xfrm>
            <a:off x="6168022" y="5122916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8" name="Oval 107">
            <a:extLst>
              <a:ext uri="{FF2B5EF4-FFF2-40B4-BE49-F238E27FC236}">
                <ns2:creationId id="{37001656-AA70-9E60-4BFF-26638D2636A3}"/>
              </a:ext>
            </a:extLst>
          </p:cNvPr>
          <p:cNvSpPr>
            <a:spLocks noChangeAspect="1"/>
          </p:cNvSpPr>
          <p:nvPr/>
        </p:nvSpPr>
        <p:spPr>
          <a:xfrm>
            <a:off x="7102533" y="5122916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0" name="Oval 109">
            <a:extLst>
              <a:ext uri="{FF2B5EF4-FFF2-40B4-BE49-F238E27FC236}">
                <ns2:creationId id="{3518CAA0-FE2A-5CBF-DD0B-A9F9616F332B}"/>
              </a:ext>
            </a:extLst>
          </p:cNvPr>
          <p:cNvSpPr>
            <a:spLocks noChangeAspect="1"/>
          </p:cNvSpPr>
          <p:nvPr/>
        </p:nvSpPr>
        <p:spPr>
          <a:xfrm>
            <a:off x="8320941" y="5122916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4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3" name="Oval 112">
            <a:extLst>
              <a:ext uri="{FF2B5EF4-FFF2-40B4-BE49-F238E27FC236}">
                <ns2:creationId id="{A81ED26D-2777-C729-A798-17BBE5B599D2}"/>
              </a:ext>
            </a:extLst>
          </p:cNvPr>
          <p:cNvSpPr>
            <a:spLocks noChangeAspect="1"/>
          </p:cNvSpPr>
          <p:nvPr/>
        </p:nvSpPr>
        <p:spPr>
          <a:xfrm>
            <a:off x="7402520" y="5303034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7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4" name="Oval 113">
            <a:extLst>
              <a:ext uri="{FF2B5EF4-FFF2-40B4-BE49-F238E27FC236}">
                <ns2:creationId id="{66F84052-4CB8-8E0D-820B-6BE9B08F3F48}"/>
              </a:ext>
            </a:extLst>
          </p:cNvPr>
          <p:cNvSpPr>
            <a:spLocks noChangeAspect="1"/>
          </p:cNvSpPr>
          <p:nvPr/>
        </p:nvSpPr>
        <p:spPr>
          <a:xfrm>
            <a:off x="8408868" y="5303034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6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5" name="Oval 114">
            <a:extLst>
              <a:ext uri="{FF2B5EF4-FFF2-40B4-BE49-F238E27FC236}">
                <ns2:creationId id="{74F77818-0456-8EDA-629D-1D87B526A27F}"/>
              </a:ext>
            </a:extLst>
          </p:cNvPr>
          <p:cNvSpPr>
            <a:spLocks noChangeAspect="1"/>
          </p:cNvSpPr>
          <p:nvPr/>
        </p:nvSpPr>
        <p:spPr>
          <a:xfrm>
            <a:off x="8298699" y="5483153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2" name="Oval 121">
            <a:extLst>
              <a:ext uri="{FF2B5EF4-FFF2-40B4-BE49-F238E27FC236}">
                <ns2:creationId id="{AD753C62-F8D0-663E-E0FE-A67A25746A11}"/>
              </a:ext>
            </a:extLst>
          </p:cNvPr>
          <p:cNvSpPr>
            <a:spLocks noChangeAspect="1"/>
          </p:cNvSpPr>
          <p:nvPr/>
        </p:nvSpPr>
        <p:spPr>
          <a:xfrm>
            <a:off x="9129443" y="5483153"/>
            <a:ext cx="108000" cy="108000"/>
          </a:xfrm>
          <a:prstGeom prst="ellipse">
            <a:avLst/>
          </a:prstGeom>
          <a:solidFill>
            <a:schemeClr val="accent5">
              <a:lumMod val="75000"/>
              <a:alpha val="9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61" name="Group 160">
            <a:extLst>
              <a:ext uri="{FF2B5EF4-FFF2-40B4-BE49-F238E27FC236}">
                <ns2:creationId id="{B0622AE0-DD8B-E467-E987-07EC9A52DA84}"/>
              </a:ext>
            </a:extLst>
          </p:cNvPr>
          <p:cNvGrpSpPr/>
          <p:nvPr/>
        </p:nvGrpSpPr>
        <p:grpSpPr>
          <a:xfrm>
            <a:off x="333013" y="1304603"/>
            <a:ext cx="1980000" cy="180000"/>
            <a:chOff x="333013" y="1304603"/>
            <a:chExt cx="1980000" cy="180000"/>
          </a:xfrm>
        </p:grpSpPr>
        <p:sp>
          <p:nvSpPr>
            <p:cNvPr id="142" name="テキスト ボックス 16">
              <a:extLst>
                <a:ext uri="{FF2B5EF4-FFF2-40B4-BE49-F238E27FC236}">
                  <ns2:creationId id="{59185364-0AB6-E6D6-E83F-4AB830239F6C}"/>
                </a:ext>
              </a:extLst>
            </p:cNvPr>
            <p:cNvSpPr txBox="1"/>
            <p:nvPr/>
          </p:nvSpPr>
          <p:spPr>
            <a:xfrm>
              <a:off x="333013" y="1304603"/>
              <a:ext cx="54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160" name="Group 159">
              <a:extLst>
                <a:ext uri="{FF2B5EF4-FFF2-40B4-BE49-F238E27FC236}">
                  <ns2:creationId id="{5B76D0D6-503C-47FE-1B0D-1C8F83F3BC58}"/>
                </a:ext>
              </a:extLst>
            </p:cNvPr>
            <p:cNvGrpSpPr/>
            <p:nvPr/>
          </p:nvGrpSpPr>
          <p:grpSpPr>
            <a:xfrm>
              <a:off x="873013" y="1304603"/>
              <a:ext cx="1440000" cy="180000"/>
              <a:chOff x="1053012" y="1304603"/>
              <a:chExt cx="1440000" cy="180000"/>
            </a:xfrm>
          </p:grpSpPr>
          <p:sp>
            <p:nvSpPr>
              <p:cNvPr id="144" name="テキスト ボックス 16">
                <a:extLst>
                  <a:ext uri="{FF2B5EF4-FFF2-40B4-BE49-F238E27FC236}">
                    <ns2:creationId id="{A03BA962-376C-52BB-D0D0-B4B9A8C2E501}"/>
                  </a:ext>
                </a:extLst>
              </p:cNvPr>
              <p:cNvSpPr txBox="1"/>
              <p:nvPr/>
            </p:nvSpPr>
            <p:spPr>
              <a:xfrm>
                <a:off x="1053012" y="1304603"/>
                <a:ext cx="1440000" cy="1800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txBody>
              <a:bodyPr wrap="square" lIns="0" tIns="0" rIns="0" bIns="0" rtlCol="0" anchor="ctr" anchorCtr="0">
                <a:noAutofit/>
              </a:bodyPr>
              <a:lstStyle/>
              <a:p>
                <a:pPr algn="ctr"/>
                <a:endParaRPr kumimoji="1" lang="ja-JP" altLang="en-US" sz="90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40" name="Group 139">
                <a:extLst>
                  <a:ext uri="{FF2B5EF4-FFF2-40B4-BE49-F238E27FC236}">
                    <ns2:creationId id="{F54D7959-D475-2093-24FB-CA5145C7A919}"/>
                  </a:ext>
                </a:extLst>
              </p:cNvPr>
              <p:cNvGrpSpPr/>
              <p:nvPr/>
            </p:nvGrpSpPr>
            <p:grpSpPr>
              <a:xfrm>
                <a:off x="1143779" y="1317659"/>
                <a:ext cx="1258466" cy="153888"/>
                <a:chOff x="915551" y="1480997"/>
                <a:chExt cx="1258466" cy="153888"/>
              </a:xfrm>
            </p:grpSpPr>
            <p:grpSp>
              <p:nvGrpSpPr>
                <p:cNvPr id="138" name="Group 137">
                  <a:extLst>
                    <a:ext uri="{FF2B5EF4-FFF2-40B4-BE49-F238E27FC236}">
                      <ns2:creationId id="{5361857D-3231-F390-AA52-6251FBCA11C4}"/>
                    </a:ext>
                  </a:extLst>
                </p:cNvPr>
                <p:cNvGrpSpPr/>
                <p:nvPr/>
              </p:nvGrpSpPr>
              <p:grpSpPr>
                <a:xfrm>
                  <a:off x="915551" y="1480997"/>
                  <a:ext cx="570750" cy="153888"/>
                  <a:chOff x="522822" y="1480997"/>
                  <a:chExt cx="570750" cy="153888"/>
                </a:xfrm>
              </p:grpSpPr>
              <p:sp>
                <p:nvSpPr>
                  <p:cNvPr id="123" name="Oval 122">
                    <a:extLst>
                      <a:ext uri="{FF2B5EF4-FFF2-40B4-BE49-F238E27FC236}">
                        <ns2:creationId id="{F8823EF5-4FA1-6E43-A699-F9B96EE117E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22822" y="1503941"/>
                    <a:ext cx="108000" cy="1080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  <a:alpha val="4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6" name="TextBox 125">
                    <a:extLst>
                      <a:ext uri="{FF2B5EF4-FFF2-40B4-BE49-F238E27FC236}">
                        <ns2:creationId id="{55EE0C7C-93E3-08D2-0D09-0771239C85D7}"/>
                      </a:ext>
                    </a:extLst>
                  </p:cNvPr>
                  <p:cNvSpPr txBox="1"/>
                  <p:nvPr/>
                </p:nvSpPr>
                <p:spPr>
                  <a:xfrm>
                    <a:off x="630822" y="1480997"/>
                    <a:ext cx="46275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36000" tIns="0" rIns="0" bIns="0">
                    <a:spAutoFit/>
                  </a:bodyPr>
                  <a:lstStyle/>
                  <a:p>
                    <a:r>
                      <a:rPr lang="en-GB" sz="1000"/>
                      <a:t>10</a:t>
                    </a:r>
                    <a:r>
                      <a:rPr lang="en-GB" sz="800"/>
                      <a:t>XX</a:t>
                    </a:r>
                    <a:r>
                      <a:rPr lang="ja-JP" altLang="en-US" sz="800"/>
                      <a:t> </a:t>
                    </a:r>
                    <a:r>
                      <a:rPr lang="en-US" altLang="ja-JP" sz="1000"/>
                      <a:t>XX</a:t>
                    </a:r>
                    <a:endParaRPr lang="en-US" sz="1000"/>
                  </a:p>
                </p:txBody>
              </p:sp>
            </p:grpSp>
            <p:grpSp>
              <p:nvGrpSpPr>
                <p:cNvPr id="139" name="Group 138">
                  <a:extLst>
                    <a:ext uri="{FF2B5EF4-FFF2-40B4-BE49-F238E27FC236}">
                      <ns2:creationId id="{5FA4A611-828E-A876-3A7A-E3C2D66A3A20}"/>
                    </a:ext>
                  </a:extLst>
                </p:cNvPr>
                <p:cNvGrpSpPr/>
                <p:nvPr/>
              </p:nvGrpSpPr>
              <p:grpSpPr>
                <a:xfrm>
                  <a:off x="1606473" y="1480997"/>
                  <a:ext cx="567544" cy="153888"/>
                  <a:chOff x="1606473" y="1480997"/>
                  <a:chExt cx="567544" cy="153888"/>
                </a:xfrm>
              </p:grpSpPr>
              <p:sp>
                <p:nvSpPr>
                  <p:cNvPr id="134" name="Oval 133">
                    <a:extLst>
                      <a:ext uri="{FF2B5EF4-FFF2-40B4-BE49-F238E27FC236}">
                        <ns2:creationId id="{868FE4A7-4842-FFCD-E1B3-587B4E05FF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06473" y="1503941"/>
                    <a:ext cx="108000" cy="1080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35" name="TextBox 134">
                    <a:extLst>
                      <a:ext uri="{FF2B5EF4-FFF2-40B4-BE49-F238E27FC236}">
                        <ns2:creationId id="{E98475EF-D0DC-F6B1-4BDF-D46BC414979C}"/>
                      </a:ext>
                    </a:extLst>
                  </p:cNvPr>
                  <p:cNvSpPr txBox="1"/>
                  <p:nvPr/>
                </p:nvSpPr>
                <p:spPr>
                  <a:xfrm>
                    <a:off x="1714473" y="1480997"/>
                    <a:ext cx="459544" cy="153888"/>
                  </a:xfrm>
                  <a:prstGeom prst="rect">
                    <a:avLst/>
                  </a:prstGeom>
                  <a:noFill/>
                </p:spPr>
                <p:txBody>
                  <a:bodyPr wrap="none" lIns="36000" tIns="0" rIns="0" bIns="0">
                    <a:spAutoFit/>
                  </a:bodyPr>
                  <a:lstStyle/>
                  <a:p>
                    <a:r>
                      <a:rPr lang="en-US" altLang="ja-JP" sz="1000"/>
                      <a:t>XX</a:t>
                    </a:r>
                    <a:r>
                      <a:rPr kumimoji="1" lang="en-GB" sz="8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/>
                        <a:ea typeface="Meiryo UI"/>
                        <a:cs typeface="+mn-cs"/>
                      </a:rPr>
                      <a:t>XX</a:t>
                    </a:r>
                    <a:endParaRPr lang="en-US" altLang="ja-JP" sz="1000"/>
                  </a:p>
                </p:txBody>
              </p:sp>
            </p:grpSp>
          </p:grpSp>
        </p:grpSp>
      </p:grpSp>
    </p:spTree>
    <p:extLst>
      <p:ext uri="{BB962C8B-B14F-4D97-AF65-F5344CB8AC3E}">
        <ns5:creationId val="29921702"/>
      </p:ext>
    </p:extLst>
  </p:cSld>
  <p:clrMapOvr>
    <a:masterClrMapping/>
  </p:clrMapOvr>
</p:sld>
</file>

<file path=ppt/slides/slide7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083357F-A621-A6AF-FD92-2E80375EB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F445A98-0E41-C7D7-CDBA-2506DA34A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6ED2F19-992A-5A06-D6E0-9CD1AC7504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pSp>
        <p:nvGrpSpPr>
          <p:cNvPr id="25" name="グループ化 24">
            <a:extLst>
              <a:ext uri="{FF2B5EF4-FFF2-40B4-BE49-F238E27FC236}">
                <ns2:creationId id="{05BE6F79-B72D-205B-0A98-88A5C6093B7F}"/>
              </a:ext>
            </a:extLst>
          </p:cNvPr>
          <p:cNvGrpSpPr/>
          <p:nvPr/>
        </p:nvGrpSpPr>
        <p:grpSpPr>
          <a:xfrm>
            <a:off x="344960" y="1376775"/>
            <a:ext cx="11503077" cy="4933854"/>
            <a:chOff x="344960" y="1376775"/>
            <a:chExt cx="11503077" cy="4933854"/>
          </a:xfrm>
        </p:grpSpPr>
        <p:grpSp>
          <p:nvGrpSpPr>
            <p:cNvPr id="19" name="グループ化 18">
              <a:extLst>
                <a:ext uri="{FF2B5EF4-FFF2-40B4-BE49-F238E27FC236}">
                  <ns2:creationId id="{A00F2E32-D849-E9EB-5DF0-292417A8F021}"/>
                </a:ext>
              </a:extLst>
            </p:cNvPr>
            <p:cNvGrpSpPr/>
            <p:nvPr/>
          </p:nvGrpSpPr>
          <p:grpSpPr>
            <a:xfrm>
              <a:off x="344960" y="1376775"/>
              <a:ext cx="11503077" cy="252332"/>
              <a:chOff x="344960" y="1376775"/>
              <a:chExt cx="11503077" cy="252332"/>
            </a:xfrm>
          </p:grpSpPr>
          <p:sp>
            <p:nvSpPr>
              <p:cNvPr id="5" name="テキスト ボックス 15">
                <a:extLst>
                  <a:ext uri="{FF2B5EF4-FFF2-40B4-BE49-F238E27FC236}">
                    <ns2:creationId id="{1E998A70-F571-6535-DBC8-652F3207B78F}"/>
                  </a:ext>
                </a:extLst>
              </p:cNvPr>
              <p:cNvSpPr txBox="1"/>
              <p:nvPr/>
            </p:nvSpPr>
            <p:spPr>
              <a:xfrm>
                <a:off x="344960" y="1408436"/>
                <a:ext cx="952435" cy="220339"/>
              </a:xfrm>
              <a:prstGeom prst="rect">
                <a:avLst/>
              </a:prstGeom>
              <a:noFill/>
            </p:spPr>
            <p:txBody>
              <a:bodyPr wrap="none" lIns="324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7" name="直線コネクタ 16">
                <a:extLst>
                  <a:ext uri="{FF2B5EF4-FFF2-40B4-BE49-F238E27FC236}">
                    <ns2:creationId id="{730F4C5C-2365-D247-4B3F-6D46FF0C3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961" y="1629107"/>
                <a:ext cx="95243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" name="Graphic 9" descr="Lips outline">
                <a:extLst>
                  <a:ext uri="{FF2B5EF4-FFF2-40B4-BE49-F238E27FC236}">
                    <ns2:creationId id="{5BA1E5CE-6683-3F48-DDFA-E19CB9539A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344961" y="1376775"/>
                <a:ext cx="252000" cy="252000"/>
              </a:xfrm>
              <a:prstGeom prst="rect">
                <a:avLst/>
              </a:prstGeom>
            </p:spPr>
          </p:pic>
          <p:cxnSp>
            <p:nvCxnSpPr>
              <p:cNvPr id="15" name="直線コネクタ 16">
                <a:extLst>
                  <a:ext uri="{FF2B5EF4-FFF2-40B4-BE49-F238E27FC236}">
                    <ns2:creationId id="{0CF4DAA2-560F-C3EA-6668-F3D88AEC7D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9644" y="1628775"/>
                <a:ext cx="115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テキスト ボックス 15">
                <a:extLst>
                  <a:ext uri="{FF2B5EF4-FFF2-40B4-BE49-F238E27FC236}">
                    <ns2:creationId id="{BDD18AE5-F9A0-6367-42AF-D7A606B2FF34}"/>
                  </a:ext>
                </a:extLst>
              </p:cNvPr>
              <p:cNvSpPr txBox="1"/>
              <p:nvPr/>
            </p:nvSpPr>
            <p:spPr>
              <a:xfrm>
                <a:off x="1339643" y="1408436"/>
                <a:ext cx="1152000" cy="220339"/>
              </a:xfrm>
              <a:prstGeom prst="rect">
                <a:avLst/>
              </a:prstGeom>
              <a:noFill/>
            </p:spPr>
            <p:txBody>
              <a:bodyPr wrap="none" lIns="324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29" name="Graphic 28" descr="Medical outline">
                <a:extLst>
                  <a:ext uri="{FF2B5EF4-FFF2-40B4-BE49-F238E27FC236}">
                    <ns2:creationId id="{8B9BCF46-0951-338A-7500-0C44FC8A6D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339642" y="137677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20" name="テキスト ボックス 15">
                <a:extLst>
                  <a:ext uri="{FF2B5EF4-FFF2-40B4-BE49-F238E27FC236}">
                    <ns2:creationId id="{6E3AD6BE-0753-17E3-F91A-21F488302175}"/>
                  </a:ext>
                </a:extLst>
              </p:cNvPr>
              <p:cNvSpPr txBox="1"/>
              <p:nvPr/>
            </p:nvSpPr>
            <p:spPr>
              <a:xfrm>
                <a:off x="6073517" y="1408436"/>
                <a:ext cx="1378113" cy="220339"/>
              </a:xfrm>
              <a:prstGeom prst="rect">
                <a:avLst/>
              </a:prstGeom>
              <a:noFill/>
            </p:spPr>
            <p:txBody>
              <a:bodyPr wrap="none" lIns="324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1" name="直線コネクタ 16">
                <a:extLst>
                  <a:ext uri="{FF2B5EF4-FFF2-40B4-BE49-F238E27FC236}">
                    <ns2:creationId id="{A8246BFF-15CD-82A2-0558-21735C7CA4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3588" y="1629095"/>
                <a:ext cx="1378113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3" name="Graphic 32" descr="Supply And Demand outline">
                <a:extLst>
                  <a:ext uri="{FF2B5EF4-FFF2-40B4-BE49-F238E27FC236}">
                    <ns2:creationId id="{576CEDC4-864D-7A79-BF0F-015A9AC1B4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073517" y="1376775"/>
                <a:ext cx="289590" cy="252000"/>
              </a:xfrm>
              <a:prstGeom prst="rect">
                <a:avLst/>
              </a:prstGeom>
            </p:spPr>
          </p:pic>
          <p:sp>
            <p:nvSpPr>
              <p:cNvPr id="23" name="テキスト ボックス 15">
                <a:extLst>
                  <a:ext uri="{FF2B5EF4-FFF2-40B4-BE49-F238E27FC236}">
                    <ns2:creationId id="{58F10149-B3D4-99D6-D1D6-D151F0074FA7}"/>
                  </a:ext>
                </a:extLst>
              </p:cNvPr>
              <p:cNvSpPr txBox="1"/>
              <p:nvPr/>
            </p:nvSpPr>
            <p:spPr>
              <a:xfrm>
                <a:off x="7493877" y="1408436"/>
                <a:ext cx="1670114" cy="220339"/>
              </a:xfrm>
              <a:prstGeom prst="rect">
                <a:avLst/>
              </a:prstGeom>
              <a:noFill/>
            </p:spPr>
            <p:txBody>
              <a:bodyPr wrap="none" lIns="360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4" name="直線コネクタ 16">
                <a:extLst>
                  <a:ext uri="{FF2B5EF4-FFF2-40B4-BE49-F238E27FC236}">
                    <ns2:creationId id="{062CA883-A119-D5A5-4BF7-16DA741DC0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0151" y="1628775"/>
                <a:ext cx="1670114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5" name="Graphic 34" descr="Target Audience outline">
                <a:extLst>
                  <a:ext uri="{FF2B5EF4-FFF2-40B4-BE49-F238E27FC236}">
                    <ns2:creationId id="{BA15A8CC-CE6E-CFFF-A769-EF7389E15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493876" y="1376775"/>
                <a:ext cx="252000" cy="252000"/>
              </a:xfrm>
              <a:prstGeom prst="rect">
                <a:avLst/>
              </a:prstGeom>
            </p:spPr>
          </p:pic>
          <p:sp>
            <p:nvSpPr>
              <p:cNvPr id="17" name="テキスト ボックス 15">
                <a:extLst>
                  <a:ext uri="{FF2B5EF4-FFF2-40B4-BE49-F238E27FC236}">
                    <ns2:creationId id="{63A21C48-75F3-88BC-9F1F-5CB64CC8DE02}"/>
                  </a:ext>
                </a:extLst>
              </p:cNvPr>
              <p:cNvSpPr txBox="1"/>
              <p:nvPr/>
            </p:nvSpPr>
            <p:spPr>
              <a:xfrm>
                <a:off x="2498036" y="1408436"/>
                <a:ext cx="3477102" cy="220339"/>
              </a:xfrm>
              <a:prstGeom prst="rect">
                <a:avLst/>
              </a:prstGeom>
              <a:noFill/>
            </p:spPr>
            <p:txBody>
              <a:bodyPr wrap="none" lIns="396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8" name="直線コネクタ 16">
                <a:extLst>
                  <a:ext uri="{FF2B5EF4-FFF2-40B4-BE49-F238E27FC236}">
                    <ns2:creationId id="{9BCD71E2-B7AB-C2CD-4BDC-324D44EE61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40284" y="1628775"/>
                <a:ext cx="343101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7" name="Graphic 36" descr="Person with idea outline">
                <a:extLst>
                  <a:ext uri="{FF2B5EF4-FFF2-40B4-BE49-F238E27FC236}">
                    <ns2:creationId id="{8305C49C-B124-B67F-909E-6A69EB5B36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2517185" y="1376775"/>
                <a:ext cx="272209" cy="252000"/>
              </a:xfrm>
              <a:prstGeom prst="rect">
                <a:avLst/>
              </a:prstGeom>
            </p:spPr>
          </p:pic>
          <p:sp>
            <p:nvSpPr>
              <p:cNvPr id="26" name="テキスト ボックス 15">
                <a:extLst>
                  <a:ext uri="{FF2B5EF4-FFF2-40B4-BE49-F238E27FC236}">
                    <ns2:creationId id="{89E28B07-6DF1-3C1B-42F4-0C1482D402AA}"/>
                  </a:ext>
                </a:extLst>
              </p:cNvPr>
              <p:cNvSpPr txBox="1"/>
              <p:nvPr/>
            </p:nvSpPr>
            <p:spPr>
              <a:xfrm>
                <a:off x="9206238" y="1408435"/>
                <a:ext cx="2640811" cy="220339"/>
              </a:xfrm>
              <a:prstGeom prst="rect">
                <a:avLst/>
              </a:prstGeom>
              <a:noFill/>
            </p:spPr>
            <p:txBody>
              <a:bodyPr wrap="none" lIns="360000" tIns="36000" rIns="36000" bIns="36000" rtlCol="0" anchor="b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7" name="直線コネクタ 16">
                <a:extLst>
                  <a:ext uri="{FF2B5EF4-FFF2-40B4-BE49-F238E27FC236}">
                    <ns2:creationId id="{5DACD504-4504-5FF6-E768-0FF80915E0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06237" y="1628775"/>
                <a:ext cx="26418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Graphic 38" descr="City outline">
                <a:extLst>
                  <a:ext uri="{FF2B5EF4-FFF2-40B4-BE49-F238E27FC236}">
                    <ns2:creationId id="{6EEF95FB-85E5-2E7A-574D-1B34D71AE9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9206237" y="1376775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E32E6EB7-1E90-1A8C-18F4-B80244A60889}"/>
                </a:ext>
              </a:extLst>
            </p:cNvPr>
            <p:cNvGrpSpPr/>
            <p:nvPr/>
          </p:nvGrpSpPr>
          <p:grpSpPr>
            <a:xfrm>
              <a:off x="344961" y="1682443"/>
              <a:ext cx="11502078" cy="4628186"/>
              <a:chOff x="344961" y="1682443"/>
              <a:chExt cx="11502078" cy="4628186"/>
            </a:xfrm>
          </p:grpSpPr>
          <p:sp>
            <p:nvSpPr>
              <p:cNvPr id="93" name="正方形/長方形 21">
                <a:extLst>
                  <a:ext uri="{FF2B5EF4-FFF2-40B4-BE49-F238E27FC236}">
                    <ns2:creationId id="{0A0BEB3A-155F-373F-9D4B-6B461B62FF61}"/>
                  </a:ext>
                </a:extLst>
              </p:cNvPr>
              <p:cNvSpPr/>
              <p:nvPr/>
            </p:nvSpPr>
            <p:spPr>
              <a:xfrm>
                <a:off x="9220903" y="1695774"/>
                <a:ext cx="2626136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87313" indent="-87313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indent="-87313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indent="-87313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indent="-87313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10" name="正方形/長方形 21">
                <a:extLst>
                  <a:ext uri="{FF2B5EF4-FFF2-40B4-BE49-F238E27FC236}">
                    <ns2:creationId id="{2149745D-305E-1616-A626-1132CA6F0A12}"/>
                  </a:ext>
                </a:extLst>
              </p:cNvPr>
              <p:cNvSpPr/>
              <p:nvPr/>
            </p:nvSpPr>
            <p:spPr>
              <a:xfrm>
                <a:off x="9220903" y="2470477"/>
                <a:ext cx="2626136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indent="90488">
                  <a:lnSpc>
                    <a:spcPct val="150000"/>
                  </a:lnSpc>
                  <a:buClr>
                    <a:schemeClr val="accent2"/>
                  </a:buClr>
                </a:pP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r>
                  <a:rPr kumimoji="1" lang="en-US" altLang="ja-JP" sz="600" dirty="0" err="1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49" name="正方形/長方形 21">
                <a:extLst>
                  <a:ext uri="{FF2B5EF4-FFF2-40B4-BE49-F238E27FC236}">
                    <ns2:creationId id="{D938231C-0C79-6013-B5B1-6A942A51069A}"/>
                  </a:ext>
                </a:extLst>
              </p:cNvPr>
              <p:cNvSpPr/>
              <p:nvPr/>
            </p:nvSpPr>
            <p:spPr>
              <a:xfrm>
                <a:off x="9220902" y="4797091"/>
                <a:ext cx="2626136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indent="90488">
                  <a:lnSpc>
                    <a:spcPct val="150000"/>
                  </a:lnSpc>
                  <a:buClr>
                    <a:schemeClr val="accent2"/>
                  </a:buClr>
                </a:pP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2" name="正方形/長方形 21">
                <a:extLst>
                  <a:ext uri="{FF2B5EF4-FFF2-40B4-BE49-F238E27FC236}">
                    <ns2:creationId id="{E30C2438-BA5E-CDCB-769F-C20B34A28EF9}"/>
                  </a:ext>
                </a:extLst>
              </p:cNvPr>
              <p:cNvSpPr/>
              <p:nvPr/>
            </p:nvSpPr>
            <p:spPr>
              <a:xfrm>
                <a:off x="9220902" y="5572630"/>
                <a:ext cx="2626136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>
                  <a:lnSpc>
                    <a:spcPct val="150000"/>
                  </a:lnSpc>
                  <a:buClr>
                    <a:schemeClr val="accent2"/>
                  </a:buClr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>
                  <a:lnSpc>
                    <a:spcPct val="150000"/>
                  </a:lnSpc>
                  <a:buClr>
                    <a:schemeClr val="accent2"/>
                  </a:buClr>
                </a:pP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5" name="正方形/長方形 21">
                <a:extLst>
                  <a:ext uri="{FF2B5EF4-FFF2-40B4-BE49-F238E27FC236}">
                    <ns2:creationId id="{9E9638E2-AAD1-3A02-9D6E-231C3638FA60}"/>
                  </a:ext>
                </a:extLst>
              </p:cNvPr>
              <p:cNvSpPr/>
              <p:nvPr/>
            </p:nvSpPr>
            <p:spPr>
              <a:xfrm>
                <a:off x="344961" y="1682443"/>
                <a:ext cx="952434" cy="1520289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7" name="正方形/長方形 21">
                <a:extLst>
                  <a:ext uri="{FF2B5EF4-FFF2-40B4-BE49-F238E27FC236}">
                    <ns2:creationId id="{77A2E500-FD32-5F47-DEFF-88ECDA3726E0}"/>
                  </a:ext>
                </a:extLst>
              </p:cNvPr>
              <p:cNvSpPr/>
              <p:nvPr/>
            </p:nvSpPr>
            <p:spPr>
              <a:xfrm>
                <a:off x="344961" y="3246014"/>
                <a:ext cx="952434" cy="3062711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6" name="正方形/長方形 21">
                <a:extLst>
                  <a:ext uri="{FF2B5EF4-FFF2-40B4-BE49-F238E27FC236}">
                    <ns2:creationId id="{A0078595-E7E8-8535-F3FF-0FCBA3AD07D1}"/>
                  </a:ext>
                </a:extLst>
              </p:cNvPr>
              <p:cNvSpPr/>
              <p:nvPr/>
            </p:nvSpPr>
            <p:spPr>
              <a:xfrm>
                <a:off x="1339644" y="1695773"/>
                <a:ext cx="1151999" cy="73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8" name="正方形/長方形 21">
                <a:extLst>
                  <a:ext uri="{FF2B5EF4-FFF2-40B4-BE49-F238E27FC236}">
                    <ns2:creationId id="{0A11A24E-F5A2-CFC2-139E-EFB042CF158B}"/>
                  </a:ext>
                </a:extLst>
              </p:cNvPr>
              <p:cNvSpPr/>
              <p:nvPr/>
            </p:nvSpPr>
            <p:spPr>
              <a:xfrm>
                <a:off x="1339645" y="2470476"/>
                <a:ext cx="1151998" cy="73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66" name="正方形/長方形 21">
                <a:extLst>
                  <a:ext uri="{FF2B5EF4-FFF2-40B4-BE49-F238E27FC236}">
                    <ns2:creationId id="{F6CDAEF9-C240-9FA4-A81E-23707404AF4A}"/>
                  </a:ext>
                </a:extLst>
              </p:cNvPr>
              <p:cNvSpPr/>
              <p:nvPr/>
            </p:nvSpPr>
            <p:spPr>
              <a:xfrm>
                <a:off x="1339644" y="4797090"/>
                <a:ext cx="1151999" cy="73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7" name="正方形/長方形 21">
                <a:extLst>
                  <a:ext uri="{FF2B5EF4-FFF2-40B4-BE49-F238E27FC236}">
                    <ns2:creationId id="{1191809E-ED0C-1D73-4947-59F9EBAA99E0}"/>
                  </a:ext>
                </a:extLst>
              </p:cNvPr>
              <p:cNvSpPr/>
              <p:nvPr/>
            </p:nvSpPr>
            <p:spPr>
              <a:xfrm>
                <a:off x="1339645" y="5572629"/>
                <a:ext cx="1151998" cy="73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68" name="正方形/長方形 21">
                <a:extLst>
                  <a:ext uri="{FF2B5EF4-FFF2-40B4-BE49-F238E27FC236}">
                    <ns2:creationId id="{D9EBE9C2-0762-AEAA-7248-B36B4D0AC4CF}"/>
                  </a:ext>
                </a:extLst>
              </p:cNvPr>
              <p:cNvSpPr/>
              <p:nvPr/>
            </p:nvSpPr>
            <p:spPr>
              <a:xfrm>
                <a:off x="1339644" y="3246014"/>
                <a:ext cx="1151999" cy="73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9" name="正方形/長方形 21">
                <a:extLst>
                  <a:ext uri="{FF2B5EF4-FFF2-40B4-BE49-F238E27FC236}">
                    <ns2:creationId id="{DA42873B-F675-6949-2FB1-A6C89AA64D95}"/>
                  </a:ext>
                </a:extLst>
              </p:cNvPr>
              <p:cNvSpPr/>
              <p:nvPr/>
            </p:nvSpPr>
            <p:spPr>
              <a:xfrm>
                <a:off x="1339645" y="4021552"/>
                <a:ext cx="1151998" cy="73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0" name="正方形/長方形 21">
                <a:extLst>
                  <a:ext uri="{FF2B5EF4-FFF2-40B4-BE49-F238E27FC236}">
                    <ns2:creationId id="{8D56F555-9EF4-9A2F-A028-DA4C45C3D5C3}"/>
                  </a:ext>
                </a:extLst>
              </p:cNvPr>
              <p:cNvSpPr/>
              <p:nvPr/>
            </p:nvSpPr>
            <p:spPr>
              <a:xfrm>
                <a:off x="6073517" y="1695774"/>
                <a:ext cx="1358184" cy="7379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8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2" name="正方形/長方形 21">
                <a:extLst>
                  <a:ext uri="{FF2B5EF4-FFF2-40B4-BE49-F238E27FC236}">
                    <ns2:creationId id="{DB4F0AE8-9B37-8B2C-012C-1CFFCB3E1BD4}"/>
                  </a:ext>
                </a:extLst>
              </p:cNvPr>
              <p:cNvSpPr/>
              <p:nvPr/>
            </p:nvSpPr>
            <p:spPr>
              <a:xfrm>
                <a:off x="7491245" y="1695774"/>
                <a:ext cx="1670114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44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600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8" name="正方形/長方形 21">
                <a:extLst>
                  <a:ext uri="{FF2B5EF4-FFF2-40B4-BE49-F238E27FC236}">
                    <ns2:creationId id="{5CCA0FCE-10CF-59C6-174B-51EAE1871431}"/>
                  </a:ext>
                </a:extLst>
              </p:cNvPr>
              <p:cNvSpPr/>
              <p:nvPr/>
            </p:nvSpPr>
            <p:spPr>
              <a:xfrm>
                <a:off x="6073517" y="2470477"/>
                <a:ext cx="1358184" cy="7379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8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800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09" name="正方形/長方形 21">
                <a:extLst>
                  <a:ext uri="{FF2B5EF4-FFF2-40B4-BE49-F238E27FC236}">
                    <ns2:creationId id="{6CC3564E-7245-0EBE-42A0-5569762A733B}"/>
                  </a:ext>
                </a:extLst>
              </p:cNvPr>
              <p:cNvSpPr/>
              <p:nvPr/>
            </p:nvSpPr>
            <p:spPr>
              <a:xfrm>
                <a:off x="7491245" y="2470477"/>
                <a:ext cx="1670114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44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1" name="正方形/長方形 21">
                <a:extLst>
                  <a:ext uri="{FF2B5EF4-FFF2-40B4-BE49-F238E27FC236}">
                    <ns2:creationId id="{76285385-A13F-649D-6799-9B2B9616B09D}"/>
                  </a:ext>
                </a:extLst>
              </p:cNvPr>
              <p:cNvSpPr/>
              <p:nvPr/>
            </p:nvSpPr>
            <p:spPr>
              <a:xfrm>
                <a:off x="6069679" y="3246014"/>
                <a:ext cx="1358184" cy="7379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8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2" name="正方形/長方形 21">
                <a:extLst>
                  <a:ext uri="{FF2B5EF4-FFF2-40B4-BE49-F238E27FC236}">
                    <ns2:creationId id="{78318B27-5CB0-2485-9B0E-F2DE9343ED0A}"/>
                  </a:ext>
                </a:extLst>
              </p:cNvPr>
              <p:cNvSpPr/>
              <p:nvPr/>
            </p:nvSpPr>
            <p:spPr>
              <a:xfrm>
                <a:off x="7487407" y="3246014"/>
                <a:ext cx="1670114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44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100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3" name="正方形/長方形 21">
                <a:extLst>
                  <a:ext uri="{FF2B5EF4-FFF2-40B4-BE49-F238E27FC236}">
                    <ns2:creationId id="{26FA2825-C8C6-DB83-E418-C8BA2990C065}"/>
                  </a:ext>
                </a:extLst>
              </p:cNvPr>
              <p:cNvSpPr/>
              <p:nvPr/>
            </p:nvSpPr>
            <p:spPr>
              <a:xfrm>
                <a:off x="9217065" y="3246014"/>
                <a:ext cx="2626136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>
                  <a:lnSpc>
                    <a:spcPct val="150000"/>
                  </a:lnSpc>
                  <a:buClr>
                    <a:schemeClr val="accent2"/>
                  </a:buClr>
                </a:pP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>
                  <a:lnSpc>
                    <a:spcPct val="150000"/>
                  </a:lnSpc>
                  <a:buClr>
                    <a:schemeClr val="accent2"/>
                  </a:buClr>
                </a:pP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4" name="正方形/長方形 21">
                <a:extLst>
                  <a:ext uri="{FF2B5EF4-FFF2-40B4-BE49-F238E27FC236}">
                    <ns2:creationId id="{2390BF84-13CD-5DB0-2BA8-210946BF57BB}"/>
                  </a:ext>
                </a:extLst>
              </p:cNvPr>
              <p:cNvSpPr/>
              <p:nvPr/>
            </p:nvSpPr>
            <p:spPr>
              <a:xfrm>
                <a:off x="6069679" y="4021554"/>
                <a:ext cx="1358184" cy="7379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30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%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5" name="正方形/長方形 21">
                <a:extLst>
                  <a:ext uri="{FF2B5EF4-FFF2-40B4-BE49-F238E27FC236}">
                    <ns2:creationId id="{8883BF50-F9CB-9636-6813-B362E6AFF35F}"/>
                  </a:ext>
                </a:extLst>
              </p:cNvPr>
              <p:cNvSpPr/>
              <p:nvPr/>
            </p:nvSpPr>
            <p:spPr>
              <a:xfrm>
                <a:off x="7487407" y="4021553"/>
                <a:ext cx="1670114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44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100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6" name="正方形/長方形 21">
                <a:extLst>
                  <a:ext uri="{FF2B5EF4-FFF2-40B4-BE49-F238E27FC236}">
                    <ns2:creationId id="{BCF512D3-7C9D-1565-A7B6-E4C856A2F898}"/>
                  </a:ext>
                </a:extLst>
              </p:cNvPr>
              <p:cNvSpPr/>
              <p:nvPr/>
            </p:nvSpPr>
            <p:spPr>
              <a:xfrm>
                <a:off x="9217065" y="4021553"/>
                <a:ext cx="2626136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 </a:t>
                </a:r>
                <a:r>
                  <a:rPr kumimoji="1" lang="en-US" altLang="ja-JP" sz="600" dirty="0" err="1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90488" indent="-90488">
                  <a:lnSpc>
                    <a:spcPct val="150000"/>
                  </a:lnSpc>
                  <a:buClr>
                    <a:schemeClr val="accent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indent="90488">
                  <a:lnSpc>
                    <a:spcPct val="150000"/>
                  </a:lnSpc>
                  <a:buClr>
                    <a:schemeClr val="accent2"/>
                  </a:buClr>
                </a:pP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r>
                  <a:rPr kumimoji="1" lang="ja-JP" altLang="en-US" sz="6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47" name="正方形/長方形 21">
                <a:extLst>
                  <a:ext uri="{FF2B5EF4-FFF2-40B4-BE49-F238E27FC236}">
                    <ns2:creationId id="{76C81859-9770-74BD-6209-7387A4D5711B}"/>
                  </a:ext>
                </a:extLst>
              </p:cNvPr>
              <p:cNvSpPr/>
              <p:nvPr/>
            </p:nvSpPr>
            <p:spPr>
              <a:xfrm>
                <a:off x="6073516" y="4797092"/>
                <a:ext cx="1358184" cy="7379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8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30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%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48" name="正方形/長方形 21">
                <a:extLst>
                  <a:ext uri="{FF2B5EF4-FFF2-40B4-BE49-F238E27FC236}">
                    <ns2:creationId id="{44B670ED-BECD-6F17-A128-1579A7547EE6}"/>
                  </a:ext>
                </a:extLst>
              </p:cNvPr>
              <p:cNvSpPr/>
              <p:nvPr/>
            </p:nvSpPr>
            <p:spPr>
              <a:xfrm>
                <a:off x="7491244" y="4797091"/>
                <a:ext cx="1670114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44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200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0" name="正方形/長方形 21">
                <a:extLst>
                  <a:ext uri="{FF2B5EF4-FFF2-40B4-BE49-F238E27FC236}">
                    <ns2:creationId id="{3457F96A-CBC2-1021-8910-D7EF958053BA}"/>
                  </a:ext>
                </a:extLst>
              </p:cNvPr>
              <p:cNvSpPr/>
              <p:nvPr/>
            </p:nvSpPr>
            <p:spPr>
              <a:xfrm>
                <a:off x="6073516" y="5572631"/>
                <a:ext cx="1358184" cy="7379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kumimoji="1" lang="ja-JP" altLang="en-US" sz="8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1" name="正方形/長方形 21">
                <a:extLst>
                  <a:ext uri="{FF2B5EF4-FFF2-40B4-BE49-F238E27FC236}">
                    <ns2:creationId id="{8A020C89-C3B7-7820-D2D1-B14F40319220}"/>
                  </a:ext>
                </a:extLst>
              </p:cNvPr>
              <p:cNvSpPr/>
              <p:nvPr/>
            </p:nvSpPr>
            <p:spPr>
              <a:xfrm>
                <a:off x="7491244" y="5572630"/>
                <a:ext cx="1670114" cy="73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44000" rtlCol="0" anchor="ctr"/>
              <a:lstStyle/>
              <a:p>
                <a:pPr algn="ctr">
                  <a:lnSpc>
                    <a:spcPct val="150000"/>
                  </a:lnSpc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600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GB" altLang="ja-JP" sz="8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3" name="グループ化 12">
                <a:extLst>
                  <a:ext uri="{FF2B5EF4-FFF2-40B4-BE49-F238E27FC236}">
                    <ns2:creationId id="{7F96E77A-53C8-CEDD-AF3A-35CC4781B245}"/>
                  </a:ext>
                </a:extLst>
              </p:cNvPr>
              <p:cNvGrpSpPr/>
              <p:nvPr/>
            </p:nvGrpSpPr>
            <p:grpSpPr>
              <a:xfrm>
                <a:off x="2530054" y="1695773"/>
                <a:ext cx="3480939" cy="4614856"/>
                <a:chOff x="2530054" y="1695773"/>
                <a:chExt cx="3480939" cy="4614856"/>
              </a:xfrm>
            </p:grpSpPr>
            <p:sp>
              <p:nvSpPr>
                <p:cNvPr id="59" name="正方形/長方形 21">
                  <a:extLst>
                    <a:ext uri="{FF2B5EF4-FFF2-40B4-BE49-F238E27FC236}">
                      <ns2:creationId id="{EB0E2E7C-FDEA-3246-E70B-A9872447A4E2}"/>
                    </a:ext>
                  </a:extLst>
                </p:cNvPr>
                <p:cNvSpPr/>
                <p:nvPr/>
              </p:nvSpPr>
              <p:spPr>
                <a:xfrm>
                  <a:off x="2533891" y="1695773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3" name="正方形/長方形 21">
                  <a:extLst>
                    <a:ext uri="{FF2B5EF4-FFF2-40B4-BE49-F238E27FC236}">
                      <ns2:creationId id="{D241EC10-8532-43C1-CBFD-C3444000409C}"/>
                    </a:ext>
                  </a:extLst>
                </p:cNvPr>
                <p:cNvSpPr/>
                <p:nvPr/>
              </p:nvSpPr>
              <p:spPr>
                <a:xfrm>
                  <a:off x="3971895" y="1699373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+</a:t>
                  </a: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0" name="正方形/長方形 21">
                  <a:extLst>
                    <a:ext uri="{FF2B5EF4-FFF2-40B4-BE49-F238E27FC236}">
                      <ns2:creationId id="{E83927B9-896F-36DF-8E03-805B5CD0B0C6}"/>
                    </a:ext>
                  </a:extLst>
                </p:cNvPr>
                <p:cNvSpPr/>
                <p:nvPr/>
              </p:nvSpPr>
              <p:spPr>
                <a:xfrm>
                  <a:off x="2533891" y="2210573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4" name="正方形/長方形 21">
                  <a:extLst>
                    <a:ext uri="{FF2B5EF4-FFF2-40B4-BE49-F238E27FC236}">
                      <ns2:creationId id="{8C6842C0-F763-BC0D-9EE8-6DEEDCDA0364}"/>
                    </a:ext>
                  </a:extLst>
                </p:cNvPr>
                <p:cNvSpPr/>
                <p:nvPr/>
              </p:nvSpPr>
              <p:spPr>
                <a:xfrm>
                  <a:off x="3971894" y="2217773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1" name="正方形/長方形 21">
                  <a:extLst>
                    <a:ext uri="{FF2B5EF4-FFF2-40B4-BE49-F238E27FC236}">
                      <ns2:creationId id="{32DF4FE6-91CA-E62E-3147-ADE28314CF9D}"/>
                    </a:ext>
                  </a:extLst>
                </p:cNvPr>
                <p:cNvSpPr/>
                <p:nvPr/>
              </p:nvSpPr>
              <p:spPr>
                <a:xfrm>
                  <a:off x="2533892" y="1953173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5" name="正方形/長方形 21">
                  <a:extLst>
                    <a:ext uri="{FF2B5EF4-FFF2-40B4-BE49-F238E27FC236}">
                      <ns2:creationId id="{557126B5-249D-FAE2-445F-1C875BBD6A06}"/>
                    </a:ext>
                  </a:extLst>
                </p:cNvPr>
                <p:cNvSpPr/>
                <p:nvPr/>
              </p:nvSpPr>
              <p:spPr>
                <a:xfrm>
                  <a:off x="3971895" y="1956773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06" name="正方形/長方形 21">
                  <a:extLst>
                    <a:ext uri="{FF2B5EF4-FFF2-40B4-BE49-F238E27FC236}">
                      <ns2:creationId id="{F8CC9BAB-888D-3611-6513-70DDBC45D47F}"/>
                    </a:ext>
                  </a:extLst>
                </p:cNvPr>
                <p:cNvSpPr/>
                <p:nvPr/>
              </p:nvSpPr>
              <p:spPr>
                <a:xfrm>
                  <a:off x="2533892" y="2470476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07" name="正方形/長方形 21">
                  <a:extLst>
                    <a:ext uri="{FF2B5EF4-FFF2-40B4-BE49-F238E27FC236}">
                      <ns2:creationId id="{202A4E0A-6583-69D1-5502-FD900291478F}"/>
                    </a:ext>
                  </a:extLst>
                </p:cNvPr>
                <p:cNvSpPr/>
                <p:nvPr/>
              </p:nvSpPr>
              <p:spPr>
                <a:xfrm>
                  <a:off x="3971895" y="2474076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+</a:t>
                  </a: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04" name="正方形/長方形 21">
                  <a:extLst>
                    <a:ext uri="{FF2B5EF4-FFF2-40B4-BE49-F238E27FC236}">
                      <ns2:creationId id="{6F0ED777-65AB-B0B9-EFD4-C96E338AA030}"/>
                    </a:ext>
                  </a:extLst>
                </p:cNvPr>
                <p:cNvSpPr/>
                <p:nvPr/>
              </p:nvSpPr>
              <p:spPr>
                <a:xfrm>
                  <a:off x="2533892" y="2985276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05" name="正方形/長方形 21">
                  <a:extLst>
                    <a:ext uri="{FF2B5EF4-FFF2-40B4-BE49-F238E27FC236}">
                      <ns2:creationId id="{82ACE4F0-2768-8169-32B5-A9067632F9E8}"/>
                    </a:ext>
                  </a:extLst>
                </p:cNvPr>
                <p:cNvSpPr/>
                <p:nvPr/>
              </p:nvSpPr>
              <p:spPr>
                <a:xfrm>
                  <a:off x="3971895" y="2988876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02" name="正方形/長方形 21">
                  <a:extLst>
                    <a:ext uri="{FF2B5EF4-FFF2-40B4-BE49-F238E27FC236}">
                      <ns2:creationId id="{9471DFEA-88DC-91C1-CA67-1DAAE90AB10A}"/>
                    </a:ext>
                  </a:extLst>
                </p:cNvPr>
                <p:cNvSpPr/>
                <p:nvPr/>
              </p:nvSpPr>
              <p:spPr>
                <a:xfrm>
                  <a:off x="2533892" y="2727876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AI</a:t>
                  </a: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03" name="正方形/長方形 21">
                  <a:extLst>
                    <a:ext uri="{FF2B5EF4-FFF2-40B4-BE49-F238E27FC236}">
                      <ns2:creationId id="{134D22DF-C20A-AEC4-5C5A-90E9538D0140}"/>
                    </a:ext>
                  </a:extLst>
                </p:cNvPr>
                <p:cNvSpPr/>
                <p:nvPr/>
              </p:nvSpPr>
              <p:spPr>
                <a:xfrm>
                  <a:off x="3971895" y="2731476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19" name="正方形/長方形 21">
                  <a:extLst>
                    <a:ext uri="{FF2B5EF4-FFF2-40B4-BE49-F238E27FC236}">
                      <ns2:creationId id="{8800E08F-8D2A-BE84-FA9B-1524B7E7EDA7}"/>
                    </a:ext>
                  </a:extLst>
                </p:cNvPr>
                <p:cNvSpPr/>
                <p:nvPr/>
              </p:nvSpPr>
              <p:spPr>
                <a:xfrm>
                  <a:off x="2530054" y="3246014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20" name="正方形/長方形 21">
                  <a:extLst>
                    <a:ext uri="{FF2B5EF4-FFF2-40B4-BE49-F238E27FC236}">
                      <ns2:creationId id="{7B571637-808A-A65F-E452-6EFA04F34164}"/>
                    </a:ext>
                  </a:extLst>
                </p:cNvPr>
                <p:cNvSpPr/>
                <p:nvPr/>
              </p:nvSpPr>
              <p:spPr>
                <a:xfrm>
                  <a:off x="3968057" y="3249614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17" name="正方形/長方形 21">
                  <a:extLst>
                    <a:ext uri="{FF2B5EF4-FFF2-40B4-BE49-F238E27FC236}">
                      <ns2:creationId id="{D71BBB7C-8F7F-B6FA-062F-1D5C87DF1BDF}"/>
                    </a:ext>
                  </a:extLst>
                </p:cNvPr>
                <p:cNvSpPr/>
                <p:nvPr/>
              </p:nvSpPr>
              <p:spPr>
                <a:xfrm>
                  <a:off x="2530054" y="3760814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18" name="正方形/長方形 21">
                  <a:extLst>
                    <a:ext uri="{FF2B5EF4-FFF2-40B4-BE49-F238E27FC236}">
                      <ns2:creationId id="{64124154-EA8B-ADF9-A16C-6CF95351011B}"/>
                    </a:ext>
                  </a:extLst>
                </p:cNvPr>
                <p:cNvSpPr/>
                <p:nvPr/>
              </p:nvSpPr>
              <p:spPr>
                <a:xfrm>
                  <a:off x="3968057" y="3764414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15" name="正方形/長方形 21">
                  <a:extLst>
                    <a:ext uri="{FF2B5EF4-FFF2-40B4-BE49-F238E27FC236}">
                      <ns2:creationId id="{F121A6CF-5047-54D5-C43C-9F7477FBCCE4}"/>
                    </a:ext>
                  </a:extLst>
                </p:cNvPr>
                <p:cNvSpPr/>
                <p:nvPr/>
              </p:nvSpPr>
              <p:spPr>
                <a:xfrm>
                  <a:off x="2530054" y="3503414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16" name="正方形/長方形 21">
                  <a:extLst>
                    <a:ext uri="{FF2B5EF4-FFF2-40B4-BE49-F238E27FC236}">
                      <ns2:creationId id="{4AC01752-4A88-8678-9429-860CF52993CB}"/>
                    </a:ext>
                  </a:extLst>
                </p:cNvPr>
                <p:cNvSpPr/>
                <p:nvPr/>
              </p:nvSpPr>
              <p:spPr>
                <a:xfrm>
                  <a:off x="3968057" y="3507014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32" name="正方形/長方形 21">
                  <a:extLst>
                    <a:ext uri="{FF2B5EF4-FFF2-40B4-BE49-F238E27FC236}">
                      <ns2:creationId id="{399FAADA-C40E-06E4-922A-21D8AD5C3E78}"/>
                    </a:ext>
                  </a:extLst>
                </p:cNvPr>
                <p:cNvSpPr/>
                <p:nvPr/>
              </p:nvSpPr>
              <p:spPr>
                <a:xfrm>
                  <a:off x="2530054" y="4021552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33" name="正方形/長方形 21">
                  <a:extLst>
                    <a:ext uri="{FF2B5EF4-FFF2-40B4-BE49-F238E27FC236}">
                      <ns2:creationId id="{C98A29E8-F2A5-7C28-33CC-608CEB53E099}"/>
                    </a:ext>
                  </a:extLst>
                </p:cNvPr>
                <p:cNvSpPr/>
                <p:nvPr/>
              </p:nvSpPr>
              <p:spPr>
                <a:xfrm>
                  <a:off x="3968057" y="4025152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30" name="正方形/長方形 21">
                  <a:extLst>
                    <a:ext uri="{FF2B5EF4-FFF2-40B4-BE49-F238E27FC236}">
                      <ns2:creationId id="{B9C5F5EB-F6F3-C86F-DAD9-B2928E8C6BD2}"/>
                    </a:ext>
                  </a:extLst>
                </p:cNvPr>
                <p:cNvSpPr/>
                <p:nvPr/>
              </p:nvSpPr>
              <p:spPr>
                <a:xfrm>
                  <a:off x="2530054" y="4536352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31" name="正方形/長方形 21">
                  <a:extLst>
                    <a:ext uri="{FF2B5EF4-FFF2-40B4-BE49-F238E27FC236}">
                      <ns2:creationId id="{0654B03F-5EF7-C924-EBF0-291B4109A4FD}"/>
                    </a:ext>
                  </a:extLst>
                </p:cNvPr>
                <p:cNvSpPr/>
                <p:nvPr/>
              </p:nvSpPr>
              <p:spPr>
                <a:xfrm>
                  <a:off x="3968057" y="4539952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28" name="正方形/長方形 21">
                  <a:extLst>
                    <a:ext uri="{FF2B5EF4-FFF2-40B4-BE49-F238E27FC236}">
                      <ns2:creationId id="{DBA554D9-D487-93C8-D73C-CBBBD7F99BA8}"/>
                    </a:ext>
                  </a:extLst>
                </p:cNvPr>
                <p:cNvSpPr/>
                <p:nvPr/>
              </p:nvSpPr>
              <p:spPr>
                <a:xfrm>
                  <a:off x="2530054" y="4278952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29" name="正方形/長方形 21">
                  <a:extLst>
                    <a:ext uri="{FF2B5EF4-FFF2-40B4-BE49-F238E27FC236}">
                      <ns2:creationId id="{C16D8709-F6F4-6109-37B8-CB75C0DB7B3C}"/>
                    </a:ext>
                  </a:extLst>
                </p:cNvPr>
                <p:cNvSpPr/>
                <p:nvPr/>
              </p:nvSpPr>
              <p:spPr>
                <a:xfrm>
                  <a:off x="3968057" y="4282552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45" name="正方形/長方形 21">
                  <a:extLst>
                    <a:ext uri="{FF2B5EF4-FFF2-40B4-BE49-F238E27FC236}">
                      <ns2:creationId id="{79189632-A4B6-31C3-C219-908449A8D245}"/>
                    </a:ext>
                  </a:extLst>
                </p:cNvPr>
                <p:cNvSpPr/>
                <p:nvPr/>
              </p:nvSpPr>
              <p:spPr>
                <a:xfrm>
                  <a:off x="2533891" y="4797090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46" name="正方形/長方形 21">
                  <a:extLst>
                    <a:ext uri="{FF2B5EF4-FFF2-40B4-BE49-F238E27FC236}">
                      <ns2:creationId id="{5EC7AA10-3563-F7D1-D2FD-3720E0EF1A11}"/>
                    </a:ext>
                  </a:extLst>
                </p:cNvPr>
                <p:cNvSpPr/>
                <p:nvPr/>
              </p:nvSpPr>
              <p:spPr>
                <a:xfrm>
                  <a:off x="3971894" y="4800690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43" name="正方形/長方形 21">
                  <a:extLst>
                    <a:ext uri="{FF2B5EF4-FFF2-40B4-BE49-F238E27FC236}">
                      <ns2:creationId id="{54165B43-E0C0-A8A4-43FA-8DBD1619F766}"/>
                    </a:ext>
                  </a:extLst>
                </p:cNvPr>
                <p:cNvSpPr/>
                <p:nvPr/>
              </p:nvSpPr>
              <p:spPr>
                <a:xfrm>
                  <a:off x="2533891" y="5311890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44" name="正方形/長方形 21">
                  <a:extLst>
                    <a:ext uri="{FF2B5EF4-FFF2-40B4-BE49-F238E27FC236}">
                      <ns2:creationId id="{0A1B5FF6-1481-1172-E194-0A7DEEC3AC61}"/>
                    </a:ext>
                  </a:extLst>
                </p:cNvPr>
                <p:cNvSpPr/>
                <p:nvPr/>
              </p:nvSpPr>
              <p:spPr>
                <a:xfrm>
                  <a:off x="3971894" y="5315490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41" name="正方形/長方形 21">
                  <a:extLst>
                    <a:ext uri="{FF2B5EF4-FFF2-40B4-BE49-F238E27FC236}">
                      <ns2:creationId id="{031A1288-1625-A049-DDC1-CF4F4C0C989C}"/>
                    </a:ext>
                  </a:extLst>
                </p:cNvPr>
                <p:cNvSpPr/>
                <p:nvPr/>
              </p:nvSpPr>
              <p:spPr>
                <a:xfrm>
                  <a:off x="2533891" y="5054490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42" name="正方形/長方形 21">
                  <a:extLst>
                    <a:ext uri="{FF2B5EF4-FFF2-40B4-BE49-F238E27FC236}">
                      <ns2:creationId id="{F946AB00-3300-D9D4-1997-6CA02FDF6201}"/>
                    </a:ext>
                  </a:extLst>
                </p:cNvPr>
                <p:cNvSpPr/>
                <p:nvPr/>
              </p:nvSpPr>
              <p:spPr>
                <a:xfrm>
                  <a:off x="3971894" y="5058090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GB" altLang="ja-JP" sz="7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>
                    <a:buClr>
                      <a:schemeClr val="accent1"/>
                    </a:buClr>
                  </a:pPr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58" name="正方形/長方形 21">
                  <a:extLst>
                    <a:ext uri="{FF2B5EF4-FFF2-40B4-BE49-F238E27FC236}">
                      <ns2:creationId id="{9C891420-F574-8010-0E4F-C34DA4FA68D6}"/>
                    </a:ext>
                  </a:extLst>
                </p:cNvPr>
                <p:cNvSpPr/>
                <p:nvPr/>
              </p:nvSpPr>
              <p:spPr>
                <a:xfrm>
                  <a:off x="2533891" y="5572629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59" name="正方形/長方形 21">
                  <a:extLst>
                    <a:ext uri="{FF2B5EF4-FFF2-40B4-BE49-F238E27FC236}">
                      <ns2:creationId id="{C782FCB6-9BBE-8B22-CFC1-835CC6C4F533}"/>
                    </a:ext>
                  </a:extLst>
                </p:cNvPr>
                <p:cNvSpPr/>
                <p:nvPr/>
              </p:nvSpPr>
              <p:spPr>
                <a:xfrm>
                  <a:off x="3971894" y="5576229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56" name="正方形/長方形 21">
                  <a:extLst>
                    <a:ext uri="{FF2B5EF4-FFF2-40B4-BE49-F238E27FC236}">
                      <ns2:creationId id="{88110F55-4F08-2942-D68C-A1A6D5FCB1CB}"/>
                    </a:ext>
                  </a:extLst>
                </p:cNvPr>
                <p:cNvSpPr/>
                <p:nvPr/>
              </p:nvSpPr>
              <p:spPr>
                <a:xfrm>
                  <a:off x="2533891" y="6087429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7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57" name="正方形/長方形 21">
                  <a:extLst>
                    <a:ext uri="{FF2B5EF4-FFF2-40B4-BE49-F238E27FC236}">
                      <ns2:creationId id="{972049D2-0491-046C-4673-7147EB8BD70C}"/>
                    </a:ext>
                  </a:extLst>
                </p:cNvPr>
                <p:cNvSpPr/>
                <p:nvPr/>
              </p:nvSpPr>
              <p:spPr>
                <a:xfrm>
                  <a:off x="3971894" y="6091029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54" name="正方形/長方形 21">
                  <a:extLst>
                    <a:ext uri="{FF2B5EF4-FFF2-40B4-BE49-F238E27FC236}">
                      <ns2:creationId id="{559AD79E-7748-C375-FECD-8BEC98FCEF49}"/>
                    </a:ext>
                  </a:extLst>
                </p:cNvPr>
                <p:cNvSpPr/>
                <p:nvPr/>
              </p:nvSpPr>
              <p:spPr>
                <a:xfrm>
                  <a:off x="2533891" y="5830029"/>
                  <a:ext cx="1438003" cy="223200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7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55" name="正方形/長方形 21">
                  <a:extLst>
                    <a:ext uri="{FF2B5EF4-FFF2-40B4-BE49-F238E27FC236}">
                      <ns2:creationId id="{3880E004-9C3E-AD4D-5CBF-F868038A4060}"/>
                    </a:ext>
                  </a:extLst>
                </p:cNvPr>
                <p:cNvSpPr/>
                <p:nvPr/>
              </p:nvSpPr>
              <p:spPr>
                <a:xfrm>
                  <a:off x="3971894" y="5833629"/>
                  <a:ext cx="2039098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" rIns="0" bIns="36000" rtlCol="0" anchor="ctr"/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+</a:t>
                  </a:r>
                  <a:r>
                    <a:rPr kumimoji="1" lang="ja-JP" altLang="en-US" sz="7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178" name="Straight Connector 177">
                  <a:extLst>
                    <a:ext uri="{FF2B5EF4-FFF2-40B4-BE49-F238E27FC236}">
                      <ns2:creationId id="{03AADFB8-051B-9D2E-94A2-3232D55231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1936663"/>
                  <a:ext cx="199266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ns2:creationId id="{9689C223-1D48-A8A0-2852-B92BB79074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2189196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Connector 183">
                  <a:extLst>
                    <a:ext uri="{FF2B5EF4-FFF2-40B4-BE49-F238E27FC236}">
                      <ns2:creationId id="{7EBE8706-1CF6-5F36-EBA2-760D2BB4F3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2433772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Connector 184">
                  <a:extLst>
                    <a:ext uri="{FF2B5EF4-FFF2-40B4-BE49-F238E27FC236}">
                      <ns2:creationId id="{6C81AB57-2484-80B5-22AA-58AF065C9B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2713695"/>
                  <a:ext cx="199266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ns2:creationId id="{114279D2-EC8A-FC96-18CE-C8FCA56456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2966228"/>
                  <a:ext cx="199266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ns2:creationId id="{92633FC5-D4A7-B22A-431B-47A7C574FF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3210804"/>
                  <a:ext cx="199266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ns2:creationId id="{3C0A967A-3072-45BE-F62F-89DC97762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3483305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ns2:creationId id="{2F3A97BD-16FC-626C-F1EF-6756563C02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3735838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ns2:creationId id="{892A2766-C8BB-169F-7CC9-F6188E1F5C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3980414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ns2:creationId id="{19317A7D-4015-B0C9-3BAA-5F2F821603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5811616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ns2:creationId id="{C571909A-E8F2-D369-6604-B3D9BBEA35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6064149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ns2:creationId id="{2E12751F-A66A-3817-24DE-DD8242B97F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6308725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ns2:creationId id="{A7381606-C618-EE0C-464F-CE15D7B936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4258843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ns2:creationId id="{1885E903-83CE-C2AD-B4A3-433F28B33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4511376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ns2:creationId id="{0F9A8F2F-7665-1B99-4235-61FAC7604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4755952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ns2:creationId id="{65A8C241-E7A9-2922-15A1-E432BC080A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5034381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ns2:creationId id="{F5124B7D-3C73-3125-748E-C047FC7743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5286914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ns2:creationId id="{28A6D1CB-B164-B25F-9C87-E477834E1F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14489" y="5531490"/>
                  <a:ext cx="19944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5" name="Group 364">
                <a:extLst>
                  <a:ext uri="{FF2B5EF4-FFF2-40B4-BE49-F238E27FC236}">
                    <ns2:creationId id="{F75DE088-1BC6-86E8-DA4E-A7EA699B00C1}"/>
                  </a:ext>
                </a:extLst>
              </p:cNvPr>
              <p:cNvGrpSpPr/>
              <p:nvPr/>
            </p:nvGrpSpPr>
            <p:grpSpPr>
              <a:xfrm>
                <a:off x="6058644" y="2433772"/>
                <a:ext cx="1428763" cy="3874953"/>
                <a:chOff x="6058644" y="2433772"/>
                <a:chExt cx="1428763" cy="3874953"/>
              </a:xfrm>
            </p:grpSpPr>
            <p:cxnSp>
              <p:nvCxnSpPr>
                <p:cNvPr id="295" name="Straight Connector 294">
                  <a:extLst>
                    <a:ext uri="{FF2B5EF4-FFF2-40B4-BE49-F238E27FC236}">
                      <ns2:creationId id="{5F074BD2-B636-BB42-18D1-7FF4CBD9E4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8607" y="6307958"/>
                  <a:ext cx="1378800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ns2:creationId id="{12330599-FE33-7277-1483-589CDFBCCB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58644" y="2433772"/>
                  <a:ext cx="1368000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Straight Connector 292">
                  <a:extLst>
                    <a:ext uri="{FF2B5EF4-FFF2-40B4-BE49-F238E27FC236}">
                      <ns2:creationId id="{098060E9-A53F-D180-7375-492B936C99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58644" y="3212389"/>
                  <a:ext cx="1368000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Straight Connector 293">
                  <a:extLst>
                    <a:ext uri="{FF2B5EF4-FFF2-40B4-BE49-F238E27FC236}">
                      <ns2:creationId id="{6187D1A5-DDCD-C68D-3825-4DA6587870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58644" y="3980414"/>
                  <a:ext cx="1368000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7" name="Straight Connector 296">
                  <a:extLst>
                    <a:ext uri="{FF2B5EF4-FFF2-40B4-BE49-F238E27FC236}">
                      <ns2:creationId id="{1D8F0A13-85BD-49E7-1339-9DF5A43DB7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58644" y="5531490"/>
                  <a:ext cx="1368000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8" name="Straight Connector 297">
                  <a:extLst>
                    <a:ext uri="{FF2B5EF4-FFF2-40B4-BE49-F238E27FC236}">
                      <ns2:creationId id="{BA3DAB8D-5388-06F0-04F8-620DA34444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58644" y="4755185"/>
                  <a:ext cx="1368000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7" name="Group 366">
                <a:extLst>
                  <a:ext uri="{FF2B5EF4-FFF2-40B4-BE49-F238E27FC236}">
                    <ns2:creationId id="{E7321775-4784-9980-FCCD-5D9383D93C30}"/>
                  </a:ext>
                </a:extLst>
              </p:cNvPr>
              <p:cNvGrpSpPr/>
              <p:nvPr/>
            </p:nvGrpSpPr>
            <p:grpSpPr>
              <a:xfrm>
                <a:off x="9217064" y="2433772"/>
                <a:ext cx="2626137" cy="3868066"/>
                <a:chOff x="9217064" y="2433772"/>
                <a:chExt cx="2626137" cy="3868066"/>
              </a:xfrm>
            </p:grpSpPr>
            <p:cxnSp>
              <p:nvCxnSpPr>
                <p:cNvPr id="319" name="Straight Connector 318">
                  <a:extLst>
                    <a:ext uri="{FF2B5EF4-FFF2-40B4-BE49-F238E27FC236}">
                      <ns2:creationId id="{DEA2C295-52DE-F1A7-0487-6C86C12326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217064" y="2433772"/>
                  <a:ext cx="2626136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0" name="Straight Connector 319">
                  <a:extLst>
                    <a:ext uri="{FF2B5EF4-FFF2-40B4-BE49-F238E27FC236}">
                      <ns2:creationId id="{7F3D8710-0985-AA45-3A89-E266B1F1F1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217064" y="3212389"/>
                  <a:ext cx="2626136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1" name="Straight Connector 320">
                  <a:extLst>
                    <a:ext uri="{FF2B5EF4-FFF2-40B4-BE49-F238E27FC236}">
                      <ns2:creationId id="{C0A12CAA-ACEE-1001-46F8-0CFBC538B0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217064" y="3980414"/>
                  <a:ext cx="2626136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3" name="Straight Connector 322">
                  <a:extLst>
                    <a:ext uri="{FF2B5EF4-FFF2-40B4-BE49-F238E27FC236}">
                      <ns2:creationId id="{1A27396B-5CE8-3E3E-37B1-46F6889416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217065" y="5531490"/>
                  <a:ext cx="2626136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Connector 323">
                  <a:extLst>
                    <a:ext uri="{FF2B5EF4-FFF2-40B4-BE49-F238E27FC236}">
                      <ns2:creationId id="{F3867408-1C56-A4EB-87A1-93EF4CD6C3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217064" y="4755185"/>
                  <a:ext cx="2626136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Straight Connector 327">
                  <a:extLst>
                    <a:ext uri="{FF2B5EF4-FFF2-40B4-BE49-F238E27FC236}">
                      <ns2:creationId id="{ADF4B7B2-3FAC-C39F-E839-6FC42CE0B1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217065" y="6301071"/>
                  <a:ext cx="2626136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6" name="Group 365">
                <a:extLst>
                  <a:ext uri="{FF2B5EF4-FFF2-40B4-BE49-F238E27FC236}">
                    <ns2:creationId id="{4E2170BE-B36D-AE33-9B59-16863FBF6D1B}"/>
                  </a:ext>
                </a:extLst>
              </p:cNvPr>
              <p:cNvGrpSpPr/>
              <p:nvPr/>
            </p:nvGrpSpPr>
            <p:grpSpPr>
              <a:xfrm>
                <a:off x="7493875" y="2433772"/>
                <a:ext cx="1686390" cy="3874953"/>
                <a:chOff x="7493875" y="2433772"/>
                <a:chExt cx="1686390" cy="3874953"/>
              </a:xfrm>
            </p:grpSpPr>
            <p:cxnSp>
              <p:nvCxnSpPr>
                <p:cNvPr id="331" name="Straight Connector 330">
                  <a:extLst>
                    <a:ext uri="{FF2B5EF4-FFF2-40B4-BE49-F238E27FC236}">
                      <ns2:creationId id="{EDCB9DE0-F53E-2AF9-7AF3-1449AF9ABE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3875" y="2433772"/>
                  <a:ext cx="1663645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2" name="Straight Connector 331">
                  <a:extLst>
                    <a:ext uri="{FF2B5EF4-FFF2-40B4-BE49-F238E27FC236}">
                      <ns2:creationId id="{632A4802-8E40-9AA8-13EF-1EDFF7C38F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3875" y="3212389"/>
                  <a:ext cx="1663645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3" name="Straight Connector 332">
                  <a:extLst>
                    <a:ext uri="{FF2B5EF4-FFF2-40B4-BE49-F238E27FC236}">
                      <ns2:creationId id="{F4F71B06-EEAB-3AD7-C1A1-186BEA2481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3875" y="3980414"/>
                  <a:ext cx="1663645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4" name="Straight Connector 333">
                  <a:extLst>
                    <a:ext uri="{FF2B5EF4-FFF2-40B4-BE49-F238E27FC236}">
                      <ns2:creationId id="{862CA3BA-2C36-7F21-795E-F6908927D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516620" y="6307958"/>
                  <a:ext cx="1663645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5" name="Straight Connector 334">
                  <a:extLst>
                    <a:ext uri="{FF2B5EF4-FFF2-40B4-BE49-F238E27FC236}">
                      <ns2:creationId id="{4EA368D2-8179-2047-8044-375F34131A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3875" y="5531490"/>
                  <a:ext cx="1663645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6" name="Straight Connector 335">
                  <a:extLst>
                    <a:ext uri="{FF2B5EF4-FFF2-40B4-BE49-F238E27FC236}">
                      <ns2:creationId id="{AF563C23-728F-EB3C-6B20-385C98F68A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3875" y="4755185"/>
                  <a:ext cx="1663645" cy="767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1012423582"/>
      </p:ext>
    </p:extLst>
  </p:cSld>
  <p:clrMapOvr>
    <a:masterClrMapping/>
  </p:clrMapOvr>
</p:sld>
</file>

<file path=ppt/slides/slide7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000F6ACD-93B0-3FF3-EBE0-1F7D0338D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Text Placeholder 2">
            <a:extLst>
              <a:ext uri="{FF2B5EF4-FFF2-40B4-BE49-F238E27FC236}">
                <ns2:creationId id="{AAB4C4A8-15B2-705D-2C77-674C1195D2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57" name="グループ化 56">
            <a:extLst>
              <a:ext uri="{FF2B5EF4-FFF2-40B4-BE49-F238E27FC236}">
                <ns2:creationId id="{9A2F317E-B395-C166-8497-752DDB24D925}"/>
              </a:ext>
            </a:extLst>
          </p:cNvPr>
          <p:cNvGrpSpPr/>
          <p:nvPr/>
        </p:nvGrpSpPr>
        <p:grpSpPr>
          <a:xfrm>
            <a:off x="345600" y="1385917"/>
            <a:ext cx="11522076" cy="4924882"/>
            <a:chOff x="345600" y="1385917"/>
            <a:chExt cx="11522076" cy="4924882"/>
          </a:xfrm>
        </p:grpSpPr>
        <p:grpSp>
          <p:nvGrpSpPr>
            <p:cNvPr id="56" name="グループ化 55">
              <a:extLst>
                <a:ext uri="{FF2B5EF4-FFF2-40B4-BE49-F238E27FC236}">
                  <ns2:creationId id="{B67E8403-9B98-FAB6-7E99-0C750F0D6872}"/>
                </a:ext>
              </a:extLst>
            </p:cNvPr>
            <p:cNvGrpSpPr/>
            <p:nvPr/>
          </p:nvGrpSpPr>
          <p:grpSpPr>
            <a:xfrm>
              <a:off x="345600" y="1681199"/>
              <a:ext cx="11522076" cy="4629600"/>
              <a:chOff x="345600" y="1681199"/>
              <a:chExt cx="11522076" cy="4629600"/>
            </a:xfrm>
          </p:grpSpPr>
          <p:sp>
            <p:nvSpPr>
              <p:cNvPr id="18" name="table_TWformat_2_2">
                <a:extLst>
                  <a:ext uri="{FF2B5EF4-FFF2-40B4-BE49-F238E27FC236}">
                    <ns2:creationId id="{5CA94AF8-9C7D-ED5E-94E5-3E10CBEAE4C5}"/>
                  </a:ext>
                </a:extLst>
              </p:cNvPr>
              <p:cNvSpPr txBox="1"/>
              <p:nvPr/>
            </p:nvSpPr>
            <p:spPr>
              <a:xfrm>
                <a:off x="1350266" y="1681199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0" name="table_TWformat_3_2">
                <a:extLst>
                  <a:ext uri="{FF2B5EF4-FFF2-40B4-BE49-F238E27FC236}">
                    <ns2:creationId id="{01AA4811-B3BF-FA77-720F-5A6B1353AC90}"/>
                  </a:ext>
                </a:extLst>
              </p:cNvPr>
              <p:cNvSpPr txBox="1"/>
              <p:nvPr/>
            </p:nvSpPr>
            <p:spPr>
              <a:xfrm>
                <a:off x="1350266" y="2061627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2" name="table_TWformat_4_2">
                <a:extLst>
                  <a:ext uri="{FF2B5EF4-FFF2-40B4-BE49-F238E27FC236}">
                    <ns2:creationId id="{87654602-4002-A69C-5604-D0AD5D84FF00}"/>
                  </a:ext>
                </a:extLst>
              </p:cNvPr>
              <p:cNvSpPr txBox="1"/>
              <p:nvPr/>
            </p:nvSpPr>
            <p:spPr>
              <a:xfrm>
                <a:off x="1350266" y="2442055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4" name="table_TWformat_5_2">
                <a:extLst>
                  <a:ext uri="{FF2B5EF4-FFF2-40B4-BE49-F238E27FC236}">
                    <ns2:creationId id="{4DA90044-82C8-A489-FCD2-93D881F1B374}"/>
                  </a:ext>
                </a:extLst>
              </p:cNvPr>
              <p:cNvSpPr txBox="1"/>
              <p:nvPr/>
            </p:nvSpPr>
            <p:spPr>
              <a:xfrm>
                <a:off x="1350266" y="2822483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6" name="table_TWformat_6_2">
                <a:extLst>
                  <a:ext uri="{FF2B5EF4-FFF2-40B4-BE49-F238E27FC236}">
                    <ns2:creationId id="{B415C2BE-ACE0-1112-4771-8CBF9312CE84}"/>
                  </a:ext>
                </a:extLst>
              </p:cNvPr>
              <p:cNvSpPr txBox="1"/>
              <p:nvPr/>
            </p:nvSpPr>
            <p:spPr>
              <a:xfrm>
                <a:off x="1350266" y="3202911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8" name="table_TWformat_7_2">
                <a:extLst>
                  <a:ext uri="{FF2B5EF4-FFF2-40B4-BE49-F238E27FC236}">
                    <ns2:creationId id="{E5BD0684-7248-367A-8243-CBAA2D3905ED}"/>
                  </a:ext>
                </a:extLst>
              </p:cNvPr>
              <p:cNvSpPr txBox="1"/>
              <p:nvPr/>
            </p:nvSpPr>
            <p:spPr>
              <a:xfrm>
                <a:off x="1350266" y="3583339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0" name="table_TWformat_8_2">
                <a:extLst>
                  <a:ext uri="{FF2B5EF4-FFF2-40B4-BE49-F238E27FC236}">
                    <ns2:creationId id="{A0779F6F-733C-1A53-1296-623AE8DAEC05}"/>
                  </a:ext>
                </a:extLst>
              </p:cNvPr>
              <p:cNvSpPr txBox="1"/>
              <p:nvPr/>
            </p:nvSpPr>
            <p:spPr>
              <a:xfrm>
                <a:off x="1350266" y="3963767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2" name="table_TWformat_9_2">
                <a:extLst>
                  <a:ext uri="{FF2B5EF4-FFF2-40B4-BE49-F238E27FC236}">
                    <ns2:creationId id="{0E0F7612-2D89-B453-003C-696BF4EE3E64}"/>
                  </a:ext>
                </a:extLst>
              </p:cNvPr>
              <p:cNvSpPr txBox="1"/>
              <p:nvPr/>
            </p:nvSpPr>
            <p:spPr>
              <a:xfrm>
                <a:off x="1350266" y="4344195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4" name="table_TWformat_10_2">
                <a:extLst>
                  <a:ext uri="{FF2B5EF4-FFF2-40B4-BE49-F238E27FC236}">
                    <ns2:creationId id="{C1CDD5C1-9069-2D76-25BB-BB2930F80A73}"/>
                  </a:ext>
                </a:extLst>
              </p:cNvPr>
              <p:cNvSpPr txBox="1"/>
              <p:nvPr/>
            </p:nvSpPr>
            <p:spPr>
              <a:xfrm>
                <a:off x="1350266" y="4724623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6" name="table_TWformat_11_2">
                <a:extLst>
                  <a:ext uri="{FF2B5EF4-FFF2-40B4-BE49-F238E27FC236}">
                    <ns2:creationId id="{92684E82-A3B4-8944-ED48-B081EC30703A}"/>
                  </a:ext>
                </a:extLst>
              </p:cNvPr>
              <p:cNvSpPr txBox="1"/>
              <p:nvPr/>
            </p:nvSpPr>
            <p:spPr>
              <a:xfrm>
                <a:off x="1350266" y="5105051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8" name="table_TWformat_12_2">
                <a:extLst>
                  <a:ext uri="{FF2B5EF4-FFF2-40B4-BE49-F238E27FC236}">
                    <ns2:creationId id="{96C61490-79DF-C8B3-D6F9-84179516DD07}"/>
                  </a:ext>
                </a:extLst>
              </p:cNvPr>
              <p:cNvSpPr txBox="1"/>
              <p:nvPr/>
            </p:nvSpPr>
            <p:spPr>
              <a:xfrm>
                <a:off x="1350266" y="5485479"/>
                <a:ext cx="1223469" cy="360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" name="table_TWformat_13_2">
                <a:extLst>
                  <a:ext uri="{FF2B5EF4-FFF2-40B4-BE49-F238E27FC236}">
                    <ns2:creationId id="{AF6226E4-8121-8773-FE5E-8F6D267C0D8F}"/>
                  </a:ext>
                </a:extLst>
              </p:cNvPr>
              <p:cNvSpPr txBox="1"/>
              <p:nvPr/>
            </p:nvSpPr>
            <p:spPr>
              <a:xfrm>
                <a:off x="1350266" y="5865907"/>
                <a:ext cx="1223469" cy="442817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3" name="table_TWformat_2_5">
                <a:extLst>
                  <a:ext uri="{FF2B5EF4-FFF2-40B4-BE49-F238E27FC236}">
                    <ns2:creationId id="{834FFB45-2ADB-0B74-B95F-F6773F141493}"/>
                  </a:ext>
                </a:extLst>
              </p:cNvPr>
              <p:cNvSpPr txBox="1"/>
              <p:nvPr/>
            </p:nvSpPr>
            <p:spPr>
              <a:xfrm>
                <a:off x="10715150" y="1681200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5" name="table_TWformat_3_5">
                <a:extLst>
                  <a:ext uri="{FF2B5EF4-FFF2-40B4-BE49-F238E27FC236}">
                    <ns2:creationId id="{F1058741-34EC-EA6C-B7EE-AB4C3414E530}"/>
                  </a:ext>
                </a:extLst>
              </p:cNvPr>
              <p:cNvSpPr txBox="1"/>
              <p:nvPr/>
            </p:nvSpPr>
            <p:spPr>
              <a:xfrm>
                <a:off x="10715150" y="2061331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600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96" name="Straight Connector 95">
                <a:extLst>
                  <a:ext uri="{FF2B5EF4-FFF2-40B4-BE49-F238E27FC236}">
                    <ns2:creationId id="{ACCD88B1-5B88-44E0-691E-CD6FC4DF81DE}"/>
                  </a:ext>
                </a:extLst>
              </p:cNvPr>
              <p:cNvCxnSpPr/>
              <p:nvPr/>
            </p:nvCxnSpPr>
            <p:spPr>
              <a:xfrm>
                <a:off x="10715150" y="2048706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table_TWformat_4_5">
                <a:extLst>
                  <a:ext uri="{FF2B5EF4-FFF2-40B4-BE49-F238E27FC236}">
                    <ns2:creationId id="{5B716142-94C2-F785-3267-9C172137A7E3}"/>
                  </a:ext>
                </a:extLst>
              </p:cNvPr>
              <p:cNvSpPr txBox="1"/>
              <p:nvPr/>
            </p:nvSpPr>
            <p:spPr>
              <a:xfrm>
                <a:off x="10715150" y="2441462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600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ns2:creationId id="{435832B4-7294-A061-B7E1-5E42BBF3C741}"/>
                  </a:ext>
                </a:extLst>
              </p:cNvPr>
              <p:cNvCxnSpPr/>
              <p:nvPr/>
            </p:nvCxnSpPr>
            <p:spPr>
              <a:xfrm>
                <a:off x="10715150" y="2428836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able_TWformat_5_5">
                <a:extLst>
                  <a:ext uri="{FF2B5EF4-FFF2-40B4-BE49-F238E27FC236}">
                    <ns2:creationId id="{59F0CBD1-E274-1E73-C358-C3BD7E3CC4E9}"/>
                  </a:ext>
                </a:extLst>
              </p:cNvPr>
              <p:cNvSpPr txBox="1"/>
              <p:nvPr/>
            </p:nvSpPr>
            <p:spPr>
              <a:xfrm>
                <a:off x="10715150" y="2821594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400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ns2:creationId id="{0A0F5D3C-AE50-D1C5-37B6-21EE4CB74034}"/>
                  </a:ext>
                </a:extLst>
              </p:cNvPr>
              <p:cNvCxnSpPr/>
              <p:nvPr/>
            </p:nvCxnSpPr>
            <p:spPr>
              <a:xfrm>
                <a:off x="10715150" y="2808967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able_TWformat_6_5">
                <a:extLst>
                  <a:ext uri="{FF2B5EF4-FFF2-40B4-BE49-F238E27FC236}">
                    <ns2:creationId id="{5039B067-53C4-1E06-3CB7-7578AB30B08E}"/>
                  </a:ext>
                </a:extLst>
              </p:cNvPr>
              <p:cNvSpPr txBox="1"/>
              <p:nvPr/>
            </p:nvSpPr>
            <p:spPr>
              <a:xfrm>
                <a:off x="10715150" y="3201724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02" name="Straight Connector 101">
                <a:extLst>
                  <a:ext uri="{FF2B5EF4-FFF2-40B4-BE49-F238E27FC236}">
                    <ns2:creationId id="{EDD1CD12-5C77-8BEF-C9AF-2A9D8175B5A7}"/>
                  </a:ext>
                </a:extLst>
              </p:cNvPr>
              <p:cNvCxnSpPr/>
              <p:nvPr/>
            </p:nvCxnSpPr>
            <p:spPr>
              <a:xfrm>
                <a:off x="10715150" y="3189097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" name="table_TWformat_7_5">
                <a:extLst>
                  <a:ext uri="{FF2B5EF4-FFF2-40B4-BE49-F238E27FC236}">
                    <ns2:creationId id="{F5C01BBF-004C-EFA4-D2DD-571EA1FAE108}"/>
                  </a:ext>
                </a:extLst>
              </p:cNvPr>
              <p:cNvSpPr txBox="1"/>
              <p:nvPr/>
            </p:nvSpPr>
            <p:spPr>
              <a:xfrm>
                <a:off x="10715150" y="3581854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800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04" name="Straight Connector 103">
                <a:extLst>
                  <a:ext uri="{FF2B5EF4-FFF2-40B4-BE49-F238E27FC236}">
                    <ns2:creationId id="{8556C03B-250F-1781-C955-E7F50BFE9D31}"/>
                  </a:ext>
                </a:extLst>
              </p:cNvPr>
              <p:cNvCxnSpPr/>
              <p:nvPr/>
            </p:nvCxnSpPr>
            <p:spPr>
              <a:xfrm>
                <a:off x="10715150" y="3569228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table_TWformat_8_5">
                <a:extLst>
                  <a:ext uri="{FF2B5EF4-FFF2-40B4-BE49-F238E27FC236}">
                    <ns2:creationId id="{26EC10B8-4501-358D-04B2-44289BD8AFAF}"/>
                  </a:ext>
                </a:extLst>
              </p:cNvPr>
              <p:cNvSpPr txBox="1"/>
              <p:nvPr/>
            </p:nvSpPr>
            <p:spPr>
              <a:xfrm>
                <a:off x="10715150" y="3961985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600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06" name="Straight Connector 105">
                <a:extLst>
                  <a:ext uri="{FF2B5EF4-FFF2-40B4-BE49-F238E27FC236}">
                    <ns2:creationId id="{1D8E4404-F457-7363-8F83-D302BFB4F90B}"/>
                  </a:ext>
                </a:extLst>
              </p:cNvPr>
              <p:cNvCxnSpPr/>
              <p:nvPr/>
            </p:nvCxnSpPr>
            <p:spPr>
              <a:xfrm>
                <a:off x="10715150" y="3949360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table_TWformat_9_5">
                <a:extLst>
                  <a:ext uri="{FF2B5EF4-FFF2-40B4-BE49-F238E27FC236}">
                    <ns2:creationId id="{0D2A40F4-6567-1FF8-94D5-67AB525B87F2}"/>
                  </a:ext>
                </a:extLst>
              </p:cNvPr>
              <p:cNvSpPr txBox="1"/>
              <p:nvPr/>
            </p:nvSpPr>
            <p:spPr>
              <a:xfrm>
                <a:off x="10715150" y="4342115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300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08" name="Straight Connector 107">
                <a:extLst>
                  <a:ext uri="{FF2B5EF4-FFF2-40B4-BE49-F238E27FC236}">
                    <ns2:creationId id="{DE529A51-84F4-4DDF-792B-8EB54F2DA97A}"/>
                  </a:ext>
                </a:extLst>
              </p:cNvPr>
              <p:cNvCxnSpPr/>
              <p:nvPr/>
            </p:nvCxnSpPr>
            <p:spPr>
              <a:xfrm>
                <a:off x="10715150" y="4329491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" name="table_TWformat_10_5">
                <a:extLst>
                  <a:ext uri="{FF2B5EF4-FFF2-40B4-BE49-F238E27FC236}">
                    <ns2:creationId id="{42F06A63-C178-5824-3DEB-A7AB0A38A23D}"/>
                  </a:ext>
                </a:extLst>
              </p:cNvPr>
              <p:cNvSpPr txBox="1"/>
              <p:nvPr/>
            </p:nvSpPr>
            <p:spPr>
              <a:xfrm>
                <a:off x="10715150" y="4722247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300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10" name="Straight Connector 109">
                <a:extLst>
                  <a:ext uri="{FF2B5EF4-FFF2-40B4-BE49-F238E27FC236}">
                    <ns2:creationId id="{FBD047AF-BFB8-B956-1CA8-59D76001AF03}"/>
                  </a:ext>
                </a:extLst>
              </p:cNvPr>
              <p:cNvCxnSpPr/>
              <p:nvPr/>
            </p:nvCxnSpPr>
            <p:spPr>
              <a:xfrm>
                <a:off x="10715150" y="4709620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table_TWformat_11_5">
                <a:extLst>
                  <a:ext uri="{FF2B5EF4-FFF2-40B4-BE49-F238E27FC236}">
                    <ns2:creationId id="{8A52E5EF-421C-70BB-2ACE-2B96663CEEBF}"/>
                  </a:ext>
                </a:extLst>
              </p:cNvPr>
              <p:cNvSpPr txBox="1"/>
              <p:nvPr/>
            </p:nvSpPr>
            <p:spPr>
              <a:xfrm>
                <a:off x="10715150" y="5102378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300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12" name="Straight Connector 111">
                <a:extLst>
                  <a:ext uri="{FF2B5EF4-FFF2-40B4-BE49-F238E27FC236}">
                    <ns2:creationId id="{9CC5A207-E3D7-0F77-FBB0-997B50988AB3}"/>
                  </a:ext>
                </a:extLst>
              </p:cNvPr>
              <p:cNvCxnSpPr/>
              <p:nvPr/>
            </p:nvCxnSpPr>
            <p:spPr>
              <a:xfrm>
                <a:off x="10715150" y="5089751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able_TWformat_12_5">
                <a:extLst>
                  <a:ext uri="{FF2B5EF4-FFF2-40B4-BE49-F238E27FC236}">
                    <ns2:creationId id="{E022AF47-1497-C2E4-0D47-A82742B280CA}"/>
                  </a:ext>
                </a:extLst>
              </p:cNvPr>
              <p:cNvSpPr txBox="1"/>
              <p:nvPr/>
            </p:nvSpPr>
            <p:spPr>
              <a:xfrm>
                <a:off x="10715150" y="5482508"/>
                <a:ext cx="1152526" cy="35488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80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ns2:creationId id="{CB50F198-B99C-A9F7-A985-CDDD3DA3C5B7}"/>
                  </a:ext>
                </a:extLst>
              </p:cNvPr>
              <p:cNvCxnSpPr/>
              <p:nvPr/>
            </p:nvCxnSpPr>
            <p:spPr>
              <a:xfrm>
                <a:off x="10715150" y="5469881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able_TWformat_13_5">
                <a:extLst>
                  <a:ext uri="{FF2B5EF4-FFF2-40B4-BE49-F238E27FC236}">
                    <ns2:creationId id="{9E8C21E2-53B7-9F73-0E52-984FE46B7D0E}"/>
                  </a:ext>
                </a:extLst>
              </p:cNvPr>
              <p:cNvSpPr txBox="1"/>
              <p:nvPr/>
            </p:nvSpPr>
            <p:spPr>
              <a:xfrm>
                <a:off x="10715149" y="5862638"/>
                <a:ext cx="1152526" cy="442800"/>
              </a:xfrm>
              <a:prstGeom prst="rect">
                <a:avLst/>
              </a:prstGeom>
              <a:noFill/>
            </p:spPr>
            <p:txBody>
              <a:bodyPr vert="horz" wrap="square" lIns="36000" tIns="72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75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16" name="Straight Connector 115">
                <a:extLst>
                  <a:ext uri="{FF2B5EF4-FFF2-40B4-BE49-F238E27FC236}">
                    <ns2:creationId id="{1A9805F9-17C1-2F4B-2849-ED5A1C10101F}"/>
                  </a:ext>
                </a:extLst>
              </p:cNvPr>
              <p:cNvCxnSpPr/>
              <p:nvPr/>
            </p:nvCxnSpPr>
            <p:spPr>
              <a:xfrm>
                <a:off x="10715150" y="5850013"/>
                <a:ext cx="1152526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table_TWformat_2_1">
                <a:extLst>
                  <a:ext uri="{FF2B5EF4-FFF2-40B4-BE49-F238E27FC236}">
                    <ns2:creationId id="{273AB0E1-E2ED-4CB9-49DC-F5B35608A6D2}"/>
                  </a:ext>
                </a:extLst>
              </p:cNvPr>
              <p:cNvSpPr txBox="1"/>
              <p:nvPr/>
            </p:nvSpPr>
            <p:spPr>
              <a:xfrm>
                <a:off x="345600" y="1681199"/>
                <a:ext cx="954000" cy="1875400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0" name="table_TWformat_7_1">
                <a:extLst>
                  <a:ext uri="{FF2B5EF4-FFF2-40B4-BE49-F238E27FC236}">
                    <ns2:creationId id="{B02ACF5E-7CF2-DBE6-EC6F-584712B7C784}"/>
                  </a:ext>
                </a:extLst>
              </p:cNvPr>
              <p:cNvSpPr txBox="1"/>
              <p:nvPr/>
            </p:nvSpPr>
            <p:spPr>
              <a:xfrm>
                <a:off x="345600" y="3583339"/>
                <a:ext cx="954000" cy="1115140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" name="table_TWformat_10_1">
                <a:extLst>
                  <a:ext uri="{FF2B5EF4-FFF2-40B4-BE49-F238E27FC236}">
                    <ns2:creationId id="{2BF765EB-7C4D-7A27-B131-3411EB6B653E}"/>
                  </a:ext>
                </a:extLst>
              </p:cNvPr>
              <p:cNvSpPr txBox="1"/>
              <p:nvPr/>
            </p:nvSpPr>
            <p:spPr>
              <a:xfrm>
                <a:off x="345600" y="4724623"/>
                <a:ext cx="954000" cy="735005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5" name="table_TWformat_12_1">
                <a:extLst>
                  <a:ext uri="{FF2B5EF4-FFF2-40B4-BE49-F238E27FC236}">
                    <ns2:creationId id="{BA3047A4-8940-C5BD-6862-B762E8873AFF}"/>
                  </a:ext>
                </a:extLst>
              </p:cNvPr>
              <p:cNvSpPr txBox="1"/>
              <p:nvPr/>
            </p:nvSpPr>
            <p:spPr>
              <a:xfrm>
                <a:off x="345600" y="5485479"/>
                <a:ext cx="954000" cy="815696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71" name="Straight Connector 70">
                <a:extLst>
                  <a:ext uri="{FF2B5EF4-FFF2-40B4-BE49-F238E27FC236}">
                    <ns2:creationId id="{230AFCC7-7224-290C-4E94-39E21F77AF6E}"/>
                  </a:ext>
                </a:extLst>
              </p:cNvPr>
              <p:cNvCxnSpPr/>
              <p:nvPr/>
            </p:nvCxnSpPr>
            <p:spPr>
              <a:xfrm>
                <a:off x="8265614" y="2048706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ns2:creationId id="{CEF45AEB-A306-2CD7-D430-01BCD230B247}"/>
                  </a:ext>
                </a:extLst>
              </p:cNvPr>
              <p:cNvCxnSpPr/>
              <p:nvPr/>
            </p:nvCxnSpPr>
            <p:spPr>
              <a:xfrm>
                <a:off x="8265614" y="2428836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ns2:creationId id="{7A431FFA-5F5E-EDFA-4C01-A9C5E7887960}"/>
                  </a:ext>
                </a:extLst>
              </p:cNvPr>
              <p:cNvCxnSpPr/>
              <p:nvPr/>
            </p:nvCxnSpPr>
            <p:spPr>
              <a:xfrm>
                <a:off x="8265614" y="2808967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ns2:creationId id="{EF9A6ECF-CCE8-9E67-9E55-9199806A0666}"/>
                  </a:ext>
                </a:extLst>
              </p:cNvPr>
              <p:cNvCxnSpPr/>
              <p:nvPr/>
            </p:nvCxnSpPr>
            <p:spPr>
              <a:xfrm>
                <a:off x="8265614" y="3189097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ns2:creationId id="{F22F5404-2DDD-EFDA-EE17-8376A7084C4B}"/>
                  </a:ext>
                </a:extLst>
              </p:cNvPr>
              <p:cNvCxnSpPr/>
              <p:nvPr/>
            </p:nvCxnSpPr>
            <p:spPr>
              <a:xfrm>
                <a:off x="8265614" y="3569228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ns2:creationId id="{5F536D8A-77BC-2AB9-0FC4-B65C8FA5ABD1}"/>
                  </a:ext>
                </a:extLst>
              </p:cNvPr>
              <p:cNvCxnSpPr/>
              <p:nvPr/>
            </p:nvCxnSpPr>
            <p:spPr>
              <a:xfrm>
                <a:off x="8265614" y="3949360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ns2:creationId id="{250CF153-AA6B-D941-1A0F-571740C42BB8}"/>
                  </a:ext>
                </a:extLst>
              </p:cNvPr>
              <p:cNvCxnSpPr/>
              <p:nvPr/>
            </p:nvCxnSpPr>
            <p:spPr>
              <a:xfrm>
                <a:off x="8265614" y="4329491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ns2:creationId id="{DF4FE152-6CED-6F03-8353-F52D670D8789}"/>
                  </a:ext>
                </a:extLst>
              </p:cNvPr>
              <p:cNvCxnSpPr/>
              <p:nvPr/>
            </p:nvCxnSpPr>
            <p:spPr>
              <a:xfrm>
                <a:off x="8265614" y="4709620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ns2:creationId id="{35DD015A-0279-B404-3914-CA62F15E5540}"/>
                  </a:ext>
                </a:extLst>
              </p:cNvPr>
              <p:cNvCxnSpPr/>
              <p:nvPr/>
            </p:nvCxnSpPr>
            <p:spPr>
              <a:xfrm>
                <a:off x="8265614" y="5089751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ns2:creationId id="{480E3B10-17F5-2FE9-0A6F-26B8052C43F1}"/>
                  </a:ext>
                </a:extLst>
              </p:cNvPr>
              <p:cNvCxnSpPr/>
              <p:nvPr/>
            </p:nvCxnSpPr>
            <p:spPr>
              <a:xfrm>
                <a:off x="8265614" y="5469881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able_TWformat_2_4">
                <a:extLst>
                  <a:ext uri="{FF2B5EF4-FFF2-40B4-BE49-F238E27FC236}">
                    <ns2:creationId id="{5072AA54-7C1A-CEE0-C57E-29AF855E331D}"/>
                  </a:ext>
                </a:extLst>
              </p:cNvPr>
              <p:cNvSpPr txBox="1"/>
              <p:nvPr/>
            </p:nvSpPr>
            <p:spPr>
              <a:xfrm>
                <a:off x="8265614" y="1700249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0" name="table_TWformat_3_4">
                <a:extLst>
                  <a:ext uri="{FF2B5EF4-FFF2-40B4-BE49-F238E27FC236}">
                    <ns2:creationId id="{D62FBD71-4420-4133-96B2-991E769ED7BE}"/>
                  </a:ext>
                </a:extLst>
              </p:cNvPr>
              <p:cNvSpPr txBox="1"/>
              <p:nvPr/>
            </p:nvSpPr>
            <p:spPr>
              <a:xfrm>
                <a:off x="8265614" y="2080381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2" name="table_TWformat_4_4">
                <a:extLst>
                  <a:ext uri="{FF2B5EF4-FFF2-40B4-BE49-F238E27FC236}">
                    <ns2:creationId id="{DA859C97-2940-F81E-80FD-AD0786229715}"/>
                  </a:ext>
                </a:extLst>
              </p:cNvPr>
              <p:cNvSpPr txBox="1"/>
              <p:nvPr/>
            </p:nvSpPr>
            <p:spPr>
              <a:xfrm>
                <a:off x="8265614" y="2460512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4" name="table_TWformat_5_4">
                <a:extLst>
                  <a:ext uri="{FF2B5EF4-FFF2-40B4-BE49-F238E27FC236}">
                    <ns2:creationId id="{F1036378-32DC-AECE-54AA-C5A9B87F96DC}"/>
                  </a:ext>
                </a:extLst>
              </p:cNvPr>
              <p:cNvSpPr txBox="1"/>
              <p:nvPr/>
            </p:nvSpPr>
            <p:spPr>
              <a:xfrm>
                <a:off x="8265614" y="2840645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76" name="table_TWformat_6_4">
                <a:extLst>
                  <a:ext uri="{FF2B5EF4-FFF2-40B4-BE49-F238E27FC236}">
                    <ns2:creationId id="{4CED5152-43D6-D187-A41F-1E0FEC5D6047}"/>
                  </a:ext>
                </a:extLst>
              </p:cNvPr>
              <p:cNvSpPr txBox="1"/>
              <p:nvPr/>
            </p:nvSpPr>
            <p:spPr>
              <a:xfrm>
                <a:off x="8265614" y="3220774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78" name="table_TWformat_7_4">
                <a:extLst>
                  <a:ext uri="{FF2B5EF4-FFF2-40B4-BE49-F238E27FC236}">
                    <ns2:creationId id="{B7A6B1EA-DB0E-9CC5-830A-54DDC8EAF9F9}"/>
                  </a:ext>
                </a:extLst>
              </p:cNvPr>
              <p:cNvSpPr txBox="1"/>
              <p:nvPr/>
            </p:nvSpPr>
            <p:spPr>
              <a:xfrm>
                <a:off x="8265614" y="3600904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80" name="table_TWformat_8_4">
                <a:extLst>
                  <a:ext uri="{FF2B5EF4-FFF2-40B4-BE49-F238E27FC236}">
                    <ns2:creationId id="{676D9579-E306-1702-3A18-63EEC5D8A351}"/>
                  </a:ext>
                </a:extLst>
              </p:cNvPr>
              <p:cNvSpPr txBox="1"/>
              <p:nvPr/>
            </p:nvSpPr>
            <p:spPr>
              <a:xfrm>
                <a:off x="8265614" y="3981035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82" name="table_TWformat_9_4">
                <a:extLst>
                  <a:ext uri="{FF2B5EF4-FFF2-40B4-BE49-F238E27FC236}">
                    <ns2:creationId id="{A7A05BFC-9875-8C1D-5E4C-D3F2E8FB6E53}"/>
                  </a:ext>
                </a:extLst>
              </p:cNvPr>
              <p:cNvSpPr txBox="1"/>
              <p:nvPr/>
            </p:nvSpPr>
            <p:spPr>
              <a:xfrm>
                <a:off x="8265614" y="4361165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84" name="table_TWformat_10_4">
                <a:extLst>
                  <a:ext uri="{FF2B5EF4-FFF2-40B4-BE49-F238E27FC236}">
                    <ns2:creationId id="{E404A8D6-A793-C987-3CD3-14FD9F7B135E}"/>
                  </a:ext>
                </a:extLst>
              </p:cNvPr>
              <p:cNvSpPr txBox="1"/>
              <p:nvPr/>
            </p:nvSpPr>
            <p:spPr>
              <a:xfrm>
                <a:off x="8265614" y="4741297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86" name="table_TWformat_11_4">
                <a:extLst>
                  <a:ext uri="{FF2B5EF4-FFF2-40B4-BE49-F238E27FC236}">
                    <ns2:creationId id="{EDE8C034-B434-3B45-64E6-9FCD9A3D9947}"/>
                  </a:ext>
                </a:extLst>
              </p:cNvPr>
              <p:cNvSpPr txBox="1"/>
              <p:nvPr/>
            </p:nvSpPr>
            <p:spPr>
              <a:xfrm>
                <a:off x="8265614" y="5121428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8" name="table_TWformat_12_4">
                <a:extLst>
                  <a:ext uri="{FF2B5EF4-FFF2-40B4-BE49-F238E27FC236}">
                    <ns2:creationId id="{2830C998-FE45-10BE-F85E-6DCAD7369AC5}"/>
                  </a:ext>
                </a:extLst>
              </p:cNvPr>
              <p:cNvSpPr txBox="1"/>
              <p:nvPr/>
            </p:nvSpPr>
            <p:spPr>
              <a:xfrm>
                <a:off x="8265614" y="5501558"/>
                <a:ext cx="2376200" cy="113250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0" name="table_TWformat_13_4">
                <a:extLst>
                  <a:ext uri="{FF2B5EF4-FFF2-40B4-BE49-F238E27FC236}">
                    <ns2:creationId id="{A834565C-1567-1B3C-484F-B91E8B781BE1}"/>
                  </a:ext>
                </a:extLst>
              </p:cNvPr>
              <p:cNvSpPr txBox="1"/>
              <p:nvPr/>
            </p:nvSpPr>
            <p:spPr>
              <a:xfrm>
                <a:off x="8265614" y="5900738"/>
                <a:ext cx="2376200" cy="138999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91" name="Straight Connector 90">
                <a:extLst>
                  <a:ext uri="{FF2B5EF4-FFF2-40B4-BE49-F238E27FC236}">
                    <ns2:creationId id="{C66F21D7-A88C-A51F-EAD3-2FAF192FEB33}"/>
                  </a:ext>
                </a:extLst>
              </p:cNvPr>
              <p:cNvCxnSpPr/>
              <p:nvPr/>
            </p:nvCxnSpPr>
            <p:spPr>
              <a:xfrm>
                <a:off x="8265614" y="5850013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table_TWformat_2_4">
                <a:extLst>
                  <a:ext uri="{FF2B5EF4-FFF2-40B4-BE49-F238E27FC236}">
                    <ns2:creationId id="{C01CEB47-C332-C8D9-0E36-8F31AAC13FCF}"/>
                  </a:ext>
                </a:extLst>
              </p:cNvPr>
              <p:cNvSpPr txBox="1"/>
              <p:nvPr/>
            </p:nvSpPr>
            <p:spPr>
              <a:xfrm>
                <a:off x="9014937" y="1807074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3" name="table_TWformat_3_4">
                <a:extLst>
                  <a:ext uri="{FF2B5EF4-FFF2-40B4-BE49-F238E27FC236}">
                    <ns2:creationId id="{66145697-B8D8-4A7C-024D-587D1F14F2AD}"/>
                  </a:ext>
                </a:extLst>
              </p:cNvPr>
              <p:cNvSpPr txBox="1"/>
              <p:nvPr/>
            </p:nvSpPr>
            <p:spPr>
              <a:xfrm>
                <a:off x="9014937" y="2187205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5" name="table_TWformat_4_4">
                <a:extLst>
                  <a:ext uri="{FF2B5EF4-FFF2-40B4-BE49-F238E27FC236}">
                    <ns2:creationId id="{C108C951-9F2B-D670-CA5B-3FBB22FC2C9D}"/>
                  </a:ext>
                </a:extLst>
              </p:cNvPr>
              <p:cNvSpPr txBox="1"/>
              <p:nvPr/>
            </p:nvSpPr>
            <p:spPr>
              <a:xfrm>
                <a:off x="9014937" y="2567336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7" name="table_TWformat_5_4">
                <a:extLst>
                  <a:ext uri="{FF2B5EF4-FFF2-40B4-BE49-F238E27FC236}">
                    <ns2:creationId id="{3AC742AA-74B7-B52F-261F-A1E40A1A47D2}"/>
                  </a:ext>
                </a:extLst>
              </p:cNvPr>
              <p:cNvSpPr txBox="1"/>
              <p:nvPr/>
            </p:nvSpPr>
            <p:spPr>
              <a:xfrm>
                <a:off x="9014937" y="2947467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zh-TW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zh-TW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8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9" name="table_TWformat_6_4">
                <a:extLst>
                  <a:ext uri="{FF2B5EF4-FFF2-40B4-BE49-F238E27FC236}">
                    <ns2:creationId id="{C26E11FF-BFA2-1756-A3A6-A7D52F02A0D7}"/>
                  </a:ext>
                </a:extLst>
              </p:cNvPr>
              <p:cNvSpPr txBox="1"/>
              <p:nvPr/>
            </p:nvSpPr>
            <p:spPr>
              <a:xfrm>
                <a:off x="9014937" y="3327597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800</a:t>
                </a:r>
                <a:r>
                  <a:rPr kumimoji="1" lang="zh-TW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8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41" name="table_TWformat_7_4">
                <a:extLst>
                  <a:ext uri="{FF2B5EF4-FFF2-40B4-BE49-F238E27FC236}">
                    <ns2:creationId id="{537C61D1-1418-1E3B-2D41-8E8A375A7FF1}"/>
                  </a:ext>
                </a:extLst>
              </p:cNvPr>
              <p:cNvSpPr txBox="1"/>
              <p:nvPr/>
            </p:nvSpPr>
            <p:spPr>
              <a:xfrm>
                <a:off x="9014937" y="3707728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3" name="table_TWformat_8_4">
                <a:extLst>
                  <a:ext uri="{FF2B5EF4-FFF2-40B4-BE49-F238E27FC236}">
                    <ns2:creationId id="{AD69C629-D1A2-6590-8A4E-904FBD59CC4A}"/>
                  </a:ext>
                </a:extLst>
              </p:cNvPr>
              <p:cNvSpPr txBox="1"/>
              <p:nvPr/>
            </p:nvSpPr>
            <p:spPr>
              <a:xfrm>
                <a:off x="9014937" y="4087859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5" name="table_TWformat_9_4">
                <a:extLst>
                  <a:ext uri="{FF2B5EF4-FFF2-40B4-BE49-F238E27FC236}">
                    <ns2:creationId id="{29F6AD5A-ACB3-BA2C-5AC2-1BE31A00DB8D}"/>
                  </a:ext>
                </a:extLst>
              </p:cNvPr>
              <p:cNvSpPr txBox="1"/>
              <p:nvPr/>
            </p:nvSpPr>
            <p:spPr>
              <a:xfrm>
                <a:off x="9014937" y="4467989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7" name="table_TWformat_10_4">
                <a:extLst>
                  <a:ext uri="{FF2B5EF4-FFF2-40B4-BE49-F238E27FC236}">
                    <ns2:creationId id="{5300399D-222D-9CD3-5BF2-456F0F1C7297}"/>
                  </a:ext>
                </a:extLst>
              </p:cNvPr>
              <p:cNvSpPr txBox="1"/>
              <p:nvPr/>
            </p:nvSpPr>
            <p:spPr>
              <a:xfrm>
                <a:off x="9014937" y="4848121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9" name="table_TWformat_11_4">
                <a:extLst>
                  <a:ext uri="{FF2B5EF4-FFF2-40B4-BE49-F238E27FC236}">
                    <ns2:creationId id="{B1DFD497-07AB-89C2-4654-DB316224851B}"/>
                  </a:ext>
                </a:extLst>
              </p:cNvPr>
              <p:cNvSpPr txBox="1"/>
              <p:nvPr/>
            </p:nvSpPr>
            <p:spPr>
              <a:xfrm>
                <a:off x="9014937" y="5228252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CN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CN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200</a:t>
                </a:r>
                <a:r>
                  <a:rPr kumimoji="1" lang="zh-CN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8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1" name="table_TWformat_12_4">
                <a:extLst>
                  <a:ext uri="{FF2B5EF4-FFF2-40B4-BE49-F238E27FC236}">
                    <ns2:creationId id="{A757A32F-AB16-33BB-8267-799901B3047A}"/>
                  </a:ext>
                </a:extLst>
              </p:cNvPr>
              <p:cNvSpPr txBox="1"/>
              <p:nvPr/>
            </p:nvSpPr>
            <p:spPr>
              <a:xfrm>
                <a:off x="9014937" y="5608382"/>
                <a:ext cx="828675" cy="229006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800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53" name="table_TWformat_13_4">
                <a:extLst>
                  <a:ext uri="{FF2B5EF4-FFF2-40B4-BE49-F238E27FC236}">
                    <ns2:creationId id="{0F43028D-8F2C-5ED0-69F6-5C915CDC02A1}"/>
                  </a:ext>
                </a:extLst>
              </p:cNvPr>
              <p:cNvSpPr txBox="1"/>
              <p:nvPr/>
            </p:nvSpPr>
            <p:spPr>
              <a:xfrm>
                <a:off x="9014937" y="6017131"/>
                <a:ext cx="828675" cy="281073"/>
              </a:xfrm>
              <a:prstGeom prst="rect">
                <a:avLst/>
              </a:prstGeom>
              <a:noFill/>
            </p:spPr>
            <p:txBody>
              <a:bodyPr vert="horz" wrap="square" lIns="36000" tIns="72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59" name="table_TWformat_7_4">
                <a:extLst>
                  <a:ext uri="{FF2B5EF4-FFF2-40B4-BE49-F238E27FC236}">
                    <ns2:creationId id="{5A495702-DA55-46F1-80C2-B144AECD501E}"/>
                  </a:ext>
                </a:extLst>
              </p:cNvPr>
              <p:cNvSpPr txBox="1"/>
              <p:nvPr/>
            </p:nvSpPr>
            <p:spPr>
              <a:xfrm>
                <a:off x="9843612" y="3746275"/>
                <a:ext cx="265552" cy="190458"/>
              </a:xfrm>
              <a:prstGeom prst="rect">
                <a:avLst/>
              </a:prstGeom>
              <a:noFill/>
            </p:spPr>
            <p:txBody>
              <a:bodyPr vert="horz" wrap="none" lIns="36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8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12" name="table_TWformat_1_2">
                <a:extLst>
                  <a:ext uri="{FF2B5EF4-FFF2-40B4-BE49-F238E27FC236}">
                    <ns2:creationId id="{1DCDAC82-A333-0FB6-D3F4-3B4822803370}"/>
                  </a:ext>
                </a:extLst>
              </p:cNvPr>
              <p:cNvSpPr txBox="1"/>
              <p:nvPr/>
            </p:nvSpPr>
            <p:spPr>
              <a:xfrm>
                <a:off x="4404216" y="1681200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613" name="table_TWformat_2_2">
                <a:extLst>
                  <a:ext uri="{FF2B5EF4-FFF2-40B4-BE49-F238E27FC236}">
                    <ns2:creationId id="{AE7CA308-9D86-951F-AF21-1E2EF43D03E2}"/>
                  </a:ext>
                </a:extLst>
              </p:cNvPr>
              <p:cNvSpPr txBox="1"/>
              <p:nvPr/>
            </p:nvSpPr>
            <p:spPr>
              <a:xfrm>
                <a:off x="4404216" y="1808336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14" name="Straight Connector 613">
                <a:extLst>
                  <a:ext uri="{FF2B5EF4-FFF2-40B4-BE49-F238E27FC236}">
                    <ns2:creationId id="{A65B7925-CB07-3608-C611-A9FA3FF316B9}"/>
                  </a:ext>
                </a:extLst>
              </p:cNvPr>
              <p:cNvCxnSpPr/>
              <p:nvPr/>
            </p:nvCxnSpPr>
            <p:spPr>
              <a:xfrm>
                <a:off x="4404216" y="179807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5" name="table_TWformat_3_2">
                <a:extLst>
                  <a:ext uri="{FF2B5EF4-FFF2-40B4-BE49-F238E27FC236}">
                    <ns2:creationId id="{9F8514C6-6230-FC87-3DAE-254FA55A64C6}"/>
                  </a:ext>
                </a:extLst>
              </p:cNvPr>
              <p:cNvSpPr txBox="1"/>
              <p:nvPr/>
            </p:nvSpPr>
            <p:spPr>
              <a:xfrm>
                <a:off x="4404216" y="1935472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16" name="Straight Connector 615">
                <a:extLst>
                  <a:ext uri="{FF2B5EF4-FFF2-40B4-BE49-F238E27FC236}">
                    <ns2:creationId id="{DC35EA7A-8379-3A45-DD9E-379CE9FD4C23}"/>
                  </a:ext>
                </a:extLst>
              </p:cNvPr>
              <p:cNvCxnSpPr/>
              <p:nvPr/>
            </p:nvCxnSpPr>
            <p:spPr>
              <a:xfrm>
                <a:off x="4404216" y="1925212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7" name="table_TWformat_4_2">
                <a:extLst>
                  <a:ext uri="{FF2B5EF4-FFF2-40B4-BE49-F238E27FC236}">
                    <ns2:creationId id="{85105A8F-D670-7B57-DED0-C63B729A7A13}"/>
                  </a:ext>
                </a:extLst>
              </p:cNvPr>
              <p:cNvSpPr txBox="1"/>
              <p:nvPr/>
            </p:nvSpPr>
            <p:spPr>
              <a:xfrm>
                <a:off x="4404216" y="2062608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18" name="Straight Connector 617">
                <a:extLst>
                  <a:ext uri="{FF2B5EF4-FFF2-40B4-BE49-F238E27FC236}">
                    <ns2:creationId id="{77C4D9CA-E3F4-FB79-9E8A-780654760016}"/>
                  </a:ext>
                </a:extLst>
              </p:cNvPr>
              <p:cNvCxnSpPr/>
              <p:nvPr/>
            </p:nvCxnSpPr>
            <p:spPr>
              <a:xfrm>
                <a:off x="4404216" y="2052348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9" name="table_TWformat_5_2">
                <a:extLst>
                  <a:ext uri="{FF2B5EF4-FFF2-40B4-BE49-F238E27FC236}">
                    <ns2:creationId id="{28206F4D-42B2-67DF-35A0-9A3579BF88C1}"/>
                  </a:ext>
                </a:extLst>
              </p:cNvPr>
              <p:cNvSpPr txBox="1"/>
              <p:nvPr/>
            </p:nvSpPr>
            <p:spPr>
              <a:xfrm>
                <a:off x="4404216" y="2189744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20" name="Straight Connector 619">
                <a:extLst>
                  <a:ext uri="{FF2B5EF4-FFF2-40B4-BE49-F238E27FC236}">
                    <ns2:creationId id="{833A9ADA-51DD-CABA-F218-ED64C888F7C3}"/>
                  </a:ext>
                </a:extLst>
              </p:cNvPr>
              <p:cNvCxnSpPr/>
              <p:nvPr/>
            </p:nvCxnSpPr>
            <p:spPr>
              <a:xfrm>
                <a:off x="4404216" y="2179484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1" name="table_TWformat_6_2">
                <a:extLst>
                  <a:ext uri="{FF2B5EF4-FFF2-40B4-BE49-F238E27FC236}">
                    <ns2:creationId id="{E27AF8FB-E0A2-023D-8E32-9D25A85CCED0}"/>
                  </a:ext>
                </a:extLst>
              </p:cNvPr>
              <p:cNvSpPr txBox="1"/>
              <p:nvPr/>
            </p:nvSpPr>
            <p:spPr>
              <a:xfrm>
                <a:off x="4404216" y="2316880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22" name="Straight Connector 621">
                <a:extLst>
                  <a:ext uri="{FF2B5EF4-FFF2-40B4-BE49-F238E27FC236}">
                    <ns2:creationId id="{05F1CFE4-A7E1-AEBF-98A6-82FCA3AEBEF5}"/>
                  </a:ext>
                </a:extLst>
              </p:cNvPr>
              <p:cNvCxnSpPr/>
              <p:nvPr/>
            </p:nvCxnSpPr>
            <p:spPr>
              <a:xfrm>
                <a:off x="4404216" y="2306620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3" name="table_TWformat_7_2">
                <a:extLst>
                  <a:ext uri="{FF2B5EF4-FFF2-40B4-BE49-F238E27FC236}">
                    <ns2:creationId id="{1343A814-1136-5959-57A5-BE2C1CAB28DE}"/>
                  </a:ext>
                </a:extLst>
              </p:cNvPr>
              <p:cNvSpPr txBox="1"/>
              <p:nvPr/>
            </p:nvSpPr>
            <p:spPr>
              <a:xfrm>
                <a:off x="4404216" y="2444016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24" name="Straight Connector 623">
                <a:extLst>
                  <a:ext uri="{FF2B5EF4-FFF2-40B4-BE49-F238E27FC236}">
                    <ns2:creationId id="{D9B3D040-46A1-D00E-1EFC-F958E5B17368}"/>
                  </a:ext>
                </a:extLst>
              </p:cNvPr>
              <p:cNvCxnSpPr/>
              <p:nvPr/>
            </p:nvCxnSpPr>
            <p:spPr>
              <a:xfrm>
                <a:off x="4404216" y="243375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5" name="table_TWformat_8_2">
                <a:extLst>
                  <a:ext uri="{FF2B5EF4-FFF2-40B4-BE49-F238E27FC236}">
                    <ns2:creationId id="{4A6DEE28-FD3F-6D58-CFA0-A9A05DE1218B}"/>
                  </a:ext>
                </a:extLst>
              </p:cNvPr>
              <p:cNvSpPr txBox="1"/>
              <p:nvPr/>
            </p:nvSpPr>
            <p:spPr>
              <a:xfrm>
                <a:off x="4404216" y="2571152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626" name="Straight Connector 625">
                <a:extLst>
                  <a:ext uri="{FF2B5EF4-FFF2-40B4-BE49-F238E27FC236}">
                    <ns2:creationId id="{B0E52D16-932A-E1C0-D2C5-BF11B8EB382F}"/>
                  </a:ext>
                </a:extLst>
              </p:cNvPr>
              <p:cNvCxnSpPr/>
              <p:nvPr/>
            </p:nvCxnSpPr>
            <p:spPr>
              <a:xfrm>
                <a:off x="4404216" y="2560892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7" name="table_TWformat_9_2">
                <a:extLst>
                  <a:ext uri="{FF2B5EF4-FFF2-40B4-BE49-F238E27FC236}">
                    <ns2:creationId id="{2651A14E-86ED-1C2F-4AE2-6CC1135252D4}"/>
                  </a:ext>
                </a:extLst>
              </p:cNvPr>
              <p:cNvSpPr txBox="1"/>
              <p:nvPr/>
            </p:nvSpPr>
            <p:spPr>
              <a:xfrm>
                <a:off x="4404216" y="2814644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28" name="Straight Connector 627">
                <a:extLst>
                  <a:ext uri="{FF2B5EF4-FFF2-40B4-BE49-F238E27FC236}">
                    <ns2:creationId id="{AE77CB89-BCC6-DE82-211C-42008D1890BB}"/>
                  </a:ext>
                </a:extLst>
              </p:cNvPr>
              <p:cNvCxnSpPr/>
              <p:nvPr/>
            </p:nvCxnSpPr>
            <p:spPr>
              <a:xfrm>
                <a:off x="4404216" y="2688028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9" name="table_TWformat_10_2">
                <a:extLst>
                  <a:ext uri="{FF2B5EF4-FFF2-40B4-BE49-F238E27FC236}">
                    <ns2:creationId id="{D4532B27-7DDB-3D6C-73F9-A467D9C5C8B8}"/>
                  </a:ext>
                </a:extLst>
              </p:cNvPr>
              <p:cNvSpPr txBox="1"/>
              <p:nvPr/>
            </p:nvSpPr>
            <p:spPr>
              <a:xfrm>
                <a:off x="4404216" y="2941780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30" name="Straight Connector 629">
                <a:extLst>
                  <a:ext uri="{FF2B5EF4-FFF2-40B4-BE49-F238E27FC236}">
                    <ns2:creationId id="{7C2CCE81-99A1-28D2-8138-62F3495DF250}"/>
                  </a:ext>
                </a:extLst>
              </p:cNvPr>
              <p:cNvCxnSpPr/>
              <p:nvPr/>
            </p:nvCxnSpPr>
            <p:spPr>
              <a:xfrm>
                <a:off x="4404216" y="2931520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1" name="table_TWformat_11_2">
                <a:extLst>
                  <a:ext uri="{FF2B5EF4-FFF2-40B4-BE49-F238E27FC236}">
                    <ns2:creationId id="{D8F5CC51-5DC2-7190-6C56-91802316886B}"/>
                  </a:ext>
                </a:extLst>
              </p:cNvPr>
              <p:cNvSpPr txBox="1"/>
              <p:nvPr/>
            </p:nvSpPr>
            <p:spPr>
              <a:xfrm>
                <a:off x="4404216" y="3068916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AI</a:t>
                </a: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32" name="Straight Connector 631">
                <a:extLst>
                  <a:ext uri="{FF2B5EF4-FFF2-40B4-BE49-F238E27FC236}">
                    <ns2:creationId id="{0CF8EC42-3266-C9C8-2C1F-21B035006555}"/>
                  </a:ext>
                </a:extLst>
              </p:cNvPr>
              <p:cNvCxnSpPr/>
              <p:nvPr/>
            </p:nvCxnSpPr>
            <p:spPr>
              <a:xfrm>
                <a:off x="4404216" y="305865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3" name="table_TWformat_12_2">
                <a:extLst>
                  <a:ext uri="{FF2B5EF4-FFF2-40B4-BE49-F238E27FC236}">
                    <ns2:creationId id="{3C6E4EC9-E882-7B45-F5FE-4006D29D83C0}"/>
                  </a:ext>
                </a:extLst>
              </p:cNvPr>
              <p:cNvSpPr txBox="1"/>
              <p:nvPr/>
            </p:nvSpPr>
            <p:spPr>
              <a:xfrm>
                <a:off x="4404216" y="3196052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34" name="Straight Connector 633">
                <a:extLst>
                  <a:ext uri="{FF2B5EF4-FFF2-40B4-BE49-F238E27FC236}">
                    <ns2:creationId id="{9F84FF83-8E79-574D-AD61-AF8234734BEC}"/>
                  </a:ext>
                </a:extLst>
              </p:cNvPr>
              <p:cNvCxnSpPr/>
              <p:nvPr/>
            </p:nvCxnSpPr>
            <p:spPr>
              <a:xfrm>
                <a:off x="4404216" y="3185792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5" name="table_TWformat_13_2">
                <a:extLst>
                  <a:ext uri="{FF2B5EF4-FFF2-40B4-BE49-F238E27FC236}">
                    <ns2:creationId id="{9663E6B8-4B02-5F66-F27C-328CD80A6E62}"/>
                  </a:ext>
                </a:extLst>
              </p:cNvPr>
              <p:cNvSpPr txBox="1"/>
              <p:nvPr/>
            </p:nvSpPr>
            <p:spPr>
              <a:xfrm>
                <a:off x="4404216" y="3323188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36" name="Straight Connector 635">
                <a:extLst>
                  <a:ext uri="{FF2B5EF4-FFF2-40B4-BE49-F238E27FC236}">
                    <ns2:creationId id="{7FB6BF97-6AD8-474F-03CD-EF9436A28D75}"/>
                  </a:ext>
                </a:extLst>
              </p:cNvPr>
              <p:cNvCxnSpPr/>
              <p:nvPr/>
            </p:nvCxnSpPr>
            <p:spPr>
              <a:xfrm>
                <a:off x="4404216" y="3312928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7" name="table_TWformat_14_2">
                <a:extLst>
                  <a:ext uri="{FF2B5EF4-FFF2-40B4-BE49-F238E27FC236}">
                    <ns2:creationId id="{90D8ABA4-E782-C661-CB9E-4E4FB4631783}"/>
                  </a:ext>
                </a:extLst>
              </p:cNvPr>
              <p:cNvSpPr txBox="1"/>
              <p:nvPr/>
            </p:nvSpPr>
            <p:spPr>
              <a:xfrm>
                <a:off x="4404216" y="3450324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38" name="Straight Connector 637">
                <a:extLst>
                  <a:ext uri="{FF2B5EF4-FFF2-40B4-BE49-F238E27FC236}">
                    <ns2:creationId id="{59D504E6-0F0C-C523-E448-ADCC632F95B7}"/>
                  </a:ext>
                </a:extLst>
              </p:cNvPr>
              <p:cNvCxnSpPr/>
              <p:nvPr/>
            </p:nvCxnSpPr>
            <p:spPr>
              <a:xfrm>
                <a:off x="4404216" y="3440064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9" name="table_TWformat_15_2">
                <a:extLst>
                  <a:ext uri="{FF2B5EF4-FFF2-40B4-BE49-F238E27FC236}">
                    <ns2:creationId id="{E046E4C4-E007-219E-D684-16FE3A456EC0}"/>
                  </a:ext>
                </a:extLst>
              </p:cNvPr>
              <p:cNvSpPr txBox="1"/>
              <p:nvPr/>
            </p:nvSpPr>
            <p:spPr>
              <a:xfrm>
                <a:off x="4404216" y="3577460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40" name="Straight Connector 639">
                <a:extLst>
                  <a:ext uri="{FF2B5EF4-FFF2-40B4-BE49-F238E27FC236}">
                    <ns2:creationId id="{BDC06BB4-979A-2218-818A-7F302522E8D1}"/>
                  </a:ext>
                </a:extLst>
              </p:cNvPr>
              <p:cNvCxnSpPr/>
              <p:nvPr/>
            </p:nvCxnSpPr>
            <p:spPr>
              <a:xfrm>
                <a:off x="4404216" y="3567200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1" name="table_TWformat_16_2">
                <a:extLst>
                  <a:ext uri="{FF2B5EF4-FFF2-40B4-BE49-F238E27FC236}">
                    <ns2:creationId id="{FB991688-11F9-8CF1-2091-BCC0F60A0340}"/>
                  </a:ext>
                </a:extLst>
              </p:cNvPr>
              <p:cNvSpPr txBox="1"/>
              <p:nvPr/>
            </p:nvSpPr>
            <p:spPr>
              <a:xfrm>
                <a:off x="4404216" y="3704596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42" name="Straight Connector 641">
                <a:extLst>
                  <a:ext uri="{FF2B5EF4-FFF2-40B4-BE49-F238E27FC236}">
                    <ns2:creationId id="{431C7B67-C631-4F75-B570-D4C8B23A46EF}"/>
                  </a:ext>
                </a:extLst>
              </p:cNvPr>
              <p:cNvCxnSpPr/>
              <p:nvPr/>
            </p:nvCxnSpPr>
            <p:spPr>
              <a:xfrm>
                <a:off x="4404216" y="369433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3" name="table_TWformat_17_2">
                <a:extLst>
                  <a:ext uri="{FF2B5EF4-FFF2-40B4-BE49-F238E27FC236}">
                    <ns2:creationId id="{71863936-9BD6-D74C-4505-49F27DBBBF42}"/>
                  </a:ext>
                </a:extLst>
              </p:cNvPr>
              <p:cNvSpPr txBox="1"/>
              <p:nvPr/>
            </p:nvSpPr>
            <p:spPr>
              <a:xfrm>
                <a:off x="4404216" y="3831732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44" name="Straight Connector 643">
                <a:extLst>
                  <a:ext uri="{FF2B5EF4-FFF2-40B4-BE49-F238E27FC236}">
                    <ns2:creationId id="{8A44C2DA-7686-ACAE-D996-EA9459A2D49B}"/>
                  </a:ext>
                </a:extLst>
              </p:cNvPr>
              <p:cNvCxnSpPr/>
              <p:nvPr/>
            </p:nvCxnSpPr>
            <p:spPr>
              <a:xfrm>
                <a:off x="4404216" y="3821472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5" name="table_TWformat_18_2">
                <a:extLst>
                  <a:ext uri="{FF2B5EF4-FFF2-40B4-BE49-F238E27FC236}">
                    <ns2:creationId id="{8CA15ADA-9CC9-8840-703C-BE9F3CE1B2D3}"/>
                  </a:ext>
                </a:extLst>
              </p:cNvPr>
              <p:cNvSpPr txBox="1"/>
              <p:nvPr/>
            </p:nvSpPr>
            <p:spPr>
              <a:xfrm>
                <a:off x="4404216" y="3958868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en-US" altLang="ja-JP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46" name="Straight Connector 645">
                <a:extLst>
                  <a:ext uri="{FF2B5EF4-FFF2-40B4-BE49-F238E27FC236}">
                    <ns2:creationId id="{68AA9438-3460-9C36-BB4A-8687AAD1A853}"/>
                  </a:ext>
                </a:extLst>
              </p:cNvPr>
              <p:cNvCxnSpPr/>
              <p:nvPr/>
            </p:nvCxnSpPr>
            <p:spPr>
              <a:xfrm>
                <a:off x="4404216" y="3948608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7" name="table_TWformat_19_2">
                <a:extLst>
                  <a:ext uri="{FF2B5EF4-FFF2-40B4-BE49-F238E27FC236}">
                    <ns2:creationId id="{02F05B1F-0A84-C527-4B87-30F537C88F01}"/>
                  </a:ext>
                </a:extLst>
              </p:cNvPr>
              <p:cNvSpPr txBox="1"/>
              <p:nvPr/>
            </p:nvSpPr>
            <p:spPr>
              <a:xfrm>
                <a:off x="4404216" y="4086004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48" name="Straight Connector 647">
                <a:extLst>
                  <a:ext uri="{FF2B5EF4-FFF2-40B4-BE49-F238E27FC236}">
                    <ns2:creationId id="{95FF4494-1D5A-CFCE-2E7E-28A401F0C386}"/>
                  </a:ext>
                </a:extLst>
              </p:cNvPr>
              <p:cNvCxnSpPr/>
              <p:nvPr/>
            </p:nvCxnSpPr>
            <p:spPr>
              <a:xfrm>
                <a:off x="4404216" y="4075744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9" name="table_TWformat_20_2">
                <a:extLst>
                  <a:ext uri="{FF2B5EF4-FFF2-40B4-BE49-F238E27FC236}">
                    <ns2:creationId id="{552E22C2-9DB2-1B9D-1BFD-7803C1C56110}"/>
                  </a:ext>
                </a:extLst>
              </p:cNvPr>
              <p:cNvSpPr txBox="1"/>
              <p:nvPr/>
            </p:nvSpPr>
            <p:spPr>
              <a:xfrm>
                <a:off x="4404216" y="4213140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50" name="Straight Connector 649">
                <a:extLst>
                  <a:ext uri="{FF2B5EF4-FFF2-40B4-BE49-F238E27FC236}">
                    <ns2:creationId id="{D1F62A9E-1EC6-8CA9-D9E2-359DB727DC6A}"/>
                  </a:ext>
                </a:extLst>
              </p:cNvPr>
              <p:cNvCxnSpPr/>
              <p:nvPr/>
            </p:nvCxnSpPr>
            <p:spPr>
              <a:xfrm>
                <a:off x="4404216" y="4202880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1" name="table_TWformat_21_2">
                <a:extLst>
                  <a:ext uri="{FF2B5EF4-FFF2-40B4-BE49-F238E27FC236}">
                    <ns2:creationId id="{6A054CC3-5251-774E-FF33-C4E4743A6BF1}"/>
                  </a:ext>
                </a:extLst>
              </p:cNvPr>
              <p:cNvSpPr txBox="1"/>
              <p:nvPr/>
            </p:nvSpPr>
            <p:spPr>
              <a:xfrm>
                <a:off x="4404216" y="4340276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52" name="Straight Connector 651">
                <a:extLst>
                  <a:ext uri="{FF2B5EF4-FFF2-40B4-BE49-F238E27FC236}">
                    <ns2:creationId id="{076CD0B4-EDD9-E888-FCCE-E304B0BC3977}"/>
                  </a:ext>
                </a:extLst>
              </p:cNvPr>
              <p:cNvCxnSpPr/>
              <p:nvPr/>
            </p:nvCxnSpPr>
            <p:spPr>
              <a:xfrm>
                <a:off x="4404216" y="433001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3" name="table_TWformat_22_2">
                <a:extLst>
                  <a:ext uri="{FF2B5EF4-FFF2-40B4-BE49-F238E27FC236}">
                    <ns2:creationId id="{2F55C7AD-B706-1396-2C22-0613C77495D4}"/>
                  </a:ext>
                </a:extLst>
              </p:cNvPr>
              <p:cNvSpPr txBox="1"/>
              <p:nvPr/>
            </p:nvSpPr>
            <p:spPr>
              <a:xfrm>
                <a:off x="4404216" y="4467412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54" name="Straight Connector 653">
                <a:extLst>
                  <a:ext uri="{FF2B5EF4-FFF2-40B4-BE49-F238E27FC236}">
                    <ns2:creationId id="{5C4E4D20-CD57-FE42-78D5-8B6A989E3BB9}"/>
                  </a:ext>
                </a:extLst>
              </p:cNvPr>
              <p:cNvCxnSpPr/>
              <p:nvPr/>
            </p:nvCxnSpPr>
            <p:spPr>
              <a:xfrm>
                <a:off x="4404216" y="4457152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5" name="table_TWformat_23_2">
                <a:extLst>
                  <a:ext uri="{FF2B5EF4-FFF2-40B4-BE49-F238E27FC236}">
                    <ns2:creationId id="{BE0D219A-C6FA-3DDB-51E9-978264FB389C}"/>
                  </a:ext>
                </a:extLst>
              </p:cNvPr>
              <p:cNvSpPr txBox="1"/>
              <p:nvPr/>
            </p:nvSpPr>
            <p:spPr>
              <a:xfrm>
                <a:off x="4404216" y="4594548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56" name="Straight Connector 655">
                <a:extLst>
                  <a:ext uri="{FF2B5EF4-FFF2-40B4-BE49-F238E27FC236}">
                    <ns2:creationId id="{A8CF4B9E-9D69-ED26-3DA0-4D74EFA90B1A}"/>
                  </a:ext>
                </a:extLst>
              </p:cNvPr>
              <p:cNvCxnSpPr/>
              <p:nvPr/>
            </p:nvCxnSpPr>
            <p:spPr>
              <a:xfrm>
                <a:off x="4404216" y="4584288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7" name="table_TWformat_24_2">
                <a:extLst>
                  <a:ext uri="{FF2B5EF4-FFF2-40B4-BE49-F238E27FC236}">
                    <ns2:creationId id="{B810E7F9-B6EF-B3B9-9720-515A090A83B8}"/>
                  </a:ext>
                </a:extLst>
              </p:cNvPr>
              <p:cNvSpPr txBox="1"/>
              <p:nvPr/>
            </p:nvSpPr>
            <p:spPr>
              <a:xfrm>
                <a:off x="4404216" y="4721684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58" name="Straight Connector 657">
                <a:extLst>
                  <a:ext uri="{FF2B5EF4-FFF2-40B4-BE49-F238E27FC236}">
                    <ns2:creationId id="{D22D3A93-1E35-2605-B259-CB26DD493486}"/>
                  </a:ext>
                </a:extLst>
              </p:cNvPr>
              <p:cNvCxnSpPr/>
              <p:nvPr/>
            </p:nvCxnSpPr>
            <p:spPr>
              <a:xfrm>
                <a:off x="4404216" y="4711424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9" name="table_TWformat_25_2">
                <a:extLst>
                  <a:ext uri="{FF2B5EF4-FFF2-40B4-BE49-F238E27FC236}">
                    <ns2:creationId id="{1EE92C2C-C0C7-5312-2C3B-18EB47F18ADA}"/>
                  </a:ext>
                </a:extLst>
              </p:cNvPr>
              <p:cNvSpPr txBox="1"/>
              <p:nvPr/>
            </p:nvSpPr>
            <p:spPr>
              <a:xfrm>
                <a:off x="4404216" y="4848820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60" name="Straight Connector 659">
                <a:extLst>
                  <a:ext uri="{FF2B5EF4-FFF2-40B4-BE49-F238E27FC236}">
                    <ns2:creationId id="{475A3623-D795-4756-0838-E8C93BF28D32}"/>
                  </a:ext>
                </a:extLst>
              </p:cNvPr>
              <p:cNvCxnSpPr/>
              <p:nvPr/>
            </p:nvCxnSpPr>
            <p:spPr>
              <a:xfrm>
                <a:off x="4404216" y="4838560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1" name="table_TWformat_26_2">
                <a:extLst>
                  <a:ext uri="{FF2B5EF4-FFF2-40B4-BE49-F238E27FC236}">
                    <ns2:creationId id="{52809DDD-6C66-6504-27B7-0C469927877A}"/>
                  </a:ext>
                </a:extLst>
              </p:cNvPr>
              <p:cNvSpPr txBox="1"/>
              <p:nvPr/>
            </p:nvSpPr>
            <p:spPr>
              <a:xfrm>
                <a:off x="4404216" y="4975956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62" name="Straight Connector 661">
                <a:extLst>
                  <a:ext uri="{FF2B5EF4-FFF2-40B4-BE49-F238E27FC236}">
                    <ns2:creationId id="{904797C6-7DAA-1098-4A5C-3A21F8B6C02B}"/>
                  </a:ext>
                </a:extLst>
              </p:cNvPr>
              <p:cNvCxnSpPr/>
              <p:nvPr/>
            </p:nvCxnSpPr>
            <p:spPr>
              <a:xfrm>
                <a:off x="4404216" y="496569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3" name="table_TWformat_27_2">
                <a:extLst>
                  <a:ext uri="{FF2B5EF4-FFF2-40B4-BE49-F238E27FC236}">
                    <ns2:creationId id="{2DDDCAA7-501C-AE3B-121E-3F06CCE856BF}"/>
                  </a:ext>
                </a:extLst>
              </p:cNvPr>
              <p:cNvSpPr txBox="1"/>
              <p:nvPr/>
            </p:nvSpPr>
            <p:spPr>
              <a:xfrm>
                <a:off x="4404216" y="5103092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64" name="Straight Connector 663">
                <a:extLst>
                  <a:ext uri="{FF2B5EF4-FFF2-40B4-BE49-F238E27FC236}">
                    <ns2:creationId id="{4E12A641-46D3-A185-709D-1516733E8026}"/>
                  </a:ext>
                </a:extLst>
              </p:cNvPr>
              <p:cNvCxnSpPr/>
              <p:nvPr/>
            </p:nvCxnSpPr>
            <p:spPr>
              <a:xfrm>
                <a:off x="4404216" y="5092832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5" name="table_TWformat_28_2">
                <a:extLst>
                  <a:ext uri="{FF2B5EF4-FFF2-40B4-BE49-F238E27FC236}">
                    <ns2:creationId id="{1C27A4BF-BA77-C6DD-CB3F-A683A3B8BB9B}"/>
                  </a:ext>
                </a:extLst>
              </p:cNvPr>
              <p:cNvSpPr txBox="1"/>
              <p:nvPr/>
            </p:nvSpPr>
            <p:spPr>
              <a:xfrm>
                <a:off x="4404216" y="5230228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66" name="Straight Connector 665">
                <a:extLst>
                  <a:ext uri="{FF2B5EF4-FFF2-40B4-BE49-F238E27FC236}">
                    <ns2:creationId id="{890F586D-1AFF-8732-1E74-FF3B549D7557}"/>
                  </a:ext>
                </a:extLst>
              </p:cNvPr>
              <p:cNvCxnSpPr/>
              <p:nvPr/>
            </p:nvCxnSpPr>
            <p:spPr>
              <a:xfrm>
                <a:off x="4404216" y="5219968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7" name="table_TWformat_29_2">
                <a:extLst>
                  <a:ext uri="{FF2B5EF4-FFF2-40B4-BE49-F238E27FC236}">
                    <ns2:creationId id="{60BF7163-0D5F-745D-B715-BCF17BBE7B16}"/>
                  </a:ext>
                </a:extLst>
              </p:cNvPr>
              <p:cNvSpPr txBox="1"/>
              <p:nvPr/>
            </p:nvSpPr>
            <p:spPr>
              <a:xfrm>
                <a:off x="4404216" y="5357364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68" name="Straight Connector 667">
                <a:extLst>
                  <a:ext uri="{FF2B5EF4-FFF2-40B4-BE49-F238E27FC236}">
                    <ns2:creationId id="{830D7ED4-F308-2D37-345F-10BACBBFB09F}"/>
                  </a:ext>
                </a:extLst>
              </p:cNvPr>
              <p:cNvCxnSpPr/>
              <p:nvPr/>
            </p:nvCxnSpPr>
            <p:spPr>
              <a:xfrm>
                <a:off x="4404216" y="5347104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9" name="table_TWformat_30_2">
                <a:extLst>
                  <a:ext uri="{FF2B5EF4-FFF2-40B4-BE49-F238E27FC236}">
                    <ns2:creationId id="{DA812286-AA1F-D39F-0C4C-48F8D91C499B}"/>
                  </a:ext>
                </a:extLst>
              </p:cNvPr>
              <p:cNvSpPr txBox="1"/>
              <p:nvPr/>
            </p:nvSpPr>
            <p:spPr>
              <a:xfrm>
                <a:off x="4404216" y="5484500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70" name="Straight Connector 669">
                <a:extLst>
                  <a:ext uri="{FF2B5EF4-FFF2-40B4-BE49-F238E27FC236}">
                    <ns2:creationId id="{226A1909-4811-8075-5178-EF75567F9C65}"/>
                  </a:ext>
                </a:extLst>
              </p:cNvPr>
              <p:cNvCxnSpPr/>
              <p:nvPr/>
            </p:nvCxnSpPr>
            <p:spPr>
              <a:xfrm>
                <a:off x="4404216" y="5474240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1" name="table_TWformat_31_2">
                <a:extLst>
                  <a:ext uri="{FF2B5EF4-FFF2-40B4-BE49-F238E27FC236}">
                    <ns2:creationId id="{2827FDDE-D94B-638F-0B08-B7B48EDE0267}"/>
                  </a:ext>
                </a:extLst>
              </p:cNvPr>
              <p:cNvSpPr txBox="1"/>
              <p:nvPr/>
            </p:nvSpPr>
            <p:spPr>
              <a:xfrm>
                <a:off x="4404216" y="5611636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72" name="Straight Connector 671">
                <a:extLst>
                  <a:ext uri="{FF2B5EF4-FFF2-40B4-BE49-F238E27FC236}">
                    <ns2:creationId id="{D4C6CE40-DE4D-DA3A-A13A-0F2522F111BE}"/>
                  </a:ext>
                </a:extLst>
              </p:cNvPr>
              <p:cNvCxnSpPr/>
              <p:nvPr/>
            </p:nvCxnSpPr>
            <p:spPr>
              <a:xfrm>
                <a:off x="4404216" y="560137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3" name="table_TWformat_32_2">
                <a:extLst>
                  <a:ext uri="{FF2B5EF4-FFF2-40B4-BE49-F238E27FC236}">
                    <ns2:creationId id="{55042DF8-A6EF-BA5E-E72E-FF160FA6D5C9}"/>
                  </a:ext>
                </a:extLst>
              </p:cNvPr>
              <p:cNvSpPr txBox="1"/>
              <p:nvPr/>
            </p:nvSpPr>
            <p:spPr>
              <a:xfrm>
                <a:off x="4404216" y="5738772"/>
                <a:ext cx="3783600" cy="10661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74" name="Straight Connector 673">
                <a:extLst>
                  <a:ext uri="{FF2B5EF4-FFF2-40B4-BE49-F238E27FC236}">
                    <ns2:creationId id="{36F3742D-F1B9-813C-835A-FFB01B44703D}"/>
                  </a:ext>
                </a:extLst>
              </p:cNvPr>
              <p:cNvCxnSpPr/>
              <p:nvPr/>
            </p:nvCxnSpPr>
            <p:spPr>
              <a:xfrm>
                <a:off x="4404216" y="5728512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6" name="Straight Connector 675">
                <a:extLst>
                  <a:ext uri="{FF2B5EF4-FFF2-40B4-BE49-F238E27FC236}">
                    <ns2:creationId id="{104034C1-4E75-49DD-6B23-746A1F4ACDE9}"/>
                  </a:ext>
                </a:extLst>
              </p:cNvPr>
              <p:cNvCxnSpPr/>
              <p:nvPr/>
            </p:nvCxnSpPr>
            <p:spPr>
              <a:xfrm>
                <a:off x="4404216" y="5855648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5" name="table_TWformat_33_2">
                <a:extLst>
                  <a:ext uri="{FF2B5EF4-FFF2-40B4-BE49-F238E27FC236}">
                    <ns2:creationId id="{FE93BC23-4DE4-D7BA-FA09-EACE7D35A63D}"/>
                  </a:ext>
                </a:extLst>
              </p:cNvPr>
              <p:cNvSpPr txBox="1"/>
              <p:nvPr/>
            </p:nvSpPr>
            <p:spPr>
              <a:xfrm>
                <a:off x="4404216" y="5865908"/>
                <a:ext cx="3783600" cy="9583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677" name="table_TWformat_34_2">
                <a:extLst>
                  <a:ext uri="{FF2B5EF4-FFF2-40B4-BE49-F238E27FC236}">
                    <ns2:creationId id="{DAB80249-017E-A37C-50E0-AFCA5E532FF9}"/>
                  </a:ext>
                </a:extLst>
              </p:cNvPr>
              <p:cNvSpPr txBox="1"/>
              <p:nvPr/>
            </p:nvSpPr>
            <p:spPr>
              <a:xfrm>
                <a:off x="4404216" y="5982264"/>
                <a:ext cx="3783600" cy="9583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78" name="Straight Connector 677">
                <a:extLst>
                  <a:ext uri="{FF2B5EF4-FFF2-40B4-BE49-F238E27FC236}">
                    <ns2:creationId id="{A12708E7-1D79-5EAF-8A91-273DF2E499C8}"/>
                  </a:ext>
                </a:extLst>
              </p:cNvPr>
              <p:cNvCxnSpPr/>
              <p:nvPr/>
            </p:nvCxnSpPr>
            <p:spPr>
              <a:xfrm>
                <a:off x="4404216" y="5972004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9" name="table_TWformat_35_2">
                <a:extLst>
                  <a:ext uri="{FF2B5EF4-FFF2-40B4-BE49-F238E27FC236}">
                    <ns2:creationId id="{648AD22A-3357-B0D7-DF2C-0B5689EF64DD}"/>
                  </a:ext>
                </a:extLst>
              </p:cNvPr>
              <p:cNvSpPr txBox="1"/>
              <p:nvPr/>
            </p:nvSpPr>
            <p:spPr>
              <a:xfrm>
                <a:off x="4404216" y="6098620"/>
                <a:ext cx="3783600" cy="9583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80" name="Straight Connector 679">
                <a:extLst>
                  <a:ext uri="{FF2B5EF4-FFF2-40B4-BE49-F238E27FC236}">
                    <ns2:creationId id="{09BCB443-D1BC-B537-483A-7CD3BD8E9ED7}"/>
                  </a:ext>
                </a:extLst>
              </p:cNvPr>
              <p:cNvCxnSpPr/>
              <p:nvPr/>
            </p:nvCxnSpPr>
            <p:spPr>
              <a:xfrm>
                <a:off x="4404216" y="6088360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1" name="table_TWformat_36_2">
                <a:extLst>
                  <a:ext uri="{FF2B5EF4-FFF2-40B4-BE49-F238E27FC236}">
                    <ns2:creationId id="{0086F456-3164-A1E1-FC3A-D4A96314006D}"/>
                  </a:ext>
                </a:extLst>
              </p:cNvPr>
              <p:cNvSpPr txBox="1"/>
              <p:nvPr/>
            </p:nvSpPr>
            <p:spPr>
              <a:xfrm>
                <a:off x="4404216" y="6214963"/>
                <a:ext cx="3783600" cy="9583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682" name="Straight Connector 681">
                <a:extLst>
                  <a:ext uri="{FF2B5EF4-FFF2-40B4-BE49-F238E27FC236}">
                    <ns2:creationId id="{29315AC9-06E4-FF7A-C9E1-841A051D0C57}"/>
                  </a:ext>
                </a:extLst>
              </p:cNvPr>
              <p:cNvCxnSpPr/>
              <p:nvPr/>
            </p:nvCxnSpPr>
            <p:spPr>
              <a:xfrm>
                <a:off x="4404216" y="6204716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グループ化 54">
                <a:extLst>
                  <a:ext uri="{FF2B5EF4-FFF2-40B4-BE49-F238E27FC236}">
                    <ns2:creationId id="{8BE299BD-E21E-0F1C-09CF-504D65FA843E}"/>
                  </a:ext>
                </a:extLst>
              </p:cNvPr>
              <p:cNvGrpSpPr/>
              <p:nvPr/>
            </p:nvGrpSpPr>
            <p:grpSpPr>
              <a:xfrm>
                <a:off x="2624401" y="1681200"/>
                <a:ext cx="1724400" cy="4629599"/>
                <a:chOff x="2624401" y="1681200"/>
                <a:chExt cx="1724400" cy="4629599"/>
              </a:xfrm>
            </p:grpSpPr>
            <p:grpSp>
              <p:nvGrpSpPr>
                <p:cNvPr id="19" name="グループ化 18">
                  <a:extLst>
                    <a:ext uri="{FF2B5EF4-FFF2-40B4-BE49-F238E27FC236}">
                      <ns2:creationId id="{1C13BC18-B5CF-1F54-77A8-99486B5C4527}"/>
                    </a:ext>
                  </a:extLst>
                </p:cNvPr>
                <p:cNvGrpSpPr/>
                <p:nvPr/>
              </p:nvGrpSpPr>
              <p:grpSpPr>
                <a:xfrm>
                  <a:off x="2624401" y="1681200"/>
                  <a:ext cx="1724400" cy="360888"/>
                  <a:chOff x="2624401" y="1681200"/>
                  <a:chExt cx="1724400" cy="360888"/>
                </a:xfrm>
              </p:grpSpPr>
              <p:sp>
                <p:nvSpPr>
                  <p:cNvPr id="683" name="table_TWformat_1_1">
                    <a:extLst>
                      <a:ext uri="{FF2B5EF4-FFF2-40B4-BE49-F238E27FC236}">
                        <ns2:creationId id="{415E7425-813B-CE69-B03F-9420499B7005}"/>
                      </a:ext>
                    </a:extLst>
                  </p:cNvPr>
                  <p:cNvSpPr txBox="1"/>
                  <p:nvPr/>
                </p:nvSpPr>
                <p:spPr>
                  <a:xfrm>
                    <a:off x="2624401" y="1681200"/>
                    <a:ext cx="1724400" cy="106616"/>
                  </a:xfrm>
                  <a:prstGeom prst="rect">
                    <a:avLst/>
                  </a:prstGeom>
                  <a:solidFill>
                    <a:srgbClr val="43A24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216000" tIns="54000" rIns="36000" bIns="36000" rtlCol="0" anchor="ctr"/>
                  <a:lstStyle>
                    <a:defPPr>
                      <a:defRPr lang="ja-JP"/>
                    </a:defPPr>
                    <a:lvl1pPr>
                      <a:buClr>
                        <a:schemeClr val="accent1"/>
                      </a:buClr>
                      <a:defRPr sz="700">
                        <a:solidFill>
                          <a:schemeClr val="lt1"/>
                        </a:solidFill>
                        <a:ea typeface="Meiryo" panose="020B0604030504040204" pitchFamily="34" charset="-128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en-US" altLang="ja-JP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  <p:sp>
                <p:nvSpPr>
                  <p:cNvPr id="684" name="table_TWformat_2_1">
                    <a:extLst>
                      <a:ext uri="{FF2B5EF4-FFF2-40B4-BE49-F238E27FC236}">
                        <ns2:creationId id="{17A01C7E-426F-AD6F-74EC-4DAB1A21BB61}"/>
                      </a:ext>
                    </a:extLst>
                  </p:cNvPr>
                  <p:cNvSpPr txBox="1"/>
                  <p:nvPr/>
                </p:nvSpPr>
                <p:spPr>
                  <a:xfrm>
                    <a:off x="2624401" y="1808336"/>
                    <a:ext cx="1724400" cy="106616"/>
                  </a:xfrm>
                  <a:prstGeom prst="rect">
                    <a:avLst/>
                  </a:prstGeom>
                  <a:solidFill>
                    <a:srgbClr val="43A24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216000" tIns="54000" rIns="36000" bIns="36000" rtlCol="0" anchor="ctr"/>
                  <a:lstStyle>
                    <a:defPPr>
                      <a:defRPr lang="ja-JP"/>
                    </a:defPPr>
                    <a:lvl1pPr>
                      <a:buClr>
                        <a:schemeClr val="accent1"/>
                      </a:buClr>
                      <a:defRPr sz="700">
                        <a:solidFill>
                          <a:schemeClr val="lt1"/>
                        </a:solidFill>
                        <a:ea typeface="Meiryo" panose="020B0604030504040204" pitchFamily="34" charset="-128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ja-JP" altLang="en-US" dirty="0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  <p:sp>
                <p:nvSpPr>
                  <p:cNvPr id="685" name="table_TWformat_3_1">
                    <a:extLst>
                      <a:ext uri="{FF2B5EF4-FFF2-40B4-BE49-F238E27FC236}">
                        <ns2:creationId id="{D0722397-F8FE-16AB-499A-8AF5BDD1244A}"/>
                      </a:ext>
                    </a:extLst>
                  </p:cNvPr>
                  <p:cNvSpPr txBox="1"/>
                  <p:nvPr/>
                </p:nvSpPr>
                <p:spPr>
                  <a:xfrm>
                    <a:off x="2624401" y="1935472"/>
                    <a:ext cx="1724400" cy="106616"/>
                  </a:xfrm>
                  <a:prstGeom prst="rect">
                    <a:avLst/>
                  </a:prstGeom>
                  <a:solidFill>
                    <a:srgbClr val="43A24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216000" tIns="54000" rIns="36000" bIns="36000" rtlCol="0" anchor="ctr"/>
                  <a:lstStyle>
                    <a:defPPr>
                      <a:defRPr lang="ja-JP"/>
                    </a:defPPr>
                    <a:lvl1pPr>
                      <a:buClr>
                        <a:schemeClr val="accent1"/>
                      </a:buClr>
                      <a:defRPr sz="700">
                        <a:solidFill>
                          <a:schemeClr val="lt1"/>
                        </a:solidFill>
                        <a:ea typeface="Meiryo" panose="020B0604030504040204" pitchFamily="34" charset="-128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zh-TW" altLang="en-US"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endParaRPr lang="ja-JP" altLang="en-US" dirty="0"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686" name="table_TWformat_4_1">
                  <a:extLst>
                    <a:ext uri="{FF2B5EF4-FFF2-40B4-BE49-F238E27FC236}">
                      <ns2:creationId id="{294CD41C-C56C-A389-0110-B471614EF9D0}"/>
                    </a:ext>
                  </a:extLst>
                </p:cNvPr>
                <p:cNvSpPr txBox="1"/>
                <p:nvPr/>
              </p:nvSpPr>
              <p:spPr>
                <a:xfrm>
                  <a:off x="2624401" y="2062608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87" name="table_TWformat_5_1">
                  <a:extLst>
                    <a:ext uri="{FF2B5EF4-FFF2-40B4-BE49-F238E27FC236}">
                      <ns2:creationId id="{C96A5D96-1E37-A08E-B0D1-C1349BF463B7}"/>
                    </a:ext>
                  </a:extLst>
                </p:cNvPr>
                <p:cNvSpPr txBox="1"/>
                <p:nvPr/>
              </p:nvSpPr>
              <p:spPr>
                <a:xfrm>
                  <a:off x="2624401" y="2189744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88" name="table_TWformat_6_1">
                  <a:extLst>
                    <a:ext uri="{FF2B5EF4-FFF2-40B4-BE49-F238E27FC236}">
                      <ns2:creationId id="{AB0292C2-0249-D953-C83D-1006541B9F5D}"/>
                    </a:ext>
                  </a:extLst>
                </p:cNvPr>
                <p:cNvSpPr txBox="1"/>
                <p:nvPr/>
              </p:nvSpPr>
              <p:spPr>
                <a:xfrm>
                  <a:off x="2624401" y="2316880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89" name="table_TWformat_7_1">
                  <a:extLst>
                    <a:ext uri="{FF2B5EF4-FFF2-40B4-BE49-F238E27FC236}">
                      <ns2:creationId id="{6931EEBA-6E01-E354-07E9-4AA9A7B4F243}"/>
                    </a:ext>
                  </a:extLst>
                </p:cNvPr>
                <p:cNvSpPr txBox="1"/>
                <p:nvPr/>
              </p:nvSpPr>
              <p:spPr>
                <a:xfrm>
                  <a:off x="2624401" y="2444016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0" name="table_TWformat_8_1">
                  <a:extLst>
                    <a:ext uri="{FF2B5EF4-FFF2-40B4-BE49-F238E27FC236}">
                      <ns2:creationId id="{76115FD0-7953-6FE1-A565-F8FB92E023EA}"/>
                    </a:ext>
                  </a:extLst>
                </p:cNvPr>
                <p:cNvSpPr txBox="1"/>
                <p:nvPr/>
              </p:nvSpPr>
              <p:spPr>
                <a:xfrm>
                  <a:off x="2624401" y="2571152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1" name="table_TWformat_9_1">
                  <a:extLst>
                    <a:ext uri="{FF2B5EF4-FFF2-40B4-BE49-F238E27FC236}">
                      <ns2:creationId id="{7E4AAAA1-61CA-6245-9E09-BF06B324635B}"/>
                    </a:ext>
                  </a:extLst>
                </p:cNvPr>
                <p:cNvSpPr txBox="1"/>
                <p:nvPr/>
              </p:nvSpPr>
              <p:spPr>
                <a:xfrm>
                  <a:off x="2624401" y="2814644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2" name="table_TWformat_10_1">
                  <a:extLst>
                    <a:ext uri="{FF2B5EF4-FFF2-40B4-BE49-F238E27FC236}">
                      <ns2:creationId id="{4EE6B7B8-5086-BE24-7703-1F5086FC5FAC}"/>
                    </a:ext>
                  </a:extLst>
                </p:cNvPr>
                <p:cNvSpPr txBox="1"/>
                <p:nvPr/>
              </p:nvSpPr>
              <p:spPr>
                <a:xfrm>
                  <a:off x="2624401" y="2941780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TW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3" name="table_TWformat_11_1">
                  <a:extLst>
                    <a:ext uri="{FF2B5EF4-FFF2-40B4-BE49-F238E27FC236}">
                      <ns2:creationId id="{FD5FD22F-6F92-8378-D0CD-E2B4F9487575}"/>
                    </a:ext>
                  </a:extLst>
                </p:cNvPr>
                <p:cNvSpPr txBox="1"/>
                <p:nvPr/>
              </p:nvSpPr>
              <p:spPr>
                <a:xfrm>
                  <a:off x="2624401" y="3068916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4" name="table_TWformat_12_1">
                  <a:extLst>
                    <a:ext uri="{FF2B5EF4-FFF2-40B4-BE49-F238E27FC236}">
                      <ns2:creationId id="{9977836D-7DA1-AE7F-D317-A77EC29BB0CB}"/>
                    </a:ext>
                  </a:extLst>
                </p:cNvPr>
                <p:cNvSpPr txBox="1"/>
                <p:nvPr/>
              </p:nvSpPr>
              <p:spPr>
                <a:xfrm>
                  <a:off x="2624401" y="3196052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5" name="table_TWformat_13_1">
                  <a:extLst>
                    <a:ext uri="{FF2B5EF4-FFF2-40B4-BE49-F238E27FC236}">
                      <ns2:creationId id="{101B42D1-A68F-0457-4C0A-3387CD68A0D9}"/>
                    </a:ext>
                  </a:extLst>
                </p:cNvPr>
                <p:cNvSpPr txBox="1"/>
                <p:nvPr/>
              </p:nvSpPr>
              <p:spPr>
                <a:xfrm>
                  <a:off x="2624401" y="3323188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en-US" altLang="ja-JP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AI</a:t>
                  </a:r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6" name="table_TWformat_14_1">
                  <a:extLst>
                    <a:ext uri="{FF2B5EF4-FFF2-40B4-BE49-F238E27FC236}">
                      <ns2:creationId id="{2D577816-ADE7-0080-A9B4-D331E4DE6F5E}"/>
                    </a:ext>
                  </a:extLst>
                </p:cNvPr>
                <p:cNvSpPr txBox="1"/>
                <p:nvPr/>
              </p:nvSpPr>
              <p:spPr>
                <a:xfrm>
                  <a:off x="2624401" y="3450324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7" name="table_TWformat_15_1">
                  <a:extLst>
                    <a:ext uri="{FF2B5EF4-FFF2-40B4-BE49-F238E27FC236}">
                      <ns2:creationId id="{E945DEA4-53E7-AC6C-9CEF-BC0A5D2425E8}"/>
                    </a:ext>
                  </a:extLst>
                </p:cNvPr>
                <p:cNvSpPr txBox="1"/>
                <p:nvPr/>
              </p:nvSpPr>
              <p:spPr>
                <a:xfrm>
                  <a:off x="2624401" y="3577460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TW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8" name="table_TWformat_16_1">
                  <a:extLst>
                    <a:ext uri="{FF2B5EF4-FFF2-40B4-BE49-F238E27FC236}">
                      <ns2:creationId id="{F33BC2CC-0CBF-7FBD-B830-EC0A6A57F331}"/>
                    </a:ext>
                  </a:extLst>
                </p:cNvPr>
                <p:cNvSpPr txBox="1"/>
                <p:nvPr/>
              </p:nvSpPr>
              <p:spPr>
                <a:xfrm>
                  <a:off x="2624401" y="3704596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99" name="table_TWformat_17_1">
                  <a:extLst>
                    <a:ext uri="{FF2B5EF4-FFF2-40B4-BE49-F238E27FC236}">
                      <ns2:creationId id="{AAB8FE61-0617-A918-5C5B-FBFCFDECC7ED}"/>
                    </a:ext>
                  </a:extLst>
                </p:cNvPr>
                <p:cNvSpPr txBox="1"/>
                <p:nvPr/>
              </p:nvSpPr>
              <p:spPr>
                <a:xfrm>
                  <a:off x="2624401" y="3831732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0" name="table_TWformat_18_1">
                  <a:extLst>
                    <a:ext uri="{FF2B5EF4-FFF2-40B4-BE49-F238E27FC236}">
                      <ns2:creationId id="{E1602D0D-366A-2DB1-ED91-5FA74B3B2EFC}"/>
                    </a:ext>
                  </a:extLst>
                </p:cNvPr>
                <p:cNvSpPr txBox="1"/>
                <p:nvPr/>
              </p:nvSpPr>
              <p:spPr>
                <a:xfrm>
                  <a:off x="2624401" y="3958868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1" name="table_TWformat_19_1">
                  <a:extLst>
                    <a:ext uri="{FF2B5EF4-FFF2-40B4-BE49-F238E27FC236}">
                      <ns2:creationId id="{C7D1783B-8280-F199-761D-8845783B19B8}"/>
                    </a:ext>
                  </a:extLst>
                </p:cNvPr>
                <p:cNvSpPr txBox="1"/>
                <p:nvPr/>
              </p:nvSpPr>
              <p:spPr>
                <a:xfrm>
                  <a:off x="2624401" y="4086004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2" name="table_TWformat_20_1">
                  <a:extLst>
                    <a:ext uri="{FF2B5EF4-FFF2-40B4-BE49-F238E27FC236}">
                      <ns2:creationId id="{C6AAAA47-F3A7-AD04-8113-C9300FCCEA5E}"/>
                    </a:ext>
                  </a:extLst>
                </p:cNvPr>
                <p:cNvSpPr txBox="1"/>
                <p:nvPr/>
              </p:nvSpPr>
              <p:spPr>
                <a:xfrm>
                  <a:off x="2624401" y="4213140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TW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3" name="table_TWformat_21_1">
                  <a:extLst>
                    <a:ext uri="{FF2B5EF4-FFF2-40B4-BE49-F238E27FC236}">
                      <ns2:creationId id="{D571D94D-8E95-1DDD-8B1E-32816E21A148}"/>
                    </a:ext>
                  </a:extLst>
                </p:cNvPr>
                <p:cNvSpPr txBox="1"/>
                <p:nvPr/>
              </p:nvSpPr>
              <p:spPr>
                <a:xfrm>
                  <a:off x="2624401" y="4340276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4" name="table_TWformat_22_1">
                  <a:extLst>
                    <a:ext uri="{FF2B5EF4-FFF2-40B4-BE49-F238E27FC236}">
                      <ns2:creationId id="{9105C0DF-00BB-91B6-3242-7C09B45E8298}"/>
                    </a:ext>
                  </a:extLst>
                </p:cNvPr>
                <p:cNvSpPr txBox="1"/>
                <p:nvPr/>
              </p:nvSpPr>
              <p:spPr>
                <a:xfrm>
                  <a:off x="2624401" y="4467412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5" name="table_TWformat_23_1">
                  <a:extLst>
                    <a:ext uri="{FF2B5EF4-FFF2-40B4-BE49-F238E27FC236}">
                      <ns2:creationId id="{1BA65D4B-754D-EDF2-3361-4B2CE2918F09}"/>
                    </a:ext>
                  </a:extLst>
                </p:cNvPr>
                <p:cNvSpPr txBox="1"/>
                <p:nvPr/>
              </p:nvSpPr>
              <p:spPr>
                <a:xfrm>
                  <a:off x="2624401" y="4594548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6" name="table_TWformat_24_1">
                  <a:extLst>
                    <a:ext uri="{FF2B5EF4-FFF2-40B4-BE49-F238E27FC236}">
                      <ns2:creationId id="{502F5411-3355-D5D4-AD91-30E0843044B2}"/>
                    </a:ext>
                  </a:extLst>
                </p:cNvPr>
                <p:cNvSpPr txBox="1"/>
                <p:nvPr/>
              </p:nvSpPr>
              <p:spPr>
                <a:xfrm>
                  <a:off x="2624401" y="4721684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7" name="table_TWformat_25_1">
                  <a:extLst>
                    <a:ext uri="{FF2B5EF4-FFF2-40B4-BE49-F238E27FC236}">
                      <ns2:creationId id="{A6A1BC70-E4AA-0D6B-E95E-B908A714B72F}"/>
                    </a:ext>
                  </a:extLst>
                </p:cNvPr>
                <p:cNvSpPr txBox="1"/>
                <p:nvPr/>
              </p:nvSpPr>
              <p:spPr>
                <a:xfrm>
                  <a:off x="2624401" y="4848820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708" name="table_TWformat_26_1">
                  <a:extLst>
                    <a:ext uri="{FF2B5EF4-FFF2-40B4-BE49-F238E27FC236}">
                      <ns2:creationId id="{3C1755CE-3CD3-EA86-F15D-A80400618954}"/>
                    </a:ext>
                  </a:extLst>
                </p:cNvPr>
                <p:cNvSpPr txBox="1"/>
                <p:nvPr/>
              </p:nvSpPr>
              <p:spPr>
                <a:xfrm>
                  <a:off x="2624401" y="4975956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09" name="table_TWformat_27_1">
                  <a:extLst>
                    <a:ext uri="{FF2B5EF4-FFF2-40B4-BE49-F238E27FC236}">
                      <ns2:creationId id="{8AA9EECF-C483-CD67-FB08-511CBB82BBC5}"/>
                    </a:ext>
                  </a:extLst>
                </p:cNvPr>
                <p:cNvSpPr txBox="1"/>
                <p:nvPr/>
              </p:nvSpPr>
              <p:spPr>
                <a:xfrm>
                  <a:off x="2624401" y="5103092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0" name="table_TWformat_28_1">
                  <a:extLst>
                    <a:ext uri="{FF2B5EF4-FFF2-40B4-BE49-F238E27FC236}">
                      <ns2:creationId id="{C1094C07-02BD-6206-698D-461A4C7856C7}"/>
                    </a:ext>
                  </a:extLst>
                </p:cNvPr>
                <p:cNvSpPr txBox="1"/>
                <p:nvPr/>
              </p:nvSpPr>
              <p:spPr>
                <a:xfrm>
                  <a:off x="2624401" y="5230228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1" name="table_TWformat_29_1">
                  <a:extLst>
                    <a:ext uri="{FF2B5EF4-FFF2-40B4-BE49-F238E27FC236}">
                      <ns2:creationId id="{94C0E0B2-B9C4-14B1-9687-88C779B22B61}"/>
                    </a:ext>
                  </a:extLst>
                </p:cNvPr>
                <p:cNvSpPr txBox="1"/>
                <p:nvPr/>
              </p:nvSpPr>
              <p:spPr>
                <a:xfrm>
                  <a:off x="2624401" y="5357364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zh-CN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2" name="table_TWformat_30_1">
                  <a:extLst>
                    <a:ext uri="{FF2B5EF4-FFF2-40B4-BE49-F238E27FC236}">
                      <ns2:creationId id="{C508EFD1-12DB-5049-85D3-CD263D89C9FB}"/>
                    </a:ext>
                  </a:extLst>
                </p:cNvPr>
                <p:cNvSpPr txBox="1"/>
                <p:nvPr/>
              </p:nvSpPr>
              <p:spPr>
                <a:xfrm>
                  <a:off x="2624401" y="5484500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3" name="table_TWformat_31_1">
                  <a:extLst>
                    <a:ext uri="{FF2B5EF4-FFF2-40B4-BE49-F238E27FC236}">
                      <ns2:creationId id="{FC7134F1-DBA8-D225-4724-7C64ABDA2DAA}"/>
                    </a:ext>
                  </a:extLst>
                </p:cNvPr>
                <p:cNvSpPr txBox="1"/>
                <p:nvPr/>
              </p:nvSpPr>
              <p:spPr>
                <a:xfrm>
                  <a:off x="2624401" y="5611636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4" name="table_TWformat_32_1">
                  <a:extLst>
                    <a:ext uri="{FF2B5EF4-FFF2-40B4-BE49-F238E27FC236}">
                      <ns2:creationId id="{3145E7C4-632D-ABF7-641A-77F9A1773A14}"/>
                    </a:ext>
                  </a:extLst>
                </p:cNvPr>
                <p:cNvSpPr txBox="1"/>
                <p:nvPr/>
              </p:nvSpPr>
              <p:spPr>
                <a:xfrm>
                  <a:off x="2624401" y="5738772"/>
                  <a:ext cx="1724400" cy="10661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5" name="table_TWformat_33_1">
                  <a:extLst>
                    <a:ext uri="{FF2B5EF4-FFF2-40B4-BE49-F238E27FC236}">
                      <ns2:creationId id="{5B1A5D01-C749-BEA3-437E-8612D37A428E}"/>
                    </a:ext>
                  </a:extLst>
                </p:cNvPr>
                <p:cNvSpPr txBox="1"/>
                <p:nvPr/>
              </p:nvSpPr>
              <p:spPr>
                <a:xfrm>
                  <a:off x="2624401" y="5865908"/>
                  <a:ext cx="1724400" cy="9583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6" name="table_TWformat_34_1">
                  <a:extLst>
                    <a:ext uri="{FF2B5EF4-FFF2-40B4-BE49-F238E27FC236}">
                      <ns2:creationId id="{52B954AB-C1E7-FB7B-0F04-8998364CF705}"/>
                    </a:ext>
                  </a:extLst>
                </p:cNvPr>
                <p:cNvSpPr txBox="1"/>
                <p:nvPr/>
              </p:nvSpPr>
              <p:spPr>
                <a:xfrm>
                  <a:off x="2624401" y="5982264"/>
                  <a:ext cx="1724400" cy="9583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7" name="table_TWformat_35_1">
                  <a:extLst>
                    <a:ext uri="{FF2B5EF4-FFF2-40B4-BE49-F238E27FC236}">
                      <ns2:creationId id="{80E9C48E-794B-2EFF-A2F5-AB1569C35D0C}"/>
                    </a:ext>
                  </a:extLst>
                </p:cNvPr>
                <p:cNvSpPr txBox="1"/>
                <p:nvPr/>
              </p:nvSpPr>
              <p:spPr>
                <a:xfrm>
                  <a:off x="2624401" y="6098620"/>
                  <a:ext cx="1724400" cy="9583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718" name="table_TWformat_36_1">
                  <a:extLst>
                    <a:ext uri="{FF2B5EF4-FFF2-40B4-BE49-F238E27FC236}">
                      <ns2:creationId id="{85934F04-C06F-BE12-38E7-01C0DADDD5E8}"/>
                    </a:ext>
                  </a:extLst>
                </p:cNvPr>
                <p:cNvSpPr txBox="1"/>
                <p:nvPr/>
              </p:nvSpPr>
              <p:spPr>
                <a:xfrm>
                  <a:off x="2624401" y="6214963"/>
                  <a:ext cx="1724400" cy="9583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1" name="table_TWformat_36_1">
                  <a:extLst>
                    <a:ext uri="{FF2B5EF4-FFF2-40B4-BE49-F238E27FC236}">
                      <ns2:creationId id="{13AFC25F-CC55-6F45-05A7-9B07A20AFBF9}"/>
                    </a:ext>
                  </a:extLst>
                </p:cNvPr>
                <p:cNvSpPr txBox="1"/>
                <p:nvPr/>
              </p:nvSpPr>
              <p:spPr>
                <a:xfrm>
                  <a:off x="2624401" y="2698288"/>
                  <a:ext cx="1724400" cy="95836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ja-JP" altLang="en-US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12" name="table_TWformat_36_2">
                <a:extLst>
                  <a:ext uri="{FF2B5EF4-FFF2-40B4-BE49-F238E27FC236}">
                    <ns2:creationId id="{DACF42C8-6BAB-0AD4-8423-6016337AF859}"/>
                  </a:ext>
                </a:extLst>
              </p:cNvPr>
              <p:cNvSpPr txBox="1"/>
              <p:nvPr/>
            </p:nvSpPr>
            <p:spPr>
              <a:xfrm>
                <a:off x="4404216" y="2698288"/>
                <a:ext cx="3783600" cy="95836"/>
              </a:xfrm>
              <a:prstGeom prst="rect">
                <a:avLst/>
              </a:prstGeom>
              <a:noFill/>
            </p:spPr>
            <p:txBody>
              <a:bodyPr vert="horz" wrap="square" lIns="180000" tIns="72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6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4" name="Straight Connector 681">
                <a:extLst>
                  <a:ext uri="{FF2B5EF4-FFF2-40B4-BE49-F238E27FC236}">
                    <ns2:creationId id="{8C97FD58-256A-27CE-2749-990B4803C9D8}"/>
                  </a:ext>
                </a:extLst>
              </p:cNvPr>
              <p:cNvCxnSpPr/>
              <p:nvPr/>
            </p:nvCxnSpPr>
            <p:spPr>
              <a:xfrm>
                <a:off x="4404216" y="2804384"/>
                <a:ext cx="37836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グループ化 32">
              <a:extLst>
                <a:ext uri="{FF2B5EF4-FFF2-40B4-BE49-F238E27FC236}">
                  <ns2:creationId id="{B73A0B14-7B8A-3CAE-7384-3FE7371F2CE4}"/>
                </a:ext>
              </a:extLst>
            </p:cNvPr>
            <p:cNvGrpSpPr/>
            <p:nvPr/>
          </p:nvGrpSpPr>
          <p:grpSpPr>
            <a:xfrm>
              <a:off x="345600" y="1385917"/>
              <a:ext cx="11511437" cy="252000"/>
              <a:chOff x="345600" y="1385917"/>
              <a:chExt cx="11511437" cy="252000"/>
            </a:xfrm>
          </p:grpSpPr>
          <p:sp>
            <p:nvSpPr>
              <p:cNvPr id="35" name="table_TWformat_1_5">
                <a:extLst>
                  <a:ext uri="{FF2B5EF4-FFF2-40B4-BE49-F238E27FC236}">
                    <ns2:creationId id="{8043BF38-44CD-4424-8BE1-B235DEAA3121}"/>
                  </a:ext>
                </a:extLst>
              </p:cNvPr>
              <p:cNvSpPr txBox="1"/>
              <p:nvPr/>
            </p:nvSpPr>
            <p:spPr>
              <a:xfrm>
                <a:off x="10704511" y="1400175"/>
                <a:ext cx="1152526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7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zh-TW" altLang="en-US" sz="7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7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7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37" name="Straight Connector 507">
                <a:extLst>
                  <a:ext uri="{FF2B5EF4-FFF2-40B4-BE49-F238E27FC236}">
                    <ns2:creationId id="{6D9D5FBC-E124-68F3-AC6B-FE628C2426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04511" y="1635721"/>
                <a:ext cx="115252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Graphic 508" descr="Coins outline">
                <a:extLst>
                  <a:ext uri="{FF2B5EF4-FFF2-40B4-BE49-F238E27FC236}">
                    <ns2:creationId id="{0308FFD9-2CCE-148B-FB71-AB1375FF05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693186" y="1409443"/>
                <a:ext cx="222538" cy="222538"/>
              </a:xfrm>
              <a:prstGeom prst="rect">
                <a:avLst/>
              </a:prstGeom>
            </p:spPr>
          </p:pic>
          <p:sp>
            <p:nvSpPr>
              <p:cNvPr id="41" name="table_TWformat_1_3">
                <a:extLst>
                  <a:ext uri="{FF2B5EF4-FFF2-40B4-BE49-F238E27FC236}">
                    <ns2:creationId id="{C07F9E37-9A92-D3D1-6967-120344A35E4D}"/>
                  </a:ext>
                </a:extLst>
              </p:cNvPr>
              <p:cNvSpPr txBox="1"/>
              <p:nvPr/>
            </p:nvSpPr>
            <p:spPr>
              <a:xfrm>
                <a:off x="2614742" y="1400175"/>
                <a:ext cx="5566896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42" name="Straight Connector 511">
                <a:extLst>
                  <a:ext uri="{FF2B5EF4-FFF2-40B4-BE49-F238E27FC236}">
                    <ns2:creationId id="{81DFFD26-2B4B-15D6-D9BF-9879465AF5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14742" y="1635722"/>
                <a:ext cx="556689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3" name="Graphic 36" descr="Person with idea outline">
                <a:extLst>
                  <a:ext uri="{FF2B5EF4-FFF2-40B4-BE49-F238E27FC236}">
                    <ns2:creationId id="{3E511B80-6CC8-8D3C-68A1-B649DB8A5B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922296" y="1385917"/>
                <a:ext cx="272209" cy="252000"/>
              </a:xfrm>
              <a:prstGeom prst="rect">
                <a:avLst/>
              </a:prstGeom>
            </p:spPr>
          </p:pic>
          <p:sp>
            <p:nvSpPr>
              <p:cNvPr id="44" name="table_TWformat_1_2">
                <a:extLst>
                  <a:ext uri="{FF2B5EF4-FFF2-40B4-BE49-F238E27FC236}">
                    <ns2:creationId id="{C804C9AA-A67C-EFE9-A2AE-4DE4292688D0}"/>
                  </a:ext>
                </a:extLst>
              </p:cNvPr>
              <p:cNvSpPr txBox="1"/>
              <p:nvPr/>
            </p:nvSpPr>
            <p:spPr>
              <a:xfrm>
                <a:off x="1350309" y="1400175"/>
                <a:ext cx="1223469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45" name="Straight Connector 515">
                <a:extLst>
                  <a:ext uri="{FF2B5EF4-FFF2-40B4-BE49-F238E27FC236}">
                    <ns2:creationId id="{F415CFB3-A52F-703E-B88F-7011A28EEA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50309" y="1635721"/>
                <a:ext cx="122346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6" name="Graphic 28" descr="Medical outline">
                <a:extLst>
                  <a:ext uri="{FF2B5EF4-FFF2-40B4-BE49-F238E27FC236}">
                    <ns2:creationId id="{64BCCF47-8258-4903-F43C-99FD9AD48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388679" y="1385917"/>
                <a:ext cx="252000" cy="252000"/>
              </a:xfrm>
              <a:prstGeom prst="rect">
                <a:avLst/>
              </a:prstGeom>
            </p:spPr>
          </p:pic>
          <p:sp>
            <p:nvSpPr>
              <p:cNvPr id="47" name="table_TWformat_1_1">
                <a:extLst>
                  <a:ext uri="{FF2B5EF4-FFF2-40B4-BE49-F238E27FC236}">
                    <ns2:creationId id="{F95A0A99-2161-12A3-6C56-AA229EB29078}"/>
                  </a:ext>
                </a:extLst>
              </p:cNvPr>
              <p:cNvSpPr txBox="1"/>
              <p:nvPr/>
            </p:nvSpPr>
            <p:spPr>
              <a:xfrm>
                <a:off x="345600" y="1400175"/>
                <a:ext cx="954000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48" name="Straight Connector 519">
                <a:extLst>
                  <a:ext uri="{FF2B5EF4-FFF2-40B4-BE49-F238E27FC236}">
                    <ns2:creationId id="{20DF8678-1CF3-4CD6-1E4B-E02D197D70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5600" y="1635721"/>
                <a:ext cx="95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9" name="Graphic 9" descr="Lips outline">
                <a:extLst>
                  <a:ext uri="{FF2B5EF4-FFF2-40B4-BE49-F238E27FC236}">
                    <ns2:creationId id="{601BDB8B-0A32-983C-C945-842E1431F2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98035" y="1385917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0" name="table_TWformat_1_4">
                <a:extLst>
                  <a:ext uri="{FF2B5EF4-FFF2-40B4-BE49-F238E27FC236}">
                    <ns2:creationId id="{CE406003-DF8E-717F-29A9-A757336A14BC}"/>
                  </a:ext>
                </a:extLst>
              </p:cNvPr>
              <p:cNvSpPr txBox="1"/>
              <p:nvPr/>
            </p:nvSpPr>
            <p:spPr>
              <a:xfrm>
                <a:off x="8254975" y="1400175"/>
                <a:ext cx="2376200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1" name="Straight Connector 523">
                <a:extLst>
                  <a:ext uri="{FF2B5EF4-FFF2-40B4-BE49-F238E27FC236}">
                    <ns2:creationId id="{AFA11D67-9EDF-9EFE-18AA-3C354A0C90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54975" y="1635721"/>
                <a:ext cx="23762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2" name="Graphic 32" descr="Supply And Demand outline">
                <a:extLst>
                  <a:ext uri="{FF2B5EF4-FFF2-40B4-BE49-F238E27FC236}">
                    <ns2:creationId id="{1DC2CA90-447A-BF0B-F7D7-9C1B4E2AE1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8844526" y="1385917"/>
                <a:ext cx="28959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551428896"/>
      </p:ext>
    </p:extLst>
  </p:cSld>
  <p:clrMapOvr>
    <a:masterClrMapping/>
  </p:clrMapOvr>
</p:sld>
</file>

<file path=ppt/slides/slide7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3BBF1E5-E394-C6AB-B70B-7968466EB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847FC6A2-F89C-779C-B363-84B3AAEB8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kumimoji="1" lang="en-US" altLang="ja-JP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Text Placeholder 2">
            <a:extLst>
              <a:ext uri="{FF2B5EF4-FFF2-40B4-BE49-F238E27FC236}">
                <ns2:creationId id="{CE102545-64FC-222F-CEB4-1AF9EC9717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ns2:creationId id="{9D8492D5-7B68-AB73-07AA-ED4DE67CDD54}"/>
              </a:ext>
            </a:extLst>
          </p:cNvPr>
          <p:cNvGrpSpPr/>
          <p:nvPr/>
        </p:nvGrpSpPr>
        <p:grpSpPr>
          <a:xfrm>
            <a:off x="345600" y="1385917"/>
            <a:ext cx="11511437" cy="4924883"/>
            <a:chOff x="345600" y="1385917"/>
            <a:chExt cx="11511437" cy="4924883"/>
          </a:xfrm>
        </p:grpSpPr>
        <p:grpSp>
          <p:nvGrpSpPr>
            <p:cNvPr id="22" name="グループ化 21">
              <a:extLst>
                <a:ext uri="{FF2B5EF4-FFF2-40B4-BE49-F238E27FC236}">
                  <ns2:creationId id="{214D5581-FAB9-F32B-302D-8438CD384B9D}"/>
                </a:ext>
              </a:extLst>
            </p:cNvPr>
            <p:cNvGrpSpPr/>
            <p:nvPr/>
          </p:nvGrpSpPr>
          <p:grpSpPr>
            <a:xfrm>
              <a:off x="345600" y="1681200"/>
              <a:ext cx="11511436" cy="4629600"/>
              <a:chOff x="345600" y="1681200"/>
              <a:chExt cx="11511436" cy="4629600"/>
            </a:xfrm>
          </p:grpSpPr>
          <p:sp>
            <p:nvSpPr>
              <p:cNvPr id="7" name="table_TWformat_1_1">
                <a:extLst>
                  <a:ext uri="{FF2B5EF4-FFF2-40B4-BE49-F238E27FC236}">
                    <ns2:creationId id="{BE1CEEF3-42CB-5115-F21C-EB4A23953ACF}"/>
                  </a:ext>
                </a:extLst>
              </p:cNvPr>
              <p:cNvSpPr txBox="1"/>
              <p:nvPr/>
            </p:nvSpPr>
            <p:spPr>
              <a:xfrm>
                <a:off x="345600" y="1681200"/>
                <a:ext cx="954000" cy="1765980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4" name="table_TWformat_6_1">
                <a:extLst>
                  <a:ext uri="{FF2B5EF4-FFF2-40B4-BE49-F238E27FC236}">
                    <ns2:creationId id="{87F8920C-10B2-76F2-FE4F-F52BFA2AF161}"/>
                  </a:ext>
                </a:extLst>
              </p:cNvPr>
              <p:cNvSpPr txBox="1"/>
              <p:nvPr/>
            </p:nvSpPr>
            <p:spPr>
              <a:xfrm>
                <a:off x="345600" y="3470962"/>
                <a:ext cx="954000" cy="1050075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3" name="table_TWformat_9_1">
                <a:extLst>
                  <a:ext uri="{FF2B5EF4-FFF2-40B4-BE49-F238E27FC236}">
                    <ns2:creationId id="{76976EF3-FED8-C0A4-CD52-6B5F0FC4A009}"/>
                  </a:ext>
                </a:extLst>
              </p:cNvPr>
              <p:cNvSpPr txBox="1"/>
              <p:nvPr/>
            </p:nvSpPr>
            <p:spPr>
              <a:xfrm>
                <a:off x="345600" y="4544818"/>
                <a:ext cx="954000" cy="692125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" name="table_TWformat_11_1">
                <a:extLst>
                  <a:ext uri="{FF2B5EF4-FFF2-40B4-BE49-F238E27FC236}">
                    <ns2:creationId id="{A4F6710E-4565-9D14-2ADF-90E5E300FE9C}"/>
                  </a:ext>
                </a:extLst>
              </p:cNvPr>
              <p:cNvSpPr txBox="1"/>
              <p:nvPr/>
            </p:nvSpPr>
            <p:spPr>
              <a:xfrm>
                <a:off x="345600" y="5260721"/>
                <a:ext cx="954000" cy="1050078"/>
              </a:xfrm>
              <a:prstGeom prst="rect">
                <a:avLst/>
              </a:prstGeom>
              <a:solidFill>
                <a:schemeClr val="accent5">
                  <a:lumMod val="50000"/>
                  <a:alpha val="9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3" name="table_TWformat_1_2">
                <a:extLst>
                  <a:ext uri="{FF2B5EF4-FFF2-40B4-BE49-F238E27FC236}">
                    <ns2:creationId id="{F5AD7C43-664D-5584-6BA8-05C2A609ABB4}"/>
                  </a:ext>
                </a:extLst>
              </p:cNvPr>
              <p:cNvSpPr txBox="1"/>
              <p:nvPr/>
            </p:nvSpPr>
            <p:spPr>
              <a:xfrm>
                <a:off x="1350309" y="1681200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5" name="table_TWformat_2_2">
                <a:extLst>
                  <a:ext uri="{FF2B5EF4-FFF2-40B4-BE49-F238E27FC236}">
                    <ns2:creationId id="{055E419D-5E6F-B30F-949B-2547E849CEC1}"/>
                  </a:ext>
                </a:extLst>
              </p:cNvPr>
              <p:cNvSpPr txBox="1"/>
              <p:nvPr/>
            </p:nvSpPr>
            <p:spPr>
              <a:xfrm>
                <a:off x="1350309" y="2039152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9" name="table_TWformat_3_2">
                <a:extLst>
                  <a:ext uri="{FF2B5EF4-FFF2-40B4-BE49-F238E27FC236}">
                    <ns2:creationId id="{514E3395-39D0-6F12-2C04-0CED6A48BB99}"/>
                  </a:ext>
                </a:extLst>
              </p:cNvPr>
              <p:cNvSpPr txBox="1"/>
              <p:nvPr/>
            </p:nvSpPr>
            <p:spPr>
              <a:xfrm>
                <a:off x="1350309" y="2397104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18" name="table_TWformat_4_2">
                <a:extLst>
                  <a:ext uri="{FF2B5EF4-FFF2-40B4-BE49-F238E27FC236}">
                    <ns2:creationId id="{34EF2236-89F5-AE99-629E-B106AFF04ACA}"/>
                  </a:ext>
                </a:extLst>
              </p:cNvPr>
              <p:cNvSpPr txBox="1"/>
              <p:nvPr/>
            </p:nvSpPr>
            <p:spPr>
              <a:xfrm>
                <a:off x="1350309" y="2755057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zh-TW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0" name="table_TWformat_5_2">
                <a:extLst>
                  <a:ext uri="{FF2B5EF4-FFF2-40B4-BE49-F238E27FC236}">
                    <ns2:creationId id="{F59BED1C-CF33-A236-591D-F89C13B6EBE6}"/>
                  </a:ext>
                </a:extLst>
              </p:cNvPr>
              <p:cNvSpPr txBox="1"/>
              <p:nvPr/>
            </p:nvSpPr>
            <p:spPr>
              <a:xfrm>
                <a:off x="1350309" y="3113009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2" name="table_TWformat_6_2">
                <a:extLst>
                  <a:ext uri="{FF2B5EF4-FFF2-40B4-BE49-F238E27FC236}">
                    <ns2:creationId id="{FDA22933-9780-9D02-F077-CDF62C010455}"/>
                  </a:ext>
                </a:extLst>
              </p:cNvPr>
              <p:cNvSpPr txBox="1"/>
              <p:nvPr/>
            </p:nvSpPr>
            <p:spPr>
              <a:xfrm>
                <a:off x="1350309" y="3470962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4" name="table_TWformat_7_2">
                <a:extLst>
                  <a:ext uri="{FF2B5EF4-FFF2-40B4-BE49-F238E27FC236}">
                    <ns2:creationId id="{E31D7FB9-5D31-2BB8-9283-9390D99C5D9D}"/>
                  </a:ext>
                </a:extLst>
              </p:cNvPr>
              <p:cNvSpPr txBox="1"/>
              <p:nvPr/>
            </p:nvSpPr>
            <p:spPr>
              <a:xfrm>
                <a:off x="1350309" y="3828913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6" name="table_TWformat_8_2">
                <a:extLst>
                  <a:ext uri="{FF2B5EF4-FFF2-40B4-BE49-F238E27FC236}">
                    <ns2:creationId id="{B9E96638-9861-D5B8-CA4C-F875151ACA02}"/>
                  </a:ext>
                </a:extLst>
              </p:cNvPr>
              <p:cNvSpPr txBox="1"/>
              <p:nvPr/>
            </p:nvSpPr>
            <p:spPr>
              <a:xfrm>
                <a:off x="1350309" y="4186866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8" name="table_TWformat_9_2">
                <a:extLst>
                  <a:ext uri="{FF2B5EF4-FFF2-40B4-BE49-F238E27FC236}">
                    <ns2:creationId id="{EA0AB8AA-1795-3793-8A95-B169B55E55BD}"/>
                  </a:ext>
                </a:extLst>
              </p:cNvPr>
              <p:cNvSpPr txBox="1"/>
              <p:nvPr/>
            </p:nvSpPr>
            <p:spPr>
              <a:xfrm>
                <a:off x="1350309" y="4544818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0" name="table_TWformat_10_2">
                <a:extLst>
                  <a:ext uri="{FF2B5EF4-FFF2-40B4-BE49-F238E27FC236}">
                    <ns2:creationId id="{DCAB5628-6870-27EB-A889-A8CB484D2068}"/>
                  </a:ext>
                </a:extLst>
              </p:cNvPr>
              <p:cNvSpPr txBox="1"/>
              <p:nvPr/>
            </p:nvSpPr>
            <p:spPr>
              <a:xfrm>
                <a:off x="1350309" y="4902770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4" name="table_TWformat_11_2">
                <a:extLst>
                  <a:ext uri="{FF2B5EF4-FFF2-40B4-BE49-F238E27FC236}">
                    <ns2:creationId id="{D2F86D29-5E3D-9039-2400-354BFA86B1F1}"/>
                  </a:ext>
                </a:extLst>
              </p:cNvPr>
              <p:cNvSpPr txBox="1"/>
              <p:nvPr/>
            </p:nvSpPr>
            <p:spPr>
              <a:xfrm>
                <a:off x="1350309" y="5260721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8" name="table_TWformat_12_2">
                <a:extLst>
                  <a:ext uri="{FF2B5EF4-FFF2-40B4-BE49-F238E27FC236}">
                    <ns2:creationId id="{B3D6496E-ED3F-4898-15B6-D20CB3FC4756}"/>
                  </a:ext>
                </a:extLst>
              </p:cNvPr>
              <p:cNvSpPr txBox="1"/>
              <p:nvPr/>
            </p:nvSpPr>
            <p:spPr>
              <a:xfrm>
                <a:off x="1350309" y="5618674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42" name="table_TWformat_13_2">
                <a:extLst>
                  <a:ext uri="{FF2B5EF4-FFF2-40B4-BE49-F238E27FC236}">
                    <ns2:creationId id="{CA919343-4A7E-6531-A74C-14CC09AE2726}"/>
                  </a:ext>
                </a:extLst>
              </p:cNvPr>
              <p:cNvSpPr txBox="1"/>
              <p:nvPr/>
            </p:nvSpPr>
            <p:spPr>
              <a:xfrm>
                <a:off x="1350309" y="5976626"/>
                <a:ext cx="1223469" cy="33417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chemeClr val="lt1"/>
                    </a:solidFill>
                    <a:ea typeface="Meiryo" panose="020B0604030504040204" pitchFamily="34" charset="-128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11" name="table_TWformat_1_5">
                <a:extLst>
                  <a:ext uri="{FF2B5EF4-FFF2-40B4-BE49-F238E27FC236}">
                    <ns2:creationId id="{C6F40D34-4A23-3FF7-D939-0246C71289C8}"/>
                  </a:ext>
                </a:extLst>
              </p:cNvPr>
              <p:cNvSpPr txBox="1"/>
              <p:nvPr/>
            </p:nvSpPr>
            <p:spPr>
              <a:xfrm>
                <a:off x="10701518" y="1681200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100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2" name="table_TWformat_2_5">
                <a:extLst>
                  <a:ext uri="{FF2B5EF4-FFF2-40B4-BE49-F238E27FC236}">
                    <ns2:creationId id="{BC86C651-F01E-6FD6-C901-F9B1F7A5B4A5}"/>
                  </a:ext>
                </a:extLst>
              </p:cNvPr>
              <p:cNvSpPr txBox="1"/>
              <p:nvPr/>
            </p:nvSpPr>
            <p:spPr>
              <a:xfrm>
                <a:off x="10701518" y="2039152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100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13" name="Straight Connector 212">
                <a:extLst>
                  <a:ext uri="{FF2B5EF4-FFF2-40B4-BE49-F238E27FC236}">
                    <ns2:creationId id="{9D814EFA-D628-EACA-DAD7-3D3E5796F8C2}"/>
                  </a:ext>
                </a:extLst>
              </p:cNvPr>
              <p:cNvCxnSpPr/>
              <p:nvPr/>
            </p:nvCxnSpPr>
            <p:spPr>
              <a:xfrm>
                <a:off x="10701518" y="2027262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4" name="table_TWformat_3_5">
                <a:extLst>
                  <a:ext uri="{FF2B5EF4-FFF2-40B4-BE49-F238E27FC236}">
                    <ns2:creationId id="{EC666901-1CBA-93A4-527D-EFC4CBFEEF73}"/>
                  </a:ext>
                </a:extLst>
              </p:cNvPr>
              <p:cNvSpPr txBox="1"/>
              <p:nvPr/>
            </p:nvSpPr>
            <p:spPr>
              <a:xfrm>
                <a:off x="10701518" y="2397104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60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15" name="Straight Connector 214">
                <a:extLst>
                  <a:ext uri="{FF2B5EF4-FFF2-40B4-BE49-F238E27FC236}">
                    <ns2:creationId id="{A08EC49E-749E-47FB-78DD-105716997274}"/>
                  </a:ext>
                </a:extLst>
              </p:cNvPr>
              <p:cNvCxnSpPr/>
              <p:nvPr/>
            </p:nvCxnSpPr>
            <p:spPr>
              <a:xfrm>
                <a:off x="10701518" y="2385215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6" name="table_TWformat_4_5">
                <a:extLst>
                  <a:ext uri="{FF2B5EF4-FFF2-40B4-BE49-F238E27FC236}">
                    <ns2:creationId id="{D5EDACD9-64E9-CFDE-A1E0-E6D8E30D9315}"/>
                  </a:ext>
                </a:extLst>
              </p:cNvPr>
              <p:cNvSpPr txBox="1"/>
              <p:nvPr/>
            </p:nvSpPr>
            <p:spPr>
              <a:xfrm>
                <a:off x="10701518" y="2755057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200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17" name="Straight Connector 216">
                <a:extLst>
                  <a:ext uri="{FF2B5EF4-FFF2-40B4-BE49-F238E27FC236}">
                    <ns2:creationId id="{17BD637D-4117-EFAD-7118-D1983864AE43}"/>
                  </a:ext>
                </a:extLst>
              </p:cNvPr>
              <p:cNvCxnSpPr/>
              <p:nvPr/>
            </p:nvCxnSpPr>
            <p:spPr>
              <a:xfrm>
                <a:off x="10701518" y="2743167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8" name="table_TWformat_5_5">
                <a:extLst>
                  <a:ext uri="{FF2B5EF4-FFF2-40B4-BE49-F238E27FC236}">
                    <ns2:creationId id="{3331F6BF-6EFE-DBD7-1D51-73C29D50594A}"/>
                  </a:ext>
                </a:extLst>
              </p:cNvPr>
              <p:cNvSpPr txBox="1"/>
              <p:nvPr/>
            </p:nvSpPr>
            <p:spPr>
              <a:xfrm>
                <a:off x="10701518" y="3113009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600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19" name="Straight Connector 218">
                <a:extLst>
                  <a:ext uri="{FF2B5EF4-FFF2-40B4-BE49-F238E27FC236}">
                    <ns2:creationId id="{72877B7D-2DB9-A504-02DA-7958833F0B8F}"/>
                  </a:ext>
                </a:extLst>
              </p:cNvPr>
              <p:cNvCxnSpPr/>
              <p:nvPr/>
            </p:nvCxnSpPr>
            <p:spPr>
              <a:xfrm>
                <a:off x="10701518" y="3101119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table_TWformat_6_5">
                <a:extLst>
                  <a:ext uri="{FF2B5EF4-FFF2-40B4-BE49-F238E27FC236}">
                    <ns2:creationId id="{28055A31-1018-85D6-AB81-14FD279CADED}"/>
                  </a:ext>
                </a:extLst>
              </p:cNvPr>
              <p:cNvSpPr txBox="1"/>
              <p:nvPr/>
            </p:nvSpPr>
            <p:spPr>
              <a:xfrm>
                <a:off x="10701518" y="3470962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90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21" name="Straight Connector 220">
                <a:extLst>
                  <a:ext uri="{FF2B5EF4-FFF2-40B4-BE49-F238E27FC236}">
                    <ns2:creationId id="{1FB9D4CD-7E24-5CCA-10F7-E20FF0741B90}"/>
                  </a:ext>
                </a:extLst>
              </p:cNvPr>
              <p:cNvCxnSpPr/>
              <p:nvPr/>
            </p:nvCxnSpPr>
            <p:spPr>
              <a:xfrm>
                <a:off x="10701518" y="3459072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able_TWformat_7_5">
                <a:extLst>
                  <a:ext uri="{FF2B5EF4-FFF2-40B4-BE49-F238E27FC236}">
                    <ns2:creationId id="{86DC89F1-E735-1E1C-6981-816897DF1875}"/>
                  </a:ext>
                </a:extLst>
              </p:cNvPr>
              <p:cNvSpPr txBox="1"/>
              <p:nvPr/>
            </p:nvSpPr>
            <p:spPr>
              <a:xfrm>
                <a:off x="10701518" y="3828913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10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23" name="Straight Connector 222">
                <a:extLst>
                  <a:ext uri="{FF2B5EF4-FFF2-40B4-BE49-F238E27FC236}">
                    <ns2:creationId id="{59C71A93-B0B7-6B84-ECC7-6399A5E6133A}"/>
                  </a:ext>
                </a:extLst>
              </p:cNvPr>
              <p:cNvCxnSpPr/>
              <p:nvPr/>
            </p:nvCxnSpPr>
            <p:spPr>
              <a:xfrm>
                <a:off x="10701518" y="3817024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table_TWformat_8_5">
                <a:extLst>
                  <a:ext uri="{FF2B5EF4-FFF2-40B4-BE49-F238E27FC236}">
                    <ns2:creationId id="{C6894858-98D1-9DDB-77F2-61DE61AFE7A5}"/>
                  </a:ext>
                </a:extLst>
              </p:cNvPr>
              <p:cNvSpPr txBox="1"/>
              <p:nvPr/>
            </p:nvSpPr>
            <p:spPr>
              <a:xfrm>
                <a:off x="10701518" y="4186866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60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25" name="Straight Connector 224">
                <a:extLst>
                  <a:ext uri="{FF2B5EF4-FFF2-40B4-BE49-F238E27FC236}">
                    <ns2:creationId id="{0364F126-83F7-1945-3A77-B334CD30021E}"/>
                  </a:ext>
                </a:extLst>
              </p:cNvPr>
              <p:cNvCxnSpPr/>
              <p:nvPr/>
            </p:nvCxnSpPr>
            <p:spPr>
              <a:xfrm>
                <a:off x="10701518" y="4174976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6" name="table_TWformat_9_5">
                <a:extLst>
                  <a:ext uri="{FF2B5EF4-FFF2-40B4-BE49-F238E27FC236}">
                    <ns2:creationId id="{DF360A48-F146-2272-AC51-2ED230C5B214}"/>
                  </a:ext>
                </a:extLst>
              </p:cNvPr>
              <p:cNvSpPr txBox="1"/>
              <p:nvPr/>
            </p:nvSpPr>
            <p:spPr>
              <a:xfrm>
                <a:off x="10701518" y="4544818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300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ns2:creationId id="{9C10B5CB-9A94-B460-C6B0-32082710616D}"/>
                  </a:ext>
                </a:extLst>
              </p:cNvPr>
              <p:cNvCxnSpPr/>
              <p:nvPr/>
            </p:nvCxnSpPr>
            <p:spPr>
              <a:xfrm>
                <a:off x="10701518" y="4532928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8" name="table_TWformat_10_5">
                <a:extLst>
                  <a:ext uri="{FF2B5EF4-FFF2-40B4-BE49-F238E27FC236}">
                    <ns2:creationId id="{05442465-3142-86D6-8482-62C72AF65C44}"/>
                  </a:ext>
                </a:extLst>
              </p:cNvPr>
              <p:cNvSpPr txBox="1"/>
              <p:nvPr/>
            </p:nvSpPr>
            <p:spPr>
              <a:xfrm>
                <a:off x="10701518" y="4902770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200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29" name="Straight Connector 228">
                <a:extLst>
                  <a:ext uri="{FF2B5EF4-FFF2-40B4-BE49-F238E27FC236}">
                    <ns2:creationId id="{A2CAB6BF-AF55-61C6-5F97-404907B5925E}"/>
                  </a:ext>
                </a:extLst>
              </p:cNvPr>
              <p:cNvCxnSpPr/>
              <p:nvPr/>
            </p:nvCxnSpPr>
            <p:spPr>
              <a:xfrm>
                <a:off x="10701518" y="4890881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0" name="table_TWformat_11_5">
                <a:extLst>
                  <a:ext uri="{FF2B5EF4-FFF2-40B4-BE49-F238E27FC236}">
                    <ns2:creationId id="{02EB8A05-F8EE-34FC-63FE-81451329EC8E}"/>
                  </a:ext>
                </a:extLst>
              </p:cNvPr>
              <p:cNvSpPr txBox="1"/>
              <p:nvPr/>
            </p:nvSpPr>
            <p:spPr>
              <a:xfrm>
                <a:off x="10701518" y="5260721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500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31" name="Straight Connector 230">
                <a:extLst>
                  <a:ext uri="{FF2B5EF4-FFF2-40B4-BE49-F238E27FC236}">
                    <ns2:creationId id="{A13D35C1-B08C-BEC8-4AE9-206446885A51}"/>
                  </a:ext>
                </a:extLst>
              </p:cNvPr>
              <p:cNvCxnSpPr/>
              <p:nvPr/>
            </p:nvCxnSpPr>
            <p:spPr>
              <a:xfrm>
                <a:off x="10701518" y="5248833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2" name="table_TWformat_12_5">
                <a:extLst>
                  <a:ext uri="{FF2B5EF4-FFF2-40B4-BE49-F238E27FC236}">
                    <ns2:creationId id="{4DC0E197-DF6E-0259-C491-8264BE974343}"/>
                  </a:ext>
                </a:extLst>
              </p:cNvPr>
              <p:cNvSpPr txBox="1"/>
              <p:nvPr/>
            </p:nvSpPr>
            <p:spPr>
              <a:xfrm>
                <a:off x="10701518" y="5618674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800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33" name="Straight Connector 232">
                <a:extLst>
                  <a:ext uri="{FF2B5EF4-FFF2-40B4-BE49-F238E27FC236}">
                    <ns2:creationId id="{FBFE8351-9CF9-3C59-F0C4-16C598CC392A}"/>
                  </a:ext>
                </a:extLst>
              </p:cNvPr>
              <p:cNvCxnSpPr/>
              <p:nvPr/>
            </p:nvCxnSpPr>
            <p:spPr>
              <a:xfrm>
                <a:off x="10701518" y="5606785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4" name="table_TWformat_13_5">
                <a:extLst>
                  <a:ext uri="{FF2B5EF4-FFF2-40B4-BE49-F238E27FC236}">
                    <ns2:creationId id="{F2952CBC-C660-9B8F-8FDD-26BAB3F4ED25}"/>
                  </a:ext>
                </a:extLst>
              </p:cNvPr>
              <p:cNvSpPr txBox="1"/>
              <p:nvPr/>
            </p:nvSpPr>
            <p:spPr>
              <a:xfrm>
                <a:off x="10701518" y="5976626"/>
                <a:ext cx="1155518" cy="334174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300</a:t>
                </a:r>
                <a:r>
                  <a:rPr lang="zh-TW" altLang="en-US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35" name="Straight Connector 234">
                <a:extLst>
                  <a:ext uri="{FF2B5EF4-FFF2-40B4-BE49-F238E27FC236}">
                    <ns2:creationId id="{3B2AFCC7-A5D5-896F-7F13-07222AD2E501}"/>
                  </a:ext>
                </a:extLst>
              </p:cNvPr>
              <p:cNvCxnSpPr/>
              <p:nvPr/>
            </p:nvCxnSpPr>
            <p:spPr>
              <a:xfrm>
                <a:off x="10701518" y="5964737"/>
                <a:ext cx="1155518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" name="table_TWformat_1_4">
                <a:extLst>
                  <a:ext uri="{FF2B5EF4-FFF2-40B4-BE49-F238E27FC236}">
                    <ns2:creationId id="{C27BF8ED-E97D-5078-680D-75903B868DAA}"/>
                  </a:ext>
                </a:extLst>
              </p:cNvPr>
              <p:cNvSpPr txBox="1"/>
              <p:nvPr/>
            </p:nvSpPr>
            <p:spPr>
              <a:xfrm>
                <a:off x="8254974" y="1714207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zh-TW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87" name="table_TWformat_2_4">
                <a:extLst>
                  <a:ext uri="{FF2B5EF4-FFF2-40B4-BE49-F238E27FC236}">
                    <ns2:creationId id="{0DBDD1BB-DC26-F85B-903C-87FBD942CA24}"/>
                  </a:ext>
                </a:extLst>
              </p:cNvPr>
              <p:cNvSpPr txBox="1"/>
              <p:nvPr/>
            </p:nvSpPr>
            <p:spPr>
              <a:xfrm>
                <a:off x="8254974" y="2072159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88" name="Straight Connector 187">
                <a:extLst>
                  <a:ext uri="{FF2B5EF4-FFF2-40B4-BE49-F238E27FC236}">
                    <ns2:creationId id="{95CC4237-2848-48E6-F1B9-EC2B79B74ACF}"/>
                  </a:ext>
                </a:extLst>
              </p:cNvPr>
              <p:cNvCxnSpPr/>
              <p:nvPr/>
            </p:nvCxnSpPr>
            <p:spPr>
              <a:xfrm>
                <a:off x="8254974" y="2027262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" name="table_TWformat_3_4">
                <a:extLst>
                  <a:ext uri="{FF2B5EF4-FFF2-40B4-BE49-F238E27FC236}">
                    <ns2:creationId id="{56780084-DF79-0CA8-8310-F90C772C1283}"/>
                  </a:ext>
                </a:extLst>
              </p:cNvPr>
              <p:cNvSpPr txBox="1"/>
              <p:nvPr/>
            </p:nvSpPr>
            <p:spPr>
              <a:xfrm>
                <a:off x="8254974" y="2430111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190" name="Straight Connector 189">
                <a:extLst>
                  <a:ext uri="{FF2B5EF4-FFF2-40B4-BE49-F238E27FC236}">
                    <ns2:creationId id="{A7F73F61-F9D3-BC7B-917A-E79AD64C96C0}"/>
                  </a:ext>
                </a:extLst>
              </p:cNvPr>
              <p:cNvCxnSpPr/>
              <p:nvPr/>
            </p:nvCxnSpPr>
            <p:spPr>
              <a:xfrm>
                <a:off x="8254974" y="2385215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1" name="table_TWformat_4_4">
                <a:extLst>
                  <a:ext uri="{FF2B5EF4-FFF2-40B4-BE49-F238E27FC236}">
                    <ns2:creationId id="{CA393C8D-3B48-C40E-36F0-C245401CF476}"/>
                  </a:ext>
                </a:extLst>
              </p:cNvPr>
              <p:cNvSpPr txBox="1"/>
              <p:nvPr/>
            </p:nvSpPr>
            <p:spPr>
              <a:xfrm>
                <a:off x="8254974" y="2788064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92" name="Straight Connector 191">
                <a:extLst>
                  <a:ext uri="{FF2B5EF4-FFF2-40B4-BE49-F238E27FC236}">
                    <ns2:creationId id="{C1AE79B1-9FC9-800A-6D80-DC359F5D5FE0}"/>
                  </a:ext>
                </a:extLst>
              </p:cNvPr>
              <p:cNvCxnSpPr/>
              <p:nvPr/>
            </p:nvCxnSpPr>
            <p:spPr>
              <a:xfrm>
                <a:off x="8254974" y="2743167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table_TWformat_5_4">
                <a:extLst>
                  <a:ext uri="{FF2B5EF4-FFF2-40B4-BE49-F238E27FC236}">
                    <ns2:creationId id="{9C524B66-F967-42CB-94E0-62FD96ACE648}"/>
                  </a:ext>
                </a:extLst>
              </p:cNvPr>
              <p:cNvSpPr txBox="1"/>
              <p:nvPr/>
            </p:nvSpPr>
            <p:spPr>
              <a:xfrm>
                <a:off x="8254974" y="3146016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194" name="Straight Connector 193">
                <a:extLst>
                  <a:ext uri="{FF2B5EF4-FFF2-40B4-BE49-F238E27FC236}">
                    <ns2:creationId id="{E6A9CF4A-04A9-EBE7-D90E-9D1A1514D681}"/>
                  </a:ext>
                </a:extLst>
              </p:cNvPr>
              <p:cNvCxnSpPr/>
              <p:nvPr/>
            </p:nvCxnSpPr>
            <p:spPr>
              <a:xfrm>
                <a:off x="8254974" y="3101119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5" name="table_TWformat_6_4">
                <a:extLst>
                  <a:ext uri="{FF2B5EF4-FFF2-40B4-BE49-F238E27FC236}">
                    <ns2:creationId id="{0416AA5F-93E7-1266-7915-B234360B94AB}"/>
                  </a:ext>
                </a:extLst>
              </p:cNvPr>
              <p:cNvSpPr txBox="1"/>
              <p:nvPr/>
            </p:nvSpPr>
            <p:spPr>
              <a:xfrm>
                <a:off x="8254974" y="3503969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1</a:t>
                </a:r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196" name="Straight Connector 195">
                <a:extLst>
                  <a:ext uri="{FF2B5EF4-FFF2-40B4-BE49-F238E27FC236}">
                    <ns2:creationId id="{3BAC1CF6-3B0E-33C3-E28A-80EAA7EFCE09}"/>
                  </a:ext>
                </a:extLst>
              </p:cNvPr>
              <p:cNvCxnSpPr/>
              <p:nvPr/>
            </p:nvCxnSpPr>
            <p:spPr>
              <a:xfrm>
                <a:off x="8254974" y="3459072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7" name="table_TWformat_7_4">
                <a:extLst>
                  <a:ext uri="{FF2B5EF4-FFF2-40B4-BE49-F238E27FC236}">
                    <ns2:creationId id="{96FEBC1F-5DA9-38F3-AF40-7A9BE9C9E47F}"/>
                  </a:ext>
                </a:extLst>
              </p:cNvPr>
              <p:cNvSpPr txBox="1"/>
              <p:nvPr/>
            </p:nvSpPr>
            <p:spPr>
              <a:xfrm>
                <a:off x="8254974" y="3861920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198" name="Straight Connector 197">
                <a:extLst>
                  <a:ext uri="{FF2B5EF4-FFF2-40B4-BE49-F238E27FC236}">
                    <ns2:creationId id="{29BED588-5515-F664-CFF2-6861CDE4176F}"/>
                  </a:ext>
                </a:extLst>
              </p:cNvPr>
              <p:cNvCxnSpPr/>
              <p:nvPr/>
            </p:nvCxnSpPr>
            <p:spPr>
              <a:xfrm>
                <a:off x="8254974" y="3817024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9" name="table_TWformat_8_4">
                <a:extLst>
                  <a:ext uri="{FF2B5EF4-FFF2-40B4-BE49-F238E27FC236}">
                    <ns2:creationId id="{AC645335-684D-4E85-0396-5F09E4918F49}"/>
                  </a:ext>
                </a:extLst>
              </p:cNvPr>
              <p:cNvSpPr txBox="1"/>
              <p:nvPr/>
            </p:nvSpPr>
            <p:spPr>
              <a:xfrm>
                <a:off x="8254974" y="4219873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200" name="Straight Connector 199">
                <a:extLst>
                  <a:ext uri="{FF2B5EF4-FFF2-40B4-BE49-F238E27FC236}">
                    <ns2:creationId id="{4ADAD1AD-4B76-06B3-67B8-F345BFB41C93}"/>
                  </a:ext>
                </a:extLst>
              </p:cNvPr>
              <p:cNvCxnSpPr/>
              <p:nvPr/>
            </p:nvCxnSpPr>
            <p:spPr>
              <a:xfrm>
                <a:off x="8254974" y="4174976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table_TWformat_9_4">
                <a:extLst>
                  <a:ext uri="{FF2B5EF4-FFF2-40B4-BE49-F238E27FC236}">
                    <ns2:creationId id="{534D4200-4BC2-F701-B3C8-1B09FDA13462}"/>
                  </a:ext>
                </a:extLst>
              </p:cNvPr>
              <p:cNvSpPr txBox="1"/>
              <p:nvPr/>
            </p:nvSpPr>
            <p:spPr>
              <a:xfrm>
                <a:off x="8254974" y="4577825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202" name="Straight Connector 201">
                <a:extLst>
                  <a:ext uri="{FF2B5EF4-FFF2-40B4-BE49-F238E27FC236}">
                    <ns2:creationId id="{F65A0A33-3EF1-BE14-66D8-EA564ECCB905}"/>
                  </a:ext>
                </a:extLst>
              </p:cNvPr>
              <p:cNvCxnSpPr/>
              <p:nvPr/>
            </p:nvCxnSpPr>
            <p:spPr>
              <a:xfrm>
                <a:off x="8254974" y="4532928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3" name="table_TWformat_10_4">
                <a:extLst>
                  <a:ext uri="{FF2B5EF4-FFF2-40B4-BE49-F238E27FC236}">
                    <ns2:creationId id="{288974B6-5504-7A84-6C1A-A62919561518}"/>
                  </a:ext>
                </a:extLst>
              </p:cNvPr>
              <p:cNvSpPr txBox="1"/>
              <p:nvPr/>
            </p:nvSpPr>
            <p:spPr>
              <a:xfrm>
                <a:off x="8254974" y="4935777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204" name="Straight Connector 203">
                <a:extLst>
                  <a:ext uri="{FF2B5EF4-FFF2-40B4-BE49-F238E27FC236}">
                    <ns2:creationId id="{36C3FDB5-6759-9ED8-B155-9F0D18648ADC}"/>
                  </a:ext>
                </a:extLst>
              </p:cNvPr>
              <p:cNvCxnSpPr/>
              <p:nvPr/>
            </p:nvCxnSpPr>
            <p:spPr>
              <a:xfrm>
                <a:off x="8254974" y="4890881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5" name="table_TWformat_11_4">
                <a:extLst>
                  <a:ext uri="{FF2B5EF4-FFF2-40B4-BE49-F238E27FC236}">
                    <ns2:creationId id="{8045AA5F-C922-8931-195D-CDD1CED225B7}"/>
                  </a:ext>
                </a:extLst>
              </p:cNvPr>
              <p:cNvSpPr txBox="1"/>
              <p:nvPr/>
            </p:nvSpPr>
            <p:spPr>
              <a:xfrm>
                <a:off x="8254974" y="5293728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zh-TW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 dirty="0">
                  <a:solidFill>
                    <a:schemeClr val="accent2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06" name="Straight Connector 205">
                <a:extLst>
                  <a:ext uri="{FF2B5EF4-FFF2-40B4-BE49-F238E27FC236}">
                    <ns2:creationId id="{5CCA21A4-01B4-354E-EC5A-94D2D618654E}"/>
                  </a:ext>
                </a:extLst>
              </p:cNvPr>
              <p:cNvCxnSpPr/>
              <p:nvPr/>
            </p:nvCxnSpPr>
            <p:spPr>
              <a:xfrm>
                <a:off x="8254974" y="5248833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7" name="table_TWformat_12_4">
                <a:extLst>
                  <a:ext uri="{FF2B5EF4-FFF2-40B4-BE49-F238E27FC236}">
                    <ns2:creationId id="{77CC1DF8-E567-15E3-97A8-9E8024FFA3E1}"/>
                  </a:ext>
                </a:extLst>
              </p:cNvPr>
              <p:cNvSpPr txBox="1"/>
              <p:nvPr/>
            </p:nvSpPr>
            <p:spPr>
              <a:xfrm>
                <a:off x="8254974" y="5651681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208" name="Straight Connector 207">
                <a:extLst>
                  <a:ext uri="{FF2B5EF4-FFF2-40B4-BE49-F238E27FC236}">
                    <ns2:creationId id="{8D7DC2B1-504D-9F7B-EC6C-164E8E9AC968}"/>
                  </a:ext>
                </a:extLst>
              </p:cNvPr>
              <p:cNvCxnSpPr/>
              <p:nvPr/>
            </p:nvCxnSpPr>
            <p:spPr>
              <a:xfrm>
                <a:off x="8254974" y="5606785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table_TWformat_13_4">
                <a:extLst>
                  <a:ext uri="{FF2B5EF4-FFF2-40B4-BE49-F238E27FC236}">
                    <ns2:creationId id="{79D32043-290E-2BF4-5314-1B531E80E922}"/>
                  </a:ext>
                </a:extLst>
              </p:cNvPr>
              <p:cNvSpPr txBox="1"/>
              <p:nvPr/>
            </p:nvSpPr>
            <p:spPr>
              <a:xfrm>
                <a:off x="8254974" y="6009633"/>
                <a:ext cx="2376200" cy="11093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pPr algn="ctr"/>
                <a:r>
                  <a:rPr lang="ja-JP" altLang="en-US" sz="600" dirty="0">
                    <a:solidFill>
                      <a:schemeClr val="accent2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210" name="Straight Connector 209">
                <a:extLst>
                  <a:ext uri="{FF2B5EF4-FFF2-40B4-BE49-F238E27FC236}">
                    <ns2:creationId id="{F8C1A3AC-BEAB-0034-6AF4-F90114C22ED7}"/>
                  </a:ext>
                </a:extLst>
              </p:cNvPr>
              <p:cNvCxnSpPr/>
              <p:nvPr/>
            </p:nvCxnSpPr>
            <p:spPr>
              <a:xfrm>
                <a:off x="8254974" y="5964737"/>
                <a:ext cx="23762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5" name="table_TWformat_1_4">
                <a:extLst>
                  <a:ext uri="{FF2B5EF4-FFF2-40B4-BE49-F238E27FC236}">
                    <ns2:creationId id="{E0BD369D-1076-8C33-B8A3-AAF3B039A20A}"/>
                  </a:ext>
                </a:extLst>
              </p:cNvPr>
              <p:cNvSpPr txBox="1"/>
              <p:nvPr/>
            </p:nvSpPr>
            <p:spPr>
              <a:xfrm>
                <a:off x="8924925" y="1833409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50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66" name="table_TWformat_2_4">
                <a:extLst>
                  <a:ext uri="{FF2B5EF4-FFF2-40B4-BE49-F238E27FC236}">
                    <ns2:creationId id="{E937C9D3-D5D4-3D14-B525-658A67383258}"/>
                  </a:ext>
                </a:extLst>
              </p:cNvPr>
              <p:cNvSpPr txBox="1"/>
              <p:nvPr/>
            </p:nvSpPr>
            <p:spPr>
              <a:xfrm>
                <a:off x="8924925" y="2191361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67" name="table_TWformat_3_4">
                <a:extLst>
                  <a:ext uri="{FF2B5EF4-FFF2-40B4-BE49-F238E27FC236}">
                    <ns2:creationId id="{BF96593A-0FFB-EBB1-73F5-42B1ED5DE747}"/>
                  </a:ext>
                </a:extLst>
              </p:cNvPr>
              <p:cNvSpPr txBox="1"/>
              <p:nvPr/>
            </p:nvSpPr>
            <p:spPr>
              <a:xfrm>
                <a:off x="8924925" y="2549313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20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68" name="table_TWformat_4_4">
                <a:extLst>
                  <a:ext uri="{FF2B5EF4-FFF2-40B4-BE49-F238E27FC236}">
                    <ns2:creationId id="{5AB08A46-C274-08FA-5005-7694DF434646}"/>
                  </a:ext>
                </a:extLst>
              </p:cNvPr>
              <p:cNvSpPr txBox="1"/>
              <p:nvPr/>
            </p:nvSpPr>
            <p:spPr>
              <a:xfrm>
                <a:off x="8924925" y="2907266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69" name="table_TWformat_5_4">
                <a:extLst>
                  <a:ext uri="{FF2B5EF4-FFF2-40B4-BE49-F238E27FC236}">
                    <ns2:creationId id="{2956D486-82C0-03D1-C6D5-0B1B5951246C}"/>
                  </a:ext>
                </a:extLst>
              </p:cNvPr>
              <p:cNvSpPr txBox="1"/>
              <p:nvPr/>
            </p:nvSpPr>
            <p:spPr>
              <a:xfrm>
                <a:off x="8924925" y="3265218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0" name="table_TWformat_6_4">
                <a:extLst>
                  <a:ext uri="{FF2B5EF4-FFF2-40B4-BE49-F238E27FC236}">
                    <ns2:creationId id="{D9B77F24-C513-A1B6-5358-49DD2AE11053}"/>
                  </a:ext>
                </a:extLst>
              </p:cNvPr>
              <p:cNvSpPr txBox="1"/>
              <p:nvPr/>
            </p:nvSpPr>
            <p:spPr>
              <a:xfrm>
                <a:off x="8924925" y="3623171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1" name="table_TWformat_7_4">
                <a:extLst>
                  <a:ext uri="{FF2B5EF4-FFF2-40B4-BE49-F238E27FC236}">
                    <ns2:creationId id="{2059F785-A461-DFE1-29F6-E9F5D66135C9}"/>
                  </a:ext>
                </a:extLst>
              </p:cNvPr>
              <p:cNvSpPr txBox="1"/>
              <p:nvPr/>
            </p:nvSpPr>
            <p:spPr>
              <a:xfrm>
                <a:off x="8924925" y="3981122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50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2" name="table_TWformat_8_4">
                <a:extLst>
                  <a:ext uri="{FF2B5EF4-FFF2-40B4-BE49-F238E27FC236}">
                    <ns2:creationId id="{03C80A92-D0F4-CC49-92B4-8C15CB562478}"/>
                  </a:ext>
                </a:extLst>
              </p:cNvPr>
              <p:cNvSpPr txBox="1"/>
              <p:nvPr/>
            </p:nvSpPr>
            <p:spPr>
              <a:xfrm>
                <a:off x="8924925" y="4339075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3" name="table_TWformat_9_4">
                <a:extLst>
                  <a:ext uri="{FF2B5EF4-FFF2-40B4-BE49-F238E27FC236}">
                    <ns2:creationId id="{EDA649BA-2C20-5966-8654-E8830257EFC1}"/>
                  </a:ext>
                </a:extLst>
              </p:cNvPr>
              <p:cNvSpPr txBox="1"/>
              <p:nvPr/>
            </p:nvSpPr>
            <p:spPr>
              <a:xfrm>
                <a:off x="8924925" y="4697027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4" name="table_TWformat_10_4">
                <a:extLst>
                  <a:ext uri="{FF2B5EF4-FFF2-40B4-BE49-F238E27FC236}">
                    <ns2:creationId id="{F80084BD-809A-9731-45CA-A2364CB4168C}"/>
                  </a:ext>
                </a:extLst>
              </p:cNvPr>
              <p:cNvSpPr txBox="1"/>
              <p:nvPr/>
            </p:nvSpPr>
            <p:spPr>
              <a:xfrm>
                <a:off x="8924925" y="5054979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5" name="table_TWformat_11_4">
                <a:extLst>
                  <a:ext uri="{FF2B5EF4-FFF2-40B4-BE49-F238E27FC236}">
                    <ns2:creationId id="{C6CE6E4B-4E73-2B21-2794-4B1677A90147}"/>
                  </a:ext>
                </a:extLst>
              </p:cNvPr>
              <p:cNvSpPr txBox="1"/>
              <p:nvPr/>
            </p:nvSpPr>
            <p:spPr>
              <a:xfrm>
                <a:off x="8924925" y="5412930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zh-TW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76" name="table_TWformat_12_4">
                <a:extLst>
                  <a:ext uri="{FF2B5EF4-FFF2-40B4-BE49-F238E27FC236}">
                    <ns2:creationId id="{5D5E7383-17E7-FEEE-F4E4-9BF8872F61EA}"/>
                  </a:ext>
                </a:extLst>
              </p:cNvPr>
              <p:cNvSpPr txBox="1"/>
              <p:nvPr/>
            </p:nvSpPr>
            <p:spPr>
              <a:xfrm>
                <a:off x="8924925" y="5770883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5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200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7" name="table_TWformat_13_4">
                <a:extLst>
                  <a:ext uri="{FF2B5EF4-FFF2-40B4-BE49-F238E27FC236}">
                    <ns2:creationId id="{BA17027C-4779-C568-16D8-D11093506E3A}"/>
                  </a:ext>
                </a:extLst>
              </p:cNvPr>
              <p:cNvSpPr txBox="1"/>
              <p:nvPr/>
            </p:nvSpPr>
            <p:spPr>
              <a:xfrm>
                <a:off x="8924925" y="6128835"/>
                <a:ext cx="931050" cy="181965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393" name="Group 392">
                <a:extLst>
                  <a:ext uri="{FF2B5EF4-FFF2-40B4-BE49-F238E27FC236}">
                    <ns2:creationId id="{BA02E846-6328-D104-1274-73333A83F20B}"/>
                  </a:ext>
                </a:extLst>
              </p:cNvPr>
              <p:cNvGrpSpPr/>
              <p:nvPr/>
            </p:nvGrpSpPr>
            <p:grpSpPr>
              <a:xfrm>
                <a:off x="2624487" y="1681200"/>
                <a:ext cx="1723993" cy="4629599"/>
                <a:chOff x="2624487" y="1897118"/>
                <a:chExt cx="2637398" cy="4411607"/>
              </a:xfrm>
            </p:grpSpPr>
            <p:sp>
              <p:nvSpPr>
                <p:cNvPr id="257" name="table_TWformat_1_1">
                  <a:extLst>
                    <a:ext uri="{FF2B5EF4-FFF2-40B4-BE49-F238E27FC236}">
                      <ns2:creationId id="{96D046D6-C624-57B4-7600-2B9EBD9BB1B9}"/>
                    </a:ext>
                  </a:extLst>
                </p:cNvPr>
                <p:cNvSpPr txBox="1"/>
                <p:nvPr/>
              </p:nvSpPr>
              <p:spPr>
                <a:xfrm>
                  <a:off x="2624487" y="1897118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58" name="table_TWformat_2_1">
                  <a:extLst>
                    <a:ext uri="{FF2B5EF4-FFF2-40B4-BE49-F238E27FC236}">
                      <ns2:creationId id="{FF36112D-AAAB-790D-E72F-838D809AEB8A}"/>
                    </a:ext>
                  </a:extLst>
                </p:cNvPr>
                <p:cNvSpPr txBox="1"/>
                <p:nvPr/>
              </p:nvSpPr>
              <p:spPr>
                <a:xfrm>
                  <a:off x="2624487" y="2010817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59" name="table_TWformat_3_1">
                  <a:extLst>
                    <a:ext uri="{FF2B5EF4-FFF2-40B4-BE49-F238E27FC236}">
                      <ns2:creationId id="{4B45A25E-56A1-7CE2-F078-CC5BF9BE09AE}"/>
                    </a:ext>
                  </a:extLst>
                </p:cNvPr>
                <p:cNvSpPr txBox="1"/>
                <p:nvPr/>
              </p:nvSpPr>
              <p:spPr>
                <a:xfrm>
                  <a:off x="2624487" y="2124516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60" name="table_TWformat_4_1">
                  <a:extLst>
                    <a:ext uri="{FF2B5EF4-FFF2-40B4-BE49-F238E27FC236}">
                      <ns2:creationId id="{B95D3E09-F830-FA16-93D7-D7CA3B04EDF8}"/>
                    </a:ext>
                  </a:extLst>
                </p:cNvPr>
                <p:cNvSpPr txBox="1"/>
                <p:nvPr/>
              </p:nvSpPr>
              <p:spPr>
                <a:xfrm>
                  <a:off x="2624487" y="2238215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61" name="table_TWformat_5_1">
                  <a:extLst>
                    <a:ext uri="{FF2B5EF4-FFF2-40B4-BE49-F238E27FC236}">
                      <ns2:creationId id="{67564C03-6B75-7425-FAF0-4D50E0D37704}"/>
                    </a:ext>
                  </a:extLst>
                </p:cNvPr>
                <p:cNvSpPr txBox="1"/>
                <p:nvPr/>
              </p:nvSpPr>
              <p:spPr>
                <a:xfrm>
                  <a:off x="2624487" y="2351914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62" name="table_TWformat_6_1">
                  <a:extLst>
                    <a:ext uri="{FF2B5EF4-FFF2-40B4-BE49-F238E27FC236}">
                      <ns2:creationId id="{FF7D6B1E-77DB-9E6C-9250-95A80775194E}"/>
                    </a:ext>
                  </a:extLst>
                </p:cNvPr>
                <p:cNvSpPr txBox="1"/>
                <p:nvPr/>
              </p:nvSpPr>
              <p:spPr>
                <a:xfrm>
                  <a:off x="2624487" y="2465613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63" name="table_TWformat_7_1">
                  <a:extLst>
                    <a:ext uri="{FF2B5EF4-FFF2-40B4-BE49-F238E27FC236}">
                      <ns2:creationId id="{12387F5D-61D7-EEEE-B431-CF164255660F}"/>
                    </a:ext>
                  </a:extLst>
                </p:cNvPr>
                <p:cNvSpPr txBox="1"/>
                <p:nvPr/>
              </p:nvSpPr>
              <p:spPr>
                <a:xfrm>
                  <a:off x="2624487" y="2579313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64" name="table_TWformat_8_1">
                  <a:extLst>
                    <a:ext uri="{FF2B5EF4-FFF2-40B4-BE49-F238E27FC236}">
                      <ns2:creationId id="{29D6BFF2-8AD0-AF7E-48CA-D8871CD0C4BA}"/>
                    </a:ext>
                  </a:extLst>
                </p:cNvPr>
                <p:cNvSpPr txBox="1"/>
                <p:nvPr/>
              </p:nvSpPr>
              <p:spPr>
                <a:xfrm>
                  <a:off x="2624487" y="2693012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8" name="table_TWformat_9_1">
                  <a:extLst>
                    <a:ext uri="{FF2B5EF4-FFF2-40B4-BE49-F238E27FC236}">
                      <ns2:creationId id="{AEA775CE-0638-7442-853D-4CCACA4DCEB3}"/>
                    </a:ext>
                  </a:extLst>
                </p:cNvPr>
                <p:cNvSpPr txBox="1"/>
                <p:nvPr/>
              </p:nvSpPr>
              <p:spPr>
                <a:xfrm>
                  <a:off x="2624487" y="2806711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en-US" altLang="ja-JP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9" name="table_TWformat_10_1">
                  <a:extLst>
                    <a:ext uri="{FF2B5EF4-FFF2-40B4-BE49-F238E27FC236}">
                      <ns2:creationId id="{D4114434-77C9-0E1A-9183-FFFEF5835A75}"/>
                    </a:ext>
                  </a:extLst>
                </p:cNvPr>
                <p:cNvSpPr txBox="1"/>
                <p:nvPr/>
              </p:nvSpPr>
              <p:spPr>
                <a:xfrm>
                  <a:off x="2624487" y="2920410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0" name="table_TWformat_11_1">
                  <a:extLst>
                    <a:ext uri="{FF2B5EF4-FFF2-40B4-BE49-F238E27FC236}">
                      <ns2:creationId id="{A2CAC873-4130-AFBB-3159-8F7FE5F605B2}"/>
                    </a:ext>
                  </a:extLst>
                </p:cNvPr>
                <p:cNvSpPr txBox="1"/>
                <p:nvPr/>
              </p:nvSpPr>
              <p:spPr>
                <a:xfrm>
                  <a:off x="2624487" y="3034109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1" name="table_TWformat_12_1">
                  <a:extLst>
                    <a:ext uri="{FF2B5EF4-FFF2-40B4-BE49-F238E27FC236}">
                      <ns2:creationId id="{1A3CCC88-5A29-DEA8-38A0-DF67A7AB98CD}"/>
                    </a:ext>
                  </a:extLst>
                </p:cNvPr>
                <p:cNvSpPr txBox="1"/>
                <p:nvPr/>
              </p:nvSpPr>
              <p:spPr>
                <a:xfrm>
                  <a:off x="2624487" y="3147808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3" name="table_TWformat_13_1">
                  <a:extLst>
                    <a:ext uri="{FF2B5EF4-FFF2-40B4-BE49-F238E27FC236}">
                      <ns2:creationId id="{D390B04F-823C-6A6B-F1D8-CABA251FB6DD}"/>
                    </a:ext>
                  </a:extLst>
                </p:cNvPr>
                <p:cNvSpPr txBox="1"/>
                <p:nvPr/>
              </p:nvSpPr>
              <p:spPr>
                <a:xfrm>
                  <a:off x="2624487" y="3261507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4" name="table_TWformat_14_1">
                  <a:extLst>
                    <a:ext uri="{FF2B5EF4-FFF2-40B4-BE49-F238E27FC236}">
                      <ns2:creationId id="{DD95F5AF-4F01-297D-91D4-608FD400AC41}"/>
                    </a:ext>
                  </a:extLst>
                </p:cNvPr>
                <p:cNvSpPr txBox="1"/>
                <p:nvPr/>
              </p:nvSpPr>
              <p:spPr>
                <a:xfrm>
                  <a:off x="2624487" y="3375206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5" name="table_TWformat_15_1">
                  <a:extLst>
                    <a:ext uri="{FF2B5EF4-FFF2-40B4-BE49-F238E27FC236}">
                      <ns2:creationId id="{3F4CE526-D701-E183-DC24-1E42288CA47F}"/>
                    </a:ext>
                  </a:extLst>
                </p:cNvPr>
                <p:cNvSpPr txBox="1"/>
                <p:nvPr/>
              </p:nvSpPr>
              <p:spPr>
                <a:xfrm>
                  <a:off x="2624487" y="3488906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6" name="table_TWformat_16_1">
                  <a:extLst>
                    <a:ext uri="{FF2B5EF4-FFF2-40B4-BE49-F238E27FC236}">
                      <ns2:creationId id="{E5FA008D-3D90-E6E7-289C-BCDF8BB1A8E5}"/>
                    </a:ext>
                  </a:extLst>
                </p:cNvPr>
                <p:cNvSpPr txBox="1"/>
                <p:nvPr/>
              </p:nvSpPr>
              <p:spPr>
                <a:xfrm>
                  <a:off x="2624487" y="3602605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7" name="table_TWformat_17_1">
                  <a:extLst>
                    <a:ext uri="{FF2B5EF4-FFF2-40B4-BE49-F238E27FC236}">
                      <ns2:creationId id="{477DFCE8-915A-D16B-6DC3-2A36120BA0FD}"/>
                    </a:ext>
                  </a:extLst>
                </p:cNvPr>
                <p:cNvSpPr txBox="1"/>
                <p:nvPr/>
              </p:nvSpPr>
              <p:spPr>
                <a:xfrm>
                  <a:off x="2624487" y="3716304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21" name="table_TWformat_18_1">
                  <a:extLst>
                    <a:ext uri="{FF2B5EF4-FFF2-40B4-BE49-F238E27FC236}">
                      <ns2:creationId id="{E2D64E9B-4477-08D1-EF6F-36B198A848D6}"/>
                    </a:ext>
                  </a:extLst>
                </p:cNvPr>
                <p:cNvSpPr txBox="1"/>
                <p:nvPr/>
              </p:nvSpPr>
              <p:spPr>
                <a:xfrm>
                  <a:off x="2624487" y="3830003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23" name="table_TWformat_19_1">
                  <a:extLst>
                    <a:ext uri="{FF2B5EF4-FFF2-40B4-BE49-F238E27FC236}">
                      <ns2:creationId id="{5C673D92-0403-DBEB-CC14-6CB508C32230}"/>
                    </a:ext>
                  </a:extLst>
                </p:cNvPr>
                <p:cNvSpPr txBox="1"/>
                <p:nvPr/>
              </p:nvSpPr>
              <p:spPr>
                <a:xfrm>
                  <a:off x="2624487" y="3943702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25" name="table_TWformat_20_1">
                  <a:extLst>
                    <a:ext uri="{FF2B5EF4-FFF2-40B4-BE49-F238E27FC236}">
                      <ns2:creationId id="{078173EE-C72C-62B6-B4A0-69F90828CBAA}"/>
                    </a:ext>
                  </a:extLst>
                </p:cNvPr>
                <p:cNvSpPr txBox="1"/>
                <p:nvPr/>
              </p:nvSpPr>
              <p:spPr>
                <a:xfrm>
                  <a:off x="2624487" y="4057401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27" name="table_TWformat_21_1">
                  <a:extLst>
                    <a:ext uri="{FF2B5EF4-FFF2-40B4-BE49-F238E27FC236}">
                      <ns2:creationId id="{F114EDDE-5E07-8D40-C120-543D365592F5}"/>
                    </a:ext>
                  </a:extLst>
                </p:cNvPr>
                <p:cNvSpPr txBox="1"/>
                <p:nvPr/>
              </p:nvSpPr>
              <p:spPr>
                <a:xfrm>
                  <a:off x="2624487" y="4171100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0" name="table_TWformat_22_1">
                  <a:extLst>
                    <a:ext uri="{FF2B5EF4-FFF2-40B4-BE49-F238E27FC236}">
                      <ns2:creationId id="{C864ACF2-92CB-4CB3-1280-52708A8EFFBB}"/>
                    </a:ext>
                  </a:extLst>
                </p:cNvPr>
                <p:cNvSpPr txBox="1"/>
                <p:nvPr/>
              </p:nvSpPr>
              <p:spPr>
                <a:xfrm>
                  <a:off x="2624487" y="4284799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1" name="table_TWformat_23_1">
                  <a:extLst>
                    <a:ext uri="{FF2B5EF4-FFF2-40B4-BE49-F238E27FC236}">
                      <ns2:creationId id="{3CE4DA43-49FE-BCB9-DE89-E671954348C0}"/>
                    </a:ext>
                  </a:extLst>
                </p:cNvPr>
                <p:cNvSpPr txBox="1"/>
                <p:nvPr/>
              </p:nvSpPr>
              <p:spPr>
                <a:xfrm>
                  <a:off x="2624487" y="4398499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2" name="table_TWformat_24_1">
                  <a:extLst>
                    <a:ext uri="{FF2B5EF4-FFF2-40B4-BE49-F238E27FC236}">
                      <ns2:creationId id="{45FBDFD7-3BB2-D581-E310-C05885C68938}"/>
                    </a:ext>
                  </a:extLst>
                </p:cNvPr>
                <p:cNvSpPr txBox="1"/>
                <p:nvPr/>
              </p:nvSpPr>
              <p:spPr>
                <a:xfrm>
                  <a:off x="2624487" y="4512198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zh-TW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3" name="table_TWformat_25_1">
                  <a:extLst>
                    <a:ext uri="{FF2B5EF4-FFF2-40B4-BE49-F238E27FC236}">
                      <ns2:creationId id="{8F2446C3-E196-6ACC-E304-F69F63532001}"/>
                    </a:ext>
                  </a:extLst>
                </p:cNvPr>
                <p:cNvSpPr txBox="1"/>
                <p:nvPr/>
              </p:nvSpPr>
              <p:spPr>
                <a:xfrm>
                  <a:off x="2624487" y="4625897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4" name="table_TWformat_26_1">
                  <a:extLst>
                    <a:ext uri="{FF2B5EF4-FFF2-40B4-BE49-F238E27FC236}">
                      <ns2:creationId id="{79182E92-C310-514C-31D8-6C052D961E93}"/>
                    </a:ext>
                  </a:extLst>
                </p:cNvPr>
                <p:cNvSpPr txBox="1"/>
                <p:nvPr/>
              </p:nvSpPr>
              <p:spPr>
                <a:xfrm>
                  <a:off x="2624487" y="4739596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5" name="table_TWformat_27_1">
                  <a:extLst>
                    <a:ext uri="{FF2B5EF4-FFF2-40B4-BE49-F238E27FC236}">
                      <ns2:creationId id="{7FA1E1D4-F20D-91C5-471D-FABC8FD41646}"/>
                    </a:ext>
                  </a:extLst>
                </p:cNvPr>
                <p:cNvSpPr txBox="1"/>
                <p:nvPr/>
              </p:nvSpPr>
              <p:spPr>
                <a:xfrm>
                  <a:off x="2624487" y="4853295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6" name="table_TWformat_28_1">
                  <a:extLst>
                    <a:ext uri="{FF2B5EF4-FFF2-40B4-BE49-F238E27FC236}">
                      <ns2:creationId id="{A461BF02-9B55-C895-B40C-FFD0B251DCA5}"/>
                    </a:ext>
                  </a:extLst>
                </p:cNvPr>
                <p:cNvSpPr txBox="1"/>
                <p:nvPr/>
              </p:nvSpPr>
              <p:spPr>
                <a:xfrm>
                  <a:off x="2624487" y="4966994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7" name="table_TWformat_29_1">
                  <a:extLst>
                    <a:ext uri="{FF2B5EF4-FFF2-40B4-BE49-F238E27FC236}">
                      <ns2:creationId id="{0BEDCF29-3A7F-1DF8-4568-7B69BD4D8DDB}"/>
                    </a:ext>
                  </a:extLst>
                </p:cNvPr>
                <p:cNvSpPr txBox="1"/>
                <p:nvPr/>
              </p:nvSpPr>
              <p:spPr>
                <a:xfrm>
                  <a:off x="2624487" y="5080693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8" name="table_TWformat_30_1">
                  <a:extLst>
                    <a:ext uri="{FF2B5EF4-FFF2-40B4-BE49-F238E27FC236}">
                      <ns2:creationId id="{74ECF00E-8629-B77B-A9E1-931C4B802A99}"/>
                    </a:ext>
                  </a:extLst>
                </p:cNvPr>
                <p:cNvSpPr txBox="1"/>
                <p:nvPr/>
              </p:nvSpPr>
              <p:spPr>
                <a:xfrm>
                  <a:off x="2624487" y="5194392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9" name="table_TWformat_31_1">
                  <a:extLst>
                    <a:ext uri="{FF2B5EF4-FFF2-40B4-BE49-F238E27FC236}">
                      <ns2:creationId id="{5CDB1B62-0259-7F65-EBFC-348683C5B914}"/>
                    </a:ext>
                  </a:extLst>
                </p:cNvPr>
                <p:cNvSpPr txBox="1"/>
                <p:nvPr/>
              </p:nvSpPr>
              <p:spPr>
                <a:xfrm>
                  <a:off x="2624487" y="5308091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en-US" altLang="ja-JP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0" name="table_TWformat_32_1">
                  <a:extLst>
                    <a:ext uri="{FF2B5EF4-FFF2-40B4-BE49-F238E27FC236}">
                      <ns2:creationId id="{ADBCB0CB-79D6-0E7D-A881-99DC2EBD4A5D}"/>
                    </a:ext>
                  </a:extLst>
                </p:cNvPr>
                <p:cNvSpPr txBox="1"/>
                <p:nvPr/>
              </p:nvSpPr>
              <p:spPr>
                <a:xfrm>
                  <a:off x="2624487" y="5421791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zh-TW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1" name="table_TWformat_33_1">
                  <a:extLst>
                    <a:ext uri="{FF2B5EF4-FFF2-40B4-BE49-F238E27FC236}">
                      <ns2:creationId id="{271041F1-EE74-2A91-560F-F767CBE580EA}"/>
                    </a:ext>
                  </a:extLst>
                </p:cNvPr>
                <p:cNvSpPr txBox="1"/>
                <p:nvPr/>
              </p:nvSpPr>
              <p:spPr>
                <a:xfrm>
                  <a:off x="2624487" y="5535490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2" name="table_TWformat_34_1">
                  <a:extLst>
                    <a:ext uri="{FF2B5EF4-FFF2-40B4-BE49-F238E27FC236}">
                      <ns2:creationId id="{3C3C3176-C7C5-9AE0-C63F-A8DD3BD1ABF0}"/>
                    </a:ext>
                  </a:extLst>
                </p:cNvPr>
                <p:cNvSpPr txBox="1"/>
                <p:nvPr/>
              </p:nvSpPr>
              <p:spPr>
                <a:xfrm>
                  <a:off x="2624487" y="5649189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en-US" altLang="ja-JP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AI</a:t>
                  </a:r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3" name="table_TWformat_35_1">
                  <a:extLst>
                    <a:ext uri="{FF2B5EF4-FFF2-40B4-BE49-F238E27FC236}">
                      <ns2:creationId id="{EE276859-1901-A8ED-00B5-4989ECE55D29}"/>
                    </a:ext>
                  </a:extLst>
                </p:cNvPr>
                <p:cNvSpPr txBox="1"/>
                <p:nvPr/>
              </p:nvSpPr>
              <p:spPr>
                <a:xfrm>
                  <a:off x="2624487" y="5762888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5" name="table_TWformat_36_1">
                  <a:extLst>
                    <a:ext uri="{FF2B5EF4-FFF2-40B4-BE49-F238E27FC236}">
                      <ns2:creationId id="{6DAD3E28-2F2C-EF5F-FDF9-95F3137BA768}"/>
                    </a:ext>
                  </a:extLst>
                </p:cNvPr>
                <p:cNvSpPr txBox="1"/>
                <p:nvPr/>
              </p:nvSpPr>
              <p:spPr>
                <a:xfrm>
                  <a:off x="2624487" y="5876587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6" name="table_TWformat_37_1">
                  <a:extLst>
                    <a:ext uri="{FF2B5EF4-FFF2-40B4-BE49-F238E27FC236}">
                      <ns2:creationId id="{8BC3B1EE-F765-66BD-01D9-10BA52B32416}"/>
                    </a:ext>
                  </a:extLst>
                </p:cNvPr>
                <p:cNvSpPr txBox="1"/>
                <p:nvPr/>
              </p:nvSpPr>
              <p:spPr>
                <a:xfrm>
                  <a:off x="2624487" y="5990285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7" name="table_TWformat_38_1">
                  <a:extLst>
                    <a:ext uri="{FF2B5EF4-FFF2-40B4-BE49-F238E27FC236}">
                      <ns2:creationId id="{F767587C-F38C-808F-1DC7-5BD75F91F20E}"/>
                    </a:ext>
                  </a:extLst>
                </p:cNvPr>
                <p:cNvSpPr txBox="1"/>
                <p:nvPr/>
              </p:nvSpPr>
              <p:spPr>
                <a:xfrm>
                  <a:off x="2624487" y="6103985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8" name="table_TWformat_39_1">
                  <a:extLst>
                    <a:ext uri="{FF2B5EF4-FFF2-40B4-BE49-F238E27FC236}">
                      <ns2:creationId id="{50CDE11A-9207-5BBC-AD04-A77729488818}"/>
                    </a:ext>
                  </a:extLst>
                </p:cNvPr>
                <p:cNvSpPr txBox="1"/>
                <p:nvPr/>
              </p:nvSpPr>
              <p:spPr>
                <a:xfrm>
                  <a:off x="2624487" y="6217684"/>
                  <a:ext cx="2637398" cy="91041"/>
                </a:xfrm>
                <a:prstGeom prst="rect">
                  <a:avLst/>
                </a:prstGeom>
                <a:solidFill>
                  <a:srgbClr val="43A2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54000" rIns="36000" bIns="36000" rtlCol="0" anchor="ctr"/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700">
                      <a:solidFill>
                        <a:schemeClr val="lt1"/>
                      </a:solidFill>
                      <a:ea typeface="Meiryo" panose="020B0604030504040204" pitchFamily="34" charset="-128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pPr algn="l"/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AI</a:t>
                  </a:r>
                  <a:r>
                    <a:rPr lang="ja-JP" altLang="en-US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ja-JP" altLang="en-US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394" name="Group 393">
                <a:extLst>
                  <a:ext uri="{FF2B5EF4-FFF2-40B4-BE49-F238E27FC236}">
                    <ns2:creationId id="{F71AC560-68BE-634B-A604-18FA198B085C}"/>
                  </a:ext>
                </a:extLst>
              </p:cNvPr>
              <p:cNvGrpSpPr/>
              <p:nvPr/>
            </p:nvGrpSpPr>
            <p:grpSpPr>
              <a:xfrm>
                <a:off x="4399280" y="1681200"/>
                <a:ext cx="3782355" cy="4629599"/>
                <a:chOff x="5285496" y="1897118"/>
                <a:chExt cx="2637398" cy="4411607"/>
              </a:xfrm>
            </p:grpSpPr>
            <p:sp>
              <p:nvSpPr>
                <p:cNvPr id="339" name="table_TWformat_1_2">
                  <a:extLst>
                    <a:ext uri="{FF2B5EF4-FFF2-40B4-BE49-F238E27FC236}">
                      <ns2:creationId id="{58E0C8BA-E0B9-0C70-6609-3252F80F14AA}"/>
                    </a:ext>
                  </a:extLst>
                </p:cNvPr>
                <p:cNvSpPr txBox="1"/>
                <p:nvPr/>
              </p:nvSpPr>
              <p:spPr>
                <a:xfrm>
                  <a:off x="5285496" y="1897118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40" name="table_TWformat_2_2">
                  <a:extLst>
                    <a:ext uri="{FF2B5EF4-FFF2-40B4-BE49-F238E27FC236}">
                      <ns2:creationId id="{40A0FC11-F205-5405-6123-0A447ECE7A82}"/>
                    </a:ext>
                  </a:extLst>
                </p:cNvPr>
                <p:cNvSpPr txBox="1"/>
                <p:nvPr/>
              </p:nvSpPr>
              <p:spPr>
                <a:xfrm>
                  <a:off x="5285496" y="2010817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41" name="Straight Connector 340">
                  <a:extLst>
                    <a:ext uri="{FF2B5EF4-FFF2-40B4-BE49-F238E27FC236}">
                      <ns2:creationId id="{3E1897EF-DBD2-1FF9-E174-78EC1B42EB28}"/>
                    </a:ext>
                  </a:extLst>
                </p:cNvPr>
                <p:cNvCxnSpPr/>
                <p:nvPr/>
              </p:nvCxnSpPr>
              <p:spPr>
                <a:xfrm>
                  <a:off x="5285496" y="1999487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2" name="table_TWformat_3_2">
                  <a:extLst>
                    <a:ext uri="{FF2B5EF4-FFF2-40B4-BE49-F238E27FC236}">
                      <ns2:creationId id="{4EA884BF-F2F9-9002-C0FE-F9498D438693}"/>
                    </a:ext>
                  </a:extLst>
                </p:cNvPr>
                <p:cNvSpPr txBox="1"/>
                <p:nvPr/>
              </p:nvSpPr>
              <p:spPr>
                <a:xfrm>
                  <a:off x="5285496" y="2124516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43" name="Straight Connector 342">
                  <a:extLst>
                    <a:ext uri="{FF2B5EF4-FFF2-40B4-BE49-F238E27FC236}">
                      <ns2:creationId id="{73720ABD-6993-176E-9C42-8F544758E029}"/>
                    </a:ext>
                  </a:extLst>
                </p:cNvPr>
                <p:cNvCxnSpPr/>
                <p:nvPr/>
              </p:nvCxnSpPr>
              <p:spPr>
                <a:xfrm>
                  <a:off x="5285496" y="2113187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4" name="table_TWformat_4_2">
                  <a:extLst>
                    <a:ext uri="{FF2B5EF4-FFF2-40B4-BE49-F238E27FC236}">
                      <ns2:creationId id="{461947D0-C883-5494-3BC6-E288F9E82DEC}"/>
                    </a:ext>
                  </a:extLst>
                </p:cNvPr>
                <p:cNvSpPr txBox="1"/>
                <p:nvPr/>
              </p:nvSpPr>
              <p:spPr>
                <a:xfrm>
                  <a:off x="5285496" y="2238215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45" name="Straight Connector 344">
                  <a:extLst>
                    <a:ext uri="{FF2B5EF4-FFF2-40B4-BE49-F238E27FC236}">
                      <ns2:creationId id="{B7D77168-4D8A-3541-19F2-D07C29C92622}"/>
                    </a:ext>
                  </a:extLst>
                </p:cNvPr>
                <p:cNvCxnSpPr/>
                <p:nvPr/>
              </p:nvCxnSpPr>
              <p:spPr>
                <a:xfrm>
                  <a:off x="5285496" y="2226885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6" name="table_TWformat_5_2">
                  <a:extLst>
                    <a:ext uri="{FF2B5EF4-FFF2-40B4-BE49-F238E27FC236}">
                      <ns2:creationId id="{8136CA37-EB3D-BAB6-7AFA-B3957165D7FA}"/>
                    </a:ext>
                  </a:extLst>
                </p:cNvPr>
                <p:cNvSpPr txBox="1"/>
                <p:nvPr/>
              </p:nvSpPr>
              <p:spPr>
                <a:xfrm>
                  <a:off x="5285496" y="2351914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47" name="Straight Connector 346">
                  <a:extLst>
                    <a:ext uri="{FF2B5EF4-FFF2-40B4-BE49-F238E27FC236}">
                      <ns2:creationId id="{BDF88219-0A01-2313-A1F9-20FC403F1F04}"/>
                    </a:ext>
                  </a:extLst>
                </p:cNvPr>
                <p:cNvCxnSpPr/>
                <p:nvPr/>
              </p:nvCxnSpPr>
              <p:spPr>
                <a:xfrm>
                  <a:off x="5285496" y="2340585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8" name="table_TWformat_6_2">
                  <a:extLst>
                    <a:ext uri="{FF2B5EF4-FFF2-40B4-BE49-F238E27FC236}">
                      <ns2:creationId id="{0699A038-EE92-CF37-67A2-C4158AB7C923}"/>
                    </a:ext>
                  </a:extLst>
                </p:cNvPr>
                <p:cNvSpPr txBox="1"/>
                <p:nvPr/>
              </p:nvSpPr>
              <p:spPr>
                <a:xfrm>
                  <a:off x="5285496" y="2465613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49" name="Straight Connector 348">
                  <a:extLst>
                    <a:ext uri="{FF2B5EF4-FFF2-40B4-BE49-F238E27FC236}">
                      <ns2:creationId id="{A5388E65-CF46-623B-D377-8D29844F416F}"/>
                    </a:ext>
                  </a:extLst>
                </p:cNvPr>
                <p:cNvCxnSpPr/>
                <p:nvPr/>
              </p:nvCxnSpPr>
              <p:spPr>
                <a:xfrm>
                  <a:off x="5285496" y="2454283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0" name="table_TWformat_7_2">
                  <a:extLst>
                    <a:ext uri="{FF2B5EF4-FFF2-40B4-BE49-F238E27FC236}">
                      <ns2:creationId id="{6F76E833-1179-B09B-A7A7-FED501D07103}"/>
                    </a:ext>
                  </a:extLst>
                </p:cNvPr>
                <p:cNvSpPr txBox="1"/>
                <p:nvPr/>
              </p:nvSpPr>
              <p:spPr>
                <a:xfrm>
                  <a:off x="5285496" y="2579313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51" name="Straight Connector 350">
                  <a:extLst>
                    <a:ext uri="{FF2B5EF4-FFF2-40B4-BE49-F238E27FC236}">
                      <ns2:creationId id="{94301437-B518-8DEA-1A9A-9FCA5BAA6833}"/>
                    </a:ext>
                  </a:extLst>
                </p:cNvPr>
                <p:cNvCxnSpPr/>
                <p:nvPr/>
              </p:nvCxnSpPr>
              <p:spPr>
                <a:xfrm>
                  <a:off x="5285496" y="2567983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9" name="table_TWformat_8_2">
                  <a:extLst>
                    <a:ext uri="{FF2B5EF4-FFF2-40B4-BE49-F238E27FC236}">
                      <ns2:creationId id="{D8298241-E729-3DF2-D27E-67717B13E756}"/>
                    </a:ext>
                  </a:extLst>
                </p:cNvPr>
                <p:cNvSpPr txBox="1"/>
                <p:nvPr/>
              </p:nvSpPr>
              <p:spPr>
                <a:xfrm>
                  <a:off x="5285496" y="2693012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31" name="Straight Connector 130">
                  <a:extLst>
                    <a:ext uri="{FF2B5EF4-FFF2-40B4-BE49-F238E27FC236}">
                      <ns2:creationId id="{DFFDEEA6-8EFB-4ADF-B96F-3305F755DF9D}"/>
                    </a:ext>
                  </a:extLst>
                </p:cNvPr>
                <p:cNvCxnSpPr/>
                <p:nvPr/>
              </p:nvCxnSpPr>
              <p:spPr>
                <a:xfrm>
                  <a:off x="5285496" y="2681683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2" name="table_TWformat_9_2">
                  <a:extLst>
                    <a:ext uri="{FF2B5EF4-FFF2-40B4-BE49-F238E27FC236}">
                      <ns2:creationId id="{5BD944B4-31EB-F957-39E2-D65D15C3E328}"/>
                    </a:ext>
                  </a:extLst>
                </p:cNvPr>
                <p:cNvSpPr txBox="1"/>
                <p:nvPr/>
              </p:nvSpPr>
              <p:spPr>
                <a:xfrm>
                  <a:off x="5285496" y="2806711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33" name="Straight Connector 132">
                  <a:extLst>
                    <a:ext uri="{FF2B5EF4-FFF2-40B4-BE49-F238E27FC236}">
                      <ns2:creationId id="{BBDF71ED-D491-A134-534A-5A1BF19FC52A}"/>
                    </a:ext>
                  </a:extLst>
                </p:cNvPr>
                <p:cNvCxnSpPr/>
                <p:nvPr/>
              </p:nvCxnSpPr>
              <p:spPr>
                <a:xfrm>
                  <a:off x="5285496" y="2795381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table_TWformat_10_2">
                  <a:extLst>
                    <a:ext uri="{FF2B5EF4-FFF2-40B4-BE49-F238E27FC236}">
                      <ns2:creationId id="{F3418613-44F2-77AA-51ED-26690067196E}"/>
                    </a:ext>
                  </a:extLst>
                </p:cNvPr>
                <p:cNvSpPr txBox="1"/>
                <p:nvPr/>
              </p:nvSpPr>
              <p:spPr>
                <a:xfrm>
                  <a:off x="5285496" y="2920410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36" name="Straight Connector 135">
                  <a:extLst>
                    <a:ext uri="{FF2B5EF4-FFF2-40B4-BE49-F238E27FC236}">
                      <ns2:creationId id="{6F6F6468-7D3A-AB86-FB69-3131BD8A3528}"/>
                    </a:ext>
                  </a:extLst>
                </p:cNvPr>
                <p:cNvCxnSpPr/>
                <p:nvPr/>
              </p:nvCxnSpPr>
              <p:spPr>
                <a:xfrm>
                  <a:off x="5285496" y="2909081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table_TWformat_11_2">
                  <a:extLst>
                    <a:ext uri="{FF2B5EF4-FFF2-40B4-BE49-F238E27FC236}">
                      <ns2:creationId id="{4F4C7FC3-AFC6-5E8E-0511-FD2711630F84}"/>
                    </a:ext>
                  </a:extLst>
                </p:cNvPr>
                <p:cNvSpPr txBox="1"/>
                <p:nvPr/>
              </p:nvSpPr>
              <p:spPr>
                <a:xfrm>
                  <a:off x="5285496" y="3034109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39" name="Straight Connector 138">
                  <a:extLst>
                    <a:ext uri="{FF2B5EF4-FFF2-40B4-BE49-F238E27FC236}">
                      <ns2:creationId id="{B9E6EC02-8C95-50CC-D73A-29FAEC798DE1}"/>
                    </a:ext>
                  </a:extLst>
                </p:cNvPr>
                <p:cNvCxnSpPr/>
                <p:nvPr/>
              </p:nvCxnSpPr>
              <p:spPr>
                <a:xfrm>
                  <a:off x="5285496" y="3022779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table_TWformat_12_2">
                  <a:extLst>
                    <a:ext uri="{FF2B5EF4-FFF2-40B4-BE49-F238E27FC236}">
                      <ns2:creationId id="{30DD0950-867F-2D72-C029-D4C5D7E3A81A}"/>
                    </a:ext>
                  </a:extLst>
                </p:cNvPr>
                <p:cNvSpPr txBox="1"/>
                <p:nvPr/>
              </p:nvSpPr>
              <p:spPr>
                <a:xfrm>
                  <a:off x="5285496" y="3147808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41" name="Straight Connector 140">
                  <a:extLst>
                    <a:ext uri="{FF2B5EF4-FFF2-40B4-BE49-F238E27FC236}">
                      <ns2:creationId id="{142ECE34-46D9-AEE7-4525-2E2BA8C913B1}"/>
                    </a:ext>
                  </a:extLst>
                </p:cNvPr>
                <p:cNvCxnSpPr/>
                <p:nvPr/>
              </p:nvCxnSpPr>
              <p:spPr>
                <a:xfrm>
                  <a:off x="5285496" y="3136479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3" name="table_TWformat_13_2">
                  <a:extLst>
                    <a:ext uri="{FF2B5EF4-FFF2-40B4-BE49-F238E27FC236}">
                      <ns2:creationId id="{24DC3C38-F267-72C5-5131-0C8FCC64475A}"/>
                    </a:ext>
                  </a:extLst>
                </p:cNvPr>
                <p:cNvSpPr txBox="1"/>
                <p:nvPr/>
              </p:nvSpPr>
              <p:spPr>
                <a:xfrm>
                  <a:off x="5285496" y="3261507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44" name="Straight Connector 143">
                  <a:extLst>
                    <a:ext uri="{FF2B5EF4-FFF2-40B4-BE49-F238E27FC236}">
                      <ns2:creationId id="{B530A280-853A-7845-4269-6494929CB825}"/>
                    </a:ext>
                  </a:extLst>
                </p:cNvPr>
                <p:cNvCxnSpPr/>
                <p:nvPr/>
              </p:nvCxnSpPr>
              <p:spPr>
                <a:xfrm>
                  <a:off x="5285496" y="3250177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5" name="table_TWformat_14_2">
                  <a:extLst>
                    <a:ext uri="{FF2B5EF4-FFF2-40B4-BE49-F238E27FC236}">
                      <ns2:creationId id="{861F7628-1CE0-E330-1CD2-84578ACA68A0}"/>
                    </a:ext>
                  </a:extLst>
                </p:cNvPr>
                <p:cNvSpPr txBox="1"/>
                <p:nvPr/>
              </p:nvSpPr>
              <p:spPr>
                <a:xfrm>
                  <a:off x="5285496" y="3375206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47" name="Straight Connector 146">
                  <a:extLst>
                    <a:ext uri="{FF2B5EF4-FFF2-40B4-BE49-F238E27FC236}">
                      <ns2:creationId id="{008FA799-0509-E7F3-85C4-C624DBC10183}"/>
                    </a:ext>
                  </a:extLst>
                </p:cNvPr>
                <p:cNvCxnSpPr/>
                <p:nvPr/>
              </p:nvCxnSpPr>
              <p:spPr>
                <a:xfrm>
                  <a:off x="5285496" y="3363877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9" name="table_TWformat_15_2">
                  <a:extLst>
                    <a:ext uri="{FF2B5EF4-FFF2-40B4-BE49-F238E27FC236}">
                      <ns2:creationId id="{E08F927C-775E-C130-299B-A796C7BC3202}"/>
                    </a:ext>
                  </a:extLst>
                </p:cNvPr>
                <p:cNvSpPr txBox="1"/>
                <p:nvPr/>
              </p:nvSpPr>
              <p:spPr>
                <a:xfrm>
                  <a:off x="5285496" y="3488906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51" name="Straight Connector 150">
                  <a:extLst>
                    <a:ext uri="{FF2B5EF4-FFF2-40B4-BE49-F238E27FC236}">
                      <ns2:creationId id="{E65DE44D-2408-53F2-6B3F-B53220BB5061}"/>
                    </a:ext>
                  </a:extLst>
                </p:cNvPr>
                <p:cNvCxnSpPr/>
                <p:nvPr/>
              </p:nvCxnSpPr>
              <p:spPr>
                <a:xfrm>
                  <a:off x="5285496" y="3477575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3" name="table_TWformat_16_2">
                  <a:extLst>
                    <a:ext uri="{FF2B5EF4-FFF2-40B4-BE49-F238E27FC236}">
                      <ns2:creationId id="{3D0AD80F-F8FE-01DA-8841-7FABF3E58757}"/>
                    </a:ext>
                  </a:extLst>
                </p:cNvPr>
                <p:cNvSpPr txBox="1"/>
                <p:nvPr/>
              </p:nvSpPr>
              <p:spPr>
                <a:xfrm>
                  <a:off x="5285496" y="3602605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59" name="Straight Connector 158">
                  <a:extLst>
                    <a:ext uri="{FF2B5EF4-FFF2-40B4-BE49-F238E27FC236}">
                      <ns2:creationId id="{626DEFDC-26F0-2352-023A-D46C88F21C01}"/>
                    </a:ext>
                  </a:extLst>
                </p:cNvPr>
                <p:cNvCxnSpPr/>
                <p:nvPr/>
              </p:nvCxnSpPr>
              <p:spPr>
                <a:xfrm>
                  <a:off x="5285496" y="3591275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0" name="table_TWformat_17_2">
                  <a:extLst>
                    <a:ext uri="{FF2B5EF4-FFF2-40B4-BE49-F238E27FC236}">
                      <ns2:creationId id="{808A7060-4434-EB78-D372-04164AD8167B}"/>
                    </a:ext>
                  </a:extLst>
                </p:cNvPr>
                <p:cNvSpPr txBox="1"/>
                <p:nvPr/>
              </p:nvSpPr>
              <p:spPr>
                <a:xfrm>
                  <a:off x="5285496" y="3716304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81" name="Straight Connector 180">
                  <a:extLst>
                    <a:ext uri="{FF2B5EF4-FFF2-40B4-BE49-F238E27FC236}">
                      <ns2:creationId id="{D87D7AB4-41A6-8B7C-27F1-F723DC5ED7F9}"/>
                    </a:ext>
                  </a:extLst>
                </p:cNvPr>
                <p:cNvCxnSpPr/>
                <p:nvPr/>
              </p:nvCxnSpPr>
              <p:spPr>
                <a:xfrm>
                  <a:off x="5285496" y="3704974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2" name="table_TWformat_18_2">
                  <a:extLst>
                    <a:ext uri="{FF2B5EF4-FFF2-40B4-BE49-F238E27FC236}">
                      <ns2:creationId id="{F8852EC1-DCD4-5CFB-3F44-A89B4B4FC337}"/>
                    </a:ext>
                  </a:extLst>
                </p:cNvPr>
                <p:cNvSpPr txBox="1"/>
                <p:nvPr/>
              </p:nvSpPr>
              <p:spPr>
                <a:xfrm>
                  <a:off x="5285496" y="3830003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183" name="Straight Connector 182">
                  <a:extLst>
                    <a:ext uri="{FF2B5EF4-FFF2-40B4-BE49-F238E27FC236}">
                      <ns2:creationId id="{54451185-BCE6-26F7-4065-3FA04CE85350}"/>
                    </a:ext>
                  </a:extLst>
                </p:cNvPr>
                <p:cNvCxnSpPr/>
                <p:nvPr/>
              </p:nvCxnSpPr>
              <p:spPr>
                <a:xfrm>
                  <a:off x="5285496" y="3818674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4" name="table_TWformat_19_2">
                  <a:extLst>
                    <a:ext uri="{FF2B5EF4-FFF2-40B4-BE49-F238E27FC236}">
                      <ns2:creationId id="{D3894EB2-651B-C07D-E429-93A1C8A6DBB3}"/>
                    </a:ext>
                  </a:extLst>
                </p:cNvPr>
                <p:cNvSpPr txBox="1"/>
                <p:nvPr/>
              </p:nvSpPr>
              <p:spPr>
                <a:xfrm>
                  <a:off x="5285496" y="3943702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52" name="Straight Connector 351">
                  <a:extLst>
                    <a:ext uri="{FF2B5EF4-FFF2-40B4-BE49-F238E27FC236}">
                      <ns2:creationId id="{01DC692C-3F99-8735-4ECC-9CD3994C4ADB}"/>
                    </a:ext>
                  </a:extLst>
                </p:cNvPr>
                <p:cNvCxnSpPr/>
                <p:nvPr/>
              </p:nvCxnSpPr>
              <p:spPr>
                <a:xfrm>
                  <a:off x="5285496" y="3932372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3" name="table_TWformat_20_2">
                  <a:extLst>
                    <a:ext uri="{FF2B5EF4-FFF2-40B4-BE49-F238E27FC236}">
                      <ns2:creationId id="{B76BDAC2-B00E-C7C3-DFB4-0D512C458B5F}"/>
                    </a:ext>
                  </a:extLst>
                </p:cNvPr>
                <p:cNvSpPr txBox="1"/>
                <p:nvPr/>
              </p:nvSpPr>
              <p:spPr>
                <a:xfrm>
                  <a:off x="5285496" y="4057401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54" name="Straight Connector 353">
                  <a:extLst>
                    <a:ext uri="{FF2B5EF4-FFF2-40B4-BE49-F238E27FC236}">
                      <ns2:creationId id="{98EBA07E-8970-3601-FDF0-E7845BA27AA2}"/>
                    </a:ext>
                  </a:extLst>
                </p:cNvPr>
                <p:cNvCxnSpPr/>
                <p:nvPr/>
              </p:nvCxnSpPr>
              <p:spPr>
                <a:xfrm>
                  <a:off x="5285496" y="4046072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5" name="table_TWformat_21_2">
                  <a:extLst>
                    <a:ext uri="{FF2B5EF4-FFF2-40B4-BE49-F238E27FC236}">
                      <ns2:creationId id="{443D35F2-541D-D309-B6BA-A40F5E91B05C}"/>
                    </a:ext>
                  </a:extLst>
                </p:cNvPr>
                <p:cNvSpPr txBox="1"/>
                <p:nvPr/>
              </p:nvSpPr>
              <p:spPr>
                <a:xfrm>
                  <a:off x="5285496" y="4171100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356" name="Straight Connector 355">
                  <a:extLst>
                    <a:ext uri="{FF2B5EF4-FFF2-40B4-BE49-F238E27FC236}">
                      <ns2:creationId id="{07F01E22-355F-F8EC-11E2-87AE7B5D5F5C}"/>
                    </a:ext>
                  </a:extLst>
                </p:cNvPr>
                <p:cNvCxnSpPr/>
                <p:nvPr/>
              </p:nvCxnSpPr>
              <p:spPr>
                <a:xfrm>
                  <a:off x="5285496" y="4159770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7" name="table_TWformat_22_2">
                  <a:extLst>
                    <a:ext uri="{FF2B5EF4-FFF2-40B4-BE49-F238E27FC236}">
                      <ns2:creationId id="{36773ABD-4E3F-5131-E679-B65299B50425}"/>
                    </a:ext>
                  </a:extLst>
                </p:cNvPr>
                <p:cNvSpPr txBox="1"/>
                <p:nvPr/>
              </p:nvSpPr>
              <p:spPr>
                <a:xfrm>
                  <a:off x="5285496" y="4284799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58" name="Straight Connector 357">
                  <a:extLst>
                    <a:ext uri="{FF2B5EF4-FFF2-40B4-BE49-F238E27FC236}">
                      <ns2:creationId id="{67FC2670-C3C1-9CE6-5BF7-966A61C74EBB}"/>
                    </a:ext>
                  </a:extLst>
                </p:cNvPr>
                <p:cNvCxnSpPr/>
                <p:nvPr/>
              </p:nvCxnSpPr>
              <p:spPr>
                <a:xfrm>
                  <a:off x="5285496" y="4273470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9" name="table_TWformat_23_2">
                  <a:extLst>
                    <a:ext uri="{FF2B5EF4-FFF2-40B4-BE49-F238E27FC236}">
                      <ns2:creationId id="{9E2ECD87-0763-004F-D568-5F021456770F}"/>
                    </a:ext>
                  </a:extLst>
                </p:cNvPr>
                <p:cNvSpPr txBox="1"/>
                <p:nvPr/>
              </p:nvSpPr>
              <p:spPr>
                <a:xfrm>
                  <a:off x="5285496" y="4398499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AI</a:t>
                  </a: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60" name="Straight Connector 359">
                  <a:extLst>
                    <a:ext uri="{FF2B5EF4-FFF2-40B4-BE49-F238E27FC236}">
                      <ns2:creationId id="{DD9C2839-D972-D143-8D52-C5AFF13BBC85}"/>
                    </a:ext>
                  </a:extLst>
                </p:cNvPr>
                <p:cNvCxnSpPr/>
                <p:nvPr/>
              </p:nvCxnSpPr>
              <p:spPr>
                <a:xfrm>
                  <a:off x="5285496" y="4387168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1" name="table_TWformat_24_2">
                  <a:extLst>
                    <a:ext uri="{FF2B5EF4-FFF2-40B4-BE49-F238E27FC236}">
                      <ns2:creationId id="{C1B7C53A-E74F-8B1D-CAE2-4E54523A0E89}"/>
                    </a:ext>
                  </a:extLst>
                </p:cNvPr>
                <p:cNvSpPr txBox="1"/>
                <p:nvPr/>
              </p:nvSpPr>
              <p:spPr>
                <a:xfrm>
                  <a:off x="5285496" y="4512198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 dirty="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362" name="Straight Connector 361">
                  <a:extLst>
                    <a:ext uri="{FF2B5EF4-FFF2-40B4-BE49-F238E27FC236}">
                      <ns2:creationId id="{4641A7F6-025A-AF4C-F887-8D4C503AAB04}"/>
                    </a:ext>
                  </a:extLst>
                </p:cNvPr>
                <p:cNvCxnSpPr/>
                <p:nvPr/>
              </p:nvCxnSpPr>
              <p:spPr>
                <a:xfrm>
                  <a:off x="5285496" y="4500868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3" name="table_TWformat_25_2">
                  <a:extLst>
                    <a:ext uri="{FF2B5EF4-FFF2-40B4-BE49-F238E27FC236}">
                      <ns2:creationId id="{349EF4F6-194C-7FFF-B359-0A414E79F81B}"/>
                    </a:ext>
                  </a:extLst>
                </p:cNvPr>
                <p:cNvSpPr txBox="1"/>
                <p:nvPr/>
              </p:nvSpPr>
              <p:spPr>
                <a:xfrm>
                  <a:off x="5285496" y="4625897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IoT</a:t>
                  </a: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64" name="Straight Connector 363">
                  <a:extLst>
                    <a:ext uri="{FF2B5EF4-FFF2-40B4-BE49-F238E27FC236}">
                      <ns2:creationId id="{7A909B00-99C4-6C45-DCA8-874CDD66C561}"/>
                    </a:ext>
                  </a:extLst>
                </p:cNvPr>
                <p:cNvCxnSpPr/>
                <p:nvPr/>
              </p:nvCxnSpPr>
              <p:spPr>
                <a:xfrm>
                  <a:off x="5285496" y="4614567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5" name="table_TWformat_26_2">
                  <a:extLst>
                    <a:ext uri="{FF2B5EF4-FFF2-40B4-BE49-F238E27FC236}">
                      <ns2:creationId id="{52717DE4-9B15-EFDD-03EC-EAFD30010431}"/>
                    </a:ext>
                  </a:extLst>
                </p:cNvPr>
                <p:cNvSpPr txBox="1"/>
                <p:nvPr/>
              </p:nvSpPr>
              <p:spPr>
                <a:xfrm>
                  <a:off x="5285496" y="4739596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66" name="Straight Connector 365">
                  <a:extLst>
                    <a:ext uri="{FF2B5EF4-FFF2-40B4-BE49-F238E27FC236}">
                      <ns2:creationId id="{CCBBEB28-BA6F-C8F5-483E-D9E988F53FC9}"/>
                    </a:ext>
                  </a:extLst>
                </p:cNvPr>
                <p:cNvCxnSpPr/>
                <p:nvPr/>
              </p:nvCxnSpPr>
              <p:spPr>
                <a:xfrm>
                  <a:off x="5285496" y="4728267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7" name="table_TWformat_27_2">
                  <a:extLst>
                    <a:ext uri="{FF2B5EF4-FFF2-40B4-BE49-F238E27FC236}">
                      <ns2:creationId id="{C41D1CEC-AAB5-DB3D-4E22-3284C0921A6F}"/>
                    </a:ext>
                  </a:extLst>
                </p:cNvPr>
                <p:cNvSpPr txBox="1"/>
                <p:nvPr/>
              </p:nvSpPr>
              <p:spPr>
                <a:xfrm>
                  <a:off x="5285496" y="4853295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68" name="Straight Connector 367">
                  <a:extLst>
                    <a:ext uri="{FF2B5EF4-FFF2-40B4-BE49-F238E27FC236}">
                      <ns2:creationId id="{22AA8B07-FF0A-95E6-940F-DC164EEBC0C4}"/>
                    </a:ext>
                  </a:extLst>
                </p:cNvPr>
                <p:cNvCxnSpPr/>
                <p:nvPr/>
              </p:nvCxnSpPr>
              <p:spPr>
                <a:xfrm>
                  <a:off x="5285496" y="4841965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9" name="table_TWformat_28_2">
                  <a:extLst>
                    <a:ext uri="{FF2B5EF4-FFF2-40B4-BE49-F238E27FC236}">
                      <ns2:creationId id="{9D179DEE-3F53-CBA7-2A37-B6356FFA4283}"/>
                    </a:ext>
                  </a:extLst>
                </p:cNvPr>
                <p:cNvSpPr txBox="1"/>
                <p:nvPr/>
              </p:nvSpPr>
              <p:spPr>
                <a:xfrm>
                  <a:off x="5285496" y="4966994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70" name="Straight Connector 369">
                  <a:extLst>
                    <a:ext uri="{FF2B5EF4-FFF2-40B4-BE49-F238E27FC236}">
                      <ns2:creationId id="{8E28D93F-0B00-3A41-9562-76614B51D22A}"/>
                    </a:ext>
                  </a:extLst>
                </p:cNvPr>
                <p:cNvCxnSpPr/>
                <p:nvPr/>
              </p:nvCxnSpPr>
              <p:spPr>
                <a:xfrm>
                  <a:off x="5285496" y="4955665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1" name="table_TWformat_29_2">
                  <a:extLst>
                    <a:ext uri="{FF2B5EF4-FFF2-40B4-BE49-F238E27FC236}">
                      <ns2:creationId id="{BEEECA24-9ED5-1323-6E98-D2C2C068DF80}"/>
                    </a:ext>
                  </a:extLst>
                </p:cNvPr>
                <p:cNvSpPr txBox="1"/>
                <p:nvPr/>
              </p:nvSpPr>
              <p:spPr>
                <a:xfrm>
                  <a:off x="5285496" y="5080693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72" name="Straight Connector 371">
                  <a:extLst>
                    <a:ext uri="{FF2B5EF4-FFF2-40B4-BE49-F238E27FC236}">
                      <ns2:creationId id="{6B63382F-6047-C272-3BE7-2CD7C30DB209}"/>
                    </a:ext>
                  </a:extLst>
                </p:cNvPr>
                <p:cNvCxnSpPr/>
                <p:nvPr/>
              </p:nvCxnSpPr>
              <p:spPr>
                <a:xfrm>
                  <a:off x="5285496" y="5069363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3" name="table_TWformat_30_2">
                  <a:extLst>
                    <a:ext uri="{FF2B5EF4-FFF2-40B4-BE49-F238E27FC236}">
                      <ns2:creationId id="{83B5552B-BF88-AD8C-D1CB-0DED63098FE2}"/>
                    </a:ext>
                  </a:extLst>
                </p:cNvPr>
                <p:cNvSpPr txBox="1"/>
                <p:nvPr/>
              </p:nvSpPr>
              <p:spPr>
                <a:xfrm>
                  <a:off x="5285496" y="5194392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74" name="Straight Connector 373">
                  <a:extLst>
                    <a:ext uri="{FF2B5EF4-FFF2-40B4-BE49-F238E27FC236}">
                      <ns2:creationId id="{0125A6BE-D145-7549-5D38-B1B16ED488D2}"/>
                    </a:ext>
                  </a:extLst>
                </p:cNvPr>
                <p:cNvCxnSpPr/>
                <p:nvPr/>
              </p:nvCxnSpPr>
              <p:spPr>
                <a:xfrm>
                  <a:off x="5285496" y="5183063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5" name="table_TWformat_31_2">
                  <a:extLst>
                    <a:ext uri="{FF2B5EF4-FFF2-40B4-BE49-F238E27FC236}">
                      <ns2:creationId id="{FA0A7DAB-925D-D230-B7A9-38921B258829}"/>
                    </a:ext>
                  </a:extLst>
                </p:cNvPr>
                <p:cNvSpPr txBox="1"/>
                <p:nvPr/>
              </p:nvSpPr>
              <p:spPr>
                <a:xfrm>
                  <a:off x="5285496" y="5308091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76" name="Straight Connector 375">
                  <a:extLst>
                    <a:ext uri="{FF2B5EF4-FFF2-40B4-BE49-F238E27FC236}">
                      <ns2:creationId id="{169D3AF3-6158-51AB-468C-BB5FBB5F2790}"/>
                    </a:ext>
                  </a:extLst>
                </p:cNvPr>
                <p:cNvCxnSpPr/>
                <p:nvPr/>
              </p:nvCxnSpPr>
              <p:spPr>
                <a:xfrm>
                  <a:off x="5285496" y="5296761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7" name="table_TWformat_32_2">
                  <a:extLst>
                    <a:ext uri="{FF2B5EF4-FFF2-40B4-BE49-F238E27FC236}">
                      <ns2:creationId id="{B8DA6021-F10A-DEB2-3B37-747360441FC2}"/>
                    </a:ext>
                  </a:extLst>
                </p:cNvPr>
                <p:cNvSpPr txBox="1"/>
                <p:nvPr/>
              </p:nvSpPr>
              <p:spPr>
                <a:xfrm>
                  <a:off x="5285496" y="5421791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78" name="Straight Connector 377">
                  <a:extLst>
                    <a:ext uri="{FF2B5EF4-FFF2-40B4-BE49-F238E27FC236}">
                      <ns2:creationId id="{F9B6B32C-B28C-1E44-F553-951649BB0E99}"/>
                    </a:ext>
                  </a:extLst>
                </p:cNvPr>
                <p:cNvCxnSpPr/>
                <p:nvPr/>
              </p:nvCxnSpPr>
              <p:spPr>
                <a:xfrm>
                  <a:off x="5285496" y="5410461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9" name="table_TWformat_33_2">
                  <a:extLst>
                    <a:ext uri="{FF2B5EF4-FFF2-40B4-BE49-F238E27FC236}">
                      <ns2:creationId id="{6C00BB85-F44D-736E-76A9-0E16F68A5D6D}"/>
                    </a:ext>
                  </a:extLst>
                </p:cNvPr>
                <p:cNvSpPr txBox="1"/>
                <p:nvPr/>
              </p:nvSpPr>
              <p:spPr>
                <a:xfrm>
                  <a:off x="5285496" y="5535490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80" name="Straight Connector 379">
                  <a:extLst>
                    <a:ext uri="{FF2B5EF4-FFF2-40B4-BE49-F238E27FC236}">
                      <ns2:creationId id="{A1135ABB-E05B-3903-7EC1-319BEFD5774A}"/>
                    </a:ext>
                  </a:extLst>
                </p:cNvPr>
                <p:cNvCxnSpPr/>
                <p:nvPr/>
              </p:nvCxnSpPr>
              <p:spPr>
                <a:xfrm>
                  <a:off x="5285496" y="5524159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1" name="table_TWformat_34_2">
                  <a:extLst>
                    <a:ext uri="{FF2B5EF4-FFF2-40B4-BE49-F238E27FC236}">
                      <ns2:creationId id="{B9CD9894-B501-CDE1-3F4A-B79D9A9EE1FC}"/>
                    </a:ext>
                  </a:extLst>
                </p:cNvPr>
                <p:cNvSpPr txBox="1"/>
                <p:nvPr/>
              </p:nvSpPr>
              <p:spPr>
                <a:xfrm>
                  <a:off x="5285496" y="5649189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82" name="Straight Connector 381">
                  <a:extLst>
                    <a:ext uri="{FF2B5EF4-FFF2-40B4-BE49-F238E27FC236}">
                      <ns2:creationId id="{E89F6A7C-3371-FE29-A7E0-F49FC84BF84C}"/>
                    </a:ext>
                  </a:extLst>
                </p:cNvPr>
                <p:cNvCxnSpPr/>
                <p:nvPr/>
              </p:nvCxnSpPr>
              <p:spPr>
                <a:xfrm>
                  <a:off x="5285496" y="5637860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3" name="table_TWformat_35_2">
                  <a:extLst>
                    <a:ext uri="{FF2B5EF4-FFF2-40B4-BE49-F238E27FC236}">
                      <ns2:creationId id="{1E2C898A-814F-B202-3CA8-6B0B692E4BF2}"/>
                    </a:ext>
                  </a:extLst>
                </p:cNvPr>
                <p:cNvSpPr txBox="1"/>
                <p:nvPr/>
              </p:nvSpPr>
              <p:spPr>
                <a:xfrm>
                  <a:off x="5285496" y="5762888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84" name="Straight Connector 383">
                  <a:extLst>
                    <a:ext uri="{FF2B5EF4-FFF2-40B4-BE49-F238E27FC236}">
                      <ns2:creationId id="{7F7EFA7C-038A-4456-B9F1-FCD3C21D81AA}"/>
                    </a:ext>
                  </a:extLst>
                </p:cNvPr>
                <p:cNvCxnSpPr/>
                <p:nvPr/>
              </p:nvCxnSpPr>
              <p:spPr>
                <a:xfrm>
                  <a:off x="5285496" y="5751558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5" name="table_TWformat_36_2">
                  <a:extLst>
                    <a:ext uri="{FF2B5EF4-FFF2-40B4-BE49-F238E27FC236}">
                      <ns2:creationId id="{8596E7D9-841B-C7E2-7B23-F97ABA2712BD}"/>
                    </a:ext>
                  </a:extLst>
                </p:cNvPr>
                <p:cNvSpPr txBox="1"/>
                <p:nvPr/>
              </p:nvSpPr>
              <p:spPr>
                <a:xfrm>
                  <a:off x="5285496" y="5876587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86" name="Straight Connector 385">
                  <a:extLst>
                    <a:ext uri="{FF2B5EF4-FFF2-40B4-BE49-F238E27FC236}">
                      <ns2:creationId id="{5B656A66-9045-E7B8-882E-F901EAF63C63}"/>
                    </a:ext>
                  </a:extLst>
                </p:cNvPr>
                <p:cNvCxnSpPr/>
                <p:nvPr/>
              </p:nvCxnSpPr>
              <p:spPr>
                <a:xfrm>
                  <a:off x="5285496" y="5865258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7" name="table_TWformat_37_2">
                  <a:extLst>
                    <a:ext uri="{FF2B5EF4-FFF2-40B4-BE49-F238E27FC236}">
                      <ns2:creationId id="{AC874104-758A-0E54-B8EF-ADA02160C9F4}"/>
                    </a:ext>
                  </a:extLst>
                </p:cNvPr>
                <p:cNvSpPr txBox="1"/>
                <p:nvPr/>
              </p:nvSpPr>
              <p:spPr>
                <a:xfrm>
                  <a:off x="5285496" y="5990285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88" name="Straight Connector 387">
                  <a:extLst>
                    <a:ext uri="{FF2B5EF4-FFF2-40B4-BE49-F238E27FC236}">
                      <ns2:creationId id="{33380C2D-B974-403D-5D8A-5593DBA34B14}"/>
                    </a:ext>
                  </a:extLst>
                </p:cNvPr>
                <p:cNvCxnSpPr/>
                <p:nvPr/>
              </p:nvCxnSpPr>
              <p:spPr>
                <a:xfrm>
                  <a:off x="5285496" y="5978956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9" name="table_TWformat_38_2">
                  <a:extLst>
                    <a:ext uri="{FF2B5EF4-FFF2-40B4-BE49-F238E27FC236}">
                      <ns2:creationId id="{88C0A8A2-8F46-72E9-D6E9-A6C3CE93F0A0}"/>
                    </a:ext>
                  </a:extLst>
                </p:cNvPr>
                <p:cNvSpPr txBox="1"/>
                <p:nvPr/>
              </p:nvSpPr>
              <p:spPr>
                <a:xfrm>
                  <a:off x="5285496" y="6103985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90" name="Straight Connector 389">
                  <a:extLst>
                    <a:ext uri="{FF2B5EF4-FFF2-40B4-BE49-F238E27FC236}">
                      <ns2:creationId id="{8621A306-B2A4-871E-A055-EA2EE6C9E035}"/>
                    </a:ext>
                  </a:extLst>
                </p:cNvPr>
                <p:cNvCxnSpPr/>
                <p:nvPr/>
              </p:nvCxnSpPr>
              <p:spPr>
                <a:xfrm>
                  <a:off x="5285496" y="6092656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1" name="table_TWformat_39_2">
                  <a:extLst>
                    <a:ext uri="{FF2B5EF4-FFF2-40B4-BE49-F238E27FC236}">
                      <ns2:creationId id="{65AB74D4-52E2-14B4-B799-83E42D6E14F5}"/>
                    </a:ext>
                  </a:extLst>
                </p:cNvPr>
                <p:cNvSpPr txBox="1"/>
                <p:nvPr/>
              </p:nvSpPr>
              <p:spPr>
                <a:xfrm>
                  <a:off x="5285496" y="6217684"/>
                  <a:ext cx="2637398" cy="91041"/>
                </a:xfrm>
                <a:prstGeom prst="rect">
                  <a:avLst/>
                </a:prstGeom>
                <a:noFill/>
              </p:spPr>
              <p:txBody>
                <a:bodyPr vert="horz" wrap="square" lIns="180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600"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dirty="0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392" name="Straight Connector 391">
                  <a:extLst>
                    <a:ext uri="{FF2B5EF4-FFF2-40B4-BE49-F238E27FC236}">
                      <ns2:creationId id="{33A4C711-69A8-6DF6-72B7-81CC1E454BCA}"/>
                    </a:ext>
                  </a:extLst>
                </p:cNvPr>
                <p:cNvCxnSpPr/>
                <p:nvPr/>
              </p:nvCxnSpPr>
              <p:spPr>
                <a:xfrm>
                  <a:off x="5285496" y="6206355"/>
                  <a:ext cx="263739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7" name="グループ化 16">
              <a:extLst>
                <a:ext uri="{FF2B5EF4-FFF2-40B4-BE49-F238E27FC236}">
                  <ns2:creationId id="{7DAFD505-48E0-DE83-A03B-6B6D2D0B806F}"/>
                </a:ext>
              </a:extLst>
            </p:cNvPr>
            <p:cNvGrpSpPr/>
            <p:nvPr/>
          </p:nvGrpSpPr>
          <p:grpSpPr>
            <a:xfrm>
              <a:off x="345600" y="1385917"/>
              <a:ext cx="11511437" cy="252000"/>
              <a:chOff x="345600" y="1385917"/>
              <a:chExt cx="11511437" cy="252000"/>
            </a:xfrm>
          </p:grpSpPr>
          <p:sp>
            <p:nvSpPr>
              <p:cNvPr id="507" name="table_TWformat_1_5">
                <a:extLst>
                  <a:ext uri="{FF2B5EF4-FFF2-40B4-BE49-F238E27FC236}">
                    <ns2:creationId id="{9F2317DD-9247-5FD5-E143-8F6174A996DD}"/>
                  </a:ext>
                </a:extLst>
              </p:cNvPr>
              <p:cNvSpPr txBox="1"/>
              <p:nvPr/>
            </p:nvSpPr>
            <p:spPr>
              <a:xfrm>
                <a:off x="10704511" y="1400175"/>
                <a:ext cx="1152526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7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zh-TW" altLang="en-US" sz="7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zh-TW" sz="7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7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08" name="Straight Connector 507">
                <a:extLst>
                  <a:ext uri="{FF2B5EF4-FFF2-40B4-BE49-F238E27FC236}">
                    <ns2:creationId id="{30490CAA-EF78-6911-B6FE-6AF728F2A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04511" y="1635721"/>
                <a:ext cx="115252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09" name="Graphic 508" descr="Coins outline">
                <a:extLst>
                  <a:ext uri="{FF2B5EF4-FFF2-40B4-BE49-F238E27FC236}">
                    <ns2:creationId id="{1B3333C4-F6FB-423A-AAD0-FDBC974208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693186" y="1409443"/>
                <a:ext cx="222538" cy="222538"/>
              </a:xfrm>
              <a:prstGeom prst="rect">
                <a:avLst/>
              </a:prstGeom>
            </p:spPr>
          </p:pic>
          <p:sp>
            <p:nvSpPr>
              <p:cNvPr id="511" name="table_TWformat_1_3">
                <a:extLst>
                  <a:ext uri="{FF2B5EF4-FFF2-40B4-BE49-F238E27FC236}">
                    <ns2:creationId id="{13CC41FD-61AD-0A28-8884-19945AF4F715}"/>
                  </a:ext>
                </a:extLst>
              </p:cNvPr>
              <p:cNvSpPr txBox="1"/>
              <p:nvPr/>
            </p:nvSpPr>
            <p:spPr>
              <a:xfrm>
                <a:off x="2614742" y="1400175"/>
                <a:ext cx="5566896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12" name="Straight Connector 511">
                <a:extLst>
                  <a:ext uri="{FF2B5EF4-FFF2-40B4-BE49-F238E27FC236}">
                    <ns2:creationId id="{93247294-A384-87DE-9900-AF66A1EC9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14742" y="1635722"/>
                <a:ext cx="556689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" name="Graphic 36" descr="Person with idea outline">
                <a:extLst>
                  <a:ext uri="{FF2B5EF4-FFF2-40B4-BE49-F238E27FC236}">
                    <ns2:creationId id="{BC563453-F8CE-38C4-215A-27613BF619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922296" y="1385917"/>
                <a:ext cx="272209" cy="252000"/>
              </a:xfrm>
              <a:prstGeom prst="rect">
                <a:avLst/>
              </a:prstGeom>
            </p:spPr>
          </p:pic>
          <p:sp>
            <p:nvSpPr>
              <p:cNvPr id="515" name="table_TWformat_1_2">
                <a:extLst>
                  <a:ext uri="{FF2B5EF4-FFF2-40B4-BE49-F238E27FC236}">
                    <ns2:creationId id="{B70B21C5-E3B3-9537-F1BF-48542F7BAB8E}"/>
                  </a:ext>
                </a:extLst>
              </p:cNvPr>
              <p:cNvSpPr txBox="1"/>
              <p:nvPr/>
            </p:nvSpPr>
            <p:spPr>
              <a:xfrm>
                <a:off x="1350309" y="1400175"/>
                <a:ext cx="1223469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516" name="Straight Connector 515">
                <a:extLst>
                  <a:ext uri="{FF2B5EF4-FFF2-40B4-BE49-F238E27FC236}">
                    <ns2:creationId id="{403D3E2E-E875-2951-B441-E19163B8B3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50309" y="1635721"/>
                <a:ext cx="122346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" name="Graphic 28" descr="Medical outline">
                <a:extLst>
                  <a:ext uri="{FF2B5EF4-FFF2-40B4-BE49-F238E27FC236}">
                    <ns2:creationId id="{A8F0C9CD-ED53-FBCD-4C4D-C6B40FA3A0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388679" y="1385917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19" name="table_TWformat_1_1">
                <a:extLst>
                  <a:ext uri="{FF2B5EF4-FFF2-40B4-BE49-F238E27FC236}">
                    <ns2:creationId id="{3E13DE35-DDBE-E16D-6619-6EF7A9790BC1}"/>
                  </a:ext>
                </a:extLst>
              </p:cNvPr>
              <p:cNvSpPr txBox="1"/>
              <p:nvPr/>
            </p:nvSpPr>
            <p:spPr>
              <a:xfrm>
                <a:off x="345600" y="1400175"/>
                <a:ext cx="954000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520" name="Straight Connector 519">
                <a:extLst>
                  <a:ext uri="{FF2B5EF4-FFF2-40B4-BE49-F238E27FC236}">
                    <ns2:creationId id="{39A3D726-8D67-EF0E-B367-A3CF4C41C3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5600" y="1635721"/>
                <a:ext cx="95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Graphic 9" descr="Lips outline">
                <a:extLst>
                  <a:ext uri="{FF2B5EF4-FFF2-40B4-BE49-F238E27FC236}">
                    <ns2:creationId id="{D0E39C14-8B3E-750B-77C6-895936AA6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98035" y="1385917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23" name="table_TWformat_1_4">
                <a:extLst>
                  <a:ext uri="{FF2B5EF4-FFF2-40B4-BE49-F238E27FC236}">
                    <ns2:creationId id="{51ACE58B-204E-C6F4-2D32-5FE4933A5698}"/>
                  </a:ext>
                </a:extLst>
              </p:cNvPr>
              <p:cNvSpPr txBox="1"/>
              <p:nvPr/>
            </p:nvSpPr>
            <p:spPr>
              <a:xfrm>
                <a:off x="8254975" y="1400175"/>
                <a:ext cx="2376200" cy="223483"/>
              </a:xfrm>
              <a:prstGeom prst="rect">
                <a:avLst/>
              </a:prstGeom>
              <a:noFill/>
            </p:spPr>
            <p:txBody>
              <a:bodyPr vert="horz" wrap="square" lIns="252000" tIns="72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24" name="Straight Connector 523">
                <a:extLst>
                  <a:ext uri="{FF2B5EF4-FFF2-40B4-BE49-F238E27FC236}">
                    <ns2:creationId id="{EDAE3D8E-1DFD-3C9C-D543-CC0E84E108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54975" y="1635721"/>
                <a:ext cx="23762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" name="Graphic 32" descr="Supply And Demand outline">
                <a:extLst>
                  <a:ext uri="{FF2B5EF4-FFF2-40B4-BE49-F238E27FC236}">
                    <ns2:creationId id="{FD110F02-D681-3265-9451-B3C890B94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8844526" y="1385917"/>
                <a:ext cx="28959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988836702"/>
      </p:ext>
    </p:extLst>
  </p:cSld>
  <p:clrMapOvr>
    <a:masterClrMapping/>
  </p:clrMapOvr>
</p:sld>
</file>

<file path=ppt/slides/slide7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70411A5-F3DD-7D36-8282-568E9F3A1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ja-JP" dirty="0"/>
              <a:t>XX</a:t>
            </a:r>
            <a:endParaRPr lang="ja-JP" altLang="en-US" dirty="0"/>
          </a:p>
        </p:txBody>
      </p:sp>
      <p:sp>
        <p:nvSpPr>
          <p:cNvPr id="4" name="矢印: 五方向 3">
            <a:extLst>
              <a:ext uri="{FF2B5EF4-FFF2-40B4-BE49-F238E27FC236}">
                <ns2:creationId id="{F5EB30BB-0430-E8EF-1CB9-18B2702F3339}"/>
              </a:ext>
            </a:extLst>
          </p:cNvPr>
          <p:cNvSpPr/>
          <p:nvPr/>
        </p:nvSpPr>
        <p:spPr>
          <a:xfrm>
            <a:off x="952216" y="1142807"/>
            <a:ext cx="3636000" cy="396000"/>
          </a:xfrm>
          <a:prstGeom prst="homePlate">
            <a:avLst>
              <a:gd name="adj" fmla="val 15765"/>
            </a:avLst>
          </a:prstGeom>
          <a:solidFill>
            <a:srgbClr val="008D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　</a:t>
            </a:r>
            <a:r>
              <a:rPr kumimoji="1" lang="ja-JP" altLang="en-US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kumimoji="1" lang="en-US" altLang="ja-JP" dirty="0">
                <a:latin typeface="+mn-ea"/>
              </a:rPr>
              <a:t>  </a:t>
            </a:r>
            <a:r>
              <a:rPr lang="ja-JP" altLang="en-US" sz="1400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  <a:ea typeface="+mn-ea"/>
              </a:rPr>
              <a:t>～</a:t>
            </a:r>
            <a:r>
              <a:rPr lang="en-US" altLang="ja-JP" sz="1400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  <a:ea typeface="+mn-ea"/>
              </a:rPr>
              <a:t>XX</a:t>
            </a:r>
            <a:r>
              <a:rPr lang="ja-JP" altLang="en-US" sz="1400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  <a:ea typeface="+mn-ea"/>
              </a:rPr>
              <a:t>XX</a:t>
            </a:r>
            <a:endParaRPr lang="en-US" altLang="ja-JP" dirty="0">
              <a:solidFill>
                <a:schemeClr val="accent6">
                  <a:lumMod val="20000"/>
                  <a:lumOff val="8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5" name="矢印: 山形 4">
            <a:extLst>
              <a:ext uri="{FF2B5EF4-FFF2-40B4-BE49-F238E27FC236}">
                <ns2:creationId id="{F5779D60-6EAD-EDCB-31B3-9AA74620C385}"/>
              </a:ext>
            </a:extLst>
          </p:cNvPr>
          <p:cNvSpPr/>
          <p:nvPr/>
        </p:nvSpPr>
        <p:spPr>
          <a:xfrm>
            <a:off x="4587430" y="1142807"/>
            <a:ext cx="3636000" cy="396000"/>
          </a:xfrm>
          <a:prstGeom prst="chevron">
            <a:avLst>
              <a:gd name="adj" fmla="val 15765"/>
            </a:avLst>
          </a:prstGeom>
          <a:solidFill>
            <a:schemeClr val="accent5">
              <a:alpha val="7490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en-US" altLang="ja-JP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　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</a:rPr>
              <a:t>  </a:t>
            </a:r>
            <a:r>
              <a:rPr kumimoji="1" lang="ja-JP" altLang="en-US" sz="1400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  <a:ea typeface="+mn-ea"/>
              </a:rPr>
              <a:t>XX</a:t>
            </a:r>
            <a:endParaRPr kumimoji="1" lang="en-US" altLang="ja-JP" dirty="0">
              <a:solidFill>
                <a:schemeClr val="accent6">
                  <a:lumMod val="20000"/>
                  <a:lumOff val="8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6" name="矢印: 山形 5">
            <a:extLst>
              <a:ext uri="{FF2B5EF4-FFF2-40B4-BE49-F238E27FC236}">
                <ns2:creationId id="{3BC54EF1-7F4C-2682-92D8-B789BE5F4373}"/>
              </a:ext>
            </a:extLst>
          </p:cNvPr>
          <p:cNvSpPr/>
          <p:nvPr/>
        </p:nvSpPr>
        <p:spPr>
          <a:xfrm>
            <a:off x="8222644" y="1142807"/>
            <a:ext cx="3636000" cy="396000"/>
          </a:xfrm>
          <a:prstGeom prst="chevron">
            <a:avLst>
              <a:gd name="adj" fmla="val 15765"/>
            </a:avLst>
          </a:prstGeom>
          <a:solidFill>
            <a:schemeClr val="accent5">
              <a:alpha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36000" rIns="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altLang="ja-JP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　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  <a:r>
              <a:rPr kumimoji="1" lang="ja-JP" altLang="en-US" sz="1800" dirty="0">
                <a:latin typeface="+mn-ea"/>
                <a:ea typeface="+mn-ea"/>
              </a:rPr>
              <a:t>  </a:t>
            </a:r>
            <a:r>
              <a:rPr kumimoji="1" lang="ja-JP" altLang="en-US" sz="1400" dirty="0">
                <a:solidFill>
                  <a:schemeClr val="accent6">
                    <a:lumMod val="20000"/>
                    <a:lumOff val="80000"/>
                  </a:schemeClr>
                </a:solidFill>
                <a:latin typeface="+mn-ea"/>
                <a:ea typeface="+mn-ea"/>
              </a:rPr>
              <a:t>XX</a:t>
            </a:r>
            <a:endParaRPr lang="ja-JP" altLang="en-US" dirty="0">
              <a:solidFill>
                <a:schemeClr val="accent6">
                  <a:lumMod val="20000"/>
                  <a:lumOff val="80000"/>
                </a:schemeClr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D1C8FFC3-B7F8-DF0C-4002-F11B25162277}"/>
              </a:ext>
            </a:extLst>
          </p:cNvPr>
          <p:cNvSpPr/>
          <p:nvPr/>
        </p:nvSpPr>
        <p:spPr>
          <a:xfrm>
            <a:off x="339558" y="1632700"/>
            <a:ext cx="540000" cy="22500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43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1"/>
            <a:r>
              <a:rPr lang="ja-JP" altLang="en-US" dirty="0">
                <a:latin typeface="+mn-ea"/>
              </a:rPr>
              <a:t>XX</a:t>
            </a:r>
            <a:endParaRPr lang="en-US" altLang="ja-JP" dirty="0">
              <a:latin typeface="+mn-ea"/>
            </a:endParaRPr>
          </a:p>
        </p:txBody>
      </p:sp>
      <p:sp>
        <p:nvSpPr>
          <p:cNvPr id="8" name="正方形/長方形 7">
            <a:extLst>
              <a:ext uri="{FF2B5EF4-FFF2-40B4-BE49-F238E27FC236}">
                <ns2:creationId id="{3AC55C9F-D9E1-540E-119E-AC266E490357}"/>
              </a:ext>
            </a:extLst>
          </p:cNvPr>
          <p:cNvSpPr/>
          <p:nvPr/>
        </p:nvSpPr>
        <p:spPr>
          <a:xfrm>
            <a:off x="339558" y="4059241"/>
            <a:ext cx="540000" cy="22500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70" name="グループ化 69">
            <a:extLst>
              <a:ext uri="{FF2B5EF4-FFF2-40B4-BE49-F238E27FC236}">
                <ns2:creationId id="{532A3D24-6519-4E13-BAFC-2AFB814E8E2D}"/>
              </a:ext>
            </a:extLst>
          </p:cNvPr>
          <p:cNvGrpSpPr/>
          <p:nvPr/>
        </p:nvGrpSpPr>
        <p:grpSpPr>
          <a:xfrm>
            <a:off x="1915821" y="1628775"/>
            <a:ext cx="2543983" cy="621697"/>
            <a:chOff x="1915821" y="1628775"/>
            <a:chExt cx="2543983" cy="621697"/>
          </a:xfrm>
        </p:grpSpPr>
        <p:grpSp>
          <p:nvGrpSpPr>
            <p:cNvPr id="29" name="グループ化 28">
              <a:extLst>
                <a:ext uri="{FF2B5EF4-FFF2-40B4-BE49-F238E27FC236}">
                  <ns2:creationId id="{49D622F1-F78E-DF62-46ED-FD679B25D827}"/>
                </a:ext>
              </a:extLst>
            </p:cNvPr>
            <p:cNvGrpSpPr/>
            <p:nvPr/>
          </p:nvGrpSpPr>
          <p:grpSpPr>
            <a:xfrm>
              <a:off x="1989887" y="1962472"/>
              <a:ext cx="2469917" cy="288000"/>
              <a:chOff x="1989887" y="1951455"/>
              <a:chExt cx="2469917" cy="288000"/>
            </a:xfrm>
          </p:grpSpPr>
          <p:sp>
            <p:nvSpPr>
              <p:cNvPr id="14" name="矢印: 五方向 13">
                <a:extLst>
                  <a:ext uri="{FF2B5EF4-FFF2-40B4-BE49-F238E27FC236}">
                    <ns2:creationId id="{1DFFF438-2B22-707D-8DA1-DDF2501A4B62}"/>
                  </a:ext>
                </a:extLst>
              </p:cNvPr>
              <p:cNvSpPr/>
              <p:nvPr/>
            </p:nvSpPr>
            <p:spPr>
              <a:xfrm>
                <a:off x="1989887" y="1951455"/>
                <a:ext cx="468000" cy="288000"/>
              </a:xfrm>
              <a:prstGeom prst="homePlate">
                <a:avLst>
                  <a:gd name="adj" fmla="val 23315"/>
                </a:avLst>
              </a:prstGeom>
              <a:solidFill>
                <a:schemeClr val="accent5">
                  <a:alpha val="3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矢印: 五方向 14">
                <a:extLst>
                  <a:ext uri="{FF2B5EF4-FFF2-40B4-BE49-F238E27FC236}">
                    <ns2:creationId id="{9D18915C-76DF-186C-A820-AE7CBE0FF753}"/>
                  </a:ext>
                </a:extLst>
              </p:cNvPr>
              <p:cNvSpPr/>
              <p:nvPr/>
            </p:nvSpPr>
            <p:spPr>
              <a:xfrm>
                <a:off x="2490366" y="1951455"/>
                <a:ext cx="468000" cy="288000"/>
              </a:xfrm>
              <a:prstGeom prst="homePlate">
                <a:avLst>
                  <a:gd name="adj" fmla="val 23315"/>
                </a:avLst>
              </a:prstGeom>
              <a:solidFill>
                <a:schemeClr val="accent5">
                  <a:alpha val="3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矢印: 五方向 15">
                <a:extLst>
                  <a:ext uri="{FF2B5EF4-FFF2-40B4-BE49-F238E27FC236}">
                    <ns2:creationId id="{AD799F6B-6C90-6FA2-6358-428B9C81839C}"/>
                  </a:ext>
                </a:extLst>
              </p:cNvPr>
              <p:cNvSpPr/>
              <p:nvPr/>
            </p:nvSpPr>
            <p:spPr>
              <a:xfrm>
                <a:off x="2990845" y="1951455"/>
                <a:ext cx="468000" cy="288000"/>
              </a:xfrm>
              <a:prstGeom prst="homePlate">
                <a:avLst>
                  <a:gd name="adj" fmla="val 23315"/>
                </a:avLst>
              </a:prstGeom>
              <a:solidFill>
                <a:schemeClr val="accent5">
                  <a:alpha val="3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矢印: 五方向 16">
                <a:extLst>
                  <a:ext uri="{FF2B5EF4-FFF2-40B4-BE49-F238E27FC236}">
                    <ns2:creationId id="{E20C256F-2AB4-F0CC-EBF6-7B17B14E1344}"/>
                  </a:ext>
                </a:extLst>
              </p:cNvPr>
              <p:cNvSpPr/>
              <p:nvPr/>
            </p:nvSpPr>
            <p:spPr>
              <a:xfrm>
                <a:off x="3491324" y="1951455"/>
                <a:ext cx="468000" cy="288000"/>
              </a:xfrm>
              <a:prstGeom prst="homePlate">
                <a:avLst>
                  <a:gd name="adj" fmla="val 23315"/>
                </a:avLst>
              </a:prstGeom>
              <a:solidFill>
                <a:schemeClr val="accent5">
                  <a:alpha val="3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矢印: 五方向 17">
                <a:extLst>
                  <a:ext uri="{FF2B5EF4-FFF2-40B4-BE49-F238E27FC236}">
                    <ns2:creationId id="{832A39B0-3916-3D83-923D-8EB736EDA35D}"/>
                  </a:ext>
                </a:extLst>
              </p:cNvPr>
              <p:cNvSpPr/>
              <p:nvPr/>
            </p:nvSpPr>
            <p:spPr>
              <a:xfrm>
                <a:off x="3991804" y="1951455"/>
                <a:ext cx="468000" cy="288000"/>
              </a:xfrm>
              <a:prstGeom prst="homePlate">
                <a:avLst>
                  <a:gd name="adj" fmla="val 23315"/>
                </a:avLst>
              </a:prstGeom>
              <a:solidFill>
                <a:schemeClr val="accent5">
                  <a:alpha val="3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ns2:creationId id="{7D8F29F4-0384-2F65-C3B6-CDD90741538A}"/>
                </a:ext>
              </a:extLst>
            </p:cNvPr>
            <p:cNvSpPr/>
            <p:nvPr/>
          </p:nvSpPr>
          <p:spPr>
            <a:xfrm>
              <a:off x="1915821" y="1628775"/>
              <a:ext cx="2531538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72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3"/>
              <a:r>
                <a:rPr lang="ja-JP" altLang="en-US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accent5"/>
                </a:solidFill>
                <a:latin typeface="+mn-ea"/>
              </a:endParaRPr>
            </a:p>
          </p:txBody>
        </p:sp>
      </p:grpSp>
      <p:sp>
        <p:nvSpPr>
          <p:cNvPr id="21" name="正方形/長方形 20">
            <a:extLst>
              <a:ext uri="{FF2B5EF4-FFF2-40B4-BE49-F238E27FC236}">
                <ns2:creationId id="{5F9E1E42-4F75-E172-D62A-98F972B6CC61}"/>
              </a:ext>
            </a:extLst>
          </p:cNvPr>
          <p:cNvSpPr/>
          <p:nvPr/>
        </p:nvSpPr>
        <p:spPr>
          <a:xfrm>
            <a:off x="1915821" y="2254741"/>
            <a:ext cx="2531538" cy="43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3">
              <a:spcAft>
                <a:spcPts val="300"/>
              </a:spcAft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/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GB" altLang="ja-JP" sz="1400" dirty="0">
              <a:solidFill>
                <a:schemeClr val="accent5"/>
              </a:solidFill>
              <a:latin typeface="+mn-ea"/>
            </a:endParaRPr>
          </a:p>
          <a:p>
            <a:pPr marL="0" lvl="3">
              <a:spcAft>
                <a:spcPts val="300"/>
              </a:spcAf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  <a:p>
            <a:pPr marL="0" lvl="3"/>
            <a:endParaRPr lang="en-US" altLang="ja-JP" sz="1400" dirty="0">
              <a:solidFill>
                <a:schemeClr val="accent5"/>
              </a:solidFill>
              <a:latin typeface="+mn-ea"/>
            </a:endParaRPr>
          </a:p>
        </p:txBody>
      </p:sp>
      <p:grpSp>
        <p:nvGrpSpPr>
          <p:cNvPr id="31" name="グループ化 30">
            <a:extLst>
              <a:ext uri="{FF2B5EF4-FFF2-40B4-BE49-F238E27FC236}">
                <ns2:creationId id="{0E1CF7EC-D686-B192-8F02-5BC3E2A7FC0E}"/>
              </a:ext>
            </a:extLst>
          </p:cNvPr>
          <p:cNvGrpSpPr/>
          <p:nvPr/>
        </p:nvGrpSpPr>
        <p:grpSpPr>
          <a:xfrm>
            <a:off x="952216" y="1628775"/>
            <a:ext cx="936000" cy="1080000"/>
            <a:chOff x="952216" y="1628775"/>
            <a:chExt cx="936000" cy="1080000"/>
          </a:xfrm>
        </p:grpSpPr>
        <p:sp>
          <p:nvSpPr>
            <p:cNvPr id="11" name="四角形: 角を丸くする 10">
              <a:extLst>
                <a:ext uri="{FF2B5EF4-FFF2-40B4-BE49-F238E27FC236}">
                  <ns2:creationId id="{4DF089FF-10B7-47BE-B6E7-51D3AB016F4E}"/>
                </a:ext>
              </a:extLst>
            </p:cNvPr>
            <p:cNvSpPr/>
            <p:nvPr/>
          </p:nvSpPr>
          <p:spPr>
            <a:xfrm>
              <a:off x="952216" y="1628775"/>
              <a:ext cx="936000" cy="1080000"/>
            </a:xfrm>
            <a:prstGeom prst="roundRect">
              <a:avLst>
                <a:gd name="adj" fmla="val 3846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楕円 21">
              <a:extLst>
                <a:ext uri="{FF2B5EF4-FFF2-40B4-BE49-F238E27FC236}">
                  <ns2:creationId id="{15E8FC98-D607-916B-EBB4-7C197A1ECDB0}"/>
                </a:ext>
              </a:extLst>
            </p:cNvPr>
            <p:cNvSpPr/>
            <p:nvPr/>
          </p:nvSpPr>
          <p:spPr>
            <a:xfrm>
              <a:off x="1096216" y="2213622"/>
              <a:ext cx="648000" cy="360000"/>
            </a:xfrm>
            <a:prstGeom prst="ellipse">
              <a:avLst/>
            </a:prstGeom>
            <a:solidFill>
              <a:schemeClr val="accent6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ns2:creationId id="{CA6E52E5-BCF1-283F-1DA5-92A708066B42}"/>
              </a:ext>
            </a:extLst>
          </p:cNvPr>
          <p:cNvGrpSpPr/>
          <p:nvPr/>
        </p:nvGrpSpPr>
        <p:grpSpPr>
          <a:xfrm>
            <a:off x="952216" y="2784271"/>
            <a:ext cx="936000" cy="1080000"/>
            <a:chOff x="952216" y="2784271"/>
            <a:chExt cx="936000" cy="1080000"/>
          </a:xfrm>
        </p:grpSpPr>
        <p:sp>
          <p:nvSpPr>
            <p:cNvPr id="10" name="四角形: 角を丸くする 9">
              <a:extLst>
                <a:ext uri="{FF2B5EF4-FFF2-40B4-BE49-F238E27FC236}">
                  <ns2:creationId id="{74039CA6-815C-EA2F-CAD3-803B4A087D56}"/>
                </a:ext>
              </a:extLst>
            </p:cNvPr>
            <p:cNvSpPr/>
            <p:nvPr/>
          </p:nvSpPr>
          <p:spPr>
            <a:xfrm>
              <a:off x="952216" y="2784271"/>
              <a:ext cx="936000" cy="1080000"/>
            </a:xfrm>
            <a:prstGeom prst="roundRect">
              <a:avLst>
                <a:gd name="adj" fmla="val 3846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D00DCBA4-2FD2-5FE3-45DF-820B69593C8A}"/>
                </a:ext>
              </a:extLst>
            </p:cNvPr>
            <p:cNvSpPr/>
            <p:nvPr/>
          </p:nvSpPr>
          <p:spPr>
            <a:xfrm>
              <a:off x="1096216" y="3375327"/>
              <a:ext cx="648000" cy="360000"/>
            </a:xfrm>
            <a:prstGeom prst="ellipse">
              <a:avLst/>
            </a:prstGeom>
            <a:solidFill>
              <a:schemeClr val="accent6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ns2:creationId id="{E95FF379-79C3-05B0-1036-D614EDAC1E1D}"/>
              </a:ext>
            </a:extLst>
          </p:cNvPr>
          <p:cNvGrpSpPr/>
          <p:nvPr/>
        </p:nvGrpSpPr>
        <p:grpSpPr>
          <a:xfrm>
            <a:off x="4587430" y="1628775"/>
            <a:ext cx="936000" cy="1080000"/>
            <a:chOff x="4587430" y="1628775"/>
            <a:chExt cx="936000" cy="1080000"/>
          </a:xfrm>
        </p:grpSpPr>
        <p:sp>
          <p:nvSpPr>
            <p:cNvPr id="13" name="四角形: 角を丸くする 12">
              <a:extLst>
                <a:ext uri="{FF2B5EF4-FFF2-40B4-BE49-F238E27FC236}">
                  <ns2:creationId id="{592B9F4F-11DC-DEA6-F9BF-84DB02C2C350}"/>
                </a:ext>
              </a:extLst>
            </p:cNvPr>
            <p:cNvSpPr/>
            <p:nvPr/>
          </p:nvSpPr>
          <p:spPr>
            <a:xfrm>
              <a:off x="4587430" y="1628775"/>
              <a:ext cx="936000" cy="1080000"/>
            </a:xfrm>
            <a:prstGeom prst="roundRect">
              <a:avLst>
                <a:gd name="adj" fmla="val 3846"/>
              </a:avLst>
            </a:prstGeom>
            <a:noFill/>
            <a:ln w="9525">
              <a:solidFill>
                <a:schemeClr val="accent5">
                  <a:alpha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1C3A1008-D75C-EFFD-3C40-001CCCF20CFD}"/>
                </a:ext>
              </a:extLst>
            </p:cNvPr>
            <p:cNvSpPr/>
            <p:nvPr/>
          </p:nvSpPr>
          <p:spPr>
            <a:xfrm>
              <a:off x="4731431" y="2213622"/>
              <a:ext cx="648000" cy="360000"/>
            </a:xfrm>
            <a:prstGeom prst="ellipse">
              <a:avLst/>
            </a:prstGeom>
            <a:solidFill>
              <a:schemeClr val="accent6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ns2:creationId id="{C76C7BA6-0AD5-D107-FF4C-2B9203F72A90}"/>
              </a:ext>
            </a:extLst>
          </p:cNvPr>
          <p:cNvGrpSpPr/>
          <p:nvPr/>
        </p:nvGrpSpPr>
        <p:grpSpPr>
          <a:xfrm>
            <a:off x="4587430" y="2788081"/>
            <a:ext cx="936000" cy="1080000"/>
            <a:chOff x="4587430" y="2788081"/>
            <a:chExt cx="936000" cy="1080000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CFBD55E1-F6A8-C78D-52DA-D9917033F5DE}"/>
                </a:ext>
              </a:extLst>
            </p:cNvPr>
            <p:cNvSpPr/>
            <p:nvPr/>
          </p:nvSpPr>
          <p:spPr>
            <a:xfrm>
              <a:off x="4587430" y="2788081"/>
              <a:ext cx="936000" cy="1080000"/>
            </a:xfrm>
            <a:prstGeom prst="roundRect">
              <a:avLst>
                <a:gd name="adj" fmla="val 3846"/>
              </a:avLst>
            </a:prstGeom>
            <a:noFill/>
            <a:ln w="9525">
              <a:solidFill>
                <a:schemeClr val="accent5">
                  <a:alpha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GB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楕円 25">
              <a:extLst>
                <a:ext uri="{FF2B5EF4-FFF2-40B4-BE49-F238E27FC236}">
                  <ns2:creationId id="{821D6348-D897-CBE1-A2AB-1F36FCA8FC81}"/>
                </a:ext>
              </a:extLst>
            </p:cNvPr>
            <p:cNvSpPr/>
            <p:nvPr/>
          </p:nvSpPr>
          <p:spPr>
            <a:xfrm>
              <a:off x="4731431" y="3363897"/>
              <a:ext cx="648000" cy="360000"/>
            </a:xfrm>
            <a:prstGeom prst="ellipse">
              <a:avLst/>
            </a:prstGeom>
            <a:solidFill>
              <a:schemeClr val="accent6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27" name="正方形/長方形 26">
            <a:extLst>
              <a:ext uri="{FF2B5EF4-FFF2-40B4-BE49-F238E27FC236}">
                <ns2:creationId id="{565E0A36-8383-F3F7-0D3C-D2F8B5643320}"/>
              </a:ext>
            </a:extLst>
          </p:cNvPr>
          <p:cNvSpPr/>
          <p:nvPr/>
        </p:nvSpPr>
        <p:spPr>
          <a:xfrm>
            <a:off x="1915821" y="2784271"/>
            <a:ext cx="2531538" cy="10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3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GB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it-IT" altLang="ja-JP" sz="1000" dirty="0">
              <a:solidFill>
                <a:schemeClr val="tx1"/>
              </a:solidFill>
              <a:latin typeface="+mn-ea"/>
            </a:endParaRPr>
          </a:p>
          <a:p>
            <a:pPr marL="0" marR="0" lvl="3" indent="0" algn="l" defTabSz="914400" rtl="0" eaLnBrk="1" fontAlgn="auto" latinLnBrk="0" hangingPunct="1">
              <a:spcBef>
                <a:spcPts val="12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GB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SCM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ns2:creationId id="{801F22E5-DD2B-5B18-2B94-2A00E09FD7D6}"/>
              </a:ext>
            </a:extLst>
          </p:cNvPr>
          <p:cNvSpPr/>
          <p:nvPr/>
        </p:nvSpPr>
        <p:spPr>
          <a:xfrm>
            <a:off x="5523430" y="1641475"/>
            <a:ext cx="2619693" cy="10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72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3">
              <a:spcAft>
                <a:spcPts val="300"/>
              </a:spcAft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GB" altLang="ja-JP" sz="1400" dirty="0">
              <a:solidFill>
                <a:schemeClr val="accent5"/>
              </a:solidFill>
              <a:latin typeface="+mn-ea"/>
            </a:endParaRPr>
          </a:p>
          <a:p>
            <a:pPr marL="0" lvl="3">
              <a:spcAft>
                <a:spcPts val="300"/>
              </a:spcAf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…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B3F66272-D44A-E3D2-E27E-D59D73E38C78}"/>
              </a:ext>
            </a:extLst>
          </p:cNvPr>
          <p:cNvSpPr/>
          <p:nvPr/>
        </p:nvSpPr>
        <p:spPr>
          <a:xfrm>
            <a:off x="5523430" y="2799511"/>
            <a:ext cx="2619693" cy="106476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72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3">
              <a:spcAft>
                <a:spcPts val="300"/>
              </a:spcAft>
            </a:pPr>
            <a:r>
              <a:rPr kumimoji="1"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accent5"/>
                </a:solidFill>
                <a:latin typeface="+mn-ea"/>
              </a:rPr>
              <a:t>PL</a:t>
            </a:r>
            <a:r>
              <a:rPr kumimoji="1"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kumimoji="1" lang="en-GB" altLang="ja-JP" sz="1200" dirty="0">
                <a:solidFill>
                  <a:schemeClr val="accent5"/>
                </a:solidFill>
                <a:latin typeface="+mn-ea"/>
              </a:rPr>
            </a:br>
            <a:r>
              <a:rPr kumimoji="1"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kumimoji="1" lang="en-GB" altLang="ja-JP" sz="1200" dirty="0">
              <a:solidFill>
                <a:schemeClr val="accent5"/>
              </a:solidFill>
              <a:latin typeface="+mn-ea"/>
            </a:endParaRPr>
          </a:p>
          <a:p>
            <a:pPr marL="0" lvl="3">
              <a:spcAft>
                <a:spcPts val="300"/>
              </a:spcAft>
            </a:pPr>
            <a:r>
              <a:rPr kumimoji="1"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ns2:creationId id="{ED8CBCD9-EC91-ADAE-A70A-A10E2E6CABDD}"/>
              </a:ext>
            </a:extLst>
          </p:cNvPr>
          <p:cNvGrpSpPr/>
          <p:nvPr/>
        </p:nvGrpSpPr>
        <p:grpSpPr>
          <a:xfrm>
            <a:off x="8296860" y="1628775"/>
            <a:ext cx="3384699" cy="999300"/>
            <a:chOff x="8296860" y="1870505"/>
            <a:chExt cx="3384699" cy="999300"/>
          </a:xfrm>
        </p:grpSpPr>
        <p:sp>
          <p:nvSpPr>
            <p:cNvPr id="37" name="四角形: 角を丸くする 36">
              <a:extLst>
                <a:ext uri="{FF2B5EF4-FFF2-40B4-BE49-F238E27FC236}">
                  <ns2:creationId id="{EAC29A8B-1892-5B5A-7116-629EA00F1E9F}"/>
                </a:ext>
              </a:extLst>
            </p:cNvPr>
            <p:cNvSpPr/>
            <p:nvPr/>
          </p:nvSpPr>
          <p:spPr>
            <a:xfrm>
              <a:off x="8296860" y="1870505"/>
              <a:ext cx="1620000" cy="720000"/>
            </a:xfrm>
            <a:prstGeom prst="roundRect">
              <a:avLst>
                <a:gd name="adj" fmla="val 5000"/>
              </a:avLst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GB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GB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GB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四角形: 角を丸くする 37">
              <a:extLst>
                <a:ext uri="{FF2B5EF4-FFF2-40B4-BE49-F238E27FC236}">
                  <ns2:creationId id="{13F1CFF2-3A9F-C5B4-6403-1D69CD2A5CBE}"/>
                </a:ext>
              </a:extLst>
            </p:cNvPr>
            <p:cNvSpPr/>
            <p:nvPr/>
          </p:nvSpPr>
          <p:spPr>
            <a:xfrm>
              <a:off x="10061559" y="1870505"/>
              <a:ext cx="1620000" cy="720000"/>
            </a:xfrm>
            <a:prstGeom prst="roundRect">
              <a:avLst>
                <a:gd name="adj" fmla="val 5000"/>
              </a:avLst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GB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F0CA6617-BA20-C2FE-E19E-224E2A889FE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838996" y="2086082"/>
              <a:ext cx="300428" cy="288845"/>
              <a:chOff x="4481975" y="4551664"/>
              <a:chExt cx="375450" cy="360974"/>
            </a:xfrm>
          </p:grpSpPr>
          <p:sp>
            <p:nvSpPr>
              <p:cNvPr id="46" name="円/楕円 8">
                <a:extLst>
                  <a:ext uri="{FF2B5EF4-FFF2-40B4-BE49-F238E27FC236}">
                    <ns2:creationId id="{1307C4A9-6A68-C1F6-D50C-15D0AC62AAB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47" name="グラフィックス 46">
                <a:extLst>
                  <a:ext uri="{FF2B5EF4-FFF2-40B4-BE49-F238E27FC236}">
                    <ns2:creationId id="{65E76098-F13E-6897-C44B-704F647F1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  <p:sp>
          <p:nvSpPr>
            <p:cNvPr id="48" name="正方形/長方形 47">
              <a:extLst>
                <a:ext uri="{FF2B5EF4-FFF2-40B4-BE49-F238E27FC236}">
                  <ns2:creationId id="{15EC4492-F99E-537C-C6FB-24A73B0F6D31}"/>
                </a:ext>
              </a:extLst>
            </p:cNvPr>
            <p:cNvSpPr/>
            <p:nvPr/>
          </p:nvSpPr>
          <p:spPr>
            <a:xfrm>
              <a:off x="10944581" y="2590505"/>
              <a:ext cx="736978" cy="2793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3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0" lvl="3"/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pPr marL="0" lvl="3"/>
              <a:endParaRPr lang="en-US" altLang="ja-JP" sz="1200" dirty="0">
                <a:solidFill>
                  <a:schemeClr val="accent5"/>
                </a:solidFill>
                <a:latin typeface="+mn-ea"/>
              </a:endParaRPr>
            </a:p>
          </p:txBody>
        </p:sp>
      </p:grpSp>
      <p:grpSp>
        <p:nvGrpSpPr>
          <p:cNvPr id="55" name="グループ化 54">
            <a:extLst>
              <a:ext uri="{FF2B5EF4-FFF2-40B4-BE49-F238E27FC236}">
                <ns2:creationId id="{987EF0FF-430D-212B-18BF-C3A7923E9033}"/>
              </a:ext>
            </a:extLst>
          </p:cNvPr>
          <p:cNvGrpSpPr/>
          <p:nvPr/>
        </p:nvGrpSpPr>
        <p:grpSpPr>
          <a:xfrm>
            <a:off x="8218814" y="2562712"/>
            <a:ext cx="3532795" cy="369527"/>
            <a:chOff x="8218813" y="2574012"/>
            <a:chExt cx="3532795" cy="369527"/>
          </a:xfrm>
        </p:grpSpPr>
        <p:cxnSp>
          <p:nvCxnSpPr>
            <p:cNvPr id="39" name="直線コネクタ 38">
              <a:extLst>
                <a:ext uri="{FF2B5EF4-FFF2-40B4-BE49-F238E27FC236}">
                  <ns2:creationId id="{9521FC01-06AB-488F-5901-095D0E9EB9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985211" y="992379"/>
              <a:ext cx="0" cy="3532795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グループ化 39">
              <a:extLst>
                <a:ext uri="{FF2B5EF4-FFF2-40B4-BE49-F238E27FC236}">
                  <ns2:creationId id="{0A0F9851-6583-D4D5-64C1-3568660B5988}"/>
                </a:ext>
              </a:extLst>
            </p:cNvPr>
            <p:cNvGrpSpPr/>
            <p:nvPr/>
          </p:nvGrpSpPr>
          <p:grpSpPr>
            <a:xfrm rot="5400000">
              <a:off x="9800448" y="2578776"/>
              <a:ext cx="369527" cy="360000"/>
              <a:chOff x="4481975" y="4552638"/>
              <a:chExt cx="369527" cy="360000"/>
            </a:xfrm>
          </p:grpSpPr>
          <p:sp>
            <p:nvSpPr>
              <p:cNvPr id="41" name="円/楕円 8">
                <a:extLst>
                  <a:ext uri="{FF2B5EF4-FFF2-40B4-BE49-F238E27FC236}">
                    <ns2:creationId id="{406E52D6-7B59-0CD8-794F-839B3E72B04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42" name="グラフィックス 41">
                <a:extLst>
                  <a:ext uri="{FF2B5EF4-FFF2-40B4-BE49-F238E27FC236}">
                    <ns2:creationId id="{A335A680-8803-8F73-45C7-1CD78FD5EB38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49" name="正方形/長方形 48">
            <a:extLst>
              <a:ext uri="{FF2B5EF4-FFF2-40B4-BE49-F238E27FC236}">
                <ns2:creationId id="{B17F9276-C4FE-C644-4F98-69856B823699}"/>
              </a:ext>
            </a:extLst>
          </p:cNvPr>
          <p:cNvSpPr/>
          <p:nvPr/>
        </p:nvSpPr>
        <p:spPr>
          <a:xfrm>
            <a:off x="8111808" y="3008529"/>
            <a:ext cx="3744000" cy="82894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648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3" algn="ctr"/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GB" altLang="ja-JP" sz="14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ns2:creationId id="{FF4489EF-79F8-1EB9-AB69-363B50F319CD}"/>
              </a:ext>
            </a:extLst>
          </p:cNvPr>
          <p:cNvCxnSpPr>
            <a:cxnSpLocks/>
          </p:cNvCxnSpPr>
          <p:nvPr/>
        </p:nvCxnSpPr>
        <p:spPr>
          <a:xfrm flipV="1">
            <a:off x="877181" y="3968516"/>
            <a:ext cx="10965795" cy="4909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ns2:creationId id="{2578F81D-8612-D87D-EEA4-D2A7B11613AB}"/>
              </a:ext>
            </a:extLst>
          </p:cNvPr>
          <p:cNvCxnSpPr>
            <a:cxnSpLocks/>
          </p:cNvCxnSpPr>
          <p:nvPr/>
        </p:nvCxnSpPr>
        <p:spPr>
          <a:xfrm>
            <a:off x="1888216" y="2747985"/>
            <a:ext cx="2619693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F2E28A21-106A-6B3B-EE49-22EE4C98CC88}"/>
              </a:ext>
            </a:extLst>
          </p:cNvPr>
          <p:cNvCxnSpPr>
            <a:cxnSpLocks/>
          </p:cNvCxnSpPr>
          <p:nvPr/>
        </p:nvCxnSpPr>
        <p:spPr>
          <a:xfrm>
            <a:off x="5523431" y="2746523"/>
            <a:ext cx="2619693" cy="190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3681691518"/>
      </p:ext>
    </p:extLst>
  </p:cSld>
  <p:clrMapOvr>
    <a:masterClrMapping/>
  </p:clrMapOvr>
</p:sld>
</file>

<file path=ppt/slides/slide7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14E3785-D35F-6167-583E-7970C384D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B6DC630-3744-4277-554F-EDD4C68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13</a:t>
            </a:r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F0CE4DEB-FF52-C3DE-CCEA-EB21DB61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fld id="{AE9BC486-A67F-4F3D-8FA3-20FB0639ABC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58" name="Group 157">
            <a:extLst>
              <a:ext uri="{FF2B5EF4-FFF2-40B4-BE49-F238E27FC236}">
                <ns2:creationId id="{269E16E2-8F8B-8F50-DC29-4E1E3686EBBF}"/>
              </a:ext>
            </a:extLst>
          </p:cNvPr>
          <p:cNvGrpSpPr/>
          <p:nvPr/>
        </p:nvGrpSpPr>
        <p:grpSpPr>
          <a:xfrm>
            <a:off x="334963" y="1628774"/>
            <a:ext cx="11522074" cy="4679952"/>
            <a:chOff x="334963" y="1628774"/>
            <a:chExt cx="11522074" cy="4679952"/>
          </a:xfrm>
        </p:grpSpPr>
        <p:sp>
          <p:nvSpPr>
            <p:cNvPr id="271" name="table_TWformat_1_3">
              <a:extLst>
                <a:ext uri="{FF2B5EF4-FFF2-40B4-BE49-F238E27FC236}">
                  <ns2:creationId id="{CE0C9FEE-B37A-E7F4-1D92-74F8AA7DCB5C}"/>
                </a:ext>
              </a:extLst>
            </p:cNvPr>
            <p:cNvSpPr txBox="1"/>
            <p:nvPr/>
          </p:nvSpPr>
          <p:spPr>
            <a:xfrm>
              <a:off x="1595951" y="1635165"/>
              <a:ext cx="4223824" cy="143069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table_TWformat_1_7">
              <a:extLst>
                <a:ext uri="{FF2B5EF4-FFF2-40B4-BE49-F238E27FC236}">
                  <ns2:creationId id="{70AA58E0-583B-FEA0-BD69-556972546C06}"/>
                </a:ext>
              </a:extLst>
            </p:cNvPr>
            <p:cNvSpPr txBox="1"/>
            <p:nvPr/>
          </p:nvSpPr>
          <p:spPr>
            <a:xfrm>
              <a:off x="5850918" y="1635165"/>
              <a:ext cx="4187146" cy="143072"/>
            </a:xfrm>
            <a:prstGeom prst="rect">
              <a:avLst/>
            </a:prstGeom>
            <a:solidFill>
              <a:schemeClr val="accent2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table_TWformat_2_7">
              <a:extLst>
                <a:ext uri="{FF2B5EF4-FFF2-40B4-BE49-F238E27FC236}">
                  <ns2:creationId id="{42A3BFA5-E0A9-DA42-6D77-B149FC42E0AF}"/>
                </a:ext>
              </a:extLst>
            </p:cNvPr>
            <p:cNvSpPr txBox="1"/>
            <p:nvPr/>
          </p:nvSpPr>
          <p:spPr>
            <a:xfrm>
              <a:off x="5850918" y="1796799"/>
              <a:ext cx="4187146" cy="14307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zh-TW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zh-TW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zh-TW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zh-TW" sz="90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" name="table_TWformat_1_1">
              <a:extLst>
                <a:ext uri="{FF2B5EF4-FFF2-40B4-BE49-F238E27FC236}">
                  <ns2:creationId id="{E9447B27-89E2-174B-1677-7421AC2794DB}"/>
                </a:ext>
              </a:extLst>
            </p:cNvPr>
            <p:cNvSpPr txBox="1"/>
            <p:nvPr/>
          </p:nvSpPr>
          <p:spPr>
            <a:xfrm>
              <a:off x="334963" y="1635165"/>
              <a:ext cx="198438" cy="627768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table_TWformat_6_1">
              <a:extLst>
                <a:ext uri="{FF2B5EF4-FFF2-40B4-BE49-F238E27FC236}">
                  <ns2:creationId id="{79F7878A-2E41-FDC1-7617-77855AF35895}"/>
                </a:ext>
              </a:extLst>
            </p:cNvPr>
            <p:cNvSpPr txBox="1"/>
            <p:nvPr/>
          </p:nvSpPr>
          <p:spPr>
            <a:xfrm>
              <a:off x="334963" y="4559803"/>
              <a:ext cx="198438" cy="684446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en-US" altLang="ja-JP"/>
                <a:t>2</a:t>
              </a:r>
              <a:endParaRPr lang="ja-JP" altLang="en-US"/>
            </a:p>
          </p:txBody>
        </p:sp>
        <p:sp>
          <p:nvSpPr>
            <p:cNvPr id="24" name="table_TWformat_5_1">
              <a:extLst>
                <a:ext uri="{FF2B5EF4-FFF2-40B4-BE49-F238E27FC236}">
                  <ns2:creationId id="{51911F9A-3847-BA08-C930-BF2D851963C8}"/>
                </a:ext>
              </a:extLst>
            </p:cNvPr>
            <p:cNvSpPr txBox="1"/>
            <p:nvPr/>
          </p:nvSpPr>
          <p:spPr>
            <a:xfrm>
              <a:off x="334963" y="2297269"/>
              <a:ext cx="198438" cy="223978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en-US" altLang="ja-JP"/>
                <a:t>1</a:t>
              </a:r>
              <a:endParaRPr lang="ja-JP" altLang="en-US"/>
            </a:p>
          </p:txBody>
        </p:sp>
        <p:sp>
          <p:nvSpPr>
            <p:cNvPr id="26" name="table_TWformat_7_1">
              <a:extLst>
                <a:ext uri="{FF2B5EF4-FFF2-40B4-BE49-F238E27FC236}">
                  <ns2:creationId id="{AB559A7D-F893-DFF5-8DDB-6738C68D1841}"/>
                </a:ext>
              </a:extLst>
            </p:cNvPr>
            <p:cNvSpPr txBox="1"/>
            <p:nvPr/>
          </p:nvSpPr>
          <p:spPr>
            <a:xfrm>
              <a:off x="334963" y="5289756"/>
              <a:ext cx="198438" cy="101897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en-US" altLang="ja-JP"/>
                <a:t>3</a:t>
              </a:r>
              <a:endParaRPr lang="ja-JP" altLang="en-US"/>
            </a:p>
          </p:txBody>
        </p:sp>
        <p:sp>
          <p:nvSpPr>
            <p:cNvPr id="27" name="table_TWformat_1_2">
              <a:extLst>
                <a:ext uri="{FF2B5EF4-FFF2-40B4-BE49-F238E27FC236}">
                  <ns2:creationId id="{5CA71C56-3B22-7F56-AD7D-CB5A4C2F9925}"/>
                </a:ext>
              </a:extLst>
            </p:cNvPr>
            <p:cNvSpPr txBox="1"/>
            <p:nvPr/>
          </p:nvSpPr>
          <p:spPr>
            <a:xfrm>
              <a:off x="564284" y="1628774"/>
              <a:ext cx="1000783" cy="634365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7" name="table_TWformat_6_2">
              <a:extLst>
                <a:ext uri="{FF2B5EF4-FFF2-40B4-BE49-F238E27FC236}">
                  <ns2:creationId id="{F7E66461-00C5-BD66-6ACE-8BA88E212F49}"/>
                </a:ext>
              </a:extLst>
            </p:cNvPr>
            <p:cNvSpPr txBox="1"/>
            <p:nvPr/>
          </p:nvSpPr>
          <p:spPr>
            <a:xfrm>
              <a:off x="564284" y="4559803"/>
              <a:ext cx="1000783" cy="684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br>
                <a:rPr lang="it-IT" altLang="ja-JP"/>
              </a:br>
              <a:r>
                <a:rPr lang="ja-JP" altLang="en-US"/>
                <a:t>XX</a:t>
              </a:r>
            </a:p>
          </p:txBody>
        </p:sp>
        <p:sp>
          <p:nvSpPr>
            <p:cNvPr id="265" name="table_TWformat_5_2">
              <a:extLst>
                <a:ext uri="{FF2B5EF4-FFF2-40B4-BE49-F238E27FC236}">
                  <ns2:creationId id="{25B94508-A925-4EE5-5D84-1B675A067041}"/>
                </a:ext>
              </a:extLst>
            </p:cNvPr>
            <p:cNvSpPr txBox="1"/>
            <p:nvPr/>
          </p:nvSpPr>
          <p:spPr>
            <a:xfrm>
              <a:off x="564284" y="2297269"/>
              <a:ext cx="1000783" cy="22397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</a:p>
          </p:txBody>
        </p:sp>
        <p:sp>
          <p:nvSpPr>
            <p:cNvPr id="269" name="table_TWformat_7_2">
              <a:extLst>
                <a:ext uri="{FF2B5EF4-FFF2-40B4-BE49-F238E27FC236}">
                  <ns2:creationId id="{78D33386-5A5C-F078-9527-EBF6592A0D1B}"/>
                </a:ext>
              </a:extLst>
            </p:cNvPr>
            <p:cNvSpPr txBox="1"/>
            <p:nvPr/>
          </p:nvSpPr>
          <p:spPr>
            <a:xfrm>
              <a:off x="564284" y="5289756"/>
              <a:ext cx="1000783" cy="101897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272" name="table_TWformat_2_3">
              <a:extLst>
                <a:ext uri="{FF2B5EF4-FFF2-40B4-BE49-F238E27FC236}">
                  <ns2:creationId id="{47CDCB5B-32DE-F753-6E94-4EFDD68E962E}"/>
                </a:ext>
              </a:extLst>
            </p:cNvPr>
            <p:cNvSpPr txBox="1"/>
            <p:nvPr/>
          </p:nvSpPr>
          <p:spPr>
            <a:xfrm>
              <a:off x="1595950" y="1796799"/>
              <a:ext cx="1269179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" name="table_TWformat_6_3">
              <a:extLst>
                <a:ext uri="{FF2B5EF4-FFF2-40B4-BE49-F238E27FC236}">
                  <ns2:creationId id="{CE58001D-2B48-42F3-6974-FF11EF79975D}"/>
                </a:ext>
              </a:extLst>
            </p:cNvPr>
            <p:cNvSpPr txBox="1"/>
            <p:nvPr/>
          </p:nvSpPr>
          <p:spPr>
            <a:xfrm>
              <a:off x="1595950" y="4559803"/>
              <a:ext cx="1269179" cy="68444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278" name="table_TWformat_5_3">
              <a:extLst>
                <a:ext uri="{FF2B5EF4-FFF2-40B4-BE49-F238E27FC236}">
                  <ns2:creationId id="{E6F1F9C3-DE13-652B-4FFF-B171278DEFE3}"/>
                </a:ext>
              </a:extLst>
            </p:cNvPr>
            <p:cNvSpPr txBox="1"/>
            <p:nvPr/>
          </p:nvSpPr>
          <p:spPr>
            <a:xfrm>
              <a:off x="1595950" y="2297269"/>
              <a:ext cx="1269179" cy="22397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ns2:creationId id="{4CF39430-41CD-3F30-E781-617CEA14C13F}"/>
                </a:ext>
              </a:extLst>
            </p:cNvPr>
            <p:cNvCxnSpPr/>
            <p:nvPr/>
          </p:nvCxnSpPr>
          <p:spPr>
            <a:xfrm>
              <a:off x="1595950" y="4544129"/>
              <a:ext cx="126918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able_TWformat_7_3">
              <a:extLst>
                <a:ext uri="{FF2B5EF4-FFF2-40B4-BE49-F238E27FC236}">
                  <ns2:creationId id="{B5E510EF-0FB9-710C-8CE3-56B1ED711AE0}"/>
                </a:ext>
              </a:extLst>
            </p:cNvPr>
            <p:cNvSpPr txBox="1"/>
            <p:nvPr/>
          </p:nvSpPr>
          <p:spPr>
            <a:xfrm>
              <a:off x="1595950" y="5289756"/>
              <a:ext cx="1269179" cy="101897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rgbClr val="008000"/>
                  </a:solidFill>
                  <a:latin typeface="+mn-ea"/>
                </a:rPr>
                <a:t>※</a:t>
              </a: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323" name="Straight Connector 322">
              <a:extLst>
                <a:ext uri="{FF2B5EF4-FFF2-40B4-BE49-F238E27FC236}">
                  <ns2:creationId id="{B8B3E601-A67E-9419-E26C-2EDC8D53959F}"/>
                </a:ext>
              </a:extLst>
            </p:cNvPr>
            <p:cNvCxnSpPr/>
            <p:nvPr/>
          </p:nvCxnSpPr>
          <p:spPr>
            <a:xfrm>
              <a:off x="1595950" y="5267003"/>
              <a:ext cx="126918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able_TWformat_2_4">
              <a:extLst>
                <a:ext uri="{FF2B5EF4-FFF2-40B4-BE49-F238E27FC236}">
                  <ns2:creationId id="{2DDBE075-1565-ACC9-F43F-E1631E6292C0}"/>
                </a:ext>
              </a:extLst>
            </p:cNvPr>
            <p:cNvSpPr txBox="1"/>
            <p:nvPr/>
          </p:nvSpPr>
          <p:spPr>
            <a:xfrm>
              <a:off x="2896013" y="1796799"/>
              <a:ext cx="2126245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6" name="table_TWformat_6_4">
              <a:extLst>
                <a:ext uri="{FF2B5EF4-FFF2-40B4-BE49-F238E27FC236}">
                  <ns2:creationId id="{E536D812-A299-C957-18E9-A70695773282}"/>
                </a:ext>
              </a:extLst>
            </p:cNvPr>
            <p:cNvSpPr txBox="1"/>
            <p:nvPr/>
          </p:nvSpPr>
          <p:spPr>
            <a:xfrm>
              <a:off x="2896013" y="4559803"/>
              <a:ext cx="2126245" cy="68444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endParaRPr lang="en-US" altLang="ja-JP"/>
            </a:p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</a:p>
          </p:txBody>
        </p:sp>
        <p:sp>
          <p:nvSpPr>
            <p:cNvPr id="44" name="table_TWformat_5_4">
              <a:extLst>
                <a:ext uri="{FF2B5EF4-FFF2-40B4-BE49-F238E27FC236}">
                  <ns2:creationId id="{B02D06D0-E5D4-CE87-9E06-5A26E12ABA98}"/>
                </a:ext>
              </a:extLst>
            </p:cNvPr>
            <p:cNvSpPr txBox="1"/>
            <p:nvPr/>
          </p:nvSpPr>
          <p:spPr>
            <a:xfrm>
              <a:off x="2896013" y="2297269"/>
              <a:ext cx="2126245" cy="22397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r>
                <a:rPr lang="en-US" altLang="ja-JP" b="0">
                  <a:solidFill>
                    <a:schemeClr val="tx1"/>
                  </a:solidFill>
                </a:rPr>
                <a:t>XX</a:t>
              </a: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r>
                <a:rPr lang="en-US" altLang="ja-JP" b="0">
                  <a:solidFill>
                    <a:schemeClr val="tx1"/>
                  </a:solidFill>
                </a:rPr>
                <a:t>) 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endParaRPr lang="en-US" altLang="ja-JP" b="0">
                <a:solidFill>
                  <a:schemeClr val="tx1"/>
                </a:solidFill>
              </a:endParaRPr>
            </a:p>
            <a:p>
              <a:r>
                <a:rPr lang="ja-JP" altLang="en-US"/>
                <a:t>XX</a:t>
              </a:r>
              <a:br>
                <a:rPr lang="ja-JP" altLang="en-US"/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endParaRPr lang="en-US" altLang="ja-JP" b="0">
                <a:solidFill>
                  <a:schemeClr val="tx1"/>
                </a:solidFill>
              </a:endParaRPr>
            </a:p>
            <a:p>
              <a:r>
                <a:rPr lang="ja-JP" altLang="en-US"/>
                <a:t>XX</a:t>
              </a:r>
              <a:br>
                <a:rPr lang="ja-JP" altLang="en-US"/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ns2:creationId id="{FE2AD972-C17F-9E69-F818-EC44406AFE06}"/>
                </a:ext>
              </a:extLst>
            </p:cNvPr>
            <p:cNvCxnSpPr/>
            <p:nvPr/>
          </p:nvCxnSpPr>
          <p:spPr>
            <a:xfrm>
              <a:off x="2896013" y="4544129"/>
              <a:ext cx="2126245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able_TWformat_7_4">
              <a:extLst>
                <a:ext uri="{FF2B5EF4-FFF2-40B4-BE49-F238E27FC236}">
                  <ns2:creationId id="{695EE6D6-8384-AF9B-ECCB-30BEE24E4670}"/>
                </a:ext>
              </a:extLst>
            </p:cNvPr>
            <p:cNvSpPr txBox="1"/>
            <p:nvPr/>
          </p:nvSpPr>
          <p:spPr>
            <a:xfrm>
              <a:off x="2896013" y="5289756"/>
              <a:ext cx="2126245" cy="101897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※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325" name="Straight Connector 324">
              <a:extLst>
                <a:ext uri="{FF2B5EF4-FFF2-40B4-BE49-F238E27FC236}">
                  <ns2:creationId id="{A9836827-2E65-173F-B385-C609A2DF2185}"/>
                </a:ext>
              </a:extLst>
            </p:cNvPr>
            <p:cNvCxnSpPr/>
            <p:nvPr/>
          </p:nvCxnSpPr>
          <p:spPr>
            <a:xfrm>
              <a:off x="2896013" y="5267003"/>
              <a:ext cx="2126245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able_TWformat_2_5">
              <a:extLst>
                <a:ext uri="{FF2B5EF4-FFF2-40B4-BE49-F238E27FC236}">
                  <ns2:creationId id="{D1242D20-A82A-958C-469F-823DF62E514D}"/>
                </a:ext>
              </a:extLst>
            </p:cNvPr>
            <p:cNvSpPr txBox="1"/>
            <p:nvPr/>
          </p:nvSpPr>
          <p:spPr>
            <a:xfrm>
              <a:off x="5053141" y="1796799"/>
              <a:ext cx="434320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ROI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9" name="table_TWformat_6_5">
              <a:extLst>
                <a:ext uri="{FF2B5EF4-FFF2-40B4-BE49-F238E27FC236}">
                  <ns2:creationId id="{953E6A10-3810-58D9-D254-8F8859768E44}"/>
                </a:ext>
              </a:extLst>
            </p:cNvPr>
            <p:cNvSpPr txBox="1"/>
            <p:nvPr/>
          </p:nvSpPr>
          <p:spPr>
            <a:xfrm>
              <a:off x="5053141" y="4559803"/>
              <a:ext cx="434320" cy="684446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57" name="table_TWformat_5_5">
              <a:extLst>
                <a:ext uri="{FF2B5EF4-FFF2-40B4-BE49-F238E27FC236}">
                  <ns2:creationId id="{FFE8A1F0-C244-4C00-9E15-D45677E56008}"/>
                </a:ext>
              </a:extLst>
            </p:cNvPr>
            <p:cNvSpPr txBox="1"/>
            <p:nvPr/>
          </p:nvSpPr>
          <p:spPr>
            <a:xfrm>
              <a:off x="5053141" y="2297269"/>
              <a:ext cx="434320" cy="223978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ns2:creationId id="{D28D330F-E9BC-F581-02C5-59E70FE93E5D}"/>
                </a:ext>
              </a:extLst>
            </p:cNvPr>
            <p:cNvCxnSpPr/>
            <p:nvPr/>
          </p:nvCxnSpPr>
          <p:spPr>
            <a:xfrm>
              <a:off x="5053141" y="4544129"/>
              <a:ext cx="43432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able_TWformat_7_5">
              <a:extLst>
                <a:ext uri="{FF2B5EF4-FFF2-40B4-BE49-F238E27FC236}">
                  <ns2:creationId id="{49B86BF4-7D36-402D-6B84-642F4D8622D0}"/>
                </a:ext>
              </a:extLst>
            </p:cNvPr>
            <p:cNvSpPr txBox="1"/>
            <p:nvPr/>
          </p:nvSpPr>
          <p:spPr>
            <a:xfrm>
              <a:off x="5053141" y="5289756"/>
              <a:ext cx="434320" cy="101897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26" name="Straight Connector 325">
              <a:extLst>
                <a:ext uri="{FF2B5EF4-FFF2-40B4-BE49-F238E27FC236}">
                  <ns2:creationId id="{C8C991CE-737A-E8A2-4C22-5D413FEA45EE}"/>
                </a:ext>
              </a:extLst>
            </p:cNvPr>
            <p:cNvCxnSpPr/>
            <p:nvPr/>
          </p:nvCxnSpPr>
          <p:spPr>
            <a:xfrm>
              <a:off x="5053141" y="5267003"/>
              <a:ext cx="43432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able_TWformat_2_6">
              <a:extLst>
                <a:ext uri="{FF2B5EF4-FFF2-40B4-BE49-F238E27FC236}">
                  <ns2:creationId id="{D233C269-EAA4-956E-2153-4741F2633C3F}"/>
                </a:ext>
              </a:extLst>
            </p:cNvPr>
            <p:cNvSpPr txBox="1"/>
            <p:nvPr/>
          </p:nvSpPr>
          <p:spPr>
            <a:xfrm>
              <a:off x="5518344" y="1796799"/>
              <a:ext cx="301691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" name="table_TWformat_6_6">
              <a:extLst>
                <a:ext uri="{FF2B5EF4-FFF2-40B4-BE49-F238E27FC236}">
                  <ns2:creationId id="{CAFC06FE-0743-FA3B-DF82-2A7CC564DA3B}"/>
                </a:ext>
              </a:extLst>
            </p:cNvPr>
            <p:cNvSpPr txBox="1"/>
            <p:nvPr/>
          </p:nvSpPr>
          <p:spPr>
            <a:xfrm>
              <a:off x="5518344" y="4559803"/>
              <a:ext cx="301691" cy="684446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70" name="table_TWformat_5_6">
              <a:extLst>
                <a:ext uri="{FF2B5EF4-FFF2-40B4-BE49-F238E27FC236}">
                  <ns2:creationId id="{66D0B803-3C1B-D84F-8CCA-3FBB244A313D}"/>
                </a:ext>
              </a:extLst>
            </p:cNvPr>
            <p:cNvSpPr txBox="1"/>
            <p:nvPr/>
          </p:nvSpPr>
          <p:spPr>
            <a:xfrm>
              <a:off x="5518344" y="2297269"/>
              <a:ext cx="301691" cy="223978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ns2:creationId id="{33D41959-A466-20EF-9B4B-1DF023C7684C}"/>
                </a:ext>
              </a:extLst>
            </p:cNvPr>
            <p:cNvCxnSpPr/>
            <p:nvPr/>
          </p:nvCxnSpPr>
          <p:spPr>
            <a:xfrm>
              <a:off x="5518344" y="4544129"/>
              <a:ext cx="30169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able_TWformat_7_6">
              <a:extLst>
                <a:ext uri="{FF2B5EF4-FFF2-40B4-BE49-F238E27FC236}">
                  <ns2:creationId id="{1DFDE042-D119-A5A2-F4D8-B57B5AD8922E}"/>
                </a:ext>
              </a:extLst>
            </p:cNvPr>
            <p:cNvSpPr txBox="1"/>
            <p:nvPr/>
          </p:nvSpPr>
          <p:spPr>
            <a:xfrm>
              <a:off x="5518344" y="5289756"/>
              <a:ext cx="301691" cy="101897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27" name="Straight Connector 326">
              <a:extLst>
                <a:ext uri="{FF2B5EF4-FFF2-40B4-BE49-F238E27FC236}">
                  <ns2:creationId id="{7E2B3B3E-FF39-38A6-1B9A-8E99D33BEFEA}"/>
                </a:ext>
              </a:extLst>
            </p:cNvPr>
            <p:cNvCxnSpPr/>
            <p:nvPr/>
          </p:nvCxnSpPr>
          <p:spPr>
            <a:xfrm>
              <a:off x="5518344" y="5267003"/>
              <a:ext cx="30169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able_TWformat_3_7">
              <a:extLst>
                <a:ext uri="{FF2B5EF4-FFF2-40B4-BE49-F238E27FC236}">
                  <ns2:creationId id="{AC242DF5-8D58-AAEB-2FEE-62E8751BAA38}"/>
                </a:ext>
              </a:extLst>
            </p:cNvPr>
            <p:cNvSpPr txBox="1"/>
            <p:nvPr/>
          </p:nvSpPr>
          <p:spPr>
            <a:xfrm>
              <a:off x="5850918" y="1958433"/>
              <a:ext cx="359561" cy="30470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table_TWformat_6_7">
              <a:extLst>
                <a:ext uri="{FF2B5EF4-FFF2-40B4-BE49-F238E27FC236}">
                  <ns2:creationId id="{93BE0186-171D-B2C6-A91B-05EF47D56F9F}"/>
                </a:ext>
              </a:extLst>
            </p:cNvPr>
            <p:cNvSpPr txBox="1"/>
            <p:nvPr/>
          </p:nvSpPr>
          <p:spPr>
            <a:xfrm>
              <a:off x="5850918" y="4559803"/>
              <a:ext cx="359561" cy="684446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83" name="table_TWformat_5_7">
              <a:extLst>
                <a:ext uri="{FF2B5EF4-FFF2-40B4-BE49-F238E27FC236}">
                  <ns2:creationId id="{43B7D7B9-6E8F-55AD-239B-70985A6C3406}"/>
                </a:ext>
              </a:extLst>
            </p:cNvPr>
            <p:cNvSpPr txBox="1"/>
            <p:nvPr/>
          </p:nvSpPr>
          <p:spPr>
            <a:xfrm>
              <a:off x="5850918" y="2297269"/>
              <a:ext cx="359561" cy="223978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86" name="Straight Connector 85">
              <a:extLst>
                <a:ext uri="{FF2B5EF4-FFF2-40B4-BE49-F238E27FC236}">
                  <ns2:creationId id="{47AD3172-38F1-B0BA-4A81-0984BDCCBC07}"/>
                </a:ext>
              </a:extLst>
            </p:cNvPr>
            <p:cNvCxnSpPr/>
            <p:nvPr/>
          </p:nvCxnSpPr>
          <p:spPr>
            <a:xfrm>
              <a:off x="5850918" y="4544129"/>
              <a:ext cx="35956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able_TWformat_7_7">
              <a:extLst>
                <a:ext uri="{FF2B5EF4-FFF2-40B4-BE49-F238E27FC236}">
                  <ns2:creationId id="{D062A688-12EF-E0FF-55EB-058E03CA6893}"/>
                </a:ext>
              </a:extLst>
            </p:cNvPr>
            <p:cNvSpPr txBox="1"/>
            <p:nvPr/>
          </p:nvSpPr>
          <p:spPr>
            <a:xfrm>
              <a:off x="5850918" y="5289756"/>
              <a:ext cx="359561" cy="101897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28" name="Straight Connector 327">
              <a:extLst>
                <a:ext uri="{FF2B5EF4-FFF2-40B4-BE49-F238E27FC236}">
                  <ns2:creationId id="{82E578D1-FAC5-A912-187E-7856AAA1F494}"/>
                </a:ext>
              </a:extLst>
            </p:cNvPr>
            <p:cNvCxnSpPr/>
            <p:nvPr/>
          </p:nvCxnSpPr>
          <p:spPr>
            <a:xfrm>
              <a:off x="5850918" y="5267003"/>
              <a:ext cx="35956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able_TWformat_6_8">
              <a:extLst>
                <a:ext uri="{FF2B5EF4-FFF2-40B4-BE49-F238E27FC236}">
                  <ns2:creationId id="{10408DEB-DC24-B742-82AD-EB1E5787626B}"/>
                </a:ext>
              </a:extLst>
            </p:cNvPr>
            <p:cNvSpPr txBox="1"/>
            <p:nvPr/>
          </p:nvSpPr>
          <p:spPr>
            <a:xfrm>
              <a:off x="6241362" y="4559803"/>
              <a:ext cx="1012790" cy="684446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pPr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r>
                <a:rPr lang="en-US" altLang="ja-JP" b="0">
                  <a:solidFill>
                    <a:schemeClr val="tx1"/>
                  </a:solidFill>
                </a:rPr>
                <a:t>XX</a:t>
              </a: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ja-JP" altLang="en-US" b="0">
                  <a:solidFill>
                    <a:schemeClr val="tx1"/>
                  </a:solidFill>
                </a:rPr>
              </a:br>
              <a:r>
                <a:rPr lang="en-US" altLang="ja-JP" b="0">
                  <a:solidFill>
                    <a:schemeClr val="accent2"/>
                  </a:solidFill>
                </a:rPr>
                <a:t>※</a:t>
              </a: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96" name="table_TWformat_5_8">
              <a:extLst>
                <a:ext uri="{FF2B5EF4-FFF2-40B4-BE49-F238E27FC236}">
                  <ns2:creationId id="{61922713-A6D2-D0E7-32C8-9351B9447779}"/>
                </a:ext>
              </a:extLst>
            </p:cNvPr>
            <p:cNvSpPr txBox="1"/>
            <p:nvPr/>
          </p:nvSpPr>
          <p:spPr>
            <a:xfrm>
              <a:off x="6241362" y="2297269"/>
              <a:ext cx="1012790" cy="22397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　</a:t>
              </a:r>
            </a:p>
          </p:txBody>
        </p:sp>
        <p:cxnSp>
          <p:nvCxnSpPr>
            <p:cNvPr id="99" name="Straight Connector 98">
              <a:extLst>
                <a:ext uri="{FF2B5EF4-FFF2-40B4-BE49-F238E27FC236}">
                  <ns2:creationId id="{7D36B035-5B4D-FBA9-A204-EF28750EC56E}"/>
                </a:ext>
              </a:extLst>
            </p:cNvPr>
            <p:cNvCxnSpPr/>
            <p:nvPr/>
          </p:nvCxnSpPr>
          <p:spPr>
            <a:xfrm>
              <a:off x="6241362" y="4544129"/>
              <a:ext cx="101279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able_TWformat_7_8">
              <a:extLst>
                <a:ext uri="{FF2B5EF4-FFF2-40B4-BE49-F238E27FC236}">
                  <ns2:creationId id="{797069AE-7CB2-DAE0-6EBA-7CD2B0B14C6B}"/>
                </a:ext>
              </a:extLst>
            </p:cNvPr>
            <p:cNvSpPr txBox="1"/>
            <p:nvPr/>
          </p:nvSpPr>
          <p:spPr>
            <a:xfrm>
              <a:off x="6241362" y="5289756"/>
              <a:ext cx="1012790" cy="1018970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pPr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en-US" altLang="ja-JP" b="0">
                  <a:solidFill>
                    <a:schemeClr val="tx1"/>
                  </a:solidFill>
                </a:rPr>
                <a:t>:</a:t>
              </a: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ja-JP" altLang="en-US" b="0">
                  <a:solidFill>
                    <a:schemeClr val="tx1"/>
                  </a:solidFill>
                </a:rPr>
              </a:br>
              <a:r>
                <a:rPr lang="en-US" altLang="ja-JP" b="0">
                  <a:solidFill>
                    <a:schemeClr val="accent2"/>
                  </a:solidFill>
                </a:rPr>
                <a:t>※</a:t>
              </a: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20" name="table_TWformat_4_8">
              <a:extLst>
                <a:ext uri="{FF2B5EF4-FFF2-40B4-BE49-F238E27FC236}">
                  <ns2:creationId id="{63966F6E-D99A-E45F-6DE4-5ECDD04C35C7}"/>
                </a:ext>
              </a:extLst>
            </p:cNvPr>
            <p:cNvSpPr txBox="1"/>
            <p:nvPr/>
          </p:nvSpPr>
          <p:spPr>
            <a:xfrm>
              <a:off x="6241362" y="2140511"/>
              <a:ext cx="1012790" cy="12241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accent2">
                      <a:lumMod val="75000"/>
                    </a:schemeClr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29" name="Straight Connector 328">
              <a:extLst>
                <a:ext uri="{FF2B5EF4-FFF2-40B4-BE49-F238E27FC236}">
                  <ns2:creationId id="{6C128805-D58E-CE40-9DFF-95930AB18E61}"/>
                </a:ext>
              </a:extLst>
            </p:cNvPr>
            <p:cNvCxnSpPr/>
            <p:nvPr/>
          </p:nvCxnSpPr>
          <p:spPr>
            <a:xfrm>
              <a:off x="6241362" y="5267003"/>
              <a:ext cx="101279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able_TWformat_3_9">
              <a:extLst>
                <a:ext uri="{FF2B5EF4-FFF2-40B4-BE49-F238E27FC236}">
                  <ns2:creationId id="{C0BD6792-BCE9-9874-1E11-F8DF71091396}"/>
                </a:ext>
              </a:extLst>
            </p:cNvPr>
            <p:cNvSpPr txBox="1"/>
            <p:nvPr/>
          </p:nvSpPr>
          <p:spPr>
            <a:xfrm>
              <a:off x="7285035" y="1958433"/>
              <a:ext cx="2753029" cy="30449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1" name="table_TWformat_6_9">
              <a:extLst>
                <a:ext uri="{FF2B5EF4-FFF2-40B4-BE49-F238E27FC236}">
                  <ns2:creationId id="{2265C4F7-A99A-DE1E-05DA-F35860E95631}"/>
                </a:ext>
              </a:extLst>
            </p:cNvPr>
            <p:cNvSpPr txBox="1"/>
            <p:nvPr/>
          </p:nvSpPr>
          <p:spPr>
            <a:xfrm>
              <a:off x="7285035" y="4559803"/>
              <a:ext cx="2753029" cy="68444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  <a:endParaRPr lang="en-US" altLang="ja-JP" sz="900">
                <a:latin typeface="+mn-ea"/>
              </a:endParaRPr>
            </a:p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109" name="table_TWformat_5_9">
              <a:extLst>
                <a:ext uri="{FF2B5EF4-FFF2-40B4-BE49-F238E27FC236}">
                  <ns2:creationId id="{48A435B0-C8F8-1D6B-7EC9-3BE8D21352C7}"/>
                </a:ext>
              </a:extLst>
            </p:cNvPr>
            <p:cNvSpPr txBox="1"/>
            <p:nvPr/>
          </p:nvSpPr>
          <p:spPr>
            <a:xfrm>
              <a:off x="7285035" y="2297269"/>
              <a:ext cx="2753029" cy="22397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900">
                  <a:latin typeface="+mn-ea"/>
                </a:rPr>
                <a:t>ROIC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EBITDA</a:t>
              </a: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  <a:endParaRPr lang="en-US" altLang="ja-JP" sz="900">
                <a:latin typeface="+mn-ea"/>
              </a:endParaRPr>
            </a:p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  <a:endParaRPr lang="en-US" altLang="ja-JP" sz="900">
                <a:latin typeface="+mn-ea"/>
              </a:endParaRPr>
            </a:p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endParaRPr lang="en-US" altLang="ja-JP" sz="900">
                <a:latin typeface="+mn-ea"/>
              </a:endParaRPr>
            </a:p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12" name="Straight Connector 111">
              <a:extLst>
                <a:ext uri="{FF2B5EF4-FFF2-40B4-BE49-F238E27FC236}">
                  <ns2:creationId id="{C80E8B4D-3253-9E16-15C2-889932956C17}"/>
                </a:ext>
              </a:extLst>
            </p:cNvPr>
            <p:cNvCxnSpPr/>
            <p:nvPr/>
          </p:nvCxnSpPr>
          <p:spPr>
            <a:xfrm>
              <a:off x="7285035" y="4544129"/>
              <a:ext cx="275303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able_TWformat_7_9">
              <a:extLst>
                <a:ext uri="{FF2B5EF4-FFF2-40B4-BE49-F238E27FC236}">
                  <ns2:creationId id="{667F69B5-9BA6-66E1-F594-2F121ED00D90}"/>
                </a:ext>
              </a:extLst>
            </p:cNvPr>
            <p:cNvSpPr txBox="1"/>
            <p:nvPr/>
          </p:nvSpPr>
          <p:spPr>
            <a:xfrm>
              <a:off x="7285035" y="5289756"/>
              <a:ext cx="2753029" cy="101897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900">
                  <a:latin typeface="+mn-ea"/>
                </a:rPr>
                <a:t>ROIC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EBITDA</a:t>
              </a: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  <a:endParaRPr kumimoji="1" lang="en-US" altLang="ja-JP" sz="900">
                <a:latin typeface="+mn-ea"/>
              </a:endParaRPr>
            </a:p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  <a:endParaRPr kumimoji="1" lang="en-US" altLang="ja-JP" sz="900">
                <a:latin typeface="+mn-ea"/>
              </a:endParaRPr>
            </a:p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endParaRPr lang="en-US" altLang="ja-JP" sz="900">
                <a:latin typeface="+mn-ea"/>
              </a:endParaRPr>
            </a:p>
            <a:p>
              <a:pPr marL="171450" indent="-171450">
                <a:buClr>
                  <a:schemeClr val="accent2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330" name="Straight Connector 329">
              <a:extLst>
                <a:ext uri="{FF2B5EF4-FFF2-40B4-BE49-F238E27FC236}">
                  <ns2:creationId id="{68FF195F-342F-DFCD-7714-4D11B16F2887}"/>
                </a:ext>
              </a:extLst>
            </p:cNvPr>
            <p:cNvCxnSpPr/>
            <p:nvPr/>
          </p:nvCxnSpPr>
          <p:spPr>
            <a:xfrm>
              <a:off x="7285035" y="5267003"/>
              <a:ext cx="275303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able_TWformat_4_10">
              <a:extLst>
                <a:ext uri="{FF2B5EF4-FFF2-40B4-BE49-F238E27FC236}">
                  <ns2:creationId id="{6B78522B-0909-CBAD-8DB2-A8600C5F8BED}"/>
                </a:ext>
              </a:extLst>
            </p:cNvPr>
            <p:cNvSpPr txBox="1"/>
            <p:nvPr/>
          </p:nvSpPr>
          <p:spPr>
            <a:xfrm>
              <a:off x="10068950" y="1635165"/>
              <a:ext cx="1000783" cy="627768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4" name="table_TWformat_6_10">
              <a:extLst>
                <a:ext uri="{FF2B5EF4-FFF2-40B4-BE49-F238E27FC236}">
                  <ns2:creationId id="{59C4DDFB-4ECB-621C-A911-37B02D1AA0C8}"/>
                </a:ext>
              </a:extLst>
            </p:cNvPr>
            <p:cNvSpPr txBox="1"/>
            <p:nvPr/>
          </p:nvSpPr>
          <p:spPr>
            <a:xfrm>
              <a:off x="10068950" y="4559803"/>
              <a:ext cx="1000783" cy="68444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　</a:t>
              </a:r>
            </a:p>
          </p:txBody>
        </p:sp>
        <p:cxnSp>
          <p:nvCxnSpPr>
            <p:cNvPr id="125" name="Straight Connector 124">
              <a:extLst>
                <a:ext uri="{FF2B5EF4-FFF2-40B4-BE49-F238E27FC236}">
                  <ns2:creationId id="{EC3B077C-6E44-901E-6D35-E6B0ED23144B}"/>
                </a:ext>
              </a:extLst>
            </p:cNvPr>
            <p:cNvCxnSpPr/>
            <p:nvPr/>
          </p:nvCxnSpPr>
          <p:spPr>
            <a:xfrm>
              <a:off x="10068950" y="4544129"/>
              <a:ext cx="100078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able_TWformat_7_10">
              <a:extLst>
                <a:ext uri="{FF2B5EF4-FFF2-40B4-BE49-F238E27FC236}">
                  <ns2:creationId id="{56D753D8-D924-9076-B304-665A012A873B}"/>
                </a:ext>
              </a:extLst>
            </p:cNvPr>
            <p:cNvSpPr txBox="1"/>
            <p:nvPr/>
          </p:nvSpPr>
          <p:spPr>
            <a:xfrm>
              <a:off x="10068950" y="5289756"/>
              <a:ext cx="1000783" cy="101897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　</a:t>
              </a:r>
            </a:p>
          </p:txBody>
        </p:sp>
        <p:cxnSp>
          <p:nvCxnSpPr>
            <p:cNvPr id="332" name="Straight Connector 331">
              <a:extLst>
                <a:ext uri="{FF2B5EF4-FFF2-40B4-BE49-F238E27FC236}">
                  <ns2:creationId id="{D999B726-416B-3F37-E076-74D8BE3807C8}"/>
                </a:ext>
              </a:extLst>
            </p:cNvPr>
            <p:cNvCxnSpPr/>
            <p:nvPr/>
          </p:nvCxnSpPr>
          <p:spPr>
            <a:xfrm>
              <a:off x="10068950" y="5267003"/>
              <a:ext cx="100078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table_TWformat_1_11">
              <a:extLst>
                <a:ext uri="{FF2B5EF4-FFF2-40B4-BE49-F238E27FC236}">
                  <ns2:creationId id="{B6CB6804-09B4-1E06-E496-33CDC7486420}"/>
                </a:ext>
              </a:extLst>
            </p:cNvPr>
            <p:cNvSpPr txBox="1"/>
            <p:nvPr/>
          </p:nvSpPr>
          <p:spPr>
            <a:xfrm>
              <a:off x="11100619" y="1635164"/>
              <a:ext cx="756418" cy="62776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6" name="table_TWformat_6_11">
              <a:extLst>
                <a:ext uri="{FF2B5EF4-FFF2-40B4-BE49-F238E27FC236}">
                  <ns2:creationId id="{D1EA07DE-DF79-83FC-0311-468D3B5B576A}"/>
                </a:ext>
              </a:extLst>
            </p:cNvPr>
            <p:cNvSpPr txBox="1"/>
            <p:nvPr/>
          </p:nvSpPr>
          <p:spPr>
            <a:xfrm>
              <a:off x="11100619" y="4559803"/>
              <a:ext cx="756418" cy="684446"/>
            </a:xfrm>
            <a:prstGeom prst="rect">
              <a:avLst/>
            </a:prstGeom>
            <a:solidFill>
              <a:srgbClr val="C00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</a:p>
          </p:txBody>
        </p:sp>
        <p:sp>
          <p:nvSpPr>
            <p:cNvPr id="284" name="table_TWformat_5_11">
              <a:extLst>
                <a:ext uri="{FF2B5EF4-FFF2-40B4-BE49-F238E27FC236}">
                  <ns2:creationId id="{0FCC8DF8-B03B-1EED-10E6-18ED2F563331}"/>
                </a:ext>
              </a:extLst>
            </p:cNvPr>
            <p:cNvSpPr txBox="1"/>
            <p:nvPr/>
          </p:nvSpPr>
          <p:spPr>
            <a:xfrm>
              <a:off x="11100619" y="2297269"/>
              <a:ext cx="756418" cy="22397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br>
                <a:rPr kumimoji="1" lang="en-US" altLang="ja-JP" sz="900">
                  <a:latin typeface="+mn-ea"/>
                </a:rPr>
              </a:b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287" name="Straight Connector 286">
              <a:extLst>
                <a:ext uri="{FF2B5EF4-FFF2-40B4-BE49-F238E27FC236}">
                  <ns2:creationId id="{68387A00-E254-E82D-98D3-E791C67D9B37}"/>
                </a:ext>
              </a:extLst>
            </p:cNvPr>
            <p:cNvCxnSpPr/>
            <p:nvPr/>
          </p:nvCxnSpPr>
          <p:spPr>
            <a:xfrm>
              <a:off x="11100619" y="4544129"/>
              <a:ext cx="75641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8" name="table_TWformat_7_11">
              <a:extLst>
                <a:ext uri="{FF2B5EF4-FFF2-40B4-BE49-F238E27FC236}">
                  <ns2:creationId id="{4102D8EB-8C67-BDAE-EF9A-9281EF57E0C3}"/>
                </a:ext>
              </a:extLst>
            </p:cNvPr>
            <p:cNvSpPr txBox="1"/>
            <p:nvPr/>
          </p:nvSpPr>
          <p:spPr>
            <a:xfrm>
              <a:off x="11100619" y="5289756"/>
              <a:ext cx="756418" cy="1018970"/>
            </a:xfrm>
            <a:prstGeom prst="rect">
              <a:avLst/>
            </a:prstGeom>
            <a:solidFill>
              <a:srgbClr val="C00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</a:p>
          </p:txBody>
        </p:sp>
        <p:cxnSp>
          <p:nvCxnSpPr>
            <p:cNvPr id="333" name="Straight Connector 332">
              <a:extLst>
                <a:ext uri="{FF2B5EF4-FFF2-40B4-BE49-F238E27FC236}">
                  <ns2:creationId id="{F5BA607F-12EA-20A0-608B-F00E7AE10776}"/>
                </a:ext>
              </a:extLst>
            </p:cNvPr>
            <p:cNvCxnSpPr/>
            <p:nvPr/>
          </p:nvCxnSpPr>
          <p:spPr>
            <a:xfrm>
              <a:off x="11100619" y="5267003"/>
              <a:ext cx="75641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9" name="table_TWformat_4_8">
              <a:extLst>
                <a:ext uri="{FF2B5EF4-FFF2-40B4-BE49-F238E27FC236}">
                  <ns2:creationId id="{BB00EFD4-8697-0556-766C-E6E68F3993EF}"/>
                </a:ext>
              </a:extLst>
            </p:cNvPr>
            <p:cNvSpPr txBox="1"/>
            <p:nvPr/>
          </p:nvSpPr>
          <p:spPr>
            <a:xfrm>
              <a:off x="6210479" y="1958433"/>
              <a:ext cx="1043673" cy="16640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44" name="Group 143">
              <a:extLst>
                <a:ext uri="{FF2B5EF4-FFF2-40B4-BE49-F238E27FC236}">
                  <ns2:creationId id="{BB1CEDDC-0F41-36BB-BD45-3440866543D0}"/>
                </a:ext>
              </a:extLst>
            </p:cNvPr>
            <p:cNvGrpSpPr/>
            <p:nvPr/>
          </p:nvGrpSpPr>
          <p:grpSpPr>
            <a:xfrm>
              <a:off x="10068950" y="2466698"/>
              <a:ext cx="1000783" cy="609879"/>
              <a:chOff x="10068950" y="2328585"/>
              <a:chExt cx="1000783" cy="609879"/>
            </a:xfrm>
          </p:grpSpPr>
          <p:sp>
            <p:nvSpPr>
              <p:cNvPr id="350" name="table_TWformat_4_10">
                <a:extLst>
                  <a:ext uri="{FF2B5EF4-FFF2-40B4-BE49-F238E27FC236}">
                    <ns2:creationId id="{EFC6D2A7-F884-1BFB-D731-69E36F0C5651}"/>
                  </a:ext>
                </a:extLst>
              </p:cNvPr>
              <p:cNvSpPr txBox="1"/>
              <p:nvPr/>
            </p:nvSpPr>
            <p:spPr>
              <a:xfrm>
                <a:off x="10068950" y="2328585"/>
                <a:ext cx="1000783" cy="157440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42" name="table_TWformat_5_10">
                <a:extLst>
                  <a:ext uri="{FF2B5EF4-FFF2-40B4-BE49-F238E27FC236}">
                    <ns2:creationId id="{2EBDFCAF-8146-3F77-A562-034B51AC5EF6}"/>
                  </a:ext>
                </a:extLst>
              </p:cNvPr>
              <p:cNvSpPr txBox="1"/>
              <p:nvPr/>
            </p:nvSpPr>
            <p:spPr>
              <a:xfrm>
                <a:off x="10068950" y="2497938"/>
                <a:ext cx="1000783" cy="44052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t">
                <a:noAutofit/>
              </a:bodyPr>
              <a:lstStyle/>
              <a:p>
                <a:pPr marL="180975" lvl="1" indent="-180975"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kumimoji="1" lang="ja-JP" altLang="en-US" sz="900">
                    <a:latin typeface="+mn-ea"/>
                  </a:rPr>
                  <a:t>～</a:t>
                </a:r>
                <a:r>
                  <a:rPr kumimoji="1" lang="en-US" altLang="ja-JP" sz="900">
                    <a:latin typeface="+mn-ea"/>
                  </a:rPr>
                  <a:t>XX</a:t>
                </a:r>
                <a:endParaRPr lang="en-US" altLang="ja-JP" sz="900">
                  <a:latin typeface="+mn-ea"/>
                </a:endParaRPr>
              </a:p>
              <a:p>
                <a:pPr marL="180975" lvl="1" indent="-180975"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kumimoji="1" lang="ja-JP" altLang="en-US" sz="900">
                    <a:latin typeface="+mn-ea"/>
                  </a:rPr>
                  <a:t>～</a:t>
                </a:r>
                <a:r>
                  <a:rPr kumimoji="1" lang="en-US" altLang="ja-JP" sz="900">
                    <a:latin typeface="+mn-ea"/>
                  </a:rPr>
                  <a:t>XX</a:t>
                </a:r>
                <a:endParaRPr lang="en-US" altLang="ja-JP" sz="900">
                  <a:latin typeface="+mn-ea"/>
                </a:endParaRPr>
              </a:p>
              <a:p>
                <a:pPr marL="180975" lvl="1" indent="-180975"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kumimoji="1" lang="ja-JP" altLang="en-US" sz="900">
                    <a:latin typeface="+mn-ea"/>
                  </a:rPr>
                  <a:t>～</a:t>
                </a: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ns2:creationId id="{72980246-E975-9500-BB9D-10377E1821A6}"/>
                </a:ext>
              </a:extLst>
            </p:cNvPr>
            <p:cNvGrpSpPr/>
            <p:nvPr/>
          </p:nvGrpSpPr>
          <p:grpSpPr>
            <a:xfrm>
              <a:off x="10068950" y="3262035"/>
              <a:ext cx="1000783" cy="609879"/>
              <a:chOff x="10068950" y="2328585"/>
              <a:chExt cx="1000783" cy="609879"/>
            </a:xfrm>
          </p:grpSpPr>
          <p:sp>
            <p:nvSpPr>
              <p:cNvPr id="148" name="table_TWformat_4_10">
                <a:extLst>
                  <a:ext uri="{FF2B5EF4-FFF2-40B4-BE49-F238E27FC236}">
                    <ns2:creationId id="{B5B576C7-5CD3-532F-A923-20A1F0ED3F8A}"/>
                  </a:ext>
                </a:extLst>
              </p:cNvPr>
              <p:cNvSpPr txBox="1"/>
              <p:nvPr/>
            </p:nvSpPr>
            <p:spPr>
              <a:xfrm>
                <a:off x="10068950" y="2328585"/>
                <a:ext cx="1000783" cy="157440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49" name="table_TWformat_5_10">
                <a:extLst>
                  <a:ext uri="{FF2B5EF4-FFF2-40B4-BE49-F238E27FC236}">
                    <ns2:creationId id="{BB0ED5E8-7612-B400-52A7-69C9AE2DA4B2}"/>
                  </a:ext>
                </a:extLst>
              </p:cNvPr>
              <p:cNvSpPr txBox="1"/>
              <p:nvPr/>
            </p:nvSpPr>
            <p:spPr>
              <a:xfrm>
                <a:off x="10068950" y="2497938"/>
                <a:ext cx="1000783" cy="44052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t">
                <a:noAutofit/>
              </a:bodyPr>
              <a:lstStyle/>
              <a:p>
                <a:pPr marL="228600" lvl="1" indent="-228600">
                  <a:buClr>
                    <a:srgbClr val="008000"/>
                  </a:buClr>
                  <a:buFont typeface="+mj-ea"/>
                  <a:buAutoNum type="circleNumDbPlain" startAt="4"/>
                </a:pPr>
                <a:r>
                  <a:rPr kumimoji="1" lang="en-US" altLang="ja-JP" sz="900">
                    <a:latin typeface="+mn-ea"/>
                  </a:rPr>
                  <a:t>XX</a:t>
                </a:r>
              </a:p>
              <a:p>
                <a:pPr marL="228600" lvl="1" indent="-228600">
                  <a:buClr>
                    <a:srgbClr val="008000"/>
                  </a:buClr>
                  <a:buFont typeface="+mj-ea"/>
                  <a:buAutoNum type="circleNumDbPlain" startAt="4"/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153" name="Group 152">
              <a:extLst>
                <a:ext uri="{FF2B5EF4-FFF2-40B4-BE49-F238E27FC236}">
                  <ns2:creationId id="{15198079-5807-5DF5-855D-B98A5CBD0747}"/>
                </a:ext>
              </a:extLst>
            </p:cNvPr>
            <p:cNvGrpSpPr/>
            <p:nvPr/>
          </p:nvGrpSpPr>
          <p:grpSpPr>
            <a:xfrm>
              <a:off x="10068950" y="3919260"/>
              <a:ext cx="1000783" cy="609879"/>
              <a:chOff x="10068950" y="2328585"/>
              <a:chExt cx="1000783" cy="609879"/>
            </a:xfrm>
          </p:grpSpPr>
          <p:sp>
            <p:nvSpPr>
              <p:cNvPr id="156" name="table_TWformat_4_10">
                <a:extLst>
                  <a:ext uri="{FF2B5EF4-FFF2-40B4-BE49-F238E27FC236}">
                    <ns2:creationId id="{42EA7876-52A4-7956-383A-A66C157AE24E}"/>
                  </a:ext>
                </a:extLst>
              </p:cNvPr>
              <p:cNvSpPr txBox="1"/>
              <p:nvPr/>
            </p:nvSpPr>
            <p:spPr>
              <a:xfrm>
                <a:off x="10068950" y="2328585"/>
                <a:ext cx="1000783" cy="157440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57" name="table_TWformat_5_10">
                <a:extLst>
                  <a:ext uri="{FF2B5EF4-FFF2-40B4-BE49-F238E27FC236}">
                    <ns2:creationId id="{C820852F-5551-A4BC-D19C-C7E51361C110}"/>
                  </a:ext>
                </a:extLst>
              </p:cNvPr>
              <p:cNvSpPr txBox="1"/>
              <p:nvPr/>
            </p:nvSpPr>
            <p:spPr>
              <a:xfrm>
                <a:off x="10068950" y="2497938"/>
                <a:ext cx="1000783" cy="44052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t">
                <a:noAutofit/>
              </a:bodyPr>
              <a:lstStyle/>
              <a:p>
                <a:pPr marL="228600" lvl="1" indent="-228600">
                  <a:buClr>
                    <a:srgbClr val="008000"/>
                  </a:buClr>
                  <a:buFont typeface="+mj-ea"/>
                  <a:buAutoNum type="circleNumDbPlain" startAt="6"/>
                </a:pPr>
                <a:r>
                  <a:rPr kumimoji="1" lang="en-US" altLang="ja-JP" sz="900">
                    <a:latin typeface="+mn-ea"/>
                  </a:rPr>
                  <a:t>XX</a:t>
                </a:r>
              </a:p>
              <a:p>
                <a:pPr marL="228600" lvl="1" indent="-228600">
                  <a:buClr>
                    <a:srgbClr val="008000"/>
                  </a:buClr>
                  <a:buFont typeface="+mj-ea"/>
                  <a:buAutoNum type="circleNumDbPlain" startAt="6"/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3:creationId val="530718925"/>
      </p:ext>
    </p:extLst>
  </p:cSld>
  <p:clrMapOvr>
    <a:masterClrMapping/>
  </p:clrMapOvr>
</p:sld>
</file>

<file path=ppt/slides/slide7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BB2BE04C-8458-CF52-1789-B6242F5E9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3CD4C2E-A9E0-0D6E-E2B7-6145C99A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13</a:t>
            </a:r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20FACE22-00D0-EBB8-69C3-43FDD1691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fld id="{AE9BC486-A67F-4F3D-8FA3-20FB0639ABC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41" name="Group 140">
            <a:extLst>
              <a:ext uri="{FF2B5EF4-FFF2-40B4-BE49-F238E27FC236}">
                <ns2:creationId id="{3BDDD232-B080-9B68-5C71-0C65D1C900AB}"/>
              </a:ext>
            </a:extLst>
          </p:cNvPr>
          <p:cNvGrpSpPr/>
          <p:nvPr/>
        </p:nvGrpSpPr>
        <p:grpSpPr>
          <a:xfrm>
            <a:off x="334963" y="1628774"/>
            <a:ext cx="11522074" cy="4679951"/>
            <a:chOff x="334963" y="1628774"/>
            <a:chExt cx="11522074" cy="4679951"/>
          </a:xfrm>
        </p:grpSpPr>
        <p:grpSp>
          <p:nvGrpSpPr>
            <p:cNvPr id="69" name="Group 68">
              <a:extLst>
                <a:ext uri="{FF2B5EF4-FFF2-40B4-BE49-F238E27FC236}">
                  <ns2:creationId id="{382528A3-A415-3465-8E2C-234C6A333A81}"/>
                </a:ext>
              </a:extLst>
            </p:cNvPr>
            <p:cNvGrpSpPr/>
            <p:nvPr/>
          </p:nvGrpSpPr>
          <p:grpSpPr>
            <a:xfrm>
              <a:off x="334963" y="1628774"/>
              <a:ext cx="11522074" cy="634366"/>
              <a:chOff x="334963" y="1628774"/>
              <a:chExt cx="11522074" cy="634366"/>
            </a:xfrm>
          </p:grpSpPr>
          <p:sp>
            <p:nvSpPr>
              <p:cNvPr id="271" name="table_TWformat_1_3">
                <a:extLst>
                  <a:ext uri="{FF2B5EF4-FFF2-40B4-BE49-F238E27FC236}">
                    <ns2:creationId id="{B6F58665-D448-E306-AFDB-910F09E9FCF6}"/>
                  </a:ext>
                </a:extLst>
              </p:cNvPr>
              <p:cNvSpPr txBox="1"/>
              <p:nvPr/>
            </p:nvSpPr>
            <p:spPr>
              <a:xfrm>
                <a:off x="1595951" y="1635165"/>
                <a:ext cx="4223824" cy="143069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6" name="table_TWformat_1_7">
                <a:extLst>
                  <a:ext uri="{FF2B5EF4-FFF2-40B4-BE49-F238E27FC236}">
                    <ns2:creationId id="{5D9F215D-9570-E45D-B529-42E6B142F5E8}"/>
                  </a:ext>
                </a:extLst>
              </p:cNvPr>
              <p:cNvSpPr txBox="1"/>
              <p:nvPr/>
            </p:nvSpPr>
            <p:spPr>
              <a:xfrm>
                <a:off x="5850918" y="1635165"/>
                <a:ext cx="4187146" cy="143072"/>
              </a:xfrm>
              <a:prstGeom prst="rect">
                <a:avLst/>
              </a:prstGeom>
              <a:solidFill>
                <a:schemeClr val="accent2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7" name="table_TWformat_2_7">
                <a:extLst>
                  <a:ext uri="{FF2B5EF4-FFF2-40B4-BE49-F238E27FC236}">
                    <ns2:creationId id="{237A4081-D7BC-980C-E455-43F92808B4EE}"/>
                  </a:ext>
                </a:extLst>
              </p:cNvPr>
              <p:cNvSpPr txBox="1"/>
              <p:nvPr/>
            </p:nvSpPr>
            <p:spPr>
              <a:xfrm>
                <a:off x="5850918" y="1796799"/>
                <a:ext cx="4187146" cy="143072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zh-TW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zh-TW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zh-TW" sz="90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7" name="table_TWformat_1_2">
                <a:extLst>
                  <a:ext uri="{FF2B5EF4-FFF2-40B4-BE49-F238E27FC236}">
                    <ns2:creationId id="{60644C17-7994-32A8-539C-5A594E5E0930}"/>
                  </a:ext>
                </a:extLst>
              </p:cNvPr>
              <p:cNvSpPr txBox="1"/>
              <p:nvPr/>
            </p:nvSpPr>
            <p:spPr>
              <a:xfrm>
                <a:off x="564284" y="1628774"/>
                <a:ext cx="1000783" cy="634365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72" name="table_TWformat_2_3">
                <a:extLst>
                  <a:ext uri="{FF2B5EF4-FFF2-40B4-BE49-F238E27FC236}">
                    <ns2:creationId id="{BC291F27-BD53-83A4-14CE-FF7F564BA405}"/>
                  </a:ext>
                </a:extLst>
              </p:cNvPr>
              <p:cNvSpPr txBox="1"/>
              <p:nvPr/>
            </p:nvSpPr>
            <p:spPr>
              <a:xfrm>
                <a:off x="1595950" y="1796799"/>
                <a:ext cx="1269179" cy="46634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38" name="table_TWformat_2_4">
                <a:extLst>
                  <a:ext uri="{FF2B5EF4-FFF2-40B4-BE49-F238E27FC236}">
                    <ns2:creationId id="{6EF4562C-2A34-CCF9-5EAE-F66741913D5B}"/>
                  </a:ext>
                </a:extLst>
              </p:cNvPr>
              <p:cNvSpPr txBox="1"/>
              <p:nvPr/>
            </p:nvSpPr>
            <p:spPr>
              <a:xfrm>
                <a:off x="2896013" y="1796799"/>
                <a:ext cx="2126245" cy="46634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1" name="table_TWformat_2_5">
                <a:extLst>
                  <a:ext uri="{FF2B5EF4-FFF2-40B4-BE49-F238E27FC236}">
                    <ns2:creationId id="{1A45F903-4EDA-8EA7-2AE6-0AA474130481}"/>
                  </a:ext>
                </a:extLst>
              </p:cNvPr>
              <p:cNvSpPr txBox="1"/>
              <p:nvPr/>
            </p:nvSpPr>
            <p:spPr>
              <a:xfrm>
                <a:off x="5053141" y="1796799"/>
                <a:ext cx="434320" cy="46634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ROI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4" name="table_TWformat_2_6">
                <a:extLst>
                  <a:ext uri="{FF2B5EF4-FFF2-40B4-BE49-F238E27FC236}">
                    <ns2:creationId id="{7A9BE71E-B05A-1F20-5FA7-67F229EA0423}"/>
                  </a:ext>
                </a:extLst>
              </p:cNvPr>
              <p:cNvSpPr txBox="1"/>
              <p:nvPr/>
            </p:nvSpPr>
            <p:spPr>
              <a:xfrm>
                <a:off x="5518344" y="1796799"/>
                <a:ext cx="301691" cy="46634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9" name="table_TWformat_3_7">
                <a:extLst>
                  <a:ext uri="{FF2B5EF4-FFF2-40B4-BE49-F238E27FC236}">
                    <ns2:creationId id="{EE07AA52-BE19-9ACC-254C-ABE05D67C33B}"/>
                  </a:ext>
                </a:extLst>
              </p:cNvPr>
              <p:cNvSpPr txBox="1"/>
              <p:nvPr/>
            </p:nvSpPr>
            <p:spPr>
              <a:xfrm>
                <a:off x="5850918" y="1958433"/>
                <a:ext cx="359561" cy="30470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0" name="table_TWformat_4_8">
                <a:extLst>
                  <a:ext uri="{FF2B5EF4-FFF2-40B4-BE49-F238E27FC236}">
                    <ns2:creationId id="{3AE65868-B844-13E3-574F-235E499B4FFF}"/>
                  </a:ext>
                </a:extLst>
              </p:cNvPr>
              <p:cNvSpPr txBox="1"/>
              <p:nvPr/>
            </p:nvSpPr>
            <p:spPr>
              <a:xfrm>
                <a:off x="6241362" y="2140511"/>
                <a:ext cx="1012790" cy="12241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accent2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" name="table_TWformat_3_9">
                <a:extLst>
                  <a:ext uri="{FF2B5EF4-FFF2-40B4-BE49-F238E27FC236}">
                    <ns2:creationId id="{C3D9A0AA-9C15-D72F-0858-87589D4C9071}"/>
                  </a:ext>
                </a:extLst>
              </p:cNvPr>
              <p:cNvSpPr txBox="1"/>
              <p:nvPr/>
            </p:nvSpPr>
            <p:spPr>
              <a:xfrm>
                <a:off x="7285035" y="1958433"/>
                <a:ext cx="2753029" cy="30449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0" name="table_TWformat_4_10">
                <a:extLst>
                  <a:ext uri="{FF2B5EF4-FFF2-40B4-BE49-F238E27FC236}">
                    <ns2:creationId id="{B4B7E39C-DBB6-4C2C-919C-382292D0B5FD}"/>
                  </a:ext>
                </a:extLst>
              </p:cNvPr>
              <p:cNvSpPr txBox="1"/>
              <p:nvPr/>
            </p:nvSpPr>
            <p:spPr>
              <a:xfrm>
                <a:off x="10068950" y="1635165"/>
                <a:ext cx="1000783" cy="627768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8" name="table_TWformat_1_11">
                <a:extLst>
                  <a:ext uri="{FF2B5EF4-FFF2-40B4-BE49-F238E27FC236}">
                    <ns2:creationId id="{32650260-5DA6-8B97-A16B-13006037095B}"/>
                  </a:ext>
                </a:extLst>
              </p:cNvPr>
              <p:cNvSpPr txBox="1"/>
              <p:nvPr/>
            </p:nvSpPr>
            <p:spPr>
              <a:xfrm>
                <a:off x="11100619" y="1635164"/>
                <a:ext cx="756418" cy="627767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49" name="table_TWformat_4_8">
                <a:extLst>
                  <a:ext uri="{FF2B5EF4-FFF2-40B4-BE49-F238E27FC236}">
                    <ns2:creationId id="{7377C853-C7E5-278B-AE12-EB413E5BF83F}"/>
                  </a:ext>
                </a:extLst>
              </p:cNvPr>
              <p:cNvSpPr txBox="1"/>
              <p:nvPr/>
            </p:nvSpPr>
            <p:spPr>
              <a:xfrm>
                <a:off x="6210479" y="1958433"/>
                <a:ext cx="1043673" cy="166406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8" name="table_TWformat_1_1">
                <a:extLst>
                  <a:ext uri="{FF2B5EF4-FFF2-40B4-BE49-F238E27FC236}">
                    <ns2:creationId id="{66AD579D-EA47-56A5-9229-AEBB4F76FC1F}"/>
                  </a:ext>
                </a:extLst>
              </p:cNvPr>
              <p:cNvSpPr txBox="1"/>
              <p:nvPr/>
            </p:nvSpPr>
            <p:spPr>
              <a:xfrm>
                <a:off x="334963" y="1635165"/>
                <a:ext cx="198438" cy="627768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ns2:creationId id="{5E42E515-F813-0CFE-73FB-A5E676F07074}"/>
                </a:ext>
              </a:extLst>
            </p:cNvPr>
            <p:cNvGrpSpPr/>
            <p:nvPr/>
          </p:nvGrpSpPr>
          <p:grpSpPr>
            <a:xfrm>
              <a:off x="334963" y="2297269"/>
              <a:ext cx="11522074" cy="506462"/>
              <a:chOff x="334963" y="2297269"/>
              <a:chExt cx="11522074" cy="2239780"/>
            </a:xfrm>
          </p:grpSpPr>
          <p:sp>
            <p:nvSpPr>
              <p:cNvPr id="24" name="table_TWformat_5_1">
                <a:extLst>
                  <a:ext uri="{FF2B5EF4-FFF2-40B4-BE49-F238E27FC236}">
                    <ns2:creationId id="{BE2577BE-1C76-C677-470C-8989B6364BC8}"/>
                  </a:ext>
                </a:extLst>
              </p:cNvPr>
              <p:cNvSpPr txBox="1"/>
              <p:nvPr/>
            </p:nvSpPr>
            <p:spPr>
              <a:xfrm>
                <a:off x="334963" y="2297269"/>
                <a:ext cx="198438" cy="223978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4</a:t>
                </a:r>
                <a:endParaRPr lang="ja-JP" altLang="en-US"/>
              </a:p>
            </p:txBody>
          </p:sp>
          <p:sp>
            <p:nvSpPr>
              <p:cNvPr id="265" name="table_TWformat_5_2">
                <a:extLst>
                  <a:ext uri="{FF2B5EF4-FFF2-40B4-BE49-F238E27FC236}">
                    <ns2:creationId id="{6FB48DE6-2D97-D52D-EF44-FA8FD8CC01B4}"/>
                  </a:ext>
                </a:extLst>
              </p:cNvPr>
              <p:cNvSpPr txBox="1"/>
              <p:nvPr/>
            </p:nvSpPr>
            <p:spPr>
              <a:xfrm>
                <a:off x="564284" y="2297269"/>
                <a:ext cx="1000783" cy="223978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</a:p>
            </p:txBody>
          </p:sp>
          <p:sp>
            <p:nvSpPr>
              <p:cNvPr id="278" name="table_TWformat_5_3">
                <a:extLst>
                  <a:ext uri="{FF2B5EF4-FFF2-40B4-BE49-F238E27FC236}">
                    <ns2:creationId id="{3EA1D893-4D89-7602-2944-01985287C8C9}"/>
                  </a:ext>
                </a:extLst>
              </p:cNvPr>
              <p:cNvSpPr txBox="1"/>
              <p:nvPr/>
            </p:nvSpPr>
            <p:spPr>
              <a:xfrm>
                <a:off x="1595950" y="2297269"/>
                <a:ext cx="1269179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900">
                    <a:latin typeface="+mn-ea"/>
                  </a:rPr>
                  <a:t>XX</a:t>
                </a:r>
                <a:br>
                  <a:rPr lang="en-US" altLang="ja-JP" sz="900">
                    <a:latin typeface="+mn-ea"/>
                  </a:rPr>
                </a:br>
                <a:r>
                  <a:rPr lang="ja-JP" altLang="en-US" sz="900">
                    <a:latin typeface="+mn-ea"/>
                  </a:rPr>
                  <a:t>XX</a:t>
                </a:r>
                <a:br>
                  <a:rPr lang="en-US" altLang="ja-JP" sz="900">
                    <a:latin typeface="+mn-ea"/>
                  </a:rPr>
                </a:br>
                <a:r>
                  <a:rPr lang="ja-JP" altLang="en-US" sz="900">
                    <a:latin typeface="+mn-ea"/>
                  </a:rPr>
                  <a:t>XX</a:t>
                </a:r>
                <a:br>
                  <a:rPr lang="en-US" altLang="ja-JP" sz="900">
                    <a:latin typeface="+mn-ea"/>
                  </a:rPr>
                </a:br>
                <a:r>
                  <a:rPr lang="ja-JP" altLang="en-US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44" name="table_TWformat_5_4">
                <a:extLst>
                  <a:ext uri="{FF2B5EF4-FFF2-40B4-BE49-F238E27FC236}">
                    <ns2:creationId id="{B9147830-AAC4-3653-CA6F-061274B519C4}"/>
                  </a:ext>
                </a:extLst>
              </p:cNvPr>
              <p:cNvSpPr txBox="1"/>
              <p:nvPr/>
            </p:nvSpPr>
            <p:spPr>
              <a:xfrm>
                <a:off x="2896013" y="2297269"/>
                <a:ext cx="2126245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88900" indent="-88900">
                  <a:spcAft>
                    <a:spcPts val="60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sz="900" b="1">
                    <a:solidFill>
                      <a:srgbClr val="008000"/>
                    </a:solidFill>
                    <a:latin typeface="+mn-ea"/>
                  </a:defRPr>
                </a:lvl1pPr>
              </a:lstStyle>
              <a:p>
                <a:endParaRPr lang="ja-JP" altLang="en-US" b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table_TWformat_5_5">
                <a:extLst>
                  <a:ext uri="{FF2B5EF4-FFF2-40B4-BE49-F238E27FC236}">
                    <ns2:creationId id="{B34F9676-FD20-9236-5AAE-9D6460E62731}"/>
                  </a:ext>
                </a:extLst>
              </p:cNvPr>
              <p:cNvSpPr txBox="1"/>
              <p:nvPr/>
            </p:nvSpPr>
            <p:spPr>
              <a:xfrm>
                <a:off x="5053141" y="2297269"/>
                <a:ext cx="434320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70" name="table_TWformat_5_6">
                <a:extLst>
                  <a:ext uri="{FF2B5EF4-FFF2-40B4-BE49-F238E27FC236}">
                    <ns2:creationId id="{7D8B9AB7-99A3-760C-D7C2-6D91F6ACDEC1}"/>
                  </a:ext>
                </a:extLst>
              </p:cNvPr>
              <p:cNvSpPr txBox="1"/>
              <p:nvPr/>
            </p:nvSpPr>
            <p:spPr>
              <a:xfrm>
                <a:off x="5518344" y="2297269"/>
                <a:ext cx="30169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83" name="table_TWformat_5_7">
                <a:extLst>
                  <a:ext uri="{FF2B5EF4-FFF2-40B4-BE49-F238E27FC236}">
                    <ns2:creationId id="{587C6355-80D7-C7CF-D232-A18516625778}"/>
                  </a:ext>
                </a:extLst>
              </p:cNvPr>
              <p:cNvSpPr txBox="1"/>
              <p:nvPr/>
            </p:nvSpPr>
            <p:spPr>
              <a:xfrm>
                <a:off x="5850918" y="2297269"/>
                <a:ext cx="35956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96" name="table_TWformat_5_8">
                <a:extLst>
                  <a:ext uri="{FF2B5EF4-FFF2-40B4-BE49-F238E27FC236}">
                    <ns2:creationId id="{A8791762-2530-0F95-9D3E-E02912EFC40D}"/>
                  </a:ext>
                </a:extLst>
              </p:cNvPr>
              <p:cNvSpPr txBox="1"/>
              <p:nvPr/>
            </p:nvSpPr>
            <p:spPr>
              <a:xfrm>
                <a:off x="6241362" y="2297269"/>
                <a:ext cx="1012790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　</a:t>
                </a:r>
              </a:p>
            </p:txBody>
          </p:sp>
          <p:sp>
            <p:nvSpPr>
              <p:cNvPr id="109" name="table_TWformat_5_9">
                <a:extLst>
                  <a:ext uri="{FF2B5EF4-FFF2-40B4-BE49-F238E27FC236}">
                    <ns2:creationId id="{B9D5FFA8-6CCD-65C2-FADE-86078EA40D04}"/>
                  </a:ext>
                </a:extLst>
              </p:cNvPr>
              <p:cNvSpPr txBox="1"/>
              <p:nvPr/>
            </p:nvSpPr>
            <p:spPr>
              <a:xfrm>
                <a:off x="7285035" y="2297269"/>
                <a:ext cx="2753029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84" name="table_TWformat_5_11">
                <a:extLst>
                  <a:ext uri="{FF2B5EF4-FFF2-40B4-BE49-F238E27FC236}">
                    <ns2:creationId id="{9D09245D-E148-AF23-14CE-11CF685AFA76}"/>
                  </a:ext>
                </a:extLst>
              </p:cNvPr>
              <p:cNvSpPr txBox="1"/>
              <p:nvPr/>
            </p:nvSpPr>
            <p:spPr>
              <a:xfrm>
                <a:off x="11100619" y="2297269"/>
                <a:ext cx="756418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6" name="table_TWformat_5_11">
                <a:extLst>
                  <a:ext uri="{FF2B5EF4-FFF2-40B4-BE49-F238E27FC236}">
                    <ns2:creationId id="{822F4D17-7B21-CEC7-A855-6257B74AF0B4}"/>
                  </a:ext>
                </a:extLst>
              </p:cNvPr>
              <p:cNvSpPr txBox="1"/>
              <p:nvPr/>
            </p:nvSpPr>
            <p:spPr>
              <a:xfrm>
                <a:off x="10068946" y="2297269"/>
                <a:ext cx="1000783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ns2:creationId id="{EA941065-61DA-A79B-933C-4DB593F1330F}"/>
                </a:ext>
              </a:extLst>
            </p:cNvPr>
            <p:cNvGrpSpPr/>
            <p:nvPr/>
          </p:nvGrpSpPr>
          <p:grpSpPr>
            <a:xfrm>
              <a:off x="334963" y="2835335"/>
              <a:ext cx="11522074" cy="651365"/>
              <a:chOff x="334963" y="2297269"/>
              <a:chExt cx="11522074" cy="2239780"/>
            </a:xfrm>
          </p:grpSpPr>
          <p:sp>
            <p:nvSpPr>
              <p:cNvPr id="9" name="table_TWformat_5_1">
                <a:extLst>
                  <a:ext uri="{FF2B5EF4-FFF2-40B4-BE49-F238E27FC236}">
                    <ns2:creationId id="{6BF57C24-C49D-9A61-30AA-B6E59203E2BE}"/>
                  </a:ext>
                </a:extLst>
              </p:cNvPr>
              <p:cNvSpPr txBox="1"/>
              <p:nvPr/>
            </p:nvSpPr>
            <p:spPr>
              <a:xfrm>
                <a:off x="334963" y="2297269"/>
                <a:ext cx="198438" cy="223978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5</a:t>
                </a:r>
                <a:endParaRPr lang="ja-JP" altLang="en-US"/>
              </a:p>
            </p:txBody>
          </p:sp>
          <p:sp>
            <p:nvSpPr>
              <p:cNvPr id="10" name="table_TWformat_5_2">
                <a:extLst>
                  <a:ext uri="{FF2B5EF4-FFF2-40B4-BE49-F238E27FC236}">
                    <ns2:creationId id="{2623DDA5-DBCF-4494-9DF0-899A6465B3FF}"/>
                  </a:ext>
                </a:extLst>
              </p:cNvPr>
              <p:cNvSpPr txBox="1"/>
              <p:nvPr/>
            </p:nvSpPr>
            <p:spPr>
              <a:xfrm>
                <a:off x="564284" y="2297269"/>
                <a:ext cx="1000783" cy="223978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SCM</a:t>
                </a:r>
                <a:r>
                  <a:rPr lang="ja-JP" altLang="en-US"/>
                  <a:t>XX</a:t>
                </a:r>
              </a:p>
            </p:txBody>
          </p:sp>
          <p:sp>
            <p:nvSpPr>
              <p:cNvPr id="11" name="table_TWformat_5_3">
                <a:extLst>
                  <a:ext uri="{FF2B5EF4-FFF2-40B4-BE49-F238E27FC236}">
                    <ns2:creationId id="{7F009A43-2FC4-A128-504E-2FA11AB71C15}"/>
                  </a:ext>
                </a:extLst>
              </p:cNvPr>
              <p:cNvSpPr txBox="1"/>
              <p:nvPr/>
            </p:nvSpPr>
            <p:spPr>
              <a:xfrm>
                <a:off x="1595950" y="2297269"/>
                <a:ext cx="1269179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it-IT" altLang="ja-JP" sz="900">
                    <a:latin typeface="+mn-ea"/>
                  </a:rPr>
                  <a:t>XX</a:t>
                </a:r>
                <a:r>
                  <a:rPr lang="ja-JP" altLang="it-IT" sz="900">
                    <a:latin typeface="+mn-ea"/>
                  </a:rPr>
                  <a:t>XX</a:t>
                </a:r>
                <a:br>
                  <a:rPr lang="it-IT" altLang="ja-JP" sz="900">
                    <a:latin typeface="+mn-ea"/>
                  </a:rPr>
                </a:br>
                <a:r>
                  <a:rPr lang="ja-JP" altLang="it-IT" sz="900">
                    <a:latin typeface="+mn-ea"/>
                  </a:rPr>
                  <a:t>XX</a:t>
                </a:r>
                <a:r>
                  <a:rPr lang="it-IT" altLang="ja-JP" sz="900">
                    <a:latin typeface="+mn-ea"/>
                  </a:rPr>
                  <a:t>/ </a:t>
                </a:r>
                <a:r>
                  <a:rPr lang="ja-JP" altLang="it-IT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12" name="table_TWformat_5_4">
                <a:extLst>
                  <a:ext uri="{FF2B5EF4-FFF2-40B4-BE49-F238E27FC236}">
                    <ns2:creationId id="{97C321B7-EA1F-CC22-6929-567D14276930}"/>
                  </a:ext>
                </a:extLst>
              </p:cNvPr>
              <p:cNvSpPr txBox="1"/>
              <p:nvPr/>
            </p:nvSpPr>
            <p:spPr>
              <a:xfrm>
                <a:off x="2896013" y="2297269"/>
                <a:ext cx="2126245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88900" indent="-88900">
                  <a:spcAft>
                    <a:spcPts val="60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sz="900" b="1">
                    <a:solidFill>
                      <a:srgbClr val="008000"/>
                    </a:solidFill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  <a:p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13" name="table_TWformat_5_5">
                <a:extLst>
                  <a:ext uri="{FF2B5EF4-FFF2-40B4-BE49-F238E27FC236}">
                    <ns2:creationId id="{F9D1312F-445E-1F09-5864-FDCCF8200E9E}"/>
                  </a:ext>
                </a:extLst>
              </p:cNvPr>
              <p:cNvSpPr txBox="1"/>
              <p:nvPr/>
            </p:nvSpPr>
            <p:spPr>
              <a:xfrm>
                <a:off x="5053141" y="2297269"/>
                <a:ext cx="43432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</a:p>
            </p:txBody>
          </p:sp>
          <p:sp>
            <p:nvSpPr>
              <p:cNvPr id="15" name="table_TWformat_5_6">
                <a:extLst>
                  <a:ext uri="{FF2B5EF4-FFF2-40B4-BE49-F238E27FC236}">
                    <ns2:creationId id="{84DBF281-AFB1-4999-46B3-F0025A617DC7}"/>
                  </a:ext>
                </a:extLst>
              </p:cNvPr>
              <p:cNvSpPr txBox="1"/>
              <p:nvPr/>
            </p:nvSpPr>
            <p:spPr>
              <a:xfrm>
                <a:off x="5518344" y="2297269"/>
                <a:ext cx="30169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16" name="table_TWformat_5_7">
                <a:extLst>
                  <a:ext uri="{FF2B5EF4-FFF2-40B4-BE49-F238E27FC236}">
                    <ns2:creationId id="{F44056C5-9559-D062-04D4-00AC3B8C0F13}"/>
                  </a:ext>
                </a:extLst>
              </p:cNvPr>
              <p:cNvSpPr txBox="1"/>
              <p:nvPr/>
            </p:nvSpPr>
            <p:spPr>
              <a:xfrm>
                <a:off x="5850918" y="2297269"/>
                <a:ext cx="35956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17" name="table_TWformat_5_8">
                <a:extLst>
                  <a:ext uri="{FF2B5EF4-FFF2-40B4-BE49-F238E27FC236}">
                    <ns2:creationId id="{BDB34112-1C32-DCD6-F9DB-AB594CA000D0}"/>
                  </a:ext>
                </a:extLst>
              </p:cNvPr>
              <p:cNvSpPr txBox="1"/>
              <p:nvPr/>
            </p:nvSpPr>
            <p:spPr>
              <a:xfrm>
                <a:off x="6241362" y="2297269"/>
                <a:ext cx="101279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r>
                  <a:rPr lang="ja-JP" altLang="en-US"/>
                  <a:t>XX</a:t>
                </a:r>
                <a:r>
                  <a:rPr lang="en-US" altLang="ja-JP"/>
                  <a:t>XX</a:t>
                </a:r>
                <a:r>
                  <a:rPr lang="ja-JP" altLang="en-US"/>
                  <a:t>XX</a:t>
                </a:r>
              </a:p>
            </p:txBody>
          </p:sp>
          <p:sp>
            <p:nvSpPr>
              <p:cNvPr id="18" name="table_TWformat_5_9">
                <a:extLst>
                  <a:ext uri="{FF2B5EF4-FFF2-40B4-BE49-F238E27FC236}">
                    <ns2:creationId id="{1F9B79B4-60FE-66D2-57D1-0D68746CEF65}"/>
                  </a:ext>
                </a:extLst>
              </p:cNvPr>
              <p:cNvSpPr txBox="1"/>
              <p:nvPr/>
            </p:nvSpPr>
            <p:spPr>
              <a:xfrm>
                <a:off x="7285035" y="2297269"/>
                <a:ext cx="2753029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r>
                  <a:rPr lang="ja-JP" altLang="en-US"/>
                  <a:t>XX</a:t>
                </a:r>
                <a:r>
                  <a:rPr lang="en-US" altLang="ja-JP"/>
                  <a:t>/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19" name="table_TWformat_5_11">
                <a:extLst>
                  <a:ext uri="{FF2B5EF4-FFF2-40B4-BE49-F238E27FC236}">
                    <ns2:creationId id="{63247454-69EA-750A-3191-77389EBB709D}"/>
                  </a:ext>
                </a:extLst>
              </p:cNvPr>
              <p:cNvSpPr txBox="1"/>
              <p:nvPr/>
            </p:nvSpPr>
            <p:spPr>
              <a:xfrm>
                <a:off x="11100619" y="2297269"/>
                <a:ext cx="756418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0" name="table_TWformat_5_11">
                <a:extLst>
                  <a:ext uri="{FF2B5EF4-FFF2-40B4-BE49-F238E27FC236}">
                    <ns2:creationId id="{EECE4236-1B3F-6A6A-B8B1-C2ABE7355B83}"/>
                  </a:ext>
                </a:extLst>
              </p:cNvPr>
              <p:cNvSpPr txBox="1"/>
              <p:nvPr/>
            </p:nvSpPr>
            <p:spPr>
              <a:xfrm>
                <a:off x="10068946" y="2297269"/>
                <a:ext cx="1000783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ns2:creationId id="{EDE573D7-4BBE-6DFE-55CB-EEB3C7147F67}"/>
                </a:ext>
              </a:extLst>
            </p:cNvPr>
            <p:cNvGrpSpPr/>
            <p:nvPr/>
          </p:nvGrpSpPr>
          <p:grpSpPr>
            <a:xfrm>
              <a:off x="334963" y="3518304"/>
              <a:ext cx="11522074" cy="516538"/>
              <a:chOff x="334963" y="2297269"/>
              <a:chExt cx="11522074" cy="2239780"/>
            </a:xfrm>
          </p:grpSpPr>
          <p:sp>
            <p:nvSpPr>
              <p:cNvPr id="30" name="table_TWformat_5_1">
                <a:extLst>
                  <a:ext uri="{FF2B5EF4-FFF2-40B4-BE49-F238E27FC236}">
                    <ns2:creationId id="{F9AAF46D-95C6-523A-9F9A-B93E63D9B1A9}"/>
                  </a:ext>
                </a:extLst>
              </p:cNvPr>
              <p:cNvSpPr txBox="1"/>
              <p:nvPr/>
            </p:nvSpPr>
            <p:spPr>
              <a:xfrm>
                <a:off x="334963" y="2297269"/>
                <a:ext cx="198438" cy="223978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6</a:t>
                </a:r>
                <a:endParaRPr lang="ja-JP" altLang="en-US"/>
              </a:p>
            </p:txBody>
          </p:sp>
          <p:sp>
            <p:nvSpPr>
              <p:cNvPr id="31" name="table_TWformat_5_2">
                <a:extLst>
                  <a:ext uri="{FF2B5EF4-FFF2-40B4-BE49-F238E27FC236}">
                    <ns2:creationId id="{265CAFE2-9EA2-7776-A681-8D1809BD9E74}"/>
                  </a:ext>
                </a:extLst>
              </p:cNvPr>
              <p:cNvSpPr txBox="1"/>
              <p:nvPr/>
            </p:nvSpPr>
            <p:spPr>
              <a:xfrm>
                <a:off x="564284" y="2297269"/>
                <a:ext cx="1000783" cy="223978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</a:p>
            </p:txBody>
          </p:sp>
          <p:sp>
            <p:nvSpPr>
              <p:cNvPr id="256" name="table_TWformat_5_3">
                <a:extLst>
                  <a:ext uri="{FF2B5EF4-FFF2-40B4-BE49-F238E27FC236}">
                    <ns2:creationId id="{9361726C-2BAA-26A2-5DCD-3A8324A7C524}"/>
                  </a:ext>
                </a:extLst>
              </p:cNvPr>
              <p:cNvSpPr txBox="1"/>
              <p:nvPr/>
            </p:nvSpPr>
            <p:spPr>
              <a:xfrm>
                <a:off x="1595950" y="2297269"/>
                <a:ext cx="1269179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900">
                    <a:latin typeface="+mn-ea"/>
                  </a:rPr>
                  <a:t>XX</a:t>
                </a:r>
                <a:br>
                  <a:rPr lang="en-US" altLang="ja-JP" sz="900">
                    <a:latin typeface="+mn-ea"/>
                  </a:rPr>
                </a:br>
                <a:r>
                  <a:rPr lang="ja-JP" altLang="en-US" sz="900">
                    <a:latin typeface="+mn-ea"/>
                  </a:rPr>
                  <a:t>XX</a:t>
                </a:r>
                <a:br>
                  <a:rPr lang="en-US" altLang="ja-JP" sz="900">
                    <a:latin typeface="+mn-ea"/>
                  </a:rPr>
                </a:br>
                <a:r>
                  <a:rPr lang="ja-JP" altLang="en-US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57" name="table_TWformat_5_4">
                <a:extLst>
                  <a:ext uri="{FF2B5EF4-FFF2-40B4-BE49-F238E27FC236}">
                    <ns2:creationId id="{8D4910A3-E68C-70F6-ED45-73C44607C43D}"/>
                  </a:ext>
                </a:extLst>
              </p:cNvPr>
              <p:cNvSpPr txBox="1"/>
              <p:nvPr/>
            </p:nvSpPr>
            <p:spPr>
              <a:xfrm>
                <a:off x="2896013" y="2297269"/>
                <a:ext cx="2126245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88900" indent="-88900">
                  <a:spcAft>
                    <a:spcPts val="60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sz="900" b="1">
                    <a:solidFill>
                      <a:srgbClr val="008000"/>
                    </a:solidFill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  <a:p>
                <a:r>
                  <a:rPr lang="ja-JP" altLang="en-US"/>
                  <a:t>XX</a:t>
                </a:r>
                <a:r>
                  <a:rPr lang="en-US" altLang="ja-JP"/>
                  <a:t>ROI</a:t>
                </a:r>
                <a:r>
                  <a:rPr lang="ja-JP" altLang="en-US"/>
                  <a:t>XX</a:t>
                </a:r>
              </a:p>
            </p:txBody>
          </p:sp>
          <p:sp>
            <p:nvSpPr>
              <p:cNvPr id="258" name="table_TWformat_5_5">
                <a:extLst>
                  <a:ext uri="{FF2B5EF4-FFF2-40B4-BE49-F238E27FC236}">
                    <ns2:creationId id="{31A4EA95-C560-1D15-DB27-38E86D040C44}"/>
                  </a:ext>
                </a:extLst>
              </p:cNvPr>
              <p:cNvSpPr txBox="1"/>
              <p:nvPr/>
            </p:nvSpPr>
            <p:spPr>
              <a:xfrm>
                <a:off x="5053141" y="2297269"/>
                <a:ext cx="43432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</a:p>
            </p:txBody>
          </p:sp>
          <p:sp>
            <p:nvSpPr>
              <p:cNvPr id="259" name="table_TWformat_5_6">
                <a:extLst>
                  <a:ext uri="{FF2B5EF4-FFF2-40B4-BE49-F238E27FC236}">
                    <ns2:creationId id="{479DFDBA-07D1-84D3-F98B-D96FB19E4BB1}"/>
                  </a:ext>
                </a:extLst>
              </p:cNvPr>
              <p:cNvSpPr txBox="1"/>
              <p:nvPr/>
            </p:nvSpPr>
            <p:spPr>
              <a:xfrm>
                <a:off x="5518344" y="2297269"/>
                <a:ext cx="30169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60" name="table_TWformat_5_7">
                <a:extLst>
                  <a:ext uri="{FF2B5EF4-FFF2-40B4-BE49-F238E27FC236}">
                    <ns2:creationId id="{4F055BD6-AE5F-966F-F369-0E0722A2F103}"/>
                  </a:ext>
                </a:extLst>
              </p:cNvPr>
              <p:cNvSpPr txBox="1"/>
              <p:nvPr/>
            </p:nvSpPr>
            <p:spPr>
              <a:xfrm>
                <a:off x="5850918" y="2297269"/>
                <a:ext cx="35956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61" name="table_TWformat_5_8">
                <a:extLst>
                  <a:ext uri="{FF2B5EF4-FFF2-40B4-BE49-F238E27FC236}">
                    <ns2:creationId id="{AB1D0A64-AE6B-7693-34F6-3DDC17159118}"/>
                  </a:ext>
                </a:extLst>
              </p:cNvPr>
              <p:cNvSpPr txBox="1"/>
              <p:nvPr/>
            </p:nvSpPr>
            <p:spPr>
              <a:xfrm>
                <a:off x="6241362" y="2297269"/>
                <a:ext cx="101279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endParaRPr lang="ja-JP" altLang="en-US"/>
              </a:p>
            </p:txBody>
          </p:sp>
          <p:sp>
            <p:nvSpPr>
              <p:cNvPr id="262" name="table_TWformat_5_9">
                <a:extLst>
                  <a:ext uri="{FF2B5EF4-FFF2-40B4-BE49-F238E27FC236}">
                    <ns2:creationId id="{6F9A0FC0-26EF-ACB2-25C6-A56A59CBECDE}"/>
                  </a:ext>
                </a:extLst>
              </p:cNvPr>
              <p:cNvSpPr txBox="1"/>
              <p:nvPr/>
            </p:nvSpPr>
            <p:spPr>
              <a:xfrm>
                <a:off x="7285035" y="2297269"/>
                <a:ext cx="2753029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endParaRPr lang="ja-JP" altLang="en-US"/>
              </a:p>
            </p:txBody>
          </p:sp>
          <p:sp>
            <p:nvSpPr>
              <p:cNvPr id="263" name="table_TWformat_5_11">
                <a:extLst>
                  <a:ext uri="{FF2B5EF4-FFF2-40B4-BE49-F238E27FC236}">
                    <ns2:creationId id="{0888EF09-47F8-6505-2423-66A8AA6DD640}"/>
                  </a:ext>
                </a:extLst>
              </p:cNvPr>
              <p:cNvSpPr txBox="1"/>
              <p:nvPr/>
            </p:nvSpPr>
            <p:spPr>
              <a:xfrm>
                <a:off x="11100619" y="2297269"/>
                <a:ext cx="756418" cy="223978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latin typeface="+mn-ea"/>
                  </a:rPr>
                  <a:t>XX</a:t>
                </a:r>
                <a:br>
                  <a:rPr lang="en-US" altLang="ja-JP" sz="900">
                    <a:latin typeface="+mn-ea"/>
                  </a:rPr>
                </a:br>
                <a:r>
                  <a:rPr lang="ja-JP" altLang="en-US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64" name="table_TWformat_5_11">
                <a:extLst>
                  <a:ext uri="{FF2B5EF4-FFF2-40B4-BE49-F238E27FC236}">
                    <ns2:creationId id="{DF3062E2-A4D9-A8BC-76BA-F4D38FDBB233}"/>
                  </a:ext>
                </a:extLst>
              </p:cNvPr>
              <p:cNvSpPr txBox="1"/>
              <p:nvPr/>
            </p:nvSpPr>
            <p:spPr>
              <a:xfrm>
                <a:off x="10068946" y="2297269"/>
                <a:ext cx="1000783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266" name="Group 265">
              <a:extLst>
                <a:ext uri="{FF2B5EF4-FFF2-40B4-BE49-F238E27FC236}">
                  <ns2:creationId id="{40BA5525-942A-C559-1F04-A0AAE6E0EBB2}"/>
                </a:ext>
              </a:extLst>
            </p:cNvPr>
            <p:cNvGrpSpPr/>
            <p:nvPr/>
          </p:nvGrpSpPr>
          <p:grpSpPr>
            <a:xfrm>
              <a:off x="334963" y="4066446"/>
              <a:ext cx="11522074" cy="516538"/>
              <a:chOff x="334963" y="2297269"/>
              <a:chExt cx="11522074" cy="2239780"/>
            </a:xfrm>
          </p:grpSpPr>
          <p:sp>
            <p:nvSpPr>
              <p:cNvPr id="268" name="table_TWformat_5_1">
                <a:extLst>
                  <a:ext uri="{FF2B5EF4-FFF2-40B4-BE49-F238E27FC236}">
                    <ns2:creationId id="{C8C9DF7D-55FF-9A4E-614D-BE23AF0D4ADE}"/>
                  </a:ext>
                </a:extLst>
              </p:cNvPr>
              <p:cNvSpPr txBox="1"/>
              <p:nvPr/>
            </p:nvSpPr>
            <p:spPr>
              <a:xfrm>
                <a:off x="334963" y="2297269"/>
                <a:ext cx="198438" cy="223978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7</a:t>
                </a:r>
                <a:endParaRPr lang="ja-JP" altLang="en-US"/>
              </a:p>
            </p:txBody>
          </p:sp>
          <p:sp>
            <p:nvSpPr>
              <p:cNvPr id="270" name="table_TWformat_5_2">
                <a:extLst>
                  <a:ext uri="{FF2B5EF4-FFF2-40B4-BE49-F238E27FC236}">
                    <ns2:creationId id="{7BCAAF2E-7B38-68DD-2956-E74DBDA00765}"/>
                  </a:ext>
                </a:extLst>
              </p:cNvPr>
              <p:cNvSpPr txBox="1"/>
              <p:nvPr/>
            </p:nvSpPr>
            <p:spPr>
              <a:xfrm>
                <a:off x="564284" y="2297269"/>
                <a:ext cx="1000783" cy="223978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r>
                  <a:rPr lang="en-US" altLang="ja-JP"/>
                  <a:t>DX</a:t>
                </a:r>
                <a:endParaRPr lang="ja-JP" altLang="en-US"/>
              </a:p>
            </p:txBody>
          </p:sp>
          <p:sp>
            <p:nvSpPr>
              <p:cNvPr id="273" name="table_TWformat_5_3">
                <a:extLst>
                  <a:ext uri="{FF2B5EF4-FFF2-40B4-BE49-F238E27FC236}">
                    <ns2:creationId id="{BD2DC17B-B85C-2D52-156E-B601E8063568}"/>
                  </a:ext>
                </a:extLst>
              </p:cNvPr>
              <p:cNvSpPr txBox="1"/>
              <p:nvPr/>
            </p:nvSpPr>
            <p:spPr>
              <a:xfrm>
                <a:off x="1595950" y="2297269"/>
                <a:ext cx="1269179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※</a:t>
                </a:r>
                <a:r>
                  <a:rPr lang="ja-JP" altLang="en-US" sz="900">
                    <a:latin typeface="+mn-ea"/>
                  </a:rPr>
                  <a:t>「</a:t>
                </a:r>
                <a:r>
                  <a:rPr lang="en-US" altLang="ja-JP" sz="900">
                    <a:latin typeface="+mn-ea"/>
                  </a:rPr>
                  <a:t>SCM</a:t>
                </a:r>
                <a:r>
                  <a:rPr lang="ja-JP" altLang="en-US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74" name="table_TWformat_5_4">
                <a:extLst>
                  <a:ext uri="{FF2B5EF4-FFF2-40B4-BE49-F238E27FC236}">
                    <ns2:creationId id="{82B6E02A-11DC-5322-4A2C-025789FDBCF0}"/>
                  </a:ext>
                </a:extLst>
              </p:cNvPr>
              <p:cNvSpPr txBox="1"/>
              <p:nvPr/>
            </p:nvSpPr>
            <p:spPr>
              <a:xfrm>
                <a:off x="2896013" y="2297269"/>
                <a:ext cx="2126245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88900" indent="-88900">
                  <a:spcAft>
                    <a:spcPts val="60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sz="900" b="1">
                    <a:solidFill>
                      <a:srgbClr val="008000"/>
                    </a:solidFill>
                    <a:latin typeface="+mn-ea"/>
                  </a:defRPr>
                </a:lvl1pPr>
              </a:lstStyle>
              <a:p>
                <a:pPr marL="0" indent="0">
                  <a:buNone/>
                </a:pPr>
                <a:r>
                  <a:rPr lang="en-US" altLang="ja-JP" b="0"/>
                  <a:t>※</a:t>
                </a:r>
                <a:r>
                  <a:rPr lang="ja-JP" altLang="en-US" b="0">
                    <a:solidFill>
                      <a:schemeClr val="tx1"/>
                    </a:solidFill>
                  </a:rPr>
                  <a:t>「</a:t>
                </a:r>
                <a:r>
                  <a:rPr lang="en-US" altLang="ja-JP" b="0">
                    <a:solidFill>
                      <a:schemeClr val="tx1"/>
                    </a:solidFill>
                  </a:rPr>
                  <a:t>SCM</a:t>
                </a:r>
                <a:r>
                  <a:rPr lang="ja-JP" altLang="en-US" b="0">
                    <a:solidFill>
                      <a:schemeClr val="tx1"/>
                    </a:solidFill>
                  </a:rPr>
                  <a:t>XX</a:t>
                </a:r>
              </a:p>
            </p:txBody>
          </p:sp>
          <p:sp>
            <p:nvSpPr>
              <p:cNvPr id="275" name="table_TWformat_5_5">
                <a:extLst>
                  <a:ext uri="{FF2B5EF4-FFF2-40B4-BE49-F238E27FC236}">
                    <ns2:creationId id="{736C7FD9-DAD2-8D26-3062-2E693FF60574}"/>
                  </a:ext>
                </a:extLst>
              </p:cNvPr>
              <p:cNvSpPr txBox="1"/>
              <p:nvPr/>
            </p:nvSpPr>
            <p:spPr>
              <a:xfrm>
                <a:off x="5053141" y="2297269"/>
                <a:ext cx="43432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</a:p>
            </p:txBody>
          </p:sp>
          <p:sp>
            <p:nvSpPr>
              <p:cNvPr id="276" name="table_TWformat_5_6">
                <a:extLst>
                  <a:ext uri="{FF2B5EF4-FFF2-40B4-BE49-F238E27FC236}">
                    <ns2:creationId id="{0DCFC1EE-6EC9-A3CD-4399-BA530E6CEE36}"/>
                  </a:ext>
                </a:extLst>
              </p:cNvPr>
              <p:cNvSpPr txBox="1"/>
              <p:nvPr/>
            </p:nvSpPr>
            <p:spPr>
              <a:xfrm>
                <a:off x="5518344" y="2297269"/>
                <a:ext cx="30169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77" name="table_TWformat_5_7">
                <a:extLst>
                  <a:ext uri="{FF2B5EF4-FFF2-40B4-BE49-F238E27FC236}">
                    <ns2:creationId id="{497D8AD7-E7A8-D7D1-2140-B8E743B62629}"/>
                  </a:ext>
                </a:extLst>
              </p:cNvPr>
              <p:cNvSpPr txBox="1"/>
              <p:nvPr/>
            </p:nvSpPr>
            <p:spPr>
              <a:xfrm>
                <a:off x="5850918" y="2297269"/>
                <a:ext cx="35956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lang="ja-JP" altLang="en-US" sz="900">
                  <a:latin typeface="+mn-ea"/>
                </a:endParaRPr>
              </a:p>
            </p:txBody>
          </p:sp>
          <p:sp>
            <p:nvSpPr>
              <p:cNvPr id="279" name="table_TWformat_5_8">
                <a:extLst>
                  <a:ext uri="{FF2B5EF4-FFF2-40B4-BE49-F238E27FC236}">
                    <ns2:creationId id="{CB52D672-4D75-1442-E68E-61C223552595}"/>
                  </a:ext>
                </a:extLst>
              </p:cNvPr>
              <p:cNvSpPr txBox="1"/>
              <p:nvPr/>
            </p:nvSpPr>
            <p:spPr>
              <a:xfrm>
                <a:off x="6241362" y="2297269"/>
                <a:ext cx="101279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endParaRPr lang="ja-JP" altLang="en-US"/>
              </a:p>
            </p:txBody>
          </p:sp>
          <p:sp>
            <p:nvSpPr>
              <p:cNvPr id="280" name="table_TWformat_5_9">
                <a:extLst>
                  <a:ext uri="{FF2B5EF4-FFF2-40B4-BE49-F238E27FC236}">
                    <ns2:creationId id="{66B6DBC0-79FA-8C4A-4787-8DE8B84C37CE}"/>
                  </a:ext>
                </a:extLst>
              </p:cNvPr>
              <p:cNvSpPr txBox="1"/>
              <p:nvPr/>
            </p:nvSpPr>
            <p:spPr>
              <a:xfrm>
                <a:off x="7285035" y="2297269"/>
                <a:ext cx="2753029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r>
                  <a:rPr lang="ja-JP" altLang="en-US"/>
                  <a:t>XX</a:t>
                </a:r>
              </a:p>
              <a:p>
                <a:pPr marL="90488" indent="-90488"/>
                <a:r>
                  <a:rPr lang="ja-JP" altLang="en-US"/>
                  <a:t>XX</a:t>
                </a:r>
                <a:r>
                  <a:rPr lang="en-US" altLang="ja-JP"/>
                  <a:t>/ </a:t>
                </a:r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281" name="table_TWformat_5_11">
                <a:extLst>
                  <a:ext uri="{FF2B5EF4-FFF2-40B4-BE49-F238E27FC236}">
                    <ns2:creationId id="{7B75D8C6-3B0D-2178-9436-A17BB7D4F374}"/>
                  </a:ext>
                </a:extLst>
              </p:cNvPr>
              <p:cNvSpPr txBox="1"/>
              <p:nvPr/>
            </p:nvSpPr>
            <p:spPr>
              <a:xfrm>
                <a:off x="11100619" y="2297269"/>
                <a:ext cx="756418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XX</a:t>
                </a:r>
                <a:endParaRPr lang="ja-JP" altLang="en-US"/>
              </a:p>
            </p:txBody>
          </p:sp>
          <p:sp>
            <p:nvSpPr>
              <p:cNvPr id="282" name="table_TWformat_5_11">
                <a:extLst>
                  <a:ext uri="{FF2B5EF4-FFF2-40B4-BE49-F238E27FC236}">
                    <ns2:creationId id="{61E87D93-A4C3-DA78-55FC-5FAC24A685D7}"/>
                  </a:ext>
                </a:extLst>
              </p:cNvPr>
              <p:cNvSpPr txBox="1"/>
              <p:nvPr/>
            </p:nvSpPr>
            <p:spPr>
              <a:xfrm>
                <a:off x="10068946" y="2297269"/>
                <a:ext cx="1000783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283" name="Group 282">
              <a:extLst>
                <a:ext uri="{FF2B5EF4-FFF2-40B4-BE49-F238E27FC236}">
                  <ns2:creationId id="{C067593B-31E6-2738-4D57-C791E491500F}"/>
                </a:ext>
              </a:extLst>
            </p:cNvPr>
            <p:cNvGrpSpPr/>
            <p:nvPr/>
          </p:nvGrpSpPr>
          <p:grpSpPr>
            <a:xfrm>
              <a:off x="334963" y="4614588"/>
              <a:ext cx="11522074" cy="426378"/>
              <a:chOff x="334963" y="2297269"/>
              <a:chExt cx="11522074" cy="2239780"/>
            </a:xfrm>
          </p:grpSpPr>
          <p:sp>
            <p:nvSpPr>
              <p:cNvPr id="285" name="table_TWformat_5_1">
                <a:extLst>
                  <a:ext uri="{FF2B5EF4-FFF2-40B4-BE49-F238E27FC236}">
                    <ns2:creationId id="{21ACF8C5-374D-21B8-FFB0-8EBAA3B8E490}"/>
                  </a:ext>
                </a:extLst>
              </p:cNvPr>
              <p:cNvSpPr txBox="1"/>
              <p:nvPr/>
            </p:nvSpPr>
            <p:spPr>
              <a:xfrm>
                <a:off x="334963" y="2297269"/>
                <a:ext cx="198438" cy="223978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8</a:t>
                </a:r>
                <a:endParaRPr lang="ja-JP" altLang="en-US"/>
              </a:p>
            </p:txBody>
          </p:sp>
          <p:sp>
            <p:nvSpPr>
              <p:cNvPr id="32" name="table_TWformat_5_2">
                <a:extLst>
                  <a:ext uri="{FF2B5EF4-FFF2-40B4-BE49-F238E27FC236}">
                    <ns2:creationId id="{158693F5-FBA8-AD27-33B2-FD65A9A8596E}"/>
                  </a:ext>
                </a:extLst>
              </p:cNvPr>
              <p:cNvSpPr txBox="1"/>
              <p:nvPr/>
            </p:nvSpPr>
            <p:spPr>
              <a:xfrm>
                <a:off x="564284" y="2297269"/>
                <a:ext cx="1000783" cy="223978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</a:p>
            </p:txBody>
          </p:sp>
          <p:sp>
            <p:nvSpPr>
              <p:cNvPr id="36" name="table_TWformat_5_3">
                <a:extLst>
                  <a:ext uri="{FF2B5EF4-FFF2-40B4-BE49-F238E27FC236}">
                    <ns2:creationId id="{293D72CE-3652-A6E2-72FE-AD611B2985C0}"/>
                  </a:ext>
                </a:extLst>
              </p:cNvPr>
              <p:cNvSpPr txBox="1"/>
              <p:nvPr/>
            </p:nvSpPr>
            <p:spPr>
              <a:xfrm>
                <a:off x="1595950" y="2297269"/>
                <a:ext cx="1269179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37" name="table_TWformat_5_4">
                <a:extLst>
                  <a:ext uri="{FF2B5EF4-FFF2-40B4-BE49-F238E27FC236}">
                    <ns2:creationId id="{C65473E4-0708-6A57-3A11-C3CC730AA3FD}"/>
                  </a:ext>
                </a:extLst>
              </p:cNvPr>
              <p:cNvSpPr txBox="1"/>
              <p:nvPr/>
            </p:nvSpPr>
            <p:spPr>
              <a:xfrm>
                <a:off x="2896013" y="2297269"/>
                <a:ext cx="2126245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88900" indent="-88900">
                  <a:spcAft>
                    <a:spcPts val="60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sz="900" b="1">
                    <a:solidFill>
                      <a:srgbClr val="008000"/>
                    </a:solidFill>
                    <a:latin typeface="+mn-ea"/>
                  </a:defRPr>
                </a:lvl1pPr>
              </a:lstStyle>
              <a:p>
                <a:pPr marL="0" indent="0">
                  <a:buNone/>
                </a:pPr>
                <a:endParaRPr lang="ja-JP" altLang="en-US" b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table_TWformat_5_5">
                <a:extLst>
                  <a:ext uri="{FF2B5EF4-FFF2-40B4-BE49-F238E27FC236}">
                    <ns2:creationId id="{8B659956-2DEE-B3C1-0697-74EC743BAE28}"/>
                  </a:ext>
                </a:extLst>
              </p:cNvPr>
              <p:cNvSpPr txBox="1"/>
              <p:nvPr/>
            </p:nvSpPr>
            <p:spPr>
              <a:xfrm>
                <a:off x="5053141" y="2297269"/>
                <a:ext cx="43432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</a:p>
            </p:txBody>
          </p:sp>
          <p:sp>
            <p:nvSpPr>
              <p:cNvPr id="40" name="table_TWformat_5_6">
                <a:extLst>
                  <a:ext uri="{FF2B5EF4-FFF2-40B4-BE49-F238E27FC236}">
                    <ns2:creationId id="{EDDE4772-B2A2-FB3B-AB1E-0958FD6417EB}"/>
                  </a:ext>
                </a:extLst>
              </p:cNvPr>
              <p:cNvSpPr txBox="1"/>
              <p:nvPr/>
            </p:nvSpPr>
            <p:spPr>
              <a:xfrm>
                <a:off x="5518344" y="2297269"/>
                <a:ext cx="30169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41" name="table_TWformat_5_7">
                <a:extLst>
                  <a:ext uri="{FF2B5EF4-FFF2-40B4-BE49-F238E27FC236}">
                    <ns2:creationId id="{FE9A116B-2088-BF7D-70D4-4E5FDBEB12C6}"/>
                  </a:ext>
                </a:extLst>
              </p:cNvPr>
              <p:cNvSpPr txBox="1"/>
              <p:nvPr/>
            </p:nvSpPr>
            <p:spPr>
              <a:xfrm>
                <a:off x="5850918" y="2297269"/>
                <a:ext cx="35956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lang="ja-JP" altLang="en-US" sz="900">
                  <a:latin typeface="+mn-ea"/>
                </a:endParaRPr>
              </a:p>
            </p:txBody>
          </p:sp>
          <p:sp>
            <p:nvSpPr>
              <p:cNvPr id="42" name="table_TWformat_5_8">
                <a:extLst>
                  <a:ext uri="{FF2B5EF4-FFF2-40B4-BE49-F238E27FC236}">
                    <ns2:creationId id="{0855E95C-F1EA-3D6F-2B93-800D0E60284D}"/>
                  </a:ext>
                </a:extLst>
              </p:cNvPr>
              <p:cNvSpPr txBox="1"/>
              <p:nvPr/>
            </p:nvSpPr>
            <p:spPr>
              <a:xfrm>
                <a:off x="6241362" y="2297269"/>
                <a:ext cx="101279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endParaRPr lang="ja-JP" altLang="en-US"/>
              </a:p>
            </p:txBody>
          </p:sp>
          <p:sp>
            <p:nvSpPr>
              <p:cNvPr id="43" name="table_TWformat_5_9">
                <a:extLst>
                  <a:ext uri="{FF2B5EF4-FFF2-40B4-BE49-F238E27FC236}">
                    <ns2:creationId id="{EDE790F4-F7F4-148C-7EB8-3C3C145DF8C3}"/>
                  </a:ext>
                </a:extLst>
              </p:cNvPr>
              <p:cNvSpPr txBox="1"/>
              <p:nvPr/>
            </p:nvSpPr>
            <p:spPr>
              <a:xfrm>
                <a:off x="7285035" y="2297269"/>
                <a:ext cx="2753029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endParaRPr lang="ja-JP" altLang="en-US"/>
              </a:p>
            </p:txBody>
          </p:sp>
          <p:sp>
            <p:nvSpPr>
              <p:cNvPr id="45" name="table_TWformat_5_11">
                <a:extLst>
                  <a:ext uri="{FF2B5EF4-FFF2-40B4-BE49-F238E27FC236}">
                    <ns2:creationId id="{6C70BBA7-60E8-CFDC-155B-4B35C4D2E766}"/>
                  </a:ext>
                </a:extLst>
              </p:cNvPr>
              <p:cNvSpPr txBox="1"/>
              <p:nvPr/>
            </p:nvSpPr>
            <p:spPr>
              <a:xfrm>
                <a:off x="11100619" y="2297269"/>
                <a:ext cx="756418" cy="223978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49" name="table_TWformat_5_11">
                <a:extLst>
                  <a:ext uri="{FF2B5EF4-FFF2-40B4-BE49-F238E27FC236}">
                    <ns2:creationId id="{40E8F681-26AF-DF4E-6AF1-1835150BD031}"/>
                  </a:ext>
                </a:extLst>
              </p:cNvPr>
              <p:cNvSpPr txBox="1"/>
              <p:nvPr/>
            </p:nvSpPr>
            <p:spPr>
              <a:xfrm>
                <a:off x="10068946" y="2297269"/>
                <a:ext cx="1000783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ns2:creationId id="{3794D824-20B7-877D-D4CA-B94058BF5176}"/>
                </a:ext>
              </a:extLst>
            </p:cNvPr>
            <p:cNvGrpSpPr/>
            <p:nvPr/>
          </p:nvGrpSpPr>
          <p:grpSpPr>
            <a:xfrm>
              <a:off x="334963" y="5072570"/>
              <a:ext cx="11522074" cy="602273"/>
              <a:chOff x="334963" y="2297269"/>
              <a:chExt cx="11522074" cy="2239780"/>
            </a:xfrm>
          </p:grpSpPr>
          <p:sp>
            <p:nvSpPr>
              <p:cNvPr id="52" name="table_TWformat_5_1">
                <a:extLst>
                  <a:ext uri="{FF2B5EF4-FFF2-40B4-BE49-F238E27FC236}">
                    <ns2:creationId id="{524863ED-3FF1-6739-6B8F-06F87E6A0D37}"/>
                  </a:ext>
                </a:extLst>
              </p:cNvPr>
              <p:cNvSpPr txBox="1"/>
              <p:nvPr/>
            </p:nvSpPr>
            <p:spPr>
              <a:xfrm>
                <a:off x="334963" y="2297269"/>
                <a:ext cx="198438" cy="223978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9</a:t>
                </a:r>
                <a:endParaRPr lang="ja-JP" altLang="en-US"/>
              </a:p>
            </p:txBody>
          </p:sp>
          <p:sp>
            <p:nvSpPr>
              <p:cNvPr id="53" name="table_TWformat_5_2">
                <a:extLst>
                  <a:ext uri="{FF2B5EF4-FFF2-40B4-BE49-F238E27FC236}">
                    <ns2:creationId id="{269FF4BE-4FC6-DF15-9BB7-63096AB90FA7}"/>
                  </a:ext>
                </a:extLst>
              </p:cNvPr>
              <p:cNvSpPr txBox="1"/>
              <p:nvPr/>
            </p:nvSpPr>
            <p:spPr>
              <a:xfrm>
                <a:off x="564284" y="2297269"/>
                <a:ext cx="1000783" cy="223978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r>
                  <a:rPr lang="en-US" altLang="ja-JP"/>
                  <a:t>DX</a:t>
                </a:r>
                <a:r>
                  <a:rPr lang="ja-JP" altLang="en-US"/>
                  <a:t>XX</a:t>
                </a:r>
              </a:p>
            </p:txBody>
          </p:sp>
          <p:sp>
            <p:nvSpPr>
              <p:cNvPr id="54" name="table_TWformat_5_3">
                <a:extLst>
                  <a:ext uri="{FF2B5EF4-FFF2-40B4-BE49-F238E27FC236}">
                    <ns2:creationId id="{38ECFBED-EC43-CA15-39F9-787354FA918C}"/>
                  </a:ext>
                </a:extLst>
              </p:cNvPr>
              <p:cNvSpPr txBox="1"/>
              <p:nvPr/>
            </p:nvSpPr>
            <p:spPr>
              <a:xfrm>
                <a:off x="1595950" y="2297269"/>
                <a:ext cx="1269179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 sz="800"/>
                  <a:t>XX</a:t>
                </a:r>
                <a:br>
                  <a:rPr lang="it-IT" altLang="ja-JP" sz="800"/>
                </a:br>
                <a:r>
                  <a:rPr lang="ja-JP" altLang="en-US" sz="800"/>
                  <a:t>XX</a:t>
                </a:r>
              </a:p>
            </p:txBody>
          </p:sp>
          <p:sp>
            <p:nvSpPr>
              <p:cNvPr id="55" name="table_TWformat_5_4">
                <a:extLst>
                  <a:ext uri="{FF2B5EF4-FFF2-40B4-BE49-F238E27FC236}">
                    <ns2:creationId id="{1F6076F8-E593-6716-7CAC-73AEE9FF43F0}"/>
                  </a:ext>
                </a:extLst>
              </p:cNvPr>
              <p:cNvSpPr txBox="1"/>
              <p:nvPr/>
            </p:nvSpPr>
            <p:spPr>
              <a:xfrm>
                <a:off x="2896013" y="2297269"/>
                <a:ext cx="2126245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>
                <a:defPPr>
                  <a:defRPr lang="ja-JP"/>
                </a:defPPr>
                <a:lvl1pPr marL="88900" indent="-88900">
                  <a:spcAft>
                    <a:spcPts val="60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sz="900" b="0">
                    <a:latin typeface="+mn-ea"/>
                  </a:defRPr>
                </a:lvl1pPr>
              </a:lstStyle>
              <a:p>
                <a:r>
                  <a:rPr lang="ja-JP" altLang="en-US" b="1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56" name="table_TWformat_5_5">
                <a:extLst>
                  <a:ext uri="{FF2B5EF4-FFF2-40B4-BE49-F238E27FC236}">
                    <ns2:creationId id="{CC3A65F2-BE14-31B0-408E-24695D220B63}"/>
                  </a:ext>
                </a:extLst>
              </p:cNvPr>
              <p:cNvSpPr txBox="1"/>
              <p:nvPr/>
            </p:nvSpPr>
            <p:spPr>
              <a:xfrm>
                <a:off x="5053141" y="2297269"/>
                <a:ext cx="43432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</a:p>
            </p:txBody>
          </p:sp>
          <p:sp>
            <p:nvSpPr>
              <p:cNvPr id="58" name="table_TWformat_5_6">
                <a:extLst>
                  <a:ext uri="{FF2B5EF4-FFF2-40B4-BE49-F238E27FC236}">
                    <ns2:creationId id="{178DCED7-646C-1628-88F4-42013BA159B2}"/>
                  </a:ext>
                </a:extLst>
              </p:cNvPr>
              <p:cNvSpPr txBox="1"/>
              <p:nvPr/>
            </p:nvSpPr>
            <p:spPr>
              <a:xfrm>
                <a:off x="5518344" y="2297269"/>
                <a:ext cx="30169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62" name="table_TWformat_5_7">
                <a:extLst>
                  <a:ext uri="{FF2B5EF4-FFF2-40B4-BE49-F238E27FC236}">
                    <ns2:creationId id="{B007905E-003C-3765-20CC-D475C7C58D65}"/>
                  </a:ext>
                </a:extLst>
              </p:cNvPr>
              <p:cNvSpPr txBox="1"/>
              <p:nvPr/>
            </p:nvSpPr>
            <p:spPr>
              <a:xfrm>
                <a:off x="5850918" y="2297269"/>
                <a:ext cx="35956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lang="ja-JP" altLang="en-US" sz="900">
                  <a:latin typeface="+mn-ea"/>
                </a:endParaRPr>
              </a:p>
            </p:txBody>
          </p:sp>
          <p:sp>
            <p:nvSpPr>
              <p:cNvPr id="63" name="table_TWformat_5_8">
                <a:extLst>
                  <a:ext uri="{FF2B5EF4-FFF2-40B4-BE49-F238E27FC236}">
                    <ns2:creationId id="{270491D6-271A-13F8-554B-A7C23A726AD1}"/>
                  </a:ext>
                </a:extLst>
              </p:cNvPr>
              <p:cNvSpPr txBox="1"/>
              <p:nvPr/>
            </p:nvSpPr>
            <p:spPr>
              <a:xfrm>
                <a:off x="6241362" y="2297269"/>
                <a:ext cx="101279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en-US" altLang="ja-JP" sz="800"/>
                  <a:t>: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XX</a:t>
                </a:r>
              </a:p>
              <a:p>
                <a:pPr marL="90488" indent="-90488"/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ja-JP" altLang="en-US" sz="800"/>
                  <a:t>XX</a:t>
                </a:r>
                <a:r>
                  <a:rPr lang="en-US" altLang="ja-JP" sz="800"/>
                  <a:t>: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XX</a:t>
                </a:r>
                <a:endParaRPr lang="ja-JP" altLang="en-US" sz="800"/>
              </a:p>
            </p:txBody>
          </p:sp>
          <p:sp>
            <p:nvSpPr>
              <p:cNvPr id="65" name="table_TWformat_5_9">
                <a:extLst>
                  <a:ext uri="{FF2B5EF4-FFF2-40B4-BE49-F238E27FC236}">
                    <ns2:creationId id="{2C7A0193-1371-A730-FB41-4D6CBCDD680E}"/>
                  </a:ext>
                </a:extLst>
              </p:cNvPr>
              <p:cNvSpPr txBox="1"/>
              <p:nvPr/>
            </p:nvSpPr>
            <p:spPr>
              <a:xfrm>
                <a:off x="7285035" y="2297269"/>
                <a:ext cx="2753029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  <a:p>
                <a:pPr marL="90488" indent="-90488"/>
                <a:r>
                  <a:rPr lang="ja-JP" altLang="en-US"/>
                  <a:t>XX</a:t>
                </a:r>
              </a:p>
              <a:p>
                <a:pPr marL="90488" indent="-90488"/>
                <a:r>
                  <a:rPr lang="ja-JP" altLang="en-US"/>
                  <a:t>XX</a:t>
                </a:r>
              </a:p>
            </p:txBody>
          </p:sp>
          <p:sp>
            <p:nvSpPr>
              <p:cNvPr id="66" name="table_TWformat_5_11">
                <a:extLst>
                  <a:ext uri="{FF2B5EF4-FFF2-40B4-BE49-F238E27FC236}">
                    <ns2:creationId id="{FEF76884-73EF-6D7D-96E2-EB9E64277351}"/>
                  </a:ext>
                </a:extLst>
              </p:cNvPr>
              <p:cNvSpPr txBox="1"/>
              <p:nvPr/>
            </p:nvSpPr>
            <p:spPr>
              <a:xfrm>
                <a:off x="11100619" y="2297269"/>
                <a:ext cx="756418" cy="223978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br>
                  <a:rPr lang="it-IT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67" name="table_TWformat_5_11">
                <a:extLst>
                  <a:ext uri="{FF2B5EF4-FFF2-40B4-BE49-F238E27FC236}">
                    <ns2:creationId id="{F4510645-00A6-782C-1DDD-13EB817422A7}"/>
                  </a:ext>
                </a:extLst>
              </p:cNvPr>
              <p:cNvSpPr txBox="1"/>
              <p:nvPr/>
            </p:nvSpPr>
            <p:spPr>
              <a:xfrm>
                <a:off x="10068946" y="2297269"/>
                <a:ext cx="1000783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ns2:creationId id="{E618FEFD-EB23-F499-911A-09B13F54A384}"/>
                </a:ext>
              </a:extLst>
            </p:cNvPr>
            <p:cNvGrpSpPr/>
            <p:nvPr/>
          </p:nvGrpSpPr>
          <p:grpSpPr>
            <a:xfrm>
              <a:off x="334963" y="5706452"/>
              <a:ext cx="11522074" cy="602273"/>
              <a:chOff x="334963" y="2297269"/>
              <a:chExt cx="11522074" cy="2239780"/>
            </a:xfrm>
          </p:grpSpPr>
          <p:sp>
            <p:nvSpPr>
              <p:cNvPr id="94" name="table_TWformat_5_1">
                <a:extLst>
                  <a:ext uri="{FF2B5EF4-FFF2-40B4-BE49-F238E27FC236}">
                    <ns2:creationId id="{0C5D8F70-FE0A-DD66-31F4-9E21D26D90DB}"/>
                  </a:ext>
                </a:extLst>
              </p:cNvPr>
              <p:cNvSpPr txBox="1"/>
              <p:nvPr/>
            </p:nvSpPr>
            <p:spPr>
              <a:xfrm>
                <a:off x="334963" y="2297269"/>
                <a:ext cx="198438" cy="223978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10</a:t>
                </a:r>
                <a:endParaRPr lang="ja-JP" altLang="en-US"/>
              </a:p>
            </p:txBody>
          </p:sp>
          <p:sp>
            <p:nvSpPr>
              <p:cNvPr id="95" name="table_TWformat_5_2">
                <a:extLst>
                  <a:ext uri="{FF2B5EF4-FFF2-40B4-BE49-F238E27FC236}">
                    <ns2:creationId id="{EE3571EC-C2C6-72B2-1CDA-874F4E875EAB}"/>
                  </a:ext>
                </a:extLst>
              </p:cNvPr>
              <p:cNvSpPr txBox="1"/>
              <p:nvPr/>
            </p:nvSpPr>
            <p:spPr>
              <a:xfrm>
                <a:off x="564284" y="2297269"/>
                <a:ext cx="1000783" cy="223978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en-US" altLang="ja-JP"/>
                  <a:t>XX</a:t>
                </a:r>
                <a:r>
                  <a:rPr lang="ja-JP" altLang="en-US"/>
                  <a:t>XX</a:t>
                </a:r>
              </a:p>
            </p:txBody>
          </p:sp>
          <p:sp>
            <p:nvSpPr>
              <p:cNvPr id="289" name="table_TWformat_5_3">
                <a:extLst>
                  <a:ext uri="{FF2B5EF4-FFF2-40B4-BE49-F238E27FC236}">
                    <ns2:creationId id="{68D804EC-EEF8-D388-4C24-6E08F37D9809}"/>
                  </a:ext>
                </a:extLst>
              </p:cNvPr>
              <p:cNvSpPr txBox="1"/>
              <p:nvPr/>
            </p:nvSpPr>
            <p:spPr>
              <a:xfrm>
                <a:off x="1595950" y="2297269"/>
                <a:ext cx="1269179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  <a:r>
                  <a:rPr lang="en-US" altLang="ja-JP"/>
                  <a:t>XX</a:t>
                </a:r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  <a:br>
                  <a:rPr lang="en-US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290" name="table_TWformat_5_4">
                <a:extLst>
                  <a:ext uri="{FF2B5EF4-FFF2-40B4-BE49-F238E27FC236}">
                    <ns2:creationId id="{507D1E93-47E3-0EEA-16C9-0E3559E9105B}"/>
                  </a:ext>
                </a:extLst>
              </p:cNvPr>
              <p:cNvSpPr txBox="1"/>
              <p:nvPr/>
            </p:nvSpPr>
            <p:spPr>
              <a:xfrm>
                <a:off x="2896013" y="2297269"/>
                <a:ext cx="2126245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>
                <a:defPPr>
                  <a:defRPr lang="ja-JP"/>
                </a:defPPr>
                <a:lvl1pPr marL="88900" indent="-88900">
                  <a:spcAft>
                    <a:spcPts val="60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sz="900" b="0">
                    <a:latin typeface="+mn-ea"/>
                  </a:defRPr>
                </a:lvl1pPr>
              </a:lstStyle>
              <a:p>
                <a:r>
                  <a:rPr lang="ja-JP" altLang="en-US" b="1">
                    <a:solidFill>
                      <a:srgbClr val="008000"/>
                    </a:solidFill>
                  </a:rPr>
                  <a:t>XX</a:t>
                </a:r>
                <a:r>
                  <a:rPr lang="en-US" altLang="ja-JP" b="1">
                    <a:solidFill>
                      <a:srgbClr val="008000"/>
                    </a:solidFill>
                  </a:rPr>
                  <a:t>XX</a:t>
                </a:r>
                <a:r>
                  <a:rPr lang="ja-JP" altLang="en-US" b="1">
                    <a:solidFill>
                      <a:srgbClr val="008000"/>
                    </a:solidFill>
                  </a:rPr>
                  <a:t>XX</a:t>
                </a:r>
              </a:p>
              <a:p>
                <a:r>
                  <a:rPr lang="ja-JP" altLang="en-US" b="1">
                    <a:solidFill>
                      <a:srgbClr val="008000"/>
                    </a:solidFill>
                  </a:rPr>
                  <a:t>XX</a:t>
                </a:r>
                <a:r>
                  <a:rPr lang="en-US" altLang="ja-JP" b="1">
                    <a:solidFill>
                      <a:srgbClr val="008000"/>
                    </a:solidFill>
                  </a:rPr>
                  <a:t>3</a:t>
                </a:r>
                <a:r>
                  <a:rPr lang="ja-JP" altLang="en-US" b="1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291" name="table_TWformat_5_5">
                <a:extLst>
                  <a:ext uri="{FF2B5EF4-FFF2-40B4-BE49-F238E27FC236}">
                    <ns2:creationId id="{9BB7EC36-C1AC-2226-1AA9-622B41C423D6}"/>
                  </a:ext>
                </a:extLst>
              </p:cNvPr>
              <p:cNvSpPr txBox="1"/>
              <p:nvPr/>
            </p:nvSpPr>
            <p:spPr>
              <a:xfrm>
                <a:off x="5053141" y="2297269"/>
                <a:ext cx="43432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</a:p>
            </p:txBody>
          </p:sp>
          <p:sp>
            <p:nvSpPr>
              <p:cNvPr id="292" name="table_TWformat_5_6">
                <a:extLst>
                  <a:ext uri="{FF2B5EF4-FFF2-40B4-BE49-F238E27FC236}">
                    <ns2:creationId id="{4E174E95-AAAA-A63A-082E-EBB65FB4D487}"/>
                  </a:ext>
                </a:extLst>
              </p:cNvPr>
              <p:cNvSpPr txBox="1"/>
              <p:nvPr/>
            </p:nvSpPr>
            <p:spPr>
              <a:xfrm>
                <a:off x="5518344" y="2297269"/>
                <a:ext cx="30169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kumimoji="1" lang="ja-JP" altLang="en-US" sz="900">
                  <a:latin typeface="+mn-ea"/>
                </a:endParaRPr>
              </a:p>
            </p:txBody>
          </p:sp>
          <p:sp>
            <p:nvSpPr>
              <p:cNvPr id="293" name="table_TWformat_5_7">
                <a:extLst>
                  <a:ext uri="{FF2B5EF4-FFF2-40B4-BE49-F238E27FC236}">
                    <ns2:creationId id="{2AFFBC21-A586-107A-615F-0EF9C4F00AA5}"/>
                  </a:ext>
                </a:extLst>
              </p:cNvPr>
              <p:cNvSpPr txBox="1"/>
              <p:nvPr/>
            </p:nvSpPr>
            <p:spPr>
              <a:xfrm>
                <a:off x="5850918" y="2297269"/>
                <a:ext cx="359561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lang="en-US" altLang="ja-JP" sz="900">
                    <a:latin typeface="+mn-ea"/>
                  </a:rPr>
                  <a:t>XX</a:t>
                </a:r>
                <a:endParaRPr lang="ja-JP" altLang="en-US" sz="900">
                  <a:latin typeface="+mn-ea"/>
                </a:endParaRPr>
              </a:p>
            </p:txBody>
          </p:sp>
          <p:sp>
            <p:nvSpPr>
              <p:cNvPr id="294" name="table_TWformat_5_8">
                <a:extLst>
                  <a:ext uri="{FF2B5EF4-FFF2-40B4-BE49-F238E27FC236}">
                    <ns2:creationId id="{D3D5242E-9AC2-A090-102E-BBAD13E134F2}"/>
                  </a:ext>
                </a:extLst>
              </p:cNvPr>
              <p:cNvSpPr txBox="1"/>
              <p:nvPr/>
            </p:nvSpPr>
            <p:spPr>
              <a:xfrm>
                <a:off x="6241362" y="2297269"/>
                <a:ext cx="1012790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en-US" altLang="ja-JP" sz="800"/>
                  <a:t>: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XX</a:t>
                </a:r>
                <a:r>
                  <a:rPr lang="ja-JP" altLang="en-US" sz="800"/>
                  <a:t> </a:t>
                </a: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)</a:t>
                </a:r>
                <a:endParaRPr lang="ja-JP" altLang="en-US" sz="800"/>
              </a:p>
              <a:p>
                <a:pPr marL="90488" indent="-90488"/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br>
                  <a:rPr lang="en-US" altLang="ja-JP" sz="800"/>
                </a:br>
                <a:r>
                  <a:rPr lang="en-US" altLang="ja-JP" sz="800"/>
                  <a:t>: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XX</a:t>
                </a:r>
                <a:r>
                  <a:rPr lang="ja-JP" altLang="en-US" sz="800"/>
                  <a:t> </a:t>
                </a: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)</a:t>
                </a:r>
                <a:endParaRPr lang="ja-JP" altLang="en-US" sz="800"/>
              </a:p>
            </p:txBody>
          </p:sp>
          <p:sp>
            <p:nvSpPr>
              <p:cNvPr id="295" name="table_TWformat_5_9">
                <a:extLst>
                  <a:ext uri="{FF2B5EF4-FFF2-40B4-BE49-F238E27FC236}">
                    <ns2:creationId id="{286939D2-11BC-7B39-5B97-EE6C23FA9613}"/>
                  </a:ext>
                </a:extLst>
              </p:cNvPr>
              <p:cNvSpPr txBox="1"/>
              <p:nvPr/>
            </p:nvSpPr>
            <p:spPr>
              <a:xfrm>
                <a:off x="7285035" y="2297269"/>
                <a:ext cx="2753029" cy="2239780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2"/>
                  </a:buClr>
                  <a:buFont typeface="Arial" panose="020B0604020202020204" pitchFamily="34" charset="0"/>
                  <a:buChar char="•"/>
                  <a:defRPr sz="900" b="0"/>
                </a:lvl1pPr>
              </a:lstStyle>
              <a:p>
                <a:pPr marL="90488" indent="-90488"/>
                <a:r>
                  <a:rPr lang="ja-JP" altLang="en-US"/>
                  <a:t>XX</a:t>
                </a:r>
                <a:r>
                  <a:rPr lang="en-US" altLang="ja-JP"/>
                  <a:t>XX</a:t>
                </a:r>
                <a:r>
                  <a:rPr lang="ja-JP" altLang="en-US"/>
                  <a:t>XX</a:t>
                </a:r>
              </a:p>
            </p:txBody>
          </p:sp>
          <p:sp>
            <p:nvSpPr>
              <p:cNvPr id="296" name="table_TWformat_5_11">
                <a:extLst>
                  <a:ext uri="{FF2B5EF4-FFF2-40B4-BE49-F238E27FC236}">
                    <ns2:creationId id="{C2155ECD-D49F-91D5-1119-C27806B41E70}"/>
                  </a:ext>
                </a:extLst>
              </p:cNvPr>
              <p:cNvSpPr txBox="1"/>
              <p:nvPr/>
            </p:nvSpPr>
            <p:spPr>
              <a:xfrm>
                <a:off x="11100619" y="2297269"/>
                <a:ext cx="756418" cy="223978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br>
                  <a:rPr lang="it-IT" altLang="ja-JP"/>
                </a:br>
                <a:r>
                  <a:rPr lang="ja-JP" altLang="en-US"/>
                  <a:t>XX</a:t>
                </a:r>
              </a:p>
            </p:txBody>
          </p:sp>
          <p:sp>
            <p:nvSpPr>
              <p:cNvPr id="297" name="table_TWformat_5_11">
                <a:extLst>
                  <a:ext uri="{FF2B5EF4-FFF2-40B4-BE49-F238E27FC236}">
                    <ns2:creationId id="{F2F8640F-6C05-614F-93AA-D24E2D3C45FA}"/>
                  </a:ext>
                </a:extLst>
              </p:cNvPr>
              <p:cNvSpPr txBox="1"/>
              <p:nvPr/>
            </p:nvSpPr>
            <p:spPr>
              <a:xfrm>
                <a:off x="10068946" y="2297269"/>
                <a:ext cx="1000783" cy="223978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>
                  <a:latin typeface="+mn-ea"/>
                </a:endParaRPr>
              </a:p>
            </p:txBody>
          </p:sp>
        </p:grpSp>
        <p:grpSp>
          <p:nvGrpSpPr>
            <p:cNvPr id="311" name="Group 310">
              <a:extLst>
                <a:ext uri="{FF2B5EF4-FFF2-40B4-BE49-F238E27FC236}">
                  <ns2:creationId id="{DC9169ED-76BD-2441-A9A5-E1D7B8B3B473}"/>
                </a:ext>
              </a:extLst>
            </p:cNvPr>
            <p:cNvGrpSpPr/>
            <p:nvPr/>
          </p:nvGrpSpPr>
          <p:grpSpPr>
            <a:xfrm>
              <a:off x="1595950" y="2819533"/>
              <a:ext cx="10261087" cy="0"/>
              <a:chOff x="1595950" y="4544129"/>
              <a:chExt cx="10261087" cy="0"/>
            </a:xfrm>
          </p:grpSpPr>
          <p:cxnSp>
            <p:nvCxnSpPr>
              <p:cNvPr id="312" name="Straight Connector 311">
                <a:extLst>
                  <a:ext uri="{FF2B5EF4-FFF2-40B4-BE49-F238E27FC236}">
                    <ns2:creationId id="{BE85BBA1-DB93-381E-12E9-949309344D19}"/>
                  </a:ext>
                </a:extLst>
              </p:cNvPr>
              <p:cNvCxnSpPr/>
              <p:nvPr/>
            </p:nvCxnSpPr>
            <p:spPr>
              <a:xfrm>
                <a:off x="1595950" y="4544129"/>
                <a:ext cx="126918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Straight Connector 312">
                <a:extLst>
                  <a:ext uri="{FF2B5EF4-FFF2-40B4-BE49-F238E27FC236}">
                    <ns2:creationId id="{26D8C7A7-9C9C-A62B-4574-2405699FBD4E}"/>
                  </a:ext>
                </a:extLst>
              </p:cNvPr>
              <p:cNvCxnSpPr/>
              <p:nvPr/>
            </p:nvCxnSpPr>
            <p:spPr>
              <a:xfrm>
                <a:off x="2896013" y="4544129"/>
                <a:ext cx="2126245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Straight Connector 313">
                <a:extLst>
                  <a:ext uri="{FF2B5EF4-FFF2-40B4-BE49-F238E27FC236}">
                    <ns2:creationId id="{BF324E26-7225-C740-75DB-EF209C1D6ED5}"/>
                  </a:ext>
                </a:extLst>
              </p:cNvPr>
              <p:cNvCxnSpPr/>
              <p:nvPr/>
            </p:nvCxnSpPr>
            <p:spPr>
              <a:xfrm>
                <a:off x="5053141" y="4544129"/>
                <a:ext cx="43432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Straight Connector 314">
                <a:extLst>
                  <a:ext uri="{FF2B5EF4-FFF2-40B4-BE49-F238E27FC236}">
                    <ns2:creationId id="{27EEF71F-6988-1392-CDB8-27B43CD910F7}"/>
                  </a:ext>
                </a:extLst>
              </p:cNvPr>
              <p:cNvCxnSpPr/>
              <p:nvPr/>
            </p:nvCxnSpPr>
            <p:spPr>
              <a:xfrm>
                <a:off x="5518344" y="4544129"/>
                <a:ext cx="3016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Straight Connector 315">
                <a:extLst>
                  <a:ext uri="{FF2B5EF4-FFF2-40B4-BE49-F238E27FC236}">
                    <ns2:creationId id="{C8CE01D3-D5ED-2A5F-053E-73E5B648E2AA}"/>
                  </a:ext>
                </a:extLst>
              </p:cNvPr>
              <p:cNvCxnSpPr/>
              <p:nvPr/>
            </p:nvCxnSpPr>
            <p:spPr>
              <a:xfrm>
                <a:off x="5850918" y="4544129"/>
                <a:ext cx="35956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Straight Connector 316">
                <a:extLst>
                  <a:ext uri="{FF2B5EF4-FFF2-40B4-BE49-F238E27FC236}">
                    <ns2:creationId id="{6AEB2149-0EFF-0ABA-D044-7237ACF53219}"/>
                  </a:ext>
                </a:extLst>
              </p:cNvPr>
              <p:cNvCxnSpPr/>
              <p:nvPr/>
            </p:nvCxnSpPr>
            <p:spPr>
              <a:xfrm>
                <a:off x="6241362" y="4544129"/>
                <a:ext cx="101279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Straight Connector 317">
                <a:extLst>
                  <a:ext uri="{FF2B5EF4-FFF2-40B4-BE49-F238E27FC236}">
                    <ns2:creationId id="{93C4560E-F886-55E9-6A34-B9541EA16F38}"/>
                  </a:ext>
                </a:extLst>
              </p:cNvPr>
              <p:cNvCxnSpPr/>
              <p:nvPr/>
            </p:nvCxnSpPr>
            <p:spPr>
              <a:xfrm>
                <a:off x="7285035" y="4544129"/>
                <a:ext cx="275303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9" name="Straight Connector 318">
                <a:extLst>
                  <a:ext uri="{FF2B5EF4-FFF2-40B4-BE49-F238E27FC236}">
                    <ns2:creationId id="{C1D1D579-B4C4-9630-F975-F40B07CA3BAA}"/>
                  </a:ext>
                </a:extLst>
              </p:cNvPr>
              <p:cNvCxnSpPr/>
              <p:nvPr/>
            </p:nvCxnSpPr>
            <p:spPr>
              <a:xfrm>
                <a:off x="10068950" y="4544129"/>
                <a:ext cx="100078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Straight Connector 320">
                <a:extLst>
                  <a:ext uri="{FF2B5EF4-FFF2-40B4-BE49-F238E27FC236}">
                    <ns2:creationId id="{91E73988-D0E8-DD12-8359-12346715CDF6}"/>
                  </a:ext>
                </a:extLst>
              </p:cNvPr>
              <p:cNvCxnSpPr/>
              <p:nvPr/>
            </p:nvCxnSpPr>
            <p:spPr>
              <a:xfrm>
                <a:off x="11100619" y="4544129"/>
                <a:ext cx="756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2" name="Group 321">
              <a:extLst>
                <a:ext uri="{FF2B5EF4-FFF2-40B4-BE49-F238E27FC236}">
                  <ns2:creationId id="{497677C8-27D3-5A34-D8D1-08FAC476DDC9}"/>
                </a:ext>
              </a:extLst>
            </p:cNvPr>
            <p:cNvGrpSpPr/>
            <p:nvPr/>
          </p:nvGrpSpPr>
          <p:grpSpPr>
            <a:xfrm>
              <a:off x="1595950" y="3502502"/>
              <a:ext cx="10261087" cy="0"/>
              <a:chOff x="1595950" y="4544129"/>
              <a:chExt cx="10261087" cy="0"/>
            </a:xfrm>
          </p:grpSpPr>
          <p:cxnSp>
            <p:nvCxnSpPr>
              <p:cNvPr id="324" name="Straight Connector 323">
                <a:extLst>
                  <a:ext uri="{FF2B5EF4-FFF2-40B4-BE49-F238E27FC236}">
                    <ns2:creationId id="{21370FA1-DB2E-986D-0274-1CA33E2F373E}"/>
                  </a:ext>
                </a:extLst>
              </p:cNvPr>
              <p:cNvCxnSpPr/>
              <p:nvPr/>
            </p:nvCxnSpPr>
            <p:spPr>
              <a:xfrm>
                <a:off x="1595950" y="4544129"/>
                <a:ext cx="126918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Straight Connector 330">
                <a:extLst>
                  <a:ext uri="{FF2B5EF4-FFF2-40B4-BE49-F238E27FC236}">
                    <ns2:creationId id="{12D8B3A5-F4AA-6D2A-30B4-C09FADE873E2}"/>
                  </a:ext>
                </a:extLst>
              </p:cNvPr>
              <p:cNvCxnSpPr/>
              <p:nvPr/>
            </p:nvCxnSpPr>
            <p:spPr>
              <a:xfrm>
                <a:off x="2896013" y="4544129"/>
                <a:ext cx="2126245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Connector 333">
                <a:extLst>
                  <a:ext uri="{FF2B5EF4-FFF2-40B4-BE49-F238E27FC236}">
                    <ns2:creationId id="{3E2C7BE9-4081-EF5F-0214-D02BDDCAF7AB}"/>
                  </a:ext>
                </a:extLst>
              </p:cNvPr>
              <p:cNvCxnSpPr/>
              <p:nvPr/>
            </p:nvCxnSpPr>
            <p:spPr>
              <a:xfrm>
                <a:off x="5053141" y="4544129"/>
                <a:ext cx="43432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5" name="Straight Connector 334">
                <a:extLst>
                  <a:ext uri="{FF2B5EF4-FFF2-40B4-BE49-F238E27FC236}">
                    <ns2:creationId id="{1169B518-9368-88F8-C77D-F9ECDAF2C2F6}"/>
                  </a:ext>
                </a:extLst>
              </p:cNvPr>
              <p:cNvCxnSpPr/>
              <p:nvPr/>
            </p:nvCxnSpPr>
            <p:spPr>
              <a:xfrm>
                <a:off x="5518344" y="4544129"/>
                <a:ext cx="3016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Straight Connector 335">
                <a:extLst>
                  <a:ext uri="{FF2B5EF4-FFF2-40B4-BE49-F238E27FC236}">
                    <ns2:creationId id="{3F8D136A-8A86-07F7-FF85-E9CA3FE607FC}"/>
                  </a:ext>
                </a:extLst>
              </p:cNvPr>
              <p:cNvCxnSpPr/>
              <p:nvPr/>
            </p:nvCxnSpPr>
            <p:spPr>
              <a:xfrm>
                <a:off x="5850918" y="4544129"/>
                <a:ext cx="35956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7" name="Straight Connector 336">
                <a:extLst>
                  <a:ext uri="{FF2B5EF4-FFF2-40B4-BE49-F238E27FC236}">
                    <ns2:creationId id="{06CB8A80-334D-948B-180A-BEE5D6EF2137}"/>
                  </a:ext>
                </a:extLst>
              </p:cNvPr>
              <p:cNvCxnSpPr/>
              <p:nvPr/>
            </p:nvCxnSpPr>
            <p:spPr>
              <a:xfrm>
                <a:off x="6241362" y="4544129"/>
                <a:ext cx="101279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8" name="Straight Connector 337">
                <a:extLst>
                  <a:ext uri="{FF2B5EF4-FFF2-40B4-BE49-F238E27FC236}">
                    <ns2:creationId id="{7C724B3E-64F1-97DF-FDDF-62CC47D7E379}"/>
                  </a:ext>
                </a:extLst>
              </p:cNvPr>
              <p:cNvCxnSpPr/>
              <p:nvPr/>
            </p:nvCxnSpPr>
            <p:spPr>
              <a:xfrm>
                <a:off x="7285035" y="4544129"/>
                <a:ext cx="275303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Straight Connector 338">
                <a:extLst>
                  <a:ext uri="{FF2B5EF4-FFF2-40B4-BE49-F238E27FC236}">
                    <ns2:creationId id="{954F0E2E-328C-20DC-AFEC-F0BA06744788}"/>
                  </a:ext>
                </a:extLst>
              </p:cNvPr>
              <p:cNvCxnSpPr/>
              <p:nvPr/>
            </p:nvCxnSpPr>
            <p:spPr>
              <a:xfrm>
                <a:off x="10068950" y="4544129"/>
                <a:ext cx="100078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0" name="Straight Connector 339">
                <a:extLst>
                  <a:ext uri="{FF2B5EF4-FFF2-40B4-BE49-F238E27FC236}">
                    <ns2:creationId id="{28FE639C-CF06-28BA-5A99-9447BCE16F0B}"/>
                  </a:ext>
                </a:extLst>
              </p:cNvPr>
              <p:cNvCxnSpPr/>
              <p:nvPr/>
            </p:nvCxnSpPr>
            <p:spPr>
              <a:xfrm>
                <a:off x="11100619" y="4544129"/>
                <a:ext cx="756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1" name="Group 340">
              <a:extLst>
                <a:ext uri="{FF2B5EF4-FFF2-40B4-BE49-F238E27FC236}">
                  <ns2:creationId id="{E19B379B-FB68-E81D-1A84-B1927B116598}"/>
                </a:ext>
              </a:extLst>
            </p:cNvPr>
            <p:cNvGrpSpPr/>
            <p:nvPr/>
          </p:nvGrpSpPr>
          <p:grpSpPr>
            <a:xfrm>
              <a:off x="1595950" y="4050644"/>
              <a:ext cx="10261087" cy="0"/>
              <a:chOff x="1595950" y="4544129"/>
              <a:chExt cx="10261087" cy="0"/>
            </a:xfrm>
          </p:grpSpPr>
          <p:cxnSp>
            <p:nvCxnSpPr>
              <p:cNvPr id="342" name="Straight Connector 341">
                <a:extLst>
                  <a:ext uri="{FF2B5EF4-FFF2-40B4-BE49-F238E27FC236}">
                    <ns2:creationId id="{1F4ADC0D-FBBC-9DBB-B164-02F15B3D01F9}"/>
                  </a:ext>
                </a:extLst>
              </p:cNvPr>
              <p:cNvCxnSpPr/>
              <p:nvPr/>
            </p:nvCxnSpPr>
            <p:spPr>
              <a:xfrm>
                <a:off x="1595950" y="4544129"/>
                <a:ext cx="126918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Straight Connector 342">
                <a:extLst>
                  <a:ext uri="{FF2B5EF4-FFF2-40B4-BE49-F238E27FC236}">
                    <ns2:creationId id="{0B412EE9-91BB-5394-E1EC-34BED93C9BF7}"/>
                  </a:ext>
                </a:extLst>
              </p:cNvPr>
              <p:cNvCxnSpPr/>
              <p:nvPr/>
            </p:nvCxnSpPr>
            <p:spPr>
              <a:xfrm>
                <a:off x="2896013" y="4544129"/>
                <a:ext cx="2126245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ns2:creationId id="{3814EA0A-AB8C-BCD4-9957-1A3E4A7C2141}"/>
                  </a:ext>
                </a:extLst>
              </p:cNvPr>
              <p:cNvCxnSpPr/>
              <p:nvPr/>
            </p:nvCxnSpPr>
            <p:spPr>
              <a:xfrm>
                <a:off x="5053141" y="4544129"/>
                <a:ext cx="43432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ns2:creationId id="{1CA34D39-1466-59D0-6C8E-8AD9B9AE8006}"/>
                  </a:ext>
                </a:extLst>
              </p:cNvPr>
              <p:cNvCxnSpPr/>
              <p:nvPr/>
            </p:nvCxnSpPr>
            <p:spPr>
              <a:xfrm>
                <a:off x="5518344" y="4544129"/>
                <a:ext cx="3016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Straight Connector 345">
                <a:extLst>
                  <a:ext uri="{FF2B5EF4-FFF2-40B4-BE49-F238E27FC236}">
                    <ns2:creationId id="{C1B535DE-0390-C709-CA79-AE536A45DA30}"/>
                  </a:ext>
                </a:extLst>
              </p:cNvPr>
              <p:cNvCxnSpPr/>
              <p:nvPr/>
            </p:nvCxnSpPr>
            <p:spPr>
              <a:xfrm>
                <a:off x="5850918" y="4544129"/>
                <a:ext cx="35956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Straight Connector 346">
                <a:extLst>
                  <a:ext uri="{FF2B5EF4-FFF2-40B4-BE49-F238E27FC236}">
                    <ns2:creationId id="{83325415-F468-A364-0078-B47A96B54B50}"/>
                  </a:ext>
                </a:extLst>
              </p:cNvPr>
              <p:cNvCxnSpPr/>
              <p:nvPr/>
            </p:nvCxnSpPr>
            <p:spPr>
              <a:xfrm>
                <a:off x="6241362" y="4544129"/>
                <a:ext cx="101279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Straight Connector 347">
                <a:extLst>
                  <a:ext uri="{FF2B5EF4-FFF2-40B4-BE49-F238E27FC236}">
                    <ns2:creationId id="{BF2EDB64-B5DC-08B9-92C7-13C112966D16}"/>
                  </a:ext>
                </a:extLst>
              </p:cNvPr>
              <p:cNvCxnSpPr/>
              <p:nvPr/>
            </p:nvCxnSpPr>
            <p:spPr>
              <a:xfrm>
                <a:off x="7285035" y="4544129"/>
                <a:ext cx="275303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Straight Connector 350">
                <a:extLst>
                  <a:ext uri="{FF2B5EF4-FFF2-40B4-BE49-F238E27FC236}">
                    <ns2:creationId id="{35220B9A-7CA0-8DCA-366B-EF2161BBD2CC}"/>
                  </a:ext>
                </a:extLst>
              </p:cNvPr>
              <p:cNvCxnSpPr/>
              <p:nvPr/>
            </p:nvCxnSpPr>
            <p:spPr>
              <a:xfrm>
                <a:off x="10068950" y="4544129"/>
                <a:ext cx="100078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ns2:creationId id="{1E67287B-EA73-6FB5-755D-9DD1ECE5F19D}"/>
                  </a:ext>
                </a:extLst>
              </p:cNvPr>
              <p:cNvCxnSpPr/>
              <p:nvPr/>
            </p:nvCxnSpPr>
            <p:spPr>
              <a:xfrm>
                <a:off x="11100619" y="4544129"/>
                <a:ext cx="756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oup 100">
              <a:extLst>
                <a:ext uri="{FF2B5EF4-FFF2-40B4-BE49-F238E27FC236}">
                  <ns2:creationId id="{58765F80-46A3-5D9E-131B-6D19B5A35BDB}"/>
                </a:ext>
              </a:extLst>
            </p:cNvPr>
            <p:cNvGrpSpPr/>
            <p:nvPr/>
          </p:nvGrpSpPr>
          <p:grpSpPr>
            <a:xfrm>
              <a:off x="1595950" y="4598786"/>
              <a:ext cx="10261087" cy="0"/>
              <a:chOff x="1595950" y="4544129"/>
              <a:chExt cx="10261087" cy="0"/>
            </a:xfrm>
          </p:grpSpPr>
          <p:cxnSp>
            <p:nvCxnSpPr>
              <p:cNvPr id="102" name="Straight Connector 101">
                <a:extLst>
                  <a:ext uri="{FF2B5EF4-FFF2-40B4-BE49-F238E27FC236}">
                    <ns2:creationId id="{6654E450-ABD0-C459-ECFB-AA066424962B}"/>
                  </a:ext>
                </a:extLst>
              </p:cNvPr>
              <p:cNvCxnSpPr/>
              <p:nvPr/>
            </p:nvCxnSpPr>
            <p:spPr>
              <a:xfrm>
                <a:off x="1595950" y="4544129"/>
                <a:ext cx="126918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ns2:creationId id="{17C50E73-7D4D-ADD4-0A46-6CF5CC68D165}"/>
                  </a:ext>
                </a:extLst>
              </p:cNvPr>
              <p:cNvCxnSpPr/>
              <p:nvPr/>
            </p:nvCxnSpPr>
            <p:spPr>
              <a:xfrm>
                <a:off x="2896013" y="4544129"/>
                <a:ext cx="2126245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ns2:creationId id="{EE14DA56-FE1E-160A-A846-3D8E3E3856C7}"/>
                  </a:ext>
                </a:extLst>
              </p:cNvPr>
              <p:cNvCxnSpPr/>
              <p:nvPr/>
            </p:nvCxnSpPr>
            <p:spPr>
              <a:xfrm>
                <a:off x="5053141" y="4544129"/>
                <a:ext cx="43432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ns2:creationId id="{74A3D78B-2AF3-6F22-7758-2D97D763A996}"/>
                  </a:ext>
                </a:extLst>
              </p:cNvPr>
              <p:cNvCxnSpPr/>
              <p:nvPr/>
            </p:nvCxnSpPr>
            <p:spPr>
              <a:xfrm>
                <a:off x="5518344" y="4544129"/>
                <a:ext cx="3016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ns2:creationId id="{7601FA42-92A1-85B6-8C51-A54F53355083}"/>
                  </a:ext>
                </a:extLst>
              </p:cNvPr>
              <p:cNvCxnSpPr/>
              <p:nvPr/>
            </p:nvCxnSpPr>
            <p:spPr>
              <a:xfrm>
                <a:off x="5850918" y="4544129"/>
                <a:ext cx="35956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ns2:creationId id="{756C5E54-A378-A774-4692-C7EB12ED661A}"/>
                  </a:ext>
                </a:extLst>
              </p:cNvPr>
              <p:cNvCxnSpPr/>
              <p:nvPr/>
            </p:nvCxnSpPr>
            <p:spPr>
              <a:xfrm>
                <a:off x="6241362" y="4544129"/>
                <a:ext cx="101279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ns2:creationId id="{A7714F33-6EE6-3135-2C4F-63807B64E089}"/>
                  </a:ext>
                </a:extLst>
              </p:cNvPr>
              <p:cNvCxnSpPr/>
              <p:nvPr/>
            </p:nvCxnSpPr>
            <p:spPr>
              <a:xfrm>
                <a:off x="7285035" y="4544129"/>
                <a:ext cx="275303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ns2:creationId id="{B453A392-B12B-A204-4265-78EDA2907908}"/>
                  </a:ext>
                </a:extLst>
              </p:cNvPr>
              <p:cNvCxnSpPr/>
              <p:nvPr/>
            </p:nvCxnSpPr>
            <p:spPr>
              <a:xfrm>
                <a:off x="10068950" y="4544129"/>
                <a:ext cx="100078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ns2:creationId id="{A5B2C7F2-0446-535B-4637-2B3722455700}"/>
                  </a:ext>
                </a:extLst>
              </p:cNvPr>
              <p:cNvCxnSpPr/>
              <p:nvPr/>
            </p:nvCxnSpPr>
            <p:spPr>
              <a:xfrm>
                <a:off x="11100619" y="4544129"/>
                <a:ext cx="756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Group 115">
              <a:extLst>
                <a:ext uri="{FF2B5EF4-FFF2-40B4-BE49-F238E27FC236}">
                  <ns2:creationId id="{818979EA-0244-4D3F-AC7E-059EA3153BB4}"/>
                </a:ext>
              </a:extLst>
            </p:cNvPr>
            <p:cNvGrpSpPr/>
            <p:nvPr/>
          </p:nvGrpSpPr>
          <p:grpSpPr>
            <a:xfrm>
              <a:off x="1595950" y="5056768"/>
              <a:ext cx="10261087" cy="0"/>
              <a:chOff x="1595950" y="4544129"/>
              <a:chExt cx="10261087" cy="0"/>
            </a:xfrm>
          </p:grpSpPr>
          <p:cxnSp>
            <p:nvCxnSpPr>
              <p:cNvPr id="117" name="Straight Connector 116">
                <a:extLst>
                  <a:ext uri="{FF2B5EF4-FFF2-40B4-BE49-F238E27FC236}">
                    <ns2:creationId id="{7F65FC44-3090-C15A-F564-2611E70DFDCF}"/>
                  </a:ext>
                </a:extLst>
              </p:cNvPr>
              <p:cNvCxnSpPr/>
              <p:nvPr/>
            </p:nvCxnSpPr>
            <p:spPr>
              <a:xfrm>
                <a:off x="1595950" y="4544129"/>
                <a:ext cx="126918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ns2:creationId id="{C053E632-904E-264E-04F4-7BA6B380D987}"/>
                  </a:ext>
                </a:extLst>
              </p:cNvPr>
              <p:cNvCxnSpPr/>
              <p:nvPr/>
            </p:nvCxnSpPr>
            <p:spPr>
              <a:xfrm>
                <a:off x="2896013" y="4544129"/>
                <a:ext cx="2126245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ns2:creationId id="{53D45093-897D-9A15-9885-8BCA4F363241}"/>
                  </a:ext>
                </a:extLst>
              </p:cNvPr>
              <p:cNvCxnSpPr/>
              <p:nvPr/>
            </p:nvCxnSpPr>
            <p:spPr>
              <a:xfrm>
                <a:off x="5053141" y="4544129"/>
                <a:ext cx="43432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ns2:creationId id="{4F85642B-9779-76F9-CF24-91B2893809E4}"/>
                  </a:ext>
                </a:extLst>
              </p:cNvPr>
              <p:cNvCxnSpPr/>
              <p:nvPr/>
            </p:nvCxnSpPr>
            <p:spPr>
              <a:xfrm>
                <a:off x="5518344" y="4544129"/>
                <a:ext cx="3016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ns2:creationId id="{BEEEDD42-EFAE-8BEF-D26D-6B793B004799}"/>
                  </a:ext>
                </a:extLst>
              </p:cNvPr>
              <p:cNvCxnSpPr/>
              <p:nvPr/>
            </p:nvCxnSpPr>
            <p:spPr>
              <a:xfrm>
                <a:off x="5850918" y="4544129"/>
                <a:ext cx="35956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ns2:creationId id="{D3D00CD0-3999-B9CA-023A-B04933D7F105}"/>
                  </a:ext>
                </a:extLst>
              </p:cNvPr>
              <p:cNvCxnSpPr/>
              <p:nvPr/>
            </p:nvCxnSpPr>
            <p:spPr>
              <a:xfrm>
                <a:off x="6241362" y="4544129"/>
                <a:ext cx="101279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ns2:creationId id="{F4D1049B-3B20-1B30-3E1C-2C540C3A103E}"/>
                  </a:ext>
                </a:extLst>
              </p:cNvPr>
              <p:cNvCxnSpPr/>
              <p:nvPr/>
            </p:nvCxnSpPr>
            <p:spPr>
              <a:xfrm>
                <a:off x="7285035" y="4544129"/>
                <a:ext cx="275303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ns2:creationId id="{16277F70-2A7B-950D-2EB7-438960BEE152}"/>
                  </a:ext>
                </a:extLst>
              </p:cNvPr>
              <p:cNvCxnSpPr/>
              <p:nvPr/>
            </p:nvCxnSpPr>
            <p:spPr>
              <a:xfrm>
                <a:off x="10068950" y="4544129"/>
                <a:ext cx="100078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ns2:creationId id="{FB1C654F-B6FE-9EF4-53ED-D72CE6947BDE}"/>
                  </a:ext>
                </a:extLst>
              </p:cNvPr>
              <p:cNvCxnSpPr/>
              <p:nvPr/>
            </p:nvCxnSpPr>
            <p:spPr>
              <a:xfrm>
                <a:off x="11100619" y="4544129"/>
                <a:ext cx="756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Group 130">
              <a:extLst>
                <a:ext uri="{FF2B5EF4-FFF2-40B4-BE49-F238E27FC236}">
                  <ns2:creationId id="{0A963BAA-87C0-B6DA-2385-692C59952340}"/>
                </a:ext>
              </a:extLst>
            </p:cNvPr>
            <p:cNvGrpSpPr/>
            <p:nvPr/>
          </p:nvGrpSpPr>
          <p:grpSpPr>
            <a:xfrm>
              <a:off x="1595950" y="5690645"/>
              <a:ext cx="10261087" cy="0"/>
              <a:chOff x="1595950" y="4544129"/>
              <a:chExt cx="10261087" cy="0"/>
            </a:xfrm>
          </p:grpSpPr>
          <p:cxnSp>
            <p:nvCxnSpPr>
              <p:cNvPr id="132" name="Straight Connector 131">
                <a:extLst>
                  <a:ext uri="{FF2B5EF4-FFF2-40B4-BE49-F238E27FC236}">
                    <ns2:creationId id="{31CC26B3-931F-4E60-60FB-6CDECC73841C}"/>
                  </a:ext>
                </a:extLst>
              </p:cNvPr>
              <p:cNvCxnSpPr/>
              <p:nvPr/>
            </p:nvCxnSpPr>
            <p:spPr>
              <a:xfrm>
                <a:off x="1595950" y="4544129"/>
                <a:ext cx="126918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ns2:creationId id="{D6474F16-D2E9-AC2C-8DE0-FC14DCAC6EE2}"/>
                  </a:ext>
                </a:extLst>
              </p:cNvPr>
              <p:cNvCxnSpPr/>
              <p:nvPr/>
            </p:nvCxnSpPr>
            <p:spPr>
              <a:xfrm>
                <a:off x="2896013" y="4544129"/>
                <a:ext cx="2126245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ns2:creationId id="{F8120EBF-BCE8-EC4E-E9BD-513849A88C61}"/>
                  </a:ext>
                </a:extLst>
              </p:cNvPr>
              <p:cNvCxnSpPr/>
              <p:nvPr/>
            </p:nvCxnSpPr>
            <p:spPr>
              <a:xfrm>
                <a:off x="5053141" y="4544129"/>
                <a:ext cx="43432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ns2:creationId id="{75A1117F-7BCB-11ED-73E5-18017B6B5B6C}"/>
                  </a:ext>
                </a:extLst>
              </p:cNvPr>
              <p:cNvCxnSpPr/>
              <p:nvPr/>
            </p:nvCxnSpPr>
            <p:spPr>
              <a:xfrm>
                <a:off x="5518344" y="4544129"/>
                <a:ext cx="3016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ns2:creationId id="{06C1724C-F654-C9F6-CFE4-374307A4CF02}"/>
                  </a:ext>
                </a:extLst>
              </p:cNvPr>
              <p:cNvCxnSpPr/>
              <p:nvPr/>
            </p:nvCxnSpPr>
            <p:spPr>
              <a:xfrm>
                <a:off x="5850918" y="4544129"/>
                <a:ext cx="35956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>
                <a:extLst>
                  <a:ext uri="{FF2B5EF4-FFF2-40B4-BE49-F238E27FC236}">
                    <ns2:creationId id="{F1CF7B10-5AA2-2246-A168-A60165C7C9EE}"/>
                  </a:ext>
                </a:extLst>
              </p:cNvPr>
              <p:cNvCxnSpPr/>
              <p:nvPr/>
            </p:nvCxnSpPr>
            <p:spPr>
              <a:xfrm>
                <a:off x="6241362" y="4544129"/>
                <a:ext cx="101279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ns2:creationId id="{74BE7DBD-AE6D-3FBB-EF5E-0C263E915DA8}"/>
                  </a:ext>
                </a:extLst>
              </p:cNvPr>
              <p:cNvCxnSpPr/>
              <p:nvPr/>
            </p:nvCxnSpPr>
            <p:spPr>
              <a:xfrm>
                <a:off x="7285035" y="4544129"/>
                <a:ext cx="275303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ns2:creationId id="{DC37E9FA-53D1-1D62-32C2-DCCA77BBFA53}"/>
                  </a:ext>
                </a:extLst>
              </p:cNvPr>
              <p:cNvCxnSpPr/>
              <p:nvPr/>
            </p:nvCxnSpPr>
            <p:spPr>
              <a:xfrm>
                <a:off x="10068950" y="4544129"/>
                <a:ext cx="100078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ns2:creationId id="{963C79A9-807D-135B-04E2-E6DF6D4D317C}"/>
                  </a:ext>
                </a:extLst>
              </p:cNvPr>
              <p:cNvCxnSpPr/>
              <p:nvPr/>
            </p:nvCxnSpPr>
            <p:spPr>
              <a:xfrm>
                <a:off x="11100619" y="4544129"/>
                <a:ext cx="756418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3:creationId val="4003356049"/>
      </p:ext>
    </p:extLst>
  </p:cSld>
  <p:clrMapOvr>
    <a:masterClrMapping/>
  </p:clrMapOvr>
</p:sld>
</file>

<file path=ppt/slides/slide7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1FC7F730-F2FE-5283-CE79-D06AD4784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536CFB2-F2C2-581A-A389-22491A966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13</a:t>
            </a:r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E71C3561-3768-A84C-C2EE-7C30882CA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8860" y="6356350"/>
            <a:ext cx="39581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fld id="{AE9BC486-A67F-4F3D-8FA3-20FB0639ABC0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310" name="Group 309">
            <a:extLst>
              <a:ext uri="{FF2B5EF4-FFF2-40B4-BE49-F238E27FC236}">
                <ns2:creationId id="{BFD2CB76-4E6C-CB68-BEA2-C02DB9E0A654}"/>
              </a:ext>
            </a:extLst>
          </p:cNvPr>
          <p:cNvGrpSpPr/>
          <p:nvPr/>
        </p:nvGrpSpPr>
        <p:grpSpPr>
          <a:xfrm>
            <a:off x="334963" y="1628774"/>
            <a:ext cx="11522074" cy="4683126"/>
            <a:chOff x="334963" y="1628774"/>
            <a:chExt cx="11522074" cy="4683126"/>
          </a:xfrm>
        </p:grpSpPr>
        <p:sp>
          <p:nvSpPr>
            <p:cNvPr id="271" name="table_TWformat_1_3">
              <a:extLst>
                <a:ext uri="{FF2B5EF4-FFF2-40B4-BE49-F238E27FC236}">
                  <ns2:creationId id="{357E1531-A3D6-BF87-C830-BA52FE705AE9}"/>
                </a:ext>
              </a:extLst>
            </p:cNvPr>
            <p:cNvSpPr txBox="1"/>
            <p:nvPr/>
          </p:nvSpPr>
          <p:spPr>
            <a:xfrm>
              <a:off x="1595951" y="1635165"/>
              <a:ext cx="4223824" cy="143069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table_TWformat_1_7">
              <a:extLst>
                <a:ext uri="{FF2B5EF4-FFF2-40B4-BE49-F238E27FC236}">
                  <ns2:creationId id="{FD3DF89D-9247-0DAD-1857-48EE5944DC82}"/>
                </a:ext>
              </a:extLst>
            </p:cNvPr>
            <p:cNvSpPr txBox="1"/>
            <p:nvPr/>
          </p:nvSpPr>
          <p:spPr>
            <a:xfrm>
              <a:off x="5850918" y="1635165"/>
              <a:ext cx="4187146" cy="143072"/>
            </a:xfrm>
            <a:prstGeom prst="rect">
              <a:avLst/>
            </a:prstGeom>
            <a:solidFill>
              <a:schemeClr val="accent2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table_TWformat_2_7">
              <a:extLst>
                <a:ext uri="{FF2B5EF4-FFF2-40B4-BE49-F238E27FC236}">
                  <ns2:creationId id="{CDE9F4A8-849E-85AB-7A56-8B94EDFFDAC2}"/>
                </a:ext>
              </a:extLst>
            </p:cNvPr>
            <p:cNvSpPr txBox="1"/>
            <p:nvPr/>
          </p:nvSpPr>
          <p:spPr>
            <a:xfrm>
              <a:off x="5850918" y="1796799"/>
              <a:ext cx="4187146" cy="14307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zh-TW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zh-TW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zh-TW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zh-TW" sz="90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7" name="table_TWformat_1_2">
              <a:extLst>
                <a:ext uri="{FF2B5EF4-FFF2-40B4-BE49-F238E27FC236}">
                  <ns2:creationId id="{88185893-A678-582C-BDE7-A89399153AE4}"/>
                </a:ext>
              </a:extLst>
            </p:cNvPr>
            <p:cNvSpPr txBox="1"/>
            <p:nvPr/>
          </p:nvSpPr>
          <p:spPr>
            <a:xfrm>
              <a:off x="564284" y="1628774"/>
              <a:ext cx="1000783" cy="634365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2" name="table_TWformat_2_3">
              <a:extLst>
                <a:ext uri="{FF2B5EF4-FFF2-40B4-BE49-F238E27FC236}">
                  <ns2:creationId id="{20DA4D7A-DD8C-AF89-E7E4-4ECC36AD1B54}"/>
                </a:ext>
              </a:extLst>
            </p:cNvPr>
            <p:cNvSpPr txBox="1"/>
            <p:nvPr/>
          </p:nvSpPr>
          <p:spPr>
            <a:xfrm>
              <a:off x="1595950" y="1796799"/>
              <a:ext cx="1269179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8" name="table_TWformat_2_4">
              <a:extLst>
                <a:ext uri="{FF2B5EF4-FFF2-40B4-BE49-F238E27FC236}">
                  <ns2:creationId id="{E27160DF-F463-9BAE-19E5-D42E2F18F8B1}"/>
                </a:ext>
              </a:extLst>
            </p:cNvPr>
            <p:cNvSpPr txBox="1"/>
            <p:nvPr/>
          </p:nvSpPr>
          <p:spPr>
            <a:xfrm>
              <a:off x="2896013" y="1796799"/>
              <a:ext cx="2126245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1" name="table_TWformat_2_5">
              <a:extLst>
                <a:ext uri="{FF2B5EF4-FFF2-40B4-BE49-F238E27FC236}">
                  <ns2:creationId id="{C115C3A7-2468-3FD1-9BDC-C915D03029A9}"/>
                </a:ext>
              </a:extLst>
            </p:cNvPr>
            <p:cNvSpPr txBox="1"/>
            <p:nvPr/>
          </p:nvSpPr>
          <p:spPr>
            <a:xfrm>
              <a:off x="5053141" y="1796799"/>
              <a:ext cx="434320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ROI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4" name="table_TWformat_2_6">
              <a:extLst>
                <a:ext uri="{FF2B5EF4-FFF2-40B4-BE49-F238E27FC236}">
                  <ns2:creationId id="{EC98E8BA-89B3-DACA-C1E6-5FCCFD514136}"/>
                </a:ext>
              </a:extLst>
            </p:cNvPr>
            <p:cNvSpPr txBox="1"/>
            <p:nvPr/>
          </p:nvSpPr>
          <p:spPr>
            <a:xfrm>
              <a:off x="5518344" y="1796799"/>
              <a:ext cx="301691" cy="46634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9" name="table_TWformat_3_7">
              <a:extLst>
                <a:ext uri="{FF2B5EF4-FFF2-40B4-BE49-F238E27FC236}">
                  <ns2:creationId id="{F18BDEAA-FEB5-0A3A-86E8-BAE9CD86EE81}"/>
                </a:ext>
              </a:extLst>
            </p:cNvPr>
            <p:cNvSpPr txBox="1"/>
            <p:nvPr/>
          </p:nvSpPr>
          <p:spPr>
            <a:xfrm>
              <a:off x="5850918" y="1958433"/>
              <a:ext cx="359561" cy="30470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0" name="table_TWformat_4_8">
              <a:extLst>
                <a:ext uri="{FF2B5EF4-FFF2-40B4-BE49-F238E27FC236}">
                  <ns2:creationId id="{2C3E69BC-7E09-19A7-D1FF-647A9BCD3B1F}"/>
                </a:ext>
              </a:extLst>
            </p:cNvPr>
            <p:cNvSpPr txBox="1"/>
            <p:nvPr/>
          </p:nvSpPr>
          <p:spPr>
            <a:xfrm>
              <a:off x="6241362" y="2140511"/>
              <a:ext cx="1012790" cy="12241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accent2">
                      <a:lumMod val="7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05" name="table_TWformat_3_9">
              <a:extLst>
                <a:ext uri="{FF2B5EF4-FFF2-40B4-BE49-F238E27FC236}">
                  <ns2:creationId id="{0917BA57-00F7-89A5-AE39-46DFAEA7564C}"/>
                </a:ext>
              </a:extLst>
            </p:cNvPr>
            <p:cNvSpPr txBox="1"/>
            <p:nvPr/>
          </p:nvSpPr>
          <p:spPr>
            <a:xfrm>
              <a:off x="7285035" y="1958433"/>
              <a:ext cx="2753029" cy="30449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0" name="table_TWformat_4_10">
              <a:extLst>
                <a:ext uri="{FF2B5EF4-FFF2-40B4-BE49-F238E27FC236}">
                  <ns2:creationId id="{DCDEF446-867B-6CB9-FA86-8A1413E90A1D}"/>
                </a:ext>
              </a:extLst>
            </p:cNvPr>
            <p:cNvSpPr txBox="1"/>
            <p:nvPr/>
          </p:nvSpPr>
          <p:spPr>
            <a:xfrm>
              <a:off x="10068950" y="1635165"/>
              <a:ext cx="1000783" cy="627768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8" name="table_TWformat_1_11">
              <a:extLst>
                <a:ext uri="{FF2B5EF4-FFF2-40B4-BE49-F238E27FC236}">
                  <ns2:creationId id="{ADD42A24-74B3-5718-728C-9B4AFA6863F8}"/>
                </a:ext>
              </a:extLst>
            </p:cNvPr>
            <p:cNvSpPr txBox="1"/>
            <p:nvPr/>
          </p:nvSpPr>
          <p:spPr>
            <a:xfrm>
              <a:off x="11100619" y="1635164"/>
              <a:ext cx="756418" cy="62776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9" name="table_TWformat_4_8">
              <a:extLst>
                <a:ext uri="{FF2B5EF4-FFF2-40B4-BE49-F238E27FC236}">
                  <ns2:creationId id="{D6459C85-E347-EB81-37BB-81238CB53D5B}"/>
                </a:ext>
              </a:extLst>
            </p:cNvPr>
            <p:cNvSpPr txBox="1"/>
            <p:nvPr/>
          </p:nvSpPr>
          <p:spPr>
            <a:xfrm>
              <a:off x="6210479" y="1958433"/>
              <a:ext cx="1043673" cy="16640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8" name="table_TWformat_1_1">
              <a:extLst>
                <a:ext uri="{FF2B5EF4-FFF2-40B4-BE49-F238E27FC236}">
                  <ns2:creationId id="{C32C351F-097B-3445-BDFB-EA54FB5C3532}"/>
                </a:ext>
              </a:extLst>
            </p:cNvPr>
            <p:cNvSpPr txBox="1"/>
            <p:nvPr/>
          </p:nvSpPr>
          <p:spPr>
            <a:xfrm>
              <a:off x="334963" y="1635165"/>
              <a:ext cx="198438" cy="627768"/>
            </a:xfrm>
            <a:prstGeom prst="rect">
              <a:avLst/>
            </a:prstGeom>
            <a:solidFill>
              <a:srgbClr val="008000"/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4" name="table_TWformat_5_1">
              <a:extLst>
                <a:ext uri="{FF2B5EF4-FFF2-40B4-BE49-F238E27FC236}">
                  <ns2:creationId id="{1F5C5679-E814-6605-7254-910AB597EA9C}"/>
                </a:ext>
              </a:extLst>
            </p:cNvPr>
            <p:cNvSpPr txBox="1"/>
            <p:nvPr/>
          </p:nvSpPr>
          <p:spPr>
            <a:xfrm>
              <a:off x="334963" y="2297269"/>
              <a:ext cx="198438" cy="59833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en-US" altLang="ja-JP"/>
                <a:t>11</a:t>
              </a:r>
              <a:endParaRPr lang="ja-JP" altLang="en-US"/>
            </a:p>
          </p:txBody>
        </p:sp>
        <p:sp>
          <p:nvSpPr>
            <p:cNvPr id="265" name="table_TWformat_5_2">
              <a:extLst>
                <a:ext uri="{FF2B5EF4-FFF2-40B4-BE49-F238E27FC236}">
                  <ns2:creationId id="{BAD08768-CDEE-46F9-5987-8530EC09A085}"/>
                </a:ext>
              </a:extLst>
            </p:cNvPr>
            <p:cNvSpPr txBox="1"/>
            <p:nvPr/>
          </p:nvSpPr>
          <p:spPr>
            <a:xfrm>
              <a:off x="564284" y="2297269"/>
              <a:ext cx="1000783" cy="598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</a:p>
          </p:txBody>
        </p:sp>
        <p:sp>
          <p:nvSpPr>
            <p:cNvPr id="278" name="table_TWformat_5_3">
              <a:extLst>
                <a:ext uri="{FF2B5EF4-FFF2-40B4-BE49-F238E27FC236}">
                  <ns2:creationId id="{C2F094FF-2879-7B08-293F-A8A805AF88E8}"/>
                </a:ext>
              </a:extLst>
            </p:cNvPr>
            <p:cNvSpPr txBox="1"/>
            <p:nvPr/>
          </p:nvSpPr>
          <p:spPr>
            <a:xfrm>
              <a:off x="1595950" y="2297269"/>
              <a:ext cx="1269179" cy="598332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endParaRPr kumimoji="1" lang="ja-JP" altLang="en-US" sz="900">
                <a:latin typeface="+mn-ea"/>
              </a:endParaRPr>
            </a:p>
          </p:txBody>
        </p:sp>
        <p:sp>
          <p:nvSpPr>
            <p:cNvPr id="44" name="table_TWformat_5_4">
              <a:extLst>
                <a:ext uri="{FF2B5EF4-FFF2-40B4-BE49-F238E27FC236}">
                  <ns2:creationId id="{18A1DA3C-B57F-2E7D-B7D1-4286B4D8445D}"/>
                </a:ext>
              </a:extLst>
            </p:cNvPr>
            <p:cNvSpPr txBox="1"/>
            <p:nvPr/>
          </p:nvSpPr>
          <p:spPr>
            <a:xfrm>
              <a:off x="2896013" y="2297269"/>
              <a:ext cx="2126245" cy="598332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endParaRPr lang="ja-JP" altLang="en-US" b="0">
                <a:solidFill>
                  <a:schemeClr val="tx1"/>
                </a:solidFill>
              </a:endParaRPr>
            </a:p>
          </p:txBody>
        </p:sp>
        <p:sp>
          <p:nvSpPr>
            <p:cNvPr id="57" name="table_TWformat_5_5">
              <a:extLst>
                <a:ext uri="{FF2B5EF4-FFF2-40B4-BE49-F238E27FC236}">
                  <ns2:creationId id="{B23DBC8A-3E33-C195-E5D7-32A570284508}"/>
                </a:ext>
              </a:extLst>
            </p:cNvPr>
            <p:cNvSpPr txBox="1"/>
            <p:nvPr/>
          </p:nvSpPr>
          <p:spPr>
            <a:xfrm>
              <a:off x="5053141" y="2297269"/>
              <a:ext cx="434320" cy="598332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70" name="table_TWformat_5_6">
              <a:extLst>
                <a:ext uri="{FF2B5EF4-FFF2-40B4-BE49-F238E27FC236}">
                  <ns2:creationId id="{1D3B84AB-164D-5F56-86B5-A10F24B1A30D}"/>
                </a:ext>
              </a:extLst>
            </p:cNvPr>
            <p:cNvSpPr txBox="1"/>
            <p:nvPr/>
          </p:nvSpPr>
          <p:spPr>
            <a:xfrm>
              <a:off x="5518344" y="2297269"/>
              <a:ext cx="301691" cy="598332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83" name="table_TWformat_5_7">
              <a:extLst>
                <a:ext uri="{FF2B5EF4-FFF2-40B4-BE49-F238E27FC236}">
                  <ns2:creationId id="{B31FAA0A-BC20-CB0E-33B8-25A24B3E051C}"/>
                </a:ext>
              </a:extLst>
            </p:cNvPr>
            <p:cNvSpPr txBox="1"/>
            <p:nvPr/>
          </p:nvSpPr>
          <p:spPr>
            <a:xfrm>
              <a:off x="5850918" y="2297269"/>
              <a:ext cx="359561" cy="598332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96" name="table_TWformat_5_8">
              <a:extLst>
                <a:ext uri="{FF2B5EF4-FFF2-40B4-BE49-F238E27FC236}">
                  <ns2:creationId id="{74459F36-9396-D088-FBA7-1D1323E4FC9F}"/>
                </a:ext>
              </a:extLst>
            </p:cNvPr>
            <p:cNvSpPr txBox="1"/>
            <p:nvPr/>
          </p:nvSpPr>
          <p:spPr>
            <a:xfrm>
              <a:off x="6241362" y="2297269"/>
              <a:ext cx="1012790" cy="598332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90488" indent="-90488">
                <a:buClr>
                  <a:schemeClr val="accent2"/>
                </a:buClr>
                <a:buFont typeface="Arial" panose="020B0604020202020204" pitchFamily="34" charset="0"/>
                <a:buChar char="•"/>
                <a:defRPr sz="900" b="0"/>
              </a:lvl1pPr>
            </a:lstStyle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  <a:br>
                <a:rPr lang="en-US" altLang="ja-JP"/>
              </a:br>
              <a:r>
                <a:rPr lang="en-US" altLang="ja-JP"/>
                <a:t>XX</a:t>
              </a:r>
              <a:r>
                <a:rPr lang="ja-JP" altLang="en-US"/>
                <a:t>XX</a:t>
              </a:r>
            </a:p>
          </p:txBody>
        </p:sp>
        <p:sp>
          <p:nvSpPr>
            <p:cNvPr id="109" name="table_TWformat_5_9">
              <a:extLst>
                <a:ext uri="{FF2B5EF4-FFF2-40B4-BE49-F238E27FC236}">
                  <ns2:creationId id="{97909DE7-B29C-7295-7FF4-BE4D3AA86283}"/>
                </a:ext>
              </a:extLst>
            </p:cNvPr>
            <p:cNvSpPr txBox="1"/>
            <p:nvPr/>
          </p:nvSpPr>
          <p:spPr>
            <a:xfrm>
              <a:off x="7285035" y="2297269"/>
              <a:ext cx="2753029" cy="598332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90488" indent="-90488">
                <a:buClr>
                  <a:schemeClr val="accent2"/>
                </a:buClr>
                <a:buFont typeface="Arial" panose="020B0604020202020204" pitchFamily="34" charset="0"/>
                <a:buChar char="•"/>
                <a:defRPr sz="900" b="0"/>
              </a:lvl1pPr>
            </a:lstStyle>
            <a:p>
              <a:r>
                <a:rPr lang="ja-JP" altLang="en-US"/>
                <a:t>XX</a:t>
              </a:r>
            </a:p>
            <a:p>
              <a:r>
                <a:rPr lang="ja-JP" altLang="en-US"/>
                <a:t>XX</a:t>
              </a:r>
            </a:p>
          </p:txBody>
        </p:sp>
        <p:sp>
          <p:nvSpPr>
            <p:cNvPr id="284" name="table_TWformat_5_11">
              <a:extLst>
                <a:ext uri="{FF2B5EF4-FFF2-40B4-BE49-F238E27FC236}">
                  <ns2:creationId id="{2B8C1BB6-E4A7-B2B6-13F9-63D3C23504E7}"/>
                </a:ext>
              </a:extLst>
            </p:cNvPr>
            <p:cNvSpPr txBox="1"/>
            <p:nvPr/>
          </p:nvSpPr>
          <p:spPr>
            <a:xfrm>
              <a:off x="11100619" y="2297269"/>
              <a:ext cx="756418" cy="598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</a:p>
          </p:txBody>
        </p:sp>
        <p:sp>
          <p:nvSpPr>
            <p:cNvPr id="6" name="table_TWformat_5_11">
              <a:extLst>
                <a:ext uri="{FF2B5EF4-FFF2-40B4-BE49-F238E27FC236}">
                  <ns2:creationId id="{F8A52CD9-9547-5D12-8DB7-EBA497403A18}"/>
                </a:ext>
              </a:extLst>
            </p:cNvPr>
            <p:cNvSpPr txBox="1"/>
            <p:nvPr/>
          </p:nvSpPr>
          <p:spPr>
            <a:xfrm>
              <a:off x="10068946" y="2297269"/>
              <a:ext cx="1000783" cy="598332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12" name="Straight Connector 311">
              <a:extLst>
                <a:ext uri="{FF2B5EF4-FFF2-40B4-BE49-F238E27FC236}">
                  <ns2:creationId id="{628B09DC-855C-D0D7-389D-CC81003CC256}"/>
                </a:ext>
              </a:extLst>
            </p:cNvPr>
            <p:cNvCxnSpPr/>
            <p:nvPr/>
          </p:nvCxnSpPr>
          <p:spPr>
            <a:xfrm>
              <a:off x="1595950" y="2912746"/>
              <a:ext cx="126918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ns2:creationId id="{DE936B57-B0A9-6161-FE3F-89D5B4E703B2}"/>
                </a:ext>
              </a:extLst>
            </p:cNvPr>
            <p:cNvCxnSpPr/>
            <p:nvPr/>
          </p:nvCxnSpPr>
          <p:spPr>
            <a:xfrm>
              <a:off x="2896013" y="2912746"/>
              <a:ext cx="2126245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>
              <a:extLst>
                <a:ext uri="{FF2B5EF4-FFF2-40B4-BE49-F238E27FC236}">
                  <ns2:creationId id="{3DB34766-19D0-0239-1CB4-24B2A3FC784B}"/>
                </a:ext>
              </a:extLst>
            </p:cNvPr>
            <p:cNvCxnSpPr/>
            <p:nvPr/>
          </p:nvCxnSpPr>
          <p:spPr>
            <a:xfrm>
              <a:off x="5053141" y="2912746"/>
              <a:ext cx="43432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>
              <a:extLst>
                <a:ext uri="{FF2B5EF4-FFF2-40B4-BE49-F238E27FC236}">
                  <ns2:creationId id="{F196579D-1470-EA26-DE4E-AD431024AA2C}"/>
                </a:ext>
              </a:extLst>
            </p:cNvPr>
            <p:cNvCxnSpPr/>
            <p:nvPr/>
          </p:nvCxnSpPr>
          <p:spPr>
            <a:xfrm>
              <a:off x="5518344" y="2912746"/>
              <a:ext cx="30169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ns2:creationId id="{532106A3-3CC5-23FD-AD06-3007DE165093}"/>
                </a:ext>
              </a:extLst>
            </p:cNvPr>
            <p:cNvCxnSpPr/>
            <p:nvPr/>
          </p:nvCxnSpPr>
          <p:spPr>
            <a:xfrm>
              <a:off x="5850918" y="2912746"/>
              <a:ext cx="35956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ns2:creationId id="{CBA7E19B-5051-C09C-ACC5-B77D8C9D61A2}"/>
                </a:ext>
              </a:extLst>
            </p:cNvPr>
            <p:cNvCxnSpPr/>
            <p:nvPr/>
          </p:nvCxnSpPr>
          <p:spPr>
            <a:xfrm>
              <a:off x="6241362" y="2912746"/>
              <a:ext cx="101279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ns2:creationId id="{679C5C9A-29DA-202D-3244-063A9268D5D4}"/>
                </a:ext>
              </a:extLst>
            </p:cNvPr>
            <p:cNvCxnSpPr/>
            <p:nvPr/>
          </p:nvCxnSpPr>
          <p:spPr>
            <a:xfrm>
              <a:off x="7285035" y="2912746"/>
              <a:ext cx="275303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ns2:creationId id="{6D109611-56D2-BC3F-1D1F-8EC4571BB3FB}"/>
                </a:ext>
              </a:extLst>
            </p:cNvPr>
            <p:cNvCxnSpPr/>
            <p:nvPr/>
          </p:nvCxnSpPr>
          <p:spPr>
            <a:xfrm>
              <a:off x="10068950" y="2912746"/>
              <a:ext cx="100078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ns2:creationId id="{EB0B3E5A-927F-C74D-829D-ED088EE759F4}"/>
                </a:ext>
              </a:extLst>
            </p:cNvPr>
            <p:cNvCxnSpPr/>
            <p:nvPr/>
          </p:nvCxnSpPr>
          <p:spPr>
            <a:xfrm>
              <a:off x="11100619" y="2912746"/>
              <a:ext cx="75641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able_TWformat_5_1">
              <a:extLst>
                <a:ext uri="{FF2B5EF4-FFF2-40B4-BE49-F238E27FC236}">
                  <ns2:creationId id="{E49B4A7D-165D-D130-4267-CAD7875D7D2B}"/>
                </a:ext>
              </a:extLst>
            </p:cNvPr>
            <p:cNvSpPr txBox="1"/>
            <p:nvPr/>
          </p:nvSpPr>
          <p:spPr>
            <a:xfrm>
              <a:off x="334963" y="2929891"/>
              <a:ext cx="198438" cy="183641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en-US" altLang="ja-JP"/>
                <a:t>12</a:t>
              </a:r>
              <a:endParaRPr lang="ja-JP" altLang="en-US"/>
            </a:p>
          </p:txBody>
        </p:sp>
        <p:sp>
          <p:nvSpPr>
            <p:cNvPr id="14" name="table_TWformat_5_2">
              <a:extLst>
                <a:ext uri="{FF2B5EF4-FFF2-40B4-BE49-F238E27FC236}">
                  <ns2:creationId id="{BFDA896B-684F-9C0C-EE89-37120CFBD0BE}"/>
                </a:ext>
              </a:extLst>
            </p:cNvPr>
            <p:cNvSpPr txBox="1"/>
            <p:nvPr/>
          </p:nvSpPr>
          <p:spPr>
            <a:xfrm>
              <a:off x="564284" y="2929891"/>
              <a:ext cx="1000783" cy="18364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r>
                <a:rPr lang="en-US" altLang="ja-JP"/>
                <a:t>DX</a:t>
              </a:r>
              <a:endParaRPr lang="ja-JP" altLang="en-US"/>
            </a:p>
          </p:txBody>
        </p:sp>
        <p:sp>
          <p:nvSpPr>
            <p:cNvPr id="21" name="table_TWformat_5_3">
              <a:extLst>
                <a:ext uri="{FF2B5EF4-FFF2-40B4-BE49-F238E27FC236}">
                  <ns2:creationId id="{13A3957D-77D4-7EFF-B83E-3213F55D4E85}"/>
                </a:ext>
              </a:extLst>
            </p:cNvPr>
            <p:cNvSpPr txBox="1"/>
            <p:nvPr/>
          </p:nvSpPr>
          <p:spPr>
            <a:xfrm>
              <a:off x="1595950" y="2929891"/>
              <a:ext cx="1269179" cy="1836419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chemeClr val="accent1"/>
                </a:buClr>
              </a:pPr>
              <a:r>
                <a:rPr lang="en-US" altLang="ja-JP" sz="900">
                  <a:latin typeface="+mn-ea"/>
                </a:rPr>
                <a:t>【</a:t>
              </a:r>
              <a:r>
                <a:rPr lang="ja-JP" altLang="en-US" sz="900">
                  <a:latin typeface="+mn-ea"/>
                </a:rPr>
                <a:t>XX</a:t>
              </a:r>
              <a:r>
                <a:rPr lang="en-US" altLang="ja-JP" sz="900">
                  <a:latin typeface="+mn-ea"/>
                </a:rPr>
                <a:t>】</a:t>
              </a:r>
              <a:br>
                <a:rPr lang="en-US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r>
                <a:rPr lang="en-US" altLang="ja-JP" sz="900">
                  <a:latin typeface="+mn-ea"/>
                </a:rPr>
                <a:t>/ </a:t>
              </a:r>
              <a:r>
                <a:rPr lang="ja-JP" altLang="en-US" sz="900">
                  <a:latin typeface="+mn-ea"/>
                </a:rPr>
                <a:t>XX</a:t>
              </a:r>
            </a:p>
            <a:p>
              <a:pPr>
                <a:spcAft>
                  <a:spcPts val="300"/>
                </a:spcAft>
                <a:buClr>
                  <a:schemeClr val="accent1"/>
                </a:buClr>
              </a:pPr>
              <a:r>
                <a:rPr lang="en-US" altLang="ja-JP" sz="900">
                  <a:latin typeface="+mn-ea"/>
                </a:rPr>
                <a:t>【</a:t>
              </a:r>
              <a:r>
                <a:rPr lang="ja-JP" altLang="en-US" sz="900">
                  <a:latin typeface="+mn-ea"/>
                </a:rPr>
                <a:t>XX</a:t>
              </a:r>
              <a:r>
                <a:rPr lang="en-US" altLang="ja-JP" sz="900">
                  <a:latin typeface="+mn-ea"/>
                </a:rPr>
                <a:t>】</a:t>
              </a:r>
              <a:br>
                <a:rPr lang="en-US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22" name="table_TWformat_5_4">
              <a:extLst>
                <a:ext uri="{FF2B5EF4-FFF2-40B4-BE49-F238E27FC236}">
                  <ns2:creationId id="{D91E60D3-F6D7-9934-6FD6-32DBC7E6E84C}"/>
                </a:ext>
              </a:extLst>
            </p:cNvPr>
            <p:cNvSpPr txBox="1"/>
            <p:nvPr/>
          </p:nvSpPr>
          <p:spPr>
            <a:xfrm>
              <a:off x="2896013" y="2929891"/>
              <a:ext cx="2126245" cy="1836419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pPr>
                <a:spcAft>
                  <a:spcPts val="200"/>
                </a:spcAft>
              </a:pPr>
              <a:r>
                <a:rPr lang="ja-JP" altLang="en-US"/>
                <a:t>XX</a:t>
              </a:r>
              <a:r>
                <a:rPr lang="en-US" altLang="ja-JP"/>
                <a:t>/</a:t>
              </a:r>
              <a:r>
                <a:rPr lang="ja-JP" altLang="en-US"/>
                <a:t>XX</a:t>
              </a:r>
            </a:p>
            <a:p>
              <a:pPr>
                <a:spcAft>
                  <a:spcPts val="200"/>
                </a:spcAft>
              </a:pPr>
              <a:r>
                <a:rPr lang="ja-JP" altLang="en-US"/>
                <a:t>XX</a:t>
              </a:r>
              <a:br>
                <a:rPr lang="it-IT" altLang="ja-JP"/>
              </a:br>
              <a:r>
                <a:rPr lang="ja-JP" altLang="en-US"/>
                <a:t>XX</a:t>
              </a:r>
            </a:p>
            <a:p>
              <a:pPr>
                <a:spcAft>
                  <a:spcPts val="200"/>
                </a:spcAft>
              </a:pPr>
              <a:r>
                <a:rPr lang="ja-JP" altLang="en-US"/>
                <a:t>XX</a:t>
              </a:r>
            </a:p>
            <a:p>
              <a:pPr marL="180975" indent="-92075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</a:p>
            <a:p>
              <a:pPr marL="180975" indent="-92075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</a:p>
            <a:p>
              <a:pPr marL="180975" indent="-92075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23" name="table_TWformat_5_5">
              <a:extLst>
                <a:ext uri="{FF2B5EF4-FFF2-40B4-BE49-F238E27FC236}">
                  <ns2:creationId id="{7F853E64-83BA-FB63-0C2D-6181426F4EC3}"/>
                </a:ext>
              </a:extLst>
            </p:cNvPr>
            <p:cNvSpPr txBox="1"/>
            <p:nvPr/>
          </p:nvSpPr>
          <p:spPr>
            <a:xfrm>
              <a:off x="5053141" y="2929891"/>
              <a:ext cx="434320" cy="1836419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25" name="table_TWformat_5_6">
              <a:extLst>
                <a:ext uri="{FF2B5EF4-FFF2-40B4-BE49-F238E27FC236}">
                  <ns2:creationId id="{8499A4F9-B286-AE41-9108-0E6045D208A1}"/>
                </a:ext>
              </a:extLst>
            </p:cNvPr>
            <p:cNvSpPr txBox="1"/>
            <p:nvPr/>
          </p:nvSpPr>
          <p:spPr>
            <a:xfrm>
              <a:off x="5518344" y="2929891"/>
              <a:ext cx="301691" cy="1836419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26" name="table_TWformat_5_7">
              <a:extLst>
                <a:ext uri="{FF2B5EF4-FFF2-40B4-BE49-F238E27FC236}">
                  <ns2:creationId id="{3D04A03D-5EC9-86C0-57E3-7403D89EE1C0}"/>
                </a:ext>
              </a:extLst>
            </p:cNvPr>
            <p:cNvSpPr txBox="1"/>
            <p:nvPr/>
          </p:nvSpPr>
          <p:spPr>
            <a:xfrm>
              <a:off x="5850918" y="2929891"/>
              <a:ext cx="359561" cy="1836419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28" name="table_TWformat_5_8">
              <a:extLst>
                <a:ext uri="{FF2B5EF4-FFF2-40B4-BE49-F238E27FC236}">
                  <ns2:creationId id="{67581090-27E2-5396-4305-59ABC96D6A3B}"/>
                </a:ext>
              </a:extLst>
            </p:cNvPr>
            <p:cNvSpPr txBox="1"/>
            <p:nvPr/>
          </p:nvSpPr>
          <p:spPr>
            <a:xfrm>
              <a:off x="6241362" y="2929891"/>
              <a:ext cx="1012790" cy="1836419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90488" indent="-90488">
                <a:buClr>
                  <a:schemeClr val="accent2"/>
                </a:buClr>
                <a:buFont typeface="Arial" panose="020B0604020202020204" pitchFamily="34" charset="0"/>
                <a:buChar char="•"/>
                <a:defRPr sz="900" b="0"/>
              </a:lvl1pPr>
            </a:lstStyle>
            <a:p>
              <a:pPr marL="0" indent="0">
                <a:buNone/>
              </a:pPr>
              <a:r>
                <a:rPr lang="ja-JP" altLang="en-US"/>
                <a:t>XX</a:t>
              </a:r>
            </a:p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en-US" altLang="ja-JP"/>
                <a:t>:</a:t>
              </a:r>
              <a:r>
                <a:rPr lang="ja-JP" altLang="en-US"/>
                <a:t>XX</a:t>
              </a:r>
              <a:br>
                <a:rPr lang="en-US" altLang="ja-JP"/>
              </a:br>
              <a:r>
                <a:rPr lang="en-US" altLang="ja-JP"/>
                <a:t>XX</a:t>
              </a:r>
              <a:r>
                <a:rPr lang="ja-JP" altLang="en-US"/>
                <a:t>XX</a:t>
              </a:r>
              <a:r>
                <a:rPr lang="en-US" altLang="ja-JP"/>
                <a:t>)</a:t>
              </a:r>
              <a:endParaRPr lang="ja-JP" altLang="en-US"/>
            </a:p>
            <a:p>
              <a:endParaRPr lang="en-US" altLang="ja-JP"/>
            </a:p>
            <a:p>
              <a:pPr marL="0" indent="0">
                <a:buNone/>
              </a:pPr>
              <a:r>
                <a:rPr lang="en-US" altLang="ja-JP">
                  <a:solidFill>
                    <a:schemeClr val="accent2"/>
                  </a:solidFill>
                </a:rPr>
                <a:t>※ </a:t>
              </a:r>
              <a:r>
                <a:rPr lang="ja-JP" altLang="en-US"/>
                <a:t>XX</a:t>
              </a:r>
            </a:p>
          </p:txBody>
        </p:sp>
        <p:sp>
          <p:nvSpPr>
            <p:cNvPr id="267" name="table_TWformat_5_9">
              <a:extLst>
                <a:ext uri="{FF2B5EF4-FFF2-40B4-BE49-F238E27FC236}">
                  <ns2:creationId id="{1FF29E12-52B4-2A9A-38FB-7BCAC51A7CD4}"/>
                </a:ext>
              </a:extLst>
            </p:cNvPr>
            <p:cNvSpPr txBox="1"/>
            <p:nvPr/>
          </p:nvSpPr>
          <p:spPr>
            <a:xfrm>
              <a:off x="7285035" y="2929891"/>
              <a:ext cx="2753029" cy="1836419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90488" indent="-90488">
                <a:buClr>
                  <a:schemeClr val="accent2"/>
                </a:buClr>
                <a:buFont typeface="Arial" panose="020B0604020202020204" pitchFamily="34" charset="0"/>
                <a:buChar char="•"/>
                <a:defRPr sz="900" b="0"/>
              </a:lvl1pPr>
            </a:lstStyle>
            <a:p>
              <a:pPr marL="0" indent="0">
                <a:buNone/>
              </a:pPr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</a:p>
            <a:p>
              <a:r>
                <a:rPr lang="ja-JP" altLang="en-US"/>
                <a:t>XX</a:t>
              </a:r>
              <a:r>
                <a:rPr lang="en-US" altLang="ja-JP"/>
                <a:t>/ </a:t>
              </a:r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  <a:r>
                <a:rPr lang="en-US" altLang="ja-JP"/>
                <a:t>(</a:t>
              </a:r>
              <a:r>
                <a:rPr lang="ja-JP" altLang="en-US"/>
                <a:t>XX</a:t>
              </a:r>
              <a:r>
                <a:rPr lang="en-US" altLang="ja-JP"/>
                <a:t>)</a:t>
              </a:r>
              <a:endParaRPr lang="ja-JP" altLang="en-US"/>
            </a:p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  <a:r>
                <a:rPr lang="en-US" altLang="ja-JP"/>
                <a:t>(</a:t>
              </a:r>
              <a:r>
                <a:rPr lang="ja-JP" altLang="en-US"/>
                <a:t>XX</a:t>
              </a:r>
              <a:r>
                <a:rPr lang="en-US" altLang="ja-JP"/>
                <a:t>)</a:t>
              </a:r>
              <a:endParaRPr lang="ja-JP" altLang="en-US"/>
            </a:p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en-US" altLang="ja-JP"/>
                <a:t>XX</a:t>
              </a:r>
              <a:r>
                <a:rPr lang="ja-JP" altLang="en-US"/>
                <a:t>XX</a:t>
              </a:r>
              <a:r>
                <a:rPr lang="en-US" altLang="ja-JP"/>
                <a:t>(</a:t>
              </a:r>
              <a:r>
                <a:rPr lang="ja-JP" altLang="en-US"/>
                <a:t>XX</a:t>
              </a:r>
              <a:r>
                <a:rPr lang="en-US" altLang="ja-JP"/>
                <a:t>)</a:t>
              </a:r>
              <a:endParaRPr lang="ja-JP" altLang="en-US"/>
            </a:p>
          </p:txBody>
        </p:sp>
        <p:sp>
          <p:nvSpPr>
            <p:cNvPr id="269" name="table_TWformat_5_11">
              <a:extLst>
                <a:ext uri="{FF2B5EF4-FFF2-40B4-BE49-F238E27FC236}">
                  <ns2:creationId id="{98324202-9E99-5607-6E87-4D8F9EF33F53}"/>
                </a:ext>
              </a:extLst>
            </p:cNvPr>
            <p:cNvSpPr txBox="1"/>
            <p:nvPr/>
          </p:nvSpPr>
          <p:spPr>
            <a:xfrm>
              <a:off x="11100619" y="2929891"/>
              <a:ext cx="756418" cy="183641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  <a:br>
                <a:rPr lang="en-US" altLang="ja-JP"/>
              </a:br>
              <a:r>
                <a:rPr lang="ja-JP" altLang="en-US"/>
                <a:t>XX</a:t>
              </a:r>
            </a:p>
          </p:txBody>
        </p:sp>
        <p:sp>
          <p:nvSpPr>
            <p:cNvPr id="33" name="table_TWformat_5_1">
              <a:extLst>
                <a:ext uri="{FF2B5EF4-FFF2-40B4-BE49-F238E27FC236}">
                  <ns2:creationId id="{62F7354D-5D59-814A-6C99-D563F6E2CF71}"/>
                </a:ext>
              </a:extLst>
            </p:cNvPr>
            <p:cNvSpPr txBox="1"/>
            <p:nvPr/>
          </p:nvSpPr>
          <p:spPr>
            <a:xfrm>
              <a:off x="334963" y="4800600"/>
              <a:ext cx="198438" cy="15113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en-US" altLang="ja-JP"/>
                <a:t>13</a:t>
              </a:r>
              <a:endParaRPr lang="ja-JP" altLang="en-US"/>
            </a:p>
          </p:txBody>
        </p:sp>
        <p:sp>
          <p:nvSpPr>
            <p:cNvPr id="34" name="table_TWformat_5_2">
              <a:extLst>
                <a:ext uri="{FF2B5EF4-FFF2-40B4-BE49-F238E27FC236}">
                  <ns2:creationId id="{AF0B8E00-66C4-1E28-75E2-A3AF916FE9E3}"/>
                </a:ext>
              </a:extLst>
            </p:cNvPr>
            <p:cNvSpPr txBox="1"/>
            <p:nvPr/>
          </p:nvSpPr>
          <p:spPr>
            <a:xfrm>
              <a:off x="564284" y="4800600"/>
              <a:ext cx="1000783" cy="15113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</a:p>
          </p:txBody>
        </p:sp>
        <p:sp>
          <p:nvSpPr>
            <p:cNvPr id="35" name="table_TWformat_5_3">
              <a:extLst>
                <a:ext uri="{FF2B5EF4-FFF2-40B4-BE49-F238E27FC236}">
                  <ns2:creationId id="{45A854FA-FE9E-D515-F0C4-B18F3EB6469B}"/>
                </a:ext>
              </a:extLst>
            </p:cNvPr>
            <p:cNvSpPr txBox="1"/>
            <p:nvPr/>
          </p:nvSpPr>
          <p:spPr>
            <a:xfrm>
              <a:off x="1595950" y="4800600"/>
              <a:ext cx="1269179" cy="151130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r>
                <a:rPr lang="en-US" altLang="ja-JP" sz="900">
                  <a:latin typeface="+mn-ea"/>
                </a:rPr>
                <a:t>ROI</a:t>
              </a:r>
              <a:r>
                <a:rPr lang="ja-JP" altLang="en-US" sz="900">
                  <a:latin typeface="+mn-ea"/>
                </a:rPr>
                <a:t>XX</a:t>
              </a:r>
              <a:br>
                <a:rPr lang="it-IT" altLang="ja-JP" sz="900">
                  <a:latin typeface="+mn-ea"/>
                </a:rPr>
              </a:br>
              <a:r>
                <a:rPr lang="ja-JP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46" name="table_TWformat_5_4">
              <a:extLst>
                <a:ext uri="{FF2B5EF4-FFF2-40B4-BE49-F238E27FC236}">
                  <ns2:creationId id="{1C1A7D37-F46A-2EF1-3A49-E2F779237121}"/>
                </a:ext>
              </a:extLst>
            </p:cNvPr>
            <p:cNvSpPr txBox="1"/>
            <p:nvPr/>
          </p:nvSpPr>
          <p:spPr>
            <a:xfrm>
              <a:off x="2896013" y="4800600"/>
              <a:ext cx="2126245" cy="1511300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>
              <a:defPPr>
                <a:defRPr lang="ja-JP"/>
              </a:defPPr>
              <a:lvl1pPr marL="88900" indent="-88900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n"/>
                <a:defRPr sz="900" b="1">
                  <a:solidFill>
                    <a:srgbClr val="008000"/>
                  </a:solidFill>
                  <a:latin typeface="+mn-ea"/>
                </a:defRPr>
              </a:lvl1pPr>
            </a:lstStyle>
            <a:p>
              <a:pPr>
                <a:spcAft>
                  <a:spcPts val="200"/>
                </a:spcAft>
              </a:pPr>
              <a:r>
                <a:rPr lang="ja-JP" altLang="en-US"/>
                <a:t>XX</a:t>
              </a:r>
            </a:p>
            <a:p>
              <a:pPr marL="180975" indent="-92075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  <a:br>
                <a:rPr lang="it-IT" altLang="ja-JP" sz="800" b="0">
                  <a:solidFill>
                    <a:schemeClr val="tx1"/>
                  </a:solidFill>
                </a:rPr>
              </a:b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ja-JP" altLang="en-US"/>
                <a:t>XX</a:t>
              </a:r>
            </a:p>
            <a:p>
              <a:pPr marL="180975" indent="-92075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  <a:br>
                <a:rPr lang="it-IT" altLang="ja-JP" sz="800" b="0">
                  <a:solidFill>
                    <a:schemeClr val="tx1"/>
                  </a:solidFill>
                </a:rPr>
              </a:b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ja-JP" altLang="en-US"/>
                <a:t>XX</a:t>
              </a:r>
            </a:p>
            <a:p>
              <a:pPr marL="180975" indent="-92075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  <a:br>
                <a:rPr lang="it-IT" altLang="ja-JP" sz="800" b="0">
                  <a:solidFill>
                    <a:schemeClr val="tx1"/>
                  </a:solidFill>
                </a:rPr>
              </a:br>
              <a:r>
                <a:rPr lang="en-US" altLang="ja-JP" sz="800" b="0">
                  <a:solidFill>
                    <a:schemeClr val="tx1"/>
                  </a:solidFill>
                </a:rPr>
                <a:t>API</a:t>
              </a: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  <a:r>
                <a:rPr lang="ja-JP" altLang="en-US" b="0">
                  <a:solidFill>
                    <a:schemeClr val="tx1"/>
                  </a:solidFill>
                </a:rPr>
                <a:t>XX</a:t>
              </a:r>
              <a:br>
                <a:rPr lang="en-US" altLang="ja-JP" b="0">
                  <a:solidFill>
                    <a:schemeClr val="tx1"/>
                  </a:solidFill>
                </a:rPr>
              </a:br>
              <a:r>
                <a:rPr lang="ja-JP" altLang="en-US" sz="800" b="0">
                  <a:solidFill>
                    <a:schemeClr val="tx1"/>
                  </a:solidFill>
                </a:rPr>
                <a:t>XX</a:t>
              </a:r>
              <a:endParaRPr lang="ja-JP" altLang="en-US" b="0">
                <a:solidFill>
                  <a:schemeClr val="tx1"/>
                </a:solidFill>
              </a:endParaRPr>
            </a:p>
          </p:txBody>
        </p:sp>
        <p:sp>
          <p:nvSpPr>
            <p:cNvPr id="47" name="table_TWformat_5_5">
              <a:extLst>
                <a:ext uri="{FF2B5EF4-FFF2-40B4-BE49-F238E27FC236}">
                  <ns2:creationId id="{20E2ECDA-5339-14E6-9861-A75F4659F961}"/>
                </a:ext>
              </a:extLst>
            </p:cNvPr>
            <p:cNvSpPr txBox="1"/>
            <p:nvPr/>
          </p:nvSpPr>
          <p:spPr>
            <a:xfrm>
              <a:off x="5053141" y="4800600"/>
              <a:ext cx="434320" cy="151130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48" name="table_TWformat_5_6">
              <a:extLst>
                <a:ext uri="{FF2B5EF4-FFF2-40B4-BE49-F238E27FC236}">
                  <ns2:creationId id="{71521B97-5955-5010-88B3-EB4E7B0FC6DD}"/>
                </a:ext>
              </a:extLst>
            </p:cNvPr>
            <p:cNvSpPr txBox="1"/>
            <p:nvPr/>
          </p:nvSpPr>
          <p:spPr>
            <a:xfrm>
              <a:off x="5518344" y="4800600"/>
              <a:ext cx="301691" cy="151130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59" name="table_TWformat_5_7">
              <a:extLst>
                <a:ext uri="{FF2B5EF4-FFF2-40B4-BE49-F238E27FC236}">
                  <ns2:creationId id="{34D65959-E622-B850-823B-392A2956D909}"/>
                </a:ext>
              </a:extLst>
            </p:cNvPr>
            <p:cNvSpPr txBox="1"/>
            <p:nvPr/>
          </p:nvSpPr>
          <p:spPr>
            <a:xfrm>
              <a:off x="5850918" y="4800600"/>
              <a:ext cx="359561" cy="151130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60" name="table_TWformat_5_8">
              <a:extLst>
                <a:ext uri="{FF2B5EF4-FFF2-40B4-BE49-F238E27FC236}">
                  <ns2:creationId id="{AB4ABA7A-17FA-537B-CE26-ADAE86EAF5D5}"/>
                </a:ext>
              </a:extLst>
            </p:cNvPr>
            <p:cNvSpPr txBox="1"/>
            <p:nvPr/>
          </p:nvSpPr>
          <p:spPr>
            <a:xfrm>
              <a:off x="6241362" y="4800600"/>
              <a:ext cx="1012790" cy="1511300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90488" indent="-90488">
                <a:buClr>
                  <a:schemeClr val="accent2"/>
                </a:buClr>
                <a:buFont typeface="Arial" panose="020B0604020202020204" pitchFamily="34" charset="0"/>
                <a:buChar char="•"/>
                <a:defRPr sz="900" b="0"/>
              </a:lvl1pPr>
            </a:lstStyle>
            <a:p>
              <a:pPr>
                <a:spcAft>
                  <a:spcPts val="200"/>
                </a:spcAft>
              </a:pPr>
              <a:r>
                <a:rPr lang="ja-JP" altLang="en-US" sz="800"/>
                <a:t>XX</a:t>
              </a:r>
              <a:br>
                <a:rPr lang="en-US" altLang="ja-JP" sz="800"/>
              </a:br>
              <a:r>
                <a:rPr lang="ja-JP" altLang="en-US" sz="800"/>
                <a:t>XX</a:t>
              </a:r>
              <a:br>
                <a:rPr lang="en-US" altLang="ja-JP" sz="800"/>
              </a:br>
              <a:r>
                <a:rPr lang="ja-JP" altLang="en-US" sz="800"/>
                <a:t>XX</a:t>
              </a:r>
              <a:r>
                <a:rPr lang="en-US" altLang="ja-JP" sz="800"/>
                <a:t>:</a:t>
              </a:r>
              <a:r>
                <a:rPr lang="ja-JP" altLang="en-US" sz="800"/>
                <a:t>XX</a:t>
              </a:r>
              <a:br>
                <a:rPr lang="en-US" altLang="ja-JP" sz="800"/>
              </a:br>
              <a:r>
                <a:rPr lang="en-US" altLang="ja-JP" sz="800"/>
                <a:t>(</a:t>
              </a:r>
              <a:r>
                <a:rPr lang="ja-JP" altLang="en-US" sz="800"/>
                <a:t>XX</a:t>
              </a:r>
              <a:r>
                <a:rPr lang="en-US" altLang="ja-JP" sz="800"/>
                <a:t>2</a:t>
              </a: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)</a:t>
              </a:r>
              <a:endParaRPr lang="ja-JP" altLang="en-US" sz="800"/>
            </a:p>
            <a:p>
              <a:pPr>
                <a:spcAft>
                  <a:spcPts val="200"/>
                </a:spcAft>
                <a:buFont typeface="Yu Gothic" panose="020B0400000000000000" pitchFamily="50" charset="-128"/>
                <a:buChar char="※"/>
              </a:pPr>
              <a:r>
                <a:rPr lang="ja-JP" altLang="en-US" sz="700"/>
                <a:t>XX</a:t>
              </a:r>
              <a:br>
                <a:rPr lang="en-US" altLang="ja-JP" sz="700"/>
              </a:br>
              <a:r>
                <a:rPr lang="ja-JP" altLang="en-US" sz="700"/>
                <a:t>XX</a:t>
              </a:r>
              <a:br>
                <a:rPr lang="en-US" altLang="ja-JP" sz="700"/>
              </a:br>
              <a:r>
                <a:rPr lang="ja-JP" altLang="en-US" sz="700"/>
                <a:t>XX</a:t>
              </a:r>
            </a:p>
            <a:p>
              <a:pPr marL="0" indent="0">
                <a:spcAft>
                  <a:spcPts val="200"/>
                </a:spcAft>
                <a:buNone/>
              </a:pPr>
              <a:r>
                <a:rPr lang="en-US" altLang="ja-JP" sz="700"/>
                <a:t>1</a:t>
              </a:r>
              <a:r>
                <a:rPr lang="ja-JP" altLang="en-US" sz="700"/>
                <a:t>XX</a:t>
              </a:r>
              <a:r>
                <a:rPr lang="en-US" altLang="ja-JP" sz="700"/>
                <a:t>5</a:t>
              </a:r>
              <a:r>
                <a:rPr lang="ja-JP" altLang="en-US" sz="700"/>
                <a:t>XX</a:t>
              </a:r>
              <a:br>
                <a:rPr lang="en-US" altLang="ja-JP" sz="700"/>
              </a:br>
              <a:r>
                <a:rPr lang="ja-JP" altLang="en-US" sz="700"/>
                <a:t>XX</a:t>
              </a:r>
              <a:r>
                <a:rPr lang="en-US" altLang="ja-JP" sz="700"/>
                <a:t>50</a:t>
              </a:r>
              <a:r>
                <a:rPr lang="ja-JP" altLang="en-US" sz="700"/>
                <a:t>XX</a:t>
              </a:r>
              <a:br>
                <a:rPr lang="en-US" altLang="ja-JP" sz="700"/>
              </a:br>
              <a:r>
                <a:rPr lang="ja-JP" altLang="en-US" sz="700"/>
                <a:t>XX</a:t>
              </a:r>
              <a:r>
                <a:rPr lang="en-US" altLang="ja-JP" sz="700"/>
                <a:t>150</a:t>
              </a:r>
              <a:r>
                <a:rPr lang="ja-JP" altLang="en-US" sz="700"/>
                <a:t>XX</a:t>
              </a:r>
            </a:p>
          </p:txBody>
        </p:sp>
        <p:sp>
          <p:nvSpPr>
            <p:cNvPr id="61" name="table_TWformat_5_9">
              <a:extLst>
                <a:ext uri="{FF2B5EF4-FFF2-40B4-BE49-F238E27FC236}">
                  <ns2:creationId id="{31525936-B099-A52C-A1BC-3BF068F839CF}"/>
                </a:ext>
              </a:extLst>
            </p:cNvPr>
            <p:cNvSpPr txBox="1"/>
            <p:nvPr/>
          </p:nvSpPr>
          <p:spPr>
            <a:xfrm>
              <a:off x="7285035" y="4800600"/>
              <a:ext cx="2753029" cy="1511300"/>
            </a:xfrm>
            <a:prstGeom prst="rect">
              <a:avLst/>
            </a:prstGeom>
            <a:noFill/>
          </p:spPr>
          <p:txBody>
            <a:bodyPr vert="horz" wrap="square" lIns="36000" tIns="36000" rIns="0" bIns="36000" rtlCol="0" anchor="ctr">
              <a:noAutofit/>
            </a:bodyPr>
            <a:lstStyle>
              <a:defPPr>
                <a:defRPr lang="ja-JP"/>
              </a:defPPr>
              <a:lvl1pPr marL="90488" indent="-90488">
                <a:buClr>
                  <a:schemeClr val="accent2"/>
                </a:buClr>
                <a:buFont typeface="Arial" panose="020B0604020202020204" pitchFamily="34" charset="0"/>
                <a:buChar char="•"/>
                <a:defRPr sz="900" b="0"/>
              </a:lvl1pPr>
            </a:lstStyle>
            <a:p>
              <a:pPr marL="0" indent="0">
                <a:buNone/>
              </a:pPr>
              <a:r>
                <a:rPr lang="ja-JP" altLang="en-US"/>
                <a:t>XX</a:t>
              </a:r>
            </a:p>
            <a:p>
              <a:r>
                <a:rPr lang="ja-JP" altLang="en-US"/>
                <a:t>XX</a:t>
              </a:r>
            </a:p>
            <a:p>
              <a:r>
                <a:rPr lang="ja-JP" altLang="en-US"/>
                <a:t>XX</a:t>
              </a:r>
              <a:r>
                <a:rPr lang="en-US" altLang="ja-JP"/>
                <a:t>API</a:t>
              </a:r>
              <a:r>
                <a:rPr lang="ja-JP" altLang="en-US"/>
                <a:t>XX</a:t>
              </a:r>
            </a:p>
            <a:p>
              <a:r>
                <a:rPr lang="ja-JP" altLang="en-US"/>
                <a:t>XX</a:t>
              </a:r>
            </a:p>
          </p:txBody>
        </p:sp>
        <p:sp>
          <p:nvSpPr>
            <p:cNvPr id="71" name="table_TWformat_5_11">
              <a:extLst>
                <a:ext uri="{FF2B5EF4-FFF2-40B4-BE49-F238E27FC236}">
                  <ns2:creationId id="{6083554E-3477-B2CD-7EBB-CA25DAC6700E}"/>
                </a:ext>
              </a:extLst>
            </p:cNvPr>
            <p:cNvSpPr txBox="1"/>
            <p:nvPr/>
          </p:nvSpPr>
          <p:spPr>
            <a:xfrm>
              <a:off x="11100619" y="4800600"/>
              <a:ext cx="756418" cy="15113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r>
                <a:rPr lang="ja-JP" altLang="en-US"/>
                <a:t>XX</a:t>
              </a:r>
            </a:p>
          </p:txBody>
        </p:sp>
        <p:cxnSp>
          <p:nvCxnSpPr>
            <p:cNvPr id="90" name="Straight Connector 89">
              <a:extLst>
                <a:ext uri="{FF2B5EF4-FFF2-40B4-BE49-F238E27FC236}">
                  <ns2:creationId id="{F95865E7-05BD-8C71-2961-341F5F3F620F}"/>
                </a:ext>
              </a:extLst>
            </p:cNvPr>
            <p:cNvCxnSpPr/>
            <p:nvPr/>
          </p:nvCxnSpPr>
          <p:spPr>
            <a:xfrm>
              <a:off x="1595950" y="4783455"/>
              <a:ext cx="126918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ns2:creationId id="{58CF8518-9536-411C-0911-4DD78BC87779}"/>
                </a:ext>
              </a:extLst>
            </p:cNvPr>
            <p:cNvCxnSpPr/>
            <p:nvPr/>
          </p:nvCxnSpPr>
          <p:spPr>
            <a:xfrm>
              <a:off x="2896013" y="4783455"/>
              <a:ext cx="2126245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ns2:creationId id="{9D6FDA59-8278-5730-D486-734A42582D6E}"/>
                </a:ext>
              </a:extLst>
            </p:cNvPr>
            <p:cNvCxnSpPr/>
            <p:nvPr/>
          </p:nvCxnSpPr>
          <p:spPr>
            <a:xfrm>
              <a:off x="5053141" y="4783455"/>
              <a:ext cx="43432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ns2:creationId id="{523343CA-0F34-6161-E6CA-0C7258269283}"/>
                </a:ext>
              </a:extLst>
            </p:cNvPr>
            <p:cNvCxnSpPr/>
            <p:nvPr/>
          </p:nvCxnSpPr>
          <p:spPr>
            <a:xfrm>
              <a:off x="5518344" y="4783455"/>
              <a:ext cx="30169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ns2:creationId id="{DD23E69F-1EFA-54EB-D8AF-6F315E007E22}"/>
                </a:ext>
              </a:extLst>
            </p:cNvPr>
            <p:cNvCxnSpPr/>
            <p:nvPr/>
          </p:nvCxnSpPr>
          <p:spPr>
            <a:xfrm>
              <a:off x="5850918" y="4783455"/>
              <a:ext cx="35956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ns2:creationId id="{5EC6315A-DA47-BB11-131A-3E5C06BC9B93}"/>
                </a:ext>
              </a:extLst>
            </p:cNvPr>
            <p:cNvCxnSpPr/>
            <p:nvPr/>
          </p:nvCxnSpPr>
          <p:spPr>
            <a:xfrm>
              <a:off x="6241362" y="4783455"/>
              <a:ext cx="101279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ns2:creationId id="{EAB87398-9D74-01A8-CB14-F06227A36452}"/>
                </a:ext>
              </a:extLst>
            </p:cNvPr>
            <p:cNvCxnSpPr/>
            <p:nvPr/>
          </p:nvCxnSpPr>
          <p:spPr>
            <a:xfrm>
              <a:off x="7285035" y="4783455"/>
              <a:ext cx="275303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ns2:creationId id="{10EC92C6-759A-8DC5-B3DA-6E7375E9B38B}"/>
                </a:ext>
              </a:extLst>
            </p:cNvPr>
            <p:cNvCxnSpPr/>
            <p:nvPr/>
          </p:nvCxnSpPr>
          <p:spPr>
            <a:xfrm>
              <a:off x="10068950" y="4783455"/>
              <a:ext cx="100078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ns2:creationId id="{972F7C8C-8647-6790-FF89-644354FB528E}"/>
                </a:ext>
              </a:extLst>
            </p:cNvPr>
            <p:cNvCxnSpPr/>
            <p:nvPr/>
          </p:nvCxnSpPr>
          <p:spPr>
            <a:xfrm>
              <a:off x="11100619" y="4783455"/>
              <a:ext cx="75641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6" name="Group 305">
              <a:extLst>
                <a:ext uri="{FF2B5EF4-FFF2-40B4-BE49-F238E27FC236}">
                  <ns2:creationId id="{B718D3D9-619A-3EE3-AA98-0474E5B31778}"/>
                </a:ext>
              </a:extLst>
            </p:cNvPr>
            <p:cNvGrpSpPr/>
            <p:nvPr/>
          </p:nvGrpSpPr>
          <p:grpSpPr>
            <a:xfrm>
              <a:off x="10068950" y="3457414"/>
              <a:ext cx="1000783" cy="609879"/>
              <a:chOff x="10068950" y="2466698"/>
              <a:chExt cx="1000783" cy="609879"/>
            </a:xfrm>
          </p:grpSpPr>
          <p:sp>
            <p:nvSpPr>
              <p:cNvPr id="304" name="table_TWformat_4_10">
                <a:extLst>
                  <a:ext uri="{FF2B5EF4-FFF2-40B4-BE49-F238E27FC236}">
                    <ns2:creationId id="{894CD843-70F1-9CFB-2FC2-22AD63536C6A}"/>
                  </a:ext>
                </a:extLst>
              </p:cNvPr>
              <p:cNvSpPr txBox="1"/>
              <p:nvPr/>
            </p:nvSpPr>
            <p:spPr>
              <a:xfrm>
                <a:off x="10068950" y="2466698"/>
                <a:ext cx="1000783" cy="157440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05" name="table_TWformat_5_10">
                <a:extLst>
                  <a:ext uri="{FF2B5EF4-FFF2-40B4-BE49-F238E27FC236}">
                    <ns2:creationId id="{0FFE4C98-E1F7-61EF-4F9C-739B2560425D}"/>
                  </a:ext>
                </a:extLst>
              </p:cNvPr>
              <p:cNvSpPr txBox="1"/>
              <p:nvPr/>
            </p:nvSpPr>
            <p:spPr>
              <a:xfrm>
                <a:off x="10068950" y="2636051"/>
                <a:ext cx="1000783" cy="440526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t">
                <a:noAutofit/>
              </a:bodyPr>
              <a:lstStyle/>
              <a:p>
                <a:pPr marL="180975" lvl="1" indent="-180975"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kumimoji="1" lang="ja-JP" altLang="en-US" sz="900">
                    <a:latin typeface="+mn-ea"/>
                  </a:rPr>
                  <a:t>～</a:t>
                </a:r>
                <a:r>
                  <a:rPr kumimoji="1" lang="en-US" altLang="ja-JP" sz="900">
                    <a:latin typeface="+mn-ea"/>
                  </a:rPr>
                  <a:t>XX</a:t>
                </a:r>
              </a:p>
              <a:p>
                <a:pPr marL="180975" lvl="1" indent="-180975"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kumimoji="1" lang="ja-JP" altLang="en-US" sz="900">
                    <a:latin typeface="+mn-ea"/>
                  </a:rPr>
                  <a:t>～</a:t>
                </a:r>
                <a:r>
                  <a:rPr kumimoji="1" lang="en-US" altLang="ja-JP" sz="900">
                    <a:latin typeface="+mn-ea"/>
                  </a:rPr>
                  <a:t>XX</a:t>
                </a:r>
              </a:p>
              <a:p>
                <a:pPr marL="180975" lvl="1" indent="-180975">
                  <a:buClr>
                    <a:srgbClr val="008000"/>
                  </a:buClr>
                  <a:buFont typeface="+mj-ea"/>
                  <a:buAutoNum type="circleNumDbPlain"/>
                </a:pPr>
                <a:r>
                  <a:rPr kumimoji="1" lang="ja-JP" altLang="en-US" sz="900">
                    <a:latin typeface="+mn-ea"/>
                  </a:rPr>
                  <a:t>～</a:t>
                </a:r>
                <a:r>
                  <a:rPr kumimoji="1" lang="en-US" altLang="ja-JP" sz="900">
                    <a:latin typeface="+mn-ea"/>
                  </a:rPr>
                  <a:t>XX</a:t>
                </a:r>
              </a:p>
            </p:txBody>
          </p:sp>
        </p:grpSp>
        <p:sp>
          <p:nvSpPr>
            <p:cNvPr id="309" name="table_TWformat_5_10">
              <a:extLst>
                <a:ext uri="{FF2B5EF4-FFF2-40B4-BE49-F238E27FC236}">
                  <ns2:creationId id="{B8B7B28C-5F29-AB35-0205-0FDA43D2750C}"/>
                </a:ext>
              </a:extLst>
            </p:cNvPr>
            <p:cNvSpPr txBox="1"/>
            <p:nvPr/>
          </p:nvSpPr>
          <p:spPr>
            <a:xfrm>
              <a:off x="10068950" y="4800599"/>
              <a:ext cx="1000783" cy="1508121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marL="180975" lvl="1" indent="-180975">
                <a:buClr>
                  <a:srgbClr val="008000"/>
                </a:buClr>
                <a:buFont typeface="+mj-ea"/>
                <a:buAutoNum type="circleNumDbPlain"/>
              </a:pPr>
              <a:r>
                <a:rPr kumimoji="1" lang="ja-JP" altLang="en-US" sz="900">
                  <a:latin typeface="+mn-ea"/>
                </a:rPr>
                <a:t>～</a:t>
              </a:r>
              <a:r>
                <a:rPr kumimoji="1" lang="en-US" altLang="ja-JP" sz="900">
                  <a:latin typeface="+mn-ea"/>
                </a:rPr>
                <a:t>XX</a:t>
              </a:r>
            </a:p>
            <a:p>
              <a:pPr marL="180975" lvl="1" indent="-180975">
                <a:buClr>
                  <a:srgbClr val="008000"/>
                </a:buClr>
                <a:buFont typeface="+mj-ea"/>
                <a:buAutoNum type="circleNumDbPlain"/>
              </a:pPr>
              <a:r>
                <a:rPr kumimoji="1" lang="ja-JP" altLang="en-US" sz="900">
                  <a:latin typeface="+mn-ea"/>
                </a:rPr>
                <a:t>～</a:t>
              </a:r>
              <a:r>
                <a:rPr kumimoji="1" lang="en-US" altLang="ja-JP" sz="900">
                  <a:latin typeface="+mn-ea"/>
                </a:rPr>
                <a:t>XX</a:t>
              </a:r>
            </a:p>
          </p:txBody>
        </p:sp>
      </p:grpSp>
    </p:spTree>
    <p:extLst>
      <p:ext uri="{BB962C8B-B14F-4D97-AF65-F5344CB8AC3E}">
        <ns3:creationId val="2498520356"/>
      </p:ext>
    </p:extLst>
  </p:cSld>
  <p:clrMapOvr>
    <a:masterClrMapping/>
  </p:clrMapOvr>
</p:sld>
</file>

<file path=ppt/slides/slide80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BE5231A-001F-64DE-7CBE-82AC72F1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FE19CE9-7CC7-B51F-C401-D077D3E79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BE7DB47-9739-5881-A068-00E7DE58A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ns2:creationId id="{4383FDB9-AB4D-4725-0AC7-A50A8C670C52}"/>
              </a:ext>
            </a:extLst>
          </p:cNvPr>
          <p:cNvSpPr/>
          <p:nvPr/>
        </p:nvSpPr>
        <p:spPr>
          <a:xfrm>
            <a:off x="334963" y="1628775"/>
            <a:ext cx="5612479" cy="36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ns2:creationId id="{1AFE3B27-98ED-C065-0811-8B8C54CAE015}"/>
              </a:ext>
            </a:extLst>
          </p:cNvPr>
          <p:cNvSpPr/>
          <p:nvPr/>
        </p:nvSpPr>
        <p:spPr>
          <a:xfrm>
            <a:off x="6244558" y="1628775"/>
            <a:ext cx="5612479" cy="36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EBITDA</a:t>
            </a: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ns2:creationId id="{91022CC2-E444-0FCD-FD60-AAAE63811654}"/>
              </a:ext>
            </a:extLst>
          </p:cNvPr>
          <p:cNvSpPr/>
          <p:nvPr/>
        </p:nvSpPr>
        <p:spPr>
          <a:xfrm>
            <a:off x="6244557" y="3980089"/>
            <a:ext cx="5612479" cy="36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ns2:creationId id="{D8D517CC-F436-301E-5E88-C5B5B2E3A7BB}"/>
              </a:ext>
            </a:extLst>
          </p:cNvPr>
          <p:cNvSpPr/>
          <p:nvPr/>
        </p:nvSpPr>
        <p:spPr>
          <a:xfrm>
            <a:off x="334963" y="3980089"/>
            <a:ext cx="5612479" cy="36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ROIC</a:t>
            </a:r>
            <a:endParaRPr kumimoji="1" lang="ja-JP" altLang="en-US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グラフィックス 8" descr="ドキュメント 単色塗りつぶし">
            <a:extLst>
              <a:ext uri="{FF2B5EF4-FFF2-40B4-BE49-F238E27FC236}">
                <ns2:creationId id="{8080D640-6775-FFDF-289F-FB2D33FDC7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2048618" y="1643575"/>
            <a:ext cx="324000" cy="324000"/>
          </a:xfrm>
          <a:prstGeom prst="rect">
            <a:avLst/>
          </a:prstGeom>
        </p:spPr>
      </p:pic>
      <p:pic>
        <p:nvPicPr>
          <p:cNvPr id="10" name="グラフィックス 9" descr="硬貨 単色塗りつぶし">
            <a:extLst>
              <a:ext uri="{FF2B5EF4-FFF2-40B4-BE49-F238E27FC236}">
                <ns2:creationId id="{3E6BDD6C-53F1-206B-1306-EE060D782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7884242" y="1643575"/>
            <a:ext cx="324000" cy="324000"/>
          </a:xfrm>
          <a:prstGeom prst="rect">
            <a:avLst/>
          </a:prstGeom>
        </p:spPr>
      </p:pic>
      <p:pic>
        <p:nvPicPr>
          <p:cNvPr id="11" name="グラフィックス 10" descr="ソーシャル ネットワーク 単色塗りつぶし">
            <a:extLst>
              <a:ext uri="{FF2B5EF4-FFF2-40B4-BE49-F238E27FC236}">
                <ns2:creationId id="{61FCA7A8-B52E-524F-194D-460498B114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8177612" y="3994889"/>
            <a:ext cx="324000" cy="324000"/>
          </a:xfrm>
          <a:prstGeom prst="rect">
            <a:avLst/>
          </a:prstGeom>
        </p:spPr>
      </p:pic>
      <p:pic>
        <p:nvPicPr>
          <p:cNvPr id="12" name="グラフィックス 11" descr="慈善 単色塗りつぶし">
            <a:extLst>
              <a:ext uri="{FF2B5EF4-FFF2-40B4-BE49-F238E27FC236}">
                <ns2:creationId id="{7F2AC29A-DA32-4FBB-6836-895BBE95BD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rcRect/>
          <a:stretch/>
        </p:blipFill>
        <p:spPr>
          <a:xfrm>
            <a:off x="2463908" y="3994889"/>
            <a:ext cx="324000" cy="324000"/>
          </a:xfrm>
          <a:prstGeom prst="rect">
            <a:avLst/>
          </a:prstGeom>
        </p:spPr>
      </p:pic>
      <p:graphicFrame>
        <p:nvGraphicFramePr>
          <p:cNvPr id="20" name="グラフ 19">
            <a:extLst>
              <a:ext uri="{FF2B5EF4-FFF2-40B4-BE49-F238E27FC236}">
                <ns2:creationId id="{0C244644-A4E0-1DA0-DB50-7CF439B4DED5}"/>
              </a:ext>
            </a:extLst>
          </p:cNvPr>
          <p:cNvGraphicFramePr/>
          <p:nvPr/>
        </p:nvGraphicFramePr>
        <p:xfrm>
          <a:off x="6279709" y="2049734"/>
          <a:ext cx="5577327" cy="2014607"/>
        </p:xfrm>
        <a:graphic>
          <a:graphicData uri="http://schemas.openxmlformats.org/drawingml/2006/chart">
            <ns5:chart r:id="rId7"/>
          </a:graphicData>
        </a:graphic>
      </p:graphicFrame>
      <p:graphicFrame>
        <p:nvGraphicFramePr>
          <p:cNvPr id="27" name="グラフ 26">
            <a:extLst>
              <a:ext uri="{FF2B5EF4-FFF2-40B4-BE49-F238E27FC236}">
                <ns2:creationId id="{49C5DF9B-7716-2C8F-81E8-7695A88D6415}"/>
              </a:ext>
            </a:extLst>
          </p:cNvPr>
          <p:cNvGraphicFramePr/>
          <p:nvPr/>
        </p:nvGraphicFramePr>
        <p:xfrm>
          <a:off x="334963" y="4340089"/>
          <a:ext cx="5612479" cy="1965595"/>
        </p:xfrm>
        <a:graphic>
          <a:graphicData uri="http://schemas.openxmlformats.org/drawingml/2006/chart">
            <ns5:chart r:id="rId8"/>
          </a:graphicData>
        </a:graphic>
      </p:graphicFrame>
      <p:graphicFrame>
        <p:nvGraphicFramePr>
          <p:cNvPr id="28" name="グラフ 27">
            <a:extLst>
              <a:ext uri="{FF2B5EF4-FFF2-40B4-BE49-F238E27FC236}">
                <ns2:creationId id="{32A53FA5-5641-7532-FD17-8FA44CCA22E2}"/>
              </a:ext>
            </a:extLst>
          </p:cNvPr>
          <p:cNvGraphicFramePr/>
          <p:nvPr/>
        </p:nvGraphicFramePr>
        <p:xfrm>
          <a:off x="6244557" y="4340089"/>
          <a:ext cx="5612479" cy="1965595"/>
        </p:xfrm>
        <a:graphic>
          <a:graphicData uri="http://schemas.openxmlformats.org/drawingml/2006/chart">
            <ns5:chart r:id="rId9"/>
          </a:graphicData>
        </a:graphic>
      </p:graphicFrame>
      <p:sp>
        <p:nvSpPr>
          <p:cNvPr id="76" name="テキスト ボックス 75">
            <a:extLst>
              <a:ext uri="{FF2B5EF4-FFF2-40B4-BE49-F238E27FC236}">
                <ns2:creationId id="{02EB78BF-15C6-AE94-B0D3-32D1F77ECF68}"/>
              </a:ext>
            </a:extLst>
          </p:cNvPr>
          <p:cNvSpPr txBox="1"/>
          <p:nvPr/>
        </p:nvSpPr>
        <p:spPr>
          <a:xfrm>
            <a:off x="6294271" y="1988775"/>
            <a:ext cx="504000" cy="246221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pPr algn="r"/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ja-JP" alt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  <a:endParaRPr kumimoji="1" lang="ja-JP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ns2:creationId id="{AB7003B1-1E0E-7D4C-9C50-A212778FA383}"/>
              </a:ext>
            </a:extLst>
          </p:cNvPr>
          <p:cNvSpPr txBox="1"/>
          <p:nvPr/>
        </p:nvSpPr>
        <p:spPr>
          <a:xfrm>
            <a:off x="5476465" y="4467588"/>
            <a:ext cx="413023" cy="246221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r"/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ja-JP" alt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  <a:endParaRPr kumimoji="1" lang="ja-JP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25" name="グラフ 24">
            <a:extLst>
              <a:ext uri="{FF2B5EF4-FFF2-40B4-BE49-F238E27FC236}">
                <ns2:creationId id="{6CF2F41C-9F54-EA63-9776-64B77086D38C}"/>
              </a:ext>
            </a:extLst>
          </p:cNvPr>
          <p:cNvGraphicFramePr/>
          <p:nvPr/>
        </p:nvGraphicFramePr>
        <p:xfrm>
          <a:off x="816864" y="2049734"/>
          <a:ext cx="5028256" cy="1721247"/>
        </p:xfrm>
        <a:graphic>
          <a:graphicData uri="http://schemas.openxmlformats.org/drawingml/2006/chart">
            <ns5:chart r:id="rId10"/>
          </a:graphicData>
        </a:graphic>
      </p:graphicFrame>
      <p:sp>
        <p:nvSpPr>
          <p:cNvPr id="26" name="テキスト ボックス 25">
            <a:extLst>
              <a:ext uri="{FF2B5EF4-FFF2-40B4-BE49-F238E27FC236}">
                <ns2:creationId id="{F13E3BE7-5C18-703A-2730-6041496F2231}"/>
              </a:ext>
            </a:extLst>
          </p:cNvPr>
          <p:cNvSpPr txBox="1"/>
          <p:nvPr/>
        </p:nvSpPr>
        <p:spPr>
          <a:xfrm>
            <a:off x="3779520" y="1988775"/>
            <a:ext cx="2167922" cy="170225"/>
          </a:xfrm>
          <a:prstGeom prst="rect">
            <a:avLst/>
          </a:prstGeom>
          <a:noFill/>
        </p:spPr>
        <p:txBody>
          <a:bodyPr wrap="square" lIns="72000" rIns="36000" rtlCol="0" anchor="ctr">
            <a:noAutofit/>
          </a:bodyPr>
          <a:lstStyle/>
          <a:p>
            <a:pPr algn="r"/>
            <a:r>
              <a:rPr lang="en-US" altLang="ja-JP" sz="1000" dirty="0"/>
              <a:t>※</a:t>
            </a: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41" name="テキスト ボックス 40">
            <a:extLst>
              <a:ext uri="{FF2B5EF4-FFF2-40B4-BE49-F238E27FC236}">
                <ns2:creationId id="{054CBFF7-5A0D-4812-D40F-17918C75A9AB}"/>
              </a:ext>
            </a:extLst>
          </p:cNvPr>
          <p:cNvSpPr txBox="1"/>
          <p:nvPr/>
        </p:nvSpPr>
        <p:spPr>
          <a:xfrm>
            <a:off x="2922762" y="3694636"/>
            <a:ext cx="1029478" cy="20101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ns2:creationId id="{80747F7D-EEFC-D908-6936-FD92D849A7C9}"/>
              </a:ext>
            </a:extLst>
          </p:cNvPr>
          <p:cNvSpPr txBox="1"/>
          <p:nvPr/>
        </p:nvSpPr>
        <p:spPr>
          <a:xfrm>
            <a:off x="5226345" y="3518981"/>
            <a:ext cx="612000" cy="2520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algn="ctr"/>
            <a:r>
              <a:rPr kumimoji="1"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ROIC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ns2:creationId id="{9DAA4253-95AB-02E5-9AB1-14E7D3A7B21D}"/>
              </a:ext>
            </a:extLst>
          </p:cNvPr>
          <p:cNvSpPr txBox="1"/>
          <p:nvPr/>
        </p:nvSpPr>
        <p:spPr>
          <a:xfrm>
            <a:off x="334963" y="2702892"/>
            <a:ext cx="726757" cy="207465"/>
          </a:xfrm>
          <a:prstGeom prst="rect">
            <a:avLst/>
          </a:prstGeom>
          <a:noFill/>
        </p:spPr>
        <p:txBody>
          <a:bodyPr wrap="square" lIns="36000" rIns="36000" rtlCol="0" anchor="ctr">
            <a:noAutofit/>
          </a:bodyPr>
          <a:lstStyle/>
          <a:p>
            <a:pPr algn="r"/>
            <a:r>
              <a:rPr kumimoji="1"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  <a:r>
              <a:rPr kumimoji="1" lang="ja-JP" alt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ns2:creationId id="{378F706F-E874-AEDD-212D-6DF1D6EED116}"/>
              </a:ext>
            </a:extLst>
          </p:cNvPr>
          <p:cNvSpPr txBox="1"/>
          <p:nvPr/>
        </p:nvSpPr>
        <p:spPr>
          <a:xfrm>
            <a:off x="334962" y="2099481"/>
            <a:ext cx="1122997" cy="360000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noAutofit/>
          </a:bodyPr>
          <a:lstStyle/>
          <a:p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  <a:b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ja-JP" alt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ns6:creationId val="3750235536"/>
      </p:ext>
    </p:extLst>
  </p:cSld>
  <p:clrMapOvr>
    <a:masterClrMapping/>
  </p:clrMapOvr>
</p:sld>
</file>

<file path=ppt/slides/slide81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C329013-FF2A-0F64-9718-60D0E9992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BI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2C943B3-46A0-4DBA-8634-11FF6259AA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</p:txBody>
      </p:sp>
      <p:grpSp>
        <p:nvGrpSpPr>
          <p:cNvPr id="12" name="グループ化 11">
            <a:extLst>
              <a:ext uri="{FF2B5EF4-FFF2-40B4-BE49-F238E27FC236}">
                <ns2:creationId id="{6D7BD1BF-5762-1AEA-7486-EE3DAC139FFB}"/>
              </a:ext>
            </a:extLst>
          </p:cNvPr>
          <p:cNvGrpSpPr/>
          <p:nvPr/>
        </p:nvGrpSpPr>
        <p:grpSpPr>
          <a:xfrm>
            <a:off x="6158486" y="1634926"/>
            <a:ext cx="5612479" cy="2325595"/>
            <a:chOff x="6158486" y="3980089"/>
            <a:chExt cx="5612479" cy="2325595"/>
          </a:xfrm>
        </p:grpSpPr>
        <p:sp>
          <p:nvSpPr>
            <p:cNvPr id="28" name="四角形: 角を丸くする 27">
              <a:extLst>
                <a:ext uri="{FF2B5EF4-FFF2-40B4-BE49-F238E27FC236}">
                  <ns2:creationId id="{A1BCCA90-F5B4-163F-5580-F81DF9F7FD1E}"/>
                </a:ext>
              </a:extLst>
            </p:cNvPr>
            <p:cNvSpPr/>
            <p:nvPr/>
          </p:nvSpPr>
          <p:spPr>
            <a:xfrm>
              <a:off x="6158486" y="3980089"/>
              <a:ext cx="5612479" cy="36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0" name="グラフィックス 29" descr="ソーシャル ネットワーク 単色塗りつぶし">
              <a:extLst>
                <a:ext uri="{FF2B5EF4-FFF2-40B4-BE49-F238E27FC236}">
                  <ns2:creationId id="{41099510-6679-7BE7-53F7-449846789E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7801080" y="3994889"/>
              <a:ext cx="324000" cy="324000"/>
            </a:xfrm>
            <a:prstGeom prst="rect">
              <a:avLst/>
            </a:prstGeom>
          </p:spPr>
        </p:pic>
        <p:graphicFrame>
          <p:nvGraphicFramePr>
            <p:cNvPr id="32" name="グラフ 31">
              <a:extLst>
                <a:ext uri="{FF2B5EF4-FFF2-40B4-BE49-F238E27FC236}">
                  <ns2:creationId id="{4831CE5E-37EE-6CE0-7085-D974371E5F99}"/>
                </a:ext>
              </a:extLst>
            </p:cNvPr>
            <p:cNvGraphicFramePr/>
            <p:nvPr/>
          </p:nvGraphicFramePr>
          <p:xfrm>
            <a:off x="6158486" y="4340089"/>
            <a:ext cx="5612479" cy="1965595"/>
          </p:xfrm>
          <a:graphic>
            <a:graphicData uri="http://schemas.openxmlformats.org/drawingml/2006/chart">
              <ns5:chart r:id="rId3"/>
            </a:graphicData>
          </a:graphic>
        </p:graphicFrame>
      </p:grpSp>
      <p:graphicFrame>
        <p:nvGraphicFramePr>
          <p:cNvPr id="8" name="グラフ 7">
            <a:extLst>
              <a:ext uri="{FF2B5EF4-FFF2-40B4-BE49-F238E27FC236}">
                <ns2:creationId id="{8E0F732D-34F5-8190-4DE5-50BF2737ED6E}"/>
              </a:ext>
            </a:extLst>
          </p:cNvPr>
          <p:cNvGraphicFramePr>
            <a:graphicFrameLocks/>
          </p:cNvGraphicFramePr>
          <p:nvPr/>
        </p:nvGraphicFramePr>
        <p:xfrm>
          <a:off x="435426" y="2111885"/>
          <a:ext cx="5612479" cy="1847004"/>
        </p:xfrm>
        <a:graphic>
          <a:graphicData uri="http://schemas.openxmlformats.org/drawingml/2006/chart">
            <ns5:chart r:id="rId4"/>
          </a:graphicData>
        </a:graphic>
      </p:graphicFrame>
      <p:sp>
        <p:nvSpPr>
          <p:cNvPr id="9" name="四角形: 角を丸くする 8">
            <a:extLst>
              <a:ext uri="{FF2B5EF4-FFF2-40B4-BE49-F238E27FC236}">
                <ns2:creationId id="{81326920-1D75-ADDE-B888-31A6F6F8CC5A}"/>
              </a:ext>
            </a:extLst>
          </p:cNvPr>
          <p:cNvSpPr/>
          <p:nvPr/>
        </p:nvSpPr>
        <p:spPr>
          <a:xfrm>
            <a:off x="435427" y="1628775"/>
            <a:ext cx="5612479" cy="3300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0" name="グラフィックス 9" descr="硬貨 単色塗りつぶし">
            <a:extLst>
              <a:ext uri="{FF2B5EF4-FFF2-40B4-BE49-F238E27FC236}">
                <ns2:creationId id="{62D5A9D0-10DA-51B0-C37D-DFACD08C77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1429650" y="1643575"/>
            <a:ext cx="324000" cy="297045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ns2:creationId id="{FEA9BB96-B8B5-B35B-5733-5450DC9264B0}"/>
              </a:ext>
            </a:extLst>
          </p:cNvPr>
          <p:cNvSpPr txBox="1"/>
          <p:nvPr/>
        </p:nvSpPr>
        <p:spPr>
          <a:xfrm>
            <a:off x="485140" y="1988775"/>
            <a:ext cx="504000" cy="225737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pPr algn="r"/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ja-JP" alt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XX</a:t>
            </a:r>
            <a:r>
              <a:rPr lang="en-US" altLang="ja-JP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  <a:endParaRPr kumimoji="1" lang="ja-JP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ns2:creationId id="{8A82F6E2-6692-5853-6C3B-E764A60DC80E}"/>
              </a:ext>
            </a:extLst>
          </p:cNvPr>
          <p:cNvSpPr/>
          <p:nvPr/>
        </p:nvSpPr>
        <p:spPr>
          <a:xfrm>
            <a:off x="6158486" y="3980089"/>
            <a:ext cx="5612479" cy="36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4" name="グラフィックス 13" descr="ソーシャル ネットワーク 単色塗りつぶし">
            <a:extLst>
              <a:ext uri="{FF2B5EF4-FFF2-40B4-BE49-F238E27FC236}">
                <ns2:creationId id="{95A4EA42-7EE0-1571-F5FF-8E541D2776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8091541" y="3994889"/>
            <a:ext cx="324000" cy="324000"/>
          </a:xfrm>
          <a:prstGeom prst="rect">
            <a:avLst/>
          </a:prstGeom>
        </p:spPr>
      </p:pic>
      <p:graphicFrame>
        <p:nvGraphicFramePr>
          <p:cNvPr id="15" name="グラフ 14">
            <a:extLst>
              <a:ext uri="{FF2B5EF4-FFF2-40B4-BE49-F238E27FC236}">
                <ns2:creationId id="{2A83400F-16AD-3507-B8E3-7BC7671D4B87}"/>
              </a:ext>
            </a:extLst>
          </p:cNvPr>
          <p:cNvGraphicFramePr/>
          <p:nvPr/>
        </p:nvGraphicFramePr>
        <p:xfrm>
          <a:off x="6158486" y="4340089"/>
          <a:ext cx="5612479" cy="1965595"/>
        </p:xfrm>
        <a:graphic>
          <a:graphicData uri="http://schemas.openxmlformats.org/drawingml/2006/chart">
            <ns5:chart r:id="rId6"/>
          </a:graphicData>
        </a:graphic>
      </p:graphicFrame>
      <p:grpSp>
        <p:nvGrpSpPr>
          <p:cNvPr id="16" name="グループ化 15">
            <a:extLst>
              <a:ext uri="{FF2B5EF4-FFF2-40B4-BE49-F238E27FC236}">
                <ns2:creationId id="{B88BB9FC-A6DC-D013-9CC4-099A8C24AFC0}"/>
              </a:ext>
            </a:extLst>
          </p:cNvPr>
          <p:cNvGrpSpPr/>
          <p:nvPr/>
        </p:nvGrpSpPr>
        <p:grpSpPr>
          <a:xfrm>
            <a:off x="436464" y="3994889"/>
            <a:ext cx="5612479" cy="2325595"/>
            <a:chOff x="6158486" y="3980089"/>
            <a:chExt cx="5612479" cy="2325595"/>
          </a:xfrm>
        </p:grpSpPr>
        <p:sp>
          <p:nvSpPr>
            <p:cNvPr id="17" name="四角形: 角を丸くする 16">
              <a:extLst>
                <a:ext uri="{FF2B5EF4-FFF2-40B4-BE49-F238E27FC236}">
                  <ns2:creationId id="{82B16BDF-0E96-A022-EA04-3B1074E5D7E4}"/>
                </a:ext>
              </a:extLst>
            </p:cNvPr>
            <p:cNvSpPr/>
            <p:nvPr/>
          </p:nvSpPr>
          <p:spPr>
            <a:xfrm>
              <a:off x="6158486" y="3980089"/>
              <a:ext cx="5612479" cy="36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8" name="グラフィックス 17" descr="ソーシャル ネットワーク 単色塗りつぶし">
              <a:extLst>
                <a:ext uri="{FF2B5EF4-FFF2-40B4-BE49-F238E27FC236}">
                  <ns2:creationId id="{C41821E1-FA71-803F-6279-CF65F3030D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7801080" y="3994889"/>
              <a:ext cx="324000" cy="324000"/>
            </a:xfrm>
            <a:prstGeom prst="rect">
              <a:avLst/>
            </a:prstGeom>
          </p:spPr>
        </p:pic>
        <p:graphicFrame>
          <p:nvGraphicFramePr>
            <p:cNvPr id="19" name="グラフ 18">
              <a:extLst>
                <a:ext uri="{FF2B5EF4-FFF2-40B4-BE49-F238E27FC236}">
                  <ns2:creationId id="{C68765FF-82AD-F7B2-0926-D040685728ED}"/>
                </a:ext>
              </a:extLst>
            </p:cNvPr>
            <p:cNvGraphicFramePr/>
            <p:nvPr/>
          </p:nvGraphicFramePr>
          <p:xfrm>
            <a:off x="6158486" y="4340089"/>
            <a:ext cx="5612479" cy="1965595"/>
          </p:xfrm>
          <a:graphic>
            <a:graphicData uri="http://schemas.openxmlformats.org/drawingml/2006/chart">
              <ns5:chart r:id="rId7"/>
            </a:graphicData>
          </a:graphic>
        </p:graphicFrame>
      </p:grpSp>
      <p:sp>
        <p:nvSpPr>
          <p:cNvPr id="20" name="テキスト ボックス 19">
            <a:extLst>
              <a:ext uri="{FF2B5EF4-FFF2-40B4-BE49-F238E27FC236}">
                <ns2:creationId id="{6D3775D2-E081-E4DA-60E5-6E0B5B2BF94A}"/>
              </a:ext>
            </a:extLst>
          </p:cNvPr>
          <p:cNvSpPr txBox="1"/>
          <p:nvPr/>
        </p:nvSpPr>
        <p:spPr>
          <a:xfrm>
            <a:off x="8745967" y="6404074"/>
            <a:ext cx="24419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/>
              <a:t>※</a:t>
            </a:r>
            <a:r>
              <a:rPr kumimoji="1" lang="ja-JP" altLang="en-US" sz="1100" dirty="0"/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F7AC061F-C351-D1E3-1F69-F973F7FFEC2E}"/>
              </a:ext>
            </a:extLst>
          </p:cNvPr>
          <p:cNvSpPr/>
          <p:nvPr/>
        </p:nvSpPr>
        <p:spPr>
          <a:xfrm>
            <a:off x="7858230" y="123148"/>
            <a:ext cx="2538663" cy="7284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</p:spTree>
    <p:extLst>
      <p:ext uri="{BB962C8B-B14F-4D97-AF65-F5344CB8AC3E}">
        <ns6:creationId val="2938068304"/>
      </p:ext>
    </p:extLst>
  </p:cSld>
  <p:clrMapOvr>
    <a:masterClrMapping/>
  </p:clrMapOvr>
</p:sld>
</file>

<file path=ppt/slides/slide8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B22F6A5-63F6-2EB3-6017-94FB96566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cxnSp>
        <p:nvCxnSpPr>
          <p:cNvPr id="32" name="直線コネクタ 31">
            <a:extLst>
              <a:ext uri="{FF2B5EF4-FFF2-40B4-BE49-F238E27FC236}">
                <ns2:creationId id="{4EEE23A8-0BF8-3401-D63B-9C5AF8966C86}"/>
              </a:ext>
            </a:extLst>
          </p:cNvPr>
          <p:cNvCxnSpPr>
            <a:cxnSpLocks/>
          </p:cNvCxnSpPr>
          <p:nvPr/>
        </p:nvCxnSpPr>
        <p:spPr>
          <a:xfrm>
            <a:off x="2627979" y="1882839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>
            <a:extLst>
              <a:ext uri="{FF2B5EF4-FFF2-40B4-BE49-F238E27FC236}">
                <ns2:creationId id="{F319394B-8E8F-17B6-4C31-C6EDC611EB13}"/>
              </a:ext>
            </a:extLst>
          </p:cNvPr>
          <p:cNvCxnSpPr>
            <a:cxnSpLocks/>
          </p:cNvCxnSpPr>
          <p:nvPr/>
        </p:nvCxnSpPr>
        <p:spPr>
          <a:xfrm>
            <a:off x="2627979" y="3685645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正方形/長方形 10">
            <a:extLst>
              <a:ext uri="{FF2B5EF4-FFF2-40B4-BE49-F238E27FC236}">
                <ns2:creationId id="{5F8F5383-1C42-5827-BE69-C854C4240554}"/>
              </a:ext>
            </a:extLst>
          </p:cNvPr>
          <p:cNvSpPr/>
          <p:nvPr/>
        </p:nvSpPr>
        <p:spPr>
          <a:xfrm>
            <a:off x="1645211" y="1934418"/>
            <a:ext cx="921751" cy="168899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82BFFFE0-725C-CF8A-27F1-FA2A9598B914}"/>
              </a:ext>
            </a:extLst>
          </p:cNvPr>
          <p:cNvSpPr/>
          <p:nvPr/>
        </p:nvSpPr>
        <p:spPr>
          <a:xfrm>
            <a:off x="1645211" y="3728400"/>
            <a:ext cx="921751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996F150A-4D21-8291-45A4-2751C83E4F2B}"/>
              </a:ext>
            </a:extLst>
          </p:cNvPr>
          <p:cNvSpPr/>
          <p:nvPr/>
        </p:nvSpPr>
        <p:spPr>
          <a:xfrm>
            <a:off x="1645211" y="4625389"/>
            <a:ext cx="921751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6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4C122D9E-29DA-E98F-BDC0-41C8822DE05B}"/>
              </a:ext>
            </a:extLst>
          </p:cNvPr>
          <p:cNvSpPr/>
          <p:nvPr/>
        </p:nvSpPr>
        <p:spPr>
          <a:xfrm>
            <a:off x="1645211" y="5522380"/>
            <a:ext cx="921751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5" name="グループ化 24">
            <a:extLst>
              <a:ext uri="{FF2B5EF4-FFF2-40B4-BE49-F238E27FC236}">
                <ns2:creationId id="{D47DFB94-C209-3AA4-CE85-68FAE34E56CA}"/>
              </a:ext>
            </a:extLst>
          </p:cNvPr>
          <p:cNvGrpSpPr/>
          <p:nvPr/>
        </p:nvGrpSpPr>
        <p:grpSpPr>
          <a:xfrm>
            <a:off x="334962" y="1934417"/>
            <a:ext cx="1229001" cy="4379962"/>
            <a:chOff x="334962" y="1934417"/>
            <a:chExt cx="1229001" cy="4379962"/>
          </a:xfrm>
        </p:grpSpPr>
        <p:sp>
          <p:nvSpPr>
            <p:cNvPr id="30" name="正方形/長方形 29">
              <a:extLst>
                <a:ext uri="{FF2B5EF4-FFF2-40B4-BE49-F238E27FC236}">
                  <ns2:creationId id="{DD3A1434-C292-50B1-F015-CA4B5ECA6807}"/>
                </a:ext>
              </a:extLst>
            </p:cNvPr>
            <p:cNvSpPr/>
            <p:nvPr/>
          </p:nvSpPr>
          <p:spPr>
            <a:xfrm>
              <a:off x="334962" y="1934417"/>
              <a:ext cx="1229001" cy="4379962"/>
            </a:xfrm>
            <a:prstGeom prst="rect">
              <a:avLst/>
            </a:prstGeom>
            <a:solidFill>
              <a:srgbClr val="008000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" tIns="57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</a:p>
            <a:p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pic>
          <p:nvPicPr>
            <p:cNvPr id="65" name="グラフィックス 64" descr="時計 単色塗りつぶし">
              <a:extLst>
                <a:ext uri="{FF2B5EF4-FFF2-40B4-BE49-F238E27FC236}">
                  <ns2:creationId id="{D2DA8457-4D84-65A6-2734-1FAF0996A0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51462" y="3494785"/>
              <a:ext cx="396000" cy="396000"/>
            </a:xfrm>
            <a:prstGeom prst="rect">
              <a:avLst/>
            </a:prstGeom>
          </p:spPr>
        </p:pic>
      </p:grpSp>
      <p:sp>
        <p:nvSpPr>
          <p:cNvPr id="43" name="三角形 60">
            <a:extLst>
              <a:ext uri="{FF2B5EF4-FFF2-40B4-BE49-F238E27FC236}">
                <ns2:creationId id="{43BC8E08-BD71-FE41-D9C4-3DE55F15D596}"/>
              </a:ext>
            </a:extLst>
          </p:cNvPr>
          <p:cNvSpPr/>
          <p:nvPr/>
        </p:nvSpPr>
        <p:spPr>
          <a:xfrm rot="5400000">
            <a:off x="3978923" y="134343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ns2:creationId id="{1FC56539-2D4D-7EF0-880A-B2D7CFCE3701}"/>
              </a:ext>
            </a:extLst>
          </p:cNvPr>
          <p:cNvSpPr/>
          <p:nvPr/>
        </p:nvSpPr>
        <p:spPr>
          <a:xfrm>
            <a:off x="2627980" y="103742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ns2:creationId id="{EF74B08C-524F-FE0A-C1B5-1B7B4BD18A01}"/>
              </a:ext>
            </a:extLst>
          </p:cNvPr>
          <p:cNvSpPr/>
          <p:nvPr/>
        </p:nvSpPr>
        <p:spPr>
          <a:xfrm>
            <a:off x="4369739" y="105542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三角形 60">
            <a:extLst>
              <a:ext uri="{FF2B5EF4-FFF2-40B4-BE49-F238E27FC236}">
                <ns2:creationId id="{1F0008C5-51FE-2FC8-3251-C03DE501ED2C}"/>
              </a:ext>
            </a:extLst>
          </p:cNvPr>
          <p:cNvSpPr/>
          <p:nvPr/>
        </p:nvSpPr>
        <p:spPr>
          <a:xfrm rot="5400000">
            <a:off x="3978923" y="224042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45" name="四角形: 角を丸くする 44">
            <a:extLst>
              <a:ext uri="{FF2B5EF4-FFF2-40B4-BE49-F238E27FC236}">
                <ns2:creationId id="{09C0DB85-EE26-6D7A-0E4C-3AA4773ADC7E}"/>
              </a:ext>
            </a:extLst>
          </p:cNvPr>
          <p:cNvSpPr/>
          <p:nvPr/>
        </p:nvSpPr>
        <p:spPr>
          <a:xfrm>
            <a:off x="2627980" y="193441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四角形: 角を丸くする 45">
            <a:extLst>
              <a:ext uri="{FF2B5EF4-FFF2-40B4-BE49-F238E27FC236}">
                <ns2:creationId id="{892876A7-CCAC-2998-6C96-781BE07D8388}"/>
              </a:ext>
            </a:extLst>
          </p:cNvPr>
          <p:cNvSpPr/>
          <p:nvPr/>
        </p:nvSpPr>
        <p:spPr>
          <a:xfrm>
            <a:off x="4369739" y="195241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三角形 60">
            <a:extLst>
              <a:ext uri="{FF2B5EF4-FFF2-40B4-BE49-F238E27FC236}">
                <ns2:creationId id="{1F685667-9C54-AA32-F86B-DD23E07AE3D3}"/>
              </a:ext>
            </a:extLst>
          </p:cNvPr>
          <p:cNvSpPr/>
          <p:nvPr/>
        </p:nvSpPr>
        <p:spPr>
          <a:xfrm rot="5400000">
            <a:off x="3978923" y="313741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ns2:creationId id="{E4816B2B-E089-0745-0EAC-3BA941485FE5}"/>
              </a:ext>
            </a:extLst>
          </p:cNvPr>
          <p:cNvSpPr/>
          <p:nvPr/>
        </p:nvSpPr>
        <p:spPr>
          <a:xfrm>
            <a:off x="2627980" y="283140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ns2:creationId id="{980640D3-FD75-22AE-E332-8070DDB39524}"/>
              </a:ext>
            </a:extLst>
          </p:cNvPr>
          <p:cNvSpPr/>
          <p:nvPr/>
        </p:nvSpPr>
        <p:spPr>
          <a:xfrm>
            <a:off x="4369739" y="284940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5" name="三角形 60">
            <a:extLst>
              <a:ext uri="{FF2B5EF4-FFF2-40B4-BE49-F238E27FC236}">
                <ns2:creationId id="{1904A152-BE5B-2163-7FE1-217A0DEA8CA6}"/>
              </a:ext>
            </a:extLst>
          </p:cNvPr>
          <p:cNvSpPr/>
          <p:nvPr/>
        </p:nvSpPr>
        <p:spPr>
          <a:xfrm rot="5400000">
            <a:off x="8633217" y="134343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3" name="四角形: 角を丸くする 52">
            <a:extLst>
              <a:ext uri="{FF2B5EF4-FFF2-40B4-BE49-F238E27FC236}">
                <ns2:creationId id="{DAF7E72A-5068-2DC3-E7DE-2B4312B7AAF6}"/>
              </a:ext>
            </a:extLst>
          </p:cNvPr>
          <p:cNvSpPr/>
          <p:nvPr/>
        </p:nvSpPr>
        <p:spPr>
          <a:xfrm>
            <a:off x="7282274" y="103742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b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四角形: 角を丸くする 53">
            <a:extLst>
              <a:ext uri="{FF2B5EF4-FFF2-40B4-BE49-F238E27FC236}">
                <ns2:creationId id="{61B8FC8C-BDC4-B664-B8E2-3D34FE4832AB}"/>
              </a:ext>
            </a:extLst>
          </p:cNvPr>
          <p:cNvSpPr/>
          <p:nvPr/>
        </p:nvSpPr>
        <p:spPr>
          <a:xfrm>
            <a:off x="9023855" y="105542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8" name="三角形 60">
            <a:extLst>
              <a:ext uri="{FF2B5EF4-FFF2-40B4-BE49-F238E27FC236}">
                <ns2:creationId id="{6F750ED6-FEA7-2B6A-9C7D-2D05FFB144A9}"/>
              </a:ext>
            </a:extLst>
          </p:cNvPr>
          <p:cNvSpPr/>
          <p:nvPr/>
        </p:nvSpPr>
        <p:spPr>
          <a:xfrm rot="5400000">
            <a:off x="8633217" y="2240421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ns2:creationId id="{1C9F31F1-1F77-1DFB-3AD0-039ECFFC0A67}"/>
              </a:ext>
            </a:extLst>
          </p:cNvPr>
          <p:cNvSpPr/>
          <p:nvPr/>
        </p:nvSpPr>
        <p:spPr>
          <a:xfrm>
            <a:off x="7282274" y="193441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br>
              <a:rPr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44CE7FA8-1B14-FE85-3F91-6398F187912D}"/>
              </a:ext>
            </a:extLst>
          </p:cNvPr>
          <p:cNvSpPr/>
          <p:nvPr/>
        </p:nvSpPr>
        <p:spPr>
          <a:xfrm>
            <a:off x="9023855" y="195241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三角形 60">
            <a:extLst>
              <a:ext uri="{FF2B5EF4-FFF2-40B4-BE49-F238E27FC236}">
                <ns2:creationId id="{9E9C25FC-3262-3C87-E821-7CD76E371057}"/>
              </a:ext>
            </a:extLst>
          </p:cNvPr>
          <p:cNvSpPr/>
          <p:nvPr/>
        </p:nvSpPr>
        <p:spPr>
          <a:xfrm rot="5400000">
            <a:off x="8633218" y="313741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59" name="四角形: 角を丸くする 58">
            <a:extLst>
              <a:ext uri="{FF2B5EF4-FFF2-40B4-BE49-F238E27FC236}">
                <ns2:creationId id="{7817EA5E-3A39-5AB8-9F7D-9E28FA5A8341}"/>
              </a:ext>
            </a:extLst>
          </p:cNvPr>
          <p:cNvSpPr/>
          <p:nvPr/>
        </p:nvSpPr>
        <p:spPr>
          <a:xfrm>
            <a:off x="7282274" y="283140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0" name="四角形: 角を丸くする 59">
            <a:extLst>
              <a:ext uri="{FF2B5EF4-FFF2-40B4-BE49-F238E27FC236}">
                <ns2:creationId id="{D59BAA87-D9C6-AD34-DC56-8662E30F076B}"/>
              </a:ext>
            </a:extLst>
          </p:cNvPr>
          <p:cNvSpPr/>
          <p:nvPr/>
        </p:nvSpPr>
        <p:spPr>
          <a:xfrm>
            <a:off x="9023855" y="284940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8" name="三角形 60">
            <a:extLst>
              <a:ext uri="{FF2B5EF4-FFF2-40B4-BE49-F238E27FC236}">
                <ns2:creationId id="{961CEDA8-00E2-9D2E-01AA-51898FEE2296}"/>
              </a:ext>
            </a:extLst>
          </p:cNvPr>
          <p:cNvSpPr/>
          <p:nvPr/>
        </p:nvSpPr>
        <p:spPr>
          <a:xfrm rot="5400000">
            <a:off x="3978923" y="4034401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66" name="四角形: 角を丸くする 65">
            <a:extLst>
              <a:ext uri="{FF2B5EF4-FFF2-40B4-BE49-F238E27FC236}">
                <ns2:creationId id="{E490AEAE-5AFD-E809-DA42-116C8458EAFC}"/>
              </a:ext>
            </a:extLst>
          </p:cNvPr>
          <p:cNvSpPr/>
          <p:nvPr/>
        </p:nvSpPr>
        <p:spPr>
          <a:xfrm>
            <a:off x="2627980" y="372839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7" name="四角形: 角を丸くする 66">
            <a:extLst>
              <a:ext uri="{FF2B5EF4-FFF2-40B4-BE49-F238E27FC236}">
                <ns2:creationId id="{574C6C08-E5C0-E70C-4B3F-7FD9EFE0A419}"/>
              </a:ext>
            </a:extLst>
          </p:cNvPr>
          <p:cNvSpPr/>
          <p:nvPr/>
        </p:nvSpPr>
        <p:spPr>
          <a:xfrm>
            <a:off x="4369739" y="374639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1" name="三角形 60">
            <a:extLst>
              <a:ext uri="{FF2B5EF4-FFF2-40B4-BE49-F238E27FC236}">
                <ns2:creationId id="{C92F495A-5E24-7DEA-96FA-CAB8C8EC929F}"/>
              </a:ext>
            </a:extLst>
          </p:cNvPr>
          <p:cNvSpPr/>
          <p:nvPr/>
        </p:nvSpPr>
        <p:spPr>
          <a:xfrm rot="5400000">
            <a:off x="8633217" y="403440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69" name="四角形: 角を丸くする 68">
            <a:extLst>
              <a:ext uri="{FF2B5EF4-FFF2-40B4-BE49-F238E27FC236}">
                <ns2:creationId id="{DA7254A7-910A-5AD3-35BE-D079CC32F5DE}"/>
              </a:ext>
            </a:extLst>
          </p:cNvPr>
          <p:cNvSpPr/>
          <p:nvPr/>
        </p:nvSpPr>
        <p:spPr>
          <a:xfrm>
            <a:off x="7282274" y="372839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0" name="四角形: 角を丸くする 69">
            <a:extLst>
              <a:ext uri="{FF2B5EF4-FFF2-40B4-BE49-F238E27FC236}">
                <ns2:creationId id="{E12C0B9A-2F23-D92B-F6BE-C7CB30EAE40E}"/>
              </a:ext>
            </a:extLst>
          </p:cNvPr>
          <p:cNvSpPr/>
          <p:nvPr/>
        </p:nvSpPr>
        <p:spPr>
          <a:xfrm>
            <a:off x="9023855" y="374639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4" name="三角形 60">
            <a:extLst>
              <a:ext uri="{FF2B5EF4-FFF2-40B4-BE49-F238E27FC236}">
                <ns2:creationId id="{10DD1E77-E546-D768-3663-139FC8FDFAE4}"/>
              </a:ext>
            </a:extLst>
          </p:cNvPr>
          <p:cNvSpPr/>
          <p:nvPr/>
        </p:nvSpPr>
        <p:spPr>
          <a:xfrm rot="5400000">
            <a:off x="3978923" y="493139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72" name="四角形: 角を丸くする 71">
            <a:extLst>
              <a:ext uri="{FF2B5EF4-FFF2-40B4-BE49-F238E27FC236}">
                <ns2:creationId id="{F56DB6B6-5B2D-6F53-B31C-4418B76768B3}"/>
              </a:ext>
            </a:extLst>
          </p:cNvPr>
          <p:cNvSpPr/>
          <p:nvPr/>
        </p:nvSpPr>
        <p:spPr>
          <a:xfrm>
            <a:off x="2627980" y="462538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3" name="四角形: 角を丸くする 72">
            <a:extLst>
              <a:ext uri="{FF2B5EF4-FFF2-40B4-BE49-F238E27FC236}">
                <ns2:creationId id="{E7DFFBB2-8A39-D971-E190-E65242E4978B}"/>
              </a:ext>
            </a:extLst>
          </p:cNvPr>
          <p:cNvSpPr/>
          <p:nvPr/>
        </p:nvSpPr>
        <p:spPr>
          <a:xfrm>
            <a:off x="4369739" y="4643389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三角形 60">
            <a:extLst>
              <a:ext uri="{FF2B5EF4-FFF2-40B4-BE49-F238E27FC236}">
                <ns2:creationId id="{3CDCE271-730C-3016-06E2-8B7C27241664}"/>
              </a:ext>
            </a:extLst>
          </p:cNvPr>
          <p:cNvSpPr/>
          <p:nvPr/>
        </p:nvSpPr>
        <p:spPr>
          <a:xfrm rot="5400000">
            <a:off x="8633218" y="4931390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75" name="四角形: 角を丸くする 74">
            <a:extLst>
              <a:ext uri="{FF2B5EF4-FFF2-40B4-BE49-F238E27FC236}">
                <ns2:creationId id="{27D56A0A-3D3F-CF64-4D62-4CA789EB3A72}"/>
              </a:ext>
            </a:extLst>
          </p:cNvPr>
          <p:cNvSpPr/>
          <p:nvPr/>
        </p:nvSpPr>
        <p:spPr>
          <a:xfrm>
            <a:off x="7282274" y="4625389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ns2:creationId id="{C8A1C421-D3F8-D633-2167-777E4294E7BA}"/>
              </a:ext>
            </a:extLst>
          </p:cNvPr>
          <p:cNvSpPr/>
          <p:nvPr/>
        </p:nvSpPr>
        <p:spPr>
          <a:xfrm>
            <a:off x="9023855" y="464338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1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6" name="三角形 60">
            <a:extLst>
              <a:ext uri="{FF2B5EF4-FFF2-40B4-BE49-F238E27FC236}">
                <ns2:creationId id="{E967719D-4757-3E4E-82E4-1AF5C38F933B}"/>
              </a:ext>
            </a:extLst>
          </p:cNvPr>
          <p:cNvSpPr/>
          <p:nvPr/>
        </p:nvSpPr>
        <p:spPr>
          <a:xfrm rot="5400000">
            <a:off x="3978923" y="5828382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sp>
        <p:nvSpPr>
          <p:cNvPr id="84" name="四角形: 角を丸くする 83">
            <a:extLst>
              <a:ext uri="{FF2B5EF4-FFF2-40B4-BE49-F238E27FC236}">
                <ns2:creationId id="{F667AA6E-C1D4-DBB5-A1C2-012B47D8CDD7}"/>
              </a:ext>
            </a:extLst>
          </p:cNvPr>
          <p:cNvSpPr/>
          <p:nvPr/>
        </p:nvSpPr>
        <p:spPr>
          <a:xfrm>
            <a:off x="2627980" y="5522380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5" name="四角形: 角を丸くする 84">
            <a:extLst>
              <a:ext uri="{FF2B5EF4-FFF2-40B4-BE49-F238E27FC236}">
                <ns2:creationId id="{4B0BBCB3-426C-29DF-DCB1-9829C2DC992F}"/>
              </a:ext>
            </a:extLst>
          </p:cNvPr>
          <p:cNvSpPr/>
          <p:nvPr/>
        </p:nvSpPr>
        <p:spPr>
          <a:xfrm>
            <a:off x="4369739" y="5540381"/>
            <a:ext cx="2830241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 err="1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四角形: 角を丸くする 86">
            <a:extLst>
              <a:ext uri="{FF2B5EF4-FFF2-40B4-BE49-F238E27FC236}">
                <ns2:creationId id="{D9923D3F-BE94-A5C0-FF58-4473A67B919D}"/>
              </a:ext>
            </a:extLst>
          </p:cNvPr>
          <p:cNvSpPr/>
          <p:nvPr/>
        </p:nvSpPr>
        <p:spPr>
          <a:xfrm>
            <a:off x="7282274" y="5522380"/>
            <a:ext cx="4572000" cy="792000"/>
          </a:xfrm>
          <a:prstGeom prst="roundRect">
            <a:avLst>
              <a:gd name="adj" fmla="val 6818"/>
            </a:avLst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8" name="四角形: 角を丸くする 87">
            <a:extLst>
              <a:ext uri="{FF2B5EF4-FFF2-40B4-BE49-F238E27FC236}">
                <ns2:creationId id="{A1A7940A-CEE6-E9C1-9AA6-EE97CE04169B}"/>
              </a:ext>
            </a:extLst>
          </p:cNvPr>
          <p:cNvSpPr/>
          <p:nvPr/>
        </p:nvSpPr>
        <p:spPr>
          <a:xfrm>
            <a:off x="9023855" y="5540379"/>
            <a:ext cx="2830419" cy="756000"/>
          </a:xfrm>
          <a:prstGeom prst="round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spcAft>
                <a:spcPts val="13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9" name="三角形 60">
            <a:extLst>
              <a:ext uri="{FF2B5EF4-FFF2-40B4-BE49-F238E27FC236}">
                <ns2:creationId id="{7E651B64-A88C-F79B-8406-27987E5F0F17}"/>
              </a:ext>
            </a:extLst>
          </p:cNvPr>
          <p:cNvSpPr/>
          <p:nvPr/>
        </p:nvSpPr>
        <p:spPr>
          <a:xfrm rot="5400000">
            <a:off x="8633217" y="5828381"/>
            <a:ext cx="540000" cy="180000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0" rIns="0" bIns="3600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</a:p>
        </p:txBody>
      </p:sp>
      <p:cxnSp>
        <p:nvCxnSpPr>
          <p:cNvPr id="90" name="直線コネクタ 89">
            <a:extLst>
              <a:ext uri="{FF2B5EF4-FFF2-40B4-BE49-F238E27FC236}">
                <ns2:creationId id="{6CEEEF0C-DF37-C143-891F-7CCF9111B5CA}"/>
              </a:ext>
            </a:extLst>
          </p:cNvPr>
          <p:cNvCxnSpPr>
            <a:cxnSpLocks/>
          </p:cNvCxnSpPr>
          <p:nvPr/>
        </p:nvCxnSpPr>
        <p:spPr>
          <a:xfrm>
            <a:off x="2627979" y="4572895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58DFE51F-D1C4-C1DB-6985-540E010AF8CC}"/>
              </a:ext>
            </a:extLst>
          </p:cNvPr>
          <p:cNvCxnSpPr>
            <a:cxnSpLocks/>
          </p:cNvCxnSpPr>
          <p:nvPr/>
        </p:nvCxnSpPr>
        <p:spPr>
          <a:xfrm>
            <a:off x="2627979" y="5469884"/>
            <a:ext cx="92262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グループ化 7">
            <a:extLst>
              <a:ext uri="{FF2B5EF4-FFF2-40B4-BE49-F238E27FC236}">
                <ns2:creationId id="{E5D191B1-6349-CBA2-8BC8-4305C0E1C043}"/>
              </a:ext>
            </a:extLst>
          </p:cNvPr>
          <p:cNvGrpSpPr/>
          <p:nvPr/>
        </p:nvGrpSpPr>
        <p:grpSpPr>
          <a:xfrm>
            <a:off x="334962" y="1039260"/>
            <a:ext cx="2232000" cy="792000"/>
            <a:chOff x="334962" y="1039260"/>
            <a:chExt cx="2232000" cy="792000"/>
          </a:xfrm>
        </p:grpSpPr>
        <p:sp>
          <p:nvSpPr>
            <p:cNvPr id="27" name="正方形/長方形 26">
              <a:extLst>
                <a:ext uri="{FF2B5EF4-FFF2-40B4-BE49-F238E27FC236}">
                  <ns2:creationId id="{C43FA06D-1F52-4392-9850-7455F3F88724}"/>
                </a:ext>
              </a:extLst>
            </p:cNvPr>
            <p:cNvSpPr/>
            <p:nvPr/>
          </p:nvSpPr>
          <p:spPr>
            <a:xfrm>
              <a:off x="334962" y="1039260"/>
              <a:ext cx="2232000" cy="792000"/>
            </a:xfrm>
            <a:prstGeom prst="rect">
              <a:avLst/>
            </a:prstGeom>
            <a:solidFill>
              <a:srgbClr val="008000">
                <a:alpha val="97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>
                      <a:alpha val="7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bg1">
                    <a:alpha val="7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3" name="グラフィックス 62" descr="会議 単色塗りつぶし">
              <a:extLst>
                <a:ext uri="{FF2B5EF4-FFF2-40B4-BE49-F238E27FC236}">
                  <ns2:creationId id="{1464757C-B7BE-428A-02D3-904C1941FE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252962" y="1039260"/>
              <a:ext cx="396000" cy="396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664277636"/>
      </p:ext>
    </p:extLst>
  </p:cSld>
  <p:clrMapOvr>
    <a:masterClrMapping/>
  </p:clrMapOvr>
</p:sld>
</file>

<file path=ppt/slides/slide8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61207C-0FEA-6FD8-CC47-6CC22D24F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30F54B5-DF15-2BA5-15C9-88EF7655A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65B5E16-D5FD-11F7-ABEF-F44AFF0DA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>
                <a:latin typeface="+mn-ea"/>
                <a:ea typeface="+mn-ea"/>
              </a:rPr>
              <a:t>XX</a:t>
            </a:r>
            <a:r>
              <a:rPr lang="en-US" altLang="ja-JP" sz="1800">
                <a:latin typeface="+mn-ea"/>
                <a:ea typeface="+mn-ea"/>
              </a:rPr>
              <a:t>XX</a:t>
            </a:r>
            <a:r>
              <a:rPr lang="ja-JP" altLang="en-US" sz="1800">
                <a:latin typeface="+mn-ea"/>
                <a:ea typeface="+mn-ea"/>
              </a:rPr>
              <a:t>XX</a:t>
            </a:r>
            <a:r>
              <a:rPr lang="en-US" altLang="ja-JP" sz="1800">
                <a:latin typeface="+mn-ea"/>
                <a:ea typeface="+mn-ea"/>
              </a:rPr>
              <a:t>XX</a:t>
            </a:r>
            <a:r>
              <a:rPr lang="ja-JP" altLang="en-US" sz="1800">
                <a:latin typeface="+mn-ea"/>
                <a:ea typeface="+mn-ea"/>
              </a:rPr>
              <a:t>XX</a:t>
            </a:r>
            <a:r>
              <a:rPr lang="en-US" altLang="ja-JP" sz="1800">
                <a:latin typeface="+mn-ea"/>
                <a:ea typeface="+mn-ea"/>
              </a:rPr>
              <a:t>XX</a:t>
            </a:r>
            <a:r>
              <a:rPr lang="ja-JP" altLang="en-US" sz="1800">
                <a:latin typeface="+mn-ea"/>
                <a:ea typeface="+mn-ea"/>
              </a:rPr>
              <a:t>XX</a:t>
            </a:r>
            <a:endParaRPr kumimoji="1" lang="ja-JP" altLang="en-US" sz="1800">
              <a:latin typeface="+mn-ea"/>
              <a:ea typeface="+mn-ea"/>
            </a:endParaRPr>
          </a:p>
        </p:txBody>
      </p:sp>
      <p:grpSp>
        <p:nvGrpSpPr>
          <p:cNvPr id="46" name="グループ化 45">
            <a:extLst>
              <a:ext uri="{FF2B5EF4-FFF2-40B4-BE49-F238E27FC236}">
                <ns2:creationId id="{04D1D53D-FD9B-CFAA-CDAC-8C83F67B3A42}"/>
              </a:ext>
            </a:extLst>
          </p:cNvPr>
          <p:cNvGrpSpPr/>
          <p:nvPr/>
        </p:nvGrpSpPr>
        <p:grpSpPr>
          <a:xfrm>
            <a:off x="334963" y="2892701"/>
            <a:ext cx="5649734" cy="432000"/>
            <a:chOff x="334963" y="2892701"/>
            <a:chExt cx="5649734" cy="432000"/>
          </a:xfrm>
        </p:grpSpPr>
        <p:sp>
          <p:nvSpPr>
            <p:cNvPr id="10" name="正方形/長方形 9">
              <a:extLst>
                <a:ext uri="{FF2B5EF4-FFF2-40B4-BE49-F238E27FC236}">
                  <ns2:creationId id="{F3711A06-025A-CCCD-B6E9-99612DE19DAD}"/>
                </a:ext>
              </a:extLst>
            </p:cNvPr>
            <p:cNvSpPr/>
            <p:nvPr/>
          </p:nvSpPr>
          <p:spPr>
            <a:xfrm>
              <a:off x="334963" y="2892701"/>
              <a:ext cx="5649734" cy="43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72000" rtlCol="0" anchor="b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11" name="Graphic 187" descr="チェックリスト 単色塗りつぶし">
              <a:extLst>
                <a:ext uri="{FF2B5EF4-FFF2-40B4-BE49-F238E27FC236}">
                  <ns2:creationId id="{CCDC1757-6038-3055-6FD5-1A1CD68C2D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86461" y="2892701"/>
              <a:ext cx="432000" cy="432000"/>
            </a:xfrm>
            <a:prstGeom prst="rect">
              <a:avLst/>
            </a:prstGeom>
          </p:spPr>
        </p:pic>
      </p:grpSp>
      <p:grpSp>
        <p:nvGrpSpPr>
          <p:cNvPr id="45" name="グループ化 44">
            <a:extLst>
              <a:ext uri="{FF2B5EF4-FFF2-40B4-BE49-F238E27FC236}">
                <ns2:creationId id="{92777C5B-3918-C52D-F78F-6A10CBC680F3}"/>
              </a:ext>
            </a:extLst>
          </p:cNvPr>
          <p:cNvGrpSpPr/>
          <p:nvPr/>
        </p:nvGrpSpPr>
        <p:grpSpPr>
          <a:xfrm>
            <a:off x="334963" y="5765180"/>
            <a:ext cx="5648316" cy="543545"/>
            <a:chOff x="334963" y="5765180"/>
            <a:chExt cx="5648316" cy="543545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D5AF8C94-51CA-9844-A8EF-29561E37DF0D}"/>
                </a:ext>
              </a:extLst>
            </p:cNvPr>
            <p:cNvSpPr/>
            <p:nvPr/>
          </p:nvSpPr>
          <p:spPr>
            <a:xfrm>
              <a:off x="334963" y="5765180"/>
              <a:ext cx="5648316" cy="543545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50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13" name="Graphic 187" descr="警告 単色塗りつぶし">
              <a:extLst>
                <a:ext uri="{FF2B5EF4-FFF2-40B4-BE49-F238E27FC236}">
                  <ns2:creationId id="{5F2E81F6-018F-31F9-8F51-5861C22229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1111301" y="5856952"/>
              <a:ext cx="360000" cy="360000"/>
            </a:xfrm>
            <a:prstGeom prst="rect">
              <a:avLst/>
            </a:prstGeom>
          </p:spPr>
        </p:pic>
      </p:grpSp>
      <p:grpSp>
        <p:nvGrpSpPr>
          <p:cNvPr id="42" name="グループ化 41">
            <a:extLst>
              <a:ext uri="{FF2B5EF4-FFF2-40B4-BE49-F238E27FC236}">
                <ns2:creationId id="{8EFBEEFB-FCDD-021A-2EF8-948F79556AEC}"/>
              </a:ext>
            </a:extLst>
          </p:cNvPr>
          <p:cNvGrpSpPr/>
          <p:nvPr/>
        </p:nvGrpSpPr>
        <p:grpSpPr>
          <a:xfrm>
            <a:off x="334959" y="2164082"/>
            <a:ext cx="5649739" cy="665793"/>
            <a:chOff x="334959" y="1886934"/>
            <a:chExt cx="5649739" cy="942941"/>
          </a:xfrm>
        </p:grpSpPr>
        <p:sp>
          <p:nvSpPr>
            <p:cNvPr id="7" name="正方形/長方形 6">
              <a:extLst>
                <a:ext uri="{FF2B5EF4-FFF2-40B4-BE49-F238E27FC236}">
                  <ns2:creationId id="{AA846A9C-D78B-6BEA-FC12-88A130CE1340}"/>
                </a:ext>
              </a:extLst>
            </p:cNvPr>
            <p:cNvSpPr/>
            <p:nvPr/>
          </p:nvSpPr>
          <p:spPr>
            <a:xfrm>
              <a:off x="334963" y="1886934"/>
              <a:ext cx="1826615" cy="46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93FEED10-9564-1A7D-5200-6F96ECFEEFCB}"/>
                </a:ext>
              </a:extLst>
            </p:cNvPr>
            <p:cNvSpPr/>
            <p:nvPr/>
          </p:nvSpPr>
          <p:spPr>
            <a:xfrm>
              <a:off x="2246523" y="1886934"/>
              <a:ext cx="1826615" cy="46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0C87DB70-2F02-8523-157E-654F1FDE788B}"/>
                </a:ext>
              </a:extLst>
            </p:cNvPr>
            <p:cNvSpPr/>
            <p:nvPr/>
          </p:nvSpPr>
          <p:spPr>
            <a:xfrm>
              <a:off x="4158083" y="1886934"/>
              <a:ext cx="1826615" cy="46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ns2:creationId id="{5421F8D9-E7D0-F8E6-2B0B-1F531ACF5B6B}"/>
                </a:ext>
              </a:extLst>
            </p:cNvPr>
            <p:cNvSpPr txBox="1"/>
            <p:nvPr/>
          </p:nvSpPr>
          <p:spPr>
            <a:xfrm>
              <a:off x="334959" y="2390251"/>
              <a:ext cx="1826615" cy="439624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4" name="テキスト ボックス 33">
              <a:extLst>
                <a:ext uri="{FF2B5EF4-FFF2-40B4-BE49-F238E27FC236}">
                  <ns2:creationId id="{9959D7C4-4D7A-D21C-C362-25141AEECD68}"/>
                </a:ext>
              </a:extLst>
            </p:cNvPr>
            <p:cNvSpPr txBox="1"/>
            <p:nvPr/>
          </p:nvSpPr>
          <p:spPr>
            <a:xfrm>
              <a:off x="2247938" y="2390251"/>
              <a:ext cx="1826615" cy="439624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1</a:t>
              </a:r>
              <a:r>
                <a:rPr lang="en-US" altLang="ja-JP" sz="1600">
                  <a:latin typeface="+mn-ea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950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BB39730B-56E2-ECBA-F41C-CE3DC365AF0C}"/>
                </a:ext>
              </a:extLst>
            </p:cNvPr>
            <p:cNvSpPr txBox="1"/>
            <p:nvPr/>
          </p:nvSpPr>
          <p:spPr>
            <a:xfrm>
              <a:off x="4158083" y="2390251"/>
              <a:ext cx="1826615" cy="439624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1</a:t>
              </a:r>
              <a:r>
                <a:rPr lang="en-US" altLang="ja-JP" sz="1600">
                  <a:latin typeface="+mn-ea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920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</p:grpSp>
      <p:grpSp>
        <p:nvGrpSpPr>
          <p:cNvPr id="43" name="グループ化 42">
            <a:extLst>
              <a:ext uri="{FF2B5EF4-FFF2-40B4-BE49-F238E27FC236}">
                <ns2:creationId id="{8A17DB40-2103-A9BD-7CAB-82BD7B14B425}"/>
              </a:ext>
            </a:extLst>
          </p:cNvPr>
          <p:cNvGrpSpPr/>
          <p:nvPr/>
        </p:nvGrpSpPr>
        <p:grpSpPr>
          <a:xfrm>
            <a:off x="334962" y="1632052"/>
            <a:ext cx="11522075" cy="432000"/>
            <a:chOff x="334962" y="1397879"/>
            <a:chExt cx="11522075" cy="432000"/>
          </a:xfrm>
        </p:grpSpPr>
        <p:sp>
          <p:nvSpPr>
            <p:cNvPr id="5" name="正方形/長方形 4">
              <a:extLst>
                <a:ext uri="{FF2B5EF4-FFF2-40B4-BE49-F238E27FC236}">
                  <ns2:creationId id="{F77D529D-1A40-A5AC-EF89-ADA90D61C6C6}"/>
                </a:ext>
              </a:extLst>
            </p:cNvPr>
            <p:cNvSpPr/>
            <p:nvPr/>
          </p:nvSpPr>
          <p:spPr>
            <a:xfrm>
              <a:off x="334962" y="1397879"/>
              <a:ext cx="5649733" cy="43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72000" rtlCol="0" anchor="b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pic>
          <p:nvPicPr>
            <p:cNvPr id="4" name="Graphic 187" descr="円グラフ 単色塗りつぶし">
              <a:extLst>
                <a:ext uri="{FF2B5EF4-FFF2-40B4-BE49-F238E27FC236}">
                  <ns2:creationId id="{5D166F66-D95E-000E-084C-54A0223B76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486461" y="1397879"/>
              <a:ext cx="432000" cy="432000"/>
            </a:xfrm>
            <a:prstGeom prst="rect">
              <a:avLst/>
            </a:prstGeom>
          </p:spPr>
        </p:pic>
        <p:sp>
          <p:nvSpPr>
            <p:cNvPr id="39" name="正方形/長方形 38">
              <a:extLst>
                <a:ext uri="{FF2B5EF4-FFF2-40B4-BE49-F238E27FC236}">
                  <ns2:creationId id="{16D29133-E044-B7A9-4C86-B32F2D23117B}"/>
                </a:ext>
              </a:extLst>
            </p:cNvPr>
            <p:cNvSpPr/>
            <p:nvPr/>
          </p:nvSpPr>
          <p:spPr>
            <a:xfrm>
              <a:off x="6221413" y="1397879"/>
              <a:ext cx="5635624" cy="43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48000" tIns="36000" rIns="36000" bIns="72000" rtlCol="0" anchor="b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</a:p>
          </p:txBody>
        </p:sp>
        <p:pic>
          <p:nvPicPr>
            <p:cNvPr id="40" name="Graphic 187" descr="クリップボード 単色塗りつぶし">
              <a:extLst>
                <a:ext uri="{FF2B5EF4-FFF2-40B4-BE49-F238E27FC236}">
                  <ns2:creationId id="{50ED9369-E6B5-22E4-9C00-712C968223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6372911" y="1397879"/>
              <a:ext cx="432000" cy="432000"/>
            </a:xfrm>
            <a:prstGeom prst="rect">
              <a:avLst/>
            </a:prstGeom>
          </p:spPr>
        </p:pic>
      </p:grpSp>
      <p:grpSp>
        <p:nvGrpSpPr>
          <p:cNvPr id="30" name="グループ化 29">
            <a:extLst>
              <a:ext uri="{FF2B5EF4-FFF2-40B4-BE49-F238E27FC236}">
                <ns2:creationId id="{F59DA3EB-EC62-0EBE-200C-39D3959B6282}"/>
              </a:ext>
            </a:extLst>
          </p:cNvPr>
          <p:cNvGrpSpPr/>
          <p:nvPr/>
        </p:nvGrpSpPr>
        <p:grpSpPr>
          <a:xfrm>
            <a:off x="6221413" y="5144580"/>
            <a:ext cx="5635624" cy="288000"/>
            <a:chOff x="6221413" y="5434795"/>
            <a:chExt cx="5635624" cy="288000"/>
          </a:xfrm>
        </p:grpSpPr>
        <p:cxnSp>
          <p:nvCxnSpPr>
            <p:cNvPr id="315" name="直線コネクタ 314">
              <a:extLst>
                <a:ext uri="{FF2B5EF4-FFF2-40B4-BE49-F238E27FC236}">
                  <ns2:creationId id="{1335BF73-BDE5-ED63-ADE0-E320124FD8FE}"/>
                </a:ext>
              </a:extLst>
            </p:cNvPr>
            <p:cNvCxnSpPr>
              <a:cxnSpLocks/>
            </p:cNvCxnSpPr>
            <p:nvPr/>
          </p:nvCxnSpPr>
          <p:spPr>
            <a:xfrm>
              <a:off x="6221413" y="5578795"/>
              <a:ext cx="5635624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グループ化 28">
              <a:extLst>
                <a:ext uri="{FF2B5EF4-FFF2-40B4-BE49-F238E27FC236}">
                  <ns2:creationId id="{A285C6E4-76BB-2DD0-DCFC-793BA5E1D2CD}"/>
                </a:ext>
              </a:extLst>
            </p:cNvPr>
            <p:cNvGrpSpPr/>
            <p:nvPr/>
          </p:nvGrpSpPr>
          <p:grpSpPr>
            <a:xfrm>
              <a:off x="8895225" y="5434795"/>
              <a:ext cx="288000" cy="288000"/>
              <a:chOff x="8895225" y="5434795"/>
              <a:chExt cx="288000" cy="288000"/>
            </a:xfrm>
          </p:grpSpPr>
          <p:sp>
            <p:nvSpPr>
              <p:cNvPr id="316" name="円/楕円 32">
                <a:extLst>
                  <a:ext uri="{FF2B5EF4-FFF2-40B4-BE49-F238E27FC236}">
                    <ns2:creationId id="{71AFB122-43CB-020C-2FAF-86EEFD53745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895225" y="5434795"/>
                <a:ext cx="288000" cy="288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317" name="グラフィックス 316" descr="キャレットを下へ 枠線">
                <a:extLst>
                  <a:ext uri="{FF2B5EF4-FFF2-40B4-BE49-F238E27FC236}">
                    <ns2:creationId id="{D4968F80-4984-D35B-185D-5D6C2E59D1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8895225" y="5434795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49" name="グループ化 48">
            <a:extLst>
              <a:ext uri="{FF2B5EF4-FFF2-40B4-BE49-F238E27FC236}">
                <ns2:creationId id="{1A3EDCC2-F49F-FA16-5802-F5951E5984E4}"/>
              </a:ext>
            </a:extLst>
          </p:cNvPr>
          <p:cNvGrpSpPr/>
          <p:nvPr/>
        </p:nvGrpSpPr>
        <p:grpSpPr>
          <a:xfrm>
            <a:off x="6221413" y="2208053"/>
            <a:ext cx="5635624" cy="2757486"/>
            <a:chOff x="6221413" y="2208053"/>
            <a:chExt cx="5635624" cy="2757486"/>
          </a:xfrm>
        </p:grpSpPr>
        <p:grpSp>
          <p:nvGrpSpPr>
            <p:cNvPr id="287" name="Group 51">
              <a:extLst>
                <a:ext uri="{FF2B5EF4-FFF2-40B4-BE49-F238E27FC236}">
                  <ns2:creationId id="{5180353E-D107-B8A0-E650-5461311FF584}"/>
                </a:ext>
              </a:extLst>
            </p:cNvPr>
            <p:cNvGrpSpPr/>
            <p:nvPr/>
          </p:nvGrpSpPr>
          <p:grpSpPr>
            <a:xfrm>
              <a:off x="11009375" y="2208053"/>
              <a:ext cx="847662" cy="352731"/>
              <a:chOff x="10092245" y="1265534"/>
              <a:chExt cx="1728000" cy="685896"/>
            </a:xfrm>
          </p:grpSpPr>
          <p:sp>
            <p:nvSpPr>
              <p:cNvPr id="288" name="テキスト ボックス 6">
                <a:extLst>
                  <a:ext uri="{FF2B5EF4-FFF2-40B4-BE49-F238E27FC236}">
                    <ns2:creationId id="{AA1A3B1F-C9F5-E363-090E-62B4E67C5444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2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 </a:t>
                </a:r>
                <a:r>
                  <a:rPr kumimoji="1" lang="en-US" altLang="ja-JP" sz="1200">
                    <a:solidFill>
                      <a:srgbClr val="008000"/>
                    </a:solidFill>
                    <a:latin typeface="+mn-ea"/>
                  </a:rPr>
                  <a:t>(</a:t>
                </a: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en-US" altLang="ja-JP" sz="1200">
                    <a:solidFill>
                      <a:srgbClr val="008000"/>
                    </a:solidFill>
                    <a:latin typeface="+mn-ea"/>
                  </a:rPr>
                  <a:t>) </a:t>
                </a:r>
                <a:endParaRPr kumimoji="1" lang="ja-JP" altLang="en-US" sz="12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89" name="直線コネクタ 7">
                <a:extLst>
                  <a:ext uri="{FF2B5EF4-FFF2-40B4-BE49-F238E27FC236}">
                    <ns2:creationId id="{EFB7B40F-0BE0-A478-3937-E808299BFC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0" name="Group 73">
              <a:extLst>
                <a:ext uri="{FF2B5EF4-FFF2-40B4-BE49-F238E27FC236}">
                  <ns2:creationId id="{DDE7DDE3-DB80-753F-9821-3CD5C3459098}"/>
                </a:ext>
              </a:extLst>
            </p:cNvPr>
            <p:cNvGrpSpPr/>
            <p:nvPr/>
          </p:nvGrpSpPr>
          <p:grpSpPr>
            <a:xfrm>
              <a:off x="9156433" y="2208053"/>
              <a:ext cx="757485" cy="352731"/>
              <a:chOff x="10092245" y="1265534"/>
              <a:chExt cx="1728002" cy="685896"/>
            </a:xfrm>
          </p:grpSpPr>
          <p:sp>
            <p:nvSpPr>
              <p:cNvPr id="291" name="テキスト ボックス 6">
                <a:extLst>
                  <a:ext uri="{FF2B5EF4-FFF2-40B4-BE49-F238E27FC236}">
                    <ns2:creationId id="{A3A710CC-64E7-FBE2-8A66-2DDA4FAE1B6B}"/>
                  </a:ext>
                </a:extLst>
              </p:cNvPr>
              <p:cNvSpPr txBox="1"/>
              <p:nvPr/>
            </p:nvSpPr>
            <p:spPr>
              <a:xfrm>
                <a:off x="10092247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2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12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92" name="直線コネクタ 7">
                <a:extLst>
                  <a:ext uri="{FF2B5EF4-FFF2-40B4-BE49-F238E27FC236}">
                    <ns2:creationId id="{7E85C522-4976-A2D2-6C78-E1E5427B51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3" name="Group 76">
              <a:extLst>
                <a:ext uri="{FF2B5EF4-FFF2-40B4-BE49-F238E27FC236}">
                  <ns2:creationId id="{9BEF0426-5E4C-94F5-4836-D09BDF6C3B0C}"/>
                </a:ext>
              </a:extLst>
            </p:cNvPr>
            <p:cNvGrpSpPr/>
            <p:nvPr/>
          </p:nvGrpSpPr>
          <p:grpSpPr>
            <a:xfrm>
              <a:off x="7199752" y="2208053"/>
              <a:ext cx="1064086" cy="352731"/>
              <a:chOff x="10092245" y="1265534"/>
              <a:chExt cx="1728000" cy="685896"/>
            </a:xfrm>
          </p:grpSpPr>
          <p:sp>
            <p:nvSpPr>
              <p:cNvPr id="294" name="テキスト ボックス 6">
                <a:extLst>
                  <a:ext uri="{FF2B5EF4-FFF2-40B4-BE49-F238E27FC236}">
                    <ns2:creationId id="{9225B18E-2232-AF2C-B034-ED57A1A53FF5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95" name="直線コネクタ 7">
                <a:extLst>
                  <a:ext uri="{FF2B5EF4-FFF2-40B4-BE49-F238E27FC236}">
                    <ns2:creationId id="{6E13AB4F-CCE4-AABE-48F1-152487C0A7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6" name="Group 51">
              <a:extLst>
                <a:ext uri="{FF2B5EF4-FFF2-40B4-BE49-F238E27FC236}">
                  <ns2:creationId id="{B288BCAF-6980-0454-78C5-3359918F5545}"/>
                </a:ext>
              </a:extLst>
            </p:cNvPr>
            <p:cNvGrpSpPr/>
            <p:nvPr/>
          </p:nvGrpSpPr>
          <p:grpSpPr>
            <a:xfrm>
              <a:off x="10034285" y="2208053"/>
              <a:ext cx="865697" cy="352731"/>
              <a:chOff x="10092245" y="1265534"/>
              <a:chExt cx="1728000" cy="685896"/>
            </a:xfrm>
          </p:grpSpPr>
          <p:sp>
            <p:nvSpPr>
              <p:cNvPr id="297" name="テキスト ボックス 6">
                <a:extLst>
                  <a:ext uri="{FF2B5EF4-FFF2-40B4-BE49-F238E27FC236}">
                    <ns2:creationId id="{9E9638EA-2EED-C7C8-99A7-B15A9337B4D9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en-US" altLang="ja-JP" sz="1200">
                  <a:solidFill>
                    <a:srgbClr val="008000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1200">
                    <a:solidFill>
                      <a:srgbClr val="008000"/>
                    </a:solidFill>
                    <a:latin typeface="+mn-ea"/>
                  </a:rPr>
                  <a:t>(</a:t>
                </a:r>
                <a:r>
                  <a:rPr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>
                    <a:solidFill>
                      <a:srgbClr val="008000"/>
                    </a:solidFill>
                    <a:latin typeface="+mn-ea"/>
                  </a:rPr>
                  <a:t>)</a:t>
                </a:r>
                <a:endParaRPr kumimoji="1" lang="ja-JP" altLang="en-US" sz="12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298" name="直線コネクタ 7">
                <a:extLst>
                  <a:ext uri="{FF2B5EF4-FFF2-40B4-BE49-F238E27FC236}">
                    <ns2:creationId id="{FD460DDB-F90D-BF92-02E2-E15797A102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9" name="Group 73">
              <a:extLst>
                <a:ext uri="{FF2B5EF4-FFF2-40B4-BE49-F238E27FC236}">
                  <ns2:creationId id="{D0F5A8D4-D371-3E36-E1C9-7822B40C0FFF}"/>
                </a:ext>
              </a:extLst>
            </p:cNvPr>
            <p:cNvGrpSpPr/>
            <p:nvPr/>
          </p:nvGrpSpPr>
          <p:grpSpPr>
            <a:xfrm>
              <a:off x="8380629" y="2208053"/>
              <a:ext cx="649273" cy="352731"/>
              <a:chOff x="10092245" y="1265534"/>
              <a:chExt cx="1728000" cy="685896"/>
            </a:xfrm>
          </p:grpSpPr>
          <p:sp>
            <p:nvSpPr>
              <p:cNvPr id="300" name="テキスト ボックス 6">
                <a:extLst>
                  <a:ext uri="{FF2B5EF4-FFF2-40B4-BE49-F238E27FC236}">
                    <ns2:creationId id="{85CDB094-F21F-DD03-E462-ABAE420E62B8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301" name="直線コネクタ 7">
                <a:extLst>
                  <a:ext uri="{FF2B5EF4-FFF2-40B4-BE49-F238E27FC236}">
                    <ns2:creationId id="{6049B008-7F79-C961-9AAF-E35EBC24AB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02" name="Group 76">
              <a:extLst>
                <a:ext uri="{FF2B5EF4-FFF2-40B4-BE49-F238E27FC236}">
                  <ns2:creationId id="{7B0AAEB3-53D2-D9FC-F533-3A30DACEE9F9}"/>
                </a:ext>
              </a:extLst>
            </p:cNvPr>
            <p:cNvGrpSpPr/>
            <p:nvPr/>
          </p:nvGrpSpPr>
          <p:grpSpPr>
            <a:xfrm>
              <a:off x="6221413" y="2208053"/>
              <a:ext cx="855483" cy="352731"/>
              <a:chOff x="10092245" y="1265534"/>
              <a:chExt cx="1728000" cy="685896"/>
            </a:xfrm>
          </p:grpSpPr>
          <p:sp>
            <p:nvSpPr>
              <p:cNvPr id="303" name="テキスト ボックス 6">
                <a:extLst>
                  <a:ext uri="{FF2B5EF4-FFF2-40B4-BE49-F238E27FC236}">
                    <ns2:creationId id="{D86AA8F5-F415-634B-2AA1-FCA1FB91FB42}"/>
                  </a:ext>
                </a:extLst>
              </p:cNvPr>
              <p:cNvSpPr txBox="1"/>
              <p:nvPr/>
            </p:nvSpPr>
            <p:spPr>
              <a:xfrm>
                <a:off x="10092245" y="1265534"/>
                <a:ext cx="1728000" cy="648002"/>
              </a:xfrm>
              <a:prstGeom prst="rect">
                <a:avLst/>
              </a:prstGeom>
              <a:noFill/>
            </p:spPr>
            <p:txBody>
              <a:bodyPr wrap="none" lIns="36000" tIns="36000" rIns="36000" bIns="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2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304" name="直線コネクタ 7">
                <a:extLst>
                  <a:ext uri="{FF2B5EF4-FFF2-40B4-BE49-F238E27FC236}">
                    <ns2:creationId id="{D17FA2BA-1858-D13B-0306-A5438F883B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92245" y="1951430"/>
                <a:ext cx="172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5" name="正方形/長方形 304">
              <a:extLst>
                <a:ext uri="{FF2B5EF4-FFF2-40B4-BE49-F238E27FC236}">
                  <ns2:creationId id="{297764B3-C2DA-846C-A453-73B225F34D55}"/>
                </a:ext>
              </a:extLst>
            </p:cNvPr>
            <p:cNvSpPr/>
            <p:nvPr/>
          </p:nvSpPr>
          <p:spPr>
            <a:xfrm>
              <a:off x="6221413" y="2629826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6" name="正方形/長方形 305">
              <a:extLst>
                <a:ext uri="{FF2B5EF4-FFF2-40B4-BE49-F238E27FC236}">
                  <ns2:creationId id="{9A7D8801-D9B8-130D-5859-4C7636A2D8C0}"/>
                </a:ext>
              </a:extLst>
            </p:cNvPr>
            <p:cNvSpPr/>
            <p:nvPr/>
          </p:nvSpPr>
          <p:spPr>
            <a:xfrm>
              <a:off x="6221413" y="2892928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7" name="正方形/長方形 306">
              <a:extLst>
                <a:ext uri="{FF2B5EF4-FFF2-40B4-BE49-F238E27FC236}">
                  <ns2:creationId id="{8D817FAC-23E0-F854-4E55-33235CE5A667}"/>
                </a:ext>
              </a:extLst>
            </p:cNvPr>
            <p:cNvSpPr/>
            <p:nvPr/>
          </p:nvSpPr>
          <p:spPr>
            <a:xfrm>
              <a:off x="6221413" y="3156031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8" name="正方形/長方形 307">
              <a:extLst>
                <a:ext uri="{FF2B5EF4-FFF2-40B4-BE49-F238E27FC236}">
                  <ns2:creationId id="{99F5B7D5-31FF-76B7-9083-F9DB92C32DF4}"/>
                </a:ext>
              </a:extLst>
            </p:cNvPr>
            <p:cNvSpPr/>
            <p:nvPr/>
          </p:nvSpPr>
          <p:spPr>
            <a:xfrm>
              <a:off x="6221413" y="3419133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09" name="正方形/長方形 308">
              <a:extLst>
                <a:ext uri="{FF2B5EF4-FFF2-40B4-BE49-F238E27FC236}">
                  <ns2:creationId id="{C1C5EEDB-73D4-8624-CAD0-6F436FFE911A}"/>
                </a:ext>
              </a:extLst>
            </p:cNvPr>
            <p:cNvSpPr/>
            <p:nvPr/>
          </p:nvSpPr>
          <p:spPr>
            <a:xfrm>
              <a:off x="6221413" y="3682236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0" name="正方形/長方形 309">
              <a:extLst>
                <a:ext uri="{FF2B5EF4-FFF2-40B4-BE49-F238E27FC236}">
                  <ns2:creationId id="{5758D7F2-4D63-6198-704E-97D7EAEDDC43}"/>
                </a:ext>
              </a:extLst>
            </p:cNvPr>
            <p:cNvSpPr/>
            <p:nvPr/>
          </p:nvSpPr>
          <p:spPr>
            <a:xfrm>
              <a:off x="6221413" y="3945338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1" name="正方形/長方形 310">
              <a:extLst>
                <a:ext uri="{FF2B5EF4-FFF2-40B4-BE49-F238E27FC236}">
                  <ns2:creationId id="{95E7ECF6-6B4A-9EE8-FF68-9AFE3094587A}"/>
                </a:ext>
              </a:extLst>
            </p:cNvPr>
            <p:cNvSpPr/>
            <p:nvPr/>
          </p:nvSpPr>
          <p:spPr>
            <a:xfrm>
              <a:off x="6221413" y="4208441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2" name="正方形/長方形 311">
              <a:extLst>
                <a:ext uri="{FF2B5EF4-FFF2-40B4-BE49-F238E27FC236}">
                  <ns2:creationId id="{FB5407AC-5C38-B64C-E5EB-60C0962C0880}"/>
                </a:ext>
              </a:extLst>
            </p:cNvPr>
            <p:cNvSpPr/>
            <p:nvPr/>
          </p:nvSpPr>
          <p:spPr>
            <a:xfrm>
              <a:off x="6221413" y="4471543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942492AF-42CD-742A-5318-4AB24AAD19B3}"/>
                </a:ext>
              </a:extLst>
            </p:cNvPr>
            <p:cNvSpPr/>
            <p:nvPr/>
          </p:nvSpPr>
          <p:spPr>
            <a:xfrm>
              <a:off x="6221413" y="4734645"/>
              <a:ext cx="855483" cy="2308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27" name="TextBox 89">
              <a:extLst>
                <a:ext uri="{FF2B5EF4-FFF2-40B4-BE49-F238E27FC236}">
                  <ns2:creationId id="{BB63134E-FEF4-205E-3345-C2C34A86FF4D}"/>
                </a:ext>
              </a:extLst>
            </p:cNvPr>
            <p:cNvSpPr txBox="1"/>
            <p:nvPr/>
          </p:nvSpPr>
          <p:spPr>
            <a:xfrm>
              <a:off x="7199752" y="4734645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46" name="TextBox 89">
              <a:extLst>
                <a:ext uri="{FF2B5EF4-FFF2-40B4-BE49-F238E27FC236}">
                  <ns2:creationId id="{45F834D3-1A51-913D-1073-7B259F4BB0FE}"/>
                </a:ext>
              </a:extLst>
            </p:cNvPr>
            <p:cNvSpPr txBox="1"/>
            <p:nvPr/>
          </p:nvSpPr>
          <p:spPr>
            <a:xfrm>
              <a:off x="8380629" y="4734645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48" name="TextBox 89">
              <a:extLst>
                <a:ext uri="{FF2B5EF4-FFF2-40B4-BE49-F238E27FC236}">
                  <ns2:creationId id="{CD9F9DDE-66FC-B3D8-9237-07F7BEF10DC8}"/>
                </a:ext>
              </a:extLst>
            </p:cNvPr>
            <p:cNvSpPr txBox="1"/>
            <p:nvPr/>
          </p:nvSpPr>
          <p:spPr>
            <a:xfrm>
              <a:off x="9156433" y="4734645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0" name="TextBox 89">
              <a:extLst>
                <a:ext uri="{FF2B5EF4-FFF2-40B4-BE49-F238E27FC236}">
                  <ns2:creationId id="{4540D698-BCF1-C0FB-6ECA-B3292896D6E0}"/>
                </a:ext>
              </a:extLst>
            </p:cNvPr>
            <p:cNvSpPr txBox="1"/>
            <p:nvPr/>
          </p:nvSpPr>
          <p:spPr>
            <a:xfrm>
              <a:off x="10034285" y="4734645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2" name="TextBox 89">
              <a:extLst>
                <a:ext uri="{FF2B5EF4-FFF2-40B4-BE49-F238E27FC236}">
                  <ns2:creationId id="{6C104B78-C056-BB7C-CBDF-FF01A26EBC23}"/>
                </a:ext>
              </a:extLst>
            </p:cNvPr>
            <p:cNvSpPr txBox="1"/>
            <p:nvPr/>
          </p:nvSpPr>
          <p:spPr>
            <a:xfrm>
              <a:off x="11009375" y="4734645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54" name="TextBox 89">
              <a:extLst>
                <a:ext uri="{FF2B5EF4-FFF2-40B4-BE49-F238E27FC236}">
                  <ns2:creationId id="{F3FA3F65-FF17-75D9-55D6-072A1A648285}"/>
                </a:ext>
              </a:extLst>
            </p:cNvPr>
            <p:cNvSpPr txBox="1"/>
            <p:nvPr/>
          </p:nvSpPr>
          <p:spPr>
            <a:xfrm>
              <a:off x="7199752" y="4471543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6" name="TextBox 89">
              <a:extLst>
                <a:ext uri="{FF2B5EF4-FFF2-40B4-BE49-F238E27FC236}">
                  <ns2:creationId id="{4C3C5AF1-C1AB-585F-9F4C-EAF546260669}"/>
                </a:ext>
              </a:extLst>
            </p:cNvPr>
            <p:cNvSpPr txBox="1"/>
            <p:nvPr/>
          </p:nvSpPr>
          <p:spPr>
            <a:xfrm>
              <a:off x="8380629" y="4471543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58" name="TextBox 89">
              <a:extLst>
                <a:ext uri="{FF2B5EF4-FFF2-40B4-BE49-F238E27FC236}">
                  <ns2:creationId id="{44F28935-DFB1-F640-2B21-283D495E9D9A}"/>
                </a:ext>
              </a:extLst>
            </p:cNvPr>
            <p:cNvSpPr txBox="1"/>
            <p:nvPr/>
          </p:nvSpPr>
          <p:spPr>
            <a:xfrm>
              <a:off x="9156433" y="4471543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0" name="TextBox 89">
              <a:extLst>
                <a:ext uri="{FF2B5EF4-FFF2-40B4-BE49-F238E27FC236}">
                  <ns2:creationId id="{D6CD6F57-4F18-1EBB-ED4E-6B8492F2789C}"/>
                </a:ext>
              </a:extLst>
            </p:cNvPr>
            <p:cNvSpPr txBox="1"/>
            <p:nvPr/>
          </p:nvSpPr>
          <p:spPr>
            <a:xfrm>
              <a:off x="10034285" y="4471543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2" name="TextBox 89">
              <a:extLst>
                <a:ext uri="{FF2B5EF4-FFF2-40B4-BE49-F238E27FC236}">
                  <ns2:creationId id="{24E711D8-36DD-DE07-E8AD-29023F738C50}"/>
                </a:ext>
              </a:extLst>
            </p:cNvPr>
            <p:cNvSpPr txBox="1"/>
            <p:nvPr/>
          </p:nvSpPr>
          <p:spPr>
            <a:xfrm>
              <a:off x="11009375" y="4471542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64" name="TextBox 89">
              <a:extLst>
                <a:ext uri="{FF2B5EF4-FFF2-40B4-BE49-F238E27FC236}">
                  <ns2:creationId id="{0C88E220-2AC7-279D-6AE7-9B8BBCDB17E6}"/>
                </a:ext>
              </a:extLst>
            </p:cNvPr>
            <p:cNvSpPr txBox="1"/>
            <p:nvPr/>
          </p:nvSpPr>
          <p:spPr>
            <a:xfrm>
              <a:off x="7199752" y="4208441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6" name="TextBox 89">
              <a:extLst>
                <a:ext uri="{FF2B5EF4-FFF2-40B4-BE49-F238E27FC236}">
                  <ns2:creationId id="{91E3C9AF-F740-9904-D7B3-DAE9C3DAE6FF}"/>
                </a:ext>
              </a:extLst>
            </p:cNvPr>
            <p:cNvSpPr txBox="1"/>
            <p:nvPr/>
          </p:nvSpPr>
          <p:spPr>
            <a:xfrm>
              <a:off x="8380629" y="4208441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68" name="TextBox 89">
              <a:extLst>
                <a:ext uri="{FF2B5EF4-FFF2-40B4-BE49-F238E27FC236}">
                  <ns2:creationId id="{6C1EE643-3AD1-C7F4-1827-3C550934BCD7}"/>
                </a:ext>
              </a:extLst>
            </p:cNvPr>
            <p:cNvSpPr txBox="1"/>
            <p:nvPr/>
          </p:nvSpPr>
          <p:spPr>
            <a:xfrm>
              <a:off x="9156433" y="4208441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0" name="TextBox 89">
              <a:extLst>
                <a:ext uri="{FF2B5EF4-FFF2-40B4-BE49-F238E27FC236}">
                  <ns2:creationId id="{3D6E40C2-00C0-73AF-7CA3-973BE350890A}"/>
                </a:ext>
              </a:extLst>
            </p:cNvPr>
            <p:cNvSpPr txBox="1"/>
            <p:nvPr/>
          </p:nvSpPr>
          <p:spPr>
            <a:xfrm>
              <a:off x="10034285" y="4208441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2" name="TextBox 89">
              <a:extLst>
                <a:ext uri="{FF2B5EF4-FFF2-40B4-BE49-F238E27FC236}">
                  <ns2:creationId id="{65476054-C3A2-A1DA-15BC-C5BB7EA8CF51}"/>
                </a:ext>
              </a:extLst>
            </p:cNvPr>
            <p:cNvSpPr txBox="1"/>
            <p:nvPr/>
          </p:nvSpPr>
          <p:spPr>
            <a:xfrm>
              <a:off x="11009375" y="4208441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74" name="TextBox 89">
              <a:extLst>
                <a:ext uri="{FF2B5EF4-FFF2-40B4-BE49-F238E27FC236}">
                  <ns2:creationId id="{1C99FCA6-D939-07FC-8319-7160363F9F0B}"/>
                </a:ext>
              </a:extLst>
            </p:cNvPr>
            <p:cNvSpPr txBox="1"/>
            <p:nvPr/>
          </p:nvSpPr>
          <p:spPr>
            <a:xfrm>
              <a:off x="7199752" y="3945339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6" name="TextBox 89">
              <a:extLst>
                <a:ext uri="{FF2B5EF4-FFF2-40B4-BE49-F238E27FC236}">
                  <ns2:creationId id="{0997AAE3-A1A8-35DE-A9D3-572B6C879229}"/>
                </a:ext>
              </a:extLst>
            </p:cNvPr>
            <p:cNvSpPr txBox="1"/>
            <p:nvPr/>
          </p:nvSpPr>
          <p:spPr>
            <a:xfrm>
              <a:off x="8380629" y="3945338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78" name="TextBox 89">
              <a:extLst>
                <a:ext uri="{FF2B5EF4-FFF2-40B4-BE49-F238E27FC236}">
                  <ns2:creationId id="{ECFDF12B-3F76-D1BD-0848-46A7FC9587B9}"/>
                </a:ext>
              </a:extLst>
            </p:cNvPr>
            <p:cNvSpPr txBox="1"/>
            <p:nvPr/>
          </p:nvSpPr>
          <p:spPr>
            <a:xfrm>
              <a:off x="9156433" y="3945338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0" name="TextBox 89">
              <a:extLst>
                <a:ext uri="{FF2B5EF4-FFF2-40B4-BE49-F238E27FC236}">
                  <ns2:creationId id="{4F9A88A6-D780-E5F5-9FB6-AFFE6D61AE52}"/>
                </a:ext>
              </a:extLst>
            </p:cNvPr>
            <p:cNvSpPr txBox="1"/>
            <p:nvPr/>
          </p:nvSpPr>
          <p:spPr>
            <a:xfrm>
              <a:off x="10034285" y="3945338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2" name="TextBox 89">
              <a:extLst>
                <a:ext uri="{FF2B5EF4-FFF2-40B4-BE49-F238E27FC236}">
                  <ns2:creationId id="{2CE039D1-512F-8511-082F-6D46D1D3D631}"/>
                </a:ext>
              </a:extLst>
            </p:cNvPr>
            <p:cNvSpPr txBox="1"/>
            <p:nvPr/>
          </p:nvSpPr>
          <p:spPr>
            <a:xfrm>
              <a:off x="11009375" y="3945339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84" name="TextBox 89">
              <a:extLst>
                <a:ext uri="{FF2B5EF4-FFF2-40B4-BE49-F238E27FC236}">
                  <ns2:creationId id="{F1A64297-F40A-3608-878C-54BA26B78CCF}"/>
                </a:ext>
              </a:extLst>
            </p:cNvPr>
            <p:cNvSpPr txBox="1"/>
            <p:nvPr/>
          </p:nvSpPr>
          <p:spPr>
            <a:xfrm>
              <a:off x="7199752" y="3682236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6" name="TextBox 89">
              <a:extLst>
                <a:ext uri="{FF2B5EF4-FFF2-40B4-BE49-F238E27FC236}">
                  <ns2:creationId id="{5EF9F31A-5BED-6EB2-80F4-07DD8043547D}"/>
                </a:ext>
              </a:extLst>
            </p:cNvPr>
            <p:cNvSpPr txBox="1"/>
            <p:nvPr/>
          </p:nvSpPr>
          <p:spPr>
            <a:xfrm>
              <a:off x="8380629" y="3682236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88" name="TextBox 89">
              <a:extLst>
                <a:ext uri="{FF2B5EF4-FFF2-40B4-BE49-F238E27FC236}">
                  <ns2:creationId id="{249AB737-32CB-F63F-C32B-2E6D85120D4E}"/>
                </a:ext>
              </a:extLst>
            </p:cNvPr>
            <p:cNvSpPr txBox="1"/>
            <p:nvPr/>
          </p:nvSpPr>
          <p:spPr>
            <a:xfrm>
              <a:off x="9156433" y="3682236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0" name="TextBox 89">
              <a:extLst>
                <a:ext uri="{FF2B5EF4-FFF2-40B4-BE49-F238E27FC236}">
                  <ns2:creationId id="{B84A4336-F8E4-F92B-4160-1EC992E1C69B}"/>
                </a:ext>
              </a:extLst>
            </p:cNvPr>
            <p:cNvSpPr txBox="1"/>
            <p:nvPr/>
          </p:nvSpPr>
          <p:spPr>
            <a:xfrm>
              <a:off x="10034285" y="3682236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2" name="TextBox 89">
              <a:extLst>
                <a:ext uri="{FF2B5EF4-FFF2-40B4-BE49-F238E27FC236}">
                  <ns2:creationId id="{79B5040A-2059-EB9B-9802-27F3F1CE8881}"/>
                </a:ext>
              </a:extLst>
            </p:cNvPr>
            <p:cNvSpPr txBox="1"/>
            <p:nvPr/>
          </p:nvSpPr>
          <p:spPr>
            <a:xfrm>
              <a:off x="11009375" y="3682236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94" name="TextBox 89">
              <a:extLst>
                <a:ext uri="{FF2B5EF4-FFF2-40B4-BE49-F238E27FC236}">
                  <ns2:creationId id="{A3CA19B8-F1A0-A853-04BB-FE1738976888}"/>
                </a:ext>
              </a:extLst>
            </p:cNvPr>
            <p:cNvSpPr txBox="1"/>
            <p:nvPr/>
          </p:nvSpPr>
          <p:spPr>
            <a:xfrm>
              <a:off x="7199752" y="3419133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6" name="TextBox 89">
              <a:extLst>
                <a:ext uri="{FF2B5EF4-FFF2-40B4-BE49-F238E27FC236}">
                  <ns2:creationId id="{394B6C10-4AD7-6AF1-6918-25136981874D}"/>
                </a:ext>
              </a:extLst>
            </p:cNvPr>
            <p:cNvSpPr txBox="1"/>
            <p:nvPr/>
          </p:nvSpPr>
          <p:spPr>
            <a:xfrm>
              <a:off x="8380629" y="3419133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398" name="TextBox 89">
              <a:extLst>
                <a:ext uri="{FF2B5EF4-FFF2-40B4-BE49-F238E27FC236}">
                  <ns2:creationId id="{27514744-3460-B79D-D2C9-F6D9697D6E78}"/>
                </a:ext>
              </a:extLst>
            </p:cNvPr>
            <p:cNvSpPr txBox="1"/>
            <p:nvPr/>
          </p:nvSpPr>
          <p:spPr>
            <a:xfrm>
              <a:off x="9156433" y="3419133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0" name="TextBox 89">
              <a:extLst>
                <a:ext uri="{FF2B5EF4-FFF2-40B4-BE49-F238E27FC236}">
                  <ns2:creationId id="{88928626-0CF3-DB77-5B56-8A5C86D490BC}"/>
                </a:ext>
              </a:extLst>
            </p:cNvPr>
            <p:cNvSpPr txBox="1"/>
            <p:nvPr/>
          </p:nvSpPr>
          <p:spPr>
            <a:xfrm>
              <a:off x="10034285" y="3419133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2" name="TextBox 89">
              <a:extLst>
                <a:ext uri="{FF2B5EF4-FFF2-40B4-BE49-F238E27FC236}">
                  <ns2:creationId id="{AA200B36-B905-3A56-B3F5-FC0CC32111BF}"/>
                </a:ext>
              </a:extLst>
            </p:cNvPr>
            <p:cNvSpPr txBox="1"/>
            <p:nvPr/>
          </p:nvSpPr>
          <p:spPr>
            <a:xfrm>
              <a:off x="11009375" y="3419133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404" name="TextBox 89">
              <a:extLst>
                <a:ext uri="{FF2B5EF4-FFF2-40B4-BE49-F238E27FC236}">
                  <ns2:creationId id="{57DA047A-CC29-7645-6636-B244AD078FE4}"/>
                </a:ext>
              </a:extLst>
            </p:cNvPr>
            <p:cNvSpPr txBox="1"/>
            <p:nvPr/>
          </p:nvSpPr>
          <p:spPr>
            <a:xfrm>
              <a:off x="7199752" y="3156031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6" name="TextBox 89">
              <a:extLst>
                <a:ext uri="{FF2B5EF4-FFF2-40B4-BE49-F238E27FC236}">
                  <ns2:creationId id="{7EF46465-4B3F-6809-D6D4-CA1B1069EA98}"/>
                </a:ext>
              </a:extLst>
            </p:cNvPr>
            <p:cNvSpPr txBox="1"/>
            <p:nvPr/>
          </p:nvSpPr>
          <p:spPr>
            <a:xfrm>
              <a:off x="8380629" y="3156031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08" name="TextBox 89">
              <a:extLst>
                <a:ext uri="{FF2B5EF4-FFF2-40B4-BE49-F238E27FC236}">
                  <ns2:creationId id="{B395EE32-E24C-D095-D592-90EA3A9AC6B3}"/>
                </a:ext>
              </a:extLst>
            </p:cNvPr>
            <p:cNvSpPr txBox="1"/>
            <p:nvPr/>
          </p:nvSpPr>
          <p:spPr>
            <a:xfrm>
              <a:off x="9156433" y="3156031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10" name="TextBox 89">
              <a:extLst>
                <a:ext uri="{FF2B5EF4-FFF2-40B4-BE49-F238E27FC236}">
                  <ns2:creationId id="{07B93037-2102-7E0B-DE38-25756EE34F1A}"/>
                </a:ext>
              </a:extLst>
            </p:cNvPr>
            <p:cNvSpPr txBox="1"/>
            <p:nvPr/>
          </p:nvSpPr>
          <p:spPr>
            <a:xfrm>
              <a:off x="10034285" y="3156031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12" name="TextBox 89">
              <a:extLst>
                <a:ext uri="{FF2B5EF4-FFF2-40B4-BE49-F238E27FC236}">
                  <ns2:creationId id="{6EDC8DD7-8652-60BD-F746-C7659DA599E0}"/>
                </a:ext>
              </a:extLst>
            </p:cNvPr>
            <p:cNvSpPr txBox="1"/>
            <p:nvPr/>
          </p:nvSpPr>
          <p:spPr>
            <a:xfrm>
              <a:off x="11009375" y="3156031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C00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C00000"/>
                </a:solidFill>
                <a:latin typeface="+mn-ea"/>
              </a:endParaRPr>
            </a:p>
          </p:txBody>
        </p:sp>
        <p:sp>
          <p:nvSpPr>
            <p:cNvPr id="424" name="TextBox 89">
              <a:extLst>
                <a:ext uri="{FF2B5EF4-FFF2-40B4-BE49-F238E27FC236}">
                  <ns2:creationId id="{2A3193B3-9BCB-9F3B-DB38-E6B5E9E778CF}"/>
                </a:ext>
              </a:extLst>
            </p:cNvPr>
            <p:cNvSpPr txBox="1"/>
            <p:nvPr/>
          </p:nvSpPr>
          <p:spPr>
            <a:xfrm>
              <a:off x="7199752" y="2629826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26" name="TextBox 89">
              <a:extLst>
                <a:ext uri="{FF2B5EF4-FFF2-40B4-BE49-F238E27FC236}">
                  <ns2:creationId id="{F4AE93A6-1E30-6E91-EF32-96ED41E42E38}"/>
                </a:ext>
              </a:extLst>
            </p:cNvPr>
            <p:cNvSpPr txBox="1"/>
            <p:nvPr/>
          </p:nvSpPr>
          <p:spPr>
            <a:xfrm>
              <a:off x="8380629" y="2629826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28" name="TextBox 89">
              <a:extLst>
                <a:ext uri="{FF2B5EF4-FFF2-40B4-BE49-F238E27FC236}">
                  <ns2:creationId id="{2B04C344-5C57-8EA2-7615-F8AEF1B6C987}"/>
                </a:ext>
              </a:extLst>
            </p:cNvPr>
            <p:cNvSpPr txBox="1"/>
            <p:nvPr/>
          </p:nvSpPr>
          <p:spPr>
            <a:xfrm>
              <a:off x="9156433" y="2629826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0" name="TextBox 89">
              <a:extLst>
                <a:ext uri="{FF2B5EF4-FFF2-40B4-BE49-F238E27FC236}">
                  <ns2:creationId id="{604A209F-EE5B-BDB7-3408-DA925668F84E}"/>
                </a:ext>
              </a:extLst>
            </p:cNvPr>
            <p:cNvSpPr txBox="1"/>
            <p:nvPr/>
          </p:nvSpPr>
          <p:spPr>
            <a:xfrm>
              <a:off x="10034285" y="2629826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432" name="TextBox 89">
              <a:extLst>
                <a:ext uri="{FF2B5EF4-FFF2-40B4-BE49-F238E27FC236}">
                  <ns2:creationId id="{D3088205-5951-440D-68D6-D7DBD8003277}"/>
                </a:ext>
              </a:extLst>
            </p:cNvPr>
            <p:cNvSpPr txBox="1"/>
            <p:nvPr/>
          </p:nvSpPr>
          <p:spPr>
            <a:xfrm>
              <a:off x="11009375" y="2629826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180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433" name="TextBox 89">
              <a:extLst>
                <a:ext uri="{FF2B5EF4-FFF2-40B4-BE49-F238E27FC236}">
                  <ns2:creationId id="{7F800928-572C-BC54-E9C5-759E3ACEF96D}"/>
                </a:ext>
              </a:extLst>
            </p:cNvPr>
            <p:cNvSpPr txBox="1"/>
            <p:nvPr/>
          </p:nvSpPr>
          <p:spPr>
            <a:xfrm>
              <a:off x="7199752" y="2892928"/>
              <a:ext cx="1064086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4" name="TextBox 89">
              <a:extLst>
                <a:ext uri="{FF2B5EF4-FFF2-40B4-BE49-F238E27FC236}">
                  <ns2:creationId id="{19205167-73B4-D2E7-7759-F68371D17BAE}"/>
                </a:ext>
              </a:extLst>
            </p:cNvPr>
            <p:cNvSpPr txBox="1"/>
            <p:nvPr/>
          </p:nvSpPr>
          <p:spPr>
            <a:xfrm>
              <a:off x="8380629" y="2892928"/>
              <a:ext cx="649273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5" name="TextBox 89">
              <a:extLst>
                <a:ext uri="{FF2B5EF4-FFF2-40B4-BE49-F238E27FC236}">
                  <ns2:creationId id="{45860E28-72C7-8E2F-B14D-E43427FB3611}"/>
                </a:ext>
              </a:extLst>
            </p:cNvPr>
            <p:cNvSpPr txBox="1"/>
            <p:nvPr/>
          </p:nvSpPr>
          <p:spPr>
            <a:xfrm>
              <a:off x="9156433" y="2892928"/>
              <a:ext cx="757485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-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36" name="TextBox 89">
              <a:extLst>
                <a:ext uri="{FF2B5EF4-FFF2-40B4-BE49-F238E27FC236}">
                  <ns2:creationId id="{50A46F2F-CB49-7A31-6225-42CD3ED72A30}"/>
                </a:ext>
              </a:extLst>
            </p:cNvPr>
            <p:cNvSpPr txBox="1"/>
            <p:nvPr/>
          </p:nvSpPr>
          <p:spPr>
            <a:xfrm>
              <a:off x="10034285" y="2892928"/>
              <a:ext cx="865697" cy="230894"/>
            </a:xfrm>
            <a:prstGeom prst="rect">
              <a:avLst/>
            </a:prstGeom>
            <a:noFill/>
          </p:spPr>
          <p:txBody>
            <a:bodyPr wrap="square" lIns="0" tIns="0" rIns="252000" bIns="0" rtlCol="0" anchor="ctr" anchorCtr="0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437" name="TextBox 89">
              <a:extLst>
                <a:ext uri="{FF2B5EF4-FFF2-40B4-BE49-F238E27FC236}">
                  <ns2:creationId id="{198C7FA0-4DE0-39AF-487A-2B95E21DB8DB}"/>
                </a:ext>
              </a:extLst>
            </p:cNvPr>
            <p:cNvSpPr txBox="1"/>
            <p:nvPr/>
          </p:nvSpPr>
          <p:spPr>
            <a:xfrm>
              <a:off x="11009375" y="2892928"/>
              <a:ext cx="847662" cy="230894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-</a:t>
              </a: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grpSp>
          <p:nvGrpSpPr>
            <p:cNvPr id="48" name="グループ化 47">
              <a:extLst>
                <a:ext uri="{FF2B5EF4-FFF2-40B4-BE49-F238E27FC236}">
                  <ns2:creationId id="{9607D59E-1A88-C2FC-9442-7D5B0942F889}"/>
                </a:ext>
              </a:extLst>
            </p:cNvPr>
            <p:cNvGrpSpPr/>
            <p:nvPr/>
          </p:nvGrpSpPr>
          <p:grpSpPr>
            <a:xfrm>
              <a:off x="7199752" y="2875670"/>
              <a:ext cx="4657285" cy="1844025"/>
              <a:chOff x="7199752" y="2875670"/>
              <a:chExt cx="4657285" cy="1844025"/>
            </a:xfrm>
          </p:grpSpPr>
          <p:cxnSp>
            <p:nvCxnSpPr>
              <p:cNvPr id="449" name="直線コネクタ 448">
                <a:extLst>
                  <a:ext uri="{FF2B5EF4-FFF2-40B4-BE49-F238E27FC236}">
                    <ns2:creationId id="{06F780C4-E006-3E9E-550E-C954D1B55C9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4718354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直線コネクタ 449">
                <a:extLst>
                  <a:ext uri="{FF2B5EF4-FFF2-40B4-BE49-F238E27FC236}">
                    <ns2:creationId id="{30E2D5D4-8919-4D28-E62D-139C3B3A75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4718541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直線コネクタ 450">
                <a:extLst>
                  <a:ext uri="{FF2B5EF4-FFF2-40B4-BE49-F238E27FC236}">
                    <ns2:creationId id="{5EF161F0-204F-2338-46BD-7EAEAC296F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67406" y="4717386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線コネクタ 487">
                <a:extLst>
                  <a:ext uri="{FF2B5EF4-FFF2-40B4-BE49-F238E27FC236}">
                    <ns2:creationId id="{A4761E19-9127-085A-CACD-C73ADE33F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4718541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9" name="直線コネクタ 498">
                <a:extLst>
                  <a:ext uri="{FF2B5EF4-FFF2-40B4-BE49-F238E27FC236}">
                    <ns2:creationId id="{109576C9-B2C6-386C-A108-7B1DD2871E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4718541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線コネクタ 540">
                <a:extLst>
                  <a:ext uri="{FF2B5EF4-FFF2-40B4-BE49-F238E27FC236}">
                    <ns2:creationId id="{39FF2C7E-2B67-5075-B20D-741DC027B7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4455376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直線コネクタ 541">
                <a:extLst>
                  <a:ext uri="{FF2B5EF4-FFF2-40B4-BE49-F238E27FC236}">
                    <ns2:creationId id="{CBBF3D27-E202-A944-2101-B34B8F65C4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4455439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直線コネクタ 542">
                <a:extLst>
                  <a:ext uri="{FF2B5EF4-FFF2-40B4-BE49-F238E27FC236}">
                    <ns2:creationId id="{EC44C2E2-D296-0527-7B29-13C365CF6C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4454284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4" name="直線コネクタ 543">
                <a:extLst>
                  <a:ext uri="{FF2B5EF4-FFF2-40B4-BE49-F238E27FC236}">
                    <ns2:creationId id="{6447E35D-F623-EE60-DD96-F267B6B872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4455439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直線コネクタ 544">
                <a:extLst>
                  <a:ext uri="{FF2B5EF4-FFF2-40B4-BE49-F238E27FC236}">
                    <ns2:creationId id="{3ADB59CA-3660-799C-9C9D-E6EC3CE683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4455439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直線コネクタ 550">
                <a:extLst>
                  <a:ext uri="{FF2B5EF4-FFF2-40B4-BE49-F238E27FC236}">
                    <ns2:creationId id="{E794E010-57BD-FE4F-3FB2-89A7ABB210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4192275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2" name="直線コネクタ 551">
                <a:extLst>
                  <a:ext uri="{FF2B5EF4-FFF2-40B4-BE49-F238E27FC236}">
                    <ns2:creationId id="{87856A09-3308-9C5B-46DE-93DC474415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4192337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3" name="直線コネクタ 552">
                <a:extLst>
                  <a:ext uri="{FF2B5EF4-FFF2-40B4-BE49-F238E27FC236}">
                    <ns2:creationId id="{86118ADF-C9A0-0281-D945-4541F84AC1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4191182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4" name="直線コネクタ 553">
                <a:extLst>
                  <a:ext uri="{FF2B5EF4-FFF2-40B4-BE49-F238E27FC236}">
                    <ns2:creationId id="{F5AE145F-5F31-F7B5-CEB1-25A80057AF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4192337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直線コネクタ 554">
                <a:extLst>
                  <a:ext uri="{FF2B5EF4-FFF2-40B4-BE49-F238E27FC236}">
                    <ns2:creationId id="{1024603C-8D3B-CEE8-8E82-A4AB98BAB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4192337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直線コネクタ 555">
                <a:extLst>
                  <a:ext uri="{FF2B5EF4-FFF2-40B4-BE49-F238E27FC236}">
                    <ns2:creationId id="{980333EC-9DCE-9484-8114-C226A65E65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929172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7" name="直線コネクタ 556">
                <a:extLst>
                  <a:ext uri="{FF2B5EF4-FFF2-40B4-BE49-F238E27FC236}">
                    <ns2:creationId id="{8974CC31-6490-4F07-099F-0C50CA39B5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929234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8" name="直線コネクタ 557">
                <a:extLst>
                  <a:ext uri="{FF2B5EF4-FFF2-40B4-BE49-F238E27FC236}">
                    <ns2:creationId id="{1DC4861C-E100-76E0-7452-916B0EFE07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928080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直線コネクタ 558">
                <a:extLst>
                  <a:ext uri="{FF2B5EF4-FFF2-40B4-BE49-F238E27FC236}">
                    <ns2:creationId id="{FE2EF306-8CAA-03D7-B040-E9F761EE12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929234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0" name="直線コネクタ 559">
                <a:extLst>
                  <a:ext uri="{FF2B5EF4-FFF2-40B4-BE49-F238E27FC236}">
                    <ns2:creationId id="{70327E40-A9DA-585D-9E2D-17A03E7A9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929234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直線コネクタ 560">
                <a:extLst>
                  <a:ext uri="{FF2B5EF4-FFF2-40B4-BE49-F238E27FC236}">
                    <ns2:creationId id="{EF4C75C4-9785-A552-345C-DD3591C067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666069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直線コネクタ 561">
                <a:extLst>
                  <a:ext uri="{FF2B5EF4-FFF2-40B4-BE49-F238E27FC236}">
                    <ns2:creationId id="{11E4BB88-05C7-8F98-B689-EB7A6C0C8F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666131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直線コネクタ 562">
                <a:extLst>
                  <a:ext uri="{FF2B5EF4-FFF2-40B4-BE49-F238E27FC236}">
                    <ns2:creationId id="{534DA083-DB8F-EEE3-8CA9-1169822CF9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664977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4" name="直線コネクタ 563">
                <a:extLst>
                  <a:ext uri="{FF2B5EF4-FFF2-40B4-BE49-F238E27FC236}">
                    <ns2:creationId id="{C8473602-C561-E005-9794-C5D8AFD3C8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666131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5" name="直線コネクタ 564">
                <a:extLst>
                  <a:ext uri="{FF2B5EF4-FFF2-40B4-BE49-F238E27FC236}">
                    <ns2:creationId id="{95418629-8E45-2F82-8CE5-8FAA61CAE4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666131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6" name="直線コネクタ 565">
                <a:extLst>
                  <a:ext uri="{FF2B5EF4-FFF2-40B4-BE49-F238E27FC236}">
                    <ns2:creationId id="{2AA2B767-CF42-79E3-EF9B-065D1BC7E9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402966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7" name="直線コネクタ 566">
                <a:extLst>
                  <a:ext uri="{FF2B5EF4-FFF2-40B4-BE49-F238E27FC236}">
                    <ns2:creationId id="{3F103069-5F34-0C44-75A1-78D12F964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403029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8" name="直線コネクタ 567">
                <a:extLst>
                  <a:ext uri="{FF2B5EF4-FFF2-40B4-BE49-F238E27FC236}">
                    <ns2:creationId id="{8B4DFF16-7279-718C-BBC6-B2F30174A6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401875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9" name="直線コネクタ 568">
                <a:extLst>
                  <a:ext uri="{FF2B5EF4-FFF2-40B4-BE49-F238E27FC236}">
                    <ns2:creationId id="{3A68F7F5-12A3-F617-E440-FC5A3360E3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403029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0" name="直線コネクタ 569">
                <a:extLst>
                  <a:ext uri="{FF2B5EF4-FFF2-40B4-BE49-F238E27FC236}">
                    <ns2:creationId id="{5C82B37F-1EA5-BFDE-C5B3-A83439463E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403029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1" name="直線コネクタ 570">
                <a:extLst>
                  <a:ext uri="{FF2B5EF4-FFF2-40B4-BE49-F238E27FC236}">
                    <ns2:creationId id="{2587B829-344D-8539-910E-4F81958ABD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403587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2" name="直線コネクタ 571">
                <a:extLst>
                  <a:ext uri="{FF2B5EF4-FFF2-40B4-BE49-F238E27FC236}">
                    <ns2:creationId id="{EE2D881D-76C7-609D-2DC3-DCD70B10EB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402433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3" name="直線コネクタ 572">
                <a:extLst>
                  <a:ext uri="{FF2B5EF4-FFF2-40B4-BE49-F238E27FC236}">
                    <ns2:creationId id="{52A8EAE9-4E01-098E-A66D-ABCD8D4CF7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403587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4" name="直線コネクタ 573">
                <a:extLst>
                  <a:ext uri="{FF2B5EF4-FFF2-40B4-BE49-F238E27FC236}">
                    <ns2:creationId id="{1EAD9384-5D4D-DE48-D44D-645EA14CDD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403587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5" name="直線コネクタ 574">
                <a:extLst>
                  <a:ext uri="{FF2B5EF4-FFF2-40B4-BE49-F238E27FC236}">
                    <ns2:creationId id="{BEC009CC-16A3-C283-BE89-6E7482E881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3139864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直線コネクタ 575">
                <a:extLst>
                  <a:ext uri="{FF2B5EF4-FFF2-40B4-BE49-F238E27FC236}">
                    <ns2:creationId id="{7CBE8DA3-CA3F-44CC-1E96-D8585A1BEE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3139926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7" name="直線コネクタ 576">
                <a:extLst>
                  <a:ext uri="{FF2B5EF4-FFF2-40B4-BE49-F238E27FC236}">
                    <ns2:creationId id="{04B341D1-69A1-2541-3E8D-84AC8E8E81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3138772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8" name="直線コネクタ 577">
                <a:extLst>
                  <a:ext uri="{FF2B5EF4-FFF2-40B4-BE49-F238E27FC236}">
                    <ns2:creationId id="{5A590CAD-5809-41E2-2EDE-5FB044A8B8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3139926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9" name="直線コネクタ 578">
                <a:extLst>
                  <a:ext uri="{FF2B5EF4-FFF2-40B4-BE49-F238E27FC236}">
                    <ns2:creationId id="{161D8D84-206C-6AA6-AC8A-3CDB28E89D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3139926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0" name="直線コネクタ 579">
                <a:extLst>
                  <a:ext uri="{FF2B5EF4-FFF2-40B4-BE49-F238E27FC236}">
                    <ns2:creationId id="{7C70F4D9-E5DD-5759-27CF-CCA12F2C3D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99752" y="2876762"/>
                <a:ext cx="1064086" cy="125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1" name="直線コネクタ 580">
                <a:extLst>
                  <a:ext uri="{FF2B5EF4-FFF2-40B4-BE49-F238E27FC236}">
                    <ns2:creationId id="{E6B766E0-D722-CDC5-926E-02630A46A1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0629" y="2876825"/>
                <a:ext cx="64927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直線コネクタ 581">
                <a:extLst>
                  <a:ext uri="{FF2B5EF4-FFF2-40B4-BE49-F238E27FC236}">
                    <ns2:creationId id="{DB6F08CE-16D0-81FF-A7A8-6828ACEFA5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56433" y="2875670"/>
                <a:ext cx="757485" cy="230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コネクタ 582">
                <a:extLst>
                  <a:ext uri="{FF2B5EF4-FFF2-40B4-BE49-F238E27FC236}">
                    <ns2:creationId id="{2A13C8CB-A639-F740-54AC-19C0E60296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09375" y="2876825"/>
                <a:ext cx="847662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コネクタ 583">
                <a:extLst>
                  <a:ext uri="{FF2B5EF4-FFF2-40B4-BE49-F238E27FC236}">
                    <ns2:creationId id="{E1979D9F-9DF4-4962-F02F-2D19D93C03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4285" y="2876825"/>
                <a:ext cx="865697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7" name="グループ化 46">
            <a:extLst>
              <a:ext uri="{FF2B5EF4-FFF2-40B4-BE49-F238E27FC236}">
                <ns2:creationId id="{94CD7762-F439-6F00-14E7-9BAE38B30F7B}"/>
              </a:ext>
            </a:extLst>
          </p:cNvPr>
          <p:cNvGrpSpPr/>
          <p:nvPr/>
        </p:nvGrpSpPr>
        <p:grpSpPr>
          <a:xfrm>
            <a:off x="6221414" y="5480485"/>
            <a:ext cx="5635624" cy="714577"/>
            <a:chOff x="6221414" y="5480485"/>
            <a:chExt cx="5635624" cy="714577"/>
          </a:xfrm>
        </p:grpSpPr>
        <p:sp>
          <p:nvSpPr>
            <p:cNvPr id="585" name="正方形/長方形 584">
              <a:extLst>
                <a:ext uri="{FF2B5EF4-FFF2-40B4-BE49-F238E27FC236}">
                  <ns2:creationId id="{2234958D-8CBC-A83C-9A12-FAF621E9C4E5}"/>
                </a:ext>
              </a:extLst>
            </p:cNvPr>
            <p:cNvSpPr/>
            <p:nvPr/>
          </p:nvSpPr>
          <p:spPr>
            <a:xfrm>
              <a:off x="6221414" y="5480485"/>
              <a:ext cx="5635624" cy="43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5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50">
                  <a:solidFill>
                    <a:srgbClr val="008000"/>
                  </a:solidFill>
                  <a:latin typeface="+mn-ea"/>
                </a:rPr>
                <a:t>・</a:t>
              </a:r>
              <a:r>
                <a:rPr kumimoji="1" lang="en-US" altLang="ja-JP" sz="1450">
                  <a:solidFill>
                    <a:srgbClr val="008000"/>
                  </a:solidFill>
                  <a:latin typeface="+mn-ea"/>
                </a:rPr>
                <a:t>4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1450">
                  <a:solidFill>
                    <a:schemeClr val="tx1"/>
                  </a:solidFill>
                  <a:latin typeface="+mn-ea"/>
                </a:rPr>
                <a:t>2</a:t>
              </a:r>
              <a:r>
                <a:rPr kumimoji="1" lang="ja-JP" altLang="en-US" sz="145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6" name="正方形/長方形 585">
              <a:extLst>
                <a:ext uri="{FF2B5EF4-FFF2-40B4-BE49-F238E27FC236}">
                  <ns2:creationId id="{43724DEA-A098-2C83-7A92-FA7324A8E7B3}"/>
                </a:ext>
              </a:extLst>
            </p:cNvPr>
            <p:cNvSpPr/>
            <p:nvPr/>
          </p:nvSpPr>
          <p:spPr>
            <a:xfrm>
              <a:off x="6468747" y="5876725"/>
              <a:ext cx="2163510" cy="3183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4</a:t>
              </a:r>
              <a:r>
                <a:rPr kumimoji="1"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599" name="二等辺三角形 598">
              <a:extLst>
                <a:ext uri="{FF2B5EF4-FFF2-40B4-BE49-F238E27FC236}">
                  <ns2:creationId id="{E6A8234D-6E53-2193-D341-6DD89FAC7F59}"/>
                </a:ext>
              </a:extLst>
            </p:cNvPr>
            <p:cNvSpPr/>
            <p:nvPr/>
          </p:nvSpPr>
          <p:spPr>
            <a:xfrm rot="5400000">
              <a:off x="6185686" y="5949216"/>
              <a:ext cx="318336" cy="173355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44" name="グループ化 43">
            <a:extLst>
              <a:ext uri="{FF2B5EF4-FFF2-40B4-BE49-F238E27FC236}">
                <ns2:creationId id="{5BAB4F2B-093E-7B89-FD64-C0A766A9C3D7}"/>
              </a:ext>
            </a:extLst>
          </p:cNvPr>
          <p:cNvGrpSpPr/>
          <p:nvPr/>
        </p:nvGrpSpPr>
        <p:grpSpPr>
          <a:xfrm>
            <a:off x="334960" y="3428999"/>
            <a:ext cx="5649735" cy="2090855"/>
            <a:chOff x="334960" y="3381142"/>
            <a:chExt cx="5649735" cy="2395407"/>
          </a:xfrm>
        </p:grpSpPr>
        <p:sp>
          <p:nvSpPr>
            <p:cNvPr id="14" name="正方形/長方形 13">
              <a:extLst>
                <a:ext uri="{FF2B5EF4-FFF2-40B4-BE49-F238E27FC236}">
                  <ns2:creationId id="{DD43E46B-408B-6E8F-3C21-2443B3C452E5}"/>
                </a:ext>
              </a:extLst>
            </p:cNvPr>
            <p:cNvSpPr/>
            <p:nvPr/>
          </p:nvSpPr>
          <p:spPr>
            <a:xfrm>
              <a:off x="2247938" y="3381142"/>
              <a:ext cx="1826615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E27F204B-04D6-C087-47B7-71F2672E25ED}"/>
                </a:ext>
              </a:extLst>
            </p:cNvPr>
            <p:cNvSpPr/>
            <p:nvPr/>
          </p:nvSpPr>
          <p:spPr>
            <a:xfrm>
              <a:off x="2247938" y="3772984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8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550</a:t>
              </a:r>
              <a:r>
                <a:rPr kumimoji="1" lang="ja-JP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9FE23053-9198-C811-EAB9-33DFECA9AF99}"/>
                </a:ext>
              </a:extLst>
            </p:cNvPr>
            <p:cNvSpPr/>
            <p:nvPr/>
          </p:nvSpPr>
          <p:spPr>
            <a:xfrm>
              <a:off x="2247938" y="4188437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600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58A95EDC-4C00-1382-003C-7CC0ECBBD4BA}"/>
                </a:ext>
              </a:extLst>
            </p:cNvPr>
            <p:cNvSpPr/>
            <p:nvPr/>
          </p:nvSpPr>
          <p:spPr>
            <a:xfrm>
              <a:off x="2247938" y="4603890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480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FC7EE961-2B8E-217F-26F1-56208D92D701}"/>
                </a:ext>
              </a:extLst>
            </p:cNvPr>
            <p:cNvSpPr/>
            <p:nvPr/>
          </p:nvSpPr>
          <p:spPr>
            <a:xfrm>
              <a:off x="2247938" y="5019343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580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DFD51E14-358C-0C55-ACCD-D1C69C430BF4}"/>
                </a:ext>
              </a:extLst>
            </p:cNvPr>
            <p:cNvSpPr/>
            <p:nvPr/>
          </p:nvSpPr>
          <p:spPr>
            <a:xfrm>
              <a:off x="334961" y="3772984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17F4C905-AF56-6014-8425-22D331F2DC2F}"/>
                </a:ext>
              </a:extLst>
            </p:cNvPr>
            <p:cNvSpPr/>
            <p:nvPr/>
          </p:nvSpPr>
          <p:spPr>
            <a:xfrm>
              <a:off x="334960" y="4188437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CDA59926-A7D9-51DA-5C6E-6A7D030ED65C}"/>
                </a:ext>
              </a:extLst>
            </p:cNvPr>
            <p:cNvSpPr/>
            <p:nvPr/>
          </p:nvSpPr>
          <p:spPr>
            <a:xfrm>
              <a:off x="334960" y="4603890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791B2F52-238C-5481-2850-A2B560F86A6F}"/>
                </a:ext>
              </a:extLst>
            </p:cNvPr>
            <p:cNvSpPr/>
            <p:nvPr/>
          </p:nvSpPr>
          <p:spPr>
            <a:xfrm>
              <a:off x="334960" y="5019343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9B6CA247-F85C-A1D4-0A75-732D0DB7F3EB}"/>
                </a:ext>
              </a:extLst>
            </p:cNvPr>
            <p:cNvSpPr/>
            <p:nvPr/>
          </p:nvSpPr>
          <p:spPr>
            <a:xfrm>
              <a:off x="4158080" y="3381142"/>
              <a:ext cx="1826615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D207D68E-0BD0-9ED1-0B56-A53CDBE02388}"/>
                </a:ext>
              </a:extLst>
            </p:cNvPr>
            <p:cNvSpPr/>
            <p:nvPr/>
          </p:nvSpPr>
          <p:spPr>
            <a:xfrm>
              <a:off x="4158080" y="3772984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b="1">
                  <a:solidFill>
                    <a:srgbClr val="008000"/>
                  </a:solidFill>
                  <a:latin typeface="+mn-ea"/>
                </a:rPr>
                <a:t>500</a:t>
              </a:r>
              <a:r>
                <a:rPr lang="ja-JP" altLang="en-US" b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B57FF426-E3A5-CBEA-66A6-02D341E6F2DF}"/>
                </a:ext>
              </a:extLst>
            </p:cNvPr>
            <p:cNvSpPr/>
            <p:nvPr/>
          </p:nvSpPr>
          <p:spPr>
            <a:xfrm>
              <a:off x="4158079" y="4188437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610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6EA306F0-205C-B46A-1B1E-6C8EB7029095}"/>
                </a:ext>
              </a:extLst>
            </p:cNvPr>
            <p:cNvSpPr/>
            <p:nvPr/>
          </p:nvSpPr>
          <p:spPr>
            <a:xfrm>
              <a:off x="4158079" y="4603890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450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490A4603-F402-A886-EBA7-1559EEDDDD8D}"/>
                </a:ext>
              </a:extLst>
            </p:cNvPr>
            <p:cNvSpPr/>
            <p:nvPr/>
          </p:nvSpPr>
          <p:spPr>
            <a:xfrm>
              <a:off x="4158079" y="5019343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600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55E3F0B2-D4BB-F5C2-FD4C-07068ADE1A11}"/>
                </a:ext>
              </a:extLst>
            </p:cNvPr>
            <p:cNvSpPr/>
            <p:nvPr/>
          </p:nvSpPr>
          <p:spPr>
            <a:xfrm>
              <a:off x="2247938" y="5434795"/>
              <a:ext cx="1826615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320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F0740206-FB0E-29A6-64B0-A36223DB2258}"/>
                </a:ext>
              </a:extLst>
            </p:cNvPr>
            <p:cNvSpPr/>
            <p:nvPr/>
          </p:nvSpPr>
          <p:spPr>
            <a:xfrm>
              <a:off x="334960" y="5434795"/>
              <a:ext cx="1872459" cy="3417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A1657E71-19C7-D86F-6CF5-AE9A898D1B62}"/>
                </a:ext>
              </a:extLst>
            </p:cNvPr>
            <p:cNvSpPr/>
            <p:nvPr/>
          </p:nvSpPr>
          <p:spPr>
            <a:xfrm>
              <a:off x="4158079" y="5434795"/>
              <a:ext cx="1825200" cy="341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>
                  <a:solidFill>
                    <a:schemeClr val="tx1"/>
                  </a:solidFill>
                  <a:latin typeface="+mn-ea"/>
                </a:rPr>
                <a:t>300</a:t>
              </a:r>
              <a:r>
                <a:rPr lang="ja-JP" altLang="en-US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7" name="正方形/長方形 586">
              <a:extLst>
                <a:ext uri="{FF2B5EF4-FFF2-40B4-BE49-F238E27FC236}">
                  <ns2:creationId id="{CAFF01B4-3053-9389-77F6-63B3F8E05146}"/>
                </a:ext>
              </a:extLst>
            </p:cNvPr>
            <p:cNvSpPr/>
            <p:nvPr/>
          </p:nvSpPr>
          <p:spPr>
            <a:xfrm>
              <a:off x="2247938" y="3772984"/>
              <a:ext cx="3735341" cy="341754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613" name="直線コネクタ 612">
              <a:extLst>
                <a:ext uri="{FF2B5EF4-FFF2-40B4-BE49-F238E27FC236}">
                  <ns2:creationId id="{7FF1CC56-B660-85D8-B06F-5D8D4328CFE7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4151587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直線コネクタ 616">
              <a:extLst>
                <a:ext uri="{FF2B5EF4-FFF2-40B4-BE49-F238E27FC236}">
                  <ns2:creationId id="{D27CEDF5-F381-E9AC-67D6-C85C3212567C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4567040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直線コネクタ 617">
              <a:extLst>
                <a:ext uri="{FF2B5EF4-FFF2-40B4-BE49-F238E27FC236}">
                  <ns2:creationId id="{72D3CAF9-5C1A-707D-22FA-8F0861F9791F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4982493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直線コネクタ 618">
              <a:extLst>
                <a:ext uri="{FF2B5EF4-FFF2-40B4-BE49-F238E27FC236}">
                  <ns2:creationId id="{F799A591-9A0B-F268-F9A4-884D3EE0B0A1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80" y="5397946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直線コネクタ 619">
              <a:extLst>
                <a:ext uri="{FF2B5EF4-FFF2-40B4-BE49-F238E27FC236}">
                  <ns2:creationId id="{8C9A9C2A-DB7B-2D42-A05B-BE69A26C23A3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4151587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直線コネクタ 620">
              <a:extLst>
                <a:ext uri="{FF2B5EF4-FFF2-40B4-BE49-F238E27FC236}">
                  <ns2:creationId id="{3CC0F558-48E6-D7C8-E101-84BDF2E07E3F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4567040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直線コネクタ 621">
              <a:extLst>
                <a:ext uri="{FF2B5EF4-FFF2-40B4-BE49-F238E27FC236}">
                  <ns2:creationId id="{2BA864DC-04FF-3D51-3B0F-0D403D54BD70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4982493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直線コネクタ 622">
              <a:extLst>
                <a:ext uri="{FF2B5EF4-FFF2-40B4-BE49-F238E27FC236}">
                  <ns2:creationId id="{31EF7F84-4686-79FA-AC51-5CA825112EF3}"/>
                </a:ext>
              </a:extLst>
            </p:cNvPr>
            <p:cNvCxnSpPr>
              <a:cxnSpLocks/>
            </p:cNvCxnSpPr>
            <p:nvPr/>
          </p:nvCxnSpPr>
          <p:spPr>
            <a:xfrm>
              <a:off x="2247938" y="5397946"/>
              <a:ext cx="18252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735148551"/>
      </p:ext>
    </p:extLst>
  </p:cSld>
  <p:clrMapOvr>
    <a:masterClrMapping/>
  </p:clrMapOvr>
</p:sld>
</file>

<file path=ppt/slides/slide8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CE7776C-8C22-683A-F7E1-7B473E6C8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476409"/>
            <a:ext cx="11633993" cy="437991"/>
          </a:xfrm>
        </p:spPr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03F0E8A-3DE2-D5EA-7856-3645409AAC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2" y="937452"/>
            <a:ext cx="11522075" cy="614482"/>
          </a:xfrm>
        </p:spPr>
        <p:txBody>
          <a:bodyPr/>
          <a:lstStyle/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BI</a:t>
            </a:r>
            <a:r>
              <a:rPr kumimoji="1" lang="ja-JP" altLang="en-US" sz="1800" dirty="0"/>
              <a:t>XX</a:t>
            </a:r>
          </a:p>
          <a:p>
            <a:r>
              <a:rPr kumimoji="1" lang="ja-JP" altLang="en-US" sz="1800" dirty="0"/>
              <a:t>XX</a:t>
            </a:r>
          </a:p>
        </p:txBody>
      </p:sp>
      <p:sp>
        <p:nvSpPr>
          <p:cNvPr id="158" name="フローチャート: 手作業 157">
            <a:extLst>
              <a:ext uri="{FF2B5EF4-FFF2-40B4-BE49-F238E27FC236}">
                <ns2:creationId id="{D04AF3D8-65DD-E766-FF83-EC951839B261}"/>
              </a:ext>
            </a:extLst>
          </p:cNvPr>
          <p:cNvSpPr/>
          <p:nvPr/>
        </p:nvSpPr>
        <p:spPr>
          <a:xfrm rot="5400000" flipH="1">
            <a:off x="114" y="3809430"/>
            <a:ext cx="4698706" cy="29066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0 w 9042"/>
              <a:gd name="connsiteY0" fmla="*/ 0 h 10000"/>
              <a:gd name="connsiteX1" fmla="*/ 9042 w 9042"/>
              <a:gd name="connsiteY1" fmla="*/ 0 h 10000"/>
              <a:gd name="connsiteX2" fmla="*/ 8000 w 9042"/>
              <a:gd name="connsiteY2" fmla="*/ 10000 h 10000"/>
              <a:gd name="connsiteX3" fmla="*/ 2000 w 9042"/>
              <a:gd name="connsiteY3" fmla="*/ 10000 h 10000"/>
              <a:gd name="connsiteX4" fmla="*/ 0 w 9042"/>
              <a:gd name="connsiteY4" fmla="*/ 0 h 10000"/>
              <a:gd name="connsiteX0" fmla="*/ 0 w 11413"/>
              <a:gd name="connsiteY0" fmla="*/ 0 h 10610"/>
              <a:gd name="connsiteX1" fmla="*/ 11413 w 11413"/>
              <a:gd name="connsiteY1" fmla="*/ 610 h 10610"/>
              <a:gd name="connsiteX2" fmla="*/ 10261 w 11413"/>
              <a:gd name="connsiteY2" fmla="*/ 10610 h 10610"/>
              <a:gd name="connsiteX3" fmla="*/ 3625 w 11413"/>
              <a:gd name="connsiteY3" fmla="*/ 10610 h 10610"/>
              <a:gd name="connsiteX4" fmla="*/ 0 w 11413"/>
              <a:gd name="connsiteY4" fmla="*/ 0 h 10610"/>
              <a:gd name="connsiteX0" fmla="*/ 0 w 11413"/>
              <a:gd name="connsiteY0" fmla="*/ 0 h 10610"/>
              <a:gd name="connsiteX1" fmla="*/ 11413 w 11413"/>
              <a:gd name="connsiteY1" fmla="*/ 610 h 10610"/>
              <a:gd name="connsiteX2" fmla="*/ 10366 w 11413"/>
              <a:gd name="connsiteY2" fmla="*/ 10610 h 10610"/>
              <a:gd name="connsiteX3" fmla="*/ 3625 w 11413"/>
              <a:gd name="connsiteY3" fmla="*/ 10610 h 10610"/>
              <a:gd name="connsiteX4" fmla="*/ 0 w 11413"/>
              <a:gd name="connsiteY4" fmla="*/ 0 h 10610"/>
              <a:gd name="connsiteX0" fmla="*/ 0 w 11413"/>
              <a:gd name="connsiteY0" fmla="*/ 0 h 10610"/>
              <a:gd name="connsiteX1" fmla="*/ 11413 w 11413"/>
              <a:gd name="connsiteY1" fmla="*/ 610 h 10610"/>
              <a:gd name="connsiteX2" fmla="*/ 10366 w 11413"/>
              <a:gd name="connsiteY2" fmla="*/ 10610 h 10610"/>
              <a:gd name="connsiteX3" fmla="*/ 3372 w 11413"/>
              <a:gd name="connsiteY3" fmla="*/ 10610 h 10610"/>
              <a:gd name="connsiteX4" fmla="*/ 0 w 11413"/>
              <a:gd name="connsiteY4" fmla="*/ 0 h 10610"/>
              <a:gd name="connsiteX0" fmla="*/ 0 w 11413"/>
              <a:gd name="connsiteY0" fmla="*/ 0 h 10956"/>
              <a:gd name="connsiteX1" fmla="*/ 11413 w 11413"/>
              <a:gd name="connsiteY1" fmla="*/ 610 h 10956"/>
              <a:gd name="connsiteX2" fmla="*/ 10408 w 11413"/>
              <a:gd name="connsiteY2" fmla="*/ 10956 h 10956"/>
              <a:gd name="connsiteX3" fmla="*/ 3372 w 11413"/>
              <a:gd name="connsiteY3" fmla="*/ 10610 h 10956"/>
              <a:gd name="connsiteX4" fmla="*/ 0 w 11413"/>
              <a:gd name="connsiteY4" fmla="*/ 0 h 10956"/>
              <a:gd name="connsiteX0" fmla="*/ 0 w 11360"/>
              <a:gd name="connsiteY0" fmla="*/ 0 h 10519"/>
              <a:gd name="connsiteX1" fmla="*/ 11360 w 11360"/>
              <a:gd name="connsiteY1" fmla="*/ 173 h 10519"/>
              <a:gd name="connsiteX2" fmla="*/ 10355 w 11360"/>
              <a:gd name="connsiteY2" fmla="*/ 10519 h 10519"/>
              <a:gd name="connsiteX3" fmla="*/ 3319 w 11360"/>
              <a:gd name="connsiteY3" fmla="*/ 10173 h 10519"/>
              <a:gd name="connsiteX4" fmla="*/ 0 w 11360"/>
              <a:gd name="connsiteY4" fmla="*/ 0 h 10519"/>
              <a:gd name="connsiteX0" fmla="*/ 0 w 11413"/>
              <a:gd name="connsiteY0" fmla="*/ 264 h 10783"/>
              <a:gd name="connsiteX1" fmla="*/ 11413 w 11413"/>
              <a:gd name="connsiteY1" fmla="*/ 0 h 10783"/>
              <a:gd name="connsiteX2" fmla="*/ 10355 w 11413"/>
              <a:gd name="connsiteY2" fmla="*/ 10783 h 10783"/>
              <a:gd name="connsiteX3" fmla="*/ 3319 w 11413"/>
              <a:gd name="connsiteY3" fmla="*/ 10437 h 10783"/>
              <a:gd name="connsiteX4" fmla="*/ 0 w 11413"/>
              <a:gd name="connsiteY4" fmla="*/ 264 h 10783"/>
              <a:gd name="connsiteX0" fmla="*/ 0 w 11378"/>
              <a:gd name="connsiteY0" fmla="*/ 264 h 10783"/>
              <a:gd name="connsiteX1" fmla="*/ 11378 w 11378"/>
              <a:gd name="connsiteY1" fmla="*/ 0 h 10783"/>
              <a:gd name="connsiteX2" fmla="*/ 10355 w 11378"/>
              <a:gd name="connsiteY2" fmla="*/ 10783 h 10783"/>
              <a:gd name="connsiteX3" fmla="*/ 3319 w 11378"/>
              <a:gd name="connsiteY3" fmla="*/ 10437 h 10783"/>
              <a:gd name="connsiteX4" fmla="*/ 0 w 11378"/>
              <a:gd name="connsiteY4" fmla="*/ 264 h 10783"/>
              <a:gd name="connsiteX0" fmla="*/ 0 w 11378"/>
              <a:gd name="connsiteY0" fmla="*/ 264 h 11161"/>
              <a:gd name="connsiteX1" fmla="*/ 11378 w 11378"/>
              <a:gd name="connsiteY1" fmla="*/ 0 h 11161"/>
              <a:gd name="connsiteX2" fmla="*/ 10320 w 11378"/>
              <a:gd name="connsiteY2" fmla="*/ 11161 h 11161"/>
              <a:gd name="connsiteX3" fmla="*/ 3319 w 11378"/>
              <a:gd name="connsiteY3" fmla="*/ 10437 h 11161"/>
              <a:gd name="connsiteX4" fmla="*/ 0 w 11378"/>
              <a:gd name="connsiteY4" fmla="*/ 264 h 11161"/>
              <a:gd name="connsiteX0" fmla="*/ 0 w 11343"/>
              <a:gd name="connsiteY0" fmla="*/ 0 h 11275"/>
              <a:gd name="connsiteX1" fmla="*/ 11343 w 11343"/>
              <a:gd name="connsiteY1" fmla="*/ 114 h 11275"/>
              <a:gd name="connsiteX2" fmla="*/ 10285 w 11343"/>
              <a:gd name="connsiteY2" fmla="*/ 11275 h 11275"/>
              <a:gd name="connsiteX3" fmla="*/ 3284 w 11343"/>
              <a:gd name="connsiteY3" fmla="*/ 10551 h 11275"/>
              <a:gd name="connsiteX4" fmla="*/ 0 w 11343"/>
              <a:gd name="connsiteY4" fmla="*/ 0 h 11275"/>
              <a:gd name="connsiteX0" fmla="*/ 0 w 11343"/>
              <a:gd name="connsiteY0" fmla="*/ 0 h 11496"/>
              <a:gd name="connsiteX1" fmla="*/ 11343 w 11343"/>
              <a:gd name="connsiteY1" fmla="*/ 114 h 11496"/>
              <a:gd name="connsiteX2" fmla="*/ 10285 w 11343"/>
              <a:gd name="connsiteY2" fmla="*/ 11275 h 11496"/>
              <a:gd name="connsiteX3" fmla="*/ 3284 w 11343"/>
              <a:gd name="connsiteY3" fmla="*/ 11496 h 11496"/>
              <a:gd name="connsiteX4" fmla="*/ 0 w 11343"/>
              <a:gd name="connsiteY4" fmla="*/ 0 h 11496"/>
              <a:gd name="connsiteX0" fmla="*/ 0 w 11366"/>
              <a:gd name="connsiteY0" fmla="*/ 264 h 11760"/>
              <a:gd name="connsiteX1" fmla="*/ 11366 w 11366"/>
              <a:gd name="connsiteY1" fmla="*/ 0 h 11760"/>
              <a:gd name="connsiteX2" fmla="*/ 10285 w 11366"/>
              <a:gd name="connsiteY2" fmla="*/ 11539 h 11760"/>
              <a:gd name="connsiteX3" fmla="*/ 3284 w 11366"/>
              <a:gd name="connsiteY3" fmla="*/ 11760 h 11760"/>
              <a:gd name="connsiteX4" fmla="*/ 0 w 11366"/>
              <a:gd name="connsiteY4" fmla="*/ 264 h 11760"/>
              <a:gd name="connsiteX0" fmla="*/ 0 w 11366"/>
              <a:gd name="connsiteY0" fmla="*/ 453 h 11760"/>
              <a:gd name="connsiteX1" fmla="*/ 11366 w 11366"/>
              <a:gd name="connsiteY1" fmla="*/ 0 h 11760"/>
              <a:gd name="connsiteX2" fmla="*/ 10285 w 11366"/>
              <a:gd name="connsiteY2" fmla="*/ 11539 h 11760"/>
              <a:gd name="connsiteX3" fmla="*/ 3284 w 11366"/>
              <a:gd name="connsiteY3" fmla="*/ 11760 h 11760"/>
              <a:gd name="connsiteX4" fmla="*/ 0 w 11366"/>
              <a:gd name="connsiteY4" fmla="*/ 453 h 11760"/>
              <a:gd name="connsiteX0" fmla="*/ 0 w 11366"/>
              <a:gd name="connsiteY0" fmla="*/ 453 h 11539"/>
              <a:gd name="connsiteX1" fmla="*/ 11366 w 11366"/>
              <a:gd name="connsiteY1" fmla="*/ 0 h 11539"/>
              <a:gd name="connsiteX2" fmla="*/ 10285 w 11366"/>
              <a:gd name="connsiteY2" fmla="*/ 11539 h 11539"/>
              <a:gd name="connsiteX3" fmla="*/ 3399 w 11366"/>
              <a:gd name="connsiteY3" fmla="*/ 10550 h 11539"/>
              <a:gd name="connsiteX4" fmla="*/ 0 w 11366"/>
              <a:gd name="connsiteY4" fmla="*/ 453 h 11539"/>
              <a:gd name="connsiteX0" fmla="*/ 0 w 11366"/>
              <a:gd name="connsiteY0" fmla="*/ 453 h 10550"/>
              <a:gd name="connsiteX1" fmla="*/ 11366 w 11366"/>
              <a:gd name="connsiteY1" fmla="*/ 0 h 10550"/>
              <a:gd name="connsiteX2" fmla="*/ 10227 w 11366"/>
              <a:gd name="connsiteY2" fmla="*/ 10502 h 10550"/>
              <a:gd name="connsiteX3" fmla="*/ 3399 w 11366"/>
              <a:gd name="connsiteY3" fmla="*/ 10550 h 10550"/>
              <a:gd name="connsiteX4" fmla="*/ 0 w 11366"/>
              <a:gd name="connsiteY4" fmla="*/ 453 h 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66" h="10550">
                <a:moveTo>
                  <a:pt x="0" y="453"/>
                </a:moveTo>
                <a:lnTo>
                  <a:pt x="11366" y="0"/>
                </a:lnTo>
                <a:cubicBezTo>
                  <a:pt x="11013" y="3594"/>
                  <a:pt x="10580" y="6908"/>
                  <a:pt x="10227" y="10502"/>
                </a:cubicBezTo>
                <a:lnTo>
                  <a:pt x="3399" y="10550"/>
                </a:lnTo>
                <a:lnTo>
                  <a:pt x="0" y="453"/>
                </a:lnTo>
                <a:close/>
              </a:path>
            </a:pathLst>
          </a:custGeom>
          <a:gradFill flip="none" rotWithShape="1">
            <a:gsLst>
              <a:gs pos="100000">
                <a:srgbClr val="71BF84"/>
              </a:gs>
              <a:gs pos="0">
                <a:schemeClr val="accent6">
                  <a:lumMod val="20000"/>
                  <a:lumOff val="80000"/>
                  <a:alpha val="20000"/>
                </a:schemeClr>
              </a:gs>
            </a:gsLst>
            <a:lin ang="16200000" scaled="0"/>
            <a:tileRect/>
          </a:gra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3" name="グループ化 42">
            <a:extLst>
              <a:ext uri="{FF2B5EF4-FFF2-40B4-BE49-F238E27FC236}">
                <ns2:creationId id="{EDFE4274-8E1A-104F-97C5-38D4E3DE4B46}"/>
              </a:ext>
            </a:extLst>
          </p:cNvPr>
          <p:cNvGrpSpPr/>
          <p:nvPr/>
        </p:nvGrpSpPr>
        <p:grpSpPr>
          <a:xfrm>
            <a:off x="334963" y="1646193"/>
            <a:ext cx="1872000" cy="4662532"/>
            <a:chOff x="334963" y="1646193"/>
            <a:chExt cx="1872000" cy="4662532"/>
          </a:xfrm>
        </p:grpSpPr>
        <p:grpSp>
          <p:nvGrpSpPr>
            <p:cNvPr id="427" name="グループ化 426">
              <a:extLst>
                <a:ext uri="{FF2B5EF4-FFF2-40B4-BE49-F238E27FC236}">
                  <ns2:creationId id="{E1F000E9-BABA-7D1E-F8A3-40F921C3B250}"/>
                </a:ext>
              </a:extLst>
            </p:cNvPr>
            <p:cNvGrpSpPr/>
            <p:nvPr/>
          </p:nvGrpSpPr>
          <p:grpSpPr>
            <a:xfrm>
              <a:off x="334963" y="2050942"/>
              <a:ext cx="1872000" cy="2904565"/>
              <a:chOff x="334963" y="2050942"/>
              <a:chExt cx="1872000" cy="2904565"/>
            </a:xfrm>
          </p:grpSpPr>
          <p:sp>
            <p:nvSpPr>
              <p:cNvPr id="5" name="四角形: 角を丸くする 4">
                <a:extLst>
                  <a:ext uri="{FF2B5EF4-FFF2-40B4-BE49-F238E27FC236}">
                    <ns2:creationId id="{432B3501-89A2-5FDC-DFDD-3331ED9B46CB}"/>
                  </a:ext>
                </a:extLst>
              </p:cNvPr>
              <p:cNvSpPr/>
              <p:nvPr/>
            </p:nvSpPr>
            <p:spPr>
              <a:xfrm>
                <a:off x="334963" y="2050942"/>
                <a:ext cx="1872000" cy="2904565"/>
              </a:xfrm>
              <a:prstGeom prst="roundRect">
                <a:avLst>
                  <a:gd name="adj" fmla="val 1923"/>
                </a:avLst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648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54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" name="四角形: 角を丸くする 6">
                <a:extLst>
                  <a:ext uri="{FF2B5EF4-FFF2-40B4-BE49-F238E27FC236}">
                    <ns2:creationId id="{199953B3-E29D-A0CC-609B-544A506FDC47}"/>
                  </a:ext>
                </a:extLst>
              </p:cNvPr>
              <p:cNvSpPr/>
              <p:nvPr/>
            </p:nvSpPr>
            <p:spPr>
              <a:xfrm>
                <a:off x="460963" y="2166898"/>
                <a:ext cx="1620000" cy="468000"/>
              </a:xfrm>
              <a:prstGeom prst="roundRect">
                <a:avLst>
                  <a:gd name="adj" fmla="val 70985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37E62689-38EE-6067-FAC6-70F46242E579}"/>
                  </a:ext>
                </a:extLst>
              </p:cNvPr>
              <p:cNvSpPr/>
              <p:nvPr/>
            </p:nvSpPr>
            <p:spPr>
              <a:xfrm>
                <a:off x="460963" y="3429000"/>
                <a:ext cx="1620000" cy="468000"/>
              </a:xfrm>
              <a:prstGeom prst="roundRect">
                <a:avLst>
                  <a:gd name="adj" fmla="val 70985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8" name="グループ化 427">
              <a:extLst>
                <a:ext uri="{FF2B5EF4-FFF2-40B4-BE49-F238E27FC236}">
                  <ns2:creationId id="{6B665CA0-8C8D-C6A9-55CD-989A49E224B3}"/>
                </a:ext>
              </a:extLst>
            </p:cNvPr>
            <p:cNvGrpSpPr/>
            <p:nvPr/>
          </p:nvGrpSpPr>
          <p:grpSpPr>
            <a:xfrm>
              <a:off x="334963" y="5017674"/>
              <a:ext cx="1872000" cy="1291051"/>
              <a:chOff x="334963" y="5017674"/>
              <a:chExt cx="1872000" cy="1291051"/>
            </a:xfrm>
          </p:grpSpPr>
          <p:sp>
            <p:nvSpPr>
              <p:cNvPr id="6" name="四角形: 角を丸くする 5">
                <a:extLst>
                  <a:ext uri="{FF2B5EF4-FFF2-40B4-BE49-F238E27FC236}">
                    <ns2:creationId id="{6653124D-56D3-1E5A-3EBF-51DCE2300737}"/>
                  </a:ext>
                </a:extLst>
              </p:cNvPr>
              <p:cNvSpPr/>
              <p:nvPr/>
            </p:nvSpPr>
            <p:spPr>
              <a:xfrm>
                <a:off x="334963" y="5017674"/>
                <a:ext cx="1872000" cy="1291051"/>
              </a:xfrm>
              <a:prstGeom prst="roundRect">
                <a:avLst>
                  <a:gd name="adj" fmla="val 2788"/>
                </a:avLst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64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" name="四角形: 角を丸くする 8">
                <a:extLst>
                  <a:ext uri="{FF2B5EF4-FFF2-40B4-BE49-F238E27FC236}">
                    <ns2:creationId id="{D25540D1-93DB-A6C0-7770-2017B2581406}"/>
                  </a:ext>
                </a:extLst>
              </p:cNvPr>
              <p:cNvSpPr/>
              <p:nvPr/>
            </p:nvSpPr>
            <p:spPr>
              <a:xfrm>
                <a:off x="460963" y="5153426"/>
                <a:ext cx="1620000" cy="468000"/>
              </a:xfrm>
              <a:prstGeom prst="roundRect">
                <a:avLst>
                  <a:gd name="adj" fmla="val 70985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2" name="グループ化 421">
              <a:extLst>
                <a:ext uri="{FF2B5EF4-FFF2-40B4-BE49-F238E27FC236}">
                  <ns2:creationId id="{D2090C97-0262-5C05-F0D3-2B6EA0DB670D}"/>
                </a:ext>
              </a:extLst>
            </p:cNvPr>
            <p:cNvGrpSpPr/>
            <p:nvPr/>
          </p:nvGrpSpPr>
          <p:grpSpPr>
            <a:xfrm>
              <a:off x="334963" y="1646193"/>
              <a:ext cx="1872000" cy="360000"/>
              <a:chOff x="334963" y="1646193"/>
              <a:chExt cx="1872000" cy="360000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1C81F5A7-F28D-2A37-DA86-2AA9754297DF}"/>
                  </a:ext>
                </a:extLst>
              </p:cNvPr>
              <p:cNvSpPr/>
              <p:nvPr/>
            </p:nvSpPr>
            <p:spPr>
              <a:xfrm>
                <a:off x="334963" y="1646193"/>
                <a:ext cx="1872000" cy="3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1" name="グラフィックス 10" descr="矢印付きの円 単色塗りつぶし">
                <a:extLst>
                  <a:ext uri="{FF2B5EF4-FFF2-40B4-BE49-F238E27FC236}">
                    <ns2:creationId id="{3D7F62C5-09A0-90F1-AAE7-B8BA362FA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509965" y="1646193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0" name="グループ化 9">
            <a:extLst>
              <a:ext uri="{FF2B5EF4-FFF2-40B4-BE49-F238E27FC236}">
                <ns2:creationId id="{E85F1A59-9538-ADD9-FE2A-474A8720FD2B}"/>
              </a:ext>
            </a:extLst>
          </p:cNvPr>
          <p:cNvGrpSpPr/>
          <p:nvPr/>
        </p:nvGrpSpPr>
        <p:grpSpPr>
          <a:xfrm>
            <a:off x="4284624" y="609597"/>
            <a:ext cx="5659470" cy="216000"/>
            <a:chOff x="4284624" y="609597"/>
            <a:chExt cx="5659470" cy="216000"/>
          </a:xfrm>
        </p:grpSpPr>
        <p:sp>
          <p:nvSpPr>
            <p:cNvPr id="400" name="テキスト ボックス 399">
              <a:extLst>
                <a:ext uri="{FF2B5EF4-FFF2-40B4-BE49-F238E27FC236}">
                  <ns2:creationId id="{FE49DEA6-910E-A5C9-26D7-C382D3E3B798}"/>
                </a:ext>
              </a:extLst>
            </p:cNvPr>
            <p:cNvSpPr txBox="1"/>
            <p:nvPr/>
          </p:nvSpPr>
          <p:spPr>
            <a:xfrm>
              <a:off x="4868094" y="609597"/>
              <a:ext cx="5076000" cy="216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>
              <a:noAutofit/>
            </a:bodyPr>
            <a:lstStyle/>
            <a:p>
              <a:pPr>
                <a:tabLst>
                  <a:tab pos="1611313" algn="l"/>
                  <a:tab pos="3500438" algn="l"/>
                </a:tabLst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手動 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	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手動 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01" name="直線矢印コネクタ 400">
              <a:extLst>
                <a:ext uri="{FF2B5EF4-FFF2-40B4-BE49-F238E27FC236}">
                  <ns2:creationId id="{5EBF3036-BD47-3C93-A8C0-1F1542173E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4300" y="739631"/>
              <a:ext cx="540000" cy="0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線矢印コネクタ 401">
              <a:extLst>
                <a:ext uri="{FF2B5EF4-FFF2-40B4-BE49-F238E27FC236}">
                  <ns2:creationId id="{5C2E7D8F-FD46-DFF5-9188-D8D6440E8B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90195" y="739631"/>
              <a:ext cx="540000" cy="0"/>
            </a:xfrm>
            <a:prstGeom prst="straightConnector1">
              <a:avLst/>
            </a:prstGeom>
            <a:ln w="19050">
              <a:solidFill>
                <a:srgbClr val="018001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直線矢印コネクタ 402">
              <a:extLst>
                <a:ext uri="{FF2B5EF4-FFF2-40B4-BE49-F238E27FC236}">
                  <ns2:creationId id="{697BA6BD-CE93-5F1F-E160-7BA7D4911F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15015" y="739631"/>
              <a:ext cx="540000" cy="0"/>
            </a:xfrm>
            <a:prstGeom prst="straightConnector1">
              <a:avLst/>
            </a:prstGeom>
            <a:ln w="19050">
              <a:solidFill>
                <a:srgbClr val="018001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5" name="四角形: 角を丸くする 404">
              <a:extLst>
                <a:ext uri="{FF2B5EF4-FFF2-40B4-BE49-F238E27FC236}">
                  <ns2:creationId id="{B7C3E89F-54EB-7B77-F7E5-5F4237BB957B}"/>
                </a:ext>
              </a:extLst>
            </p:cNvPr>
            <p:cNvSpPr/>
            <p:nvPr/>
          </p:nvSpPr>
          <p:spPr>
            <a:xfrm>
              <a:off x="4284624" y="609597"/>
              <a:ext cx="540000" cy="216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2" name="グループ化 41">
            <a:extLst>
              <a:ext uri="{FF2B5EF4-FFF2-40B4-BE49-F238E27FC236}">
                <ns2:creationId id="{23A60AF2-4392-432E-B1E3-7B457EDC2449}"/>
              </a:ext>
            </a:extLst>
          </p:cNvPr>
          <p:cNvGrpSpPr/>
          <p:nvPr/>
        </p:nvGrpSpPr>
        <p:grpSpPr>
          <a:xfrm>
            <a:off x="2481942" y="1628775"/>
            <a:ext cx="9360423" cy="4679950"/>
            <a:chOff x="2481942" y="1628775"/>
            <a:chExt cx="9360423" cy="4679950"/>
          </a:xfrm>
        </p:grpSpPr>
        <p:sp>
          <p:nvSpPr>
            <p:cNvPr id="333" name="四角形: 角を丸くする 332">
              <a:extLst>
                <a:ext uri="{FF2B5EF4-FFF2-40B4-BE49-F238E27FC236}">
                  <ns2:creationId id="{BF1D370B-841F-5876-F7AF-2D147D2823B7}"/>
                </a:ext>
              </a:extLst>
            </p:cNvPr>
            <p:cNvSpPr/>
            <p:nvPr/>
          </p:nvSpPr>
          <p:spPr>
            <a:xfrm>
              <a:off x="10519953" y="2029097"/>
              <a:ext cx="1260000" cy="4248000"/>
            </a:xfrm>
            <a:prstGeom prst="roundRect">
              <a:avLst>
                <a:gd name="adj" fmla="val 2857"/>
              </a:avLst>
            </a:prstGeom>
            <a:solidFill>
              <a:schemeClr val="bg1">
                <a:lumMod val="95000"/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108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BI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487EF935-8861-ABEA-62AE-C0ADE9E48232}"/>
                </a:ext>
              </a:extLst>
            </p:cNvPr>
            <p:cNvSpPr/>
            <p:nvPr/>
          </p:nvSpPr>
          <p:spPr>
            <a:xfrm>
              <a:off x="2481942" y="1628775"/>
              <a:ext cx="9360423" cy="4679950"/>
            </a:xfrm>
            <a:prstGeom prst="rect">
              <a:avLst/>
            </a:prstGeom>
            <a:noFill/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4455F20E-B7BE-D89E-AC6A-FAB4F3D7A51B}"/>
                </a:ext>
              </a:extLst>
            </p:cNvPr>
            <p:cNvSpPr/>
            <p:nvPr/>
          </p:nvSpPr>
          <p:spPr>
            <a:xfrm>
              <a:off x="2922684" y="2020902"/>
              <a:ext cx="3276000" cy="2124000"/>
            </a:xfrm>
            <a:prstGeom prst="roundRect">
              <a:avLst>
                <a:gd name="adj" fmla="val 1695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四角形: 角を丸くする 22">
              <a:extLst>
                <a:ext uri="{FF2B5EF4-FFF2-40B4-BE49-F238E27FC236}">
                  <ns2:creationId id="{C9DEFD20-51A3-50C9-4F06-B9BB54BADED0}"/>
                </a:ext>
              </a:extLst>
            </p:cNvPr>
            <p:cNvSpPr/>
            <p:nvPr/>
          </p:nvSpPr>
          <p:spPr>
            <a:xfrm>
              <a:off x="6294482" y="2020902"/>
              <a:ext cx="1440000" cy="2124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0C2C2808-F7C6-F9CC-D269-BEC9E11666D5}"/>
                </a:ext>
              </a:extLst>
            </p:cNvPr>
            <p:cNvSpPr/>
            <p:nvPr/>
          </p:nvSpPr>
          <p:spPr>
            <a:xfrm>
              <a:off x="7830280" y="2020902"/>
              <a:ext cx="2592000" cy="2124000"/>
            </a:xfrm>
            <a:prstGeom prst="roundRect">
              <a:avLst>
                <a:gd name="adj" fmla="val 1695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GCP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四角形: 角を丸くする 25">
              <a:extLst>
                <a:ext uri="{FF2B5EF4-FFF2-40B4-BE49-F238E27FC236}">
                  <ns2:creationId id="{A1AFF84A-37E2-4B27-4D9E-8BEB66380D2C}"/>
                </a:ext>
              </a:extLst>
            </p:cNvPr>
            <p:cNvSpPr/>
            <p:nvPr/>
          </p:nvSpPr>
          <p:spPr>
            <a:xfrm>
              <a:off x="2922684" y="4168653"/>
              <a:ext cx="3276000" cy="1404000"/>
            </a:xfrm>
            <a:prstGeom prst="roundRect">
              <a:avLst>
                <a:gd name="adj" fmla="val 2564"/>
              </a:avLst>
            </a:prstGeom>
            <a:noFill/>
            <a:ln w="317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DDDFD57A-C196-2999-89BB-B84BF343E333}"/>
                </a:ext>
              </a:extLst>
            </p:cNvPr>
            <p:cNvSpPr/>
            <p:nvPr/>
          </p:nvSpPr>
          <p:spPr>
            <a:xfrm>
              <a:off x="6294482" y="4168653"/>
              <a:ext cx="1440000" cy="1404000"/>
            </a:xfrm>
            <a:prstGeom prst="roundRect">
              <a:avLst>
                <a:gd name="adj" fmla="val 2564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2F5B5852-12BC-9DC2-0D85-63B6F6AB905B}"/>
                </a:ext>
              </a:extLst>
            </p:cNvPr>
            <p:cNvSpPr/>
            <p:nvPr/>
          </p:nvSpPr>
          <p:spPr>
            <a:xfrm>
              <a:off x="7830280" y="4168653"/>
              <a:ext cx="2592000" cy="1404000"/>
            </a:xfrm>
            <a:prstGeom prst="roundRect">
              <a:avLst>
                <a:gd name="adj" fmla="val 2564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AWS</a:t>
              </a: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DB27E400-4B1E-3A9A-812F-05DEE2D9A832}"/>
                </a:ext>
              </a:extLst>
            </p:cNvPr>
            <p:cNvSpPr/>
            <p:nvPr/>
          </p:nvSpPr>
          <p:spPr>
            <a:xfrm>
              <a:off x="2922684" y="5632403"/>
              <a:ext cx="3276000" cy="648000"/>
            </a:xfrm>
            <a:prstGeom prst="roundRect">
              <a:avLst>
                <a:gd name="adj" fmla="val 5556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23" name="グループ化 422">
              <a:extLst>
                <a:ext uri="{FF2B5EF4-FFF2-40B4-BE49-F238E27FC236}">
                  <ns2:creationId id="{32762A13-6C84-0127-DD6D-88889C5162E2}"/>
                </a:ext>
              </a:extLst>
            </p:cNvPr>
            <p:cNvGrpSpPr/>
            <p:nvPr/>
          </p:nvGrpSpPr>
          <p:grpSpPr>
            <a:xfrm>
              <a:off x="2922684" y="1673598"/>
              <a:ext cx="3276000" cy="288000"/>
              <a:chOff x="2922684" y="1673598"/>
              <a:chExt cx="3276000" cy="288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F341907B-64EC-196E-E523-5080E68CFD63}"/>
                  </a:ext>
                </a:extLst>
              </p:cNvPr>
              <p:cNvSpPr/>
              <p:nvPr/>
            </p:nvSpPr>
            <p:spPr>
              <a:xfrm>
                <a:off x="2922684" y="1673598"/>
                <a:ext cx="3276000" cy="288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4" name="グラフィックス 33" descr="データベース 単色塗りつぶし">
                <a:extLst>
                  <a:ext uri="{FF2B5EF4-FFF2-40B4-BE49-F238E27FC236}">
                    <ns2:creationId id="{6E142180-9666-03FB-FD34-39803FCAAF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941914" y="16735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24" name="グループ化 423">
              <a:extLst>
                <a:ext uri="{FF2B5EF4-FFF2-40B4-BE49-F238E27FC236}">
                  <ns2:creationId id="{35DE8263-72D0-E336-A027-42AB9C667215}"/>
                </a:ext>
              </a:extLst>
            </p:cNvPr>
            <p:cNvGrpSpPr/>
            <p:nvPr/>
          </p:nvGrpSpPr>
          <p:grpSpPr>
            <a:xfrm>
              <a:off x="6294482" y="1673598"/>
              <a:ext cx="1440000" cy="288000"/>
              <a:chOff x="6294482" y="1673598"/>
              <a:chExt cx="1440000" cy="288000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FF5D3A92-9595-AB37-15E4-ED7C06F75214}"/>
                  </a:ext>
                </a:extLst>
              </p:cNvPr>
              <p:cNvSpPr/>
              <p:nvPr/>
            </p:nvSpPr>
            <p:spPr>
              <a:xfrm>
                <a:off x="6294482" y="1673598"/>
                <a:ext cx="1440000" cy="288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5" name="グラフィックス 34" descr="開いたフォルダー 単色塗りつぶし">
                <a:extLst>
                  <a:ext uri="{FF2B5EF4-FFF2-40B4-BE49-F238E27FC236}">
                    <ns2:creationId id="{CB01B147-109D-476F-FD4E-52899B8990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383383" y="16735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25" name="グループ化 424">
              <a:extLst>
                <a:ext uri="{FF2B5EF4-FFF2-40B4-BE49-F238E27FC236}">
                  <ns2:creationId id="{D9F7218A-7B2B-CE9F-B335-667DFAE42288}"/>
                </a:ext>
              </a:extLst>
            </p:cNvPr>
            <p:cNvGrpSpPr/>
            <p:nvPr/>
          </p:nvGrpSpPr>
          <p:grpSpPr>
            <a:xfrm>
              <a:off x="7830280" y="1673598"/>
              <a:ext cx="2592000" cy="291913"/>
              <a:chOff x="7830280" y="1673598"/>
              <a:chExt cx="2592000" cy="291913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84B822DE-4E24-1C2B-FEB2-405F6BBFDD7C}"/>
                  </a:ext>
                </a:extLst>
              </p:cNvPr>
              <p:cNvSpPr/>
              <p:nvPr/>
            </p:nvSpPr>
            <p:spPr>
              <a:xfrm>
                <a:off x="7830280" y="1677511"/>
                <a:ext cx="2592000" cy="288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6" name="グラフィックス 35" descr="ダウンロード 単色塗りつぶし">
                <a:extLst>
                  <a:ext uri="{FF2B5EF4-FFF2-40B4-BE49-F238E27FC236}">
                    <ns2:creationId id="{BAFB90F9-5447-1868-F9A0-A8766A0AA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8155322" y="16735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26" name="グループ化 425">
              <a:extLst>
                <a:ext uri="{FF2B5EF4-FFF2-40B4-BE49-F238E27FC236}">
                  <ns2:creationId id="{9A8912EB-5535-0152-BFAB-A6AA19CA1A86}"/>
                </a:ext>
              </a:extLst>
            </p:cNvPr>
            <p:cNvGrpSpPr/>
            <p:nvPr/>
          </p:nvGrpSpPr>
          <p:grpSpPr>
            <a:xfrm>
              <a:off x="10518078" y="1673598"/>
              <a:ext cx="1260000" cy="288000"/>
              <a:chOff x="10518078" y="1673598"/>
              <a:chExt cx="1260000" cy="288000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6FDCFAD1-F77C-5758-D117-886F5B68C453}"/>
                  </a:ext>
                </a:extLst>
              </p:cNvPr>
              <p:cNvSpPr/>
              <p:nvPr/>
            </p:nvSpPr>
            <p:spPr>
              <a:xfrm>
                <a:off x="10518078" y="1673598"/>
                <a:ext cx="1260000" cy="288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BI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7" name="グラフィックス 36" descr="リサーチ 単色塗りつぶし">
                <a:extLst>
                  <a:ext uri="{FF2B5EF4-FFF2-40B4-BE49-F238E27FC236}">
                    <ns2:creationId id="{EE4DB2D6-91FF-6366-7643-DC19E4F15A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0621130" y="167359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30" name="グループ化 429">
              <a:extLst>
                <a:ext uri="{FF2B5EF4-FFF2-40B4-BE49-F238E27FC236}">
                  <ns2:creationId id="{93051887-D590-F99A-6216-B427D56978B7}"/>
                </a:ext>
              </a:extLst>
            </p:cNvPr>
            <p:cNvGrpSpPr/>
            <p:nvPr/>
          </p:nvGrpSpPr>
          <p:grpSpPr>
            <a:xfrm>
              <a:off x="2542133" y="4168652"/>
              <a:ext cx="288000" cy="1404000"/>
              <a:chOff x="2542133" y="4168652"/>
              <a:chExt cx="288000" cy="1404000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B1766375-4581-43D4-29C1-A583CCCBD4BD}"/>
                  </a:ext>
                </a:extLst>
              </p:cNvPr>
              <p:cNvSpPr/>
              <p:nvPr/>
            </p:nvSpPr>
            <p:spPr>
              <a:xfrm>
                <a:off x="2542133" y="4168652"/>
                <a:ext cx="288000" cy="1404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8" name="グラフィックス 37" descr="地球 単色塗りつぶし">
                <a:extLst>
                  <a:ext uri="{FF2B5EF4-FFF2-40B4-BE49-F238E27FC236}">
                    <ns2:creationId id="{E0AEC081-21E6-3593-6E71-B9C715C084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2542133" y="4430319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32" name="グループ化 431">
              <a:extLst>
                <a:ext uri="{FF2B5EF4-FFF2-40B4-BE49-F238E27FC236}">
                  <ns2:creationId id="{2BCEC7CE-F633-1C20-AADA-76A7F5876378}"/>
                </a:ext>
              </a:extLst>
            </p:cNvPr>
            <p:cNvGrpSpPr/>
            <p:nvPr/>
          </p:nvGrpSpPr>
          <p:grpSpPr>
            <a:xfrm>
              <a:off x="2548537" y="5632403"/>
              <a:ext cx="288000" cy="648000"/>
              <a:chOff x="2548537" y="5632403"/>
              <a:chExt cx="288000" cy="64800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52F04C48-7FE6-A9A2-01CB-57ED1B0A756C}"/>
                  </a:ext>
                </a:extLst>
              </p:cNvPr>
              <p:cNvSpPr/>
              <p:nvPr/>
            </p:nvSpPr>
            <p:spPr>
              <a:xfrm>
                <a:off x="2548537" y="5632403"/>
                <a:ext cx="288000" cy="648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9" name="グラフィックス 38" descr="リンク 単色塗りつぶし">
                <a:extLst>
                  <a:ext uri="{FF2B5EF4-FFF2-40B4-BE49-F238E27FC236}">
                    <ns2:creationId id="{15F82E79-D0C6-4018-1A6E-DCCB8FDDBE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2548537" y="5634905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446" name="グループ化 445">
              <a:extLst>
                <a:ext uri="{FF2B5EF4-FFF2-40B4-BE49-F238E27FC236}">
                  <ns2:creationId id="{D0426081-80FD-C210-D551-B6FB4F6F53FC}"/>
                </a:ext>
              </a:extLst>
            </p:cNvPr>
            <p:cNvGrpSpPr/>
            <p:nvPr/>
          </p:nvGrpSpPr>
          <p:grpSpPr>
            <a:xfrm>
              <a:off x="3137162" y="4227249"/>
              <a:ext cx="2766858" cy="1311493"/>
              <a:chOff x="3137162" y="4227249"/>
              <a:chExt cx="2766858" cy="1311493"/>
            </a:xfrm>
          </p:grpSpPr>
          <p:grpSp>
            <p:nvGrpSpPr>
              <p:cNvPr id="437" name="グループ化 436">
                <a:extLst>
                  <a:ext uri="{FF2B5EF4-FFF2-40B4-BE49-F238E27FC236}">
                    <ns2:creationId id="{162DAAD3-A548-C9A7-2AAF-47CD887F10A8}"/>
                  </a:ext>
                </a:extLst>
              </p:cNvPr>
              <p:cNvGrpSpPr/>
              <p:nvPr/>
            </p:nvGrpSpPr>
            <p:grpSpPr>
              <a:xfrm>
                <a:off x="3137162" y="4230858"/>
                <a:ext cx="864000" cy="360000"/>
                <a:chOff x="3137162" y="4230858"/>
                <a:chExt cx="864000" cy="360000"/>
              </a:xfrm>
            </p:grpSpPr>
            <p:sp>
              <p:nvSpPr>
                <p:cNvPr id="195" name="Text Placeholder 2">
                  <a:extLst>
                    <a:ext uri="{FF2B5EF4-FFF2-40B4-BE49-F238E27FC236}">
                      <ns2:creationId id="{21B26B28-98BA-E61E-276C-A24E7A18071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37162" y="4230858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kumimoji="1" lang="ja-JP" altLang="en-US" sz="9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96" name="フローチャート: 磁気ディスク 195">
                  <a:extLst>
                    <a:ext uri="{FF2B5EF4-FFF2-40B4-BE49-F238E27FC236}">
                      <ns2:creationId id="{F020071D-D560-6CB1-3CB0-D8F3A2467DCD}"/>
                    </a:ext>
                  </a:extLst>
                </p:cNvPr>
                <p:cNvSpPr/>
                <p:nvPr/>
              </p:nvSpPr>
              <p:spPr>
                <a:xfrm>
                  <a:off x="3366257" y="4422279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0" name="グループ化 439">
                <a:extLst>
                  <a:ext uri="{FF2B5EF4-FFF2-40B4-BE49-F238E27FC236}">
                    <ns2:creationId id="{EA097D7C-4183-17B8-0055-C6B6B94E380A}"/>
                  </a:ext>
                </a:extLst>
              </p:cNvPr>
              <p:cNvGrpSpPr/>
              <p:nvPr/>
            </p:nvGrpSpPr>
            <p:grpSpPr>
              <a:xfrm>
                <a:off x="3137162" y="4691051"/>
                <a:ext cx="864000" cy="360000"/>
                <a:chOff x="3137162" y="4691051"/>
                <a:chExt cx="864000" cy="360000"/>
              </a:xfrm>
            </p:grpSpPr>
            <p:sp>
              <p:nvSpPr>
                <p:cNvPr id="197" name="Text Placeholder 2">
                  <a:extLst>
                    <a:ext uri="{FF2B5EF4-FFF2-40B4-BE49-F238E27FC236}">
                      <ns2:creationId id="{2ADC9DDF-7BEF-4959-0AEF-16A5EBC1B91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37162" y="4691051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900" dirty="0">
                      <a:solidFill>
                        <a:prstClr val="black"/>
                      </a:solidFill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98" name="フローチャート: 磁気ディスク 197">
                  <a:extLst>
                    <a:ext uri="{FF2B5EF4-FFF2-40B4-BE49-F238E27FC236}">
                      <ns2:creationId id="{4A97176A-FF1E-DBF9-6E1A-3F70B1AC43F7}"/>
                    </a:ext>
                  </a:extLst>
                </p:cNvPr>
                <p:cNvSpPr/>
                <p:nvPr/>
              </p:nvSpPr>
              <p:spPr>
                <a:xfrm>
                  <a:off x="3361835" y="4887549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3" name="グループ化 442">
                <a:extLst>
                  <a:ext uri="{FF2B5EF4-FFF2-40B4-BE49-F238E27FC236}">
                    <ns2:creationId id="{094F124F-7A7F-59E8-30D6-6654CAEF8F0B}"/>
                  </a:ext>
                </a:extLst>
              </p:cNvPr>
              <p:cNvGrpSpPr/>
              <p:nvPr/>
            </p:nvGrpSpPr>
            <p:grpSpPr>
              <a:xfrm>
                <a:off x="3137162" y="5178742"/>
                <a:ext cx="864000" cy="360000"/>
                <a:chOff x="3137162" y="5178742"/>
                <a:chExt cx="864000" cy="360000"/>
              </a:xfrm>
            </p:grpSpPr>
            <p:sp>
              <p:nvSpPr>
                <p:cNvPr id="199" name="Text Placeholder 2">
                  <a:extLst>
                    <a:ext uri="{FF2B5EF4-FFF2-40B4-BE49-F238E27FC236}">
                      <ns2:creationId id="{8C6B9299-0082-B8FA-C30A-2AFC5C48C37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37162" y="5178742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900" dirty="0">
                      <a:solidFill>
                        <a:prstClr val="black"/>
                      </a:solidFill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00" name="フローチャート: 磁気ディスク 199">
                  <a:extLst>
                    <a:ext uri="{FF2B5EF4-FFF2-40B4-BE49-F238E27FC236}">
                      <ns2:creationId id="{0C77EAD3-CFF0-93B2-8E9D-38DB14335588}"/>
                    </a:ext>
                  </a:extLst>
                </p:cNvPr>
                <p:cNvSpPr/>
                <p:nvPr/>
              </p:nvSpPr>
              <p:spPr>
                <a:xfrm>
                  <a:off x="3366257" y="5377162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8" name="グループ化 437">
                <a:extLst>
                  <a:ext uri="{FF2B5EF4-FFF2-40B4-BE49-F238E27FC236}">
                    <ns2:creationId id="{60A0BB7E-97BA-78FC-2B8E-CFD38DFBA816}"/>
                  </a:ext>
                </a:extLst>
              </p:cNvPr>
              <p:cNvGrpSpPr/>
              <p:nvPr/>
            </p:nvGrpSpPr>
            <p:grpSpPr>
              <a:xfrm>
                <a:off x="4082757" y="4230858"/>
                <a:ext cx="864000" cy="360000"/>
                <a:chOff x="4082757" y="4230858"/>
                <a:chExt cx="864000" cy="360000"/>
              </a:xfrm>
            </p:grpSpPr>
            <p:sp>
              <p:nvSpPr>
                <p:cNvPr id="201" name="Text Placeholder 2">
                  <a:extLst>
                    <a:ext uri="{FF2B5EF4-FFF2-40B4-BE49-F238E27FC236}">
                      <ns2:creationId id="{069D53ED-FDD5-267D-184C-4E961FDEC1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082757" y="4230858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900" dirty="0">
                      <a:solidFill>
                        <a:prstClr val="black"/>
                      </a:solidFill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02" name="フローチャート: 磁気ディスク 201">
                  <a:extLst>
                    <a:ext uri="{FF2B5EF4-FFF2-40B4-BE49-F238E27FC236}">
                      <ns2:creationId id="{819F6FB9-6E10-2A6D-5CDA-CE3F7F27F676}"/>
                    </a:ext>
                  </a:extLst>
                </p:cNvPr>
                <p:cNvSpPr/>
                <p:nvPr/>
              </p:nvSpPr>
              <p:spPr>
                <a:xfrm>
                  <a:off x="4318670" y="4422279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1" name="グループ化 440">
                <a:extLst>
                  <a:ext uri="{FF2B5EF4-FFF2-40B4-BE49-F238E27FC236}">
                    <ns2:creationId id="{7347541F-51D2-FFB9-E743-996B53A1171E}"/>
                  </a:ext>
                </a:extLst>
              </p:cNvPr>
              <p:cNvGrpSpPr/>
              <p:nvPr/>
            </p:nvGrpSpPr>
            <p:grpSpPr>
              <a:xfrm>
                <a:off x="4082604" y="4691051"/>
                <a:ext cx="864000" cy="360000"/>
                <a:chOff x="4082604" y="4691051"/>
                <a:chExt cx="864000" cy="360000"/>
              </a:xfrm>
            </p:grpSpPr>
            <p:sp>
              <p:nvSpPr>
                <p:cNvPr id="203" name="Text Placeholder 2">
                  <a:extLst>
                    <a:ext uri="{FF2B5EF4-FFF2-40B4-BE49-F238E27FC236}">
                      <ns2:creationId id="{5F079FDB-3CFB-1224-6312-118B0E5E69F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082604" y="4691051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900">
                      <a:solidFill>
                        <a:prstClr val="black"/>
                      </a:solidFill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04" name="フローチャート: 磁気ディスク 203">
                  <a:extLst>
                    <a:ext uri="{FF2B5EF4-FFF2-40B4-BE49-F238E27FC236}">
                      <ns2:creationId id="{0533318B-1334-1EBD-F585-88C79D30F1BF}"/>
                    </a:ext>
                  </a:extLst>
                </p:cNvPr>
                <p:cNvSpPr/>
                <p:nvPr/>
              </p:nvSpPr>
              <p:spPr>
                <a:xfrm>
                  <a:off x="4313129" y="4887549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4" name="グループ化 443">
                <a:extLst>
                  <a:ext uri="{FF2B5EF4-FFF2-40B4-BE49-F238E27FC236}">
                    <ns2:creationId id="{31D7B421-F1D8-BE8A-AD91-B870BB3D9D73}"/>
                  </a:ext>
                </a:extLst>
              </p:cNvPr>
              <p:cNvGrpSpPr/>
              <p:nvPr/>
            </p:nvGrpSpPr>
            <p:grpSpPr>
              <a:xfrm>
                <a:off x="4086697" y="5178742"/>
                <a:ext cx="864000" cy="360000"/>
                <a:chOff x="4086697" y="5178742"/>
                <a:chExt cx="864000" cy="360000"/>
              </a:xfrm>
            </p:grpSpPr>
            <p:sp>
              <p:nvSpPr>
                <p:cNvPr id="205" name="Text Placeholder 2">
                  <a:extLst>
                    <a:ext uri="{FF2B5EF4-FFF2-40B4-BE49-F238E27FC236}">
                      <ns2:creationId id="{A5BF3075-A643-2546-2051-6A435DA31BD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086697" y="5178742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kumimoji="1" lang="ja-JP" altLang="en-US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06" name="フローチャート: 磁気ディスク 205">
                  <a:extLst>
                    <a:ext uri="{FF2B5EF4-FFF2-40B4-BE49-F238E27FC236}">
                      <ns2:creationId id="{8C92034D-2775-AAAF-703E-2BF3C1A7526F}"/>
                    </a:ext>
                  </a:extLst>
                </p:cNvPr>
                <p:cNvSpPr/>
                <p:nvPr/>
              </p:nvSpPr>
              <p:spPr>
                <a:xfrm>
                  <a:off x="4336344" y="5371603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9" name="グループ化 438">
                <a:extLst>
                  <a:ext uri="{FF2B5EF4-FFF2-40B4-BE49-F238E27FC236}">
                    <ns2:creationId id="{F68B950D-154B-D117-FF31-7402DBC8DE2A}"/>
                  </a:ext>
                </a:extLst>
              </p:cNvPr>
              <p:cNvGrpSpPr/>
              <p:nvPr/>
            </p:nvGrpSpPr>
            <p:grpSpPr>
              <a:xfrm>
                <a:off x="5032140" y="4227249"/>
                <a:ext cx="864000" cy="360000"/>
                <a:chOff x="5032140" y="4227249"/>
                <a:chExt cx="864000" cy="360000"/>
              </a:xfrm>
            </p:grpSpPr>
            <p:sp>
              <p:nvSpPr>
                <p:cNvPr id="207" name="Text Placeholder 2">
                  <a:extLst>
                    <a:ext uri="{FF2B5EF4-FFF2-40B4-BE49-F238E27FC236}">
                      <ns2:creationId id="{06DE93A1-828F-3367-171E-F150A72F1AF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40" y="4227249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kumimoji="1" lang="ja-JP" altLang="en-US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08" name="フローチャート: 磁気ディスク 207">
                  <a:extLst>
                    <a:ext uri="{FF2B5EF4-FFF2-40B4-BE49-F238E27FC236}">
                      <ns2:creationId id="{5BA4BCCC-A8E8-D885-41B1-75C6BF484B09}"/>
                    </a:ext>
                  </a:extLst>
                </p:cNvPr>
                <p:cNvSpPr/>
                <p:nvPr/>
              </p:nvSpPr>
              <p:spPr>
                <a:xfrm>
                  <a:off x="5261235" y="4418670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2" name="グループ化 441">
                <a:extLst>
                  <a:ext uri="{FF2B5EF4-FFF2-40B4-BE49-F238E27FC236}">
                    <ns2:creationId id="{3A2C1904-03E5-7DD6-123C-761E080BD6B6}"/>
                  </a:ext>
                </a:extLst>
              </p:cNvPr>
              <p:cNvGrpSpPr/>
              <p:nvPr/>
            </p:nvGrpSpPr>
            <p:grpSpPr>
              <a:xfrm>
                <a:off x="5036257" y="4691051"/>
                <a:ext cx="864000" cy="360000"/>
                <a:chOff x="5036257" y="4691051"/>
                <a:chExt cx="864000" cy="360000"/>
              </a:xfrm>
            </p:grpSpPr>
            <p:sp>
              <p:nvSpPr>
                <p:cNvPr id="209" name="Text Placeholder 2">
                  <a:extLst>
                    <a:ext uri="{FF2B5EF4-FFF2-40B4-BE49-F238E27FC236}">
                      <ns2:creationId id="{2F706DDF-7889-A684-DABB-F2952B84F9F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6257" y="4691051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kumimoji="1" lang="ja-JP" altLang="en-US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10" name="フローチャート: 磁気ディスク 209">
                  <a:extLst>
                    <a:ext uri="{FF2B5EF4-FFF2-40B4-BE49-F238E27FC236}">
                      <ns2:creationId id="{88ABDE78-9E48-647E-9471-D2C2559D2A75}"/>
                    </a:ext>
                  </a:extLst>
                </p:cNvPr>
                <p:cNvSpPr/>
                <p:nvPr/>
              </p:nvSpPr>
              <p:spPr>
                <a:xfrm>
                  <a:off x="5265352" y="4887549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5" name="グループ化 444">
                <a:extLst>
                  <a:ext uri="{FF2B5EF4-FFF2-40B4-BE49-F238E27FC236}">
                    <ns2:creationId id="{8027F8DF-B363-575C-65BF-19D49ED13D51}"/>
                  </a:ext>
                </a:extLst>
              </p:cNvPr>
              <p:cNvGrpSpPr/>
              <p:nvPr/>
            </p:nvGrpSpPr>
            <p:grpSpPr>
              <a:xfrm>
                <a:off x="5040020" y="5178742"/>
                <a:ext cx="864000" cy="360000"/>
                <a:chOff x="5040020" y="5178742"/>
                <a:chExt cx="864000" cy="360000"/>
              </a:xfrm>
            </p:grpSpPr>
            <p:sp>
              <p:nvSpPr>
                <p:cNvPr id="211" name="Text Placeholder 2">
                  <a:extLst>
                    <a:ext uri="{FF2B5EF4-FFF2-40B4-BE49-F238E27FC236}">
                      <ns2:creationId id="{063DF639-04BC-D2A7-64C5-B91ACEEFA3D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40020" y="5178742"/>
                  <a:ext cx="864000" cy="360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900">
                      <a:solidFill>
                        <a:prstClr val="black"/>
                      </a:solidFill>
                    </a:rPr>
                    <a:t>XX</a:t>
                  </a:r>
                  <a:endPara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212" name="フローチャート: 磁気ディスク 211">
                  <a:extLst>
                    <a:ext uri="{FF2B5EF4-FFF2-40B4-BE49-F238E27FC236}">
                      <ns2:creationId id="{46CADCD8-AA54-9221-318D-2482483E11FA}"/>
                    </a:ext>
                  </a:extLst>
                </p:cNvPr>
                <p:cNvSpPr/>
                <p:nvPr/>
              </p:nvSpPr>
              <p:spPr>
                <a:xfrm>
                  <a:off x="5269115" y="5370163"/>
                  <a:ext cx="588570" cy="138253"/>
                </a:xfrm>
                <a:prstGeom prst="flowChartMagneticDisk">
                  <a:avLst/>
                </a:prstGeom>
                <a:solidFill>
                  <a:schemeClr val="bg1"/>
                </a:solidFill>
                <a:ln w="3175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436" name="グループ化 435">
              <a:extLst>
                <a:ext uri="{FF2B5EF4-FFF2-40B4-BE49-F238E27FC236}">
                  <ns2:creationId id="{C5291D71-0BC1-7D56-6448-189550FDEC0F}"/>
                </a:ext>
              </a:extLst>
            </p:cNvPr>
            <p:cNvGrpSpPr/>
            <p:nvPr/>
          </p:nvGrpSpPr>
          <p:grpSpPr>
            <a:xfrm>
              <a:off x="3841187" y="5844582"/>
              <a:ext cx="1258876" cy="408839"/>
              <a:chOff x="3841187" y="5844582"/>
              <a:chExt cx="1258876" cy="408839"/>
            </a:xfrm>
          </p:grpSpPr>
          <p:sp>
            <p:nvSpPr>
              <p:cNvPr id="213" name="フローチャート: 磁気ディスク 212">
                <a:extLst>
                  <a:ext uri="{FF2B5EF4-FFF2-40B4-BE49-F238E27FC236}">
                    <ns2:creationId id="{2D3349C8-A704-9A13-9348-FFEE2430DE7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910625" y="5844582"/>
                <a:ext cx="1120000" cy="288000"/>
              </a:xfrm>
              <a:prstGeom prst="flowChartMagneticDisk">
                <a:avLst/>
              </a:prstGeom>
              <a:solidFill>
                <a:schemeClr val="bg1"/>
              </a:solidFill>
              <a:ln w="317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4" name="Text Placeholder 2">
                <a:extLst>
                  <a:ext uri="{FF2B5EF4-FFF2-40B4-BE49-F238E27FC236}">
                    <ns2:creationId id="{E18D1797-75DE-3BE2-721E-2061A0B97E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1187" y="6145421"/>
                <a:ext cx="1258876" cy="108000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72000" rIns="91440" bIns="45720" rtlCol="0" anchor="ctr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</a:endParaRPr>
              </a:p>
            </p:txBody>
          </p:sp>
        </p:grpSp>
        <p:sp>
          <p:nvSpPr>
            <p:cNvPr id="215" name="フローチャート: 複数書類 214">
              <a:extLst>
                <a:ext uri="{FF2B5EF4-FFF2-40B4-BE49-F238E27FC236}">
                  <ns2:creationId id="{C9A9B382-97BD-C942-8D8E-19F02412F5C0}"/>
                </a:ext>
              </a:extLst>
            </p:cNvPr>
            <p:cNvSpPr/>
            <p:nvPr/>
          </p:nvSpPr>
          <p:spPr>
            <a:xfrm>
              <a:off x="6821333" y="3358724"/>
              <a:ext cx="468000" cy="288000"/>
            </a:xfrm>
            <a:prstGeom prst="flowChartMultidocument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7" name="コネクタ: カギ線 216">
              <a:extLst>
                <a:ext uri="{FF2B5EF4-FFF2-40B4-BE49-F238E27FC236}">
                  <ns2:creationId id="{B3B98DAC-1707-4456-3C05-8FF4C9D66A9B}"/>
                </a:ext>
              </a:extLst>
            </p:cNvPr>
            <p:cNvCxnSpPr>
              <a:cxnSpLocks/>
              <a:stCxn id="140" idx="1"/>
              <a:endCxn id="228" idx="2"/>
            </p:cNvCxnSpPr>
            <p:nvPr/>
          </p:nvCxnSpPr>
          <p:spPr>
            <a:xfrm rot="16200000" flipH="1">
              <a:off x="5934280" y="191918"/>
              <a:ext cx="50961" cy="4421262"/>
            </a:xfrm>
            <a:prstGeom prst="bentConnector4">
              <a:avLst>
                <a:gd name="adj1" fmla="val -448578"/>
                <a:gd name="adj2" fmla="val 52995"/>
              </a:avLst>
            </a:prstGeom>
            <a:ln w="19050">
              <a:solidFill>
                <a:srgbClr val="018001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219">
              <a:extLst>
                <a:ext uri="{FF2B5EF4-FFF2-40B4-BE49-F238E27FC236}">
                  <ns2:creationId id="{DFABB632-9CC8-EBF2-9F69-24DFA2A3B0EA}"/>
                </a:ext>
              </a:extLst>
            </p:cNvPr>
            <p:cNvCxnSpPr>
              <a:cxnSpLocks/>
              <a:stCxn id="136" idx="4"/>
              <a:endCxn id="230" idx="2"/>
            </p:cNvCxnSpPr>
            <p:nvPr/>
          </p:nvCxnSpPr>
          <p:spPr>
            <a:xfrm>
              <a:off x="5444496" y="2482767"/>
              <a:ext cx="2725896" cy="463166"/>
            </a:xfrm>
            <a:prstGeom prst="bentConnector3">
              <a:avLst>
                <a:gd name="adj1" fmla="val 20928"/>
              </a:avLst>
            </a:prstGeom>
            <a:ln w="19050">
              <a:solidFill>
                <a:srgbClr val="018001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8" name="フローチャート: 磁気ディスク 227">
              <a:extLst>
                <a:ext uri="{FF2B5EF4-FFF2-40B4-BE49-F238E27FC236}">
                  <ns2:creationId id="{F1EEEBFC-635F-AFD2-0088-D03E16174E09}"/>
                </a:ext>
              </a:extLst>
            </p:cNvPr>
            <p:cNvSpPr/>
            <p:nvPr/>
          </p:nvSpPr>
          <p:spPr>
            <a:xfrm>
              <a:off x="8170392" y="2237765"/>
              <a:ext cx="661025" cy="380530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9" name="フローチャート: 磁気ディスク 228">
              <a:extLst>
                <a:ext uri="{FF2B5EF4-FFF2-40B4-BE49-F238E27FC236}">
                  <ns2:creationId id="{E5FAC475-26FB-B43D-63D7-E617F50604A2}"/>
                </a:ext>
              </a:extLst>
            </p:cNvPr>
            <p:cNvSpPr/>
            <p:nvPr/>
          </p:nvSpPr>
          <p:spPr>
            <a:xfrm>
              <a:off x="8170392" y="3312460"/>
              <a:ext cx="661025" cy="380530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0" name="フローチャート: 磁気ディスク 229">
              <a:extLst>
                <a:ext uri="{FF2B5EF4-FFF2-40B4-BE49-F238E27FC236}">
                  <ns2:creationId id="{DB0D0203-4E51-12A6-8A66-60849432A347}"/>
                </a:ext>
              </a:extLst>
            </p:cNvPr>
            <p:cNvSpPr/>
            <p:nvPr/>
          </p:nvSpPr>
          <p:spPr>
            <a:xfrm>
              <a:off x="8170392" y="2755668"/>
              <a:ext cx="661025" cy="380530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1" name="フローチャート: 複数書類 230">
              <a:extLst>
                <a:ext uri="{FF2B5EF4-FFF2-40B4-BE49-F238E27FC236}">
                  <ns2:creationId id="{98239C4E-A46C-E28A-99B2-4549B668DB85}"/>
                </a:ext>
              </a:extLst>
            </p:cNvPr>
            <p:cNvSpPr/>
            <p:nvPr/>
          </p:nvSpPr>
          <p:spPr>
            <a:xfrm>
              <a:off x="8266905" y="3748959"/>
              <a:ext cx="468000" cy="288000"/>
            </a:xfrm>
            <a:prstGeom prst="flowChartMultidocument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37" name="コネクタ: カギ線 236">
              <a:extLst>
                <a:ext uri="{FF2B5EF4-FFF2-40B4-BE49-F238E27FC236}">
                  <ns2:creationId id="{235B863C-381A-01B3-4475-A55E5F8615D0}"/>
                </a:ext>
              </a:extLst>
            </p:cNvPr>
            <p:cNvCxnSpPr>
              <a:cxnSpLocks/>
              <a:stCxn id="215" idx="3"/>
              <a:endCxn id="229" idx="2"/>
            </p:cNvCxnSpPr>
            <p:nvPr/>
          </p:nvCxnSpPr>
          <p:spPr>
            <a:xfrm>
              <a:off x="7289333" y="3502724"/>
              <a:ext cx="881059" cy="1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018001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フローチャート: 磁気ディスク 254">
              <a:extLst>
                <a:ext uri="{FF2B5EF4-FFF2-40B4-BE49-F238E27FC236}">
                  <ns2:creationId id="{812B9FA0-C3C9-B203-53BC-51A3CCE7F194}"/>
                </a:ext>
              </a:extLst>
            </p:cNvPr>
            <p:cNvSpPr/>
            <p:nvPr/>
          </p:nvSpPr>
          <p:spPr>
            <a:xfrm>
              <a:off x="8929143" y="3702694"/>
              <a:ext cx="661025" cy="380530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フローチャート: 磁気ディスク 255">
              <a:extLst>
                <a:ext uri="{FF2B5EF4-FFF2-40B4-BE49-F238E27FC236}">
                  <ns2:creationId id="{E942C379-E839-EF0F-2725-2E80B950E626}"/>
                </a:ext>
              </a:extLst>
            </p:cNvPr>
            <p:cNvSpPr/>
            <p:nvPr/>
          </p:nvSpPr>
          <p:spPr>
            <a:xfrm>
              <a:off x="9729134" y="3702694"/>
              <a:ext cx="661025" cy="380530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67" name="コネクタ: カギ線 266">
              <a:extLst>
                <a:ext uri="{FF2B5EF4-FFF2-40B4-BE49-F238E27FC236}">
                  <ns2:creationId id="{FF05E22C-BCDA-4603-3132-EA7C18B53B02}"/>
                </a:ext>
              </a:extLst>
            </p:cNvPr>
            <p:cNvCxnSpPr>
              <a:cxnSpLocks/>
              <a:stCxn id="144" idx="4"/>
              <a:endCxn id="215" idx="1"/>
            </p:cNvCxnSpPr>
            <p:nvPr/>
          </p:nvCxnSpPr>
          <p:spPr>
            <a:xfrm>
              <a:off x="5450899" y="3022314"/>
              <a:ext cx="1370434" cy="480410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2" name="フローチャート: 磁気ディスク 271">
              <a:extLst>
                <a:ext uri="{FF2B5EF4-FFF2-40B4-BE49-F238E27FC236}">
                  <ns2:creationId id="{535CA9CC-B4E2-7B68-8C93-8EB60EAB9CC1}"/>
                </a:ext>
              </a:extLst>
            </p:cNvPr>
            <p:cNvSpPr/>
            <p:nvPr/>
          </p:nvSpPr>
          <p:spPr>
            <a:xfrm>
              <a:off x="9424335" y="2690924"/>
              <a:ext cx="661025" cy="640503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33" name="グループ化 432">
              <a:extLst>
                <a:ext uri="{FF2B5EF4-FFF2-40B4-BE49-F238E27FC236}">
                  <ns2:creationId id="{A36FB0DA-968E-E426-2136-CD62AEBEEE54}"/>
                </a:ext>
              </a:extLst>
            </p:cNvPr>
            <p:cNvGrpSpPr/>
            <p:nvPr/>
          </p:nvGrpSpPr>
          <p:grpSpPr>
            <a:xfrm>
              <a:off x="10518078" y="2020902"/>
              <a:ext cx="1260000" cy="2124000"/>
              <a:chOff x="10518078" y="2020902"/>
              <a:chExt cx="1260000" cy="2124000"/>
            </a:xfrm>
          </p:grpSpPr>
          <p:sp>
            <p:nvSpPr>
              <p:cNvPr id="25" name="四角形: 角を丸くする 24">
                <a:extLst>
                  <a:ext uri="{FF2B5EF4-FFF2-40B4-BE49-F238E27FC236}">
                    <ns2:creationId id="{9EDA9FB7-15CC-7E92-F906-CF74B951A776}"/>
                  </a:ext>
                </a:extLst>
              </p:cNvPr>
              <p:cNvSpPr/>
              <p:nvPr/>
            </p:nvSpPr>
            <p:spPr>
              <a:xfrm>
                <a:off x="10518078" y="2020902"/>
                <a:ext cx="1260000" cy="2124000"/>
              </a:xfrm>
              <a:prstGeom prst="roundRect">
                <a:avLst>
                  <a:gd name="adj" fmla="val 2857"/>
                </a:avLst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5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8000"/>
                  </a:spcAft>
                </a:pPr>
                <a:r>
                  <a:rPr kumimoji="1"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73" name="図 272">
                <a:extLst>
                  <a:ext uri="{FF2B5EF4-FFF2-40B4-BE49-F238E27FC236}">
                    <ns2:creationId id="{AA8FDBC8-0670-16FC-30DD-EC15BA3ECF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0838907" y="2861871"/>
                <a:ext cx="607366" cy="281188"/>
              </a:xfrm>
              <a:prstGeom prst="rect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</p:pic>
        </p:grpSp>
        <p:sp>
          <p:nvSpPr>
            <p:cNvPr id="275" name="フローチャート: 複数書類 274">
              <a:extLst>
                <a:ext uri="{FF2B5EF4-FFF2-40B4-BE49-F238E27FC236}">
                  <ns2:creationId id="{73B30E99-63EA-43AD-2E35-63BC33251512}"/>
                </a:ext>
              </a:extLst>
            </p:cNvPr>
            <p:cNvSpPr/>
            <p:nvPr/>
          </p:nvSpPr>
          <p:spPr>
            <a:xfrm>
              <a:off x="6832563" y="5844582"/>
              <a:ext cx="468000" cy="288000"/>
            </a:xfrm>
            <a:prstGeom prst="flowChartMultidocument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6" name="四角形: 角を丸くする 275">
              <a:extLst>
                <a:ext uri="{FF2B5EF4-FFF2-40B4-BE49-F238E27FC236}">
                  <ns2:creationId id="{536E82D7-59ED-397A-01A9-49411B975FED}"/>
                </a:ext>
              </a:extLst>
            </p:cNvPr>
            <p:cNvSpPr/>
            <p:nvPr/>
          </p:nvSpPr>
          <p:spPr>
            <a:xfrm>
              <a:off x="6294482" y="5632403"/>
              <a:ext cx="1404000" cy="648000"/>
            </a:xfrm>
            <a:prstGeom prst="roundRect">
              <a:avLst>
                <a:gd name="adj" fmla="val 5556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7" name="フローチャート: 複数書類 276">
              <a:extLst>
                <a:ext uri="{FF2B5EF4-FFF2-40B4-BE49-F238E27FC236}">
                  <ns2:creationId id="{F37B55AE-56BD-D74E-518B-8A9D589F6163}"/>
                </a:ext>
              </a:extLst>
            </p:cNvPr>
            <p:cNvSpPr/>
            <p:nvPr/>
          </p:nvSpPr>
          <p:spPr>
            <a:xfrm>
              <a:off x="6836585" y="4812800"/>
              <a:ext cx="468000" cy="288000"/>
            </a:xfrm>
            <a:prstGeom prst="flowChartMultidocument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279" name="フローチャート: 磁気ディスク 278">
              <a:extLst>
                <a:ext uri="{FF2B5EF4-FFF2-40B4-BE49-F238E27FC236}">
                  <ns2:creationId id="{222A5AD5-A4A1-216E-9EBA-8AD9178A68C2}"/>
                </a:ext>
              </a:extLst>
            </p:cNvPr>
            <p:cNvSpPr/>
            <p:nvPr/>
          </p:nvSpPr>
          <p:spPr>
            <a:xfrm>
              <a:off x="9262796" y="4391628"/>
              <a:ext cx="661025" cy="380530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0" name="フローチャート: 磁気ディスク 279">
              <a:extLst>
                <a:ext uri="{FF2B5EF4-FFF2-40B4-BE49-F238E27FC236}">
                  <ns2:creationId id="{127B2C6A-5B18-D61A-818E-3E38529F0C7F}"/>
                </a:ext>
              </a:extLst>
            </p:cNvPr>
            <p:cNvSpPr/>
            <p:nvPr/>
          </p:nvSpPr>
          <p:spPr>
            <a:xfrm>
              <a:off x="9245379" y="5011487"/>
              <a:ext cx="661025" cy="380530"/>
            </a:xfrm>
            <a:prstGeom prst="flowChartMagneticDisk">
              <a:avLst/>
            </a:prstGeom>
            <a:solidFill>
              <a:schemeClr val="bg1"/>
            </a:solidFill>
            <a:ln w="317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435" name="グループ化 434">
              <a:extLst>
                <a:ext uri="{FF2B5EF4-FFF2-40B4-BE49-F238E27FC236}">
                  <ns2:creationId id="{DFECCBCF-4441-3E0E-9DC0-FA387E3B675A}"/>
                </a:ext>
              </a:extLst>
            </p:cNvPr>
            <p:cNvGrpSpPr/>
            <p:nvPr/>
          </p:nvGrpSpPr>
          <p:grpSpPr>
            <a:xfrm>
              <a:off x="10518078" y="4168653"/>
              <a:ext cx="1260000" cy="1404000"/>
              <a:chOff x="10518078" y="4168653"/>
              <a:chExt cx="1260000" cy="1404000"/>
            </a:xfrm>
          </p:grpSpPr>
          <p:sp>
            <p:nvSpPr>
              <p:cNvPr id="29" name="四角形: 角を丸くする 28">
                <a:extLst>
                  <a:ext uri="{FF2B5EF4-FFF2-40B4-BE49-F238E27FC236}">
                    <ns2:creationId id="{F1E4D102-6EB0-C9B1-FCCB-0303BAC63A02}"/>
                  </a:ext>
                </a:extLst>
              </p:cNvPr>
              <p:cNvSpPr/>
              <p:nvPr/>
            </p:nvSpPr>
            <p:spPr>
              <a:xfrm>
                <a:off x="10518078" y="4168653"/>
                <a:ext cx="1260000" cy="1404000"/>
              </a:xfrm>
              <a:prstGeom prst="roundRect">
                <a:avLst>
                  <a:gd name="adj" fmla="val 2857"/>
                </a:avLst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600"/>
                  </a:spcAft>
                </a:pPr>
                <a:r>
                  <a:rPr lang="en-US" altLang="ja-JP" sz="1000" dirty="0" err="1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600"/>
                  </a:spcAft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600"/>
                  </a:spcAft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81" name="Picture 2">
                <a:extLst>
                  <a:ext uri="{FF2B5EF4-FFF2-40B4-BE49-F238E27FC236}">
                    <ns2:creationId id="{601A68B1-C91C-0949-23F6-56265F42FB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ns5:useLocalDpi val="0"/>
                  </a:ext>
                </a:extLst>
              </a:blip>
              <a:srcRect b="57101"/>
              <a:stretch>
                <a:fillRect/>
              </a:stretch>
            </p:blipFill>
            <p:spPr bwMode="auto">
              <a:xfrm>
                <a:off x="10750193" y="4420432"/>
                <a:ext cx="795772" cy="322921"/>
              </a:xfrm>
              <a:prstGeom prst="rect">
                <a:avLst/>
              </a:prstGeom>
              <a:noFill/>
              <a:extLst>
                <a:ext uri="{909E8E84-426E-40DD-AFC4-6F175D3DCCD1}">
                  <ns5:hiddenFill>
                    <a:solidFill>
                      <a:srgbClr val="FFFFFF"/>
                    </a:solidFill>
                  </ns5:hiddenFill>
                </a:ext>
              </a:extLst>
            </p:spPr>
          </p:pic>
          <p:pic>
            <p:nvPicPr>
              <p:cNvPr id="282" name="Picture 2">
                <a:extLst>
                  <a:ext uri="{FF2B5EF4-FFF2-40B4-BE49-F238E27FC236}">
                    <ns2:creationId id="{F37CDBA4-0AF7-A9F1-B9F2-41614E64C6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ns5:useLocalDpi val="0"/>
                  </a:ext>
                </a:extLst>
              </a:blip>
              <a:srcRect b="57101"/>
              <a:stretch>
                <a:fillRect/>
              </a:stretch>
            </p:blipFill>
            <p:spPr bwMode="auto">
              <a:xfrm>
                <a:off x="10750192" y="5031586"/>
                <a:ext cx="795772" cy="322921"/>
              </a:xfrm>
              <a:prstGeom prst="rect">
                <a:avLst/>
              </a:prstGeom>
              <a:noFill/>
              <a:extLst>
                <a:ext uri="{909E8E84-426E-40DD-AFC4-6F175D3DCCD1}">
                  <ns5:hiddenFill>
                    <a:solidFill>
                      <a:srgbClr val="FFFFFF"/>
                    </a:solidFill>
                  </ns5:hiddenFill>
                </a:ext>
              </a:extLst>
            </p:spPr>
          </p:pic>
        </p:grpSp>
        <p:cxnSp>
          <p:nvCxnSpPr>
            <p:cNvPr id="283" name="直線矢印コネクタ 282">
              <a:extLst>
                <a:ext uri="{FF2B5EF4-FFF2-40B4-BE49-F238E27FC236}">
                  <ns2:creationId id="{1F0398A6-5E01-3CFA-CCB1-59B3BE91C63D}"/>
                </a:ext>
              </a:extLst>
            </p:cNvPr>
            <p:cNvCxnSpPr>
              <a:cxnSpLocks/>
              <a:stCxn id="213" idx="4"/>
              <a:endCxn id="275" idx="1"/>
            </p:cNvCxnSpPr>
            <p:nvPr/>
          </p:nvCxnSpPr>
          <p:spPr>
            <a:xfrm>
              <a:off x="5030625" y="5988582"/>
              <a:ext cx="1801938" cy="0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コネクタ: カギ線 285">
              <a:extLst>
                <a:ext uri="{FF2B5EF4-FFF2-40B4-BE49-F238E27FC236}">
                  <ns2:creationId id="{F26EA5A1-E0A5-FE9D-EE0E-AC13A9EF36B0}"/>
                </a:ext>
              </a:extLst>
            </p:cNvPr>
            <p:cNvCxnSpPr>
              <a:cxnSpLocks/>
              <a:stCxn id="275" idx="3"/>
              <a:endCxn id="256" idx="3"/>
            </p:cNvCxnSpPr>
            <p:nvPr/>
          </p:nvCxnSpPr>
          <p:spPr>
            <a:xfrm flipV="1">
              <a:off x="7300563" y="4083224"/>
              <a:ext cx="2759084" cy="1905358"/>
            </a:xfrm>
            <a:prstGeom prst="bentConnector2">
              <a:avLst/>
            </a:prstGeom>
            <a:ln w="19050">
              <a:solidFill>
                <a:srgbClr val="018001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288">
              <a:extLst>
                <a:ext uri="{FF2B5EF4-FFF2-40B4-BE49-F238E27FC236}">
                  <ns2:creationId id="{FE03790F-A945-B933-5BEA-7D7405B5056F}"/>
                </a:ext>
              </a:extLst>
            </p:cNvPr>
            <p:cNvCxnSpPr>
              <a:cxnSpLocks/>
              <a:stCxn id="212" idx="4"/>
              <a:endCxn id="277" idx="1"/>
            </p:cNvCxnSpPr>
            <p:nvPr/>
          </p:nvCxnSpPr>
          <p:spPr>
            <a:xfrm flipV="1">
              <a:off x="5857685" y="4956800"/>
              <a:ext cx="978900" cy="482490"/>
            </a:xfrm>
            <a:prstGeom prst="bentConnector3">
              <a:avLst>
                <a:gd name="adj1" fmla="val 63344"/>
              </a:avLst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コネクタ: カギ線 291">
              <a:extLst>
                <a:ext uri="{FF2B5EF4-FFF2-40B4-BE49-F238E27FC236}">
                  <ns2:creationId id="{D08FE69E-3BFC-10E6-1B5A-311B22804DB0}"/>
                </a:ext>
              </a:extLst>
            </p:cNvPr>
            <p:cNvCxnSpPr>
              <a:cxnSpLocks/>
              <a:stCxn id="208" idx="4"/>
              <a:endCxn id="277" idx="1"/>
            </p:cNvCxnSpPr>
            <p:nvPr/>
          </p:nvCxnSpPr>
          <p:spPr>
            <a:xfrm>
              <a:off x="5849805" y="4487797"/>
              <a:ext cx="986780" cy="469003"/>
            </a:xfrm>
            <a:prstGeom prst="bentConnector3">
              <a:avLst>
                <a:gd name="adj1" fmla="val 64120"/>
              </a:avLst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線矢印コネクタ 305">
              <a:extLst>
                <a:ext uri="{FF2B5EF4-FFF2-40B4-BE49-F238E27FC236}">
                  <ns2:creationId id="{761B7709-7E9E-C214-4753-C5364D3544BC}"/>
                </a:ext>
              </a:extLst>
            </p:cNvPr>
            <p:cNvCxnSpPr>
              <a:cxnSpLocks/>
              <a:stCxn id="210" idx="4"/>
              <a:endCxn id="277" idx="1"/>
            </p:cNvCxnSpPr>
            <p:nvPr/>
          </p:nvCxnSpPr>
          <p:spPr>
            <a:xfrm>
              <a:off x="5853922" y="4956676"/>
              <a:ext cx="982663" cy="124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コネクタ: カギ線 310">
              <a:extLst>
                <a:ext uri="{FF2B5EF4-FFF2-40B4-BE49-F238E27FC236}">
                  <ns2:creationId id="{5EAD20A4-775E-D4BF-55BB-6A94FD2DF28C}"/>
                </a:ext>
              </a:extLst>
            </p:cNvPr>
            <p:cNvCxnSpPr>
              <a:cxnSpLocks/>
              <a:stCxn id="277" idx="3"/>
              <a:endCxn id="279" idx="2"/>
            </p:cNvCxnSpPr>
            <p:nvPr/>
          </p:nvCxnSpPr>
          <p:spPr>
            <a:xfrm flipV="1">
              <a:off x="7304585" y="4581893"/>
              <a:ext cx="1958211" cy="324000"/>
            </a:xfrm>
            <a:prstGeom prst="bentConnector3">
              <a:avLst>
                <a:gd name="adj1" fmla="val 94445"/>
              </a:avLst>
            </a:prstGeom>
            <a:ln w="19050">
              <a:solidFill>
                <a:srgbClr val="018001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コネクタ: カギ線 313">
              <a:extLst>
                <a:ext uri="{FF2B5EF4-FFF2-40B4-BE49-F238E27FC236}">
                  <ns2:creationId id="{396CDD23-9053-3160-2D99-257DF3CDBAE1}"/>
                </a:ext>
              </a:extLst>
            </p:cNvPr>
            <p:cNvCxnSpPr>
              <a:cxnSpLocks/>
            </p:cNvCxnSpPr>
            <p:nvPr/>
          </p:nvCxnSpPr>
          <p:spPr>
            <a:xfrm>
              <a:off x="7304585" y="4978834"/>
              <a:ext cx="1940794" cy="216000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矢印コネクタ 316">
              <a:extLst>
                <a:ext uri="{FF2B5EF4-FFF2-40B4-BE49-F238E27FC236}">
                  <ns2:creationId id="{73A6269A-2E3E-187E-CFF3-F48437C798BB}"/>
                </a:ext>
              </a:extLst>
            </p:cNvPr>
            <p:cNvCxnSpPr>
              <a:cxnSpLocks/>
              <a:stCxn id="279" idx="4"/>
              <a:endCxn id="281" idx="1"/>
            </p:cNvCxnSpPr>
            <p:nvPr/>
          </p:nvCxnSpPr>
          <p:spPr>
            <a:xfrm>
              <a:off x="9923821" y="4581893"/>
              <a:ext cx="826372" cy="0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矢印コネクタ 319">
              <a:extLst>
                <a:ext uri="{FF2B5EF4-FFF2-40B4-BE49-F238E27FC236}">
                  <ns2:creationId id="{63588A5B-A50F-45D9-AAC4-053DF575452B}"/>
                </a:ext>
              </a:extLst>
            </p:cNvPr>
            <p:cNvCxnSpPr>
              <a:cxnSpLocks/>
              <a:stCxn id="280" idx="4"/>
              <a:endCxn id="282" idx="1"/>
            </p:cNvCxnSpPr>
            <p:nvPr/>
          </p:nvCxnSpPr>
          <p:spPr>
            <a:xfrm flipV="1">
              <a:off x="9906404" y="5193047"/>
              <a:ext cx="843788" cy="8705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コネクタ: カギ線 322">
              <a:extLst>
                <a:ext uri="{FF2B5EF4-FFF2-40B4-BE49-F238E27FC236}">
                  <ns2:creationId id="{629D7D3F-8F36-449D-D0BC-C7C83FB0DDC1}"/>
                </a:ext>
              </a:extLst>
            </p:cNvPr>
            <p:cNvCxnSpPr>
              <a:cxnSpLocks/>
              <a:stCxn id="228" idx="4"/>
              <a:endCxn id="272" idx="2"/>
            </p:cNvCxnSpPr>
            <p:nvPr/>
          </p:nvCxnSpPr>
          <p:spPr>
            <a:xfrm>
              <a:off x="8831417" y="2428030"/>
              <a:ext cx="592918" cy="583146"/>
            </a:xfrm>
            <a:prstGeom prst="bentConnector3">
              <a:avLst>
                <a:gd name="adj1" fmla="val 33843"/>
              </a:avLst>
            </a:prstGeom>
            <a:ln w="19050">
              <a:solidFill>
                <a:srgbClr val="018001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直線矢印コネクタ 325">
              <a:extLst>
                <a:ext uri="{FF2B5EF4-FFF2-40B4-BE49-F238E27FC236}">
                  <ns2:creationId id="{F8BBD56A-51DF-0007-372E-B214465834E7}"/>
                </a:ext>
              </a:extLst>
            </p:cNvPr>
            <p:cNvCxnSpPr>
              <a:cxnSpLocks/>
              <a:stCxn id="272" idx="4"/>
              <a:endCxn id="273" idx="1"/>
            </p:cNvCxnSpPr>
            <p:nvPr/>
          </p:nvCxnSpPr>
          <p:spPr>
            <a:xfrm flipV="1">
              <a:off x="10085360" y="3002465"/>
              <a:ext cx="753547" cy="8711"/>
            </a:xfrm>
            <a:prstGeom prst="straightConnector1">
              <a:avLst/>
            </a:prstGeom>
            <a:ln w="19050">
              <a:solidFill>
                <a:srgbClr val="018001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直線矢印コネクタ 328">
              <a:extLst>
                <a:ext uri="{FF2B5EF4-FFF2-40B4-BE49-F238E27FC236}">
                  <ns2:creationId id="{5A91926B-8691-23DC-6AAB-9BAA0B8CB55D}"/>
                </a:ext>
              </a:extLst>
            </p:cNvPr>
            <p:cNvCxnSpPr>
              <a:cxnSpLocks/>
              <a:stCxn id="231" idx="3"/>
              <a:endCxn id="255" idx="2"/>
            </p:cNvCxnSpPr>
            <p:nvPr/>
          </p:nvCxnSpPr>
          <p:spPr>
            <a:xfrm>
              <a:off x="8734905" y="3892959"/>
              <a:ext cx="194238" cy="0"/>
            </a:xfrm>
            <a:prstGeom prst="straightConnector1">
              <a:avLst/>
            </a:prstGeom>
            <a:ln w="19050">
              <a:solidFill>
                <a:srgbClr val="018001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四角形: 角を丸くする 337">
              <a:extLst>
                <a:ext uri="{FF2B5EF4-FFF2-40B4-BE49-F238E27FC236}">
                  <ns2:creationId id="{6ECCB7DD-3C6E-80FB-690F-EAF4C9FDB370}"/>
                </a:ext>
              </a:extLst>
            </p:cNvPr>
            <p:cNvSpPr/>
            <p:nvPr/>
          </p:nvSpPr>
          <p:spPr>
            <a:xfrm>
              <a:off x="6435635" y="2245507"/>
              <a:ext cx="1224000" cy="382481"/>
            </a:xfrm>
            <a:prstGeom prst="roundRect">
              <a:avLst>
                <a:gd name="adj" fmla="val 941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18400" tIns="25920" rIns="25920" bIns="259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en-US" altLang="ja-JP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5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en-US" altLang="ja-JP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r>
                <a:rPr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56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9" name="四角形: 角を丸くする 338">
              <a:extLst>
                <a:ext uri="{FF2B5EF4-FFF2-40B4-BE49-F238E27FC236}">
                  <ns2:creationId id="{60E7E05B-6E56-14CD-38CB-07F34F771856}"/>
                </a:ext>
              </a:extLst>
            </p:cNvPr>
            <p:cNvSpPr/>
            <p:nvPr/>
          </p:nvSpPr>
          <p:spPr>
            <a:xfrm>
              <a:off x="6514766" y="2292531"/>
              <a:ext cx="405033" cy="129600"/>
            </a:xfrm>
            <a:prstGeom prst="roundRect">
              <a:avLst>
                <a:gd name="adj" fmla="val 13889"/>
              </a:avLst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0" name="四角形: 角を丸くする 339">
              <a:extLst>
                <a:ext uri="{FF2B5EF4-FFF2-40B4-BE49-F238E27FC236}">
                  <ns2:creationId id="{1D36EED3-1CAE-3E66-F574-E8EB61708591}"/>
                </a:ext>
              </a:extLst>
            </p:cNvPr>
            <p:cNvSpPr/>
            <p:nvPr/>
          </p:nvSpPr>
          <p:spPr>
            <a:xfrm>
              <a:off x="6514766" y="2443711"/>
              <a:ext cx="405033" cy="129600"/>
            </a:xfrm>
            <a:prstGeom prst="roundRect">
              <a:avLst>
                <a:gd name="adj" fmla="val 13889"/>
              </a:avLst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4" name="background">
              <a:extLst>
                <a:ext uri="{FF2B5EF4-FFF2-40B4-BE49-F238E27FC236}">
                  <ns2:creationId id="{FAEFE65C-11C6-F11C-DCD4-044F118EFAE6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6322423" y="2321130"/>
              <a:ext cx="203200" cy="203200"/>
            </a:xfrm>
            <a:prstGeom prst="ellipse">
              <a:avLst/>
            </a:prstGeom>
            <a:solidFill>
              <a:schemeClr val="accent5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spcAft>
                  <a:spcPts val="300"/>
                </a:spcAft>
                <a:buClr>
                  <a:schemeClr val="accent1"/>
                </a:buClr>
              </a:pP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5" name="四角形: 角を丸くする 344">
              <a:extLst>
                <a:ext uri="{FF2B5EF4-FFF2-40B4-BE49-F238E27FC236}">
                  <ns2:creationId id="{2D0ACB5E-9A1A-A04A-1B8B-5A7711FA1FA0}"/>
                </a:ext>
              </a:extLst>
            </p:cNvPr>
            <p:cNvSpPr/>
            <p:nvPr/>
          </p:nvSpPr>
          <p:spPr>
            <a:xfrm>
              <a:off x="6439988" y="2741554"/>
              <a:ext cx="1224000" cy="382481"/>
            </a:xfrm>
            <a:prstGeom prst="roundRect">
              <a:avLst>
                <a:gd name="adj" fmla="val 941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18400" tIns="25920" rIns="25920" bIns="259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en-US" altLang="ja-JP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5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6" name="四角形: 角を丸くする 345">
              <a:extLst>
                <a:ext uri="{FF2B5EF4-FFF2-40B4-BE49-F238E27FC236}">
                  <ns2:creationId id="{54B8C7E5-8817-09EF-2856-968506B45EF7}"/>
                </a:ext>
              </a:extLst>
            </p:cNvPr>
            <p:cNvSpPr/>
            <p:nvPr/>
          </p:nvSpPr>
          <p:spPr>
            <a:xfrm>
              <a:off x="6536536" y="2779869"/>
              <a:ext cx="405033" cy="129600"/>
            </a:xfrm>
            <a:prstGeom prst="roundRect">
              <a:avLst>
                <a:gd name="adj" fmla="val 13889"/>
              </a:avLst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7" name="四角形: 角を丸くする 346">
              <a:extLst>
                <a:ext uri="{FF2B5EF4-FFF2-40B4-BE49-F238E27FC236}">
                  <ns2:creationId id="{662B09FB-7FA1-FE3D-7C99-C8B15CCED7C8}"/>
                </a:ext>
              </a:extLst>
            </p:cNvPr>
            <p:cNvSpPr/>
            <p:nvPr/>
          </p:nvSpPr>
          <p:spPr>
            <a:xfrm>
              <a:off x="6536537" y="2939758"/>
              <a:ext cx="405033" cy="129600"/>
            </a:xfrm>
            <a:prstGeom prst="roundRect">
              <a:avLst>
                <a:gd name="adj" fmla="val 13889"/>
              </a:avLst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56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4" name="background">
              <a:extLst>
                <a:ext uri="{FF2B5EF4-FFF2-40B4-BE49-F238E27FC236}">
                  <ns2:creationId id="{DC4394D7-6B63-2D0C-B563-4D64BC2D0425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6335486" y="2834595"/>
              <a:ext cx="203200" cy="203200"/>
            </a:xfrm>
            <a:prstGeom prst="ellipse">
              <a:avLst/>
            </a:prstGeom>
            <a:solidFill>
              <a:schemeClr val="accent5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9" name="Text Placeholder 2">
              <a:extLst>
                <a:ext uri="{FF2B5EF4-FFF2-40B4-BE49-F238E27FC236}">
                  <ns2:creationId id="{27A5F133-13A4-4242-B9D8-16402D59196B}"/>
                </a:ext>
              </a:extLst>
            </p:cNvPr>
            <p:cNvSpPr txBox="1">
              <a:spLocks/>
            </p:cNvSpPr>
            <p:nvPr/>
          </p:nvSpPr>
          <p:spPr>
            <a:xfrm>
              <a:off x="6277107" y="3138352"/>
              <a:ext cx="1476000" cy="216000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72000" bIns="45720" rtlCol="0" anchor="ctr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Wingdings" panose="05000000000000000000" pitchFamily="2" charset="2"/>
                <a:buNone/>
                <a:tabLst>
                  <a:tab pos="8731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</a:rPr>
                <a:t>XX</a:t>
              </a:r>
              <a:endParaRPr kumimoji="1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</a:endParaRPr>
            </a:p>
          </p:txBody>
        </p:sp>
        <p:grpSp>
          <p:nvGrpSpPr>
            <p:cNvPr id="361" name="グループ化 360">
              <a:extLst>
                <a:ext uri="{FF2B5EF4-FFF2-40B4-BE49-F238E27FC236}">
                  <ns2:creationId id="{CA887C28-4074-D668-164E-AA5C7B2ACF82}"/>
                </a:ext>
              </a:extLst>
            </p:cNvPr>
            <p:cNvGrpSpPr/>
            <p:nvPr/>
          </p:nvGrpSpPr>
          <p:grpSpPr>
            <a:xfrm>
              <a:off x="9069978" y="2049930"/>
              <a:ext cx="1296000" cy="382481"/>
              <a:chOff x="9122230" y="2419153"/>
              <a:chExt cx="1296000" cy="382481"/>
            </a:xfrm>
          </p:grpSpPr>
          <p:sp>
            <p:nvSpPr>
              <p:cNvPr id="357" name="四角形: 角を丸くする 356">
                <a:extLst>
                  <a:ext uri="{FF2B5EF4-FFF2-40B4-BE49-F238E27FC236}">
                    <ns2:creationId id="{80032F63-7F65-EECF-7C85-5CB66B78CAD9}"/>
                  </a:ext>
                </a:extLst>
              </p:cNvPr>
              <p:cNvSpPr/>
              <p:nvPr/>
            </p:nvSpPr>
            <p:spPr>
              <a:xfrm>
                <a:off x="9122230" y="2419153"/>
                <a:ext cx="1296000" cy="382481"/>
              </a:xfrm>
              <a:prstGeom prst="roundRect">
                <a:avLst>
                  <a:gd name="adj" fmla="val 941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68000" tIns="25920" rIns="0" bIns="259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9</a:t>
                </a:r>
                <a:r>
                  <a:rPr kumimoji="1"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8" name="四角形: 角を丸くする 357">
                <a:extLst>
                  <a:ext uri="{FF2B5EF4-FFF2-40B4-BE49-F238E27FC236}">
                    <ns2:creationId id="{082AFCB8-2DBD-85CE-D7CE-E5D6BA3338D6}"/>
                  </a:ext>
                </a:extLst>
              </p:cNvPr>
              <p:cNvSpPr/>
              <p:nvPr/>
            </p:nvSpPr>
            <p:spPr>
              <a:xfrm>
                <a:off x="9181635" y="2466177"/>
                <a:ext cx="405033" cy="129600"/>
              </a:xfrm>
              <a:prstGeom prst="roundRect">
                <a:avLst>
                  <a:gd name="adj" fmla="val 13889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kumimoji="1" lang="ja-JP" altLang="en-US" sz="756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9" name="四角形: 角を丸くする 358">
                <a:extLst>
                  <a:ext uri="{FF2B5EF4-FFF2-40B4-BE49-F238E27FC236}">
                    <ns2:creationId id="{1CA677DE-311C-D60B-D7FB-52FA8FD43BF0}"/>
                  </a:ext>
                </a:extLst>
              </p:cNvPr>
              <p:cNvSpPr/>
              <p:nvPr/>
            </p:nvSpPr>
            <p:spPr>
              <a:xfrm>
                <a:off x="9181635" y="2626066"/>
                <a:ext cx="405033" cy="129600"/>
              </a:xfrm>
              <a:prstGeom prst="roundRect">
                <a:avLst>
                  <a:gd name="adj" fmla="val 13889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kumimoji="1" lang="ja-JP" altLang="en-US" sz="756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360" name="background">
              <a:extLst>
                <a:ext uri="{FF2B5EF4-FFF2-40B4-BE49-F238E27FC236}">
                  <ns2:creationId id="{D536E564-F03C-949F-C429-4053DD16DF82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8930641" y="2522963"/>
              <a:ext cx="203200" cy="203200"/>
            </a:xfrm>
            <a:prstGeom prst="ellipse">
              <a:avLst/>
            </a:prstGeom>
            <a:solidFill>
              <a:schemeClr val="accent5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2" name="background">
              <a:extLst>
                <a:ext uri="{FF2B5EF4-FFF2-40B4-BE49-F238E27FC236}">
                  <ns2:creationId id="{49413C3A-C597-5FEF-E6CC-472E34FC2BF8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10267403" y="2900866"/>
              <a:ext cx="203200" cy="203200"/>
            </a:xfrm>
            <a:prstGeom prst="ellipse">
              <a:avLst/>
            </a:prstGeom>
            <a:solidFill>
              <a:schemeClr val="accent5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67" name="グループ化 366">
              <a:extLst>
                <a:ext uri="{FF2B5EF4-FFF2-40B4-BE49-F238E27FC236}">
                  <ns2:creationId id="{8F8B60E7-BD3C-859B-F34A-9543F2B35BDE}"/>
                </a:ext>
              </a:extLst>
            </p:cNvPr>
            <p:cNvGrpSpPr/>
            <p:nvPr/>
          </p:nvGrpSpPr>
          <p:grpSpPr>
            <a:xfrm>
              <a:off x="10590078" y="2260878"/>
              <a:ext cx="1116000" cy="504000"/>
              <a:chOff x="10519955" y="2310296"/>
              <a:chExt cx="1116000" cy="504000"/>
            </a:xfrm>
          </p:grpSpPr>
          <p:sp>
            <p:nvSpPr>
              <p:cNvPr id="364" name="四角形: 角を丸くする 363">
                <a:extLst>
                  <a:ext uri="{FF2B5EF4-FFF2-40B4-BE49-F238E27FC236}">
                    <ns2:creationId id="{242B62DA-2D0F-3FBA-2921-B351730412DD}"/>
                  </a:ext>
                </a:extLst>
              </p:cNvPr>
              <p:cNvSpPr/>
              <p:nvPr/>
            </p:nvSpPr>
            <p:spPr>
              <a:xfrm>
                <a:off x="10519955" y="2310296"/>
                <a:ext cx="1116000" cy="504000"/>
              </a:xfrm>
              <a:prstGeom prst="roundRect">
                <a:avLst>
                  <a:gd name="adj" fmla="val 7143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432000" tIns="25920" rIns="0" bIns="259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en-US" altLang="ja-JP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BI</a:t>
                </a:r>
                <a:r>
                  <a:rPr lang="ja-JP" altLang="en-US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6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ja-JP" altLang="en-US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300"/>
                  </a:spcAft>
                </a:pPr>
                <a:endParaRPr kumimoji="1" lang="ja-JP" altLang="en-US" sz="76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5" name="四角形: 角を丸くする 364">
                <a:extLst>
                  <a:ext uri="{FF2B5EF4-FFF2-40B4-BE49-F238E27FC236}">
                    <ns2:creationId id="{3F55ACAE-E778-1959-D2AB-66FA6CB0C664}"/>
                  </a:ext>
                </a:extLst>
              </p:cNvPr>
              <p:cNvSpPr/>
              <p:nvPr/>
            </p:nvSpPr>
            <p:spPr>
              <a:xfrm>
                <a:off x="10546832" y="2379091"/>
                <a:ext cx="405033" cy="129600"/>
              </a:xfrm>
              <a:prstGeom prst="roundRect">
                <a:avLst>
                  <a:gd name="adj" fmla="val 13889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kumimoji="1" lang="ja-JP" altLang="en-US" sz="756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6" name="四角形: 角を丸くする 365">
                <a:extLst>
                  <a:ext uri="{FF2B5EF4-FFF2-40B4-BE49-F238E27FC236}">
                    <ns2:creationId id="{B55F689C-679C-EB2D-2B76-35F1534CEC7D}"/>
                  </a:ext>
                </a:extLst>
              </p:cNvPr>
              <p:cNvSpPr/>
              <p:nvPr/>
            </p:nvSpPr>
            <p:spPr>
              <a:xfrm>
                <a:off x="10546832" y="2543336"/>
                <a:ext cx="405033" cy="129600"/>
              </a:xfrm>
              <a:prstGeom prst="roundRect">
                <a:avLst>
                  <a:gd name="adj" fmla="val 13889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920" tIns="25920" rIns="25920" bIns="259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kumimoji="1" lang="ja-JP" altLang="en-US" sz="756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368" name="background">
              <a:extLst>
                <a:ext uri="{FF2B5EF4-FFF2-40B4-BE49-F238E27FC236}">
                  <ns2:creationId id="{A3421338-77E1-E78B-4CCC-93E98A167DBD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7929156" y="4742732"/>
              <a:ext cx="203200" cy="203200"/>
            </a:xfrm>
            <a:prstGeom prst="ellipse">
              <a:avLst/>
            </a:prstGeom>
            <a:solidFill>
              <a:schemeClr val="accent5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69" name="グループ化 368">
              <a:extLst>
                <a:ext uri="{FF2B5EF4-FFF2-40B4-BE49-F238E27FC236}">
                  <ns2:creationId id="{14D5DF93-A60C-47BA-F07B-2554F04540B6}"/>
                </a:ext>
              </a:extLst>
            </p:cNvPr>
            <p:cNvGrpSpPr/>
            <p:nvPr/>
          </p:nvGrpSpPr>
          <p:grpSpPr>
            <a:xfrm>
              <a:off x="7887563" y="4208763"/>
              <a:ext cx="1224000" cy="468000"/>
              <a:chOff x="9113521" y="2419152"/>
              <a:chExt cx="1224000" cy="468000"/>
            </a:xfrm>
          </p:grpSpPr>
          <p:sp>
            <p:nvSpPr>
              <p:cNvPr id="370" name="四角形: 角を丸くする 369">
                <a:extLst>
                  <a:ext uri="{FF2B5EF4-FFF2-40B4-BE49-F238E27FC236}">
                    <ns2:creationId id="{91F1477D-18AF-3773-FEA8-F4C0B07580BD}"/>
                  </a:ext>
                </a:extLst>
              </p:cNvPr>
              <p:cNvSpPr/>
              <p:nvPr/>
            </p:nvSpPr>
            <p:spPr>
              <a:xfrm>
                <a:off x="9113521" y="2419152"/>
                <a:ext cx="1224000" cy="468000"/>
              </a:xfrm>
              <a:prstGeom prst="roundRect">
                <a:avLst>
                  <a:gd name="adj" fmla="val 76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518400" tIns="25920" rIns="0" bIns="259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kumimoji="1" lang="zh-TW" altLang="en-US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6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Aft>
                    <a:spcPts val="300"/>
                  </a:spcAft>
                  <a:buFont typeface="Yu Gothic" panose="020B0400000000000000" pitchFamily="50" charset="-128"/>
                  <a:buChar char="※"/>
                </a:pPr>
                <a:r>
                  <a:rPr kumimoji="1" lang="ja-JP" altLang="en-US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6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1" name="四角形: 角を丸くする 370">
                <a:extLst>
                  <a:ext uri="{FF2B5EF4-FFF2-40B4-BE49-F238E27FC236}">
                    <ns2:creationId id="{6D45DA9A-C474-CDF5-6AFB-2A20D2DAEB74}"/>
                  </a:ext>
                </a:extLst>
              </p:cNvPr>
              <p:cNvSpPr/>
              <p:nvPr/>
            </p:nvSpPr>
            <p:spPr>
              <a:xfrm>
                <a:off x="9179327" y="2466177"/>
                <a:ext cx="405033" cy="129600"/>
              </a:xfrm>
              <a:prstGeom prst="roundRect">
                <a:avLst>
                  <a:gd name="adj" fmla="val 13889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920" tIns="25920" rIns="0" bIns="259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kumimoji="1" lang="ja-JP" altLang="en-US" sz="756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2" name="四角形: 角を丸くする 371">
                <a:extLst>
                  <a:ext uri="{FF2B5EF4-FFF2-40B4-BE49-F238E27FC236}">
                    <ns2:creationId id="{282FDC45-EDF2-20FE-510C-A9C5C34C9D4B}"/>
                  </a:ext>
                </a:extLst>
              </p:cNvPr>
              <p:cNvSpPr/>
              <p:nvPr/>
            </p:nvSpPr>
            <p:spPr>
              <a:xfrm>
                <a:off x="9179327" y="2626066"/>
                <a:ext cx="405033" cy="129600"/>
              </a:xfrm>
              <a:prstGeom prst="roundRect">
                <a:avLst>
                  <a:gd name="adj" fmla="val 13889"/>
                </a:avLst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920" tIns="25920" rIns="0" bIns="259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kumimoji="1" lang="ja-JP" altLang="en-US" sz="756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ns2:creationId id="{63E75671-3F04-5329-5089-B38345899D80}"/>
                </a:ext>
              </a:extLst>
            </p:cNvPr>
            <p:cNvGrpSpPr/>
            <p:nvPr/>
          </p:nvGrpSpPr>
          <p:grpSpPr>
            <a:xfrm>
              <a:off x="3215302" y="2205207"/>
              <a:ext cx="2473713" cy="1626893"/>
              <a:chOff x="3215302" y="2205207"/>
              <a:chExt cx="2473713" cy="1626893"/>
            </a:xfrm>
          </p:grpSpPr>
          <p:grpSp>
            <p:nvGrpSpPr>
              <p:cNvPr id="448" name="グループ化 447">
                <a:extLst>
                  <a:ext uri="{FF2B5EF4-FFF2-40B4-BE49-F238E27FC236}">
                    <ns2:creationId id="{EFD9E138-DC9F-8396-79F5-FB93F2CD65CA}"/>
                  </a:ext>
                </a:extLst>
              </p:cNvPr>
              <p:cNvGrpSpPr/>
              <p:nvPr/>
            </p:nvGrpSpPr>
            <p:grpSpPr>
              <a:xfrm>
                <a:off x="4645812" y="2205207"/>
                <a:ext cx="1036800" cy="504000"/>
                <a:chOff x="4645812" y="2205207"/>
                <a:chExt cx="1036800" cy="504000"/>
              </a:xfrm>
            </p:grpSpPr>
            <p:sp>
              <p:nvSpPr>
                <p:cNvPr id="135" name="Text Placeholder 2">
                  <a:extLst>
                    <a:ext uri="{FF2B5EF4-FFF2-40B4-BE49-F238E27FC236}">
                      <ns2:creationId id="{11CD2C2C-291F-93BD-D0FC-3C2259E934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45812" y="2205207"/>
                  <a:ext cx="1036800" cy="504000"/>
                </a:xfrm>
                <a:prstGeom prst="rect">
                  <a:avLst/>
                </a:prstGeom>
                <a:noFill/>
                <a:ln w="8572"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810" dirty="0">
                      <a:solidFill>
                        <a:prstClr val="black"/>
                      </a:solidFill>
                    </a:rPr>
                    <a:t>XX</a:t>
                  </a:r>
                  <a:br>
                    <a:rPr kumimoji="1" lang="en-US" altLang="ja-JP" sz="81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</a:br>
                  <a:endParaRPr kumimoji="1" lang="en-US" altLang="ja-JP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37" name="Text Placeholder 2">
                  <a:extLst>
                    <a:ext uri="{FF2B5EF4-FFF2-40B4-BE49-F238E27FC236}">
                      <ns2:creationId id="{7C3A258A-6A58-FC51-DDB0-4A1CCDA2E08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58082" y="2595411"/>
                  <a:ext cx="1008000" cy="10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lIns="64800" tIns="41148" rIns="64800" bIns="41148" rtlCol="0" anchor="ctr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700" dirty="0">
                      <a:solidFill>
                        <a:srgbClr val="008000"/>
                      </a:solidFill>
                    </a:rPr>
                    <a:t>XX</a:t>
                  </a:r>
                  <a:endPara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36" name="フローチャート: 磁気ディスク 135">
                  <a:extLst>
                    <a:ext uri="{FF2B5EF4-FFF2-40B4-BE49-F238E27FC236}">
                      <ns2:creationId id="{DED717E5-D9B4-21DD-45AF-BAF9C6063F19}"/>
                    </a:ext>
                  </a:extLst>
                </p:cNvPr>
                <p:cNvSpPr/>
                <p:nvPr/>
              </p:nvSpPr>
              <p:spPr>
                <a:xfrm>
                  <a:off x="4914783" y="2370665"/>
                  <a:ext cx="529713" cy="224203"/>
                </a:xfrm>
                <a:prstGeom prst="flowChartMagneticDisk">
                  <a:avLst/>
                </a:prstGeom>
                <a:solidFill>
                  <a:schemeClr val="bg1"/>
                </a:solidFill>
                <a:ln w="2857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81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7" name="グループ化 446">
                <a:extLst>
                  <a:ext uri="{FF2B5EF4-FFF2-40B4-BE49-F238E27FC236}">
                    <ns2:creationId id="{B4C53B4A-032D-AEAA-DFA5-361A8AD803C0}"/>
                  </a:ext>
                </a:extLst>
              </p:cNvPr>
              <p:cNvGrpSpPr/>
              <p:nvPr/>
            </p:nvGrpSpPr>
            <p:grpSpPr>
              <a:xfrm>
                <a:off x="3215302" y="2222628"/>
                <a:ext cx="1036800" cy="504000"/>
                <a:chOff x="3215302" y="2222628"/>
                <a:chExt cx="1036800" cy="504000"/>
              </a:xfrm>
            </p:grpSpPr>
            <p:sp>
              <p:nvSpPr>
                <p:cNvPr id="139" name="Text Placeholder 2">
                  <a:extLst>
                    <a:ext uri="{FF2B5EF4-FFF2-40B4-BE49-F238E27FC236}">
                      <ns2:creationId id="{FB40AB7E-208A-0D83-5F17-ACC1819B8E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15302" y="2222628"/>
                  <a:ext cx="1036800" cy="504000"/>
                </a:xfrm>
                <a:prstGeom prst="rect">
                  <a:avLst/>
                </a:prstGeom>
                <a:noFill/>
                <a:ln w="8572"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kumimoji="1" lang="ja-JP" altLang="en-US" sz="81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  <a:t>XX</a:t>
                  </a:r>
                  <a:endParaRPr kumimoji="1" lang="en-US" altLang="ja-JP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41" name="Text Placeholder 2">
                  <a:extLst>
                    <a:ext uri="{FF2B5EF4-FFF2-40B4-BE49-F238E27FC236}">
                      <ns2:creationId id="{CE947B0B-A469-8584-A6CB-94D619BE09E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27572" y="2601815"/>
                  <a:ext cx="1008000" cy="10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lIns="64800" tIns="41148" rIns="64800" bIns="41148" rtlCol="0" anchor="ctr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</a:rPr>
                    <a:t>XX</a:t>
                  </a:r>
                  <a:endPara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40" name="フローチャート: 磁気ディスク 139">
                  <a:extLst>
                    <a:ext uri="{FF2B5EF4-FFF2-40B4-BE49-F238E27FC236}">
                      <ns2:creationId id="{91A702DB-51CD-34F8-8542-65DDA663674B}"/>
                    </a:ext>
                  </a:extLst>
                </p:cNvPr>
                <p:cNvSpPr/>
                <p:nvPr/>
              </p:nvSpPr>
              <p:spPr>
                <a:xfrm>
                  <a:off x="3484273" y="2377069"/>
                  <a:ext cx="529713" cy="224203"/>
                </a:xfrm>
                <a:prstGeom prst="flowChartMagneticDisk">
                  <a:avLst/>
                </a:prstGeom>
                <a:solidFill>
                  <a:schemeClr val="bg1"/>
                </a:solidFill>
                <a:ln w="2857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1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SAP</a:t>
                  </a:r>
                  <a:endParaRPr kumimoji="1" lang="ja-JP" altLang="en-US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1" name="グループ化 450">
                <a:extLst>
                  <a:ext uri="{FF2B5EF4-FFF2-40B4-BE49-F238E27FC236}">
                    <ns2:creationId id="{2CFA02F0-EF9B-35A1-4DD3-45AD338D9302}"/>
                  </a:ext>
                </a:extLst>
              </p:cNvPr>
              <p:cNvGrpSpPr/>
              <p:nvPr/>
            </p:nvGrpSpPr>
            <p:grpSpPr>
              <a:xfrm>
                <a:off x="4652215" y="2760122"/>
                <a:ext cx="1036800" cy="504000"/>
                <a:chOff x="4652215" y="2760122"/>
                <a:chExt cx="1036800" cy="504000"/>
              </a:xfrm>
            </p:grpSpPr>
            <p:sp>
              <p:nvSpPr>
                <p:cNvPr id="143" name="Text Placeholder 2">
                  <a:extLst>
                    <a:ext uri="{FF2B5EF4-FFF2-40B4-BE49-F238E27FC236}">
                      <ns2:creationId id="{441B35B2-B551-F2BD-F4AF-159A4387F86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52215" y="2760122"/>
                  <a:ext cx="1036800" cy="504000"/>
                </a:xfrm>
                <a:prstGeom prst="rect">
                  <a:avLst/>
                </a:prstGeom>
                <a:noFill/>
                <a:ln w="8572"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810" dirty="0">
                      <a:solidFill>
                        <a:prstClr val="black"/>
                      </a:solidFill>
                    </a:rPr>
                    <a:t>XX</a:t>
                  </a:r>
                  <a:br>
                    <a:rPr kumimoji="1" lang="en-US" altLang="ja-JP" sz="81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</a:br>
                  <a:endParaRPr kumimoji="1" lang="en-US" altLang="ja-JP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45" name="Text Placeholder 2">
                  <a:extLst>
                    <a:ext uri="{FF2B5EF4-FFF2-40B4-BE49-F238E27FC236}">
                      <ns2:creationId id="{E8FF9968-0F20-95EE-B75E-0701225B9DB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64485" y="3150326"/>
                  <a:ext cx="1008000" cy="10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lIns="64800" tIns="41148" rIns="64800" bIns="41148" rtlCol="0" anchor="ctr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None/>
                    <a:defRPr/>
                  </a:pPr>
                  <a:r>
                    <a:rPr lang="ja-JP" altLang="en-US" sz="7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700" dirty="0">
                    <a:solidFill>
                      <a:srgbClr val="008000"/>
                    </a:solidFill>
                  </a:endParaRPr>
                </a:p>
              </p:txBody>
            </p:sp>
            <p:sp>
              <p:nvSpPr>
                <p:cNvPr id="144" name="フローチャート: 磁気ディスク 143">
                  <a:extLst>
                    <a:ext uri="{FF2B5EF4-FFF2-40B4-BE49-F238E27FC236}">
                      <ns2:creationId id="{19DFEDB0-76E9-418D-AD90-23741BD52726}"/>
                    </a:ext>
                  </a:extLst>
                </p:cNvPr>
                <p:cNvSpPr/>
                <p:nvPr/>
              </p:nvSpPr>
              <p:spPr>
                <a:xfrm>
                  <a:off x="4921186" y="2910212"/>
                  <a:ext cx="529713" cy="224203"/>
                </a:xfrm>
                <a:prstGeom prst="flowChartMagneticDisk">
                  <a:avLst/>
                </a:prstGeom>
                <a:solidFill>
                  <a:schemeClr val="bg1"/>
                </a:solidFill>
                <a:ln w="2857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1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49" name="グループ化 448">
                <a:extLst>
                  <a:ext uri="{FF2B5EF4-FFF2-40B4-BE49-F238E27FC236}">
                    <ns2:creationId id="{17F25917-961B-1ECA-1A6B-4F9A55BCF3C2}"/>
                  </a:ext>
                </a:extLst>
              </p:cNvPr>
              <p:cNvGrpSpPr/>
              <p:nvPr/>
            </p:nvGrpSpPr>
            <p:grpSpPr>
              <a:xfrm>
                <a:off x="3221705" y="2766526"/>
                <a:ext cx="1036800" cy="504000"/>
                <a:chOff x="3221705" y="2766526"/>
                <a:chExt cx="1036800" cy="504000"/>
              </a:xfrm>
            </p:grpSpPr>
            <p:sp>
              <p:nvSpPr>
                <p:cNvPr id="147" name="Text Placeholder 2">
                  <a:extLst>
                    <a:ext uri="{FF2B5EF4-FFF2-40B4-BE49-F238E27FC236}">
                      <ns2:creationId id="{8631FEA3-8BB3-5A08-5864-1733E2F5317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21705" y="2766526"/>
                  <a:ext cx="1036800" cy="504000"/>
                </a:xfrm>
                <a:prstGeom prst="rect">
                  <a:avLst/>
                </a:prstGeom>
                <a:noFill/>
                <a:ln w="8572"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810" dirty="0">
                      <a:solidFill>
                        <a:prstClr val="black"/>
                      </a:solidFill>
                    </a:rPr>
                    <a:t>XX</a:t>
                  </a:r>
                  <a:endParaRPr kumimoji="1" lang="en-US" altLang="ja-JP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49" name="Text Placeholder 2">
                  <a:extLst>
                    <a:ext uri="{FF2B5EF4-FFF2-40B4-BE49-F238E27FC236}">
                      <ns2:creationId id="{8DEC3589-6C69-61C2-0C27-107F6DE241A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33975" y="3156730"/>
                  <a:ext cx="1008000" cy="10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lIns="64800" tIns="41148" rIns="64800" bIns="41148" rtlCol="0" anchor="ctr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None/>
                    <a:defRPr/>
                  </a:pPr>
                  <a:r>
                    <a:rPr lang="ja-JP" altLang="en-US" sz="7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700" dirty="0">
                    <a:solidFill>
                      <a:srgbClr val="008000"/>
                    </a:solidFill>
                  </a:endParaRPr>
                </a:p>
              </p:txBody>
            </p:sp>
            <p:sp>
              <p:nvSpPr>
                <p:cNvPr id="148" name="フローチャート: 磁気ディスク 147">
                  <a:extLst>
                    <a:ext uri="{FF2B5EF4-FFF2-40B4-BE49-F238E27FC236}">
                      <ns2:creationId id="{7D058FB2-1653-4589-C55D-5F59A51E5DB2}"/>
                    </a:ext>
                  </a:extLst>
                </p:cNvPr>
                <p:cNvSpPr/>
                <p:nvPr/>
              </p:nvSpPr>
              <p:spPr>
                <a:xfrm>
                  <a:off x="3490676" y="2916616"/>
                  <a:ext cx="529713" cy="224203"/>
                </a:xfrm>
                <a:prstGeom prst="flowChartMagneticDisk">
                  <a:avLst/>
                </a:prstGeom>
                <a:solidFill>
                  <a:schemeClr val="bg1"/>
                </a:solidFill>
                <a:ln w="2857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81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2" name="グループ化 451">
                <a:extLst>
                  <a:ext uri="{FF2B5EF4-FFF2-40B4-BE49-F238E27FC236}">
                    <ns2:creationId id="{526FD04B-2195-1652-2797-9389B6FD2188}"/>
                  </a:ext>
                </a:extLst>
              </p:cNvPr>
              <p:cNvGrpSpPr/>
              <p:nvPr/>
            </p:nvGrpSpPr>
            <p:grpSpPr>
              <a:xfrm>
                <a:off x="4652215" y="3321696"/>
                <a:ext cx="1036800" cy="504000"/>
                <a:chOff x="4658618" y="3321696"/>
                <a:chExt cx="1036800" cy="504000"/>
              </a:xfrm>
            </p:grpSpPr>
            <p:sp>
              <p:nvSpPr>
                <p:cNvPr id="151" name="Text Placeholder 2">
                  <a:extLst>
                    <a:ext uri="{FF2B5EF4-FFF2-40B4-BE49-F238E27FC236}">
                      <ns2:creationId id="{9ABB99A4-AA4B-BB73-5F63-BA637C52C63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58618" y="3321696"/>
                  <a:ext cx="1036800" cy="504000"/>
                </a:xfrm>
                <a:prstGeom prst="rect">
                  <a:avLst/>
                </a:prstGeom>
                <a:noFill/>
                <a:ln w="8572"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810" dirty="0">
                      <a:solidFill>
                        <a:prstClr val="black"/>
                      </a:solidFill>
                    </a:rPr>
                    <a:t>XX</a:t>
                  </a:r>
                  <a:br>
                    <a:rPr kumimoji="1" lang="en-US" altLang="ja-JP" sz="81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</a:rPr>
                  </a:br>
                  <a:endParaRPr kumimoji="1" lang="en-US" altLang="ja-JP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53" name="Text Placeholder 2">
                  <a:extLst>
                    <a:ext uri="{FF2B5EF4-FFF2-40B4-BE49-F238E27FC236}">
                      <ns2:creationId id="{BA76A3E0-E2B0-0998-CA4C-409E5385BDB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70888" y="3703191"/>
                  <a:ext cx="1008000" cy="10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lIns="64800" tIns="41148" rIns="64800" bIns="41148" rtlCol="0" anchor="ctr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None/>
                    <a:defRPr/>
                  </a:pPr>
                  <a:r>
                    <a:rPr lang="ja-JP" altLang="en-US" sz="7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700" dirty="0">
                    <a:solidFill>
                      <a:srgbClr val="008000"/>
                    </a:solidFill>
                  </a:endParaRPr>
                </a:p>
              </p:txBody>
            </p:sp>
            <p:sp>
              <p:nvSpPr>
                <p:cNvPr id="152" name="フローチャート: 磁気ディスク 151">
                  <a:extLst>
                    <a:ext uri="{FF2B5EF4-FFF2-40B4-BE49-F238E27FC236}">
                      <ns2:creationId id="{AA1FBF2E-9588-F515-F168-A07E172A4B13}"/>
                    </a:ext>
                  </a:extLst>
                </p:cNvPr>
                <p:cNvSpPr/>
                <p:nvPr/>
              </p:nvSpPr>
              <p:spPr>
                <a:xfrm>
                  <a:off x="4927589" y="3471786"/>
                  <a:ext cx="529713" cy="224203"/>
                </a:xfrm>
                <a:prstGeom prst="flowChartMagneticDisk">
                  <a:avLst/>
                </a:prstGeom>
                <a:solidFill>
                  <a:schemeClr val="bg1"/>
                </a:solidFill>
                <a:ln w="2857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81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0" name="グループ化 449">
                <a:extLst>
                  <a:ext uri="{FF2B5EF4-FFF2-40B4-BE49-F238E27FC236}">
                    <ns2:creationId id="{3811F06F-153E-6459-8872-9E6E5F56DA39}"/>
                  </a:ext>
                </a:extLst>
              </p:cNvPr>
              <p:cNvGrpSpPr/>
              <p:nvPr/>
            </p:nvGrpSpPr>
            <p:grpSpPr>
              <a:xfrm>
                <a:off x="3221705" y="3328100"/>
                <a:ext cx="1036800" cy="504000"/>
                <a:chOff x="3228108" y="3328100"/>
                <a:chExt cx="1036800" cy="504000"/>
              </a:xfrm>
            </p:grpSpPr>
            <p:sp>
              <p:nvSpPr>
                <p:cNvPr id="155" name="Text Placeholder 2">
                  <a:extLst>
                    <a:ext uri="{FF2B5EF4-FFF2-40B4-BE49-F238E27FC236}">
                      <ns2:creationId id="{990D9E0B-40DA-D767-072C-D1E1325D545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28108" y="3328100"/>
                  <a:ext cx="1036800" cy="504000"/>
                </a:xfrm>
                <a:prstGeom prst="rect">
                  <a:avLst/>
                </a:prstGeom>
                <a:noFill/>
                <a:ln w="8572">
                  <a:solidFill>
                    <a:schemeClr val="bg1">
                      <a:lumMod val="65000"/>
                    </a:schemeClr>
                  </a:solidFill>
                </a:ln>
              </p:spPr>
              <p:txBody>
                <a:bodyPr vert="horz" lIns="54000" tIns="36000" rIns="36000" bIns="36000" rtlCol="0" anchor="t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None/>
                    <a:tabLst/>
                    <a:defRPr/>
                  </a:pPr>
                  <a:r>
                    <a:rPr lang="ja-JP" altLang="en-US" sz="810" dirty="0">
                      <a:solidFill>
                        <a:prstClr val="black"/>
                      </a:solidFill>
                    </a:rPr>
                    <a:t>XX</a:t>
                  </a:r>
                  <a:endParaRPr kumimoji="1" lang="en-US" altLang="ja-JP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  <p:sp>
              <p:nvSpPr>
                <p:cNvPr id="157" name="Text Placeholder 2">
                  <a:extLst>
                    <a:ext uri="{FF2B5EF4-FFF2-40B4-BE49-F238E27FC236}">
                      <ns2:creationId id="{EAC82458-58D2-FE03-60A3-ACE24A98410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40378" y="3709595"/>
                  <a:ext cx="1008000" cy="10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lIns="64800" tIns="41148" rIns="64800" bIns="41148" rtlCol="0" anchor="ctr">
                  <a:noAutofit/>
                </a:bodyPr>
                <a:lstStyle>
                  <a:lvl1pPr marL="342900" indent="-3429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Clr>
                      <a:srgbClr val="008000"/>
                    </a:buClr>
                    <a:buFont typeface="Wingdings" panose="05000000000000000000" pitchFamily="2" charset="2"/>
                    <a:buChar char="n"/>
                    <a:defRPr kumimoji="1" sz="2000" kern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None/>
                    <a:defRPr/>
                  </a:pPr>
                  <a:r>
                    <a:rPr lang="ja-JP" altLang="en-US" sz="700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700" dirty="0">
                    <a:solidFill>
                      <a:srgbClr val="008000"/>
                    </a:solidFill>
                  </a:endParaRPr>
                </a:p>
              </p:txBody>
            </p:sp>
            <p:sp>
              <p:nvSpPr>
                <p:cNvPr id="156" name="フローチャート: 磁気ディスク 155">
                  <a:extLst>
                    <a:ext uri="{FF2B5EF4-FFF2-40B4-BE49-F238E27FC236}">
                      <ns2:creationId id="{D220F76B-E2A2-6AC2-A1F2-C64C7F063380}"/>
                    </a:ext>
                  </a:extLst>
                </p:cNvPr>
                <p:cNvSpPr/>
                <p:nvPr/>
              </p:nvSpPr>
              <p:spPr>
                <a:xfrm>
                  <a:off x="3497079" y="3478190"/>
                  <a:ext cx="529713" cy="224203"/>
                </a:xfrm>
                <a:prstGeom prst="flowChartMagneticDisk">
                  <a:avLst/>
                </a:prstGeom>
                <a:solidFill>
                  <a:schemeClr val="bg1"/>
                </a:solidFill>
                <a:ln w="2857">
                  <a:solidFill>
                    <a:schemeClr val="bg1">
                      <a:lumMod val="50000"/>
                    </a:schemeClr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1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SCM</a:t>
                  </a:r>
                  <a:endParaRPr kumimoji="1" lang="ja-JP" altLang="en-US" sz="81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cxnSp>
          <p:nvCxnSpPr>
            <p:cNvPr id="384" name="コネクタ: カギ線 383">
              <a:extLst>
                <a:ext uri="{FF2B5EF4-FFF2-40B4-BE49-F238E27FC236}">
                  <ns2:creationId id="{334C0F43-F70D-AEAC-011C-7D2C3AD7C7D9}"/>
                </a:ext>
              </a:extLst>
            </p:cNvPr>
            <p:cNvCxnSpPr>
              <a:cxnSpLocks/>
              <a:stCxn id="360" idx="6"/>
              <a:endCxn id="357" idx="2"/>
            </p:cNvCxnSpPr>
            <p:nvPr/>
          </p:nvCxnSpPr>
          <p:spPr>
            <a:xfrm flipV="1">
              <a:off x="9133841" y="2432411"/>
              <a:ext cx="584137" cy="192152"/>
            </a:xfrm>
            <a:prstGeom prst="bentConnector2">
              <a:avLst/>
            </a:prstGeom>
            <a:ln w="9525">
              <a:solidFill>
                <a:schemeClr val="accent3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コネクタ: カギ線 387">
              <a:extLst>
                <a:ext uri="{FF2B5EF4-FFF2-40B4-BE49-F238E27FC236}">
                  <ns2:creationId id="{7CEDCB01-D50F-540D-7E07-92073D192C3F}"/>
                </a:ext>
              </a:extLst>
            </p:cNvPr>
            <p:cNvCxnSpPr>
              <a:cxnSpLocks/>
              <a:stCxn id="364" idx="1"/>
              <a:endCxn id="362" idx="0"/>
            </p:cNvCxnSpPr>
            <p:nvPr/>
          </p:nvCxnSpPr>
          <p:spPr>
            <a:xfrm rot="10800000" flipV="1">
              <a:off x="10369004" y="2512878"/>
              <a:ext cx="221075" cy="387988"/>
            </a:xfrm>
            <a:prstGeom prst="bentConnector2">
              <a:avLst/>
            </a:prstGeom>
            <a:ln w="9525">
              <a:solidFill>
                <a:schemeClr val="accent3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1" name="グループ化 430">
              <a:extLst>
                <a:ext uri="{FF2B5EF4-FFF2-40B4-BE49-F238E27FC236}">
                  <ns2:creationId id="{7FB22296-2E7B-F044-1CFF-6BD3607A3271}"/>
                </a:ext>
              </a:extLst>
            </p:cNvPr>
            <p:cNvGrpSpPr/>
            <p:nvPr/>
          </p:nvGrpSpPr>
          <p:grpSpPr>
            <a:xfrm>
              <a:off x="2553230" y="2020902"/>
              <a:ext cx="288000" cy="2088000"/>
              <a:chOff x="2553230" y="2020902"/>
              <a:chExt cx="288000" cy="208800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2F1EDF58-0752-1AF7-CE68-189B9DEFD8EB}"/>
                  </a:ext>
                </a:extLst>
              </p:cNvPr>
              <p:cNvSpPr/>
              <p:nvPr/>
            </p:nvSpPr>
            <p:spPr>
              <a:xfrm>
                <a:off x="2553230" y="2020902"/>
                <a:ext cx="288000" cy="2088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20" name="Grafik 3">
                <a:extLst>
                  <a:ext uri="{FF2B5EF4-FFF2-40B4-BE49-F238E27FC236}">
                    <ns2:creationId id="{20493946-CA6E-CA0B-49B9-0857DE3F54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ns5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2589230" y="2766621"/>
                <a:ext cx="216000" cy="144000"/>
              </a:xfrm>
              <a:prstGeom prst="rect">
                <a:avLst/>
              </a:prstGeom>
              <a:ln w="6350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</p:grpSp>
        <p:cxnSp>
          <p:nvCxnSpPr>
            <p:cNvPr id="241" name="コネクタ: カギ線 240">
              <a:extLst>
                <a:ext uri="{FF2B5EF4-FFF2-40B4-BE49-F238E27FC236}">
                  <ns2:creationId id="{B750EBD4-1B4A-723E-8316-EC4643FDA976}"/>
                </a:ext>
              </a:extLst>
            </p:cNvPr>
            <p:cNvCxnSpPr>
              <a:cxnSpLocks/>
              <a:stCxn id="148" idx="4"/>
              <a:endCxn id="231" idx="1"/>
            </p:cNvCxnSpPr>
            <p:nvPr/>
          </p:nvCxnSpPr>
          <p:spPr>
            <a:xfrm>
              <a:off x="4020389" y="3028718"/>
              <a:ext cx="4246516" cy="864241"/>
            </a:xfrm>
            <a:prstGeom prst="bentConnector3">
              <a:avLst>
                <a:gd name="adj1" fmla="val 10010"/>
              </a:avLst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直線コネクタ 453">
              <a:extLst>
                <a:ext uri="{FF2B5EF4-FFF2-40B4-BE49-F238E27FC236}">
                  <ns2:creationId id="{3EBFE2DF-A767-932E-96C0-82F6654834E8}"/>
                </a:ext>
              </a:extLst>
            </p:cNvPr>
            <p:cNvCxnSpPr>
              <a:cxnSpLocks/>
              <a:stCxn id="368" idx="0"/>
            </p:cNvCxnSpPr>
            <p:nvPr/>
          </p:nvCxnSpPr>
          <p:spPr>
            <a:xfrm flipV="1">
              <a:off x="8030756" y="4673600"/>
              <a:ext cx="0" cy="69132"/>
            </a:xfrm>
            <a:prstGeom prst="line">
              <a:avLst/>
            </a:prstGeom>
            <a:ln w="9525">
              <a:solidFill>
                <a:schemeClr val="accent3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6:creationId val="77761874"/>
      </p:ext>
    </p:extLst>
  </p:cSld>
  <p:clrMapOvr>
    <a:masterClrMapping/>
  </p:clrMapOvr>
</p:sld>
</file>

<file path=ppt/slides/slide8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FB897D5F-F6EF-D225-55D3-EEC12BCE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ACC08FC-8DA4-2DB5-BE93-9B398138E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633993" cy="914400"/>
          </a:xfrm>
        </p:spPr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16" name="正方形/長方形 15">
            <a:extLst>
              <a:ext uri="{FF2B5EF4-FFF2-40B4-BE49-F238E27FC236}">
                <ns2:creationId id="{A2C7A1C5-8840-3EB8-E5CF-11DDFB3A7051}"/>
              </a:ext>
            </a:extLst>
          </p:cNvPr>
          <p:cNvSpPr/>
          <p:nvPr/>
        </p:nvSpPr>
        <p:spPr>
          <a:xfrm>
            <a:off x="1609728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8FE9CA84-2428-2228-2BD0-545EFBC3A2F0}"/>
              </a:ext>
            </a:extLst>
          </p:cNvPr>
          <p:cNvSpPr/>
          <p:nvPr/>
        </p:nvSpPr>
        <p:spPr>
          <a:xfrm>
            <a:off x="5032269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ns2:creationId id="{3E67B26C-A0B1-7810-3F98-7F7C84575DEB}"/>
              </a:ext>
            </a:extLst>
          </p:cNvPr>
          <p:cNvSpPr/>
          <p:nvPr/>
        </p:nvSpPr>
        <p:spPr>
          <a:xfrm>
            <a:off x="6743451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ns2:creationId id="{B86F9138-28B4-C538-A7BB-6B149CF868D9}"/>
              </a:ext>
            </a:extLst>
          </p:cNvPr>
          <p:cNvSpPr/>
          <p:nvPr/>
        </p:nvSpPr>
        <p:spPr>
          <a:xfrm>
            <a:off x="8454633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7B1B98C3-BD7F-C7ED-BAAD-DEFA76B53983}"/>
              </a:ext>
            </a:extLst>
          </p:cNvPr>
          <p:cNvSpPr/>
          <p:nvPr/>
        </p:nvSpPr>
        <p:spPr>
          <a:xfrm>
            <a:off x="3321088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ns2:creationId id="{462723E4-4FBD-58D6-3473-3770E531466E}"/>
              </a:ext>
            </a:extLst>
          </p:cNvPr>
          <p:cNvSpPr/>
          <p:nvPr/>
        </p:nvSpPr>
        <p:spPr>
          <a:xfrm>
            <a:off x="1609906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ns2:creationId id="{A5390FFC-CC43-CD6E-E4E0-EC58DE0DB6E5}"/>
              </a:ext>
            </a:extLst>
          </p:cNvPr>
          <p:cNvSpPr/>
          <p:nvPr/>
        </p:nvSpPr>
        <p:spPr>
          <a:xfrm>
            <a:off x="2037537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D8FC654F-126B-4E3A-63D9-CE73D193757E}"/>
              </a:ext>
            </a:extLst>
          </p:cNvPr>
          <p:cNvSpPr/>
          <p:nvPr/>
        </p:nvSpPr>
        <p:spPr>
          <a:xfrm>
            <a:off x="246534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ns2:creationId id="{4CCF84D5-36B2-760F-04A5-EAF7103854BC}"/>
              </a:ext>
            </a:extLst>
          </p:cNvPr>
          <p:cNvSpPr/>
          <p:nvPr/>
        </p:nvSpPr>
        <p:spPr>
          <a:xfrm>
            <a:off x="289315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ns2:creationId id="{EA377C63-A728-9454-4B2D-497B2412A31B}"/>
              </a:ext>
            </a:extLst>
          </p:cNvPr>
          <p:cNvSpPr/>
          <p:nvPr/>
        </p:nvSpPr>
        <p:spPr>
          <a:xfrm>
            <a:off x="3320964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ns2:creationId id="{F3612058-0EC4-09CC-5574-C69981EE9F2E}"/>
              </a:ext>
            </a:extLst>
          </p:cNvPr>
          <p:cNvSpPr/>
          <p:nvPr/>
        </p:nvSpPr>
        <p:spPr>
          <a:xfrm>
            <a:off x="3748772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00624B2B-7392-08FD-7380-19E15DC34E05}"/>
              </a:ext>
            </a:extLst>
          </p:cNvPr>
          <p:cNvSpPr/>
          <p:nvPr/>
        </p:nvSpPr>
        <p:spPr>
          <a:xfrm>
            <a:off x="4176581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DAB58098-6692-AB26-94EA-A5D060B1CFEF}"/>
              </a:ext>
            </a:extLst>
          </p:cNvPr>
          <p:cNvSpPr/>
          <p:nvPr/>
        </p:nvSpPr>
        <p:spPr>
          <a:xfrm>
            <a:off x="4604390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A6DA0F6D-6C4A-9FFB-590F-32C1AE691E31}"/>
              </a:ext>
            </a:extLst>
          </p:cNvPr>
          <p:cNvSpPr/>
          <p:nvPr/>
        </p:nvSpPr>
        <p:spPr>
          <a:xfrm>
            <a:off x="5032199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398F25A4-55FF-5586-A070-210EB82E9FC1}"/>
              </a:ext>
            </a:extLst>
          </p:cNvPr>
          <p:cNvSpPr/>
          <p:nvPr/>
        </p:nvSpPr>
        <p:spPr>
          <a:xfrm>
            <a:off x="5460007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ns2:creationId id="{1C8837C8-1AF8-07E0-EAC1-EDBB0F41E6C2}"/>
              </a:ext>
            </a:extLst>
          </p:cNvPr>
          <p:cNvSpPr/>
          <p:nvPr/>
        </p:nvSpPr>
        <p:spPr>
          <a:xfrm>
            <a:off x="5887816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ns2:creationId id="{968D9C26-B417-CDA2-52FB-52C914D2D9F6}"/>
              </a:ext>
            </a:extLst>
          </p:cNvPr>
          <p:cNvSpPr/>
          <p:nvPr/>
        </p:nvSpPr>
        <p:spPr>
          <a:xfrm>
            <a:off x="631562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" name="正方形/長方形 53">
            <a:extLst>
              <a:ext uri="{FF2B5EF4-FFF2-40B4-BE49-F238E27FC236}">
                <ns2:creationId id="{2870BA0D-CA3A-DD23-DF42-D778EBA8126C}"/>
              </a:ext>
            </a:extLst>
          </p:cNvPr>
          <p:cNvSpPr/>
          <p:nvPr/>
        </p:nvSpPr>
        <p:spPr>
          <a:xfrm>
            <a:off x="6743433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B86E9E1D-6BA8-93FD-E857-B28FF703243D}"/>
              </a:ext>
            </a:extLst>
          </p:cNvPr>
          <p:cNvSpPr/>
          <p:nvPr/>
        </p:nvSpPr>
        <p:spPr>
          <a:xfrm>
            <a:off x="7171242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ns2:creationId id="{3775BD7A-AD1B-5A33-CF31-1A8DFFBDE43F}"/>
              </a:ext>
            </a:extLst>
          </p:cNvPr>
          <p:cNvSpPr/>
          <p:nvPr/>
        </p:nvSpPr>
        <p:spPr>
          <a:xfrm>
            <a:off x="7599051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ns2:creationId id="{F4ADE94F-D2D5-11CC-FE1F-AD791AF85598}"/>
              </a:ext>
            </a:extLst>
          </p:cNvPr>
          <p:cNvSpPr/>
          <p:nvPr/>
        </p:nvSpPr>
        <p:spPr>
          <a:xfrm>
            <a:off x="8026859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ns2:creationId id="{9AD4C79D-68CD-820F-73D9-8309436652DD}"/>
              </a:ext>
            </a:extLst>
          </p:cNvPr>
          <p:cNvSpPr/>
          <p:nvPr/>
        </p:nvSpPr>
        <p:spPr>
          <a:xfrm>
            <a:off x="8454668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ns2:creationId id="{90031DE8-2A10-D382-6A89-791BBA8D3C73}"/>
              </a:ext>
            </a:extLst>
          </p:cNvPr>
          <p:cNvSpPr/>
          <p:nvPr/>
        </p:nvSpPr>
        <p:spPr>
          <a:xfrm>
            <a:off x="8882477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ns2:creationId id="{9FAC2AFE-0958-6D9D-8D1F-2BDA18C8EE7C}"/>
              </a:ext>
            </a:extLst>
          </p:cNvPr>
          <p:cNvSpPr/>
          <p:nvPr/>
        </p:nvSpPr>
        <p:spPr>
          <a:xfrm>
            <a:off x="931028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ns2:creationId id="{0706E265-1D13-84EE-60C5-D35E91437123}"/>
              </a:ext>
            </a:extLst>
          </p:cNvPr>
          <p:cNvSpPr/>
          <p:nvPr/>
        </p:nvSpPr>
        <p:spPr>
          <a:xfrm>
            <a:off x="9738094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ns2:creationId id="{A9F7E9B7-D82A-2914-7091-521108FA4F52}"/>
              </a:ext>
            </a:extLst>
          </p:cNvPr>
          <p:cNvSpPr/>
          <p:nvPr/>
        </p:nvSpPr>
        <p:spPr>
          <a:xfrm>
            <a:off x="10165814" y="1150070"/>
            <a:ext cx="1691224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ns2:creationId id="{17683320-2E6E-B25C-5529-C78A1E5794FD}"/>
              </a:ext>
            </a:extLst>
          </p:cNvPr>
          <p:cNvSpPr/>
          <p:nvPr/>
        </p:nvSpPr>
        <p:spPr>
          <a:xfrm>
            <a:off x="10165903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ns2:creationId id="{FA556CEE-6851-F43D-2A65-B9C69612BDF5}"/>
              </a:ext>
            </a:extLst>
          </p:cNvPr>
          <p:cNvSpPr/>
          <p:nvPr/>
        </p:nvSpPr>
        <p:spPr>
          <a:xfrm>
            <a:off x="10593711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2C8A5AC3-AC19-5ADA-ADCF-BBB0E26303A5}"/>
              </a:ext>
            </a:extLst>
          </p:cNvPr>
          <p:cNvSpPr/>
          <p:nvPr/>
        </p:nvSpPr>
        <p:spPr>
          <a:xfrm>
            <a:off x="11021520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ns2:creationId id="{54E353F0-88D4-C290-DE20-5A28D9CFBCDF}"/>
              </a:ext>
            </a:extLst>
          </p:cNvPr>
          <p:cNvSpPr/>
          <p:nvPr/>
        </p:nvSpPr>
        <p:spPr>
          <a:xfrm>
            <a:off x="11449329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C8DDBAD1-E5C5-16B6-01B8-11B8337995DA}"/>
              </a:ext>
            </a:extLst>
          </p:cNvPr>
          <p:cNvSpPr/>
          <p:nvPr/>
        </p:nvSpPr>
        <p:spPr>
          <a:xfrm>
            <a:off x="340208" y="1485867"/>
            <a:ext cx="1232949" cy="741074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DB7F7F44-549F-B417-3F19-9BC99AA8B315}"/>
              </a:ext>
            </a:extLst>
          </p:cNvPr>
          <p:cNvSpPr/>
          <p:nvPr/>
        </p:nvSpPr>
        <p:spPr>
          <a:xfrm>
            <a:off x="340208" y="2240561"/>
            <a:ext cx="1232949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E9F55F4B-56DD-306B-BF37-B7691671BF57}"/>
              </a:ext>
            </a:extLst>
          </p:cNvPr>
          <p:cNvSpPr/>
          <p:nvPr/>
        </p:nvSpPr>
        <p:spPr>
          <a:xfrm>
            <a:off x="340208" y="2408459"/>
            <a:ext cx="1232949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8F2FD6AA-E207-46A2-B30C-AA3017518BBF}"/>
              </a:ext>
            </a:extLst>
          </p:cNvPr>
          <p:cNvSpPr/>
          <p:nvPr/>
        </p:nvSpPr>
        <p:spPr>
          <a:xfrm>
            <a:off x="340208" y="2576357"/>
            <a:ext cx="1232949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D54F5F6F-AD03-B950-51A3-7CDC6078FEAC}"/>
              </a:ext>
            </a:extLst>
          </p:cNvPr>
          <p:cNvSpPr/>
          <p:nvPr/>
        </p:nvSpPr>
        <p:spPr>
          <a:xfrm>
            <a:off x="658802" y="2744256"/>
            <a:ext cx="914355" cy="1909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ns2:creationId id="{A67035F8-C4FD-1A3D-D2EE-D8600FA283B1}"/>
              </a:ext>
            </a:extLst>
          </p:cNvPr>
          <p:cNvSpPr/>
          <p:nvPr/>
        </p:nvSpPr>
        <p:spPr>
          <a:xfrm>
            <a:off x="658802" y="2948870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884ED94C-7603-2380-D5A6-2075283DAC03}"/>
              </a:ext>
            </a:extLst>
          </p:cNvPr>
          <p:cNvSpPr/>
          <p:nvPr/>
        </p:nvSpPr>
        <p:spPr>
          <a:xfrm>
            <a:off x="658802" y="3383500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5" name="正方形/長方形 24">
            <a:extLst>
              <a:ext uri="{FF2B5EF4-FFF2-40B4-BE49-F238E27FC236}">
                <ns2:creationId id="{E9DC7C53-085B-E262-C703-7DFAF3BBDE1A}"/>
              </a:ext>
            </a:extLst>
          </p:cNvPr>
          <p:cNvSpPr/>
          <p:nvPr/>
        </p:nvSpPr>
        <p:spPr>
          <a:xfrm>
            <a:off x="658802" y="3818130"/>
            <a:ext cx="914355" cy="1909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7" name="正方形/長方形 76">
            <a:extLst>
              <a:ext uri="{FF2B5EF4-FFF2-40B4-BE49-F238E27FC236}">
                <ns2:creationId id="{5E1AFD97-163C-CAA7-B66C-9E3894077AEC}"/>
              </a:ext>
            </a:extLst>
          </p:cNvPr>
          <p:cNvSpPr/>
          <p:nvPr/>
        </p:nvSpPr>
        <p:spPr>
          <a:xfrm>
            <a:off x="658802" y="4022744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8" name="正方形/長方形 77">
            <a:extLst>
              <a:ext uri="{FF2B5EF4-FFF2-40B4-BE49-F238E27FC236}">
                <ns2:creationId id="{AC1B8D8D-D479-9B00-A500-50D7ED02E9FD}"/>
              </a:ext>
            </a:extLst>
          </p:cNvPr>
          <p:cNvSpPr/>
          <p:nvPr/>
        </p:nvSpPr>
        <p:spPr>
          <a:xfrm>
            <a:off x="658802" y="4457374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8487DA3A-4DF5-79E9-6D32-3CA246606551}"/>
              </a:ext>
            </a:extLst>
          </p:cNvPr>
          <p:cNvSpPr/>
          <p:nvPr/>
        </p:nvSpPr>
        <p:spPr>
          <a:xfrm>
            <a:off x="1349603" y="1317968"/>
            <a:ext cx="166632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225992EE-EAE3-2C95-F60C-E54B483FC42F}"/>
              </a:ext>
            </a:extLst>
          </p:cNvPr>
          <p:cNvSpPr/>
          <p:nvPr/>
        </p:nvSpPr>
        <p:spPr>
          <a:xfrm>
            <a:off x="1349603" y="1150070"/>
            <a:ext cx="166632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4" name="直線コネクタ 83">
            <a:extLst>
              <a:ext uri="{FF2B5EF4-FFF2-40B4-BE49-F238E27FC236}">
                <ns2:creationId id="{AC1449CC-1CEE-6CBB-7537-1DA2B8D0A392}"/>
              </a:ext>
            </a:extLst>
          </p:cNvPr>
          <p:cNvCxnSpPr>
            <a:cxnSpLocks/>
          </p:cNvCxnSpPr>
          <p:nvPr/>
        </p:nvCxnSpPr>
        <p:spPr>
          <a:xfrm>
            <a:off x="1552820" y="1155977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90DA623F-3E92-52CD-1DD2-9ABB8B893FDA}"/>
              </a:ext>
            </a:extLst>
          </p:cNvPr>
          <p:cNvCxnSpPr>
            <a:cxnSpLocks/>
          </p:cNvCxnSpPr>
          <p:nvPr/>
        </p:nvCxnSpPr>
        <p:spPr>
          <a:xfrm>
            <a:off x="1552820" y="1317968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コネクタ 86">
            <a:extLst>
              <a:ext uri="{FF2B5EF4-FFF2-40B4-BE49-F238E27FC236}">
                <ns2:creationId id="{3033ADF6-CA71-77C0-C030-6AF88C951BA7}"/>
              </a:ext>
            </a:extLst>
          </p:cNvPr>
          <p:cNvCxnSpPr>
            <a:cxnSpLocks/>
          </p:cNvCxnSpPr>
          <p:nvPr/>
        </p:nvCxnSpPr>
        <p:spPr>
          <a:xfrm>
            <a:off x="599119" y="3842441"/>
            <a:ext cx="0" cy="1011635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コネクタ 89">
            <a:extLst>
              <a:ext uri="{FF2B5EF4-FFF2-40B4-BE49-F238E27FC236}">
                <ns2:creationId id="{57A77F60-60CC-8513-2614-982FFF019A73}"/>
              </a:ext>
            </a:extLst>
          </p:cNvPr>
          <p:cNvCxnSpPr>
            <a:cxnSpLocks/>
          </p:cNvCxnSpPr>
          <p:nvPr/>
        </p:nvCxnSpPr>
        <p:spPr>
          <a:xfrm>
            <a:off x="599119" y="2768566"/>
            <a:ext cx="0" cy="1011635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ns2:creationId id="{3D5BB116-A79D-F0CB-A6A7-790F63646BB0}"/>
              </a:ext>
            </a:extLst>
          </p:cNvPr>
          <p:cNvSpPr/>
          <p:nvPr/>
        </p:nvSpPr>
        <p:spPr>
          <a:xfrm>
            <a:off x="658802" y="5077782"/>
            <a:ext cx="914355" cy="1909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" name="正方形/長方形 79">
            <a:extLst>
              <a:ext uri="{FF2B5EF4-FFF2-40B4-BE49-F238E27FC236}">
                <ns2:creationId id="{7E0F892F-D695-83A2-7E21-6BF469A4DF2E}"/>
              </a:ext>
            </a:extLst>
          </p:cNvPr>
          <p:cNvSpPr/>
          <p:nvPr/>
        </p:nvSpPr>
        <p:spPr>
          <a:xfrm>
            <a:off x="658802" y="5282396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" name="正方形/長方形 80">
            <a:extLst>
              <a:ext uri="{FF2B5EF4-FFF2-40B4-BE49-F238E27FC236}">
                <ns2:creationId id="{DDF30F17-18E1-2658-C71A-FECDB5EFDDAE}"/>
              </a:ext>
            </a:extLst>
          </p:cNvPr>
          <p:cNvSpPr/>
          <p:nvPr/>
        </p:nvSpPr>
        <p:spPr>
          <a:xfrm>
            <a:off x="658802" y="5717031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1" name="直線コネクタ 90">
            <a:extLst>
              <a:ext uri="{FF2B5EF4-FFF2-40B4-BE49-F238E27FC236}">
                <ns2:creationId id="{99F0219B-C159-5067-8547-9CBE42898996}"/>
              </a:ext>
            </a:extLst>
          </p:cNvPr>
          <p:cNvCxnSpPr>
            <a:cxnSpLocks/>
          </p:cNvCxnSpPr>
          <p:nvPr/>
        </p:nvCxnSpPr>
        <p:spPr>
          <a:xfrm>
            <a:off x="599119" y="5102094"/>
            <a:ext cx="0" cy="1011635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正方形/長方形 95">
            <a:extLst>
              <a:ext uri="{FF2B5EF4-FFF2-40B4-BE49-F238E27FC236}">
                <ns2:creationId id="{E1319F74-CC23-A15C-8747-B95BB110A68D}"/>
              </a:ext>
            </a:extLst>
          </p:cNvPr>
          <p:cNvSpPr/>
          <p:nvPr/>
        </p:nvSpPr>
        <p:spPr>
          <a:xfrm>
            <a:off x="317059" y="2744256"/>
            <a:ext cx="266311" cy="10602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953C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7" name="正方形/長方形 96">
            <a:extLst>
              <a:ext uri="{FF2B5EF4-FFF2-40B4-BE49-F238E27FC236}">
                <ns2:creationId id="{AEE52005-F041-B3C0-257F-43C17F46A4AF}"/>
              </a:ext>
            </a:extLst>
          </p:cNvPr>
          <p:cNvSpPr/>
          <p:nvPr/>
        </p:nvSpPr>
        <p:spPr>
          <a:xfrm>
            <a:off x="317059" y="3818130"/>
            <a:ext cx="266311" cy="10602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953C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8" name="正方形/長方形 97">
            <a:extLst>
              <a:ext uri="{FF2B5EF4-FFF2-40B4-BE49-F238E27FC236}">
                <ns2:creationId id="{ECF149DF-23A4-C87A-444D-2AC653163662}"/>
              </a:ext>
            </a:extLst>
          </p:cNvPr>
          <p:cNvSpPr/>
          <p:nvPr/>
        </p:nvSpPr>
        <p:spPr>
          <a:xfrm>
            <a:off x="317059" y="5077784"/>
            <a:ext cx="266311" cy="10602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953C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1" name="正方形/長方形 100">
            <a:extLst>
              <a:ext uri="{FF2B5EF4-FFF2-40B4-BE49-F238E27FC236}">
                <ns2:creationId id="{8DC39E8D-278C-BA37-9E72-D09A5B7A0627}"/>
              </a:ext>
            </a:extLst>
          </p:cNvPr>
          <p:cNvSpPr/>
          <p:nvPr/>
        </p:nvSpPr>
        <p:spPr>
          <a:xfrm>
            <a:off x="1609728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2" name="正方形/長方形 101">
            <a:extLst>
              <a:ext uri="{FF2B5EF4-FFF2-40B4-BE49-F238E27FC236}">
                <ns2:creationId id="{165BF881-31A5-2219-4F23-5CF853745304}"/>
              </a:ext>
            </a:extLst>
          </p:cNvPr>
          <p:cNvSpPr/>
          <p:nvPr/>
        </p:nvSpPr>
        <p:spPr>
          <a:xfrm>
            <a:off x="2037537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" name="正方形/長方形 102">
            <a:extLst>
              <a:ext uri="{FF2B5EF4-FFF2-40B4-BE49-F238E27FC236}">
                <ns2:creationId id="{EF057984-73DD-E22E-05AB-7C466075225A}"/>
              </a:ext>
            </a:extLst>
          </p:cNvPr>
          <p:cNvSpPr/>
          <p:nvPr/>
        </p:nvSpPr>
        <p:spPr>
          <a:xfrm>
            <a:off x="246534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" name="正方形/長方形 103">
            <a:extLst>
              <a:ext uri="{FF2B5EF4-FFF2-40B4-BE49-F238E27FC236}">
                <ns2:creationId id="{11F614FB-143B-6446-B949-2B9CE61B32E9}"/>
              </a:ext>
            </a:extLst>
          </p:cNvPr>
          <p:cNvSpPr/>
          <p:nvPr/>
        </p:nvSpPr>
        <p:spPr>
          <a:xfrm>
            <a:off x="289315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5" name="正方形/長方形 104">
            <a:extLst>
              <a:ext uri="{FF2B5EF4-FFF2-40B4-BE49-F238E27FC236}">
                <ns2:creationId id="{ACE70018-EBE3-8ACD-1CB5-006C502C99DC}"/>
              </a:ext>
            </a:extLst>
          </p:cNvPr>
          <p:cNvSpPr/>
          <p:nvPr/>
        </p:nvSpPr>
        <p:spPr>
          <a:xfrm>
            <a:off x="3320964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6" name="正方形/長方形 105">
            <a:extLst>
              <a:ext uri="{FF2B5EF4-FFF2-40B4-BE49-F238E27FC236}">
                <ns2:creationId id="{22948C86-A807-BFA5-C92A-865D6138AFDA}"/>
              </a:ext>
            </a:extLst>
          </p:cNvPr>
          <p:cNvSpPr/>
          <p:nvPr/>
        </p:nvSpPr>
        <p:spPr>
          <a:xfrm>
            <a:off x="3748772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7" name="正方形/長方形 106">
            <a:extLst>
              <a:ext uri="{FF2B5EF4-FFF2-40B4-BE49-F238E27FC236}">
                <ns2:creationId id="{106393B2-007B-8957-AD10-6F0356AC8B7C}"/>
              </a:ext>
            </a:extLst>
          </p:cNvPr>
          <p:cNvSpPr/>
          <p:nvPr/>
        </p:nvSpPr>
        <p:spPr>
          <a:xfrm>
            <a:off x="4176581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ns2:creationId id="{73DE4A79-2E64-EA74-AA96-FAC4326DC86D}"/>
              </a:ext>
            </a:extLst>
          </p:cNvPr>
          <p:cNvSpPr/>
          <p:nvPr/>
        </p:nvSpPr>
        <p:spPr>
          <a:xfrm>
            <a:off x="4604390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9" name="正方形/長方形 108">
            <a:extLst>
              <a:ext uri="{FF2B5EF4-FFF2-40B4-BE49-F238E27FC236}">
                <ns2:creationId id="{0BA7B20B-0730-0DCA-AF68-26D480380F6A}"/>
              </a:ext>
            </a:extLst>
          </p:cNvPr>
          <p:cNvSpPr/>
          <p:nvPr/>
        </p:nvSpPr>
        <p:spPr>
          <a:xfrm>
            <a:off x="5032199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10" name="正方形/長方形 109">
            <a:extLst>
              <a:ext uri="{FF2B5EF4-FFF2-40B4-BE49-F238E27FC236}">
                <ns2:creationId id="{493E430E-C696-8E40-392C-3203AF55EAA6}"/>
              </a:ext>
            </a:extLst>
          </p:cNvPr>
          <p:cNvSpPr/>
          <p:nvPr/>
        </p:nvSpPr>
        <p:spPr>
          <a:xfrm>
            <a:off x="5460007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1" name="正方形/長方形 110">
            <a:extLst>
              <a:ext uri="{FF2B5EF4-FFF2-40B4-BE49-F238E27FC236}">
                <ns2:creationId id="{332AFA5D-E78E-7FC3-4003-987E07F74C68}"/>
              </a:ext>
            </a:extLst>
          </p:cNvPr>
          <p:cNvSpPr/>
          <p:nvPr/>
        </p:nvSpPr>
        <p:spPr>
          <a:xfrm>
            <a:off x="5887816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ns2:creationId id="{738835CF-75BE-AF61-F48A-AA7AFE983B26}"/>
              </a:ext>
            </a:extLst>
          </p:cNvPr>
          <p:cNvSpPr/>
          <p:nvPr/>
        </p:nvSpPr>
        <p:spPr>
          <a:xfrm>
            <a:off x="631562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3" name="正方形/長方形 112">
            <a:extLst>
              <a:ext uri="{FF2B5EF4-FFF2-40B4-BE49-F238E27FC236}">
                <ns2:creationId id="{341A9C0B-DC30-C31C-087A-D1A5E9FD2A2D}"/>
              </a:ext>
            </a:extLst>
          </p:cNvPr>
          <p:cNvSpPr/>
          <p:nvPr/>
        </p:nvSpPr>
        <p:spPr>
          <a:xfrm>
            <a:off x="6743433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4" name="正方形/長方形 113">
            <a:extLst>
              <a:ext uri="{FF2B5EF4-FFF2-40B4-BE49-F238E27FC236}">
                <ns2:creationId id="{0924FB95-DB5A-3B40-7E1D-351F6761BFB6}"/>
              </a:ext>
            </a:extLst>
          </p:cNvPr>
          <p:cNvSpPr/>
          <p:nvPr/>
        </p:nvSpPr>
        <p:spPr>
          <a:xfrm>
            <a:off x="7171242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5" name="正方形/長方形 114">
            <a:extLst>
              <a:ext uri="{FF2B5EF4-FFF2-40B4-BE49-F238E27FC236}">
                <ns2:creationId id="{DE5EA488-2BBE-1FA4-D2D9-CEACF3763E36}"/>
              </a:ext>
            </a:extLst>
          </p:cNvPr>
          <p:cNvSpPr/>
          <p:nvPr/>
        </p:nvSpPr>
        <p:spPr>
          <a:xfrm>
            <a:off x="7599051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6" name="正方形/長方形 115">
            <a:extLst>
              <a:ext uri="{FF2B5EF4-FFF2-40B4-BE49-F238E27FC236}">
                <ns2:creationId id="{0F0A4A47-531D-1CD5-972B-13D1F7E2C11C}"/>
              </a:ext>
            </a:extLst>
          </p:cNvPr>
          <p:cNvSpPr/>
          <p:nvPr/>
        </p:nvSpPr>
        <p:spPr>
          <a:xfrm>
            <a:off x="8026859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7" name="正方形/長方形 116">
            <a:extLst>
              <a:ext uri="{FF2B5EF4-FFF2-40B4-BE49-F238E27FC236}">
                <ns2:creationId id="{75D68A8A-0FDA-8E28-C990-B6F18D86B79E}"/>
              </a:ext>
            </a:extLst>
          </p:cNvPr>
          <p:cNvSpPr/>
          <p:nvPr/>
        </p:nvSpPr>
        <p:spPr>
          <a:xfrm>
            <a:off x="8454668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8" name="正方形/長方形 117">
            <a:extLst>
              <a:ext uri="{FF2B5EF4-FFF2-40B4-BE49-F238E27FC236}">
                <ns2:creationId id="{3B58CC61-C9F4-088E-6E92-7B8E9161D70E}"/>
              </a:ext>
            </a:extLst>
          </p:cNvPr>
          <p:cNvSpPr/>
          <p:nvPr/>
        </p:nvSpPr>
        <p:spPr>
          <a:xfrm>
            <a:off x="8882477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9" name="正方形/長方形 118">
            <a:extLst>
              <a:ext uri="{FF2B5EF4-FFF2-40B4-BE49-F238E27FC236}">
                <ns2:creationId id="{9C19E712-AC48-5C96-1962-BFB4D2FBDD7A}"/>
              </a:ext>
            </a:extLst>
          </p:cNvPr>
          <p:cNvSpPr/>
          <p:nvPr/>
        </p:nvSpPr>
        <p:spPr>
          <a:xfrm>
            <a:off x="931028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0" name="正方形/長方形 119">
            <a:extLst>
              <a:ext uri="{FF2B5EF4-FFF2-40B4-BE49-F238E27FC236}">
                <ns2:creationId id="{2B96E340-DABF-0675-E6FF-9776E4C4D874}"/>
              </a:ext>
            </a:extLst>
          </p:cNvPr>
          <p:cNvSpPr/>
          <p:nvPr/>
        </p:nvSpPr>
        <p:spPr>
          <a:xfrm>
            <a:off x="9738094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1" name="正方形/長方形 120">
            <a:extLst>
              <a:ext uri="{FF2B5EF4-FFF2-40B4-BE49-F238E27FC236}">
                <ns2:creationId id="{62ADA635-3626-7750-9CB5-97568FF0E383}"/>
              </a:ext>
            </a:extLst>
          </p:cNvPr>
          <p:cNvSpPr/>
          <p:nvPr/>
        </p:nvSpPr>
        <p:spPr>
          <a:xfrm>
            <a:off x="10165903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2" name="正方形/長方形 121">
            <a:extLst>
              <a:ext uri="{FF2B5EF4-FFF2-40B4-BE49-F238E27FC236}">
                <ns2:creationId id="{7C562665-5F43-806B-5CC2-C95D3110AADD}"/>
              </a:ext>
            </a:extLst>
          </p:cNvPr>
          <p:cNvSpPr/>
          <p:nvPr/>
        </p:nvSpPr>
        <p:spPr>
          <a:xfrm>
            <a:off x="10593711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3" name="正方形/長方形 122">
            <a:extLst>
              <a:ext uri="{FF2B5EF4-FFF2-40B4-BE49-F238E27FC236}">
                <ns2:creationId id="{69B8F614-70E2-3BED-13D2-0344B2976E89}"/>
              </a:ext>
            </a:extLst>
          </p:cNvPr>
          <p:cNvSpPr/>
          <p:nvPr/>
        </p:nvSpPr>
        <p:spPr>
          <a:xfrm>
            <a:off x="11021520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4" name="正方形/長方形 123">
            <a:extLst>
              <a:ext uri="{FF2B5EF4-FFF2-40B4-BE49-F238E27FC236}">
                <ns2:creationId id="{49C9E0D1-D08F-E496-5258-8AB336FED7D7}"/>
              </a:ext>
            </a:extLst>
          </p:cNvPr>
          <p:cNvSpPr/>
          <p:nvPr/>
        </p:nvSpPr>
        <p:spPr>
          <a:xfrm>
            <a:off x="11449329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25" name="正方形/長方形 124">
            <a:extLst>
              <a:ext uri="{FF2B5EF4-FFF2-40B4-BE49-F238E27FC236}">
                <ns2:creationId id="{B70CFD41-30DC-D1DB-0ACD-0A1465501945}"/>
              </a:ext>
            </a:extLst>
          </p:cNvPr>
          <p:cNvSpPr/>
          <p:nvPr/>
        </p:nvSpPr>
        <p:spPr>
          <a:xfrm>
            <a:off x="1609728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6" name="正方形/長方形 125">
            <a:extLst>
              <a:ext uri="{FF2B5EF4-FFF2-40B4-BE49-F238E27FC236}">
                <ns2:creationId id="{44422B2D-2FE6-5868-E66C-0B24EB7533A7}"/>
              </a:ext>
            </a:extLst>
          </p:cNvPr>
          <p:cNvSpPr/>
          <p:nvPr/>
        </p:nvSpPr>
        <p:spPr>
          <a:xfrm>
            <a:off x="2037537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7" name="正方形/長方形 126">
            <a:extLst>
              <a:ext uri="{FF2B5EF4-FFF2-40B4-BE49-F238E27FC236}">
                <ns2:creationId id="{88AA36DF-8076-92E4-5869-B26E3C7EFF56}"/>
              </a:ext>
            </a:extLst>
          </p:cNvPr>
          <p:cNvSpPr/>
          <p:nvPr/>
        </p:nvSpPr>
        <p:spPr>
          <a:xfrm>
            <a:off x="246534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8" name="正方形/長方形 127">
            <a:extLst>
              <a:ext uri="{FF2B5EF4-FFF2-40B4-BE49-F238E27FC236}">
                <ns2:creationId id="{04BBC1EE-DB23-8802-9AA8-DBD8EAF2E6F0}"/>
              </a:ext>
            </a:extLst>
          </p:cNvPr>
          <p:cNvSpPr/>
          <p:nvPr/>
        </p:nvSpPr>
        <p:spPr>
          <a:xfrm>
            <a:off x="289315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9" name="正方形/長方形 128">
            <a:extLst>
              <a:ext uri="{FF2B5EF4-FFF2-40B4-BE49-F238E27FC236}">
                <ns2:creationId id="{D860A820-F910-27E4-7EB3-E9FB4B77FABD}"/>
              </a:ext>
            </a:extLst>
          </p:cNvPr>
          <p:cNvSpPr/>
          <p:nvPr/>
        </p:nvSpPr>
        <p:spPr>
          <a:xfrm>
            <a:off x="3320964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0" name="正方形/長方形 129">
            <a:extLst>
              <a:ext uri="{FF2B5EF4-FFF2-40B4-BE49-F238E27FC236}">
                <ns2:creationId id="{5B245864-4985-2871-3922-868E51E1DDFE}"/>
              </a:ext>
            </a:extLst>
          </p:cNvPr>
          <p:cNvSpPr/>
          <p:nvPr/>
        </p:nvSpPr>
        <p:spPr>
          <a:xfrm>
            <a:off x="3748772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ns2:creationId id="{DE9312FF-ED83-7EFB-67AF-3732B6A51D4E}"/>
              </a:ext>
            </a:extLst>
          </p:cNvPr>
          <p:cNvSpPr/>
          <p:nvPr/>
        </p:nvSpPr>
        <p:spPr>
          <a:xfrm>
            <a:off x="4176581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172FB3F9-598F-F46A-D5C4-672739FF0281}"/>
              </a:ext>
            </a:extLst>
          </p:cNvPr>
          <p:cNvSpPr/>
          <p:nvPr/>
        </p:nvSpPr>
        <p:spPr>
          <a:xfrm>
            <a:off x="4604390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B1201D4B-82C1-8BF0-2748-7168E0462CD8}"/>
              </a:ext>
            </a:extLst>
          </p:cNvPr>
          <p:cNvSpPr>
            <a:spLocks noChangeAspect="1"/>
          </p:cNvSpPr>
          <p:nvPr/>
        </p:nvSpPr>
        <p:spPr>
          <a:xfrm>
            <a:off x="5032199" y="2240561"/>
            <a:ext cx="108000" cy="10800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4" name="正方形/長方形 133">
            <a:extLst>
              <a:ext uri="{FF2B5EF4-FFF2-40B4-BE49-F238E27FC236}">
                <ns2:creationId id="{25369C00-FD6B-19D5-4218-6FB13CA7A794}"/>
              </a:ext>
            </a:extLst>
          </p:cNvPr>
          <p:cNvSpPr/>
          <p:nvPr/>
        </p:nvSpPr>
        <p:spPr>
          <a:xfrm>
            <a:off x="5460007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ns2:creationId id="{F0181AC2-67BF-F0C8-2F7F-D9764A069D3F}"/>
              </a:ext>
            </a:extLst>
          </p:cNvPr>
          <p:cNvSpPr/>
          <p:nvPr/>
        </p:nvSpPr>
        <p:spPr>
          <a:xfrm>
            <a:off x="5887816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ns2:creationId id="{714E2A63-1727-98B6-4193-AAAD2A848B6A}"/>
              </a:ext>
            </a:extLst>
          </p:cNvPr>
          <p:cNvSpPr/>
          <p:nvPr/>
        </p:nvSpPr>
        <p:spPr>
          <a:xfrm>
            <a:off x="631562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ns2:creationId id="{868D5B4E-0176-DEF6-FB41-5B83C42005EA}"/>
              </a:ext>
            </a:extLst>
          </p:cNvPr>
          <p:cNvSpPr/>
          <p:nvPr/>
        </p:nvSpPr>
        <p:spPr>
          <a:xfrm>
            <a:off x="6743433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8" name="正方形/長方形 137">
            <a:extLst>
              <a:ext uri="{FF2B5EF4-FFF2-40B4-BE49-F238E27FC236}">
                <ns2:creationId id="{23733395-50C9-1D30-5E84-5C70D49808B2}"/>
              </a:ext>
            </a:extLst>
          </p:cNvPr>
          <p:cNvSpPr/>
          <p:nvPr/>
        </p:nvSpPr>
        <p:spPr>
          <a:xfrm>
            <a:off x="7171242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EE98B574-49AD-39A1-3E48-535FB7D15F07}"/>
              </a:ext>
            </a:extLst>
          </p:cNvPr>
          <p:cNvSpPr/>
          <p:nvPr/>
        </p:nvSpPr>
        <p:spPr>
          <a:xfrm>
            <a:off x="7599051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D213028B-873F-4120-7609-4C02C375055A}"/>
              </a:ext>
            </a:extLst>
          </p:cNvPr>
          <p:cNvSpPr/>
          <p:nvPr/>
        </p:nvSpPr>
        <p:spPr>
          <a:xfrm>
            <a:off x="8026859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ns2:creationId id="{BEBB3A36-8A75-CA8D-EA9C-2E55423A7040}"/>
              </a:ext>
            </a:extLst>
          </p:cNvPr>
          <p:cNvSpPr/>
          <p:nvPr/>
        </p:nvSpPr>
        <p:spPr>
          <a:xfrm>
            <a:off x="8454668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48210BEA-1241-4CBF-B69E-488A052C0544}"/>
              </a:ext>
            </a:extLst>
          </p:cNvPr>
          <p:cNvSpPr/>
          <p:nvPr/>
        </p:nvSpPr>
        <p:spPr>
          <a:xfrm>
            <a:off x="8882477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3" name="正方形/長方形 142">
            <a:extLst>
              <a:ext uri="{FF2B5EF4-FFF2-40B4-BE49-F238E27FC236}">
                <ns2:creationId id="{91FD1B44-888C-88E5-8287-44926BD97ABE}"/>
              </a:ext>
            </a:extLst>
          </p:cNvPr>
          <p:cNvSpPr/>
          <p:nvPr/>
        </p:nvSpPr>
        <p:spPr>
          <a:xfrm>
            <a:off x="931028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4" name="正方形/長方形 143">
            <a:extLst>
              <a:ext uri="{FF2B5EF4-FFF2-40B4-BE49-F238E27FC236}">
                <ns2:creationId id="{27D8A204-F5A4-69F8-C676-2DE41F23D32F}"/>
              </a:ext>
            </a:extLst>
          </p:cNvPr>
          <p:cNvSpPr/>
          <p:nvPr/>
        </p:nvSpPr>
        <p:spPr>
          <a:xfrm>
            <a:off x="9738094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ns2:creationId id="{D35B5CDE-83CA-C70E-AF0E-E47C3AE886AF}"/>
              </a:ext>
            </a:extLst>
          </p:cNvPr>
          <p:cNvSpPr/>
          <p:nvPr/>
        </p:nvSpPr>
        <p:spPr>
          <a:xfrm>
            <a:off x="10165903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6" name="正方形/長方形 145">
            <a:extLst>
              <a:ext uri="{FF2B5EF4-FFF2-40B4-BE49-F238E27FC236}">
                <ns2:creationId id="{513B11BF-0403-CB59-550B-230DD51BA33D}"/>
              </a:ext>
            </a:extLst>
          </p:cNvPr>
          <p:cNvSpPr/>
          <p:nvPr/>
        </p:nvSpPr>
        <p:spPr>
          <a:xfrm>
            <a:off x="10593711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7" name="正方形/長方形 146">
            <a:extLst>
              <a:ext uri="{FF2B5EF4-FFF2-40B4-BE49-F238E27FC236}">
                <ns2:creationId id="{8DADDD94-A8EB-3D6F-8D32-E2B0B1EA7950}"/>
              </a:ext>
            </a:extLst>
          </p:cNvPr>
          <p:cNvSpPr/>
          <p:nvPr/>
        </p:nvSpPr>
        <p:spPr>
          <a:xfrm>
            <a:off x="11021520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8" name="正方形/長方形 147">
            <a:extLst>
              <a:ext uri="{FF2B5EF4-FFF2-40B4-BE49-F238E27FC236}">
                <ns2:creationId id="{EB8D252D-2183-C9D5-4262-821C2B1A18A0}"/>
              </a:ext>
            </a:extLst>
          </p:cNvPr>
          <p:cNvSpPr/>
          <p:nvPr/>
        </p:nvSpPr>
        <p:spPr>
          <a:xfrm>
            <a:off x="11449329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49" name="直線コネクタ 148">
            <a:extLst>
              <a:ext uri="{FF2B5EF4-FFF2-40B4-BE49-F238E27FC236}">
                <ns2:creationId id="{45A3C0C0-5BD2-F6F9-0FC8-D332CAC4E480}"/>
              </a:ext>
            </a:extLst>
          </p:cNvPr>
          <p:cNvCxnSpPr>
            <a:cxnSpLocks/>
          </p:cNvCxnSpPr>
          <p:nvPr/>
        </p:nvCxnSpPr>
        <p:spPr>
          <a:xfrm>
            <a:off x="1563442" y="2240561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正方形/長方形 149">
            <a:extLst>
              <a:ext uri="{FF2B5EF4-FFF2-40B4-BE49-F238E27FC236}">
                <ns2:creationId id="{447F1BE2-E899-B062-ED21-B09D2473011C}"/>
              </a:ext>
            </a:extLst>
          </p:cNvPr>
          <p:cNvSpPr/>
          <p:nvPr/>
        </p:nvSpPr>
        <p:spPr>
          <a:xfrm>
            <a:off x="1609728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1" name="正方形/長方形 150">
            <a:extLst>
              <a:ext uri="{FF2B5EF4-FFF2-40B4-BE49-F238E27FC236}">
                <ns2:creationId id="{637B5C4E-99EA-0D8A-7B7B-9544132699F0}"/>
              </a:ext>
            </a:extLst>
          </p:cNvPr>
          <p:cNvSpPr/>
          <p:nvPr/>
        </p:nvSpPr>
        <p:spPr>
          <a:xfrm>
            <a:off x="2037537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2" name="正方形/長方形 151">
            <a:extLst>
              <a:ext uri="{FF2B5EF4-FFF2-40B4-BE49-F238E27FC236}">
                <ns2:creationId id="{182C3143-754D-C381-CA16-3B5872F1DF02}"/>
              </a:ext>
            </a:extLst>
          </p:cNvPr>
          <p:cNvSpPr/>
          <p:nvPr/>
        </p:nvSpPr>
        <p:spPr>
          <a:xfrm>
            <a:off x="246534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3" name="正方形/長方形 152">
            <a:extLst>
              <a:ext uri="{FF2B5EF4-FFF2-40B4-BE49-F238E27FC236}">
                <ns2:creationId id="{8F31F8E7-2D78-8477-88F5-9C3F7E468DB5}"/>
              </a:ext>
            </a:extLst>
          </p:cNvPr>
          <p:cNvSpPr/>
          <p:nvPr/>
        </p:nvSpPr>
        <p:spPr>
          <a:xfrm>
            <a:off x="289315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4" name="正方形/長方形 153">
            <a:extLst>
              <a:ext uri="{FF2B5EF4-FFF2-40B4-BE49-F238E27FC236}">
                <ns2:creationId id="{480FA880-706E-A985-A269-6579F4AEA12E}"/>
              </a:ext>
            </a:extLst>
          </p:cNvPr>
          <p:cNvSpPr/>
          <p:nvPr/>
        </p:nvSpPr>
        <p:spPr>
          <a:xfrm>
            <a:off x="3320964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5" name="正方形/長方形 154">
            <a:extLst>
              <a:ext uri="{FF2B5EF4-FFF2-40B4-BE49-F238E27FC236}">
                <ns2:creationId id="{23E38F8B-D01F-4167-D458-8A98771B59BB}"/>
              </a:ext>
            </a:extLst>
          </p:cNvPr>
          <p:cNvSpPr/>
          <p:nvPr/>
        </p:nvSpPr>
        <p:spPr>
          <a:xfrm>
            <a:off x="3748772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ns2:creationId id="{664C5D46-A82D-4CFC-7560-D725F344C057}"/>
              </a:ext>
            </a:extLst>
          </p:cNvPr>
          <p:cNvSpPr/>
          <p:nvPr/>
        </p:nvSpPr>
        <p:spPr>
          <a:xfrm>
            <a:off x="4176581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7" name="正方形/長方形 156">
            <a:extLst>
              <a:ext uri="{FF2B5EF4-FFF2-40B4-BE49-F238E27FC236}">
                <ns2:creationId id="{32AC1A6F-D9D0-7FF1-42F4-12583E38D24C}"/>
              </a:ext>
            </a:extLst>
          </p:cNvPr>
          <p:cNvSpPr/>
          <p:nvPr/>
        </p:nvSpPr>
        <p:spPr>
          <a:xfrm>
            <a:off x="4604390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8" name="正方形/長方形 157">
            <a:extLst>
              <a:ext uri="{FF2B5EF4-FFF2-40B4-BE49-F238E27FC236}">
                <ns2:creationId id="{FD7AFE17-A7B5-2C02-2B1C-81C27753B5D9}"/>
              </a:ext>
            </a:extLst>
          </p:cNvPr>
          <p:cNvSpPr/>
          <p:nvPr/>
        </p:nvSpPr>
        <p:spPr>
          <a:xfrm>
            <a:off x="5032199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9" name="正方形/長方形 158">
            <a:extLst>
              <a:ext uri="{FF2B5EF4-FFF2-40B4-BE49-F238E27FC236}">
                <ns2:creationId id="{75A1D892-9329-4F99-F1EF-F61F717019D6}"/>
              </a:ext>
            </a:extLst>
          </p:cNvPr>
          <p:cNvSpPr/>
          <p:nvPr/>
        </p:nvSpPr>
        <p:spPr>
          <a:xfrm>
            <a:off x="5460007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0" name="正方形/長方形 159">
            <a:extLst>
              <a:ext uri="{FF2B5EF4-FFF2-40B4-BE49-F238E27FC236}">
                <ns2:creationId id="{F521A08D-7BD7-21B3-7322-FBA349D7A0F9}"/>
              </a:ext>
            </a:extLst>
          </p:cNvPr>
          <p:cNvSpPr/>
          <p:nvPr/>
        </p:nvSpPr>
        <p:spPr>
          <a:xfrm>
            <a:off x="5887816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ns2:creationId id="{CA440544-EF64-D8B3-5A5C-7832B08EA2E3}"/>
              </a:ext>
            </a:extLst>
          </p:cNvPr>
          <p:cNvSpPr/>
          <p:nvPr/>
        </p:nvSpPr>
        <p:spPr>
          <a:xfrm>
            <a:off x="631562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2" name="正方形/長方形 161">
            <a:extLst>
              <a:ext uri="{FF2B5EF4-FFF2-40B4-BE49-F238E27FC236}">
                <ns2:creationId id="{5C69EBEF-3F97-37A0-8987-D2D732C7DD4B}"/>
              </a:ext>
            </a:extLst>
          </p:cNvPr>
          <p:cNvSpPr/>
          <p:nvPr/>
        </p:nvSpPr>
        <p:spPr>
          <a:xfrm>
            <a:off x="6743433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3" name="正方形/長方形 162">
            <a:extLst>
              <a:ext uri="{FF2B5EF4-FFF2-40B4-BE49-F238E27FC236}">
                <ns2:creationId id="{B9AA665E-2E03-68F8-5428-BB8C068C69D1}"/>
              </a:ext>
            </a:extLst>
          </p:cNvPr>
          <p:cNvSpPr/>
          <p:nvPr/>
        </p:nvSpPr>
        <p:spPr>
          <a:xfrm>
            <a:off x="7171242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4" name="正方形/長方形 163">
            <a:extLst>
              <a:ext uri="{FF2B5EF4-FFF2-40B4-BE49-F238E27FC236}">
                <ns2:creationId id="{E91D414E-5514-A84A-4A93-6082A3ACF0ED}"/>
              </a:ext>
            </a:extLst>
          </p:cNvPr>
          <p:cNvSpPr/>
          <p:nvPr/>
        </p:nvSpPr>
        <p:spPr>
          <a:xfrm>
            <a:off x="7599051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5" name="正方形/長方形 164">
            <a:extLst>
              <a:ext uri="{FF2B5EF4-FFF2-40B4-BE49-F238E27FC236}">
                <ns2:creationId id="{FED4874B-11E1-A843-3A1A-C8308BAF5239}"/>
              </a:ext>
            </a:extLst>
          </p:cNvPr>
          <p:cNvSpPr/>
          <p:nvPr/>
        </p:nvSpPr>
        <p:spPr>
          <a:xfrm>
            <a:off x="8026859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6" name="正方形/長方形 165">
            <a:extLst>
              <a:ext uri="{FF2B5EF4-FFF2-40B4-BE49-F238E27FC236}">
                <ns2:creationId id="{2680C926-3BF3-DB16-A251-30FF3ACD4283}"/>
              </a:ext>
            </a:extLst>
          </p:cNvPr>
          <p:cNvSpPr/>
          <p:nvPr/>
        </p:nvSpPr>
        <p:spPr>
          <a:xfrm>
            <a:off x="8454668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7" name="正方形/長方形 166">
            <a:extLst>
              <a:ext uri="{FF2B5EF4-FFF2-40B4-BE49-F238E27FC236}">
                <ns2:creationId id="{FC8AEA85-D508-102F-F679-853CFF8A86BF}"/>
              </a:ext>
            </a:extLst>
          </p:cNvPr>
          <p:cNvSpPr/>
          <p:nvPr/>
        </p:nvSpPr>
        <p:spPr>
          <a:xfrm>
            <a:off x="8882477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8" name="正方形/長方形 167">
            <a:extLst>
              <a:ext uri="{FF2B5EF4-FFF2-40B4-BE49-F238E27FC236}">
                <ns2:creationId id="{1F79A7CF-5A15-E134-861A-D07B52CE8D33}"/>
              </a:ext>
            </a:extLst>
          </p:cNvPr>
          <p:cNvSpPr/>
          <p:nvPr/>
        </p:nvSpPr>
        <p:spPr>
          <a:xfrm>
            <a:off x="931028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9" name="正方形/長方形 168">
            <a:extLst>
              <a:ext uri="{FF2B5EF4-FFF2-40B4-BE49-F238E27FC236}">
                <ns2:creationId id="{79D6EF45-C1A0-F2C4-94E3-6B0A50861756}"/>
              </a:ext>
            </a:extLst>
          </p:cNvPr>
          <p:cNvSpPr/>
          <p:nvPr/>
        </p:nvSpPr>
        <p:spPr>
          <a:xfrm>
            <a:off x="9738094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0" name="正方形/長方形 169">
            <a:extLst>
              <a:ext uri="{FF2B5EF4-FFF2-40B4-BE49-F238E27FC236}">
                <ns2:creationId id="{A81D9573-5010-F6FC-4071-591F378DDA94}"/>
              </a:ext>
            </a:extLst>
          </p:cNvPr>
          <p:cNvSpPr/>
          <p:nvPr/>
        </p:nvSpPr>
        <p:spPr>
          <a:xfrm>
            <a:off x="10165903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1" name="正方形/長方形 170">
            <a:extLst>
              <a:ext uri="{FF2B5EF4-FFF2-40B4-BE49-F238E27FC236}">
                <ns2:creationId id="{8EAE92BC-654A-09C0-7374-B105CF480019}"/>
              </a:ext>
            </a:extLst>
          </p:cNvPr>
          <p:cNvSpPr/>
          <p:nvPr/>
        </p:nvSpPr>
        <p:spPr>
          <a:xfrm>
            <a:off x="10593711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2" name="正方形/長方形 171">
            <a:extLst>
              <a:ext uri="{FF2B5EF4-FFF2-40B4-BE49-F238E27FC236}">
                <ns2:creationId id="{466D19F7-7045-6403-30B0-451E522316FB}"/>
              </a:ext>
            </a:extLst>
          </p:cNvPr>
          <p:cNvSpPr/>
          <p:nvPr/>
        </p:nvSpPr>
        <p:spPr>
          <a:xfrm>
            <a:off x="11021520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3" name="正方形/長方形 172">
            <a:extLst>
              <a:ext uri="{FF2B5EF4-FFF2-40B4-BE49-F238E27FC236}">
                <ns2:creationId id="{137C5AB5-9ABC-FB10-3760-B1E4B56829CE}"/>
              </a:ext>
            </a:extLst>
          </p:cNvPr>
          <p:cNvSpPr/>
          <p:nvPr/>
        </p:nvSpPr>
        <p:spPr>
          <a:xfrm>
            <a:off x="11449329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74" name="直線コネクタ 173">
            <a:extLst>
              <a:ext uri="{FF2B5EF4-FFF2-40B4-BE49-F238E27FC236}">
                <ns2:creationId id="{6DA57067-0BBD-7B70-1C24-99EDA17C0749}"/>
              </a:ext>
            </a:extLst>
          </p:cNvPr>
          <p:cNvCxnSpPr>
            <a:cxnSpLocks/>
          </p:cNvCxnSpPr>
          <p:nvPr/>
        </p:nvCxnSpPr>
        <p:spPr>
          <a:xfrm>
            <a:off x="1563442" y="2408459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正方形/長方形 174">
            <a:extLst>
              <a:ext uri="{FF2B5EF4-FFF2-40B4-BE49-F238E27FC236}">
                <ns2:creationId id="{2EB6512F-B26B-46CC-FC1D-6765AE3377E4}"/>
              </a:ext>
            </a:extLst>
          </p:cNvPr>
          <p:cNvSpPr/>
          <p:nvPr/>
        </p:nvSpPr>
        <p:spPr>
          <a:xfrm>
            <a:off x="1609728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6" name="正方形/長方形 175">
            <a:extLst>
              <a:ext uri="{FF2B5EF4-FFF2-40B4-BE49-F238E27FC236}">
                <ns2:creationId id="{1155EB4F-C027-8DD6-2E71-049168DA35C5}"/>
              </a:ext>
            </a:extLst>
          </p:cNvPr>
          <p:cNvSpPr/>
          <p:nvPr/>
        </p:nvSpPr>
        <p:spPr>
          <a:xfrm>
            <a:off x="2037537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7" name="正方形/長方形 176">
            <a:extLst>
              <a:ext uri="{FF2B5EF4-FFF2-40B4-BE49-F238E27FC236}">
                <ns2:creationId id="{14E1E985-85DD-0448-5B31-F064AA75A84B}"/>
              </a:ext>
            </a:extLst>
          </p:cNvPr>
          <p:cNvSpPr/>
          <p:nvPr/>
        </p:nvSpPr>
        <p:spPr>
          <a:xfrm>
            <a:off x="246534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8" name="正方形/長方形 177">
            <a:extLst>
              <a:ext uri="{FF2B5EF4-FFF2-40B4-BE49-F238E27FC236}">
                <ns2:creationId id="{BDFE78B9-1D65-5CE9-BCC2-9C6F7482F8C0}"/>
              </a:ext>
            </a:extLst>
          </p:cNvPr>
          <p:cNvSpPr/>
          <p:nvPr/>
        </p:nvSpPr>
        <p:spPr>
          <a:xfrm>
            <a:off x="289315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9" name="正方形/長方形 178">
            <a:extLst>
              <a:ext uri="{FF2B5EF4-FFF2-40B4-BE49-F238E27FC236}">
                <ns2:creationId id="{2E747C02-1EFB-55B7-245A-EAB3D09C5C5B}"/>
              </a:ext>
            </a:extLst>
          </p:cNvPr>
          <p:cNvSpPr/>
          <p:nvPr/>
        </p:nvSpPr>
        <p:spPr>
          <a:xfrm>
            <a:off x="3320964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0" name="正方形/長方形 179">
            <a:extLst>
              <a:ext uri="{FF2B5EF4-FFF2-40B4-BE49-F238E27FC236}">
                <ns2:creationId id="{3088800F-49A9-EC5C-B7EF-2527602F685F}"/>
              </a:ext>
            </a:extLst>
          </p:cNvPr>
          <p:cNvSpPr/>
          <p:nvPr/>
        </p:nvSpPr>
        <p:spPr>
          <a:xfrm>
            <a:off x="3748772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1" name="正方形/長方形 180">
            <a:extLst>
              <a:ext uri="{FF2B5EF4-FFF2-40B4-BE49-F238E27FC236}">
                <ns2:creationId id="{7D1BFD3B-CD1A-A4DE-8734-2232B3A24838}"/>
              </a:ext>
            </a:extLst>
          </p:cNvPr>
          <p:cNvSpPr/>
          <p:nvPr/>
        </p:nvSpPr>
        <p:spPr>
          <a:xfrm>
            <a:off x="4176581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2" name="正方形/長方形 181">
            <a:extLst>
              <a:ext uri="{FF2B5EF4-FFF2-40B4-BE49-F238E27FC236}">
                <ns2:creationId id="{91A823D0-FAC3-3A7C-6569-4C820D990095}"/>
              </a:ext>
            </a:extLst>
          </p:cNvPr>
          <p:cNvSpPr/>
          <p:nvPr/>
        </p:nvSpPr>
        <p:spPr>
          <a:xfrm>
            <a:off x="4604390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3" name="正方形/長方形 182">
            <a:extLst>
              <a:ext uri="{FF2B5EF4-FFF2-40B4-BE49-F238E27FC236}">
                <ns2:creationId id="{FEEA923D-02A5-1010-B532-7A12D0930E09}"/>
              </a:ext>
            </a:extLst>
          </p:cNvPr>
          <p:cNvSpPr/>
          <p:nvPr/>
        </p:nvSpPr>
        <p:spPr>
          <a:xfrm>
            <a:off x="5032199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4" name="正方形/長方形 183">
            <a:extLst>
              <a:ext uri="{FF2B5EF4-FFF2-40B4-BE49-F238E27FC236}">
                <ns2:creationId id="{560DDC32-E56C-7B7F-8680-BC87FC42D3D8}"/>
              </a:ext>
            </a:extLst>
          </p:cNvPr>
          <p:cNvSpPr/>
          <p:nvPr/>
        </p:nvSpPr>
        <p:spPr>
          <a:xfrm>
            <a:off x="5460007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5" name="正方形/長方形 184">
            <a:extLst>
              <a:ext uri="{FF2B5EF4-FFF2-40B4-BE49-F238E27FC236}">
                <ns2:creationId id="{18E182F6-023E-2137-0E7F-17DBC01E5736}"/>
              </a:ext>
            </a:extLst>
          </p:cNvPr>
          <p:cNvSpPr/>
          <p:nvPr/>
        </p:nvSpPr>
        <p:spPr>
          <a:xfrm>
            <a:off x="5887816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6" name="正方形/長方形 185">
            <a:extLst>
              <a:ext uri="{FF2B5EF4-FFF2-40B4-BE49-F238E27FC236}">
                <ns2:creationId id="{F6669A5A-F4C3-394B-13C9-F76FE2DA4A78}"/>
              </a:ext>
            </a:extLst>
          </p:cNvPr>
          <p:cNvSpPr/>
          <p:nvPr/>
        </p:nvSpPr>
        <p:spPr>
          <a:xfrm>
            <a:off x="631562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7" name="正方形/長方形 186">
            <a:extLst>
              <a:ext uri="{FF2B5EF4-FFF2-40B4-BE49-F238E27FC236}">
                <ns2:creationId id="{2FFCDF5F-5CBD-9626-BE52-E58D2AD684BB}"/>
              </a:ext>
            </a:extLst>
          </p:cNvPr>
          <p:cNvSpPr/>
          <p:nvPr/>
        </p:nvSpPr>
        <p:spPr>
          <a:xfrm>
            <a:off x="6743433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8" name="正方形/長方形 187">
            <a:extLst>
              <a:ext uri="{FF2B5EF4-FFF2-40B4-BE49-F238E27FC236}">
                <ns2:creationId id="{FEE50503-EB77-4A93-DB64-3047668701F2}"/>
              </a:ext>
            </a:extLst>
          </p:cNvPr>
          <p:cNvSpPr/>
          <p:nvPr/>
        </p:nvSpPr>
        <p:spPr>
          <a:xfrm>
            <a:off x="7171242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9" name="正方形/長方形 188">
            <a:extLst>
              <a:ext uri="{FF2B5EF4-FFF2-40B4-BE49-F238E27FC236}">
                <ns2:creationId id="{CEE49185-650A-730E-502A-821E29D34B4A}"/>
              </a:ext>
            </a:extLst>
          </p:cNvPr>
          <p:cNvSpPr/>
          <p:nvPr/>
        </p:nvSpPr>
        <p:spPr>
          <a:xfrm>
            <a:off x="7599051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0" name="正方形/長方形 189">
            <a:extLst>
              <a:ext uri="{FF2B5EF4-FFF2-40B4-BE49-F238E27FC236}">
                <ns2:creationId id="{5504A946-ECB0-3E6F-760F-FCCBC860A97D}"/>
              </a:ext>
            </a:extLst>
          </p:cNvPr>
          <p:cNvSpPr/>
          <p:nvPr/>
        </p:nvSpPr>
        <p:spPr>
          <a:xfrm>
            <a:off x="8026859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1" name="正方形/長方形 190">
            <a:extLst>
              <a:ext uri="{FF2B5EF4-FFF2-40B4-BE49-F238E27FC236}">
                <ns2:creationId id="{5B3E8A10-3AF3-4A4B-217B-2AB6B8325D81}"/>
              </a:ext>
            </a:extLst>
          </p:cNvPr>
          <p:cNvSpPr/>
          <p:nvPr/>
        </p:nvSpPr>
        <p:spPr>
          <a:xfrm>
            <a:off x="8454668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2" name="正方形/長方形 191">
            <a:extLst>
              <a:ext uri="{FF2B5EF4-FFF2-40B4-BE49-F238E27FC236}">
                <ns2:creationId id="{AE584199-0B81-E317-BEAE-EE29EAE2F58F}"/>
              </a:ext>
            </a:extLst>
          </p:cNvPr>
          <p:cNvSpPr/>
          <p:nvPr/>
        </p:nvSpPr>
        <p:spPr>
          <a:xfrm>
            <a:off x="8882477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3" name="正方形/長方形 192">
            <a:extLst>
              <a:ext uri="{FF2B5EF4-FFF2-40B4-BE49-F238E27FC236}">
                <ns2:creationId id="{31B3D84B-F9A5-DE11-8CF5-AA9EA913BEF4}"/>
              </a:ext>
            </a:extLst>
          </p:cNvPr>
          <p:cNvSpPr/>
          <p:nvPr/>
        </p:nvSpPr>
        <p:spPr>
          <a:xfrm>
            <a:off x="931028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4" name="正方形/長方形 193">
            <a:extLst>
              <a:ext uri="{FF2B5EF4-FFF2-40B4-BE49-F238E27FC236}">
                <ns2:creationId id="{11DF0AD2-91E3-9E90-34C1-BBCF90486E84}"/>
              </a:ext>
            </a:extLst>
          </p:cNvPr>
          <p:cNvSpPr/>
          <p:nvPr/>
        </p:nvSpPr>
        <p:spPr>
          <a:xfrm>
            <a:off x="9738094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5" name="正方形/長方形 194">
            <a:extLst>
              <a:ext uri="{FF2B5EF4-FFF2-40B4-BE49-F238E27FC236}">
                <ns2:creationId id="{3F546F00-C8DA-A859-5ABE-2842C02A2AF2}"/>
              </a:ext>
            </a:extLst>
          </p:cNvPr>
          <p:cNvSpPr/>
          <p:nvPr/>
        </p:nvSpPr>
        <p:spPr>
          <a:xfrm>
            <a:off x="10165903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6" name="正方形/長方形 195">
            <a:extLst>
              <a:ext uri="{FF2B5EF4-FFF2-40B4-BE49-F238E27FC236}">
                <ns2:creationId id="{D96CCF6B-EFEB-B0A6-D3FA-F0712F372141}"/>
              </a:ext>
            </a:extLst>
          </p:cNvPr>
          <p:cNvSpPr/>
          <p:nvPr/>
        </p:nvSpPr>
        <p:spPr>
          <a:xfrm>
            <a:off x="10593711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7" name="正方形/長方形 196">
            <a:extLst>
              <a:ext uri="{FF2B5EF4-FFF2-40B4-BE49-F238E27FC236}">
                <ns2:creationId id="{EA0032CC-733D-24A8-32FA-88F5F1159B7D}"/>
              </a:ext>
            </a:extLst>
          </p:cNvPr>
          <p:cNvSpPr/>
          <p:nvPr/>
        </p:nvSpPr>
        <p:spPr>
          <a:xfrm>
            <a:off x="11021520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8" name="正方形/長方形 197">
            <a:extLst>
              <a:ext uri="{FF2B5EF4-FFF2-40B4-BE49-F238E27FC236}">
                <ns2:creationId id="{DCB79CC1-2237-1A9F-991B-AE9EBEAB15F2}"/>
              </a:ext>
            </a:extLst>
          </p:cNvPr>
          <p:cNvSpPr/>
          <p:nvPr/>
        </p:nvSpPr>
        <p:spPr>
          <a:xfrm>
            <a:off x="11449329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99" name="直線コネクタ 198">
            <a:extLst>
              <a:ext uri="{FF2B5EF4-FFF2-40B4-BE49-F238E27FC236}">
                <ns2:creationId id="{658F8801-1E66-CF27-DE7A-96E4AC90BE56}"/>
              </a:ext>
            </a:extLst>
          </p:cNvPr>
          <p:cNvCxnSpPr>
            <a:cxnSpLocks/>
          </p:cNvCxnSpPr>
          <p:nvPr/>
        </p:nvCxnSpPr>
        <p:spPr>
          <a:xfrm>
            <a:off x="1563442" y="2576357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3" name="グループ化 242">
            <a:extLst>
              <a:ext uri="{FF2B5EF4-FFF2-40B4-BE49-F238E27FC236}">
                <ns2:creationId id="{603B6D85-782F-75D2-16F7-36BCC086E849}"/>
              </a:ext>
            </a:extLst>
          </p:cNvPr>
          <p:cNvGrpSpPr/>
          <p:nvPr/>
        </p:nvGrpSpPr>
        <p:grpSpPr>
          <a:xfrm>
            <a:off x="1615544" y="2737446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01" name="直線コネクタ 200">
              <a:extLst>
                <a:ext uri="{FF2B5EF4-FFF2-40B4-BE49-F238E27FC236}">
                  <ns2:creationId id="{8C696273-FFDE-FCE9-F84F-200854CC5D0C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C374C4B3-9C83-84E5-6737-5331FF4D8F33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2BC0EBBF-347A-2A30-A376-66A922A2FD65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9E52894F-8809-2EC0-130B-2B8A67CB6E17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201CBB86-7541-90EF-1B88-B5874F9A75E2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326533B6-11A9-87A8-61EA-48B186C0BBA3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直線コネクタ 211">
              <a:extLst>
                <a:ext uri="{FF2B5EF4-FFF2-40B4-BE49-F238E27FC236}">
                  <ns2:creationId id="{EEB1F3DD-4353-4447-9BB7-857EAE703E0C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B2B9DAB7-90D0-4AAA-4B9A-D41A35970F72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7EBC3086-FBEF-9584-2B6A-CF72DF44C8AF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線コネクタ 225">
              <a:extLst>
                <a:ext uri="{FF2B5EF4-FFF2-40B4-BE49-F238E27FC236}">
                  <ns2:creationId id="{B3786CED-26F4-D28E-BCAD-907B8861DFAC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線コネクタ 226">
              <a:extLst>
                <a:ext uri="{FF2B5EF4-FFF2-40B4-BE49-F238E27FC236}">
                  <ns2:creationId id="{6C2B6691-9BD4-D238-46EA-3332A3DC77D6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76F93BE8-5F3A-B1D7-A1CB-EF37481E3596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0F4E6390-797E-915B-6C81-DB78ABD32330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A0D03111-F83B-AE90-8237-0D53EF48E199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コネクタ 232">
              <a:extLst>
                <a:ext uri="{FF2B5EF4-FFF2-40B4-BE49-F238E27FC236}">
                  <ns2:creationId id="{6AEF83D7-123E-20DF-D7A5-7198E37169AE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コネクタ 233">
              <a:extLst>
                <a:ext uri="{FF2B5EF4-FFF2-40B4-BE49-F238E27FC236}">
                  <ns2:creationId id="{8E284580-2867-5F3D-B26F-32519766AEA9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コネクタ 234">
              <a:extLst>
                <a:ext uri="{FF2B5EF4-FFF2-40B4-BE49-F238E27FC236}">
                  <ns2:creationId id="{350F6431-26F9-7566-48AB-90EDEA0E872B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コネクタ 235">
              <a:extLst>
                <a:ext uri="{FF2B5EF4-FFF2-40B4-BE49-F238E27FC236}">
                  <ns2:creationId id="{B02CE317-C123-7C8C-522B-2E56C8FF0E95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線コネクタ 236">
              <a:extLst>
                <a:ext uri="{FF2B5EF4-FFF2-40B4-BE49-F238E27FC236}">
                  <ns2:creationId id="{1EF60DE9-9CA8-C5C9-1013-2BB21112E2D1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線コネクタ 237">
              <a:extLst>
                <a:ext uri="{FF2B5EF4-FFF2-40B4-BE49-F238E27FC236}">
                  <ns2:creationId id="{DA759BA1-B8BB-4FC1-4925-77F2ADF8CBF2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線コネクタ 238">
              <a:extLst>
                <a:ext uri="{FF2B5EF4-FFF2-40B4-BE49-F238E27FC236}">
                  <ns2:creationId id="{4D94B27E-7841-550D-95DA-9E9B074027A2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直線コネクタ 239">
              <a:extLst>
                <a:ext uri="{FF2B5EF4-FFF2-40B4-BE49-F238E27FC236}">
                  <ns2:creationId id="{4CAB1574-5D92-7A19-CA39-0431C46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ns2:creationId id="{C1DD6A8E-FB27-2902-ACFA-09AA951C1FAD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9801B8BE-3442-A678-1CE5-657F1B081E84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4" name="グループ化 243">
            <a:extLst>
              <a:ext uri="{FF2B5EF4-FFF2-40B4-BE49-F238E27FC236}">
                <ns2:creationId id="{67DA494C-6CC6-6D8C-A977-20007ACE7677}"/>
              </a:ext>
            </a:extLst>
          </p:cNvPr>
          <p:cNvGrpSpPr/>
          <p:nvPr/>
        </p:nvGrpSpPr>
        <p:grpSpPr>
          <a:xfrm>
            <a:off x="1615544" y="2569547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45" name="直線コネクタ 244">
              <a:extLst>
                <a:ext uri="{FF2B5EF4-FFF2-40B4-BE49-F238E27FC236}">
                  <ns2:creationId id="{929AB276-EABB-C402-BB05-A0431B6FFE0E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線コネクタ 245">
              <a:extLst>
                <a:ext uri="{FF2B5EF4-FFF2-40B4-BE49-F238E27FC236}">
                  <ns2:creationId id="{DC6D3519-0CC6-3709-2BB7-A5CB76F59C32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線コネクタ 246">
              <a:extLst>
                <a:ext uri="{FF2B5EF4-FFF2-40B4-BE49-F238E27FC236}">
                  <ns2:creationId id="{B8504885-EAF9-F620-547E-F86ED3D1AD57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線コネクタ 247">
              <a:extLst>
                <a:ext uri="{FF2B5EF4-FFF2-40B4-BE49-F238E27FC236}">
                  <ns2:creationId id="{68CC6EB4-8EAC-A5BB-D6F8-FCADE2ED0ED2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線コネクタ 248">
              <a:extLst>
                <a:ext uri="{FF2B5EF4-FFF2-40B4-BE49-F238E27FC236}">
                  <ns2:creationId id="{866636F3-1747-B697-8A1E-A80830A9C9EF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線コネクタ 249">
              <a:extLst>
                <a:ext uri="{FF2B5EF4-FFF2-40B4-BE49-F238E27FC236}">
                  <ns2:creationId id="{999650E0-694F-9789-5F37-5FC7706A41A4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線コネクタ 250">
              <a:extLst>
                <a:ext uri="{FF2B5EF4-FFF2-40B4-BE49-F238E27FC236}">
                  <ns2:creationId id="{B78893A4-69FE-A03C-F44B-E879C5D94D0B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線コネクタ 251">
              <a:extLst>
                <a:ext uri="{FF2B5EF4-FFF2-40B4-BE49-F238E27FC236}">
                  <ns2:creationId id="{0434BF12-A05B-90C2-C673-546892EEFF2C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直線コネクタ 252">
              <a:extLst>
                <a:ext uri="{FF2B5EF4-FFF2-40B4-BE49-F238E27FC236}">
                  <ns2:creationId id="{5B9937F8-2A65-1C56-506D-E8EBCE166CD2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直線コネクタ 253">
              <a:extLst>
                <a:ext uri="{FF2B5EF4-FFF2-40B4-BE49-F238E27FC236}">
                  <ns2:creationId id="{C94D4162-8A78-470B-72B2-FE29DE632D02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直線コネクタ 254">
              <a:extLst>
                <a:ext uri="{FF2B5EF4-FFF2-40B4-BE49-F238E27FC236}">
                  <ns2:creationId id="{21BC7A8A-FD2E-18B3-09E2-6A8630359F30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直線コネクタ 255">
              <a:extLst>
                <a:ext uri="{FF2B5EF4-FFF2-40B4-BE49-F238E27FC236}">
                  <ns2:creationId id="{7DEB5262-F01F-8C23-7A86-173B8B321C57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直線コネクタ 256">
              <a:extLst>
                <a:ext uri="{FF2B5EF4-FFF2-40B4-BE49-F238E27FC236}">
                  <ns2:creationId id="{3AE92EE4-E39F-9BA8-700B-5A6C3793FA96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線コネクタ 257">
              <a:extLst>
                <a:ext uri="{FF2B5EF4-FFF2-40B4-BE49-F238E27FC236}">
                  <ns2:creationId id="{2B9C7283-4FA9-0CFA-B874-E79522828358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直線コネクタ 258">
              <a:extLst>
                <a:ext uri="{FF2B5EF4-FFF2-40B4-BE49-F238E27FC236}">
                  <ns2:creationId id="{CE4637FB-9EFE-6605-F0BF-DD5006C8E058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直線コネクタ 259">
              <a:extLst>
                <a:ext uri="{FF2B5EF4-FFF2-40B4-BE49-F238E27FC236}">
                  <ns2:creationId id="{B589EF7C-8379-A74F-B788-59CA87B748D6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コネクタ 260">
              <a:extLst>
                <a:ext uri="{FF2B5EF4-FFF2-40B4-BE49-F238E27FC236}">
                  <ns2:creationId id="{0FB29062-5861-6DC0-000E-073868244AB9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8CBDAB19-E32E-69BD-677D-418514E94C96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8B07A54E-00B8-4FC2-AC68-8D5CF529E56F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線コネクタ 263">
              <a:extLst>
                <a:ext uri="{FF2B5EF4-FFF2-40B4-BE49-F238E27FC236}">
                  <ns2:creationId id="{4202849C-9BA5-CCEC-1375-C4526D5BC06C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線コネクタ 264">
              <a:extLst>
                <a:ext uri="{FF2B5EF4-FFF2-40B4-BE49-F238E27FC236}">
                  <ns2:creationId id="{5292BAF9-107D-F9A4-EED5-B572A7A972DF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線コネクタ 265">
              <a:extLst>
                <a:ext uri="{FF2B5EF4-FFF2-40B4-BE49-F238E27FC236}">
                  <ns2:creationId id="{FDD1C361-A104-F8DB-15A4-B3A644CD59AE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線コネクタ 266">
              <a:extLst>
                <a:ext uri="{FF2B5EF4-FFF2-40B4-BE49-F238E27FC236}">
                  <ns2:creationId id="{4DA36FCA-1F14-DD71-4051-D0F07DF897A9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線コネクタ 267">
              <a:extLst>
                <a:ext uri="{FF2B5EF4-FFF2-40B4-BE49-F238E27FC236}">
                  <ns2:creationId id="{1108082C-9B43-B44E-407F-B3F122A1C105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9" name="グループ化 268">
            <a:extLst>
              <a:ext uri="{FF2B5EF4-FFF2-40B4-BE49-F238E27FC236}">
                <ns2:creationId id="{F100B312-33B7-A75D-B93E-3A7B07EA8DEF}"/>
              </a:ext>
            </a:extLst>
          </p:cNvPr>
          <p:cNvGrpSpPr/>
          <p:nvPr/>
        </p:nvGrpSpPr>
        <p:grpSpPr>
          <a:xfrm>
            <a:off x="1615544" y="2401649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70" name="直線コネクタ 269">
              <a:extLst>
                <a:ext uri="{FF2B5EF4-FFF2-40B4-BE49-F238E27FC236}">
                  <ns2:creationId id="{087A26A3-7167-6C8C-142C-0FA7778F0701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線コネクタ 270">
              <a:extLst>
                <a:ext uri="{FF2B5EF4-FFF2-40B4-BE49-F238E27FC236}">
                  <ns2:creationId id="{6AD26481-945E-BCFD-5861-B955FAFB6D50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線コネクタ 271">
              <a:extLst>
                <a:ext uri="{FF2B5EF4-FFF2-40B4-BE49-F238E27FC236}">
                  <ns2:creationId id="{30FE2F7E-9B1B-2B7B-C7A1-72CA67B6838B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線コネクタ 272">
              <a:extLst>
                <a:ext uri="{FF2B5EF4-FFF2-40B4-BE49-F238E27FC236}">
                  <ns2:creationId id="{332F933C-16F4-EFE9-9D7C-C1C12FCCD5A1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線コネクタ 273">
              <a:extLst>
                <a:ext uri="{FF2B5EF4-FFF2-40B4-BE49-F238E27FC236}">
                  <ns2:creationId id="{25FA896D-8972-6C51-2579-D807BFAB9166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線コネクタ 274">
              <a:extLst>
                <a:ext uri="{FF2B5EF4-FFF2-40B4-BE49-F238E27FC236}">
                  <ns2:creationId id="{08B93E6E-94BF-378D-C748-F4649B88D193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直線コネクタ 275">
              <a:extLst>
                <a:ext uri="{FF2B5EF4-FFF2-40B4-BE49-F238E27FC236}">
                  <ns2:creationId id="{A7537F51-A328-BF39-9883-EF1F91562ABE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線コネクタ 276">
              <a:extLst>
                <a:ext uri="{FF2B5EF4-FFF2-40B4-BE49-F238E27FC236}">
                  <ns2:creationId id="{CE20811D-056A-0EA7-0C59-115BAE33B06A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線コネクタ 277">
              <a:extLst>
                <a:ext uri="{FF2B5EF4-FFF2-40B4-BE49-F238E27FC236}">
                  <ns2:creationId id="{55613CCA-602E-5371-D75C-F2D47F7E8984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直線コネクタ 278">
              <a:extLst>
                <a:ext uri="{FF2B5EF4-FFF2-40B4-BE49-F238E27FC236}">
                  <ns2:creationId id="{70962728-D628-A1A1-38DF-A42792631159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線コネクタ 279">
              <a:extLst>
                <a:ext uri="{FF2B5EF4-FFF2-40B4-BE49-F238E27FC236}">
                  <ns2:creationId id="{2392D1AF-3D33-8421-4080-30387402E244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直線コネクタ 280">
              <a:extLst>
                <a:ext uri="{FF2B5EF4-FFF2-40B4-BE49-F238E27FC236}">
                  <ns2:creationId id="{D4133FE1-8680-4E51-0710-92E4154617EB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線コネクタ 281">
              <a:extLst>
                <a:ext uri="{FF2B5EF4-FFF2-40B4-BE49-F238E27FC236}">
                  <ns2:creationId id="{EC55BB5C-9247-9479-4658-C438A235E08D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直線コネクタ 282">
              <a:extLst>
                <a:ext uri="{FF2B5EF4-FFF2-40B4-BE49-F238E27FC236}">
                  <ns2:creationId id="{C7C92E8B-6EC5-6F30-4FE0-882B676AA234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直線コネクタ 283">
              <a:extLst>
                <a:ext uri="{FF2B5EF4-FFF2-40B4-BE49-F238E27FC236}">
                  <ns2:creationId id="{7E63FCF4-6727-815F-7D84-22B6866A9189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線コネクタ 284">
              <a:extLst>
                <a:ext uri="{FF2B5EF4-FFF2-40B4-BE49-F238E27FC236}">
                  <ns2:creationId id="{85C114CD-861D-8EC5-8FA6-22DDD221BBE0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直線コネクタ 285">
              <a:extLst>
                <a:ext uri="{FF2B5EF4-FFF2-40B4-BE49-F238E27FC236}">
                  <ns2:creationId id="{890B23AE-64A5-EC18-E8AD-04F2278D0285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線コネクタ 286">
              <a:extLst>
                <a:ext uri="{FF2B5EF4-FFF2-40B4-BE49-F238E27FC236}">
                  <ns2:creationId id="{620C3E20-BADC-7323-5182-8700CC63D292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直線コネクタ 287">
              <a:extLst>
                <a:ext uri="{FF2B5EF4-FFF2-40B4-BE49-F238E27FC236}">
                  <ns2:creationId id="{40002C79-37FB-8232-176C-2F37A35645A3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直線コネクタ 288">
              <a:extLst>
                <a:ext uri="{FF2B5EF4-FFF2-40B4-BE49-F238E27FC236}">
                  <ns2:creationId id="{2A7753C7-AD4B-49D2-8E36-0207924BD56E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線コネクタ 289">
              <a:extLst>
                <a:ext uri="{FF2B5EF4-FFF2-40B4-BE49-F238E27FC236}">
                  <ns2:creationId id="{A4E64B5A-318E-F0A9-0213-5691DA030583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8BD0D53A-FBD3-82F1-E867-6643B69B4D10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線コネクタ 291">
              <a:extLst>
                <a:ext uri="{FF2B5EF4-FFF2-40B4-BE49-F238E27FC236}">
                  <ns2:creationId id="{C7D64BF8-798E-28BD-5696-D59888E6AB3B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E41B56DA-4F0B-39B1-5383-2A78634D05BE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4" name="グループ化 293">
            <a:extLst>
              <a:ext uri="{FF2B5EF4-FFF2-40B4-BE49-F238E27FC236}">
                <ns2:creationId id="{CAA75F5F-F051-0AC8-5BF6-2D65F450719A}"/>
              </a:ext>
            </a:extLst>
          </p:cNvPr>
          <p:cNvGrpSpPr/>
          <p:nvPr/>
        </p:nvGrpSpPr>
        <p:grpSpPr>
          <a:xfrm>
            <a:off x="1615544" y="2233751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95" name="直線コネクタ 294">
              <a:extLst>
                <a:ext uri="{FF2B5EF4-FFF2-40B4-BE49-F238E27FC236}">
                  <ns2:creationId id="{3FB34DB9-5F83-EF8C-BF58-C02408AF6597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直線コネクタ 295">
              <a:extLst>
                <a:ext uri="{FF2B5EF4-FFF2-40B4-BE49-F238E27FC236}">
                  <ns2:creationId id="{4050B085-F6C0-5A91-4E18-8A214841A7FE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直線コネクタ 296">
              <a:extLst>
                <a:ext uri="{FF2B5EF4-FFF2-40B4-BE49-F238E27FC236}">
                  <ns2:creationId id="{2D439AC0-5FA8-0582-C2E2-2B8722A5313C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直線コネクタ 297">
              <a:extLst>
                <a:ext uri="{FF2B5EF4-FFF2-40B4-BE49-F238E27FC236}">
                  <ns2:creationId id="{D7FC5ABA-F806-768D-9489-BA91CB2527C0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線コネクタ 298">
              <a:extLst>
                <a:ext uri="{FF2B5EF4-FFF2-40B4-BE49-F238E27FC236}">
                  <ns2:creationId id="{8E72C156-C1BF-5178-80F1-4ACADAE78DA4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ns2:creationId id="{78C209C1-085B-B47F-3D62-0DDD089928DB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直線コネクタ 300">
              <a:extLst>
                <a:ext uri="{FF2B5EF4-FFF2-40B4-BE49-F238E27FC236}">
                  <ns2:creationId id="{A7DC4376-C383-3BD8-7C49-F6CF263990BF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ns2:creationId id="{461BEE3B-9246-6460-EFA9-08FAFD291B0D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ns2:creationId id="{D35C1B77-738B-D8A4-F1D6-05D55817A986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直線コネクタ 303">
              <a:extLst>
                <a:ext uri="{FF2B5EF4-FFF2-40B4-BE49-F238E27FC236}">
                  <ns2:creationId id="{46B616AE-1D79-833C-3C3F-F1021C2E1DEF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直線コネクタ 304">
              <a:extLst>
                <a:ext uri="{FF2B5EF4-FFF2-40B4-BE49-F238E27FC236}">
                  <ns2:creationId id="{0BCA136E-EBE9-8D13-FD17-249295608EAC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線コネクタ 305">
              <a:extLst>
                <a:ext uri="{FF2B5EF4-FFF2-40B4-BE49-F238E27FC236}">
                  <ns2:creationId id="{950A05C1-35DF-490F-0E88-827C4B15D1AA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ns2:creationId id="{43E0CBA6-C270-F647-67E1-7E9EF3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コネクタ 307">
              <a:extLst>
                <a:ext uri="{FF2B5EF4-FFF2-40B4-BE49-F238E27FC236}">
                  <ns2:creationId id="{0D7C3987-D08F-34A0-F8BA-4F6DE2087071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直線コネクタ 308">
              <a:extLst>
                <a:ext uri="{FF2B5EF4-FFF2-40B4-BE49-F238E27FC236}">
                  <ns2:creationId id="{54D30180-8C81-9BDF-1BA3-8AAABC710453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ns2:creationId id="{CDEA10D4-8E3B-3755-0B7B-1A872817AAC0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線コネクタ 310">
              <a:extLst>
                <a:ext uri="{FF2B5EF4-FFF2-40B4-BE49-F238E27FC236}">
                  <ns2:creationId id="{65B818B9-D76B-383D-ABD2-D20AD6855DD1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直線コネクタ 311">
              <a:extLst>
                <a:ext uri="{FF2B5EF4-FFF2-40B4-BE49-F238E27FC236}">
                  <ns2:creationId id="{6FAD9B9E-7384-EF76-319E-394B7224353C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6666C822-0066-8A87-68EF-6794E719F595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8947BBBC-5D1C-2FE9-22D4-D29F1DB7A247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直線コネクタ 314">
              <a:extLst>
                <a:ext uri="{FF2B5EF4-FFF2-40B4-BE49-F238E27FC236}">
                  <ns2:creationId id="{358757DF-49C6-C452-2CE3-F52787E3A958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直線コネクタ 315">
              <a:extLst>
                <a:ext uri="{FF2B5EF4-FFF2-40B4-BE49-F238E27FC236}">
                  <ns2:creationId id="{50D1A407-7325-8EC7-5DB4-B0C8BA8DABAA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コネクタ 316">
              <a:extLst>
                <a:ext uri="{FF2B5EF4-FFF2-40B4-BE49-F238E27FC236}">
                  <ns2:creationId id="{F59DB2F0-4AA9-BF0A-03AB-1D6725207F7C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コネクタ 317">
              <a:extLst>
                <a:ext uri="{FF2B5EF4-FFF2-40B4-BE49-F238E27FC236}">
                  <ns2:creationId id="{FC08C646-E3F5-FB98-B0FE-688E7DB9494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4" name="グループ化 343">
            <a:extLst>
              <a:ext uri="{FF2B5EF4-FFF2-40B4-BE49-F238E27FC236}">
                <ns2:creationId id="{9332F5F2-0E6D-E69B-2FDC-1CAC9128A121}"/>
              </a:ext>
            </a:extLst>
          </p:cNvPr>
          <p:cNvGrpSpPr/>
          <p:nvPr/>
        </p:nvGrpSpPr>
        <p:grpSpPr>
          <a:xfrm>
            <a:off x="1615544" y="2942060"/>
            <a:ext cx="10235427" cy="0"/>
            <a:chOff x="1615544" y="2874010"/>
            <a:chExt cx="10235427" cy="0"/>
          </a:xfrm>
        </p:grpSpPr>
        <p:cxnSp>
          <p:nvCxnSpPr>
            <p:cNvPr id="345" name="直線コネクタ 344">
              <a:extLst>
                <a:ext uri="{FF2B5EF4-FFF2-40B4-BE49-F238E27FC236}">
                  <ns2:creationId id="{06721270-9C85-4AC1-ECD1-397C100C16EB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線コネクタ 345">
              <a:extLst>
                <a:ext uri="{FF2B5EF4-FFF2-40B4-BE49-F238E27FC236}">
                  <ns2:creationId id="{87889F3C-27A8-DED1-9E08-3459346EEEEF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直線コネクタ 346">
              <a:extLst>
                <a:ext uri="{FF2B5EF4-FFF2-40B4-BE49-F238E27FC236}">
                  <ns2:creationId id="{431BC3E0-EDE4-BB73-9B61-6E82CD402271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線コネクタ 347">
              <a:extLst>
                <a:ext uri="{FF2B5EF4-FFF2-40B4-BE49-F238E27FC236}">
                  <ns2:creationId id="{3CBEE89E-D846-9DC9-38FC-6A70FFC27ECC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直線コネクタ 348">
              <a:extLst>
                <a:ext uri="{FF2B5EF4-FFF2-40B4-BE49-F238E27FC236}">
                  <ns2:creationId id="{16CAA81D-D199-0018-0D17-2FD3533BA6F0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直線コネクタ 349">
              <a:extLst>
                <a:ext uri="{FF2B5EF4-FFF2-40B4-BE49-F238E27FC236}">
                  <ns2:creationId id="{689CA6B4-3B9F-0F9F-7346-76B2CBD89C99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直線コネクタ 350">
              <a:extLst>
                <a:ext uri="{FF2B5EF4-FFF2-40B4-BE49-F238E27FC236}">
                  <ns2:creationId id="{53C355D7-1451-8190-4755-FF02C208B6D5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直線コネクタ 351">
              <a:extLst>
                <a:ext uri="{FF2B5EF4-FFF2-40B4-BE49-F238E27FC236}">
                  <ns2:creationId id="{03AFA4FB-FFD8-C025-CA0A-E90903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直線コネクタ 352">
              <a:extLst>
                <a:ext uri="{FF2B5EF4-FFF2-40B4-BE49-F238E27FC236}">
                  <ns2:creationId id="{C42EF9F7-57F2-FBE4-02FB-E1F7A80CA996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直線コネクタ 353">
              <a:extLst>
                <a:ext uri="{FF2B5EF4-FFF2-40B4-BE49-F238E27FC236}">
                  <ns2:creationId id="{C09EB702-7CD3-CC77-F016-4CC83A152F86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直線コネクタ 354">
              <a:extLst>
                <a:ext uri="{FF2B5EF4-FFF2-40B4-BE49-F238E27FC236}">
                  <ns2:creationId id="{DF624959-ED01-DFE6-D93C-1A8C67C849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直線コネクタ 355">
              <a:extLst>
                <a:ext uri="{FF2B5EF4-FFF2-40B4-BE49-F238E27FC236}">
                  <ns2:creationId id="{E5031CF3-919C-0C78-504E-3142520192A8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線コネクタ 356">
              <a:extLst>
                <a:ext uri="{FF2B5EF4-FFF2-40B4-BE49-F238E27FC236}">
                  <ns2:creationId id="{BF2FF7FD-3EC2-D14F-08F6-675CC60F7095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直線コネクタ 357">
              <a:extLst>
                <a:ext uri="{FF2B5EF4-FFF2-40B4-BE49-F238E27FC236}">
                  <ns2:creationId id="{AE3F3D10-601B-D419-28B5-0060ED18BE79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直線コネクタ 358">
              <a:extLst>
                <a:ext uri="{FF2B5EF4-FFF2-40B4-BE49-F238E27FC236}">
                  <ns2:creationId id="{D927F352-312B-BF00-684B-AD33E5F7B270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AE036C4E-0339-B455-DA9C-412E37B11CE9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直線コネクタ 360">
              <a:extLst>
                <a:ext uri="{FF2B5EF4-FFF2-40B4-BE49-F238E27FC236}">
                  <ns2:creationId id="{6D4C24E7-8A6E-8FB9-45B0-5AF1166C19CA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直線コネクタ 361">
              <a:extLst>
                <a:ext uri="{FF2B5EF4-FFF2-40B4-BE49-F238E27FC236}">
                  <ns2:creationId id="{C65ACDA8-7822-F577-3135-D510ABF291D0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直線コネクタ 362">
              <a:extLst>
                <a:ext uri="{FF2B5EF4-FFF2-40B4-BE49-F238E27FC236}">
                  <ns2:creationId id="{25F2F6D5-DDD2-E927-79DD-88CAFBA96DA6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直線コネクタ 363">
              <a:extLst>
                <a:ext uri="{FF2B5EF4-FFF2-40B4-BE49-F238E27FC236}">
                  <ns2:creationId id="{03F9F26E-3C0B-6F19-F731-D719BD91F128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線コネクタ 364">
              <a:extLst>
                <a:ext uri="{FF2B5EF4-FFF2-40B4-BE49-F238E27FC236}">
                  <ns2:creationId id="{3A043836-C694-8219-1441-B7FEBC75F57B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線コネクタ 365">
              <a:extLst>
                <a:ext uri="{FF2B5EF4-FFF2-40B4-BE49-F238E27FC236}">
                  <ns2:creationId id="{33A7E344-F42E-40C0-045E-BE1DAFFDF4CC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61E38A1A-FEAC-D004-4B09-09C3334AA72C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41BA855A-5A5B-A6FB-C68A-E9F3A5D23EE3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9" name="グループ化 368">
            <a:extLst>
              <a:ext uri="{FF2B5EF4-FFF2-40B4-BE49-F238E27FC236}">
                <ns2:creationId id="{735F3915-CCBE-8351-A501-1731D050DF6A}"/>
              </a:ext>
            </a:extLst>
          </p:cNvPr>
          <p:cNvGrpSpPr/>
          <p:nvPr/>
        </p:nvGrpSpPr>
        <p:grpSpPr>
          <a:xfrm>
            <a:off x="1615544" y="3376690"/>
            <a:ext cx="10235427" cy="0"/>
            <a:chOff x="1615544" y="2874010"/>
            <a:chExt cx="10235427" cy="0"/>
          </a:xfrm>
        </p:grpSpPr>
        <p:cxnSp>
          <p:nvCxnSpPr>
            <p:cNvPr id="370" name="直線コネクタ 369">
              <a:extLst>
                <a:ext uri="{FF2B5EF4-FFF2-40B4-BE49-F238E27FC236}">
                  <ns2:creationId id="{08B9596E-1888-A09E-92A5-FDD3B68F66B3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ns2:creationId id="{322E6965-2AB6-3BD6-72C1-B1C5E51DF5B5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ns2:creationId id="{59EE3A9C-370B-718D-7B5E-0E6C9AEB3CF5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ns2:creationId id="{7BBD3DAE-058A-9E7E-BC26-751ABB601D42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ns2:creationId id="{88590326-39B7-6C41-1E11-3E608C4A258A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ns2:creationId id="{0B241518-2D13-1674-3CE6-DE20157773EF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直線コネクタ 375">
              <a:extLst>
                <a:ext uri="{FF2B5EF4-FFF2-40B4-BE49-F238E27FC236}">
                  <ns2:creationId id="{AF9C2584-D44F-A48E-5C11-AF10C532AE2A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線コネクタ 376">
              <a:extLst>
                <a:ext uri="{FF2B5EF4-FFF2-40B4-BE49-F238E27FC236}">
                  <ns2:creationId id="{7E344877-7AE8-BFCA-624B-7CA5276A089E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コネクタ 377">
              <a:extLst>
                <a:ext uri="{FF2B5EF4-FFF2-40B4-BE49-F238E27FC236}">
                  <ns2:creationId id="{04477317-840D-73E7-110F-60F0F0C35439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直線コネクタ 378">
              <a:extLst>
                <a:ext uri="{FF2B5EF4-FFF2-40B4-BE49-F238E27FC236}">
                  <ns2:creationId id="{7A495C7B-C0A7-BC8E-9C25-062657C23AF1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直線コネクタ 379">
              <a:extLst>
                <a:ext uri="{FF2B5EF4-FFF2-40B4-BE49-F238E27FC236}">
                  <ns2:creationId id="{3BE3FF2A-35D4-5302-9F00-3F65E33B2D65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直線コネクタ 380">
              <a:extLst>
                <a:ext uri="{FF2B5EF4-FFF2-40B4-BE49-F238E27FC236}">
                  <ns2:creationId id="{E15AEDE1-28B2-FB2D-985B-8A64B486BEFD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直線コネクタ 381">
              <a:extLst>
                <a:ext uri="{FF2B5EF4-FFF2-40B4-BE49-F238E27FC236}">
                  <ns2:creationId id="{BB057BFC-FE43-F762-A816-7C74B61924CE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直線コネクタ 382">
              <a:extLst>
                <a:ext uri="{FF2B5EF4-FFF2-40B4-BE49-F238E27FC236}">
                  <ns2:creationId id="{528F2538-4C0C-B9AA-C661-CC11E97A8225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線コネクタ 383">
              <a:extLst>
                <a:ext uri="{FF2B5EF4-FFF2-40B4-BE49-F238E27FC236}">
                  <ns2:creationId id="{2B298090-C3BE-15E1-77E6-54E3779E3EB8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線コネクタ 384">
              <a:extLst>
                <a:ext uri="{FF2B5EF4-FFF2-40B4-BE49-F238E27FC236}">
                  <ns2:creationId id="{78CAF345-4E28-12AE-BDD6-3075E5A6B431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直線コネクタ 385">
              <a:extLst>
                <a:ext uri="{FF2B5EF4-FFF2-40B4-BE49-F238E27FC236}">
                  <ns2:creationId id="{A6E5D69A-FB21-668B-05DF-5DDA1674F9BF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直線コネクタ 386">
              <a:extLst>
                <a:ext uri="{FF2B5EF4-FFF2-40B4-BE49-F238E27FC236}">
                  <ns2:creationId id="{15CF75D7-D840-6226-B78E-27BBAC8144BF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直線コネクタ 387">
              <a:extLst>
                <a:ext uri="{FF2B5EF4-FFF2-40B4-BE49-F238E27FC236}">
                  <ns2:creationId id="{DA68143E-0382-6ED1-602C-CDAC43A4F3E5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直線コネクタ 388">
              <a:extLst>
                <a:ext uri="{FF2B5EF4-FFF2-40B4-BE49-F238E27FC236}">
                  <ns2:creationId id="{986BDAA0-9B6D-CEC2-091E-D020FCE0D26B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直線コネクタ 389">
              <a:extLst>
                <a:ext uri="{FF2B5EF4-FFF2-40B4-BE49-F238E27FC236}">
                  <ns2:creationId id="{8EA23030-2B64-12B6-8C33-D72A3BCD4CF8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直線コネクタ 390">
              <a:extLst>
                <a:ext uri="{FF2B5EF4-FFF2-40B4-BE49-F238E27FC236}">
                  <ns2:creationId id="{23EEE60F-DE7B-DC4C-DFD9-1723457CE184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直線コネクタ 391">
              <a:extLst>
                <a:ext uri="{FF2B5EF4-FFF2-40B4-BE49-F238E27FC236}">
                  <ns2:creationId id="{4C56C375-996B-AB42-C9C4-E2A09D70A538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線コネクタ 392">
              <a:extLst>
                <a:ext uri="{FF2B5EF4-FFF2-40B4-BE49-F238E27FC236}">
                  <ns2:creationId id="{4AD526F3-95C8-6859-D913-82F02F711209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4" name="グループ化 393">
            <a:extLst>
              <a:ext uri="{FF2B5EF4-FFF2-40B4-BE49-F238E27FC236}">
                <ns2:creationId id="{71AB8F00-FBC4-5973-3453-419A7DB95DF5}"/>
              </a:ext>
            </a:extLst>
          </p:cNvPr>
          <p:cNvGrpSpPr/>
          <p:nvPr/>
        </p:nvGrpSpPr>
        <p:grpSpPr>
          <a:xfrm>
            <a:off x="1615544" y="3811320"/>
            <a:ext cx="10235427" cy="0"/>
            <a:chOff x="1615544" y="2874010"/>
            <a:chExt cx="10235427" cy="0"/>
          </a:xfrm>
        </p:grpSpPr>
        <p:cxnSp>
          <p:nvCxnSpPr>
            <p:cNvPr id="395" name="直線コネクタ 394">
              <a:extLst>
                <a:ext uri="{FF2B5EF4-FFF2-40B4-BE49-F238E27FC236}">
                  <ns2:creationId id="{0B24ED7B-9754-CCC3-D894-A128B2952938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直線コネクタ 395">
              <a:extLst>
                <a:ext uri="{FF2B5EF4-FFF2-40B4-BE49-F238E27FC236}">
                  <ns2:creationId id="{9FEC22EA-58BC-E3AA-3162-53A47555FB8E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直線コネクタ 396">
              <a:extLst>
                <a:ext uri="{FF2B5EF4-FFF2-40B4-BE49-F238E27FC236}">
                  <ns2:creationId id="{DEB1D5C5-6ECB-5809-677A-85D0D9A8E2CE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線コネクタ 397">
              <a:extLst>
                <a:ext uri="{FF2B5EF4-FFF2-40B4-BE49-F238E27FC236}">
                  <ns2:creationId id="{88075378-FC74-B7AD-E04D-195B7DD1E668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直線コネクタ 398">
              <a:extLst>
                <a:ext uri="{FF2B5EF4-FFF2-40B4-BE49-F238E27FC236}">
                  <ns2:creationId id="{C364CFC5-9D52-599F-5FDC-D8CBACF0D16B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直線コネクタ 399">
              <a:extLst>
                <a:ext uri="{FF2B5EF4-FFF2-40B4-BE49-F238E27FC236}">
                  <ns2:creationId id="{C7D99B0D-E960-9297-32DD-0CAA19373CEB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線コネクタ 400">
              <a:extLst>
                <a:ext uri="{FF2B5EF4-FFF2-40B4-BE49-F238E27FC236}">
                  <ns2:creationId id="{42948068-ED7B-0BA6-8217-A42C9E54C057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線コネクタ 401">
              <a:extLst>
                <a:ext uri="{FF2B5EF4-FFF2-40B4-BE49-F238E27FC236}">
                  <ns2:creationId id="{42688AD7-2001-7371-70A5-99E0C9D935AD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直線コネクタ 402">
              <a:extLst>
                <a:ext uri="{FF2B5EF4-FFF2-40B4-BE49-F238E27FC236}">
                  <ns2:creationId id="{11D7A63F-F9A7-128F-E92A-D6E7103148AC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直線コネクタ 403">
              <a:extLst>
                <a:ext uri="{FF2B5EF4-FFF2-40B4-BE49-F238E27FC236}">
                  <ns2:creationId id="{ACC7310B-1DC7-F6EE-5B36-583C0E044048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3C126334-A75A-1D49-12B6-7A5C7440747A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直線コネクタ 405">
              <a:extLst>
                <a:ext uri="{FF2B5EF4-FFF2-40B4-BE49-F238E27FC236}">
                  <ns2:creationId id="{0C6C7BD1-7B84-606E-B611-349B2E8C10FB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直線コネクタ 406">
              <a:extLst>
                <a:ext uri="{FF2B5EF4-FFF2-40B4-BE49-F238E27FC236}">
                  <ns2:creationId id="{BFA0CA1F-00FA-B00E-56CC-02E79B05410F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コネクタ 407">
              <a:extLst>
                <a:ext uri="{FF2B5EF4-FFF2-40B4-BE49-F238E27FC236}">
                  <ns2:creationId id="{95540218-906D-6A3B-B764-F818ED41BF20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2F7CDF2B-647F-1AF0-B9EF-844FFC4F904B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直線コネクタ 409">
              <a:extLst>
                <a:ext uri="{FF2B5EF4-FFF2-40B4-BE49-F238E27FC236}">
                  <ns2:creationId id="{CFA0A954-8189-59A8-6C93-CBCF4CF42CF2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コネクタ 410">
              <a:extLst>
                <a:ext uri="{FF2B5EF4-FFF2-40B4-BE49-F238E27FC236}">
                  <ns2:creationId id="{4E67E878-1F4D-E7BF-A123-8383F99C46DF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210DE03F-2AB8-B7B4-86D1-E1CB08FB53EF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コネクタ 412">
              <a:extLst>
                <a:ext uri="{FF2B5EF4-FFF2-40B4-BE49-F238E27FC236}">
                  <ns2:creationId id="{33B14818-126B-AAB2-6400-21AE6E39490E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直線コネクタ 413">
              <a:extLst>
                <a:ext uri="{FF2B5EF4-FFF2-40B4-BE49-F238E27FC236}">
                  <ns2:creationId id="{FEFBF3B2-6028-5A8B-772D-61197D051F13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コネクタ 414">
              <a:extLst>
                <a:ext uri="{FF2B5EF4-FFF2-40B4-BE49-F238E27FC236}">
                  <ns2:creationId id="{FA9192F1-C307-DE19-45F9-F828211337B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7EAEC353-40F1-BD09-BC78-121DE04B1EB4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線コネクタ 416">
              <a:extLst>
                <a:ext uri="{FF2B5EF4-FFF2-40B4-BE49-F238E27FC236}">
                  <ns2:creationId id="{CF8EFD99-CC56-407F-350C-89F0731508D8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417">
              <a:extLst>
                <a:ext uri="{FF2B5EF4-FFF2-40B4-BE49-F238E27FC236}">
                  <ns2:creationId id="{23A96845-D859-4A48-445C-4FC1E43D2CB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" name="グループ化 418">
            <a:extLst>
              <a:ext uri="{FF2B5EF4-FFF2-40B4-BE49-F238E27FC236}">
                <ns2:creationId id="{4849952B-D70C-DB37-F92C-DB8904BB2FE0}"/>
              </a:ext>
            </a:extLst>
          </p:cNvPr>
          <p:cNvGrpSpPr/>
          <p:nvPr/>
        </p:nvGrpSpPr>
        <p:grpSpPr>
          <a:xfrm>
            <a:off x="1615544" y="4015934"/>
            <a:ext cx="10235427" cy="0"/>
            <a:chOff x="1615544" y="2874010"/>
            <a:chExt cx="10235427" cy="0"/>
          </a:xfrm>
        </p:grpSpPr>
        <p:cxnSp>
          <p:nvCxnSpPr>
            <p:cNvPr id="420" name="直線コネクタ 419">
              <a:extLst>
                <a:ext uri="{FF2B5EF4-FFF2-40B4-BE49-F238E27FC236}">
                  <ns2:creationId id="{FAD1A98D-9424-BC1F-8D7B-746E9D5C0CFC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直線コネクタ 420">
              <a:extLst>
                <a:ext uri="{FF2B5EF4-FFF2-40B4-BE49-F238E27FC236}">
                  <ns2:creationId id="{73197F35-5757-EEF9-7594-3D092C16342E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直線コネクタ 421">
              <a:extLst>
                <a:ext uri="{FF2B5EF4-FFF2-40B4-BE49-F238E27FC236}">
                  <ns2:creationId id="{B4B83C9C-55DA-EAEC-497F-0CB872CAEFC3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直線コネクタ 422">
              <a:extLst>
                <a:ext uri="{FF2B5EF4-FFF2-40B4-BE49-F238E27FC236}">
                  <ns2:creationId id="{15DFA8B9-7041-1490-EAFC-8A039DCA2376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線コネクタ 423">
              <a:extLst>
                <a:ext uri="{FF2B5EF4-FFF2-40B4-BE49-F238E27FC236}">
                  <ns2:creationId id="{4E9433E4-1752-9DDC-E8D4-FB10F91EFB78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直線コネクタ 424">
              <a:extLst>
                <a:ext uri="{FF2B5EF4-FFF2-40B4-BE49-F238E27FC236}">
                  <ns2:creationId id="{86BAC7FE-B2BB-9CC6-36B2-D1799DEC962B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直線コネクタ 425">
              <a:extLst>
                <a:ext uri="{FF2B5EF4-FFF2-40B4-BE49-F238E27FC236}">
                  <ns2:creationId id="{EB5D3617-9DD7-EAF0-A5F4-4FA29F7B422B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直線コネクタ 426">
              <a:extLst>
                <a:ext uri="{FF2B5EF4-FFF2-40B4-BE49-F238E27FC236}">
                  <ns2:creationId id="{4F876A75-DDEA-7714-F5B0-90A164D4B8D8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直線コネクタ 427">
              <a:extLst>
                <a:ext uri="{FF2B5EF4-FFF2-40B4-BE49-F238E27FC236}">
                  <ns2:creationId id="{CC02DF2D-AA45-2F5B-304C-DD87DD389E3E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コネクタ 428">
              <a:extLst>
                <a:ext uri="{FF2B5EF4-FFF2-40B4-BE49-F238E27FC236}">
                  <ns2:creationId id="{C31AD153-AEBF-BE6D-E926-B86ABD773DA5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直線コネクタ 429">
              <a:extLst>
                <a:ext uri="{FF2B5EF4-FFF2-40B4-BE49-F238E27FC236}">
                  <ns2:creationId id="{B180057F-ED1F-8782-6F08-E76926C72C96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直線コネクタ 430">
              <a:extLst>
                <a:ext uri="{FF2B5EF4-FFF2-40B4-BE49-F238E27FC236}">
                  <ns2:creationId id="{D6EA20A2-2689-8BC7-5BA4-EB7F3A592D1A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直線コネクタ 431">
              <a:extLst>
                <a:ext uri="{FF2B5EF4-FFF2-40B4-BE49-F238E27FC236}">
                  <ns2:creationId id="{947EDDC0-2E2E-B874-0FFD-DA0D37E72F6B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直線コネクタ 432">
              <a:extLst>
                <a:ext uri="{FF2B5EF4-FFF2-40B4-BE49-F238E27FC236}">
                  <ns2:creationId id="{D52E4003-C48E-2E04-CD87-EE6909A87045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直線コネクタ 433">
              <a:extLst>
                <a:ext uri="{FF2B5EF4-FFF2-40B4-BE49-F238E27FC236}">
                  <ns2:creationId id="{8A005FD7-CB34-175B-8596-8E7FBB4C49DC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直線コネクタ 434">
              <a:extLst>
                <a:ext uri="{FF2B5EF4-FFF2-40B4-BE49-F238E27FC236}">
                  <ns2:creationId id="{8886C74E-60F0-602A-AE60-DDE137D0B9E2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直線コネクタ 435">
              <a:extLst>
                <a:ext uri="{FF2B5EF4-FFF2-40B4-BE49-F238E27FC236}">
                  <ns2:creationId id="{4930993B-BB4A-DFB2-75AA-BBE9C2F9E969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直線コネクタ 436">
              <a:extLst>
                <a:ext uri="{FF2B5EF4-FFF2-40B4-BE49-F238E27FC236}">
                  <ns2:creationId id="{E1B20CE5-A240-E2D9-6765-5FDCA0238854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直線コネクタ 437">
              <a:extLst>
                <a:ext uri="{FF2B5EF4-FFF2-40B4-BE49-F238E27FC236}">
                  <ns2:creationId id="{045BADC5-6963-1862-6AC3-6AF165D46BF2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直線コネクタ 438">
              <a:extLst>
                <a:ext uri="{FF2B5EF4-FFF2-40B4-BE49-F238E27FC236}">
                  <ns2:creationId id="{D0C0B893-AF07-7272-611C-2885AA0B28C2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直線コネクタ 439">
              <a:extLst>
                <a:ext uri="{FF2B5EF4-FFF2-40B4-BE49-F238E27FC236}">
                  <ns2:creationId id="{F91343B6-818C-3EA0-C7A5-6698F921139A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直線コネクタ 440">
              <a:extLst>
                <a:ext uri="{FF2B5EF4-FFF2-40B4-BE49-F238E27FC236}">
                  <ns2:creationId id="{A8774334-28A2-7295-37E2-43E2346AB4E8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直線コネクタ 441">
              <a:extLst>
                <a:ext uri="{FF2B5EF4-FFF2-40B4-BE49-F238E27FC236}">
                  <ns2:creationId id="{926633D8-9C55-06B2-A017-6ECFE62FB487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直線コネクタ 442">
              <a:extLst>
                <a:ext uri="{FF2B5EF4-FFF2-40B4-BE49-F238E27FC236}">
                  <ns2:creationId id="{424E029F-7386-43B8-08B9-311268ACBDDB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グループ化 443">
            <a:extLst>
              <a:ext uri="{FF2B5EF4-FFF2-40B4-BE49-F238E27FC236}">
                <ns2:creationId id="{3DCB2799-58CA-FED4-C78B-C30756936A5E}"/>
              </a:ext>
            </a:extLst>
          </p:cNvPr>
          <p:cNvGrpSpPr/>
          <p:nvPr/>
        </p:nvGrpSpPr>
        <p:grpSpPr>
          <a:xfrm>
            <a:off x="1615544" y="4450564"/>
            <a:ext cx="10235427" cy="0"/>
            <a:chOff x="1615544" y="2874010"/>
            <a:chExt cx="10235427" cy="0"/>
          </a:xfrm>
        </p:grpSpPr>
        <p:cxnSp>
          <p:nvCxnSpPr>
            <p:cNvPr id="445" name="直線コネクタ 444">
              <a:extLst>
                <a:ext uri="{FF2B5EF4-FFF2-40B4-BE49-F238E27FC236}">
                  <ns2:creationId id="{509CDAFE-3841-2C5E-4BC8-59C73C1D90EE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直線コネクタ 445">
              <a:extLst>
                <a:ext uri="{FF2B5EF4-FFF2-40B4-BE49-F238E27FC236}">
                  <ns2:creationId id="{681DB9E3-E939-4276-7C31-4FF5EF457CE6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直線コネクタ 446">
              <a:extLst>
                <a:ext uri="{FF2B5EF4-FFF2-40B4-BE49-F238E27FC236}">
                  <ns2:creationId id="{E080C231-9866-6D1A-E4AC-B8B8C80B2CE8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直線コネクタ 447">
              <a:extLst>
                <a:ext uri="{FF2B5EF4-FFF2-40B4-BE49-F238E27FC236}">
                  <ns2:creationId id="{6E28DC20-D64F-2B71-BDC7-F2B30257C222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直線コネクタ 448">
              <a:extLst>
                <a:ext uri="{FF2B5EF4-FFF2-40B4-BE49-F238E27FC236}">
                  <ns2:creationId id="{36AC6EF5-F497-9EA0-8C93-B43ECAC08E39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直線コネクタ 449">
              <a:extLst>
                <a:ext uri="{FF2B5EF4-FFF2-40B4-BE49-F238E27FC236}">
                  <ns2:creationId id="{62021D52-6A18-711A-A6D4-18E7B68B1DA8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F98445D2-B611-7BE1-E139-C710C19575D4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直線コネクタ 451">
              <a:extLst>
                <a:ext uri="{FF2B5EF4-FFF2-40B4-BE49-F238E27FC236}">
                  <ns2:creationId id="{6B98DC8A-EA8E-0262-F84F-F6A93F8FF94B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直線コネクタ 452">
              <a:extLst>
                <a:ext uri="{FF2B5EF4-FFF2-40B4-BE49-F238E27FC236}">
                  <ns2:creationId id="{2C287DB4-7AEA-8187-53F6-E0C6DA79CAF2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直線コネクタ 453">
              <a:extLst>
                <a:ext uri="{FF2B5EF4-FFF2-40B4-BE49-F238E27FC236}">
                  <ns2:creationId id="{0E4D7270-1FDF-4CD6-80F4-2A6191244916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直線コネクタ 454">
              <a:extLst>
                <a:ext uri="{FF2B5EF4-FFF2-40B4-BE49-F238E27FC236}">
                  <ns2:creationId id="{C4C3819C-9455-5E09-DBEE-FAD9E8B6DAE6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直線コネクタ 455">
              <a:extLst>
                <a:ext uri="{FF2B5EF4-FFF2-40B4-BE49-F238E27FC236}">
                  <ns2:creationId id="{28A19B4A-B446-F8F5-EE2A-A1DC7CEA5E14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直線コネクタ 456">
              <a:extLst>
                <a:ext uri="{FF2B5EF4-FFF2-40B4-BE49-F238E27FC236}">
                  <ns2:creationId id="{6AA3CB3B-3245-E97B-84D4-DBEF3FF7AE66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線コネクタ 457">
              <a:extLst>
                <a:ext uri="{FF2B5EF4-FFF2-40B4-BE49-F238E27FC236}">
                  <ns2:creationId id="{68D740CC-6D1B-EF04-6992-15B855971571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直線コネクタ 458">
              <a:extLst>
                <a:ext uri="{FF2B5EF4-FFF2-40B4-BE49-F238E27FC236}">
                  <ns2:creationId id="{9DB95829-E8C9-9F10-B0E6-A64AC7C676F7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直線コネクタ 459">
              <a:extLst>
                <a:ext uri="{FF2B5EF4-FFF2-40B4-BE49-F238E27FC236}">
                  <ns2:creationId id="{D1B1638B-B1FD-CF12-5420-C48378460B61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直線コネクタ 460">
              <a:extLst>
                <a:ext uri="{FF2B5EF4-FFF2-40B4-BE49-F238E27FC236}">
                  <ns2:creationId id="{3FB07B42-E9AD-E5C8-13A3-189681E73466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直線コネクタ 461">
              <a:extLst>
                <a:ext uri="{FF2B5EF4-FFF2-40B4-BE49-F238E27FC236}">
                  <ns2:creationId id="{16045D66-B4B6-2567-8601-9E8EEF3D7118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直線コネクタ 462">
              <a:extLst>
                <a:ext uri="{FF2B5EF4-FFF2-40B4-BE49-F238E27FC236}">
                  <ns2:creationId id="{DDC66720-351B-5DB8-94E4-AD5559A969EE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直線コネクタ 463">
              <a:extLst>
                <a:ext uri="{FF2B5EF4-FFF2-40B4-BE49-F238E27FC236}">
                  <ns2:creationId id="{93D05839-89B1-7EBE-6DC3-5568E3B1C0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直線コネクタ 464">
              <a:extLst>
                <a:ext uri="{FF2B5EF4-FFF2-40B4-BE49-F238E27FC236}">
                  <ns2:creationId id="{7AC9B380-167E-5167-25B9-87810561A3F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直線コネクタ 465">
              <a:extLst>
                <a:ext uri="{FF2B5EF4-FFF2-40B4-BE49-F238E27FC236}">
                  <ns2:creationId id="{850C58DE-DC26-FAAE-A035-6D31C17C1BF7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直線コネクタ 466">
              <a:extLst>
                <a:ext uri="{FF2B5EF4-FFF2-40B4-BE49-F238E27FC236}">
                  <ns2:creationId id="{95B4205E-1719-35A2-024B-2FB967EFE8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直線コネクタ 467">
              <a:extLst>
                <a:ext uri="{FF2B5EF4-FFF2-40B4-BE49-F238E27FC236}">
                  <ns2:creationId id="{F68C74EC-CF35-4D2C-C345-D7D467D79CF9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9" name="グループ化 468">
            <a:extLst>
              <a:ext uri="{FF2B5EF4-FFF2-40B4-BE49-F238E27FC236}">
                <ns2:creationId id="{7088F476-2753-6125-38DA-892C1C863062}"/>
              </a:ext>
            </a:extLst>
          </p:cNvPr>
          <p:cNvGrpSpPr/>
          <p:nvPr/>
        </p:nvGrpSpPr>
        <p:grpSpPr>
          <a:xfrm>
            <a:off x="1615544" y="5070972"/>
            <a:ext cx="10235427" cy="0"/>
            <a:chOff x="1615544" y="2874010"/>
            <a:chExt cx="10235427" cy="0"/>
          </a:xfrm>
        </p:grpSpPr>
        <p:cxnSp>
          <p:nvCxnSpPr>
            <p:cNvPr id="470" name="直線コネクタ 469">
              <a:extLst>
                <a:ext uri="{FF2B5EF4-FFF2-40B4-BE49-F238E27FC236}">
                  <ns2:creationId id="{DECE9617-999F-0D44-D33D-FBD1BA4E5933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直線コネクタ 470">
              <a:extLst>
                <a:ext uri="{FF2B5EF4-FFF2-40B4-BE49-F238E27FC236}">
                  <ns2:creationId id="{8FF3DD0B-9BE4-E93E-944D-FD45041AAA7E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直線コネクタ 471">
              <a:extLst>
                <a:ext uri="{FF2B5EF4-FFF2-40B4-BE49-F238E27FC236}">
                  <ns2:creationId id="{21F51C1C-CD54-AE42-47C8-418376A34BE8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直線コネクタ 472">
              <a:extLst>
                <a:ext uri="{FF2B5EF4-FFF2-40B4-BE49-F238E27FC236}">
                  <ns2:creationId id="{79F0E7D7-C152-B623-85A9-F616116D141A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直線コネクタ 473">
              <a:extLst>
                <a:ext uri="{FF2B5EF4-FFF2-40B4-BE49-F238E27FC236}">
                  <ns2:creationId id="{B995F0CE-1AC9-5CC7-BA58-CB7F1C11FFFD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直線コネクタ 474">
              <a:extLst>
                <a:ext uri="{FF2B5EF4-FFF2-40B4-BE49-F238E27FC236}">
                  <ns2:creationId id="{7F278D58-B4C8-83B4-17C1-48FEF163068C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直線コネクタ 475">
              <a:extLst>
                <a:ext uri="{FF2B5EF4-FFF2-40B4-BE49-F238E27FC236}">
                  <ns2:creationId id="{9DE54728-08E6-52EA-3A8A-2B011294D594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直線コネクタ 476">
              <a:extLst>
                <a:ext uri="{FF2B5EF4-FFF2-40B4-BE49-F238E27FC236}">
                  <ns2:creationId id="{4C69F1FB-903B-26C7-5013-907B3EE91582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直線コネクタ 477">
              <a:extLst>
                <a:ext uri="{FF2B5EF4-FFF2-40B4-BE49-F238E27FC236}">
                  <ns2:creationId id="{EEA99A4B-29FC-FBE0-8A14-6C7EDB507368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直線コネクタ 478">
              <a:extLst>
                <a:ext uri="{FF2B5EF4-FFF2-40B4-BE49-F238E27FC236}">
                  <ns2:creationId id="{D6BC0820-9096-98B6-09A8-7212A3C3451C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直線コネクタ 479">
              <a:extLst>
                <a:ext uri="{FF2B5EF4-FFF2-40B4-BE49-F238E27FC236}">
                  <ns2:creationId id="{1731CA5D-50CF-1552-872D-23547C02F5E9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直線コネクタ 480">
              <a:extLst>
                <a:ext uri="{FF2B5EF4-FFF2-40B4-BE49-F238E27FC236}">
                  <ns2:creationId id="{E8C92DCF-EA18-5075-7D12-810AA487C570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直線コネクタ 481">
              <a:extLst>
                <a:ext uri="{FF2B5EF4-FFF2-40B4-BE49-F238E27FC236}">
                  <ns2:creationId id="{A54C8740-D655-C3A9-B445-71AAC48AA892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直線コネクタ 482">
              <a:extLst>
                <a:ext uri="{FF2B5EF4-FFF2-40B4-BE49-F238E27FC236}">
                  <ns2:creationId id="{0F9BAAAC-9C18-8B79-235D-591F62C5C9E2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直線コネクタ 483">
              <a:extLst>
                <a:ext uri="{FF2B5EF4-FFF2-40B4-BE49-F238E27FC236}">
                  <ns2:creationId id="{37C99820-CE27-8552-3253-EB295CE5EF4B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直線コネクタ 484">
              <a:extLst>
                <a:ext uri="{FF2B5EF4-FFF2-40B4-BE49-F238E27FC236}">
                  <ns2:creationId id="{172F22BC-36E4-0764-C271-87AA10833F0D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直線コネクタ 485">
              <a:extLst>
                <a:ext uri="{FF2B5EF4-FFF2-40B4-BE49-F238E27FC236}">
                  <ns2:creationId id="{5078A082-9579-8B38-6A7F-16B58C615025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直線コネクタ 486">
              <a:extLst>
                <a:ext uri="{FF2B5EF4-FFF2-40B4-BE49-F238E27FC236}">
                  <ns2:creationId id="{8CC0615F-5471-9291-5D10-3574AC725F28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直線コネクタ 487">
              <a:extLst>
                <a:ext uri="{FF2B5EF4-FFF2-40B4-BE49-F238E27FC236}">
                  <ns2:creationId id="{A0CB2A02-6E71-FF82-9AAE-8FB5047F037A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線コネクタ 488">
              <a:extLst>
                <a:ext uri="{FF2B5EF4-FFF2-40B4-BE49-F238E27FC236}">
                  <ns2:creationId id="{C246A9B3-F0B6-8A8C-5C18-B7A8B05D9F9E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直線コネクタ 489">
              <a:extLst>
                <a:ext uri="{FF2B5EF4-FFF2-40B4-BE49-F238E27FC236}">
                  <ns2:creationId id="{0093D23E-8300-5EA8-F2DF-42A849C5DC4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直線コネクタ 490">
              <a:extLst>
                <a:ext uri="{FF2B5EF4-FFF2-40B4-BE49-F238E27FC236}">
                  <ns2:creationId id="{9E07E16F-3431-EE72-A0D0-5267ECD9A7C9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直線コネクタ 491">
              <a:extLst>
                <a:ext uri="{FF2B5EF4-FFF2-40B4-BE49-F238E27FC236}">
                  <ns2:creationId id="{896618B8-E774-FF25-C3C0-DF299BCD1EF6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直線コネクタ 492">
              <a:extLst>
                <a:ext uri="{FF2B5EF4-FFF2-40B4-BE49-F238E27FC236}">
                  <ns2:creationId id="{ADCD3ECC-53A1-3EEF-C36B-77404DB3E35A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4" name="グループ化 493">
            <a:extLst>
              <a:ext uri="{FF2B5EF4-FFF2-40B4-BE49-F238E27FC236}">
                <ns2:creationId id="{4C0F2BB2-77E8-D87B-3EB1-497BD9D234F5}"/>
              </a:ext>
            </a:extLst>
          </p:cNvPr>
          <p:cNvGrpSpPr/>
          <p:nvPr/>
        </p:nvGrpSpPr>
        <p:grpSpPr>
          <a:xfrm>
            <a:off x="1615544" y="5275586"/>
            <a:ext cx="10235427" cy="0"/>
            <a:chOff x="1615544" y="2874010"/>
            <a:chExt cx="10235427" cy="0"/>
          </a:xfrm>
        </p:grpSpPr>
        <p:cxnSp>
          <p:nvCxnSpPr>
            <p:cNvPr id="495" name="直線コネクタ 494">
              <a:extLst>
                <a:ext uri="{FF2B5EF4-FFF2-40B4-BE49-F238E27FC236}">
                  <ns2:creationId id="{2CDBD7F4-403C-3168-A883-618B569C12A1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直線コネクタ 495">
              <a:extLst>
                <a:ext uri="{FF2B5EF4-FFF2-40B4-BE49-F238E27FC236}">
                  <ns2:creationId id="{FD9F3F4B-7929-10A4-11E6-5AF7DF8DE963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直線コネクタ 496">
              <a:extLst>
                <a:ext uri="{FF2B5EF4-FFF2-40B4-BE49-F238E27FC236}">
                  <ns2:creationId id="{A96A1D8E-B444-7343-1A74-1E7D539DDC89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直線コネクタ 497">
              <a:extLst>
                <a:ext uri="{FF2B5EF4-FFF2-40B4-BE49-F238E27FC236}">
                  <ns2:creationId id="{8AE1EA23-9082-99A0-2307-07556C5DEE5C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直線コネクタ 498">
              <a:extLst>
                <a:ext uri="{FF2B5EF4-FFF2-40B4-BE49-F238E27FC236}">
                  <ns2:creationId id="{F6354750-76D8-1342-D41F-8F6A5AE5E7C7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直線コネクタ 499">
              <a:extLst>
                <a:ext uri="{FF2B5EF4-FFF2-40B4-BE49-F238E27FC236}">
                  <ns2:creationId id="{C8D2BE7B-57E0-EA17-4B14-427093835BD4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直線コネクタ 500">
              <a:extLst>
                <a:ext uri="{FF2B5EF4-FFF2-40B4-BE49-F238E27FC236}">
                  <ns2:creationId id="{38681095-C49F-CFB8-93A5-F3AFF7E069AF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直線コネクタ 501">
              <a:extLst>
                <a:ext uri="{FF2B5EF4-FFF2-40B4-BE49-F238E27FC236}">
                  <ns2:creationId id="{5400CB64-7E76-29AE-F97F-FFB2C05870A7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直線コネクタ 502">
              <a:extLst>
                <a:ext uri="{FF2B5EF4-FFF2-40B4-BE49-F238E27FC236}">
                  <ns2:creationId id="{0EA3EB37-065C-98CA-EC50-CCEAA2621C36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直線コネクタ 503">
              <a:extLst>
                <a:ext uri="{FF2B5EF4-FFF2-40B4-BE49-F238E27FC236}">
                  <ns2:creationId id="{B82807F7-4221-07A0-D6C1-810ECEC3F793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直線コネクタ 504">
              <a:extLst>
                <a:ext uri="{FF2B5EF4-FFF2-40B4-BE49-F238E27FC236}">
                  <ns2:creationId id="{A92119E0-2551-2F38-D168-68BDD26EB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直線コネクタ 505">
              <a:extLst>
                <a:ext uri="{FF2B5EF4-FFF2-40B4-BE49-F238E27FC236}">
                  <ns2:creationId id="{7D9DD153-8771-36FF-C1D3-B022C1583F14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直線コネクタ 506">
              <a:extLst>
                <a:ext uri="{FF2B5EF4-FFF2-40B4-BE49-F238E27FC236}">
                  <ns2:creationId id="{B4628383-7469-68A6-6688-1790AC103C90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直線コネクタ 507">
              <a:extLst>
                <a:ext uri="{FF2B5EF4-FFF2-40B4-BE49-F238E27FC236}">
                  <ns2:creationId id="{C4A13518-BEEB-F08F-AAFA-2765B96B73ED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直線コネクタ 508">
              <a:extLst>
                <a:ext uri="{FF2B5EF4-FFF2-40B4-BE49-F238E27FC236}">
                  <ns2:creationId id="{7C93DC03-7FE1-AD94-457D-3721A0B8397A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直線コネクタ 509">
              <a:extLst>
                <a:ext uri="{FF2B5EF4-FFF2-40B4-BE49-F238E27FC236}">
                  <ns2:creationId id="{E7419CA6-267C-D689-5D46-5AC888BB2831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直線コネクタ 510">
              <a:extLst>
                <a:ext uri="{FF2B5EF4-FFF2-40B4-BE49-F238E27FC236}">
                  <ns2:creationId id="{F788C1A5-1B04-E81A-4982-88C6C920D3E2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直線コネクタ 511">
              <a:extLst>
                <a:ext uri="{FF2B5EF4-FFF2-40B4-BE49-F238E27FC236}">
                  <ns2:creationId id="{E16773EF-D258-62E7-FCAA-96E8DD0126C4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直線コネクタ 512">
              <a:extLst>
                <a:ext uri="{FF2B5EF4-FFF2-40B4-BE49-F238E27FC236}">
                  <ns2:creationId id="{28EAC5A4-429A-3290-A918-E275B612966E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直線コネクタ 513">
              <a:extLst>
                <a:ext uri="{FF2B5EF4-FFF2-40B4-BE49-F238E27FC236}">
                  <ns2:creationId id="{12D1A691-A5D1-3A38-4F99-75150726F84B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直線コネクタ 514">
              <a:extLst>
                <a:ext uri="{FF2B5EF4-FFF2-40B4-BE49-F238E27FC236}">
                  <ns2:creationId id="{055696FC-B2DE-9DB7-B594-A274F98B792E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直線コネクタ 515">
              <a:extLst>
                <a:ext uri="{FF2B5EF4-FFF2-40B4-BE49-F238E27FC236}">
                  <ns2:creationId id="{E940B468-5B60-2664-C7DD-8ECBE7AAA860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直線コネクタ 516">
              <a:extLst>
                <a:ext uri="{FF2B5EF4-FFF2-40B4-BE49-F238E27FC236}">
                  <ns2:creationId id="{005A47B0-793F-4805-074D-F4EADA8B15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直線コネクタ 517">
              <a:extLst>
                <a:ext uri="{FF2B5EF4-FFF2-40B4-BE49-F238E27FC236}">
                  <ns2:creationId id="{160F9BC5-155C-1E70-6B42-18C45D0525E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9" name="グループ化 518">
            <a:extLst>
              <a:ext uri="{FF2B5EF4-FFF2-40B4-BE49-F238E27FC236}">
                <ns2:creationId id="{862ACC7C-B605-621B-A763-53B914463A4C}"/>
              </a:ext>
            </a:extLst>
          </p:cNvPr>
          <p:cNvGrpSpPr/>
          <p:nvPr/>
        </p:nvGrpSpPr>
        <p:grpSpPr>
          <a:xfrm>
            <a:off x="1615544" y="5710216"/>
            <a:ext cx="10235427" cy="0"/>
            <a:chOff x="1615544" y="2874010"/>
            <a:chExt cx="10235427" cy="0"/>
          </a:xfrm>
        </p:grpSpPr>
        <p:cxnSp>
          <p:nvCxnSpPr>
            <p:cNvPr id="520" name="直線コネクタ 519">
              <a:extLst>
                <a:ext uri="{FF2B5EF4-FFF2-40B4-BE49-F238E27FC236}">
                  <ns2:creationId id="{7C0816EF-88C6-C8FE-574E-795330B56BFA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直線コネクタ 520">
              <a:extLst>
                <a:ext uri="{FF2B5EF4-FFF2-40B4-BE49-F238E27FC236}">
                  <ns2:creationId id="{4E6F9AA3-6333-34FC-6ABE-F898328D217C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直線コネクタ 521">
              <a:extLst>
                <a:ext uri="{FF2B5EF4-FFF2-40B4-BE49-F238E27FC236}">
                  <ns2:creationId id="{C0BC5125-E70D-B841-AF13-72AC7C219B84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直線コネクタ 522">
              <a:extLst>
                <a:ext uri="{FF2B5EF4-FFF2-40B4-BE49-F238E27FC236}">
                  <ns2:creationId id="{CEFD0047-A97B-434F-22F6-E180690302B8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直線コネクタ 523">
              <a:extLst>
                <a:ext uri="{FF2B5EF4-FFF2-40B4-BE49-F238E27FC236}">
                  <ns2:creationId id="{C9B8847C-0911-4F24-624D-B9A1ED12A1AE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直線コネクタ 524">
              <a:extLst>
                <a:ext uri="{FF2B5EF4-FFF2-40B4-BE49-F238E27FC236}">
                  <ns2:creationId id="{6F2C66BE-2922-F977-57D3-38453959FB45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直線コネクタ 525">
              <a:extLst>
                <a:ext uri="{FF2B5EF4-FFF2-40B4-BE49-F238E27FC236}">
                  <ns2:creationId id="{DCCBD312-08B3-100B-9BDC-191760CB1FF5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直線コネクタ 526">
              <a:extLst>
                <a:ext uri="{FF2B5EF4-FFF2-40B4-BE49-F238E27FC236}">
                  <ns2:creationId id="{A6A65307-7835-3750-6FA8-6060AE75D92E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直線コネクタ 527">
              <a:extLst>
                <a:ext uri="{FF2B5EF4-FFF2-40B4-BE49-F238E27FC236}">
                  <ns2:creationId id="{1C9DC84D-81FC-47F8-7957-2F9BBF3C2929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直線コネクタ 528">
              <a:extLst>
                <a:ext uri="{FF2B5EF4-FFF2-40B4-BE49-F238E27FC236}">
                  <ns2:creationId id="{80783283-8C0B-2570-B62A-0461F8D8D115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直線コネクタ 529">
              <a:extLst>
                <a:ext uri="{FF2B5EF4-FFF2-40B4-BE49-F238E27FC236}">
                  <ns2:creationId id="{67F65A34-29D1-B88A-5C0C-411B07B00A19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線コネクタ 530">
              <a:extLst>
                <a:ext uri="{FF2B5EF4-FFF2-40B4-BE49-F238E27FC236}">
                  <ns2:creationId id="{0581FBCD-A1D3-4FED-D534-BFEFA3104062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線コネクタ 531">
              <a:extLst>
                <a:ext uri="{FF2B5EF4-FFF2-40B4-BE49-F238E27FC236}">
                  <ns2:creationId id="{86B47753-B16D-8AAC-E62E-50E275F4D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直線コネクタ 532">
              <a:extLst>
                <a:ext uri="{FF2B5EF4-FFF2-40B4-BE49-F238E27FC236}">
                  <ns2:creationId id="{3F1C9FC4-08BF-A106-ED59-6D0EF9F5A8AE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線コネクタ 533">
              <a:extLst>
                <a:ext uri="{FF2B5EF4-FFF2-40B4-BE49-F238E27FC236}">
                  <ns2:creationId id="{716092D3-AE0B-098D-CD1E-5E9C6991E323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直線コネクタ 534">
              <a:extLst>
                <a:ext uri="{FF2B5EF4-FFF2-40B4-BE49-F238E27FC236}">
                  <ns2:creationId id="{CA6984B3-3D24-34F1-83C2-486C56D92200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直線コネクタ 535">
              <a:extLst>
                <a:ext uri="{FF2B5EF4-FFF2-40B4-BE49-F238E27FC236}">
                  <ns2:creationId id="{82D1E09C-1DF5-80CD-7F85-56630CA7A7B2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直線コネクタ 536">
              <a:extLst>
                <a:ext uri="{FF2B5EF4-FFF2-40B4-BE49-F238E27FC236}">
                  <ns2:creationId id="{6063CD7F-B868-D179-9FEA-BE8149525D69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直線コネクタ 537">
              <a:extLst>
                <a:ext uri="{FF2B5EF4-FFF2-40B4-BE49-F238E27FC236}">
                  <ns2:creationId id="{8114AAEF-B15D-14FD-4842-D70D11F6E767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直線コネクタ 538">
              <a:extLst>
                <a:ext uri="{FF2B5EF4-FFF2-40B4-BE49-F238E27FC236}">
                  <ns2:creationId id="{EF586A4A-8DBC-DC36-11CC-21B57AA5DE25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直線コネクタ 539">
              <a:extLst>
                <a:ext uri="{FF2B5EF4-FFF2-40B4-BE49-F238E27FC236}">
                  <ns2:creationId id="{84B7D6DA-260C-F5E7-927F-6C35EB3335A8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直線コネクタ 540">
              <a:extLst>
                <a:ext uri="{FF2B5EF4-FFF2-40B4-BE49-F238E27FC236}">
                  <ns2:creationId id="{EC44E2DF-672E-8187-BC5D-21481FDA7D47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直線コネクタ 541">
              <a:extLst>
                <a:ext uri="{FF2B5EF4-FFF2-40B4-BE49-F238E27FC236}">
                  <ns2:creationId id="{0F57F717-C0FC-C79D-19F9-002D467413C5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直線コネクタ 542">
              <a:extLst>
                <a:ext uri="{FF2B5EF4-FFF2-40B4-BE49-F238E27FC236}">
                  <ns2:creationId id="{A0774AF7-8C40-4D68-ACCA-4488CC51B0B2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4" name="楕円 543">
            <a:extLst>
              <a:ext uri="{FF2B5EF4-FFF2-40B4-BE49-F238E27FC236}">
                <ns2:creationId id="{C435C9D8-EF6C-426B-EC1B-BB06DF0580D6}"/>
              </a:ext>
            </a:extLst>
          </p:cNvPr>
          <p:cNvSpPr>
            <a:spLocks noChangeAspect="1"/>
          </p:cNvSpPr>
          <p:nvPr/>
        </p:nvSpPr>
        <p:spPr>
          <a:xfrm>
            <a:off x="1759544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5" name="円: 塗りつぶしなし 544">
            <a:extLst>
              <a:ext uri="{FF2B5EF4-FFF2-40B4-BE49-F238E27FC236}">
                <ns2:creationId id="{B2EFB76B-90D3-5EB3-A144-252D4E294885}"/>
              </a:ext>
            </a:extLst>
          </p:cNvPr>
          <p:cNvSpPr>
            <a:spLocks noChangeAspect="1"/>
          </p:cNvSpPr>
          <p:nvPr/>
        </p:nvSpPr>
        <p:spPr>
          <a:xfrm>
            <a:off x="2187353" y="2263700"/>
            <a:ext cx="108000" cy="108000"/>
          </a:xfrm>
          <a:prstGeom prst="donut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6" name="楕円 545">
            <a:extLst>
              <a:ext uri="{FF2B5EF4-FFF2-40B4-BE49-F238E27FC236}">
                <ns2:creationId id="{41316F73-CDC7-5EEF-0F91-35B265C52B1F}"/>
              </a:ext>
            </a:extLst>
          </p:cNvPr>
          <p:cNvSpPr>
            <a:spLocks noChangeAspect="1"/>
          </p:cNvSpPr>
          <p:nvPr/>
        </p:nvSpPr>
        <p:spPr>
          <a:xfrm>
            <a:off x="3042971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7" name="楕円 546">
            <a:extLst>
              <a:ext uri="{FF2B5EF4-FFF2-40B4-BE49-F238E27FC236}">
                <ns2:creationId id="{3B13BB62-D05F-BC51-80A6-3D91E4A4A56D}"/>
              </a:ext>
            </a:extLst>
          </p:cNvPr>
          <p:cNvSpPr>
            <a:spLocks noChangeAspect="1"/>
          </p:cNvSpPr>
          <p:nvPr/>
        </p:nvSpPr>
        <p:spPr>
          <a:xfrm>
            <a:off x="3470780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8" name="星: 5 pt 547">
            <a:extLst>
              <a:ext uri="{FF2B5EF4-FFF2-40B4-BE49-F238E27FC236}">
                <ns2:creationId id="{B0CF32A2-4FF6-3BA1-FF3B-F60E87014799}"/>
              </a:ext>
            </a:extLst>
          </p:cNvPr>
          <p:cNvSpPr>
            <a:spLocks noChangeAspect="1"/>
          </p:cNvSpPr>
          <p:nvPr/>
        </p:nvSpPr>
        <p:spPr>
          <a:xfrm>
            <a:off x="3898588" y="2263700"/>
            <a:ext cx="108000" cy="108000"/>
          </a:xfrm>
          <a:prstGeom prst="star5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9" name="楕円 548">
            <a:extLst>
              <a:ext uri="{FF2B5EF4-FFF2-40B4-BE49-F238E27FC236}">
                <ns2:creationId id="{1D117C99-EC47-24A4-8ED2-028DED6176AB}"/>
              </a:ext>
            </a:extLst>
          </p:cNvPr>
          <p:cNvSpPr>
            <a:spLocks noChangeAspect="1"/>
          </p:cNvSpPr>
          <p:nvPr/>
        </p:nvSpPr>
        <p:spPr>
          <a:xfrm>
            <a:off x="4754206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0" name="楕円 549">
            <a:extLst>
              <a:ext uri="{FF2B5EF4-FFF2-40B4-BE49-F238E27FC236}">
                <ns2:creationId id="{DFF5B582-9918-6E81-3001-6B6FB4DC9AD2}"/>
              </a:ext>
            </a:extLst>
          </p:cNvPr>
          <p:cNvSpPr>
            <a:spLocks noChangeAspect="1"/>
          </p:cNvSpPr>
          <p:nvPr/>
        </p:nvSpPr>
        <p:spPr>
          <a:xfrm>
            <a:off x="5185779" y="2267463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1" name="楕円 550">
            <a:extLst>
              <a:ext uri="{FF2B5EF4-FFF2-40B4-BE49-F238E27FC236}">
                <ns2:creationId id="{F4BB840E-B4E5-51C5-DFF0-A2824EAFE528}"/>
              </a:ext>
            </a:extLst>
          </p:cNvPr>
          <p:cNvSpPr>
            <a:spLocks noChangeAspect="1"/>
          </p:cNvSpPr>
          <p:nvPr/>
        </p:nvSpPr>
        <p:spPr>
          <a:xfrm>
            <a:off x="6465441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2" name="楕円 551">
            <a:extLst>
              <a:ext uri="{FF2B5EF4-FFF2-40B4-BE49-F238E27FC236}">
                <ns2:creationId id="{E2336903-63B3-738A-5BE4-F3571331B533}"/>
              </a:ext>
            </a:extLst>
          </p:cNvPr>
          <p:cNvSpPr>
            <a:spLocks noChangeAspect="1"/>
          </p:cNvSpPr>
          <p:nvPr/>
        </p:nvSpPr>
        <p:spPr>
          <a:xfrm>
            <a:off x="6893249" y="2267464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3" name="楕円 552">
            <a:extLst>
              <a:ext uri="{FF2B5EF4-FFF2-40B4-BE49-F238E27FC236}">
                <ns2:creationId id="{B0F25650-C312-B67F-133A-192A56CCD0E9}"/>
              </a:ext>
            </a:extLst>
          </p:cNvPr>
          <p:cNvSpPr>
            <a:spLocks noChangeAspect="1"/>
          </p:cNvSpPr>
          <p:nvPr/>
        </p:nvSpPr>
        <p:spPr>
          <a:xfrm>
            <a:off x="8176675" y="2267464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5" name="楕円 554">
            <a:extLst>
              <a:ext uri="{FF2B5EF4-FFF2-40B4-BE49-F238E27FC236}">
                <ns2:creationId id="{7CC45FEA-1865-7B44-ADE2-D68B7B546953}"/>
              </a:ext>
            </a:extLst>
          </p:cNvPr>
          <p:cNvSpPr>
            <a:spLocks noChangeAspect="1"/>
          </p:cNvSpPr>
          <p:nvPr/>
        </p:nvSpPr>
        <p:spPr>
          <a:xfrm>
            <a:off x="8604485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6" name="星: 5 pt 555">
            <a:extLst>
              <a:ext uri="{FF2B5EF4-FFF2-40B4-BE49-F238E27FC236}">
                <ns2:creationId id="{3FDA089C-9F3D-8DA3-99B9-90776E8548A3}"/>
              </a:ext>
            </a:extLst>
          </p:cNvPr>
          <p:cNvSpPr>
            <a:spLocks noChangeAspect="1"/>
          </p:cNvSpPr>
          <p:nvPr/>
        </p:nvSpPr>
        <p:spPr>
          <a:xfrm>
            <a:off x="9032294" y="2263700"/>
            <a:ext cx="108000" cy="108000"/>
          </a:xfrm>
          <a:prstGeom prst="star5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7" name="楕円 556">
            <a:extLst>
              <a:ext uri="{FF2B5EF4-FFF2-40B4-BE49-F238E27FC236}">
                <ns2:creationId id="{55BDBF9B-F62F-D4C5-8928-4C9D2480A5E6}"/>
              </a:ext>
            </a:extLst>
          </p:cNvPr>
          <p:cNvSpPr>
            <a:spLocks noChangeAspect="1"/>
          </p:cNvSpPr>
          <p:nvPr/>
        </p:nvSpPr>
        <p:spPr>
          <a:xfrm>
            <a:off x="9887910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8" name="楕円 557">
            <a:extLst>
              <a:ext uri="{FF2B5EF4-FFF2-40B4-BE49-F238E27FC236}">
                <ns2:creationId id="{D2469802-113C-B872-B08D-920858D6FF03}"/>
              </a:ext>
            </a:extLst>
          </p:cNvPr>
          <p:cNvSpPr>
            <a:spLocks noChangeAspect="1"/>
          </p:cNvSpPr>
          <p:nvPr/>
        </p:nvSpPr>
        <p:spPr>
          <a:xfrm>
            <a:off x="10315719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9" name="楕円 558">
            <a:extLst>
              <a:ext uri="{FF2B5EF4-FFF2-40B4-BE49-F238E27FC236}">
                <ns2:creationId id="{1618174A-4CC2-6B1C-D1F5-530EC3244925}"/>
              </a:ext>
            </a:extLst>
          </p:cNvPr>
          <p:cNvSpPr>
            <a:spLocks noChangeAspect="1"/>
          </p:cNvSpPr>
          <p:nvPr/>
        </p:nvSpPr>
        <p:spPr>
          <a:xfrm>
            <a:off x="11171337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0" name="星: 5 pt 559">
            <a:extLst>
              <a:ext uri="{FF2B5EF4-FFF2-40B4-BE49-F238E27FC236}">
                <ns2:creationId id="{6AA27B17-4A6B-954E-E7D1-F99680E8211B}"/>
              </a:ext>
            </a:extLst>
          </p:cNvPr>
          <p:cNvSpPr>
            <a:spLocks noChangeAspect="1"/>
          </p:cNvSpPr>
          <p:nvPr/>
        </p:nvSpPr>
        <p:spPr>
          <a:xfrm>
            <a:off x="11599145" y="2263700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1" name="フローチャート: 判断 560">
            <a:extLst>
              <a:ext uri="{FF2B5EF4-FFF2-40B4-BE49-F238E27FC236}">
                <ns2:creationId id="{A80E3591-8770-C658-F2B4-826A32975A5B}"/>
              </a:ext>
            </a:extLst>
          </p:cNvPr>
          <p:cNvSpPr>
            <a:spLocks noChangeAspect="1"/>
          </p:cNvSpPr>
          <p:nvPr/>
        </p:nvSpPr>
        <p:spPr>
          <a:xfrm>
            <a:off x="2190361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3" name="フローチャート: 判断 562">
            <a:extLst>
              <a:ext uri="{FF2B5EF4-FFF2-40B4-BE49-F238E27FC236}">
                <ns2:creationId id="{C2A4A5D6-D121-4022-4B7E-ADF73DF76E92}"/>
              </a:ext>
            </a:extLst>
          </p:cNvPr>
          <p:cNvSpPr>
            <a:spLocks noChangeAspect="1"/>
          </p:cNvSpPr>
          <p:nvPr/>
        </p:nvSpPr>
        <p:spPr>
          <a:xfrm>
            <a:off x="3901597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5" name="フローチャート: 判断 564">
            <a:extLst>
              <a:ext uri="{FF2B5EF4-FFF2-40B4-BE49-F238E27FC236}">
                <ns2:creationId id="{6D515D94-8897-1CC1-1385-FCE2D82C8684}"/>
              </a:ext>
            </a:extLst>
          </p:cNvPr>
          <p:cNvSpPr>
            <a:spLocks noChangeAspect="1"/>
          </p:cNvSpPr>
          <p:nvPr/>
        </p:nvSpPr>
        <p:spPr>
          <a:xfrm>
            <a:off x="5612832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7" name="フローチャート: 判断 566">
            <a:extLst>
              <a:ext uri="{FF2B5EF4-FFF2-40B4-BE49-F238E27FC236}">
                <ns2:creationId id="{23DC016D-8429-CA79-013F-E218FC86EE50}"/>
              </a:ext>
            </a:extLst>
          </p:cNvPr>
          <p:cNvSpPr>
            <a:spLocks noChangeAspect="1"/>
          </p:cNvSpPr>
          <p:nvPr/>
        </p:nvSpPr>
        <p:spPr>
          <a:xfrm>
            <a:off x="7324065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9" name="フローチャート: 判断 568">
            <a:extLst>
              <a:ext uri="{FF2B5EF4-FFF2-40B4-BE49-F238E27FC236}">
                <ns2:creationId id="{16623BD8-910E-046E-0294-F29F717850FD}"/>
              </a:ext>
            </a:extLst>
          </p:cNvPr>
          <p:cNvSpPr>
            <a:spLocks noChangeAspect="1"/>
          </p:cNvSpPr>
          <p:nvPr/>
        </p:nvSpPr>
        <p:spPr>
          <a:xfrm>
            <a:off x="9035300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1" name="フローチャート: 判断 570">
            <a:extLst>
              <a:ext uri="{FF2B5EF4-FFF2-40B4-BE49-F238E27FC236}">
                <ns2:creationId id="{48F5A836-DB4F-97A0-CCCF-B35BA3E6D2B6}"/>
              </a:ext>
            </a:extLst>
          </p:cNvPr>
          <p:cNvSpPr>
            <a:spLocks noChangeAspect="1"/>
          </p:cNvSpPr>
          <p:nvPr/>
        </p:nvSpPr>
        <p:spPr>
          <a:xfrm>
            <a:off x="10746535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3" name="正方形/長方形 572">
            <a:extLst>
              <a:ext uri="{FF2B5EF4-FFF2-40B4-BE49-F238E27FC236}">
                <ns2:creationId id="{956AA134-0000-03DC-E5AE-24544E3B3975}"/>
              </a:ext>
            </a:extLst>
          </p:cNvPr>
          <p:cNvSpPr>
            <a:spLocks noChangeAspect="1"/>
          </p:cNvSpPr>
          <p:nvPr/>
        </p:nvSpPr>
        <p:spPr>
          <a:xfrm>
            <a:off x="3898588" y="2599496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4" name="正方形/長方形 573">
            <a:extLst>
              <a:ext uri="{FF2B5EF4-FFF2-40B4-BE49-F238E27FC236}">
                <ns2:creationId id="{C9997999-FBDD-9BCA-3EAC-A0DB8DA8DCE8}"/>
              </a:ext>
            </a:extLst>
          </p:cNvPr>
          <p:cNvSpPr>
            <a:spLocks noChangeAspect="1"/>
          </p:cNvSpPr>
          <p:nvPr/>
        </p:nvSpPr>
        <p:spPr>
          <a:xfrm>
            <a:off x="9032294" y="2599496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1" name="正方形/長方形 580">
            <a:extLst>
              <a:ext uri="{FF2B5EF4-FFF2-40B4-BE49-F238E27FC236}">
                <ns2:creationId id="{422FA95B-7287-06BA-90C9-3899ECC2A9F1}"/>
              </a:ext>
            </a:extLst>
          </p:cNvPr>
          <p:cNvSpPr/>
          <p:nvPr/>
        </p:nvSpPr>
        <p:spPr>
          <a:xfrm>
            <a:off x="4663351" y="2958297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2" name="正方形/長方形 581">
            <a:extLst>
              <a:ext uri="{FF2B5EF4-FFF2-40B4-BE49-F238E27FC236}">
                <ns2:creationId id="{052DB562-7A74-AD98-50BF-F372F501DAFE}"/>
              </a:ext>
            </a:extLst>
          </p:cNvPr>
          <p:cNvSpPr/>
          <p:nvPr/>
        </p:nvSpPr>
        <p:spPr>
          <a:xfrm>
            <a:off x="4313393" y="3220251"/>
            <a:ext cx="1126436" cy="210975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it-IT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0</a:t>
            </a: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、</a:t>
            </a:r>
            <a:br>
              <a:rPr kumimoji="1" lang="it-IT" altLang="zh-TW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3" name="正方形/長方形 582">
            <a:extLst>
              <a:ext uri="{FF2B5EF4-FFF2-40B4-BE49-F238E27FC236}">
                <ns2:creationId id="{704E2093-A7A2-F64C-C29F-2E7455438420}"/>
              </a:ext>
            </a:extLst>
          </p:cNvPr>
          <p:cNvSpPr/>
          <p:nvPr/>
        </p:nvSpPr>
        <p:spPr>
          <a:xfrm>
            <a:off x="6849530" y="2958297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4" name="正方形/長方形 583">
            <a:extLst>
              <a:ext uri="{FF2B5EF4-FFF2-40B4-BE49-F238E27FC236}">
                <ns2:creationId id="{E17E4A46-D7A8-128A-186B-7020B9F45CDE}"/>
              </a:ext>
            </a:extLst>
          </p:cNvPr>
          <p:cNvSpPr/>
          <p:nvPr/>
        </p:nvSpPr>
        <p:spPr>
          <a:xfrm>
            <a:off x="7286766" y="2958297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5" name="正方形/長方形 584">
            <a:extLst>
              <a:ext uri="{FF2B5EF4-FFF2-40B4-BE49-F238E27FC236}">
                <ns2:creationId id="{F589FF76-CBEE-94D6-F52E-8F888B149792}"/>
              </a:ext>
            </a:extLst>
          </p:cNvPr>
          <p:cNvSpPr/>
          <p:nvPr/>
        </p:nvSpPr>
        <p:spPr>
          <a:xfrm>
            <a:off x="6365629" y="3220251"/>
            <a:ext cx="741862" cy="185349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86" name="正方形/長方形 585">
            <a:extLst>
              <a:ext uri="{FF2B5EF4-FFF2-40B4-BE49-F238E27FC236}">
                <ns2:creationId id="{57FD0DC7-DF1B-0C08-CD41-AB13CA648247}"/>
              </a:ext>
            </a:extLst>
          </p:cNvPr>
          <p:cNvSpPr/>
          <p:nvPr/>
        </p:nvSpPr>
        <p:spPr>
          <a:xfrm>
            <a:off x="7403647" y="3150616"/>
            <a:ext cx="623212" cy="15427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88" name="正方形/長方形 587">
            <a:extLst>
              <a:ext uri="{FF2B5EF4-FFF2-40B4-BE49-F238E27FC236}">
                <ns2:creationId id="{F709E436-71A2-03B7-6008-CA00F718740B}"/>
              </a:ext>
            </a:extLst>
          </p:cNvPr>
          <p:cNvSpPr/>
          <p:nvPr/>
        </p:nvSpPr>
        <p:spPr>
          <a:xfrm>
            <a:off x="8941439" y="2958297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9" name="正方形/長方形 588">
            <a:extLst>
              <a:ext uri="{FF2B5EF4-FFF2-40B4-BE49-F238E27FC236}">
                <ns2:creationId id="{3ADB8A76-3206-23AD-89B1-DA195E793A45}"/>
              </a:ext>
            </a:extLst>
          </p:cNvPr>
          <p:cNvSpPr/>
          <p:nvPr/>
        </p:nvSpPr>
        <p:spPr>
          <a:xfrm>
            <a:off x="8947354" y="3158006"/>
            <a:ext cx="755665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90" name="正方形/長方形 589">
            <a:extLst>
              <a:ext uri="{FF2B5EF4-FFF2-40B4-BE49-F238E27FC236}">
                <ns2:creationId id="{5724F59A-593A-D65B-25FE-44FE92185CEC}"/>
              </a:ext>
            </a:extLst>
          </p:cNvPr>
          <p:cNvSpPr/>
          <p:nvPr/>
        </p:nvSpPr>
        <p:spPr>
          <a:xfrm>
            <a:off x="7286766" y="3402452"/>
            <a:ext cx="201600" cy="39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594" name="直線コネクタ 593">
            <a:extLst>
              <a:ext uri="{FF2B5EF4-FFF2-40B4-BE49-F238E27FC236}">
                <ns2:creationId id="{9719EE6C-76CC-9632-3D5E-C428CFE1E62E}"/>
              </a:ext>
            </a:extLst>
          </p:cNvPr>
          <p:cNvCxnSpPr>
            <a:cxnSpLocks/>
          </p:cNvCxnSpPr>
          <p:nvPr/>
        </p:nvCxnSpPr>
        <p:spPr>
          <a:xfrm>
            <a:off x="8067641" y="2744256"/>
            <a:ext cx="0" cy="1038651"/>
          </a:xfrm>
          <a:prstGeom prst="line">
            <a:avLst/>
          </a:prstGeom>
          <a:ln w="9525">
            <a:solidFill>
              <a:srgbClr val="00953C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正方形/長方形 595">
            <a:extLst>
              <a:ext uri="{FF2B5EF4-FFF2-40B4-BE49-F238E27FC236}">
                <ns2:creationId id="{01DDD830-5515-0801-61C4-8821CB95A7CF}"/>
              </a:ext>
            </a:extLst>
          </p:cNvPr>
          <p:cNvSpPr/>
          <p:nvPr/>
        </p:nvSpPr>
        <p:spPr>
          <a:xfrm>
            <a:off x="8793155" y="2758635"/>
            <a:ext cx="737596" cy="158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598" name="直線コネクタ 597">
            <a:extLst>
              <a:ext uri="{FF2B5EF4-FFF2-40B4-BE49-F238E27FC236}">
                <ns2:creationId id="{26DEABFB-2B3F-2DFD-B790-6958E9375609}"/>
              </a:ext>
            </a:extLst>
          </p:cNvPr>
          <p:cNvCxnSpPr>
            <a:cxnSpLocks/>
          </p:cNvCxnSpPr>
          <p:nvPr/>
        </p:nvCxnSpPr>
        <p:spPr>
          <a:xfrm>
            <a:off x="9798050" y="2744256"/>
            <a:ext cx="0" cy="1038651"/>
          </a:xfrm>
          <a:prstGeom prst="line">
            <a:avLst/>
          </a:prstGeom>
          <a:ln w="9525">
            <a:solidFill>
              <a:srgbClr val="00953C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1" name="直線コネクタ 600">
            <a:extLst>
              <a:ext uri="{FF2B5EF4-FFF2-40B4-BE49-F238E27FC236}">
                <ns2:creationId id="{7AD83457-8C36-F9B9-EC8B-9E5C2FEB19A7}"/>
              </a:ext>
            </a:extLst>
          </p:cNvPr>
          <p:cNvCxnSpPr>
            <a:cxnSpLocks/>
          </p:cNvCxnSpPr>
          <p:nvPr/>
        </p:nvCxnSpPr>
        <p:spPr>
          <a:xfrm>
            <a:off x="11066715" y="2744256"/>
            <a:ext cx="0" cy="1038651"/>
          </a:xfrm>
          <a:prstGeom prst="line">
            <a:avLst/>
          </a:prstGeom>
          <a:ln w="9525">
            <a:solidFill>
              <a:srgbClr val="00953C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4" name="グループ化 603">
            <a:extLst>
              <a:ext uri="{FF2B5EF4-FFF2-40B4-BE49-F238E27FC236}">
                <ns2:creationId id="{82118B61-29F6-88E7-163C-33051750CD8E}"/>
              </a:ext>
            </a:extLst>
          </p:cNvPr>
          <p:cNvGrpSpPr/>
          <p:nvPr/>
        </p:nvGrpSpPr>
        <p:grpSpPr>
          <a:xfrm>
            <a:off x="1615544" y="4888162"/>
            <a:ext cx="10235427" cy="0"/>
            <a:chOff x="1615544" y="2874010"/>
            <a:chExt cx="10235427" cy="0"/>
          </a:xfrm>
        </p:grpSpPr>
        <p:cxnSp>
          <p:nvCxnSpPr>
            <p:cNvPr id="605" name="直線コネクタ 604">
              <a:extLst>
                <a:ext uri="{FF2B5EF4-FFF2-40B4-BE49-F238E27FC236}">
                  <ns2:creationId id="{9F1FB183-1DB2-136F-38AD-EA0917AD7483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直線コネクタ 605">
              <a:extLst>
                <a:ext uri="{FF2B5EF4-FFF2-40B4-BE49-F238E27FC236}">
                  <ns2:creationId id="{C0658FE3-9DDC-29E6-0C2A-C7B8F6699900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直線コネクタ 606">
              <a:extLst>
                <a:ext uri="{FF2B5EF4-FFF2-40B4-BE49-F238E27FC236}">
                  <ns2:creationId id="{735629D6-BE1E-874B-7534-ABD6D4852C00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直線コネクタ 607">
              <a:extLst>
                <a:ext uri="{FF2B5EF4-FFF2-40B4-BE49-F238E27FC236}">
                  <ns2:creationId id="{7B1B2CD4-1297-15F6-AB1E-EEB37648CB82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直線コネクタ 608">
              <a:extLst>
                <a:ext uri="{FF2B5EF4-FFF2-40B4-BE49-F238E27FC236}">
                  <ns2:creationId id="{1864EAA5-AF35-5029-8AD0-C451236EB001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直線コネクタ 609">
              <a:extLst>
                <a:ext uri="{FF2B5EF4-FFF2-40B4-BE49-F238E27FC236}">
                  <ns2:creationId id="{78C44047-21F2-AAC3-0505-4E09779A8C18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直線コネクタ 610">
              <a:extLst>
                <a:ext uri="{FF2B5EF4-FFF2-40B4-BE49-F238E27FC236}">
                  <ns2:creationId id="{47DAA65C-DB1E-9CEA-0381-5EB68A74EEAA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直線コネクタ 611">
              <a:extLst>
                <a:ext uri="{FF2B5EF4-FFF2-40B4-BE49-F238E27FC236}">
                  <ns2:creationId id="{70A29353-C178-A7DA-2DAF-C1753508DA41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直線コネクタ 612">
              <a:extLst>
                <a:ext uri="{FF2B5EF4-FFF2-40B4-BE49-F238E27FC236}">
                  <ns2:creationId id="{8E8343FC-8155-E703-1949-C498CEE52614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直線コネクタ 613">
              <a:extLst>
                <a:ext uri="{FF2B5EF4-FFF2-40B4-BE49-F238E27FC236}">
                  <ns2:creationId id="{9D1E7D48-9D61-0F53-FF28-368290394224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直線コネクタ 614">
              <a:extLst>
                <a:ext uri="{FF2B5EF4-FFF2-40B4-BE49-F238E27FC236}">
                  <ns2:creationId id="{08B590AC-E4F9-0E24-6C18-EA09420DDAEC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直線コネクタ 615">
              <a:extLst>
                <a:ext uri="{FF2B5EF4-FFF2-40B4-BE49-F238E27FC236}">
                  <ns2:creationId id="{73875EE7-E90B-20BA-CAED-375358D6E61F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直線コネクタ 616">
              <a:extLst>
                <a:ext uri="{FF2B5EF4-FFF2-40B4-BE49-F238E27FC236}">
                  <ns2:creationId id="{A478F6C3-5A02-26B0-1F01-7F60BE7AD1A2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直線コネクタ 617">
              <a:extLst>
                <a:ext uri="{FF2B5EF4-FFF2-40B4-BE49-F238E27FC236}">
                  <ns2:creationId id="{A12A8666-52FE-E710-58E2-0B8F6E4B945A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直線コネクタ 618">
              <a:extLst>
                <a:ext uri="{FF2B5EF4-FFF2-40B4-BE49-F238E27FC236}">
                  <ns2:creationId id="{44131F3A-A647-F7C8-8350-685951B9817A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直線コネクタ 619">
              <a:extLst>
                <a:ext uri="{FF2B5EF4-FFF2-40B4-BE49-F238E27FC236}">
                  <ns2:creationId id="{536DF56E-0FB6-BEA5-DBC0-CCEF74E5D2FF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直線コネクタ 620">
              <a:extLst>
                <a:ext uri="{FF2B5EF4-FFF2-40B4-BE49-F238E27FC236}">
                  <ns2:creationId id="{E246A2DB-4AB7-7960-06A0-78E945EE048D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直線コネクタ 621">
              <a:extLst>
                <a:ext uri="{FF2B5EF4-FFF2-40B4-BE49-F238E27FC236}">
                  <ns2:creationId id="{E475A93A-4B2D-9BBE-ABDE-8E782442B76B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直線コネクタ 622">
              <a:extLst>
                <a:ext uri="{FF2B5EF4-FFF2-40B4-BE49-F238E27FC236}">
                  <ns2:creationId id="{4FEC24C4-E956-53E0-F6ED-7CCEF376A253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直線コネクタ 623">
              <a:extLst>
                <a:ext uri="{FF2B5EF4-FFF2-40B4-BE49-F238E27FC236}">
                  <ns2:creationId id="{8FB1F7B2-236C-61CF-8583-122FF33CD8ED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直線コネクタ 624">
              <a:extLst>
                <a:ext uri="{FF2B5EF4-FFF2-40B4-BE49-F238E27FC236}">
                  <ns2:creationId id="{A7044B78-B4C9-F4D1-46FA-2031C2AE0D0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直線コネクタ 625">
              <a:extLst>
                <a:ext uri="{FF2B5EF4-FFF2-40B4-BE49-F238E27FC236}">
                  <ns2:creationId id="{0587AFF7-DCA1-57E1-1568-BC102909D6AD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直線コネクタ 626">
              <a:extLst>
                <a:ext uri="{FF2B5EF4-FFF2-40B4-BE49-F238E27FC236}">
                  <ns2:creationId id="{F6879BCE-5816-B8FE-BDED-24EC0E659403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直線コネクタ 627">
              <a:extLst>
                <a:ext uri="{FF2B5EF4-FFF2-40B4-BE49-F238E27FC236}">
                  <ns2:creationId id="{A7AF8F4F-E5FB-908B-5B95-378D277FC40B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5" name="二等辺三角形 634">
            <a:extLst>
              <a:ext uri="{FF2B5EF4-FFF2-40B4-BE49-F238E27FC236}">
                <ns2:creationId id="{210424F9-8C3F-8F06-C1EB-480CA8AEEFF4}"/>
              </a:ext>
            </a:extLst>
          </p:cNvPr>
          <p:cNvSpPr>
            <a:spLocks noChangeAspect="1"/>
          </p:cNvSpPr>
          <p:nvPr/>
        </p:nvSpPr>
        <p:spPr>
          <a:xfrm>
            <a:off x="7311873" y="2263230"/>
            <a:ext cx="126369" cy="108939"/>
          </a:xfrm>
          <a:prstGeom prst="triangle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6" name="二等辺三角形 635">
            <a:extLst>
              <a:ext uri="{FF2B5EF4-FFF2-40B4-BE49-F238E27FC236}">
                <ns2:creationId id="{B724F981-D1B5-82BB-1307-DCD1681C0F9C}"/>
              </a:ext>
            </a:extLst>
          </p:cNvPr>
          <p:cNvSpPr>
            <a:spLocks noChangeAspect="1"/>
          </p:cNvSpPr>
          <p:nvPr/>
        </p:nvSpPr>
        <p:spPr>
          <a:xfrm>
            <a:off x="7509936" y="3015346"/>
            <a:ext cx="126369" cy="108939"/>
          </a:xfrm>
          <a:prstGeom prst="triangle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7" name="二等辺三角形 636">
            <a:extLst>
              <a:ext uri="{FF2B5EF4-FFF2-40B4-BE49-F238E27FC236}">
                <ns2:creationId id="{5DA79FCD-9E69-DEA6-51BD-C84D59EF12EC}"/>
              </a:ext>
            </a:extLst>
          </p:cNvPr>
          <p:cNvSpPr>
            <a:spLocks noChangeAspect="1"/>
          </p:cNvSpPr>
          <p:nvPr/>
        </p:nvSpPr>
        <p:spPr>
          <a:xfrm>
            <a:off x="7509936" y="3510639"/>
            <a:ext cx="126369" cy="108939"/>
          </a:xfrm>
          <a:prstGeom prst="triangle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8" name="楕円 637">
            <a:extLst>
              <a:ext uri="{FF2B5EF4-FFF2-40B4-BE49-F238E27FC236}">
                <ns2:creationId id="{82F4D087-52F2-5289-E2BA-607A973D839F}"/>
              </a:ext>
            </a:extLst>
          </p:cNvPr>
          <p:cNvSpPr>
            <a:spLocks noChangeAspect="1"/>
          </p:cNvSpPr>
          <p:nvPr/>
        </p:nvSpPr>
        <p:spPr>
          <a:xfrm>
            <a:off x="8325462" y="3534351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75" name="正方形/長方形 774">
            <a:extLst>
              <a:ext uri="{FF2B5EF4-FFF2-40B4-BE49-F238E27FC236}">
                <ns2:creationId id="{BD078D69-49B8-F900-971E-9FA3D198B84C}"/>
              </a:ext>
            </a:extLst>
          </p:cNvPr>
          <p:cNvSpPr/>
          <p:nvPr/>
        </p:nvSpPr>
        <p:spPr>
          <a:xfrm>
            <a:off x="5280198" y="3834206"/>
            <a:ext cx="851187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790" name="グループ化 789">
            <a:extLst>
              <a:ext uri="{FF2B5EF4-FFF2-40B4-BE49-F238E27FC236}">
                <ns2:creationId id="{6A11BBA2-A235-0FC6-197D-6738EAFFE081}"/>
              </a:ext>
            </a:extLst>
          </p:cNvPr>
          <p:cNvGrpSpPr/>
          <p:nvPr/>
        </p:nvGrpSpPr>
        <p:grpSpPr>
          <a:xfrm>
            <a:off x="2098674" y="5282396"/>
            <a:ext cx="199793" cy="421010"/>
            <a:chOff x="1666874" y="4022744"/>
            <a:chExt cx="199793" cy="421010"/>
          </a:xfrm>
        </p:grpSpPr>
        <p:sp>
          <p:nvSpPr>
            <p:cNvPr id="791" name="正方形/長方形 790">
              <a:extLst>
                <a:ext uri="{FF2B5EF4-FFF2-40B4-BE49-F238E27FC236}">
                  <ns2:creationId id="{4B798395-091E-24BF-E737-151072BED5AD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92" name="正方形/長方形 791">
              <a:extLst>
                <a:ext uri="{FF2B5EF4-FFF2-40B4-BE49-F238E27FC236}">
                  <ns2:creationId id="{E294F53B-047D-EE5C-7DA8-1A01DCCDF359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793" name="直線コネクタ 792">
            <a:extLst>
              <a:ext uri="{FF2B5EF4-FFF2-40B4-BE49-F238E27FC236}">
                <ns2:creationId id="{67864F26-C99C-3E36-D4BC-11A32AC5D1F9}"/>
              </a:ext>
            </a:extLst>
          </p:cNvPr>
          <p:cNvCxnSpPr>
            <a:cxnSpLocks/>
          </p:cNvCxnSpPr>
          <p:nvPr/>
        </p:nvCxnSpPr>
        <p:spPr>
          <a:xfrm>
            <a:off x="2070103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7" name="正方形/長方形 796">
            <a:extLst>
              <a:ext uri="{FF2B5EF4-FFF2-40B4-BE49-F238E27FC236}">
                <ns2:creationId id="{6E85D39D-3D6F-DFA0-30F4-4D6B150380F4}"/>
              </a:ext>
            </a:extLst>
          </p:cNvPr>
          <p:cNvSpPr/>
          <p:nvPr/>
        </p:nvSpPr>
        <p:spPr>
          <a:xfrm>
            <a:off x="2098674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98" name="正方形/長方形 797">
            <a:extLst>
              <a:ext uri="{FF2B5EF4-FFF2-40B4-BE49-F238E27FC236}">
                <ns2:creationId id="{27AFE872-55AA-AFEC-C808-5C7533A36195}"/>
              </a:ext>
            </a:extLst>
          </p:cNvPr>
          <p:cNvSpPr/>
          <p:nvPr/>
        </p:nvSpPr>
        <p:spPr>
          <a:xfrm>
            <a:off x="2098674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99" name="正方形/長方形 798">
            <a:extLst>
              <a:ext uri="{FF2B5EF4-FFF2-40B4-BE49-F238E27FC236}">
                <ns2:creationId id="{1096AF3C-85BF-B6B4-F0C5-6564CCAE20B4}"/>
              </a:ext>
            </a:extLst>
          </p:cNvPr>
          <p:cNvSpPr/>
          <p:nvPr/>
        </p:nvSpPr>
        <p:spPr>
          <a:xfrm>
            <a:off x="2275881" y="5738307"/>
            <a:ext cx="55750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0" name="正方形/長方形 799">
            <a:extLst>
              <a:ext uri="{FF2B5EF4-FFF2-40B4-BE49-F238E27FC236}">
                <ns2:creationId id="{FE677D21-999A-E043-8A35-943E48CB720A}"/>
              </a:ext>
            </a:extLst>
          </p:cNvPr>
          <p:cNvSpPr/>
          <p:nvPr/>
        </p:nvSpPr>
        <p:spPr>
          <a:xfrm>
            <a:off x="2263181" y="5962486"/>
            <a:ext cx="61980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01" name="直線コネクタ 800">
            <a:extLst>
              <a:ext uri="{FF2B5EF4-FFF2-40B4-BE49-F238E27FC236}">
                <ns2:creationId id="{70723026-61E4-6D0A-A4EA-0AAFA564A9F7}"/>
              </a:ext>
            </a:extLst>
          </p:cNvPr>
          <p:cNvCxnSpPr/>
          <p:nvPr/>
        </p:nvCxnSpPr>
        <p:spPr>
          <a:xfrm>
            <a:off x="2070103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2" name="グループ化 801">
            <a:extLst>
              <a:ext uri="{FF2B5EF4-FFF2-40B4-BE49-F238E27FC236}">
                <ns2:creationId id="{DF35C74E-A27C-2158-DDB7-DADE85C2962A}"/>
              </a:ext>
            </a:extLst>
          </p:cNvPr>
          <p:cNvGrpSpPr/>
          <p:nvPr/>
        </p:nvGrpSpPr>
        <p:grpSpPr>
          <a:xfrm>
            <a:off x="3863070" y="5282396"/>
            <a:ext cx="199793" cy="421010"/>
            <a:chOff x="1666874" y="4022744"/>
            <a:chExt cx="199793" cy="421010"/>
          </a:xfrm>
        </p:grpSpPr>
        <p:sp>
          <p:nvSpPr>
            <p:cNvPr id="803" name="正方形/長方形 802">
              <a:extLst>
                <a:ext uri="{FF2B5EF4-FFF2-40B4-BE49-F238E27FC236}">
                  <ns2:creationId id="{B8FB61B7-A483-2FB0-937A-3C218E599D86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04" name="正方形/長方形 803">
              <a:extLst>
                <a:ext uri="{FF2B5EF4-FFF2-40B4-BE49-F238E27FC236}">
                  <ns2:creationId id="{153ABE33-3B7E-1A20-4FAA-9FB95B9750BE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05" name="直線コネクタ 804">
            <a:extLst>
              <a:ext uri="{FF2B5EF4-FFF2-40B4-BE49-F238E27FC236}">
                <ns2:creationId id="{1CD3CE39-4C6F-A113-A2C8-21214626B496}"/>
              </a:ext>
            </a:extLst>
          </p:cNvPr>
          <p:cNvCxnSpPr>
            <a:cxnSpLocks/>
          </p:cNvCxnSpPr>
          <p:nvPr/>
        </p:nvCxnSpPr>
        <p:spPr>
          <a:xfrm>
            <a:off x="3834499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7" name="正方形/長方形 806">
            <a:extLst>
              <a:ext uri="{FF2B5EF4-FFF2-40B4-BE49-F238E27FC236}">
                <ns2:creationId id="{E5F02862-2735-6505-819B-26D6DD80E7FE}"/>
              </a:ext>
            </a:extLst>
          </p:cNvPr>
          <p:cNvSpPr/>
          <p:nvPr/>
        </p:nvSpPr>
        <p:spPr>
          <a:xfrm>
            <a:off x="3863070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8" name="正方形/長方形 807">
            <a:extLst>
              <a:ext uri="{FF2B5EF4-FFF2-40B4-BE49-F238E27FC236}">
                <ns2:creationId id="{99762209-DC56-5F47-47F9-52D497FAD9E3}"/>
              </a:ext>
            </a:extLst>
          </p:cNvPr>
          <p:cNvSpPr/>
          <p:nvPr/>
        </p:nvSpPr>
        <p:spPr>
          <a:xfrm>
            <a:off x="3863070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9" name="正方形/長方形 808">
            <a:extLst>
              <a:ext uri="{FF2B5EF4-FFF2-40B4-BE49-F238E27FC236}">
                <ns2:creationId id="{68851C74-4D81-63F0-5D8E-14F38E11AF4E}"/>
              </a:ext>
            </a:extLst>
          </p:cNvPr>
          <p:cNvSpPr/>
          <p:nvPr/>
        </p:nvSpPr>
        <p:spPr>
          <a:xfrm>
            <a:off x="4040276" y="5738307"/>
            <a:ext cx="561001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0" name="正方形/長方形 809">
            <a:extLst>
              <a:ext uri="{FF2B5EF4-FFF2-40B4-BE49-F238E27FC236}">
                <ns2:creationId id="{1C7176EE-9E19-9051-7D30-F9555407FA2A}"/>
              </a:ext>
            </a:extLst>
          </p:cNvPr>
          <p:cNvSpPr/>
          <p:nvPr/>
        </p:nvSpPr>
        <p:spPr>
          <a:xfrm>
            <a:off x="4027578" y="5962486"/>
            <a:ext cx="6236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11" name="直線コネクタ 810">
            <a:extLst>
              <a:ext uri="{FF2B5EF4-FFF2-40B4-BE49-F238E27FC236}">
                <ns2:creationId id="{B7717571-575E-185D-8389-3B3CC5C62377}"/>
              </a:ext>
            </a:extLst>
          </p:cNvPr>
          <p:cNvCxnSpPr/>
          <p:nvPr/>
        </p:nvCxnSpPr>
        <p:spPr>
          <a:xfrm>
            <a:off x="3834499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2" name="グループ化 811">
            <a:extLst>
              <a:ext uri="{FF2B5EF4-FFF2-40B4-BE49-F238E27FC236}">
                <ns2:creationId id="{832E7343-10FF-A068-B584-C21F6C9DD1E1}"/>
              </a:ext>
            </a:extLst>
          </p:cNvPr>
          <p:cNvGrpSpPr/>
          <p:nvPr/>
        </p:nvGrpSpPr>
        <p:grpSpPr>
          <a:xfrm>
            <a:off x="5520422" y="5282396"/>
            <a:ext cx="199793" cy="421010"/>
            <a:chOff x="1666874" y="4022744"/>
            <a:chExt cx="199793" cy="421010"/>
          </a:xfrm>
        </p:grpSpPr>
        <p:sp>
          <p:nvSpPr>
            <p:cNvPr id="813" name="正方形/長方形 812">
              <a:extLst>
                <a:ext uri="{FF2B5EF4-FFF2-40B4-BE49-F238E27FC236}">
                  <ns2:creationId id="{85F5BAE8-2A6D-BA65-7510-09CFEF6DA1E4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14" name="正方形/長方形 813">
              <a:extLst>
                <a:ext uri="{FF2B5EF4-FFF2-40B4-BE49-F238E27FC236}">
                  <ns2:creationId id="{EC66D831-EBEC-12C3-FBCC-34AD4B84D17A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15" name="直線コネクタ 814">
            <a:extLst>
              <a:ext uri="{FF2B5EF4-FFF2-40B4-BE49-F238E27FC236}">
                <ns2:creationId id="{1C12624A-F093-39D9-94B7-751009EF2A68}"/>
              </a:ext>
            </a:extLst>
          </p:cNvPr>
          <p:cNvCxnSpPr>
            <a:cxnSpLocks/>
          </p:cNvCxnSpPr>
          <p:nvPr/>
        </p:nvCxnSpPr>
        <p:spPr>
          <a:xfrm>
            <a:off x="5491851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7" name="正方形/長方形 816">
            <a:extLst>
              <a:ext uri="{FF2B5EF4-FFF2-40B4-BE49-F238E27FC236}">
                <ns2:creationId id="{7FC703AB-B310-ECC6-9AA0-109BAF5E6F67}"/>
              </a:ext>
            </a:extLst>
          </p:cNvPr>
          <p:cNvSpPr/>
          <p:nvPr/>
        </p:nvSpPr>
        <p:spPr>
          <a:xfrm>
            <a:off x="5520422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8" name="正方形/長方形 817">
            <a:extLst>
              <a:ext uri="{FF2B5EF4-FFF2-40B4-BE49-F238E27FC236}">
                <ns2:creationId id="{75BEA15A-203D-7533-7967-C010D208BB37}"/>
              </a:ext>
            </a:extLst>
          </p:cNvPr>
          <p:cNvSpPr/>
          <p:nvPr/>
        </p:nvSpPr>
        <p:spPr>
          <a:xfrm>
            <a:off x="5520422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9" name="正方形/長方形 818">
            <a:extLst>
              <a:ext uri="{FF2B5EF4-FFF2-40B4-BE49-F238E27FC236}">
                <ns2:creationId id="{5B8836AB-9FE5-A983-D634-2575541D0076}"/>
              </a:ext>
            </a:extLst>
          </p:cNvPr>
          <p:cNvSpPr/>
          <p:nvPr/>
        </p:nvSpPr>
        <p:spPr>
          <a:xfrm>
            <a:off x="5697628" y="5738307"/>
            <a:ext cx="59872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0" name="正方形/長方形 819">
            <a:extLst>
              <a:ext uri="{FF2B5EF4-FFF2-40B4-BE49-F238E27FC236}">
                <ns2:creationId id="{79274667-0B9E-AC11-8F57-7F6CC77770B4}"/>
              </a:ext>
            </a:extLst>
          </p:cNvPr>
          <p:cNvSpPr/>
          <p:nvPr/>
        </p:nvSpPr>
        <p:spPr>
          <a:xfrm>
            <a:off x="5684929" y="5962486"/>
            <a:ext cx="66562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21" name="直線コネクタ 820">
            <a:extLst>
              <a:ext uri="{FF2B5EF4-FFF2-40B4-BE49-F238E27FC236}">
                <ns2:creationId id="{48E1D45D-D30B-A1B1-00C8-98384853DF5B}"/>
              </a:ext>
            </a:extLst>
          </p:cNvPr>
          <p:cNvCxnSpPr/>
          <p:nvPr/>
        </p:nvCxnSpPr>
        <p:spPr>
          <a:xfrm>
            <a:off x="5491851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2" name="グループ化 821">
            <a:extLst>
              <a:ext uri="{FF2B5EF4-FFF2-40B4-BE49-F238E27FC236}">
                <ns2:creationId id="{608311B9-21AE-D256-1335-9B1D6279FFAD}"/>
              </a:ext>
            </a:extLst>
          </p:cNvPr>
          <p:cNvGrpSpPr/>
          <p:nvPr/>
        </p:nvGrpSpPr>
        <p:grpSpPr>
          <a:xfrm>
            <a:off x="7291257" y="5282396"/>
            <a:ext cx="199793" cy="421010"/>
            <a:chOff x="1666874" y="4022744"/>
            <a:chExt cx="199793" cy="421010"/>
          </a:xfrm>
        </p:grpSpPr>
        <p:sp>
          <p:nvSpPr>
            <p:cNvPr id="823" name="正方形/長方形 822">
              <a:extLst>
                <a:ext uri="{FF2B5EF4-FFF2-40B4-BE49-F238E27FC236}">
                  <ns2:creationId id="{CAA033E8-D075-484F-9F42-1B69F1D25D45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24" name="正方形/長方形 823">
              <a:extLst>
                <a:ext uri="{FF2B5EF4-FFF2-40B4-BE49-F238E27FC236}">
                  <ns2:creationId id="{06135F2D-DB80-D6CE-40E3-F8F71F3E4C51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25" name="直線コネクタ 824">
            <a:extLst>
              <a:ext uri="{FF2B5EF4-FFF2-40B4-BE49-F238E27FC236}">
                <ns2:creationId id="{0B7F0351-C293-E277-E1F4-CE9A932DEB26}"/>
              </a:ext>
            </a:extLst>
          </p:cNvPr>
          <p:cNvCxnSpPr>
            <a:cxnSpLocks/>
          </p:cNvCxnSpPr>
          <p:nvPr/>
        </p:nvCxnSpPr>
        <p:spPr>
          <a:xfrm>
            <a:off x="7262686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" name="正方形/長方形 826">
            <a:extLst>
              <a:ext uri="{FF2B5EF4-FFF2-40B4-BE49-F238E27FC236}">
                <ns2:creationId id="{5601513C-F135-F358-C8B4-8DE0BFC4AD5E}"/>
              </a:ext>
            </a:extLst>
          </p:cNvPr>
          <p:cNvSpPr/>
          <p:nvPr/>
        </p:nvSpPr>
        <p:spPr>
          <a:xfrm>
            <a:off x="7291257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8" name="正方形/長方形 827">
            <a:extLst>
              <a:ext uri="{FF2B5EF4-FFF2-40B4-BE49-F238E27FC236}">
                <ns2:creationId id="{CC68FB4C-D9EC-7448-4DB7-442784B5970E}"/>
              </a:ext>
            </a:extLst>
          </p:cNvPr>
          <p:cNvSpPr/>
          <p:nvPr/>
        </p:nvSpPr>
        <p:spPr>
          <a:xfrm>
            <a:off x="7291257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9" name="正方形/長方形 828">
            <a:extLst>
              <a:ext uri="{FF2B5EF4-FFF2-40B4-BE49-F238E27FC236}">
                <ns2:creationId id="{341FD156-D714-FCEA-9B51-DE6547332358}"/>
              </a:ext>
            </a:extLst>
          </p:cNvPr>
          <p:cNvSpPr/>
          <p:nvPr/>
        </p:nvSpPr>
        <p:spPr>
          <a:xfrm>
            <a:off x="7468463" y="5738307"/>
            <a:ext cx="54616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0" name="正方形/長方形 829">
            <a:extLst>
              <a:ext uri="{FF2B5EF4-FFF2-40B4-BE49-F238E27FC236}">
                <ns2:creationId id="{14A700A3-3C22-7A00-A8C9-5CCDAD95463B}"/>
              </a:ext>
            </a:extLst>
          </p:cNvPr>
          <p:cNvSpPr/>
          <p:nvPr/>
        </p:nvSpPr>
        <p:spPr>
          <a:xfrm>
            <a:off x="7397889" y="5962486"/>
            <a:ext cx="773836" cy="1512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31" name="直線コネクタ 830">
            <a:extLst>
              <a:ext uri="{FF2B5EF4-FFF2-40B4-BE49-F238E27FC236}">
                <ns2:creationId id="{080D847E-FED1-70E3-594E-F31E2E07D9C2}"/>
              </a:ext>
            </a:extLst>
          </p:cNvPr>
          <p:cNvCxnSpPr/>
          <p:nvPr/>
        </p:nvCxnSpPr>
        <p:spPr>
          <a:xfrm>
            <a:off x="7262686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2" name="グループ化 831">
            <a:extLst>
              <a:ext uri="{FF2B5EF4-FFF2-40B4-BE49-F238E27FC236}">
                <ns2:creationId id="{000A24FA-2F6F-B4B6-8ECD-EF3D1BC515F5}"/>
              </a:ext>
            </a:extLst>
          </p:cNvPr>
          <p:cNvGrpSpPr/>
          <p:nvPr/>
        </p:nvGrpSpPr>
        <p:grpSpPr>
          <a:xfrm>
            <a:off x="8933367" y="5282396"/>
            <a:ext cx="199793" cy="421010"/>
            <a:chOff x="1666874" y="4022744"/>
            <a:chExt cx="199793" cy="421010"/>
          </a:xfrm>
        </p:grpSpPr>
        <p:sp>
          <p:nvSpPr>
            <p:cNvPr id="833" name="正方形/長方形 832">
              <a:extLst>
                <a:ext uri="{FF2B5EF4-FFF2-40B4-BE49-F238E27FC236}">
                  <ns2:creationId id="{3334F031-1F32-2F48-E8B4-9D9CBCEE9468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34" name="正方形/長方形 833">
              <a:extLst>
                <a:ext uri="{FF2B5EF4-FFF2-40B4-BE49-F238E27FC236}">
                  <ns2:creationId id="{CBBB01EB-EA28-D0AE-A640-1B330A2CC875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35" name="直線コネクタ 834">
            <a:extLst>
              <a:ext uri="{FF2B5EF4-FFF2-40B4-BE49-F238E27FC236}">
                <ns2:creationId id="{E3BB0570-BEC2-CA7A-A978-DEB30B88AB26}"/>
              </a:ext>
            </a:extLst>
          </p:cNvPr>
          <p:cNvCxnSpPr>
            <a:cxnSpLocks/>
          </p:cNvCxnSpPr>
          <p:nvPr/>
        </p:nvCxnSpPr>
        <p:spPr>
          <a:xfrm>
            <a:off x="8904796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7" name="正方形/長方形 836">
            <a:extLst>
              <a:ext uri="{FF2B5EF4-FFF2-40B4-BE49-F238E27FC236}">
                <ns2:creationId id="{E10F0C66-E518-2E0B-3D73-4A2D4B55BFF9}"/>
              </a:ext>
            </a:extLst>
          </p:cNvPr>
          <p:cNvSpPr/>
          <p:nvPr/>
        </p:nvSpPr>
        <p:spPr>
          <a:xfrm>
            <a:off x="8933367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8" name="正方形/長方形 837">
            <a:extLst>
              <a:ext uri="{FF2B5EF4-FFF2-40B4-BE49-F238E27FC236}">
                <ns2:creationId id="{C84EEC31-2CCB-87C0-E40B-698D247699B6}"/>
              </a:ext>
            </a:extLst>
          </p:cNvPr>
          <p:cNvSpPr/>
          <p:nvPr/>
        </p:nvSpPr>
        <p:spPr>
          <a:xfrm>
            <a:off x="8933367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9" name="正方形/長方形 838">
            <a:extLst>
              <a:ext uri="{FF2B5EF4-FFF2-40B4-BE49-F238E27FC236}">
                <ns2:creationId id="{CF437F97-7D0B-876E-F047-C268050446E1}"/>
              </a:ext>
            </a:extLst>
          </p:cNvPr>
          <p:cNvSpPr/>
          <p:nvPr/>
        </p:nvSpPr>
        <p:spPr>
          <a:xfrm>
            <a:off x="9110573" y="5738307"/>
            <a:ext cx="602785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40" name="正方形/長方形 839">
            <a:extLst>
              <a:ext uri="{FF2B5EF4-FFF2-40B4-BE49-F238E27FC236}">
                <ns2:creationId id="{99C303CD-EEB1-8920-860D-9FB0DABB6B9A}"/>
              </a:ext>
            </a:extLst>
          </p:cNvPr>
          <p:cNvSpPr/>
          <p:nvPr/>
        </p:nvSpPr>
        <p:spPr>
          <a:xfrm>
            <a:off x="9097875" y="5962486"/>
            <a:ext cx="67013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41" name="直線コネクタ 840">
            <a:extLst>
              <a:ext uri="{FF2B5EF4-FFF2-40B4-BE49-F238E27FC236}">
                <ns2:creationId id="{3B1AA289-56E1-A9AE-A68D-6E7FE9446A29}"/>
              </a:ext>
            </a:extLst>
          </p:cNvPr>
          <p:cNvCxnSpPr/>
          <p:nvPr/>
        </p:nvCxnSpPr>
        <p:spPr>
          <a:xfrm>
            <a:off x="8904796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2" name="グループ化 841">
            <a:extLst>
              <a:ext uri="{FF2B5EF4-FFF2-40B4-BE49-F238E27FC236}">
                <ns2:creationId id="{C63F9762-26D0-AC83-570A-6365807FE721}"/>
              </a:ext>
            </a:extLst>
          </p:cNvPr>
          <p:cNvGrpSpPr/>
          <p:nvPr/>
        </p:nvGrpSpPr>
        <p:grpSpPr>
          <a:xfrm>
            <a:off x="10647867" y="5282396"/>
            <a:ext cx="199793" cy="421010"/>
            <a:chOff x="1666874" y="4022744"/>
            <a:chExt cx="199793" cy="421010"/>
          </a:xfrm>
        </p:grpSpPr>
        <p:sp>
          <p:nvSpPr>
            <p:cNvPr id="843" name="正方形/長方形 842">
              <a:extLst>
                <a:ext uri="{FF2B5EF4-FFF2-40B4-BE49-F238E27FC236}">
                  <ns2:creationId id="{555637CF-C1CE-0FEB-E571-BBF669A7DBA0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44" name="正方形/長方形 843">
              <a:extLst>
                <a:ext uri="{FF2B5EF4-FFF2-40B4-BE49-F238E27FC236}">
                  <ns2:creationId id="{C4BEEFFC-AC70-9CE2-096E-9C01DE1D6A85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45" name="直線コネクタ 844">
            <a:extLst>
              <a:ext uri="{FF2B5EF4-FFF2-40B4-BE49-F238E27FC236}">
                <ns2:creationId id="{260AC495-0FDC-7EF8-B7E6-9F175443241C}"/>
              </a:ext>
            </a:extLst>
          </p:cNvPr>
          <p:cNvCxnSpPr>
            <a:cxnSpLocks/>
          </p:cNvCxnSpPr>
          <p:nvPr/>
        </p:nvCxnSpPr>
        <p:spPr>
          <a:xfrm>
            <a:off x="10619296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7" name="正方形/長方形 846">
            <a:extLst>
              <a:ext uri="{FF2B5EF4-FFF2-40B4-BE49-F238E27FC236}">
                <ns2:creationId id="{BD6A8996-C604-47D8-3B72-BFC46B1D3918}"/>
              </a:ext>
            </a:extLst>
          </p:cNvPr>
          <p:cNvSpPr/>
          <p:nvPr/>
        </p:nvSpPr>
        <p:spPr>
          <a:xfrm>
            <a:off x="10647867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48" name="正方形/長方形 847">
            <a:extLst>
              <a:ext uri="{FF2B5EF4-FFF2-40B4-BE49-F238E27FC236}">
                <ns2:creationId id="{4731FFE4-CBC0-ECEC-CC05-2185951C71F1}"/>
              </a:ext>
            </a:extLst>
          </p:cNvPr>
          <p:cNvSpPr/>
          <p:nvPr/>
        </p:nvSpPr>
        <p:spPr>
          <a:xfrm>
            <a:off x="10647867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49" name="正方形/長方形 848">
            <a:extLst>
              <a:ext uri="{FF2B5EF4-FFF2-40B4-BE49-F238E27FC236}">
                <ns2:creationId id="{880B67CB-B760-68D9-F13C-F76F3C13FF72}"/>
              </a:ext>
            </a:extLst>
          </p:cNvPr>
          <p:cNvSpPr/>
          <p:nvPr/>
        </p:nvSpPr>
        <p:spPr>
          <a:xfrm>
            <a:off x="10825074" y="5738307"/>
            <a:ext cx="60407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50" name="正方形/長方形 849">
            <a:extLst>
              <a:ext uri="{FF2B5EF4-FFF2-40B4-BE49-F238E27FC236}">
                <ns2:creationId id="{DC65B1DC-C97D-96D3-28C6-EE6B29B856A3}"/>
              </a:ext>
            </a:extLst>
          </p:cNvPr>
          <p:cNvSpPr/>
          <p:nvPr/>
        </p:nvSpPr>
        <p:spPr>
          <a:xfrm>
            <a:off x="10812374" y="5962486"/>
            <a:ext cx="616777" cy="1512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51" name="直線コネクタ 850">
            <a:extLst>
              <a:ext uri="{FF2B5EF4-FFF2-40B4-BE49-F238E27FC236}">
                <ns2:creationId id="{BF75C508-B4A0-2518-DDBC-28F1F90B4C6C}"/>
              </a:ext>
            </a:extLst>
          </p:cNvPr>
          <p:cNvCxnSpPr/>
          <p:nvPr/>
        </p:nvCxnSpPr>
        <p:spPr>
          <a:xfrm>
            <a:off x="10619296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直線コネクタ 851">
            <a:extLst>
              <a:ext uri="{FF2B5EF4-FFF2-40B4-BE49-F238E27FC236}">
                <ns2:creationId id="{5B74125B-F4DC-87FB-FC07-02EDD596FD13}"/>
              </a:ext>
            </a:extLst>
          </p:cNvPr>
          <p:cNvCxnSpPr>
            <a:cxnSpLocks/>
          </p:cNvCxnSpPr>
          <p:nvPr/>
        </p:nvCxnSpPr>
        <p:spPr>
          <a:xfrm>
            <a:off x="2464487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3" name="正方形/長方形 852">
            <a:extLst>
              <a:ext uri="{FF2B5EF4-FFF2-40B4-BE49-F238E27FC236}">
                <ns2:creationId id="{1E8CE1CF-F242-C564-9B88-8663BED99FF6}"/>
              </a:ext>
            </a:extLst>
          </p:cNvPr>
          <p:cNvSpPr/>
          <p:nvPr/>
        </p:nvSpPr>
        <p:spPr>
          <a:xfrm>
            <a:off x="2467399" y="5415762"/>
            <a:ext cx="914355" cy="12427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60" name="直線コネクタ 859">
            <a:extLst>
              <a:ext uri="{FF2B5EF4-FFF2-40B4-BE49-F238E27FC236}">
                <ns2:creationId id="{3E4BFB8B-DD01-3096-C785-18C8C471C62E}"/>
              </a:ext>
            </a:extLst>
          </p:cNvPr>
          <p:cNvCxnSpPr>
            <a:cxnSpLocks/>
          </p:cNvCxnSpPr>
          <p:nvPr/>
        </p:nvCxnSpPr>
        <p:spPr>
          <a:xfrm>
            <a:off x="2929885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1" name="正方形/長方形 860">
            <a:extLst>
              <a:ext uri="{FF2B5EF4-FFF2-40B4-BE49-F238E27FC236}">
                <ns2:creationId id="{C1398415-9CC8-D8C9-53CB-5771AF5C8193}"/>
              </a:ext>
            </a:extLst>
          </p:cNvPr>
          <p:cNvSpPr/>
          <p:nvPr/>
        </p:nvSpPr>
        <p:spPr>
          <a:xfrm>
            <a:off x="2914646" y="5850397"/>
            <a:ext cx="4998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64" name="直線コネクタ 863">
            <a:extLst>
              <a:ext uri="{FF2B5EF4-FFF2-40B4-BE49-F238E27FC236}">
                <ns2:creationId id="{94E96B7D-1F31-780F-6A67-B0F264D309D9}"/>
              </a:ext>
            </a:extLst>
          </p:cNvPr>
          <p:cNvCxnSpPr/>
          <p:nvPr/>
        </p:nvCxnSpPr>
        <p:spPr>
          <a:xfrm>
            <a:off x="3773534" y="5102094"/>
            <a:ext cx="0" cy="1014344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6" name="正方形/長方形 865">
            <a:extLst>
              <a:ext uri="{FF2B5EF4-FFF2-40B4-BE49-F238E27FC236}">
                <ns2:creationId id="{5D68A5B4-4C34-0D44-25E1-A9244E243CB9}"/>
              </a:ext>
            </a:extLst>
          </p:cNvPr>
          <p:cNvSpPr/>
          <p:nvPr/>
        </p:nvSpPr>
        <p:spPr>
          <a:xfrm>
            <a:off x="4026439" y="6168519"/>
            <a:ext cx="914357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70" name="直線コネクタ 869">
            <a:extLst>
              <a:ext uri="{FF2B5EF4-FFF2-40B4-BE49-F238E27FC236}">
                <ns2:creationId id="{CCBDAE0C-4BBA-B4FC-50DA-A5BE15E04991}"/>
              </a:ext>
            </a:extLst>
          </p:cNvPr>
          <p:cNvCxnSpPr>
            <a:cxnSpLocks/>
          </p:cNvCxnSpPr>
          <p:nvPr/>
        </p:nvCxnSpPr>
        <p:spPr>
          <a:xfrm>
            <a:off x="4224207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正方形/長方形 870">
            <a:extLst>
              <a:ext uri="{FF2B5EF4-FFF2-40B4-BE49-F238E27FC236}">
                <ns2:creationId id="{E70FABCE-D40D-3B1A-C4FE-A7841F7F8585}"/>
              </a:ext>
            </a:extLst>
          </p:cNvPr>
          <p:cNvSpPr/>
          <p:nvPr/>
        </p:nvSpPr>
        <p:spPr>
          <a:xfrm>
            <a:off x="4229357" y="5415762"/>
            <a:ext cx="914354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76" name="直線コネクタ 875">
            <a:extLst>
              <a:ext uri="{FF2B5EF4-FFF2-40B4-BE49-F238E27FC236}">
                <ns2:creationId id="{CF2C045F-34AA-B4E6-0DD5-EE7A1550BE44}"/>
              </a:ext>
            </a:extLst>
          </p:cNvPr>
          <p:cNvCxnSpPr>
            <a:cxnSpLocks/>
          </p:cNvCxnSpPr>
          <p:nvPr/>
        </p:nvCxnSpPr>
        <p:spPr>
          <a:xfrm>
            <a:off x="4639806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7" name="正方形/長方形 876">
            <a:extLst>
              <a:ext uri="{FF2B5EF4-FFF2-40B4-BE49-F238E27FC236}">
                <ns2:creationId id="{FE1038AB-2606-DE10-B47D-C4F53D26BE0F}"/>
              </a:ext>
            </a:extLst>
          </p:cNvPr>
          <p:cNvSpPr/>
          <p:nvPr/>
        </p:nvSpPr>
        <p:spPr>
          <a:xfrm>
            <a:off x="4624567" y="5850397"/>
            <a:ext cx="50301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78" name="直線コネクタ 877">
            <a:extLst>
              <a:ext uri="{FF2B5EF4-FFF2-40B4-BE49-F238E27FC236}">
                <ns2:creationId id="{9526DCBF-FBE2-69B4-2C82-0B5D8C174E8B}"/>
              </a:ext>
            </a:extLst>
          </p:cNvPr>
          <p:cNvCxnSpPr>
            <a:cxnSpLocks/>
          </p:cNvCxnSpPr>
          <p:nvPr/>
        </p:nvCxnSpPr>
        <p:spPr>
          <a:xfrm>
            <a:off x="5884903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9" name="正方形/長方形 878">
            <a:extLst>
              <a:ext uri="{FF2B5EF4-FFF2-40B4-BE49-F238E27FC236}">
                <ns2:creationId id="{C6B19DEB-47EE-FCF3-D07A-21272EFC3FFA}"/>
              </a:ext>
            </a:extLst>
          </p:cNvPr>
          <p:cNvSpPr/>
          <p:nvPr/>
        </p:nvSpPr>
        <p:spPr>
          <a:xfrm>
            <a:off x="5887816" y="5415762"/>
            <a:ext cx="914354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2" name="直線コネクタ 881">
            <a:extLst>
              <a:ext uri="{FF2B5EF4-FFF2-40B4-BE49-F238E27FC236}">
                <ns2:creationId id="{428C914A-A868-1A45-FE68-46E227BBB481}"/>
              </a:ext>
            </a:extLst>
          </p:cNvPr>
          <p:cNvCxnSpPr>
            <a:cxnSpLocks/>
          </p:cNvCxnSpPr>
          <p:nvPr/>
        </p:nvCxnSpPr>
        <p:spPr>
          <a:xfrm>
            <a:off x="6365330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3" name="正方形/長方形 882">
            <a:extLst>
              <a:ext uri="{FF2B5EF4-FFF2-40B4-BE49-F238E27FC236}">
                <ns2:creationId id="{53DA786D-3F75-E11E-2EE3-A57FDF4EF384}"/>
              </a:ext>
            </a:extLst>
          </p:cNvPr>
          <p:cNvSpPr/>
          <p:nvPr/>
        </p:nvSpPr>
        <p:spPr>
          <a:xfrm>
            <a:off x="6350091" y="5850397"/>
            <a:ext cx="53684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4" name="直線コネクタ 883">
            <a:extLst>
              <a:ext uri="{FF2B5EF4-FFF2-40B4-BE49-F238E27FC236}">
                <ns2:creationId id="{5978C93D-4404-F652-9563-6850C861A76C}"/>
              </a:ext>
            </a:extLst>
          </p:cNvPr>
          <p:cNvCxnSpPr>
            <a:cxnSpLocks/>
          </p:cNvCxnSpPr>
          <p:nvPr/>
        </p:nvCxnSpPr>
        <p:spPr>
          <a:xfrm>
            <a:off x="7686855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5" name="正方形/長方形 884">
            <a:extLst>
              <a:ext uri="{FF2B5EF4-FFF2-40B4-BE49-F238E27FC236}">
                <ns2:creationId id="{8116BC03-A160-1BA9-5E71-D85FC5D10EA9}"/>
              </a:ext>
            </a:extLst>
          </p:cNvPr>
          <p:cNvSpPr/>
          <p:nvPr/>
        </p:nvSpPr>
        <p:spPr>
          <a:xfrm>
            <a:off x="7647277" y="5415762"/>
            <a:ext cx="109846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8" name="直線コネクタ 887">
            <a:extLst>
              <a:ext uri="{FF2B5EF4-FFF2-40B4-BE49-F238E27FC236}">
                <ns2:creationId id="{A76A5B1B-D961-A0A5-8C04-9F97B65EB6D7}"/>
              </a:ext>
            </a:extLst>
          </p:cNvPr>
          <p:cNvCxnSpPr>
            <a:cxnSpLocks/>
          </p:cNvCxnSpPr>
          <p:nvPr/>
        </p:nvCxnSpPr>
        <p:spPr>
          <a:xfrm>
            <a:off x="8067642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9" name="正方形/長方形 888">
            <a:extLst>
              <a:ext uri="{FF2B5EF4-FFF2-40B4-BE49-F238E27FC236}">
                <ns2:creationId id="{72764510-4922-BE9E-520A-356B5122DD46}"/>
              </a:ext>
            </a:extLst>
          </p:cNvPr>
          <p:cNvSpPr/>
          <p:nvPr/>
        </p:nvSpPr>
        <p:spPr>
          <a:xfrm>
            <a:off x="8052402" y="5850397"/>
            <a:ext cx="48971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90" name="直線コネクタ 889">
            <a:extLst>
              <a:ext uri="{FF2B5EF4-FFF2-40B4-BE49-F238E27FC236}">
                <ns2:creationId id="{7F8F5206-8D4F-A8EC-3DBB-8EBB8FA30421}"/>
              </a:ext>
            </a:extLst>
          </p:cNvPr>
          <p:cNvCxnSpPr>
            <a:cxnSpLocks/>
          </p:cNvCxnSpPr>
          <p:nvPr/>
        </p:nvCxnSpPr>
        <p:spPr>
          <a:xfrm>
            <a:off x="9353672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1" name="正方形/長方形 890">
            <a:extLst>
              <a:ext uri="{FF2B5EF4-FFF2-40B4-BE49-F238E27FC236}">
                <ns2:creationId id="{43DB53DB-4E6A-A983-FA7E-4476212BBC17}"/>
              </a:ext>
            </a:extLst>
          </p:cNvPr>
          <p:cNvSpPr/>
          <p:nvPr/>
        </p:nvSpPr>
        <p:spPr>
          <a:xfrm>
            <a:off x="9310284" y="5415762"/>
            <a:ext cx="109846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94" name="直線コネクタ 893">
            <a:extLst>
              <a:ext uri="{FF2B5EF4-FFF2-40B4-BE49-F238E27FC236}">
                <ns2:creationId id="{AD32DF86-C3E4-0A18-EEE0-800DB2A9EC12}"/>
              </a:ext>
            </a:extLst>
          </p:cNvPr>
          <p:cNvCxnSpPr>
            <a:cxnSpLocks/>
          </p:cNvCxnSpPr>
          <p:nvPr/>
        </p:nvCxnSpPr>
        <p:spPr>
          <a:xfrm>
            <a:off x="9787799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5" name="正方形/長方形 894">
            <a:extLst>
              <a:ext uri="{FF2B5EF4-FFF2-40B4-BE49-F238E27FC236}">
                <ns2:creationId id="{AF22A6E5-6667-9527-4A63-02D3BDF06D30}"/>
              </a:ext>
            </a:extLst>
          </p:cNvPr>
          <p:cNvSpPr/>
          <p:nvPr/>
        </p:nvSpPr>
        <p:spPr>
          <a:xfrm>
            <a:off x="9772559" y="5850397"/>
            <a:ext cx="54048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96" name="直線コネクタ 895">
            <a:extLst>
              <a:ext uri="{FF2B5EF4-FFF2-40B4-BE49-F238E27FC236}">
                <ns2:creationId id="{6B9F28B1-1932-CB02-0E61-A5A05B478CB7}"/>
              </a:ext>
            </a:extLst>
          </p:cNvPr>
          <p:cNvCxnSpPr>
            <a:cxnSpLocks/>
          </p:cNvCxnSpPr>
          <p:nvPr/>
        </p:nvCxnSpPr>
        <p:spPr>
          <a:xfrm>
            <a:off x="11076976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7" name="正方形/長方形 896">
            <a:extLst>
              <a:ext uri="{FF2B5EF4-FFF2-40B4-BE49-F238E27FC236}">
                <ns2:creationId id="{1E5E70A0-B65F-587F-3FA5-029770CAE40F}"/>
              </a:ext>
            </a:extLst>
          </p:cNvPr>
          <p:cNvSpPr/>
          <p:nvPr/>
        </p:nvSpPr>
        <p:spPr>
          <a:xfrm>
            <a:off x="11079889" y="5415762"/>
            <a:ext cx="914354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00" name="直線コネクタ 899">
            <a:extLst>
              <a:ext uri="{FF2B5EF4-FFF2-40B4-BE49-F238E27FC236}">
                <ns2:creationId id="{9C45569E-B2C6-F752-CF14-900CA608C4B8}"/>
              </a:ext>
            </a:extLst>
          </p:cNvPr>
          <p:cNvCxnSpPr>
            <a:cxnSpLocks/>
          </p:cNvCxnSpPr>
          <p:nvPr/>
        </p:nvCxnSpPr>
        <p:spPr>
          <a:xfrm>
            <a:off x="11491414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" name="正方形/長方形 900">
            <a:extLst>
              <a:ext uri="{FF2B5EF4-FFF2-40B4-BE49-F238E27FC236}">
                <ns2:creationId id="{8A4F6AF6-2BF4-E290-6F9A-74C016A0D0B0}"/>
              </a:ext>
            </a:extLst>
          </p:cNvPr>
          <p:cNvSpPr/>
          <p:nvPr/>
        </p:nvSpPr>
        <p:spPr>
          <a:xfrm>
            <a:off x="11476175" y="5850397"/>
            <a:ext cx="596220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02" name="直線コネクタ 901">
            <a:extLst>
              <a:ext uri="{FF2B5EF4-FFF2-40B4-BE49-F238E27FC236}">
                <ns2:creationId id="{442124BB-0013-8E80-8A56-2E48823ED8DD}"/>
              </a:ext>
            </a:extLst>
          </p:cNvPr>
          <p:cNvCxnSpPr/>
          <p:nvPr/>
        </p:nvCxnSpPr>
        <p:spPr>
          <a:xfrm>
            <a:off x="7202534" y="5102094"/>
            <a:ext cx="0" cy="1014344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グループ化 75">
            <a:extLst>
              <a:ext uri="{FF2B5EF4-FFF2-40B4-BE49-F238E27FC236}">
                <ns2:creationId id="{35BDEC57-1D96-3501-2090-3C7AF815703F}"/>
              </a:ext>
            </a:extLst>
          </p:cNvPr>
          <p:cNvGrpSpPr/>
          <p:nvPr/>
        </p:nvGrpSpPr>
        <p:grpSpPr>
          <a:xfrm>
            <a:off x="827970" y="4794579"/>
            <a:ext cx="1971147" cy="351425"/>
            <a:chOff x="658502" y="4845608"/>
            <a:chExt cx="1112810" cy="199990"/>
          </a:xfrm>
        </p:grpSpPr>
        <p:grpSp>
          <p:nvGrpSpPr>
            <p:cNvPr id="32" name="グループ化 31">
              <a:extLst>
                <a:ext uri="{FF2B5EF4-FFF2-40B4-BE49-F238E27FC236}">
                  <ns2:creationId id="{5BB531A2-9394-0FEC-64C5-FCA8DA120DD2}"/>
                </a:ext>
              </a:extLst>
            </p:cNvPr>
            <p:cNvGrpSpPr/>
            <p:nvPr/>
          </p:nvGrpSpPr>
          <p:grpSpPr>
            <a:xfrm>
              <a:off x="658502" y="4845608"/>
              <a:ext cx="582914" cy="199990"/>
              <a:chOff x="658502" y="4845608"/>
              <a:chExt cx="582914" cy="199990"/>
            </a:xfrm>
          </p:grpSpPr>
          <p:cxnSp>
            <p:nvCxnSpPr>
              <p:cNvPr id="7" name="直線コネクタ 6">
                <a:extLst>
                  <a:ext uri="{FF2B5EF4-FFF2-40B4-BE49-F238E27FC236}">
                    <ns2:creationId id="{1044C9AB-965F-F45B-B802-6B83F81F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正方形/長方形 9">
                <a:extLst>
                  <a:ext uri="{FF2B5EF4-FFF2-40B4-BE49-F238E27FC236}">
                    <ns2:creationId id="{E74187CB-956A-54BE-F27C-B9C6F3768A57}"/>
                  </a:ext>
                </a:extLst>
              </p:cNvPr>
              <p:cNvSpPr/>
              <p:nvPr/>
            </p:nvSpPr>
            <p:spPr>
              <a:xfrm>
                <a:off x="839745" y="4845608"/>
                <a:ext cx="4016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B696922E-D001-8ABB-8763-4FBA5FBCDFBE}"/>
                </a:ext>
              </a:extLst>
            </p:cNvPr>
            <p:cNvGrpSpPr/>
            <p:nvPr/>
          </p:nvGrpSpPr>
          <p:grpSpPr>
            <a:xfrm>
              <a:off x="1167772" y="4845608"/>
              <a:ext cx="603540" cy="199990"/>
              <a:chOff x="1305891" y="4845608"/>
              <a:chExt cx="603540" cy="199990"/>
            </a:xfrm>
          </p:grpSpPr>
          <p:cxnSp>
            <p:nvCxnSpPr>
              <p:cNvPr id="13" name="直線コネクタ 12">
                <a:extLst>
                  <a:ext uri="{FF2B5EF4-FFF2-40B4-BE49-F238E27FC236}">
                    <ns2:creationId id="{D56F3C3B-A748-50AC-8557-A822CCF0A0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05891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ns2:creationId id="{66802F83-0621-2605-A010-069396B04E7B}"/>
                  </a:ext>
                </a:extLst>
              </p:cNvPr>
              <p:cNvSpPr/>
              <p:nvPr/>
            </p:nvSpPr>
            <p:spPr>
              <a:xfrm>
                <a:off x="1576298" y="4845608"/>
                <a:ext cx="3331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grpSp>
        <p:nvGrpSpPr>
          <p:cNvPr id="72" name="グループ化 71">
            <a:extLst>
              <a:ext uri="{FF2B5EF4-FFF2-40B4-BE49-F238E27FC236}">
                <ns2:creationId id="{015328AB-73C4-D0F2-7C54-76E2CF9A04F2}"/>
              </a:ext>
            </a:extLst>
          </p:cNvPr>
          <p:cNvGrpSpPr/>
          <p:nvPr/>
        </p:nvGrpSpPr>
        <p:grpSpPr>
          <a:xfrm>
            <a:off x="761343" y="6400592"/>
            <a:ext cx="3822870" cy="154281"/>
            <a:chOff x="3121940" y="6482994"/>
            <a:chExt cx="2247488" cy="199994"/>
          </a:xfrm>
        </p:grpSpPr>
        <p:grpSp>
          <p:nvGrpSpPr>
            <p:cNvPr id="33" name="グループ化 32">
              <a:extLst>
                <a:ext uri="{FF2B5EF4-FFF2-40B4-BE49-F238E27FC236}">
                  <ns2:creationId id="{DDC66550-617B-1EB3-BF35-8847C57EC5C5}"/>
                </a:ext>
              </a:extLst>
            </p:cNvPr>
            <p:cNvGrpSpPr/>
            <p:nvPr/>
          </p:nvGrpSpPr>
          <p:grpSpPr>
            <a:xfrm>
              <a:off x="3121940" y="6482998"/>
              <a:ext cx="989314" cy="199990"/>
              <a:chOff x="658502" y="6101033"/>
              <a:chExt cx="989314" cy="199990"/>
            </a:xfrm>
          </p:grpSpPr>
          <p:cxnSp>
            <p:nvCxnSpPr>
              <p:cNvPr id="26" name="直線コネクタ 25">
                <a:extLst>
                  <a:ext uri="{FF2B5EF4-FFF2-40B4-BE49-F238E27FC236}">
                    <ns2:creationId id="{4B426A90-A4E7-36D5-1A33-321F447BF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正方形/長方形 26">
                <a:extLst>
                  <a:ext uri="{FF2B5EF4-FFF2-40B4-BE49-F238E27FC236}">
                    <ns2:creationId id="{1B86B5E7-B63C-A993-7758-0F47A6517177}"/>
                  </a:ext>
                </a:extLst>
              </p:cNvPr>
              <p:cNvSpPr/>
              <p:nvPr/>
            </p:nvSpPr>
            <p:spPr>
              <a:xfrm>
                <a:off x="839745" y="6101033"/>
                <a:ext cx="8080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ns2:creationId id="{66E8A83D-4B59-E976-86C5-8571092E9F11}"/>
                </a:ext>
              </a:extLst>
            </p:cNvPr>
            <p:cNvGrpSpPr/>
            <p:nvPr/>
          </p:nvGrpSpPr>
          <p:grpSpPr>
            <a:xfrm>
              <a:off x="4086704" y="6482994"/>
              <a:ext cx="1282724" cy="199990"/>
              <a:chOff x="1794720" y="6101029"/>
              <a:chExt cx="1282724" cy="199990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B8587AD7-71B8-E09F-1DBF-3F0B3A098F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4720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正方形/長方形 30">
                <a:extLst>
                  <a:ext uri="{FF2B5EF4-FFF2-40B4-BE49-F238E27FC236}">
                    <ns2:creationId id="{2511E06B-41FC-7DE6-E9BC-846B9D33D8B7}"/>
                  </a:ext>
                </a:extLst>
              </p:cNvPr>
              <p:cNvSpPr/>
              <p:nvPr/>
            </p:nvSpPr>
            <p:spPr>
              <a:xfrm>
                <a:off x="1956911" y="6101029"/>
                <a:ext cx="11205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grpSp>
        <p:nvGrpSpPr>
          <p:cNvPr id="83" name="グループ化 82">
            <a:extLst>
              <a:ext uri="{FF2B5EF4-FFF2-40B4-BE49-F238E27FC236}">
                <ns2:creationId id="{D4EAC0FE-9177-29CC-0BEE-7B5C34244772}"/>
              </a:ext>
            </a:extLst>
          </p:cNvPr>
          <p:cNvGrpSpPr/>
          <p:nvPr/>
        </p:nvGrpSpPr>
        <p:grpSpPr>
          <a:xfrm>
            <a:off x="2785529" y="103354"/>
            <a:ext cx="7788007" cy="349286"/>
            <a:chOff x="2785529" y="103354"/>
            <a:chExt cx="7788007" cy="349286"/>
          </a:xfrm>
        </p:grpSpPr>
        <p:grpSp>
          <p:nvGrpSpPr>
            <p:cNvPr id="6" name="グループ化 5">
              <a:extLst>
                <a:ext uri="{FF2B5EF4-FFF2-40B4-BE49-F238E27FC236}">
                  <ns2:creationId id="{3B2449B9-56D0-437E-3F9F-1561A92B4DE7}"/>
                </a:ext>
              </a:extLst>
            </p:cNvPr>
            <p:cNvGrpSpPr/>
            <p:nvPr/>
          </p:nvGrpSpPr>
          <p:grpSpPr>
            <a:xfrm>
              <a:off x="3547533" y="103354"/>
              <a:ext cx="7026003" cy="348060"/>
              <a:chOff x="-332902" y="954568"/>
              <a:chExt cx="4110955" cy="122356"/>
            </a:xfrm>
          </p:grpSpPr>
          <p:grpSp>
            <p:nvGrpSpPr>
              <p:cNvPr id="919" name="グループ化 918">
                <a:extLst>
                  <a:ext uri="{FF2B5EF4-FFF2-40B4-BE49-F238E27FC236}">
                    <ns2:creationId id="{C2B99416-5976-FA20-C916-28E7C19D2828}"/>
                  </a:ext>
                </a:extLst>
              </p:cNvPr>
              <p:cNvGrpSpPr/>
              <p:nvPr/>
            </p:nvGrpSpPr>
            <p:grpSpPr>
              <a:xfrm>
                <a:off x="-332902" y="955168"/>
                <a:ext cx="651276" cy="121157"/>
                <a:chOff x="-332902" y="955168"/>
                <a:chExt cx="651276" cy="121157"/>
              </a:xfrm>
            </p:grpSpPr>
            <p:sp>
              <p:nvSpPr>
                <p:cNvPr id="906" name="正方形/長方形 905">
                  <a:extLst>
                    <a:ext uri="{FF2B5EF4-FFF2-40B4-BE49-F238E27FC236}">
                      <ns2:creationId id="{25C137CF-8EDA-32B0-F1B7-8BDA5F110156}"/>
                    </a:ext>
                  </a:extLst>
                </p:cNvPr>
                <p:cNvSpPr/>
                <p:nvPr/>
              </p:nvSpPr>
              <p:spPr>
                <a:xfrm>
                  <a:off x="-332902" y="955168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907" name="正方形/長方形 906">
                  <a:extLst>
                    <a:ext uri="{FF2B5EF4-FFF2-40B4-BE49-F238E27FC236}">
                      <ns2:creationId id="{573C212A-ED76-0B39-3CF3-FBF5825D5C10}"/>
                    </a:ext>
                  </a:extLst>
                </p:cNvPr>
                <p:cNvSpPr/>
                <p:nvPr/>
              </p:nvSpPr>
              <p:spPr>
                <a:xfrm>
                  <a:off x="-202038" y="955168"/>
                  <a:ext cx="520412" cy="12115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918" name="グループ化 917">
                <a:extLst>
                  <a:ext uri="{FF2B5EF4-FFF2-40B4-BE49-F238E27FC236}">
                    <ns2:creationId id="{C7038B5D-F232-4995-CDF0-F95BA9AD7311}"/>
                  </a:ext>
                </a:extLst>
              </p:cNvPr>
              <p:cNvGrpSpPr/>
              <p:nvPr/>
            </p:nvGrpSpPr>
            <p:grpSpPr>
              <a:xfrm>
                <a:off x="280220" y="955168"/>
                <a:ext cx="469873" cy="121157"/>
                <a:chOff x="-358619" y="1099733"/>
                <a:chExt cx="469873" cy="121157"/>
              </a:xfrm>
            </p:grpSpPr>
            <p:sp>
              <p:nvSpPr>
                <p:cNvPr id="908" name="正方形/長方形 907">
                  <a:extLst>
                    <a:ext uri="{FF2B5EF4-FFF2-40B4-BE49-F238E27FC236}">
                      <ns2:creationId id="{65488374-3678-5008-C33A-5B16E00D266D}"/>
                    </a:ext>
                  </a:extLst>
                </p:cNvPr>
                <p:cNvSpPr/>
                <p:nvPr/>
              </p:nvSpPr>
              <p:spPr>
                <a:xfrm>
                  <a:off x="-358619" y="1099733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909" name="正方形/長方形 908">
                  <a:extLst>
                    <a:ext uri="{FF2B5EF4-FFF2-40B4-BE49-F238E27FC236}">
                      <ns2:creationId id="{D4EAF713-473B-D895-617B-3D3FB24207E6}"/>
                    </a:ext>
                  </a:extLst>
                </p:cNvPr>
                <p:cNvSpPr/>
                <p:nvPr/>
              </p:nvSpPr>
              <p:spPr>
                <a:xfrm>
                  <a:off x="-234530" y="1099733"/>
                  <a:ext cx="345784" cy="12115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917" name="グループ化 916">
                <a:extLst>
                  <a:ext uri="{FF2B5EF4-FFF2-40B4-BE49-F238E27FC236}">
                    <ns2:creationId id="{16BBD318-06F8-6394-DB0A-C08EE9CFE1D4}"/>
                  </a:ext>
                </a:extLst>
              </p:cNvPr>
              <p:cNvGrpSpPr/>
              <p:nvPr/>
            </p:nvGrpSpPr>
            <p:grpSpPr>
              <a:xfrm>
                <a:off x="708417" y="955168"/>
                <a:ext cx="458383" cy="121157"/>
                <a:chOff x="-394633" y="1243764"/>
                <a:chExt cx="458383" cy="121157"/>
              </a:xfrm>
            </p:grpSpPr>
            <p:sp>
              <p:nvSpPr>
                <p:cNvPr id="910" name="正方形/長方形 909">
                  <a:extLst>
                    <a:ext uri="{FF2B5EF4-FFF2-40B4-BE49-F238E27FC236}">
                      <ns2:creationId id="{29E5FDAA-6993-0A2B-174E-E8A5EFD170C9}"/>
                    </a:ext>
                  </a:extLst>
                </p:cNvPr>
                <p:cNvSpPr/>
                <p:nvPr/>
              </p:nvSpPr>
              <p:spPr>
                <a:xfrm>
                  <a:off x="-394633" y="1243764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911" name="正方形/長方形 910">
                  <a:extLst>
                    <a:ext uri="{FF2B5EF4-FFF2-40B4-BE49-F238E27FC236}">
                      <ns2:creationId id="{8F902314-1FFC-B9B2-294D-35C3F08361FF}"/>
                    </a:ext>
                  </a:extLst>
                </p:cNvPr>
                <p:cNvSpPr/>
                <p:nvPr/>
              </p:nvSpPr>
              <p:spPr>
                <a:xfrm>
                  <a:off x="-262140" y="1243764"/>
                  <a:ext cx="325890" cy="12115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920" name="グループ化 919">
                <a:extLst>
                  <a:ext uri="{FF2B5EF4-FFF2-40B4-BE49-F238E27FC236}">
                    <ns2:creationId id="{0B3BCA57-0D02-B790-FFD4-60529AD47180}"/>
                  </a:ext>
                </a:extLst>
              </p:cNvPr>
              <p:cNvGrpSpPr/>
              <p:nvPr/>
            </p:nvGrpSpPr>
            <p:grpSpPr>
              <a:xfrm>
                <a:off x="1152952" y="954568"/>
                <a:ext cx="1834976" cy="122356"/>
                <a:chOff x="205497" y="1099733"/>
                <a:chExt cx="1834976" cy="122356"/>
              </a:xfrm>
            </p:grpSpPr>
            <p:sp>
              <p:nvSpPr>
                <p:cNvPr id="915" name="正方形/長方形 914">
                  <a:extLst>
                    <a:ext uri="{FF2B5EF4-FFF2-40B4-BE49-F238E27FC236}">
                      <ns2:creationId id="{F20E46D7-33B2-E69E-8E1C-713E5AE62DF5}"/>
                    </a:ext>
                  </a:extLst>
                </p:cNvPr>
                <p:cNvSpPr/>
                <p:nvPr/>
              </p:nvSpPr>
              <p:spPr>
                <a:xfrm>
                  <a:off x="205497" y="1099733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916" name="正方形/長方形 915">
                  <a:extLst>
                    <a:ext uri="{FF2B5EF4-FFF2-40B4-BE49-F238E27FC236}">
                      <ns2:creationId id="{AD8CFCE9-3DF0-500A-9110-07A7F7041DE4}"/>
                    </a:ext>
                  </a:extLst>
                </p:cNvPr>
                <p:cNvSpPr/>
                <p:nvPr/>
              </p:nvSpPr>
              <p:spPr>
                <a:xfrm>
                  <a:off x="351389" y="1099733"/>
                  <a:ext cx="1689084" cy="12235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6</a:t>
                  </a:r>
                  <a:r>
                    <a:rPr kumimoji="1" lang="ja-JP" altLang="en-US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3" name="グループ化 2">
                <a:extLst>
                  <a:ext uri="{FF2B5EF4-FFF2-40B4-BE49-F238E27FC236}">
                    <ns2:creationId id="{555037D6-904B-56BC-AB19-1A7BD240C5AD}"/>
                  </a:ext>
                </a:extLst>
              </p:cNvPr>
              <p:cNvGrpSpPr/>
              <p:nvPr/>
            </p:nvGrpSpPr>
            <p:grpSpPr>
              <a:xfrm>
                <a:off x="2923189" y="954568"/>
                <a:ext cx="854864" cy="122356"/>
                <a:chOff x="642771" y="1099733"/>
                <a:chExt cx="854864" cy="122356"/>
              </a:xfrm>
            </p:grpSpPr>
            <p:sp>
              <p:nvSpPr>
                <p:cNvPr id="4" name="正方形/長方形 3">
                  <a:extLst>
                    <a:ext uri="{FF2B5EF4-FFF2-40B4-BE49-F238E27FC236}">
                      <ns2:creationId id="{6201DD8A-17D1-05D8-F44F-317551E49F60}"/>
                    </a:ext>
                  </a:extLst>
                </p:cNvPr>
                <p:cNvSpPr/>
                <p:nvPr/>
              </p:nvSpPr>
              <p:spPr>
                <a:xfrm>
                  <a:off x="642771" y="1099733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5" name="正方形/長方形 4">
                  <a:extLst>
                    <a:ext uri="{FF2B5EF4-FFF2-40B4-BE49-F238E27FC236}">
                      <ns2:creationId id="{C1D6BCCB-AE1F-9106-5A7B-2F004C1878C9}"/>
                    </a:ext>
                  </a:extLst>
                </p:cNvPr>
                <p:cNvSpPr/>
                <p:nvPr/>
              </p:nvSpPr>
              <p:spPr>
                <a:xfrm>
                  <a:off x="778377" y="1099733"/>
                  <a:ext cx="719258" cy="12235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</p:grpSp>
        <p:sp>
          <p:nvSpPr>
            <p:cNvPr id="75" name="正方形/長方形 74">
              <a:extLst>
                <a:ext uri="{FF2B5EF4-FFF2-40B4-BE49-F238E27FC236}">
                  <ns2:creationId id="{62A2E618-571E-0760-45AE-73C3BAAC7474}"/>
                </a:ext>
              </a:extLst>
            </p:cNvPr>
            <p:cNvSpPr/>
            <p:nvPr/>
          </p:nvSpPr>
          <p:spPr>
            <a:xfrm>
              <a:off x="2785529" y="107991"/>
              <a:ext cx="225706" cy="344649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C4C73BE6-6573-41DC-838A-7A05BD5B6449}"/>
                </a:ext>
              </a:extLst>
            </p:cNvPr>
            <p:cNvSpPr/>
            <p:nvPr/>
          </p:nvSpPr>
          <p:spPr>
            <a:xfrm>
              <a:off x="3009189" y="107991"/>
              <a:ext cx="560486" cy="3446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grpSp>
        <p:nvGrpSpPr>
          <p:cNvPr id="991" name="グループ化 990">
            <a:extLst>
              <a:ext uri="{FF2B5EF4-FFF2-40B4-BE49-F238E27FC236}">
                <ns2:creationId id="{7CD32A5D-0461-66A0-8D47-DDCBED3607D9}"/>
              </a:ext>
            </a:extLst>
          </p:cNvPr>
          <p:cNvGrpSpPr/>
          <p:nvPr/>
        </p:nvGrpSpPr>
        <p:grpSpPr>
          <a:xfrm>
            <a:off x="2115353" y="2749820"/>
            <a:ext cx="252000" cy="1048436"/>
            <a:chOff x="2115353" y="2749820"/>
            <a:chExt cx="252000" cy="1048436"/>
          </a:xfrm>
        </p:grpSpPr>
        <p:sp>
          <p:nvSpPr>
            <p:cNvPr id="575" name="正方形/長方形 574">
              <a:extLst>
                <a:ext uri="{FF2B5EF4-FFF2-40B4-BE49-F238E27FC236}">
                  <ns2:creationId id="{2C3154C3-AA41-7109-1488-65B8EB997F9F}"/>
                </a:ext>
              </a:extLst>
            </p:cNvPr>
            <p:cNvSpPr/>
            <p:nvPr/>
          </p:nvSpPr>
          <p:spPr>
            <a:xfrm>
              <a:off x="2115353" y="2960908"/>
              <a:ext cx="252000" cy="21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76" name="正方形/長方形 575">
              <a:extLst>
                <a:ext uri="{FF2B5EF4-FFF2-40B4-BE49-F238E27FC236}">
                  <ns2:creationId id="{D4935055-8D36-B047-1F89-971ABBB9DF0E}"/>
                </a:ext>
              </a:extLst>
            </p:cNvPr>
            <p:cNvSpPr/>
            <p:nvPr/>
          </p:nvSpPr>
          <p:spPr>
            <a:xfrm>
              <a:off x="2115353" y="3402256"/>
              <a:ext cx="252000" cy="39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7DE3DA9A-AD07-A1FE-D17E-A76E2C9D5EBE}"/>
                </a:ext>
              </a:extLst>
            </p:cNvPr>
            <p:cNvSpPr/>
            <p:nvPr/>
          </p:nvSpPr>
          <p:spPr>
            <a:xfrm>
              <a:off x="2115353" y="3194944"/>
              <a:ext cx="2520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6D216EE0-4A23-704D-CCD8-6304C8356E89}"/>
                </a:ext>
              </a:extLst>
            </p:cNvPr>
            <p:cNvSpPr/>
            <p:nvPr/>
          </p:nvSpPr>
          <p:spPr>
            <a:xfrm>
              <a:off x="2115353" y="2749820"/>
              <a:ext cx="2520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208" name="正方形/長方形 207">
            <a:extLst>
              <a:ext uri="{FF2B5EF4-FFF2-40B4-BE49-F238E27FC236}">
                <ns2:creationId id="{0061E518-AEC1-6C24-9755-C73F0E6CC8CA}"/>
              </a:ext>
            </a:extLst>
          </p:cNvPr>
          <p:cNvSpPr/>
          <p:nvPr/>
        </p:nvSpPr>
        <p:spPr>
          <a:xfrm>
            <a:off x="3137110" y="2776347"/>
            <a:ext cx="963072" cy="13364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230" name="グループ化 229">
            <a:extLst>
              <a:ext uri="{FF2B5EF4-FFF2-40B4-BE49-F238E27FC236}">
                <ns2:creationId id="{70BAB0E5-57FB-865C-F6FF-551E9076937A}"/>
              </a:ext>
            </a:extLst>
          </p:cNvPr>
          <p:cNvGrpSpPr/>
          <p:nvPr/>
        </p:nvGrpSpPr>
        <p:grpSpPr>
          <a:xfrm>
            <a:off x="2411345" y="2789657"/>
            <a:ext cx="739626" cy="108000"/>
            <a:chOff x="2411345" y="2789657"/>
            <a:chExt cx="739626" cy="108000"/>
          </a:xfrm>
        </p:grpSpPr>
        <p:sp>
          <p:nvSpPr>
            <p:cNvPr id="100" name="円: 塗りつぶしなし 99">
              <a:extLst>
                <a:ext uri="{FF2B5EF4-FFF2-40B4-BE49-F238E27FC236}">
                  <ns2:creationId id="{4602A7A8-2D30-82D2-E93A-E9E3AD849D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11345" y="2789657"/>
              <a:ext cx="108000" cy="108000"/>
            </a:xfrm>
            <a:prstGeom prst="donut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00" name="楕円 199">
              <a:extLst>
                <a:ext uri="{FF2B5EF4-FFF2-40B4-BE49-F238E27FC236}">
                  <ns2:creationId id="{E9B8C130-B03E-81AE-66BF-518271CBE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42971" y="2789657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216" name="直線矢印コネクタ 215">
              <a:extLst>
                <a:ext uri="{FF2B5EF4-FFF2-40B4-BE49-F238E27FC236}">
                  <ns2:creationId id="{A659D29D-EABB-0153-62E9-A0F0BB8DAC94}"/>
                </a:ext>
              </a:extLst>
            </p:cNvPr>
            <p:cNvCxnSpPr>
              <a:cxnSpLocks/>
            </p:cNvCxnSpPr>
            <p:nvPr/>
          </p:nvCxnSpPr>
          <p:spPr>
            <a:xfrm>
              <a:off x="2519345" y="2843657"/>
              <a:ext cx="523626" cy="0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9" name="グループ化 228">
            <a:extLst>
              <a:ext uri="{FF2B5EF4-FFF2-40B4-BE49-F238E27FC236}">
                <ns2:creationId id="{9F090B57-E623-B9F7-95D8-8B06D6D6ADFD}"/>
              </a:ext>
            </a:extLst>
          </p:cNvPr>
          <p:cNvGrpSpPr/>
          <p:nvPr/>
        </p:nvGrpSpPr>
        <p:grpSpPr>
          <a:xfrm>
            <a:off x="2411345" y="3104862"/>
            <a:ext cx="739626" cy="108000"/>
            <a:chOff x="2436191" y="3104862"/>
            <a:chExt cx="739626" cy="108000"/>
          </a:xfrm>
        </p:grpSpPr>
        <p:sp>
          <p:nvSpPr>
            <p:cNvPr id="218" name="円: 塗りつぶしなし 217">
              <a:extLst>
                <a:ext uri="{FF2B5EF4-FFF2-40B4-BE49-F238E27FC236}">
                  <ns2:creationId id="{75CDD2FE-497A-4A11-4EA4-DEDE2E06A0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36191" y="3104862"/>
              <a:ext cx="108000" cy="108000"/>
            </a:xfrm>
            <a:prstGeom prst="donut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19" name="楕円 218">
              <a:extLst>
                <a:ext uri="{FF2B5EF4-FFF2-40B4-BE49-F238E27FC236}">
                  <ns2:creationId id="{6BAC87DD-3137-883D-9D02-E7334665EF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7817" y="3104862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220" name="直線矢印コネクタ 219">
              <a:extLst>
                <a:ext uri="{FF2B5EF4-FFF2-40B4-BE49-F238E27FC236}">
                  <ns2:creationId id="{01B3694F-F8E1-8E55-7381-47CDD5C45D8E}"/>
                </a:ext>
              </a:extLst>
            </p:cNvPr>
            <p:cNvCxnSpPr>
              <a:cxnSpLocks/>
            </p:cNvCxnSpPr>
            <p:nvPr/>
          </p:nvCxnSpPr>
          <p:spPr>
            <a:xfrm>
              <a:off x="2544191" y="3158862"/>
              <a:ext cx="523626" cy="0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4" name="グループ化 223">
            <a:extLst>
              <a:ext uri="{FF2B5EF4-FFF2-40B4-BE49-F238E27FC236}">
                <ns2:creationId id="{EFE1584B-4DD1-FA9C-06B7-2BB0A1726FA4}"/>
              </a:ext>
            </a:extLst>
          </p:cNvPr>
          <p:cNvGrpSpPr/>
          <p:nvPr/>
        </p:nvGrpSpPr>
        <p:grpSpPr>
          <a:xfrm>
            <a:off x="2411345" y="3535946"/>
            <a:ext cx="739626" cy="108000"/>
            <a:chOff x="2453722" y="3535946"/>
            <a:chExt cx="739626" cy="108000"/>
          </a:xfrm>
        </p:grpSpPr>
        <p:sp>
          <p:nvSpPr>
            <p:cNvPr id="221" name="円: 塗りつぶしなし 220">
              <a:extLst>
                <a:ext uri="{FF2B5EF4-FFF2-40B4-BE49-F238E27FC236}">
                  <ns2:creationId id="{4B5D30C6-8119-7105-E54C-BA7C350525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53722" y="3535946"/>
              <a:ext cx="108000" cy="108000"/>
            </a:xfrm>
            <a:prstGeom prst="donut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22" name="楕円 221">
              <a:extLst>
                <a:ext uri="{FF2B5EF4-FFF2-40B4-BE49-F238E27FC236}">
                  <ns2:creationId id="{59E5602E-DDE4-8DEB-D705-302ED2F2D8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85348" y="3535946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223" name="直線矢印コネクタ 222">
              <a:extLst>
                <a:ext uri="{FF2B5EF4-FFF2-40B4-BE49-F238E27FC236}">
                  <ns2:creationId id="{1EAE4C1A-B045-B035-D83B-1DAAE42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2561722" y="3589946"/>
              <a:ext cx="523626" cy="0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2" name="グループ化 771">
            <a:extLst>
              <a:ext uri="{FF2B5EF4-FFF2-40B4-BE49-F238E27FC236}">
                <ns2:creationId id="{7C9AA26E-82AE-D8D0-0340-042A4735744E}"/>
              </a:ext>
            </a:extLst>
          </p:cNvPr>
          <p:cNvGrpSpPr/>
          <p:nvPr/>
        </p:nvGrpSpPr>
        <p:grpSpPr>
          <a:xfrm>
            <a:off x="2060334" y="4022744"/>
            <a:ext cx="1998533" cy="855639"/>
            <a:chOff x="2060334" y="4022744"/>
            <a:chExt cx="1998533" cy="855639"/>
          </a:xfrm>
        </p:grpSpPr>
        <p:grpSp>
          <p:nvGrpSpPr>
            <p:cNvPr id="644" name="グループ化 643">
              <a:extLst>
                <a:ext uri="{FF2B5EF4-FFF2-40B4-BE49-F238E27FC236}">
                  <ns2:creationId id="{603BA473-B79F-479C-82B7-F8E8912111DF}"/>
                </a:ext>
              </a:extLst>
            </p:cNvPr>
            <p:cNvGrpSpPr/>
            <p:nvPr/>
          </p:nvGrpSpPr>
          <p:grpSpPr>
            <a:xfrm>
              <a:off x="2088905" y="4022744"/>
              <a:ext cx="199793" cy="411583"/>
              <a:chOff x="1666874" y="4022744"/>
              <a:chExt cx="199793" cy="411583"/>
            </a:xfrm>
          </p:grpSpPr>
          <p:sp>
            <p:nvSpPr>
              <p:cNvPr id="631" name="正方形/長方形 630">
                <a:extLst>
                  <a:ext uri="{FF2B5EF4-FFF2-40B4-BE49-F238E27FC236}">
                    <ns2:creationId id="{3EE5B232-F8EF-75F6-D2E2-588EE2EB213B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1" name="正方形/長方形 640">
                <a:extLst>
                  <a:ext uri="{FF2B5EF4-FFF2-40B4-BE49-F238E27FC236}">
                    <ns2:creationId id="{9DFD7A60-2D76-81A6-9207-8C7A7A31A338}"/>
                  </a:ext>
                </a:extLst>
              </p:cNvPr>
              <p:cNvSpPr/>
              <p:nvPr/>
            </p:nvSpPr>
            <p:spPr>
              <a:xfrm>
                <a:off x="1666874" y="4237496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43" name="直線コネクタ 642">
              <a:extLst>
                <a:ext uri="{FF2B5EF4-FFF2-40B4-BE49-F238E27FC236}">
                  <ns2:creationId id="{6A30420F-FB6F-B5C2-7F55-4BAA184A54BA}"/>
                </a:ext>
              </a:extLst>
            </p:cNvPr>
            <p:cNvCxnSpPr/>
            <p:nvPr/>
          </p:nvCxnSpPr>
          <p:spPr>
            <a:xfrm>
              <a:off x="206033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正方形/長方形 646">
              <a:extLst>
                <a:ext uri="{FF2B5EF4-FFF2-40B4-BE49-F238E27FC236}">
                  <ns2:creationId id="{FD229086-7DCA-0577-1015-23798E41608E}"/>
                </a:ext>
              </a:extLst>
            </p:cNvPr>
            <p:cNvSpPr/>
            <p:nvPr/>
          </p:nvSpPr>
          <p:spPr>
            <a:xfrm>
              <a:off x="208890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648" name="直線コネクタ 647">
              <a:extLst>
                <a:ext uri="{FF2B5EF4-FFF2-40B4-BE49-F238E27FC236}">
                  <ns2:creationId id="{C732E035-098B-2EE0-C68D-4145077A70CA}"/>
                </a:ext>
              </a:extLst>
            </p:cNvPr>
            <p:cNvCxnSpPr/>
            <p:nvPr/>
          </p:nvCxnSpPr>
          <p:spPr>
            <a:xfrm>
              <a:off x="206033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0" name="グループ化 669">
              <a:extLst>
                <a:ext uri="{FF2B5EF4-FFF2-40B4-BE49-F238E27FC236}">
                  <ns2:creationId id="{6CD12A5B-87BC-AAEC-4D71-50357A027978}"/>
                </a:ext>
              </a:extLst>
            </p:cNvPr>
            <p:cNvGrpSpPr/>
            <p:nvPr/>
          </p:nvGrpSpPr>
          <p:grpSpPr>
            <a:xfrm>
              <a:off x="3859074" y="4022744"/>
              <a:ext cx="199793" cy="411583"/>
              <a:chOff x="1666874" y="4022744"/>
              <a:chExt cx="199793" cy="411583"/>
            </a:xfrm>
          </p:grpSpPr>
          <p:sp>
            <p:nvSpPr>
              <p:cNvPr id="671" name="正方形/長方形 670">
                <a:extLst>
                  <a:ext uri="{FF2B5EF4-FFF2-40B4-BE49-F238E27FC236}">
                    <ns2:creationId id="{8C9463F8-9F52-807F-1CDE-7068326A2C8B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72" name="正方形/長方形 671">
                <a:extLst>
                  <a:ext uri="{FF2B5EF4-FFF2-40B4-BE49-F238E27FC236}">
                    <ns2:creationId id="{DC1D479D-FF9B-8968-AEB6-FAFF4F0865A9}"/>
                  </a:ext>
                </a:extLst>
              </p:cNvPr>
              <p:cNvSpPr/>
              <p:nvPr/>
            </p:nvSpPr>
            <p:spPr>
              <a:xfrm>
                <a:off x="1666874" y="4237496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73" name="直線コネクタ 672">
              <a:extLst>
                <a:ext uri="{FF2B5EF4-FFF2-40B4-BE49-F238E27FC236}">
                  <ns2:creationId id="{9643C948-0AFF-17B9-3FA6-674A4F4B731F}"/>
                </a:ext>
              </a:extLst>
            </p:cNvPr>
            <p:cNvCxnSpPr/>
            <p:nvPr/>
          </p:nvCxnSpPr>
          <p:spPr>
            <a:xfrm>
              <a:off x="3830503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5" name="正方形/長方形 674">
              <a:extLst>
                <a:ext uri="{FF2B5EF4-FFF2-40B4-BE49-F238E27FC236}">
                  <ns2:creationId id="{1630C1BD-AD7D-F972-E7DC-FBF1E2B98B34}"/>
                </a:ext>
              </a:extLst>
            </p:cNvPr>
            <p:cNvSpPr/>
            <p:nvPr/>
          </p:nvSpPr>
          <p:spPr>
            <a:xfrm>
              <a:off x="3859074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676" name="直線コネクタ 675">
              <a:extLst>
                <a:ext uri="{FF2B5EF4-FFF2-40B4-BE49-F238E27FC236}">
                  <ns2:creationId id="{62816526-5F7F-98C3-B913-83F31069EC37}"/>
                </a:ext>
              </a:extLst>
            </p:cNvPr>
            <p:cNvCxnSpPr/>
            <p:nvPr/>
          </p:nvCxnSpPr>
          <p:spPr>
            <a:xfrm>
              <a:off x="3830503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54" name="グループ化 553">
              <a:extLst>
                <a:ext uri="{FF2B5EF4-FFF2-40B4-BE49-F238E27FC236}">
                  <ns2:creationId id="{2233FBDD-480C-48E1-3E1D-388ADBD6B3E2}"/>
                </a:ext>
              </a:extLst>
            </p:cNvPr>
            <p:cNvGrpSpPr/>
            <p:nvPr/>
          </p:nvGrpSpPr>
          <p:grpSpPr>
            <a:xfrm>
              <a:off x="2312341" y="4126904"/>
              <a:ext cx="1312616" cy="396297"/>
              <a:chOff x="2312341" y="4126904"/>
              <a:chExt cx="1312616" cy="396297"/>
            </a:xfrm>
          </p:grpSpPr>
          <p:cxnSp>
            <p:nvCxnSpPr>
              <p:cNvPr id="340" name="直線矢印コネクタ 339">
                <a:extLst>
                  <a:ext uri="{FF2B5EF4-FFF2-40B4-BE49-F238E27FC236}">
                    <ns2:creationId id="{0001DB55-5F38-0ED9-C4E9-C15FF1BF8E97}"/>
                  </a:ext>
                </a:extLst>
              </p:cNvPr>
              <p:cNvCxnSpPr>
                <a:cxnSpLocks/>
                <a:stCxn id="646" idx="3"/>
              </p:cNvCxnSpPr>
              <p:nvPr/>
            </p:nvCxnSpPr>
            <p:spPr>
              <a:xfrm>
                <a:off x="2420341" y="4233248"/>
                <a:ext cx="981539" cy="1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prstDash val="dashDot"/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5" name="正方形/長方形 644">
                <a:extLst>
                  <a:ext uri="{FF2B5EF4-FFF2-40B4-BE49-F238E27FC236}">
                    <ns2:creationId id="{9F386880-3911-7B3D-81D1-7C083F614D4B}"/>
                  </a:ext>
                </a:extLst>
              </p:cNvPr>
              <p:cNvSpPr/>
              <p:nvPr/>
            </p:nvSpPr>
            <p:spPr>
              <a:xfrm>
                <a:off x="2412068" y="4368924"/>
                <a:ext cx="522443" cy="1542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6" name="フローチャート: 判断 645">
                <a:extLst>
                  <a:ext uri="{FF2B5EF4-FFF2-40B4-BE49-F238E27FC236}">
                    <ns2:creationId id="{86D01600-6A8C-3CBF-FC6E-DCA2F114D9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12341" y="4179248"/>
                <a:ext cx="108000" cy="108000"/>
              </a:xfrm>
              <a:prstGeom prst="flowChartDecision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324" name="グループ化 323">
                <a:extLst>
                  <a:ext uri="{FF2B5EF4-FFF2-40B4-BE49-F238E27FC236}">
                    <ns2:creationId id="{9B7696C9-71D6-014B-B142-6306B771B642}"/>
                  </a:ext>
                </a:extLst>
              </p:cNvPr>
              <p:cNvGrpSpPr/>
              <p:nvPr/>
            </p:nvGrpSpPr>
            <p:grpSpPr>
              <a:xfrm>
                <a:off x="3001701" y="4126904"/>
                <a:ext cx="216537" cy="199990"/>
                <a:chOff x="3001701" y="4126904"/>
                <a:chExt cx="216537" cy="199990"/>
              </a:xfrm>
            </p:grpSpPr>
            <p:sp>
              <p:nvSpPr>
                <p:cNvPr id="668" name="正方形/長方形 667">
                  <a:extLst>
                    <a:ext uri="{FF2B5EF4-FFF2-40B4-BE49-F238E27FC236}">
                      <ns2:creationId id="{1C2DEBBC-8E73-3A26-C8F3-5F3F0096F9E5}"/>
                    </a:ext>
                  </a:extLst>
                </p:cNvPr>
                <p:cNvSpPr/>
                <p:nvPr/>
              </p:nvSpPr>
              <p:spPr>
                <a:xfrm>
                  <a:off x="3001701" y="412690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666" name="楕円 665">
                  <a:extLst>
                    <a:ext uri="{FF2B5EF4-FFF2-40B4-BE49-F238E27FC236}">
                      <ns2:creationId id="{A913032E-FCC2-E029-D09F-9F51A4E2133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47178" y="4179249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336" name="グループ化 335">
                <a:extLst>
                  <a:ext uri="{FF2B5EF4-FFF2-40B4-BE49-F238E27FC236}">
                    <ns2:creationId id="{CE949395-DBBD-7939-0D16-F4C172AE853A}"/>
                  </a:ext>
                </a:extLst>
              </p:cNvPr>
              <p:cNvGrpSpPr/>
              <p:nvPr/>
            </p:nvGrpSpPr>
            <p:grpSpPr>
              <a:xfrm>
                <a:off x="3408420" y="4126904"/>
                <a:ext cx="216537" cy="199990"/>
                <a:chOff x="3408420" y="4129834"/>
                <a:chExt cx="216537" cy="199990"/>
              </a:xfrm>
            </p:grpSpPr>
            <p:sp>
              <p:nvSpPr>
                <p:cNvPr id="329" name="正方形/長方形 328">
                  <a:extLst>
                    <a:ext uri="{FF2B5EF4-FFF2-40B4-BE49-F238E27FC236}">
                      <ns2:creationId id="{8409E7CC-4219-128F-0411-91580088EDBD}"/>
                    </a:ext>
                  </a:extLst>
                </p:cNvPr>
                <p:cNvSpPr/>
                <p:nvPr/>
              </p:nvSpPr>
              <p:spPr>
                <a:xfrm>
                  <a:off x="3408420" y="412983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34" name="楕円 333">
                  <a:extLst>
                    <a:ext uri="{FF2B5EF4-FFF2-40B4-BE49-F238E27FC236}">
                      <ns2:creationId id="{98B7F0C1-995A-0845-33CD-7822680C4F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56868" y="4183012"/>
                  <a:ext cx="100474" cy="100474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</p:grpSp>
        <p:grpSp>
          <p:nvGrpSpPr>
            <p:cNvPr id="578" name="グループ化 577">
              <a:extLst>
                <a:ext uri="{FF2B5EF4-FFF2-40B4-BE49-F238E27FC236}">
                  <ns2:creationId id="{D637CB29-8D6B-AC65-9785-8F2BBD7FD922}"/>
                </a:ext>
              </a:extLst>
            </p:cNvPr>
            <p:cNvGrpSpPr/>
            <p:nvPr/>
          </p:nvGrpSpPr>
          <p:grpSpPr>
            <a:xfrm>
              <a:off x="2312341" y="4567884"/>
              <a:ext cx="1312616" cy="199990"/>
              <a:chOff x="2312341" y="4126904"/>
              <a:chExt cx="1312616" cy="199990"/>
            </a:xfrm>
          </p:grpSpPr>
          <p:cxnSp>
            <p:nvCxnSpPr>
              <p:cNvPr id="580" name="直線矢印コネクタ 579">
                <a:extLst>
                  <a:ext uri="{FF2B5EF4-FFF2-40B4-BE49-F238E27FC236}">
                    <ns2:creationId id="{0400786B-7FD2-DC77-6CEA-9F4559580588}"/>
                  </a:ext>
                </a:extLst>
              </p:cNvPr>
              <p:cNvCxnSpPr>
                <a:cxnSpLocks/>
                <a:stCxn id="592" idx="3"/>
              </p:cNvCxnSpPr>
              <p:nvPr/>
            </p:nvCxnSpPr>
            <p:spPr>
              <a:xfrm>
                <a:off x="2420341" y="4233248"/>
                <a:ext cx="981539" cy="1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prstDash val="dashDot"/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2" name="フローチャート: 判断 591">
                <a:extLst>
                  <a:ext uri="{FF2B5EF4-FFF2-40B4-BE49-F238E27FC236}">
                    <ns2:creationId id="{2AF15A6D-4DF5-968C-DB5F-D2451C18FCC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12341" y="4179248"/>
                <a:ext cx="108000" cy="108000"/>
              </a:xfrm>
              <a:prstGeom prst="flowChartDecision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593" name="グループ化 592">
                <a:extLst>
                  <a:ext uri="{FF2B5EF4-FFF2-40B4-BE49-F238E27FC236}">
                    <ns2:creationId id="{57C25CCC-9855-F546-C4E2-B94FF4210822}"/>
                  </a:ext>
                </a:extLst>
              </p:cNvPr>
              <p:cNvGrpSpPr/>
              <p:nvPr/>
            </p:nvGrpSpPr>
            <p:grpSpPr>
              <a:xfrm>
                <a:off x="3001701" y="4126904"/>
                <a:ext cx="216537" cy="199990"/>
                <a:chOff x="3001701" y="4126904"/>
                <a:chExt cx="216537" cy="199990"/>
              </a:xfrm>
            </p:grpSpPr>
            <p:sp>
              <p:nvSpPr>
                <p:cNvPr id="600" name="正方形/長方形 599">
                  <a:extLst>
                    <a:ext uri="{FF2B5EF4-FFF2-40B4-BE49-F238E27FC236}">
                      <ns2:creationId id="{36172F0F-4ADD-E7DD-CF2E-AC333BCC0E42}"/>
                    </a:ext>
                  </a:extLst>
                </p:cNvPr>
                <p:cNvSpPr/>
                <p:nvPr/>
              </p:nvSpPr>
              <p:spPr>
                <a:xfrm>
                  <a:off x="3001701" y="412690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603" name="楕円 602">
                  <a:extLst>
                    <a:ext uri="{FF2B5EF4-FFF2-40B4-BE49-F238E27FC236}">
                      <ns2:creationId id="{36A7E7DF-4DA0-6463-5EB8-C1362C9B806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47178" y="4179249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595" name="グループ化 594">
                <a:extLst>
                  <a:ext uri="{FF2B5EF4-FFF2-40B4-BE49-F238E27FC236}">
                    <ns2:creationId id="{BC5578F8-0BAF-A263-FFFC-6174F0A75471}"/>
                  </a:ext>
                </a:extLst>
              </p:cNvPr>
              <p:cNvGrpSpPr/>
              <p:nvPr/>
            </p:nvGrpSpPr>
            <p:grpSpPr>
              <a:xfrm>
                <a:off x="3408420" y="4126904"/>
                <a:ext cx="216537" cy="199990"/>
                <a:chOff x="3408420" y="4129834"/>
                <a:chExt cx="216537" cy="199990"/>
              </a:xfrm>
            </p:grpSpPr>
            <p:sp>
              <p:nvSpPr>
                <p:cNvPr id="597" name="正方形/長方形 596">
                  <a:extLst>
                    <a:ext uri="{FF2B5EF4-FFF2-40B4-BE49-F238E27FC236}">
                      <ns2:creationId id="{36421300-EF91-DB0E-E8ED-D9E7C93D36FE}"/>
                    </a:ext>
                  </a:extLst>
                </p:cNvPr>
                <p:cNvSpPr/>
                <p:nvPr/>
              </p:nvSpPr>
              <p:spPr>
                <a:xfrm>
                  <a:off x="3408420" y="412983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599" name="楕円 598">
                  <a:extLst>
                    <a:ext uri="{FF2B5EF4-FFF2-40B4-BE49-F238E27FC236}">
                      <ns2:creationId id="{4C7780F3-BD84-DDCB-F5F4-ACA13FC0A15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56868" y="4183012"/>
                  <a:ext cx="100474" cy="100474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</p:grpSp>
      </p:grpSp>
      <p:sp>
        <p:nvSpPr>
          <p:cNvPr id="674" name="フローチャート: 判断 673">
            <a:extLst>
              <a:ext uri="{FF2B5EF4-FFF2-40B4-BE49-F238E27FC236}">
                <ns2:creationId id="{710739FF-B166-73A4-B63B-DD202C5D5B4A}"/>
              </a:ext>
            </a:extLst>
          </p:cNvPr>
          <p:cNvSpPr>
            <a:spLocks noChangeAspect="1"/>
          </p:cNvSpPr>
          <p:nvPr/>
        </p:nvSpPr>
        <p:spPr>
          <a:xfrm>
            <a:off x="4082510" y="4174985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79" name="正方形/長方形 678">
            <a:extLst>
              <a:ext uri="{FF2B5EF4-FFF2-40B4-BE49-F238E27FC236}">
                <ns2:creationId id="{CE2226AC-E632-F189-A8FE-B44CC45330CB}"/>
              </a:ext>
            </a:extLst>
          </p:cNvPr>
          <p:cNvSpPr/>
          <p:nvPr/>
        </p:nvSpPr>
        <p:spPr>
          <a:xfrm>
            <a:off x="4667558" y="4022744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80" name="正方形/長方形 679">
            <a:extLst>
              <a:ext uri="{FF2B5EF4-FFF2-40B4-BE49-F238E27FC236}">
                <ns2:creationId id="{239BF05E-33C5-8452-7B8C-BD4C4FA202EC}"/>
              </a:ext>
            </a:extLst>
          </p:cNvPr>
          <p:cNvSpPr/>
          <p:nvPr/>
        </p:nvSpPr>
        <p:spPr>
          <a:xfrm>
            <a:off x="4667558" y="4237496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83" name="正方形/長方形 682">
            <a:extLst>
              <a:ext uri="{FF2B5EF4-FFF2-40B4-BE49-F238E27FC236}">
                <ns2:creationId id="{10FEAC4D-B064-1A4D-B76D-7A8180930BAD}"/>
              </a:ext>
            </a:extLst>
          </p:cNvPr>
          <p:cNvSpPr/>
          <p:nvPr/>
        </p:nvSpPr>
        <p:spPr>
          <a:xfrm>
            <a:off x="4667558" y="4457373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74" name="直線コネクタ 773">
            <a:extLst>
              <a:ext uri="{FF2B5EF4-FFF2-40B4-BE49-F238E27FC236}">
                <ns2:creationId id="{C7BD1ED2-DA3D-3658-D89A-F90A408243B4}"/>
              </a:ext>
            </a:extLst>
          </p:cNvPr>
          <p:cNvCxnSpPr>
            <a:cxnSpLocks/>
          </p:cNvCxnSpPr>
          <p:nvPr/>
        </p:nvCxnSpPr>
        <p:spPr>
          <a:xfrm>
            <a:off x="4639806" y="3818131"/>
            <a:ext cx="0" cy="10386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6" name="楕円 775">
            <a:extLst>
              <a:ext uri="{FF2B5EF4-FFF2-40B4-BE49-F238E27FC236}">
                <ns2:creationId id="{4F1C0822-E49E-41AA-2708-D6B5B78E1AF6}"/>
              </a:ext>
            </a:extLst>
          </p:cNvPr>
          <p:cNvSpPr>
            <a:spLocks noChangeAspect="1"/>
          </p:cNvSpPr>
          <p:nvPr/>
        </p:nvSpPr>
        <p:spPr>
          <a:xfrm>
            <a:off x="4899109" y="3857678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29" name="正方形/長方形 628">
            <a:extLst>
              <a:ext uri="{FF2B5EF4-FFF2-40B4-BE49-F238E27FC236}">
                <ns2:creationId id="{92E025EA-F54A-E394-C9B8-F9867E5B7A3B}"/>
              </a:ext>
            </a:extLst>
          </p:cNvPr>
          <p:cNvSpPr/>
          <p:nvPr/>
        </p:nvSpPr>
        <p:spPr>
          <a:xfrm>
            <a:off x="4667558" y="3831240"/>
            <a:ext cx="199793" cy="16267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30" name="楕円 629">
            <a:extLst>
              <a:ext uri="{FF2B5EF4-FFF2-40B4-BE49-F238E27FC236}">
                <ns2:creationId id="{03ED2AB5-573F-6F17-B6C1-4D0C19EDAB2E}"/>
              </a:ext>
            </a:extLst>
          </p:cNvPr>
          <p:cNvSpPr>
            <a:spLocks noChangeAspect="1"/>
          </p:cNvSpPr>
          <p:nvPr/>
        </p:nvSpPr>
        <p:spPr>
          <a:xfrm>
            <a:off x="4899109" y="4174985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639" name="直線矢印コネクタ 638">
            <a:extLst>
              <a:ext uri="{FF2B5EF4-FFF2-40B4-BE49-F238E27FC236}">
                <ns2:creationId id="{7AE863B5-1D05-2AB6-A746-CB51F9C7463D}"/>
              </a:ext>
            </a:extLst>
          </p:cNvPr>
          <p:cNvCxnSpPr>
            <a:cxnSpLocks/>
          </p:cNvCxnSpPr>
          <p:nvPr/>
        </p:nvCxnSpPr>
        <p:spPr>
          <a:xfrm>
            <a:off x="4190510" y="4228985"/>
            <a:ext cx="708599" cy="1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9" name="フローチャート: 判断 648">
            <a:extLst>
              <a:ext uri="{FF2B5EF4-FFF2-40B4-BE49-F238E27FC236}">
                <ns2:creationId id="{78A93A44-8E9C-3C3A-3A3C-D804D2D63484}"/>
              </a:ext>
            </a:extLst>
          </p:cNvPr>
          <p:cNvSpPr>
            <a:spLocks noChangeAspect="1"/>
          </p:cNvSpPr>
          <p:nvPr/>
        </p:nvSpPr>
        <p:spPr>
          <a:xfrm>
            <a:off x="4081607" y="4619313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05" name="楕円 704">
            <a:extLst>
              <a:ext uri="{FF2B5EF4-FFF2-40B4-BE49-F238E27FC236}">
                <ns2:creationId id="{B2DFF3C1-0BDD-04F0-C134-13623BF8F60C}"/>
              </a:ext>
            </a:extLst>
          </p:cNvPr>
          <p:cNvSpPr>
            <a:spLocks noChangeAspect="1"/>
          </p:cNvSpPr>
          <p:nvPr/>
        </p:nvSpPr>
        <p:spPr>
          <a:xfrm>
            <a:off x="4898206" y="4619313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708" name="直線矢印コネクタ 707">
            <a:extLst>
              <a:ext uri="{FF2B5EF4-FFF2-40B4-BE49-F238E27FC236}">
                <ns2:creationId id="{BF1A10B5-F4BA-4675-E466-4457C0FDCDAE}"/>
              </a:ext>
            </a:extLst>
          </p:cNvPr>
          <p:cNvCxnSpPr>
            <a:cxnSpLocks/>
          </p:cNvCxnSpPr>
          <p:nvPr/>
        </p:nvCxnSpPr>
        <p:spPr>
          <a:xfrm>
            <a:off x="4189607" y="4673313"/>
            <a:ext cx="708599" cy="1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9" name="グループ化 778">
            <a:extLst>
              <a:ext uri="{FF2B5EF4-FFF2-40B4-BE49-F238E27FC236}">
                <ns2:creationId id="{B01825A0-D918-D3E5-D49D-45D967327605}"/>
              </a:ext>
            </a:extLst>
          </p:cNvPr>
          <p:cNvGrpSpPr/>
          <p:nvPr/>
        </p:nvGrpSpPr>
        <p:grpSpPr>
          <a:xfrm>
            <a:off x="5526286" y="4022745"/>
            <a:ext cx="199793" cy="411583"/>
            <a:chOff x="1666874" y="4022744"/>
            <a:chExt cx="199793" cy="411583"/>
          </a:xfrm>
        </p:grpSpPr>
        <p:sp>
          <p:nvSpPr>
            <p:cNvPr id="928" name="正方形/長方形 927">
              <a:extLst>
                <a:ext uri="{FF2B5EF4-FFF2-40B4-BE49-F238E27FC236}">
                  <ns2:creationId id="{A8D70D02-3F70-AA19-E1D5-7F13443F02A3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29" name="正方形/長方形 928">
              <a:extLst>
                <a:ext uri="{FF2B5EF4-FFF2-40B4-BE49-F238E27FC236}">
                  <ns2:creationId id="{33590000-C44D-A3C4-EBE1-A3F785E678D6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780" name="直線コネクタ 779">
            <a:extLst>
              <a:ext uri="{FF2B5EF4-FFF2-40B4-BE49-F238E27FC236}">
                <ns2:creationId id="{64C602DC-E66F-E666-BC9C-62756C22CD5F}"/>
              </a:ext>
            </a:extLst>
          </p:cNvPr>
          <p:cNvCxnSpPr/>
          <p:nvPr/>
        </p:nvCxnSpPr>
        <p:spPr>
          <a:xfrm>
            <a:off x="5497715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1" name="正方形/長方形 780">
            <a:extLst>
              <a:ext uri="{FF2B5EF4-FFF2-40B4-BE49-F238E27FC236}">
                <ns2:creationId id="{A3F4A644-261C-D625-493C-CEFADF7432BC}"/>
              </a:ext>
            </a:extLst>
          </p:cNvPr>
          <p:cNvSpPr/>
          <p:nvPr/>
        </p:nvSpPr>
        <p:spPr>
          <a:xfrm>
            <a:off x="5526286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83" name="直線コネクタ 782">
            <a:extLst>
              <a:ext uri="{FF2B5EF4-FFF2-40B4-BE49-F238E27FC236}">
                <ns2:creationId id="{C8E4E031-48F0-004F-B289-F5307D51D7C8}"/>
              </a:ext>
            </a:extLst>
          </p:cNvPr>
          <p:cNvCxnSpPr/>
          <p:nvPr/>
        </p:nvCxnSpPr>
        <p:spPr>
          <a:xfrm>
            <a:off x="5497715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5" name="グループ化 854">
            <a:extLst>
              <a:ext uri="{FF2B5EF4-FFF2-40B4-BE49-F238E27FC236}">
                <ns2:creationId id="{EC0531D6-7613-0828-FF15-3BDEEF040A7A}"/>
              </a:ext>
            </a:extLst>
          </p:cNvPr>
          <p:cNvGrpSpPr/>
          <p:nvPr/>
        </p:nvGrpSpPr>
        <p:grpSpPr>
          <a:xfrm>
            <a:off x="5749722" y="4126905"/>
            <a:ext cx="1312616" cy="199990"/>
            <a:chOff x="2312341" y="4126904"/>
            <a:chExt cx="1312616" cy="199990"/>
          </a:xfrm>
        </p:grpSpPr>
        <p:cxnSp>
          <p:nvCxnSpPr>
            <p:cNvPr id="875" name="直線矢印コネクタ 874">
              <a:extLst>
                <a:ext uri="{FF2B5EF4-FFF2-40B4-BE49-F238E27FC236}">
                  <ns2:creationId id="{E4BCFBFD-812B-6AB6-7AB2-9770CE37C3BE}"/>
                </a:ext>
              </a:extLst>
            </p:cNvPr>
            <p:cNvCxnSpPr>
              <a:cxnSpLocks/>
              <a:stCxn id="913" idx="3"/>
            </p:cNvCxnSpPr>
            <p:nvPr/>
          </p:nvCxnSpPr>
          <p:spPr>
            <a:xfrm>
              <a:off x="2420341" y="4233248"/>
              <a:ext cx="98153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3" name="フローチャート: 判断 912">
              <a:extLst>
                <a:ext uri="{FF2B5EF4-FFF2-40B4-BE49-F238E27FC236}">
                  <ns2:creationId id="{009D9A84-6764-5067-0903-BAACC02386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234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914" name="グループ化 913">
              <a:extLst>
                <a:ext uri="{FF2B5EF4-FFF2-40B4-BE49-F238E27FC236}">
                  <ns2:creationId id="{E5F8BB97-8794-1C5D-59A4-271226F1E24E}"/>
                </a:ext>
              </a:extLst>
            </p:cNvPr>
            <p:cNvGrpSpPr/>
            <p:nvPr/>
          </p:nvGrpSpPr>
          <p:grpSpPr>
            <a:xfrm>
              <a:off x="3001701" y="4126904"/>
              <a:ext cx="216537" cy="199990"/>
              <a:chOff x="3001701" y="4126904"/>
              <a:chExt cx="216537" cy="199990"/>
            </a:xfrm>
          </p:grpSpPr>
          <p:sp>
            <p:nvSpPr>
              <p:cNvPr id="924" name="正方形/長方形 923">
                <a:extLst>
                  <a:ext uri="{FF2B5EF4-FFF2-40B4-BE49-F238E27FC236}">
                    <ns2:creationId id="{4A8E1232-067E-FA0D-15A2-C346BF48489E}"/>
                  </a:ext>
                </a:extLst>
              </p:cNvPr>
              <p:cNvSpPr/>
              <p:nvPr/>
            </p:nvSpPr>
            <p:spPr>
              <a:xfrm>
                <a:off x="3001701" y="412690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925" name="楕円 924">
                <a:extLst>
                  <a:ext uri="{FF2B5EF4-FFF2-40B4-BE49-F238E27FC236}">
                    <ns2:creationId id="{818DDC77-ABA4-0D83-41D0-BCA7EB186D5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7178" y="417924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921" name="グループ化 920">
              <a:extLst>
                <a:ext uri="{FF2B5EF4-FFF2-40B4-BE49-F238E27FC236}">
                  <ns2:creationId id="{98D45D50-0DBD-CF59-10E5-6CFA2497F91B}"/>
                </a:ext>
              </a:extLst>
            </p:cNvPr>
            <p:cNvGrpSpPr/>
            <p:nvPr/>
          </p:nvGrpSpPr>
          <p:grpSpPr>
            <a:xfrm>
              <a:off x="3408420" y="4126904"/>
              <a:ext cx="216537" cy="199990"/>
              <a:chOff x="3408420" y="4129834"/>
              <a:chExt cx="216537" cy="199990"/>
            </a:xfrm>
          </p:grpSpPr>
          <p:sp>
            <p:nvSpPr>
              <p:cNvPr id="922" name="正方形/長方形 921">
                <a:extLst>
                  <a:ext uri="{FF2B5EF4-FFF2-40B4-BE49-F238E27FC236}">
                    <ns2:creationId id="{E26B62BE-98CB-04DE-25D8-693502E48994}"/>
                  </a:ext>
                </a:extLst>
              </p:cNvPr>
              <p:cNvSpPr/>
              <p:nvPr/>
            </p:nvSpPr>
            <p:spPr>
              <a:xfrm>
                <a:off x="3408420" y="412983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923" name="楕円 922">
                <a:extLst>
                  <a:ext uri="{FF2B5EF4-FFF2-40B4-BE49-F238E27FC236}">
                    <ns2:creationId id="{8FECF2A7-4E80-964B-41BB-F7E2B90241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56868" y="4183012"/>
                <a:ext cx="100474" cy="1004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grpSp>
        <p:nvGrpSpPr>
          <p:cNvPr id="856" name="グループ化 855">
            <a:extLst>
              <a:ext uri="{FF2B5EF4-FFF2-40B4-BE49-F238E27FC236}">
                <ns2:creationId id="{87F31CBA-9EAF-58CC-9862-F09F0A059166}"/>
              </a:ext>
            </a:extLst>
          </p:cNvPr>
          <p:cNvGrpSpPr/>
          <p:nvPr/>
        </p:nvGrpSpPr>
        <p:grpSpPr>
          <a:xfrm>
            <a:off x="5749722" y="4567885"/>
            <a:ext cx="1312616" cy="199990"/>
            <a:chOff x="2312341" y="4126904"/>
            <a:chExt cx="1312616" cy="199990"/>
          </a:xfrm>
        </p:grpSpPr>
        <p:cxnSp>
          <p:nvCxnSpPr>
            <p:cNvPr id="857" name="直線矢印コネクタ 856">
              <a:extLst>
                <a:ext uri="{FF2B5EF4-FFF2-40B4-BE49-F238E27FC236}">
                  <ns2:creationId id="{22660DD3-9D6B-6514-CA2C-FA373F50334D}"/>
                </a:ext>
              </a:extLst>
            </p:cNvPr>
            <p:cNvCxnSpPr>
              <a:cxnSpLocks/>
              <a:stCxn id="862" idx="3"/>
            </p:cNvCxnSpPr>
            <p:nvPr/>
          </p:nvCxnSpPr>
          <p:spPr>
            <a:xfrm>
              <a:off x="2420341" y="4233248"/>
              <a:ext cx="98153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2" name="フローチャート: 判断 861">
              <a:extLst>
                <a:ext uri="{FF2B5EF4-FFF2-40B4-BE49-F238E27FC236}">
                  <ns2:creationId id="{508BC574-BBB6-6BAE-D8BB-7F24ADCCBB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234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863" name="グループ化 862">
              <a:extLst>
                <a:ext uri="{FF2B5EF4-FFF2-40B4-BE49-F238E27FC236}">
                  <ns2:creationId id="{1C70E45C-498A-7821-75E8-FDC148519602}"/>
                </a:ext>
              </a:extLst>
            </p:cNvPr>
            <p:cNvGrpSpPr/>
            <p:nvPr/>
          </p:nvGrpSpPr>
          <p:grpSpPr>
            <a:xfrm>
              <a:off x="3001701" y="4126904"/>
              <a:ext cx="216537" cy="199990"/>
              <a:chOff x="3001701" y="4126904"/>
              <a:chExt cx="216537" cy="199990"/>
            </a:xfrm>
          </p:grpSpPr>
          <p:sp>
            <p:nvSpPr>
              <p:cNvPr id="873" name="正方形/長方形 872">
                <a:extLst>
                  <a:ext uri="{FF2B5EF4-FFF2-40B4-BE49-F238E27FC236}">
                    <ns2:creationId id="{D4CA8354-7140-92DE-43C1-65CEA26EE62B}"/>
                  </a:ext>
                </a:extLst>
              </p:cNvPr>
              <p:cNvSpPr/>
              <p:nvPr/>
            </p:nvSpPr>
            <p:spPr>
              <a:xfrm>
                <a:off x="3001701" y="412690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74" name="楕円 873">
                <a:extLst>
                  <a:ext uri="{FF2B5EF4-FFF2-40B4-BE49-F238E27FC236}">
                    <ns2:creationId id="{7388448C-8211-E15D-709C-976419D1037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7178" y="417924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867" name="グループ化 866">
              <a:extLst>
                <a:ext uri="{FF2B5EF4-FFF2-40B4-BE49-F238E27FC236}">
                  <ns2:creationId id="{E2426E15-060D-1CD8-EFE4-82DED99B1258}"/>
                </a:ext>
              </a:extLst>
            </p:cNvPr>
            <p:cNvGrpSpPr/>
            <p:nvPr/>
          </p:nvGrpSpPr>
          <p:grpSpPr>
            <a:xfrm>
              <a:off x="3408420" y="4126904"/>
              <a:ext cx="216537" cy="199990"/>
              <a:chOff x="3408420" y="4129834"/>
              <a:chExt cx="216537" cy="199990"/>
            </a:xfrm>
          </p:grpSpPr>
          <p:sp>
            <p:nvSpPr>
              <p:cNvPr id="868" name="正方形/長方形 867">
                <a:extLst>
                  <a:ext uri="{FF2B5EF4-FFF2-40B4-BE49-F238E27FC236}">
                    <ns2:creationId id="{D9AD2E6C-EABA-EA6A-6F99-C7740293FD9F}"/>
                  </a:ext>
                </a:extLst>
              </p:cNvPr>
              <p:cNvSpPr/>
              <p:nvPr/>
            </p:nvSpPr>
            <p:spPr>
              <a:xfrm>
                <a:off x="3408420" y="412983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69" name="楕円 868">
                <a:extLst>
                  <a:ext uri="{FF2B5EF4-FFF2-40B4-BE49-F238E27FC236}">
                    <ns2:creationId id="{C902BAD8-9F54-4E16-1052-D7E5A667B9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56868" y="4183012"/>
                <a:ext cx="100474" cy="1004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sp>
        <p:nvSpPr>
          <p:cNvPr id="12" name="正方形/長方形 11">
            <a:extLst>
              <a:ext uri="{FF2B5EF4-FFF2-40B4-BE49-F238E27FC236}">
                <ns2:creationId id="{BACD9BAE-FEA2-68F4-CA1A-9F11922E2562}"/>
              </a:ext>
            </a:extLst>
          </p:cNvPr>
          <p:cNvSpPr/>
          <p:nvPr/>
        </p:nvSpPr>
        <p:spPr>
          <a:xfrm>
            <a:off x="8706824" y="3836488"/>
            <a:ext cx="3368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784" name="グループ化 783">
            <a:extLst>
              <a:ext uri="{FF2B5EF4-FFF2-40B4-BE49-F238E27FC236}">
                <ns2:creationId id="{057FD4EB-E518-8102-32F5-9FBA254ADC84}"/>
              </a:ext>
            </a:extLst>
          </p:cNvPr>
          <p:cNvGrpSpPr/>
          <p:nvPr/>
        </p:nvGrpSpPr>
        <p:grpSpPr>
          <a:xfrm>
            <a:off x="7296455" y="4022745"/>
            <a:ext cx="199793" cy="411583"/>
            <a:chOff x="1666874" y="4022744"/>
            <a:chExt cx="199793" cy="411583"/>
          </a:xfrm>
        </p:grpSpPr>
        <p:sp>
          <p:nvSpPr>
            <p:cNvPr id="926" name="正方形/長方形 925">
              <a:extLst>
                <a:ext uri="{FF2B5EF4-FFF2-40B4-BE49-F238E27FC236}">
                  <ns2:creationId id="{A83A8891-A4DF-1FBA-89BB-B0F22B00B253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27" name="正方形/長方形 926">
              <a:extLst>
                <a:ext uri="{FF2B5EF4-FFF2-40B4-BE49-F238E27FC236}">
                  <ns2:creationId id="{DBB98097-1F86-8F2B-04F4-3E9BFFAD151B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785" name="直線コネクタ 784">
            <a:extLst>
              <a:ext uri="{FF2B5EF4-FFF2-40B4-BE49-F238E27FC236}">
                <ns2:creationId id="{1B64BA68-5468-8562-8B9D-E5B3C0C2885B}"/>
              </a:ext>
            </a:extLst>
          </p:cNvPr>
          <p:cNvCxnSpPr/>
          <p:nvPr/>
        </p:nvCxnSpPr>
        <p:spPr>
          <a:xfrm>
            <a:off x="7267884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4" name="正方形/長方形 793">
            <a:extLst>
              <a:ext uri="{FF2B5EF4-FFF2-40B4-BE49-F238E27FC236}">
                <ns2:creationId id="{23B1AF8D-48F4-AA6F-EB5B-04BA3B2E2411}"/>
              </a:ext>
            </a:extLst>
          </p:cNvPr>
          <p:cNvSpPr/>
          <p:nvPr/>
        </p:nvSpPr>
        <p:spPr>
          <a:xfrm>
            <a:off x="7296455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96" name="直線コネクタ 795">
            <a:extLst>
              <a:ext uri="{FF2B5EF4-FFF2-40B4-BE49-F238E27FC236}">
                <ns2:creationId id="{4A770448-940C-F7EE-DD69-5095BAAA6828}"/>
              </a:ext>
            </a:extLst>
          </p:cNvPr>
          <p:cNvCxnSpPr/>
          <p:nvPr/>
        </p:nvCxnSpPr>
        <p:spPr>
          <a:xfrm>
            <a:off x="7267884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1" name="グループ化 930">
            <a:extLst>
              <a:ext uri="{FF2B5EF4-FFF2-40B4-BE49-F238E27FC236}">
                <ns2:creationId id="{BEE0337D-9BFB-7F4D-3818-B547D6A8EE8B}"/>
              </a:ext>
            </a:extLst>
          </p:cNvPr>
          <p:cNvGrpSpPr/>
          <p:nvPr/>
        </p:nvGrpSpPr>
        <p:grpSpPr>
          <a:xfrm>
            <a:off x="7508777" y="3818132"/>
            <a:ext cx="925502" cy="1060252"/>
            <a:chOff x="4081607" y="3818131"/>
            <a:chExt cx="925502" cy="1060252"/>
          </a:xfrm>
        </p:grpSpPr>
        <p:sp>
          <p:nvSpPr>
            <p:cNvPr id="932" name="フローチャート: 判断 931">
              <a:extLst>
                <a:ext uri="{FF2B5EF4-FFF2-40B4-BE49-F238E27FC236}">
                  <ns2:creationId id="{4177B4B3-2681-8297-B7F0-79FF983A14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82510" y="4174485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3" name="正方形/長方形 932">
              <a:extLst>
                <a:ext uri="{FF2B5EF4-FFF2-40B4-BE49-F238E27FC236}">
                  <ns2:creationId id="{91BB9B01-09A9-3296-6642-2DC423A9599F}"/>
                </a:ext>
              </a:extLst>
            </p:cNvPr>
            <p:cNvSpPr/>
            <p:nvPr/>
          </p:nvSpPr>
          <p:spPr>
            <a:xfrm>
              <a:off x="4667558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4" name="正方形/長方形 933">
              <a:extLst>
                <a:ext uri="{FF2B5EF4-FFF2-40B4-BE49-F238E27FC236}">
                  <ns2:creationId id="{628FA93B-CB22-3DED-D653-A5DE862D3C34}"/>
                </a:ext>
              </a:extLst>
            </p:cNvPr>
            <p:cNvSpPr/>
            <p:nvPr/>
          </p:nvSpPr>
          <p:spPr>
            <a:xfrm>
              <a:off x="4667558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5" name="正方形/長方形 934">
              <a:extLst>
                <a:ext uri="{FF2B5EF4-FFF2-40B4-BE49-F238E27FC236}">
                  <ns2:creationId id="{1F84F73D-92AD-B961-160C-3475C3744987}"/>
                </a:ext>
              </a:extLst>
            </p:cNvPr>
            <p:cNvSpPr/>
            <p:nvPr/>
          </p:nvSpPr>
          <p:spPr>
            <a:xfrm>
              <a:off x="4667558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936" name="直線コネクタ 935">
              <a:extLst>
                <a:ext uri="{FF2B5EF4-FFF2-40B4-BE49-F238E27FC236}">
                  <ns2:creationId id="{66F53DD2-2D62-7CF1-C3DE-C3D988EC91C4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3818131"/>
              <a:ext cx="0" cy="10386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7" name="楕円 936">
              <a:extLst>
                <a:ext uri="{FF2B5EF4-FFF2-40B4-BE49-F238E27FC236}">
                  <ns2:creationId id="{1018810D-858E-8A89-289E-CE9F7B8992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9109" y="3861491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8" name="正方形/長方形 937">
              <a:extLst>
                <a:ext uri="{FF2B5EF4-FFF2-40B4-BE49-F238E27FC236}">
                  <ns2:creationId id="{F85CD10A-398B-7819-0B47-02D540177ED2}"/>
                </a:ext>
              </a:extLst>
            </p:cNvPr>
            <p:cNvSpPr/>
            <p:nvPr/>
          </p:nvSpPr>
          <p:spPr>
            <a:xfrm>
              <a:off x="4667558" y="3831240"/>
              <a:ext cx="199793" cy="16267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39" name="楕円 938">
              <a:extLst>
                <a:ext uri="{FF2B5EF4-FFF2-40B4-BE49-F238E27FC236}">
                  <ns2:creationId id="{7B603DD1-B732-95F1-4375-77EC569E13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9109" y="4174485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940" name="直線矢印コネクタ 939">
              <a:extLst>
                <a:ext uri="{FF2B5EF4-FFF2-40B4-BE49-F238E27FC236}">
                  <ns2:creationId id="{BCA9B605-72FC-9701-EE36-4E8F6909A437}"/>
                </a:ext>
              </a:extLst>
            </p:cNvPr>
            <p:cNvCxnSpPr>
              <a:cxnSpLocks/>
            </p:cNvCxnSpPr>
            <p:nvPr/>
          </p:nvCxnSpPr>
          <p:spPr>
            <a:xfrm>
              <a:off x="4190510" y="4228485"/>
              <a:ext cx="70859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1" name="フローチャート: 判断 940">
              <a:extLst>
                <a:ext uri="{FF2B5EF4-FFF2-40B4-BE49-F238E27FC236}">
                  <ns2:creationId id="{A0E5C860-3F09-FE06-5799-32968807EF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81607" y="4618985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42" name="楕円 941">
              <a:extLst>
                <a:ext uri="{FF2B5EF4-FFF2-40B4-BE49-F238E27FC236}">
                  <ns2:creationId id="{6CD82980-0417-12CE-1FED-947A7E11C2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8206" y="4618985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943" name="直線矢印コネクタ 942">
              <a:extLst>
                <a:ext uri="{FF2B5EF4-FFF2-40B4-BE49-F238E27FC236}">
                  <ns2:creationId id="{5C46494D-6F6F-F1EC-5483-A3D793B29D53}"/>
                </a:ext>
              </a:extLst>
            </p:cNvPr>
            <p:cNvCxnSpPr>
              <a:cxnSpLocks/>
            </p:cNvCxnSpPr>
            <p:nvPr/>
          </p:nvCxnSpPr>
          <p:spPr>
            <a:xfrm>
              <a:off x="4189607" y="4672985"/>
              <a:ext cx="70859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6" name="正方形/長方形 945">
            <a:extLst>
              <a:ext uri="{FF2B5EF4-FFF2-40B4-BE49-F238E27FC236}">
                <ns2:creationId id="{8617CB01-EAE1-5739-0171-7180E04210CF}"/>
              </a:ext>
            </a:extLst>
          </p:cNvPr>
          <p:cNvSpPr/>
          <p:nvPr/>
        </p:nvSpPr>
        <p:spPr>
          <a:xfrm>
            <a:off x="10397060" y="3836488"/>
            <a:ext cx="3368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947" name="グループ化 946">
            <a:extLst>
              <a:ext uri="{FF2B5EF4-FFF2-40B4-BE49-F238E27FC236}">
                <ns2:creationId id="{6E5848F8-6C29-583C-AC8C-4841CC33F1A0}"/>
              </a:ext>
            </a:extLst>
          </p:cNvPr>
          <p:cNvGrpSpPr/>
          <p:nvPr/>
        </p:nvGrpSpPr>
        <p:grpSpPr>
          <a:xfrm>
            <a:off x="8948988" y="4022745"/>
            <a:ext cx="199793" cy="411583"/>
            <a:chOff x="1666874" y="4022744"/>
            <a:chExt cx="199793" cy="411583"/>
          </a:xfrm>
        </p:grpSpPr>
        <p:sp>
          <p:nvSpPr>
            <p:cNvPr id="964" name="正方形/長方形 963">
              <a:extLst>
                <a:ext uri="{FF2B5EF4-FFF2-40B4-BE49-F238E27FC236}">
                  <ns2:creationId id="{EA0982B6-5C94-BE29-71B3-B0914BFD2540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65" name="正方形/長方形 964">
              <a:extLst>
                <a:ext uri="{FF2B5EF4-FFF2-40B4-BE49-F238E27FC236}">
                  <ns2:creationId id="{69F822E2-EE90-75E3-1AFD-7D9388E8670A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948" name="直線コネクタ 947">
            <a:extLst>
              <a:ext uri="{FF2B5EF4-FFF2-40B4-BE49-F238E27FC236}">
                <ns2:creationId id="{8841653F-ED79-E098-06A4-48A169A26A1C}"/>
              </a:ext>
            </a:extLst>
          </p:cNvPr>
          <p:cNvCxnSpPr/>
          <p:nvPr/>
        </p:nvCxnSpPr>
        <p:spPr>
          <a:xfrm>
            <a:off x="8920417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9" name="正方形/長方形 948">
            <a:extLst>
              <a:ext uri="{FF2B5EF4-FFF2-40B4-BE49-F238E27FC236}">
                <ns2:creationId id="{C34A718A-87F0-6B56-ACBD-A3657EF4A240}"/>
              </a:ext>
            </a:extLst>
          </p:cNvPr>
          <p:cNvSpPr/>
          <p:nvPr/>
        </p:nvSpPr>
        <p:spPr>
          <a:xfrm>
            <a:off x="8948988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50" name="直線コネクタ 949">
            <a:extLst>
              <a:ext uri="{FF2B5EF4-FFF2-40B4-BE49-F238E27FC236}">
                <ns2:creationId id="{03C1BADD-7B3B-6257-9A22-22833D2FEDDB}"/>
              </a:ext>
            </a:extLst>
          </p:cNvPr>
          <p:cNvCxnSpPr/>
          <p:nvPr/>
        </p:nvCxnSpPr>
        <p:spPr>
          <a:xfrm>
            <a:off x="8920417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2" name="フローチャート: 判断 951">
            <a:extLst>
              <a:ext uri="{FF2B5EF4-FFF2-40B4-BE49-F238E27FC236}">
                <ns2:creationId id="{8EF205FC-BB75-C6AC-16FD-22956298D8AC}"/>
              </a:ext>
            </a:extLst>
          </p:cNvPr>
          <p:cNvSpPr>
            <a:spLocks noChangeAspect="1"/>
          </p:cNvSpPr>
          <p:nvPr/>
        </p:nvSpPr>
        <p:spPr>
          <a:xfrm>
            <a:off x="9162213" y="41744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3" name="正方形/長方形 952">
            <a:extLst>
              <a:ext uri="{FF2B5EF4-FFF2-40B4-BE49-F238E27FC236}">
                <ns2:creationId id="{AED28D42-0249-3D23-154C-11CEFBE72B18}"/>
              </a:ext>
            </a:extLst>
          </p:cNvPr>
          <p:cNvSpPr/>
          <p:nvPr/>
        </p:nvSpPr>
        <p:spPr>
          <a:xfrm>
            <a:off x="9813250" y="4022745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4" name="正方形/長方形 953">
            <a:extLst>
              <a:ext uri="{FF2B5EF4-FFF2-40B4-BE49-F238E27FC236}">
                <ns2:creationId id="{5C4C873D-88FE-DCAA-CA1E-14DF42F94ECB}"/>
              </a:ext>
            </a:extLst>
          </p:cNvPr>
          <p:cNvSpPr/>
          <p:nvPr/>
        </p:nvSpPr>
        <p:spPr>
          <a:xfrm>
            <a:off x="9813250" y="4237497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5" name="正方形/長方形 954">
            <a:extLst>
              <a:ext uri="{FF2B5EF4-FFF2-40B4-BE49-F238E27FC236}">
                <ns2:creationId id="{5B3504EB-56A1-DF58-FD0B-4E455F1DAFC7}"/>
              </a:ext>
            </a:extLst>
          </p:cNvPr>
          <p:cNvSpPr/>
          <p:nvPr/>
        </p:nvSpPr>
        <p:spPr>
          <a:xfrm>
            <a:off x="9813250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56" name="直線コネクタ 955">
            <a:extLst>
              <a:ext uri="{FF2B5EF4-FFF2-40B4-BE49-F238E27FC236}">
                <ns2:creationId id="{ED390228-7D79-C7F7-F7BB-215C6E24953D}"/>
              </a:ext>
            </a:extLst>
          </p:cNvPr>
          <p:cNvCxnSpPr>
            <a:cxnSpLocks/>
          </p:cNvCxnSpPr>
          <p:nvPr/>
        </p:nvCxnSpPr>
        <p:spPr>
          <a:xfrm>
            <a:off x="9785498" y="3818132"/>
            <a:ext cx="0" cy="10386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7" name="楕円 956">
            <a:extLst>
              <a:ext uri="{FF2B5EF4-FFF2-40B4-BE49-F238E27FC236}">
                <ns2:creationId id="{6B754CDE-935E-307F-4D32-AD01D6F0C9D9}"/>
              </a:ext>
            </a:extLst>
          </p:cNvPr>
          <p:cNvSpPr>
            <a:spLocks noChangeAspect="1"/>
          </p:cNvSpPr>
          <p:nvPr/>
        </p:nvSpPr>
        <p:spPr>
          <a:xfrm>
            <a:off x="10016520" y="3861492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8" name="正方形/長方形 957">
            <a:extLst>
              <a:ext uri="{FF2B5EF4-FFF2-40B4-BE49-F238E27FC236}">
                <ns2:creationId id="{555FA2BD-B7EC-11DD-CF1F-9DC3849B41C4}"/>
              </a:ext>
            </a:extLst>
          </p:cNvPr>
          <p:cNvSpPr/>
          <p:nvPr/>
        </p:nvSpPr>
        <p:spPr>
          <a:xfrm>
            <a:off x="9813250" y="3831241"/>
            <a:ext cx="199793" cy="16267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59" name="楕円 958">
            <a:extLst>
              <a:ext uri="{FF2B5EF4-FFF2-40B4-BE49-F238E27FC236}">
                <ns2:creationId id="{F6484A48-CE6B-AEB1-9B82-231B619D4D76}"/>
              </a:ext>
            </a:extLst>
          </p:cNvPr>
          <p:cNvSpPr>
            <a:spLocks noChangeAspect="1"/>
          </p:cNvSpPr>
          <p:nvPr/>
        </p:nvSpPr>
        <p:spPr>
          <a:xfrm>
            <a:off x="10016520" y="41744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60" name="直線矢印コネクタ 959">
            <a:extLst>
              <a:ext uri="{FF2B5EF4-FFF2-40B4-BE49-F238E27FC236}">
                <ns2:creationId id="{79F42D54-31DD-2203-843C-71911145F801}"/>
              </a:ext>
            </a:extLst>
          </p:cNvPr>
          <p:cNvCxnSpPr>
            <a:cxnSpLocks/>
            <a:endCxn id="959" idx="2"/>
          </p:cNvCxnSpPr>
          <p:nvPr/>
        </p:nvCxnSpPr>
        <p:spPr>
          <a:xfrm>
            <a:off x="9270213" y="4228486"/>
            <a:ext cx="746307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1" name="フローチャート: 判断 960">
            <a:extLst>
              <a:ext uri="{FF2B5EF4-FFF2-40B4-BE49-F238E27FC236}">
                <ns2:creationId id="{4460C750-948D-7BD9-0834-C608AB015717}"/>
              </a:ext>
            </a:extLst>
          </p:cNvPr>
          <p:cNvSpPr>
            <a:spLocks noChangeAspect="1"/>
          </p:cNvSpPr>
          <p:nvPr/>
        </p:nvSpPr>
        <p:spPr>
          <a:xfrm>
            <a:off x="9161310" y="46189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62" name="楕円 961">
            <a:extLst>
              <a:ext uri="{FF2B5EF4-FFF2-40B4-BE49-F238E27FC236}">
                <ns2:creationId id="{F681DB0D-0196-88D1-8301-35E58DEB40CF}"/>
              </a:ext>
            </a:extLst>
          </p:cNvPr>
          <p:cNvSpPr>
            <a:spLocks noChangeAspect="1"/>
          </p:cNvSpPr>
          <p:nvPr/>
        </p:nvSpPr>
        <p:spPr>
          <a:xfrm>
            <a:off x="10015617" y="46189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63" name="直線矢印コネクタ 962">
            <a:extLst>
              <a:ext uri="{FF2B5EF4-FFF2-40B4-BE49-F238E27FC236}">
                <ns2:creationId id="{ACD49437-C673-E573-A8B5-4B8AF0A10452}"/>
              </a:ext>
            </a:extLst>
          </p:cNvPr>
          <p:cNvCxnSpPr>
            <a:cxnSpLocks/>
            <a:endCxn id="962" idx="2"/>
          </p:cNvCxnSpPr>
          <p:nvPr/>
        </p:nvCxnSpPr>
        <p:spPr>
          <a:xfrm>
            <a:off x="9269310" y="4672986"/>
            <a:ext cx="746307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" name="正方形/長方形 967">
            <a:extLst>
              <a:ext uri="{FF2B5EF4-FFF2-40B4-BE49-F238E27FC236}">
                <ns2:creationId id="{AE988D81-D6FA-903E-33F5-D3B108279D64}"/>
              </a:ext>
            </a:extLst>
          </p:cNvPr>
          <p:cNvSpPr/>
          <p:nvPr/>
        </p:nvSpPr>
        <p:spPr>
          <a:xfrm>
            <a:off x="11407295" y="3845915"/>
            <a:ext cx="407632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969" name="グループ化 968">
            <a:extLst>
              <a:ext uri="{FF2B5EF4-FFF2-40B4-BE49-F238E27FC236}">
                <ns2:creationId id="{B6A9BF32-23DF-6793-8DC5-C29675AB07E0}"/>
              </a:ext>
            </a:extLst>
          </p:cNvPr>
          <p:cNvGrpSpPr/>
          <p:nvPr/>
        </p:nvGrpSpPr>
        <p:grpSpPr>
          <a:xfrm>
            <a:off x="10645044" y="4022745"/>
            <a:ext cx="199793" cy="411583"/>
            <a:chOff x="1666874" y="4022744"/>
            <a:chExt cx="199793" cy="411583"/>
          </a:xfrm>
        </p:grpSpPr>
        <p:sp>
          <p:nvSpPr>
            <p:cNvPr id="970" name="正方形/長方形 969">
              <a:extLst>
                <a:ext uri="{FF2B5EF4-FFF2-40B4-BE49-F238E27FC236}">
                  <ns2:creationId id="{92F5419B-36E1-6D0F-2960-59E467752EE6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1" name="正方形/長方形 970">
              <a:extLst>
                <a:ext uri="{FF2B5EF4-FFF2-40B4-BE49-F238E27FC236}">
                  <ns2:creationId id="{6F439701-5D1F-2205-B425-896A9933E874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972" name="直線コネクタ 971">
            <a:extLst>
              <a:ext uri="{FF2B5EF4-FFF2-40B4-BE49-F238E27FC236}">
                <ns2:creationId id="{67FEFEC1-F0CA-CEF5-3C52-7F7A74A2BE17}"/>
              </a:ext>
            </a:extLst>
          </p:cNvPr>
          <p:cNvCxnSpPr/>
          <p:nvPr/>
        </p:nvCxnSpPr>
        <p:spPr>
          <a:xfrm>
            <a:off x="10616473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3" name="正方形/長方形 972">
            <a:extLst>
              <a:ext uri="{FF2B5EF4-FFF2-40B4-BE49-F238E27FC236}">
                <ns2:creationId id="{C5B9660A-0EDB-93C1-EA20-6C901DFC8789}"/>
              </a:ext>
            </a:extLst>
          </p:cNvPr>
          <p:cNvSpPr/>
          <p:nvPr/>
        </p:nvSpPr>
        <p:spPr>
          <a:xfrm>
            <a:off x="10645044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74" name="直線コネクタ 973">
            <a:extLst>
              <a:ext uri="{FF2B5EF4-FFF2-40B4-BE49-F238E27FC236}">
                <ns2:creationId id="{3989B675-AB10-3C04-34DB-5B673093B1F8}"/>
              </a:ext>
            </a:extLst>
          </p:cNvPr>
          <p:cNvCxnSpPr/>
          <p:nvPr/>
        </p:nvCxnSpPr>
        <p:spPr>
          <a:xfrm>
            <a:off x="10616473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5" name="フローチャート: 判断 974">
            <a:extLst>
              <a:ext uri="{FF2B5EF4-FFF2-40B4-BE49-F238E27FC236}">
                <ns2:creationId id="{36E14E04-673A-E455-F0F4-BE5651598E14}"/>
              </a:ext>
            </a:extLst>
          </p:cNvPr>
          <p:cNvSpPr>
            <a:spLocks noChangeAspect="1"/>
          </p:cNvSpPr>
          <p:nvPr/>
        </p:nvSpPr>
        <p:spPr>
          <a:xfrm>
            <a:off x="10858269" y="41744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76" name="正方形/長方形 975">
            <a:extLst>
              <a:ext uri="{FF2B5EF4-FFF2-40B4-BE49-F238E27FC236}">
                <ns2:creationId id="{8950BC78-1F8C-32E7-8C70-C8D3D7459BF2}"/>
              </a:ext>
            </a:extLst>
          </p:cNvPr>
          <p:cNvSpPr/>
          <p:nvPr/>
        </p:nvSpPr>
        <p:spPr>
          <a:xfrm>
            <a:off x="11094525" y="4022745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77" name="正方形/長方形 976">
            <a:extLst>
              <a:ext uri="{FF2B5EF4-FFF2-40B4-BE49-F238E27FC236}">
                <ns2:creationId id="{8E777DEF-B648-EB8D-6B58-28FD830DC328}"/>
              </a:ext>
            </a:extLst>
          </p:cNvPr>
          <p:cNvSpPr/>
          <p:nvPr/>
        </p:nvSpPr>
        <p:spPr>
          <a:xfrm>
            <a:off x="11094525" y="4237497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78" name="正方形/長方形 977">
            <a:extLst>
              <a:ext uri="{FF2B5EF4-FFF2-40B4-BE49-F238E27FC236}">
                <ns2:creationId id="{498EED2A-8D58-13F5-19AA-E70C0A5A33E5}"/>
              </a:ext>
            </a:extLst>
          </p:cNvPr>
          <p:cNvSpPr/>
          <p:nvPr/>
        </p:nvSpPr>
        <p:spPr>
          <a:xfrm>
            <a:off x="11094525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79" name="直線コネクタ 978">
            <a:extLst>
              <a:ext uri="{FF2B5EF4-FFF2-40B4-BE49-F238E27FC236}">
                <ns2:creationId id="{D5A3F664-89B2-E432-BD49-FB03B8EF98BE}"/>
              </a:ext>
            </a:extLst>
          </p:cNvPr>
          <p:cNvCxnSpPr>
            <a:cxnSpLocks/>
          </p:cNvCxnSpPr>
          <p:nvPr/>
        </p:nvCxnSpPr>
        <p:spPr>
          <a:xfrm>
            <a:off x="11066773" y="3818132"/>
            <a:ext cx="0" cy="10386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" name="楕円 979">
            <a:extLst>
              <a:ext uri="{FF2B5EF4-FFF2-40B4-BE49-F238E27FC236}">
                <ns2:creationId id="{1DE0B251-11DC-48AF-A5CC-114E1B4B2265}"/>
              </a:ext>
            </a:extLst>
          </p:cNvPr>
          <p:cNvSpPr>
            <a:spLocks noChangeAspect="1"/>
          </p:cNvSpPr>
          <p:nvPr/>
        </p:nvSpPr>
        <p:spPr>
          <a:xfrm>
            <a:off x="11316649" y="3861492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81" name="正方形/長方形 980">
            <a:extLst>
              <a:ext uri="{FF2B5EF4-FFF2-40B4-BE49-F238E27FC236}">
                <ns2:creationId id="{5F6908D1-6FDD-19BF-57FB-AADCFB2D9DB0}"/>
              </a:ext>
            </a:extLst>
          </p:cNvPr>
          <p:cNvSpPr/>
          <p:nvPr/>
        </p:nvSpPr>
        <p:spPr>
          <a:xfrm>
            <a:off x="11094525" y="3831241"/>
            <a:ext cx="199793" cy="16267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82" name="楕円 981">
            <a:extLst>
              <a:ext uri="{FF2B5EF4-FFF2-40B4-BE49-F238E27FC236}">
                <ns2:creationId id="{56DB46B4-3ADD-1450-D3D9-CE415E8A7AB7}"/>
              </a:ext>
            </a:extLst>
          </p:cNvPr>
          <p:cNvSpPr>
            <a:spLocks noChangeAspect="1"/>
          </p:cNvSpPr>
          <p:nvPr/>
        </p:nvSpPr>
        <p:spPr>
          <a:xfrm>
            <a:off x="11316649" y="41744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83" name="直線矢印コネクタ 982">
            <a:extLst>
              <a:ext uri="{FF2B5EF4-FFF2-40B4-BE49-F238E27FC236}">
                <ns2:creationId id="{3F66BE7E-FFBF-3BCC-AE2F-5D74F8A0BA5C}"/>
              </a:ext>
            </a:extLst>
          </p:cNvPr>
          <p:cNvCxnSpPr>
            <a:cxnSpLocks/>
            <a:stCxn id="975" idx="3"/>
            <a:endCxn id="982" idx="2"/>
          </p:cNvCxnSpPr>
          <p:nvPr/>
        </p:nvCxnSpPr>
        <p:spPr>
          <a:xfrm>
            <a:off x="10966269" y="4228486"/>
            <a:ext cx="350380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4" name="フローチャート: 判断 983">
            <a:extLst>
              <a:ext uri="{FF2B5EF4-FFF2-40B4-BE49-F238E27FC236}">
                <ns2:creationId id="{D733EB1A-3D96-5B05-495E-7DFE25E5B8F6}"/>
              </a:ext>
            </a:extLst>
          </p:cNvPr>
          <p:cNvSpPr>
            <a:spLocks noChangeAspect="1"/>
          </p:cNvSpPr>
          <p:nvPr/>
        </p:nvSpPr>
        <p:spPr>
          <a:xfrm>
            <a:off x="10857366" y="46189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85" name="楕円 984">
            <a:extLst>
              <a:ext uri="{FF2B5EF4-FFF2-40B4-BE49-F238E27FC236}">
                <ns2:creationId id="{1F5155A3-20BF-196F-8087-02D9469AD465}"/>
              </a:ext>
            </a:extLst>
          </p:cNvPr>
          <p:cNvSpPr>
            <a:spLocks noChangeAspect="1"/>
          </p:cNvSpPr>
          <p:nvPr/>
        </p:nvSpPr>
        <p:spPr>
          <a:xfrm>
            <a:off x="11315746" y="46189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86" name="直線矢印コネクタ 985">
            <a:extLst>
              <a:ext uri="{FF2B5EF4-FFF2-40B4-BE49-F238E27FC236}">
                <ns2:creationId id="{FBD4B283-4037-21A7-850B-1B9D645F6660}"/>
              </a:ext>
            </a:extLst>
          </p:cNvPr>
          <p:cNvCxnSpPr>
            <a:cxnSpLocks/>
            <a:stCxn id="984" idx="3"/>
            <a:endCxn id="985" idx="2"/>
          </p:cNvCxnSpPr>
          <p:nvPr/>
        </p:nvCxnSpPr>
        <p:spPr>
          <a:xfrm>
            <a:off x="10965366" y="4672986"/>
            <a:ext cx="350380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9" name="正方形/長方形 988">
            <a:extLst>
              <a:ext uri="{FF2B5EF4-FFF2-40B4-BE49-F238E27FC236}">
                <ns2:creationId id="{125AB3FB-58B6-482F-6FC2-534A4EE08C90}"/>
              </a:ext>
            </a:extLst>
          </p:cNvPr>
          <p:cNvSpPr/>
          <p:nvPr/>
        </p:nvSpPr>
        <p:spPr>
          <a:xfrm>
            <a:off x="10442633" y="2758635"/>
            <a:ext cx="284376" cy="158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93" name="正方形/長方形 992">
            <a:extLst>
              <a:ext uri="{FF2B5EF4-FFF2-40B4-BE49-F238E27FC236}">
                <ns2:creationId id="{3730154B-DD6D-BB6F-9B6F-5DDD2F1E4D85}"/>
              </a:ext>
            </a:extLst>
          </p:cNvPr>
          <p:cNvSpPr/>
          <p:nvPr/>
        </p:nvSpPr>
        <p:spPr>
          <a:xfrm>
            <a:off x="8095150" y="2955344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4" name="正方形/長方形 993">
            <a:extLst>
              <a:ext uri="{FF2B5EF4-FFF2-40B4-BE49-F238E27FC236}">
                <ns2:creationId id="{AA9BB433-9652-56AF-2C1F-B207BB5CD8C0}"/>
              </a:ext>
            </a:extLst>
          </p:cNvPr>
          <p:cNvSpPr/>
          <p:nvPr/>
        </p:nvSpPr>
        <p:spPr>
          <a:xfrm>
            <a:off x="8095150" y="3396692"/>
            <a:ext cx="201600" cy="39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95" name="正方形/長方形 994">
            <a:extLst>
              <a:ext uri="{FF2B5EF4-FFF2-40B4-BE49-F238E27FC236}">
                <ns2:creationId id="{EBD0C3A5-0DC0-C5CD-CE5D-8A6C7C8BACC9}"/>
              </a:ext>
            </a:extLst>
          </p:cNvPr>
          <p:cNvSpPr/>
          <p:nvPr/>
        </p:nvSpPr>
        <p:spPr>
          <a:xfrm>
            <a:off x="8095150" y="3189380"/>
            <a:ext cx="201600" cy="180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6" name="正方形/長方形 995">
            <a:extLst>
              <a:ext uri="{FF2B5EF4-FFF2-40B4-BE49-F238E27FC236}">
                <ns2:creationId id="{B8CBD201-747A-AE3D-06D9-12E2F581206D}"/>
              </a:ext>
            </a:extLst>
          </p:cNvPr>
          <p:cNvSpPr/>
          <p:nvPr/>
        </p:nvSpPr>
        <p:spPr>
          <a:xfrm>
            <a:off x="8095150" y="2744256"/>
            <a:ext cx="201600" cy="180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97" name="楕円 996">
            <a:extLst>
              <a:ext uri="{FF2B5EF4-FFF2-40B4-BE49-F238E27FC236}">
                <ns2:creationId id="{80361F82-D3DE-02D9-F200-696553B0A14D}"/>
              </a:ext>
            </a:extLst>
          </p:cNvPr>
          <p:cNvSpPr>
            <a:spLocks noChangeAspect="1"/>
          </p:cNvSpPr>
          <p:nvPr/>
        </p:nvSpPr>
        <p:spPr>
          <a:xfrm>
            <a:off x="5185778" y="3861441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8" name="楕円 997">
            <a:extLst>
              <a:ext uri="{FF2B5EF4-FFF2-40B4-BE49-F238E27FC236}">
                <ns2:creationId id="{96F27188-64F9-3D9B-4334-CB0FACE6284F}"/>
              </a:ext>
            </a:extLst>
          </p:cNvPr>
          <p:cNvSpPr>
            <a:spLocks noChangeAspect="1"/>
          </p:cNvSpPr>
          <p:nvPr/>
        </p:nvSpPr>
        <p:spPr>
          <a:xfrm>
            <a:off x="5185778" y="4178748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9" name="楕円 998">
            <a:extLst>
              <a:ext uri="{FF2B5EF4-FFF2-40B4-BE49-F238E27FC236}">
                <ns2:creationId id="{1D606DDD-507E-3BD3-58E9-31973684CF25}"/>
              </a:ext>
            </a:extLst>
          </p:cNvPr>
          <p:cNvSpPr>
            <a:spLocks noChangeAspect="1"/>
          </p:cNvSpPr>
          <p:nvPr/>
        </p:nvSpPr>
        <p:spPr>
          <a:xfrm>
            <a:off x="5185778" y="4623076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00" name="直線矢印コネクタ 999">
            <a:extLst>
              <a:ext uri="{FF2B5EF4-FFF2-40B4-BE49-F238E27FC236}">
                <ns2:creationId id="{DD5E8803-6FAC-C276-AF37-64ABCD280C37}"/>
              </a:ext>
            </a:extLst>
          </p:cNvPr>
          <p:cNvCxnSpPr>
            <a:cxnSpLocks/>
          </p:cNvCxnSpPr>
          <p:nvPr/>
        </p:nvCxnSpPr>
        <p:spPr>
          <a:xfrm>
            <a:off x="5007109" y="3905984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直線矢印コネクタ 1003">
            <a:extLst>
              <a:ext uri="{FF2B5EF4-FFF2-40B4-BE49-F238E27FC236}">
                <ns2:creationId id="{A6A90917-98A1-C3BC-56A6-D27DE40B6503}"/>
              </a:ext>
            </a:extLst>
          </p:cNvPr>
          <p:cNvCxnSpPr>
            <a:cxnSpLocks/>
          </p:cNvCxnSpPr>
          <p:nvPr/>
        </p:nvCxnSpPr>
        <p:spPr>
          <a:xfrm>
            <a:off x="5007109" y="4226603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8" name="直線矢印コネクタ 1007">
            <a:extLst>
              <a:ext uri="{FF2B5EF4-FFF2-40B4-BE49-F238E27FC236}">
                <ns2:creationId id="{1294A0D5-CA7B-F011-7D7D-69668A207AFE}"/>
              </a:ext>
            </a:extLst>
          </p:cNvPr>
          <p:cNvCxnSpPr>
            <a:cxnSpLocks/>
          </p:cNvCxnSpPr>
          <p:nvPr/>
        </p:nvCxnSpPr>
        <p:spPr>
          <a:xfrm>
            <a:off x="5006206" y="4671104"/>
            <a:ext cx="179572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1" name="楕円 1010">
            <a:extLst>
              <a:ext uri="{FF2B5EF4-FFF2-40B4-BE49-F238E27FC236}">
                <ns2:creationId id="{E8A421EA-1AF0-5B41-0497-38DF0EFA19EE}"/>
              </a:ext>
            </a:extLst>
          </p:cNvPr>
          <p:cNvSpPr>
            <a:spLocks noChangeAspect="1"/>
          </p:cNvSpPr>
          <p:nvPr/>
        </p:nvSpPr>
        <p:spPr>
          <a:xfrm>
            <a:off x="8628132" y="3863009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2" name="楕円 1011">
            <a:extLst>
              <a:ext uri="{FF2B5EF4-FFF2-40B4-BE49-F238E27FC236}">
                <ns2:creationId id="{EF3286F9-1513-EEF8-7390-7FB28A0C55A0}"/>
              </a:ext>
            </a:extLst>
          </p:cNvPr>
          <p:cNvSpPr>
            <a:spLocks noChangeAspect="1"/>
          </p:cNvSpPr>
          <p:nvPr/>
        </p:nvSpPr>
        <p:spPr>
          <a:xfrm>
            <a:off x="8628132" y="4180316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3" name="楕円 1012">
            <a:extLst>
              <a:ext uri="{FF2B5EF4-FFF2-40B4-BE49-F238E27FC236}">
                <ns2:creationId id="{2DC5CF44-78EB-20D8-BF44-C7F6903F63AF}"/>
              </a:ext>
            </a:extLst>
          </p:cNvPr>
          <p:cNvSpPr>
            <a:spLocks noChangeAspect="1"/>
          </p:cNvSpPr>
          <p:nvPr/>
        </p:nvSpPr>
        <p:spPr>
          <a:xfrm>
            <a:off x="8628132" y="4624644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14" name="直線矢印コネクタ 1013">
            <a:extLst>
              <a:ext uri="{FF2B5EF4-FFF2-40B4-BE49-F238E27FC236}">
                <ns2:creationId id="{3686E75C-E3E2-0823-8A1D-492EC433FFCA}"/>
              </a:ext>
            </a:extLst>
          </p:cNvPr>
          <p:cNvCxnSpPr>
            <a:cxnSpLocks/>
          </p:cNvCxnSpPr>
          <p:nvPr/>
        </p:nvCxnSpPr>
        <p:spPr>
          <a:xfrm>
            <a:off x="8449463" y="3907552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5" name="直線矢印コネクタ 1014">
            <a:extLst>
              <a:ext uri="{FF2B5EF4-FFF2-40B4-BE49-F238E27FC236}">
                <ns2:creationId id="{17F82D5A-6CB2-E91A-FBCF-6131164B36AF}"/>
              </a:ext>
            </a:extLst>
          </p:cNvPr>
          <p:cNvCxnSpPr>
            <a:cxnSpLocks/>
          </p:cNvCxnSpPr>
          <p:nvPr/>
        </p:nvCxnSpPr>
        <p:spPr>
          <a:xfrm>
            <a:off x="8449463" y="4228171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6" name="直線矢印コネクタ 1015">
            <a:extLst>
              <a:ext uri="{FF2B5EF4-FFF2-40B4-BE49-F238E27FC236}">
                <ns2:creationId id="{B5968D08-7E6D-644C-B348-78533182803A}"/>
              </a:ext>
            </a:extLst>
          </p:cNvPr>
          <p:cNvCxnSpPr>
            <a:cxnSpLocks/>
          </p:cNvCxnSpPr>
          <p:nvPr/>
        </p:nvCxnSpPr>
        <p:spPr>
          <a:xfrm>
            <a:off x="8448560" y="4672672"/>
            <a:ext cx="179572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7" name="楕円 1016">
            <a:extLst>
              <a:ext uri="{FF2B5EF4-FFF2-40B4-BE49-F238E27FC236}">
                <ns2:creationId id="{2B0E5427-E227-8F5D-627B-8EABE618B43F}"/>
              </a:ext>
            </a:extLst>
          </p:cNvPr>
          <p:cNvSpPr>
            <a:spLocks noChangeAspect="1"/>
          </p:cNvSpPr>
          <p:nvPr/>
        </p:nvSpPr>
        <p:spPr>
          <a:xfrm>
            <a:off x="10321785" y="3869993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8" name="楕円 1017">
            <a:extLst>
              <a:ext uri="{FF2B5EF4-FFF2-40B4-BE49-F238E27FC236}">
                <ns2:creationId id="{678AFB5D-6261-9123-22B4-F3E0C6186B9E}"/>
              </a:ext>
            </a:extLst>
          </p:cNvPr>
          <p:cNvSpPr>
            <a:spLocks noChangeAspect="1"/>
          </p:cNvSpPr>
          <p:nvPr/>
        </p:nvSpPr>
        <p:spPr>
          <a:xfrm>
            <a:off x="10321785" y="4187300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9" name="楕円 1018">
            <a:extLst>
              <a:ext uri="{FF2B5EF4-FFF2-40B4-BE49-F238E27FC236}">
                <ns2:creationId id="{9494AA07-5C2D-9C22-CD08-4C3310792E86}"/>
              </a:ext>
            </a:extLst>
          </p:cNvPr>
          <p:cNvSpPr>
            <a:spLocks noChangeAspect="1"/>
          </p:cNvSpPr>
          <p:nvPr/>
        </p:nvSpPr>
        <p:spPr>
          <a:xfrm>
            <a:off x="10321785" y="4631628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20" name="直線矢印コネクタ 1019">
            <a:extLst>
              <a:ext uri="{FF2B5EF4-FFF2-40B4-BE49-F238E27FC236}">
                <ns2:creationId id="{EAB36554-1A46-52D9-E3A5-55DF97C70F02}"/>
              </a:ext>
            </a:extLst>
          </p:cNvPr>
          <p:cNvCxnSpPr>
            <a:cxnSpLocks/>
          </p:cNvCxnSpPr>
          <p:nvPr/>
        </p:nvCxnSpPr>
        <p:spPr>
          <a:xfrm>
            <a:off x="10143116" y="3914536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1" name="直線矢印コネクタ 1020">
            <a:extLst>
              <a:ext uri="{FF2B5EF4-FFF2-40B4-BE49-F238E27FC236}">
                <ns2:creationId id="{99D5C5A4-6A34-C7FD-3D8E-7ABAB686B3E9}"/>
              </a:ext>
            </a:extLst>
          </p:cNvPr>
          <p:cNvCxnSpPr>
            <a:cxnSpLocks/>
          </p:cNvCxnSpPr>
          <p:nvPr/>
        </p:nvCxnSpPr>
        <p:spPr>
          <a:xfrm>
            <a:off x="10143116" y="4235155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2" name="直線矢印コネクタ 1021">
            <a:extLst>
              <a:ext uri="{FF2B5EF4-FFF2-40B4-BE49-F238E27FC236}">
                <ns2:creationId id="{EF7E3DD3-FE64-BE6C-6E50-CE97C9F95F31}"/>
              </a:ext>
            </a:extLst>
          </p:cNvPr>
          <p:cNvCxnSpPr>
            <a:cxnSpLocks/>
          </p:cNvCxnSpPr>
          <p:nvPr/>
        </p:nvCxnSpPr>
        <p:spPr>
          <a:xfrm>
            <a:off x="10142213" y="4679656"/>
            <a:ext cx="179572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7" name="グループ化 1026">
            <a:extLst>
              <a:ext uri="{FF2B5EF4-FFF2-40B4-BE49-F238E27FC236}">
                <ns2:creationId id="{E8B5DDD2-8BBA-B456-5C6D-5E9909118F9C}"/>
              </a:ext>
            </a:extLst>
          </p:cNvPr>
          <p:cNvGrpSpPr/>
          <p:nvPr/>
        </p:nvGrpSpPr>
        <p:grpSpPr>
          <a:xfrm>
            <a:off x="9822256" y="2745759"/>
            <a:ext cx="201600" cy="1048436"/>
            <a:chOff x="8247550" y="2896656"/>
            <a:chExt cx="201600" cy="1048436"/>
          </a:xfrm>
        </p:grpSpPr>
        <p:sp>
          <p:nvSpPr>
            <p:cNvPr id="1023" name="正方形/長方形 1022">
              <a:extLst>
                <a:ext uri="{FF2B5EF4-FFF2-40B4-BE49-F238E27FC236}">
                  <ns2:creationId id="{F5D94040-5506-AF47-2D50-08322E48B16C}"/>
                </a:ext>
              </a:extLst>
            </p:cNvPr>
            <p:cNvSpPr/>
            <p:nvPr/>
          </p:nvSpPr>
          <p:spPr>
            <a:xfrm>
              <a:off x="8247550" y="3107744"/>
              <a:ext cx="201600" cy="21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24" name="正方形/長方形 1023">
              <a:extLst>
                <a:ext uri="{FF2B5EF4-FFF2-40B4-BE49-F238E27FC236}">
                  <ns2:creationId id="{28B436C9-9AC1-9F88-EA2A-EB6615105748}"/>
                </a:ext>
              </a:extLst>
            </p:cNvPr>
            <p:cNvSpPr/>
            <p:nvPr/>
          </p:nvSpPr>
          <p:spPr>
            <a:xfrm>
              <a:off x="8247550" y="3549092"/>
              <a:ext cx="201600" cy="39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25" name="正方形/長方形 1024">
              <a:extLst>
                <a:ext uri="{FF2B5EF4-FFF2-40B4-BE49-F238E27FC236}">
                  <ns2:creationId id="{0685BAA4-C679-07D3-69DF-A96F8CB63D32}"/>
                </a:ext>
              </a:extLst>
            </p:cNvPr>
            <p:cNvSpPr/>
            <p:nvPr/>
          </p:nvSpPr>
          <p:spPr>
            <a:xfrm>
              <a:off x="8247550" y="3341780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26" name="正方形/長方形 1025">
              <a:extLst>
                <a:ext uri="{FF2B5EF4-FFF2-40B4-BE49-F238E27FC236}">
                  <ns2:creationId id="{C992A66C-C17D-E31A-EB2F-EF62D0744235}"/>
                </a:ext>
              </a:extLst>
            </p:cNvPr>
            <p:cNvSpPr/>
            <p:nvPr/>
          </p:nvSpPr>
          <p:spPr>
            <a:xfrm>
              <a:off x="8247550" y="2896656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grpSp>
        <p:nvGrpSpPr>
          <p:cNvPr id="1028" name="グループ化 1027">
            <a:extLst>
              <a:ext uri="{FF2B5EF4-FFF2-40B4-BE49-F238E27FC236}">
                <ns2:creationId id="{63CF4E08-C416-C547-C0EB-067BD0EF74EE}"/>
              </a:ext>
            </a:extLst>
          </p:cNvPr>
          <p:cNvGrpSpPr/>
          <p:nvPr/>
        </p:nvGrpSpPr>
        <p:grpSpPr>
          <a:xfrm>
            <a:off x="11096255" y="2750165"/>
            <a:ext cx="201600" cy="1048436"/>
            <a:chOff x="8247550" y="2896656"/>
            <a:chExt cx="201600" cy="1048436"/>
          </a:xfrm>
        </p:grpSpPr>
        <p:sp>
          <p:nvSpPr>
            <p:cNvPr id="1029" name="正方形/長方形 1028">
              <a:extLst>
                <a:ext uri="{FF2B5EF4-FFF2-40B4-BE49-F238E27FC236}">
                  <ns2:creationId id="{BB4B68FD-8C3C-72AE-1A36-6E1904536BD8}"/>
                </a:ext>
              </a:extLst>
            </p:cNvPr>
            <p:cNvSpPr/>
            <p:nvPr/>
          </p:nvSpPr>
          <p:spPr>
            <a:xfrm>
              <a:off x="8247550" y="3107744"/>
              <a:ext cx="201600" cy="21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30" name="正方形/長方形 1029">
              <a:extLst>
                <a:ext uri="{FF2B5EF4-FFF2-40B4-BE49-F238E27FC236}">
                  <ns2:creationId id="{FAD8A049-2865-4A59-3B3D-071D40869252}"/>
                </a:ext>
              </a:extLst>
            </p:cNvPr>
            <p:cNvSpPr/>
            <p:nvPr/>
          </p:nvSpPr>
          <p:spPr>
            <a:xfrm>
              <a:off x="8247550" y="3549092"/>
              <a:ext cx="201600" cy="39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31" name="正方形/長方形 1030">
              <a:extLst>
                <a:ext uri="{FF2B5EF4-FFF2-40B4-BE49-F238E27FC236}">
                  <ns2:creationId id="{D7325FAB-D6D7-441F-729C-02B6F000AB33}"/>
                </a:ext>
              </a:extLst>
            </p:cNvPr>
            <p:cNvSpPr/>
            <p:nvPr/>
          </p:nvSpPr>
          <p:spPr>
            <a:xfrm>
              <a:off x="8247550" y="3341780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32" name="正方形/長方形 1031">
              <a:extLst>
                <a:ext uri="{FF2B5EF4-FFF2-40B4-BE49-F238E27FC236}">
                  <ns2:creationId id="{B8CDC19A-F081-8431-E60C-5FF3FD5474F4}"/>
                </a:ext>
              </a:extLst>
            </p:cNvPr>
            <p:cNvSpPr/>
            <p:nvPr/>
          </p:nvSpPr>
          <p:spPr>
            <a:xfrm>
              <a:off x="8247550" y="2896656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1033" name="楕円 1032">
            <a:extLst>
              <a:ext uri="{FF2B5EF4-FFF2-40B4-BE49-F238E27FC236}">
                <ns2:creationId id="{F7308B0F-AA68-8792-BF24-DF41DB6CE5B8}"/>
              </a:ext>
            </a:extLst>
          </p:cNvPr>
          <p:cNvSpPr>
            <a:spLocks noChangeAspect="1"/>
          </p:cNvSpPr>
          <p:nvPr/>
        </p:nvSpPr>
        <p:spPr>
          <a:xfrm>
            <a:off x="8326279" y="2785753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4" name="楕円 1033">
            <a:extLst>
              <a:ext uri="{FF2B5EF4-FFF2-40B4-BE49-F238E27FC236}">
                <ns2:creationId id="{F50E1290-78B9-7853-3D69-4CA0F0483400}"/>
              </a:ext>
            </a:extLst>
          </p:cNvPr>
          <p:cNvSpPr>
            <a:spLocks noChangeAspect="1"/>
          </p:cNvSpPr>
          <p:nvPr/>
        </p:nvSpPr>
        <p:spPr>
          <a:xfrm>
            <a:off x="8326279" y="3105375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5" name="楕円 1034">
            <a:extLst>
              <a:ext uri="{FF2B5EF4-FFF2-40B4-BE49-F238E27FC236}">
                <ns2:creationId id="{2758CE6C-C715-40C3-69F0-5BD9A1B0EF23}"/>
              </a:ext>
            </a:extLst>
          </p:cNvPr>
          <p:cNvSpPr>
            <a:spLocks noChangeAspect="1"/>
          </p:cNvSpPr>
          <p:nvPr/>
        </p:nvSpPr>
        <p:spPr>
          <a:xfrm>
            <a:off x="10037461" y="3546058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6" name="楕円 1035">
            <a:extLst>
              <a:ext uri="{FF2B5EF4-FFF2-40B4-BE49-F238E27FC236}">
                <ns2:creationId id="{1B426850-D1EA-C77A-2D53-1134545F500C}"/>
              </a:ext>
            </a:extLst>
          </p:cNvPr>
          <p:cNvSpPr>
            <a:spLocks noChangeAspect="1"/>
          </p:cNvSpPr>
          <p:nvPr/>
        </p:nvSpPr>
        <p:spPr>
          <a:xfrm>
            <a:off x="10038278" y="279746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7" name="楕円 1036">
            <a:extLst>
              <a:ext uri="{FF2B5EF4-FFF2-40B4-BE49-F238E27FC236}">
                <ns2:creationId id="{FCCF654C-261B-A2F0-F33A-4A578693CB06}"/>
              </a:ext>
            </a:extLst>
          </p:cNvPr>
          <p:cNvSpPr>
            <a:spLocks noChangeAspect="1"/>
          </p:cNvSpPr>
          <p:nvPr/>
        </p:nvSpPr>
        <p:spPr>
          <a:xfrm>
            <a:off x="10038278" y="3117082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8" name="楕円 1037">
            <a:extLst>
              <a:ext uri="{FF2B5EF4-FFF2-40B4-BE49-F238E27FC236}">
                <ns2:creationId id="{5561EA6D-1BA5-764C-E3CE-E3F676BF2EF4}"/>
              </a:ext>
            </a:extLst>
          </p:cNvPr>
          <p:cNvSpPr>
            <a:spLocks noChangeAspect="1"/>
          </p:cNvSpPr>
          <p:nvPr/>
        </p:nvSpPr>
        <p:spPr>
          <a:xfrm>
            <a:off x="11310908" y="3545445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9" name="楕円 1038">
            <a:extLst>
              <a:ext uri="{FF2B5EF4-FFF2-40B4-BE49-F238E27FC236}">
                <ns2:creationId id="{DE06D7E3-CD57-110F-2B12-906A9905CA55}"/>
              </a:ext>
            </a:extLst>
          </p:cNvPr>
          <p:cNvSpPr>
            <a:spLocks noChangeAspect="1"/>
          </p:cNvSpPr>
          <p:nvPr/>
        </p:nvSpPr>
        <p:spPr>
          <a:xfrm>
            <a:off x="11311725" y="2796847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0" name="楕円 1039">
            <a:extLst>
              <a:ext uri="{FF2B5EF4-FFF2-40B4-BE49-F238E27FC236}">
                <ns2:creationId id="{6D3F9705-D079-E952-C19D-2FE9BB307488}"/>
              </a:ext>
            </a:extLst>
          </p:cNvPr>
          <p:cNvSpPr>
            <a:spLocks noChangeAspect="1"/>
          </p:cNvSpPr>
          <p:nvPr/>
        </p:nvSpPr>
        <p:spPr>
          <a:xfrm>
            <a:off x="11311725" y="3116469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1" name="星: 5 pt 1040">
            <a:extLst>
              <a:ext uri="{FF2B5EF4-FFF2-40B4-BE49-F238E27FC236}">
                <ns2:creationId id="{BADE9214-41B8-A99F-7AAC-70B8106091E3}"/>
              </a:ext>
            </a:extLst>
          </p:cNvPr>
          <p:cNvSpPr>
            <a:spLocks noChangeAspect="1"/>
          </p:cNvSpPr>
          <p:nvPr/>
        </p:nvSpPr>
        <p:spPr>
          <a:xfrm>
            <a:off x="11599145" y="2796847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2" name="星: 5 pt 1041">
            <a:extLst>
              <a:ext uri="{FF2B5EF4-FFF2-40B4-BE49-F238E27FC236}">
                <ns2:creationId id="{241400AF-11C4-B243-F7EF-850438EA2B5F}"/>
              </a:ext>
            </a:extLst>
          </p:cNvPr>
          <p:cNvSpPr>
            <a:spLocks noChangeAspect="1"/>
          </p:cNvSpPr>
          <p:nvPr/>
        </p:nvSpPr>
        <p:spPr>
          <a:xfrm>
            <a:off x="11599145" y="3116469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3" name="星: 5 pt 1042">
            <a:extLst>
              <a:ext uri="{FF2B5EF4-FFF2-40B4-BE49-F238E27FC236}">
                <ns2:creationId id="{E86BB445-2D12-CAD9-AD6F-5BD5D07105DE}"/>
              </a:ext>
            </a:extLst>
          </p:cNvPr>
          <p:cNvSpPr>
            <a:spLocks noChangeAspect="1"/>
          </p:cNvSpPr>
          <p:nvPr/>
        </p:nvSpPr>
        <p:spPr>
          <a:xfrm>
            <a:off x="11599145" y="3545445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44" name="直線矢印コネクタ 1043">
            <a:extLst>
              <a:ext uri="{FF2B5EF4-FFF2-40B4-BE49-F238E27FC236}">
                <ns2:creationId id="{D177F96A-95F5-E723-3CB1-BE3366F4A953}"/>
              </a:ext>
            </a:extLst>
          </p:cNvPr>
          <p:cNvCxnSpPr>
            <a:cxnSpLocks/>
          </p:cNvCxnSpPr>
          <p:nvPr/>
        </p:nvCxnSpPr>
        <p:spPr>
          <a:xfrm>
            <a:off x="11422802" y="2841056"/>
            <a:ext cx="158123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直線矢印コネクタ 1052">
            <a:extLst>
              <a:ext uri="{FF2B5EF4-FFF2-40B4-BE49-F238E27FC236}">
                <ns2:creationId id="{992065BE-8F29-BBC1-F4BE-ED97D6DE2A0E}"/>
              </a:ext>
            </a:extLst>
          </p:cNvPr>
          <p:cNvCxnSpPr>
            <a:cxnSpLocks/>
          </p:cNvCxnSpPr>
          <p:nvPr/>
        </p:nvCxnSpPr>
        <p:spPr>
          <a:xfrm>
            <a:off x="11423371" y="3165725"/>
            <a:ext cx="158123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直線矢印コネクタ 1053">
            <a:extLst>
              <a:ext uri="{FF2B5EF4-FFF2-40B4-BE49-F238E27FC236}">
                <ns2:creationId id="{F12B046C-1969-0837-A3C9-6B75FB64FB70}"/>
              </a:ext>
            </a:extLst>
          </p:cNvPr>
          <p:cNvCxnSpPr>
            <a:cxnSpLocks/>
          </p:cNvCxnSpPr>
          <p:nvPr/>
        </p:nvCxnSpPr>
        <p:spPr>
          <a:xfrm>
            <a:off x="11422802" y="3594005"/>
            <a:ext cx="158123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5" name="楕円 1054">
            <a:extLst>
              <a:ext uri="{FF2B5EF4-FFF2-40B4-BE49-F238E27FC236}">
                <ns2:creationId id="{A02AF7B3-2594-3C0C-2A2A-9231B06B631E}"/>
              </a:ext>
            </a:extLst>
          </p:cNvPr>
          <p:cNvSpPr>
            <a:spLocks noChangeAspect="1"/>
          </p:cNvSpPr>
          <p:nvPr/>
        </p:nvSpPr>
        <p:spPr>
          <a:xfrm>
            <a:off x="8633302" y="2792668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56" name="直線矢印コネクタ 1055">
            <a:extLst>
              <a:ext uri="{FF2B5EF4-FFF2-40B4-BE49-F238E27FC236}">
                <ns2:creationId id="{5C0292C3-0D2C-EFBD-9B89-6D0082CDB1CF}"/>
              </a:ext>
            </a:extLst>
          </p:cNvPr>
          <p:cNvCxnSpPr>
            <a:cxnSpLocks/>
          </p:cNvCxnSpPr>
          <p:nvPr/>
        </p:nvCxnSpPr>
        <p:spPr>
          <a:xfrm>
            <a:off x="8454633" y="2837211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7" name="楕円 1056">
            <a:extLst>
              <a:ext uri="{FF2B5EF4-FFF2-40B4-BE49-F238E27FC236}">
                <ns2:creationId id="{2B3F2A06-04EC-8515-FDA5-BB05C2A0992E}"/>
              </a:ext>
            </a:extLst>
          </p:cNvPr>
          <p:cNvSpPr>
            <a:spLocks noChangeAspect="1"/>
          </p:cNvSpPr>
          <p:nvPr/>
        </p:nvSpPr>
        <p:spPr>
          <a:xfrm>
            <a:off x="8631998" y="311032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58" name="直線矢印コネクタ 1057">
            <a:extLst>
              <a:ext uri="{FF2B5EF4-FFF2-40B4-BE49-F238E27FC236}">
                <ns2:creationId id="{7D98B101-BDE4-9EDA-FC03-1079680BD73C}"/>
              </a:ext>
            </a:extLst>
          </p:cNvPr>
          <p:cNvCxnSpPr>
            <a:cxnSpLocks/>
          </p:cNvCxnSpPr>
          <p:nvPr/>
        </p:nvCxnSpPr>
        <p:spPr>
          <a:xfrm>
            <a:off x="8453329" y="315486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9" name="楕円 1058">
            <a:extLst>
              <a:ext uri="{FF2B5EF4-FFF2-40B4-BE49-F238E27FC236}">
                <ns2:creationId id="{CC566F21-6587-BA7F-3E39-F8B3BE46DDF5}"/>
              </a:ext>
            </a:extLst>
          </p:cNvPr>
          <p:cNvSpPr>
            <a:spLocks noChangeAspect="1"/>
          </p:cNvSpPr>
          <p:nvPr/>
        </p:nvSpPr>
        <p:spPr>
          <a:xfrm>
            <a:off x="8631998" y="354212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0" name="直線矢印コネクタ 1059">
            <a:extLst>
              <a:ext uri="{FF2B5EF4-FFF2-40B4-BE49-F238E27FC236}">
                <ns2:creationId id="{01FAD7AA-0738-2352-AF23-C605AFC58A53}"/>
              </a:ext>
            </a:extLst>
          </p:cNvPr>
          <p:cNvCxnSpPr>
            <a:cxnSpLocks/>
          </p:cNvCxnSpPr>
          <p:nvPr/>
        </p:nvCxnSpPr>
        <p:spPr>
          <a:xfrm>
            <a:off x="8453329" y="358666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1" name="楕円 1060">
            <a:extLst>
              <a:ext uri="{FF2B5EF4-FFF2-40B4-BE49-F238E27FC236}">
                <ns2:creationId id="{4D721195-AB05-6EBE-F800-ED04BFA91A2C}"/>
              </a:ext>
            </a:extLst>
          </p:cNvPr>
          <p:cNvSpPr>
            <a:spLocks noChangeAspect="1"/>
          </p:cNvSpPr>
          <p:nvPr/>
        </p:nvSpPr>
        <p:spPr>
          <a:xfrm>
            <a:off x="10330480" y="280134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2" name="直線矢印コネクタ 1061">
            <a:extLst>
              <a:ext uri="{FF2B5EF4-FFF2-40B4-BE49-F238E27FC236}">
                <ns2:creationId id="{51CAC830-9179-291F-79B6-707829330962}"/>
              </a:ext>
            </a:extLst>
          </p:cNvPr>
          <p:cNvCxnSpPr>
            <a:cxnSpLocks/>
          </p:cNvCxnSpPr>
          <p:nvPr/>
        </p:nvCxnSpPr>
        <p:spPr>
          <a:xfrm>
            <a:off x="10151811" y="284588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3" name="楕円 1062">
            <a:extLst>
              <a:ext uri="{FF2B5EF4-FFF2-40B4-BE49-F238E27FC236}">
                <ns2:creationId id="{A17C202A-4444-29D1-01C4-55060405C01E}"/>
              </a:ext>
            </a:extLst>
          </p:cNvPr>
          <p:cNvSpPr>
            <a:spLocks noChangeAspect="1"/>
          </p:cNvSpPr>
          <p:nvPr/>
        </p:nvSpPr>
        <p:spPr>
          <a:xfrm>
            <a:off x="10331783" y="312519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4" name="直線矢印コネクタ 1063">
            <a:extLst>
              <a:ext uri="{FF2B5EF4-FFF2-40B4-BE49-F238E27FC236}">
                <ns2:creationId id="{7CFDEBB6-50F6-C7DA-7028-D4543C3CEEB9}"/>
              </a:ext>
            </a:extLst>
          </p:cNvPr>
          <p:cNvCxnSpPr>
            <a:cxnSpLocks/>
          </p:cNvCxnSpPr>
          <p:nvPr/>
        </p:nvCxnSpPr>
        <p:spPr>
          <a:xfrm>
            <a:off x="10153114" y="316973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5" name="楕円 1064">
            <a:extLst>
              <a:ext uri="{FF2B5EF4-FFF2-40B4-BE49-F238E27FC236}">
                <ns2:creationId id="{254E028E-2473-75D4-8ED5-FD812C652C7F}"/>
              </a:ext>
            </a:extLst>
          </p:cNvPr>
          <p:cNvSpPr>
            <a:spLocks noChangeAspect="1"/>
          </p:cNvSpPr>
          <p:nvPr/>
        </p:nvSpPr>
        <p:spPr>
          <a:xfrm>
            <a:off x="10316510" y="355699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6" name="直線矢印コネクタ 1065">
            <a:extLst>
              <a:ext uri="{FF2B5EF4-FFF2-40B4-BE49-F238E27FC236}">
                <ns2:creationId id="{E2F5F8A7-F97B-37B2-2C8B-527EC772A2DF}"/>
              </a:ext>
            </a:extLst>
          </p:cNvPr>
          <p:cNvCxnSpPr>
            <a:cxnSpLocks/>
          </p:cNvCxnSpPr>
          <p:nvPr/>
        </p:nvCxnSpPr>
        <p:spPr>
          <a:xfrm>
            <a:off x="10137841" y="360153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7" name="正方形/長方形 1066">
            <a:extLst>
              <a:ext uri="{FF2B5EF4-FFF2-40B4-BE49-F238E27FC236}">
                <ns2:creationId id="{DF295F5E-5C9A-00B0-0D49-9E3D8410C753}"/>
              </a:ext>
            </a:extLst>
          </p:cNvPr>
          <p:cNvSpPr/>
          <p:nvPr/>
        </p:nvSpPr>
        <p:spPr>
          <a:xfrm>
            <a:off x="11743983" y="2768795"/>
            <a:ext cx="284376" cy="158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68" name="正方形/長方形 1067">
            <a:extLst>
              <a:ext uri="{FF2B5EF4-FFF2-40B4-BE49-F238E27FC236}">
                <ns2:creationId id="{7343CB60-30EB-65EB-CCEC-68A3880C24F4}"/>
              </a:ext>
            </a:extLst>
          </p:cNvPr>
          <p:cNvSpPr>
            <a:spLocks noChangeAspect="1"/>
          </p:cNvSpPr>
          <p:nvPr/>
        </p:nvSpPr>
        <p:spPr>
          <a:xfrm>
            <a:off x="3898588" y="6191658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69" name="正方形/長方形 1068">
            <a:extLst>
              <a:ext uri="{FF2B5EF4-FFF2-40B4-BE49-F238E27FC236}">
                <ns2:creationId id="{DFF37A75-4BE3-2D9B-D33A-46395BF14E42}"/>
              </a:ext>
            </a:extLst>
          </p:cNvPr>
          <p:cNvSpPr>
            <a:spLocks noChangeAspect="1"/>
          </p:cNvSpPr>
          <p:nvPr/>
        </p:nvSpPr>
        <p:spPr>
          <a:xfrm>
            <a:off x="9032293" y="6214518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70" name="正方形/長方形 1069">
            <a:extLst>
              <a:ext uri="{FF2B5EF4-FFF2-40B4-BE49-F238E27FC236}">
                <ns2:creationId id="{FDB9188C-E64D-8F52-7BFC-B372F4A93C9F}"/>
              </a:ext>
            </a:extLst>
          </p:cNvPr>
          <p:cNvSpPr/>
          <p:nvPr/>
        </p:nvSpPr>
        <p:spPr>
          <a:xfrm>
            <a:off x="9162319" y="6183759"/>
            <a:ext cx="914357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" name="正方形/長方形 8">
            <a:extLst>
              <a:ext uri="{FF2B5EF4-FFF2-40B4-BE49-F238E27FC236}">
                <ns2:creationId id="{07C03986-295F-75D0-340B-E14C51E69176}"/>
              </a:ext>
            </a:extLst>
          </p:cNvPr>
          <p:cNvSpPr/>
          <p:nvPr/>
        </p:nvSpPr>
        <p:spPr>
          <a:xfrm>
            <a:off x="2070530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1" name="正方形/長方形 10">
            <a:extLst>
              <a:ext uri="{FF2B5EF4-FFF2-40B4-BE49-F238E27FC236}">
                <ns2:creationId id="{259CD7A2-C840-1E05-F5CA-31EC35D10408}"/>
              </a:ext>
            </a:extLst>
          </p:cNvPr>
          <p:cNvSpPr/>
          <p:nvPr/>
        </p:nvSpPr>
        <p:spPr>
          <a:xfrm>
            <a:off x="3821202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5" name="正方形/長方形 14">
            <a:extLst>
              <a:ext uri="{FF2B5EF4-FFF2-40B4-BE49-F238E27FC236}">
                <ns2:creationId id="{4709BD51-DB88-E4E0-B36E-8328262C93CE}"/>
              </a:ext>
            </a:extLst>
          </p:cNvPr>
          <p:cNvSpPr/>
          <p:nvPr/>
        </p:nvSpPr>
        <p:spPr>
          <a:xfrm>
            <a:off x="5482867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676E12C1-ABD1-B5E2-8E3F-3B9C92433045}"/>
              </a:ext>
            </a:extLst>
          </p:cNvPr>
          <p:cNvSpPr/>
          <p:nvPr/>
        </p:nvSpPr>
        <p:spPr>
          <a:xfrm>
            <a:off x="7229079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6" name="正方形/長方形 65">
            <a:extLst>
              <a:ext uri="{FF2B5EF4-FFF2-40B4-BE49-F238E27FC236}">
                <ns2:creationId id="{1358DB52-04DD-4A48-268B-6A1E0939916E}"/>
              </a:ext>
            </a:extLst>
          </p:cNvPr>
          <p:cNvSpPr/>
          <p:nvPr/>
        </p:nvSpPr>
        <p:spPr>
          <a:xfrm>
            <a:off x="8879753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7" name="正方形/長方形 66">
            <a:extLst>
              <a:ext uri="{FF2B5EF4-FFF2-40B4-BE49-F238E27FC236}">
                <ns2:creationId id="{F4BE0A94-3758-F5E0-9FBF-DEE7C0E6DE9E}"/>
              </a:ext>
            </a:extLst>
          </p:cNvPr>
          <p:cNvSpPr/>
          <p:nvPr/>
        </p:nvSpPr>
        <p:spPr>
          <a:xfrm>
            <a:off x="10593128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68" name="直線コネクタ 67">
            <a:extLst>
              <a:ext uri="{FF2B5EF4-FFF2-40B4-BE49-F238E27FC236}">
                <ns2:creationId id="{960E6576-4640-5E0E-947A-90F0D502D8E5}"/>
              </a:ext>
            </a:extLst>
          </p:cNvPr>
          <p:cNvCxnSpPr>
            <a:cxnSpLocks/>
          </p:cNvCxnSpPr>
          <p:nvPr/>
        </p:nvCxnSpPr>
        <p:spPr>
          <a:xfrm>
            <a:off x="2929885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正方形/長方形 68">
            <a:extLst>
              <a:ext uri="{FF2B5EF4-FFF2-40B4-BE49-F238E27FC236}">
                <ns2:creationId id="{775F8BDC-F1E3-7854-B4BA-CD9CC4142CF9}"/>
              </a:ext>
            </a:extLst>
          </p:cNvPr>
          <p:cNvSpPr/>
          <p:nvPr/>
        </p:nvSpPr>
        <p:spPr>
          <a:xfrm>
            <a:off x="2951223" y="5098102"/>
            <a:ext cx="493235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0" name="直線コネクタ 69">
            <a:extLst>
              <a:ext uri="{FF2B5EF4-FFF2-40B4-BE49-F238E27FC236}">
                <ns2:creationId id="{7EF15B12-AEE9-74D0-E9FB-7409E4E2EF8E}"/>
              </a:ext>
            </a:extLst>
          </p:cNvPr>
          <p:cNvCxnSpPr>
            <a:cxnSpLocks/>
          </p:cNvCxnSpPr>
          <p:nvPr/>
        </p:nvCxnSpPr>
        <p:spPr>
          <a:xfrm>
            <a:off x="6361828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正方形/長方形 70">
            <a:extLst>
              <a:ext uri="{FF2B5EF4-FFF2-40B4-BE49-F238E27FC236}">
                <ns2:creationId id="{0FF980AC-1890-D10B-1800-A9591A0AF84D}"/>
              </a:ext>
            </a:extLst>
          </p:cNvPr>
          <p:cNvSpPr/>
          <p:nvPr/>
        </p:nvSpPr>
        <p:spPr>
          <a:xfrm>
            <a:off x="6308365" y="5098102"/>
            <a:ext cx="638118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2" name="直線コネクタ 81">
            <a:extLst>
              <a:ext uri="{FF2B5EF4-FFF2-40B4-BE49-F238E27FC236}">
                <ns2:creationId id="{4671B44E-CE47-1214-51F9-96D490CD8534}"/>
              </a:ext>
            </a:extLst>
          </p:cNvPr>
          <p:cNvCxnSpPr>
            <a:cxnSpLocks/>
          </p:cNvCxnSpPr>
          <p:nvPr/>
        </p:nvCxnSpPr>
        <p:spPr>
          <a:xfrm>
            <a:off x="8064140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正方形/長方形 85">
            <a:extLst>
              <a:ext uri="{FF2B5EF4-FFF2-40B4-BE49-F238E27FC236}">
                <ns2:creationId id="{515BD6A9-436B-CB00-26F0-A2F524B6BE98}"/>
              </a:ext>
            </a:extLst>
          </p:cNvPr>
          <p:cNvSpPr/>
          <p:nvPr/>
        </p:nvSpPr>
        <p:spPr>
          <a:xfrm>
            <a:off x="8023085" y="5098102"/>
            <a:ext cx="613302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" name="直線コネクタ 87">
            <a:extLst>
              <a:ext uri="{FF2B5EF4-FFF2-40B4-BE49-F238E27FC236}">
                <ns2:creationId id="{A21A3228-B23B-38BE-58F3-BE9347455D18}"/>
              </a:ext>
            </a:extLst>
          </p:cNvPr>
          <p:cNvCxnSpPr>
            <a:cxnSpLocks/>
          </p:cNvCxnSpPr>
          <p:nvPr/>
        </p:nvCxnSpPr>
        <p:spPr>
          <a:xfrm>
            <a:off x="9784297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正方形/長方形 88">
            <a:extLst>
              <a:ext uri="{FF2B5EF4-FFF2-40B4-BE49-F238E27FC236}">
                <ns2:creationId id="{00CDC2E9-FCA2-6508-C363-58435B575A3D}"/>
              </a:ext>
            </a:extLst>
          </p:cNvPr>
          <p:cNvSpPr/>
          <p:nvPr/>
        </p:nvSpPr>
        <p:spPr>
          <a:xfrm>
            <a:off x="9717037" y="5098102"/>
            <a:ext cx="645392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2" name="直線コネクタ 91">
            <a:extLst>
              <a:ext uri="{FF2B5EF4-FFF2-40B4-BE49-F238E27FC236}">
                <ns2:creationId id="{F7F547D0-7B8B-07FA-534E-9B3698B11D30}"/>
              </a:ext>
            </a:extLst>
          </p:cNvPr>
          <p:cNvCxnSpPr>
            <a:cxnSpLocks/>
          </p:cNvCxnSpPr>
          <p:nvPr/>
        </p:nvCxnSpPr>
        <p:spPr>
          <a:xfrm>
            <a:off x="11487912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ns2:creationId id="{29C5DA6A-15BD-55BC-A205-6DE243469ED9}"/>
              </a:ext>
            </a:extLst>
          </p:cNvPr>
          <p:cNvSpPr/>
          <p:nvPr/>
        </p:nvSpPr>
        <p:spPr>
          <a:xfrm>
            <a:off x="11493996" y="5098102"/>
            <a:ext cx="498704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202" name="直線コネクタ 201">
            <a:extLst>
              <a:ext uri="{FF2B5EF4-FFF2-40B4-BE49-F238E27FC236}">
                <ns2:creationId id="{8C9CA5DE-5D48-A0FB-8C50-C43191385BC4}"/>
              </a:ext>
            </a:extLst>
          </p:cNvPr>
          <p:cNvCxnSpPr>
            <a:cxnSpLocks/>
          </p:cNvCxnSpPr>
          <p:nvPr/>
        </p:nvCxnSpPr>
        <p:spPr>
          <a:xfrm>
            <a:off x="4639806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正方形/長方形 202">
            <a:extLst>
              <a:ext uri="{FF2B5EF4-FFF2-40B4-BE49-F238E27FC236}">
                <ns2:creationId id="{9A24A0E9-5E92-12E7-79C7-7F69C528F390}"/>
              </a:ext>
            </a:extLst>
          </p:cNvPr>
          <p:cNvSpPr/>
          <p:nvPr/>
        </p:nvSpPr>
        <p:spPr>
          <a:xfrm>
            <a:off x="4654520" y="5098102"/>
            <a:ext cx="529209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3:creationId val="1839158899"/>
      </p:ext>
    </p:extLst>
  </p:cSld>
  <p:clrMapOvr>
    <a:masterClrMapping/>
  </p:clrMapOvr>
</p:sld>
</file>

<file path=ppt/slides/slide8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1A9D8FA2-E740-B324-ADBE-6D2BF1EFD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CA9926D-7748-0320-2F3E-4FA8E586C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633993" cy="914400"/>
          </a:xfrm>
        </p:spPr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16" name="正方形/長方形 15">
            <a:extLst>
              <a:ext uri="{FF2B5EF4-FFF2-40B4-BE49-F238E27FC236}">
                <ns2:creationId id="{3338850B-E38A-C341-2E99-814DB45BAA68}"/>
              </a:ext>
            </a:extLst>
          </p:cNvPr>
          <p:cNvSpPr/>
          <p:nvPr/>
        </p:nvSpPr>
        <p:spPr>
          <a:xfrm>
            <a:off x="1609728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26DBF0BE-6E40-8825-AC91-39CF0FDDE9C3}"/>
              </a:ext>
            </a:extLst>
          </p:cNvPr>
          <p:cNvSpPr/>
          <p:nvPr/>
        </p:nvSpPr>
        <p:spPr>
          <a:xfrm>
            <a:off x="5032269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ns2:creationId id="{F0363DB8-7256-3080-3AEA-1477D0EB0C4C}"/>
              </a:ext>
            </a:extLst>
          </p:cNvPr>
          <p:cNvSpPr/>
          <p:nvPr/>
        </p:nvSpPr>
        <p:spPr>
          <a:xfrm>
            <a:off x="6743451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ns2:creationId id="{D3A4BBA2-A76C-5DB8-BDDD-97E616A89598}"/>
              </a:ext>
            </a:extLst>
          </p:cNvPr>
          <p:cNvSpPr/>
          <p:nvPr/>
        </p:nvSpPr>
        <p:spPr>
          <a:xfrm>
            <a:off x="8454633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5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E36FE62D-333C-E32D-A4FE-0508FDC7E3AF}"/>
              </a:ext>
            </a:extLst>
          </p:cNvPr>
          <p:cNvSpPr/>
          <p:nvPr/>
        </p:nvSpPr>
        <p:spPr>
          <a:xfrm>
            <a:off x="3321088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ns2:creationId id="{3E5265A2-C67D-1C49-24C1-C781FEED786B}"/>
              </a:ext>
            </a:extLst>
          </p:cNvPr>
          <p:cNvSpPr/>
          <p:nvPr/>
        </p:nvSpPr>
        <p:spPr>
          <a:xfrm>
            <a:off x="1609906" y="1150070"/>
            <a:ext cx="1690828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ns2:creationId id="{C5D368EC-CF8B-2C26-64A8-453E02E6A0BA}"/>
              </a:ext>
            </a:extLst>
          </p:cNvPr>
          <p:cNvSpPr/>
          <p:nvPr/>
        </p:nvSpPr>
        <p:spPr>
          <a:xfrm>
            <a:off x="2037537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807983B5-5CF7-4221-1954-7BA5B963630E}"/>
              </a:ext>
            </a:extLst>
          </p:cNvPr>
          <p:cNvSpPr/>
          <p:nvPr/>
        </p:nvSpPr>
        <p:spPr>
          <a:xfrm>
            <a:off x="246534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ns2:creationId id="{F10D4BA7-B23D-E8E1-F69C-9B8E3436B0D0}"/>
              </a:ext>
            </a:extLst>
          </p:cNvPr>
          <p:cNvSpPr/>
          <p:nvPr/>
        </p:nvSpPr>
        <p:spPr>
          <a:xfrm>
            <a:off x="289315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ns2:creationId id="{ABA48E1F-06BF-732C-4C9A-BAEAACDADAE7}"/>
              </a:ext>
            </a:extLst>
          </p:cNvPr>
          <p:cNvSpPr/>
          <p:nvPr/>
        </p:nvSpPr>
        <p:spPr>
          <a:xfrm>
            <a:off x="3320964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ns2:creationId id="{CB6B43AD-4F0D-6E7F-D500-5FF713437089}"/>
              </a:ext>
            </a:extLst>
          </p:cNvPr>
          <p:cNvSpPr/>
          <p:nvPr/>
        </p:nvSpPr>
        <p:spPr>
          <a:xfrm>
            <a:off x="3748772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D240A563-1AF0-2F3E-878D-A4E044E19C68}"/>
              </a:ext>
            </a:extLst>
          </p:cNvPr>
          <p:cNvSpPr/>
          <p:nvPr/>
        </p:nvSpPr>
        <p:spPr>
          <a:xfrm>
            <a:off x="4176581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A6F27AAE-CFA3-9382-ADE3-DBF3A0A8CF6B}"/>
              </a:ext>
            </a:extLst>
          </p:cNvPr>
          <p:cNvSpPr/>
          <p:nvPr/>
        </p:nvSpPr>
        <p:spPr>
          <a:xfrm>
            <a:off x="4604390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925A64F6-EF28-0E37-D2D8-327792CFA4F9}"/>
              </a:ext>
            </a:extLst>
          </p:cNvPr>
          <p:cNvSpPr/>
          <p:nvPr/>
        </p:nvSpPr>
        <p:spPr>
          <a:xfrm>
            <a:off x="5032199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025215A8-9119-523A-BE02-F9E1CBA2E2E0}"/>
              </a:ext>
            </a:extLst>
          </p:cNvPr>
          <p:cNvSpPr/>
          <p:nvPr/>
        </p:nvSpPr>
        <p:spPr>
          <a:xfrm>
            <a:off x="5460007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ns2:creationId id="{0F38857F-DCE1-59AF-0136-B90E8A59CA9C}"/>
              </a:ext>
            </a:extLst>
          </p:cNvPr>
          <p:cNvSpPr/>
          <p:nvPr/>
        </p:nvSpPr>
        <p:spPr>
          <a:xfrm>
            <a:off x="5887816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ns2:creationId id="{FA2BC98B-FD34-7B25-C2EE-8FDA164EC6A0}"/>
              </a:ext>
            </a:extLst>
          </p:cNvPr>
          <p:cNvSpPr/>
          <p:nvPr/>
        </p:nvSpPr>
        <p:spPr>
          <a:xfrm>
            <a:off x="631562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" name="正方形/長方形 53">
            <a:extLst>
              <a:ext uri="{FF2B5EF4-FFF2-40B4-BE49-F238E27FC236}">
                <ns2:creationId id="{7CD94BE9-E516-F67B-8BCC-F2F333788DD0}"/>
              </a:ext>
            </a:extLst>
          </p:cNvPr>
          <p:cNvSpPr/>
          <p:nvPr/>
        </p:nvSpPr>
        <p:spPr>
          <a:xfrm>
            <a:off x="6743433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18B7F645-B25A-71CC-6940-C6CC00582AE9}"/>
              </a:ext>
            </a:extLst>
          </p:cNvPr>
          <p:cNvSpPr/>
          <p:nvPr/>
        </p:nvSpPr>
        <p:spPr>
          <a:xfrm>
            <a:off x="7171242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ns2:creationId id="{D22F53F1-AF3B-B2AF-0AA1-25EA14F1EAE5}"/>
              </a:ext>
            </a:extLst>
          </p:cNvPr>
          <p:cNvSpPr/>
          <p:nvPr/>
        </p:nvSpPr>
        <p:spPr>
          <a:xfrm>
            <a:off x="7599051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ns2:creationId id="{761BD0EB-9910-0178-7BAA-5203D137FDBC}"/>
              </a:ext>
            </a:extLst>
          </p:cNvPr>
          <p:cNvSpPr/>
          <p:nvPr/>
        </p:nvSpPr>
        <p:spPr>
          <a:xfrm>
            <a:off x="8026859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ns2:creationId id="{FBC7778B-C644-F661-514A-32833CD4D7BB}"/>
              </a:ext>
            </a:extLst>
          </p:cNvPr>
          <p:cNvSpPr/>
          <p:nvPr/>
        </p:nvSpPr>
        <p:spPr>
          <a:xfrm>
            <a:off x="8454668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ns2:creationId id="{D8031249-E321-4243-53A5-5CF37F7702BB}"/>
              </a:ext>
            </a:extLst>
          </p:cNvPr>
          <p:cNvSpPr/>
          <p:nvPr/>
        </p:nvSpPr>
        <p:spPr>
          <a:xfrm>
            <a:off x="8882477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ns2:creationId id="{316E3178-808F-CDFB-E74C-1DACD6559323}"/>
              </a:ext>
            </a:extLst>
          </p:cNvPr>
          <p:cNvSpPr/>
          <p:nvPr/>
        </p:nvSpPr>
        <p:spPr>
          <a:xfrm>
            <a:off x="9310285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ns2:creationId id="{B1100434-21C2-8E99-46B1-69BD29642325}"/>
              </a:ext>
            </a:extLst>
          </p:cNvPr>
          <p:cNvSpPr/>
          <p:nvPr/>
        </p:nvSpPr>
        <p:spPr>
          <a:xfrm>
            <a:off x="9738094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ns2:creationId id="{6BFEE323-9CD4-2F23-B933-D8DC8B49E5B2}"/>
              </a:ext>
            </a:extLst>
          </p:cNvPr>
          <p:cNvSpPr/>
          <p:nvPr/>
        </p:nvSpPr>
        <p:spPr>
          <a:xfrm>
            <a:off x="10165814" y="1150070"/>
            <a:ext cx="1691224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ns2:creationId id="{A3832258-0EB7-7C25-645C-63C7C35C9B39}"/>
              </a:ext>
            </a:extLst>
          </p:cNvPr>
          <p:cNvSpPr/>
          <p:nvPr/>
        </p:nvSpPr>
        <p:spPr>
          <a:xfrm>
            <a:off x="10165903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ns2:creationId id="{45AC544D-634E-9C8D-04A9-45360990D294}"/>
              </a:ext>
            </a:extLst>
          </p:cNvPr>
          <p:cNvSpPr/>
          <p:nvPr/>
        </p:nvSpPr>
        <p:spPr>
          <a:xfrm>
            <a:off x="10593711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0F89023E-9D75-B9E3-FFAA-82A8510C6642}"/>
              </a:ext>
            </a:extLst>
          </p:cNvPr>
          <p:cNvSpPr/>
          <p:nvPr/>
        </p:nvSpPr>
        <p:spPr>
          <a:xfrm>
            <a:off x="11021520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ns2:creationId id="{1C368C44-C679-B111-5F6D-85B7380690D9}"/>
              </a:ext>
            </a:extLst>
          </p:cNvPr>
          <p:cNvSpPr/>
          <p:nvPr/>
        </p:nvSpPr>
        <p:spPr>
          <a:xfrm>
            <a:off x="11449329" y="1317968"/>
            <a:ext cx="407632" cy="1542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52F2B83D-2000-B3E8-1641-F0CB2F7F0E48}"/>
              </a:ext>
            </a:extLst>
          </p:cNvPr>
          <p:cNvSpPr/>
          <p:nvPr/>
        </p:nvSpPr>
        <p:spPr>
          <a:xfrm>
            <a:off x="340208" y="1485867"/>
            <a:ext cx="1232949" cy="741074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85A66911-FC48-D9CA-6375-A98FADEC7CAD}"/>
              </a:ext>
            </a:extLst>
          </p:cNvPr>
          <p:cNvSpPr/>
          <p:nvPr/>
        </p:nvSpPr>
        <p:spPr>
          <a:xfrm>
            <a:off x="340208" y="2240561"/>
            <a:ext cx="1232949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06B9471F-7813-6D1C-E332-6BB1583B85DB}"/>
              </a:ext>
            </a:extLst>
          </p:cNvPr>
          <p:cNvSpPr/>
          <p:nvPr/>
        </p:nvSpPr>
        <p:spPr>
          <a:xfrm>
            <a:off x="340208" y="2408459"/>
            <a:ext cx="1232949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55250912-EC11-D527-6EF9-E289110D5F53}"/>
              </a:ext>
            </a:extLst>
          </p:cNvPr>
          <p:cNvSpPr/>
          <p:nvPr/>
        </p:nvSpPr>
        <p:spPr>
          <a:xfrm>
            <a:off x="340208" y="2576357"/>
            <a:ext cx="1232949" cy="154278"/>
          </a:xfrm>
          <a:prstGeom prst="rect">
            <a:avLst/>
          </a:prstGeom>
          <a:solidFill>
            <a:srgbClr val="00953C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D708FAEE-C305-F8C2-0FF4-4A54C2B1FE4C}"/>
              </a:ext>
            </a:extLst>
          </p:cNvPr>
          <p:cNvSpPr/>
          <p:nvPr/>
        </p:nvSpPr>
        <p:spPr>
          <a:xfrm>
            <a:off x="658802" y="2744256"/>
            <a:ext cx="914355" cy="1909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ns2:creationId id="{05A07763-EF48-E830-9B64-B57C12581786}"/>
              </a:ext>
            </a:extLst>
          </p:cNvPr>
          <p:cNvSpPr/>
          <p:nvPr/>
        </p:nvSpPr>
        <p:spPr>
          <a:xfrm>
            <a:off x="658802" y="2948870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90A49C75-618E-8AB8-EBE3-7CB27F21C021}"/>
              </a:ext>
            </a:extLst>
          </p:cNvPr>
          <p:cNvSpPr/>
          <p:nvPr/>
        </p:nvSpPr>
        <p:spPr>
          <a:xfrm>
            <a:off x="658802" y="3383500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5" name="正方形/長方形 24">
            <a:extLst>
              <a:ext uri="{FF2B5EF4-FFF2-40B4-BE49-F238E27FC236}">
                <ns2:creationId id="{25FB7809-8090-0B82-DCED-4FDD607B4C70}"/>
              </a:ext>
            </a:extLst>
          </p:cNvPr>
          <p:cNvSpPr/>
          <p:nvPr/>
        </p:nvSpPr>
        <p:spPr>
          <a:xfrm>
            <a:off x="658802" y="3818130"/>
            <a:ext cx="914355" cy="1909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7" name="正方形/長方形 76">
            <a:extLst>
              <a:ext uri="{FF2B5EF4-FFF2-40B4-BE49-F238E27FC236}">
                <ns2:creationId id="{3FDD621A-AF4C-87DA-259E-E07817264B0B}"/>
              </a:ext>
            </a:extLst>
          </p:cNvPr>
          <p:cNvSpPr/>
          <p:nvPr/>
        </p:nvSpPr>
        <p:spPr>
          <a:xfrm>
            <a:off x="658802" y="4022744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8" name="正方形/長方形 77">
            <a:extLst>
              <a:ext uri="{FF2B5EF4-FFF2-40B4-BE49-F238E27FC236}">
                <ns2:creationId id="{A75CF0C2-EC25-1252-FCC4-8B8D4D8F4D8A}"/>
              </a:ext>
            </a:extLst>
          </p:cNvPr>
          <p:cNvSpPr/>
          <p:nvPr/>
        </p:nvSpPr>
        <p:spPr>
          <a:xfrm>
            <a:off x="658802" y="4457374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F1746179-6F45-C2E2-F0AE-D242D808EEAA}"/>
              </a:ext>
            </a:extLst>
          </p:cNvPr>
          <p:cNvSpPr/>
          <p:nvPr/>
        </p:nvSpPr>
        <p:spPr>
          <a:xfrm>
            <a:off x="1349603" y="1317968"/>
            <a:ext cx="166632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BE710589-45D5-0C25-6048-03B84A49BE50}"/>
              </a:ext>
            </a:extLst>
          </p:cNvPr>
          <p:cNvSpPr/>
          <p:nvPr/>
        </p:nvSpPr>
        <p:spPr>
          <a:xfrm>
            <a:off x="1349603" y="1150070"/>
            <a:ext cx="166632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4" name="直線コネクタ 83">
            <a:extLst>
              <a:ext uri="{FF2B5EF4-FFF2-40B4-BE49-F238E27FC236}">
                <ns2:creationId id="{EEB86947-3E46-3A5B-1067-DA2E40B9BC24}"/>
              </a:ext>
            </a:extLst>
          </p:cNvPr>
          <p:cNvCxnSpPr>
            <a:cxnSpLocks/>
          </p:cNvCxnSpPr>
          <p:nvPr/>
        </p:nvCxnSpPr>
        <p:spPr>
          <a:xfrm>
            <a:off x="1552820" y="1155977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D92FBEE6-E4F0-E710-F751-E8F22A7EB0F7}"/>
              </a:ext>
            </a:extLst>
          </p:cNvPr>
          <p:cNvCxnSpPr>
            <a:cxnSpLocks/>
          </p:cNvCxnSpPr>
          <p:nvPr/>
        </p:nvCxnSpPr>
        <p:spPr>
          <a:xfrm>
            <a:off x="1552820" y="1317968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コネクタ 86">
            <a:extLst>
              <a:ext uri="{FF2B5EF4-FFF2-40B4-BE49-F238E27FC236}">
                <ns2:creationId id="{47E2F028-FB0D-3B58-07AB-90826652C2A5}"/>
              </a:ext>
            </a:extLst>
          </p:cNvPr>
          <p:cNvCxnSpPr>
            <a:cxnSpLocks/>
          </p:cNvCxnSpPr>
          <p:nvPr/>
        </p:nvCxnSpPr>
        <p:spPr>
          <a:xfrm>
            <a:off x="599119" y="3842441"/>
            <a:ext cx="0" cy="1011635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コネクタ 89">
            <a:extLst>
              <a:ext uri="{FF2B5EF4-FFF2-40B4-BE49-F238E27FC236}">
                <ns2:creationId id="{865C4EAA-F3AC-39AE-488E-1F772671A3E0}"/>
              </a:ext>
            </a:extLst>
          </p:cNvPr>
          <p:cNvCxnSpPr>
            <a:cxnSpLocks/>
          </p:cNvCxnSpPr>
          <p:nvPr/>
        </p:nvCxnSpPr>
        <p:spPr>
          <a:xfrm>
            <a:off x="599119" y="2768566"/>
            <a:ext cx="0" cy="1011635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ns2:creationId id="{394A9FE2-2402-EE27-E607-A405AF33D19C}"/>
              </a:ext>
            </a:extLst>
          </p:cNvPr>
          <p:cNvSpPr/>
          <p:nvPr/>
        </p:nvSpPr>
        <p:spPr>
          <a:xfrm>
            <a:off x="658802" y="5077782"/>
            <a:ext cx="914355" cy="1909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" name="正方形/長方形 79">
            <a:extLst>
              <a:ext uri="{FF2B5EF4-FFF2-40B4-BE49-F238E27FC236}">
                <ns2:creationId id="{FABFD79E-48E4-B261-A68C-E76E55EF0171}"/>
              </a:ext>
            </a:extLst>
          </p:cNvPr>
          <p:cNvSpPr/>
          <p:nvPr/>
        </p:nvSpPr>
        <p:spPr>
          <a:xfrm>
            <a:off x="658802" y="5282396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" name="正方形/長方形 80">
            <a:extLst>
              <a:ext uri="{FF2B5EF4-FFF2-40B4-BE49-F238E27FC236}">
                <ns2:creationId id="{BD62056F-B597-8659-F38E-B83753CE97F8}"/>
              </a:ext>
            </a:extLst>
          </p:cNvPr>
          <p:cNvSpPr/>
          <p:nvPr/>
        </p:nvSpPr>
        <p:spPr>
          <a:xfrm>
            <a:off x="658802" y="5717031"/>
            <a:ext cx="914355" cy="4210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1" name="直線コネクタ 90">
            <a:extLst>
              <a:ext uri="{FF2B5EF4-FFF2-40B4-BE49-F238E27FC236}">
                <ns2:creationId id="{4A745DA9-35E5-B737-930C-3FAC6F367489}"/>
              </a:ext>
            </a:extLst>
          </p:cNvPr>
          <p:cNvCxnSpPr>
            <a:cxnSpLocks/>
          </p:cNvCxnSpPr>
          <p:nvPr/>
        </p:nvCxnSpPr>
        <p:spPr>
          <a:xfrm>
            <a:off x="599119" y="5102094"/>
            <a:ext cx="0" cy="1011635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正方形/長方形 95">
            <a:extLst>
              <a:ext uri="{FF2B5EF4-FFF2-40B4-BE49-F238E27FC236}">
                <ns2:creationId id="{E91D5F2E-0E2C-5515-08A8-679A0C3BD2D7}"/>
              </a:ext>
            </a:extLst>
          </p:cNvPr>
          <p:cNvSpPr/>
          <p:nvPr/>
        </p:nvSpPr>
        <p:spPr>
          <a:xfrm>
            <a:off x="317059" y="2744256"/>
            <a:ext cx="266311" cy="10602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953C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7" name="正方形/長方形 96">
            <a:extLst>
              <a:ext uri="{FF2B5EF4-FFF2-40B4-BE49-F238E27FC236}">
                <ns2:creationId id="{869C331C-BB29-8002-EDC0-291E08C109F7}"/>
              </a:ext>
            </a:extLst>
          </p:cNvPr>
          <p:cNvSpPr/>
          <p:nvPr/>
        </p:nvSpPr>
        <p:spPr>
          <a:xfrm>
            <a:off x="317059" y="3818130"/>
            <a:ext cx="266311" cy="10602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953C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8" name="正方形/長方形 97">
            <a:extLst>
              <a:ext uri="{FF2B5EF4-FFF2-40B4-BE49-F238E27FC236}">
                <ns2:creationId id="{30362358-2CD0-7F10-55FB-C0293553795B}"/>
              </a:ext>
            </a:extLst>
          </p:cNvPr>
          <p:cNvSpPr/>
          <p:nvPr/>
        </p:nvSpPr>
        <p:spPr>
          <a:xfrm>
            <a:off x="317059" y="5077784"/>
            <a:ext cx="266311" cy="106025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953C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1" name="正方形/長方形 100">
            <a:extLst>
              <a:ext uri="{FF2B5EF4-FFF2-40B4-BE49-F238E27FC236}">
                <ns2:creationId id="{E2F9CD11-53E8-E839-EE8E-B8DC8FDE9F55}"/>
              </a:ext>
            </a:extLst>
          </p:cNvPr>
          <p:cNvSpPr/>
          <p:nvPr/>
        </p:nvSpPr>
        <p:spPr>
          <a:xfrm>
            <a:off x="1609728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3" name="正方形/長方形 102">
            <a:extLst>
              <a:ext uri="{FF2B5EF4-FFF2-40B4-BE49-F238E27FC236}">
                <ns2:creationId id="{A3659C68-C81A-F403-DE1D-C154EB154D9C}"/>
              </a:ext>
            </a:extLst>
          </p:cNvPr>
          <p:cNvSpPr/>
          <p:nvPr/>
        </p:nvSpPr>
        <p:spPr>
          <a:xfrm>
            <a:off x="246534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" name="正方形/長方形 103">
            <a:extLst>
              <a:ext uri="{FF2B5EF4-FFF2-40B4-BE49-F238E27FC236}">
                <ns2:creationId id="{CA04DAD9-7464-0F3E-9634-420CB43171C4}"/>
              </a:ext>
            </a:extLst>
          </p:cNvPr>
          <p:cNvSpPr/>
          <p:nvPr/>
        </p:nvSpPr>
        <p:spPr>
          <a:xfrm>
            <a:off x="289315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5" name="正方形/長方形 104">
            <a:extLst>
              <a:ext uri="{FF2B5EF4-FFF2-40B4-BE49-F238E27FC236}">
                <ns2:creationId id="{51D1B979-30D1-D2AB-B031-E3AEEBA69757}"/>
              </a:ext>
            </a:extLst>
          </p:cNvPr>
          <p:cNvSpPr/>
          <p:nvPr/>
        </p:nvSpPr>
        <p:spPr>
          <a:xfrm>
            <a:off x="3320964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6" name="正方形/長方形 105">
            <a:extLst>
              <a:ext uri="{FF2B5EF4-FFF2-40B4-BE49-F238E27FC236}">
                <ns2:creationId id="{DC02A662-9BE1-0E6F-5717-7123B35FC2BE}"/>
              </a:ext>
            </a:extLst>
          </p:cNvPr>
          <p:cNvSpPr/>
          <p:nvPr/>
        </p:nvSpPr>
        <p:spPr>
          <a:xfrm>
            <a:off x="3748772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7" name="正方形/長方形 106">
            <a:extLst>
              <a:ext uri="{FF2B5EF4-FFF2-40B4-BE49-F238E27FC236}">
                <ns2:creationId id="{B8D0FFA2-6AD0-6423-28AD-70078C588311}"/>
              </a:ext>
            </a:extLst>
          </p:cNvPr>
          <p:cNvSpPr/>
          <p:nvPr/>
        </p:nvSpPr>
        <p:spPr>
          <a:xfrm>
            <a:off x="4176581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ns2:creationId id="{80A0D7C9-DB86-7EEA-F1D6-809B89B3B214}"/>
              </a:ext>
            </a:extLst>
          </p:cNvPr>
          <p:cNvSpPr/>
          <p:nvPr/>
        </p:nvSpPr>
        <p:spPr>
          <a:xfrm>
            <a:off x="4604390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9" name="正方形/長方形 108">
            <a:extLst>
              <a:ext uri="{FF2B5EF4-FFF2-40B4-BE49-F238E27FC236}">
                <ns2:creationId id="{DFF77C30-1860-7A77-5D7C-C1D2F9900452}"/>
              </a:ext>
            </a:extLst>
          </p:cNvPr>
          <p:cNvSpPr/>
          <p:nvPr/>
        </p:nvSpPr>
        <p:spPr>
          <a:xfrm>
            <a:off x="5032199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10" name="正方形/長方形 109">
            <a:extLst>
              <a:ext uri="{FF2B5EF4-FFF2-40B4-BE49-F238E27FC236}">
                <ns2:creationId id="{12A7A9ED-DD4A-3EF3-3FE9-BB187D4019C2}"/>
              </a:ext>
            </a:extLst>
          </p:cNvPr>
          <p:cNvSpPr/>
          <p:nvPr/>
        </p:nvSpPr>
        <p:spPr>
          <a:xfrm>
            <a:off x="5460007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1" name="正方形/長方形 110">
            <a:extLst>
              <a:ext uri="{FF2B5EF4-FFF2-40B4-BE49-F238E27FC236}">
                <ns2:creationId id="{A3600C27-D1AB-B046-B8CA-5EA25C4E7EFB}"/>
              </a:ext>
            </a:extLst>
          </p:cNvPr>
          <p:cNvSpPr/>
          <p:nvPr/>
        </p:nvSpPr>
        <p:spPr>
          <a:xfrm>
            <a:off x="5887816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ns2:creationId id="{63A9B107-AB95-6D6D-9779-8DC67779D3D8}"/>
              </a:ext>
            </a:extLst>
          </p:cNvPr>
          <p:cNvSpPr/>
          <p:nvPr/>
        </p:nvSpPr>
        <p:spPr>
          <a:xfrm>
            <a:off x="631562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3" name="正方形/長方形 112">
            <a:extLst>
              <a:ext uri="{FF2B5EF4-FFF2-40B4-BE49-F238E27FC236}">
                <ns2:creationId id="{2481993B-59B0-7ECC-662C-40F6C062C026}"/>
              </a:ext>
            </a:extLst>
          </p:cNvPr>
          <p:cNvSpPr/>
          <p:nvPr/>
        </p:nvSpPr>
        <p:spPr>
          <a:xfrm>
            <a:off x="6743433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4" name="正方形/長方形 113">
            <a:extLst>
              <a:ext uri="{FF2B5EF4-FFF2-40B4-BE49-F238E27FC236}">
                <ns2:creationId id="{A1B45B45-2211-1F54-B2E7-5E45F5DB1119}"/>
              </a:ext>
            </a:extLst>
          </p:cNvPr>
          <p:cNvSpPr/>
          <p:nvPr/>
        </p:nvSpPr>
        <p:spPr>
          <a:xfrm>
            <a:off x="7171242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5" name="正方形/長方形 114">
            <a:extLst>
              <a:ext uri="{FF2B5EF4-FFF2-40B4-BE49-F238E27FC236}">
                <ns2:creationId id="{2E37F4B9-F652-6450-F426-8422FC4CD407}"/>
              </a:ext>
            </a:extLst>
          </p:cNvPr>
          <p:cNvSpPr/>
          <p:nvPr/>
        </p:nvSpPr>
        <p:spPr>
          <a:xfrm>
            <a:off x="7599051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6" name="正方形/長方形 115">
            <a:extLst>
              <a:ext uri="{FF2B5EF4-FFF2-40B4-BE49-F238E27FC236}">
                <ns2:creationId id="{EFCA9904-EC4E-2125-CB79-8C33FF410E85}"/>
              </a:ext>
            </a:extLst>
          </p:cNvPr>
          <p:cNvSpPr/>
          <p:nvPr/>
        </p:nvSpPr>
        <p:spPr>
          <a:xfrm>
            <a:off x="8026859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7" name="正方形/長方形 116">
            <a:extLst>
              <a:ext uri="{FF2B5EF4-FFF2-40B4-BE49-F238E27FC236}">
                <ns2:creationId id="{53CCB75F-910D-71E2-0248-F9742EA71C7B}"/>
              </a:ext>
            </a:extLst>
          </p:cNvPr>
          <p:cNvSpPr/>
          <p:nvPr/>
        </p:nvSpPr>
        <p:spPr>
          <a:xfrm>
            <a:off x="8454668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8" name="正方形/長方形 117">
            <a:extLst>
              <a:ext uri="{FF2B5EF4-FFF2-40B4-BE49-F238E27FC236}">
                <ns2:creationId id="{E31725C0-36C0-2BC0-53E1-0AB46F537226}"/>
              </a:ext>
            </a:extLst>
          </p:cNvPr>
          <p:cNvSpPr/>
          <p:nvPr/>
        </p:nvSpPr>
        <p:spPr>
          <a:xfrm>
            <a:off x="8882477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9" name="正方形/長方形 118">
            <a:extLst>
              <a:ext uri="{FF2B5EF4-FFF2-40B4-BE49-F238E27FC236}">
                <ns2:creationId id="{DE547967-943A-62D1-1E9E-A26B2FF6F23F}"/>
              </a:ext>
            </a:extLst>
          </p:cNvPr>
          <p:cNvSpPr/>
          <p:nvPr/>
        </p:nvSpPr>
        <p:spPr>
          <a:xfrm>
            <a:off x="9310285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0" name="正方形/長方形 119">
            <a:extLst>
              <a:ext uri="{FF2B5EF4-FFF2-40B4-BE49-F238E27FC236}">
                <ns2:creationId id="{4CD6F221-BE86-7E09-8117-CB292B37B77F}"/>
              </a:ext>
            </a:extLst>
          </p:cNvPr>
          <p:cNvSpPr/>
          <p:nvPr/>
        </p:nvSpPr>
        <p:spPr>
          <a:xfrm>
            <a:off x="9738094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1" name="正方形/長方形 120">
            <a:extLst>
              <a:ext uri="{FF2B5EF4-FFF2-40B4-BE49-F238E27FC236}">
                <ns2:creationId id="{78C84933-2D3B-B612-C47A-6FB4DADBBACD}"/>
              </a:ext>
            </a:extLst>
          </p:cNvPr>
          <p:cNvSpPr/>
          <p:nvPr/>
        </p:nvSpPr>
        <p:spPr>
          <a:xfrm>
            <a:off x="10165903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2" name="正方形/長方形 121">
            <a:extLst>
              <a:ext uri="{FF2B5EF4-FFF2-40B4-BE49-F238E27FC236}">
                <ns2:creationId id="{0EAF3541-AFA1-E02F-32F0-33D99F5FFFF4}"/>
              </a:ext>
            </a:extLst>
          </p:cNvPr>
          <p:cNvSpPr/>
          <p:nvPr/>
        </p:nvSpPr>
        <p:spPr>
          <a:xfrm>
            <a:off x="10593711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3" name="正方形/長方形 122">
            <a:extLst>
              <a:ext uri="{FF2B5EF4-FFF2-40B4-BE49-F238E27FC236}">
                <ns2:creationId id="{1CB20176-F57A-3F60-7170-D4C8892BE888}"/>
              </a:ext>
            </a:extLst>
          </p:cNvPr>
          <p:cNvSpPr/>
          <p:nvPr/>
        </p:nvSpPr>
        <p:spPr>
          <a:xfrm>
            <a:off x="11021520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4" name="正方形/長方形 123">
            <a:extLst>
              <a:ext uri="{FF2B5EF4-FFF2-40B4-BE49-F238E27FC236}">
                <ns2:creationId id="{6CBC1CF9-152A-24D5-06B5-6F52C588F82B}"/>
              </a:ext>
            </a:extLst>
          </p:cNvPr>
          <p:cNvSpPr/>
          <p:nvPr/>
        </p:nvSpPr>
        <p:spPr>
          <a:xfrm>
            <a:off x="11449329" y="1485866"/>
            <a:ext cx="407632" cy="74107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25" name="正方形/長方形 124">
            <a:extLst>
              <a:ext uri="{FF2B5EF4-FFF2-40B4-BE49-F238E27FC236}">
                <ns2:creationId id="{02DA83F8-0254-15E7-AD14-029BB0AC8962}"/>
              </a:ext>
            </a:extLst>
          </p:cNvPr>
          <p:cNvSpPr/>
          <p:nvPr/>
        </p:nvSpPr>
        <p:spPr>
          <a:xfrm>
            <a:off x="1609728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6" name="正方形/長方形 125">
            <a:extLst>
              <a:ext uri="{FF2B5EF4-FFF2-40B4-BE49-F238E27FC236}">
                <ns2:creationId id="{E2B92140-B74F-7FD9-622A-A893738D233F}"/>
              </a:ext>
            </a:extLst>
          </p:cNvPr>
          <p:cNvSpPr/>
          <p:nvPr/>
        </p:nvSpPr>
        <p:spPr>
          <a:xfrm>
            <a:off x="2037537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7" name="正方形/長方形 126">
            <a:extLst>
              <a:ext uri="{FF2B5EF4-FFF2-40B4-BE49-F238E27FC236}">
                <ns2:creationId id="{D5A23D35-42E6-37E9-1479-BA5B9981CEB6}"/>
              </a:ext>
            </a:extLst>
          </p:cNvPr>
          <p:cNvSpPr/>
          <p:nvPr/>
        </p:nvSpPr>
        <p:spPr>
          <a:xfrm>
            <a:off x="246534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8" name="正方形/長方形 127">
            <a:extLst>
              <a:ext uri="{FF2B5EF4-FFF2-40B4-BE49-F238E27FC236}">
                <ns2:creationId id="{B6219D9A-3CDB-696C-618D-3CE8CD4697A5}"/>
              </a:ext>
            </a:extLst>
          </p:cNvPr>
          <p:cNvSpPr/>
          <p:nvPr/>
        </p:nvSpPr>
        <p:spPr>
          <a:xfrm>
            <a:off x="289315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9" name="正方形/長方形 128">
            <a:extLst>
              <a:ext uri="{FF2B5EF4-FFF2-40B4-BE49-F238E27FC236}">
                <ns2:creationId id="{00B03E1A-414F-86B7-CA38-F2BE624A6DF0}"/>
              </a:ext>
            </a:extLst>
          </p:cNvPr>
          <p:cNvSpPr/>
          <p:nvPr/>
        </p:nvSpPr>
        <p:spPr>
          <a:xfrm>
            <a:off x="3320964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0" name="正方形/長方形 129">
            <a:extLst>
              <a:ext uri="{FF2B5EF4-FFF2-40B4-BE49-F238E27FC236}">
                <ns2:creationId id="{F8AB9879-A285-34DD-6680-CDBE1D757E56}"/>
              </a:ext>
            </a:extLst>
          </p:cNvPr>
          <p:cNvSpPr/>
          <p:nvPr/>
        </p:nvSpPr>
        <p:spPr>
          <a:xfrm>
            <a:off x="3748772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ns2:creationId id="{29A0D670-EDF2-F555-9AFE-A2407A0CBBAA}"/>
              </a:ext>
            </a:extLst>
          </p:cNvPr>
          <p:cNvSpPr/>
          <p:nvPr/>
        </p:nvSpPr>
        <p:spPr>
          <a:xfrm>
            <a:off x="4176581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B795DFB8-5477-B6CC-AA1D-A809F65B7F13}"/>
              </a:ext>
            </a:extLst>
          </p:cNvPr>
          <p:cNvSpPr/>
          <p:nvPr/>
        </p:nvSpPr>
        <p:spPr>
          <a:xfrm>
            <a:off x="4604390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8229EB1F-40A7-F0CB-C073-0222019CA3A2}"/>
              </a:ext>
            </a:extLst>
          </p:cNvPr>
          <p:cNvSpPr>
            <a:spLocks noChangeAspect="1"/>
          </p:cNvSpPr>
          <p:nvPr/>
        </p:nvSpPr>
        <p:spPr>
          <a:xfrm>
            <a:off x="5032199" y="2240561"/>
            <a:ext cx="108000" cy="10800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4" name="正方形/長方形 133">
            <a:extLst>
              <a:ext uri="{FF2B5EF4-FFF2-40B4-BE49-F238E27FC236}">
                <ns2:creationId id="{B507DB6B-6B1B-5EE1-3513-1388B360564A}"/>
              </a:ext>
            </a:extLst>
          </p:cNvPr>
          <p:cNvSpPr/>
          <p:nvPr/>
        </p:nvSpPr>
        <p:spPr>
          <a:xfrm>
            <a:off x="5460007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ns2:creationId id="{FC04AD6A-5802-4017-BD33-791C6360ADD8}"/>
              </a:ext>
            </a:extLst>
          </p:cNvPr>
          <p:cNvSpPr/>
          <p:nvPr/>
        </p:nvSpPr>
        <p:spPr>
          <a:xfrm>
            <a:off x="5887816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ns2:creationId id="{50532821-2C53-10A6-A584-6941EDAAA006}"/>
              </a:ext>
            </a:extLst>
          </p:cNvPr>
          <p:cNvSpPr/>
          <p:nvPr/>
        </p:nvSpPr>
        <p:spPr>
          <a:xfrm>
            <a:off x="631562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ns2:creationId id="{AA2CE825-7985-4BAE-192C-AB225FCDF1CF}"/>
              </a:ext>
            </a:extLst>
          </p:cNvPr>
          <p:cNvSpPr/>
          <p:nvPr/>
        </p:nvSpPr>
        <p:spPr>
          <a:xfrm>
            <a:off x="6743433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8" name="正方形/長方形 137">
            <a:extLst>
              <a:ext uri="{FF2B5EF4-FFF2-40B4-BE49-F238E27FC236}">
                <ns2:creationId id="{CB1BD373-D13F-A8FA-B114-F18F391FFAF1}"/>
              </a:ext>
            </a:extLst>
          </p:cNvPr>
          <p:cNvSpPr/>
          <p:nvPr/>
        </p:nvSpPr>
        <p:spPr>
          <a:xfrm>
            <a:off x="7171242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097C0BF2-C3EF-607A-957D-D7F5AC647070}"/>
              </a:ext>
            </a:extLst>
          </p:cNvPr>
          <p:cNvSpPr/>
          <p:nvPr/>
        </p:nvSpPr>
        <p:spPr>
          <a:xfrm>
            <a:off x="7599051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DA9C10CD-E6E4-1DF7-0EBA-E2F1DAA759BB}"/>
              </a:ext>
            </a:extLst>
          </p:cNvPr>
          <p:cNvSpPr/>
          <p:nvPr/>
        </p:nvSpPr>
        <p:spPr>
          <a:xfrm>
            <a:off x="8026859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ns2:creationId id="{4D75CC6E-7322-055A-A357-1EA585919CFC}"/>
              </a:ext>
            </a:extLst>
          </p:cNvPr>
          <p:cNvSpPr/>
          <p:nvPr/>
        </p:nvSpPr>
        <p:spPr>
          <a:xfrm>
            <a:off x="8454668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3E8097F8-49AE-0764-2E13-17AB3852B497}"/>
              </a:ext>
            </a:extLst>
          </p:cNvPr>
          <p:cNvSpPr/>
          <p:nvPr/>
        </p:nvSpPr>
        <p:spPr>
          <a:xfrm>
            <a:off x="8882477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3" name="正方形/長方形 142">
            <a:extLst>
              <a:ext uri="{FF2B5EF4-FFF2-40B4-BE49-F238E27FC236}">
                <ns2:creationId id="{10F6C518-CFB0-008F-25D6-E12586B7D311}"/>
              </a:ext>
            </a:extLst>
          </p:cNvPr>
          <p:cNvSpPr/>
          <p:nvPr/>
        </p:nvSpPr>
        <p:spPr>
          <a:xfrm>
            <a:off x="9310285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4" name="正方形/長方形 143">
            <a:extLst>
              <a:ext uri="{FF2B5EF4-FFF2-40B4-BE49-F238E27FC236}">
                <ns2:creationId id="{D85B2FE8-A17C-13CD-61A5-114D066D21CE}"/>
              </a:ext>
            </a:extLst>
          </p:cNvPr>
          <p:cNvSpPr/>
          <p:nvPr/>
        </p:nvSpPr>
        <p:spPr>
          <a:xfrm>
            <a:off x="9738094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ns2:creationId id="{DF54609A-A9C3-C40A-5D98-CE91F352FA4B}"/>
              </a:ext>
            </a:extLst>
          </p:cNvPr>
          <p:cNvSpPr/>
          <p:nvPr/>
        </p:nvSpPr>
        <p:spPr>
          <a:xfrm>
            <a:off x="10165903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6" name="正方形/長方形 145">
            <a:extLst>
              <a:ext uri="{FF2B5EF4-FFF2-40B4-BE49-F238E27FC236}">
                <ns2:creationId id="{BCDB8314-34F4-6BF0-E3A1-C1819A7B945A}"/>
              </a:ext>
            </a:extLst>
          </p:cNvPr>
          <p:cNvSpPr/>
          <p:nvPr/>
        </p:nvSpPr>
        <p:spPr>
          <a:xfrm>
            <a:off x="10593711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7" name="正方形/長方形 146">
            <a:extLst>
              <a:ext uri="{FF2B5EF4-FFF2-40B4-BE49-F238E27FC236}">
                <ns2:creationId id="{2F47DA80-0893-2AF8-4B09-4DD5E396684B}"/>
              </a:ext>
            </a:extLst>
          </p:cNvPr>
          <p:cNvSpPr/>
          <p:nvPr/>
        </p:nvSpPr>
        <p:spPr>
          <a:xfrm>
            <a:off x="11021520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8" name="正方形/長方形 147">
            <a:extLst>
              <a:ext uri="{FF2B5EF4-FFF2-40B4-BE49-F238E27FC236}">
                <ns2:creationId id="{DD9C1472-9E57-9B98-DB56-DDA1E137EA94}"/>
              </a:ext>
            </a:extLst>
          </p:cNvPr>
          <p:cNvSpPr/>
          <p:nvPr/>
        </p:nvSpPr>
        <p:spPr>
          <a:xfrm>
            <a:off x="11449329" y="2240561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49" name="直線コネクタ 148">
            <a:extLst>
              <a:ext uri="{FF2B5EF4-FFF2-40B4-BE49-F238E27FC236}">
                <ns2:creationId id="{B0A93DC6-C656-D686-29F2-20FECE623A4E}"/>
              </a:ext>
            </a:extLst>
          </p:cNvPr>
          <p:cNvCxnSpPr>
            <a:cxnSpLocks/>
          </p:cNvCxnSpPr>
          <p:nvPr/>
        </p:nvCxnSpPr>
        <p:spPr>
          <a:xfrm>
            <a:off x="1563442" y="2240561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正方形/長方形 149">
            <a:extLst>
              <a:ext uri="{FF2B5EF4-FFF2-40B4-BE49-F238E27FC236}">
                <ns2:creationId id="{0ACA8DA9-72AB-F66B-F04D-CD4B1D3E197C}"/>
              </a:ext>
            </a:extLst>
          </p:cNvPr>
          <p:cNvSpPr/>
          <p:nvPr/>
        </p:nvSpPr>
        <p:spPr>
          <a:xfrm>
            <a:off x="1609728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1" name="正方形/長方形 150">
            <a:extLst>
              <a:ext uri="{FF2B5EF4-FFF2-40B4-BE49-F238E27FC236}">
                <ns2:creationId id="{B11DAB8D-E0BC-A85E-02CE-5E719724E6C2}"/>
              </a:ext>
            </a:extLst>
          </p:cNvPr>
          <p:cNvSpPr/>
          <p:nvPr/>
        </p:nvSpPr>
        <p:spPr>
          <a:xfrm>
            <a:off x="2037537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2" name="正方形/長方形 151">
            <a:extLst>
              <a:ext uri="{FF2B5EF4-FFF2-40B4-BE49-F238E27FC236}">
                <ns2:creationId id="{4EE65690-2302-BA39-D7AB-0C0736054FA7}"/>
              </a:ext>
            </a:extLst>
          </p:cNvPr>
          <p:cNvSpPr/>
          <p:nvPr/>
        </p:nvSpPr>
        <p:spPr>
          <a:xfrm>
            <a:off x="246534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3" name="正方形/長方形 152">
            <a:extLst>
              <a:ext uri="{FF2B5EF4-FFF2-40B4-BE49-F238E27FC236}">
                <ns2:creationId id="{5E34246C-1E7F-BBFA-4AEA-EB7B4A8C620F}"/>
              </a:ext>
            </a:extLst>
          </p:cNvPr>
          <p:cNvSpPr/>
          <p:nvPr/>
        </p:nvSpPr>
        <p:spPr>
          <a:xfrm>
            <a:off x="289315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4" name="正方形/長方形 153">
            <a:extLst>
              <a:ext uri="{FF2B5EF4-FFF2-40B4-BE49-F238E27FC236}">
                <ns2:creationId id="{097DBDF2-D01C-A6A5-F454-A42B0963F01E}"/>
              </a:ext>
            </a:extLst>
          </p:cNvPr>
          <p:cNvSpPr/>
          <p:nvPr/>
        </p:nvSpPr>
        <p:spPr>
          <a:xfrm>
            <a:off x="3320964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5" name="正方形/長方形 154">
            <a:extLst>
              <a:ext uri="{FF2B5EF4-FFF2-40B4-BE49-F238E27FC236}">
                <ns2:creationId id="{C903953E-7873-5024-0424-EE0BC5D8C6E2}"/>
              </a:ext>
            </a:extLst>
          </p:cNvPr>
          <p:cNvSpPr/>
          <p:nvPr/>
        </p:nvSpPr>
        <p:spPr>
          <a:xfrm>
            <a:off x="3748772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ns2:creationId id="{B36A7A51-FAA6-E852-CC54-50D7F9E459D9}"/>
              </a:ext>
            </a:extLst>
          </p:cNvPr>
          <p:cNvSpPr/>
          <p:nvPr/>
        </p:nvSpPr>
        <p:spPr>
          <a:xfrm>
            <a:off x="4176581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7" name="正方形/長方形 156">
            <a:extLst>
              <a:ext uri="{FF2B5EF4-FFF2-40B4-BE49-F238E27FC236}">
                <ns2:creationId id="{E3008AE3-AE20-3FF2-1FB3-BEE9AB1857BB}"/>
              </a:ext>
            </a:extLst>
          </p:cNvPr>
          <p:cNvSpPr/>
          <p:nvPr/>
        </p:nvSpPr>
        <p:spPr>
          <a:xfrm>
            <a:off x="4604390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8" name="正方形/長方形 157">
            <a:extLst>
              <a:ext uri="{FF2B5EF4-FFF2-40B4-BE49-F238E27FC236}">
                <ns2:creationId id="{F84BF3BE-781B-1C19-D940-B968E21EA2F8}"/>
              </a:ext>
            </a:extLst>
          </p:cNvPr>
          <p:cNvSpPr/>
          <p:nvPr/>
        </p:nvSpPr>
        <p:spPr>
          <a:xfrm>
            <a:off x="5032199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9" name="正方形/長方形 158">
            <a:extLst>
              <a:ext uri="{FF2B5EF4-FFF2-40B4-BE49-F238E27FC236}">
                <ns2:creationId id="{A55578C6-A81F-7411-F3CA-10EACDA888EF}"/>
              </a:ext>
            </a:extLst>
          </p:cNvPr>
          <p:cNvSpPr/>
          <p:nvPr/>
        </p:nvSpPr>
        <p:spPr>
          <a:xfrm>
            <a:off x="5460007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0" name="正方形/長方形 159">
            <a:extLst>
              <a:ext uri="{FF2B5EF4-FFF2-40B4-BE49-F238E27FC236}">
                <ns2:creationId id="{3B18DEB3-6A6A-359B-AC17-9FC7027B9812}"/>
              </a:ext>
            </a:extLst>
          </p:cNvPr>
          <p:cNvSpPr/>
          <p:nvPr/>
        </p:nvSpPr>
        <p:spPr>
          <a:xfrm>
            <a:off x="5887816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ns2:creationId id="{6FC760D7-2BA6-E694-63D3-C9F3DD930164}"/>
              </a:ext>
            </a:extLst>
          </p:cNvPr>
          <p:cNvSpPr/>
          <p:nvPr/>
        </p:nvSpPr>
        <p:spPr>
          <a:xfrm>
            <a:off x="631562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2" name="正方形/長方形 161">
            <a:extLst>
              <a:ext uri="{FF2B5EF4-FFF2-40B4-BE49-F238E27FC236}">
                <ns2:creationId id="{98D2BEC0-322B-F5EA-05FD-F6094EF678A1}"/>
              </a:ext>
            </a:extLst>
          </p:cNvPr>
          <p:cNvSpPr/>
          <p:nvPr/>
        </p:nvSpPr>
        <p:spPr>
          <a:xfrm>
            <a:off x="6743433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3" name="正方形/長方形 162">
            <a:extLst>
              <a:ext uri="{FF2B5EF4-FFF2-40B4-BE49-F238E27FC236}">
                <ns2:creationId id="{211F6DDC-55B9-D80A-C936-1DD77EAF69BD}"/>
              </a:ext>
            </a:extLst>
          </p:cNvPr>
          <p:cNvSpPr/>
          <p:nvPr/>
        </p:nvSpPr>
        <p:spPr>
          <a:xfrm>
            <a:off x="7171242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4" name="正方形/長方形 163">
            <a:extLst>
              <a:ext uri="{FF2B5EF4-FFF2-40B4-BE49-F238E27FC236}">
                <ns2:creationId id="{6AD4D115-275B-EE70-D9B4-B5C8FA8AC1E7}"/>
              </a:ext>
            </a:extLst>
          </p:cNvPr>
          <p:cNvSpPr/>
          <p:nvPr/>
        </p:nvSpPr>
        <p:spPr>
          <a:xfrm>
            <a:off x="7599051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5" name="正方形/長方形 164">
            <a:extLst>
              <a:ext uri="{FF2B5EF4-FFF2-40B4-BE49-F238E27FC236}">
                <ns2:creationId id="{4A07EC64-3146-CC8E-7D4C-F29D361F7883}"/>
              </a:ext>
            </a:extLst>
          </p:cNvPr>
          <p:cNvSpPr/>
          <p:nvPr/>
        </p:nvSpPr>
        <p:spPr>
          <a:xfrm>
            <a:off x="8026859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6" name="正方形/長方形 165">
            <a:extLst>
              <a:ext uri="{FF2B5EF4-FFF2-40B4-BE49-F238E27FC236}">
                <ns2:creationId id="{854CD02C-C6C9-E2A8-6701-17B2DD9F1184}"/>
              </a:ext>
            </a:extLst>
          </p:cNvPr>
          <p:cNvSpPr/>
          <p:nvPr/>
        </p:nvSpPr>
        <p:spPr>
          <a:xfrm>
            <a:off x="8454668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7" name="正方形/長方形 166">
            <a:extLst>
              <a:ext uri="{FF2B5EF4-FFF2-40B4-BE49-F238E27FC236}">
                <ns2:creationId id="{1CF82341-F6DF-2EDC-91FC-1B3EE175ECF6}"/>
              </a:ext>
            </a:extLst>
          </p:cNvPr>
          <p:cNvSpPr/>
          <p:nvPr/>
        </p:nvSpPr>
        <p:spPr>
          <a:xfrm>
            <a:off x="8882477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8" name="正方形/長方形 167">
            <a:extLst>
              <a:ext uri="{FF2B5EF4-FFF2-40B4-BE49-F238E27FC236}">
                <ns2:creationId id="{D8C5EA0A-1772-6D76-006E-40D63FC9F87F}"/>
              </a:ext>
            </a:extLst>
          </p:cNvPr>
          <p:cNvSpPr/>
          <p:nvPr/>
        </p:nvSpPr>
        <p:spPr>
          <a:xfrm>
            <a:off x="9310285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69" name="正方形/長方形 168">
            <a:extLst>
              <a:ext uri="{FF2B5EF4-FFF2-40B4-BE49-F238E27FC236}">
                <ns2:creationId id="{793A140F-1817-165A-29FA-561815238DE5}"/>
              </a:ext>
            </a:extLst>
          </p:cNvPr>
          <p:cNvSpPr/>
          <p:nvPr/>
        </p:nvSpPr>
        <p:spPr>
          <a:xfrm>
            <a:off x="9738094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0" name="正方形/長方形 169">
            <a:extLst>
              <a:ext uri="{FF2B5EF4-FFF2-40B4-BE49-F238E27FC236}">
                <ns2:creationId id="{3A045EAA-DB30-C8D9-5946-F0EB355402EF}"/>
              </a:ext>
            </a:extLst>
          </p:cNvPr>
          <p:cNvSpPr/>
          <p:nvPr/>
        </p:nvSpPr>
        <p:spPr>
          <a:xfrm>
            <a:off x="10165903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1" name="正方形/長方形 170">
            <a:extLst>
              <a:ext uri="{FF2B5EF4-FFF2-40B4-BE49-F238E27FC236}">
                <ns2:creationId id="{3C395705-3DCB-BB27-30F1-56CED3F6EBC1}"/>
              </a:ext>
            </a:extLst>
          </p:cNvPr>
          <p:cNvSpPr/>
          <p:nvPr/>
        </p:nvSpPr>
        <p:spPr>
          <a:xfrm>
            <a:off x="10593711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2" name="正方形/長方形 171">
            <a:extLst>
              <a:ext uri="{FF2B5EF4-FFF2-40B4-BE49-F238E27FC236}">
                <ns2:creationId id="{F8A25302-CBD4-A5D1-7E7A-D956CF5391AB}"/>
              </a:ext>
            </a:extLst>
          </p:cNvPr>
          <p:cNvSpPr/>
          <p:nvPr/>
        </p:nvSpPr>
        <p:spPr>
          <a:xfrm>
            <a:off x="11021520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3" name="正方形/長方形 172">
            <a:extLst>
              <a:ext uri="{FF2B5EF4-FFF2-40B4-BE49-F238E27FC236}">
                <ns2:creationId id="{ACE9AC74-C259-1F22-83E1-D8C5B947FBE5}"/>
              </a:ext>
            </a:extLst>
          </p:cNvPr>
          <p:cNvSpPr/>
          <p:nvPr/>
        </p:nvSpPr>
        <p:spPr>
          <a:xfrm>
            <a:off x="11449329" y="2408459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74" name="直線コネクタ 173">
            <a:extLst>
              <a:ext uri="{FF2B5EF4-FFF2-40B4-BE49-F238E27FC236}">
                <ns2:creationId id="{52B63135-E006-8D6C-7BF4-33DB09059849}"/>
              </a:ext>
            </a:extLst>
          </p:cNvPr>
          <p:cNvCxnSpPr>
            <a:cxnSpLocks/>
          </p:cNvCxnSpPr>
          <p:nvPr/>
        </p:nvCxnSpPr>
        <p:spPr>
          <a:xfrm>
            <a:off x="1563442" y="2408459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正方形/長方形 174">
            <a:extLst>
              <a:ext uri="{FF2B5EF4-FFF2-40B4-BE49-F238E27FC236}">
                <ns2:creationId id="{E7C8DE44-7265-5100-B1ED-85C05DBA2CA7}"/>
              </a:ext>
            </a:extLst>
          </p:cNvPr>
          <p:cNvSpPr/>
          <p:nvPr/>
        </p:nvSpPr>
        <p:spPr>
          <a:xfrm>
            <a:off x="1609728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6" name="正方形/長方形 175">
            <a:extLst>
              <a:ext uri="{FF2B5EF4-FFF2-40B4-BE49-F238E27FC236}">
                <ns2:creationId id="{4EA1A576-DEBC-AD36-CF43-7DF395B20BCA}"/>
              </a:ext>
            </a:extLst>
          </p:cNvPr>
          <p:cNvSpPr/>
          <p:nvPr/>
        </p:nvSpPr>
        <p:spPr>
          <a:xfrm>
            <a:off x="2037537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7" name="正方形/長方形 176">
            <a:extLst>
              <a:ext uri="{FF2B5EF4-FFF2-40B4-BE49-F238E27FC236}">
                <ns2:creationId id="{649527B4-3D12-E519-8A51-1D44D7BC7607}"/>
              </a:ext>
            </a:extLst>
          </p:cNvPr>
          <p:cNvSpPr/>
          <p:nvPr/>
        </p:nvSpPr>
        <p:spPr>
          <a:xfrm>
            <a:off x="246534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8" name="正方形/長方形 177">
            <a:extLst>
              <a:ext uri="{FF2B5EF4-FFF2-40B4-BE49-F238E27FC236}">
                <ns2:creationId id="{88C41072-195B-AFBD-C77F-E4A00B3A3123}"/>
              </a:ext>
            </a:extLst>
          </p:cNvPr>
          <p:cNvSpPr/>
          <p:nvPr/>
        </p:nvSpPr>
        <p:spPr>
          <a:xfrm>
            <a:off x="289315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9" name="正方形/長方形 178">
            <a:extLst>
              <a:ext uri="{FF2B5EF4-FFF2-40B4-BE49-F238E27FC236}">
                <ns2:creationId id="{8171877F-2D56-CEDA-3249-AA32A68E476E}"/>
              </a:ext>
            </a:extLst>
          </p:cNvPr>
          <p:cNvSpPr/>
          <p:nvPr/>
        </p:nvSpPr>
        <p:spPr>
          <a:xfrm>
            <a:off x="3320964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0" name="正方形/長方形 179">
            <a:extLst>
              <a:ext uri="{FF2B5EF4-FFF2-40B4-BE49-F238E27FC236}">
                <ns2:creationId id="{5B382100-9C7E-AD7E-424A-C6E1C68CC5A3}"/>
              </a:ext>
            </a:extLst>
          </p:cNvPr>
          <p:cNvSpPr/>
          <p:nvPr/>
        </p:nvSpPr>
        <p:spPr>
          <a:xfrm>
            <a:off x="3748772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1" name="正方形/長方形 180">
            <a:extLst>
              <a:ext uri="{FF2B5EF4-FFF2-40B4-BE49-F238E27FC236}">
                <ns2:creationId id="{187B7A93-9F08-7E9D-F1EB-170E3FB7B93A}"/>
              </a:ext>
            </a:extLst>
          </p:cNvPr>
          <p:cNvSpPr/>
          <p:nvPr/>
        </p:nvSpPr>
        <p:spPr>
          <a:xfrm>
            <a:off x="4176581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2" name="正方形/長方形 181">
            <a:extLst>
              <a:ext uri="{FF2B5EF4-FFF2-40B4-BE49-F238E27FC236}">
                <ns2:creationId id="{0515006A-1E99-D77A-FEE6-03A13DE1384F}"/>
              </a:ext>
            </a:extLst>
          </p:cNvPr>
          <p:cNvSpPr/>
          <p:nvPr/>
        </p:nvSpPr>
        <p:spPr>
          <a:xfrm>
            <a:off x="4604390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3" name="正方形/長方形 182">
            <a:extLst>
              <a:ext uri="{FF2B5EF4-FFF2-40B4-BE49-F238E27FC236}">
                <ns2:creationId id="{4FA82FEB-049B-7751-A312-EAF2C365C7E0}"/>
              </a:ext>
            </a:extLst>
          </p:cNvPr>
          <p:cNvSpPr/>
          <p:nvPr/>
        </p:nvSpPr>
        <p:spPr>
          <a:xfrm>
            <a:off x="5032199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4" name="正方形/長方形 183">
            <a:extLst>
              <a:ext uri="{FF2B5EF4-FFF2-40B4-BE49-F238E27FC236}">
                <ns2:creationId id="{33B568BC-FFCA-9990-F456-239234D54718}"/>
              </a:ext>
            </a:extLst>
          </p:cNvPr>
          <p:cNvSpPr/>
          <p:nvPr/>
        </p:nvSpPr>
        <p:spPr>
          <a:xfrm>
            <a:off x="5460007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5" name="正方形/長方形 184">
            <a:extLst>
              <a:ext uri="{FF2B5EF4-FFF2-40B4-BE49-F238E27FC236}">
                <ns2:creationId id="{FA307B37-DA41-5E24-C0D8-737C52051748}"/>
              </a:ext>
            </a:extLst>
          </p:cNvPr>
          <p:cNvSpPr/>
          <p:nvPr/>
        </p:nvSpPr>
        <p:spPr>
          <a:xfrm>
            <a:off x="5887816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6" name="正方形/長方形 185">
            <a:extLst>
              <a:ext uri="{FF2B5EF4-FFF2-40B4-BE49-F238E27FC236}">
                <ns2:creationId id="{3D3657C4-BF27-99B8-618B-28D3158651D0}"/>
              </a:ext>
            </a:extLst>
          </p:cNvPr>
          <p:cNvSpPr/>
          <p:nvPr/>
        </p:nvSpPr>
        <p:spPr>
          <a:xfrm>
            <a:off x="631562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7" name="正方形/長方形 186">
            <a:extLst>
              <a:ext uri="{FF2B5EF4-FFF2-40B4-BE49-F238E27FC236}">
                <ns2:creationId id="{028776F8-BEB0-9D81-3AD5-E14787AB1182}"/>
              </a:ext>
            </a:extLst>
          </p:cNvPr>
          <p:cNvSpPr/>
          <p:nvPr/>
        </p:nvSpPr>
        <p:spPr>
          <a:xfrm>
            <a:off x="6743433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8" name="正方形/長方形 187">
            <a:extLst>
              <a:ext uri="{FF2B5EF4-FFF2-40B4-BE49-F238E27FC236}">
                <ns2:creationId id="{00AFFE39-5D64-A0CA-40DD-ADD163BA53F5}"/>
              </a:ext>
            </a:extLst>
          </p:cNvPr>
          <p:cNvSpPr/>
          <p:nvPr/>
        </p:nvSpPr>
        <p:spPr>
          <a:xfrm>
            <a:off x="7171242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9" name="正方形/長方形 188">
            <a:extLst>
              <a:ext uri="{FF2B5EF4-FFF2-40B4-BE49-F238E27FC236}">
                <ns2:creationId id="{2E120A16-7EB3-89AF-FA76-9C46A053474A}"/>
              </a:ext>
            </a:extLst>
          </p:cNvPr>
          <p:cNvSpPr/>
          <p:nvPr/>
        </p:nvSpPr>
        <p:spPr>
          <a:xfrm>
            <a:off x="7599051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0" name="正方形/長方形 189">
            <a:extLst>
              <a:ext uri="{FF2B5EF4-FFF2-40B4-BE49-F238E27FC236}">
                <ns2:creationId id="{84A3CCCB-0701-0922-8C75-A858D8FA749B}"/>
              </a:ext>
            </a:extLst>
          </p:cNvPr>
          <p:cNvSpPr/>
          <p:nvPr/>
        </p:nvSpPr>
        <p:spPr>
          <a:xfrm>
            <a:off x="8026859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1" name="正方形/長方形 190">
            <a:extLst>
              <a:ext uri="{FF2B5EF4-FFF2-40B4-BE49-F238E27FC236}">
                <ns2:creationId id="{0A71D8AA-A99C-FE51-A2E6-2816ACD4972F}"/>
              </a:ext>
            </a:extLst>
          </p:cNvPr>
          <p:cNvSpPr/>
          <p:nvPr/>
        </p:nvSpPr>
        <p:spPr>
          <a:xfrm>
            <a:off x="8454668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2" name="正方形/長方形 191">
            <a:extLst>
              <a:ext uri="{FF2B5EF4-FFF2-40B4-BE49-F238E27FC236}">
                <ns2:creationId id="{9A48AA78-F147-E5A3-8C48-C7292A18FDA3}"/>
              </a:ext>
            </a:extLst>
          </p:cNvPr>
          <p:cNvSpPr/>
          <p:nvPr/>
        </p:nvSpPr>
        <p:spPr>
          <a:xfrm>
            <a:off x="8882477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3" name="正方形/長方形 192">
            <a:extLst>
              <a:ext uri="{FF2B5EF4-FFF2-40B4-BE49-F238E27FC236}">
                <ns2:creationId id="{D96EE4A3-BA25-5D27-89A3-C8C3F23D8ED3}"/>
              </a:ext>
            </a:extLst>
          </p:cNvPr>
          <p:cNvSpPr/>
          <p:nvPr/>
        </p:nvSpPr>
        <p:spPr>
          <a:xfrm>
            <a:off x="9310285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4" name="正方形/長方形 193">
            <a:extLst>
              <a:ext uri="{FF2B5EF4-FFF2-40B4-BE49-F238E27FC236}">
                <ns2:creationId id="{99889ABD-B1A9-B949-171B-6F9490265226}"/>
              </a:ext>
            </a:extLst>
          </p:cNvPr>
          <p:cNvSpPr/>
          <p:nvPr/>
        </p:nvSpPr>
        <p:spPr>
          <a:xfrm>
            <a:off x="9738094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5" name="正方形/長方形 194">
            <a:extLst>
              <a:ext uri="{FF2B5EF4-FFF2-40B4-BE49-F238E27FC236}">
                <ns2:creationId id="{EC694DE6-F09D-65C6-21B7-07C2C22EDF84}"/>
              </a:ext>
            </a:extLst>
          </p:cNvPr>
          <p:cNvSpPr/>
          <p:nvPr/>
        </p:nvSpPr>
        <p:spPr>
          <a:xfrm>
            <a:off x="10165903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6" name="正方形/長方形 195">
            <a:extLst>
              <a:ext uri="{FF2B5EF4-FFF2-40B4-BE49-F238E27FC236}">
                <ns2:creationId id="{600EB561-2102-3BD6-98FD-FD2761BD5B74}"/>
              </a:ext>
            </a:extLst>
          </p:cNvPr>
          <p:cNvSpPr/>
          <p:nvPr/>
        </p:nvSpPr>
        <p:spPr>
          <a:xfrm>
            <a:off x="10593711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7" name="正方形/長方形 196">
            <a:extLst>
              <a:ext uri="{FF2B5EF4-FFF2-40B4-BE49-F238E27FC236}">
                <ns2:creationId id="{CAE840DA-6BC1-78C5-FBF5-5A3C427036C9}"/>
              </a:ext>
            </a:extLst>
          </p:cNvPr>
          <p:cNvSpPr/>
          <p:nvPr/>
        </p:nvSpPr>
        <p:spPr>
          <a:xfrm>
            <a:off x="11021520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8" name="正方形/長方形 197">
            <a:extLst>
              <a:ext uri="{FF2B5EF4-FFF2-40B4-BE49-F238E27FC236}">
                <ns2:creationId id="{59923AC8-B775-5C4F-94A1-88DE61037BED}"/>
              </a:ext>
            </a:extLst>
          </p:cNvPr>
          <p:cNvSpPr/>
          <p:nvPr/>
        </p:nvSpPr>
        <p:spPr>
          <a:xfrm>
            <a:off x="11449329" y="2576357"/>
            <a:ext cx="407632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99" name="直線コネクタ 198">
            <a:extLst>
              <a:ext uri="{FF2B5EF4-FFF2-40B4-BE49-F238E27FC236}">
                <ns2:creationId id="{2C9F24C0-B5A4-B250-4AE3-B87D66FCF640}"/>
              </a:ext>
            </a:extLst>
          </p:cNvPr>
          <p:cNvCxnSpPr>
            <a:cxnSpLocks/>
          </p:cNvCxnSpPr>
          <p:nvPr/>
        </p:nvCxnSpPr>
        <p:spPr>
          <a:xfrm>
            <a:off x="1563442" y="2576357"/>
            <a:ext cx="0" cy="154278"/>
          </a:xfrm>
          <a:prstGeom prst="line">
            <a:avLst/>
          </a:prstGeom>
          <a:ln w="9525">
            <a:solidFill>
              <a:srgbClr val="00953C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3" name="グループ化 242">
            <a:extLst>
              <a:ext uri="{FF2B5EF4-FFF2-40B4-BE49-F238E27FC236}">
                <ns2:creationId id="{FE120623-3D33-654A-949F-23FCD819D8D6}"/>
              </a:ext>
            </a:extLst>
          </p:cNvPr>
          <p:cNvGrpSpPr/>
          <p:nvPr/>
        </p:nvGrpSpPr>
        <p:grpSpPr>
          <a:xfrm>
            <a:off x="1615544" y="2737446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01" name="直線コネクタ 200">
              <a:extLst>
                <a:ext uri="{FF2B5EF4-FFF2-40B4-BE49-F238E27FC236}">
                  <ns2:creationId id="{24515A13-2361-7FF6-7569-D9063C4497D1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CD55B2C2-B221-BB9E-34BF-3A19C5E43D86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6AF75832-036B-911F-7181-973B35B307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358A6232-1448-26C4-FD41-BF552872AE26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60BCE31C-6AED-35CA-0BDC-C854E512689D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DCFA5735-855F-1E6D-3210-8D6443FC0B86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直線コネクタ 211">
              <a:extLst>
                <a:ext uri="{FF2B5EF4-FFF2-40B4-BE49-F238E27FC236}">
                  <ns2:creationId id="{14FDAD5B-FBE3-F078-1297-A50A0D56E647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003C24CF-FAB8-035A-D9B2-03B1120F92B1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A3EA1245-9FA5-4012-36E0-B6DC80322EE1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線コネクタ 225">
              <a:extLst>
                <a:ext uri="{FF2B5EF4-FFF2-40B4-BE49-F238E27FC236}">
                  <ns2:creationId id="{1BAAF89E-FC70-BDAE-A35B-3E380AA76314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線コネクタ 226">
              <a:extLst>
                <a:ext uri="{FF2B5EF4-FFF2-40B4-BE49-F238E27FC236}">
                  <ns2:creationId id="{324EAA7E-6176-5426-7BF0-3F42F4B614CE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5E3E0314-C15E-19D1-AB33-DAE10F41CFB4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22CCF2CF-9051-FB13-E979-0755132A897C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9560B3B6-E43A-FAA0-FFF5-AD31C734B77B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コネクタ 232">
              <a:extLst>
                <a:ext uri="{FF2B5EF4-FFF2-40B4-BE49-F238E27FC236}">
                  <ns2:creationId id="{CD946713-4FA1-7ED1-4894-7152CFDD99C4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コネクタ 233">
              <a:extLst>
                <a:ext uri="{FF2B5EF4-FFF2-40B4-BE49-F238E27FC236}">
                  <ns2:creationId id="{3837DDD0-BCB7-F74C-2B63-F52F6DD367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コネクタ 234">
              <a:extLst>
                <a:ext uri="{FF2B5EF4-FFF2-40B4-BE49-F238E27FC236}">
                  <ns2:creationId id="{258A39B2-00B5-F651-E99B-BB72B9FB05E3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コネクタ 235">
              <a:extLst>
                <a:ext uri="{FF2B5EF4-FFF2-40B4-BE49-F238E27FC236}">
                  <ns2:creationId id="{DEB6EA09-2A6B-B88D-FF22-AC84B0387B5A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線コネクタ 236">
              <a:extLst>
                <a:ext uri="{FF2B5EF4-FFF2-40B4-BE49-F238E27FC236}">
                  <ns2:creationId id="{C7582F41-9B42-E8AB-3BAC-28ACA8AE61AA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線コネクタ 237">
              <a:extLst>
                <a:ext uri="{FF2B5EF4-FFF2-40B4-BE49-F238E27FC236}">
                  <ns2:creationId id="{DD4B61F1-F6D5-AE1C-B0BE-C54A6EC7848C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線コネクタ 238">
              <a:extLst>
                <a:ext uri="{FF2B5EF4-FFF2-40B4-BE49-F238E27FC236}">
                  <ns2:creationId id="{8A64A564-C41D-47F2-FC59-8AD13550A74A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直線コネクタ 239">
              <a:extLst>
                <a:ext uri="{FF2B5EF4-FFF2-40B4-BE49-F238E27FC236}">
                  <ns2:creationId id="{43DB538C-67F0-1060-C1AE-4353B5BFBE2D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ns2:creationId id="{64C197C8-98A1-4C38-B30D-09803A6DD06C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3E485070-D249-2EAA-6F69-B1DCF2C6D9D5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4" name="グループ化 243">
            <a:extLst>
              <a:ext uri="{FF2B5EF4-FFF2-40B4-BE49-F238E27FC236}">
                <ns2:creationId id="{34E3DCFA-FF82-3111-24BF-772E19E6A961}"/>
              </a:ext>
            </a:extLst>
          </p:cNvPr>
          <p:cNvGrpSpPr/>
          <p:nvPr/>
        </p:nvGrpSpPr>
        <p:grpSpPr>
          <a:xfrm>
            <a:off x="1615544" y="2569547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45" name="直線コネクタ 244">
              <a:extLst>
                <a:ext uri="{FF2B5EF4-FFF2-40B4-BE49-F238E27FC236}">
                  <ns2:creationId id="{E25D0C64-6B22-BB82-FCFA-F8C6BA60F9A7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線コネクタ 245">
              <a:extLst>
                <a:ext uri="{FF2B5EF4-FFF2-40B4-BE49-F238E27FC236}">
                  <ns2:creationId id="{FB421BE6-FE2D-4374-DC59-A2550A8B2B2D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線コネクタ 246">
              <a:extLst>
                <a:ext uri="{FF2B5EF4-FFF2-40B4-BE49-F238E27FC236}">
                  <ns2:creationId id="{EAB9C0AF-1009-FBE2-DB03-75799CFCAEE7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線コネクタ 247">
              <a:extLst>
                <a:ext uri="{FF2B5EF4-FFF2-40B4-BE49-F238E27FC236}">
                  <ns2:creationId id="{11DC23A7-22B6-199A-41CC-CA6A6FD4AA5B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線コネクタ 248">
              <a:extLst>
                <a:ext uri="{FF2B5EF4-FFF2-40B4-BE49-F238E27FC236}">
                  <ns2:creationId id="{3041056E-8ED9-7479-F8CE-6A07BE7FBB1F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線コネクタ 249">
              <a:extLst>
                <a:ext uri="{FF2B5EF4-FFF2-40B4-BE49-F238E27FC236}">
                  <ns2:creationId id="{DEB17F72-626D-5BEC-802F-4DCC2CC00F8D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線コネクタ 250">
              <a:extLst>
                <a:ext uri="{FF2B5EF4-FFF2-40B4-BE49-F238E27FC236}">
                  <ns2:creationId id="{D23C645C-28B9-1639-089D-D4A3B6B924FC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線コネクタ 251">
              <a:extLst>
                <a:ext uri="{FF2B5EF4-FFF2-40B4-BE49-F238E27FC236}">
                  <ns2:creationId id="{768D2607-250B-87F6-B153-8F1A414A6589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直線コネクタ 252">
              <a:extLst>
                <a:ext uri="{FF2B5EF4-FFF2-40B4-BE49-F238E27FC236}">
                  <ns2:creationId id="{E7F65ECC-7C3A-7956-4346-E79E158C67A4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直線コネクタ 253">
              <a:extLst>
                <a:ext uri="{FF2B5EF4-FFF2-40B4-BE49-F238E27FC236}">
                  <ns2:creationId id="{0BB76C4B-9805-BBD6-A6D0-C5B620505C79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直線コネクタ 254">
              <a:extLst>
                <a:ext uri="{FF2B5EF4-FFF2-40B4-BE49-F238E27FC236}">
                  <ns2:creationId id="{55A7FB40-08A5-AF8D-FFD7-AF6F6FCF3FAF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直線コネクタ 255">
              <a:extLst>
                <a:ext uri="{FF2B5EF4-FFF2-40B4-BE49-F238E27FC236}">
                  <ns2:creationId id="{2241B52B-868A-107D-CC5C-28F917F8F42D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直線コネクタ 256">
              <a:extLst>
                <a:ext uri="{FF2B5EF4-FFF2-40B4-BE49-F238E27FC236}">
                  <ns2:creationId id="{F2BAFA5C-A0FA-4ABE-7000-32830AB3E5D8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線コネクタ 257">
              <a:extLst>
                <a:ext uri="{FF2B5EF4-FFF2-40B4-BE49-F238E27FC236}">
                  <ns2:creationId id="{ABD8FF86-6E6A-D112-4714-A5C7B90C39E7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直線コネクタ 258">
              <a:extLst>
                <a:ext uri="{FF2B5EF4-FFF2-40B4-BE49-F238E27FC236}">
                  <ns2:creationId id="{972C405E-BC3D-BD5A-BB78-56E446D42EDD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直線コネクタ 259">
              <a:extLst>
                <a:ext uri="{FF2B5EF4-FFF2-40B4-BE49-F238E27FC236}">
                  <ns2:creationId id="{5991B2B2-B401-9782-B6A7-635A86F39B03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コネクタ 260">
              <a:extLst>
                <a:ext uri="{FF2B5EF4-FFF2-40B4-BE49-F238E27FC236}">
                  <ns2:creationId id="{C7493D4B-8398-FF8B-90CD-51F226FFA239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5D87D800-77AE-29CC-34A4-6B5A3253B3C5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95706E17-583D-EA6C-584C-5369D351B972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線コネクタ 263">
              <a:extLst>
                <a:ext uri="{FF2B5EF4-FFF2-40B4-BE49-F238E27FC236}">
                  <ns2:creationId id="{478DFBC8-1051-C507-9930-3D582FA0162C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線コネクタ 264">
              <a:extLst>
                <a:ext uri="{FF2B5EF4-FFF2-40B4-BE49-F238E27FC236}">
                  <ns2:creationId id="{11A9B300-F1C0-8A60-4D51-CF1919B7B27B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線コネクタ 265">
              <a:extLst>
                <a:ext uri="{FF2B5EF4-FFF2-40B4-BE49-F238E27FC236}">
                  <ns2:creationId id="{388CA73C-C4CF-0734-8FAB-236785360615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線コネクタ 266">
              <a:extLst>
                <a:ext uri="{FF2B5EF4-FFF2-40B4-BE49-F238E27FC236}">
                  <ns2:creationId id="{0CE9880F-5969-ABE3-ADDC-FAC11ABF75D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線コネクタ 267">
              <a:extLst>
                <a:ext uri="{FF2B5EF4-FFF2-40B4-BE49-F238E27FC236}">
                  <ns2:creationId id="{E89CB7B4-CCB4-0AB7-8E10-EB1108F057E4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9" name="グループ化 268">
            <a:extLst>
              <a:ext uri="{FF2B5EF4-FFF2-40B4-BE49-F238E27FC236}">
                <ns2:creationId id="{90C0419A-30AB-00AB-B5F0-AE759209825D}"/>
              </a:ext>
            </a:extLst>
          </p:cNvPr>
          <p:cNvGrpSpPr/>
          <p:nvPr/>
        </p:nvGrpSpPr>
        <p:grpSpPr>
          <a:xfrm>
            <a:off x="1615544" y="2401649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70" name="直線コネクタ 269">
              <a:extLst>
                <a:ext uri="{FF2B5EF4-FFF2-40B4-BE49-F238E27FC236}">
                  <ns2:creationId id="{878A12C3-55E3-8F43-2FA2-FEE7D8C7A8AE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線コネクタ 270">
              <a:extLst>
                <a:ext uri="{FF2B5EF4-FFF2-40B4-BE49-F238E27FC236}">
                  <ns2:creationId id="{BE3061B9-3CE0-6C4B-AB51-E9B0D524CB07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線コネクタ 271">
              <a:extLst>
                <a:ext uri="{FF2B5EF4-FFF2-40B4-BE49-F238E27FC236}">
                  <ns2:creationId id="{A3270546-37C8-4041-1A29-0E1180B12414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線コネクタ 272">
              <a:extLst>
                <a:ext uri="{FF2B5EF4-FFF2-40B4-BE49-F238E27FC236}">
                  <ns2:creationId id="{1C55D607-E744-33B0-ECC4-A62B46CAAB1E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線コネクタ 273">
              <a:extLst>
                <a:ext uri="{FF2B5EF4-FFF2-40B4-BE49-F238E27FC236}">
                  <ns2:creationId id="{65BE565A-4101-8796-D769-4E02B736A540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線コネクタ 274">
              <a:extLst>
                <a:ext uri="{FF2B5EF4-FFF2-40B4-BE49-F238E27FC236}">
                  <ns2:creationId id="{274E00D4-A449-6FF4-2C2B-B628F15E3CBE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直線コネクタ 275">
              <a:extLst>
                <a:ext uri="{FF2B5EF4-FFF2-40B4-BE49-F238E27FC236}">
                  <ns2:creationId id="{249C5EF3-CA57-780F-439C-6C226578217A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線コネクタ 276">
              <a:extLst>
                <a:ext uri="{FF2B5EF4-FFF2-40B4-BE49-F238E27FC236}">
                  <ns2:creationId id="{5CD1A9C7-9258-3BC5-314D-7E5B4230429F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線コネクタ 277">
              <a:extLst>
                <a:ext uri="{FF2B5EF4-FFF2-40B4-BE49-F238E27FC236}">
                  <ns2:creationId id="{AF783FC4-2994-F520-A3B0-C3FD0732357B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直線コネクタ 278">
              <a:extLst>
                <a:ext uri="{FF2B5EF4-FFF2-40B4-BE49-F238E27FC236}">
                  <ns2:creationId id="{70667FD5-73B0-13B3-B6AA-985F1B138C3D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線コネクタ 279">
              <a:extLst>
                <a:ext uri="{FF2B5EF4-FFF2-40B4-BE49-F238E27FC236}">
                  <ns2:creationId id="{2A7AEB97-1A1F-3930-FF83-C47339FBFA8D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直線コネクタ 280">
              <a:extLst>
                <a:ext uri="{FF2B5EF4-FFF2-40B4-BE49-F238E27FC236}">
                  <ns2:creationId id="{FCB99BF7-1B09-B831-B772-A8AAFC863628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線コネクタ 281">
              <a:extLst>
                <a:ext uri="{FF2B5EF4-FFF2-40B4-BE49-F238E27FC236}">
                  <ns2:creationId id="{300E4740-5274-1C00-2299-61E205EA2EB9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直線コネクタ 282">
              <a:extLst>
                <a:ext uri="{FF2B5EF4-FFF2-40B4-BE49-F238E27FC236}">
                  <ns2:creationId id="{23B4DF49-7892-18B5-DA1E-4E86AEE4A893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直線コネクタ 283">
              <a:extLst>
                <a:ext uri="{FF2B5EF4-FFF2-40B4-BE49-F238E27FC236}">
                  <ns2:creationId id="{66C99932-14C2-BF03-5E2B-B39910D0C02B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線コネクタ 284">
              <a:extLst>
                <a:ext uri="{FF2B5EF4-FFF2-40B4-BE49-F238E27FC236}">
                  <ns2:creationId id="{5A98EAB9-7592-F2E7-A2D1-5F7EA59A730B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直線コネクタ 285">
              <a:extLst>
                <a:ext uri="{FF2B5EF4-FFF2-40B4-BE49-F238E27FC236}">
                  <ns2:creationId id="{3CBC3623-F2BA-3D11-5EF0-194B9F84CD65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線コネクタ 286">
              <a:extLst>
                <a:ext uri="{FF2B5EF4-FFF2-40B4-BE49-F238E27FC236}">
                  <ns2:creationId id="{19409BD0-AE66-901D-334D-8A6140EC89B3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直線コネクタ 287">
              <a:extLst>
                <a:ext uri="{FF2B5EF4-FFF2-40B4-BE49-F238E27FC236}">
                  <ns2:creationId id="{4F744CE2-9F11-B143-0CCC-96BACD2EA72D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直線コネクタ 288">
              <a:extLst>
                <a:ext uri="{FF2B5EF4-FFF2-40B4-BE49-F238E27FC236}">
                  <ns2:creationId id="{371E74B8-5498-09B8-CFD2-182266065471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線コネクタ 289">
              <a:extLst>
                <a:ext uri="{FF2B5EF4-FFF2-40B4-BE49-F238E27FC236}">
                  <ns2:creationId id="{4BCDE6CB-9B70-5590-85C3-27CD7D6F12B5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0FC8DCDE-DFAD-5ECF-EB9C-2E2EF61EB8D2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線コネクタ 291">
              <a:extLst>
                <a:ext uri="{FF2B5EF4-FFF2-40B4-BE49-F238E27FC236}">
                  <ns2:creationId id="{3352C40B-231C-F48B-59F6-089F7D795D47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81C54A79-1FDA-A7ED-97FF-4D0CCD73640F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4" name="グループ化 293">
            <a:extLst>
              <a:ext uri="{FF2B5EF4-FFF2-40B4-BE49-F238E27FC236}">
                <ns2:creationId id="{F03EE194-78FD-FD95-A56F-ED5E1E6E27A2}"/>
              </a:ext>
            </a:extLst>
          </p:cNvPr>
          <p:cNvGrpSpPr/>
          <p:nvPr/>
        </p:nvGrpSpPr>
        <p:grpSpPr>
          <a:xfrm>
            <a:off x="1615544" y="2233751"/>
            <a:ext cx="10235427" cy="0"/>
            <a:chOff x="1615544" y="2874010"/>
            <a:chExt cx="10235427" cy="0"/>
          </a:xfrm>
          <a:solidFill>
            <a:schemeClr val="bg1"/>
          </a:solidFill>
        </p:grpSpPr>
        <p:cxnSp>
          <p:nvCxnSpPr>
            <p:cNvPr id="295" name="直線コネクタ 294">
              <a:extLst>
                <a:ext uri="{FF2B5EF4-FFF2-40B4-BE49-F238E27FC236}">
                  <ns2:creationId id="{87B2E795-2F82-C1D9-32A7-6334BC541E7D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直線コネクタ 295">
              <a:extLst>
                <a:ext uri="{FF2B5EF4-FFF2-40B4-BE49-F238E27FC236}">
                  <ns2:creationId id="{D7AAB692-E9F6-E30F-B1F7-B0E4FD54A3FB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直線コネクタ 296">
              <a:extLst>
                <a:ext uri="{FF2B5EF4-FFF2-40B4-BE49-F238E27FC236}">
                  <ns2:creationId id="{F51EF2CF-BFA4-26EC-6966-ED6B9A98B819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直線コネクタ 297">
              <a:extLst>
                <a:ext uri="{FF2B5EF4-FFF2-40B4-BE49-F238E27FC236}">
                  <ns2:creationId id="{763BF6FC-209E-335D-9835-5CBD6BDA9ADA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線コネクタ 298">
              <a:extLst>
                <a:ext uri="{FF2B5EF4-FFF2-40B4-BE49-F238E27FC236}">
                  <ns2:creationId id="{CE8EC235-0E16-C40B-1118-7822059B0E7E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ns2:creationId id="{C67C14B7-7A12-78B7-011E-6981DAC36921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直線コネクタ 300">
              <a:extLst>
                <a:ext uri="{FF2B5EF4-FFF2-40B4-BE49-F238E27FC236}">
                  <ns2:creationId id="{16FEA432-A06D-214E-664D-70D5B1112776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ns2:creationId id="{F2410631-11A3-99A5-CED4-F8F0D1DDCCCA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ns2:creationId id="{F4B75E39-648A-37A8-243F-0E2AA9874099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直線コネクタ 303">
              <a:extLst>
                <a:ext uri="{FF2B5EF4-FFF2-40B4-BE49-F238E27FC236}">
                  <ns2:creationId id="{972FD5FB-A0F2-407E-04AD-4ACCDB72B7A3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直線コネクタ 304">
              <a:extLst>
                <a:ext uri="{FF2B5EF4-FFF2-40B4-BE49-F238E27FC236}">
                  <ns2:creationId id="{4B60681E-8617-D44F-35FE-D582DCEFE50E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線コネクタ 305">
              <a:extLst>
                <a:ext uri="{FF2B5EF4-FFF2-40B4-BE49-F238E27FC236}">
                  <ns2:creationId id="{DD2F5571-69CD-AF0B-B450-6DBDAD525D5D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ns2:creationId id="{928A1886-0791-EB27-425C-1931378E2112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コネクタ 307">
              <a:extLst>
                <a:ext uri="{FF2B5EF4-FFF2-40B4-BE49-F238E27FC236}">
                  <ns2:creationId id="{EC0796C8-873E-14E0-3E78-BD085450F69F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直線コネクタ 308">
              <a:extLst>
                <a:ext uri="{FF2B5EF4-FFF2-40B4-BE49-F238E27FC236}">
                  <ns2:creationId id="{3D125809-142B-BD89-D378-B2352B18527F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ns2:creationId id="{54985A19-D38E-2A09-177D-703A0EF1EC87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線コネクタ 310">
              <a:extLst>
                <a:ext uri="{FF2B5EF4-FFF2-40B4-BE49-F238E27FC236}">
                  <ns2:creationId id="{B4360E05-9BA2-9385-F0CC-45070E0DEAAE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直線コネクタ 311">
              <a:extLst>
                <a:ext uri="{FF2B5EF4-FFF2-40B4-BE49-F238E27FC236}">
                  <ns2:creationId id="{472F1D17-5C43-1040-7EF1-103A5721CFB3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739DA3FC-62E8-364E-F0F0-EB6287E08991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612B3364-6677-6CD3-2F60-0C3B40352802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直線コネクタ 314">
              <a:extLst>
                <a:ext uri="{FF2B5EF4-FFF2-40B4-BE49-F238E27FC236}">
                  <ns2:creationId id="{60F28550-111B-100C-9C5B-1A4CA5288DD8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直線コネクタ 315">
              <a:extLst>
                <a:ext uri="{FF2B5EF4-FFF2-40B4-BE49-F238E27FC236}">
                  <ns2:creationId id="{D372634D-04C8-2E99-69DA-92535C36B32F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コネクタ 316">
              <a:extLst>
                <a:ext uri="{FF2B5EF4-FFF2-40B4-BE49-F238E27FC236}">
                  <ns2:creationId id="{29739FFC-0C41-3B4D-4BE0-8A6199B44632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コネクタ 317">
              <a:extLst>
                <a:ext uri="{FF2B5EF4-FFF2-40B4-BE49-F238E27FC236}">
                  <ns2:creationId id="{E82A0336-DFE4-479F-4778-371BA99F118F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grpFill/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4" name="グループ化 343">
            <a:extLst>
              <a:ext uri="{FF2B5EF4-FFF2-40B4-BE49-F238E27FC236}">
                <ns2:creationId id="{81C85B4E-85CD-C008-A30F-4CA1388F64B3}"/>
              </a:ext>
            </a:extLst>
          </p:cNvPr>
          <p:cNvGrpSpPr/>
          <p:nvPr/>
        </p:nvGrpSpPr>
        <p:grpSpPr>
          <a:xfrm>
            <a:off x="1615544" y="2942060"/>
            <a:ext cx="10235427" cy="0"/>
            <a:chOff x="1615544" y="2874010"/>
            <a:chExt cx="10235427" cy="0"/>
          </a:xfrm>
        </p:grpSpPr>
        <p:cxnSp>
          <p:nvCxnSpPr>
            <p:cNvPr id="345" name="直線コネクタ 344">
              <a:extLst>
                <a:ext uri="{FF2B5EF4-FFF2-40B4-BE49-F238E27FC236}">
                  <ns2:creationId id="{F1FFF1C4-9368-5B62-D3DA-DB483CBB39E4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線コネクタ 345">
              <a:extLst>
                <a:ext uri="{FF2B5EF4-FFF2-40B4-BE49-F238E27FC236}">
                  <ns2:creationId id="{E992D8BE-03A2-BE28-123C-6B9A03872795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直線コネクタ 346">
              <a:extLst>
                <a:ext uri="{FF2B5EF4-FFF2-40B4-BE49-F238E27FC236}">
                  <ns2:creationId id="{6D472372-597C-557C-F8DE-31CEFC783DD7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線コネクタ 347">
              <a:extLst>
                <a:ext uri="{FF2B5EF4-FFF2-40B4-BE49-F238E27FC236}">
                  <ns2:creationId id="{B1929FF1-DF12-B4AD-DD69-5D76A93F00DC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直線コネクタ 348">
              <a:extLst>
                <a:ext uri="{FF2B5EF4-FFF2-40B4-BE49-F238E27FC236}">
                  <ns2:creationId id="{791D4B70-ED3E-1C0F-9D50-95854B74701D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直線コネクタ 349">
              <a:extLst>
                <a:ext uri="{FF2B5EF4-FFF2-40B4-BE49-F238E27FC236}">
                  <ns2:creationId id="{C49D71B4-6157-03B4-19F6-14D0E0EED8FB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直線コネクタ 350">
              <a:extLst>
                <a:ext uri="{FF2B5EF4-FFF2-40B4-BE49-F238E27FC236}">
                  <ns2:creationId id="{9699744E-1769-EC1E-18B1-2E02689261E4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直線コネクタ 351">
              <a:extLst>
                <a:ext uri="{FF2B5EF4-FFF2-40B4-BE49-F238E27FC236}">
                  <ns2:creationId id="{60653191-35FC-609E-A6E6-E4A6251069FD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直線コネクタ 352">
              <a:extLst>
                <a:ext uri="{FF2B5EF4-FFF2-40B4-BE49-F238E27FC236}">
                  <ns2:creationId id="{C00F8B06-FDDC-6BE2-6E43-E59740BEF256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直線コネクタ 353">
              <a:extLst>
                <a:ext uri="{FF2B5EF4-FFF2-40B4-BE49-F238E27FC236}">
                  <ns2:creationId id="{A7629E4F-EE84-B1DC-700A-BFDBF5255FD0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直線コネクタ 354">
              <a:extLst>
                <a:ext uri="{FF2B5EF4-FFF2-40B4-BE49-F238E27FC236}">
                  <ns2:creationId id="{86E68E68-C33B-87D9-C3E4-724AAFDA7851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直線コネクタ 355">
              <a:extLst>
                <a:ext uri="{FF2B5EF4-FFF2-40B4-BE49-F238E27FC236}">
                  <ns2:creationId id="{C1D049E1-7B12-A1F8-152E-628E58BF0FD5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線コネクタ 356">
              <a:extLst>
                <a:ext uri="{FF2B5EF4-FFF2-40B4-BE49-F238E27FC236}">
                  <ns2:creationId id="{4AD31EC1-82BD-7DEC-2EF4-F365E080CE4A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直線コネクタ 357">
              <a:extLst>
                <a:ext uri="{FF2B5EF4-FFF2-40B4-BE49-F238E27FC236}">
                  <ns2:creationId id="{BBF55B7F-175E-59A0-337D-37376A1B031F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直線コネクタ 358">
              <a:extLst>
                <a:ext uri="{FF2B5EF4-FFF2-40B4-BE49-F238E27FC236}">
                  <ns2:creationId id="{45011C5F-587F-40B0-F61A-E33DB4D36B29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直線コネクタ 359">
              <a:extLst>
                <a:ext uri="{FF2B5EF4-FFF2-40B4-BE49-F238E27FC236}">
                  <ns2:creationId id="{2FD42869-6543-8F33-1FC3-1BFCA2BA8E40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直線コネクタ 360">
              <a:extLst>
                <a:ext uri="{FF2B5EF4-FFF2-40B4-BE49-F238E27FC236}">
                  <ns2:creationId id="{55BF1CA9-4D67-3871-AE6D-20C550136B99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直線コネクタ 361">
              <a:extLst>
                <a:ext uri="{FF2B5EF4-FFF2-40B4-BE49-F238E27FC236}">
                  <ns2:creationId id="{7D5DA834-658D-633E-EA60-DEE9DB0FADBF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直線コネクタ 362">
              <a:extLst>
                <a:ext uri="{FF2B5EF4-FFF2-40B4-BE49-F238E27FC236}">
                  <ns2:creationId id="{D9545BE6-3502-5CD4-2877-2CD8B57800A9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直線コネクタ 363">
              <a:extLst>
                <a:ext uri="{FF2B5EF4-FFF2-40B4-BE49-F238E27FC236}">
                  <ns2:creationId id="{B4FD7504-6054-2896-F83A-34BDB7CA9AC0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線コネクタ 364">
              <a:extLst>
                <a:ext uri="{FF2B5EF4-FFF2-40B4-BE49-F238E27FC236}">
                  <ns2:creationId id="{5CCCBA1D-E9C9-B38C-2A7F-544472B4DE13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線コネクタ 365">
              <a:extLst>
                <a:ext uri="{FF2B5EF4-FFF2-40B4-BE49-F238E27FC236}">
                  <ns2:creationId id="{493AFCCF-06EF-1C9B-C98B-227F38787A8A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ns2:creationId id="{1B541EEF-4BBD-5247-F299-6A85F633912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081AAFCE-F9E7-0E0C-F769-E47EE7A64F65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9" name="グループ化 368">
            <a:extLst>
              <a:ext uri="{FF2B5EF4-FFF2-40B4-BE49-F238E27FC236}">
                <ns2:creationId id="{B5A16458-36D5-6EB2-4C7F-069E1F52DE67}"/>
              </a:ext>
            </a:extLst>
          </p:cNvPr>
          <p:cNvGrpSpPr/>
          <p:nvPr/>
        </p:nvGrpSpPr>
        <p:grpSpPr>
          <a:xfrm>
            <a:off x="1615544" y="3376690"/>
            <a:ext cx="10235427" cy="0"/>
            <a:chOff x="1615544" y="2874010"/>
            <a:chExt cx="10235427" cy="0"/>
          </a:xfrm>
        </p:grpSpPr>
        <p:cxnSp>
          <p:nvCxnSpPr>
            <p:cNvPr id="370" name="直線コネクタ 369">
              <a:extLst>
                <a:ext uri="{FF2B5EF4-FFF2-40B4-BE49-F238E27FC236}">
                  <ns2:creationId id="{5CB41EB0-F83F-A9B0-B505-35E5A284841C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ns2:creationId id="{688716CF-1BA4-CFD3-CFC0-899FE8E286BC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ns2:creationId id="{0FAAAE9C-64BE-1021-F0E1-A6CABD3ABDA6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ns2:creationId id="{2D669208-2222-304F-8184-D9241A6FEE8D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ns2:creationId id="{11B73634-6E02-74C2-0443-2CB5A1B5CF86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ns2:creationId id="{A20227A2-D3F0-F69A-9D72-8A49C66B80E5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直線コネクタ 375">
              <a:extLst>
                <a:ext uri="{FF2B5EF4-FFF2-40B4-BE49-F238E27FC236}">
                  <ns2:creationId id="{78DCF0A5-48A6-08B8-BA74-FB3F4091CD5E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線コネクタ 376">
              <a:extLst>
                <a:ext uri="{FF2B5EF4-FFF2-40B4-BE49-F238E27FC236}">
                  <ns2:creationId id="{DDDD8370-4936-5A98-394D-EFDC225D2DF4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コネクタ 377">
              <a:extLst>
                <a:ext uri="{FF2B5EF4-FFF2-40B4-BE49-F238E27FC236}">
                  <ns2:creationId id="{59D8B712-8526-1DB3-FF1F-52B4F658E363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直線コネクタ 378">
              <a:extLst>
                <a:ext uri="{FF2B5EF4-FFF2-40B4-BE49-F238E27FC236}">
                  <ns2:creationId id="{EB157025-B21A-61F2-5B02-C8C809E9B459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直線コネクタ 379">
              <a:extLst>
                <a:ext uri="{FF2B5EF4-FFF2-40B4-BE49-F238E27FC236}">
                  <ns2:creationId id="{0A55647A-15C1-75C5-5080-350F59C68F82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直線コネクタ 380">
              <a:extLst>
                <a:ext uri="{FF2B5EF4-FFF2-40B4-BE49-F238E27FC236}">
                  <ns2:creationId id="{066457A2-99B3-6389-1453-EB0D4ACDC412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直線コネクタ 381">
              <a:extLst>
                <a:ext uri="{FF2B5EF4-FFF2-40B4-BE49-F238E27FC236}">
                  <ns2:creationId id="{D559358E-C2AA-1B9B-2DB8-773C14126FD7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直線コネクタ 382">
              <a:extLst>
                <a:ext uri="{FF2B5EF4-FFF2-40B4-BE49-F238E27FC236}">
                  <ns2:creationId id="{3FFE69BE-FFAE-1767-5C77-DD6D31373CB8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線コネクタ 383">
              <a:extLst>
                <a:ext uri="{FF2B5EF4-FFF2-40B4-BE49-F238E27FC236}">
                  <ns2:creationId id="{1241813C-4567-B86D-2B88-5F2D11C51D1F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線コネクタ 384">
              <a:extLst>
                <a:ext uri="{FF2B5EF4-FFF2-40B4-BE49-F238E27FC236}">
                  <ns2:creationId id="{694FC7D3-A476-2015-D76F-7EBEE972B2F5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直線コネクタ 385">
              <a:extLst>
                <a:ext uri="{FF2B5EF4-FFF2-40B4-BE49-F238E27FC236}">
                  <ns2:creationId id="{DB0064A2-DFCE-C938-DAE9-6DB26DE9F296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直線コネクタ 386">
              <a:extLst>
                <a:ext uri="{FF2B5EF4-FFF2-40B4-BE49-F238E27FC236}">
                  <ns2:creationId id="{46A97B67-80C5-2474-7781-748C9482952F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直線コネクタ 387">
              <a:extLst>
                <a:ext uri="{FF2B5EF4-FFF2-40B4-BE49-F238E27FC236}">
                  <ns2:creationId id="{071EF6E3-B97B-6011-5296-4B75C9BD1AC9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直線コネクタ 388">
              <a:extLst>
                <a:ext uri="{FF2B5EF4-FFF2-40B4-BE49-F238E27FC236}">
                  <ns2:creationId id="{1445CB68-91E5-7516-5B5E-88E7E679F62C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直線コネクタ 389">
              <a:extLst>
                <a:ext uri="{FF2B5EF4-FFF2-40B4-BE49-F238E27FC236}">
                  <ns2:creationId id="{E4635438-1C21-7144-7731-F94E053AEC6C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直線コネクタ 390">
              <a:extLst>
                <a:ext uri="{FF2B5EF4-FFF2-40B4-BE49-F238E27FC236}">
                  <ns2:creationId id="{5FD64823-C780-4723-C0AF-A1E51CFCFA9C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直線コネクタ 391">
              <a:extLst>
                <a:ext uri="{FF2B5EF4-FFF2-40B4-BE49-F238E27FC236}">
                  <ns2:creationId id="{31EBE767-D6C1-00EE-FF37-557D64E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線コネクタ 392">
              <a:extLst>
                <a:ext uri="{FF2B5EF4-FFF2-40B4-BE49-F238E27FC236}">
                  <ns2:creationId id="{D3E52348-E54D-5C9C-A41C-F6575F396396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4" name="グループ化 393">
            <a:extLst>
              <a:ext uri="{FF2B5EF4-FFF2-40B4-BE49-F238E27FC236}">
                <ns2:creationId id="{0BE1B5CB-A1A1-6673-CBF2-CEE78CF7FA47}"/>
              </a:ext>
            </a:extLst>
          </p:cNvPr>
          <p:cNvGrpSpPr/>
          <p:nvPr/>
        </p:nvGrpSpPr>
        <p:grpSpPr>
          <a:xfrm>
            <a:off x="1615544" y="3811320"/>
            <a:ext cx="10235427" cy="0"/>
            <a:chOff x="1615544" y="2874010"/>
            <a:chExt cx="10235427" cy="0"/>
          </a:xfrm>
        </p:grpSpPr>
        <p:cxnSp>
          <p:nvCxnSpPr>
            <p:cNvPr id="395" name="直線コネクタ 394">
              <a:extLst>
                <a:ext uri="{FF2B5EF4-FFF2-40B4-BE49-F238E27FC236}">
                  <ns2:creationId id="{695DE88B-35E1-D6E4-F786-55B222A1A6B6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直線コネクタ 395">
              <a:extLst>
                <a:ext uri="{FF2B5EF4-FFF2-40B4-BE49-F238E27FC236}">
                  <ns2:creationId id="{A36F3F49-B54C-9507-3821-9B71C6568451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直線コネクタ 396">
              <a:extLst>
                <a:ext uri="{FF2B5EF4-FFF2-40B4-BE49-F238E27FC236}">
                  <ns2:creationId id="{36A099A6-00A2-9125-A391-7F60C487E07F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線コネクタ 397">
              <a:extLst>
                <a:ext uri="{FF2B5EF4-FFF2-40B4-BE49-F238E27FC236}">
                  <ns2:creationId id="{B7C74BAC-533E-A376-51D9-F4E4DA42DED2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直線コネクタ 398">
              <a:extLst>
                <a:ext uri="{FF2B5EF4-FFF2-40B4-BE49-F238E27FC236}">
                  <ns2:creationId id="{509DE2B4-478C-0867-B864-66F1B984BD66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直線コネクタ 399">
              <a:extLst>
                <a:ext uri="{FF2B5EF4-FFF2-40B4-BE49-F238E27FC236}">
                  <ns2:creationId id="{BEA788EA-3EC0-346F-AFF3-8D7C7D6ADD00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線コネクタ 400">
              <a:extLst>
                <a:ext uri="{FF2B5EF4-FFF2-40B4-BE49-F238E27FC236}">
                  <ns2:creationId id="{3D607AA2-A743-D43D-7A64-796FE8131779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線コネクタ 401">
              <a:extLst>
                <a:ext uri="{FF2B5EF4-FFF2-40B4-BE49-F238E27FC236}">
                  <ns2:creationId id="{3CF87677-D7B3-2252-8E7D-0F69CF3CD64C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直線コネクタ 402">
              <a:extLst>
                <a:ext uri="{FF2B5EF4-FFF2-40B4-BE49-F238E27FC236}">
                  <ns2:creationId id="{20EABC65-15EA-9007-57C2-08CE9799E2D6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直線コネクタ 403">
              <a:extLst>
                <a:ext uri="{FF2B5EF4-FFF2-40B4-BE49-F238E27FC236}">
                  <ns2:creationId id="{4B656BCA-814E-C5FB-BC68-FFA65BF8ABF8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394DAB6C-228F-FA7F-A3FA-49AB7DACEB49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直線コネクタ 405">
              <a:extLst>
                <a:ext uri="{FF2B5EF4-FFF2-40B4-BE49-F238E27FC236}">
                  <ns2:creationId id="{BF9AE97B-204B-4297-6AB2-9312045BB95B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直線コネクタ 406">
              <a:extLst>
                <a:ext uri="{FF2B5EF4-FFF2-40B4-BE49-F238E27FC236}">
                  <ns2:creationId id="{D919B9CD-E482-C1A9-8FC1-386575A358C1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コネクタ 407">
              <a:extLst>
                <a:ext uri="{FF2B5EF4-FFF2-40B4-BE49-F238E27FC236}">
                  <ns2:creationId id="{2E48CDA0-7A5D-1584-3B5A-F421D365A6FF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9AD66DE1-8548-92E4-2536-ED1CB2D098ED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直線コネクタ 409">
              <a:extLst>
                <a:ext uri="{FF2B5EF4-FFF2-40B4-BE49-F238E27FC236}">
                  <ns2:creationId id="{F1A27F5F-0A84-64A1-758B-77D6776563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コネクタ 410">
              <a:extLst>
                <a:ext uri="{FF2B5EF4-FFF2-40B4-BE49-F238E27FC236}">
                  <ns2:creationId id="{D1C5C2A9-641B-F2C4-7890-0476CA7C7A5B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DC77EF01-2AB6-84F5-1790-E14F3BEC7C64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コネクタ 412">
              <a:extLst>
                <a:ext uri="{FF2B5EF4-FFF2-40B4-BE49-F238E27FC236}">
                  <ns2:creationId id="{B485FA36-78B4-5E71-4002-91D6D05EB9A5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直線コネクタ 413">
              <a:extLst>
                <a:ext uri="{FF2B5EF4-FFF2-40B4-BE49-F238E27FC236}">
                  <ns2:creationId id="{83E60AD8-027D-8F1E-C451-D1433D85B4BF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コネクタ 414">
              <a:extLst>
                <a:ext uri="{FF2B5EF4-FFF2-40B4-BE49-F238E27FC236}">
                  <ns2:creationId id="{3A45BB7A-BA3D-1179-13AB-C5714A6E8D22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73BC9B9D-C523-5627-32D9-2853B392089B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線コネクタ 416">
              <a:extLst>
                <a:ext uri="{FF2B5EF4-FFF2-40B4-BE49-F238E27FC236}">
                  <ns2:creationId id="{88844AAA-43B0-3471-A894-01EED33756A0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417">
              <a:extLst>
                <a:ext uri="{FF2B5EF4-FFF2-40B4-BE49-F238E27FC236}">
                  <ns2:creationId id="{CD7EF0AE-9AFD-C42F-E040-BD1702A48392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" name="グループ化 418">
            <a:extLst>
              <a:ext uri="{FF2B5EF4-FFF2-40B4-BE49-F238E27FC236}">
                <ns2:creationId id="{FEB9B448-A3BE-A421-820E-961C3BD8CE9E}"/>
              </a:ext>
            </a:extLst>
          </p:cNvPr>
          <p:cNvGrpSpPr/>
          <p:nvPr/>
        </p:nvGrpSpPr>
        <p:grpSpPr>
          <a:xfrm>
            <a:off x="1615544" y="4015934"/>
            <a:ext cx="10235427" cy="0"/>
            <a:chOff x="1615544" y="2874010"/>
            <a:chExt cx="10235427" cy="0"/>
          </a:xfrm>
        </p:grpSpPr>
        <p:cxnSp>
          <p:nvCxnSpPr>
            <p:cNvPr id="420" name="直線コネクタ 419">
              <a:extLst>
                <a:ext uri="{FF2B5EF4-FFF2-40B4-BE49-F238E27FC236}">
                  <ns2:creationId id="{96B4DFB5-0205-BF3A-23D3-94E90B10113E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直線コネクタ 420">
              <a:extLst>
                <a:ext uri="{FF2B5EF4-FFF2-40B4-BE49-F238E27FC236}">
                  <ns2:creationId id="{A416C347-701B-0F1E-F2E3-E8D89883E6D2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直線コネクタ 421">
              <a:extLst>
                <a:ext uri="{FF2B5EF4-FFF2-40B4-BE49-F238E27FC236}">
                  <ns2:creationId id="{4FE7AD63-EFC7-B316-5290-D3619EA132F4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直線コネクタ 422">
              <a:extLst>
                <a:ext uri="{FF2B5EF4-FFF2-40B4-BE49-F238E27FC236}">
                  <ns2:creationId id="{09347AFA-A97F-FC9B-D533-FAE320C6E432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線コネクタ 423">
              <a:extLst>
                <a:ext uri="{FF2B5EF4-FFF2-40B4-BE49-F238E27FC236}">
                  <ns2:creationId id="{951CD988-4DC0-C14B-EFAE-CA6C158A5247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直線コネクタ 424">
              <a:extLst>
                <a:ext uri="{FF2B5EF4-FFF2-40B4-BE49-F238E27FC236}">
                  <ns2:creationId id="{11A66118-0138-3185-2DDD-08ACC81A304C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直線コネクタ 425">
              <a:extLst>
                <a:ext uri="{FF2B5EF4-FFF2-40B4-BE49-F238E27FC236}">
                  <ns2:creationId id="{2A20AD7A-62D3-4D37-8DF8-521CE50C4F92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直線コネクタ 426">
              <a:extLst>
                <a:ext uri="{FF2B5EF4-FFF2-40B4-BE49-F238E27FC236}">
                  <ns2:creationId id="{CE686CAC-886E-CAFE-6DD8-511F497BBE1F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直線コネクタ 427">
              <a:extLst>
                <a:ext uri="{FF2B5EF4-FFF2-40B4-BE49-F238E27FC236}">
                  <ns2:creationId id="{84CE1A47-BC51-156B-8A59-182CC06CB624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コネクタ 428">
              <a:extLst>
                <a:ext uri="{FF2B5EF4-FFF2-40B4-BE49-F238E27FC236}">
                  <ns2:creationId id="{7D04932E-82CD-2F1C-04B7-BCCAF72FAD94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直線コネクタ 429">
              <a:extLst>
                <a:ext uri="{FF2B5EF4-FFF2-40B4-BE49-F238E27FC236}">
                  <ns2:creationId id="{324CC45D-9009-39ED-0BFA-8844CE810591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直線コネクタ 430">
              <a:extLst>
                <a:ext uri="{FF2B5EF4-FFF2-40B4-BE49-F238E27FC236}">
                  <ns2:creationId id="{DE452226-6039-6596-BF5C-BA8017C43AE2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直線コネクタ 431">
              <a:extLst>
                <a:ext uri="{FF2B5EF4-FFF2-40B4-BE49-F238E27FC236}">
                  <ns2:creationId id="{7006DBB6-38B5-C011-D1AF-776ECD183925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直線コネクタ 432">
              <a:extLst>
                <a:ext uri="{FF2B5EF4-FFF2-40B4-BE49-F238E27FC236}">
                  <ns2:creationId id="{3D41B9CF-F1D1-B427-3D1D-6A769E3770FE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直線コネクタ 433">
              <a:extLst>
                <a:ext uri="{FF2B5EF4-FFF2-40B4-BE49-F238E27FC236}">
                  <ns2:creationId id="{108F7374-2FE5-9165-192F-BD9B199B7012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直線コネクタ 434">
              <a:extLst>
                <a:ext uri="{FF2B5EF4-FFF2-40B4-BE49-F238E27FC236}">
                  <ns2:creationId id="{E9DC432A-2D0D-D7D0-FD63-2F294B4B7797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直線コネクタ 435">
              <a:extLst>
                <a:ext uri="{FF2B5EF4-FFF2-40B4-BE49-F238E27FC236}">
                  <ns2:creationId id="{F7A15969-2F43-9A06-8319-E5679FCB8AC2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直線コネクタ 436">
              <a:extLst>
                <a:ext uri="{FF2B5EF4-FFF2-40B4-BE49-F238E27FC236}">
                  <ns2:creationId id="{FA23D6A3-EF8B-2149-8E7C-5A10788AD1DF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直線コネクタ 437">
              <a:extLst>
                <a:ext uri="{FF2B5EF4-FFF2-40B4-BE49-F238E27FC236}">
                  <ns2:creationId id="{BED213E8-43CD-A86C-6BA3-150E7E4FA41A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直線コネクタ 438">
              <a:extLst>
                <a:ext uri="{FF2B5EF4-FFF2-40B4-BE49-F238E27FC236}">
                  <ns2:creationId id="{6AF58855-53ED-C63E-2BDA-00133265DBF2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直線コネクタ 439">
              <a:extLst>
                <a:ext uri="{FF2B5EF4-FFF2-40B4-BE49-F238E27FC236}">
                  <ns2:creationId id="{F8B9D856-8192-6A39-62C9-087B254B511B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直線コネクタ 440">
              <a:extLst>
                <a:ext uri="{FF2B5EF4-FFF2-40B4-BE49-F238E27FC236}">
                  <ns2:creationId id="{FFA12F44-12FF-0663-CFF5-31CF33F65DD2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直線コネクタ 441">
              <a:extLst>
                <a:ext uri="{FF2B5EF4-FFF2-40B4-BE49-F238E27FC236}">
                  <ns2:creationId id="{917F5A9A-1F05-53AE-C942-18753591CF87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直線コネクタ 442">
              <a:extLst>
                <a:ext uri="{FF2B5EF4-FFF2-40B4-BE49-F238E27FC236}">
                  <ns2:creationId id="{2849E9DE-3552-9870-54E0-22CF3C00E06F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グループ化 443">
            <a:extLst>
              <a:ext uri="{FF2B5EF4-FFF2-40B4-BE49-F238E27FC236}">
                <ns2:creationId id="{C32AB6F5-B044-5C7E-A9B0-39DFF5926FEE}"/>
              </a:ext>
            </a:extLst>
          </p:cNvPr>
          <p:cNvGrpSpPr/>
          <p:nvPr/>
        </p:nvGrpSpPr>
        <p:grpSpPr>
          <a:xfrm>
            <a:off x="1615544" y="4450564"/>
            <a:ext cx="10235427" cy="0"/>
            <a:chOff x="1615544" y="2874010"/>
            <a:chExt cx="10235427" cy="0"/>
          </a:xfrm>
        </p:grpSpPr>
        <p:cxnSp>
          <p:nvCxnSpPr>
            <p:cNvPr id="445" name="直線コネクタ 444">
              <a:extLst>
                <a:ext uri="{FF2B5EF4-FFF2-40B4-BE49-F238E27FC236}">
                  <ns2:creationId id="{E2C73830-ADDE-D014-B784-8D1BC73C76C5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直線コネクタ 445">
              <a:extLst>
                <a:ext uri="{FF2B5EF4-FFF2-40B4-BE49-F238E27FC236}">
                  <ns2:creationId id="{F9B96296-C272-C016-6314-51BF378F749D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直線コネクタ 446">
              <a:extLst>
                <a:ext uri="{FF2B5EF4-FFF2-40B4-BE49-F238E27FC236}">
                  <ns2:creationId id="{4E8A0873-A2B2-85DA-416A-C13919CC2357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直線コネクタ 447">
              <a:extLst>
                <a:ext uri="{FF2B5EF4-FFF2-40B4-BE49-F238E27FC236}">
                  <ns2:creationId id="{A530BAD8-80A8-7D53-E608-8AFAF8AB2FA9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直線コネクタ 448">
              <a:extLst>
                <a:ext uri="{FF2B5EF4-FFF2-40B4-BE49-F238E27FC236}">
                  <ns2:creationId id="{A921EA1B-0C64-7D24-60E5-2E85C6AADDFE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直線コネクタ 449">
              <a:extLst>
                <a:ext uri="{FF2B5EF4-FFF2-40B4-BE49-F238E27FC236}">
                  <ns2:creationId id="{1B779261-AF80-D8AE-94E2-085CA5F2F83A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A32D1BEF-EBCC-C86F-A3A6-42E0C3ACFB15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直線コネクタ 451">
              <a:extLst>
                <a:ext uri="{FF2B5EF4-FFF2-40B4-BE49-F238E27FC236}">
                  <ns2:creationId id="{6474846C-624A-2316-DA60-434AAA4928D6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直線コネクタ 452">
              <a:extLst>
                <a:ext uri="{FF2B5EF4-FFF2-40B4-BE49-F238E27FC236}">
                  <ns2:creationId id="{976E3B93-D91C-223F-B53A-6B9DB44844ED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直線コネクタ 453">
              <a:extLst>
                <a:ext uri="{FF2B5EF4-FFF2-40B4-BE49-F238E27FC236}">
                  <ns2:creationId id="{2A5DA09D-184F-4A33-D557-9EF8A3977CBB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直線コネクタ 454">
              <a:extLst>
                <a:ext uri="{FF2B5EF4-FFF2-40B4-BE49-F238E27FC236}">
                  <ns2:creationId id="{DB72CEB6-1105-A10C-C4C8-A17C592E3C49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直線コネクタ 455">
              <a:extLst>
                <a:ext uri="{FF2B5EF4-FFF2-40B4-BE49-F238E27FC236}">
                  <ns2:creationId id="{10248074-10BC-2978-8B3B-BAD417B65AE4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直線コネクタ 456">
              <a:extLst>
                <a:ext uri="{FF2B5EF4-FFF2-40B4-BE49-F238E27FC236}">
                  <ns2:creationId id="{B72733FA-1DB5-D301-6BCA-2324D067069D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線コネクタ 457">
              <a:extLst>
                <a:ext uri="{FF2B5EF4-FFF2-40B4-BE49-F238E27FC236}">
                  <ns2:creationId id="{4FF0676D-92AC-CD6E-E413-CED5D8A5339B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直線コネクタ 458">
              <a:extLst>
                <a:ext uri="{FF2B5EF4-FFF2-40B4-BE49-F238E27FC236}">
                  <ns2:creationId id="{D83214FA-C10E-0C87-C735-990999DB3201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直線コネクタ 459">
              <a:extLst>
                <a:ext uri="{FF2B5EF4-FFF2-40B4-BE49-F238E27FC236}">
                  <ns2:creationId id="{CA89075F-05E4-74EF-40F0-218675A591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直線コネクタ 460">
              <a:extLst>
                <a:ext uri="{FF2B5EF4-FFF2-40B4-BE49-F238E27FC236}">
                  <ns2:creationId id="{E0F0AA18-3BD3-5956-E3A9-752675375128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直線コネクタ 461">
              <a:extLst>
                <a:ext uri="{FF2B5EF4-FFF2-40B4-BE49-F238E27FC236}">
                  <ns2:creationId id="{BB33480A-9554-FF74-DAAC-382926EDB8EC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直線コネクタ 462">
              <a:extLst>
                <a:ext uri="{FF2B5EF4-FFF2-40B4-BE49-F238E27FC236}">
                  <ns2:creationId id="{24B058C7-C3BB-E026-B33D-28EAB3B7C2E7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直線コネクタ 463">
              <a:extLst>
                <a:ext uri="{FF2B5EF4-FFF2-40B4-BE49-F238E27FC236}">
                  <ns2:creationId id="{5934DE84-8A1C-05AA-6303-AC3BE7B5510F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直線コネクタ 464">
              <a:extLst>
                <a:ext uri="{FF2B5EF4-FFF2-40B4-BE49-F238E27FC236}">
                  <ns2:creationId id="{3A449514-9539-17AE-C9A9-41E8A5744653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直線コネクタ 465">
              <a:extLst>
                <a:ext uri="{FF2B5EF4-FFF2-40B4-BE49-F238E27FC236}">
                  <ns2:creationId id="{14065AC3-F4FC-BDCD-3E2E-A5F16C51E8B7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直線コネクタ 466">
              <a:extLst>
                <a:ext uri="{FF2B5EF4-FFF2-40B4-BE49-F238E27FC236}">
                  <ns2:creationId id="{A9BA571B-E0B4-90F9-925C-0934EC78CD9B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直線コネクタ 467">
              <a:extLst>
                <a:ext uri="{FF2B5EF4-FFF2-40B4-BE49-F238E27FC236}">
                  <ns2:creationId id="{1AF22693-E1F4-25C9-05C7-3FC0AA579A73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9" name="グループ化 468">
            <a:extLst>
              <a:ext uri="{FF2B5EF4-FFF2-40B4-BE49-F238E27FC236}">
                <ns2:creationId id="{7DF15C03-5C2B-A58F-A89E-F5D7EF4E8533}"/>
              </a:ext>
            </a:extLst>
          </p:cNvPr>
          <p:cNvGrpSpPr/>
          <p:nvPr/>
        </p:nvGrpSpPr>
        <p:grpSpPr>
          <a:xfrm>
            <a:off x="1615544" y="5070972"/>
            <a:ext cx="10235427" cy="0"/>
            <a:chOff x="1615544" y="2874010"/>
            <a:chExt cx="10235427" cy="0"/>
          </a:xfrm>
        </p:grpSpPr>
        <p:cxnSp>
          <p:nvCxnSpPr>
            <p:cNvPr id="470" name="直線コネクタ 469">
              <a:extLst>
                <a:ext uri="{FF2B5EF4-FFF2-40B4-BE49-F238E27FC236}">
                  <ns2:creationId id="{E9E94C82-32BB-CEC8-7585-6233A411AAD7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直線コネクタ 470">
              <a:extLst>
                <a:ext uri="{FF2B5EF4-FFF2-40B4-BE49-F238E27FC236}">
                  <ns2:creationId id="{4896BED1-C134-9FB2-6F63-AC0EFF44D1F7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直線コネクタ 471">
              <a:extLst>
                <a:ext uri="{FF2B5EF4-FFF2-40B4-BE49-F238E27FC236}">
                  <ns2:creationId id="{0CC23ADC-0B13-0FCB-A9F6-DAB70B07C6A4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直線コネクタ 472">
              <a:extLst>
                <a:ext uri="{FF2B5EF4-FFF2-40B4-BE49-F238E27FC236}">
                  <ns2:creationId id="{DDB5A37F-2668-0ADF-5917-9BD7E4F23EB6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直線コネクタ 473">
              <a:extLst>
                <a:ext uri="{FF2B5EF4-FFF2-40B4-BE49-F238E27FC236}">
                  <ns2:creationId id="{E1C5FB7C-17BE-2F38-BB23-90FBD1E0871B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直線コネクタ 474">
              <a:extLst>
                <a:ext uri="{FF2B5EF4-FFF2-40B4-BE49-F238E27FC236}">
                  <ns2:creationId id="{EF0895DE-AD7D-76A9-DCBE-2427A4FFD0D0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直線コネクタ 475">
              <a:extLst>
                <a:ext uri="{FF2B5EF4-FFF2-40B4-BE49-F238E27FC236}">
                  <ns2:creationId id="{EEF5EC02-7ED6-FAE8-6BD2-8218877BB715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直線コネクタ 476">
              <a:extLst>
                <a:ext uri="{FF2B5EF4-FFF2-40B4-BE49-F238E27FC236}">
                  <ns2:creationId id="{CD725FFC-6702-5249-2E89-E2D7CD8FD44B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直線コネクタ 477">
              <a:extLst>
                <a:ext uri="{FF2B5EF4-FFF2-40B4-BE49-F238E27FC236}">
                  <ns2:creationId id="{CAA1562C-4E3F-D3A3-A66C-023F73C81BAE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直線コネクタ 478">
              <a:extLst>
                <a:ext uri="{FF2B5EF4-FFF2-40B4-BE49-F238E27FC236}">
                  <ns2:creationId id="{CE6F0356-089D-FF5F-2416-FAE70EA36EB8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直線コネクタ 479">
              <a:extLst>
                <a:ext uri="{FF2B5EF4-FFF2-40B4-BE49-F238E27FC236}">
                  <ns2:creationId id="{DF1AB0F3-69EC-C266-0344-ABA147A09F17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直線コネクタ 480">
              <a:extLst>
                <a:ext uri="{FF2B5EF4-FFF2-40B4-BE49-F238E27FC236}">
                  <ns2:creationId id="{D34B979A-34B6-26D9-CC5D-E553516D366A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直線コネクタ 481">
              <a:extLst>
                <a:ext uri="{FF2B5EF4-FFF2-40B4-BE49-F238E27FC236}">
                  <ns2:creationId id="{7A245CFF-87FF-2C85-A614-BC8117F9A782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直線コネクタ 482">
              <a:extLst>
                <a:ext uri="{FF2B5EF4-FFF2-40B4-BE49-F238E27FC236}">
                  <ns2:creationId id="{CCB89E0B-18E7-8A68-EC3C-4F766E399C78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直線コネクタ 483">
              <a:extLst>
                <a:ext uri="{FF2B5EF4-FFF2-40B4-BE49-F238E27FC236}">
                  <ns2:creationId id="{1841DBCE-E2EC-FDF8-9FC3-5D084024A9C2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直線コネクタ 484">
              <a:extLst>
                <a:ext uri="{FF2B5EF4-FFF2-40B4-BE49-F238E27FC236}">
                  <ns2:creationId id="{EA2FAB89-A1E0-618E-5DC8-828CD9AB64E4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直線コネクタ 485">
              <a:extLst>
                <a:ext uri="{FF2B5EF4-FFF2-40B4-BE49-F238E27FC236}">
                  <ns2:creationId id="{C3E8804D-1313-5B61-048C-2D269416F0AD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直線コネクタ 486">
              <a:extLst>
                <a:ext uri="{FF2B5EF4-FFF2-40B4-BE49-F238E27FC236}">
                  <ns2:creationId id="{309751A9-316D-DC84-D69B-BD3622A20A0F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直線コネクタ 487">
              <a:extLst>
                <a:ext uri="{FF2B5EF4-FFF2-40B4-BE49-F238E27FC236}">
                  <ns2:creationId id="{4BC8C7A2-0E88-88C0-57D5-78786E1B1378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線コネクタ 488">
              <a:extLst>
                <a:ext uri="{FF2B5EF4-FFF2-40B4-BE49-F238E27FC236}">
                  <ns2:creationId id="{10C97BB9-1D51-8A72-A6CD-43B4F9DB196F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直線コネクタ 489">
              <a:extLst>
                <a:ext uri="{FF2B5EF4-FFF2-40B4-BE49-F238E27FC236}">
                  <ns2:creationId id="{72F03644-C39B-9A5F-0851-5BADC4D0B1F9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直線コネクタ 490">
              <a:extLst>
                <a:ext uri="{FF2B5EF4-FFF2-40B4-BE49-F238E27FC236}">
                  <ns2:creationId id="{2E5FF9DF-897B-94FC-E697-B74744060405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直線コネクタ 491">
              <a:extLst>
                <a:ext uri="{FF2B5EF4-FFF2-40B4-BE49-F238E27FC236}">
                  <ns2:creationId id="{B821173C-EFFE-3D9B-765B-6E77009F5C05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直線コネクタ 492">
              <a:extLst>
                <a:ext uri="{FF2B5EF4-FFF2-40B4-BE49-F238E27FC236}">
                  <ns2:creationId id="{70B58D06-F4A6-5533-0EB0-25799AE11EFD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4" name="グループ化 493">
            <a:extLst>
              <a:ext uri="{FF2B5EF4-FFF2-40B4-BE49-F238E27FC236}">
                <ns2:creationId id="{BE80858A-2758-A9CD-AABD-1AE0196B6805}"/>
              </a:ext>
            </a:extLst>
          </p:cNvPr>
          <p:cNvGrpSpPr/>
          <p:nvPr/>
        </p:nvGrpSpPr>
        <p:grpSpPr>
          <a:xfrm>
            <a:off x="1615544" y="5275586"/>
            <a:ext cx="10235427" cy="0"/>
            <a:chOff x="1615544" y="2874010"/>
            <a:chExt cx="10235427" cy="0"/>
          </a:xfrm>
        </p:grpSpPr>
        <p:cxnSp>
          <p:nvCxnSpPr>
            <p:cNvPr id="495" name="直線コネクタ 494">
              <a:extLst>
                <a:ext uri="{FF2B5EF4-FFF2-40B4-BE49-F238E27FC236}">
                  <ns2:creationId id="{9F04E0ED-A06F-E127-5039-B6F387910471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直線コネクタ 495">
              <a:extLst>
                <a:ext uri="{FF2B5EF4-FFF2-40B4-BE49-F238E27FC236}">
                  <ns2:creationId id="{DF5F3A3F-8D30-0F51-8E64-259C15F9314E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直線コネクタ 496">
              <a:extLst>
                <a:ext uri="{FF2B5EF4-FFF2-40B4-BE49-F238E27FC236}">
                  <ns2:creationId id="{BE8BD35C-C008-E533-3E4B-FF8753E4742E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直線コネクタ 497">
              <a:extLst>
                <a:ext uri="{FF2B5EF4-FFF2-40B4-BE49-F238E27FC236}">
                  <ns2:creationId id="{0F73B7AA-74AE-AC95-EE50-FDC144542C3E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直線コネクタ 498">
              <a:extLst>
                <a:ext uri="{FF2B5EF4-FFF2-40B4-BE49-F238E27FC236}">
                  <ns2:creationId id="{D71B2260-C001-7C2A-6A85-5DD9459BC5D0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直線コネクタ 499">
              <a:extLst>
                <a:ext uri="{FF2B5EF4-FFF2-40B4-BE49-F238E27FC236}">
                  <ns2:creationId id="{0637EBED-2539-A405-26B1-40864C0A7B15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直線コネクタ 500">
              <a:extLst>
                <a:ext uri="{FF2B5EF4-FFF2-40B4-BE49-F238E27FC236}">
                  <ns2:creationId id="{AE705C46-9429-4309-9E40-3611DA10155F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直線コネクタ 501">
              <a:extLst>
                <a:ext uri="{FF2B5EF4-FFF2-40B4-BE49-F238E27FC236}">
                  <ns2:creationId id="{250A091E-B5F3-27F1-689C-DD9594E80A01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直線コネクタ 502">
              <a:extLst>
                <a:ext uri="{FF2B5EF4-FFF2-40B4-BE49-F238E27FC236}">
                  <ns2:creationId id="{2A28FE7F-744A-3022-82BF-70B6C607C209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直線コネクタ 503">
              <a:extLst>
                <a:ext uri="{FF2B5EF4-FFF2-40B4-BE49-F238E27FC236}">
                  <ns2:creationId id="{E2E6F977-8EC4-E027-3FEA-4F4B51E98B24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直線コネクタ 504">
              <a:extLst>
                <a:ext uri="{FF2B5EF4-FFF2-40B4-BE49-F238E27FC236}">
                  <ns2:creationId id="{36D36446-5D8A-B565-B1CE-613103A7C973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直線コネクタ 505">
              <a:extLst>
                <a:ext uri="{FF2B5EF4-FFF2-40B4-BE49-F238E27FC236}">
                  <ns2:creationId id="{EB46F453-2D3F-D480-7A2E-25D5971EDB6B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直線コネクタ 506">
              <a:extLst>
                <a:ext uri="{FF2B5EF4-FFF2-40B4-BE49-F238E27FC236}">
                  <ns2:creationId id="{B941682A-0288-F997-ABEE-596EF3027D98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直線コネクタ 507">
              <a:extLst>
                <a:ext uri="{FF2B5EF4-FFF2-40B4-BE49-F238E27FC236}">
                  <ns2:creationId id="{78832C07-734F-E3CE-3763-396D719D05DE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直線コネクタ 508">
              <a:extLst>
                <a:ext uri="{FF2B5EF4-FFF2-40B4-BE49-F238E27FC236}">
                  <ns2:creationId id="{FD9A951D-9E5B-2357-FB4E-CF7CB864175E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直線コネクタ 509">
              <a:extLst>
                <a:ext uri="{FF2B5EF4-FFF2-40B4-BE49-F238E27FC236}">
                  <ns2:creationId id="{4449D05A-537B-2D92-90DB-2CB7D36E57C6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直線コネクタ 510">
              <a:extLst>
                <a:ext uri="{FF2B5EF4-FFF2-40B4-BE49-F238E27FC236}">
                  <ns2:creationId id="{7EB86814-9D6C-51EE-7F4F-07923F3F6702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直線コネクタ 511">
              <a:extLst>
                <a:ext uri="{FF2B5EF4-FFF2-40B4-BE49-F238E27FC236}">
                  <ns2:creationId id="{A2A16912-F4CC-444B-A34D-BA19C9E61599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直線コネクタ 512">
              <a:extLst>
                <a:ext uri="{FF2B5EF4-FFF2-40B4-BE49-F238E27FC236}">
                  <ns2:creationId id="{658D3504-1727-35F5-6223-135DC5EE519A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直線コネクタ 513">
              <a:extLst>
                <a:ext uri="{FF2B5EF4-FFF2-40B4-BE49-F238E27FC236}">
                  <ns2:creationId id="{5E391F54-5C69-1012-3590-52E93C947A4C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直線コネクタ 514">
              <a:extLst>
                <a:ext uri="{FF2B5EF4-FFF2-40B4-BE49-F238E27FC236}">
                  <ns2:creationId id="{D89F340F-13D7-9C70-A86E-AEC174605F5E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直線コネクタ 515">
              <a:extLst>
                <a:ext uri="{FF2B5EF4-FFF2-40B4-BE49-F238E27FC236}">
                  <ns2:creationId id="{C3F62474-7F59-1250-6546-5ACD38372193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直線コネクタ 516">
              <a:extLst>
                <a:ext uri="{FF2B5EF4-FFF2-40B4-BE49-F238E27FC236}">
                  <ns2:creationId id="{89DCD1F5-56FD-BDD6-561E-6BC35159EFA8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直線コネクタ 517">
              <a:extLst>
                <a:ext uri="{FF2B5EF4-FFF2-40B4-BE49-F238E27FC236}">
                  <ns2:creationId id="{90664836-BA84-D3FF-36F6-85C9AAC8720C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9" name="グループ化 518">
            <a:extLst>
              <a:ext uri="{FF2B5EF4-FFF2-40B4-BE49-F238E27FC236}">
                <ns2:creationId id="{E07CA3C4-030A-8862-0E89-4FEA88373AAF}"/>
              </a:ext>
            </a:extLst>
          </p:cNvPr>
          <p:cNvGrpSpPr/>
          <p:nvPr/>
        </p:nvGrpSpPr>
        <p:grpSpPr>
          <a:xfrm>
            <a:off x="1615544" y="5710216"/>
            <a:ext cx="10235427" cy="0"/>
            <a:chOff x="1615544" y="2874010"/>
            <a:chExt cx="10235427" cy="0"/>
          </a:xfrm>
        </p:grpSpPr>
        <p:cxnSp>
          <p:nvCxnSpPr>
            <p:cNvPr id="520" name="直線コネクタ 519">
              <a:extLst>
                <a:ext uri="{FF2B5EF4-FFF2-40B4-BE49-F238E27FC236}">
                  <ns2:creationId id="{0B0EEAE0-3A4C-FDD9-9DD4-7670FF4BAD94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直線コネクタ 520">
              <a:extLst>
                <a:ext uri="{FF2B5EF4-FFF2-40B4-BE49-F238E27FC236}">
                  <ns2:creationId id="{FA598553-7DD5-53C6-B275-479034EA1B01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直線コネクタ 521">
              <a:extLst>
                <a:ext uri="{FF2B5EF4-FFF2-40B4-BE49-F238E27FC236}">
                  <ns2:creationId id="{123B0746-3EFF-387E-850D-3DF1F1304B74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直線コネクタ 522">
              <a:extLst>
                <a:ext uri="{FF2B5EF4-FFF2-40B4-BE49-F238E27FC236}">
                  <ns2:creationId id="{BE2A2340-BE9E-FD49-7EB4-0D3BD0E73ADE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直線コネクタ 523">
              <a:extLst>
                <a:ext uri="{FF2B5EF4-FFF2-40B4-BE49-F238E27FC236}">
                  <ns2:creationId id="{A69F30F5-5731-E54E-DC0E-FAB925A22C26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直線コネクタ 524">
              <a:extLst>
                <a:ext uri="{FF2B5EF4-FFF2-40B4-BE49-F238E27FC236}">
                  <ns2:creationId id="{FDCB4EB6-804B-0729-F6F3-0E1D91EBC5EC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直線コネクタ 525">
              <a:extLst>
                <a:ext uri="{FF2B5EF4-FFF2-40B4-BE49-F238E27FC236}">
                  <ns2:creationId id="{EAB75E8A-3D92-2FCE-C567-108E60B1C5CB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直線コネクタ 526">
              <a:extLst>
                <a:ext uri="{FF2B5EF4-FFF2-40B4-BE49-F238E27FC236}">
                  <ns2:creationId id="{DD10DC58-F55A-D68A-2B52-2DAC3F543A57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直線コネクタ 527">
              <a:extLst>
                <a:ext uri="{FF2B5EF4-FFF2-40B4-BE49-F238E27FC236}">
                  <ns2:creationId id="{E785006A-52B7-99CA-EB07-561707954769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直線コネクタ 528">
              <a:extLst>
                <a:ext uri="{FF2B5EF4-FFF2-40B4-BE49-F238E27FC236}">
                  <ns2:creationId id="{361FB6F7-94DA-E27C-1197-FDB973AF019C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直線コネクタ 529">
              <a:extLst>
                <a:ext uri="{FF2B5EF4-FFF2-40B4-BE49-F238E27FC236}">
                  <ns2:creationId id="{BA3E95B9-01D1-86B1-A48E-242ED2E1AAA4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直線コネクタ 530">
              <a:extLst>
                <a:ext uri="{FF2B5EF4-FFF2-40B4-BE49-F238E27FC236}">
                  <ns2:creationId id="{C630C78E-73D8-2937-A81A-022765182CF6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直線コネクタ 531">
              <a:extLst>
                <a:ext uri="{FF2B5EF4-FFF2-40B4-BE49-F238E27FC236}">
                  <ns2:creationId id="{B3F25E5D-2894-1E26-F808-E733D0287445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直線コネクタ 532">
              <a:extLst>
                <a:ext uri="{FF2B5EF4-FFF2-40B4-BE49-F238E27FC236}">
                  <ns2:creationId id="{0B09F056-7C28-734D-7F89-12E2B6A10433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線コネクタ 533">
              <a:extLst>
                <a:ext uri="{FF2B5EF4-FFF2-40B4-BE49-F238E27FC236}">
                  <ns2:creationId id="{6A457127-002A-2D9E-A858-9E085F83CD4F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直線コネクタ 534">
              <a:extLst>
                <a:ext uri="{FF2B5EF4-FFF2-40B4-BE49-F238E27FC236}">
                  <ns2:creationId id="{9EA91C9D-6563-9D82-0976-C7DE3EE94D5A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直線コネクタ 535">
              <a:extLst>
                <a:ext uri="{FF2B5EF4-FFF2-40B4-BE49-F238E27FC236}">
                  <ns2:creationId id="{03F71C27-DEED-EE85-24D6-6209B112C5A3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直線コネクタ 536">
              <a:extLst>
                <a:ext uri="{FF2B5EF4-FFF2-40B4-BE49-F238E27FC236}">
                  <ns2:creationId id="{4CF80066-84FD-30B9-4605-BF1BBE6EB03C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直線コネクタ 537">
              <a:extLst>
                <a:ext uri="{FF2B5EF4-FFF2-40B4-BE49-F238E27FC236}">
                  <ns2:creationId id="{737ACD50-0538-CF3C-369A-1EF0F8E76919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直線コネクタ 538">
              <a:extLst>
                <a:ext uri="{FF2B5EF4-FFF2-40B4-BE49-F238E27FC236}">
                  <ns2:creationId id="{743652E0-5BC9-CEE4-F48B-B171C3EC4222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直線コネクタ 539">
              <a:extLst>
                <a:ext uri="{FF2B5EF4-FFF2-40B4-BE49-F238E27FC236}">
                  <ns2:creationId id="{17FADF9B-A333-5094-6741-1B299D2BEE3B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直線コネクタ 540">
              <a:extLst>
                <a:ext uri="{FF2B5EF4-FFF2-40B4-BE49-F238E27FC236}">
                  <ns2:creationId id="{FE9C909D-DBA2-1C1B-62B5-9F8C86ECC45E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直線コネクタ 541">
              <a:extLst>
                <a:ext uri="{FF2B5EF4-FFF2-40B4-BE49-F238E27FC236}">
                  <ns2:creationId id="{7FFD88A3-27E4-7A45-C3D5-860F5DB10FD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直線コネクタ 542">
              <a:extLst>
                <a:ext uri="{FF2B5EF4-FFF2-40B4-BE49-F238E27FC236}">
                  <ns2:creationId id="{31DC090A-6E43-8F98-BAC4-4902B4BA109B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4" name="楕円 543">
            <a:extLst>
              <a:ext uri="{FF2B5EF4-FFF2-40B4-BE49-F238E27FC236}">
                <ns2:creationId id="{1374458F-7C0E-A256-DB67-CBE05CF4505C}"/>
              </a:ext>
            </a:extLst>
          </p:cNvPr>
          <p:cNvSpPr>
            <a:spLocks noChangeAspect="1"/>
          </p:cNvSpPr>
          <p:nvPr/>
        </p:nvSpPr>
        <p:spPr>
          <a:xfrm>
            <a:off x="1759544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6" name="楕円 545">
            <a:extLst>
              <a:ext uri="{FF2B5EF4-FFF2-40B4-BE49-F238E27FC236}">
                <ns2:creationId id="{025F95D6-E90A-D19F-5E86-E7E089F0353A}"/>
              </a:ext>
            </a:extLst>
          </p:cNvPr>
          <p:cNvSpPr>
            <a:spLocks noChangeAspect="1"/>
          </p:cNvSpPr>
          <p:nvPr/>
        </p:nvSpPr>
        <p:spPr>
          <a:xfrm>
            <a:off x="3042971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7" name="楕円 546">
            <a:extLst>
              <a:ext uri="{FF2B5EF4-FFF2-40B4-BE49-F238E27FC236}">
                <ns2:creationId id="{FC2F53EC-674F-80C6-6E96-CD440ABBCBB5}"/>
              </a:ext>
            </a:extLst>
          </p:cNvPr>
          <p:cNvSpPr>
            <a:spLocks noChangeAspect="1"/>
          </p:cNvSpPr>
          <p:nvPr/>
        </p:nvSpPr>
        <p:spPr>
          <a:xfrm>
            <a:off x="3470780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8" name="星: 5 pt 547">
            <a:extLst>
              <a:ext uri="{FF2B5EF4-FFF2-40B4-BE49-F238E27FC236}">
                <ns2:creationId id="{DA8BF1AC-D674-EDDD-8B82-69ADCF1E5C23}"/>
              </a:ext>
            </a:extLst>
          </p:cNvPr>
          <p:cNvSpPr>
            <a:spLocks noChangeAspect="1"/>
          </p:cNvSpPr>
          <p:nvPr/>
        </p:nvSpPr>
        <p:spPr>
          <a:xfrm>
            <a:off x="3898588" y="2263700"/>
            <a:ext cx="108000" cy="108000"/>
          </a:xfrm>
          <a:prstGeom prst="star5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49" name="楕円 548">
            <a:extLst>
              <a:ext uri="{FF2B5EF4-FFF2-40B4-BE49-F238E27FC236}">
                <ns2:creationId id="{4C8DE810-072C-6860-95E5-AD3B03E30156}"/>
              </a:ext>
            </a:extLst>
          </p:cNvPr>
          <p:cNvSpPr>
            <a:spLocks noChangeAspect="1"/>
          </p:cNvSpPr>
          <p:nvPr/>
        </p:nvSpPr>
        <p:spPr>
          <a:xfrm>
            <a:off x="4754206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0" name="楕円 549">
            <a:extLst>
              <a:ext uri="{FF2B5EF4-FFF2-40B4-BE49-F238E27FC236}">
                <ns2:creationId id="{E45F5A72-0BAF-5061-8F5A-F8ED4EB6EB14}"/>
              </a:ext>
            </a:extLst>
          </p:cNvPr>
          <p:cNvSpPr>
            <a:spLocks noChangeAspect="1"/>
          </p:cNvSpPr>
          <p:nvPr/>
        </p:nvSpPr>
        <p:spPr>
          <a:xfrm>
            <a:off x="5185779" y="2267463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1" name="楕円 550">
            <a:extLst>
              <a:ext uri="{FF2B5EF4-FFF2-40B4-BE49-F238E27FC236}">
                <ns2:creationId id="{013A2577-4E30-023D-A411-29447B7C9166}"/>
              </a:ext>
            </a:extLst>
          </p:cNvPr>
          <p:cNvSpPr>
            <a:spLocks noChangeAspect="1"/>
          </p:cNvSpPr>
          <p:nvPr/>
        </p:nvSpPr>
        <p:spPr>
          <a:xfrm>
            <a:off x="6465441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2" name="楕円 551">
            <a:extLst>
              <a:ext uri="{FF2B5EF4-FFF2-40B4-BE49-F238E27FC236}">
                <ns2:creationId id="{0BC99AD7-25CB-DB58-A490-39A7476D8BFF}"/>
              </a:ext>
            </a:extLst>
          </p:cNvPr>
          <p:cNvSpPr>
            <a:spLocks noChangeAspect="1"/>
          </p:cNvSpPr>
          <p:nvPr/>
        </p:nvSpPr>
        <p:spPr>
          <a:xfrm>
            <a:off x="6893249" y="2267464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3" name="楕円 552">
            <a:extLst>
              <a:ext uri="{FF2B5EF4-FFF2-40B4-BE49-F238E27FC236}">
                <ns2:creationId id="{95F6A202-5A3F-9979-1F1F-866077EF3ACD}"/>
              </a:ext>
            </a:extLst>
          </p:cNvPr>
          <p:cNvSpPr>
            <a:spLocks noChangeAspect="1"/>
          </p:cNvSpPr>
          <p:nvPr/>
        </p:nvSpPr>
        <p:spPr>
          <a:xfrm>
            <a:off x="8176675" y="2267464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5" name="楕円 554">
            <a:extLst>
              <a:ext uri="{FF2B5EF4-FFF2-40B4-BE49-F238E27FC236}">
                <ns2:creationId id="{14CB6F88-B8E2-EE2D-875F-A6DD241B0234}"/>
              </a:ext>
            </a:extLst>
          </p:cNvPr>
          <p:cNvSpPr>
            <a:spLocks noChangeAspect="1"/>
          </p:cNvSpPr>
          <p:nvPr/>
        </p:nvSpPr>
        <p:spPr>
          <a:xfrm>
            <a:off x="8604485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6" name="星: 5 pt 555">
            <a:extLst>
              <a:ext uri="{FF2B5EF4-FFF2-40B4-BE49-F238E27FC236}">
                <ns2:creationId id="{FB57EB9B-48FB-DD57-345A-C2DDD9FC2AFE}"/>
              </a:ext>
            </a:extLst>
          </p:cNvPr>
          <p:cNvSpPr>
            <a:spLocks noChangeAspect="1"/>
          </p:cNvSpPr>
          <p:nvPr/>
        </p:nvSpPr>
        <p:spPr>
          <a:xfrm>
            <a:off x="9032294" y="2263700"/>
            <a:ext cx="108000" cy="108000"/>
          </a:xfrm>
          <a:prstGeom prst="star5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7" name="楕円 556">
            <a:extLst>
              <a:ext uri="{FF2B5EF4-FFF2-40B4-BE49-F238E27FC236}">
                <ns2:creationId id="{EF2B9023-815F-6246-6D31-EAB931F156C6}"/>
              </a:ext>
            </a:extLst>
          </p:cNvPr>
          <p:cNvSpPr>
            <a:spLocks noChangeAspect="1"/>
          </p:cNvSpPr>
          <p:nvPr/>
        </p:nvSpPr>
        <p:spPr>
          <a:xfrm>
            <a:off x="9887910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8" name="楕円 557">
            <a:extLst>
              <a:ext uri="{FF2B5EF4-FFF2-40B4-BE49-F238E27FC236}">
                <ns2:creationId id="{46864779-9133-62E8-6300-59E2778C48AB}"/>
              </a:ext>
            </a:extLst>
          </p:cNvPr>
          <p:cNvSpPr>
            <a:spLocks noChangeAspect="1"/>
          </p:cNvSpPr>
          <p:nvPr/>
        </p:nvSpPr>
        <p:spPr>
          <a:xfrm>
            <a:off x="10315719" y="2263700"/>
            <a:ext cx="108000" cy="108000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9" name="楕円 558">
            <a:extLst>
              <a:ext uri="{FF2B5EF4-FFF2-40B4-BE49-F238E27FC236}">
                <ns2:creationId id="{192BBA99-E1D4-E0F8-A7DC-2AF047530044}"/>
              </a:ext>
            </a:extLst>
          </p:cNvPr>
          <p:cNvSpPr>
            <a:spLocks noChangeAspect="1"/>
          </p:cNvSpPr>
          <p:nvPr/>
        </p:nvSpPr>
        <p:spPr>
          <a:xfrm>
            <a:off x="11171337" y="226370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0" name="星: 5 pt 559">
            <a:extLst>
              <a:ext uri="{FF2B5EF4-FFF2-40B4-BE49-F238E27FC236}">
                <ns2:creationId id="{C86E6CDC-F350-B956-76F7-519D26C10594}"/>
              </a:ext>
            </a:extLst>
          </p:cNvPr>
          <p:cNvSpPr>
            <a:spLocks noChangeAspect="1"/>
          </p:cNvSpPr>
          <p:nvPr/>
        </p:nvSpPr>
        <p:spPr>
          <a:xfrm>
            <a:off x="11599145" y="2263700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1" name="フローチャート: 判断 560">
            <a:extLst>
              <a:ext uri="{FF2B5EF4-FFF2-40B4-BE49-F238E27FC236}">
                <ns2:creationId id="{2B851648-4314-192A-5335-3B15C0E0E43D}"/>
              </a:ext>
            </a:extLst>
          </p:cNvPr>
          <p:cNvSpPr>
            <a:spLocks noChangeAspect="1"/>
          </p:cNvSpPr>
          <p:nvPr/>
        </p:nvSpPr>
        <p:spPr>
          <a:xfrm>
            <a:off x="2190361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3" name="フローチャート: 判断 562">
            <a:extLst>
              <a:ext uri="{FF2B5EF4-FFF2-40B4-BE49-F238E27FC236}">
                <ns2:creationId id="{C4EE3E15-03CB-54B9-ED3C-1EEE17E3EF70}"/>
              </a:ext>
            </a:extLst>
          </p:cNvPr>
          <p:cNvSpPr>
            <a:spLocks noChangeAspect="1"/>
          </p:cNvSpPr>
          <p:nvPr/>
        </p:nvSpPr>
        <p:spPr>
          <a:xfrm>
            <a:off x="3901597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5" name="フローチャート: 判断 564">
            <a:extLst>
              <a:ext uri="{FF2B5EF4-FFF2-40B4-BE49-F238E27FC236}">
                <ns2:creationId id="{28F8C9B9-1B91-2423-B013-8E987AE1D979}"/>
              </a:ext>
            </a:extLst>
          </p:cNvPr>
          <p:cNvSpPr>
            <a:spLocks noChangeAspect="1"/>
          </p:cNvSpPr>
          <p:nvPr/>
        </p:nvSpPr>
        <p:spPr>
          <a:xfrm>
            <a:off x="5612832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7" name="フローチャート: 判断 566">
            <a:extLst>
              <a:ext uri="{FF2B5EF4-FFF2-40B4-BE49-F238E27FC236}">
                <ns2:creationId id="{CC1E17E8-A77E-BCCA-242D-28234F03A512}"/>
              </a:ext>
            </a:extLst>
          </p:cNvPr>
          <p:cNvSpPr>
            <a:spLocks noChangeAspect="1"/>
          </p:cNvSpPr>
          <p:nvPr/>
        </p:nvSpPr>
        <p:spPr>
          <a:xfrm>
            <a:off x="7324065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69" name="フローチャート: 判断 568">
            <a:extLst>
              <a:ext uri="{FF2B5EF4-FFF2-40B4-BE49-F238E27FC236}">
                <ns2:creationId id="{35C2C5C1-AB89-CAA5-F4F9-2CFE9C6C4432}"/>
              </a:ext>
            </a:extLst>
          </p:cNvPr>
          <p:cNvSpPr>
            <a:spLocks noChangeAspect="1"/>
          </p:cNvSpPr>
          <p:nvPr/>
        </p:nvSpPr>
        <p:spPr>
          <a:xfrm>
            <a:off x="9035300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1" name="フローチャート: 判断 570">
            <a:extLst>
              <a:ext uri="{FF2B5EF4-FFF2-40B4-BE49-F238E27FC236}">
                <ns2:creationId id="{36550A7B-33A6-8300-4C44-D478F4B85386}"/>
              </a:ext>
            </a:extLst>
          </p:cNvPr>
          <p:cNvSpPr>
            <a:spLocks noChangeAspect="1"/>
          </p:cNvSpPr>
          <p:nvPr/>
        </p:nvSpPr>
        <p:spPr>
          <a:xfrm>
            <a:off x="10746535" y="2431598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3" name="正方形/長方形 572">
            <a:extLst>
              <a:ext uri="{FF2B5EF4-FFF2-40B4-BE49-F238E27FC236}">
                <ns2:creationId id="{650A1C33-BF87-CDA4-3684-0204C79AE0D0}"/>
              </a:ext>
            </a:extLst>
          </p:cNvPr>
          <p:cNvSpPr>
            <a:spLocks noChangeAspect="1"/>
          </p:cNvSpPr>
          <p:nvPr/>
        </p:nvSpPr>
        <p:spPr>
          <a:xfrm>
            <a:off x="3898588" y="2599496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4" name="正方形/長方形 573">
            <a:extLst>
              <a:ext uri="{FF2B5EF4-FFF2-40B4-BE49-F238E27FC236}">
                <ns2:creationId id="{4F9D5B44-5EF4-5617-A958-B7C132943BD0}"/>
              </a:ext>
            </a:extLst>
          </p:cNvPr>
          <p:cNvSpPr>
            <a:spLocks noChangeAspect="1"/>
          </p:cNvSpPr>
          <p:nvPr/>
        </p:nvSpPr>
        <p:spPr>
          <a:xfrm>
            <a:off x="9032294" y="2599496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1" name="正方形/長方形 580">
            <a:extLst>
              <a:ext uri="{FF2B5EF4-FFF2-40B4-BE49-F238E27FC236}">
                <ns2:creationId id="{90A54E4B-DF7B-6B98-E47B-76F5A6715C38}"/>
              </a:ext>
            </a:extLst>
          </p:cNvPr>
          <p:cNvSpPr/>
          <p:nvPr/>
        </p:nvSpPr>
        <p:spPr>
          <a:xfrm>
            <a:off x="4663351" y="2958297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2" name="正方形/長方形 581">
            <a:extLst>
              <a:ext uri="{FF2B5EF4-FFF2-40B4-BE49-F238E27FC236}">
                <ns2:creationId id="{863CCCBF-925D-4089-54EA-1135451D1545}"/>
              </a:ext>
            </a:extLst>
          </p:cNvPr>
          <p:cNvSpPr/>
          <p:nvPr/>
        </p:nvSpPr>
        <p:spPr>
          <a:xfrm>
            <a:off x="4195117" y="3220251"/>
            <a:ext cx="1362988" cy="210975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zh-TW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4" name="正方形/長方形 583">
            <a:extLst>
              <a:ext uri="{FF2B5EF4-FFF2-40B4-BE49-F238E27FC236}">
                <ns2:creationId id="{92FD84D7-5F2C-0C36-EA73-18168B4826FC}"/>
              </a:ext>
            </a:extLst>
          </p:cNvPr>
          <p:cNvSpPr/>
          <p:nvPr/>
        </p:nvSpPr>
        <p:spPr>
          <a:xfrm>
            <a:off x="7286766" y="2958297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6" name="正方形/長方形 585">
            <a:extLst>
              <a:ext uri="{FF2B5EF4-FFF2-40B4-BE49-F238E27FC236}">
                <ns2:creationId id="{9B9C2775-348E-5120-A876-5454DAA7F90D}"/>
              </a:ext>
            </a:extLst>
          </p:cNvPr>
          <p:cNvSpPr/>
          <p:nvPr/>
        </p:nvSpPr>
        <p:spPr>
          <a:xfrm>
            <a:off x="7434127" y="3221736"/>
            <a:ext cx="623212" cy="154279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26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88" name="正方形/長方形 587">
            <a:extLst>
              <a:ext uri="{FF2B5EF4-FFF2-40B4-BE49-F238E27FC236}">
                <ns2:creationId id="{C607DE79-2620-73B9-7488-B4E5ACEB5307}"/>
              </a:ext>
            </a:extLst>
          </p:cNvPr>
          <p:cNvSpPr/>
          <p:nvPr/>
        </p:nvSpPr>
        <p:spPr>
          <a:xfrm>
            <a:off x="8941439" y="2958297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9" name="正方形/長方形 588">
            <a:extLst>
              <a:ext uri="{FF2B5EF4-FFF2-40B4-BE49-F238E27FC236}">
                <ns2:creationId id="{48216002-1EA1-C7E0-4912-5A021E5BD932}"/>
              </a:ext>
            </a:extLst>
          </p:cNvPr>
          <p:cNvSpPr/>
          <p:nvPr/>
        </p:nvSpPr>
        <p:spPr>
          <a:xfrm>
            <a:off x="8947354" y="3158006"/>
            <a:ext cx="755665" cy="15427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90" name="正方形/長方形 589">
            <a:extLst>
              <a:ext uri="{FF2B5EF4-FFF2-40B4-BE49-F238E27FC236}">
                <ns2:creationId id="{C6382360-694F-E1B7-A6F2-2DF3B20E9F01}"/>
              </a:ext>
            </a:extLst>
          </p:cNvPr>
          <p:cNvSpPr/>
          <p:nvPr/>
        </p:nvSpPr>
        <p:spPr>
          <a:xfrm>
            <a:off x="7286766" y="3402452"/>
            <a:ext cx="201600" cy="39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594" name="直線コネクタ 593">
            <a:extLst>
              <a:ext uri="{FF2B5EF4-FFF2-40B4-BE49-F238E27FC236}">
                <ns2:creationId id="{C5E3C308-1689-663A-A0C4-3FDF80A00667}"/>
              </a:ext>
            </a:extLst>
          </p:cNvPr>
          <p:cNvCxnSpPr>
            <a:cxnSpLocks/>
          </p:cNvCxnSpPr>
          <p:nvPr/>
        </p:nvCxnSpPr>
        <p:spPr>
          <a:xfrm>
            <a:off x="8067641" y="2744256"/>
            <a:ext cx="0" cy="1038651"/>
          </a:xfrm>
          <a:prstGeom prst="line">
            <a:avLst/>
          </a:prstGeom>
          <a:ln w="9525">
            <a:solidFill>
              <a:srgbClr val="00953C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正方形/長方形 595">
            <a:extLst>
              <a:ext uri="{FF2B5EF4-FFF2-40B4-BE49-F238E27FC236}">
                <ns2:creationId id="{23DD326B-26CF-6896-689B-61B68F9DC135}"/>
              </a:ext>
            </a:extLst>
          </p:cNvPr>
          <p:cNvSpPr/>
          <p:nvPr/>
        </p:nvSpPr>
        <p:spPr>
          <a:xfrm>
            <a:off x="8874435" y="2758635"/>
            <a:ext cx="737596" cy="158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598" name="直線コネクタ 597">
            <a:extLst>
              <a:ext uri="{FF2B5EF4-FFF2-40B4-BE49-F238E27FC236}">
                <ns2:creationId id="{292588AA-FA42-1288-53DB-59D1D27D3E85}"/>
              </a:ext>
            </a:extLst>
          </p:cNvPr>
          <p:cNvCxnSpPr>
            <a:cxnSpLocks/>
          </p:cNvCxnSpPr>
          <p:nvPr/>
        </p:nvCxnSpPr>
        <p:spPr>
          <a:xfrm>
            <a:off x="9798050" y="2744256"/>
            <a:ext cx="0" cy="1038651"/>
          </a:xfrm>
          <a:prstGeom prst="line">
            <a:avLst/>
          </a:prstGeom>
          <a:ln w="9525">
            <a:solidFill>
              <a:srgbClr val="00953C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1" name="直線コネクタ 600">
            <a:extLst>
              <a:ext uri="{FF2B5EF4-FFF2-40B4-BE49-F238E27FC236}">
                <ns2:creationId id="{A9AA5ABF-7557-3116-171B-2CFF9F75A316}"/>
              </a:ext>
            </a:extLst>
          </p:cNvPr>
          <p:cNvCxnSpPr>
            <a:cxnSpLocks/>
          </p:cNvCxnSpPr>
          <p:nvPr/>
        </p:nvCxnSpPr>
        <p:spPr>
          <a:xfrm>
            <a:off x="11066715" y="2744256"/>
            <a:ext cx="0" cy="1038651"/>
          </a:xfrm>
          <a:prstGeom prst="line">
            <a:avLst/>
          </a:prstGeom>
          <a:ln w="9525">
            <a:solidFill>
              <a:srgbClr val="00953C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4" name="グループ化 603">
            <a:extLst>
              <a:ext uri="{FF2B5EF4-FFF2-40B4-BE49-F238E27FC236}">
                <ns2:creationId id="{8A678D57-09C4-F534-80EA-787CF8EC16E5}"/>
              </a:ext>
            </a:extLst>
          </p:cNvPr>
          <p:cNvGrpSpPr/>
          <p:nvPr/>
        </p:nvGrpSpPr>
        <p:grpSpPr>
          <a:xfrm>
            <a:off x="1615544" y="4888162"/>
            <a:ext cx="10235427" cy="0"/>
            <a:chOff x="1615544" y="2874010"/>
            <a:chExt cx="10235427" cy="0"/>
          </a:xfrm>
        </p:grpSpPr>
        <p:cxnSp>
          <p:nvCxnSpPr>
            <p:cNvPr id="605" name="直線コネクタ 604">
              <a:extLst>
                <a:ext uri="{FF2B5EF4-FFF2-40B4-BE49-F238E27FC236}">
                  <ns2:creationId id="{EECC646F-0838-C9FE-EC8A-C3F6602F3AD8}"/>
                </a:ext>
              </a:extLst>
            </p:cNvPr>
            <p:cNvCxnSpPr>
              <a:cxnSpLocks/>
            </p:cNvCxnSpPr>
            <p:nvPr/>
          </p:nvCxnSpPr>
          <p:spPr>
            <a:xfrm>
              <a:off x="1615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直線コネクタ 605">
              <a:extLst>
                <a:ext uri="{FF2B5EF4-FFF2-40B4-BE49-F238E27FC236}">
                  <ns2:creationId id="{07B5532D-ACB8-87D8-0589-537EFA7457C5}"/>
                </a:ext>
              </a:extLst>
            </p:cNvPr>
            <p:cNvCxnSpPr>
              <a:cxnSpLocks/>
            </p:cNvCxnSpPr>
            <p:nvPr/>
          </p:nvCxnSpPr>
          <p:spPr>
            <a:xfrm>
              <a:off x="2043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直線コネクタ 606">
              <a:extLst>
                <a:ext uri="{FF2B5EF4-FFF2-40B4-BE49-F238E27FC236}">
                  <ns2:creationId id="{21802C26-4CBF-D191-C837-F648F2E561F1}"/>
                </a:ext>
              </a:extLst>
            </p:cNvPr>
            <p:cNvCxnSpPr>
              <a:cxnSpLocks/>
            </p:cNvCxnSpPr>
            <p:nvPr/>
          </p:nvCxnSpPr>
          <p:spPr>
            <a:xfrm>
              <a:off x="2471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直線コネクタ 607">
              <a:extLst>
                <a:ext uri="{FF2B5EF4-FFF2-40B4-BE49-F238E27FC236}">
                  <ns2:creationId id="{859D5079-3CA9-A3F6-76C0-804DBAC3FCBA}"/>
                </a:ext>
              </a:extLst>
            </p:cNvPr>
            <p:cNvCxnSpPr>
              <a:cxnSpLocks/>
            </p:cNvCxnSpPr>
            <p:nvPr/>
          </p:nvCxnSpPr>
          <p:spPr>
            <a:xfrm>
              <a:off x="2898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直線コネクタ 608">
              <a:extLst>
                <a:ext uri="{FF2B5EF4-FFF2-40B4-BE49-F238E27FC236}">
                  <ns2:creationId id="{68152AD0-AEDE-90A0-5BBF-B802E708DA72}"/>
                </a:ext>
              </a:extLst>
            </p:cNvPr>
            <p:cNvCxnSpPr>
              <a:cxnSpLocks/>
            </p:cNvCxnSpPr>
            <p:nvPr/>
          </p:nvCxnSpPr>
          <p:spPr>
            <a:xfrm>
              <a:off x="332678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直線コネクタ 609">
              <a:extLst>
                <a:ext uri="{FF2B5EF4-FFF2-40B4-BE49-F238E27FC236}">
                  <ns2:creationId id="{CDE30020-BB94-7802-69F8-2628B9DE1E6F}"/>
                </a:ext>
              </a:extLst>
            </p:cNvPr>
            <p:cNvCxnSpPr>
              <a:cxnSpLocks/>
            </p:cNvCxnSpPr>
            <p:nvPr/>
          </p:nvCxnSpPr>
          <p:spPr>
            <a:xfrm>
              <a:off x="3754597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直線コネクタ 610">
              <a:extLst>
                <a:ext uri="{FF2B5EF4-FFF2-40B4-BE49-F238E27FC236}">
                  <ns2:creationId id="{6FFFEDD3-D3A7-5866-50A2-849065ADF0B8}"/>
                </a:ext>
              </a:extLst>
            </p:cNvPr>
            <p:cNvCxnSpPr>
              <a:cxnSpLocks/>
            </p:cNvCxnSpPr>
            <p:nvPr/>
          </p:nvCxnSpPr>
          <p:spPr>
            <a:xfrm>
              <a:off x="418240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直線コネクタ 611">
              <a:extLst>
                <a:ext uri="{FF2B5EF4-FFF2-40B4-BE49-F238E27FC236}">
                  <ns2:creationId id="{5407D0C5-63DE-55F6-44BC-BFE55CA4DD95}"/>
                </a:ext>
              </a:extLst>
            </p:cNvPr>
            <p:cNvCxnSpPr>
              <a:cxnSpLocks/>
            </p:cNvCxnSpPr>
            <p:nvPr/>
          </p:nvCxnSpPr>
          <p:spPr>
            <a:xfrm>
              <a:off x="4610215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直線コネクタ 612">
              <a:extLst>
                <a:ext uri="{FF2B5EF4-FFF2-40B4-BE49-F238E27FC236}">
                  <ns2:creationId id="{40E7174E-4380-9E48-70EB-CF1AAD2AA2C8}"/>
                </a:ext>
              </a:extLst>
            </p:cNvPr>
            <p:cNvCxnSpPr>
              <a:cxnSpLocks/>
            </p:cNvCxnSpPr>
            <p:nvPr/>
          </p:nvCxnSpPr>
          <p:spPr>
            <a:xfrm>
              <a:off x="503796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直線コネクタ 613">
              <a:extLst>
                <a:ext uri="{FF2B5EF4-FFF2-40B4-BE49-F238E27FC236}">
                  <ns2:creationId id="{4BCD384F-55BE-9B8F-14A5-C552EE09E3EF}"/>
                </a:ext>
              </a:extLst>
            </p:cNvPr>
            <p:cNvCxnSpPr>
              <a:cxnSpLocks/>
            </p:cNvCxnSpPr>
            <p:nvPr/>
          </p:nvCxnSpPr>
          <p:spPr>
            <a:xfrm>
              <a:off x="546577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直線コネクタ 614">
              <a:extLst>
                <a:ext uri="{FF2B5EF4-FFF2-40B4-BE49-F238E27FC236}">
                  <ns2:creationId id="{063C28B3-4B40-F12B-77EF-A3F15A2544CD}"/>
                </a:ext>
              </a:extLst>
            </p:cNvPr>
            <p:cNvCxnSpPr>
              <a:cxnSpLocks/>
            </p:cNvCxnSpPr>
            <p:nvPr/>
          </p:nvCxnSpPr>
          <p:spPr>
            <a:xfrm>
              <a:off x="589358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直線コネクタ 615">
              <a:extLst>
                <a:ext uri="{FF2B5EF4-FFF2-40B4-BE49-F238E27FC236}">
                  <ns2:creationId id="{8FE6D802-41FC-D972-F3AF-219F9A72CED0}"/>
                </a:ext>
              </a:extLst>
            </p:cNvPr>
            <p:cNvCxnSpPr>
              <a:cxnSpLocks/>
            </p:cNvCxnSpPr>
            <p:nvPr/>
          </p:nvCxnSpPr>
          <p:spPr>
            <a:xfrm>
              <a:off x="632139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直線コネクタ 616">
              <a:extLst>
                <a:ext uri="{FF2B5EF4-FFF2-40B4-BE49-F238E27FC236}">
                  <ns2:creationId id="{B8E9E6F4-AFB7-A8A4-A35C-79DE07167A63}"/>
                </a:ext>
              </a:extLst>
            </p:cNvPr>
            <p:cNvCxnSpPr>
              <a:cxnSpLocks/>
            </p:cNvCxnSpPr>
            <p:nvPr/>
          </p:nvCxnSpPr>
          <p:spPr>
            <a:xfrm>
              <a:off x="6749119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直線コネクタ 617">
              <a:extLst>
                <a:ext uri="{FF2B5EF4-FFF2-40B4-BE49-F238E27FC236}">
                  <ns2:creationId id="{3696F350-AAF9-304F-0D6D-7D472301DFE6}"/>
                </a:ext>
              </a:extLst>
            </p:cNvPr>
            <p:cNvCxnSpPr>
              <a:cxnSpLocks/>
            </p:cNvCxnSpPr>
            <p:nvPr/>
          </p:nvCxnSpPr>
          <p:spPr>
            <a:xfrm>
              <a:off x="7176928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直線コネクタ 618">
              <a:extLst>
                <a:ext uri="{FF2B5EF4-FFF2-40B4-BE49-F238E27FC236}">
                  <ns2:creationId id="{C8D76A77-2B5B-7EF5-C821-8A92CDAE0D18}"/>
                </a:ext>
              </a:extLst>
            </p:cNvPr>
            <p:cNvCxnSpPr>
              <a:cxnSpLocks/>
            </p:cNvCxnSpPr>
            <p:nvPr/>
          </p:nvCxnSpPr>
          <p:spPr>
            <a:xfrm>
              <a:off x="760473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直線コネクタ 619">
              <a:extLst>
                <a:ext uri="{FF2B5EF4-FFF2-40B4-BE49-F238E27FC236}">
                  <ns2:creationId id="{8779B933-B3ED-44ED-19EA-D160643FB2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2546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直線コネクタ 620">
              <a:extLst>
                <a:ext uri="{FF2B5EF4-FFF2-40B4-BE49-F238E27FC236}">
                  <ns2:creationId id="{030A55D2-4B00-2B35-D196-E2924EDD2BF9}"/>
                </a:ext>
              </a:extLst>
            </p:cNvPr>
            <p:cNvCxnSpPr>
              <a:cxnSpLocks/>
            </p:cNvCxnSpPr>
            <p:nvPr/>
          </p:nvCxnSpPr>
          <p:spPr>
            <a:xfrm>
              <a:off x="846036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直線コネクタ 621">
              <a:extLst>
                <a:ext uri="{FF2B5EF4-FFF2-40B4-BE49-F238E27FC236}">
                  <ns2:creationId id="{95B50BDE-DA43-F8AB-056D-1DA761430C1B}"/>
                </a:ext>
              </a:extLst>
            </p:cNvPr>
            <p:cNvCxnSpPr>
              <a:cxnSpLocks/>
            </p:cNvCxnSpPr>
            <p:nvPr/>
          </p:nvCxnSpPr>
          <p:spPr>
            <a:xfrm>
              <a:off x="8888172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直線コネクタ 622">
              <a:extLst>
                <a:ext uri="{FF2B5EF4-FFF2-40B4-BE49-F238E27FC236}">
                  <ns2:creationId id="{E06D2FB9-8700-26B5-6D39-86D2FB3852C9}"/>
                </a:ext>
              </a:extLst>
            </p:cNvPr>
            <p:cNvCxnSpPr>
              <a:cxnSpLocks/>
            </p:cNvCxnSpPr>
            <p:nvPr/>
          </p:nvCxnSpPr>
          <p:spPr>
            <a:xfrm>
              <a:off x="931598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直線コネクタ 623">
              <a:extLst>
                <a:ext uri="{FF2B5EF4-FFF2-40B4-BE49-F238E27FC236}">
                  <ns2:creationId id="{8DED624E-F632-56BD-7ECA-11BC0A0104EA}"/>
                </a:ext>
              </a:extLst>
            </p:cNvPr>
            <p:cNvCxnSpPr>
              <a:cxnSpLocks/>
            </p:cNvCxnSpPr>
            <p:nvPr/>
          </p:nvCxnSpPr>
          <p:spPr>
            <a:xfrm>
              <a:off x="9743790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直線コネクタ 624">
              <a:extLst>
                <a:ext uri="{FF2B5EF4-FFF2-40B4-BE49-F238E27FC236}">
                  <ns2:creationId id="{8E8738C7-ECA7-E53A-2F59-7E392E4428D2}"/>
                </a:ext>
              </a:extLst>
            </p:cNvPr>
            <p:cNvCxnSpPr>
              <a:cxnSpLocks/>
            </p:cNvCxnSpPr>
            <p:nvPr/>
          </p:nvCxnSpPr>
          <p:spPr>
            <a:xfrm>
              <a:off x="10171544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直線コネクタ 625">
              <a:extLst>
                <a:ext uri="{FF2B5EF4-FFF2-40B4-BE49-F238E27FC236}">
                  <ns2:creationId id="{25A6084D-4772-220C-B71A-AD4A3F63C7BC}"/>
                </a:ext>
              </a:extLst>
            </p:cNvPr>
            <p:cNvCxnSpPr>
              <a:cxnSpLocks/>
            </p:cNvCxnSpPr>
            <p:nvPr/>
          </p:nvCxnSpPr>
          <p:spPr>
            <a:xfrm>
              <a:off x="10599353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直線コネクタ 626">
              <a:extLst>
                <a:ext uri="{FF2B5EF4-FFF2-40B4-BE49-F238E27FC236}">
                  <ns2:creationId id="{342EEB26-1F83-517A-CC33-6EC3714AED17}"/>
                </a:ext>
              </a:extLst>
            </p:cNvPr>
            <p:cNvCxnSpPr>
              <a:cxnSpLocks/>
            </p:cNvCxnSpPr>
            <p:nvPr/>
          </p:nvCxnSpPr>
          <p:spPr>
            <a:xfrm>
              <a:off x="1102716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直線コネクタ 627">
              <a:extLst>
                <a:ext uri="{FF2B5EF4-FFF2-40B4-BE49-F238E27FC236}">
                  <ns2:creationId id="{76D22FF4-4213-4118-8463-3C2F24C3140D}"/>
                </a:ext>
              </a:extLst>
            </p:cNvPr>
            <p:cNvCxnSpPr>
              <a:cxnSpLocks/>
            </p:cNvCxnSpPr>
            <p:nvPr/>
          </p:nvCxnSpPr>
          <p:spPr>
            <a:xfrm>
              <a:off x="11454971" y="2874010"/>
              <a:ext cx="396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5" name="二等辺三角形 634">
            <a:extLst>
              <a:ext uri="{FF2B5EF4-FFF2-40B4-BE49-F238E27FC236}">
                <ns2:creationId id="{A92FEAE3-8429-C9D0-AF9A-BDF684A7BB56}"/>
              </a:ext>
            </a:extLst>
          </p:cNvPr>
          <p:cNvSpPr>
            <a:spLocks noChangeAspect="1"/>
          </p:cNvSpPr>
          <p:nvPr/>
        </p:nvSpPr>
        <p:spPr>
          <a:xfrm>
            <a:off x="7311873" y="2263230"/>
            <a:ext cx="126369" cy="108939"/>
          </a:xfrm>
          <a:prstGeom prst="triangle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6" name="二等辺三角形 635">
            <a:extLst>
              <a:ext uri="{FF2B5EF4-FFF2-40B4-BE49-F238E27FC236}">
                <ns2:creationId id="{5183E656-B871-FC7D-F632-03D812E13D5A}"/>
              </a:ext>
            </a:extLst>
          </p:cNvPr>
          <p:cNvSpPr>
            <a:spLocks noChangeAspect="1"/>
          </p:cNvSpPr>
          <p:nvPr/>
        </p:nvSpPr>
        <p:spPr>
          <a:xfrm>
            <a:off x="7509936" y="3015346"/>
            <a:ext cx="126369" cy="108939"/>
          </a:xfrm>
          <a:prstGeom prst="triangle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7" name="二等辺三角形 636">
            <a:extLst>
              <a:ext uri="{FF2B5EF4-FFF2-40B4-BE49-F238E27FC236}">
                <ns2:creationId id="{5CD71533-BC1A-DDEC-EEB8-753CD0B2B40D}"/>
              </a:ext>
            </a:extLst>
          </p:cNvPr>
          <p:cNvSpPr>
            <a:spLocks noChangeAspect="1"/>
          </p:cNvSpPr>
          <p:nvPr/>
        </p:nvSpPr>
        <p:spPr>
          <a:xfrm>
            <a:off x="7509936" y="3510639"/>
            <a:ext cx="126369" cy="108939"/>
          </a:xfrm>
          <a:prstGeom prst="triangle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38" name="楕円 637">
            <a:extLst>
              <a:ext uri="{FF2B5EF4-FFF2-40B4-BE49-F238E27FC236}">
                <ns2:creationId id="{E4F47F5F-537A-651F-60E9-2CFC52CE89C4}"/>
              </a:ext>
            </a:extLst>
          </p:cNvPr>
          <p:cNvSpPr>
            <a:spLocks noChangeAspect="1"/>
          </p:cNvSpPr>
          <p:nvPr/>
        </p:nvSpPr>
        <p:spPr>
          <a:xfrm>
            <a:off x="8325462" y="3534351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75" name="正方形/長方形 774">
            <a:extLst>
              <a:ext uri="{FF2B5EF4-FFF2-40B4-BE49-F238E27FC236}">
                <ns2:creationId id="{7CB05E58-7451-3A24-130F-1EC9A6930385}"/>
              </a:ext>
            </a:extLst>
          </p:cNvPr>
          <p:cNvSpPr/>
          <p:nvPr/>
        </p:nvSpPr>
        <p:spPr>
          <a:xfrm>
            <a:off x="5280198" y="3834206"/>
            <a:ext cx="851187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790" name="グループ化 789">
            <a:extLst>
              <a:ext uri="{FF2B5EF4-FFF2-40B4-BE49-F238E27FC236}">
                <ns2:creationId id="{B4B13EBE-876E-4E42-FA44-0B715662569F}"/>
              </a:ext>
            </a:extLst>
          </p:cNvPr>
          <p:cNvGrpSpPr/>
          <p:nvPr/>
        </p:nvGrpSpPr>
        <p:grpSpPr>
          <a:xfrm>
            <a:off x="2098674" y="5282396"/>
            <a:ext cx="199793" cy="421010"/>
            <a:chOff x="1666874" y="4022744"/>
            <a:chExt cx="199793" cy="421010"/>
          </a:xfrm>
        </p:grpSpPr>
        <p:sp>
          <p:nvSpPr>
            <p:cNvPr id="791" name="正方形/長方形 790">
              <a:extLst>
                <a:ext uri="{FF2B5EF4-FFF2-40B4-BE49-F238E27FC236}">
                  <ns2:creationId id="{7A4E0C74-3175-5F92-1F79-259518665FCB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92" name="正方形/長方形 791">
              <a:extLst>
                <a:ext uri="{FF2B5EF4-FFF2-40B4-BE49-F238E27FC236}">
                  <ns2:creationId id="{A48014F0-CD90-9E79-1825-535E49F3A39E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793" name="直線コネクタ 792">
            <a:extLst>
              <a:ext uri="{FF2B5EF4-FFF2-40B4-BE49-F238E27FC236}">
                <ns2:creationId id="{E17F095A-B028-2A0E-E25C-F9217B7E9F26}"/>
              </a:ext>
            </a:extLst>
          </p:cNvPr>
          <p:cNvCxnSpPr>
            <a:cxnSpLocks/>
          </p:cNvCxnSpPr>
          <p:nvPr/>
        </p:nvCxnSpPr>
        <p:spPr>
          <a:xfrm>
            <a:off x="2070103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7" name="正方形/長方形 796">
            <a:extLst>
              <a:ext uri="{FF2B5EF4-FFF2-40B4-BE49-F238E27FC236}">
                <ns2:creationId id="{5E38D98D-9474-8DA9-7B67-713EC00FEF05}"/>
              </a:ext>
            </a:extLst>
          </p:cNvPr>
          <p:cNvSpPr/>
          <p:nvPr/>
        </p:nvSpPr>
        <p:spPr>
          <a:xfrm>
            <a:off x="2098674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98" name="正方形/長方形 797">
            <a:extLst>
              <a:ext uri="{FF2B5EF4-FFF2-40B4-BE49-F238E27FC236}">
                <ns2:creationId id="{17936991-BD05-BEBA-790C-2F4E8666A3B9}"/>
              </a:ext>
            </a:extLst>
          </p:cNvPr>
          <p:cNvSpPr/>
          <p:nvPr/>
        </p:nvSpPr>
        <p:spPr>
          <a:xfrm>
            <a:off x="2098674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99" name="正方形/長方形 798">
            <a:extLst>
              <a:ext uri="{FF2B5EF4-FFF2-40B4-BE49-F238E27FC236}">
                <ns2:creationId id="{D6668B61-C61A-4667-098D-61191755EEC9}"/>
              </a:ext>
            </a:extLst>
          </p:cNvPr>
          <p:cNvSpPr/>
          <p:nvPr/>
        </p:nvSpPr>
        <p:spPr>
          <a:xfrm>
            <a:off x="2275881" y="5738307"/>
            <a:ext cx="55750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0" name="正方形/長方形 799">
            <a:extLst>
              <a:ext uri="{FF2B5EF4-FFF2-40B4-BE49-F238E27FC236}">
                <ns2:creationId id="{417C3FE5-FB54-5287-4D1D-882D7F5A92F5}"/>
              </a:ext>
            </a:extLst>
          </p:cNvPr>
          <p:cNvSpPr/>
          <p:nvPr/>
        </p:nvSpPr>
        <p:spPr>
          <a:xfrm>
            <a:off x="2263181" y="5962486"/>
            <a:ext cx="61980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01" name="直線コネクタ 800">
            <a:extLst>
              <a:ext uri="{FF2B5EF4-FFF2-40B4-BE49-F238E27FC236}">
                <ns2:creationId id="{2F66CBD1-B1EB-AAE6-ADE9-F0A8010E3B68}"/>
              </a:ext>
            </a:extLst>
          </p:cNvPr>
          <p:cNvCxnSpPr/>
          <p:nvPr/>
        </p:nvCxnSpPr>
        <p:spPr>
          <a:xfrm>
            <a:off x="2070103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2" name="グループ化 801">
            <a:extLst>
              <a:ext uri="{FF2B5EF4-FFF2-40B4-BE49-F238E27FC236}">
                <ns2:creationId id="{8B26E51E-7103-B880-5886-62363DFCC76D}"/>
              </a:ext>
            </a:extLst>
          </p:cNvPr>
          <p:cNvGrpSpPr/>
          <p:nvPr/>
        </p:nvGrpSpPr>
        <p:grpSpPr>
          <a:xfrm>
            <a:off x="3863070" y="5282396"/>
            <a:ext cx="199793" cy="421010"/>
            <a:chOff x="1666874" y="4022744"/>
            <a:chExt cx="199793" cy="421010"/>
          </a:xfrm>
        </p:grpSpPr>
        <p:sp>
          <p:nvSpPr>
            <p:cNvPr id="803" name="正方形/長方形 802">
              <a:extLst>
                <a:ext uri="{FF2B5EF4-FFF2-40B4-BE49-F238E27FC236}">
                  <ns2:creationId id="{D3A932C6-7E6C-B5F5-27C5-74105FC23DF2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04" name="正方形/長方形 803">
              <a:extLst>
                <a:ext uri="{FF2B5EF4-FFF2-40B4-BE49-F238E27FC236}">
                  <ns2:creationId id="{BB81A69D-EA39-AE63-9FF3-0DB12CC60B25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05" name="直線コネクタ 804">
            <a:extLst>
              <a:ext uri="{FF2B5EF4-FFF2-40B4-BE49-F238E27FC236}">
                <ns2:creationId id="{EA94AD3A-01C0-5BBD-9E81-1899BAAA825F}"/>
              </a:ext>
            </a:extLst>
          </p:cNvPr>
          <p:cNvCxnSpPr>
            <a:cxnSpLocks/>
          </p:cNvCxnSpPr>
          <p:nvPr/>
        </p:nvCxnSpPr>
        <p:spPr>
          <a:xfrm>
            <a:off x="3834499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7" name="正方形/長方形 806">
            <a:extLst>
              <a:ext uri="{FF2B5EF4-FFF2-40B4-BE49-F238E27FC236}">
                <ns2:creationId id="{E789C08B-7870-D53A-872B-9F9D413D2B6A}"/>
              </a:ext>
            </a:extLst>
          </p:cNvPr>
          <p:cNvSpPr/>
          <p:nvPr/>
        </p:nvSpPr>
        <p:spPr>
          <a:xfrm>
            <a:off x="3863070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8" name="正方形/長方形 807">
            <a:extLst>
              <a:ext uri="{FF2B5EF4-FFF2-40B4-BE49-F238E27FC236}">
                <ns2:creationId id="{B5A137DB-9B4D-720D-DE84-997F75B5F7B5}"/>
              </a:ext>
            </a:extLst>
          </p:cNvPr>
          <p:cNvSpPr/>
          <p:nvPr/>
        </p:nvSpPr>
        <p:spPr>
          <a:xfrm>
            <a:off x="3863070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9" name="正方形/長方形 808">
            <a:extLst>
              <a:ext uri="{FF2B5EF4-FFF2-40B4-BE49-F238E27FC236}">
                <ns2:creationId id="{2F863C82-84D5-0F62-3635-EBCB8596FFF9}"/>
              </a:ext>
            </a:extLst>
          </p:cNvPr>
          <p:cNvSpPr/>
          <p:nvPr/>
        </p:nvSpPr>
        <p:spPr>
          <a:xfrm>
            <a:off x="4040276" y="5738307"/>
            <a:ext cx="561001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0" name="正方形/長方形 809">
            <a:extLst>
              <a:ext uri="{FF2B5EF4-FFF2-40B4-BE49-F238E27FC236}">
                <ns2:creationId id="{2E9A0DDC-D6BB-0749-4747-E13DBEA133DC}"/>
              </a:ext>
            </a:extLst>
          </p:cNvPr>
          <p:cNvSpPr/>
          <p:nvPr/>
        </p:nvSpPr>
        <p:spPr>
          <a:xfrm>
            <a:off x="4027578" y="5962486"/>
            <a:ext cx="6236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11" name="直線コネクタ 810">
            <a:extLst>
              <a:ext uri="{FF2B5EF4-FFF2-40B4-BE49-F238E27FC236}">
                <ns2:creationId id="{9C2F4DE3-1F92-DB05-1CC5-A1252299727F}"/>
              </a:ext>
            </a:extLst>
          </p:cNvPr>
          <p:cNvCxnSpPr/>
          <p:nvPr/>
        </p:nvCxnSpPr>
        <p:spPr>
          <a:xfrm>
            <a:off x="3834499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2" name="グループ化 811">
            <a:extLst>
              <a:ext uri="{FF2B5EF4-FFF2-40B4-BE49-F238E27FC236}">
                <ns2:creationId id="{741D3D14-08CB-A29A-67B7-5E68F681F2B8}"/>
              </a:ext>
            </a:extLst>
          </p:cNvPr>
          <p:cNvGrpSpPr/>
          <p:nvPr/>
        </p:nvGrpSpPr>
        <p:grpSpPr>
          <a:xfrm>
            <a:off x="5520422" y="5282396"/>
            <a:ext cx="199793" cy="421010"/>
            <a:chOff x="1666874" y="4022744"/>
            <a:chExt cx="199793" cy="421010"/>
          </a:xfrm>
        </p:grpSpPr>
        <p:sp>
          <p:nvSpPr>
            <p:cNvPr id="813" name="正方形/長方形 812">
              <a:extLst>
                <a:ext uri="{FF2B5EF4-FFF2-40B4-BE49-F238E27FC236}">
                  <ns2:creationId id="{D44E6B17-FD2D-2A76-3146-89E3FF892146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14" name="正方形/長方形 813">
              <a:extLst>
                <a:ext uri="{FF2B5EF4-FFF2-40B4-BE49-F238E27FC236}">
                  <ns2:creationId id="{72A49764-C852-FB8D-9C2F-12F026E1A4A2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15" name="直線コネクタ 814">
            <a:extLst>
              <a:ext uri="{FF2B5EF4-FFF2-40B4-BE49-F238E27FC236}">
                <ns2:creationId id="{50309EE2-FBEF-5B53-15F1-02B737D9B168}"/>
              </a:ext>
            </a:extLst>
          </p:cNvPr>
          <p:cNvCxnSpPr>
            <a:cxnSpLocks/>
          </p:cNvCxnSpPr>
          <p:nvPr/>
        </p:nvCxnSpPr>
        <p:spPr>
          <a:xfrm>
            <a:off x="5491851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7" name="正方形/長方形 816">
            <a:extLst>
              <a:ext uri="{FF2B5EF4-FFF2-40B4-BE49-F238E27FC236}">
                <ns2:creationId id="{E76F1A97-9513-0200-A62B-CF8EE675CFD5}"/>
              </a:ext>
            </a:extLst>
          </p:cNvPr>
          <p:cNvSpPr/>
          <p:nvPr/>
        </p:nvSpPr>
        <p:spPr>
          <a:xfrm>
            <a:off x="5520422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8" name="正方形/長方形 817">
            <a:extLst>
              <a:ext uri="{FF2B5EF4-FFF2-40B4-BE49-F238E27FC236}">
                <ns2:creationId id="{2895AC51-6CFF-25BD-3DE1-46627155FB76}"/>
              </a:ext>
            </a:extLst>
          </p:cNvPr>
          <p:cNvSpPr/>
          <p:nvPr/>
        </p:nvSpPr>
        <p:spPr>
          <a:xfrm>
            <a:off x="5520422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9" name="正方形/長方形 818">
            <a:extLst>
              <a:ext uri="{FF2B5EF4-FFF2-40B4-BE49-F238E27FC236}">
                <ns2:creationId id="{63564E63-DBF6-1335-3C47-C036773A7C2E}"/>
              </a:ext>
            </a:extLst>
          </p:cNvPr>
          <p:cNvSpPr/>
          <p:nvPr/>
        </p:nvSpPr>
        <p:spPr>
          <a:xfrm>
            <a:off x="5697628" y="5738307"/>
            <a:ext cx="59872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0" name="正方形/長方形 819">
            <a:extLst>
              <a:ext uri="{FF2B5EF4-FFF2-40B4-BE49-F238E27FC236}">
                <ns2:creationId id="{A406332F-C89A-A9E0-24AD-1EF9836931D2}"/>
              </a:ext>
            </a:extLst>
          </p:cNvPr>
          <p:cNvSpPr/>
          <p:nvPr/>
        </p:nvSpPr>
        <p:spPr>
          <a:xfrm>
            <a:off x="5684929" y="5962486"/>
            <a:ext cx="66562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21" name="直線コネクタ 820">
            <a:extLst>
              <a:ext uri="{FF2B5EF4-FFF2-40B4-BE49-F238E27FC236}">
                <ns2:creationId id="{0DA99E4F-D813-5F3C-9E00-2B9D9C79B45C}"/>
              </a:ext>
            </a:extLst>
          </p:cNvPr>
          <p:cNvCxnSpPr/>
          <p:nvPr/>
        </p:nvCxnSpPr>
        <p:spPr>
          <a:xfrm>
            <a:off x="5491851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2" name="グループ化 821">
            <a:extLst>
              <a:ext uri="{FF2B5EF4-FFF2-40B4-BE49-F238E27FC236}">
                <ns2:creationId id="{1FF8F1EE-6C80-A309-43F1-A99570D52D65}"/>
              </a:ext>
            </a:extLst>
          </p:cNvPr>
          <p:cNvGrpSpPr/>
          <p:nvPr/>
        </p:nvGrpSpPr>
        <p:grpSpPr>
          <a:xfrm>
            <a:off x="7291257" y="5282396"/>
            <a:ext cx="199793" cy="421010"/>
            <a:chOff x="1666874" y="4022744"/>
            <a:chExt cx="199793" cy="421010"/>
          </a:xfrm>
        </p:grpSpPr>
        <p:sp>
          <p:nvSpPr>
            <p:cNvPr id="823" name="正方形/長方形 822">
              <a:extLst>
                <a:ext uri="{FF2B5EF4-FFF2-40B4-BE49-F238E27FC236}">
                  <ns2:creationId id="{AC7C3A7A-9F3C-D3DB-05B7-2EFF68DFCB3A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24" name="正方形/長方形 823">
              <a:extLst>
                <a:ext uri="{FF2B5EF4-FFF2-40B4-BE49-F238E27FC236}">
                  <ns2:creationId id="{2FA7DE1D-9003-B3B1-8B11-4DDC97E04851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25" name="直線コネクタ 824">
            <a:extLst>
              <a:ext uri="{FF2B5EF4-FFF2-40B4-BE49-F238E27FC236}">
                <ns2:creationId id="{CBE5B547-C32C-A928-D945-0DD0ED3DAB5A}"/>
              </a:ext>
            </a:extLst>
          </p:cNvPr>
          <p:cNvCxnSpPr>
            <a:cxnSpLocks/>
          </p:cNvCxnSpPr>
          <p:nvPr/>
        </p:nvCxnSpPr>
        <p:spPr>
          <a:xfrm>
            <a:off x="7262686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" name="正方形/長方形 826">
            <a:extLst>
              <a:ext uri="{FF2B5EF4-FFF2-40B4-BE49-F238E27FC236}">
                <ns2:creationId id="{5416476C-C85E-200F-9B6E-92625332301F}"/>
              </a:ext>
            </a:extLst>
          </p:cNvPr>
          <p:cNvSpPr/>
          <p:nvPr/>
        </p:nvSpPr>
        <p:spPr>
          <a:xfrm>
            <a:off x="7291257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8" name="正方形/長方形 827">
            <a:extLst>
              <a:ext uri="{FF2B5EF4-FFF2-40B4-BE49-F238E27FC236}">
                <ns2:creationId id="{BFC87743-7DBE-8C00-3546-7EE35587330A}"/>
              </a:ext>
            </a:extLst>
          </p:cNvPr>
          <p:cNvSpPr/>
          <p:nvPr/>
        </p:nvSpPr>
        <p:spPr>
          <a:xfrm>
            <a:off x="7291257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9" name="正方形/長方形 828">
            <a:extLst>
              <a:ext uri="{FF2B5EF4-FFF2-40B4-BE49-F238E27FC236}">
                <ns2:creationId id="{B947EF39-8899-62C8-9107-2C54DCE1EA31}"/>
              </a:ext>
            </a:extLst>
          </p:cNvPr>
          <p:cNvSpPr/>
          <p:nvPr/>
        </p:nvSpPr>
        <p:spPr>
          <a:xfrm>
            <a:off x="7468463" y="5738307"/>
            <a:ext cx="54616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0" name="正方形/長方形 829">
            <a:extLst>
              <a:ext uri="{FF2B5EF4-FFF2-40B4-BE49-F238E27FC236}">
                <ns2:creationId id="{EEFD66A0-71D9-91A2-C2CB-338340D88450}"/>
              </a:ext>
            </a:extLst>
          </p:cNvPr>
          <p:cNvSpPr/>
          <p:nvPr/>
        </p:nvSpPr>
        <p:spPr>
          <a:xfrm>
            <a:off x="7397889" y="5962486"/>
            <a:ext cx="773836" cy="1512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31" name="直線コネクタ 830">
            <a:extLst>
              <a:ext uri="{FF2B5EF4-FFF2-40B4-BE49-F238E27FC236}">
                <ns2:creationId id="{78178B7C-B6D6-9F1B-B717-9A5F62B2F09C}"/>
              </a:ext>
            </a:extLst>
          </p:cNvPr>
          <p:cNvCxnSpPr/>
          <p:nvPr/>
        </p:nvCxnSpPr>
        <p:spPr>
          <a:xfrm>
            <a:off x="7262686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2" name="グループ化 831">
            <a:extLst>
              <a:ext uri="{FF2B5EF4-FFF2-40B4-BE49-F238E27FC236}">
                <ns2:creationId id="{DCB79092-2222-D3C5-FA9D-1A47CEEDB60E}"/>
              </a:ext>
            </a:extLst>
          </p:cNvPr>
          <p:cNvGrpSpPr/>
          <p:nvPr/>
        </p:nvGrpSpPr>
        <p:grpSpPr>
          <a:xfrm>
            <a:off x="8933367" y="5282396"/>
            <a:ext cx="199793" cy="421010"/>
            <a:chOff x="1666874" y="4022744"/>
            <a:chExt cx="199793" cy="421010"/>
          </a:xfrm>
        </p:grpSpPr>
        <p:sp>
          <p:nvSpPr>
            <p:cNvPr id="833" name="正方形/長方形 832">
              <a:extLst>
                <a:ext uri="{FF2B5EF4-FFF2-40B4-BE49-F238E27FC236}">
                  <ns2:creationId id="{A672466C-8D65-B5CA-AA8D-5D1D3CEE487E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34" name="正方形/長方形 833">
              <a:extLst>
                <a:ext uri="{FF2B5EF4-FFF2-40B4-BE49-F238E27FC236}">
                  <ns2:creationId id="{FF3DB41B-2831-7DC3-4BFD-8B9B7EB6FEF7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35" name="直線コネクタ 834">
            <a:extLst>
              <a:ext uri="{FF2B5EF4-FFF2-40B4-BE49-F238E27FC236}">
                <ns2:creationId id="{5B14258C-BC4C-9D80-E438-FD197A62C487}"/>
              </a:ext>
            </a:extLst>
          </p:cNvPr>
          <p:cNvCxnSpPr>
            <a:cxnSpLocks/>
          </p:cNvCxnSpPr>
          <p:nvPr/>
        </p:nvCxnSpPr>
        <p:spPr>
          <a:xfrm>
            <a:off x="8904796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7" name="正方形/長方形 836">
            <a:extLst>
              <a:ext uri="{FF2B5EF4-FFF2-40B4-BE49-F238E27FC236}">
                <ns2:creationId id="{8E2733A6-5F48-2940-B4A6-05A7E36B56A8}"/>
              </a:ext>
            </a:extLst>
          </p:cNvPr>
          <p:cNvSpPr/>
          <p:nvPr/>
        </p:nvSpPr>
        <p:spPr>
          <a:xfrm>
            <a:off x="8933367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8" name="正方形/長方形 837">
            <a:extLst>
              <a:ext uri="{FF2B5EF4-FFF2-40B4-BE49-F238E27FC236}">
                <ns2:creationId id="{9FDFB829-4690-C16C-A799-338506F3FCEB}"/>
              </a:ext>
            </a:extLst>
          </p:cNvPr>
          <p:cNvSpPr/>
          <p:nvPr/>
        </p:nvSpPr>
        <p:spPr>
          <a:xfrm>
            <a:off x="8933367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9" name="正方形/長方形 838">
            <a:extLst>
              <a:ext uri="{FF2B5EF4-FFF2-40B4-BE49-F238E27FC236}">
                <ns2:creationId id="{F70C6282-A4CF-1562-8197-96FD1BD15F29}"/>
              </a:ext>
            </a:extLst>
          </p:cNvPr>
          <p:cNvSpPr/>
          <p:nvPr/>
        </p:nvSpPr>
        <p:spPr>
          <a:xfrm>
            <a:off x="9110573" y="5738307"/>
            <a:ext cx="602785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40" name="正方形/長方形 839">
            <a:extLst>
              <a:ext uri="{FF2B5EF4-FFF2-40B4-BE49-F238E27FC236}">
                <ns2:creationId id="{16E14FB4-902D-6C7B-133E-6E1AC6198904}"/>
              </a:ext>
            </a:extLst>
          </p:cNvPr>
          <p:cNvSpPr/>
          <p:nvPr/>
        </p:nvSpPr>
        <p:spPr>
          <a:xfrm>
            <a:off x="9097875" y="5962486"/>
            <a:ext cx="67013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41" name="直線コネクタ 840">
            <a:extLst>
              <a:ext uri="{FF2B5EF4-FFF2-40B4-BE49-F238E27FC236}">
                <ns2:creationId id="{19D04DC9-4FFB-42CD-36F2-5DBC6123092F}"/>
              </a:ext>
            </a:extLst>
          </p:cNvPr>
          <p:cNvCxnSpPr/>
          <p:nvPr/>
        </p:nvCxnSpPr>
        <p:spPr>
          <a:xfrm>
            <a:off x="8904796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2" name="グループ化 841">
            <a:extLst>
              <a:ext uri="{FF2B5EF4-FFF2-40B4-BE49-F238E27FC236}">
                <ns2:creationId id="{963BDC84-BD69-B599-25D6-38E5017C5C9B}"/>
              </a:ext>
            </a:extLst>
          </p:cNvPr>
          <p:cNvGrpSpPr/>
          <p:nvPr/>
        </p:nvGrpSpPr>
        <p:grpSpPr>
          <a:xfrm>
            <a:off x="10647867" y="5282396"/>
            <a:ext cx="199793" cy="421010"/>
            <a:chOff x="1666874" y="4022744"/>
            <a:chExt cx="199793" cy="421010"/>
          </a:xfrm>
        </p:grpSpPr>
        <p:sp>
          <p:nvSpPr>
            <p:cNvPr id="843" name="正方形/長方形 842">
              <a:extLst>
                <a:ext uri="{FF2B5EF4-FFF2-40B4-BE49-F238E27FC236}">
                  <ns2:creationId id="{4824F7F7-0F55-E7F8-40A4-73356800A905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44" name="正方形/長方形 843">
              <a:extLst>
                <a:ext uri="{FF2B5EF4-FFF2-40B4-BE49-F238E27FC236}">
                  <ns2:creationId id="{77D301C7-831C-8759-233E-FDF37A427F63}"/>
                </a:ext>
              </a:extLst>
            </p:cNvPr>
            <p:cNvSpPr/>
            <p:nvPr/>
          </p:nvSpPr>
          <p:spPr>
            <a:xfrm>
              <a:off x="1666874" y="4246923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845" name="直線コネクタ 844">
            <a:extLst>
              <a:ext uri="{FF2B5EF4-FFF2-40B4-BE49-F238E27FC236}">
                <ns2:creationId id="{32F03566-35F6-C577-1E21-FEFD27443264}"/>
              </a:ext>
            </a:extLst>
          </p:cNvPr>
          <p:cNvCxnSpPr>
            <a:cxnSpLocks/>
          </p:cNvCxnSpPr>
          <p:nvPr/>
        </p:nvCxnSpPr>
        <p:spPr>
          <a:xfrm>
            <a:off x="10619296" y="5102094"/>
            <a:ext cx="0" cy="579710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7" name="正方形/長方形 846">
            <a:extLst>
              <a:ext uri="{FF2B5EF4-FFF2-40B4-BE49-F238E27FC236}">
                <ns2:creationId id="{744E52D8-C206-3D4B-DD4D-B03D286855A7}"/>
              </a:ext>
            </a:extLst>
          </p:cNvPr>
          <p:cNvSpPr/>
          <p:nvPr/>
        </p:nvSpPr>
        <p:spPr>
          <a:xfrm>
            <a:off x="10647867" y="5717031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48" name="正方形/長方形 847">
            <a:extLst>
              <a:ext uri="{FF2B5EF4-FFF2-40B4-BE49-F238E27FC236}">
                <ns2:creationId id="{D2F9EB43-D7BE-1A24-7963-FCF0A08B1FE1}"/>
              </a:ext>
            </a:extLst>
          </p:cNvPr>
          <p:cNvSpPr/>
          <p:nvPr/>
        </p:nvSpPr>
        <p:spPr>
          <a:xfrm>
            <a:off x="10647867" y="5941210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49" name="正方形/長方形 848">
            <a:extLst>
              <a:ext uri="{FF2B5EF4-FFF2-40B4-BE49-F238E27FC236}">
                <ns2:creationId id="{DD4162EF-69CF-4996-D1C8-C6F5378913A0}"/>
              </a:ext>
            </a:extLst>
          </p:cNvPr>
          <p:cNvSpPr/>
          <p:nvPr/>
        </p:nvSpPr>
        <p:spPr>
          <a:xfrm>
            <a:off x="10825074" y="5738307"/>
            <a:ext cx="60407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50" name="正方形/長方形 849">
            <a:extLst>
              <a:ext uri="{FF2B5EF4-FFF2-40B4-BE49-F238E27FC236}">
                <ns2:creationId id="{6E05573C-551C-20DE-852E-E9C57B65C08D}"/>
              </a:ext>
            </a:extLst>
          </p:cNvPr>
          <p:cNvSpPr/>
          <p:nvPr/>
        </p:nvSpPr>
        <p:spPr>
          <a:xfrm>
            <a:off x="10812374" y="5962486"/>
            <a:ext cx="616777" cy="1512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51" name="直線コネクタ 850">
            <a:extLst>
              <a:ext uri="{FF2B5EF4-FFF2-40B4-BE49-F238E27FC236}">
                <ns2:creationId id="{2653E9D3-D481-503B-6D3D-C6B1635249CA}"/>
              </a:ext>
            </a:extLst>
          </p:cNvPr>
          <p:cNvCxnSpPr/>
          <p:nvPr/>
        </p:nvCxnSpPr>
        <p:spPr>
          <a:xfrm>
            <a:off x="10619296" y="5741183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直線コネクタ 851">
            <a:extLst>
              <a:ext uri="{FF2B5EF4-FFF2-40B4-BE49-F238E27FC236}">
                <ns2:creationId id="{EE6C8740-3951-2F90-5989-E841A6C67B7A}"/>
              </a:ext>
            </a:extLst>
          </p:cNvPr>
          <p:cNvCxnSpPr>
            <a:cxnSpLocks/>
          </p:cNvCxnSpPr>
          <p:nvPr/>
        </p:nvCxnSpPr>
        <p:spPr>
          <a:xfrm>
            <a:off x="2464487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3" name="正方形/長方形 852">
            <a:extLst>
              <a:ext uri="{FF2B5EF4-FFF2-40B4-BE49-F238E27FC236}">
                <ns2:creationId id="{9D362F99-32C0-3755-A37E-D2831E8897AD}"/>
              </a:ext>
            </a:extLst>
          </p:cNvPr>
          <p:cNvSpPr/>
          <p:nvPr/>
        </p:nvSpPr>
        <p:spPr>
          <a:xfrm>
            <a:off x="2467399" y="5415762"/>
            <a:ext cx="914355" cy="12427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60" name="直線コネクタ 859">
            <a:extLst>
              <a:ext uri="{FF2B5EF4-FFF2-40B4-BE49-F238E27FC236}">
                <ns2:creationId id="{F070F456-897B-CDF8-73FC-8FFB9E2493C1}"/>
              </a:ext>
            </a:extLst>
          </p:cNvPr>
          <p:cNvCxnSpPr>
            <a:cxnSpLocks/>
          </p:cNvCxnSpPr>
          <p:nvPr/>
        </p:nvCxnSpPr>
        <p:spPr>
          <a:xfrm>
            <a:off x="2929885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1" name="正方形/長方形 860">
            <a:extLst>
              <a:ext uri="{FF2B5EF4-FFF2-40B4-BE49-F238E27FC236}">
                <ns2:creationId id="{C733D232-B49C-BF2E-1112-4467AF4965CC}"/>
              </a:ext>
            </a:extLst>
          </p:cNvPr>
          <p:cNvSpPr/>
          <p:nvPr/>
        </p:nvSpPr>
        <p:spPr>
          <a:xfrm>
            <a:off x="2914646" y="5850397"/>
            <a:ext cx="4998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64" name="直線コネクタ 863">
            <a:extLst>
              <a:ext uri="{FF2B5EF4-FFF2-40B4-BE49-F238E27FC236}">
                <ns2:creationId id="{C0C36A6B-A950-400E-217F-071EF584DDB5}"/>
              </a:ext>
            </a:extLst>
          </p:cNvPr>
          <p:cNvCxnSpPr/>
          <p:nvPr/>
        </p:nvCxnSpPr>
        <p:spPr>
          <a:xfrm>
            <a:off x="3773534" y="5102094"/>
            <a:ext cx="0" cy="1014344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直線コネクタ 869">
            <a:extLst>
              <a:ext uri="{FF2B5EF4-FFF2-40B4-BE49-F238E27FC236}">
                <ns2:creationId id="{8E6A22F2-2FAD-8765-06EC-2961A2C7C65E}"/>
              </a:ext>
            </a:extLst>
          </p:cNvPr>
          <p:cNvCxnSpPr>
            <a:cxnSpLocks/>
          </p:cNvCxnSpPr>
          <p:nvPr/>
        </p:nvCxnSpPr>
        <p:spPr>
          <a:xfrm>
            <a:off x="4224207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正方形/長方形 870">
            <a:extLst>
              <a:ext uri="{FF2B5EF4-FFF2-40B4-BE49-F238E27FC236}">
                <ns2:creationId id="{F6F65C91-5BFA-CBD9-97E6-155689E9B1C9}"/>
              </a:ext>
            </a:extLst>
          </p:cNvPr>
          <p:cNvSpPr/>
          <p:nvPr/>
        </p:nvSpPr>
        <p:spPr>
          <a:xfrm>
            <a:off x="4229357" y="5415762"/>
            <a:ext cx="914354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76" name="直線コネクタ 875">
            <a:extLst>
              <a:ext uri="{FF2B5EF4-FFF2-40B4-BE49-F238E27FC236}">
                <ns2:creationId id="{012EC2A7-F820-6C23-34BF-CDFD4B47D606}"/>
              </a:ext>
            </a:extLst>
          </p:cNvPr>
          <p:cNvCxnSpPr>
            <a:cxnSpLocks/>
          </p:cNvCxnSpPr>
          <p:nvPr/>
        </p:nvCxnSpPr>
        <p:spPr>
          <a:xfrm>
            <a:off x="4639806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7" name="正方形/長方形 876">
            <a:extLst>
              <a:ext uri="{FF2B5EF4-FFF2-40B4-BE49-F238E27FC236}">
                <ns2:creationId id="{A0732DC0-A405-2D89-4949-6853A448C8E4}"/>
              </a:ext>
            </a:extLst>
          </p:cNvPr>
          <p:cNvSpPr/>
          <p:nvPr/>
        </p:nvSpPr>
        <p:spPr>
          <a:xfrm>
            <a:off x="4624567" y="5850397"/>
            <a:ext cx="503018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78" name="直線コネクタ 877">
            <a:extLst>
              <a:ext uri="{FF2B5EF4-FFF2-40B4-BE49-F238E27FC236}">
                <ns2:creationId id="{8FD2DBD8-0C4F-3F78-1B87-385779005700}"/>
              </a:ext>
            </a:extLst>
          </p:cNvPr>
          <p:cNvCxnSpPr>
            <a:cxnSpLocks/>
          </p:cNvCxnSpPr>
          <p:nvPr/>
        </p:nvCxnSpPr>
        <p:spPr>
          <a:xfrm>
            <a:off x="5884903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9" name="正方形/長方形 878">
            <a:extLst>
              <a:ext uri="{FF2B5EF4-FFF2-40B4-BE49-F238E27FC236}">
                <ns2:creationId id="{6B311AE7-1265-8AAE-E4B1-8739BEC61CBC}"/>
              </a:ext>
            </a:extLst>
          </p:cNvPr>
          <p:cNvSpPr/>
          <p:nvPr/>
        </p:nvSpPr>
        <p:spPr>
          <a:xfrm>
            <a:off x="5887816" y="5415762"/>
            <a:ext cx="914354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2" name="直線コネクタ 881">
            <a:extLst>
              <a:ext uri="{FF2B5EF4-FFF2-40B4-BE49-F238E27FC236}">
                <ns2:creationId id="{27221629-EB01-188D-9255-76ACCEA78312}"/>
              </a:ext>
            </a:extLst>
          </p:cNvPr>
          <p:cNvCxnSpPr>
            <a:cxnSpLocks/>
          </p:cNvCxnSpPr>
          <p:nvPr/>
        </p:nvCxnSpPr>
        <p:spPr>
          <a:xfrm>
            <a:off x="6365330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3" name="正方形/長方形 882">
            <a:extLst>
              <a:ext uri="{FF2B5EF4-FFF2-40B4-BE49-F238E27FC236}">
                <ns2:creationId id="{BCD16C0F-1696-326D-CD66-0E23BD22935E}"/>
              </a:ext>
            </a:extLst>
          </p:cNvPr>
          <p:cNvSpPr/>
          <p:nvPr/>
        </p:nvSpPr>
        <p:spPr>
          <a:xfrm>
            <a:off x="6350091" y="5850397"/>
            <a:ext cx="53684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4" name="直線コネクタ 883">
            <a:extLst>
              <a:ext uri="{FF2B5EF4-FFF2-40B4-BE49-F238E27FC236}">
                <ns2:creationId id="{829470A5-DD1C-13EC-B53D-3643077C55C0}"/>
              </a:ext>
            </a:extLst>
          </p:cNvPr>
          <p:cNvCxnSpPr>
            <a:cxnSpLocks/>
          </p:cNvCxnSpPr>
          <p:nvPr/>
        </p:nvCxnSpPr>
        <p:spPr>
          <a:xfrm>
            <a:off x="7686855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5" name="正方形/長方形 884">
            <a:extLst>
              <a:ext uri="{FF2B5EF4-FFF2-40B4-BE49-F238E27FC236}">
                <ns2:creationId id="{D3CD315B-FCEC-982D-4A21-3E981FEB1995}"/>
              </a:ext>
            </a:extLst>
          </p:cNvPr>
          <p:cNvSpPr/>
          <p:nvPr/>
        </p:nvSpPr>
        <p:spPr>
          <a:xfrm>
            <a:off x="7647277" y="5415762"/>
            <a:ext cx="109846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8" name="直線コネクタ 887">
            <a:extLst>
              <a:ext uri="{FF2B5EF4-FFF2-40B4-BE49-F238E27FC236}">
                <ns2:creationId id="{1D25F9A1-85BA-F0AF-80EF-7F865216736A}"/>
              </a:ext>
            </a:extLst>
          </p:cNvPr>
          <p:cNvCxnSpPr>
            <a:cxnSpLocks/>
          </p:cNvCxnSpPr>
          <p:nvPr/>
        </p:nvCxnSpPr>
        <p:spPr>
          <a:xfrm>
            <a:off x="8067642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9" name="正方形/長方形 888">
            <a:extLst>
              <a:ext uri="{FF2B5EF4-FFF2-40B4-BE49-F238E27FC236}">
                <ns2:creationId id="{4027FFD1-840F-A9D6-D382-7D1F2AFE079E}"/>
              </a:ext>
            </a:extLst>
          </p:cNvPr>
          <p:cNvSpPr/>
          <p:nvPr/>
        </p:nvSpPr>
        <p:spPr>
          <a:xfrm>
            <a:off x="8052402" y="5850397"/>
            <a:ext cx="48971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90" name="直線コネクタ 889">
            <a:extLst>
              <a:ext uri="{FF2B5EF4-FFF2-40B4-BE49-F238E27FC236}">
                <ns2:creationId id="{D55BDF37-70B4-8503-5AA9-BCFDC8AF2304}"/>
              </a:ext>
            </a:extLst>
          </p:cNvPr>
          <p:cNvCxnSpPr>
            <a:cxnSpLocks/>
          </p:cNvCxnSpPr>
          <p:nvPr/>
        </p:nvCxnSpPr>
        <p:spPr>
          <a:xfrm>
            <a:off x="9353672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1" name="正方形/長方形 890">
            <a:extLst>
              <a:ext uri="{FF2B5EF4-FFF2-40B4-BE49-F238E27FC236}">
                <ns2:creationId id="{80BAA408-26F2-3599-F24E-4B6070B3414A}"/>
              </a:ext>
            </a:extLst>
          </p:cNvPr>
          <p:cNvSpPr/>
          <p:nvPr/>
        </p:nvSpPr>
        <p:spPr>
          <a:xfrm>
            <a:off x="9310284" y="5415762"/>
            <a:ext cx="1098469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94" name="直線コネクタ 893">
            <a:extLst>
              <a:ext uri="{FF2B5EF4-FFF2-40B4-BE49-F238E27FC236}">
                <ns2:creationId id="{A61B8329-3B5F-5A23-58D1-0DC13B6AF6AC}"/>
              </a:ext>
            </a:extLst>
          </p:cNvPr>
          <p:cNvCxnSpPr>
            <a:cxnSpLocks/>
          </p:cNvCxnSpPr>
          <p:nvPr/>
        </p:nvCxnSpPr>
        <p:spPr>
          <a:xfrm>
            <a:off x="9787799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5" name="正方形/長方形 894">
            <a:extLst>
              <a:ext uri="{FF2B5EF4-FFF2-40B4-BE49-F238E27FC236}">
                <ns2:creationId id="{932A4AD2-FC37-1799-1B88-21BB8E192B82}"/>
              </a:ext>
            </a:extLst>
          </p:cNvPr>
          <p:cNvSpPr/>
          <p:nvPr/>
        </p:nvSpPr>
        <p:spPr>
          <a:xfrm>
            <a:off x="9772559" y="5850397"/>
            <a:ext cx="540483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96" name="直線コネクタ 895">
            <a:extLst>
              <a:ext uri="{FF2B5EF4-FFF2-40B4-BE49-F238E27FC236}">
                <ns2:creationId id="{BF7548DF-4A1E-4D12-F090-4C9224E4AF68}"/>
              </a:ext>
            </a:extLst>
          </p:cNvPr>
          <p:cNvCxnSpPr>
            <a:cxnSpLocks/>
          </p:cNvCxnSpPr>
          <p:nvPr/>
        </p:nvCxnSpPr>
        <p:spPr>
          <a:xfrm>
            <a:off x="11076976" y="5303998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7" name="正方形/長方形 896">
            <a:extLst>
              <a:ext uri="{FF2B5EF4-FFF2-40B4-BE49-F238E27FC236}">
                <ns2:creationId id="{FBB19C4E-02C9-32D7-FA6B-DCFF298B9DE5}"/>
              </a:ext>
            </a:extLst>
          </p:cNvPr>
          <p:cNvSpPr/>
          <p:nvPr/>
        </p:nvSpPr>
        <p:spPr>
          <a:xfrm>
            <a:off x="11079889" y="5415762"/>
            <a:ext cx="914354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00" name="直線コネクタ 899">
            <a:extLst>
              <a:ext uri="{FF2B5EF4-FFF2-40B4-BE49-F238E27FC236}">
                <ns2:creationId id="{51437AA0-B980-A1B1-C886-C12C07528BC9}"/>
              </a:ext>
            </a:extLst>
          </p:cNvPr>
          <p:cNvCxnSpPr>
            <a:cxnSpLocks/>
          </p:cNvCxnSpPr>
          <p:nvPr/>
        </p:nvCxnSpPr>
        <p:spPr>
          <a:xfrm>
            <a:off x="11491414" y="5738632"/>
            <a:ext cx="0" cy="377806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" name="正方形/長方形 900">
            <a:extLst>
              <a:ext uri="{FF2B5EF4-FFF2-40B4-BE49-F238E27FC236}">
                <ns2:creationId id="{1CEF69E5-981D-7C2B-0C24-51185E8E7B69}"/>
              </a:ext>
            </a:extLst>
          </p:cNvPr>
          <p:cNvSpPr/>
          <p:nvPr/>
        </p:nvSpPr>
        <p:spPr>
          <a:xfrm>
            <a:off x="11476175" y="5850397"/>
            <a:ext cx="596220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02" name="直線コネクタ 901">
            <a:extLst>
              <a:ext uri="{FF2B5EF4-FFF2-40B4-BE49-F238E27FC236}">
                <ns2:creationId id="{822F5071-E4DC-CB8B-26E3-ECECC5E39DCE}"/>
              </a:ext>
            </a:extLst>
          </p:cNvPr>
          <p:cNvCxnSpPr/>
          <p:nvPr/>
        </p:nvCxnSpPr>
        <p:spPr>
          <a:xfrm>
            <a:off x="7202534" y="5102094"/>
            <a:ext cx="0" cy="1014344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グループ化 75">
            <a:extLst>
              <a:ext uri="{FF2B5EF4-FFF2-40B4-BE49-F238E27FC236}">
                <ns2:creationId id="{2380BC96-4970-3C92-3413-27CCEDED95FF}"/>
              </a:ext>
            </a:extLst>
          </p:cNvPr>
          <p:cNvGrpSpPr/>
          <p:nvPr/>
        </p:nvGrpSpPr>
        <p:grpSpPr>
          <a:xfrm>
            <a:off x="827970" y="4794579"/>
            <a:ext cx="1971147" cy="351425"/>
            <a:chOff x="658502" y="4845608"/>
            <a:chExt cx="1112810" cy="199990"/>
          </a:xfrm>
        </p:grpSpPr>
        <p:grpSp>
          <p:nvGrpSpPr>
            <p:cNvPr id="32" name="グループ化 31">
              <a:extLst>
                <a:ext uri="{FF2B5EF4-FFF2-40B4-BE49-F238E27FC236}">
                  <ns2:creationId id="{36FB6A89-CE91-6B00-453C-525AD6C4C0D1}"/>
                </a:ext>
              </a:extLst>
            </p:cNvPr>
            <p:cNvGrpSpPr/>
            <p:nvPr/>
          </p:nvGrpSpPr>
          <p:grpSpPr>
            <a:xfrm>
              <a:off x="658502" y="4845608"/>
              <a:ext cx="582914" cy="199990"/>
              <a:chOff x="658502" y="4845608"/>
              <a:chExt cx="582914" cy="199990"/>
            </a:xfrm>
          </p:grpSpPr>
          <p:cxnSp>
            <p:nvCxnSpPr>
              <p:cNvPr id="7" name="直線コネクタ 6">
                <a:extLst>
                  <a:ext uri="{FF2B5EF4-FFF2-40B4-BE49-F238E27FC236}">
                    <ns2:creationId id="{CFA7897A-AC3D-6FE2-77DC-9137330C7B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正方形/長方形 9">
                <a:extLst>
                  <a:ext uri="{FF2B5EF4-FFF2-40B4-BE49-F238E27FC236}">
                    <ns2:creationId id="{48F363C1-D9F0-51C4-BFC8-7DC84F8F86E8}"/>
                  </a:ext>
                </a:extLst>
              </p:cNvPr>
              <p:cNvSpPr/>
              <p:nvPr/>
            </p:nvSpPr>
            <p:spPr>
              <a:xfrm>
                <a:off x="839745" y="4845608"/>
                <a:ext cx="4016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BCDEC19E-A1F4-BDAC-D622-FEBB4675E79E}"/>
                </a:ext>
              </a:extLst>
            </p:cNvPr>
            <p:cNvGrpSpPr/>
            <p:nvPr/>
          </p:nvGrpSpPr>
          <p:grpSpPr>
            <a:xfrm>
              <a:off x="1167772" y="4845608"/>
              <a:ext cx="603540" cy="199990"/>
              <a:chOff x="1305891" y="4845608"/>
              <a:chExt cx="603540" cy="199990"/>
            </a:xfrm>
          </p:grpSpPr>
          <p:cxnSp>
            <p:nvCxnSpPr>
              <p:cNvPr id="13" name="直線コネクタ 12">
                <a:extLst>
                  <a:ext uri="{FF2B5EF4-FFF2-40B4-BE49-F238E27FC236}">
                    <ns2:creationId id="{69AFD36E-1C69-2A41-0C04-814C81F7AA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05891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ns2:creationId id="{DC2F5D46-6AA0-B941-E801-B3D58149A585}"/>
                  </a:ext>
                </a:extLst>
              </p:cNvPr>
              <p:cNvSpPr/>
              <p:nvPr/>
            </p:nvSpPr>
            <p:spPr>
              <a:xfrm>
                <a:off x="1576298" y="4845608"/>
                <a:ext cx="3331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grpSp>
        <p:nvGrpSpPr>
          <p:cNvPr id="72" name="グループ化 71">
            <a:extLst>
              <a:ext uri="{FF2B5EF4-FFF2-40B4-BE49-F238E27FC236}">
                <ns2:creationId id="{ABA53D3C-4016-D64C-CAA0-B49C4C51A3F6}"/>
              </a:ext>
            </a:extLst>
          </p:cNvPr>
          <p:cNvGrpSpPr/>
          <p:nvPr/>
        </p:nvGrpSpPr>
        <p:grpSpPr>
          <a:xfrm>
            <a:off x="761343" y="6400592"/>
            <a:ext cx="3822870" cy="154281"/>
            <a:chOff x="3121940" y="6482994"/>
            <a:chExt cx="2247488" cy="199994"/>
          </a:xfrm>
        </p:grpSpPr>
        <p:grpSp>
          <p:nvGrpSpPr>
            <p:cNvPr id="33" name="グループ化 32">
              <a:extLst>
                <a:ext uri="{FF2B5EF4-FFF2-40B4-BE49-F238E27FC236}">
                  <ns2:creationId id="{BF66CD76-AE2D-5359-82E1-2376714DDC6E}"/>
                </a:ext>
              </a:extLst>
            </p:cNvPr>
            <p:cNvGrpSpPr/>
            <p:nvPr/>
          </p:nvGrpSpPr>
          <p:grpSpPr>
            <a:xfrm>
              <a:off x="3121940" y="6482998"/>
              <a:ext cx="989314" cy="199990"/>
              <a:chOff x="658502" y="6101033"/>
              <a:chExt cx="989314" cy="199990"/>
            </a:xfrm>
          </p:grpSpPr>
          <p:cxnSp>
            <p:nvCxnSpPr>
              <p:cNvPr id="26" name="直線コネクタ 25">
                <a:extLst>
                  <a:ext uri="{FF2B5EF4-FFF2-40B4-BE49-F238E27FC236}">
                    <ns2:creationId id="{E792809E-825F-63CD-9258-556D79BDB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正方形/長方形 26">
                <a:extLst>
                  <a:ext uri="{FF2B5EF4-FFF2-40B4-BE49-F238E27FC236}">
                    <ns2:creationId id="{3426A624-69EC-ABED-3B39-CD1E4F2BB0F3}"/>
                  </a:ext>
                </a:extLst>
              </p:cNvPr>
              <p:cNvSpPr/>
              <p:nvPr/>
            </p:nvSpPr>
            <p:spPr>
              <a:xfrm>
                <a:off x="839745" y="6101033"/>
                <a:ext cx="8080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ns2:creationId id="{7CC95B3B-84ED-59FB-0A73-1E522880475E}"/>
                </a:ext>
              </a:extLst>
            </p:cNvPr>
            <p:cNvGrpSpPr/>
            <p:nvPr/>
          </p:nvGrpSpPr>
          <p:grpSpPr>
            <a:xfrm>
              <a:off x="4086704" y="6482994"/>
              <a:ext cx="1282724" cy="199990"/>
              <a:chOff x="1794720" y="6101029"/>
              <a:chExt cx="1282724" cy="199990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4704B21E-1834-B634-1EC0-D48358BDD8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4720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正方形/長方形 30">
                <a:extLst>
                  <a:ext uri="{FF2B5EF4-FFF2-40B4-BE49-F238E27FC236}">
                    <ns2:creationId id="{25935968-107B-AC93-CFCF-D3B124C6C652}"/>
                  </a:ext>
                </a:extLst>
              </p:cNvPr>
              <p:cNvSpPr/>
              <p:nvPr/>
            </p:nvSpPr>
            <p:spPr>
              <a:xfrm>
                <a:off x="1956911" y="6101029"/>
                <a:ext cx="11205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grpSp>
        <p:nvGrpSpPr>
          <p:cNvPr id="83" name="グループ化 82">
            <a:extLst>
              <a:ext uri="{FF2B5EF4-FFF2-40B4-BE49-F238E27FC236}">
                <ns2:creationId id="{51094554-4331-6970-3133-798D6636DA12}"/>
              </a:ext>
            </a:extLst>
          </p:cNvPr>
          <p:cNvGrpSpPr/>
          <p:nvPr/>
        </p:nvGrpSpPr>
        <p:grpSpPr>
          <a:xfrm>
            <a:off x="2785529" y="103354"/>
            <a:ext cx="7788007" cy="349286"/>
            <a:chOff x="2785529" y="103354"/>
            <a:chExt cx="7788007" cy="349286"/>
          </a:xfrm>
        </p:grpSpPr>
        <p:grpSp>
          <p:nvGrpSpPr>
            <p:cNvPr id="6" name="グループ化 5">
              <a:extLst>
                <a:ext uri="{FF2B5EF4-FFF2-40B4-BE49-F238E27FC236}">
                  <ns2:creationId id="{8A4FBAA0-D268-AA73-5379-1DC0C36B990D}"/>
                </a:ext>
              </a:extLst>
            </p:cNvPr>
            <p:cNvGrpSpPr/>
            <p:nvPr/>
          </p:nvGrpSpPr>
          <p:grpSpPr>
            <a:xfrm>
              <a:off x="3547533" y="103354"/>
              <a:ext cx="7026003" cy="348060"/>
              <a:chOff x="-332902" y="954568"/>
              <a:chExt cx="4110955" cy="122356"/>
            </a:xfrm>
          </p:grpSpPr>
          <p:grpSp>
            <p:nvGrpSpPr>
              <p:cNvPr id="919" name="グループ化 918">
                <a:extLst>
                  <a:ext uri="{FF2B5EF4-FFF2-40B4-BE49-F238E27FC236}">
                    <ns2:creationId id="{89DDD2D5-4525-EAA7-4A42-1EFDCF064282}"/>
                  </a:ext>
                </a:extLst>
              </p:cNvPr>
              <p:cNvGrpSpPr/>
              <p:nvPr/>
            </p:nvGrpSpPr>
            <p:grpSpPr>
              <a:xfrm>
                <a:off x="-332902" y="955168"/>
                <a:ext cx="651276" cy="121157"/>
                <a:chOff x="-332902" y="955168"/>
                <a:chExt cx="651276" cy="121157"/>
              </a:xfrm>
            </p:grpSpPr>
            <p:sp>
              <p:nvSpPr>
                <p:cNvPr id="906" name="正方形/長方形 905">
                  <a:extLst>
                    <a:ext uri="{FF2B5EF4-FFF2-40B4-BE49-F238E27FC236}">
                      <ns2:creationId id="{1622BA7D-E2F4-35B4-03EB-0109029D1B71}"/>
                    </a:ext>
                  </a:extLst>
                </p:cNvPr>
                <p:cNvSpPr/>
                <p:nvPr/>
              </p:nvSpPr>
              <p:spPr>
                <a:xfrm>
                  <a:off x="-332902" y="955168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907" name="正方形/長方形 906">
                  <a:extLst>
                    <a:ext uri="{FF2B5EF4-FFF2-40B4-BE49-F238E27FC236}">
                      <ns2:creationId id="{0CFA7379-6E09-D00F-334F-59102928867B}"/>
                    </a:ext>
                  </a:extLst>
                </p:cNvPr>
                <p:cNvSpPr/>
                <p:nvPr/>
              </p:nvSpPr>
              <p:spPr>
                <a:xfrm>
                  <a:off x="-202038" y="955168"/>
                  <a:ext cx="520412" cy="12115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918" name="グループ化 917">
                <a:extLst>
                  <a:ext uri="{FF2B5EF4-FFF2-40B4-BE49-F238E27FC236}">
                    <ns2:creationId id="{68818DF0-2A4C-72D3-D1A1-392FC8103151}"/>
                  </a:ext>
                </a:extLst>
              </p:cNvPr>
              <p:cNvGrpSpPr/>
              <p:nvPr/>
            </p:nvGrpSpPr>
            <p:grpSpPr>
              <a:xfrm>
                <a:off x="280220" y="955168"/>
                <a:ext cx="469873" cy="121157"/>
                <a:chOff x="-358619" y="1099733"/>
                <a:chExt cx="469873" cy="121157"/>
              </a:xfrm>
            </p:grpSpPr>
            <p:sp>
              <p:nvSpPr>
                <p:cNvPr id="908" name="正方形/長方形 907">
                  <a:extLst>
                    <a:ext uri="{FF2B5EF4-FFF2-40B4-BE49-F238E27FC236}">
                      <ns2:creationId id="{6607C189-EFE5-8054-6313-1F5FF90D14F3}"/>
                    </a:ext>
                  </a:extLst>
                </p:cNvPr>
                <p:cNvSpPr/>
                <p:nvPr/>
              </p:nvSpPr>
              <p:spPr>
                <a:xfrm>
                  <a:off x="-358619" y="1099733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909" name="正方形/長方形 908">
                  <a:extLst>
                    <a:ext uri="{FF2B5EF4-FFF2-40B4-BE49-F238E27FC236}">
                      <ns2:creationId id="{3178DBC6-5A03-BDED-9D11-EEBF409EFF25}"/>
                    </a:ext>
                  </a:extLst>
                </p:cNvPr>
                <p:cNvSpPr/>
                <p:nvPr/>
              </p:nvSpPr>
              <p:spPr>
                <a:xfrm>
                  <a:off x="-234530" y="1099733"/>
                  <a:ext cx="345784" cy="12115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917" name="グループ化 916">
                <a:extLst>
                  <a:ext uri="{FF2B5EF4-FFF2-40B4-BE49-F238E27FC236}">
                    <ns2:creationId id="{61B763E3-CA1F-EB88-500B-2752E977989E}"/>
                  </a:ext>
                </a:extLst>
              </p:cNvPr>
              <p:cNvGrpSpPr/>
              <p:nvPr/>
            </p:nvGrpSpPr>
            <p:grpSpPr>
              <a:xfrm>
                <a:off x="708417" y="955168"/>
                <a:ext cx="458383" cy="121157"/>
                <a:chOff x="-394633" y="1243764"/>
                <a:chExt cx="458383" cy="121157"/>
              </a:xfrm>
            </p:grpSpPr>
            <p:sp>
              <p:nvSpPr>
                <p:cNvPr id="910" name="正方形/長方形 909">
                  <a:extLst>
                    <a:ext uri="{FF2B5EF4-FFF2-40B4-BE49-F238E27FC236}">
                      <ns2:creationId id="{95E0E568-3692-991F-F9BB-D346949C7EBF}"/>
                    </a:ext>
                  </a:extLst>
                </p:cNvPr>
                <p:cNvSpPr/>
                <p:nvPr/>
              </p:nvSpPr>
              <p:spPr>
                <a:xfrm>
                  <a:off x="-394633" y="1243764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911" name="正方形/長方形 910">
                  <a:extLst>
                    <a:ext uri="{FF2B5EF4-FFF2-40B4-BE49-F238E27FC236}">
                      <ns2:creationId id="{935C5EE5-B3CA-4B90-559F-EE74F72B22EB}"/>
                    </a:ext>
                  </a:extLst>
                </p:cNvPr>
                <p:cNvSpPr/>
                <p:nvPr/>
              </p:nvSpPr>
              <p:spPr>
                <a:xfrm>
                  <a:off x="-262140" y="1243764"/>
                  <a:ext cx="325890" cy="12115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920" name="グループ化 919">
                <a:extLst>
                  <a:ext uri="{FF2B5EF4-FFF2-40B4-BE49-F238E27FC236}">
                    <ns2:creationId id="{7A3914DA-E4FB-F9F3-777E-09029F930523}"/>
                  </a:ext>
                </a:extLst>
              </p:cNvPr>
              <p:cNvGrpSpPr/>
              <p:nvPr/>
            </p:nvGrpSpPr>
            <p:grpSpPr>
              <a:xfrm>
                <a:off x="1152952" y="954568"/>
                <a:ext cx="1834976" cy="122356"/>
                <a:chOff x="205497" y="1099733"/>
                <a:chExt cx="1834976" cy="122356"/>
              </a:xfrm>
            </p:grpSpPr>
            <p:sp>
              <p:nvSpPr>
                <p:cNvPr id="915" name="正方形/長方形 914">
                  <a:extLst>
                    <a:ext uri="{FF2B5EF4-FFF2-40B4-BE49-F238E27FC236}">
                      <ns2:creationId id="{E70FE985-69B5-3DF3-2FD3-67AC98D0993A}"/>
                    </a:ext>
                  </a:extLst>
                </p:cNvPr>
                <p:cNvSpPr/>
                <p:nvPr/>
              </p:nvSpPr>
              <p:spPr>
                <a:xfrm>
                  <a:off x="205497" y="1099733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916" name="正方形/長方形 915">
                  <a:extLst>
                    <a:ext uri="{FF2B5EF4-FFF2-40B4-BE49-F238E27FC236}">
                      <ns2:creationId id="{CAD1C067-EBA3-303E-943F-48024C7CAAC3}"/>
                    </a:ext>
                  </a:extLst>
                </p:cNvPr>
                <p:cNvSpPr/>
                <p:nvPr/>
              </p:nvSpPr>
              <p:spPr>
                <a:xfrm>
                  <a:off x="351389" y="1099733"/>
                  <a:ext cx="1689084" cy="12235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6</a:t>
                  </a:r>
                  <a:r>
                    <a:rPr kumimoji="1" lang="ja-JP" altLang="en-US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3" name="グループ化 2">
                <a:extLst>
                  <a:ext uri="{FF2B5EF4-FFF2-40B4-BE49-F238E27FC236}">
                    <ns2:creationId id="{7D54B331-840A-AB3C-70F3-E39E600802D9}"/>
                  </a:ext>
                </a:extLst>
              </p:cNvPr>
              <p:cNvGrpSpPr/>
              <p:nvPr/>
            </p:nvGrpSpPr>
            <p:grpSpPr>
              <a:xfrm>
                <a:off x="2923189" y="954568"/>
                <a:ext cx="854864" cy="122356"/>
                <a:chOff x="642771" y="1099733"/>
                <a:chExt cx="854864" cy="122356"/>
              </a:xfrm>
            </p:grpSpPr>
            <p:sp>
              <p:nvSpPr>
                <p:cNvPr id="4" name="正方形/長方形 3">
                  <a:extLst>
                    <a:ext uri="{FF2B5EF4-FFF2-40B4-BE49-F238E27FC236}">
                      <ns2:creationId id="{6CFA5260-CB63-2AB2-F013-016EEE32D846}"/>
                    </a:ext>
                  </a:extLst>
                </p:cNvPr>
                <p:cNvSpPr/>
                <p:nvPr/>
              </p:nvSpPr>
              <p:spPr>
                <a:xfrm>
                  <a:off x="642771" y="1099733"/>
                  <a:ext cx="132062" cy="121157"/>
                </a:xfrm>
                <a:prstGeom prst="rect">
                  <a:avLst/>
                </a:prstGeom>
                <a:solidFill>
                  <a:srgbClr val="00953C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5" name="正方形/長方形 4">
                  <a:extLst>
                    <a:ext uri="{FF2B5EF4-FFF2-40B4-BE49-F238E27FC236}">
                      <ns2:creationId id="{E63AE58B-6511-2D56-64FC-8C993BC8DC2E}"/>
                    </a:ext>
                  </a:extLst>
                </p:cNvPr>
                <p:cNvSpPr/>
                <p:nvPr/>
              </p:nvSpPr>
              <p:spPr>
                <a:xfrm>
                  <a:off x="778377" y="1099733"/>
                  <a:ext cx="719258" cy="12235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</p:grpSp>
        <p:sp>
          <p:nvSpPr>
            <p:cNvPr id="75" name="正方形/長方形 74">
              <a:extLst>
                <a:ext uri="{FF2B5EF4-FFF2-40B4-BE49-F238E27FC236}">
                  <ns2:creationId id="{3ACF9F78-C323-D33E-234C-32D115547886}"/>
                </a:ext>
              </a:extLst>
            </p:cNvPr>
            <p:cNvSpPr/>
            <p:nvPr/>
          </p:nvSpPr>
          <p:spPr>
            <a:xfrm>
              <a:off x="2785529" y="107991"/>
              <a:ext cx="225706" cy="344649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D60142A0-C3F1-806F-D8D1-E418AF2A584D}"/>
                </a:ext>
              </a:extLst>
            </p:cNvPr>
            <p:cNvSpPr/>
            <p:nvPr/>
          </p:nvSpPr>
          <p:spPr>
            <a:xfrm>
              <a:off x="3009189" y="107991"/>
              <a:ext cx="560486" cy="3446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grpSp>
        <p:nvGrpSpPr>
          <p:cNvPr id="772" name="グループ化 771">
            <a:extLst>
              <a:ext uri="{FF2B5EF4-FFF2-40B4-BE49-F238E27FC236}">
                <ns2:creationId id="{C2C1763C-EC40-A76D-249A-E9146535624E}"/>
              </a:ext>
            </a:extLst>
          </p:cNvPr>
          <p:cNvGrpSpPr/>
          <p:nvPr/>
        </p:nvGrpSpPr>
        <p:grpSpPr>
          <a:xfrm>
            <a:off x="2060334" y="4022744"/>
            <a:ext cx="1998533" cy="855639"/>
            <a:chOff x="2060334" y="4022744"/>
            <a:chExt cx="1998533" cy="855639"/>
          </a:xfrm>
        </p:grpSpPr>
        <p:grpSp>
          <p:nvGrpSpPr>
            <p:cNvPr id="644" name="グループ化 643">
              <a:extLst>
                <a:ext uri="{FF2B5EF4-FFF2-40B4-BE49-F238E27FC236}">
                  <ns2:creationId id="{F0CAC81B-E5DF-F5AC-588D-EFD6CF148669}"/>
                </a:ext>
              </a:extLst>
            </p:cNvPr>
            <p:cNvGrpSpPr/>
            <p:nvPr/>
          </p:nvGrpSpPr>
          <p:grpSpPr>
            <a:xfrm>
              <a:off x="2088905" y="4022744"/>
              <a:ext cx="199793" cy="411583"/>
              <a:chOff x="1666874" y="4022744"/>
              <a:chExt cx="199793" cy="411583"/>
            </a:xfrm>
          </p:grpSpPr>
          <p:sp>
            <p:nvSpPr>
              <p:cNvPr id="631" name="正方形/長方形 630">
                <a:extLst>
                  <a:ext uri="{FF2B5EF4-FFF2-40B4-BE49-F238E27FC236}">
                    <ns2:creationId id="{3F7A4B27-4050-F3BE-9E2C-46B9D6E3DBA3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1" name="正方形/長方形 640">
                <a:extLst>
                  <a:ext uri="{FF2B5EF4-FFF2-40B4-BE49-F238E27FC236}">
                    <ns2:creationId id="{0655CC73-9AD4-CF33-93C1-78F8F0B00CE0}"/>
                  </a:ext>
                </a:extLst>
              </p:cNvPr>
              <p:cNvSpPr/>
              <p:nvPr/>
            </p:nvSpPr>
            <p:spPr>
              <a:xfrm>
                <a:off x="1666874" y="4237496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43" name="直線コネクタ 642">
              <a:extLst>
                <a:ext uri="{FF2B5EF4-FFF2-40B4-BE49-F238E27FC236}">
                  <ns2:creationId id="{3A0D3D4B-2C0F-46E5-6FE9-EAE1164F3228}"/>
                </a:ext>
              </a:extLst>
            </p:cNvPr>
            <p:cNvCxnSpPr/>
            <p:nvPr/>
          </p:nvCxnSpPr>
          <p:spPr>
            <a:xfrm>
              <a:off x="206033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正方形/長方形 646">
              <a:extLst>
                <a:ext uri="{FF2B5EF4-FFF2-40B4-BE49-F238E27FC236}">
                  <ns2:creationId id="{D9531F2F-F85B-6BF9-6445-F5E934D4C7B8}"/>
                </a:ext>
              </a:extLst>
            </p:cNvPr>
            <p:cNvSpPr/>
            <p:nvPr/>
          </p:nvSpPr>
          <p:spPr>
            <a:xfrm>
              <a:off x="208890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648" name="直線コネクタ 647">
              <a:extLst>
                <a:ext uri="{FF2B5EF4-FFF2-40B4-BE49-F238E27FC236}">
                  <ns2:creationId id="{76F21AAF-829B-3F5A-93E8-66F6172B7F03}"/>
                </a:ext>
              </a:extLst>
            </p:cNvPr>
            <p:cNvCxnSpPr/>
            <p:nvPr/>
          </p:nvCxnSpPr>
          <p:spPr>
            <a:xfrm>
              <a:off x="206033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0" name="グループ化 669">
              <a:extLst>
                <a:ext uri="{FF2B5EF4-FFF2-40B4-BE49-F238E27FC236}">
                  <ns2:creationId id="{6B4293FE-9C5A-4748-9FAF-074C2D5A3EDA}"/>
                </a:ext>
              </a:extLst>
            </p:cNvPr>
            <p:cNvGrpSpPr/>
            <p:nvPr/>
          </p:nvGrpSpPr>
          <p:grpSpPr>
            <a:xfrm>
              <a:off x="3859074" y="4022744"/>
              <a:ext cx="199793" cy="411583"/>
              <a:chOff x="1666874" y="4022744"/>
              <a:chExt cx="199793" cy="411583"/>
            </a:xfrm>
          </p:grpSpPr>
          <p:sp>
            <p:nvSpPr>
              <p:cNvPr id="671" name="正方形/長方形 670">
                <a:extLst>
                  <a:ext uri="{FF2B5EF4-FFF2-40B4-BE49-F238E27FC236}">
                    <ns2:creationId id="{9E876FB2-9061-95AD-9D6D-7A6739E9BF1D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72" name="正方形/長方形 671">
                <a:extLst>
                  <a:ext uri="{FF2B5EF4-FFF2-40B4-BE49-F238E27FC236}">
                    <ns2:creationId id="{1ADA7170-EF07-B75D-BBBD-72D8C43DEF26}"/>
                  </a:ext>
                </a:extLst>
              </p:cNvPr>
              <p:cNvSpPr/>
              <p:nvPr/>
            </p:nvSpPr>
            <p:spPr>
              <a:xfrm>
                <a:off x="1666874" y="4237496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73" name="直線コネクタ 672">
              <a:extLst>
                <a:ext uri="{FF2B5EF4-FFF2-40B4-BE49-F238E27FC236}">
                  <ns2:creationId id="{55986338-E0C2-F500-2ECA-DFE84DC4CD34}"/>
                </a:ext>
              </a:extLst>
            </p:cNvPr>
            <p:cNvCxnSpPr/>
            <p:nvPr/>
          </p:nvCxnSpPr>
          <p:spPr>
            <a:xfrm>
              <a:off x="3830503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5" name="正方形/長方形 674">
              <a:extLst>
                <a:ext uri="{FF2B5EF4-FFF2-40B4-BE49-F238E27FC236}">
                  <ns2:creationId id="{6EDCD962-5CB7-9CA8-EF57-1189FC5F8A01}"/>
                </a:ext>
              </a:extLst>
            </p:cNvPr>
            <p:cNvSpPr/>
            <p:nvPr/>
          </p:nvSpPr>
          <p:spPr>
            <a:xfrm>
              <a:off x="3859074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676" name="直線コネクタ 675">
              <a:extLst>
                <a:ext uri="{FF2B5EF4-FFF2-40B4-BE49-F238E27FC236}">
                  <ns2:creationId id="{4DFD7976-DF5F-B699-748D-B72044CD45E1}"/>
                </a:ext>
              </a:extLst>
            </p:cNvPr>
            <p:cNvCxnSpPr/>
            <p:nvPr/>
          </p:nvCxnSpPr>
          <p:spPr>
            <a:xfrm>
              <a:off x="3830503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54" name="グループ化 553">
              <a:extLst>
                <a:ext uri="{FF2B5EF4-FFF2-40B4-BE49-F238E27FC236}">
                  <ns2:creationId id="{A5651136-6102-C9D1-657D-4D880C15469E}"/>
                </a:ext>
              </a:extLst>
            </p:cNvPr>
            <p:cNvGrpSpPr/>
            <p:nvPr/>
          </p:nvGrpSpPr>
          <p:grpSpPr>
            <a:xfrm>
              <a:off x="2312341" y="4126904"/>
              <a:ext cx="1312616" cy="396297"/>
              <a:chOff x="2312341" y="4126904"/>
              <a:chExt cx="1312616" cy="396297"/>
            </a:xfrm>
          </p:grpSpPr>
          <p:cxnSp>
            <p:nvCxnSpPr>
              <p:cNvPr id="340" name="直線矢印コネクタ 339">
                <a:extLst>
                  <a:ext uri="{FF2B5EF4-FFF2-40B4-BE49-F238E27FC236}">
                    <ns2:creationId id="{6B61C64D-7AEA-31D2-E787-147153B8FA0C}"/>
                  </a:ext>
                </a:extLst>
              </p:cNvPr>
              <p:cNvCxnSpPr>
                <a:cxnSpLocks/>
                <a:stCxn id="646" idx="3"/>
              </p:cNvCxnSpPr>
              <p:nvPr/>
            </p:nvCxnSpPr>
            <p:spPr>
              <a:xfrm>
                <a:off x="2420341" y="4233248"/>
                <a:ext cx="981539" cy="1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prstDash val="dashDot"/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5" name="正方形/長方形 644">
                <a:extLst>
                  <a:ext uri="{FF2B5EF4-FFF2-40B4-BE49-F238E27FC236}">
                    <ns2:creationId id="{3E011401-1A87-2853-BCD8-764EA233F10F}"/>
                  </a:ext>
                </a:extLst>
              </p:cNvPr>
              <p:cNvSpPr/>
              <p:nvPr/>
            </p:nvSpPr>
            <p:spPr>
              <a:xfrm>
                <a:off x="2412068" y="4368924"/>
                <a:ext cx="522443" cy="1542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6" name="フローチャート: 判断 645">
                <a:extLst>
                  <a:ext uri="{FF2B5EF4-FFF2-40B4-BE49-F238E27FC236}">
                    <ns2:creationId id="{77E98830-48EE-8D37-D975-E70822BC32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12341" y="4179248"/>
                <a:ext cx="108000" cy="108000"/>
              </a:xfrm>
              <a:prstGeom prst="flowChartDecision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324" name="グループ化 323">
                <a:extLst>
                  <a:ext uri="{FF2B5EF4-FFF2-40B4-BE49-F238E27FC236}">
                    <ns2:creationId id="{19A331F0-96C4-D41A-E9C2-8568C2ACBDEF}"/>
                  </a:ext>
                </a:extLst>
              </p:cNvPr>
              <p:cNvGrpSpPr/>
              <p:nvPr/>
            </p:nvGrpSpPr>
            <p:grpSpPr>
              <a:xfrm>
                <a:off x="3001701" y="4126904"/>
                <a:ext cx="216537" cy="199990"/>
                <a:chOff x="3001701" y="4126904"/>
                <a:chExt cx="216537" cy="199990"/>
              </a:xfrm>
            </p:grpSpPr>
            <p:sp>
              <p:nvSpPr>
                <p:cNvPr id="668" name="正方形/長方形 667">
                  <a:extLst>
                    <a:ext uri="{FF2B5EF4-FFF2-40B4-BE49-F238E27FC236}">
                      <ns2:creationId id="{6C6F6266-07A1-C99A-2C99-4DA6A10FA6D5}"/>
                    </a:ext>
                  </a:extLst>
                </p:cNvPr>
                <p:cNvSpPr/>
                <p:nvPr/>
              </p:nvSpPr>
              <p:spPr>
                <a:xfrm>
                  <a:off x="3001701" y="412690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666" name="楕円 665">
                  <a:extLst>
                    <a:ext uri="{FF2B5EF4-FFF2-40B4-BE49-F238E27FC236}">
                      <ns2:creationId id="{3F8F62B0-0361-F3D7-FAEA-F59013F54EA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47178" y="4179249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336" name="グループ化 335">
                <a:extLst>
                  <a:ext uri="{FF2B5EF4-FFF2-40B4-BE49-F238E27FC236}">
                    <ns2:creationId id="{191B7DE6-EB1A-2E8B-7F70-313F83BB8987}"/>
                  </a:ext>
                </a:extLst>
              </p:cNvPr>
              <p:cNvGrpSpPr/>
              <p:nvPr/>
            </p:nvGrpSpPr>
            <p:grpSpPr>
              <a:xfrm>
                <a:off x="3408420" y="4126904"/>
                <a:ext cx="216537" cy="199990"/>
                <a:chOff x="3408420" y="4129834"/>
                <a:chExt cx="216537" cy="199990"/>
              </a:xfrm>
            </p:grpSpPr>
            <p:sp>
              <p:nvSpPr>
                <p:cNvPr id="329" name="正方形/長方形 328">
                  <a:extLst>
                    <a:ext uri="{FF2B5EF4-FFF2-40B4-BE49-F238E27FC236}">
                      <ns2:creationId id="{7930686E-8D53-E545-DBC6-918B707DF5BB}"/>
                    </a:ext>
                  </a:extLst>
                </p:cNvPr>
                <p:cNvSpPr/>
                <p:nvPr/>
              </p:nvSpPr>
              <p:spPr>
                <a:xfrm>
                  <a:off x="3408420" y="412983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34" name="楕円 333">
                  <a:extLst>
                    <a:ext uri="{FF2B5EF4-FFF2-40B4-BE49-F238E27FC236}">
                      <ns2:creationId id="{15994499-70A8-4295-779D-45F36A20FA2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56868" y="4183012"/>
                  <a:ext cx="100474" cy="100474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</p:grpSp>
        <p:grpSp>
          <p:nvGrpSpPr>
            <p:cNvPr id="578" name="グループ化 577">
              <a:extLst>
                <a:ext uri="{FF2B5EF4-FFF2-40B4-BE49-F238E27FC236}">
                  <ns2:creationId id="{DE5A39D6-BC75-6419-73DE-1D41447D4F21}"/>
                </a:ext>
              </a:extLst>
            </p:cNvPr>
            <p:cNvGrpSpPr/>
            <p:nvPr/>
          </p:nvGrpSpPr>
          <p:grpSpPr>
            <a:xfrm>
              <a:off x="2312341" y="4567884"/>
              <a:ext cx="1312616" cy="199990"/>
              <a:chOff x="2312341" y="4126904"/>
              <a:chExt cx="1312616" cy="199990"/>
            </a:xfrm>
          </p:grpSpPr>
          <p:cxnSp>
            <p:nvCxnSpPr>
              <p:cNvPr id="580" name="直線矢印コネクタ 579">
                <a:extLst>
                  <a:ext uri="{FF2B5EF4-FFF2-40B4-BE49-F238E27FC236}">
                    <ns2:creationId id="{90B91101-5B01-6344-486F-57D6B314FA68}"/>
                  </a:ext>
                </a:extLst>
              </p:cNvPr>
              <p:cNvCxnSpPr>
                <a:cxnSpLocks/>
                <a:stCxn id="592" idx="3"/>
              </p:cNvCxnSpPr>
              <p:nvPr/>
            </p:nvCxnSpPr>
            <p:spPr>
              <a:xfrm>
                <a:off x="2420341" y="4233248"/>
                <a:ext cx="981539" cy="1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prstDash val="dashDot"/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2" name="フローチャート: 判断 591">
                <a:extLst>
                  <a:ext uri="{FF2B5EF4-FFF2-40B4-BE49-F238E27FC236}">
                    <ns2:creationId id="{E2958EE6-B78B-4732-19DE-C9228C8E623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12341" y="4179248"/>
                <a:ext cx="108000" cy="108000"/>
              </a:xfrm>
              <a:prstGeom prst="flowChartDecision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593" name="グループ化 592">
                <a:extLst>
                  <a:ext uri="{FF2B5EF4-FFF2-40B4-BE49-F238E27FC236}">
                    <ns2:creationId id="{3B9E16E0-5E02-40F9-862B-C6B5A9BBCE24}"/>
                  </a:ext>
                </a:extLst>
              </p:cNvPr>
              <p:cNvGrpSpPr/>
              <p:nvPr/>
            </p:nvGrpSpPr>
            <p:grpSpPr>
              <a:xfrm>
                <a:off x="3001701" y="4126904"/>
                <a:ext cx="216537" cy="199990"/>
                <a:chOff x="3001701" y="4126904"/>
                <a:chExt cx="216537" cy="199990"/>
              </a:xfrm>
            </p:grpSpPr>
            <p:sp>
              <p:nvSpPr>
                <p:cNvPr id="600" name="正方形/長方形 599">
                  <a:extLst>
                    <a:ext uri="{FF2B5EF4-FFF2-40B4-BE49-F238E27FC236}">
                      <ns2:creationId id="{E0281DCE-6E6B-4900-271E-0692E714BC8D}"/>
                    </a:ext>
                  </a:extLst>
                </p:cNvPr>
                <p:cNvSpPr/>
                <p:nvPr/>
              </p:nvSpPr>
              <p:spPr>
                <a:xfrm>
                  <a:off x="3001701" y="412690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603" name="楕円 602">
                  <a:extLst>
                    <a:ext uri="{FF2B5EF4-FFF2-40B4-BE49-F238E27FC236}">
                      <ns2:creationId id="{D9C2D0A7-64D4-C6B7-7C46-6D712A87B1E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47178" y="4179249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595" name="グループ化 594">
                <a:extLst>
                  <a:ext uri="{FF2B5EF4-FFF2-40B4-BE49-F238E27FC236}">
                    <ns2:creationId id="{1E71A30F-38D0-D8DA-F5EA-380F37A6CC3A}"/>
                  </a:ext>
                </a:extLst>
              </p:cNvPr>
              <p:cNvGrpSpPr/>
              <p:nvPr/>
            </p:nvGrpSpPr>
            <p:grpSpPr>
              <a:xfrm>
                <a:off x="3408420" y="4126904"/>
                <a:ext cx="216537" cy="199990"/>
                <a:chOff x="3408420" y="4129834"/>
                <a:chExt cx="216537" cy="199990"/>
              </a:xfrm>
            </p:grpSpPr>
            <p:sp>
              <p:nvSpPr>
                <p:cNvPr id="597" name="正方形/長方形 596">
                  <a:extLst>
                    <a:ext uri="{FF2B5EF4-FFF2-40B4-BE49-F238E27FC236}">
                      <ns2:creationId id="{26023777-D0E1-B2C1-F142-5121EB7E87EB}"/>
                    </a:ext>
                  </a:extLst>
                </p:cNvPr>
                <p:cNvSpPr/>
                <p:nvPr/>
              </p:nvSpPr>
              <p:spPr>
                <a:xfrm>
                  <a:off x="3408420" y="4129834"/>
                  <a:ext cx="216537" cy="199990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599" name="楕円 598">
                  <a:extLst>
                    <a:ext uri="{FF2B5EF4-FFF2-40B4-BE49-F238E27FC236}">
                      <ns2:creationId id="{8FD8D3D1-6F79-32C6-1AF7-2EC47915D3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56868" y="4183012"/>
                  <a:ext cx="100474" cy="100474"/>
                </a:xfrm>
                <a:prstGeom prst="ellipse">
                  <a:avLst/>
                </a:prstGeom>
                <a:no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</p:grpSp>
      </p:grpSp>
      <p:sp>
        <p:nvSpPr>
          <p:cNvPr id="674" name="フローチャート: 判断 673">
            <a:extLst>
              <a:ext uri="{FF2B5EF4-FFF2-40B4-BE49-F238E27FC236}">
                <ns2:creationId id="{84CFC6AB-99A8-18B8-8D3C-C3CDEAD140C3}"/>
              </a:ext>
            </a:extLst>
          </p:cNvPr>
          <p:cNvSpPr>
            <a:spLocks noChangeAspect="1"/>
          </p:cNvSpPr>
          <p:nvPr/>
        </p:nvSpPr>
        <p:spPr>
          <a:xfrm>
            <a:off x="4082510" y="4174985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79" name="正方形/長方形 678">
            <a:extLst>
              <a:ext uri="{FF2B5EF4-FFF2-40B4-BE49-F238E27FC236}">
                <ns2:creationId id="{4AC3998C-9CCE-368D-97F5-31644C8B8395}"/>
              </a:ext>
            </a:extLst>
          </p:cNvPr>
          <p:cNvSpPr/>
          <p:nvPr/>
        </p:nvSpPr>
        <p:spPr>
          <a:xfrm>
            <a:off x="4667558" y="4022744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80" name="正方形/長方形 679">
            <a:extLst>
              <a:ext uri="{FF2B5EF4-FFF2-40B4-BE49-F238E27FC236}">
                <ns2:creationId id="{85CB47DD-2BC6-A927-4388-123A6E084B8A}"/>
              </a:ext>
            </a:extLst>
          </p:cNvPr>
          <p:cNvSpPr/>
          <p:nvPr/>
        </p:nvSpPr>
        <p:spPr>
          <a:xfrm>
            <a:off x="4667558" y="4237496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83" name="正方形/長方形 682">
            <a:extLst>
              <a:ext uri="{FF2B5EF4-FFF2-40B4-BE49-F238E27FC236}">
                <ns2:creationId id="{9F5A8365-9DEB-AE45-A3D4-CF58693E9E26}"/>
              </a:ext>
            </a:extLst>
          </p:cNvPr>
          <p:cNvSpPr/>
          <p:nvPr/>
        </p:nvSpPr>
        <p:spPr>
          <a:xfrm>
            <a:off x="4667558" y="4457373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74" name="直線コネクタ 773">
            <a:extLst>
              <a:ext uri="{FF2B5EF4-FFF2-40B4-BE49-F238E27FC236}">
                <ns2:creationId id="{7A34298D-7CE5-0445-A121-17B593C84EFE}"/>
              </a:ext>
            </a:extLst>
          </p:cNvPr>
          <p:cNvCxnSpPr>
            <a:cxnSpLocks/>
          </p:cNvCxnSpPr>
          <p:nvPr/>
        </p:nvCxnSpPr>
        <p:spPr>
          <a:xfrm>
            <a:off x="4639806" y="3818131"/>
            <a:ext cx="0" cy="10386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6" name="楕円 775">
            <a:extLst>
              <a:ext uri="{FF2B5EF4-FFF2-40B4-BE49-F238E27FC236}">
                <ns2:creationId id="{963DAFB2-5265-8B17-F4D3-D50AFC6696B3}"/>
              </a:ext>
            </a:extLst>
          </p:cNvPr>
          <p:cNvSpPr>
            <a:spLocks noChangeAspect="1"/>
          </p:cNvSpPr>
          <p:nvPr/>
        </p:nvSpPr>
        <p:spPr>
          <a:xfrm>
            <a:off x="4899109" y="3857678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29" name="正方形/長方形 628">
            <a:extLst>
              <a:ext uri="{FF2B5EF4-FFF2-40B4-BE49-F238E27FC236}">
                <ns2:creationId id="{06AD0EF2-A7E6-C0CA-F365-89A808702C17}"/>
              </a:ext>
            </a:extLst>
          </p:cNvPr>
          <p:cNvSpPr/>
          <p:nvPr/>
        </p:nvSpPr>
        <p:spPr>
          <a:xfrm>
            <a:off x="4667558" y="3831240"/>
            <a:ext cx="199793" cy="16267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30" name="楕円 629">
            <a:extLst>
              <a:ext uri="{FF2B5EF4-FFF2-40B4-BE49-F238E27FC236}">
                <ns2:creationId id="{73173174-2A4B-58F6-8BF5-4A690DCB624D}"/>
              </a:ext>
            </a:extLst>
          </p:cNvPr>
          <p:cNvSpPr>
            <a:spLocks noChangeAspect="1"/>
          </p:cNvSpPr>
          <p:nvPr/>
        </p:nvSpPr>
        <p:spPr>
          <a:xfrm>
            <a:off x="4899109" y="4174985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639" name="直線矢印コネクタ 638">
            <a:extLst>
              <a:ext uri="{FF2B5EF4-FFF2-40B4-BE49-F238E27FC236}">
                <ns2:creationId id="{A8DAB3D2-C20A-D51D-44DD-4660A79D0CA4}"/>
              </a:ext>
            </a:extLst>
          </p:cNvPr>
          <p:cNvCxnSpPr>
            <a:cxnSpLocks/>
          </p:cNvCxnSpPr>
          <p:nvPr/>
        </p:nvCxnSpPr>
        <p:spPr>
          <a:xfrm>
            <a:off x="4190510" y="4228985"/>
            <a:ext cx="708599" cy="1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9" name="フローチャート: 判断 648">
            <a:extLst>
              <a:ext uri="{FF2B5EF4-FFF2-40B4-BE49-F238E27FC236}">
                <ns2:creationId id="{D396A518-C3F5-C9F1-9C9F-0460C2C5E248}"/>
              </a:ext>
            </a:extLst>
          </p:cNvPr>
          <p:cNvSpPr>
            <a:spLocks noChangeAspect="1"/>
          </p:cNvSpPr>
          <p:nvPr/>
        </p:nvSpPr>
        <p:spPr>
          <a:xfrm>
            <a:off x="4081607" y="4619313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05" name="楕円 704">
            <a:extLst>
              <a:ext uri="{FF2B5EF4-FFF2-40B4-BE49-F238E27FC236}">
                <ns2:creationId id="{DCB685EE-3223-225D-5449-E7F385E6120B}"/>
              </a:ext>
            </a:extLst>
          </p:cNvPr>
          <p:cNvSpPr>
            <a:spLocks noChangeAspect="1"/>
          </p:cNvSpPr>
          <p:nvPr/>
        </p:nvSpPr>
        <p:spPr>
          <a:xfrm>
            <a:off x="4898206" y="4619313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708" name="直線矢印コネクタ 707">
            <a:extLst>
              <a:ext uri="{FF2B5EF4-FFF2-40B4-BE49-F238E27FC236}">
                <ns2:creationId id="{5A7056FC-E9CC-124F-CE00-8AE4674A9F9B}"/>
              </a:ext>
            </a:extLst>
          </p:cNvPr>
          <p:cNvCxnSpPr>
            <a:cxnSpLocks/>
          </p:cNvCxnSpPr>
          <p:nvPr/>
        </p:nvCxnSpPr>
        <p:spPr>
          <a:xfrm>
            <a:off x="4189607" y="4673313"/>
            <a:ext cx="708599" cy="1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9" name="グループ化 778">
            <a:extLst>
              <a:ext uri="{FF2B5EF4-FFF2-40B4-BE49-F238E27FC236}">
                <ns2:creationId id="{A873BC9C-B4F4-F7C8-54AC-17CCBF6C7F19}"/>
              </a:ext>
            </a:extLst>
          </p:cNvPr>
          <p:cNvGrpSpPr/>
          <p:nvPr/>
        </p:nvGrpSpPr>
        <p:grpSpPr>
          <a:xfrm>
            <a:off x="5526286" y="4022745"/>
            <a:ext cx="199793" cy="411583"/>
            <a:chOff x="1666874" y="4022744"/>
            <a:chExt cx="199793" cy="411583"/>
          </a:xfrm>
        </p:grpSpPr>
        <p:sp>
          <p:nvSpPr>
            <p:cNvPr id="928" name="正方形/長方形 927">
              <a:extLst>
                <a:ext uri="{FF2B5EF4-FFF2-40B4-BE49-F238E27FC236}">
                  <ns2:creationId id="{1A628FF9-FCA8-9AAA-6B75-6297D6694812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29" name="正方形/長方形 928">
              <a:extLst>
                <a:ext uri="{FF2B5EF4-FFF2-40B4-BE49-F238E27FC236}">
                  <ns2:creationId id="{7B60FEEA-FC5E-D2C7-B977-D044E58A973B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780" name="直線コネクタ 779">
            <a:extLst>
              <a:ext uri="{FF2B5EF4-FFF2-40B4-BE49-F238E27FC236}">
                <ns2:creationId id="{BEBD3B0E-00C3-411A-482C-5EA68E32BB20}"/>
              </a:ext>
            </a:extLst>
          </p:cNvPr>
          <p:cNvCxnSpPr/>
          <p:nvPr/>
        </p:nvCxnSpPr>
        <p:spPr>
          <a:xfrm>
            <a:off x="5497715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1" name="正方形/長方形 780">
            <a:extLst>
              <a:ext uri="{FF2B5EF4-FFF2-40B4-BE49-F238E27FC236}">
                <ns2:creationId id="{1D34507B-FFF3-FF8D-B152-B8FBED415201}"/>
              </a:ext>
            </a:extLst>
          </p:cNvPr>
          <p:cNvSpPr/>
          <p:nvPr/>
        </p:nvSpPr>
        <p:spPr>
          <a:xfrm>
            <a:off x="5526286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83" name="直線コネクタ 782">
            <a:extLst>
              <a:ext uri="{FF2B5EF4-FFF2-40B4-BE49-F238E27FC236}">
                <ns2:creationId id="{EDFBFE08-72BC-2B3A-2DA7-0609412B2382}"/>
              </a:ext>
            </a:extLst>
          </p:cNvPr>
          <p:cNvCxnSpPr/>
          <p:nvPr/>
        </p:nvCxnSpPr>
        <p:spPr>
          <a:xfrm>
            <a:off x="5497715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5" name="グループ化 854">
            <a:extLst>
              <a:ext uri="{FF2B5EF4-FFF2-40B4-BE49-F238E27FC236}">
                <ns2:creationId id="{66DF73C6-4706-5AEE-08D6-D5DFADEA2547}"/>
              </a:ext>
            </a:extLst>
          </p:cNvPr>
          <p:cNvGrpSpPr/>
          <p:nvPr/>
        </p:nvGrpSpPr>
        <p:grpSpPr>
          <a:xfrm>
            <a:off x="5749722" y="4126905"/>
            <a:ext cx="1312616" cy="199990"/>
            <a:chOff x="2312341" y="4126904"/>
            <a:chExt cx="1312616" cy="199990"/>
          </a:xfrm>
        </p:grpSpPr>
        <p:cxnSp>
          <p:nvCxnSpPr>
            <p:cNvPr id="875" name="直線矢印コネクタ 874">
              <a:extLst>
                <a:ext uri="{FF2B5EF4-FFF2-40B4-BE49-F238E27FC236}">
                  <ns2:creationId id="{64AD1C4D-EC3B-66EF-85C5-B9F862DC5857}"/>
                </a:ext>
              </a:extLst>
            </p:cNvPr>
            <p:cNvCxnSpPr>
              <a:cxnSpLocks/>
              <a:stCxn id="913" idx="3"/>
            </p:cNvCxnSpPr>
            <p:nvPr/>
          </p:nvCxnSpPr>
          <p:spPr>
            <a:xfrm>
              <a:off x="2420341" y="4233248"/>
              <a:ext cx="98153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3" name="フローチャート: 判断 912">
              <a:extLst>
                <a:ext uri="{FF2B5EF4-FFF2-40B4-BE49-F238E27FC236}">
                  <ns2:creationId id="{390DFB83-949E-A3E7-502A-476096D836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234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914" name="グループ化 913">
              <a:extLst>
                <a:ext uri="{FF2B5EF4-FFF2-40B4-BE49-F238E27FC236}">
                  <ns2:creationId id="{FEC97D3F-EBB9-7E10-96E4-150A8C361FE0}"/>
                </a:ext>
              </a:extLst>
            </p:cNvPr>
            <p:cNvGrpSpPr/>
            <p:nvPr/>
          </p:nvGrpSpPr>
          <p:grpSpPr>
            <a:xfrm>
              <a:off x="3001701" y="4126904"/>
              <a:ext cx="216537" cy="199990"/>
              <a:chOff x="3001701" y="4126904"/>
              <a:chExt cx="216537" cy="199990"/>
            </a:xfrm>
          </p:grpSpPr>
          <p:sp>
            <p:nvSpPr>
              <p:cNvPr id="924" name="正方形/長方形 923">
                <a:extLst>
                  <a:ext uri="{FF2B5EF4-FFF2-40B4-BE49-F238E27FC236}">
                    <ns2:creationId id="{2C8EECAC-2439-71D9-3BCB-AC96C9314C2E}"/>
                  </a:ext>
                </a:extLst>
              </p:cNvPr>
              <p:cNvSpPr/>
              <p:nvPr/>
            </p:nvSpPr>
            <p:spPr>
              <a:xfrm>
                <a:off x="3001701" y="412690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925" name="楕円 924">
                <a:extLst>
                  <a:ext uri="{FF2B5EF4-FFF2-40B4-BE49-F238E27FC236}">
                    <ns2:creationId id="{588CA3B0-D2C3-C151-465D-321990E0E9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7178" y="417924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921" name="グループ化 920">
              <a:extLst>
                <a:ext uri="{FF2B5EF4-FFF2-40B4-BE49-F238E27FC236}">
                  <ns2:creationId id="{5C4953DD-C6E0-5776-C220-B440272493B6}"/>
                </a:ext>
              </a:extLst>
            </p:cNvPr>
            <p:cNvGrpSpPr/>
            <p:nvPr/>
          </p:nvGrpSpPr>
          <p:grpSpPr>
            <a:xfrm>
              <a:off x="3408420" y="4126904"/>
              <a:ext cx="216537" cy="199990"/>
              <a:chOff x="3408420" y="4129834"/>
              <a:chExt cx="216537" cy="199990"/>
            </a:xfrm>
          </p:grpSpPr>
          <p:sp>
            <p:nvSpPr>
              <p:cNvPr id="922" name="正方形/長方形 921">
                <a:extLst>
                  <a:ext uri="{FF2B5EF4-FFF2-40B4-BE49-F238E27FC236}">
                    <ns2:creationId id="{0A04DD9C-B4AD-B1F7-ED14-17E461C44547}"/>
                  </a:ext>
                </a:extLst>
              </p:cNvPr>
              <p:cNvSpPr/>
              <p:nvPr/>
            </p:nvSpPr>
            <p:spPr>
              <a:xfrm>
                <a:off x="3408420" y="412983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923" name="楕円 922">
                <a:extLst>
                  <a:ext uri="{FF2B5EF4-FFF2-40B4-BE49-F238E27FC236}">
                    <ns2:creationId id="{B5F6BCD7-CFB1-CBFF-A05E-E638B43A689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56868" y="4183012"/>
                <a:ext cx="100474" cy="1004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grpSp>
        <p:nvGrpSpPr>
          <p:cNvPr id="856" name="グループ化 855">
            <a:extLst>
              <a:ext uri="{FF2B5EF4-FFF2-40B4-BE49-F238E27FC236}">
                <ns2:creationId id="{C0F0CD0A-BFAD-E835-9274-8223E3FC532B}"/>
              </a:ext>
            </a:extLst>
          </p:cNvPr>
          <p:cNvGrpSpPr/>
          <p:nvPr/>
        </p:nvGrpSpPr>
        <p:grpSpPr>
          <a:xfrm>
            <a:off x="5749722" y="4567885"/>
            <a:ext cx="1312616" cy="199990"/>
            <a:chOff x="2312341" y="4126904"/>
            <a:chExt cx="1312616" cy="199990"/>
          </a:xfrm>
        </p:grpSpPr>
        <p:cxnSp>
          <p:nvCxnSpPr>
            <p:cNvPr id="857" name="直線矢印コネクタ 856">
              <a:extLst>
                <a:ext uri="{FF2B5EF4-FFF2-40B4-BE49-F238E27FC236}">
                  <ns2:creationId id="{551175D4-A149-B218-8CD6-5A67937950DD}"/>
                </a:ext>
              </a:extLst>
            </p:cNvPr>
            <p:cNvCxnSpPr>
              <a:cxnSpLocks/>
              <a:stCxn id="862" idx="3"/>
            </p:cNvCxnSpPr>
            <p:nvPr/>
          </p:nvCxnSpPr>
          <p:spPr>
            <a:xfrm>
              <a:off x="2420341" y="4233248"/>
              <a:ext cx="98153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2" name="フローチャート: 判断 861">
              <a:extLst>
                <a:ext uri="{FF2B5EF4-FFF2-40B4-BE49-F238E27FC236}">
                  <ns2:creationId id="{6F1AA63C-AB97-6BBC-9514-143ACDC0DD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234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863" name="グループ化 862">
              <a:extLst>
                <a:ext uri="{FF2B5EF4-FFF2-40B4-BE49-F238E27FC236}">
                  <ns2:creationId id="{AC42802E-F4DC-DE8B-C12D-E459C3F59138}"/>
                </a:ext>
              </a:extLst>
            </p:cNvPr>
            <p:cNvGrpSpPr/>
            <p:nvPr/>
          </p:nvGrpSpPr>
          <p:grpSpPr>
            <a:xfrm>
              <a:off x="3001701" y="4126904"/>
              <a:ext cx="216537" cy="199990"/>
              <a:chOff x="3001701" y="4126904"/>
              <a:chExt cx="216537" cy="199990"/>
            </a:xfrm>
          </p:grpSpPr>
          <p:sp>
            <p:nvSpPr>
              <p:cNvPr id="873" name="正方形/長方形 872">
                <a:extLst>
                  <a:ext uri="{FF2B5EF4-FFF2-40B4-BE49-F238E27FC236}">
                    <ns2:creationId id="{E18EE77D-14AE-8802-A738-B4431133C444}"/>
                  </a:ext>
                </a:extLst>
              </p:cNvPr>
              <p:cNvSpPr/>
              <p:nvPr/>
            </p:nvSpPr>
            <p:spPr>
              <a:xfrm>
                <a:off x="3001701" y="412690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74" name="楕円 873">
                <a:extLst>
                  <a:ext uri="{FF2B5EF4-FFF2-40B4-BE49-F238E27FC236}">
                    <ns2:creationId id="{3B58CE85-BC3D-8E18-64DA-DBCEF5984B3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7178" y="417924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867" name="グループ化 866">
              <a:extLst>
                <a:ext uri="{FF2B5EF4-FFF2-40B4-BE49-F238E27FC236}">
                  <ns2:creationId id="{007DDEA5-7237-A8CF-8A35-05C783DFA609}"/>
                </a:ext>
              </a:extLst>
            </p:cNvPr>
            <p:cNvGrpSpPr/>
            <p:nvPr/>
          </p:nvGrpSpPr>
          <p:grpSpPr>
            <a:xfrm>
              <a:off x="3408420" y="4126904"/>
              <a:ext cx="216537" cy="199990"/>
              <a:chOff x="3408420" y="4129834"/>
              <a:chExt cx="216537" cy="199990"/>
            </a:xfrm>
          </p:grpSpPr>
          <p:sp>
            <p:nvSpPr>
              <p:cNvPr id="868" name="正方形/長方形 867">
                <a:extLst>
                  <a:ext uri="{FF2B5EF4-FFF2-40B4-BE49-F238E27FC236}">
                    <ns2:creationId id="{B73301A2-5EEE-D685-6C92-9E3623762DCE}"/>
                  </a:ext>
                </a:extLst>
              </p:cNvPr>
              <p:cNvSpPr/>
              <p:nvPr/>
            </p:nvSpPr>
            <p:spPr>
              <a:xfrm>
                <a:off x="3408420" y="4129834"/>
                <a:ext cx="216537" cy="19999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69" name="楕円 868">
                <a:extLst>
                  <a:ext uri="{FF2B5EF4-FFF2-40B4-BE49-F238E27FC236}">
                    <ns2:creationId id="{07613BF7-7BAE-D180-C82D-37CA87DB65B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56868" y="4183012"/>
                <a:ext cx="100474" cy="1004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sp>
        <p:nvSpPr>
          <p:cNvPr id="12" name="正方形/長方形 11">
            <a:extLst>
              <a:ext uri="{FF2B5EF4-FFF2-40B4-BE49-F238E27FC236}">
                <ns2:creationId id="{997E7D60-C0FE-0726-4AB1-ADDB8C1DD49E}"/>
              </a:ext>
            </a:extLst>
          </p:cNvPr>
          <p:cNvSpPr/>
          <p:nvPr/>
        </p:nvSpPr>
        <p:spPr>
          <a:xfrm>
            <a:off x="8706824" y="3836488"/>
            <a:ext cx="3368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784" name="グループ化 783">
            <a:extLst>
              <a:ext uri="{FF2B5EF4-FFF2-40B4-BE49-F238E27FC236}">
                <ns2:creationId id="{39DF4AC7-6A97-653E-686C-A9BFED806F6F}"/>
              </a:ext>
            </a:extLst>
          </p:cNvPr>
          <p:cNvGrpSpPr/>
          <p:nvPr/>
        </p:nvGrpSpPr>
        <p:grpSpPr>
          <a:xfrm>
            <a:off x="7296455" y="4022745"/>
            <a:ext cx="199793" cy="411583"/>
            <a:chOff x="1666874" y="4022744"/>
            <a:chExt cx="199793" cy="411583"/>
          </a:xfrm>
        </p:grpSpPr>
        <p:sp>
          <p:nvSpPr>
            <p:cNvPr id="926" name="正方形/長方形 925">
              <a:extLst>
                <a:ext uri="{FF2B5EF4-FFF2-40B4-BE49-F238E27FC236}">
                  <ns2:creationId id="{1546D2EF-59F8-07D0-9868-DC1FAE41CFCD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27" name="正方形/長方形 926">
              <a:extLst>
                <a:ext uri="{FF2B5EF4-FFF2-40B4-BE49-F238E27FC236}">
                  <ns2:creationId id="{E019F269-523B-2959-6D32-E046A2BE9BFC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785" name="直線コネクタ 784">
            <a:extLst>
              <a:ext uri="{FF2B5EF4-FFF2-40B4-BE49-F238E27FC236}">
                <ns2:creationId id="{1C03F550-2F1D-3779-1622-48621FF16CAF}"/>
              </a:ext>
            </a:extLst>
          </p:cNvPr>
          <p:cNvCxnSpPr/>
          <p:nvPr/>
        </p:nvCxnSpPr>
        <p:spPr>
          <a:xfrm>
            <a:off x="7267884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4" name="正方形/長方形 793">
            <a:extLst>
              <a:ext uri="{FF2B5EF4-FFF2-40B4-BE49-F238E27FC236}">
                <ns2:creationId id="{6DE69F29-8FA3-46C9-1051-C1E21A252154}"/>
              </a:ext>
            </a:extLst>
          </p:cNvPr>
          <p:cNvSpPr/>
          <p:nvPr/>
        </p:nvSpPr>
        <p:spPr>
          <a:xfrm>
            <a:off x="7296455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96" name="直線コネクタ 795">
            <a:extLst>
              <a:ext uri="{FF2B5EF4-FFF2-40B4-BE49-F238E27FC236}">
                <ns2:creationId id="{8FCBB792-6E72-7D66-FC14-BF0B9756CDB2}"/>
              </a:ext>
            </a:extLst>
          </p:cNvPr>
          <p:cNvCxnSpPr/>
          <p:nvPr/>
        </p:nvCxnSpPr>
        <p:spPr>
          <a:xfrm>
            <a:off x="7267884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1" name="グループ化 930">
            <a:extLst>
              <a:ext uri="{FF2B5EF4-FFF2-40B4-BE49-F238E27FC236}">
                <ns2:creationId id="{B23A311E-1618-FB04-81F7-32D7F24F86E4}"/>
              </a:ext>
            </a:extLst>
          </p:cNvPr>
          <p:cNvGrpSpPr/>
          <p:nvPr/>
        </p:nvGrpSpPr>
        <p:grpSpPr>
          <a:xfrm>
            <a:off x="7508777" y="3818132"/>
            <a:ext cx="925502" cy="1060252"/>
            <a:chOff x="4081607" y="3818131"/>
            <a:chExt cx="925502" cy="1060252"/>
          </a:xfrm>
        </p:grpSpPr>
        <p:sp>
          <p:nvSpPr>
            <p:cNvPr id="932" name="フローチャート: 判断 931">
              <a:extLst>
                <a:ext uri="{FF2B5EF4-FFF2-40B4-BE49-F238E27FC236}">
                  <ns2:creationId id="{752A2867-023B-02E2-80CA-3246B93643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82510" y="4174485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3" name="正方形/長方形 932">
              <a:extLst>
                <a:ext uri="{FF2B5EF4-FFF2-40B4-BE49-F238E27FC236}">
                  <ns2:creationId id="{FFA2657D-8A9F-014F-7436-F6710502828E}"/>
                </a:ext>
              </a:extLst>
            </p:cNvPr>
            <p:cNvSpPr/>
            <p:nvPr/>
          </p:nvSpPr>
          <p:spPr>
            <a:xfrm>
              <a:off x="4667558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4" name="正方形/長方形 933">
              <a:extLst>
                <a:ext uri="{FF2B5EF4-FFF2-40B4-BE49-F238E27FC236}">
                  <ns2:creationId id="{B0C8D541-6F4D-1249-42FA-4387A1FDE675}"/>
                </a:ext>
              </a:extLst>
            </p:cNvPr>
            <p:cNvSpPr/>
            <p:nvPr/>
          </p:nvSpPr>
          <p:spPr>
            <a:xfrm>
              <a:off x="4667558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5" name="正方形/長方形 934">
              <a:extLst>
                <a:ext uri="{FF2B5EF4-FFF2-40B4-BE49-F238E27FC236}">
                  <ns2:creationId id="{20C1006D-3660-AF9F-9B62-F8A99A01F497}"/>
                </a:ext>
              </a:extLst>
            </p:cNvPr>
            <p:cNvSpPr/>
            <p:nvPr/>
          </p:nvSpPr>
          <p:spPr>
            <a:xfrm>
              <a:off x="4667558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936" name="直線コネクタ 935">
              <a:extLst>
                <a:ext uri="{FF2B5EF4-FFF2-40B4-BE49-F238E27FC236}">
                  <ns2:creationId id="{ACF64DDB-52AA-683C-4725-F8F1BA70C2F1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3818131"/>
              <a:ext cx="0" cy="10386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7" name="楕円 936">
              <a:extLst>
                <a:ext uri="{FF2B5EF4-FFF2-40B4-BE49-F238E27FC236}">
                  <ns2:creationId id="{816317E7-53BB-179A-1A1D-F45CF15DE2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9109" y="3861491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38" name="正方形/長方形 937">
              <a:extLst>
                <a:ext uri="{FF2B5EF4-FFF2-40B4-BE49-F238E27FC236}">
                  <ns2:creationId id="{08F327C4-8ABD-158B-11BC-3D0B61CAAF1D}"/>
                </a:ext>
              </a:extLst>
            </p:cNvPr>
            <p:cNvSpPr/>
            <p:nvPr/>
          </p:nvSpPr>
          <p:spPr>
            <a:xfrm>
              <a:off x="4667558" y="3831240"/>
              <a:ext cx="199793" cy="16267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39" name="楕円 938">
              <a:extLst>
                <a:ext uri="{FF2B5EF4-FFF2-40B4-BE49-F238E27FC236}">
                  <ns2:creationId id="{3D265810-A4AD-5CAF-6663-CEE3A039EF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9109" y="4174485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940" name="直線矢印コネクタ 939">
              <a:extLst>
                <a:ext uri="{FF2B5EF4-FFF2-40B4-BE49-F238E27FC236}">
                  <ns2:creationId id="{7CE45F90-8A48-C578-49C3-DD14C1D30C7C}"/>
                </a:ext>
              </a:extLst>
            </p:cNvPr>
            <p:cNvCxnSpPr>
              <a:cxnSpLocks/>
            </p:cNvCxnSpPr>
            <p:nvPr/>
          </p:nvCxnSpPr>
          <p:spPr>
            <a:xfrm>
              <a:off x="4190510" y="4228485"/>
              <a:ext cx="70859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1" name="フローチャート: 判断 940">
              <a:extLst>
                <a:ext uri="{FF2B5EF4-FFF2-40B4-BE49-F238E27FC236}">
                  <ns2:creationId id="{121B8A1F-11D0-7F2A-4339-56D76BA9EC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81607" y="4618985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42" name="楕円 941">
              <a:extLst>
                <a:ext uri="{FF2B5EF4-FFF2-40B4-BE49-F238E27FC236}">
                  <ns2:creationId id="{FF4C9569-5037-7238-396B-1AB23ED384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8206" y="4618985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943" name="直線矢印コネクタ 942">
              <a:extLst>
                <a:ext uri="{FF2B5EF4-FFF2-40B4-BE49-F238E27FC236}">
                  <ns2:creationId id="{60C744E7-39F8-5F6D-F3B4-AD0691772CD4}"/>
                </a:ext>
              </a:extLst>
            </p:cNvPr>
            <p:cNvCxnSpPr>
              <a:cxnSpLocks/>
            </p:cNvCxnSpPr>
            <p:nvPr/>
          </p:nvCxnSpPr>
          <p:spPr>
            <a:xfrm>
              <a:off x="4189607" y="4672985"/>
              <a:ext cx="708599" cy="1"/>
            </a:xfrm>
            <a:prstGeom prst="straightConnector1">
              <a:avLst/>
            </a:prstGeom>
            <a:ln w="3175">
              <a:solidFill>
                <a:schemeClr val="tx1"/>
              </a:solidFill>
              <a:prstDash val="dashDot"/>
              <a:headEnd type="none" w="med" len="med"/>
              <a:tailEnd type="triangle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6" name="正方形/長方形 945">
            <a:extLst>
              <a:ext uri="{FF2B5EF4-FFF2-40B4-BE49-F238E27FC236}">
                <ns2:creationId id="{DBFECD87-8430-457F-9467-53F05964689C}"/>
              </a:ext>
            </a:extLst>
          </p:cNvPr>
          <p:cNvSpPr/>
          <p:nvPr/>
        </p:nvSpPr>
        <p:spPr>
          <a:xfrm>
            <a:off x="10397060" y="3836488"/>
            <a:ext cx="336886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947" name="グループ化 946">
            <a:extLst>
              <a:ext uri="{FF2B5EF4-FFF2-40B4-BE49-F238E27FC236}">
                <ns2:creationId id="{F64F0B9E-0483-8348-F080-3FE4631FEA95}"/>
              </a:ext>
            </a:extLst>
          </p:cNvPr>
          <p:cNvGrpSpPr/>
          <p:nvPr/>
        </p:nvGrpSpPr>
        <p:grpSpPr>
          <a:xfrm>
            <a:off x="8948988" y="4022745"/>
            <a:ext cx="199793" cy="411583"/>
            <a:chOff x="1666874" y="4022744"/>
            <a:chExt cx="199793" cy="411583"/>
          </a:xfrm>
        </p:grpSpPr>
        <p:sp>
          <p:nvSpPr>
            <p:cNvPr id="964" name="正方形/長方形 963">
              <a:extLst>
                <a:ext uri="{FF2B5EF4-FFF2-40B4-BE49-F238E27FC236}">
                  <ns2:creationId id="{51899593-92ED-29CE-53E6-93D4FA5FD4E2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65" name="正方形/長方形 964">
              <a:extLst>
                <a:ext uri="{FF2B5EF4-FFF2-40B4-BE49-F238E27FC236}">
                  <ns2:creationId id="{01026774-484A-2AEC-7383-39BD4ADBE2F7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948" name="直線コネクタ 947">
            <a:extLst>
              <a:ext uri="{FF2B5EF4-FFF2-40B4-BE49-F238E27FC236}">
                <ns2:creationId id="{4A371393-9E77-5FDB-4A98-F14300017BA4}"/>
              </a:ext>
            </a:extLst>
          </p:cNvPr>
          <p:cNvCxnSpPr/>
          <p:nvPr/>
        </p:nvCxnSpPr>
        <p:spPr>
          <a:xfrm>
            <a:off x="8920417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9" name="正方形/長方形 948">
            <a:extLst>
              <a:ext uri="{FF2B5EF4-FFF2-40B4-BE49-F238E27FC236}">
                <ns2:creationId id="{E10A40AE-FFE9-D0CA-D7DF-9D3426DA1831}"/>
              </a:ext>
            </a:extLst>
          </p:cNvPr>
          <p:cNvSpPr/>
          <p:nvPr/>
        </p:nvSpPr>
        <p:spPr>
          <a:xfrm>
            <a:off x="8948988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50" name="直線コネクタ 949">
            <a:extLst>
              <a:ext uri="{FF2B5EF4-FFF2-40B4-BE49-F238E27FC236}">
                <ns2:creationId id="{FE830BFD-8B98-640F-F846-3DC3E62F8660}"/>
              </a:ext>
            </a:extLst>
          </p:cNvPr>
          <p:cNvCxnSpPr/>
          <p:nvPr/>
        </p:nvCxnSpPr>
        <p:spPr>
          <a:xfrm>
            <a:off x="8920417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2" name="フローチャート: 判断 951">
            <a:extLst>
              <a:ext uri="{FF2B5EF4-FFF2-40B4-BE49-F238E27FC236}">
                <ns2:creationId id="{5FFEF3C5-3504-BF3F-5F3B-DA916E407D67}"/>
              </a:ext>
            </a:extLst>
          </p:cNvPr>
          <p:cNvSpPr>
            <a:spLocks noChangeAspect="1"/>
          </p:cNvSpPr>
          <p:nvPr/>
        </p:nvSpPr>
        <p:spPr>
          <a:xfrm>
            <a:off x="9162213" y="41744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3" name="正方形/長方形 952">
            <a:extLst>
              <a:ext uri="{FF2B5EF4-FFF2-40B4-BE49-F238E27FC236}">
                <ns2:creationId id="{60684EA6-6A56-B544-AEB0-5593BB570D6A}"/>
              </a:ext>
            </a:extLst>
          </p:cNvPr>
          <p:cNvSpPr/>
          <p:nvPr/>
        </p:nvSpPr>
        <p:spPr>
          <a:xfrm>
            <a:off x="9813250" y="4022745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4" name="正方形/長方形 953">
            <a:extLst>
              <a:ext uri="{FF2B5EF4-FFF2-40B4-BE49-F238E27FC236}">
                <ns2:creationId id="{78644C9D-7EED-4E79-5133-D99C9547F282}"/>
              </a:ext>
            </a:extLst>
          </p:cNvPr>
          <p:cNvSpPr/>
          <p:nvPr/>
        </p:nvSpPr>
        <p:spPr>
          <a:xfrm>
            <a:off x="9813250" y="4237497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5" name="正方形/長方形 954">
            <a:extLst>
              <a:ext uri="{FF2B5EF4-FFF2-40B4-BE49-F238E27FC236}">
                <ns2:creationId id="{4130B8D8-DC18-9490-533D-5A3C4DD38038}"/>
              </a:ext>
            </a:extLst>
          </p:cNvPr>
          <p:cNvSpPr/>
          <p:nvPr/>
        </p:nvSpPr>
        <p:spPr>
          <a:xfrm>
            <a:off x="9813250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56" name="直線コネクタ 955">
            <a:extLst>
              <a:ext uri="{FF2B5EF4-FFF2-40B4-BE49-F238E27FC236}">
                <ns2:creationId id="{5DDC8A0A-5B6E-923B-756C-1BFA8EF942C0}"/>
              </a:ext>
            </a:extLst>
          </p:cNvPr>
          <p:cNvCxnSpPr>
            <a:cxnSpLocks/>
          </p:cNvCxnSpPr>
          <p:nvPr/>
        </p:nvCxnSpPr>
        <p:spPr>
          <a:xfrm>
            <a:off x="9785498" y="3818132"/>
            <a:ext cx="0" cy="10386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7" name="楕円 956">
            <a:extLst>
              <a:ext uri="{FF2B5EF4-FFF2-40B4-BE49-F238E27FC236}">
                <ns2:creationId id="{2701564D-2FC9-2428-46FC-961A9A7087FA}"/>
              </a:ext>
            </a:extLst>
          </p:cNvPr>
          <p:cNvSpPr>
            <a:spLocks noChangeAspect="1"/>
          </p:cNvSpPr>
          <p:nvPr/>
        </p:nvSpPr>
        <p:spPr>
          <a:xfrm>
            <a:off x="10016520" y="3861492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58" name="正方形/長方形 957">
            <a:extLst>
              <a:ext uri="{FF2B5EF4-FFF2-40B4-BE49-F238E27FC236}">
                <ns2:creationId id="{814CAF49-D1AA-C268-CCEB-103EA17C3397}"/>
              </a:ext>
            </a:extLst>
          </p:cNvPr>
          <p:cNvSpPr/>
          <p:nvPr/>
        </p:nvSpPr>
        <p:spPr>
          <a:xfrm>
            <a:off x="9813250" y="3831241"/>
            <a:ext cx="199793" cy="16267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59" name="楕円 958">
            <a:extLst>
              <a:ext uri="{FF2B5EF4-FFF2-40B4-BE49-F238E27FC236}">
                <ns2:creationId id="{9F9656B4-9F26-F670-AE12-1DF8600CCC17}"/>
              </a:ext>
            </a:extLst>
          </p:cNvPr>
          <p:cNvSpPr>
            <a:spLocks noChangeAspect="1"/>
          </p:cNvSpPr>
          <p:nvPr/>
        </p:nvSpPr>
        <p:spPr>
          <a:xfrm>
            <a:off x="10016520" y="41744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60" name="直線矢印コネクタ 959">
            <a:extLst>
              <a:ext uri="{FF2B5EF4-FFF2-40B4-BE49-F238E27FC236}">
                <ns2:creationId id="{0683C310-69DF-E366-38A6-CB0A75FA7C6F}"/>
              </a:ext>
            </a:extLst>
          </p:cNvPr>
          <p:cNvCxnSpPr>
            <a:cxnSpLocks/>
            <a:endCxn id="959" idx="2"/>
          </p:cNvCxnSpPr>
          <p:nvPr/>
        </p:nvCxnSpPr>
        <p:spPr>
          <a:xfrm>
            <a:off x="9270213" y="4228486"/>
            <a:ext cx="746307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1" name="フローチャート: 判断 960">
            <a:extLst>
              <a:ext uri="{FF2B5EF4-FFF2-40B4-BE49-F238E27FC236}">
                <ns2:creationId id="{3FC2656E-CF22-A5EB-1499-5B80B38327D7}"/>
              </a:ext>
            </a:extLst>
          </p:cNvPr>
          <p:cNvSpPr>
            <a:spLocks noChangeAspect="1"/>
          </p:cNvSpPr>
          <p:nvPr/>
        </p:nvSpPr>
        <p:spPr>
          <a:xfrm>
            <a:off x="9161310" y="46189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62" name="楕円 961">
            <a:extLst>
              <a:ext uri="{FF2B5EF4-FFF2-40B4-BE49-F238E27FC236}">
                <ns2:creationId id="{D5E8F2B5-1316-1D72-AEE1-9708737BA1DF}"/>
              </a:ext>
            </a:extLst>
          </p:cNvPr>
          <p:cNvSpPr>
            <a:spLocks noChangeAspect="1"/>
          </p:cNvSpPr>
          <p:nvPr/>
        </p:nvSpPr>
        <p:spPr>
          <a:xfrm>
            <a:off x="10015617" y="46189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63" name="直線矢印コネクタ 962">
            <a:extLst>
              <a:ext uri="{FF2B5EF4-FFF2-40B4-BE49-F238E27FC236}">
                <ns2:creationId id="{26564B2A-4037-51CF-4A48-23EED3C4BC18}"/>
              </a:ext>
            </a:extLst>
          </p:cNvPr>
          <p:cNvCxnSpPr>
            <a:cxnSpLocks/>
            <a:endCxn id="962" idx="2"/>
          </p:cNvCxnSpPr>
          <p:nvPr/>
        </p:nvCxnSpPr>
        <p:spPr>
          <a:xfrm>
            <a:off x="9269310" y="4672986"/>
            <a:ext cx="746307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" name="正方形/長方形 967">
            <a:extLst>
              <a:ext uri="{FF2B5EF4-FFF2-40B4-BE49-F238E27FC236}">
                <ns2:creationId id="{0C4033C7-0A22-C5EB-2428-49D2DBD1130D}"/>
              </a:ext>
            </a:extLst>
          </p:cNvPr>
          <p:cNvSpPr/>
          <p:nvPr/>
        </p:nvSpPr>
        <p:spPr>
          <a:xfrm>
            <a:off x="11407295" y="3845915"/>
            <a:ext cx="407632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grpSp>
        <p:nvGrpSpPr>
          <p:cNvPr id="969" name="グループ化 968">
            <a:extLst>
              <a:ext uri="{FF2B5EF4-FFF2-40B4-BE49-F238E27FC236}">
                <ns2:creationId id="{AFAC81EF-C4B6-C030-56FA-31926D6D79E5}"/>
              </a:ext>
            </a:extLst>
          </p:cNvPr>
          <p:cNvGrpSpPr/>
          <p:nvPr/>
        </p:nvGrpSpPr>
        <p:grpSpPr>
          <a:xfrm>
            <a:off x="10645044" y="4022745"/>
            <a:ext cx="199793" cy="411583"/>
            <a:chOff x="1666874" y="4022744"/>
            <a:chExt cx="199793" cy="411583"/>
          </a:xfrm>
        </p:grpSpPr>
        <p:sp>
          <p:nvSpPr>
            <p:cNvPr id="970" name="正方形/長方形 969">
              <a:extLst>
                <a:ext uri="{FF2B5EF4-FFF2-40B4-BE49-F238E27FC236}">
                  <ns2:creationId id="{0699D052-03CC-F3A9-BFC4-87591AFA8791}"/>
                </a:ext>
              </a:extLst>
            </p:cNvPr>
            <p:cNvSpPr/>
            <p:nvPr/>
          </p:nvSpPr>
          <p:spPr>
            <a:xfrm>
              <a:off x="1666874" y="4022744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1" name="正方形/長方形 970">
              <a:extLst>
                <a:ext uri="{FF2B5EF4-FFF2-40B4-BE49-F238E27FC236}">
                  <ns2:creationId id="{C7F4AA87-FDA9-2EEA-16BC-0459213B5A64}"/>
                </a:ext>
              </a:extLst>
            </p:cNvPr>
            <p:cNvSpPr/>
            <p:nvPr/>
          </p:nvSpPr>
          <p:spPr>
            <a:xfrm>
              <a:off x="1666874" y="4237496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972" name="直線コネクタ 971">
            <a:extLst>
              <a:ext uri="{FF2B5EF4-FFF2-40B4-BE49-F238E27FC236}">
                <ns2:creationId id="{F14DB90E-0896-3A69-3CCC-E8376B2592A6}"/>
              </a:ext>
            </a:extLst>
          </p:cNvPr>
          <p:cNvCxnSpPr/>
          <p:nvPr/>
        </p:nvCxnSpPr>
        <p:spPr>
          <a:xfrm>
            <a:off x="10616473" y="4044348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3" name="正方形/長方形 972">
            <a:extLst>
              <a:ext uri="{FF2B5EF4-FFF2-40B4-BE49-F238E27FC236}">
                <ns2:creationId id="{3BAF8101-0ADF-10EA-05C7-5DA59B0AAE91}"/>
              </a:ext>
            </a:extLst>
          </p:cNvPr>
          <p:cNvSpPr/>
          <p:nvPr/>
        </p:nvSpPr>
        <p:spPr>
          <a:xfrm>
            <a:off x="10645044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74" name="直線コネクタ 973">
            <a:extLst>
              <a:ext uri="{FF2B5EF4-FFF2-40B4-BE49-F238E27FC236}">
                <ns2:creationId id="{19F67222-C8BE-E8EA-6BBF-FB5502C07204}"/>
              </a:ext>
            </a:extLst>
          </p:cNvPr>
          <p:cNvCxnSpPr/>
          <p:nvPr/>
        </p:nvCxnSpPr>
        <p:spPr>
          <a:xfrm>
            <a:off x="10616473" y="4478976"/>
            <a:ext cx="0" cy="377806"/>
          </a:xfrm>
          <a:prstGeom prst="line">
            <a:avLst/>
          </a:prstGeom>
          <a:ln w="9525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5" name="フローチャート: 判断 974">
            <a:extLst>
              <a:ext uri="{FF2B5EF4-FFF2-40B4-BE49-F238E27FC236}">
                <ns2:creationId id="{99B75ACD-1CD5-1458-AE9B-675A7F5B8EBD}"/>
              </a:ext>
            </a:extLst>
          </p:cNvPr>
          <p:cNvSpPr>
            <a:spLocks noChangeAspect="1"/>
          </p:cNvSpPr>
          <p:nvPr/>
        </p:nvSpPr>
        <p:spPr>
          <a:xfrm>
            <a:off x="10858269" y="41744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76" name="正方形/長方形 975">
            <a:extLst>
              <a:ext uri="{FF2B5EF4-FFF2-40B4-BE49-F238E27FC236}">
                <ns2:creationId id="{C7ED329A-6ED1-7F90-E639-748D64AD3BE9}"/>
              </a:ext>
            </a:extLst>
          </p:cNvPr>
          <p:cNvSpPr/>
          <p:nvPr/>
        </p:nvSpPr>
        <p:spPr>
          <a:xfrm>
            <a:off x="11094525" y="4022745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77" name="正方形/長方形 976">
            <a:extLst>
              <a:ext uri="{FF2B5EF4-FFF2-40B4-BE49-F238E27FC236}">
                <ns2:creationId id="{D4F07B7E-4407-966D-4365-81DD2E5DED6B}"/>
              </a:ext>
            </a:extLst>
          </p:cNvPr>
          <p:cNvSpPr/>
          <p:nvPr/>
        </p:nvSpPr>
        <p:spPr>
          <a:xfrm>
            <a:off x="11094525" y="4237497"/>
            <a:ext cx="199793" cy="196831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78" name="正方形/長方形 977">
            <a:extLst>
              <a:ext uri="{FF2B5EF4-FFF2-40B4-BE49-F238E27FC236}">
                <ns2:creationId id="{4A23B3BF-ED55-D457-689C-E57B678529E5}"/>
              </a:ext>
            </a:extLst>
          </p:cNvPr>
          <p:cNvSpPr/>
          <p:nvPr/>
        </p:nvSpPr>
        <p:spPr>
          <a:xfrm>
            <a:off x="11094525" y="4457374"/>
            <a:ext cx="199793" cy="42101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79" name="直線コネクタ 978">
            <a:extLst>
              <a:ext uri="{FF2B5EF4-FFF2-40B4-BE49-F238E27FC236}">
                <ns2:creationId id="{CB916926-622C-158B-68BB-2B1F7E220DA7}"/>
              </a:ext>
            </a:extLst>
          </p:cNvPr>
          <p:cNvCxnSpPr>
            <a:cxnSpLocks/>
          </p:cNvCxnSpPr>
          <p:nvPr/>
        </p:nvCxnSpPr>
        <p:spPr>
          <a:xfrm>
            <a:off x="11066773" y="3818132"/>
            <a:ext cx="0" cy="10386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" name="楕円 979">
            <a:extLst>
              <a:ext uri="{FF2B5EF4-FFF2-40B4-BE49-F238E27FC236}">
                <ns2:creationId id="{3D2C20F5-CD84-5D99-3AC4-361E10A42A41}"/>
              </a:ext>
            </a:extLst>
          </p:cNvPr>
          <p:cNvSpPr>
            <a:spLocks noChangeAspect="1"/>
          </p:cNvSpPr>
          <p:nvPr/>
        </p:nvSpPr>
        <p:spPr>
          <a:xfrm>
            <a:off x="11316649" y="3861492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81" name="正方形/長方形 980">
            <a:extLst>
              <a:ext uri="{FF2B5EF4-FFF2-40B4-BE49-F238E27FC236}">
                <ns2:creationId id="{A47478C8-E7F1-C6DB-2050-5E35CA8FF189}"/>
              </a:ext>
            </a:extLst>
          </p:cNvPr>
          <p:cNvSpPr/>
          <p:nvPr/>
        </p:nvSpPr>
        <p:spPr>
          <a:xfrm>
            <a:off x="11094525" y="3831241"/>
            <a:ext cx="199793" cy="16267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82" name="楕円 981">
            <a:extLst>
              <a:ext uri="{FF2B5EF4-FFF2-40B4-BE49-F238E27FC236}">
                <ns2:creationId id="{4798A02C-D5E4-762F-7B05-0A8EC9F76FF9}"/>
              </a:ext>
            </a:extLst>
          </p:cNvPr>
          <p:cNvSpPr>
            <a:spLocks noChangeAspect="1"/>
          </p:cNvSpPr>
          <p:nvPr/>
        </p:nvSpPr>
        <p:spPr>
          <a:xfrm>
            <a:off x="11316649" y="41744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83" name="直線矢印コネクタ 982">
            <a:extLst>
              <a:ext uri="{FF2B5EF4-FFF2-40B4-BE49-F238E27FC236}">
                <ns2:creationId id="{B714563D-BDB3-1150-AC53-2E9BF2CFC078}"/>
              </a:ext>
            </a:extLst>
          </p:cNvPr>
          <p:cNvCxnSpPr>
            <a:cxnSpLocks/>
            <a:stCxn id="975" idx="3"/>
            <a:endCxn id="982" idx="2"/>
          </p:cNvCxnSpPr>
          <p:nvPr/>
        </p:nvCxnSpPr>
        <p:spPr>
          <a:xfrm>
            <a:off x="10966269" y="4228486"/>
            <a:ext cx="350380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4" name="フローチャート: 判断 983">
            <a:extLst>
              <a:ext uri="{FF2B5EF4-FFF2-40B4-BE49-F238E27FC236}">
                <ns2:creationId id="{58725D21-7617-5893-3A0F-C7C4AC2F633C}"/>
              </a:ext>
            </a:extLst>
          </p:cNvPr>
          <p:cNvSpPr>
            <a:spLocks noChangeAspect="1"/>
          </p:cNvSpPr>
          <p:nvPr/>
        </p:nvSpPr>
        <p:spPr>
          <a:xfrm>
            <a:off x="10857366" y="4618986"/>
            <a:ext cx="108000" cy="108000"/>
          </a:xfrm>
          <a:prstGeom prst="flowChartDecision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85" name="楕円 984">
            <a:extLst>
              <a:ext uri="{FF2B5EF4-FFF2-40B4-BE49-F238E27FC236}">
                <ns2:creationId id="{F541932A-D4DD-A6B6-341A-7CBC884172D9}"/>
              </a:ext>
            </a:extLst>
          </p:cNvPr>
          <p:cNvSpPr>
            <a:spLocks noChangeAspect="1"/>
          </p:cNvSpPr>
          <p:nvPr/>
        </p:nvSpPr>
        <p:spPr>
          <a:xfrm>
            <a:off x="11315746" y="4618986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986" name="直線矢印コネクタ 985">
            <a:extLst>
              <a:ext uri="{FF2B5EF4-FFF2-40B4-BE49-F238E27FC236}">
                <ns2:creationId id="{7CC2136D-2CEE-5355-C53F-805886FF3583}"/>
              </a:ext>
            </a:extLst>
          </p:cNvPr>
          <p:cNvCxnSpPr>
            <a:cxnSpLocks/>
            <a:stCxn id="984" idx="3"/>
            <a:endCxn id="985" idx="2"/>
          </p:cNvCxnSpPr>
          <p:nvPr/>
        </p:nvCxnSpPr>
        <p:spPr>
          <a:xfrm>
            <a:off x="10965366" y="4672986"/>
            <a:ext cx="350380" cy="0"/>
          </a:xfrm>
          <a:prstGeom prst="straightConnector1">
            <a:avLst/>
          </a:prstGeom>
          <a:ln w="3175">
            <a:solidFill>
              <a:schemeClr val="tx1"/>
            </a:solidFill>
            <a:prstDash val="dashDot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9" name="正方形/長方形 988">
            <a:extLst>
              <a:ext uri="{FF2B5EF4-FFF2-40B4-BE49-F238E27FC236}">
                <ns2:creationId id="{C259B4BC-8232-4BBA-BDAA-4CBC21A235AD}"/>
              </a:ext>
            </a:extLst>
          </p:cNvPr>
          <p:cNvSpPr/>
          <p:nvPr/>
        </p:nvSpPr>
        <p:spPr>
          <a:xfrm>
            <a:off x="10432473" y="2768795"/>
            <a:ext cx="284376" cy="158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93" name="正方形/長方形 992">
            <a:extLst>
              <a:ext uri="{FF2B5EF4-FFF2-40B4-BE49-F238E27FC236}">
                <ns2:creationId id="{96CB2719-4729-0346-AD0F-D5CE9A4C5C63}"/>
              </a:ext>
            </a:extLst>
          </p:cNvPr>
          <p:cNvSpPr/>
          <p:nvPr/>
        </p:nvSpPr>
        <p:spPr>
          <a:xfrm>
            <a:off x="8095150" y="2955344"/>
            <a:ext cx="201600" cy="21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4" name="正方形/長方形 993">
            <a:extLst>
              <a:ext uri="{FF2B5EF4-FFF2-40B4-BE49-F238E27FC236}">
                <ns2:creationId id="{849DF5A5-1338-D0CC-E4BD-E90D523F4C00}"/>
              </a:ext>
            </a:extLst>
          </p:cNvPr>
          <p:cNvSpPr/>
          <p:nvPr/>
        </p:nvSpPr>
        <p:spPr>
          <a:xfrm>
            <a:off x="8095150" y="3396692"/>
            <a:ext cx="201600" cy="396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95" name="正方形/長方形 994">
            <a:extLst>
              <a:ext uri="{FF2B5EF4-FFF2-40B4-BE49-F238E27FC236}">
                <ns2:creationId id="{395CDC1C-775A-965D-DF54-57C124BCD1CC}"/>
              </a:ext>
            </a:extLst>
          </p:cNvPr>
          <p:cNvSpPr/>
          <p:nvPr/>
        </p:nvSpPr>
        <p:spPr>
          <a:xfrm>
            <a:off x="8095150" y="3189380"/>
            <a:ext cx="201600" cy="180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6" name="正方形/長方形 995">
            <a:extLst>
              <a:ext uri="{FF2B5EF4-FFF2-40B4-BE49-F238E27FC236}">
                <ns2:creationId id="{DCD38594-87A0-7DDA-1C31-A8A9D48C0AB6}"/>
              </a:ext>
            </a:extLst>
          </p:cNvPr>
          <p:cNvSpPr/>
          <p:nvPr/>
        </p:nvSpPr>
        <p:spPr>
          <a:xfrm>
            <a:off x="8095150" y="2744256"/>
            <a:ext cx="201600" cy="180000"/>
          </a:xfrm>
          <a:prstGeom prst="rect">
            <a:avLst/>
          </a:prstGeom>
          <a:solidFill>
            <a:srgbClr val="00953C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97" name="楕円 996">
            <a:extLst>
              <a:ext uri="{FF2B5EF4-FFF2-40B4-BE49-F238E27FC236}">
                <ns2:creationId id="{38B124DD-E1AB-A5A0-2E8E-ECA4DBABABC5}"/>
              </a:ext>
            </a:extLst>
          </p:cNvPr>
          <p:cNvSpPr>
            <a:spLocks noChangeAspect="1"/>
          </p:cNvSpPr>
          <p:nvPr/>
        </p:nvSpPr>
        <p:spPr>
          <a:xfrm>
            <a:off x="5185778" y="3861441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8" name="楕円 997">
            <a:extLst>
              <a:ext uri="{FF2B5EF4-FFF2-40B4-BE49-F238E27FC236}">
                <ns2:creationId id="{92E23E0A-24F2-B5CC-443F-D8FC5FBBC5B6}"/>
              </a:ext>
            </a:extLst>
          </p:cNvPr>
          <p:cNvSpPr>
            <a:spLocks noChangeAspect="1"/>
          </p:cNvSpPr>
          <p:nvPr/>
        </p:nvSpPr>
        <p:spPr>
          <a:xfrm>
            <a:off x="5185778" y="4178748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99" name="楕円 998">
            <a:extLst>
              <a:ext uri="{FF2B5EF4-FFF2-40B4-BE49-F238E27FC236}">
                <ns2:creationId id="{5CD99B81-DC1A-10EB-2D62-ECBE83A3E9FD}"/>
              </a:ext>
            </a:extLst>
          </p:cNvPr>
          <p:cNvSpPr>
            <a:spLocks noChangeAspect="1"/>
          </p:cNvSpPr>
          <p:nvPr/>
        </p:nvSpPr>
        <p:spPr>
          <a:xfrm>
            <a:off x="5185778" y="4623076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00" name="直線矢印コネクタ 999">
            <a:extLst>
              <a:ext uri="{FF2B5EF4-FFF2-40B4-BE49-F238E27FC236}">
                <ns2:creationId id="{0DA4E15F-CF85-5224-989C-2583D568E671}"/>
              </a:ext>
            </a:extLst>
          </p:cNvPr>
          <p:cNvCxnSpPr>
            <a:cxnSpLocks/>
          </p:cNvCxnSpPr>
          <p:nvPr/>
        </p:nvCxnSpPr>
        <p:spPr>
          <a:xfrm>
            <a:off x="5007109" y="3905984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直線矢印コネクタ 1003">
            <a:extLst>
              <a:ext uri="{FF2B5EF4-FFF2-40B4-BE49-F238E27FC236}">
                <ns2:creationId id="{F27F67DC-1FAD-8464-B971-BE3F23D6B8B4}"/>
              </a:ext>
            </a:extLst>
          </p:cNvPr>
          <p:cNvCxnSpPr>
            <a:cxnSpLocks/>
          </p:cNvCxnSpPr>
          <p:nvPr/>
        </p:nvCxnSpPr>
        <p:spPr>
          <a:xfrm>
            <a:off x="5007109" y="4226603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8" name="直線矢印コネクタ 1007">
            <a:extLst>
              <a:ext uri="{FF2B5EF4-FFF2-40B4-BE49-F238E27FC236}">
                <ns2:creationId id="{EC1072BA-CA91-DA36-93C7-6A03288402FE}"/>
              </a:ext>
            </a:extLst>
          </p:cNvPr>
          <p:cNvCxnSpPr>
            <a:cxnSpLocks/>
          </p:cNvCxnSpPr>
          <p:nvPr/>
        </p:nvCxnSpPr>
        <p:spPr>
          <a:xfrm>
            <a:off x="5006206" y="4671104"/>
            <a:ext cx="179572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1" name="楕円 1010">
            <a:extLst>
              <a:ext uri="{FF2B5EF4-FFF2-40B4-BE49-F238E27FC236}">
                <ns2:creationId id="{F696D89A-98AF-886F-DA8C-9ED36A03F523}"/>
              </a:ext>
            </a:extLst>
          </p:cNvPr>
          <p:cNvSpPr>
            <a:spLocks noChangeAspect="1"/>
          </p:cNvSpPr>
          <p:nvPr/>
        </p:nvSpPr>
        <p:spPr>
          <a:xfrm>
            <a:off x="8628132" y="3863009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2" name="楕円 1011">
            <a:extLst>
              <a:ext uri="{FF2B5EF4-FFF2-40B4-BE49-F238E27FC236}">
                <ns2:creationId id="{7FAAA97D-AE77-DEBD-9FE8-16DFADB2FB7A}"/>
              </a:ext>
            </a:extLst>
          </p:cNvPr>
          <p:cNvSpPr>
            <a:spLocks noChangeAspect="1"/>
          </p:cNvSpPr>
          <p:nvPr/>
        </p:nvSpPr>
        <p:spPr>
          <a:xfrm>
            <a:off x="8628132" y="4180316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3" name="楕円 1012">
            <a:extLst>
              <a:ext uri="{FF2B5EF4-FFF2-40B4-BE49-F238E27FC236}">
                <ns2:creationId id="{879E7AB9-8599-18CF-E080-2752EB20E186}"/>
              </a:ext>
            </a:extLst>
          </p:cNvPr>
          <p:cNvSpPr>
            <a:spLocks noChangeAspect="1"/>
          </p:cNvSpPr>
          <p:nvPr/>
        </p:nvSpPr>
        <p:spPr>
          <a:xfrm>
            <a:off x="8628132" y="4624644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14" name="直線矢印コネクタ 1013">
            <a:extLst>
              <a:ext uri="{FF2B5EF4-FFF2-40B4-BE49-F238E27FC236}">
                <ns2:creationId id="{2B9EEECD-89E8-C79D-BC00-019E02A72A5D}"/>
              </a:ext>
            </a:extLst>
          </p:cNvPr>
          <p:cNvCxnSpPr>
            <a:cxnSpLocks/>
          </p:cNvCxnSpPr>
          <p:nvPr/>
        </p:nvCxnSpPr>
        <p:spPr>
          <a:xfrm>
            <a:off x="8449463" y="3907552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5" name="直線矢印コネクタ 1014">
            <a:extLst>
              <a:ext uri="{FF2B5EF4-FFF2-40B4-BE49-F238E27FC236}">
                <ns2:creationId id="{3E917412-5BA2-B047-1B84-8B43C8A16A32}"/>
              </a:ext>
            </a:extLst>
          </p:cNvPr>
          <p:cNvCxnSpPr>
            <a:cxnSpLocks/>
          </p:cNvCxnSpPr>
          <p:nvPr/>
        </p:nvCxnSpPr>
        <p:spPr>
          <a:xfrm>
            <a:off x="8449463" y="4228171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6" name="直線矢印コネクタ 1015">
            <a:extLst>
              <a:ext uri="{FF2B5EF4-FFF2-40B4-BE49-F238E27FC236}">
                <ns2:creationId id="{56EE55C1-B51A-5C40-03DD-2FBCDD77811E}"/>
              </a:ext>
            </a:extLst>
          </p:cNvPr>
          <p:cNvCxnSpPr>
            <a:cxnSpLocks/>
          </p:cNvCxnSpPr>
          <p:nvPr/>
        </p:nvCxnSpPr>
        <p:spPr>
          <a:xfrm>
            <a:off x="8448560" y="4672672"/>
            <a:ext cx="179572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7" name="楕円 1016">
            <a:extLst>
              <a:ext uri="{FF2B5EF4-FFF2-40B4-BE49-F238E27FC236}">
                <ns2:creationId id="{FA35CF6E-421B-42C9-4EAB-8EAED355961C}"/>
              </a:ext>
            </a:extLst>
          </p:cNvPr>
          <p:cNvSpPr>
            <a:spLocks noChangeAspect="1"/>
          </p:cNvSpPr>
          <p:nvPr/>
        </p:nvSpPr>
        <p:spPr>
          <a:xfrm>
            <a:off x="10321785" y="3869993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8" name="楕円 1017">
            <a:extLst>
              <a:ext uri="{FF2B5EF4-FFF2-40B4-BE49-F238E27FC236}">
                <ns2:creationId id="{EA9B481E-1C45-E2A6-07E8-5FB09251829D}"/>
              </a:ext>
            </a:extLst>
          </p:cNvPr>
          <p:cNvSpPr>
            <a:spLocks noChangeAspect="1"/>
          </p:cNvSpPr>
          <p:nvPr/>
        </p:nvSpPr>
        <p:spPr>
          <a:xfrm>
            <a:off x="10321785" y="4187300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19" name="楕円 1018">
            <a:extLst>
              <a:ext uri="{FF2B5EF4-FFF2-40B4-BE49-F238E27FC236}">
                <ns2:creationId id="{5322EEDB-213F-1E86-4D27-6B41FA5A2CC6}"/>
              </a:ext>
            </a:extLst>
          </p:cNvPr>
          <p:cNvSpPr>
            <a:spLocks noChangeAspect="1"/>
          </p:cNvSpPr>
          <p:nvPr/>
        </p:nvSpPr>
        <p:spPr>
          <a:xfrm>
            <a:off x="10321785" y="4631628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20" name="直線矢印コネクタ 1019">
            <a:extLst>
              <a:ext uri="{FF2B5EF4-FFF2-40B4-BE49-F238E27FC236}">
                <ns2:creationId id="{7E03B5BE-F6A0-4D01-294C-D1A93DE9C04C}"/>
              </a:ext>
            </a:extLst>
          </p:cNvPr>
          <p:cNvCxnSpPr>
            <a:cxnSpLocks/>
          </p:cNvCxnSpPr>
          <p:nvPr/>
        </p:nvCxnSpPr>
        <p:spPr>
          <a:xfrm>
            <a:off x="10143116" y="3914536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1" name="直線矢印コネクタ 1020">
            <a:extLst>
              <a:ext uri="{FF2B5EF4-FFF2-40B4-BE49-F238E27FC236}">
                <ns2:creationId id="{D489C697-B389-71DE-8633-A1D61DFCF74B}"/>
              </a:ext>
            </a:extLst>
          </p:cNvPr>
          <p:cNvCxnSpPr>
            <a:cxnSpLocks/>
          </p:cNvCxnSpPr>
          <p:nvPr/>
        </p:nvCxnSpPr>
        <p:spPr>
          <a:xfrm>
            <a:off x="10143116" y="4235155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2" name="直線矢印コネクタ 1021">
            <a:extLst>
              <a:ext uri="{FF2B5EF4-FFF2-40B4-BE49-F238E27FC236}">
                <ns2:creationId id="{19DEADDE-41E5-D53D-36ED-35E91E7FBD93}"/>
              </a:ext>
            </a:extLst>
          </p:cNvPr>
          <p:cNvCxnSpPr>
            <a:cxnSpLocks/>
          </p:cNvCxnSpPr>
          <p:nvPr/>
        </p:nvCxnSpPr>
        <p:spPr>
          <a:xfrm>
            <a:off x="10142213" y="4679656"/>
            <a:ext cx="179572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7" name="グループ化 1026">
            <a:extLst>
              <a:ext uri="{FF2B5EF4-FFF2-40B4-BE49-F238E27FC236}">
                <ns2:creationId id="{85460DD4-33D7-01DA-867A-9BA675F5722D}"/>
              </a:ext>
            </a:extLst>
          </p:cNvPr>
          <p:cNvGrpSpPr/>
          <p:nvPr/>
        </p:nvGrpSpPr>
        <p:grpSpPr>
          <a:xfrm>
            <a:off x="9822256" y="2745759"/>
            <a:ext cx="201600" cy="1048436"/>
            <a:chOff x="8247550" y="2896656"/>
            <a:chExt cx="201600" cy="1048436"/>
          </a:xfrm>
        </p:grpSpPr>
        <p:sp>
          <p:nvSpPr>
            <p:cNvPr id="1023" name="正方形/長方形 1022">
              <a:extLst>
                <a:ext uri="{FF2B5EF4-FFF2-40B4-BE49-F238E27FC236}">
                  <ns2:creationId id="{8C74353A-0862-AEA6-2E4D-79B22A847265}"/>
                </a:ext>
              </a:extLst>
            </p:cNvPr>
            <p:cNvSpPr/>
            <p:nvPr/>
          </p:nvSpPr>
          <p:spPr>
            <a:xfrm>
              <a:off x="8247550" y="3107744"/>
              <a:ext cx="201600" cy="21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24" name="正方形/長方形 1023">
              <a:extLst>
                <a:ext uri="{FF2B5EF4-FFF2-40B4-BE49-F238E27FC236}">
                  <ns2:creationId id="{B64A2DDA-2891-13EF-C14B-A3AE9D08F441}"/>
                </a:ext>
              </a:extLst>
            </p:cNvPr>
            <p:cNvSpPr/>
            <p:nvPr/>
          </p:nvSpPr>
          <p:spPr>
            <a:xfrm>
              <a:off x="8247550" y="3549092"/>
              <a:ext cx="201600" cy="39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25" name="正方形/長方形 1024">
              <a:extLst>
                <a:ext uri="{FF2B5EF4-FFF2-40B4-BE49-F238E27FC236}">
                  <ns2:creationId id="{668423B7-50FF-7EED-FE11-3864E8B97FFF}"/>
                </a:ext>
              </a:extLst>
            </p:cNvPr>
            <p:cNvSpPr/>
            <p:nvPr/>
          </p:nvSpPr>
          <p:spPr>
            <a:xfrm>
              <a:off x="8247550" y="3341780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26" name="正方形/長方形 1025">
              <a:extLst>
                <a:ext uri="{FF2B5EF4-FFF2-40B4-BE49-F238E27FC236}">
                  <ns2:creationId id="{067825CD-D57C-A262-F313-0D85DC989E31}"/>
                </a:ext>
              </a:extLst>
            </p:cNvPr>
            <p:cNvSpPr/>
            <p:nvPr/>
          </p:nvSpPr>
          <p:spPr>
            <a:xfrm>
              <a:off x="8247550" y="2896656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grpSp>
        <p:nvGrpSpPr>
          <p:cNvPr id="1028" name="グループ化 1027">
            <a:extLst>
              <a:ext uri="{FF2B5EF4-FFF2-40B4-BE49-F238E27FC236}">
                <ns2:creationId id="{EC850B28-07EA-24C8-7689-D3A1A2F56204}"/>
              </a:ext>
            </a:extLst>
          </p:cNvPr>
          <p:cNvGrpSpPr/>
          <p:nvPr/>
        </p:nvGrpSpPr>
        <p:grpSpPr>
          <a:xfrm>
            <a:off x="11096255" y="2750165"/>
            <a:ext cx="201600" cy="1048436"/>
            <a:chOff x="8247550" y="2896656"/>
            <a:chExt cx="201600" cy="1048436"/>
          </a:xfrm>
        </p:grpSpPr>
        <p:sp>
          <p:nvSpPr>
            <p:cNvPr id="1029" name="正方形/長方形 1028">
              <a:extLst>
                <a:ext uri="{FF2B5EF4-FFF2-40B4-BE49-F238E27FC236}">
                  <ns2:creationId id="{CB888AE4-5A11-BF61-9DDC-6C3E60CA77C4}"/>
                </a:ext>
              </a:extLst>
            </p:cNvPr>
            <p:cNvSpPr/>
            <p:nvPr/>
          </p:nvSpPr>
          <p:spPr>
            <a:xfrm>
              <a:off x="8247550" y="3107744"/>
              <a:ext cx="201600" cy="21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30" name="正方形/長方形 1029">
              <a:extLst>
                <a:ext uri="{FF2B5EF4-FFF2-40B4-BE49-F238E27FC236}">
                  <ns2:creationId id="{6AD9BEF6-129A-4540-E6E4-5151F66ACC21}"/>
                </a:ext>
              </a:extLst>
            </p:cNvPr>
            <p:cNvSpPr/>
            <p:nvPr/>
          </p:nvSpPr>
          <p:spPr>
            <a:xfrm>
              <a:off x="8247550" y="3549092"/>
              <a:ext cx="201600" cy="396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31" name="正方形/長方形 1030">
              <a:extLst>
                <a:ext uri="{FF2B5EF4-FFF2-40B4-BE49-F238E27FC236}">
                  <ns2:creationId id="{E7A8E729-35DB-856E-076A-D55E7B9A3C8B}"/>
                </a:ext>
              </a:extLst>
            </p:cNvPr>
            <p:cNvSpPr/>
            <p:nvPr/>
          </p:nvSpPr>
          <p:spPr>
            <a:xfrm>
              <a:off x="8247550" y="3341780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32" name="正方形/長方形 1031">
              <a:extLst>
                <a:ext uri="{FF2B5EF4-FFF2-40B4-BE49-F238E27FC236}">
                  <ns2:creationId id="{D9E35725-7AF3-2145-E779-CCC8C594E3E8}"/>
                </a:ext>
              </a:extLst>
            </p:cNvPr>
            <p:cNvSpPr/>
            <p:nvPr/>
          </p:nvSpPr>
          <p:spPr>
            <a:xfrm>
              <a:off x="8247550" y="2896656"/>
              <a:ext cx="201600" cy="18000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1033" name="楕円 1032">
            <a:extLst>
              <a:ext uri="{FF2B5EF4-FFF2-40B4-BE49-F238E27FC236}">
                <ns2:creationId id="{4773CB5D-3F88-F697-C188-16399BFE5AB7}"/>
              </a:ext>
            </a:extLst>
          </p:cNvPr>
          <p:cNvSpPr>
            <a:spLocks noChangeAspect="1"/>
          </p:cNvSpPr>
          <p:nvPr/>
        </p:nvSpPr>
        <p:spPr>
          <a:xfrm>
            <a:off x="8326279" y="2785753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4" name="楕円 1033">
            <a:extLst>
              <a:ext uri="{FF2B5EF4-FFF2-40B4-BE49-F238E27FC236}">
                <ns2:creationId id="{440FA0ED-9E0E-DDC4-3E54-28FC99936B0F}"/>
              </a:ext>
            </a:extLst>
          </p:cNvPr>
          <p:cNvSpPr>
            <a:spLocks noChangeAspect="1"/>
          </p:cNvSpPr>
          <p:nvPr/>
        </p:nvSpPr>
        <p:spPr>
          <a:xfrm>
            <a:off x="8326279" y="3105375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5" name="楕円 1034">
            <a:extLst>
              <a:ext uri="{FF2B5EF4-FFF2-40B4-BE49-F238E27FC236}">
                <ns2:creationId id="{E90EA6DF-0AE0-75A6-3AAF-2994DFB45CC7}"/>
              </a:ext>
            </a:extLst>
          </p:cNvPr>
          <p:cNvSpPr>
            <a:spLocks noChangeAspect="1"/>
          </p:cNvSpPr>
          <p:nvPr/>
        </p:nvSpPr>
        <p:spPr>
          <a:xfrm>
            <a:off x="10037461" y="3546058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6" name="楕円 1035">
            <a:extLst>
              <a:ext uri="{FF2B5EF4-FFF2-40B4-BE49-F238E27FC236}">
                <ns2:creationId id="{B23BDBB9-9EFD-3FDA-1F1A-020B1CB83761}"/>
              </a:ext>
            </a:extLst>
          </p:cNvPr>
          <p:cNvSpPr>
            <a:spLocks noChangeAspect="1"/>
          </p:cNvSpPr>
          <p:nvPr/>
        </p:nvSpPr>
        <p:spPr>
          <a:xfrm>
            <a:off x="10038278" y="2797460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7" name="楕円 1036">
            <a:extLst>
              <a:ext uri="{FF2B5EF4-FFF2-40B4-BE49-F238E27FC236}">
                <ns2:creationId id="{B67E9EC3-ED3C-40C3-F147-72F22EAF1A3E}"/>
              </a:ext>
            </a:extLst>
          </p:cNvPr>
          <p:cNvSpPr>
            <a:spLocks noChangeAspect="1"/>
          </p:cNvSpPr>
          <p:nvPr/>
        </p:nvSpPr>
        <p:spPr>
          <a:xfrm>
            <a:off x="10038278" y="3117082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8" name="楕円 1037">
            <a:extLst>
              <a:ext uri="{FF2B5EF4-FFF2-40B4-BE49-F238E27FC236}">
                <ns2:creationId id="{74ADF97B-B49E-7662-B096-67381C63FEE0}"/>
              </a:ext>
            </a:extLst>
          </p:cNvPr>
          <p:cNvSpPr>
            <a:spLocks noChangeAspect="1"/>
          </p:cNvSpPr>
          <p:nvPr/>
        </p:nvSpPr>
        <p:spPr>
          <a:xfrm>
            <a:off x="11310908" y="3545445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39" name="楕円 1038">
            <a:extLst>
              <a:ext uri="{FF2B5EF4-FFF2-40B4-BE49-F238E27FC236}">
                <ns2:creationId id="{E8B1C2B2-A079-0469-DEBE-BCCA5C35B03F}"/>
              </a:ext>
            </a:extLst>
          </p:cNvPr>
          <p:cNvSpPr>
            <a:spLocks noChangeAspect="1"/>
          </p:cNvSpPr>
          <p:nvPr/>
        </p:nvSpPr>
        <p:spPr>
          <a:xfrm>
            <a:off x="11311725" y="2796847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0" name="楕円 1039">
            <a:extLst>
              <a:ext uri="{FF2B5EF4-FFF2-40B4-BE49-F238E27FC236}">
                <ns2:creationId id="{ADAECAF9-5ABB-E009-C38A-D6740D542E39}"/>
              </a:ext>
            </a:extLst>
          </p:cNvPr>
          <p:cNvSpPr>
            <a:spLocks noChangeAspect="1"/>
          </p:cNvSpPr>
          <p:nvPr/>
        </p:nvSpPr>
        <p:spPr>
          <a:xfrm>
            <a:off x="11311725" y="3116469"/>
            <a:ext cx="108000" cy="108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1" name="星: 5 pt 1040">
            <a:extLst>
              <a:ext uri="{FF2B5EF4-FFF2-40B4-BE49-F238E27FC236}">
                <ns2:creationId id="{B1D9AE08-DDCD-7AAC-26AC-803AF94D993F}"/>
              </a:ext>
            </a:extLst>
          </p:cNvPr>
          <p:cNvSpPr>
            <a:spLocks noChangeAspect="1"/>
          </p:cNvSpPr>
          <p:nvPr/>
        </p:nvSpPr>
        <p:spPr>
          <a:xfrm>
            <a:off x="11599145" y="2796847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2" name="星: 5 pt 1041">
            <a:extLst>
              <a:ext uri="{FF2B5EF4-FFF2-40B4-BE49-F238E27FC236}">
                <ns2:creationId id="{BBDA1359-DC99-6BFC-9FF2-8D6CC0908846}"/>
              </a:ext>
            </a:extLst>
          </p:cNvPr>
          <p:cNvSpPr>
            <a:spLocks noChangeAspect="1"/>
          </p:cNvSpPr>
          <p:nvPr/>
        </p:nvSpPr>
        <p:spPr>
          <a:xfrm>
            <a:off x="11599145" y="3116469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43" name="星: 5 pt 1042">
            <a:extLst>
              <a:ext uri="{FF2B5EF4-FFF2-40B4-BE49-F238E27FC236}">
                <ns2:creationId id="{E527DA63-23A9-82A6-6853-B02F96950960}"/>
              </a:ext>
            </a:extLst>
          </p:cNvPr>
          <p:cNvSpPr>
            <a:spLocks noChangeAspect="1"/>
          </p:cNvSpPr>
          <p:nvPr/>
        </p:nvSpPr>
        <p:spPr>
          <a:xfrm>
            <a:off x="11599145" y="3545445"/>
            <a:ext cx="108000" cy="108000"/>
          </a:xfrm>
          <a:prstGeom prst="star5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44" name="直線矢印コネクタ 1043">
            <a:extLst>
              <a:ext uri="{FF2B5EF4-FFF2-40B4-BE49-F238E27FC236}">
                <ns2:creationId id="{618CDF1E-A5A4-9726-BC55-0A20817B1D2F}"/>
              </a:ext>
            </a:extLst>
          </p:cNvPr>
          <p:cNvCxnSpPr>
            <a:cxnSpLocks/>
          </p:cNvCxnSpPr>
          <p:nvPr/>
        </p:nvCxnSpPr>
        <p:spPr>
          <a:xfrm>
            <a:off x="11422802" y="2841056"/>
            <a:ext cx="158123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直線矢印コネクタ 1052">
            <a:extLst>
              <a:ext uri="{FF2B5EF4-FFF2-40B4-BE49-F238E27FC236}">
                <ns2:creationId id="{3B0E1DFA-7460-5AAA-8EEB-F5145894FC46}"/>
              </a:ext>
            </a:extLst>
          </p:cNvPr>
          <p:cNvCxnSpPr>
            <a:cxnSpLocks/>
          </p:cNvCxnSpPr>
          <p:nvPr/>
        </p:nvCxnSpPr>
        <p:spPr>
          <a:xfrm>
            <a:off x="11423371" y="3165725"/>
            <a:ext cx="158123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直線矢印コネクタ 1053">
            <a:extLst>
              <a:ext uri="{FF2B5EF4-FFF2-40B4-BE49-F238E27FC236}">
                <ns2:creationId id="{55FFAC96-2BE2-ED54-11F7-0AED56B8CAD9}"/>
              </a:ext>
            </a:extLst>
          </p:cNvPr>
          <p:cNvCxnSpPr>
            <a:cxnSpLocks/>
          </p:cNvCxnSpPr>
          <p:nvPr/>
        </p:nvCxnSpPr>
        <p:spPr>
          <a:xfrm>
            <a:off x="11422802" y="3594005"/>
            <a:ext cx="158123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5" name="楕円 1054">
            <a:extLst>
              <a:ext uri="{FF2B5EF4-FFF2-40B4-BE49-F238E27FC236}">
                <ns2:creationId id="{7BEE2B11-3D8D-53D7-E5C1-2F37DB26495C}"/>
              </a:ext>
            </a:extLst>
          </p:cNvPr>
          <p:cNvSpPr>
            <a:spLocks noChangeAspect="1"/>
          </p:cNvSpPr>
          <p:nvPr/>
        </p:nvSpPr>
        <p:spPr>
          <a:xfrm>
            <a:off x="8633302" y="2792668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56" name="直線矢印コネクタ 1055">
            <a:extLst>
              <a:ext uri="{FF2B5EF4-FFF2-40B4-BE49-F238E27FC236}">
                <ns2:creationId id="{572462E7-D59F-E84B-B93C-42A5C2EA0898}"/>
              </a:ext>
            </a:extLst>
          </p:cNvPr>
          <p:cNvCxnSpPr>
            <a:cxnSpLocks/>
          </p:cNvCxnSpPr>
          <p:nvPr/>
        </p:nvCxnSpPr>
        <p:spPr>
          <a:xfrm>
            <a:off x="8454633" y="2837211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7" name="楕円 1056">
            <a:extLst>
              <a:ext uri="{FF2B5EF4-FFF2-40B4-BE49-F238E27FC236}">
                <ns2:creationId id="{ADBEB58C-BFA2-5FA5-67FC-B50ED1B7B9CA}"/>
              </a:ext>
            </a:extLst>
          </p:cNvPr>
          <p:cNvSpPr>
            <a:spLocks noChangeAspect="1"/>
          </p:cNvSpPr>
          <p:nvPr/>
        </p:nvSpPr>
        <p:spPr>
          <a:xfrm>
            <a:off x="8631998" y="311032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58" name="直線矢印コネクタ 1057">
            <a:extLst>
              <a:ext uri="{FF2B5EF4-FFF2-40B4-BE49-F238E27FC236}">
                <ns2:creationId id="{C6818D8D-A461-5457-8C44-B3297D237FAA}"/>
              </a:ext>
            </a:extLst>
          </p:cNvPr>
          <p:cNvCxnSpPr>
            <a:cxnSpLocks/>
          </p:cNvCxnSpPr>
          <p:nvPr/>
        </p:nvCxnSpPr>
        <p:spPr>
          <a:xfrm>
            <a:off x="8453329" y="315486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9" name="楕円 1058">
            <a:extLst>
              <a:ext uri="{FF2B5EF4-FFF2-40B4-BE49-F238E27FC236}">
                <ns2:creationId id="{1271BDD2-671D-F9C9-F458-4B2EC5E4D100}"/>
              </a:ext>
            </a:extLst>
          </p:cNvPr>
          <p:cNvSpPr>
            <a:spLocks noChangeAspect="1"/>
          </p:cNvSpPr>
          <p:nvPr/>
        </p:nvSpPr>
        <p:spPr>
          <a:xfrm>
            <a:off x="8631998" y="354212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0" name="直線矢印コネクタ 1059">
            <a:extLst>
              <a:ext uri="{FF2B5EF4-FFF2-40B4-BE49-F238E27FC236}">
                <ns2:creationId id="{BECB3E40-04D5-2849-1310-87E9A4DED706}"/>
              </a:ext>
            </a:extLst>
          </p:cNvPr>
          <p:cNvCxnSpPr>
            <a:cxnSpLocks/>
          </p:cNvCxnSpPr>
          <p:nvPr/>
        </p:nvCxnSpPr>
        <p:spPr>
          <a:xfrm>
            <a:off x="8453329" y="358666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1" name="楕円 1060">
            <a:extLst>
              <a:ext uri="{FF2B5EF4-FFF2-40B4-BE49-F238E27FC236}">
                <ns2:creationId id="{4DBFF527-29D0-6B88-9031-294DEB3DD5F3}"/>
              </a:ext>
            </a:extLst>
          </p:cNvPr>
          <p:cNvSpPr>
            <a:spLocks noChangeAspect="1"/>
          </p:cNvSpPr>
          <p:nvPr/>
        </p:nvSpPr>
        <p:spPr>
          <a:xfrm>
            <a:off x="10330480" y="280134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2" name="直線矢印コネクタ 1061">
            <a:extLst>
              <a:ext uri="{FF2B5EF4-FFF2-40B4-BE49-F238E27FC236}">
                <ns2:creationId id="{E5614224-1844-5212-2EA5-07BF86D108E7}"/>
              </a:ext>
            </a:extLst>
          </p:cNvPr>
          <p:cNvCxnSpPr>
            <a:cxnSpLocks/>
          </p:cNvCxnSpPr>
          <p:nvPr/>
        </p:nvCxnSpPr>
        <p:spPr>
          <a:xfrm>
            <a:off x="10151811" y="284588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3" name="楕円 1062">
            <a:extLst>
              <a:ext uri="{FF2B5EF4-FFF2-40B4-BE49-F238E27FC236}">
                <ns2:creationId id="{B5F33189-45B5-399F-0922-6C54086E26A9}"/>
              </a:ext>
            </a:extLst>
          </p:cNvPr>
          <p:cNvSpPr>
            <a:spLocks noChangeAspect="1"/>
          </p:cNvSpPr>
          <p:nvPr/>
        </p:nvSpPr>
        <p:spPr>
          <a:xfrm>
            <a:off x="10331783" y="312519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4" name="直線矢印コネクタ 1063">
            <a:extLst>
              <a:ext uri="{FF2B5EF4-FFF2-40B4-BE49-F238E27FC236}">
                <ns2:creationId id="{D74D6346-599B-0FBF-520E-1AD6BA510AAA}"/>
              </a:ext>
            </a:extLst>
          </p:cNvPr>
          <p:cNvCxnSpPr>
            <a:cxnSpLocks/>
          </p:cNvCxnSpPr>
          <p:nvPr/>
        </p:nvCxnSpPr>
        <p:spPr>
          <a:xfrm>
            <a:off x="10153114" y="316973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5" name="楕円 1064">
            <a:extLst>
              <a:ext uri="{FF2B5EF4-FFF2-40B4-BE49-F238E27FC236}">
                <ns2:creationId id="{F7318FE8-1AF4-3BF7-0997-3F5CD9C3B191}"/>
              </a:ext>
            </a:extLst>
          </p:cNvPr>
          <p:cNvSpPr>
            <a:spLocks noChangeAspect="1"/>
          </p:cNvSpPr>
          <p:nvPr/>
        </p:nvSpPr>
        <p:spPr>
          <a:xfrm>
            <a:off x="10316510" y="3556995"/>
            <a:ext cx="100474" cy="100474"/>
          </a:xfrm>
          <a:prstGeom prst="ellipse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066" name="直線矢印コネクタ 1065">
            <a:extLst>
              <a:ext uri="{FF2B5EF4-FFF2-40B4-BE49-F238E27FC236}">
                <ns2:creationId id="{984E9A70-CBC1-4EC1-D264-6DAF9FA974B9}"/>
              </a:ext>
            </a:extLst>
          </p:cNvPr>
          <p:cNvCxnSpPr>
            <a:cxnSpLocks/>
          </p:cNvCxnSpPr>
          <p:nvPr/>
        </p:nvCxnSpPr>
        <p:spPr>
          <a:xfrm>
            <a:off x="10137841" y="3601538"/>
            <a:ext cx="178669" cy="0"/>
          </a:xfrm>
          <a:prstGeom prst="straightConnector1">
            <a:avLst/>
          </a:prstGeom>
          <a:ln w="3175">
            <a:solidFill>
              <a:schemeClr val="tx1"/>
            </a:solidFill>
            <a:prstDash val="solid"/>
            <a:headEnd type="none" w="med" len="med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7" name="正方形/長方形 1066">
            <a:extLst>
              <a:ext uri="{FF2B5EF4-FFF2-40B4-BE49-F238E27FC236}">
                <ns2:creationId id="{5E12B4B4-F8D8-8A57-9306-9BABF5963055}"/>
              </a:ext>
            </a:extLst>
          </p:cNvPr>
          <p:cNvSpPr/>
          <p:nvPr/>
        </p:nvSpPr>
        <p:spPr>
          <a:xfrm>
            <a:off x="11733823" y="2768795"/>
            <a:ext cx="284376" cy="158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" name="正方形/長方形 8">
            <a:extLst>
              <a:ext uri="{FF2B5EF4-FFF2-40B4-BE49-F238E27FC236}">
                <ns2:creationId id="{7B1D087C-37BC-C2F3-8147-625D0DB5CB3A}"/>
              </a:ext>
            </a:extLst>
          </p:cNvPr>
          <p:cNvSpPr>
            <a:spLocks noChangeAspect="1"/>
          </p:cNvSpPr>
          <p:nvPr/>
        </p:nvSpPr>
        <p:spPr>
          <a:xfrm>
            <a:off x="3898318" y="6206898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ns2:creationId id="{5DF68C07-8A6E-F601-9EC9-A3B87DF42541}"/>
              </a:ext>
            </a:extLst>
          </p:cNvPr>
          <p:cNvSpPr/>
          <p:nvPr/>
        </p:nvSpPr>
        <p:spPr>
          <a:xfrm>
            <a:off x="4028344" y="6176139"/>
            <a:ext cx="914357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5" name="正方形/長方形 14">
            <a:extLst>
              <a:ext uri="{FF2B5EF4-FFF2-40B4-BE49-F238E27FC236}">
                <ns2:creationId id="{B0197728-1D25-E8E0-9079-00775A60552E}"/>
              </a:ext>
            </a:extLst>
          </p:cNvPr>
          <p:cNvSpPr>
            <a:spLocks noChangeAspect="1"/>
          </p:cNvSpPr>
          <p:nvPr/>
        </p:nvSpPr>
        <p:spPr>
          <a:xfrm>
            <a:off x="9003718" y="6206898"/>
            <a:ext cx="108000" cy="108000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BE49CB97-3874-DDB2-E9CD-4FE6B92A1B56}"/>
              </a:ext>
            </a:extLst>
          </p:cNvPr>
          <p:cNvSpPr/>
          <p:nvPr/>
        </p:nvSpPr>
        <p:spPr>
          <a:xfrm>
            <a:off x="9133744" y="6176139"/>
            <a:ext cx="914357" cy="15427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6" name="正方形/長方形 65">
            <a:extLst>
              <a:ext uri="{FF2B5EF4-FFF2-40B4-BE49-F238E27FC236}">
                <ns2:creationId id="{291A04E9-EF42-A3D4-EC3D-ED84F8C4622A}"/>
              </a:ext>
            </a:extLst>
          </p:cNvPr>
          <p:cNvSpPr/>
          <p:nvPr/>
        </p:nvSpPr>
        <p:spPr>
          <a:xfrm>
            <a:off x="2070530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7" name="正方形/長方形 66">
            <a:extLst>
              <a:ext uri="{FF2B5EF4-FFF2-40B4-BE49-F238E27FC236}">
                <ns2:creationId id="{D35FAFE2-AE8F-D55D-2AED-4DE9B70284B4}"/>
              </a:ext>
            </a:extLst>
          </p:cNvPr>
          <p:cNvSpPr/>
          <p:nvPr/>
        </p:nvSpPr>
        <p:spPr>
          <a:xfrm>
            <a:off x="3821202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8" name="正方形/長方形 67">
            <a:extLst>
              <a:ext uri="{FF2B5EF4-FFF2-40B4-BE49-F238E27FC236}">
                <ns2:creationId id="{30477452-E427-B339-2FD4-EB3A88445DE5}"/>
              </a:ext>
            </a:extLst>
          </p:cNvPr>
          <p:cNvSpPr/>
          <p:nvPr/>
        </p:nvSpPr>
        <p:spPr>
          <a:xfrm>
            <a:off x="5482867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9" name="正方形/長方形 68">
            <a:extLst>
              <a:ext uri="{FF2B5EF4-FFF2-40B4-BE49-F238E27FC236}">
                <ns2:creationId id="{D86FCB57-F3C4-4C95-7A1E-098A3D50A526}"/>
              </a:ext>
            </a:extLst>
          </p:cNvPr>
          <p:cNvSpPr/>
          <p:nvPr/>
        </p:nvSpPr>
        <p:spPr>
          <a:xfrm>
            <a:off x="7229079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0" name="正方形/長方形 69">
            <a:extLst>
              <a:ext uri="{FF2B5EF4-FFF2-40B4-BE49-F238E27FC236}">
                <ns2:creationId id="{0E4CD710-F33D-F0B2-C58A-D9B5BB5A7192}"/>
              </a:ext>
            </a:extLst>
          </p:cNvPr>
          <p:cNvSpPr/>
          <p:nvPr/>
        </p:nvSpPr>
        <p:spPr>
          <a:xfrm>
            <a:off x="8879753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1" name="正方形/長方形 70">
            <a:extLst>
              <a:ext uri="{FF2B5EF4-FFF2-40B4-BE49-F238E27FC236}">
                <ns2:creationId id="{9E6EBEEB-E076-9E93-2E09-B23B03A1F68E}"/>
              </a:ext>
            </a:extLst>
          </p:cNvPr>
          <p:cNvSpPr/>
          <p:nvPr/>
        </p:nvSpPr>
        <p:spPr>
          <a:xfrm>
            <a:off x="10593128" y="5093309"/>
            <a:ext cx="612000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2" name="直線コネクタ 81">
            <a:extLst>
              <a:ext uri="{FF2B5EF4-FFF2-40B4-BE49-F238E27FC236}">
                <ns2:creationId id="{BE10D1E9-C65E-D9AE-838A-B2B2320C6C17}"/>
              </a:ext>
            </a:extLst>
          </p:cNvPr>
          <p:cNvCxnSpPr>
            <a:cxnSpLocks/>
          </p:cNvCxnSpPr>
          <p:nvPr/>
        </p:nvCxnSpPr>
        <p:spPr>
          <a:xfrm>
            <a:off x="2929885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正方形/長方形 85">
            <a:extLst>
              <a:ext uri="{FF2B5EF4-FFF2-40B4-BE49-F238E27FC236}">
                <ns2:creationId id="{7168279F-18D0-0B10-35C3-9848444B6FF9}"/>
              </a:ext>
            </a:extLst>
          </p:cNvPr>
          <p:cNvSpPr/>
          <p:nvPr/>
        </p:nvSpPr>
        <p:spPr>
          <a:xfrm>
            <a:off x="2951223" y="5098102"/>
            <a:ext cx="493235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8" name="直線コネクタ 87">
            <a:extLst>
              <a:ext uri="{FF2B5EF4-FFF2-40B4-BE49-F238E27FC236}">
                <ns2:creationId id="{9BAC098A-D178-24EF-232D-27BD1C589D12}"/>
              </a:ext>
            </a:extLst>
          </p:cNvPr>
          <p:cNvCxnSpPr>
            <a:cxnSpLocks/>
          </p:cNvCxnSpPr>
          <p:nvPr/>
        </p:nvCxnSpPr>
        <p:spPr>
          <a:xfrm>
            <a:off x="6361828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正方形/長方形 88">
            <a:extLst>
              <a:ext uri="{FF2B5EF4-FFF2-40B4-BE49-F238E27FC236}">
                <ns2:creationId id="{968C3F35-B20D-2046-BFC5-6AD765C42609}"/>
              </a:ext>
            </a:extLst>
          </p:cNvPr>
          <p:cNvSpPr/>
          <p:nvPr/>
        </p:nvSpPr>
        <p:spPr>
          <a:xfrm>
            <a:off x="6308365" y="5098102"/>
            <a:ext cx="638118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2" name="直線コネクタ 91">
            <a:extLst>
              <a:ext uri="{FF2B5EF4-FFF2-40B4-BE49-F238E27FC236}">
                <ns2:creationId id="{08EF3C7A-C35C-C5A2-EF38-82426F2E98EC}"/>
              </a:ext>
            </a:extLst>
          </p:cNvPr>
          <p:cNvCxnSpPr>
            <a:cxnSpLocks/>
          </p:cNvCxnSpPr>
          <p:nvPr/>
        </p:nvCxnSpPr>
        <p:spPr>
          <a:xfrm>
            <a:off x="8064140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ns2:creationId id="{8D664439-0DC5-A9FC-51E5-74C678565CA7}"/>
              </a:ext>
            </a:extLst>
          </p:cNvPr>
          <p:cNvSpPr/>
          <p:nvPr/>
        </p:nvSpPr>
        <p:spPr>
          <a:xfrm>
            <a:off x="8023085" y="5098102"/>
            <a:ext cx="613302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95" name="直線コネクタ 94">
            <a:extLst>
              <a:ext uri="{FF2B5EF4-FFF2-40B4-BE49-F238E27FC236}">
                <ns2:creationId id="{2C8B3CBA-A4AF-748F-3B2E-432D45DE0725}"/>
              </a:ext>
            </a:extLst>
          </p:cNvPr>
          <p:cNvCxnSpPr>
            <a:cxnSpLocks/>
          </p:cNvCxnSpPr>
          <p:nvPr/>
        </p:nvCxnSpPr>
        <p:spPr>
          <a:xfrm>
            <a:off x="9784297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正方形/長方形 98">
            <a:extLst>
              <a:ext uri="{FF2B5EF4-FFF2-40B4-BE49-F238E27FC236}">
                <ns2:creationId id="{340393AC-A68F-C796-C07F-55B82C102A1C}"/>
              </a:ext>
            </a:extLst>
          </p:cNvPr>
          <p:cNvSpPr/>
          <p:nvPr/>
        </p:nvSpPr>
        <p:spPr>
          <a:xfrm>
            <a:off x="9717037" y="5098102"/>
            <a:ext cx="645392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100" name="直線コネクタ 99">
            <a:extLst>
              <a:ext uri="{FF2B5EF4-FFF2-40B4-BE49-F238E27FC236}">
                <ns2:creationId id="{3DE623CD-E8D4-D49C-C8B7-FC01517C88D0}"/>
              </a:ext>
            </a:extLst>
          </p:cNvPr>
          <p:cNvCxnSpPr>
            <a:cxnSpLocks/>
          </p:cNvCxnSpPr>
          <p:nvPr/>
        </p:nvCxnSpPr>
        <p:spPr>
          <a:xfrm>
            <a:off x="11487912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正方形/長方形 101">
            <a:extLst>
              <a:ext uri="{FF2B5EF4-FFF2-40B4-BE49-F238E27FC236}">
                <ns2:creationId id="{B5A24403-973A-138A-251F-DA873319935F}"/>
              </a:ext>
            </a:extLst>
          </p:cNvPr>
          <p:cNvSpPr/>
          <p:nvPr/>
        </p:nvSpPr>
        <p:spPr>
          <a:xfrm>
            <a:off x="11493996" y="5098102"/>
            <a:ext cx="498704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200" name="直線コネクタ 199">
            <a:extLst>
              <a:ext uri="{FF2B5EF4-FFF2-40B4-BE49-F238E27FC236}">
                <ns2:creationId id="{630E6755-4412-E2D7-68EC-D761B6484488}"/>
              </a:ext>
            </a:extLst>
          </p:cNvPr>
          <p:cNvCxnSpPr>
            <a:cxnSpLocks/>
          </p:cNvCxnSpPr>
          <p:nvPr/>
        </p:nvCxnSpPr>
        <p:spPr>
          <a:xfrm>
            <a:off x="4639806" y="5101254"/>
            <a:ext cx="0" cy="144050"/>
          </a:xfrm>
          <a:prstGeom prst="line">
            <a:avLst/>
          </a:prstGeom>
          <a:ln w="9525">
            <a:solidFill>
              <a:schemeClr val="accent1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正方形/長方形 201">
            <a:extLst>
              <a:ext uri="{FF2B5EF4-FFF2-40B4-BE49-F238E27FC236}">
                <ns2:creationId id="{70D00450-074B-72BD-DAAB-EE2B35CAC265}"/>
              </a:ext>
            </a:extLst>
          </p:cNvPr>
          <p:cNvSpPr/>
          <p:nvPr/>
        </p:nvSpPr>
        <p:spPr>
          <a:xfrm>
            <a:off x="4654520" y="5098102"/>
            <a:ext cx="529209" cy="14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3:creationId val="2814623301"/>
      </p:ext>
    </p:extLst>
  </p:cSld>
  <p:clrMapOvr>
    <a:masterClrMapping/>
  </p:clrMapOvr>
</p:sld>
</file>

<file path=ppt/slides/slide8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F7B26E9-3A10-AE62-B86C-38A279190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B8D9D09-D48B-D230-A69A-3D88413A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/>
              <a:t>XX</a:t>
            </a:r>
            <a:endParaRPr kumimoji="1" lang="ja-JP" altLang="en-US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6" name="テキスト プレースホルダー 45">
            <a:extLst>
              <a:ext uri="{FF2B5EF4-FFF2-40B4-BE49-F238E27FC236}">
                <ns2:creationId id="{BEDE0FC7-C207-10C3-E66D-D8891A9051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60" name="グループ化 59">
            <a:extLst>
              <a:ext uri="{FF2B5EF4-FFF2-40B4-BE49-F238E27FC236}">
                <ns2:creationId id="{2341F21E-C623-0A12-37DE-E2E406D4D1D8}"/>
              </a:ext>
            </a:extLst>
          </p:cNvPr>
          <p:cNvGrpSpPr/>
          <p:nvPr/>
        </p:nvGrpSpPr>
        <p:grpSpPr>
          <a:xfrm>
            <a:off x="334963" y="1628775"/>
            <a:ext cx="11522076" cy="4673150"/>
            <a:chOff x="334963" y="1628775"/>
            <a:chExt cx="11522076" cy="4673150"/>
          </a:xfrm>
        </p:grpSpPr>
        <p:sp>
          <p:nvSpPr>
            <p:cNvPr id="3" name="正方形/長方形 2">
              <a:extLst>
                <a:ext uri="{FF2B5EF4-FFF2-40B4-BE49-F238E27FC236}">
                  <ns2:creationId id="{F27F2885-9DB6-867C-42D1-C400E01309B7}"/>
                </a:ext>
              </a:extLst>
            </p:cNvPr>
            <p:cNvSpPr/>
            <p:nvPr/>
          </p:nvSpPr>
          <p:spPr>
            <a:xfrm>
              <a:off x="334963" y="1628775"/>
              <a:ext cx="11522075" cy="91316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2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6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lang="ja-JP" altLang="en-US" sz="1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DX</a:t>
              </a:r>
              <a:r>
                <a:rPr lang="ja-JP" altLang="en-US" sz="1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6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BF937919-55EF-AAF3-EF38-FD69EB880437}"/>
                </a:ext>
              </a:extLst>
            </p:cNvPr>
            <p:cNvSpPr/>
            <p:nvPr/>
          </p:nvSpPr>
          <p:spPr>
            <a:xfrm>
              <a:off x="334963" y="1628776"/>
              <a:ext cx="11522075" cy="324920"/>
            </a:xfrm>
            <a:prstGeom prst="rect">
              <a:avLst/>
            </a:prstGeom>
            <a:solidFill>
              <a:srgbClr val="008D2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" name="三角形 60">
              <a:extLst>
                <a:ext uri="{FF2B5EF4-FFF2-40B4-BE49-F238E27FC236}">
                  <ns2:creationId id="{58EEA87D-45B0-F500-D029-83CEC6F90499}"/>
                </a:ext>
              </a:extLst>
            </p:cNvPr>
            <p:cNvSpPr/>
            <p:nvPr/>
          </p:nvSpPr>
          <p:spPr>
            <a:xfrm rot="10800000">
              <a:off x="2502145" y="2638405"/>
              <a:ext cx="1291770" cy="173299"/>
            </a:xfrm>
            <a:prstGeom prst="triangle">
              <a:avLst>
                <a:gd name="adj" fmla="val 50053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" name="三角形 60">
              <a:extLst>
                <a:ext uri="{FF2B5EF4-FFF2-40B4-BE49-F238E27FC236}">
                  <ns2:creationId id="{61C434E0-14BA-C23F-E840-C14CB25FC366}"/>
                </a:ext>
              </a:extLst>
            </p:cNvPr>
            <p:cNvSpPr/>
            <p:nvPr/>
          </p:nvSpPr>
          <p:spPr>
            <a:xfrm rot="10800000">
              <a:off x="6452680" y="2638405"/>
              <a:ext cx="1291770" cy="173299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grpSp>
          <p:nvGrpSpPr>
            <p:cNvPr id="56" name="グループ化 55">
              <a:extLst>
                <a:ext uri="{FF2B5EF4-FFF2-40B4-BE49-F238E27FC236}">
                  <ns2:creationId id="{0F347E33-B8F1-D6AC-2CEF-D4FAFC3DABDC}"/>
                </a:ext>
              </a:extLst>
            </p:cNvPr>
            <p:cNvGrpSpPr/>
            <p:nvPr/>
          </p:nvGrpSpPr>
          <p:grpSpPr>
            <a:xfrm>
              <a:off x="343049" y="2869482"/>
              <a:ext cx="5601689" cy="3431856"/>
              <a:chOff x="343049" y="2869482"/>
              <a:chExt cx="5601689" cy="3431856"/>
            </a:xfrm>
          </p:grpSpPr>
          <p:sp>
            <p:nvSpPr>
              <p:cNvPr id="8" name="正方形/長方形 7">
                <a:extLst>
                  <a:ext uri="{FF2B5EF4-FFF2-40B4-BE49-F238E27FC236}">
                    <ns2:creationId id="{BCCE1E5D-C0FE-EEDB-542C-5A99EC5F8BD0}"/>
                  </a:ext>
                </a:extLst>
              </p:cNvPr>
              <p:cNvSpPr/>
              <p:nvPr/>
            </p:nvSpPr>
            <p:spPr>
              <a:xfrm>
                <a:off x="343049" y="3134511"/>
                <a:ext cx="5601689" cy="3166827"/>
              </a:xfrm>
              <a:prstGeom prst="rect">
                <a:avLst/>
              </a:prstGeom>
              <a:solidFill>
                <a:schemeClr val="bg1">
                  <a:lumMod val="95000"/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rgbClr val="00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2" name="正方形/長方形 151">
                <a:extLst>
                  <a:ext uri="{FF2B5EF4-FFF2-40B4-BE49-F238E27FC236}">
                    <ns2:creationId id="{86B80AA9-36E2-BC16-48C5-6D250C591040}"/>
                  </a:ext>
                </a:extLst>
              </p:cNvPr>
              <p:cNvSpPr/>
              <p:nvPr/>
            </p:nvSpPr>
            <p:spPr>
              <a:xfrm>
                <a:off x="447530" y="5343215"/>
                <a:ext cx="5393341" cy="865483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正方形/長方形 150">
                <a:extLst>
                  <a:ext uri="{FF2B5EF4-FFF2-40B4-BE49-F238E27FC236}">
                    <ns2:creationId id="{90921851-6917-EE6F-3EBF-8AD6C7AA9922}"/>
                  </a:ext>
                </a:extLst>
              </p:cNvPr>
              <p:cNvSpPr/>
              <p:nvPr/>
            </p:nvSpPr>
            <p:spPr>
              <a:xfrm>
                <a:off x="447531" y="3239794"/>
                <a:ext cx="5393341" cy="198943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6C90DF08-E499-74EB-D22A-FA405A534C1A}"/>
                  </a:ext>
                </a:extLst>
              </p:cNvPr>
              <p:cNvSpPr/>
              <p:nvPr/>
            </p:nvSpPr>
            <p:spPr>
              <a:xfrm>
                <a:off x="343049" y="2878191"/>
                <a:ext cx="5601689" cy="256320"/>
              </a:xfrm>
              <a:prstGeom prst="rect">
                <a:avLst/>
              </a:prstGeom>
              <a:solidFill>
                <a:srgbClr val="008D2D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18" name="グループ化 17">
                <a:extLst>
                  <a:ext uri="{FF2B5EF4-FFF2-40B4-BE49-F238E27FC236}">
                    <ns2:creationId id="{C924E7BC-1406-E7E1-9CE3-08B002EECD08}"/>
                  </a:ext>
                </a:extLst>
              </p:cNvPr>
              <p:cNvGrpSpPr/>
              <p:nvPr/>
            </p:nvGrpSpPr>
            <p:grpSpPr>
              <a:xfrm>
                <a:off x="542611" y="3216200"/>
                <a:ext cx="2510611" cy="283396"/>
                <a:chOff x="371475" y="1160463"/>
                <a:chExt cx="5635625" cy="828675"/>
              </a:xfrm>
            </p:grpSpPr>
            <p:sp>
              <p:nvSpPr>
                <p:cNvPr id="19" name="テキスト ボックス 10">
                  <a:extLst>
                    <a:ext uri="{FF2B5EF4-FFF2-40B4-BE49-F238E27FC236}">
                      <ns2:creationId id="{06FA5B9F-A9B5-390D-7BAF-0E505C0587BF}"/>
                    </a:ext>
                  </a:extLst>
                </p:cNvPr>
                <p:cNvSpPr txBox="1"/>
                <p:nvPr/>
              </p:nvSpPr>
              <p:spPr>
                <a:xfrm>
                  <a:off x="371475" y="1160463"/>
                  <a:ext cx="5635625" cy="82867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0" rtlCol="0" anchor="b">
                  <a:noAutofit/>
                </a:bodyPr>
                <a:lstStyle/>
                <a:p>
                  <a:pPr algn="ctr"/>
                  <a:r>
                    <a:rPr lang="en-US" altLang="ja-JP" sz="1400">
                      <a:solidFill>
                        <a:srgbClr val="008D2D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>
                      <a:solidFill>
                        <a:srgbClr val="008D2D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20" name="直線コネクタ 11">
                  <a:extLst>
                    <a:ext uri="{FF2B5EF4-FFF2-40B4-BE49-F238E27FC236}">
                      <ns2:creationId id="{95F74E09-779C-67ED-5C1E-1537A4C274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1989138"/>
                  <a:ext cx="5635625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グループ化 21">
                <a:extLst>
                  <a:ext uri="{FF2B5EF4-FFF2-40B4-BE49-F238E27FC236}">
                    <ns2:creationId id="{B6612083-3C4D-A832-877B-8A3FF3CA3255}"/>
                  </a:ext>
                </a:extLst>
              </p:cNvPr>
              <p:cNvGrpSpPr/>
              <p:nvPr/>
            </p:nvGrpSpPr>
            <p:grpSpPr>
              <a:xfrm>
                <a:off x="3239631" y="3216200"/>
                <a:ext cx="2510611" cy="283396"/>
                <a:chOff x="371475" y="1160463"/>
                <a:chExt cx="5635625" cy="828675"/>
              </a:xfrm>
            </p:grpSpPr>
            <p:sp>
              <p:nvSpPr>
                <p:cNvPr id="23" name="テキスト ボックス 10">
                  <a:extLst>
                    <a:ext uri="{FF2B5EF4-FFF2-40B4-BE49-F238E27FC236}">
                      <ns2:creationId id="{248CBC8D-5E5C-0BC3-5039-D4590B0CF3AA}"/>
                    </a:ext>
                  </a:extLst>
                </p:cNvPr>
                <p:cNvSpPr txBox="1"/>
                <p:nvPr/>
              </p:nvSpPr>
              <p:spPr>
                <a:xfrm>
                  <a:off x="371475" y="1160463"/>
                  <a:ext cx="5635625" cy="828675"/>
                </a:xfrm>
                <a:prstGeom prst="rect">
                  <a:avLst/>
                </a:prstGeom>
                <a:noFill/>
              </p:spPr>
              <p:txBody>
                <a:bodyPr wrap="none" lIns="36000" tIns="36000" rIns="36000" bIns="0" rtlCol="0" anchor="b"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rgbClr val="008D2D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24" name="直線コネクタ 11">
                  <a:extLst>
                    <a:ext uri="{FF2B5EF4-FFF2-40B4-BE49-F238E27FC236}">
                      <ns2:creationId id="{AF833690-2F26-4411-0E3B-8175ABB6DD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1989138"/>
                  <a:ext cx="5635625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2" name="四角形: 角を丸くする 174">
                <a:extLst>
                  <a:ext uri="{FF2B5EF4-FFF2-40B4-BE49-F238E27FC236}">
                    <ns2:creationId id="{1517F61F-52AD-42D9-7488-651BC35C05FC}"/>
                  </a:ext>
                </a:extLst>
              </p:cNvPr>
              <p:cNvSpPr/>
              <p:nvPr/>
            </p:nvSpPr>
            <p:spPr>
              <a:xfrm>
                <a:off x="542611" y="3579118"/>
                <a:ext cx="2510611" cy="252449"/>
              </a:xfrm>
              <a:prstGeom prst="roundRect">
                <a:avLst>
                  <a:gd name="adj" fmla="val 338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rgbClr val="00800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15" name="グラフィックス 114" descr="事業の成長 単色塗りつぶし">
                <a:extLst>
                  <a:ext uri="{FF2B5EF4-FFF2-40B4-BE49-F238E27FC236}">
                    <ns2:creationId id="{3938144E-ADA2-0612-8AE2-8A98C1FBFC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849033" y="3531643"/>
                <a:ext cx="324000" cy="324000"/>
              </a:xfrm>
              <a:prstGeom prst="rect">
                <a:avLst/>
              </a:prstGeom>
            </p:spPr>
          </p:pic>
          <p:sp>
            <p:nvSpPr>
              <p:cNvPr id="116" name="四角形: 角を丸くする 174">
                <a:extLst>
                  <a:ext uri="{FF2B5EF4-FFF2-40B4-BE49-F238E27FC236}">
                    <ns2:creationId id="{CFFE248A-B430-6A3B-8947-67DD08ABCBA3}"/>
                  </a:ext>
                </a:extLst>
              </p:cNvPr>
              <p:cNvSpPr/>
              <p:nvPr/>
            </p:nvSpPr>
            <p:spPr>
              <a:xfrm>
                <a:off x="3485436" y="3852700"/>
                <a:ext cx="1020118" cy="430489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117" name="図 116">
                <a:extLst>
                  <a:ext uri="{FF2B5EF4-FFF2-40B4-BE49-F238E27FC236}">
                    <ns2:creationId id="{28A84105-A063-D8A9-5458-BA3589A758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2611" y="3921966"/>
                <a:ext cx="2510611" cy="1038713"/>
              </a:xfrm>
              <a:prstGeom prst="rect">
                <a:avLst/>
              </a:prstGeom>
            </p:spPr>
          </p:pic>
          <p:pic>
            <p:nvPicPr>
              <p:cNvPr id="118" name="グラフィックス 117" descr="人工知能 単色塗りつぶし">
                <a:extLst>
                  <a:ext uri="{FF2B5EF4-FFF2-40B4-BE49-F238E27FC236}">
                    <ns2:creationId id="{B39FC7F8-ED8A-E106-9B56-93049F9D5E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740813" y="3542542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9" name="グラフィックス 118" descr="プレゼンテーション (棒グラフ) 単色塗りつぶし">
                <a:extLst>
                  <a:ext uri="{FF2B5EF4-FFF2-40B4-BE49-F238E27FC236}">
                    <ns2:creationId id="{DBACF35C-3B6D-216B-DF7C-654C3DCD8A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349727" y="427445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0" name="グラフィックス 119" descr="クリップボード 単色塗りつぶし">
                <a:extLst>
                  <a:ext uri="{FF2B5EF4-FFF2-40B4-BE49-F238E27FC236}">
                    <ns2:creationId id="{AE52A61E-8B8E-474D-3047-45BEACFC50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3501346" y="427445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1" name="グラフィックス 120" descr="魔法の杖 (自動) 単色塗りつぶし">
                <a:extLst>
                  <a:ext uri="{FF2B5EF4-FFF2-40B4-BE49-F238E27FC236}">
                    <ns2:creationId id="{7B7AA852-4232-D2DD-8272-C92A87CB4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5152828" y="4262759"/>
                <a:ext cx="347400" cy="347400"/>
              </a:xfrm>
              <a:prstGeom prst="rect">
                <a:avLst/>
              </a:prstGeom>
            </p:spPr>
          </p:pic>
          <p:sp>
            <p:nvSpPr>
              <p:cNvPr id="122" name="四角形: 角を丸くする 174">
                <a:extLst>
                  <a:ext uri="{FF2B5EF4-FFF2-40B4-BE49-F238E27FC236}">
                    <ns2:creationId id="{328EDF3E-5515-4C04-B637-4E215C9F64F3}"/>
                  </a:ext>
                </a:extLst>
              </p:cNvPr>
              <p:cNvSpPr/>
              <p:nvPr/>
            </p:nvSpPr>
            <p:spPr>
              <a:xfrm>
                <a:off x="3239631" y="4589046"/>
                <a:ext cx="847429" cy="430489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err="1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0" name="四角形: 角を丸くする 174">
                <a:extLst>
                  <a:ext uri="{FF2B5EF4-FFF2-40B4-BE49-F238E27FC236}">
                    <ns2:creationId id="{13C687C9-2EC9-904F-410B-5F15A62C8527}"/>
                  </a:ext>
                </a:extLst>
              </p:cNvPr>
              <p:cNvSpPr/>
              <p:nvPr/>
            </p:nvSpPr>
            <p:spPr>
              <a:xfrm>
                <a:off x="4012862" y="4589046"/>
                <a:ext cx="997730" cy="430489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BI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5" name="四角形: 角を丸くする 174">
                <a:extLst>
                  <a:ext uri="{FF2B5EF4-FFF2-40B4-BE49-F238E27FC236}">
                    <ns2:creationId id="{8CF9B3BA-2768-F9BF-BA07-768029C9B109}"/>
                  </a:ext>
                </a:extLst>
              </p:cNvPr>
              <p:cNvSpPr/>
              <p:nvPr/>
            </p:nvSpPr>
            <p:spPr>
              <a:xfrm>
                <a:off x="4902813" y="4589046"/>
                <a:ext cx="847429" cy="430489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RPA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1" name="四角形: 角を丸くする 174">
                <a:extLst>
                  <a:ext uri="{FF2B5EF4-FFF2-40B4-BE49-F238E27FC236}">
                    <ns2:creationId id="{ED631CD7-66A9-04D0-2805-3BE8E2F40864}"/>
                  </a:ext>
                </a:extLst>
              </p:cNvPr>
              <p:cNvSpPr/>
              <p:nvPr/>
            </p:nvSpPr>
            <p:spPr>
              <a:xfrm>
                <a:off x="4408292" y="3852700"/>
                <a:ext cx="989041" cy="430489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1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AI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55" name="グループ化 54">
                <a:extLst>
                  <a:ext uri="{FF2B5EF4-FFF2-40B4-BE49-F238E27FC236}">
                    <ns2:creationId id="{CA8E5661-6641-73AE-F4B8-B49E657D0F93}"/>
                  </a:ext>
                </a:extLst>
              </p:cNvPr>
              <p:cNvGrpSpPr/>
              <p:nvPr/>
            </p:nvGrpSpPr>
            <p:grpSpPr>
              <a:xfrm>
                <a:off x="447529" y="5343390"/>
                <a:ext cx="5393343" cy="875367"/>
                <a:chOff x="447529" y="5343390"/>
                <a:chExt cx="5393343" cy="875367"/>
              </a:xfrm>
            </p:grpSpPr>
            <p:sp>
              <p:nvSpPr>
                <p:cNvPr id="28" name="四角形: 角を丸くする 174">
                  <a:extLst>
                    <a:ext uri="{FF2B5EF4-FFF2-40B4-BE49-F238E27FC236}">
                      <ns2:creationId id="{ADEBA574-4CF3-3337-3A04-5259DFC85A17}"/>
                    </a:ext>
                  </a:extLst>
                </p:cNvPr>
                <p:cNvSpPr/>
                <p:nvPr/>
              </p:nvSpPr>
              <p:spPr>
                <a:xfrm>
                  <a:off x="447529" y="5657385"/>
                  <a:ext cx="3226079" cy="561372"/>
                </a:xfrm>
                <a:prstGeom prst="roundRect">
                  <a:avLst>
                    <a:gd name="adj" fmla="val 3388"/>
                  </a:avLst>
                </a:prstGeom>
                <a:noFill/>
                <a:ln w="9525" cap="flat" cmpd="sng" algn="ctr">
                  <a:noFill/>
                  <a:prstDash val="solid"/>
                  <a:miter lim="800000"/>
                </a:ln>
                <a:effectLst/>
                <a:extLst>
                  <a:ext uri="{909E8E84-426E-40DD-AFC4-6F175D3DCCD1}">
                    <ns5:hiddenFill>
                      <a:solidFill>
                        <a:schemeClr val="bg1"/>
                      </a:solidFill>
                    </ns5:hiddenFill>
                  </a:ext>
                  <a:ext uri="{91240B29-F687-4F45-9708-019B960494DF}">
                    <ns5:hiddenLine w="9525" cap="flat" cmpd="sng" algn="ctr">
                      <a:solidFill>
                        <a:srgbClr val="99CCB2"/>
                      </a:solidFill>
                      <a:prstDash val="solid"/>
                      <a:miter lim="800000"/>
                    </ns5:hiddenLine>
                  </a:ext>
                </a:ex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41288" indent="-141288">
                    <a:buClr>
                      <a:srgbClr val="008D2D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  <a:p>
                  <a:pPr marL="141288" indent="-141288">
                    <a:buClr>
                      <a:srgbClr val="008D2D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105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marL="141288" indent="-141288">
                    <a:buClr>
                      <a:srgbClr val="008D2D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105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9" name="四角形: 角を丸くする 174">
                  <a:extLst>
                    <a:ext uri="{FF2B5EF4-FFF2-40B4-BE49-F238E27FC236}">
                      <ns2:creationId id="{83091611-71E9-F921-0658-49D40ADA7E0B}"/>
                    </a:ext>
                  </a:extLst>
                </p:cNvPr>
                <p:cNvSpPr/>
                <p:nvPr/>
              </p:nvSpPr>
              <p:spPr>
                <a:xfrm>
                  <a:off x="3644726" y="5657385"/>
                  <a:ext cx="2196146" cy="561372"/>
                </a:xfrm>
                <a:prstGeom prst="roundRect">
                  <a:avLst>
                    <a:gd name="adj" fmla="val 3388"/>
                  </a:avLst>
                </a:prstGeom>
                <a:noFill/>
                <a:ln w="9525" cap="flat" cmpd="sng" algn="ctr">
                  <a:noFill/>
                  <a:prstDash val="solid"/>
                  <a:miter lim="800000"/>
                </a:ln>
                <a:effectLst/>
                <a:extLst>
                  <a:ext uri="{909E8E84-426E-40DD-AFC4-6F175D3DCCD1}">
                    <ns5:hiddenFill>
                      <a:solidFill>
                        <a:schemeClr val="bg1"/>
                      </a:solidFill>
                    </ns5:hiddenFill>
                  </a:ext>
                  <a:ext uri="{91240B29-F687-4F45-9708-019B960494DF}">
                    <ns5:hiddenLine w="9525" cap="flat" cmpd="sng" algn="ctr">
                      <a:solidFill>
                        <a:srgbClr val="99CCB2"/>
                      </a:solidFill>
                      <a:prstDash val="solid"/>
                      <a:miter lim="800000"/>
                    </ns5:hiddenLine>
                  </a:ext>
                </a:ex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41288" indent="-141288">
                    <a:buClr>
                      <a:srgbClr val="008D2D"/>
                    </a:buClr>
                    <a:buFont typeface="Arial" panose="020B0604020202020204" pitchFamily="34" charset="0"/>
                    <a:buChar char="•"/>
                    <a:tabLst>
                      <a:tab pos="131763" algn="l"/>
                    </a:tabLst>
                  </a:pPr>
                  <a:r>
                    <a:rPr lang="ja-JP" altLang="en-US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</a:p>
                <a:p>
                  <a:pPr marL="141288" indent="-141288">
                    <a:buClr>
                      <a:srgbClr val="008D2D"/>
                    </a:buClr>
                    <a:buFont typeface="Arial" panose="020B0604020202020204" pitchFamily="34" charset="0"/>
                    <a:buChar char="•"/>
                    <a:tabLst>
                      <a:tab pos="131763" algn="l"/>
                    </a:tabLst>
                  </a:pPr>
                  <a:r>
                    <a:rPr lang="ja-JP" altLang="en-US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105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marL="141288" indent="-141288">
                    <a:buClr>
                      <a:srgbClr val="008D2D"/>
                    </a:buClr>
                    <a:buFont typeface="Arial" panose="020B0604020202020204" pitchFamily="34" charset="0"/>
                    <a:buChar char="•"/>
                    <a:tabLst>
                      <a:tab pos="131763" algn="l"/>
                    </a:tabLst>
                  </a:pPr>
                  <a:r>
                    <a:rPr lang="en-US" altLang="ja-JP" sz="105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grpSp>
              <p:nvGrpSpPr>
                <p:cNvPr id="49" name="グループ化 48">
                  <a:extLst>
                    <a:ext uri="{FF2B5EF4-FFF2-40B4-BE49-F238E27FC236}">
                      <ns2:creationId id="{6841EBEC-3655-E974-6FD2-D55FEE3E97F9}"/>
                    </a:ext>
                  </a:extLst>
                </p:cNvPr>
                <p:cNvGrpSpPr/>
                <p:nvPr/>
              </p:nvGrpSpPr>
              <p:grpSpPr>
                <a:xfrm>
                  <a:off x="542611" y="5343390"/>
                  <a:ext cx="5207631" cy="283396"/>
                  <a:chOff x="542611" y="5343390"/>
                  <a:chExt cx="5207631" cy="283396"/>
                </a:xfrm>
              </p:grpSpPr>
              <p:sp>
                <p:nvSpPr>
                  <p:cNvPr id="156" name="テキスト ボックス 10">
                    <a:extLst>
                      <a:ext uri="{FF2B5EF4-FFF2-40B4-BE49-F238E27FC236}">
                        <ns2:creationId id="{D57AD4A9-0CE7-CF2C-DBDE-84838361576B}"/>
                      </a:ext>
                    </a:extLst>
                  </p:cNvPr>
                  <p:cNvSpPr txBox="1"/>
                  <p:nvPr/>
                </p:nvSpPr>
                <p:spPr>
                  <a:xfrm>
                    <a:off x="542611" y="5343390"/>
                    <a:ext cx="5207631" cy="283396"/>
                  </a:xfrm>
                  <a:prstGeom prst="rect">
                    <a:avLst/>
                  </a:prstGeom>
                  <a:noFill/>
                </p:spPr>
                <p:txBody>
                  <a:bodyPr wrap="none" lIns="36000" tIns="72000" rIns="36000" bIns="0" rtlCol="0" anchor="b"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rgbClr val="008D2D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  <p:cxnSp>
                <p:nvCxnSpPr>
                  <p:cNvPr id="157" name="直線コネクタ 11">
                    <a:extLst>
                      <a:ext uri="{FF2B5EF4-FFF2-40B4-BE49-F238E27FC236}">
                        <ns2:creationId id="{04FEFE67-EE0C-9EC7-FDED-369870B832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42611" y="5626786"/>
                    <a:ext cx="5207631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159" name="グラフィックス 158" descr="慈善 単色塗りつぶし">
                <a:extLst>
                  <a:ext uri="{FF2B5EF4-FFF2-40B4-BE49-F238E27FC236}">
                    <ns2:creationId id="{75B45851-0B45-113D-5010-3F74EDE95B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2070823" y="2869482"/>
                <a:ext cx="256320" cy="256320"/>
              </a:xfrm>
              <a:prstGeom prst="rect">
                <a:avLst/>
              </a:prstGeom>
            </p:spPr>
          </p:pic>
        </p:grpSp>
        <p:pic>
          <p:nvPicPr>
            <p:cNvPr id="162" name="グラフィックス 161" descr="スクロール 単色塗りつぶし">
              <a:extLst>
                <a:ext uri="{FF2B5EF4-FFF2-40B4-BE49-F238E27FC236}">
                  <ns2:creationId id="{F2C7DA59-8B8B-C168-FCBE-F0C2819D5C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5368393" y="1665236"/>
              <a:ext cx="252000" cy="252000"/>
            </a:xfrm>
            <a:prstGeom prst="rect">
              <a:avLst/>
            </a:prstGeom>
          </p:spPr>
        </p:pic>
        <p:grpSp>
          <p:nvGrpSpPr>
            <p:cNvPr id="57" name="グループ化 56">
              <a:extLst>
                <a:ext uri="{FF2B5EF4-FFF2-40B4-BE49-F238E27FC236}">
                  <ns2:creationId id="{CEFBD868-3E98-7CCF-6A73-21FF3A177B90}"/>
                </a:ext>
              </a:extLst>
            </p:cNvPr>
            <p:cNvGrpSpPr/>
            <p:nvPr/>
          </p:nvGrpSpPr>
          <p:grpSpPr>
            <a:xfrm>
              <a:off x="6054574" y="2869482"/>
              <a:ext cx="2157719" cy="3432443"/>
              <a:chOff x="6054574" y="2869482"/>
              <a:chExt cx="2157719" cy="3432443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D8FE9F61-347B-5EDB-34E1-79506529D8C9}"/>
                  </a:ext>
                </a:extLst>
              </p:cNvPr>
              <p:cNvSpPr/>
              <p:nvPr/>
            </p:nvSpPr>
            <p:spPr>
              <a:xfrm>
                <a:off x="6054574" y="3133925"/>
                <a:ext cx="2157719" cy="3168000"/>
              </a:xfrm>
              <a:prstGeom prst="rect">
                <a:avLst/>
              </a:prstGeom>
              <a:solidFill>
                <a:schemeClr val="bg1">
                  <a:lumMod val="95000"/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3C201FE8-2E9C-0CE6-DAFF-2393B4FDC97C}"/>
                  </a:ext>
                </a:extLst>
              </p:cNvPr>
              <p:cNvSpPr/>
              <p:nvPr/>
            </p:nvSpPr>
            <p:spPr>
              <a:xfrm>
                <a:off x="6054574" y="2877605"/>
                <a:ext cx="2157719" cy="256320"/>
              </a:xfrm>
              <a:prstGeom prst="rect">
                <a:avLst/>
              </a:prstGeom>
              <a:solidFill>
                <a:srgbClr val="008D2D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88000" tIns="36000" rIns="10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DX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7" name="角丸四角形 26">
                <a:extLst>
                  <a:ext uri="{FF2B5EF4-FFF2-40B4-BE49-F238E27FC236}">
                    <ns2:creationId id="{5F360B05-C2C5-546C-099D-50B53BCEE187}"/>
                  </a:ext>
                </a:extLst>
              </p:cNvPr>
              <p:cNvSpPr/>
              <p:nvPr/>
            </p:nvSpPr>
            <p:spPr>
              <a:xfrm>
                <a:off x="6129235" y="3239794"/>
                <a:ext cx="964977" cy="939761"/>
              </a:xfrm>
              <a:prstGeom prst="roundRect">
                <a:avLst>
                  <a:gd name="adj" fmla="val 766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altLang="ja-JP" sz="14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…</a:t>
                </a:r>
                <a:endParaRPr lang="ja-JP" altLang="en-US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3" name="角丸四角形 32">
                <a:extLst>
                  <a:ext uri="{FF2B5EF4-FFF2-40B4-BE49-F238E27FC236}">
                    <ns2:creationId id="{44A6DB1A-4B4F-7082-1B5C-52B8B4296E01}"/>
                  </a:ext>
                </a:extLst>
              </p:cNvPr>
              <p:cNvSpPr/>
              <p:nvPr/>
            </p:nvSpPr>
            <p:spPr>
              <a:xfrm>
                <a:off x="7168001" y="3239794"/>
                <a:ext cx="964977" cy="939761"/>
              </a:xfrm>
              <a:prstGeom prst="roundRect">
                <a:avLst>
                  <a:gd name="adj" fmla="val 766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144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  <a:p>
                <a:pPr algn="ctr"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US" altLang="ja-JP" sz="14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…</a:t>
                </a:r>
                <a:endParaRPr lang="ja-JP" altLang="en-US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4" name="角丸四角形 33">
                <a:extLst>
                  <a:ext uri="{FF2B5EF4-FFF2-40B4-BE49-F238E27FC236}">
                    <ns2:creationId id="{31001B36-202B-2686-074D-A589A744567C}"/>
                  </a:ext>
                </a:extLst>
              </p:cNvPr>
              <p:cNvSpPr/>
              <p:nvPr/>
            </p:nvSpPr>
            <p:spPr>
              <a:xfrm>
                <a:off x="6129235" y="5238793"/>
                <a:ext cx="964977" cy="939761"/>
              </a:xfrm>
              <a:prstGeom prst="roundRect">
                <a:avLst>
                  <a:gd name="adj" fmla="val 766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900"/>
                  </a:spcAft>
                </a:pPr>
                <a:r>
                  <a:rPr lang="ja-JP" altLang="en-US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en-US" altLang="ja-JP" sz="14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…</a:t>
                </a:r>
                <a:endParaRPr kumimoji="1" lang="ja-JP" altLang="en-US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5" name="角丸四角形 34">
                <a:extLst>
                  <a:ext uri="{FF2B5EF4-FFF2-40B4-BE49-F238E27FC236}">
                    <ns2:creationId id="{D819B3F5-991E-68E0-041F-BAC5068B47EC}"/>
                  </a:ext>
                </a:extLst>
              </p:cNvPr>
              <p:cNvSpPr/>
              <p:nvPr/>
            </p:nvSpPr>
            <p:spPr>
              <a:xfrm>
                <a:off x="6129235" y="4239294"/>
                <a:ext cx="964977" cy="939761"/>
              </a:xfrm>
              <a:prstGeom prst="roundRect">
                <a:avLst>
                  <a:gd name="adj" fmla="val 766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900"/>
                  </a:spcAft>
                </a:pPr>
                <a:r>
                  <a:rPr lang="ja-JP" altLang="en-US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  <a:p>
                <a:pPr algn="ctr"/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1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60" name="グラフィックス 159" descr="プロセッサ 単色塗りつぶし">
                <a:extLst>
                  <a:ext uri="{FF2B5EF4-FFF2-40B4-BE49-F238E27FC236}">
                    <ns2:creationId id="{5BBC6ADC-A154-075D-F128-E6EF0F59FB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6064228" y="2869482"/>
                <a:ext cx="256320" cy="256320"/>
              </a:xfrm>
              <a:prstGeom prst="rect">
                <a:avLst/>
              </a:prstGeom>
            </p:spPr>
          </p:pic>
          <p:sp>
            <p:nvSpPr>
              <p:cNvPr id="36" name="角丸四角形 35">
                <a:extLst>
                  <a:ext uri="{FF2B5EF4-FFF2-40B4-BE49-F238E27FC236}">
                    <ns2:creationId id="{DFD96B85-96C4-BBA6-08A4-0FA02D95B103}"/>
                  </a:ext>
                </a:extLst>
              </p:cNvPr>
              <p:cNvSpPr/>
              <p:nvPr/>
            </p:nvSpPr>
            <p:spPr>
              <a:xfrm>
                <a:off x="7168001" y="4239294"/>
                <a:ext cx="964977" cy="939761"/>
              </a:xfrm>
              <a:prstGeom prst="roundRect">
                <a:avLst>
                  <a:gd name="adj" fmla="val 766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900"/>
                  </a:spcAft>
                </a:pPr>
                <a:r>
                  <a:rPr lang="ja-JP" altLang="en-US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11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" name="角丸四角形 36">
                <a:extLst>
                  <a:ext uri="{FF2B5EF4-FFF2-40B4-BE49-F238E27FC236}">
                    <ns2:creationId id="{D92545BC-DEEF-EAD2-6FF0-4C7D65508134}"/>
                  </a:ext>
                </a:extLst>
              </p:cNvPr>
              <p:cNvSpPr/>
              <p:nvPr/>
            </p:nvSpPr>
            <p:spPr>
              <a:xfrm>
                <a:off x="7173975" y="5238793"/>
                <a:ext cx="964977" cy="939761"/>
              </a:xfrm>
              <a:prstGeom prst="roundRect">
                <a:avLst>
                  <a:gd name="adj" fmla="val 766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900"/>
                  </a:spcAft>
                </a:pPr>
                <a:r>
                  <a:rPr lang="ja-JP" altLang="en-US" sz="11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en-US" altLang="ja-JP" sz="14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…</a:t>
                </a:r>
                <a:endParaRPr lang="ja-JP" altLang="en-US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30" name="グラフィックス 29" descr="スマート フォン 単色塗りつぶし">
                <a:extLst>
                  <a:ext uri="{FF2B5EF4-FFF2-40B4-BE49-F238E27FC236}">
                    <ns2:creationId id="{755249E7-6E2C-2504-1614-BBB036E547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6755279" y="383266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31" name="グラフィックス 30" descr="手当て 単色塗りつぶし">
                <a:extLst>
                  <a:ext uri="{FF2B5EF4-FFF2-40B4-BE49-F238E27FC236}">
                    <ns2:creationId id="{42D76BF3-BE70-A0F2-62AA-727C963415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7794045" y="384908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32" name="グラフィックス 31" descr="モノのインターネット 単色塗りつぶし">
                <a:extLst>
                  <a:ext uri="{FF2B5EF4-FFF2-40B4-BE49-F238E27FC236}">
                    <ns2:creationId id="{8F5A1169-67F1-4F28-CE46-A74E7EA140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7794045" y="484858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45" name="グラフィックス 44" descr="チェックマークの付いた盾 単色塗りつぶし">
                <a:extLst>
                  <a:ext uri="{FF2B5EF4-FFF2-40B4-BE49-F238E27FC236}">
                    <ns2:creationId id="{7E2676B1-DCA5-B42D-A667-C35AB5944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7800019" y="5848088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47" name="グラフィックス 46" descr="ディスク 単色塗りつぶし">
                <a:extLst>
                  <a:ext uri="{FF2B5EF4-FFF2-40B4-BE49-F238E27FC236}">
                    <ns2:creationId id="{7B6DB6DE-6D42-89E6-9EE8-99FAB989ED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6755279" y="484858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48" name="グラフィックス 47" descr="目 単色塗りつぶし">
                <a:extLst>
                  <a:ext uri="{FF2B5EF4-FFF2-40B4-BE49-F238E27FC236}">
                    <ns2:creationId id="{FA0E0EBF-9C65-B31A-52C1-58EB48783B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rcRect/>
              <a:stretch/>
            </p:blipFill>
            <p:spPr>
              <a:xfrm>
                <a:off x="6755279" y="5848088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59" name="グループ化 58">
              <a:extLst>
                <a:ext uri="{FF2B5EF4-FFF2-40B4-BE49-F238E27FC236}">
                  <ns2:creationId id="{34C05262-E429-F6F4-CC02-D1090692A043}"/>
                </a:ext>
              </a:extLst>
            </p:cNvPr>
            <p:cNvGrpSpPr/>
            <p:nvPr/>
          </p:nvGrpSpPr>
          <p:grpSpPr>
            <a:xfrm>
              <a:off x="8330217" y="2638405"/>
              <a:ext cx="3526822" cy="3663520"/>
              <a:chOff x="8330217" y="2638405"/>
              <a:chExt cx="3526822" cy="3663520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265CB66B-A276-F583-11E7-DE44A3D23512}"/>
                  </a:ext>
                </a:extLst>
              </p:cNvPr>
              <p:cNvSpPr/>
              <p:nvPr/>
            </p:nvSpPr>
            <p:spPr>
              <a:xfrm>
                <a:off x="8330217" y="3133925"/>
                <a:ext cx="3526822" cy="3168000"/>
              </a:xfrm>
              <a:prstGeom prst="rect">
                <a:avLst/>
              </a:prstGeom>
              <a:solidFill>
                <a:schemeClr val="bg1">
                  <a:lumMod val="95000"/>
                  <a:alpha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7" name="三角形 60">
                <a:extLst>
                  <a:ext uri="{FF2B5EF4-FFF2-40B4-BE49-F238E27FC236}">
                    <ns2:creationId id="{48EA09C2-FFD1-B44A-63E2-CE92FC6009B7}"/>
                  </a:ext>
                </a:extLst>
              </p:cNvPr>
              <p:cNvSpPr/>
              <p:nvPr/>
            </p:nvSpPr>
            <p:spPr>
              <a:xfrm rot="10800000">
                <a:off x="9447743" y="2638405"/>
                <a:ext cx="1291770" cy="173299"/>
              </a:xfrm>
              <a:prstGeom prst="triangl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887E613F-CBC9-3A04-31DF-3C3E099D806B}"/>
                  </a:ext>
                </a:extLst>
              </p:cNvPr>
              <p:cNvSpPr/>
              <p:nvPr/>
            </p:nvSpPr>
            <p:spPr>
              <a:xfrm>
                <a:off x="8330217" y="2877605"/>
                <a:ext cx="3526822" cy="256320"/>
              </a:xfrm>
              <a:prstGeom prst="rect">
                <a:avLst/>
              </a:prstGeom>
              <a:solidFill>
                <a:srgbClr val="008D2D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A36CF4BA-9CBC-9ABE-E5F5-CE47C7A43059}"/>
                  </a:ext>
                </a:extLst>
              </p:cNvPr>
              <p:cNvSpPr/>
              <p:nvPr/>
            </p:nvSpPr>
            <p:spPr>
              <a:xfrm>
                <a:off x="8371046" y="3583107"/>
                <a:ext cx="379509" cy="804820"/>
              </a:xfrm>
              <a:prstGeom prst="rect">
                <a:avLst/>
              </a:prstGeom>
              <a:solidFill>
                <a:srgbClr val="66BB81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ACF8BE8B-6329-215A-2777-A830716F4C7C}"/>
                  </a:ext>
                </a:extLst>
              </p:cNvPr>
              <p:cNvSpPr/>
              <p:nvPr/>
            </p:nvSpPr>
            <p:spPr>
              <a:xfrm>
                <a:off x="8375443" y="4453449"/>
                <a:ext cx="379509" cy="804820"/>
              </a:xfrm>
              <a:prstGeom prst="rect">
                <a:avLst/>
              </a:prstGeom>
              <a:solidFill>
                <a:srgbClr val="66BB81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4B753443-8F7B-0871-DDE8-C5EE2E253907}"/>
                  </a:ext>
                </a:extLst>
              </p:cNvPr>
              <p:cNvSpPr/>
              <p:nvPr/>
            </p:nvSpPr>
            <p:spPr>
              <a:xfrm>
                <a:off x="8375443" y="5324400"/>
                <a:ext cx="379509" cy="804820"/>
              </a:xfrm>
              <a:prstGeom prst="rect">
                <a:avLst/>
              </a:prstGeom>
              <a:solidFill>
                <a:srgbClr val="66BB81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38" name="グループ化 37">
                <a:extLst>
                  <a:ext uri="{FF2B5EF4-FFF2-40B4-BE49-F238E27FC236}">
                    <ns2:creationId id="{73562A44-A459-72B0-BBDB-9C96A2F8C94D}"/>
                  </a:ext>
                </a:extLst>
              </p:cNvPr>
              <p:cNvGrpSpPr/>
              <p:nvPr/>
            </p:nvGrpSpPr>
            <p:grpSpPr>
              <a:xfrm>
                <a:off x="8750554" y="3216200"/>
                <a:ext cx="1459427" cy="283396"/>
                <a:chOff x="371475" y="1160463"/>
                <a:chExt cx="5635625" cy="828675"/>
              </a:xfrm>
            </p:grpSpPr>
            <p:sp>
              <p:nvSpPr>
                <p:cNvPr id="39" name="テキスト ボックス 10">
                  <a:extLst>
                    <a:ext uri="{FF2B5EF4-FFF2-40B4-BE49-F238E27FC236}">
                      <ns2:creationId id="{8AB57A18-E2AE-769D-3A53-F0EB6D2E3844}"/>
                    </a:ext>
                  </a:extLst>
                </p:cNvPr>
                <p:cNvSpPr txBox="1"/>
                <p:nvPr/>
              </p:nvSpPr>
              <p:spPr>
                <a:xfrm>
                  <a:off x="371475" y="1160463"/>
                  <a:ext cx="5635625" cy="828675"/>
                </a:xfrm>
                <a:prstGeom prst="rect">
                  <a:avLst/>
                </a:prstGeom>
                <a:noFill/>
              </p:spPr>
              <p:txBody>
                <a:bodyPr wrap="none" lIns="36000" tIns="36000" rIns="36000" bIns="36000" rtlCol="0" anchor="b">
                  <a:noAutofit/>
                </a:bodyPr>
                <a:lstStyle/>
                <a:p>
                  <a:pPr algn="ctr"/>
                  <a:r>
                    <a:rPr lang="ja-JP" altLang="en-US" sz="14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1400" dirty="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40" name="直線コネクタ 11">
                  <a:extLst>
                    <a:ext uri="{FF2B5EF4-FFF2-40B4-BE49-F238E27FC236}">
                      <ns2:creationId id="{66C51865-84ED-A6F4-EA29-AC88ED561C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1989138"/>
                  <a:ext cx="5635625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グループ化 40">
                <a:extLst>
                  <a:ext uri="{FF2B5EF4-FFF2-40B4-BE49-F238E27FC236}">
                    <ns2:creationId id="{CDE7267B-BAA0-06BC-5997-073495C8938D}"/>
                  </a:ext>
                </a:extLst>
              </p:cNvPr>
              <p:cNvGrpSpPr/>
              <p:nvPr/>
            </p:nvGrpSpPr>
            <p:grpSpPr>
              <a:xfrm>
                <a:off x="10296375" y="3216200"/>
                <a:ext cx="1459427" cy="283396"/>
                <a:chOff x="371475" y="1160463"/>
                <a:chExt cx="5635625" cy="828675"/>
              </a:xfrm>
            </p:grpSpPr>
            <p:sp>
              <p:nvSpPr>
                <p:cNvPr id="42" name="テキスト ボックス 10">
                  <a:extLst>
                    <a:ext uri="{FF2B5EF4-FFF2-40B4-BE49-F238E27FC236}">
                      <ns2:creationId id="{E236A4FA-856E-C341-D505-F1EEDB82749B}"/>
                    </a:ext>
                  </a:extLst>
                </p:cNvPr>
                <p:cNvSpPr txBox="1"/>
                <p:nvPr/>
              </p:nvSpPr>
              <p:spPr>
                <a:xfrm>
                  <a:off x="371475" y="1160463"/>
                  <a:ext cx="5635625" cy="828675"/>
                </a:xfrm>
                <a:prstGeom prst="rect">
                  <a:avLst/>
                </a:prstGeom>
                <a:noFill/>
              </p:spPr>
              <p:txBody>
                <a:bodyPr wrap="none" lIns="36000" tIns="36000" rIns="36000" bIns="36000" rtlCol="0" anchor="b">
                  <a:noAutofit/>
                </a:bodyPr>
                <a:lstStyle/>
                <a:p>
                  <a:pPr algn="ctr"/>
                  <a:r>
                    <a:rPr lang="en-US" altLang="ja-JP" sz="14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3" name="直線コネクタ 11">
                  <a:extLst>
                    <a:ext uri="{FF2B5EF4-FFF2-40B4-BE49-F238E27FC236}">
                      <ns2:creationId id="{B1FE48A6-2F79-0689-CB94-241ABD350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1989138"/>
                  <a:ext cx="5635625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53" name="グラフィックス 52" descr="意思決定図 単色塗りつぶし">
                <a:extLst>
                  <a:ext uri="{FF2B5EF4-FFF2-40B4-BE49-F238E27FC236}">
                    <ns2:creationId id="{33C7D062-4947-28B7-00CA-A79F359945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8"/>
                  </a:ext>
                </a:extLst>
              </a:blip>
              <a:srcRect/>
              <a:stretch/>
            </p:blipFill>
            <p:spPr>
              <a:xfrm>
                <a:off x="8916907" y="3583107"/>
                <a:ext cx="504000" cy="504000"/>
              </a:xfrm>
              <a:prstGeom prst="rect">
                <a:avLst/>
              </a:prstGeom>
            </p:spPr>
          </p:pic>
          <p:pic>
            <p:nvPicPr>
              <p:cNvPr id="54" name="グラフィックス 53" descr="電球と鉛筆 単色塗りつぶし">
                <a:extLst>
                  <a:ext uri="{FF2B5EF4-FFF2-40B4-BE49-F238E27FC236}">
                    <ns2:creationId id="{7D64CE0C-91A6-B4E2-15B6-29EB551172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9"/>
                  </a:ext>
                </a:extLst>
              </a:blip>
              <a:srcRect/>
              <a:stretch/>
            </p:blipFill>
            <p:spPr>
              <a:xfrm>
                <a:off x="9549897" y="3583107"/>
                <a:ext cx="504000" cy="504000"/>
              </a:xfrm>
              <a:prstGeom prst="rect">
                <a:avLst/>
              </a:prstGeom>
            </p:spPr>
          </p:pic>
          <p:pic>
            <p:nvPicPr>
              <p:cNvPr id="67" name="グラフィックス 66" descr="オフィス ワーカー (男性) 単色塗りつぶし">
                <a:extLst>
                  <a:ext uri="{FF2B5EF4-FFF2-40B4-BE49-F238E27FC236}">
                    <ns2:creationId id="{297ED98C-887B-938F-098C-E7B913D84A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0"/>
                  </a:ext>
                </a:extLst>
              </a:blip>
              <a:srcRect/>
              <a:stretch/>
            </p:blipFill>
            <p:spPr>
              <a:xfrm>
                <a:off x="8916907" y="4453449"/>
                <a:ext cx="504000" cy="504000"/>
              </a:xfrm>
              <a:prstGeom prst="rect">
                <a:avLst/>
              </a:prstGeom>
            </p:spPr>
          </p:pic>
          <p:pic>
            <p:nvPicPr>
              <p:cNvPr id="68" name="グラフィックス 67" descr="リサーチ 単色塗りつぶし">
                <a:extLst>
                  <a:ext uri="{FF2B5EF4-FFF2-40B4-BE49-F238E27FC236}">
                    <ns2:creationId id="{9FA02217-4385-A940-0EFF-733C75DA36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1"/>
                  </a:ext>
                </a:extLst>
              </a:blip>
              <a:srcRect/>
              <a:stretch/>
            </p:blipFill>
            <p:spPr>
              <a:xfrm>
                <a:off x="9549897" y="4453449"/>
                <a:ext cx="504000" cy="504000"/>
              </a:xfrm>
              <a:prstGeom prst="rect">
                <a:avLst/>
              </a:prstGeom>
            </p:spPr>
          </p:pic>
          <p:sp>
            <p:nvSpPr>
              <p:cNvPr id="51" name="四角形: 角を丸くする 174">
                <a:extLst>
                  <a:ext uri="{FF2B5EF4-FFF2-40B4-BE49-F238E27FC236}">
                    <ns2:creationId id="{E30965F0-A630-F0DC-4C90-21F6F235AE41}"/>
                  </a:ext>
                </a:extLst>
              </p:cNvPr>
              <p:cNvSpPr/>
              <p:nvPr/>
            </p:nvSpPr>
            <p:spPr>
              <a:xfrm>
                <a:off x="8925786" y="4146893"/>
                <a:ext cx="486242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BPR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2" name="四角形: 角を丸くする 174">
                <a:extLst>
                  <a:ext uri="{FF2B5EF4-FFF2-40B4-BE49-F238E27FC236}">
                    <ns2:creationId id="{48E7C674-90B0-99FD-7293-E81B53243DB7}"/>
                  </a:ext>
                </a:extLst>
              </p:cNvPr>
              <p:cNvSpPr/>
              <p:nvPr/>
            </p:nvSpPr>
            <p:spPr>
              <a:xfrm>
                <a:off x="9452565" y="4146893"/>
                <a:ext cx="698664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5" name="四角形: 角を丸くする 174">
                <a:extLst>
                  <a:ext uri="{FF2B5EF4-FFF2-40B4-BE49-F238E27FC236}">
                    <ns2:creationId id="{B70160B0-9B6F-585F-D146-1D40F25AAE3A}"/>
                  </a:ext>
                </a:extLst>
              </p:cNvPr>
              <p:cNvSpPr/>
              <p:nvPr/>
            </p:nvSpPr>
            <p:spPr>
              <a:xfrm>
                <a:off x="8908888" y="5017234"/>
                <a:ext cx="520038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6" name="四角形: 角を丸くする 174">
                <a:extLst>
                  <a:ext uri="{FF2B5EF4-FFF2-40B4-BE49-F238E27FC236}">
                    <ns2:creationId id="{660DD3BB-A1C1-4084-9253-302D35AA88D5}"/>
                  </a:ext>
                </a:extLst>
              </p:cNvPr>
              <p:cNvSpPr/>
              <p:nvPr/>
            </p:nvSpPr>
            <p:spPr>
              <a:xfrm>
                <a:off x="9542139" y="5017234"/>
                <a:ext cx="519515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5" name="四角形: 角を丸くする 174">
                <a:extLst>
                  <a:ext uri="{FF2B5EF4-FFF2-40B4-BE49-F238E27FC236}">
                    <ns2:creationId id="{98A63685-4699-EBD0-74BA-0F95B8F3AB34}"/>
                  </a:ext>
                </a:extLst>
              </p:cNvPr>
              <p:cNvSpPr/>
              <p:nvPr/>
            </p:nvSpPr>
            <p:spPr>
              <a:xfrm>
                <a:off x="9125801" y="5897635"/>
                <a:ext cx="745366" cy="22832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76" name="グラフィックス 75" descr="自撮り 単色塗りつぶし">
                <a:extLst>
                  <a:ext uri="{FF2B5EF4-FFF2-40B4-BE49-F238E27FC236}">
                    <ns2:creationId id="{44E1CC42-924E-36AE-8781-869EF500E8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2"/>
                  </a:ext>
                </a:extLst>
              </a:blip>
              <a:srcRect/>
              <a:stretch/>
            </p:blipFill>
            <p:spPr>
              <a:xfrm>
                <a:off x="9246484" y="5323790"/>
                <a:ext cx="504000" cy="504000"/>
              </a:xfrm>
              <a:prstGeom prst="rect">
                <a:avLst/>
              </a:prstGeom>
            </p:spPr>
          </p:pic>
          <p:pic>
            <p:nvPicPr>
              <p:cNvPr id="63" name="グラフィックス 62" descr="教授 女性 単色塗りつぶし">
                <a:extLst>
                  <a:ext uri="{FF2B5EF4-FFF2-40B4-BE49-F238E27FC236}">
                    <ns2:creationId id="{295FECCD-5A7A-1974-6812-CF3B601AF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3"/>
                  </a:ext>
                </a:extLst>
              </a:blip>
              <a:srcRect/>
              <a:stretch/>
            </p:blipFill>
            <p:spPr>
              <a:xfrm>
                <a:off x="10461203" y="3583107"/>
                <a:ext cx="504000" cy="504000"/>
              </a:xfrm>
              <a:prstGeom prst="rect">
                <a:avLst/>
              </a:prstGeom>
            </p:spPr>
          </p:pic>
          <p:pic>
            <p:nvPicPr>
              <p:cNvPr id="64" name="グラフィックス 63" descr="パレット 単色塗りつぶし">
                <a:extLst>
                  <a:ext uri="{FF2B5EF4-FFF2-40B4-BE49-F238E27FC236}">
                    <ns2:creationId id="{61F5B50D-6E3B-2011-E1C6-17850A79FA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4"/>
                  </a:ext>
                </a:extLst>
              </a:blip>
              <a:srcRect/>
              <a:stretch/>
            </p:blipFill>
            <p:spPr>
              <a:xfrm>
                <a:off x="11104498" y="3583107"/>
                <a:ext cx="504000" cy="504000"/>
              </a:xfrm>
              <a:prstGeom prst="rect">
                <a:avLst/>
              </a:prstGeom>
            </p:spPr>
          </p:pic>
          <p:pic>
            <p:nvPicPr>
              <p:cNvPr id="73" name="グラフィックス 72" descr="パレット 単色塗りつぶし">
                <a:extLst>
                  <a:ext uri="{FF2B5EF4-FFF2-40B4-BE49-F238E27FC236}">
                    <ns2:creationId id="{DAEC221F-6C1A-94EE-4BD8-A6E2F3426D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4"/>
                  </a:ext>
                </a:extLst>
              </a:blip>
              <a:srcRect/>
              <a:stretch/>
            </p:blipFill>
            <p:spPr>
              <a:xfrm>
                <a:off x="11104498" y="4453449"/>
                <a:ext cx="504000" cy="504000"/>
              </a:xfrm>
              <a:prstGeom prst="rect">
                <a:avLst/>
              </a:prstGeom>
            </p:spPr>
          </p:pic>
          <p:sp>
            <p:nvSpPr>
              <p:cNvPr id="61" name="四角形: 角を丸くする 174">
                <a:extLst>
                  <a:ext uri="{FF2B5EF4-FFF2-40B4-BE49-F238E27FC236}">
                    <ns2:creationId id="{8F368E55-5B96-FCC7-E107-BAB1AA57902A}"/>
                  </a:ext>
                </a:extLst>
              </p:cNvPr>
              <p:cNvSpPr/>
              <p:nvPr/>
            </p:nvSpPr>
            <p:spPr>
              <a:xfrm>
                <a:off x="10429648" y="4146893"/>
                <a:ext cx="567110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2" name="四角形: 角を丸くする 174">
                <a:extLst>
                  <a:ext uri="{FF2B5EF4-FFF2-40B4-BE49-F238E27FC236}">
                    <ns2:creationId id="{BC051E67-AB3B-7890-E21F-0B3276395170}"/>
                  </a:ext>
                </a:extLst>
              </p:cNvPr>
              <p:cNvSpPr/>
              <p:nvPr/>
            </p:nvSpPr>
            <p:spPr>
              <a:xfrm>
                <a:off x="11123823" y="4146893"/>
                <a:ext cx="519515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9" name="四角形: 角を丸くする 174">
                <a:extLst>
                  <a:ext uri="{FF2B5EF4-FFF2-40B4-BE49-F238E27FC236}">
                    <ns2:creationId id="{715E4D6B-B954-3E00-BF59-2C37A941CA6A}"/>
                  </a:ext>
                </a:extLst>
              </p:cNvPr>
              <p:cNvSpPr/>
              <p:nvPr/>
            </p:nvSpPr>
            <p:spPr>
              <a:xfrm>
                <a:off x="10388628" y="5017234"/>
                <a:ext cx="649149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0" name="四角形: 角を丸くする 174">
                <a:extLst>
                  <a:ext uri="{FF2B5EF4-FFF2-40B4-BE49-F238E27FC236}">
                    <ns2:creationId id="{0522D264-337E-E76B-96B1-D95D1AA8E877}"/>
                  </a:ext>
                </a:extLst>
              </p:cNvPr>
              <p:cNvSpPr/>
              <p:nvPr/>
            </p:nvSpPr>
            <p:spPr>
              <a:xfrm>
                <a:off x="11135917" y="5017234"/>
                <a:ext cx="441162" cy="24103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8" name="四角形: 角を丸くする 174">
                <a:extLst>
                  <a:ext uri="{FF2B5EF4-FFF2-40B4-BE49-F238E27FC236}">
                    <ns2:creationId id="{9B1F62F6-8FDD-9A9E-2690-8FBC26B75455}"/>
                  </a:ext>
                </a:extLst>
              </p:cNvPr>
              <p:cNvSpPr/>
              <p:nvPr/>
            </p:nvSpPr>
            <p:spPr>
              <a:xfrm>
                <a:off x="10474674" y="5897635"/>
                <a:ext cx="477058" cy="22832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9" name="四角形: 角を丸くする 174">
                <a:extLst>
                  <a:ext uri="{FF2B5EF4-FFF2-40B4-BE49-F238E27FC236}">
                    <ns2:creationId id="{705835E7-4FC5-1D9A-FB1A-EFF836FFDADD}"/>
                  </a:ext>
                </a:extLst>
              </p:cNvPr>
              <p:cNvSpPr/>
              <p:nvPr/>
            </p:nvSpPr>
            <p:spPr>
              <a:xfrm>
                <a:off x="11135917" y="5897635"/>
                <a:ext cx="441162" cy="228324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80" name="グラフィックス 79" descr="コンピューター 単色塗りつぶし">
                <a:extLst>
                  <a:ext uri="{FF2B5EF4-FFF2-40B4-BE49-F238E27FC236}">
                    <ns2:creationId id="{6F8E7CB0-BD8C-0E56-E9BE-2EBBF9E102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5"/>
                  </a:ext>
                </a:extLst>
              </a:blip>
              <a:srcRect/>
              <a:stretch/>
            </p:blipFill>
            <p:spPr>
              <a:xfrm>
                <a:off x="10461203" y="5323790"/>
                <a:ext cx="504000" cy="504000"/>
              </a:xfrm>
              <a:prstGeom prst="rect">
                <a:avLst/>
              </a:prstGeom>
            </p:spPr>
          </p:pic>
          <p:pic>
            <p:nvPicPr>
              <p:cNvPr id="81" name="グラフィックス 80" descr="クラウド コンピューティング 単色塗りつぶし">
                <a:extLst>
                  <a:ext uri="{FF2B5EF4-FFF2-40B4-BE49-F238E27FC236}">
                    <ns2:creationId id="{376D18C2-624A-3A4D-635F-4271021A5E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6"/>
                  </a:ext>
                </a:extLst>
              </a:blip>
              <a:srcRect/>
              <a:stretch/>
            </p:blipFill>
            <p:spPr>
              <a:xfrm>
                <a:off x="11104498" y="5323790"/>
                <a:ext cx="504000" cy="504000"/>
              </a:xfrm>
              <a:prstGeom prst="rect">
                <a:avLst/>
              </a:prstGeom>
            </p:spPr>
          </p:pic>
          <p:sp>
            <p:nvSpPr>
              <p:cNvPr id="89" name="四角形: 角を丸くする 174">
                <a:extLst>
                  <a:ext uri="{FF2B5EF4-FFF2-40B4-BE49-F238E27FC236}">
                    <ns2:creationId id="{1E8DA0DD-A1EF-8DF9-18BC-9F675FAC001D}"/>
                  </a:ext>
                </a:extLst>
              </p:cNvPr>
              <p:cNvSpPr/>
              <p:nvPr/>
            </p:nvSpPr>
            <p:spPr>
              <a:xfrm>
                <a:off x="11577079" y="5091093"/>
                <a:ext cx="167389" cy="167175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21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1" name="四角形: 角を丸くする 174">
                <a:extLst>
                  <a:ext uri="{FF2B5EF4-FFF2-40B4-BE49-F238E27FC236}">
                    <ns2:creationId id="{EE6B6324-1016-A3C3-D75F-8FDD6F19E14E}"/>
                  </a:ext>
                </a:extLst>
              </p:cNvPr>
              <p:cNvSpPr/>
              <p:nvPr/>
            </p:nvSpPr>
            <p:spPr>
              <a:xfrm>
                <a:off x="11577079" y="5971494"/>
                <a:ext cx="167389" cy="167175"/>
              </a:xfrm>
              <a:prstGeom prst="roundRect">
                <a:avLst>
                  <a:gd name="adj" fmla="val 3388"/>
                </a:avLst>
              </a:prstGeom>
              <a:noFill/>
              <a:ln w="9525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ns5:hiddenFill>
                    <a:solidFill>
                      <a:schemeClr val="bg1"/>
                    </a:solidFill>
                  </ns5:hiddenFill>
                </a:ext>
                <a:ext uri="{91240B29-F687-4F45-9708-019B960494DF}">
                  <ns5:hiddenLine w="9525" cap="flat" cmpd="sng" algn="ctr">
                    <a:solidFill>
                      <a:srgbClr val="99CCB2"/>
                    </a:solidFill>
                    <a:prstDash val="solid"/>
                    <a:miter lim="800000"/>
                  </ns5:hiddenLine>
                </a:ext>
              </a:ex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21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7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47" name="グラフィックス 146" descr="教師 単色塗りつぶし">
                <a:extLst>
                  <a:ext uri="{FF2B5EF4-FFF2-40B4-BE49-F238E27FC236}">
                    <ns2:creationId id="{11F0F89F-4701-9FE8-A969-FBB32C6C8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7"/>
                  </a:ext>
                </a:extLst>
              </a:blip>
              <a:srcRect/>
              <a:stretch/>
            </p:blipFill>
            <p:spPr>
              <a:xfrm>
                <a:off x="8398801" y="3693605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48" name="グラフィックス 147" descr="クリップボード: 部分的にチェックマーク 単色塗りつぶし">
                <a:extLst>
                  <a:ext uri="{FF2B5EF4-FFF2-40B4-BE49-F238E27FC236}">
                    <ns2:creationId id="{FD753BE8-D7FB-776A-7F5E-DF0D0783E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8"/>
                  </a:ext>
                </a:extLst>
              </a:blip>
              <a:srcRect/>
              <a:stretch/>
            </p:blipFill>
            <p:spPr>
              <a:xfrm>
                <a:off x="8403197" y="4565616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49" name="グラフィックス 148" descr="歯車 1 つ 単色塗りつぶし">
                <a:extLst>
                  <a:ext uri="{FF2B5EF4-FFF2-40B4-BE49-F238E27FC236}">
                    <ns2:creationId id="{A65C476C-368D-B9F1-81F5-A7A2141535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9"/>
                  </a:ext>
                </a:extLst>
              </a:blip>
              <a:srcRect/>
              <a:stretch/>
            </p:blipFill>
            <p:spPr>
              <a:xfrm>
                <a:off x="8403197" y="5391907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61" name="グラフィックス 160" descr="教室 単色塗りつぶし">
                <a:extLst>
                  <a:ext uri="{FF2B5EF4-FFF2-40B4-BE49-F238E27FC236}">
                    <ns2:creationId id="{D5B2E2ED-95A9-4AA8-521C-4602BC4F35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0"/>
                  </a:ext>
                </a:extLst>
              </a:blip>
              <a:srcRect/>
              <a:stretch/>
            </p:blipFill>
            <p:spPr>
              <a:xfrm>
                <a:off x="9602020" y="2869482"/>
                <a:ext cx="256320" cy="256320"/>
              </a:xfrm>
              <a:prstGeom prst="rect">
                <a:avLst/>
              </a:prstGeom>
            </p:spPr>
          </p:pic>
          <p:cxnSp>
            <p:nvCxnSpPr>
              <p:cNvPr id="17" name="直線コネクタ 16">
                <a:extLst>
                  <a:ext uri="{FF2B5EF4-FFF2-40B4-BE49-F238E27FC236}">
                    <ns2:creationId id="{5C6BB3B4-BB64-A3D9-70B6-759D774BA49F}"/>
                  </a:ext>
                </a:extLst>
              </p:cNvPr>
              <p:cNvCxnSpPr/>
              <p:nvPr/>
            </p:nvCxnSpPr>
            <p:spPr>
              <a:xfrm>
                <a:off x="8761888" y="4423787"/>
                <a:ext cx="29939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ns2:creationId id="{8B96A2B9-7F41-9699-BE03-E409F13BCBEF}"/>
                  </a:ext>
                </a:extLst>
              </p:cNvPr>
              <p:cNvCxnSpPr/>
              <p:nvPr/>
            </p:nvCxnSpPr>
            <p:spPr>
              <a:xfrm>
                <a:off x="8761888" y="5296895"/>
                <a:ext cx="2993913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72" name="グラフィックス 71" descr="統計 単色塗りつぶし">
                <a:extLst>
                  <a:ext uri="{FF2B5EF4-FFF2-40B4-BE49-F238E27FC236}">
                    <ns2:creationId id="{C0E6D3C4-2705-92C4-9E5F-0B4B2D1971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1"/>
                  </a:ext>
                </a:extLst>
              </a:blip>
              <a:srcRect/>
              <a:stretch/>
            </p:blipFill>
            <p:spPr>
              <a:xfrm>
                <a:off x="10461203" y="4453449"/>
                <a:ext cx="504000" cy="50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270871865"/>
      </p:ext>
    </p:extLst>
  </p:cSld>
  <p:clrMapOvr>
    <a:masterClrMapping/>
  </p:clrMapOvr>
</p:sld>
</file>

<file path=ppt/slides/slide88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511E6B8-0FBB-803D-2AEC-490C04A1F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0A37957-EC35-74E0-3074-02D8E93DD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kumimoji="1" lang="en-US" altLang="ja-JP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dirty="0"/>
              <a:t>XX</a:t>
            </a:r>
            <a:endParaRPr kumimoji="1" lang="ja-JP" altLang="en-US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6" name="テキスト プレースホルダー 45">
            <a:extLst>
              <a:ext uri="{FF2B5EF4-FFF2-40B4-BE49-F238E27FC236}">
                <ns2:creationId id="{D2088DD1-122A-F2DE-5C49-23FFE1D223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8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26" name="矢印: 五方向 25">
            <a:extLst>
              <a:ext uri="{FF2B5EF4-FFF2-40B4-BE49-F238E27FC236}">
                <ns2:creationId id="{83C66D0E-DFA7-E954-A2DE-BEB1AB92E8B1}"/>
              </a:ext>
            </a:extLst>
          </p:cNvPr>
          <p:cNvSpPr/>
          <p:nvPr/>
        </p:nvSpPr>
        <p:spPr>
          <a:xfrm>
            <a:off x="334965" y="1628775"/>
            <a:ext cx="2128174" cy="4679947"/>
          </a:xfrm>
          <a:prstGeom prst="homePlate">
            <a:avLst>
              <a:gd name="adj" fmla="val 24875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r>
              <a:rPr lang="en-US" altLang="ja-JP" sz="1400" dirty="0">
                <a:solidFill>
                  <a:schemeClr val="tx1"/>
                </a:solidFill>
              </a:rPr>
              <a:t>DX</a:t>
            </a: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218931BE-2385-9595-9FE1-D57401259999}"/>
              </a:ext>
            </a:extLst>
          </p:cNvPr>
          <p:cNvSpPr/>
          <p:nvPr/>
        </p:nvSpPr>
        <p:spPr>
          <a:xfrm>
            <a:off x="334963" y="1628775"/>
            <a:ext cx="1708990" cy="337267"/>
          </a:xfrm>
          <a:prstGeom prst="rect">
            <a:avLst/>
          </a:prstGeom>
          <a:solidFill>
            <a:srgbClr val="008D2D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87537C4D-5B48-9CB1-0E27-DB8397EF74D3}"/>
              </a:ext>
            </a:extLst>
          </p:cNvPr>
          <p:cNvSpPr/>
          <p:nvPr/>
        </p:nvSpPr>
        <p:spPr>
          <a:xfrm>
            <a:off x="2775474" y="1893805"/>
            <a:ext cx="9081562" cy="2116062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4" name="正方形/長方形 83">
            <a:extLst>
              <a:ext uri="{FF2B5EF4-FFF2-40B4-BE49-F238E27FC236}">
                <ns2:creationId id="{C3D5B206-FB18-3091-6CAC-822D98A10F55}"/>
              </a:ext>
            </a:extLst>
          </p:cNvPr>
          <p:cNvSpPr/>
          <p:nvPr/>
        </p:nvSpPr>
        <p:spPr>
          <a:xfrm>
            <a:off x="2481650" y="1999087"/>
            <a:ext cx="9340655" cy="198943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5" name="正方形/長方形 84">
            <a:extLst>
              <a:ext uri="{FF2B5EF4-FFF2-40B4-BE49-F238E27FC236}">
                <ns2:creationId id="{10EA8674-A66C-DA31-A55A-ABF6047F2C63}"/>
              </a:ext>
            </a:extLst>
          </p:cNvPr>
          <p:cNvSpPr/>
          <p:nvPr/>
        </p:nvSpPr>
        <p:spPr>
          <a:xfrm>
            <a:off x="2516382" y="1637484"/>
            <a:ext cx="9340656" cy="328558"/>
          </a:xfrm>
          <a:prstGeom prst="rect">
            <a:avLst/>
          </a:prstGeom>
          <a:solidFill>
            <a:srgbClr val="008D2D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24" name="正方形/長方形 123">
            <a:extLst>
              <a:ext uri="{FF2B5EF4-FFF2-40B4-BE49-F238E27FC236}">
                <ns2:creationId id="{6862A7D9-F87F-243E-9FD5-D3E514D68DEF}"/>
              </a:ext>
            </a:extLst>
          </p:cNvPr>
          <p:cNvSpPr/>
          <p:nvPr/>
        </p:nvSpPr>
        <p:spPr>
          <a:xfrm>
            <a:off x="2516382" y="3678072"/>
            <a:ext cx="9287505" cy="293015"/>
          </a:xfrm>
          <a:prstGeom prst="rect">
            <a:avLst/>
          </a:prstGeom>
          <a:solidFill>
            <a:srgbClr val="008D2D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288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86" name="グループ化 85">
            <a:extLst>
              <a:ext uri="{FF2B5EF4-FFF2-40B4-BE49-F238E27FC236}">
                <ns2:creationId id="{F935BAB0-B097-4742-3690-BE03970E393C}"/>
              </a:ext>
            </a:extLst>
          </p:cNvPr>
          <p:cNvGrpSpPr/>
          <p:nvPr/>
        </p:nvGrpSpPr>
        <p:grpSpPr>
          <a:xfrm>
            <a:off x="2516379" y="1975493"/>
            <a:ext cx="2624174" cy="283396"/>
            <a:chOff x="371475" y="1160463"/>
            <a:chExt cx="5635625" cy="828675"/>
          </a:xfrm>
        </p:grpSpPr>
        <p:sp>
          <p:nvSpPr>
            <p:cNvPr id="111" name="テキスト ボックス 10">
              <a:extLst>
                <a:ext uri="{FF2B5EF4-FFF2-40B4-BE49-F238E27FC236}">
                  <ns2:creationId id="{8780DC10-C907-3AD5-8078-EC40532720B0}"/>
                </a:ext>
              </a:extLst>
            </p:cNvPr>
            <p:cNvSpPr txBox="1"/>
            <p:nvPr/>
          </p:nvSpPr>
          <p:spPr>
            <a:xfrm>
              <a:off x="371475" y="1160463"/>
              <a:ext cx="5635625" cy="828675"/>
            </a:xfrm>
            <a:prstGeom prst="rect">
              <a:avLst/>
            </a:prstGeom>
            <a:noFill/>
          </p:spPr>
          <p:txBody>
            <a:bodyPr wrap="none" lIns="36000" tIns="72000" rIns="36000" bIns="0" rtlCol="0" anchor="b"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40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113" name="直線コネクタ 11">
              <a:extLst>
                <a:ext uri="{FF2B5EF4-FFF2-40B4-BE49-F238E27FC236}">
                  <ns2:creationId id="{4AB88403-4C1E-E700-79F2-D449EA38072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989138"/>
              <a:ext cx="563562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四角形: 角を丸くする 174">
            <a:extLst>
              <a:ext uri="{FF2B5EF4-FFF2-40B4-BE49-F238E27FC236}">
                <ns2:creationId id="{E66635D7-1F35-7F30-BC6C-6A75C2593FED}"/>
              </a:ext>
            </a:extLst>
          </p:cNvPr>
          <p:cNvSpPr/>
          <p:nvPr/>
        </p:nvSpPr>
        <p:spPr>
          <a:xfrm>
            <a:off x="2516379" y="2338411"/>
            <a:ext cx="2624174" cy="252449"/>
          </a:xfrm>
          <a:prstGeom prst="roundRect">
            <a:avLst>
              <a:gd name="adj" fmla="val 3388"/>
            </a:avLst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>
                <a:solidFill>
                  <a:srgbClr val="00800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93" name="図 92">
            <a:extLst>
              <a:ext uri="{FF2B5EF4-FFF2-40B4-BE49-F238E27FC236}">
                <ns2:creationId id="{2A6938ED-9DCA-7DB2-71EA-F4C26D35C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357" y="2627470"/>
            <a:ext cx="2514983" cy="995492"/>
          </a:xfrm>
          <a:prstGeom prst="rect">
            <a:avLst/>
          </a:prstGeom>
        </p:spPr>
      </p:pic>
      <p:grpSp>
        <p:nvGrpSpPr>
          <p:cNvPr id="102" name="グループ化 101">
            <a:extLst>
              <a:ext uri="{FF2B5EF4-FFF2-40B4-BE49-F238E27FC236}">
                <ns2:creationId id="{B3E229C3-A0B6-39A8-6C88-E0CC0FF39217}"/>
              </a:ext>
            </a:extLst>
          </p:cNvPr>
          <p:cNvGrpSpPr/>
          <p:nvPr/>
        </p:nvGrpSpPr>
        <p:grpSpPr>
          <a:xfrm>
            <a:off x="8717427" y="1975494"/>
            <a:ext cx="3139607" cy="1920010"/>
            <a:chOff x="542611" y="5343390"/>
            <a:chExt cx="5351045" cy="826157"/>
          </a:xfrm>
        </p:grpSpPr>
        <p:sp>
          <p:nvSpPr>
            <p:cNvPr id="104" name="四角形: 角を丸くする 174">
              <a:extLst>
                <a:ext uri="{FF2B5EF4-FFF2-40B4-BE49-F238E27FC236}">
                  <ns2:creationId id="{95D62147-50B4-9C80-2C98-FF33F1E18F88}"/>
                </a:ext>
              </a:extLst>
            </p:cNvPr>
            <p:cNvSpPr/>
            <p:nvPr/>
          </p:nvSpPr>
          <p:spPr>
            <a:xfrm>
              <a:off x="686026" y="5508711"/>
              <a:ext cx="5207630" cy="507551"/>
            </a:xfrm>
            <a:prstGeom prst="roundRect">
              <a:avLst>
                <a:gd name="adj" fmla="val 3388"/>
              </a:avLst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4:hiddenFill>
                  <a:solidFill>
                    <a:schemeClr val="bg1"/>
                  </a:solidFill>
                </ns4:hiddenFill>
              </a:ext>
              <a:ext uri="{91240B29-F687-4F45-9708-019B960494DF}">
                <ns4:hiddenLine w="9525" cap="flat" cmpd="sng" algn="ctr">
                  <a:solidFill>
                    <a:srgbClr val="99CCB2"/>
                  </a:solidFill>
                  <a:prstDash val="solid"/>
                  <a:miter lim="800000"/>
                </ns4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  <a:tabLst>
                  <a:tab pos="131763" algn="l"/>
                </a:tabLst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  <a:tabLst>
                  <a:tab pos="131763" algn="l"/>
                </a:tabLst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  <a:tabLst>
                  <a:tab pos="131763" algn="l"/>
                </a:tabLst>
              </a:pP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5" name="四角形: 角を丸くする 174">
              <a:extLst>
                <a:ext uri="{FF2B5EF4-FFF2-40B4-BE49-F238E27FC236}">
                  <ns2:creationId id="{4493A629-EA77-6B3A-3C3E-77F5534E2954}"/>
                </a:ext>
              </a:extLst>
            </p:cNvPr>
            <p:cNvSpPr/>
            <p:nvPr/>
          </p:nvSpPr>
          <p:spPr>
            <a:xfrm>
              <a:off x="1073658" y="5608175"/>
              <a:ext cx="2196147" cy="561372"/>
            </a:xfrm>
            <a:prstGeom prst="roundRect">
              <a:avLst>
                <a:gd name="adj" fmla="val 3388"/>
              </a:avLst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4:hiddenFill>
                  <a:solidFill>
                    <a:schemeClr val="bg1"/>
                  </a:solidFill>
                </ns4:hiddenFill>
              </a:ext>
              <a:ext uri="{91240B29-F687-4F45-9708-019B960494DF}">
                <ns4:hiddenLine w="9525" cap="flat" cmpd="sng" algn="ctr">
                  <a:solidFill>
                    <a:srgbClr val="99CCB2"/>
                  </a:solidFill>
                  <a:prstDash val="solid"/>
                  <a:miter lim="800000"/>
                </ns4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1288" indent="-141288">
                <a:buClr>
                  <a:srgbClr val="008D2D"/>
                </a:buClr>
                <a:buFont typeface="Arial" panose="020B0604020202020204" pitchFamily="34" charset="0"/>
                <a:buChar char="•"/>
                <a:tabLst>
                  <a:tab pos="131763" algn="l"/>
                </a:tabLst>
              </a:pPr>
              <a:endParaRPr lang="en-US" altLang="ja-JP" sz="105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106" name="グループ化 105">
              <a:extLst>
                <a:ext uri="{FF2B5EF4-FFF2-40B4-BE49-F238E27FC236}">
                  <ns2:creationId id="{DAA4C70F-5393-BDC5-FD43-6C98E5678B0C}"/>
                </a:ext>
              </a:extLst>
            </p:cNvPr>
            <p:cNvGrpSpPr/>
            <p:nvPr/>
          </p:nvGrpSpPr>
          <p:grpSpPr>
            <a:xfrm>
              <a:off x="542611" y="5343390"/>
              <a:ext cx="5223845" cy="121381"/>
              <a:chOff x="542611" y="5343390"/>
              <a:chExt cx="5223845" cy="121381"/>
            </a:xfrm>
          </p:grpSpPr>
          <p:sp>
            <p:nvSpPr>
              <p:cNvPr id="107" name="テキスト ボックス 10">
                <a:extLst>
                  <a:ext uri="{FF2B5EF4-FFF2-40B4-BE49-F238E27FC236}">
                    <ns2:creationId id="{5D4568BB-50E2-729D-0B80-CE4538698AF8}"/>
                  </a:ext>
                </a:extLst>
              </p:cNvPr>
              <p:cNvSpPr txBox="1"/>
              <p:nvPr/>
            </p:nvSpPr>
            <p:spPr>
              <a:xfrm>
                <a:off x="542611" y="5343390"/>
                <a:ext cx="5207631" cy="110292"/>
              </a:xfrm>
              <a:prstGeom prst="rect">
                <a:avLst/>
              </a:prstGeom>
              <a:noFill/>
            </p:spPr>
            <p:txBody>
              <a:bodyPr wrap="none" lIns="36000" tIns="72000" rIns="36000" bIns="0" rtlCol="0" anchor="b"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D2D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108" name="直線コネクタ 11">
                <a:extLst>
                  <a:ext uri="{FF2B5EF4-FFF2-40B4-BE49-F238E27FC236}">
                    <ns2:creationId id="{ACF48C19-1712-5757-6FEE-72024F6DA7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8825" y="5464771"/>
                <a:ext cx="520763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2" name="四角形: 角を丸くする 174">
            <a:extLst>
              <a:ext uri="{FF2B5EF4-FFF2-40B4-BE49-F238E27FC236}">
                <ns2:creationId id="{CEBDCAC7-B517-B2F9-6440-7C5460945F98}"/>
              </a:ext>
            </a:extLst>
          </p:cNvPr>
          <p:cNvSpPr/>
          <p:nvPr/>
        </p:nvSpPr>
        <p:spPr>
          <a:xfrm>
            <a:off x="5450030" y="2642600"/>
            <a:ext cx="1323185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98" name="四角形: 角を丸くする 174">
            <a:extLst>
              <a:ext uri="{FF2B5EF4-FFF2-40B4-BE49-F238E27FC236}">
                <ns2:creationId id="{7D6F4092-9AFE-1155-96D2-6ABFAF3D3E38}"/>
              </a:ext>
            </a:extLst>
          </p:cNvPr>
          <p:cNvSpPr/>
          <p:nvPr/>
        </p:nvSpPr>
        <p:spPr>
          <a:xfrm>
            <a:off x="5436597" y="3262275"/>
            <a:ext cx="1825489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 err="1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87" name="グループ化 86">
            <a:extLst>
              <a:ext uri="{FF2B5EF4-FFF2-40B4-BE49-F238E27FC236}">
                <ns2:creationId id="{B957EB27-3282-2D60-C1DB-719E0D02357A}"/>
              </a:ext>
            </a:extLst>
          </p:cNvPr>
          <p:cNvGrpSpPr/>
          <p:nvPr/>
        </p:nvGrpSpPr>
        <p:grpSpPr>
          <a:xfrm>
            <a:off x="5650237" y="1975493"/>
            <a:ext cx="2624174" cy="283396"/>
            <a:chOff x="371475" y="1160463"/>
            <a:chExt cx="5635625" cy="828675"/>
          </a:xfrm>
        </p:grpSpPr>
        <p:sp>
          <p:nvSpPr>
            <p:cNvPr id="109" name="テキスト ボックス 10">
              <a:extLst>
                <a:ext uri="{FF2B5EF4-FFF2-40B4-BE49-F238E27FC236}">
                  <ns2:creationId id="{2FEC6C07-7426-12D6-0C40-810CE41C19E3}"/>
                </a:ext>
              </a:extLst>
            </p:cNvPr>
            <p:cNvSpPr txBox="1"/>
            <p:nvPr/>
          </p:nvSpPr>
          <p:spPr>
            <a:xfrm>
              <a:off x="371475" y="1160463"/>
              <a:ext cx="5635625" cy="828675"/>
            </a:xfrm>
            <a:prstGeom prst="rect">
              <a:avLst/>
            </a:prstGeom>
            <a:noFill/>
          </p:spPr>
          <p:txBody>
            <a:bodyPr wrap="none" lIns="36000" tIns="36000" rIns="36000" bIns="0" rtlCol="0" anchor="b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110" name="直線コネクタ 11">
              <a:extLst>
                <a:ext uri="{FF2B5EF4-FFF2-40B4-BE49-F238E27FC236}">
                  <ns2:creationId id="{B08AAA45-172E-546F-52E8-C3E2CC3DDB4C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989138"/>
              <a:ext cx="563562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0" name="グラフィックス 89" descr="事業の成長 単色塗りつぶし">
            <a:extLst>
              <a:ext uri="{FF2B5EF4-FFF2-40B4-BE49-F238E27FC236}">
                <ns2:creationId id="{2F42E94E-3092-318E-721D-FB9887B62C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4"/>
              </a:ext>
            </a:extLst>
          </a:blip>
          <a:srcRect/>
          <a:stretch/>
        </p:blipFill>
        <p:spPr>
          <a:xfrm>
            <a:off x="5958028" y="2332954"/>
            <a:ext cx="338656" cy="324000"/>
          </a:xfrm>
          <a:prstGeom prst="rect">
            <a:avLst/>
          </a:prstGeom>
        </p:spPr>
      </p:pic>
      <p:pic>
        <p:nvPicPr>
          <p:cNvPr id="94" name="グラフィックス 93" descr="人工知能 単色塗りつぶし">
            <a:extLst>
              <a:ext uri="{FF2B5EF4-FFF2-40B4-BE49-F238E27FC236}">
                <ns2:creationId id="{36982FD7-0DCB-1270-5B88-0B910A6E03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5"/>
              </a:ext>
            </a:extLst>
          </a:blip>
          <a:srcRect/>
          <a:stretch/>
        </p:blipFill>
        <p:spPr>
          <a:xfrm>
            <a:off x="6804682" y="2335379"/>
            <a:ext cx="338656" cy="324000"/>
          </a:xfrm>
          <a:prstGeom prst="rect">
            <a:avLst/>
          </a:prstGeom>
        </p:spPr>
      </p:pic>
      <p:pic>
        <p:nvPicPr>
          <p:cNvPr id="95" name="グラフィックス 94" descr="プレゼンテーション (棒グラフ) 単色塗りつぶし">
            <a:extLst>
              <a:ext uri="{FF2B5EF4-FFF2-40B4-BE49-F238E27FC236}">
                <ns2:creationId id="{E8A79788-3CCE-27E4-7FFD-15E5F1612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6"/>
              </a:ext>
            </a:extLst>
          </a:blip>
          <a:srcRect/>
          <a:stretch/>
        </p:blipFill>
        <p:spPr>
          <a:xfrm>
            <a:off x="7690101" y="2344785"/>
            <a:ext cx="338656" cy="324000"/>
          </a:xfrm>
          <a:prstGeom prst="rect">
            <a:avLst/>
          </a:prstGeom>
        </p:spPr>
      </p:pic>
      <p:pic>
        <p:nvPicPr>
          <p:cNvPr id="96" name="グラフィックス 95" descr="クリップボード 単色塗りつぶし">
            <a:extLst>
              <a:ext uri="{FF2B5EF4-FFF2-40B4-BE49-F238E27FC236}">
                <ns2:creationId id="{E768D712-958A-C504-8571-95001A1E12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7"/>
              </a:ext>
            </a:extLst>
          </a:blip>
          <a:srcRect/>
          <a:stretch/>
        </p:blipFill>
        <p:spPr>
          <a:xfrm>
            <a:off x="6087340" y="3059003"/>
            <a:ext cx="338656" cy="324000"/>
          </a:xfrm>
          <a:prstGeom prst="rect">
            <a:avLst/>
          </a:prstGeom>
        </p:spPr>
      </p:pic>
      <p:pic>
        <p:nvPicPr>
          <p:cNvPr id="97" name="グラフィックス 96" descr="魔法の杖 (自動) 単色塗りつぶし">
            <a:extLst>
              <a:ext uri="{FF2B5EF4-FFF2-40B4-BE49-F238E27FC236}">
                <ns2:creationId id="{10CF829D-375A-C958-77BE-3BEE311182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8"/>
              </a:ext>
            </a:extLst>
          </a:blip>
          <a:srcRect/>
          <a:stretch/>
        </p:blipFill>
        <p:spPr>
          <a:xfrm>
            <a:off x="7807402" y="3043568"/>
            <a:ext cx="363114" cy="347400"/>
          </a:xfrm>
          <a:prstGeom prst="rect">
            <a:avLst/>
          </a:prstGeom>
        </p:spPr>
      </p:pic>
      <p:sp>
        <p:nvSpPr>
          <p:cNvPr id="99" name="四角形: 角を丸くする 174">
            <a:extLst>
              <a:ext uri="{FF2B5EF4-FFF2-40B4-BE49-F238E27FC236}">
                <ns2:creationId id="{1CC7CA19-6920-6D1A-CF45-87DCCBD9EF7B}"/>
              </a:ext>
            </a:extLst>
          </p:cNvPr>
          <p:cNvSpPr/>
          <p:nvPr/>
        </p:nvSpPr>
        <p:spPr>
          <a:xfrm>
            <a:off x="7433822" y="2652421"/>
            <a:ext cx="1042861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4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BI</a:t>
            </a: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00" name="四角形: 角を丸くする 174">
            <a:extLst>
              <a:ext uri="{FF2B5EF4-FFF2-40B4-BE49-F238E27FC236}">
                <ns2:creationId id="{8AF99CC9-54EB-96B2-409B-634F22B818E5}"/>
              </a:ext>
            </a:extLst>
          </p:cNvPr>
          <p:cNvSpPr/>
          <p:nvPr/>
        </p:nvSpPr>
        <p:spPr>
          <a:xfrm>
            <a:off x="7309944" y="3262275"/>
            <a:ext cx="1469118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RPA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01" name="四角形: 角を丸くする 174">
            <a:extLst>
              <a:ext uri="{FF2B5EF4-FFF2-40B4-BE49-F238E27FC236}">
                <ns2:creationId id="{C5DBAB6C-ED16-DAA8-6440-3BBB7E8F427D}"/>
              </a:ext>
            </a:extLst>
          </p:cNvPr>
          <p:cNvSpPr/>
          <p:nvPr/>
        </p:nvSpPr>
        <p:spPr>
          <a:xfrm>
            <a:off x="6478640" y="2643163"/>
            <a:ext cx="1033779" cy="430489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21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AI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103" name="グラフィックス 102" descr="慈善 単色塗りつぶし">
            <a:extLst>
              <a:ext uri="{FF2B5EF4-FFF2-40B4-BE49-F238E27FC236}">
                <ns2:creationId id="{9D97FE46-E7A6-E64F-93A5-4D2E13B97E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9"/>
              </a:ext>
            </a:extLst>
          </a:blip>
          <a:srcRect/>
          <a:stretch/>
        </p:blipFill>
        <p:spPr>
          <a:xfrm>
            <a:off x="5760156" y="1638007"/>
            <a:ext cx="256320" cy="256320"/>
          </a:xfrm>
          <a:prstGeom prst="rect">
            <a:avLst/>
          </a:prstGeom>
        </p:spPr>
      </p:pic>
      <p:pic>
        <p:nvPicPr>
          <p:cNvPr id="129" name="グラフィックス 128" descr="プロセッサ 単色塗りつぶし">
            <a:extLst>
              <a:ext uri="{FF2B5EF4-FFF2-40B4-BE49-F238E27FC236}">
                <ns2:creationId id="{735AC2DC-4814-8382-9215-EA647B5F7F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10"/>
              </a:ext>
            </a:extLst>
          </a:blip>
          <a:srcRect/>
          <a:stretch/>
        </p:blipFill>
        <p:spPr>
          <a:xfrm>
            <a:off x="5813946" y="3691963"/>
            <a:ext cx="256320" cy="256320"/>
          </a:xfrm>
          <a:prstGeom prst="rect">
            <a:avLst/>
          </a:prstGeom>
        </p:spPr>
      </p:pic>
      <p:sp>
        <p:nvSpPr>
          <p:cNvPr id="123" name="正方形/長方形 122">
            <a:extLst>
              <a:ext uri="{FF2B5EF4-FFF2-40B4-BE49-F238E27FC236}">
                <ns2:creationId id="{AA074B1E-AD48-0359-47AB-BC0D5CA74850}"/>
              </a:ext>
            </a:extLst>
          </p:cNvPr>
          <p:cNvSpPr/>
          <p:nvPr/>
        </p:nvSpPr>
        <p:spPr>
          <a:xfrm>
            <a:off x="2516379" y="4041973"/>
            <a:ext cx="9340655" cy="911257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143" name="グループ化 142">
            <a:extLst>
              <a:ext uri="{FF2B5EF4-FFF2-40B4-BE49-F238E27FC236}">
                <ns2:creationId id="{E1AC6E93-8769-D2F9-50D3-7871D2CB4D3C}"/>
              </a:ext>
            </a:extLst>
          </p:cNvPr>
          <p:cNvGrpSpPr/>
          <p:nvPr/>
        </p:nvGrpSpPr>
        <p:grpSpPr>
          <a:xfrm>
            <a:off x="2910378" y="4093269"/>
            <a:ext cx="950968" cy="837320"/>
            <a:chOff x="2850135" y="4470578"/>
            <a:chExt cx="964977" cy="939761"/>
          </a:xfrm>
        </p:grpSpPr>
        <p:sp>
          <p:nvSpPr>
            <p:cNvPr id="125" name="角丸四角形 26">
              <a:extLst>
                <a:ext uri="{FF2B5EF4-FFF2-40B4-BE49-F238E27FC236}">
                  <ns2:creationId id="{2B487111-CA84-8602-284B-E170F5E6882B}"/>
                </a:ext>
              </a:extLst>
            </p:cNvPr>
            <p:cNvSpPr/>
            <p:nvPr/>
          </p:nvSpPr>
          <p:spPr>
            <a:xfrm>
              <a:off x="2850135" y="4470578"/>
              <a:ext cx="964977" cy="939761"/>
            </a:xfrm>
            <a:prstGeom prst="roundRect">
              <a:avLst>
                <a:gd name="adj" fmla="val 766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100" dirty="0">
                <a:solidFill>
                  <a:srgbClr val="008D2D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lang="en-US" altLang="ja-JP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…</a:t>
              </a:r>
              <a:endParaRPr lang="ja-JP" altLang="en-US" sz="14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32" name="グラフィックス 131" descr="スマート フォン 単色塗りつぶし">
              <a:extLst>
                <a:ext uri="{FF2B5EF4-FFF2-40B4-BE49-F238E27FC236}">
                  <ns2:creationId id="{00CA375E-20C0-4307-B639-98C1385C7B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1"/>
                </a:ext>
              </a:extLst>
            </a:blip>
            <a:srcRect/>
            <a:stretch/>
          </p:blipFill>
          <p:spPr>
            <a:xfrm>
              <a:off x="3476179" y="5063453"/>
              <a:ext cx="324000" cy="324000"/>
            </a:xfrm>
            <a:prstGeom prst="rect">
              <a:avLst/>
            </a:prstGeom>
          </p:spPr>
        </p:pic>
      </p:grpSp>
      <p:grpSp>
        <p:nvGrpSpPr>
          <p:cNvPr id="142" name="グループ化 141">
            <a:extLst>
              <a:ext uri="{FF2B5EF4-FFF2-40B4-BE49-F238E27FC236}">
                <ns2:creationId id="{6591D501-8E1E-755F-7EA4-EA03A81AD539}"/>
              </a:ext>
            </a:extLst>
          </p:cNvPr>
          <p:cNvGrpSpPr/>
          <p:nvPr/>
        </p:nvGrpSpPr>
        <p:grpSpPr>
          <a:xfrm>
            <a:off x="4466183" y="4093269"/>
            <a:ext cx="950968" cy="837320"/>
            <a:chOff x="3888901" y="4470578"/>
            <a:chExt cx="964977" cy="939761"/>
          </a:xfrm>
        </p:grpSpPr>
        <p:sp>
          <p:nvSpPr>
            <p:cNvPr id="126" name="角丸四角形 32">
              <a:extLst>
                <a:ext uri="{FF2B5EF4-FFF2-40B4-BE49-F238E27FC236}">
                  <ns2:creationId id="{3AFE30DA-00E6-754A-A2DF-EAE6FB3A944B}"/>
                </a:ext>
              </a:extLst>
            </p:cNvPr>
            <p:cNvSpPr/>
            <p:nvPr/>
          </p:nvSpPr>
          <p:spPr>
            <a:xfrm>
              <a:off x="3888901" y="4470578"/>
              <a:ext cx="964977" cy="939761"/>
            </a:xfrm>
            <a:prstGeom prst="roundRect">
              <a:avLst>
                <a:gd name="adj" fmla="val 766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4400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spcBef>
                  <a:spcPts val="1200"/>
                </a:spcBef>
                <a:spcAft>
                  <a:spcPts val="600"/>
                </a:spcAft>
              </a:pPr>
              <a:r>
                <a:rPr lang="en-US" altLang="ja-JP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…</a:t>
              </a:r>
              <a:endParaRPr lang="ja-JP" altLang="en-US" sz="14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33" name="グラフィックス 132" descr="手当て 単色塗りつぶし">
              <a:extLst>
                <a:ext uri="{FF2B5EF4-FFF2-40B4-BE49-F238E27FC236}">
                  <ns2:creationId id="{304D24AA-DCAF-F7F0-1EFE-E557ECADAB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2"/>
                </a:ext>
              </a:extLst>
            </a:blip>
            <a:srcRect/>
            <a:stretch/>
          </p:blipFill>
          <p:spPr>
            <a:xfrm>
              <a:off x="4514945" y="5079873"/>
              <a:ext cx="324000" cy="324000"/>
            </a:xfrm>
            <a:prstGeom prst="rect">
              <a:avLst/>
            </a:prstGeom>
          </p:spPr>
        </p:pic>
      </p:grpSp>
      <p:grpSp>
        <p:nvGrpSpPr>
          <p:cNvPr id="140" name="グループ化 139">
            <a:extLst>
              <a:ext uri="{FF2B5EF4-FFF2-40B4-BE49-F238E27FC236}">
                <ns2:creationId id="{2033B832-FFA5-3CA5-AC61-318B395E690C}"/>
              </a:ext>
            </a:extLst>
          </p:cNvPr>
          <p:cNvGrpSpPr/>
          <p:nvPr/>
        </p:nvGrpSpPr>
        <p:grpSpPr>
          <a:xfrm>
            <a:off x="7577792" y="4093269"/>
            <a:ext cx="950968" cy="837320"/>
            <a:chOff x="5962798" y="4470578"/>
            <a:chExt cx="964977" cy="939761"/>
          </a:xfrm>
        </p:grpSpPr>
        <p:sp>
          <p:nvSpPr>
            <p:cNvPr id="130" name="角丸四角形 35">
              <a:extLst>
                <a:ext uri="{FF2B5EF4-FFF2-40B4-BE49-F238E27FC236}">
                  <ns2:creationId id="{F442D25F-453E-9779-2F75-BA6B89C60AC2}"/>
                </a:ext>
              </a:extLst>
            </p:cNvPr>
            <p:cNvSpPr/>
            <p:nvPr/>
          </p:nvSpPr>
          <p:spPr>
            <a:xfrm>
              <a:off x="5962798" y="4470578"/>
              <a:ext cx="964977" cy="939761"/>
            </a:xfrm>
            <a:prstGeom prst="roundRect">
              <a:avLst>
                <a:gd name="adj" fmla="val 766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0"/>
                </a:spcAft>
              </a:pPr>
              <a:r>
                <a:rPr lang="ja-JP" altLang="en-US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100" dirty="0">
                <a:solidFill>
                  <a:srgbClr val="008D2D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lang="ja-JP" altLang="en-US" sz="11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1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34" name="グラフィックス 133" descr="モノのインターネット 単色塗りつぶし">
              <a:extLst>
                <a:ext uri="{FF2B5EF4-FFF2-40B4-BE49-F238E27FC236}">
                  <ns2:creationId id="{F74548AA-3DD6-C50E-68FA-214B2D981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3"/>
                </a:ext>
              </a:extLst>
            </a:blip>
            <a:srcRect/>
            <a:stretch/>
          </p:blipFill>
          <p:spPr>
            <a:xfrm>
              <a:off x="6588842" y="5079873"/>
              <a:ext cx="324000" cy="324000"/>
            </a:xfrm>
            <a:prstGeom prst="rect">
              <a:avLst/>
            </a:prstGeom>
          </p:spPr>
        </p:pic>
      </p:grpSp>
      <p:grpSp>
        <p:nvGrpSpPr>
          <p:cNvPr id="138" name="グループ化 137">
            <a:extLst>
              <a:ext uri="{FF2B5EF4-FFF2-40B4-BE49-F238E27FC236}">
                <ns2:creationId id="{5FEDD61B-3154-D4F3-7E7A-5E18CB4AE958}"/>
              </a:ext>
            </a:extLst>
          </p:cNvPr>
          <p:cNvGrpSpPr/>
          <p:nvPr/>
        </p:nvGrpSpPr>
        <p:grpSpPr>
          <a:xfrm>
            <a:off x="10689402" y="4064640"/>
            <a:ext cx="950968" cy="837320"/>
            <a:chOff x="8046304" y="4458901"/>
            <a:chExt cx="964977" cy="939761"/>
          </a:xfrm>
        </p:grpSpPr>
        <p:sp>
          <p:nvSpPr>
            <p:cNvPr id="131" name="角丸四角形 36">
              <a:extLst>
                <a:ext uri="{FF2B5EF4-FFF2-40B4-BE49-F238E27FC236}">
                  <ns2:creationId id="{CD9CD554-36D1-F211-21D0-1716E0EC2F14}"/>
                </a:ext>
              </a:extLst>
            </p:cNvPr>
            <p:cNvSpPr/>
            <p:nvPr/>
          </p:nvSpPr>
          <p:spPr>
            <a:xfrm>
              <a:off x="8046304" y="4458901"/>
              <a:ext cx="964977" cy="939761"/>
            </a:xfrm>
            <a:prstGeom prst="roundRect">
              <a:avLst>
                <a:gd name="adj" fmla="val 766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0"/>
                </a:spcAft>
              </a:pPr>
              <a:r>
                <a:rPr lang="ja-JP" altLang="en-US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100" dirty="0">
                <a:solidFill>
                  <a:srgbClr val="008D2D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lang="en-US" altLang="ja-JP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…</a:t>
              </a:r>
              <a:endParaRPr lang="ja-JP" altLang="en-US" sz="14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35" name="グラフィックス 134" descr="チェックマークの付いた盾 単色塗りつぶし">
              <a:extLst>
                <a:ext uri="{FF2B5EF4-FFF2-40B4-BE49-F238E27FC236}">
                  <ns2:creationId id="{D57CB387-9483-0399-B099-327751F331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4"/>
                </a:ext>
              </a:extLst>
            </a:blip>
            <a:srcRect/>
            <a:stretch/>
          </p:blipFill>
          <p:spPr>
            <a:xfrm>
              <a:off x="8672348" y="5068196"/>
              <a:ext cx="324000" cy="324000"/>
            </a:xfrm>
            <a:prstGeom prst="rect">
              <a:avLst/>
            </a:prstGeom>
          </p:spPr>
        </p:pic>
      </p:grpSp>
      <p:grpSp>
        <p:nvGrpSpPr>
          <p:cNvPr id="141" name="グループ化 140">
            <a:extLst>
              <a:ext uri="{FF2B5EF4-FFF2-40B4-BE49-F238E27FC236}">
                <ns2:creationId id="{AF3ECA32-9134-86A4-5D6E-B86739B5AD54}"/>
              </a:ext>
            </a:extLst>
          </p:cNvPr>
          <p:cNvGrpSpPr/>
          <p:nvPr/>
        </p:nvGrpSpPr>
        <p:grpSpPr>
          <a:xfrm>
            <a:off x="6021987" y="4093269"/>
            <a:ext cx="950968" cy="837320"/>
            <a:chOff x="4924032" y="4470578"/>
            <a:chExt cx="964977" cy="939761"/>
          </a:xfrm>
        </p:grpSpPr>
        <p:sp>
          <p:nvSpPr>
            <p:cNvPr id="128" name="角丸四角形 34">
              <a:extLst>
                <a:ext uri="{FF2B5EF4-FFF2-40B4-BE49-F238E27FC236}">
                  <ns2:creationId id="{7D8831C2-03E3-F891-93E0-3E1CD87DB8C9}"/>
                </a:ext>
              </a:extLst>
            </p:cNvPr>
            <p:cNvSpPr/>
            <p:nvPr/>
          </p:nvSpPr>
          <p:spPr>
            <a:xfrm>
              <a:off x="4924032" y="4470578"/>
              <a:ext cx="964977" cy="939761"/>
            </a:xfrm>
            <a:prstGeom prst="roundRect">
              <a:avLst>
                <a:gd name="adj" fmla="val 766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0"/>
                </a:spcAft>
              </a:pPr>
              <a:r>
                <a:rPr lang="ja-JP" altLang="en-US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/>
              <a:r>
                <a:rPr lang="ja-JP" altLang="en-US" sz="11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36" name="グラフィックス 135" descr="ディスク 単色塗りつぶし">
              <a:extLst>
                <a:ext uri="{FF2B5EF4-FFF2-40B4-BE49-F238E27FC236}">
                  <ns2:creationId id="{D665E6DF-1575-BCA6-7422-C3D4E8D196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5"/>
                </a:ext>
              </a:extLst>
            </a:blip>
            <a:srcRect/>
            <a:stretch/>
          </p:blipFill>
          <p:spPr>
            <a:xfrm>
              <a:off x="5550076" y="5079873"/>
              <a:ext cx="324000" cy="324000"/>
            </a:xfrm>
            <a:prstGeom prst="rect">
              <a:avLst/>
            </a:prstGeom>
          </p:spPr>
        </p:pic>
      </p:grpSp>
      <p:grpSp>
        <p:nvGrpSpPr>
          <p:cNvPr id="139" name="グループ化 138">
            <a:extLst>
              <a:ext uri="{FF2B5EF4-FFF2-40B4-BE49-F238E27FC236}">
                <ns2:creationId id="{B27B5C62-4955-5C86-0E06-3E26B594A700}"/>
              </a:ext>
            </a:extLst>
          </p:cNvPr>
          <p:cNvGrpSpPr/>
          <p:nvPr/>
        </p:nvGrpSpPr>
        <p:grpSpPr>
          <a:xfrm>
            <a:off x="9133596" y="4082865"/>
            <a:ext cx="950968" cy="837320"/>
            <a:chOff x="7001564" y="4458901"/>
            <a:chExt cx="964977" cy="939761"/>
          </a:xfrm>
        </p:grpSpPr>
        <p:sp>
          <p:nvSpPr>
            <p:cNvPr id="127" name="角丸四角形 33">
              <a:extLst>
                <a:ext uri="{FF2B5EF4-FFF2-40B4-BE49-F238E27FC236}">
                  <ns2:creationId id="{80464061-E93F-5C56-216D-6D87D3D452A9}"/>
                </a:ext>
              </a:extLst>
            </p:cNvPr>
            <p:cNvSpPr/>
            <p:nvPr/>
          </p:nvSpPr>
          <p:spPr>
            <a:xfrm>
              <a:off x="7001564" y="4458901"/>
              <a:ext cx="964977" cy="939761"/>
            </a:xfrm>
            <a:prstGeom prst="roundRect">
              <a:avLst>
                <a:gd name="adj" fmla="val 766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0"/>
                </a:spcAft>
              </a:pPr>
              <a:r>
                <a:rPr lang="ja-JP" altLang="en-US" sz="1100" dirty="0">
                  <a:solidFill>
                    <a:srgbClr val="008D2D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100" dirty="0">
                <a:solidFill>
                  <a:srgbClr val="008D2D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lang="en-US" altLang="ja-JP" sz="14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…</a:t>
              </a:r>
              <a:endParaRPr kumimoji="1" lang="ja-JP" altLang="en-US" sz="14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37" name="グラフィックス 136" descr="目 単色塗りつぶし">
              <a:extLst>
                <a:ext uri="{FF2B5EF4-FFF2-40B4-BE49-F238E27FC236}">
                  <ns2:creationId id="{31387471-C566-93B6-FC27-EF370817A4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6"/>
                </a:ext>
              </a:extLst>
            </a:blip>
            <a:srcRect/>
            <a:stretch/>
          </p:blipFill>
          <p:spPr>
            <a:xfrm>
              <a:off x="7627608" y="5068196"/>
              <a:ext cx="324000" cy="324000"/>
            </a:xfrm>
            <a:prstGeom prst="rect">
              <a:avLst/>
            </a:prstGeom>
          </p:spPr>
        </p:pic>
      </p:grpSp>
      <p:sp>
        <p:nvSpPr>
          <p:cNvPr id="145" name="正方形/長方形 144">
            <a:extLst>
              <a:ext uri="{FF2B5EF4-FFF2-40B4-BE49-F238E27FC236}">
                <ns2:creationId id="{925EDD69-2855-029F-DED3-B13B19CCD742}"/>
              </a:ext>
            </a:extLst>
          </p:cNvPr>
          <p:cNvSpPr/>
          <p:nvPr/>
        </p:nvSpPr>
        <p:spPr>
          <a:xfrm>
            <a:off x="2482465" y="4982124"/>
            <a:ext cx="9287506" cy="248510"/>
          </a:xfrm>
          <a:prstGeom prst="rect">
            <a:avLst/>
          </a:prstGeom>
          <a:solidFill>
            <a:srgbClr val="008D2D">
              <a:alpha val="8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54" name="正方形/長方形 153">
            <a:extLst>
              <a:ext uri="{FF2B5EF4-FFF2-40B4-BE49-F238E27FC236}">
                <ns2:creationId id="{BB53DD64-0B0E-B849-B1CE-F519C149422E}"/>
              </a:ext>
            </a:extLst>
          </p:cNvPr>
          <p:cNvSpPr/>
          <p:nvPr/>
        </p:nvSpPr>
        <p:spPr>
          <a:xfrm>
            <a:off x="2798289" y="7359083"/>
            <a:ext cx="379509" cy="804820"/>
          </a:xfrm>
          <a:prstGeom prst="rect">
            <a:avLst/>
          </a:prstGeom>
          <a:solidFill>
            <a:srgbClr val="66BB81"/>
          </a:solidFill>
          <a:ln w="3175" cap="flat" cmpd="sng" algn="ctr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163" name="グラフィックス 162" descr="歯車 1 つ 単色塗りつぶし">
            <a:extLst>
              <a:ext uri="{FF2B5EF4-FFF2-40B4-BE49-F238E27FC236}">
                <ns2:creationId id="{461EB5EF-59AB-BF3B-C95C-B1D76A0B7D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17"/>
              </a:ext>
            </a:extLst>
          </a:blip>
          <a:srcRect/>
          <a:stretch/>
        </p:blipFill>
        <p:spPr>
          <a:xfrm>
            <a:off x="2826043" y="7426590"/>
            <a:ext cx="324000" cy="324000"/>
          </a:xfrm>
          <a:prstGeom prst="rect">
            <a:avLst/>
          </a:prstGeom>
        </p:spPr>
      </p:pic>
      <p:pic>
        <p:nvPicPr>
          <p:cNvPr id="185" name="グラフィックス 184" descr="意思決定図 単色塗りつぶし">
            <a:extLst>
              <a:ext uri="{FF2B5EF4-FFF2-40B4-BE49-F238E27FC236}">
                <ns2:creationId id="{F57692D4-3F54-0516-C831-0F4CEDA897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18"/>
              </a:ext>
            </a:extLst>
          </a:blip>
          <a:srcRect/>
          <a:stretch/>
        </p:blipFill>
        <p:spPr>
          <a:xfrm>
            <a:off x="4015687" y="5569741"/>
            <a:ext cx="504000" cy="504000"/>
          </a:xfrm>
          <a:prstGeom prst="rect">
            <a:avLst/>
          </a:prstGeom>
        </p:spPr>
      </p:pic>
      <p:pic>
        <p:nvPicPr>
          <p:cNvPr id="186" name="グラフィックス 185" descr="電球と鉛筆 単色塗りつぶし">
            <a:extLst>
              <a:ext uri="{FF2B5EF4-FFF2-40B4-BE49-F238E27FC236}">
                <ns2:creationId id="{1013C579-0F6F-3BDC-6596-877E892E83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19"/>
              </a:ext>
            </a:extLst>
          </a:blip>
          <a:srcRect/>
          <a:stretch/>
        </p:blipFill>
        <p:spPr>
          <a:xfrm>
            <a:off x="4648677" y="5569741"/>
            <a:ext cx="504000" cy="504000"/>
          </a:xfrm>
          <a:prstGeom prst="rect">
            <a:avLst/>
          </a:prstGeom>
        </p:spPr>
      </p:pic>
      <p:sp>
        <p:nvSpPr>
          <p:cNvPr id="187" name="四角形: 角を丸くする 174">
            <a:extLst>
              <a:ext uri="{FF2B5EF4-FFF2-40B4-BE49-F238E27FC236}">
                <ns2:creationId id="{AC42E5E8-9402-94C1-8027-661F5491C8B4}"/>
              </a:ext>
            </a:extLst>
          </p:cNvPr>
          <p:cNvSpPr/>
          <p:nvPr/>
        </p:nvSpPr>
        <p:spPr>
          <a:xfrm>
            <a:off x="4024566" y="6058221"/>
            <a:ext cx="486242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BPR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88" name="四角形: 角を丸くする 174">
            <a:extLst>
              <a:ext uri="{FF2B5EF4-FFF2-40B4-BE49-F238E27FC236}">
                <ns2:creationId id="{4959B84A-7AAB-EA80-088D-8F4089B97F90}"/>
              </a:ext>
            </a:extLst>
          </p:cNvPr>
          <p:cNvSpPr/>
          <p:nvPr/>
        </p:nvSpPr>
        <p:spPr>
          <a:xfrm>
            <a:off x="4551345" y="6058221"/>
            <a:ext cx="698664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189" name="グラフィックス 188" descr="教授 女性 単色塗りつぶし">
            <a:extLst>
              <a:ext uri="{FF2B5EF4-FFF2-40B4-BE49-F238E27FC236}">
                <ns2:creationId id="{885ED9F5-3627-92FD-9996-FCE89F010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0"/>
              </a:ext>
            </a:extLst>
          </a:blip>
          <a:srcRect/>
          <a:stretch/>
        </p:blipFill>
        <p:spPr>
          <a:xfrm>
            <a:off x="5323312" y="5569741"/>
            <a:ext cx="504000" cy="504000"/>
          </a:xfrm>
          <a:prstGeom prst="rect">
            <a:avLst/>
          </a:prstGeom>
        </p:spPr>
      </p:pic>
      <p:pic>
        <p:nvPicPr>
          <p:cNvPr id="190" name="グラフィックス 189" descr="パレット 単色塗りつぶし">
            <a:extLst>
              <a:ext uri="{FF2B5EF4-FFF2-40B4-BE49-F238E27FC236}">
                <ns2:creationId id="{E82E3709-8F93-98B7-6046-28136F29ED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1"/>
              </a:ext>
            </a:extLst>
          </a:blip>
          <a:srcRect/>
          <a:stretch/>
        </p:blipFill>
        <p:spPr>
          <a:xfrm>
            <a:off x="5966607" y="5569741"/>
            <a:ext cx="504000" cy="504000"/>
          </a:xfrm>
          <a:prstGeom prst="rect">
            <a:avLst/>
          </a:prstGeom>
        </p:spPr>
      </p:pic>
      <p:sp>
        <p:nvSpPr>
          <p:cNvPr id="191" name="四角形: 角を丸くする 174">
            <a:extLst>
              <a:ext uri="{FF2B5EF4-FFF2-40B4-BE49-F238E27FC236}">
                <ns2:creationId id="{FFEC4F21-669D-8C9F-0291-2D47A0B804F8}"/>
              </a:ext>
            </a:extLst>
          </p:cNvPr>
          <p:cNvSpPr/>
          <p:nvPr/>
        </p:nvSpPr>
        <p:spPr>
          <a:xfrm>
            <a:off x="5291757" y="6058221"/>
            <a:ext cx="567110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92" name="四角形: 角を丸くする 174">
            <a:extLst>
              <a:ext uri="{FF2B5EF4-FFF2-40B4-BE49-F238E27FC236}">
                <ns2:creationId id="{8A40B081-7E0E-892C-1B21-334A3927032E}"/>
              </a:ext>
            </a:extLst>
          </p:cNvPr>
          <p:cNvSpPr/>
          <p:nvPr/>
        </p:nvSpPr>
        <p:spPr>
          <a:xfrm>
            <a:off x="5985932" y="6058221"/>
            <a:ext cx="519515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81" name="正方形/長方形 180">
            <a:extLst>
              <a:ext uri="{FF2B5EF4-FFF2-40B4-BE49-F238E27FC236}">
                <ns2:creationId id="{70D3343D-2B3A-99F2-9154-98E84771C787}"/>
              </a:ext>
            </a:extLst>
          </p:cNvPr>
          <p:cNvSpPr/>
          <p:nvPr/>
        </p:nvSpPr>
        <p:spPr>
          <a:xfrm>
            <a:off x="4039476" y="5274346"/>
            <a:ext cx="2455389" cy="2405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55" name="グラフィックス 154" descr="教師 単色塗りつぶし">
            <a:extLst>
              <a:ext uri="{FF2B5EF4-FFF2-40B4-BE49-F238E27FC236}">
                <ns2:creationId id="{AA5B6867-FBD9-3F39-F097-B8E02FF1E3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2"/>
              </a:ext>
            </a:extLst>
          </a:blip>
          <a:srcRect/>
          <a:stretch/>
        </p:blipFill>
        <p:spPr>
          <a:xfrm>
            <a:off x="4662322" y="5223850"/>
            <a:ext cx="306042" cy="361398"/>
          </a:xfrm>
          <a:prstGeom prst="rect">
            <a:avLst/>
          </a:prstGeom>
        </p:spPr>
      </p:pic>
      <p:sp>
        <p:nvSpPr>
          <p:cNvPr id="196" name="正方形/長方形 195">
            <a:extLst>
              <a:ext uri="{FF2B5EF4-FFF2-40B4-BE49-F238E27FC236}">
                <ns2:creationId id="{F1CE6D96-84D4-8806-322F-2A3584457A7A}"/>
              </a:ext>
            </a:extLst>
          </p:cNvPr>
          <p:cNvSpPr/>
          <p:nvPr/>
        </p:nvSpPr>
        <p:spPr>
          <a:xfrm>
            <a:off x="6677029" y="5274346"/>
            <a:ext cx="2455389" cy="2405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7" name="正方形/長方形 196">
            <a:extLst>
              <a:ext uri="{FF2B5EF4-FFF2-40B4-BE49-F238E27FC236}">
                <ns2:creationId id="{7E47FB54-450F-C70F-4832-D5E365905F9A}"/>
              </a:ext>
            </a:extLst>
          </p:cNvPr>
          <p:cNvSpPr/>
          <p:nvPr/>
        </p:nvSpPr>
        <p:spPr>
          <a:xfrm>
            <a:off x="9314581" y="5274346"/>
            <a:ext cx="2455389" cy="2405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99" name="グラフィックス 198" descr="オフィス ワーカー (男性) 単色塗りつぶし">
            <a:extLst>
              <a:ext uri="{FF2B5EF4-FFF2-40B4-BE49-F238E27FC236}">
                <ns2:creationId id="{8045FE05-C8EF-8C87-F342-F79EF75298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3"/>
              </a:ext>
            </a:extLst>
          </a:blip>
          <a:srcRect/>
          <a:stretch/>
        </p:blipFill>
        <p:spPr>
          <a:xfrm>
            <a:off x="6679791" y="5507787"/>
            <a:ext cx="504000" cy="504000"/>
          </a:xfrm>
          <a:prstGeom prst="rect">
            <a:avLst/>
          </a:prstGeom>
        </p:spPr>
      </p:pic>
      <p:pic>
        <p:nvPicPr>
          <p:cNvPr id="200" name="グラフィックス 199" descr="リサーチ 単色塗りつぶし">
            <a:extLst>
              <a:ext uri="{FF2B5EF4-FFF2-40B4-BE49-F238E27FC236}">
                <ns2:creationId id="{B5E70094-DE1D-EDED-74CB-26C9DEB23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4"/>
              </a:ext>
            </a:extLst>
          </a:blip>
          <a:srcRect/>
          <a:stretch/>
        </p:blipFill>
        <p:spPr>
          <a:xfrm>
            <a:off x="7312781" y="5507787"/>
            <a:ext cx="504000" cy="504000"/>
          </a:xfrm>
          <a:prstGeom prst="rect">
            <a:avLst/>
          </a:prstGeom>
        </p:spPr>
      </p:pic>
      <p:sp>
        <p:nvSpPr>
          <p:cNvPr id="201" name="四角形: 角を丸くする 174">
            <a:extLst>
              <a:ext uri="{FF2B5EF4-FFF2-40B4-BE49-F238E27FC236}">
                <ns2:creationId id="{19E8EBA4-F91A-445A-2EDE-ADDC612EB029}"/>
              </a:ext>
            </a:extLst>
          </p:cNvPr>
          <p:cNvSpPr/>
          <p:nvPr/>
        </p:nvSpPr>
        <p:spPr>
          <a:xfrm>
            <a:off x="6671772" y="6071572"/>
            <a:ext cx="520038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202" name="四角形: 角を丸くする 174">
            <a:extLst>
              <a:ext uri="{FF2B5EF4-FFF2-40B4-BE49-F238E27FC236}">
                <ns2:creationId id="{93EE0C74-D182-FCE5-7992-8E5D63A1629A}"/>
              </a:ext>
            </a:extLst>
          </p:cNvPr>
          <p:cNvSpPr/>
          <p:nvPr/>
        </p:nvSpPr>
        <p:spPr>
          <a:xfrm>
            <a:off x="7305023" y="6071572"/>
            <a:ext cx="519515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203" name="グラフィックス 202" descr="パレット 単色塗りつぶし">
            <a:extLst>
              <a:ext uri="{FF2B5EF4-FFF2-40B4-BE49-F238E27FC236}">
                <ns2:creationId id="{65AE5F4E-227D-3DAA-FFB6-0E0A655DD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1"/>
              </a:ext>
            </a:extLst>
          </a:blip>
          <a:srcRect/>
          <a:stretch/>
        </p:blipFill>
        <p:spPr>
          <a:xfrm>
            <a:off x="8576925" y="5507787"/>
            <a:ext cx="504000" cy="504000"/>
          </a:xfrm>
          <a:prstGeom prst="rect">
            <a:avLst/>
          </a:prstGeom>
        </p:spPr>
      </p:pic>
      <p:sp>
        <p:nvSpPr>
          <p:cNvPr id="204" name="四角形: 角を丸くする 174">
            <a:extLst>
              <a:ext uri="{FF2B5EF4-FFF2-40B4-BE49-F238E27FC236}">
                <ns2:creationId id="{452EA161-CC56-2166-21D0-6B0AAE84F8C3}"/>
              </a:ext>
            </a:extLst>
          </p:cNvPr>
          <p:cNvSpPr/>
          <p:nvPr/>
        </p:nvSpPr>
        <p:spPr>
          <a:xfrm>
            <a:off x="7861055" y="6071572"/>
            <a:ext cx="649149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205" name="四角形: 角を丸くする 174">
            <a:extLst>
              <a:ext uri="{FF2B5EF4-FFF2-40B4-BE49-F238E27FC236}">
                <ns2:creationId id="{2FDE2CB7-1172-0EB9-A0F5-2BF3FB3368DA}"/>
              </a:ext>
            </a:extLst>
          </p:cNvPr>
          <p:cNvSpPr/>
          <p:nvPr/>
        </p:nvSpPr>
        <p:spPr>
          <a:xfrm>
            <a:off x="8608344" y="6071572"/>
            <a:ext cx="441162" cy="24103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206" name="四角形: 角を丸くする 174">
            <a:extLst>
              <a:ext uri="{FF2B5EF4-FFF2-40B4-BE49-F238E27FC236}">
                <ns2:creationId id="{C1D22F42-B10B-EB76-5238-191B9FA8EC4B}"/>
              </a:ext>
            </a:extLst>
          </p:cNvPr>
          <p:cNvSpPr/>
          <p:nvPr/>
        </p:nvSpPr>
        <p:spPr>
          <a:xfrm>
            <a:off x="9049506" y="5962551"/>
            <a:ext cx="167389" cy="167175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1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7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7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209" name="グラフィックス 208" descr="統計 単色塗りつぶし">
            <a:extLst>
              <a:ext uri="{FF2B5EF4-FFF2-40B4-BE49-F238E27FC236}">
                <ns2:creationId id="{05D0C664-336D-15C8-C3D0-FD14ABB000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5"/>
              </a:ext>
            </a:extLst>
          </a:blip>
          <a:srcRect/>
          <a:stretch/>
        </p:blipFill>
        <p:spPr>
          <a:xfrm>
            <a:off x="7933630" y="5507787"/>
            <a:ext cx="504000" cy="504000"/>
          </a:xfrm>
          <a:prstGeom prst="rect">
            <a:avLst/>
          </a:prstGeom>
        </p:spPr>
      </p:pic>
      <p:sp>
        <p:nvSpPr>
          <p:cNvPr id="211" name="四角形: 角を丸くする 174">
            <a:extLst>
              <a:ext uri="{FF2B5EF4-FFF2-40B4-BE49-F238E27FC236}">
                <ns2:creationId id="{199CF27F-A62F-C223-9435-B3D5656A1BF7}"/>
              </a:ext>
            </a:extLst>
          </p:cNvPr>
          <p:cNvSpPr/>
          <p:nvPr/>
        </p:nvSpPr>
        <p:spPr>
          <a:xfrm>
            <a:off x="9556110" y="6069755"/>
            <a:ext cx="745366" cy="22832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212" name="グラフィックス 211" descr="自撮り 単色塗りつぶし">
            <a:extLst>
              <a:ext uri="{FF2B5EF4-FFF2-40B4-BE49-F238E27FC236}">
                <ns2:creationId id="{A900C2B6-53C0-8595-7678-8F4D264D68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6"/>
              </a:ext>
            </a:extLst>
          </a:blip>
          <a:srcRect/>
          <a:stretch/>
        </p:blipFill>
        <p:spPr>
          <a:xfrm>
            <a:off x="9676793" y="5495910"/>
            <a:ext cx="504000" cy="504000"/>
          </a:xfrm>
          <a:prstGeom prst="rect">
            <a:avLst/>
          </a:prstGeom>
        </p:spPr>
      </p:pic>
      <p:sp>
        <p:nvSpPr>
          <p:cNvPr id="213" name="四角形: 角を丸くする 174">
            <a:extLst>
              <a:ext uri="{FF2B5EF4-FFF2-40B4-BE49-F238E27FC236}">
                <ns2:creationId id="{A4CFBA7C-4FFC-568C-16D8-0E6536E9B23C}"/>
              </a:ext>
            </a:extLst>
          </p:cNvPr>
          <p:cNvSpPr/>
          <p:nvPr/>
        </p:nvSpPr>
        <p:spPr>
          <a:xfrm>
            <a:off x="10463918" y="6069755"/>
            <a:ext cx="477058" cy="22832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214" name="四角形: 角を丸くする 174">
            <a:extLst>
              <a:ext uri="{FF2B5EF4-FFF2-40B4-BE49-F238E27FC236}">
                <ns2:creationId id="{BC69A5B0-75F0-2E51-9D88-4A8867FCCE00}"/>
              </a:ext>
            </a:extLst>
          </p:cNvPr>
          <p:cNvSpPr/>
          <p:nvPr/>
        </p:nvSpPr>
        <p:spPr>
          <a:xfrm>
            <a:off x="11125161" y="6069755"/>
            <a:ext cx="441162" cy="228324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9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215" name="グラフィックス 214" descr="コンピューター 単色塗りつぶし">
            <a:extLst>
              <a:ext uri="{FF2B5EF4-FFF2-40B4-BE49-F238E27FC236}">
                <ns2:creationId id="{380BB2E5-E250-F8E6-3003-4DD511BC2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7"/>
              </a:ext>
            </a:extLst>
          </a:blip>
          <a:srcRect/>
          <a:stretch/>
        </p:blipFill>
        <p:spPr>
          <a:xfrm>
            <a:off x="10450447" y="5495910"/>
            <a:ext cx="504000" cy="504000"/>
          </a:xfrm>
          <a:prstGeom prst="rect">
            <a:avLst/>
          </a:prstGeom>
        </p:spPr>
      </p:pic>
      <p:pic>
        <p:nvPicPr>
          <p:cNvPr id="216" name="グラフィックス 215" descr="クラウド コンピューティング 単色塗りつぶし">
            <a:extLst>
              <a:ext uri="{FF2B5EF4-FFF2-40B4-BE49-F238E27FC236}">
                <ns2:creationId id="{68994172-4166-2201-5691-6DC002DCA2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8"/>
              </a:ext>
            </a:extLst>
          </a:blip>
          <a:srcRect/>
          <a:stretch/>
        </p:blipFill>
        <p:spPr>
          <a:xfrm>
            <a:off x="11093742" y="5495910"/>
            <a:ext cx="504000" cy="504000"/>
          </a:xfrm>
          <a:prstGeom prst="rect">
            <a:avLst/>
          </a:prstGeom>
        </p:spPr>
      </p:pic>
      <p:sp>
        <p:nvSpPr>
          <p:cNvPr id="217" name="四角形: 角を丸くする 174">
            <a:extLst>
              <a:ext uri="{FF2B5EF4-FFF2-40B4-BE49-F238E27FC236}">
                <ns2:creationId id="{F90265AB-065D-A049-6741-97B715DEDCFD}"/>
              </a:ext>
            </a:extLst>
          </p:cNvPr>
          <p:cNvSpPr/>
          <p:nvPr/>
        </p:nvSpPr>
        <p:spPr>
          <a:xfrm>
            <a:off x="11584590" y="6036400"/>
            <a:ext cx="167389" cy="167175"/>
          </a:xfrm>
          <a:prstGeom prst="roundRect">
            <a:avLst>
              <a:gd name="adj" fmla="val 3388"/>
            </a:avLst>
          </a:prstGeom>
          <a:noFill/>
          <a:ln w="9525" cap="flat" cmpd="sng" algn="ctr">
            <a:noFill/>
            <a:prstDash val="solid"/>
            <a:miter lim="800000"/>
          </a:ln>
          <a:effectLst/>
          <a:extLst>
            <a:ext uri="{909E8E84-426E-40DD-AFC4-6F175D3DCCD1}">
              <ns4:hiddenFill>
                <a:solidFill>
                  <a:schemeClr val="bg1"/>
                </a:solidFill>
              </ns4:hiddenFill>
            </a:ext>
            <a:ext uri="{91240B29-F687-4F45-9708-019B960494DF}">
              <ns4:hiddenLine w="9525" cap="flat" cmpd="sng" algn="ctr">
                <a:solidFill>
                  <a:srgbClr val="99CCB2"/>
                </a:solidFill>
                <a:prstDash val="solid"/>
                <a:miter lim="800000"/>
              </ns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1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7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70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19" name="正方形/長方形 218">
            <a:extLst>
              <a:ext uri="{FF2B5EF4-FFF2-40B4-BE49-F238E27FC236}">
                <ns2:creationId id="{CF86C254-6D5E-B69B-7FAC-CF5E6C7620D3}"/>
              </a:ext>
            </a:extLst>
          </p:cNvPr>
          <p:cNvSpPr/>
          <p:nvPr/>
        </p:nvSpPr>
        <p:spPr>
          <a:xfrm>
            <a:off x="2482464" y="5557644"/>
            <a:ext cx="1416301" cy="7296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222" name="グラフィックス 221" descr="歯車 1 つ 単色塗りつぶし">
            <a:extLst>
              <a:ext uri="{FF2B5EF4-FFF2-40B4-BE49-F238E27FC236}">
                <ns2:creationId id="{D3481853-9CB1-A282-19F6-38A2A76AE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29"/>
              </a:ext>
            </a:extLst>
          </a:blip>
          <a:srcRect/>
          <a:stretch/>
        </p:blipFill>
        <p:spPr>
          <a:xfrm>
            <a:off x="10038360" y="5241295"/>
            <a:ext cx="324000" cy="324000"/>
          </a:xfrm>
          <a:prstGeom prst="rect">
            <a:avLst/>
          </a:prstGeom>
        </p:spPr>
      </p:pic>
      <p:pic>
        <p:nvPicPr>
          <p:cNvPr id="223" name="グラフィックス 222" descr="教室 単色塗りつぶし">
            <a:extLst>
              <a:ext uri="{FF2B5EF4-FFF2-40B4-BE49-F238E27FC236}">
                <ns2:creationId id="{58C91624-14B6-282F-43A5-33B3894F2E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30"/>
              </a:ext>
            </a:extLst>
          </a:blip>
          <a:srcRect/>
          <a:stretch/>
        </p:blipFill>
        <p:spPr>
          <a:xfrm>
            <a:off x="7428973" y="5268435"/>
            <a:ext cx="256320" cy="256320"/>
          </a:xfrm>
          <a:prstGeom prst="rect">
            <a:avLst/>
          </a:prstGeom>
        </p:spPr>
      </p:pic>
      <p:pic>
        <p:nvPicPr>
          <p:cNvPr id="224" name="グラフィックス 223" descr="教室 単色塗りつぶし">
            <a:extLst>
              <a:ext uri="{FF2B5EF4-FFF2-40B4-BE49-F238E27FC236}">
                <ns2:creationId id="{6246E5F1-6834-1BB4-B9B6-D1154222D0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31"/>
              </a:ext>
            </a:extLst>
          </a:blip>
          <a:srcRect/>
          <a:stretch/>
        </p:blipFill>
        <p:spPr>
          <a:xfrm>
            <a:off x="5815323" y="4967223"/>
            <a:ext cx="256320" cy="256320"/>
          </a:xfrm>
          <a:prstGeom prst="rect">
            <a:avLst/>
          </a:prstGeom>
        </p:spPr>
      </p:pic>
      <p:sp>
        <p:nvSpPr>
          <p:cNvPr id="227" name="正方形/長方形 226">
            <a:extLst>
              <a:ext uri="{FF2B5EF4-FFF2-40B4-BE49-F238E27FC236}">
                <ns2:creationId id="{FDC4909D-78B1-036E-6686-1D6E1C17192B}"/>
              </a:ext>
            </a:extLst>
          </p:cNvPr>
          <p:cNvSpPr/>
          <p:nvPr/>
        </p:nvSpPr>
        <p:spPr>
          <a:xfrm rot="20538236">
            <a:off x="1949323" y="1469916"/>
            <a:ext cx="334396" cy="5145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4128845924"/>
      </p:ext>
    </p:extLst>
  </p:cSld>
  <p:clrMapOvr>
    <a:masterClrMapping/>
  </p:clrMapOvr>
</p:sld>
</file>

<file path=ppt/slides/slide9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F3C4E12-98F0-9625-D43D-5EB749F46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90CCCB5-C5E0-65E1-227D-1BA44C67E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331FDE8-632B-4FF6-B6C9-5BDCF4536E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sz="1800"/>
              <a:t>XX</a:t>
            </a:r>
            <a:endParaRPr kumimoji="1" lang="ja-JP" altLang="en-US" sz="1800"/>
          </a:p>
        </p:txBody>
      </p:sp>
      <p:grpSp>
        <p:nvGrpSpPr>
          <p:cNvPr id="67" name="グループ化 66">
            <a:extLst>
              <a:ext uri="{FF2B5EF4-FFF2-40B4-BE49-F238E27FC236}">
                <ns2:creationId id="{2242EBC9-2368-EE76-7A19-18AEE20C070D}"/>
              </a:ext>
            </a:extLst>
          </p:cNvPr>
          <p:cNvGrpSpPr/>
          <p:nvPr/>
        </p:nvGrpSpPr>
        <p:grpSpPr>
          <a:xfrm>
            <a:off x="337395" y="1627262"/>
            <a:ext cx="5472001" cy="4681463"/>
            <a:chOff x="337395" y="1627262"/>
            <a:chExt cx="5472001" cy="4681463"/>
          </a:xfrm>
        </p:grpSpPr>
        <p:grpSp>
          <p:nvGrpSpPr>
            <p:cNvPr id="45" name="グループ化 44">
              <a:extLst>
                <a:ext uri="{FF2B5EF4-FFF2-40B4-BE49-F238E27FC236}">
                  <ns2:creationId id="{97DAA7B4-F8FF-78E1-80D6-C1E6711EC79C}"/>
                </a:ext>
              </a:extLst>
            </p:cNvPr>
            <p:cNvGrpSpPr/>
            <p:nvPr/>
          </p:nvGrpSpPr>
          <p:grpSpPr>
            <a:xfrm>
              <a:off x="337396" y="1627262"/>
              <a:ext cx="5472000" cy="369332"/>
              <a:chOff x="337396" y="1627262"/>
              <a:chExt cx="5580000" cy="369332"/>
            </a:xfrm>
          </p:grpSpPr>
          <p:cxnSp>
            <p:nvCxnSpPr>
              <p:cNvPr id="10" name="直線コネクタ 9">
                <a:extLst>
                  <a:ext uri="{FF2B5EF4-FFF2-40B4-BE49-F238E27FC236}">
                    <ns2:creationId id="{36CD8E77-95CA-91AB-BD5A-64459D0C92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397" y="1987262"/>
                <a:ext cx="557999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テキスト ボックス 10">
                <a:extLst>
                  <a:ext uri="{FF2B5EF4-FFF2-40B4-BE49-F238E27FC236}">
                    <ns2:creationId id="{52B23A34-F514-6C85-DEF2-2D329ADAE0BA}"/>
                  </a:ext>
                </a:extLst>
              </p:cNvPr>
              <p:cNvSpPr txBox="1"/>
              <p:nvPr/>
            </p:nvSpPr>
            <p:spPr>
              <a:xfrm>
                <a:off x="337396" y="1627262"/>
                <a:ext cx="5580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sp>
          <p:nvSpPr>
            <p:cNvPr id="21" name="正方形/長方形 20">
              <a:extLst>
                <a:ext uri="{FF2B5EF4-FFF2-40B4-BE49-F238E27FC236}">
                  <ns2:creationId id="{329260FF-6206-9601-7954-D4AFDA1C9CA2}"/>
                </a:ext>
              </a:extLst>
            </p:cNvPr>
            <p:cNvSpPr/>
            <p:nvPr/>
          </p:nvSpPr>
          <p:spPr>
            <a:xfrm>
              <a:off x="337397" y="2659849"/>
              <a:ext cx="2771999" cy="10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lvl="1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E8062189-8D7D-47B9-ADE7-08D3A97A3A90}"/>
                </a:ext>
              </a:extLst>
            </p:cNvPr>
            <p:cNvSpPr/>
            <p:nvPr/>
          </p:nvSpPr>
          <p:spPr>
            <a:xfrm>
              <a:off x="3577396" y="2659849"/>
              <a:ext cx="2232000" cy="118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68F6DBBB-C285-2011-12E0-C2681782114C}"/>
                </a:ext>
              </a:extLst>
            </p:cNvPr>
            <p:cNvSpPr/>
            <p:nvPr/>
          </p:nvSpPr>
          <p:spPr>
            <a:xfrm>
              <a:off x="3577396" y="3998287"/>
              <a:ext cx="2232000" cy="10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E9522535-959B-4F73-5293-DA11334D7FE4}"/>
                </a:ext>
              </a:extLst>
            </p:cNvPr>
            <p:cNvSpPr/>
            <p:nvPr/>
          </p:nvSpPr>
          <p:spPr>
            <a:xfrm>
              <a:off x="3577396" y="5228725"/>
              <a:ext cx="2232000" cy="10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6" name="コネクタ: カギ線 25">
              <a:extLst>
                <a:ext uri="{FF2B5EF4-FFF2-40B4-BE49-F238E27FC236}">
                  <ns2:creationId id="{63E7CDFD-14C5-27E8-1EA3-BAC4DB802F49}"/>
                </a:ext>
              </a:extLst>
            </p:cNvPr>
            <p:cNvCxnSpPr>
              <a:cxnSpLocks/>
              <a:stCxn id="33" idx="3"/>
              <a:endCxn id="23" idx="1"/>
            </p:cNvCxnSpPr>
            <p:nvPr/>
          </p:nvCxnSpPr>
          <p:spPr>
            <a:xfrm flipV="1">
              <a:off x="1831397" y="3253849"/>
              <a:ext cx="1745999" cy="948070"/>
            </a:xfrm>
            <a:prstGeom prst="bentConnector3">
              <a:avLst>
                <a:gd name="adj1" fmla="val 87678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ns2:creationId id="{FB2F510F-C4E6-09E0-BBDD-1973E76D3073}"/>
                </a:ext>
              </a:extLst>
            </p:cNvPr>
            <p:cNvCxnSpPr>
              <a:cxnSpLocks/>
              <a:stCxn id="33" idx="3"/>
              <a:endCxn id="24" idx="1"/>
            </p:cNvCxnSpPr>
            <p:nvPr/>
          </p:nvCxnSpPr>
          <p:spPr>
            <a:xfrm>
              <a:off x="1831397" y="4201919"/>
              <a:ext cx="1745999" cy="336368"/>
            </a:xfrm>
            <a:prstGeom prst="bentConnector3">
              <a:avLst>
                <a:gd name="adj1" fmla="val 87533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コネクタ: カギ線 27">
              <a:extLst>
                <a:ext uri="{FF2B5EF4-FFF2-40B4-BE49-F238E27FC236}">
                  <ns2:creationId id="{CB2B135A-34C5-271A-BC15-C22EC1C43B56}"/>
                </a:ext>
              </a:extLst>
            </p:cNvPr>
            <p:cNvCxnSpPr>
              <a:cxnSpLocks/>
              <a:stCxn id="33" idx="3"/>
              <a:endCxn id="25" idx="1"/>
            </p:cNvCxnSpPr>
            <p:nvPr/>
          </p:nvCxnSpPr>
          <p:spPr>
            <a:xfrm>
              <a:off x="1831397" y="4201919"/>
              <a:ext cx="1745999" cy="1566806"/>
            </a:xfrm>
            <a:prstGeom prst="bentConnector3">
              <a:avLst>
                <a:gd name="adj1" fmla="val 87824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正方形/長方形 28">
              <a:extLst>
                <a:ext uri="{FF2B5EF4-FFF2-40B4-BE49-F238E27FC236}">
                  <ns2:creationId id="{F96A2918-F98F-D305-6947-C512B01C9334}"/>
                </a:ext>
              </a:extLst>
            </p:cNvPr>
            <p:cNvSpPr/>
            <p:nvPr/>
          </p:nvSpPr>
          <p:spPr>
            <a:xfrm>
              <a:off x="337396" y="2079179"/>
              <a:ext cx="5472000" cy="43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br>
                <a:rPr lang="en-US" altLang="ja-JP" sz="1400">
                  <a:solidFill>
                    <a:srgbClr val="008000"/>
                  </a:solidFill>
                </a:rPr>
              </a:br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r>
                <a:rPr lang="en-US" altLang="ja-JP" sz="1400">
                  <a:solidFill>
                    <a:srgbClr val="008000"/>
                  </a:solidFill>
                </a:rPr>
                <a:t>XX</a:t>
              </a:r>
              <a:r>
                <a:rPr lang="ja-JP" altLang="en-US" sz="1400">
                  <a:solidFill>
                    <a:srgbClr val="008000"/>
                  </a:solidFill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C050E576-0961-95FA-5C6F-E73DAD5B8F52}"/>
                </a:ext>
              </a:extLst>
            </p:cNvPr>
            <p:cNvGrpSpPr/>
            <p:nvPr/>
          </p:nvGrpSpPr>
          <p:grpSpPr>
            <a:xfrm>
              <a:off x="337395" y="4730734"/>
              <a:ext cx="2772000" cy="1573385"/>
              <a:chOff x="336910" y="4735340"/>
              <a:chExt cx="2772000" cy="1573385"/>
            </a:xfrm>
          </p:grpSpPr>
          <p:sp>
            <p:nvSpPr>
              <p:cNvPr id="34" name="正方形/長方形 33">
                <a:extLst>
                  <a:ext uri="{FF2B5EF4-FFF2-40B4-BE49-F238E27FC236}">
                    <ns2:creationId id="{3CB2B8D3-2E91-6C62-8D08-1C3E73FB9166}"/>
                  </a:ext>
                </a:extLst>
              </p:cNvPr>
              <p:cNvSpPr/>
              <p:nvPr/>
            </p:nvSpPr>
            <p:spPr>
              <a:xfrm>
                <a:off x="336910" y="4735340"/>
                <a:ext cx="2772000" cy="468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12BB3D49-A4FA-5119-2F65-11A5AEB37E34}"/>
                  </a:ext>
                </a:extLst>
              </p:cNvPr>
              <p:cNvSpPr/>
              <p:nvPr/>
            </p:nvSpPr>
            <p:spPr>
              <a:xfrm>
                <a:off x="336910" y="5203340"/>
                <a:ext cx="2772000" cy="1105385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787C7465-7F6C-995B-5FA6-E367860FCF32}"/>
                  </a:ext>
                </a:extLst>
              </p:cNvPr>
              <p:cNvSpPr/>
              <p:nvPr/>
            </p:nvSpPr>
            <p:spPr>
              <a:xfrm>
                <a:off x="409303" y="527934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E5F72716-DE7B-C577-51D9-04830C710EE9}"/>
                  </a:ext>
                </a:extLst>
              </p:cNvPr>
              <p:cNvSpPr/>
              <p:nvPr/>
            </p:nvSpPr>
            <p:spPr>
              <a:xfrm>
                <a:off x="409303" y="5800723"/>
                <a:ext cx="828000" cy="432000"/>
              </a:xfrm>
              <a:prstGeom prst="rect">
                <a:avLst/>
              </a:prstGeom>
              <a:noFill/>
              <a:ln w="1905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84B5C28-82E5-4FA7-0D8C-8FD92D1DA989}"/>
                  </a:ext>
                </a:extLst>
              </p:cNvPr>
              <p:cNvSpPr/>
              <p:nvPr/>
            </p:nvSpPr>
            <p:spPr>
              <a:xfrm>
                <a:off x="1237303" y="5261652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8311309D-9DFC-6BAE-988E-4210D753F240}"/>
                  </a:ext>
                </a:extLst>
              </p:cNvPr>
              <p:cNvSpPr/>
              <p:nvPr/>
            </p:nvSpPr>
            <p:spPr>
              <a:xfrm>
                <a:off x="1237303" y="5783033"/>
                <a:ext cx="1799607" cy="4673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8B5A99A1-5EF5-939A-1640-CC6DD06466C5}"/>
                </a:ext>
              </a:extLst>
            </p:cNvPr>
            <p:cNvGrpSpPr/>
            <p:nvPr/>
          </p:nvGrpSpPr>
          <p:grpSpPr>
            <a:xfrm>
              <a:off x="1615397" y="3697919"/>
              <a:ext cx="216000" cy="1008000"/>
              <a:chOff x="1614910" y="3697269"/>
              <a:chExt cx="216000" cy="1008000"/>
            </a:xfrm>
          </p:grpSpPr>
          <p:sp>
            <p:nvSpPr>
              <p:cNvPr id="32" name="六角形 31">
                <a:extLst>
                  <a:ext uri="{FF2B5EF4-FFF2-40B4-BE49-F238E27FC236}">
                    <ns2:creationId id="{D161C8CE-81A0-6F42-F9D7-93CFA1A2FA7B}"/>
                  </a:ext>
                </a:extLst>
              </p:cNvPr>
              <p:cNvSpPr/>
              <p:nvPr/>
            </p:nvSpPr>
            <p:spPr>
              <a:xfrm rot="16200000">
                <a:off x="1218910" y="4093269"/>
                <a:ext cx="1008000" cy="216000"/>
              </a:xfrm>
              <a:prstGeom prst="hexagon">
                <a:avLst>
                  <a:gd name="adj" fmla="val 49396"/>
                  <a:gd name="vf" fmla="val 115470"/>
                </a:avLst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2B29E731-DEA1-792F-984A-EB8130F86A26}"/>
                  </a:ext>
                </a:extLst>
              </p:cNvPr>
              <p:cNvSpPr/>
              <p:nvPr/>
            </p:nvSpPr>
            <p:spPr>
              <a:xfrm>
                <a:off x="1614910" y="3931269"/>
                <a:ext cx="216000" cy="54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63" name="グラフィックス 62" descr="左矢印付きの円 枠線">
              <a:extLst>
                <a:ext uri="{FF2B5EF4-FFF2-40B4-BE49-F238E27FC236}">
                  <ns2:creationId id="{802AF2A8-33EF-483B-DD1C-BD58EB34D6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006537" y="1631928"/>
              <a:ext cx="360000" cy="360000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ns2:creationId id="{DB7E4D5A-7CA1-32B7-0BD7-5FAEAB8AE8AF}"/>
              </a:ext>
            </a:extLst>
          </p:cNvPr>
          <p:cNvGrpSpPr/>
          <p:nvPr/>
        </p:nvGrpSpPr>
        <p:grpSpPr>
          <a:xfrm>
            <a:off x="6091765" y="1627262"/>
            <a:ext cx="5760000" cy="4681464"/>
            <a:chOff x="6091765" y="1627262"/>
            <a:chExt cx="5760000" cy="4681464"/>
          </a:xfrm>
        </p:grpSpPr>
        <p:sp>
          <p:nvSpPr>
            <p:cNvPr id="111" name="正方形/長方形 110">
              <a:extLst>
                <a:ext uri="{FF2B5EF4-FFF2-40B4-BE49-F238E27FC236}">
                  <ns2:creationId id="{5A6642E4-AC86-B2E7-4FC3-8427D3C5D347}"/>
                </a:ext>
              </a:extLst>
            </p:cNvPr>
            <p:cNvSpPr/>
            <p:nvPr/>
          </p:nvSpPr>
          <p:spPr>
            <a:xfrm>
              <a:off x="7855765" y="3785855"/>
              <a:ext cx="3996000" cy="7655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fontAlgn="ctr">
                <a:lnSpc>
                  <a:spcPct val="110000"/>
                </a:lnSpc>
                <a:spcAft>
                  <a:spcPts val="300"/>
                </a:spcAft>
                <a:defRPr/>
              </a:pP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endParaRPr lang="ja-JP" altLang="ja-JP" sz="1200" b="1">
                <a:solidFill>
                  <a:srgbClr val="009033"/>
                </a:solidFill>
                <a:latin typeface="+mn-ea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DX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50">
                <a:solidFill>
                  <a:prstClr val="black"/>
                </a:solidFill>
                <a:latin typeface="+mn-ea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DX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5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F0AE3988-DD35-BA1D-74F5-88C5959C8FA3}"/>
                </a:ext>
              </a:extLst>
            </p:cNvPr>
            <p:cNvSpPr/>
            <p:nvPr/>
          </p:nvSpPr>
          <p:spPr>
            <a:xfrm>
              <a:off x="7855765" y="4597290"/>
              <a:ext cx="3996000" cy="7655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fontAlgn="ctr">
                <a:lnSpc>
                  <a:spcPct val="110000"/>
                </a:lnSpc>
                <a:spcAft>
                  <a:spcPts val="300"/>
                </a:spcAft>
                <a:defRPr/>
              </a:pPr>
              <a:r>
                <a:rPr lang="en-US" altLang="ja-JP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endParaRPr lang="ja-JP" altLang="ja-JP" sz="1200" b="1">
                <a:solidFill>
                  <a:srgbClr val="009033"/>
                </a:solidFill>
                <a:latin typeface="+mn-ea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50">
                <a:solidFill>
                  <a:prstClr val="black"/>
                </a:solidFill>
                <a:latin typeface="+mn-ea"/>
              </a:endParaRP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BAD0EBF9-3903-33E8-C9E3-50CBD53CBEEC}"/>
                </a:ext>
              </a:extLst>
            </p:cNvPr>
            <p:cNvSpPr/>
            <p:nvPr/>
          </p:nvSpPr>
          <p:spPr>
            <a:xfrm>
              <a:off x="7855765" y="2116226"/>
              <a:ext cx="3996000" cy="93475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tabLst/>
                <a:defRPr/>
              </a:pPr>
              <a:r>
                <a:rPr kumimoji="1" lang="en-US" altLang="ja-JP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1" lang="en-US" altLang="ja-JP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009033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2</a:t>
              </a:r>
              <a:r>
                <a:rPr lang="en-US" altLang="ja-JP" sz="1050" baseline="3000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marR="0" lvl="1" indent="-174625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34CAC0E1-C59B-F91A-DA44-3EE28219D970}"/>
                </a:ext>
              </a:extLst>
            </p:cNvPr>
            <p:cNvSpPr/>
            <p:nvPr/>
          </p:nvSpPr>
          <p:spPr>
            <a:xfrm>
              <a:off x="7855765" y="3096902"/>
              <a:ext cx="3996000" cy="643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tabLst/>
                <a:defRPr/>
              </a:pPr>
              <a:r>
                <a:rPr lang="en-US" altLang="ja-JP" sz="1200" b="1">
                  <a:solidFill>
                    <a:srgbClr val="009033"/>
                  </a:solidFill>
                  <a:latin typeface="+mn-ea"/>
                </a:rPr>
                <a:t>DX</a:t>
              </a: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9033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009033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357188" marR="0" lvl="1" indent="-174625" algn="l" defTabSz="914400" rtl="0" eaLnBrk="1" fontAlgn="ctr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7974100B-67D1-0A43-1723-0C7263D01C07}"/>
                </a:ext>
              </a:extLst>
            </p:cNvPr>
            <p:cNvSpPr/>
            <p:nvPr/>
          </p:nvSpPr>
          <p:spPr>
            <a:xfrm>
              <a:off x="7855765" y="5408725"/>
              <a:ext cx="3996000" cy="7655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fontAlgn="ctr">
                <a:lnSpc>
                  <a:spcPct val="110000"/>
                </a:lnSpc>
                <a:spcAft>
                  <a:spcPts val="300"/>
                </a:spcAft>
                <a:defRPr/>
              </a:pPr>
              <a:r>
                <a:rPr lang="ja-JP" altLang="en-US" sz="1200" b="1">
                  <a:solidFill>
                    <a:srgbClr val="009033"/>
                  </a:solidFill>
                  <a:latin typeface="+mn-ea"/>
                </a:rPr>
                <a:t>XX</a:t>
              </a: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357188" lvl="1" indent="-174625" fontAlgn="ctr">
                <a:lnSpc>
                  <a:spcPct val="11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6" name="矢印: 山形 115">
              <a:extLst>
                <a:ext uri="{FF2B5EF4-FFF2-40B4-BE49-F238E27FC236}">
                  <ns2:creationId id="{A3478DE0-F93B-9758-3F4A-43A1A2195553}"/>
                </a:ext>
              </a:extLst>
            </p:cNvPr>
            <p:cNvSpPr/>
            <p:nvPr/>
          </p:nvSpPr>
          <p:spPr>
            <a:xfrm rot="5400000">
              <a:off x="6874130" y="2948352"/>
              <a:ext cx="756000" cy="1080000"/>
            </a:xfrm>
            <a:prstGeom prst="chevron">
              <a:avLst>
                <a:gd name="adj" fmla="val 18085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DX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8" name="矢印: 山形 117">
              <a:extLst>
                <a:ext uri="{FF2B5EF4-FFF2-40B4-BE49-F238E27FC236}">
                  <ns2:creationId id="{7833C7E4-76B1-D6F5-C5ED-F450703EC2D2}"/>
                </a:ext>
              </a:extLst>
            </p:cNvPr>
            <p:cNvSpPr/>
            <p:nvPr/>
          </p:nvSpPr>
          <p:spPr>
            <a:xfrm rot="5400000">
              <a:off x="6802130" y="3690476"/>
              <a:ext cx="900000" cy="1080000"/>
            </a:xfrm>
            <a:prstGeom prst="chevron">
              <a:avLst>
                <a:gd name="adj" fmla="val 14943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tIns="36000" bIns="36000" rtlCol="0" anchor="ctr"/>
            <a:lstStyle/>
            <a:p>
              <a:pPr lvl="0" algn="ctr">
                <a:defRPr/>
              </a:pP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9" name="矢印: 山形 118">
              <a:extLst>
                <a:ext uri="{FF2B5EF4-FFF2-40B4-BE49-F238E27FC236}">
                  <ns2:creationId id="{B8ECDD8D-20E5-41EB-EABD-1E68BB1EA865}"/>
                </a:ext>
              </a:extLst>
            </p:cNvPr>
            <p:cNvSpPr/>
            <p:nvPr/>
          </p:nvSpPr>
          <p:spPr>
            <a:xfrm rot="5400000">
              <a:off x="6802132" y="4504600"/>
              <a:ext cx="900000" cy="1080000"/>
            </a:xfrm>
            <a:prstGeom prst="chevron">
              <a:avLst>
                <a:gd name="adj" fmla="val 14943"/>
              </a:avLst>
            </a:prstGeom>
            <a:solidFill>
              <a:srgbClr val="00800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lvl="0" algn="ctr"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F8C4AD15-56BD-6211-6B39-5B3FB735E09B}"/>
                </a:ext>
              </a:extLst>
            </p:cNvPr>
            <p:cNvSpPr/>
            <p:nvPr/>
          </p:nvSpPr>
          <p:spPr>
            <a:xfrm>
              <a:off x="6091765" y="3110350"/>
              <a:ext cx="468000" cy="3198375"/>
            </a:xfrm>
            <a:prstGeom prst="rect">
              <a:avLst/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wordArtVertRtl"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1" i="0" u="none" strike="noStrike" kern="1200" cap="none" spc="-30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DX</a:t>
              </a:r>
              <a:r>
                <a:rPr kumimoji="1" lang="ja-JP" altLang="en-US" sz="1050" b="1" i="0" u="none" strike="noStrike" kern="1200" cap="none" spc="-30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C4A9CE0F-2512-F387-B1B3-D48710EF3B8E}"/>
                </a:ext>
              </a:extLst>
            </p:cNvPr>
            <p:cNvSpPr/>
            <p:nvPr/>
          </p:nvSpPr>
          <p:spPr>
            <a:xfrm>
              <a:off x="6091765" y="2116226"/>
              <a:ext cx="468000" cy="934754"/>
            </a:xfrm>
            <a:prstGeom prst="rect">
              <a:avLst/>
            </a:prstGeom>
            <a:noFill/>
            <a:ln w="19050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wordArtVertRtl" wrap="non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b="1" spc="-3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b="1" spc="-300">
                  <a:solidFill>
                    <a:srgbClr val="008000"/>
                  </a:solidFill>
                  <a:latin typeface="+mn-ea"/>
                </a:rPr>
              </a:br>
              <a:r>
                <a:rPr lang="en-US" altLang="ja-JP" sz="1050" b="1" spc="-300">
                  <a:solidFill>
                    <a:srgbClr val="008000"/>
                  </a:solidFill>
                  <a:latin typeface="+mn-ea"/>
                </a:rPr>
                <a:t>DX</a:t>
              </a:r>
              <a:r>
                <a:rPr kumimoji="1" lang="ja-JP" altLang="en-US" sz="1050" b="1" i="0" u="none" strike="noStrike" kern="1200" cap="none" spc="-30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1" i="0" u="none" strike="noStrike" kern="1200" cap="none" spc="-30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28" name="矢印: 五方向 127">
              <a:extLst>
                <a:ext uri="{FF2B5EF4-FFF2-40B4-BE49-F238E27FC236}">
                  <ns2:creationId id="{CDC2DE43-A424-DCD9-C720-2DD3699CA3BF}"/>
                </a:ext>
              </a:extLst>
            </p:cNvPr>
            <p:cNvSpPr/>
            <p:nvPr/>
          </p:nvSpPr>
          <p:spPr>
            <a:xfrm rot="5400000">
              <a:off x="6712130" y="2116228"/>
              <a:ext cx="1080000" cy="1080000"/>
            </a:xfrm>
            <a:prstGeom prst="homePlate">
              <a:avLst>
                <a:gd name="adj" fmla="val 12011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lvl="0" algn="ctr"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+mn-ea"/>
                </a:rPr>
                <a:t>DX</a:t>
              </a: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endParaRPr lang="en-US" altLang="ja-JP" sz="1100" b="1">
                <a:solidFill>
                  <a:prstClr val="white"/>
                </a:solidFill>
                <a:latin typeface="+mn-ea"/>
              </a:endParaRPr>
            </a:p>
            <a:p>
              <a:pPr lvl="0" algn="ctr">
                <a:defRPr/>
              </a:pP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8AF798FC-493F-9D56-A90B-CC6C4B8413D9}"/>
                </a:ext>
              </a:extLst>
            </p:cNvPr>
            <p:cNvGrpSpPr/>
            <p:nvPr/>
          </p:nvGrpSpPr>
          <p:grpSpPr>
            <a:xfrm>
              <a:off x="6091765" y="1627262"/>
              <a:ext cx="5760000" cy="369332"/>
              <a:chOff x="6091765" y="1627262"/>
              <a:chExt cx="5760000" cy="369332"/>
            </a:xfrm>
          </p:grpSpPr>
          <p:sp>
            <p:nvSpPr>
              <p:cNvPr id="134" name="テキスト ボックス 133">
                <a:extLst>
                  <a:ext uri="{FF2B5EF4-FFF2-40B4-BE49-F238E27FC236}">
                    <ns2:creationId id="{84361CBE-4CC2-2B9E-9EBC-19FBA98596FE}"/>
                  </a:ext>
                </a:extLst>
              </p:cNvPr>
              <p:cNvSpPr txBox="1"/>
              <p:nvPr/>
            </p:nvSpPr>
            <p:spPr>
              <a:xfrm>
                <a:off x="6091765" y="1627262"/>
                <a:ext cx="5760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cxnSp>
            <p:nvCxnSpPr>
              <p:cNvPr id="135" name="直線コネクタ 134">
                <a:extLst>
                  <a:ext uri="{FF2B5EF4-FFF2-40B4-BE49-F238E27FC236}">
                    <ns2:creationId id="{3F8478A8-0574-6A76-10D6-90967534C0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1765" y="1987262"/>
                <a:ext cx="57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7" name="矢印: 山形 136">
              <a:extLst>
                <a:ext uri="{FF2B5EF4-FFF2-40B4-BE49-F238E27FC236}">
                  <ns2:creationId id="{6D93B7C6-12A4-30EE-92FE-29A679687B7F}"/>
                </a:ext>
              </a:extLst>
            </p:cNvPr>
            <p:cNvSpPr/>
            <p:nvPr/>
          </p:nvSpPr>
          <p:spPr>
            <a:xfrm rot="5400000">
              <a:off x="6802132" y="5318726"/>
              <a:ext cx="900000" cy="1080000"/>
            </a:xfrm>
            <a:prstGeom prst="chevron">
              <a:avLst>
                <a:gd name="adj" fmla="val 14943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lvl="0" algn="ctr">
                <a:defRPr/>
              </a:pP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  <a:br>
                <a:rPr lang="en-US" altLang="ja-JP" sz="1100" b="1">
                  <a:solidFill>
                    <a:prstClr val="white"/>
                  </a:solidFill>
                  <a:latin typeface="+mn-ea"/>
                </a:rPr>
              </a:br>
              <a:r>
                <a:rPr lang="ja-JP" altLang="en-US" sz="1100" b="1">
                  <a:solidFill>
                    <a:prstClr val="whit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6" name="楕円 125">
              <a:extLst>
                <a:ext uri="{FF2B5EF4-FFF2-40B4-BE49-F238E27FC236}">
                  <ns2:creationId id="{4E8F8C78-E1CF-CFBF-C913-D09F354276BA}"/>
                </a:ext>
              </a:extLst>
            </p:cNvPr>
            <p:cNvSpPr/>
            <p:nvPr/>
          </p:nvSpPr>
          <p:spPr>
            <a:xfrm>
              <a:off x="6595915" y="2116226"/>
              <a:ext cx="180000" cy="180000"/>
            </a:xfrm>
            <a:prstGeom prst="ellipse">
              <a:avLst/>
            </a:prstGeom>
            <a:solidFill>
              <a:srgbClr val="66B366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1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7" name="楕円 46">
              <a:extLst>
                <a:ext uri="{FF2B5EF4-FFF2-40B4-BE49-F238E27FC236}">
                  <ns2:creationId id="{2C7E103B-D314-AC5A-F4BB-A781EAB12522}"/>
                </a:ext>
              </a:extLst>
            </p:cNvPr>
            <p:cNvSpPr/>
            <p:nvPr/>
          </p:nvSpPr>
          <p:spPr>
            <a:xfrm>
              <a:off x="6595915" y="3110350"/>
              <a:ext cx="180000" cy="180000"/>
            </a:xfrm>
            <a:prstGeom prst="ellipse">
              <a:avLst/>
            </a:prstGeom>
            <a:solidFill>
              <a:srgbClr val="4CA64C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2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8" name="楕円 47">
              <a:extLst>
                <a:ext uri="{FF2B5EF4-FFF2-40B4-BE49-F238E27FC236}">
                  <ns2:creationId id="{507BB528-9ECE-5AEE-7717-B0DC8FB9D63E}"/>
                </a:ext>
              </a:extLst>
            </p:cNvPr>
            <p:cNvSpPr/>
            <p:nvPr/>
          </p:nvSpPr>
          <p:spPr>
            <a:xfrm>
              <a:off x="6595915" y="3780474"/>
              <a:ext cx="180000" cy="180000"/>
            </a:xfrm>
            <a:prstGeom prst="ellipse">
              <a:avLst/>
            </a:prstGeom>
            <a:solidFill>
              <a:srgbClr val="339933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3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9" name="楕円 48">
              <a:extLst>
                <a:ext uri="{FF2B5EF4-FFF2-40B4-BE49-F238E27FC236}">
                  <ns2:creationId id="{D0249AA4-A25D-E4C3-75C9-D17761232E1F}"/>
                </a:ext>
              </a:extLst>
            </p:cNvPr>
            <p:cNvSpPr/>
            <p:nvPr/>
          </p:nvSpPr>
          <p:spPr>
            <a:xfrm>
              <a:off x="6595915" y="4594598"/>
              <a:ext cx="180000" cy="180000"/>
            </a:xfrm>
            <a:prstGeom prst="ellipse">
              <a:avLst/>
            </a:prstGeom>
            <a:solidFill>
              <a:srgbClr val="198C19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4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0" name="楕円 49">
              <a:extLst>
                <a:ext uri="{FF2B5EF4-FFF2-40B4-BE49-F238E27FC236}">
                  <ns2:creationId id="{FE242A92-7059-01C3-4EE1-FF5C132CEBA3}"/>
                </a:ext>
              </a:extLst>
            </p:cNvPr>
            <p:cNvSpPr/>
            <p:nvPr/>
          </p:nvSpPr>
          <p:spPr>
            <a:xfrm>
              <a:off x="6595915" y="5408725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 b="1">
                  <a:solidFill>
                    <a:srgbClr val="FFFFFF"/>
                  </a:solidFill>
                  <a:latin typeface="+mn-ea"/>
                </a:rPr>
                <a:t>5</a:t>
              </a:r>
              <a:endPara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52" name="直線コネクタ 51">
              <a:extLst>
                <a:ext uri="{FF2B5EF4-FFF2-40B4-BE49-F238E27FC236}">
                  <ns2:creationId id="{5A0F2E57-5427-1883-0760-1E9B8EB06432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3073941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ns2:creationId id="{85478513-26EF-EF56-0741-1C86E8D06D71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3762894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87BC89FC-6476-5737-2112-0A6F8273DF6A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4574329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483BDD8A-85DA-4FBA-ED02-06E462D5BAD4}"/>
                </a:ext>
              </a:extLst>
            </p:cNvPr>
            <p:cNvCxnSpPr>
              <a:cxnSpLocks/>
            </p:cNvCxnSpPr>
            <p:nvPr/>
          </p:nvCxnSpPr>
          <p:spPr>
            <a:xfrm>
              <a:off x="7855765" y="5385764"/>
              <a:ext cx="3996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5" name="グラフィックス 64" descr="ワークフロー 枠線">
              <a:extLst>
                <a:ext uri="{FF2B5EF4-FFF2-40B4-BE49-F238E27FC236}">
                  <ns2:creationId id="{FF5759F6-22C2-5B99-4226-137B793C38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840968" y="1631928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492881524"/>
      </p:ext>
    </p:extLst>
  </p:cSld>
  <p:clrMapOvr>
    <a:masterClrMapping/>
  </p:clrMapOvr>
</p:sld>
</file>

<file path=ppt/slides/slide9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3123A6-1E28-8A5E-F2FE-BEE43DB7C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444C5BA-0A0D-112E-D82B-69A98D7F3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C340615-4D90-0466-8DCB-6E2A6B2219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pPr marL="285750" lvl="2" indent="-285750">
              <a:lnSpc>
                <a:spcPct val="100000"/>
              </a:lnSpc>
              <a:spcBef>
                <a:spcPts val="300"/>
              </a:spcBef>
              <a:buClr>
                <a:schemeClr val="accent5"/>
              </a:buClr>
              <a:buFont typeface="Wingdings" panose="05000000000000000000" pitchFamily="2" charset="2"/>
              <a:buChar char="n"/>
              <a:defRPr/>
            </a:pPr>
            <a:r>
              <a:rPr lang="ja-JP" altLang="en-US" sz="1800">
                <a:solidFill>
                  <a:srgbClr val="00953C"/>
                </a:solidFill>
                <a:latin typeface="+mn-ea"/>
              </a:rPr>
              <a:t>XX</a:t>
            </a:r>
            <a:r>
              <a:rPr lang="ja-JP" altLang="en-US" sz="180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800">
                <a:solidFill>
                  <a:srgbClr val="00953C"/>
                </a:solidFill>
                <a:latin typeface="+mn-ea"/>
              </a:rPr>
              <a:t>XX</a:t>
            </a:r>
            <a:r>
              <a:rPr lang="en-US" altLang="ja-JP" sz="1800">
                <a:solidFill>
                  <a:srgbClr val="00953C"/>
                </a:solidFill>
                <a:latin typeface="+mn-ea"/>
              </a:rPr>
              <a:t>XX</a:t>
            </a:r>
            <a:r>
              <a:rPr lang="ja-JP" altLang="en-US" sz="1800">
                <a:solidFill>
                  <a:srgbClr val="00953C"/>
                </a:solidFill>
                <a:latin typeface="+mn-ea"/>
              </a:rPr>
              <a:t>XX</a:t>
            </a:r>
            <a:r>
              <a:rPr lang="ja-JP" altLang="en-US" sz="1800">
                <a:solidFill>
                  <a:prstClr val="black"/>
                </a:solidFill>
                <a:latin typeface="+mn-ea"/>
              </a:rPr>
              <a:t> </a:t>
            </a:r>
            <a:r>
              <a:rPr lang="en-US" altLang="ja-JP" sz="1800">
                <a:solidFill>
                  <a:prstClr val="black"/>
                </a:solidFill>
                <a:latin typeface="+mn-ea"/>
              </a:rPr>
              <a:t>(</a:t>
            </a:r>
            <a:r>
              <a:rPr lang="en-US" altLang="ja-JP" sz="1800" b="1">
                <a:solidFill>
                  <a:srgbClr val="008000"/>
                </a:solidFill>
                <a:latin typeface="+mn-ea"/>
              </a:rPr>
              <a:t>13</a:t>
            </a:r>
            <a:r>
              <a:rPr lang="en-US" altLang="ja-JP" sz="180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80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800">
                <a:solidFill>
                  <a:prstClr val="black"/>
                </a:solidFill>
                <a:latin typeface="+mn-ea"/>
              </a:rPr>
              <a:t>) </a:t>
            </a:r>
            <a:r>
              <a:rPr lang="ja-JP" altLang="en-US" sz="180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80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正方形/長方形 4">
            <a:extLst>
              <a:ext uri="{FF2B5EF4-FFF2-40B4-BE49-F238E27FC236}">
                <ns2:creationId id="{1EFA6CEF-1223-361D-66BC-781E9CF747F2}"/>
              </a:ext>
            </a:extLst>
          </p:cNvPr>
          <p:cNvSpPr/>
          <p:nvPr/>
        </p:nvSpPr>
        <p:spPr>
          <a:xfrm>
            <a:off x="358987" y="6089725"/>
            <a:ext cx="11484000" cy="2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BIZ UDPゴシック" panose="020B0400000000000000" pitchFamily="50" charset="-128"/>
              <a:buChar char="※"/>
              <a:tabLst/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</a:rPr>
              <a:t>XX</a:t>
            </a:r>
            <a:r>
              <a:rPr lang="ja-JP" altLang="en-US" sz="105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050">
                <a:solidFill>
                  <a:schemeClr val="tx1"/>
                </a:solidFill>
                <a:latin typeface="+mn-ea"/>
              </a:rPr>
              <a:t>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</a:rPr>
              <a:t>)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</a:endParaRPr>
          </a:p>
        </p:txBody>
      </p:sp>
      <p:grpSp>
        <p:nvGrpSpPr>
          <p:cNvPr id="562" name="グループ化 561">
            <a:extLst>
              <a:ext uri="{FF2B5EF4-FFF2-40B4-BE49-F238E27FC236}">
                <ns2:creationId id="{21372079-F4ED-32EC-ABE6-C9EA22E1851F}"/>
              </a:ext>
            </a:extLst>
          </p:cNvPr>
          <p:cNvGrpSpPr/>
          <p:nvPr/>
        </p:nvGrpSpPr>
        <p:grpSpPr>
          <a:xfrm>
            <a:off x="334963" y="1653488"/>
            <a:ext cx="9083582" cy="4392000"/>
            <a:chOff x="334963" y="1653488"/>
            <a:chExt cx="9083582" cy="4392000"/>
          </a:xfrm>
        </p:grpSpPr>
        <p:sp>
          <p:nvSpPr>
            <p:cNvPr id="207" name="正方形/長方形 206">
              <a:extLst>
                <a:ext uri="{FF2B5EF4-FFF2-40B4-BE49-F238E27FC236}">
                  <ns2:creationId id="{660605B4-DCFE-30CD-4E98-42F786EE761A}"/>
                </a:ext>
              </a:extLst>
            </p:cNvPr>
            <p:cNvSpPr/>
            <p:nvPr/>
          </p:nvSpPr>
          <p:spPr>
            <a:xfrm>
              <a:off x="334963" y="2038532"/>
              <a:ext cx="3056948" cy="15652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6" name="正方形/長方形 215">
              <a:extLst>
                <a:ext uri="{FF2B5EF4-FFF2-40B4-BE49-F238E27FC236}">
                  <ns2:creationId id="{23696A41-179F-6C21-3835-64E859E1F616}"/>
                </a:ext>
              </a:extLst>
            </p:cNvPr>
            <p:cNvSpPr/>
            <p:nvPr/>
          </p:nvSpPr>
          <p:spPr>
            <a:xfrm>
              <a:off x="334963" y="2231053"/>
              <a:ext cx="3056948" cy="15652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8ED8DDA7-BDB1-9769-4CE0-BD72618AAE97}"/>
                </a:ext>
              </a:extLst>
            </p:cNvPr>
            <p:cNvSpPr/>
            <p:nvPr/>
          </p:nvSpPr>
          <p:spPr>
            <a:xfrm>
              <a:off x="334963" y="2423575"/>
              <a:ext cx="828000" cy="926609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D239A625-68AF-EDA0-13A0-C87E34572F7C}"/>
                </a:ext>
              </a:extLst>
            </p:cNvPr>
            <p:cNvSpPr/>
            <p:nvPr/>
          </p:nvSpPr>
          <p:spPr>
            <a:xfrm>
              <a:off x="334963" y="3386183"/>
              <a:ext cx="828000" cy="156522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7B465DB4-8940-7E45-C7BF-7B7F1A607929}"/>
                </a:ext>
              </a:extLst>
            </p:cNvPr>
            <p:cNvSpPr/>
            <p:nvPr/>
          </p:nvSpPr>
          <p:spPr>
            <a:xfrm>
              <a:off x="334963" y="3578706"/>
              <a:ext cx="828000" cy="541565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6" name="正方形/長方形 305">
              <a:extLst>
                <a:ext uri="{FF2B5EF4-FFF2-40B4-BE49-F238E27FC236}">
                  <ns2:creationId id="{FCDB2B84-5599-BF1B-E7C2-9843C3858960}"/>
                </a:ext>
              </a:extLst>
            </p:cNvPr>
            <p:cNvSpPr/>
            <p:nvPr/>
          </p:nvSpPr>
          <p:spPr>
            <a:xfrm>
              <a:off x="334963" y="4156270"/>
              <a:ext cx="828000" cy="1504175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8" name="正方形/長方形 377">
              <a:extLst>
                <a:ext uri="{FF2B5EF4-FFF2-40B4-BE49-F238E27FC236}">
                  <ns2:creationId id="{B6E9865A-5556-4CFA-9ADA-480C7526E193}"/>
                </a:ext>
              </a:extLst>
            </p:cNvPr>
            <p:cNvSpPr/>
            <p:nvPr/>
          </p:nvSpPr>
          <p:spPr>
            <a:xfrm>
              <a:off x="334963" y="5696445"/>
              <a:ext cx="828000" cy="349043"/>
            </a:xfrm>
            <a:prstGeom prst="rect">
              <a:avLst/>
            </a:prstGeom>
            <a:solidFill>
              <a:srgbClr val="008000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8F1C3883-ACFE-D40C-3BFD-6E2276802E2D}"/>
                </a:ext>
              </a:extLst>
            </p:cNvPr>
            <p:cNvSpPr/>
            <p:nvPr/>
          </p:nvSpPr>
          <p:spPr>
            <a:xfrm>
              <a:off x="3460859" y="1653488"/>
              <a:ext cx="2513896" cy="34904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47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9" name="正方形/長方形 208">
              <a:extLst>
                <a:ext uri="{FF2B5EF4-FFF2-40B4-BE49-F238E27FC236}">
                  <ns2:creationId id="{C1875FFD-899B-C5D6-41F3-65781608A20E}"/>
                </a:ext>
              </a:extLst>
            </p:cNvPr>
            <p:cNvSpPr/>
            <p:nvPr/>
          </p:nvSpPr>
          <p:spPr>
            <a:xfrm>
              <a:off x="3460859" y="2038532"/>
              <a:ext cx="792000" cy="156522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8" name="正方形/長方形 217">
              <a:extLst>
                <a:ext uri="{FF2B5EF4-FFF2-40B4-BE49-F238E27FC236}">
                  <ns2:creationId id="{2BA92F69-C260-D80E-9D20-8DB5F0C74E93}"/>
                </a:ext>
              </a:extLst>
            </p:cNvPr>
            <p:cNvSpPr/>
            <p:nvPr/>
          </p:nvSpPr>
          <p:spPr>
            <a:xfrm>
              <a:off x="3460859" y="223105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22</a:t>
              </a: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8290FB6D-9478-E686-0014-D7C5A0E69606}"/>
                </a:ext>
              </a:extLst>
            </p:cNvPr>
            <p:cNvSpPr/>
            <p:nvPr/>
          </p:nvSpPr>
          <p:spPr>
            <a:xfrm>
              <a:off x="3460859" y="242357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2F19266B-E111-8EA0-383B-FCFD182BAFDD}"/>
                </a:ext>
              </a:extLst>
            </p:cNvPr>
            <p:cNvSpPr/>
            <p:nvPr/>
          </p:nvSpPr>
          <p:spPr>
            <a:xfrm>
              <a:off x="3460859" y="261609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2729672F-36D4-A28D-40EF-ADE7A899F232}"/>
                </a:ext>
              </a:extLst>
            </p:cNvPr>
            <p:cNvSpPr/>
            <p:nvPr/>
          </p:nvSpPr>
          <p:spPr>
            <a:xfrm>
              <a:off x="3460859" y="280861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24B30364-4930-B2AC-38E3-A41AECB820A9}"/>
                </a:ext>
              </a:extLst>
            </p:cNvPr>
            <p:cNvSpPr/>
            <p:nvPr/>
          </p:nvSpPr>
          <p:spPr>
            <a:xfrm>
              <a:off x="3460859" y="300114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BEE9F756-83D9-23E1-959B-093779EDED31}"/>
                </a:ext>
              </a:extLst>
            </p:cNvPr>
            <p:cNvSpPr/>
            <p:nvPr/>
          </p:nvSpPr>
          <p:spPr>
            <a:xfrm>
              <a:off x="3460859" y="319366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70593C26-7169-084A-3382-859E9C5C375F}"/>
                </a:ext>
              </a:extLst>
            </p:cNvPr>
            <p:cNvSpPr/>
            <p:nvPr/>
          </p:nvSpPr>
          <p:spPr>
            <a:xfrm>
              <a:off x="3460859" y="338618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81" name="正方形/長方形 280">
              <a:extLst>
                <a:ext uri="{FF2B5EF4-FFF2-40B4-BE49-F238E27FC236}">
                  <ns2:creationId id="{7C6DBDCE-CD37-A707-8A00-E307F8449830}"/>
                </a:ext>
              </a:extLst>
            </p:cNvPr>
            <p:cNvSpPr/>
            <p:nvPr/>
          </p:nvSpPr>
          <p:spPr>
            <a:xfrm>
              <a:off x="3460859" y="357870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290" name="正方形/長方形 289">
              <a:extLst>
                <a:ext uri="{FF2B5EF4-FFF2-40B4-BE49-F238E27FC236}">
                  <ns2:creationId id="{B1143900-57A0-8DA8-B085-06C816F6A277}"/>
                </a:ext>
              </a:extLst>
            </p:cNvPr>
            <p:cNvSpPr/>
            <p:nvPr/>
          </p:nvSpPr>
          <p:spPr>
            <a:xfrm>
              <a:off x="3460859" y="377122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</a:p>
          </p:txBody>
        </p:sp>
        <p:sp>
          <p:nvSpPr>
            <p:cNvPr id="299" name="正方形/長方形 298">
              <a:extLst>
                <a:ext uri="{FF2B5EF4-FFF2-40B4-BE49-F238E27FC236}">
                  <ns2:creationId id="{C53D4D4B-035B-E3D8-F2B3-85FCB8358C66}"/>
                </a:ext>
              </a:extLst>
            </p:cNvPr>
            <p:cNvSpPr/>
            <p:nvPr/>
          </p:nvSpPr>
          <p:spPr>
            <a:xfrm>
              <a:off x="3460859" y="396375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08" name="正方形/長方形 307">
              <a:extLst>
                <a:ext uri="{FF2B5EF4-FFF2-40B4-BE49-F238E27FC236}">
                  <ns2:creationId id="{B67776A5-D32B-EEC1-432F-C913E576C8F9}"/>
                </a:ext>
              </a:extLst>
            </p:cNvPr>
            <p:cNvSpPr/>
            <p:nvPr/>
          </p:nvSpPr>
          <p:spPr>
            <a:xfrm>
              <a:off x="3460859" y="415627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17" name="正方形/長方形 316">
              <a:extLst>
                <a:ext uri="{FF2B5EF4-FFF2-40B4-BE49-F238E27FC236}">
                  <ns2:creationId id="{4D18C1E3-AB9D-943B-7645-DC7E6C13E472}"/>
                </a:ext>
              </a:extLst>
            </p:cNvPr>
            <p:cNvSpPr/>
            <p:nvPr/>
          </p:nvSpPr>
          <p:spPr>
            <a:xfrm>
              <a:off x="3460859" y="434879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441E2E36-BC4F-0C9E-79FF-46D4174B688A}"/>
                </a:ext>
              </a:extLst>
            </p:cNvPr>
            <p:cNvSpPr/>
            <p:nvPr/>
          </p:nvSpPr>
          <p:spPr>
            <a:xfrm>
              <a:off x="3460859" y="454131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35" name="正方形/長方形 334">
              <a:extLst>
                <a:ext uri="{FF2B5EF4-FFF2-40B4-BE49-F238E27FC236}">
                  <ns2:creationId id="{729CE945-1DAE-486F-BE07-FBE6744AC97E}"/>
                </a:ext>
              </a:extLst>
            </p:cNvPr>
            <p:cNvSpPr/>
            <p:nvPr/>
          </p:nvSpPr>
          <p:spPr>
            <a:xfrm>
              <a:off x="3460859" y="473383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44" name="正方形/長方形 343">
              <a:extLst>
                <a:ext uri="{FF2B5EF4-FFF2-40B4-BE49-F238E27FC236}">
                  <ns2:creationId id="{7C689927-03B0-1433-8749-A8F72595C1F1}"/>
                </a:ext>
              </a:extLst>
            </p:cNvPr>
            <p:cNvSpPr/>
            <p:nvPr/>
          </p:nvSpPr>
          <p:spPr>
            <a:xfrm>
              <a:off x="3460859" y="492636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53" name="正方形/長方形 352">
              <a:extLst>
                <a:ext uri="{FF2B5EF4-FFF2-40B4-BE49-F238E27FC236}">
                  <ns2:creationId id="{4CE91F88-B5EE-D1DA-5D19-3FC863820139}"/>
                </a:ext>
              </a:extLst>
            </p:cNvPr>
            <p:cNvSpPr/>
            <p:nvPr/>
          </p:nvSpPr>
          <p:spPr>
            <a:xfrm>
              <a:off x="3460859" y="511888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62" name="正方形/長方形 361">
              <a:extLst>
                <a:ext uri="{FF2B5EF4-FFF2-40B4-BE49-F238E27FC236}">
                  <ns2:creationId id="{1E25EF73-3756-C47E-78CC-76464CA2BACF}"/>
                </a:ext>
              </a:extLst>
            </p:cNvPr>
            <p:cNvSpPr/>
            <p:nvPr/>
          </p:nvSpPr>
          <p:spPr>
            <a:xfrm>
              <a:off x="3460859" y="531140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71" name="正方形/長方形 370">
              <a:extLst>
                <a:ext uri="{FF2B5EF4-FFF2-40B4-BE49-F238E27FC236}">
                  <ns2:creationId id="{AB2A7A90-AD9C-3065-CD62-8D96246EB46B}"/>
                </a:ext>
              </a:extLst>
            </p:cNvPr>
            <p:cNvSpPr/>
            <p:nvPr/>
          </p:nvSpPr>
          <p:spPr>
            <a:xfrm>
              <a:off x="3460859" y="550392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80" name="正方形/長方形 379">
              <a:extLst>
                <a:ext uri="{FF2B5EF4-FFF2-40B4-BE49-F238E27FC236}">
                  <ns2:creationId id="{BC925190-6655-4420-F7CE-050227A1377A}"/>
                </a:ext>
              </a:extLst>
            </p:cNvPr>
            <p:cNvSpPr/>
            <p:nvPr/>
          </p:nvSpPr>
          <p:spPr>
            <a:xfrm>
              <a:off x="3460859" y="569644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</a:p>
          </p:txBody>
        </p:sp>
        <p:sp>
          <p:nvSpPr>
            <p:cNvPr id="389" name="正方形/長方形 388">
              <a:extLst>
                <a:ext uri="{FF2B5EF4-FFF2-40B4-BE49-F238E27FC236}">
                  <ns2:creationId id="{852E2CE6-C6C6-052E-FEEA-DB6A66028A8B}"/>
                </a:ext>
              </a:extLst>
            </p:cNvPr>
            <p:cNvSpPr/>
            <p:nvPr/>
          </p:nvSpPr>
          <p:spPr>
            <a:xfrm>
              <a:off x="3460859" y="588896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</a:p>
          </p:txBody>
        </p:sp>
        <p:sp>
          <p:nvSpPr>
            <p:cNvPr id="210" name="正方形/長方形 209">
              <a:extLst>
                <a:ext uri="{FF2B5EF4-FFF2-40B4-BE49-F238E27FC236}">
                  <ns2:creationId id="{42D389BF-9677-6C7C-337B-574633770A56}"/>
                </a:ext>
              </a:extLst>
            </p:cNvPr>
            <p:cNvSpPr/>
            <p:nvPr/>
          </p:nvSpPr>
          <p:spPr>
            <a:xfrm>
              <a:off x="4321807" y="2038532"/>
              <a:ext cx="792000" cy="1565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9" name="正方形/長方形 218">
              <a:extLst>
                <a:ext uri="{FF2B5EF4-FFF2-40B4-BE49-F238E27FC236}">
                  <ns2:creationId id="{9FBB3EF6-7152-69A9-33EB-E9A3E7519625}"/>
                </a:ext>
              </a:extLst>
            </p:cNvPr>
            <p:cNvSpPr/>
            <p:nvPr/>
          </p:nvSpPr>
          <p:spPr>
            <a:xfrm>
              <a:off x="4321807" y="223105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15</a:t>
              </a: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3B6689A9-5952-D26F-A8AF-ADCFFBBD3308}"/>
                </a:ext>
              </a:extLst>
            </p:cNvPr>
            <p:cNvSpPr/>
            <p:nvPr/>
          </p:nvSpPr>
          <p:spPr>
            <a:xfrm>
              <a:off x="4321807" y="242357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68B9924B-ED6F-E239-5475-11167C3FBA87}"/>
                </a:ext>
              </a:extLst>
            </p:cNvPr>
            <p:cNvSpPr/>
            <p:nvPr/>
          </p:nvSpPr>
          <p:spPr>
            <a:xfrm>
              <a:off x="4321807" y="261609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F4A8D96C-5127-6699-6B3B-83D0A48F0998}"/>
                </a:ext>
              </a:extLst>
            </p:cNvPr>
            <p:cNvSpPr/>
            <p:nvPr/>
          </p:nvSpPr>
          <p:spPr>
            <a:xfrm>
              <a:off x="4321807" y="280861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012D5255-417F-58FC-5392-47D4F3D8F034}"/>
                </a:ext>
              </a:extLst>
            </p:cNvPr>
            <p:cNvSpPr/>
            <p:nvPr/>
          </p:nvSpPr>
          <p:spPr>
            <a:xfrm>
              <a:off x="4321807" y="3001140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4BD5C554-54A5-1DB1-956D-DC5C8DD93D06}"/>
                </a:ext>
              </a:extLst>
            </p:cNvPr>
            <p:cNvSpPr/>
            <p:nvPr/>
          </p:nvSpPr>
          <p:spPr>
            <a:xfrm>
              <a:off x="4321807" y="3193662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12163095-ACF9-6EE8-A413-1559F0A741C5}"/>
                </a:ext>
              </a:extLst>
            </p:cNvPr>
            <p:cNvSpPr/>
            <p:nvPr/>
          </p:nvSpPr>
          <p:spPr>
            <a:xfrm>
              <a:off x="4321807" y="338618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31A6FFC0-3CCE-A27D-807D-CA3812C5FF82}"/>
                </a:ext>
              </a:extLst>
            </p:cNvPr>
            <p:cNvSpPr/>
            <p:nvPr/>
          </p:nvSpPr>
          <p:spPr>
            <a:xfrm>
              <a:off x="4321807" y="357870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91" name="正方形/長方形 290">
              <a:extLst>
                <a:ext uri="{FF2B5EF4-FFF2-40B4-BE49-F238E27FC236}">
                  <ns2:creationId id="{89406451-B886-D95B-2228-49FC026E1BDE}"/>
                </a:ext>
              </a:extLst>
            </p:cNvPr>
            <p:cNvSpPr/>
            <p:nvPr/>
          </p:nvSpPr>
          <p:spPr>
            <a:xfrm>
              <a:off x="4321807" y="377122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00" name="正方形/長方形 299">
              <a:extLst>
                <a:ext uri="{FF2B5EF4-FFF2-40B4-BE49-F238E27FC236}">
                  <ns2:creationId id="{E6A1783B-A020-CBF7-1F4A-4B6087473416}"/>
                </a:ext>
              </a:extLst>
            </p:cNvPr>
            <p:cNvSpPr/>
            <p:nvPr/>
          </p:nvSpPr>
          <p:spPr>
            <a:xfrm>
              <a:off x="4321807" y="396374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09" name="正方形/長方形 308">
              <a:extLst>
                <a:ext uri="{FF2B5EF4-FFF2-40B4-BE49-F238E27FC236}">
                  <ns2:creationId id="{1BC8DDF9-6FBA-4709-06CA-401496D65962}"/>
                </a:ext>
              </a:extLst>
            </p:cNvPr>
            <p:cNvSpPr/>
            <p:nvPr/>
          </p:nvSpPr>
          <p:spPr>
            <a:xfrm>
              <a:off x="4321807" y="4156270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18" name="正方形/長方形 317">
              <a:extLst>
                <a:ext uri="{FF2B5EF4-FFF2-40B4-BE49-F238E27FC236}">
                  <ns2:creationId id="{C282BD3A-68B5-C2E4-27A5-E70E362101A1}"/>
                </a:ext>
              </a:extLst>
            </p:cNvPr>
            <p:cNvSpPr/>
            <p:nvPr/>
          </p:nvSpPr>
          <p:spPr>
            <a:xfrm>
              <a:off x="4321807" y="4348792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27" name="正方形/長方形 326">
              <a:extLst>
                <a:ext uri="{FF2B5EF4-FFF2-40B4-BE49-F238E27FC236}">
                  <ns2:creationId id="{95C41B23-E744-DBE0-5014-83433CF895CB}"/>
                </a:ext>
              </a:extLst>
            </p:cNvPr>
            <p:cNvSpPr/>
            <p:nvPr/>
          </p:nvSpPr>
          <p:spPr>
            <a:xfrm>
              <a:off x="4321807" y="4541314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36" name="正方形/長方形 335">
              <a:extLst>
                <a:ext uri="{FF2B5EF4-FFF2-40B4-BE49-F238E27FC236}">
                  <ns2:creationId id="{7FFCCD8F-8BBC-5FF1-C2F3-9D3DC1B79AD4}"/>
                </a:ext>
              </a:extLst>
            </p:cNvPr>
            <p:cNvSpPr/>
            <p:nvPr/>
          </p:nvSpPr>
          <p:spPr>
            <a:xfrm>
              <a:off x="4321807" y="473383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45" name="正方形/長方形 344">
              <a:extLst>
                <a:ext uri="{FF2B5EF4-FFF2-40B4-BE49-F238E27FC236}">
                  <ns2:creationId id="{8C45D63F-88D7-0678-FDE8-F16298B7FB42}"/>
                </a:ext>
              </a:extLst>
            </p:cNvPr>
            <p:cNvSpPr/>
            <p:nvPr/>
          </p:nvSpPr>
          <p:spPr>
            <a:xfrm>
              <a:off x="4321807" y="492635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54" name="正方形/長方形 353">
              <a:extLst>
                <a:ext uri="{FF2B5EF4-FFF2-40B4-BE49-F238E27FC236}">
                  <ns2:creationId id="{5B0509B5-7159-03CC-B5AD-374FE5CD6A03}"/>
                </a:ext>
              </a:extLst>
            </p:cNvPr>
            <p:cNvSpPr/>
            <p:nvPr/>
          </p:nvSpPr>
          <p:spPr>
            <a:xfrm>
              <a:off x="4321807" y="511887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63" name="正方形/長方形 362">
              <a:extLst>
                <a:ext uri="{FF2B5EF4-FFF2-40B4-BE49-F238E27FC236}">
                  <ns2:creationId id="{48664737-D5D4-963B-5E8A-0F72154EDF4A}"/>
                </a:ext>
              </a:extLst>
            </p:cNvPr>
            <p:cNvSpPr/>
            <p:nvPr/>
          </p:nvSpPr>
          <p:spPr>
            <a:xfrm>
              <a:off x="4321807" y="531140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72" name="正方形/長方形 371">
              <a:extLst>
                <a:ext uri="{FF2B5EF4-FFF2-40B4-BE49-F238E27FC236}">
                  <ns2:creationId id="{FE4319FF-A3CD-5F53-40AA-FA7296ABC027}"/>
                </a:ext>
              </a:extLst>
            </p:cNvPr>
            <p:cNvSpPr/>
            <p:nvPr/>
          </p:nvSpPr>
          <p:spPr>
            <a:xfrm>
              <a:off x="4321807" y="550392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81" name="正方形/長方形 380">
              <a:extLst>
                <a:ext uri="{FF2B5EF4-FFF2-40B4-BE49-F238E27FC236}">
                  <ns2:creationId id="{C59AE2A6-ACE5-ADEF-4AA6-6CE951FA79BB}"/>
                </a:ext>
              </a:extLst>
            </p:cNvPr>
            <p:cNvSpPr/>
            <p:nvPr/>
          </p:nvSpPr>
          <p:spPr>
            <a:xfrm>
              <a:off x="4321807" y="569644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90" name="正方形/長方形 389">
              <a:extLst>
                <a:ext uri="{FF2B5EF4-FFF2-40B4-BE49-F238E27FC236}">
                  <ns2:creationId id="{4FA49A28-195D-F0C0-D6D9-865AEABD1F72}"/>
                </a:ext>
              </a:extLst>
            </p:cNvPr>
            <p:cNvSpPr/>
            <p:nvPr/>
          </p:nvSpPr>
          <p:spPr>
            <a:xfrm>
              <a:off x="4321807" y="588896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211" name="正方形/長方形 210">
              <a:extLst>
                <a:ext uri="{FF2B5EF4-FFF2-40B4-BE49-F238E27FC236}">
                  <ns2:creationId id="{F5781B4B-9921-7050-3CE8-5875CB9486A4}"/>
                </a:ext>
              </a:extLst>
            </p:cNvPr>
            <p:cNvSpPr/>
            <p:nvPr/>
          </p:nvSpPr>
          <p:spPr>
            <a:xfrm>
              <a:off x="5182755" y="2038532"/>
              <a:ext cx="792000" cy="156522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5D7E2D21-2116-461F-337B-C8E86A969C8B}"/>
                </a:ext>
              </a:extLst>
            </p:cNvPr>
            <p:cNvSpPr/>
            <p:nvPr/>
          </p:nvSpPr>
          <p:spPr>
            <a:xfrm>
              <a:off x="5182755" y="223105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1E17DC00-4D56-ECD2-DB7A-357680C08B26}"/>
                </a:ext>
              </a:extLst>
            </p:cNvPr>
            <p:cNvSpPr/>
            <p:nvPr/>
          </p:nvSpPr>
          <p:spPr>
            <a:xfrm>
              <a:off x="5182755" y="242357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952927A9-A430-6573-3525-EDC69F656D86}"/>
                </a:ext>
              </a:extLst>
            </p:cNvPr>
            <p:cNvSpPr/>
            <p:nvPr/>
          </p:nvSpPr>
          <p:spPr>
            <a:xfrm>
              <a:off x="5182755" y="261609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1D5FB732-F44C-E5AC-28B7-3A23009EF0F5}"/>
                </a:ext>
              </a:extLst>
            </p:cNvPr>
            <p:cNvSpPr/>
            <p:nvPr/>
          </p:nvSpPr>
          <p:spPr>
            <a:xfrm>
              <a:off x="5182755" y="280861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2BDBC31B-FA88-2EA3-6AD0-5EC62EB8932D}"/>
                </a:ext>
              </a:extLst>
            </p:cNvPr>
            <p:cNvSpPr/>
            <p:nvPr/>
          </p:nvSpPr>
          <p:spPr>
            <a:xfrm>
              <a:off x="5182755" y="3001140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AD46B506-560D-47BE-C2DC-77D9529AB2D1}"/>
                </a:ext>
              </a:extLst>
            </p:cNvPr>
            <p:cNvSpPr/>
            <p:nvPr/>
          </p:nvSpPr>
          <p:spPr>
            <a:xfrm>
              <a:off x="5182755" y="3193662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D56E2491-0C2F-5079-A399-C72B596B6A32}"/>
                </a:ext>
              </a:extLst>
            </p:cNvPr>
            <p:cNvSpPr/>
            <p:nvPr/>
          </p:nvSpPr>
          <p:spPr>
            <a:xfrm>
              <a:off x="5182755" y="338618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48348475-A03E-9386-D459-258CD19BA79F}"/>
                </a:ext>
              </a:extLst>
            </p:cNvPr>
            <p:cNvSpPr/>
            <p:nvPr/>
          </p:nvSpPr>
          <p:spPr>
            <a:xfrm>
              <a:off x="5182755" y="357870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92" name="正方形/長方形 291">
              <a:extLst>
                <a:ext uri="{FF2B5EF4-FFF2-40B4-BE49-F238E27FC236}">
                  <ns2:creationId id="{1404AEEE-8F36-4854-4494-415AF0AD52F5}"/>
                </a:ext>
              </a:extLst>
            </p:cNvPr>
            <p:cNvSpPr/>
            <p:nvPr/>
          </p:nvSpPr>
          <p:spPr>
            <a:xfrm>
              <a:off x="5182755" y="377122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01" name="正方形/長方形 300">
              <a:extLst>
                <a:ext uri="{FF2B5EF4-FFF2-40B4-BE49-F238E27FC236}">
                  <ns2:creationId id="{F6A4226E-10DF-3B69-148D-5AB6573C3241}"/>
                </a:ext>
              </a:extLst>
            </p:cNvPr>
            <p:cNvSpPr/>
            <p:nvPr/>
          </p:nvSpPr>
          <p:spPr>
            <a:xfrm>
              <a:off x="5182755" y="396374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10" name="正方形/長方形 309">
              <a:extLst>
                <a:ext uri="{FF2B5EF4-FFF2-40B4-BE49-F238E27FC236}">
                  <ns2:creationId id="{0BC140A8-D7D1-43E8-E7B1-28D33BB3D3FA}"/>
                </a:ext>
              </a:extLst>
            </p:cNvPr>
            <p:cNvSpPr/>
            <p:nvPr/>
          </p:nvSpPr>
          <p:spPr>
            <a:xfrm>
              <a:off x="5182755" y="4156270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19" name="正方形/長方形 318">
              <a:extLst>
                <a:ext uri="{FF2B5EF4-FFF2-40B4-BE49-F238E27FC236}">
                  <ns2:creationId id="{E0617CA1-47DC-A8CB-910B-DC1F8907AE14}"/>
                </a:ext>
              </a:extLst>
            </p:cNvPr>
            <p:cNvSpPr/>
            <p:nvPr/>
          </p:nvSpPr>
          <p:spPr>
            <a:xfrm>
              <a:off x="5182755" y="4348792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D98B3366-D727-1F01-5EF7-7FF5E841FE5B}"/>
                </a:ext>
              </a:extLst>
            </p:cNvPr>
            <p:cNvSpPr/>
            <p:nvPr/>
          </p:nvSpPr>
          <p:spPr>
            <a:xfrm>
              <a:off x="5182755" y="4541314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37" name="正方形/長方形 336">
              <a:extLst>
                <a:ext uri="{FF2B5EF4-FFF2-40B4-BE49-F238E27FC236}">
                  <ns2:creationId id="{A7F4520B-65BE-BBEC-E1A5-450C83F255C3}"/>
                </a:ext>
              </a:extLst>
            </p:cNvPr>
            <p:cNvSpPr/>
            <p:nvPr/>
          </p:nvSpPr>
          <p:spPr>
            <a:xfrm>
              <a:off x="5182755" y="473383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46" name="正方形/長方形 345">
              <a:extLst>
                <a:ext uri="{FF2B5EF4-FFF2-40B4-BE49-F238E27FC236}">
                  <ns2:creationId id="{D6B51322-367C-9641-994C-4E8ECB868366}"/>
                </a:ext>
              </a:extLst>
            </p:cNvPr>
            <p:cNvSpPr/>
            <p:nvPr/>
          </p:nvSpPr>
          <p:spPr>
            <a:xfrm>
              <a:off x="5182755" y="492635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55" name="正方形/長方形 354">
              <a:extLst>
                <a:ext uri="{FF2B5EF4-FFF2-40B4-BE49-F238E27FC236}">
                  <ns2:creationId id="{6D8EF6CA-1794-3620-53AA-9B37E2786341}"/>
                </a:ext>
              </a:extLst>
            </p:cNvPr>
            <p:cNvSpPr/>
            <p:nvPr/>
          </p:nvSpPr>
          <p:spPr>
            <a:xfrm>
              <a:off x="5182755" y="511887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64" name="正方形/長方形 363">
              <a:extLst>
                <a:ext uri="{FF2B5EF4-FFF2-40B4-BE49-F238E27FC236}">
                  <ns2:creationId id="{2A402016-9A7D-7EEC-0B6D-B7736D6F7309}"/>
                </a:ext>
              </a:extLst>
            </p:cNvPr>
            <p:cNvSpPr/>
            <p:nvPr/>
          </p:nvSpPr>
          <p:spPr>
            <a:xfrm>
              <a:off x="5182755" y="531140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73" name="正方形/長方形 372">
              <a:extLst>
                <a:ext uri="{FF2B5EF4-FFF2-40B4-BE49-F238E27FC236}">
                  <ns2:creationId id="{1AEA0CAC-3A93-D78C-9A05-A5A40EE8D810}"/>
                </a:ext>
              </a:extLst>
            </p:cNvPr>
            <p:cNvSpPr/>
            <p:nvPr/>
          </p:nvSpPr>
          <p:spPr>
            <a:xfrm>
              <a:off x="5182755" y="550392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82" name="正方形/長方形 381">
              <a:extLst>
                <a:ext uri="{FF2B5EF4-FFF2-40B4-BE49-F238E27FC236}">
                  <ns2:creationId id="{D07986AD-A87B-1BC1-BC06-68DC220908FA}"/>
                </a:ext>
              </a:extLst>
            </p:cNvPr>
            <p:cNvSpPr/>
            <p:nvPr/>
          </p:nvSpPr>
          <p:spPr>
            <a:xfrm>
              <a:off x="5182755" y="569644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91" name="正方形/長方形 390">
              <a:extLst>
                <a:ext uri="{FF2B5EF4-FFF2-40B4-BE49-F238E27FC236}">
                  <ns2:creationId id="{7CB2245C-608A-CACA-917F-B441CD06E82E}"/>
                </a:ext>
              </a:extLst>
            </p:cNvPr>
            <p:cNvSpPr/>
            <p:nvPr/>
          </p:nvSpPr>
          <p:spPr>
            <a:xfrm>
              <a:off x="5182755" y="588896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62E29FF7-D079-8858-C965-136AEC48807E}"/>
                </a:ext>
              </a:extLst>
            </p:cNvPr>
            <p:cNvSpPr/>
            <p:nvPr/>
          </p:nvSpPr>
          <p:spPr>
            <a:xfrm>
              <a:off x="6043703" y="1653488"/>
              <a:ext cx="2513895" cy="34904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2" name="正方形/長方形 211">
              <a:extLst>
                <a:ext uri="{FF2B5EF4-FFF2-40B4-BE49-F238E27FC236}">
                  <ns2:creationId id="{4B1BC3B7-AB2B-46D3-F9A0-978053A29CB9}"/>
                </a:ext>
              </a:extLst>
            </p:cNvPr>
            <p:cNvSpPr/>
            <p:nvPr/>
          </p:nvSpPr>
          <p:spPr>
            <a:xfrm>
              <a:off x="6043703" y="2038532"/>
              <a:ext cx="792000" cy="156522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1" name="正方形/長方形 220">
              <a:extLst>
                <a:ext uri="{FF2B5EF4-FFF2-40B4-BE49-F238E27FC236}">
                  <ns2:creationId id="{A6457F3B-D6B2-D264-1346-D3EEE7BDC92C}"/>
                </a:ext>
              </a:extLst>
            </p:cNvPr>
            <p:cNvSpPr/>
            <p:nvPr/>
          </p:nvSpPr>
          <p:spPr>
            <a:xfrm>
              <a:off x="6043703" y="223105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59243DEC-644E-565F-54F6-692B1811691C}"/>
                </a:ext>
              </a:extLst>
            </p:cNvPr>
            <p:cNvSpPr/>
            <p:nvPr/>
          </p:nvSpPr>
          <p:spPr>
            <a:xfrm>
              <a:off x="6043703" y="242357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32906B09-69F5-B8D7-C4D2-44C2EE314D24}"/>
                </a:ext>
              </a:extLst>
            </p:cNvPr>
            <p:cNvSpPr/>
            <p:nvPr/>
          </p:nvSpPr>
          <p:spPr>
            <a:xfrm>
              <a:off x="6043703" y="261609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19805886-BA48-1370-7D85-511551B78AED}"/>
                </a:ext>
              </a:extLst>
            </p:cNvPr>
            <p:cNvSpPr/>
            <p:nvPr/>
          </p:nvSpPr>
          <p:spPr>
            <a:xfrm>
              <a:off x="6043703" y="280861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B8BF6836-1969-5027-1501-06A3B540B12D}"/>
                </a:ext>
              </a:extLst>
            </p:cNvPr>
            <p:cNvSpPr/>
            <p:nvPr/>
          </p:nvSpPr>
          <p:spPr>
            <a:xfrm>
              <a:off x="6043703" y="3001140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16B14879-192C-4AA6-AF9A-6EE287379713}"/>
                </a:ext>
              </a:extLst>
            </p:cNvPr>
            <p:cNvSpPr/>
            <p:nvPr/>
          </p:nvSpPr>
          <p:spPr>
            <a:xfrm>
              <a:off x="6043703" y="3193662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BE3FBDCC-5F90-A76E-41D2-D486CEAE251C}"/>
                </a:ext>
              </a:extLst>
            </p:cNvPr>
            <p:cNvSpPr/>
            <p:nvPr/>
          </p:nvSpPr>
          <p:spPr>
            <a:xfrm>
              <a:off x="6043703" y="338618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772CC80D-2A9D-8512-08E1-7927E350B9A5}"/>
                </a:ext>
              </a:extLst>
            </p:cNvPr>
            <p:cNvSpPr/>
            <p:nvPr/>
          </p:nvSpPr>
          <p:spPr>
            <a:xfrm>
              <a:off x="6043703" y="357870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</a:p>
          </p:txBody>
        </p:sp>
        <p:sp>
          <p:nvSpPr>
            <p:cNvPr id="293" name="正方形/長方形 292">
              <a:extLst>
                <a:ext uri="{FF2B5EF4-FFF2-40B4-BE49-F238E27FC236}">
                  <ns2:creationId id="{01D4F348-B14E-3DA1-9DAD-47478F8D89E2}"/>
                </a:ext>
              </a:extLst>
            </p:cNvPr>
            <p:cNvSpPr/>
            <p:nvPr/>
          </p:nvSpPr>
          <p:spPr>
            <a:xfrm>
              <a:off x="6043703" y="377122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</a:p>
          </p:txBody>
        </p:sp>
        <p:sp>
          <p:nvSpPr>
            <p:cNvPr id="302" name="正方形/長方形 301">
              <a:extLst>
                <a:ext uri="{FF2B5EF4-FFF2-40B4-BE49-F238E27FC236}">
                  <ns2:creationId id="{846D079B-9042-81BD-5574-13322FE1CFEC}"/>
                </a:ext>
              </a:extLst>
            </p:cNvPr>
            <p:cNvSpPr/>
            <p:nvPr/>
          </p:nvSpPr>
          <p:spPr>
            <a:xfrm>
              <a:off x="6043703" y="396374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</a:p>
          </p:txBody>
        </p:sp>
        <p:sp>
          <p:nvSpPr>
            <p:cNvPr id="311" name="正方形/長方形 310">
              <a:extLst>
                <a:ext uri="{FF2B5EF4-FFF2-40B4-BE49-F238E27FC236}">
                  <ns2:creationId id="{16F01453-A4F2-DDC9-3F8A-D579EBBD40F2}"/>
                </a:ext>
              </a:extLst>
            </p:cNvPr>
            <p:cNvSpPr/>
            <p:nvPr/>
          </p:nvSpPr>
          <p:spPr>
            <a:xfrm>
              <a:off x="6043703" y="4156270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F69F4638-6BFC-FB1A-B7F1-7572C68B5542}"/>
                </a:ext>
              </a:extLst>
            </p:cNvPr>
            <p:cNvSpPr/>
            <p:nvPr/>
          </p:nvSpPr>
          <p:spPr>
            <a:xfrm>
              <a:off x="6043703" y="4348792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29" name="正方形/長方形 328">
              <a:extLst>
                <a:ext uri="{FF2B5EF4-FFF2-40B4-BE49-F238E27FC236}">
                  <ns2:creationId id="{86AFB542-2000-3420-DC37-0A13A665EBD2}"/>
                </a:ext>
              </a:extLst>
            </p:cNvPr>
            <p:cNvSpPr/>
            <p:nvPr/>
          </p:nvSpPr>
          <p:spPr>
            <a:xfrm>
              <a:off x="6043703" y="4541314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</a:p>
          </p:txBody>
        </p:sp>
        <p:sp>
          <p:nvSpPr>
            <p:cNvPr id="338" name="正方形/長方形 337">
              <a:extLst>
                <a:ext uri="{FF2B5EF4-FFF2-40B4-BE49-F238E27FC236}">
                  <ns2:creationId id="{C11A117D-AD2A-343D-7618-4B5FFB88339A}"/>
                </a:ext>
              </a:extLst>
            </p:cNvPr>
            <p:cNvSpPr/>
            <p:nvPr/>
          </p:nvSpPr>
          <p:spPr>
            <a:xfrm>
              <a:off x="6043703" y="473383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</a:p>
          </p:txBody>
        </p:sp>
        <p:sp>
          <p:nvSpPr>
            <p:cNvPr id="347" name="正方形/長方形 346">
              <a:extLst>
                <a:ext uri="{FF2B5EF4-FFF2-40B4-BE49-F238E27FC236}">
                  <ns2:creationId id="{6DDE7790-B514-6D24-CB53-3E8299550DD3}"/>
                </a:ext>
              </a:extLst>
            </p:cNvPr>
            <p:cNvSpPr/>
            <p:nvPr/>
          </p:nvSpPr>
          <p:spPr>
            <a:xfrm>
              <a:off x="6043703" y="492635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</a:p>
          </p:txBody>
        </p:sp>
        <p:sp>
          <p:nvSpPr>
            <p:cNvPr id="356" name="正方形/長方形 355">
              <a:extLst>
                <a:ext uri="{FF2B5EF4-FFF2-40B4-BE49-F238E27FC236}">
                  <ns2:creationId id="{A18FDACB-DC53-7CFB-B4C9-D3ACC431475C}"/>
                </a:ext>
              </a:extLst>
            </p:cNvPr>
            <p:cNvSpPr/>
            <p:nvPr/>
          </p:nvSpPr>
          <p:spPr>
            <a:xfrm>
              <a:off x="6043703" y="5118879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65" name="正方形/長方形 364">
              <a:extLst>
                <a:ext uri="{FF2B5EF4-FFF2-40B4-BE49-F238E27FC236}">
                  <ns2:creationId id="{6F2A7D0B-D7D8-A9D3-446C-60FC12C377CD}"/>
                </a:ext>
              </a:extLst>
            </p:cNvPr>
            <p:cNvSpPr/>
            <p:nvPr/>
          </p:nvSpPr>
          <p:spPr>
            <a:xfrm>
              <a:off x="6043703" y="531140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</a:p>
          </p:txBody>
        </p:sp>
        <p:sp>
          <p:nvSpPr>
            <p:cNvPr id="374" name="正方形/長方形 373">
              <a:extLst>
                <a:ext uri="{FF2B5EF4-FFF2-40B4-BE49-F238E27FC236}">
                  <ns2:creationId id="{72C28092-B32C-CDD7-CE7A-EB93975718AD}"/>
                </a:ext>
              </a:extLst>
            </p:cNvPr>
            <p:cNvSpPr/>
            <p:nvPr/>
          </p:nvSpPr>
          <p:spPr>
            <a:xfrm>
              <a:off x="6043703" y="5503923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83" name="正方形/長方形 382">
              <a:extLst>
                <a:ext uri="{FF2B5EF4-FFF2-40B4-BE49-F238E27FC236}">
                  <ns2:creationId id="{6E280BC6-026C-5460-839E-264892F8C08D}"/>
                </a:ext>
              </a:extLst>
            </p:cNvPr>
            <p:cNvSpPr/>
            <p:nvPr/>
          </p:nvSpPr>
          <p:spPr>
            <a:xfrm>
              <a:off x="6043703" y="569644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86</a:t>
              </a: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0031C117-AD0E-29DA-1435-0ACB6254FC5C}"/>
                </a:ext>
              </a:extLst>
            </p:cNvPr>
            <p:cNvSpPr/>
            <p:nvPr/>
          </p:nvSpPr>
          <p:spPr>
            <a:xfrm>
              <a:off x="6043703" y="588896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79</a:t>
              </a:r>
            </a:p>
          </p:txBody>
        </p:sp>
        <p:sp>
          <p:nvSpPr>
            <p:cNvPr id="213" name="正方形/長方形 212">
              <a:extLst>
                <a:ext uri="{FF2B5EF4-FFF2-40B4-BE49-F238E27FC236}">
                  <ns2:creationId id="{6EA1F289-FCEE-F320-BB7D-3A18BBC22F39}"/>
                </a:ext>
              </a:extLst>
            </p:cNvPr>
            <p:cNvSpPr/>
            <p:nvPr/>
          </p:nvSpPr>
          <p:spPr>
            <a:xfrm>
              <a:off x="6904651" y="2038532"/>
              <a:ext cx="792000" cy="1565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5E39E38C-871E-7C84-962B-809A863B3569}"/>
                </a:ext>
              </a:extLst>
            </p:cNvPr>
            <p:cNvSpPr/>
            <p:nvPr/>
          </p:nvSpPr>
          <p:spPr>
            <a:xfrm>
              <a:off x="6904651" y="223105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461</a:t>
              </a: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4703DA50-5CB6-4581-694B-504FCBACE8BC}"/>
                </a:ext>
              </a:extLst>
            </p:cNvPr>
            <p:cNvSpPr/>
            <p:nvPr/>
          </p:nvSpPr>
          <p:spPr>
            <a:xfrm>
              <a:off x="6904651" y="242357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A612D232-4862-4C9C-2DFB-1129DB258EE3}"/>
                </a:ext>
              </a:extLst>
            </p:cNvPr>
            <p:cNvSpPr/>
            <p:nvPr/>
          </p:nvSpPr>
          <p:spPr>
            <a:xfrm>
              <a:off x="6904651" y="261609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49" name="正方形/長方形 248">
              <a:extLst>
                <a:ext uri="{FF2B5EF4-FFF2-40B4-BE49-F238E27FC236}">
                  <ns2:creationId id="{4453F44D-5B30-628A-0FB1-6139DAFB4FB6}"/>
                </a:ext>
              </a:extLst>
            </p:cNvPr>
            <p:cNvSpPr/>
            <p:nvPr/>
          </p:nvSpPr>
          <p:spPr>
            <a:xfrm>
              <a:off x="6904651" y="280861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9BC9FDB8-D2DA-D24B-8EB3-9F723EB8938B}"/>
                </a:ext>
              </a:extLst>
            </p:cNvPr>
            <p:cNvSpPr/>
            <p:nvPr/>
          </p:nvSpPr>
          <p:spPr>
            <a:xfrm>
              <a:off x="6904651" y="3001140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46A2C003-605D-BBCD-09ED-FA4FDF513D09}"/>
                </a:ext>
              </a:extLst>
            </p:cNvPr>
            <p:cNvSpPr/>
            <p:nvPr/>
          </p:nvSpPr>
          <p:spPr>
            <a:xfrm>
              <a:off x="6904651" y="3193662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76" name="正方形/長方形 275">
              <a:extLst>
                <a:ext uri="{FF2B5EF4-FFF2-40B4-BE49-F238E27FC236}">
                  <ns2:creationId id="{1E0AF8E1-7764-5503-E459-F6998CD80B14}"/>
                </a:ext>
              </a:extLst>
            </p:cNvPr>
            <p:cNvSpPr/>
            <p:nvPr/>
          </p:nvSpPr>
          <p:spPr>
            <a:xfrm>
              <a:off x="6904651" y="338618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1911827C-C308-A5BC-F1FB-33481AA537FF}"/>
                </a:ext>
              </a:extLst>
            </p:cNvPr>
            <p:cNvSpPr/>
            <p:nvPr/>
          </p:nvSpPr>
          <p:spPr>
            <a:xfrm>
              <a:off x="6904651" y="357870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294" name="正方形/長方形 293">
              <a:extLst>
                <a:ext uri="{FF2B5EF4-FFF2-40B4-BE49-F238E27FC236}">
                  <ns2:creationId id="{3AD7D2CD-167C-183C-E900-8B8CAFEDA7D2}"/>
                </a:ext>
              </a:extLst>
            </p:cNvPr>
            <p:cNvSpPr/>
            <p:nvPr/>
          </p:nvSpPr>
          <p:spPr>
            <a:xfrm>
              <a:off x="6904651" y="377122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3" name="正方形/長方形 302">
              <a:extLst>
                <a:ext uri="{FF2B5EF4-FFF2-40B4-BE49-F238E27FC236}">
                  <ns2:creationId id="{102E08A0-85A4-D228-5D38-57557D25E368}"/>
                </a:ext>
              </a:extLst>
            </p:cNvPr>
            <p:cNvSpPr/>
            <p:nvPr/>
          </p:nvSpPr>
          <p:spPr>
            <a:xfrm>
              <a:off x="6904651" y="396374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12" name="正方形/長方形 311">
              <a:extLst>
                <a:ext uri="{FF2B5EF4-FFF2-40B4-BE49-F238E27FC236}">
                  <ns2:creationId id="{880E47C9-6C37-1A5D-DFA2-605BFF7BF1C6}"/>
                </a:ext>
              </a:extLst>
            </p:cNvPr>
            <p:cNvSpPr/>
            <p:nvPr/>
          </p:nvSpPr>
          <p:spPr>
            <a:xfrm>
              <a:off x="6904651" y="4156270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DB21D408-C959-7AB8-254D-72F12DE02740}"/>
                </a:ext>
              </a:extLst>
            </p:cNvPr>
            <p:cNvSpPr/>
            <p:nvPr/>
          </p:nvSpPr>
          <p:spPr>
            <a:xfrm>
              <a:off x="6904651" y="4348792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30" name="正方形/長方形 329">
              <a:extLst>
                <a:ext uri="{FF2B5EF4-FFF2-40B4-BE49-F238E27FC236}">
                  <ns2:creationId id="{CD74BE71-99C5-290A-BEAC-08FC16867D1C}"/>
                </a:ext>
              </a:extLst>
            </p:cNvPr>
            <p:cNvSpPr/>
            <p:nvPr/>
          </p:nvSpPr>
          <p:spPr>
            <a:xfrm>
              <a:off x="6904651" y="4541314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39" name="正方形/長方形 338">
              <a:extLst>
                <a:ext uri="{FF2B5EF4-FFF2-40B4-BE49-F238E27FC236}">
                  <ns2:creationId id="{755F334B-7082-6458-806A-23926D46C417}"/>
                </a:ext>
              </a:extLst>
            </p:cNvPr>
            <p:cNvSpPr/>
            <p:nvPr/>
          </p:nvSpPr>
          <p:spPr>
            <a:xfrm>
              <a:off x="6904651" y="473383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48" name="正方形/長方形 347">
              <a:extLst>
                <a:ext uri="{FF2B5EF4-FFF2-40B4-BE49-F238E27FC236}">
                  <ns2:creationId id="{C0DCDE1F-0095-8238-636D-29C4C593F222}"/>
                </a:ext>
              </a:extLst>
            </p:cNvPr>
            <p:cNvSpPr/>
            <p:nvPr/>
          </p:nvSpPr>
          <p:spPr>
            <a:xfrm>
              <a:off x="6904651" y="492635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57" name="正方形/長方形 356">
              <a:extLst>
                <a:ext uri="{FF2B5EF4-FFF2-40B4-BE49-F238E27FC236}">
                  <ns2:creationId id="{16F406A1-557B-30F3-4D6B-D198A122DE8C}"/>
                </a:ext>
              </a:extLst>
            </p:cNvPr>
            <p:cNvSpPr/>
            <p:nvPr/>
          </p:nvSpPr>
          <p:spPr>
            <a:xfrm>
              <a:off x="6904651" y="5118879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66" name="正方形/長方形 365">
              <a:extLst>
                <a:ext uri="{FF2B5EF4-FFF2-40B4-BE49-F238E27FC236}">
                  <ns2:creationId id="{BFA629E3-4318-6536-A748-E7AC441ADC96}"/>
                </a:ext>
              </a:extLst>
            </p:cNvPr>
            <p:cNvSpPr/>
            <p:nvPr/>
          </p:nvSpPr>
          <p:spPr>
            <a:xfrm>
              <a:off x="6904651" y="531140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75" name="正方形/長方形 374">
              <a:extLst>
                <a:ext uri="{FF2B5EF4-FFF2-40B4-BE49-F238E27FC236}">
                  <ns2:creationId id="{A4049F08-D636-9AC6-E0CC-73B810BF091E}"/>
                </a:ext>
              </a:extLst>
            </p:cNvPr>
            <p:cNvSpPr/>
            <p:nvPr/>
          </p:nvSpPr>
          <p:spPr>
            <a:xfrm>
              <a:off x="6904651" y="5503923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84" name="正方形/長方形 383">
              <a:extLst>
                <a:ext uri="{FF2B5EF4-FFF2-40B4-BE49-F238E27FC236}">
                  <ns2:creationId id="{A985D111-6671-0CE9-E77D-3D8750B44EB9}"/>
                </a:ext>
              </a:extLst>
            </p:cNvPr>
            <p:cNvSpPr/>
            <p:nvPr/>
          </p:nvSpPr>
          <p:spPr>
            <a:xfrm>
              <a:off x="6904651" y="569644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0EBBC2A4-2190-E8E2-8FDA-A7ABAB2C1452}"/>
                </a:ext>
              </a:extLst>
            </p:cNvPr>
            <p:cNvSpPr/>
            <p:nvPr/>
          </p:nvSpPr>
          <p:spPr>
            <a:xfrm>
              <a:off x="6904651" y="588896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</a:p>
          </p:txBody>
        </p:sp>
        <p:sp>
          <p:nvSpPr>
            <p:cNvPr id="214" name="正方形/長方形 213">
              <a:extLst>
                <a:ext uri="{FF2B5EF4-FFF2-40B4-BE49-F238E27FC236}">
                  <ns2:creationId id="{69117C41-5646-480D-0B22-8B5B613E8EF6}"/>
                </a:ext>
              </a:extLst>
            </p:cNvPr>
            <p:cNvSpPr/>
            <p:nvPr/>
          </p:nvSpPr>
          <p:spPr>
            <a:xfrm>
              <a:off x="7765599" y="2038532"/>
              <a:ext cx="792000" cy="156522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3C01A8A9-45CE-9EE5-D945-B7C5E4954A48}"/>
                </a:ext>
              </a:extLst>
            </p:cNvPr>
            <p:cNvSpPr/>
            <p:nvPr/>
          </p:nvSpPr>
          <p:spPr>
            <a:xfrm>
              <a:off x="7765599" y="223105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395</a:t>
              </a: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FE456352-D0CD-CC9B-E178-7538ED710476}"/>
                </a:ext>
              </a:extLst>
            </p:cNvPr>
            <p:cNvSpPr/>
            <p:nvPr/>
          </p:nvSpPr>
          <p:spPr>
            <a:xfrm>
              <a:off x="7765599" y="242357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0B692A27-9370-4DFD-65D2-A01D50C68ECD}"/>
                </a:ext>
              </a:extLst>
            </p:cNvPr>
            <p:cNvSpPr/>
            <p:nvPr/>
          </p:nvSpPr>
          <p:spPr>
            <a:xfrm>
              <a:off x="7765599" y="261609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A116C364-2635-E894-FB86-C1C919CC69CE}"/>
                </a:ext>
              </a:extLst>
            </p:cNvPr>
            <p:cNvSpPr/>
            <p:nvPr/>
          </p:nvSpPr>
          <p:spPr>
            <a:xfrm>
              <a:off x="7765599" y="280861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8F112000-2AFC-E3E8-5F6C-995ACFDD2417}"/>
                </a:ext>
              </a:extLst>
            </p:cNvPr>
            <p:cNvSpPr/>
            <p:nvPr/>
          </p:nvSpPr>
          <p:spPr>
            <a:xfrm>
              <a:off x="7765599" y="3001140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CCBED469-64A6-FF19-510F-DA50AA22A256}"/>
                </a:ext>
              </a:extLst>
            </p:cNvPr>
            <p:cNvSpPr/>
            <p:nvPr/>
          </p:nvSpPr>
          <p:spPr>
            <a:xfrm>
              <a:off x="7765599" y="3193662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77" name="正方形/長方形 276">
              <a:extLst>
                <a:ext uri="{FF2B5EF4-FFF2-40B4-BE49-F238E27FC236}">
                  <ns2:creationId id="{D6F3A1A3-51EC-2A3E-3182-C499528501C0}"/>
                </a:ext>
              </a:extLst>
            </p:cNvPr>
            <p:cNvSpPr/>
            <p:nvPr/>
          </p:nvSpPr>
          <p:spPr>
            <a:xfrm>
              <a:off x="7765599" y="338618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6D987FA7-8C4C-3FCA-7646-D92D5F188BEF}"/>
                </a:ext>
              </a:extLst>
            </p:cNvPr>
            <p:cNvSpPr/>
            <p:nvPr/>
          </p:nvSpPr>
          <p:spPr>
            <a:xfrm>
              <a:off x="7765599" y="357870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95" name="正方形/長方形 294">
              <a:extLst>
                <a:ext uri="{FF2B5EF4-FFF2-40B4-BE49-F238E27FC236}">
                  <ns2:creationId id="{C354AFA4-6E74-3833-4E6A-D065D400A271}"/>
                </a:ext>
              </a:extLst>
            </p:cNvPr>
            <p:cNvSpPr/>
            <p:nvPr/>
          </p:nvSpPr>
          <p:spPr>
            <a:xfrm>
              <a:off x="7765599" y="377122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04" name="正方形/長方形 303">
              <a:extLst>
                <a:ext uri="{FF2B5EF4-FFF2-40B4-BE49-F238E27FC236}">
                  <ns2:creationId id="{0E49BCA0-BEAC-64CF-E56D-11117F23DDEE}"/>
                </a:ext>
              </a:extLst>
            </p:cNvPr>
            <p:cNvSpPr/>
            <p:nvPr/>
          </p:nvSpPr>
          <p:spPr>
            <a:xfrm>
              <a:off x="7765599" y="396374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C49EA79E-4036-3C82-5156-33BA92F26AA0}"/>
                </a:ext>
              </a:extLst>
            </p:cNvPr>
            <p:cNvSpPr/>
            <p:nvPr/>
          </p:nvSpPr>
          <p:spPr>
            <a:xfrm>
              <a:off x="7765599" y="4156270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498710A1-9051-53FD-0228-AFB01E73C7C8}"/>
                </a:ext>
              </a:extLst>
            </p:cNvPr>
            <p:cNvSpPr/>
            <p:nvPr/>
          </p:nvSpPr>
          <p:spPr>
            <a:xfrm>
              <a:off x="7765599" y="4348792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31" name="正方形/長方形 330">
              <a:extLst>
                <a:ext uri="{FF2B5EF4-FFF2-40B4-BE49-F238E27FC236}">
                  <ns2:creationId id="{13B35C17-9ACD-DD06-8E65-2AE8D3233B19}"/>
                </a:ext>
              </a:extLst>
            </p:cNvPr>
            <p:cNvSpPr/>
            <p:nvPr/>
          </p:nvSpPr>
          <p:spPr>
            <a:xfrm>
              <a:off x="7765599" y="4541314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40" name="正方形/長方形 339">
              <a:extLst>
                <a:ext uri="{FF2B5EF4-FFF2-40B4-BE49-F238E27FC236}">
                  <ns2:creationId id="{4B8E2B92-A414-2E89-C853-7397999A2078}"/>
                </a:ext>
              </a:extLst>
            </p:cNvPr>
            <p:cNvSpPr/>
            <p:nvPr/>
          </p:nvSpPr>
          <p:spPr>
            <a:xfrm>
              <a:off x="7765599" y="473383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49" name="正方形/長方形 348">
              <a:extLst>
                <a:ext uri="{FF2B5EF4-FFF2-40B4-BE49-F238E27FC236}">
                  <ns2:creationId id="{CC9076FD-5DFA-F3E4-4603-74D087EFF4A4}"/>
                </a:ext>
              </a:extLst>
            </p:cNvPr>
            <p:cNvSpPr/>
            <p:nvPr/>
          </p:nvSpPr>
          <p:spPr>
            <a:xfrm>
              <a:off x="7765599" y="492635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58" name="正方形/長方形 357">
              <a:extLst>
                <a:ext uri="{FF2B5EF4-FFF2-40B4-BE49-F238E27FC236}">
                  <ns2:creationId id="{3E1A150E-9231-B5A0-A260-9C5A4489852F}"/>
                </a:ext>
              </a:extLst>
            </p:cNvPr>
            <p:cNvSpPr/>
            <p:nvPr/>
          </p:nvSpPr>
          <p:spPr>
            <a:xfrm>
              <a:off x="7765599" y="5118879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67" name="正方形/長方形 366">
              <a:extLst>
                <a:ext uri="{FF2B5EF4-FFF2-40B4-BE49-F238E27FC236}">
                  <ns2:creationId id="{73A321C7-9AB2-DCF5-9B25-AD03B7DC80AC}"/>
                </a:ext>
              </a:extLst>
            </p:cNvPr>
            <p:cNvSpPr/>
            <p:nvPr/>
          </p:nvSpPr>
          <p:spPr>
            <a:xfrm>
              <a:off x="7765599" y="531140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376" name="正方形/長方形 375">
              <a:extLst>
                <a:ext uri="{FF2B5EF4-FFF2-40B4-BE49-F238E27FC236}">
                  <ns2:creationId id="{DC0B9B63-D08C-8942-738A-448493E50DBC}"/>
                </a:ext>
              </a:extLst>
            </p:cNvPr>
            <p:cNvSpPr/>
            <p:nvPr/>
          </p:nvSpPr>
          <p:spPr>
            <a:xfrm>
              <a:off x="7765599" y="5503923"/>
              <a:ext cx="792000" cy="15652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85" name="正方形/長方形 384">
              <a:extLst>
                <a:ext uri="{FF2B5EF4-FFF2-40B4-BE49-F238E27FC236}">
                  <ns2:creationId id="{7EF183AA-7CC4-DDE0-8610-1BA186E6FB3F}"/>
                </a:ext>
              </a:extLst>
            </p:cNvPr>
            <p:cNvSpPr/>
            <p:nvPr/>
          </p:nvSpPr>
          <p:spPr>
            <a:xfrm>
              <a:off x="7765599" y="569644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0C6A691E-1586-D7FB-8F0D-5C13E54DCE84}"/>
                </a:ext>
              </a:extLst>
            </p:cNvPr>
            <p:cNvSpPr/>
            <p:nvPr/>
          </p:nvSpPr>
          <p:spPr>
            <a:xfrm>
              <a:off x="7765599" y="588896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197" name="正方形/長方形 196">
              <a:extLst>
                <a:ext uri="{FF2B5EF4-FFF2-40B4-BE49-F238E27FC236}">
                  <ns2:creationId id="{2EB71FD0-ED26-D76D-1442-C8E90F581526}"/>
                </a:ext>
              </a:extLst>
            </p:cNvPr>
            <p:cNvSpPr/>
            <p:nvPr/>
          </p:nvSpPr>
          <p:spPr>
            <a:xfrm>
              <a:off x="8626544" y="1653488"/>
              <a:ext cx="792000" cy="54156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D5EF8008-E599-D4C1-DF4A-269ABE70B216}"/>
                </a:ext>
              </a:extLst>
            </p:cNvPr>
            <p:cNvSpPr/>
            <p:nvPr/>
          </p:nvSpPr>
          <p:spPr>
            <a:xfrm>
              <a:off x="8626544" y="223105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3" name="正方形/長方形 232">
              <a:extLst>
                <a:ext uri="{FF2B5EF4-FFF2-40B4-BE49-F238E27FC236}">
                  <ns2:creationId id="{4265820E-9F5F-5395-F26E-AC599AD90FFC}"/>
                </a:ext>
              </a:extLst>
            </p:cNvPr>
            <p:cNvSpPr/>
            <p:nvPr/>
          </p:nvSpPr>
          <p:spPr>
            <a:xfrm>
              <a:off x="8626544" y="242357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15</a:t>
              </a: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D2EF3BFB-C314-E7CF-1197-07381A0D93D6}"/>
                </a:ext>
              </a:extLst>
            </p:cNvPr>
            <p:cNvSpPr/>
            <p:nvPr/>
          </p:nvSpPr>
          <p:spPr>
            <a:xfrm>
              <a:off x="8626544" y="261609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554E62CB-4A48-28C5-CA46-48ECA81A2659}"/>
                </a:ext>
              </a:extLst>
            </p:cNvPr>
            <p:cNvSpPr/>
            <p:nvPr/>
          </p:nvSpPr>
          <p:spPr>
            <a:xfrm>
              <a:off x="8626544" y="280861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C7E385CE-E2AE-814A-C344-40FA198EAB11}"/>
                </a:ext>
              </a:extLst>
            </p:cNvPr>
            <p:cNvSpPr/>
            <p:nvPr/>
          </p:nvSpPr>
          <p:spPr>
            <a:xfrm>
              <a:off x="8626544" y="3001140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71A57737-613A-6925-7C63-0E1A925FA720}"/>
                </a:ext>
              </a:extLst>
            </p:cNvPr>
            <p:cNvSpPr/>
            <p:nvPr/>
          </p:nvSpPr>
          <p:spPr>
            <a:xfrm>
              <a:off x="8626544" y="3193662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BDD0E737-8692-9078-4AF4-3ACD984FFD4A}"/>
                </a:ext>
              </a:extLst>
            </p:cNvPr>
            <p:cNvSpPr/>
            <p:nvPr/>
          </p:nvSpPr>
          <p:spPr>
            <a:xfrm>
              <a:off x="8626544" y="338618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1247280F-18A2-76FE-2BED-5E300CD5FAD2}"/>
                </a:ext>
              </a:extLst>
            </p:cNvPr>
            <p:cNvSpPr/>
            <p:nvPr/>
          </p:nvSpPr>
          <p:spPr>
            <a:xfrm>
              <a:off x="8626544" y="357870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</a:p>
          </p:txBody>
        </p:sp>
        <p:sp>
          <p:nvSpPr>
            <p:cNvPr id="296" name="正方形/長方形 295">
              <a:extLst>
                <a:ext uri="{FF2B5EF4-FFF2-40B4-BE49-F238E27FC236}">
                  <ns2:creationId id="{64910BE1-EA86-8C36-590A-3C8F505FA48B}"/>
                </a:ext>
              </a:extLst>
            </p:cNvPr>
            <p:cNvSpPr/>
            <p:nvPr/>
          </p:nvSpPr>
          <p:spPr>
            <a:xfrm>
              <a:off x="8626544" y="377122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</a:p>
          </p:txBody>
        </p:sp>
        <p:sp>
          <p:nvSpPr>
            <p:cNvPr id="305" name="正方形/長方形 304">
              <a:extLst>
                <a:ext uri="{FF2B5EF4-FFF2-40B4-BE49-F238E27FC236}">
                  <ns2:creationId id="{91ED8435-3A94-0950-F664-82D05976339C}"/>
                </a:ext>
              </a:extLst>
            </p:cNvPr>
            <p:cNvSpPr/>
            <p:nvPr/>
          </p:nvSpPr>
          <p:spPr>
            <a:xfrm>
              <a:off x="8626544" y="396374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</a:p>
          </p:txBody>
        </p:sp>
        <p:sp>
          <p:nvSpPr>
            <p:cNvPr id="314" name="正方形/長方形 313">
              <a:extLst>
                <a:ext uri="{FF2B5EF4-FFF2-40B4-BE49-F238E27FC236}">
                  <ns2:creationId id="{3179EE59-8216-0B97-D65F-9ACC80989C76}"/>
                </a:ext>
              </a:extLst>
            </p:cNvPr>
            <p:cNvSpPr/>
            <p:nvPr/>
          </p:nvSpPr>
          <p:spPr>
            <a:xfrm>
              <a:off x="8626544" y="4156270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A4046C54-5CC3-154B-C792-407F0E589473}"/>
                </a:ext>
              </a:extLst>
            </p:cNvPr>
            <p:cNvSpPr/>
            <p:nvPr/>
          </p:nvSpPr>
          <p:spPr>
            <a:xfrm>
              <a:off x="8626544" y="4348792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332" name="正方形/長方形 331">
              <a:extLst>
                <a:ext uri="{FF2B5EF4-FFF2-40B4-BE49-F238E27FC236}">
                  <ns2:creationId id="{DADE9974-FEF8-BDE0-8AC6-B5DE081338D1}"/>
                </a:ext>
              </a:extLst>
            </p:cNvPr>
            <p:cNvSpPr/>
            <p:nvPr/>
          </p:nvSpPr>
          <p:spPr>
            <a:xfrm>
              <a:off x="8626544" y="4541314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14</a:t>
              </a:r>
            </a:p>
          </p:txBody>
        </p:sp>
        <p:sp>
          <p:nvSpPr>
            <p:cNvPr id="341" name="正方形/長方形 340">
              <a:extLst>
                <a:ext uri="{FF2B5EF4-FFF2-40B4-BE49-F238E27FC236}">
                  <ns2:creationId id="{D0C9594D-947A-191D-7F8F-FFCB2EDDE15E}"/>
                </a:ext>
              </a:extLst>
            </p:cNvPr>
            <p:cNvSpPr/>
            <p:nvPr/>
          </p:nvSpPr>
          <p:spPr>
            <a:xfrm>
              <a:off x="8626544" y="473383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</a:p>
          </p:txBody>
        </p:sp>
        <p:sp>
          <p:nvSpPr>
            <p:cNvPr id="350" name="正方形/長方形 349">
              <a:extLst>
                <a:ext uri="{FF2B5EF4-FFF2-40B4-BE49-F238E27FC236}">
                  <ns2:creationId id="{FEF99218-08E5-2C9F-3752-2BAA72E0C736}"/>
                </a:ext>
              </a:extLst>
            </p:cNvPr>
            <p:cNvSpPr/>
            <p:nvPr/>
          </p:nvSpPr>
          <p:spPr>
            <a:xfrm>
              <a:off x="8626544" y="4926357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14</a:t>
              </a:r>
            </a:p>
          </p:txBody>
        </p:sp>
        <p:sp>
          <p:nvSpPr>
            <p:cNvPr id="359" name="正方形/長方形 358">
              <a:extLst>
                <a:ext uri="{FF2B5EF4-FFF2-40B4-BE49-F238E27FC236}">
                  <ns2:creationId id="{F129185C-FBC4-E041-8567-9CEEBC719D65}"/>
                </a:ext>
              </a:extLst>
            </p:cNvPr>
            <p:cNvSpPr/>
            <p:nvPr/>
          </p:nvSpPr>
          <p:spPr>
            <a:xfrm>
              <a:off x="8626544" y="5118879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</a:p>
          </p:txBody>
        </p:sp>
        <p:sp>
          <p:nvSpPr>
            <p:cNvPr id="368" name="正方形/長方形 367">
              <a:extLst>
                <a:ext uri="{FF2B5EF4-FFF2-40B4-BE49-F238E27FC236}">
                  <ns2:creationId id="{D1449EC9-032D-58FE-A3A3-36013D987334}"/>
                </a:ext>
              </a:extLst>
            </p:cNvPr>
            <p:cNvSpPr/>
            <p:nvPr/>
          </p:nvSpPr>
          <p:spPr>
            <a:xfrm>
              <a:off x="8626544" y="5311401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</a:p>
          </p:txBody>
        </p:sp>
        <p:sp>
          <p:nvSpPr>
            <p:cNvPr id="377" name="正方形/長方形 376">
              <a:extLst>
                <a:ext uri="{FF2B5EF4-FFF2-40B4-BE49-F238E27FC236}">
                  <ns2:creationId id="{7C6B22FC-217D-F106-76A5-C20B8CF2BDD9}"/>
                </a:ext>
              </a:extLst>
            </p:cNvPr>
            <p:cNvSpPr/>
            <p:nvPr/>
          </p:nvSpPr>
          <p:spPr>
            <a:xfrm>
              <a:off x="8626544" y="5503923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386" name="正方形/長方形 385">
              <a:extLst>
                <a:ext uri="{FF2B5EF4-FFF2-40B4-BE49-F238E27FC236}">
                  <ns2:creationId id="{A1F043CD-B4DE-FDA8-A355-C33F9D981CEB}"/>
                </a:ext>
              </a:extLst>
            </p:cNvPr>
            <p:cNvSpPr/>
            <p:nvPr/>
          </p:nvSpPr>
          <p:spPr>
            <a:xfrm>
              <a:off x="8626544" y="5696445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94</a:t>
              </a:r>
            </a:p>
          </p:txBody>
        </p:sp>
        <p:sp>
          <p:nvSpPr>
            <p:cNvPr id="395" name="正方形/長方形 394">
              <a:extLst>
                <a:ext uri="{FF2B5EF4-FFF2-40B4-BE49-F238E27FC236}">
                  <ns2:creationId id="{F71F28E4-3CC3-A1B0-35E9-153F3929804B}"/>
                </a:ext>
              </a:extLst>
            </p:cNvPr>
            <p:cNvSpPr/>
            <p:nvPr/>
          </p:nvSpPr>
          <p:spPr>
            <a:xfrm>
              <a:off x="8626544" y="5888966"/>
              <a:ext cx="792000" cy="15652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83</a:t>
              </a: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D4BCF5CB-2929-84D8-03C2-0F8863335B2B}"/>
                </a:ext>
              </a:extLst>
            </p:cNvPr>
            <p:cNvSpPr/>
            <p:nvPr/>
          </p:nvSpPr>
          <p:spPr>
            <a:xfrm>
              <a:off x="1231911" y="2423575"/>
              <a:ext cx="2160000" cy="1565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99CB460C-DD7F-DF7A-543B-C1A7B6920D21}"/>
                </a:ext>
              </a:extLst>
            </p:cNvPr>
            <p:cNvSpPr/>
            <p:nvPr/>
          </p:nvSpPr>
          <p:spPr>
            <a:xfrm>
              <a:off x="1231911" y="2616097"/>
              <a:ext cx="2160000" cy="156522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8BEF1BE7-2C1A-0E06-62A6-C8FCB6AF47E6}"/>
                </a:ext>
              </a:extLst>
            </p:cNvPr>
            <p:cNvSpPr/>
            <p:nvPr/>
          </p:nvSpPr>
          <p:spPr>
            <a:xfrm>
              <a:off x="1231911" y="2808619"/>
              <a:ext cx="2160000" cy="1565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1EA318AC-6CAA-09F7-357F-1FE2DE956269}"/>
                </a:ext>
              </a:extLst>
            </p:cNvPr>
            <p:cNvSpPr/>
            <p:nvPr/>
          </p:nvSpPr>
          <p:spPr>
            <a:xfrm>
              <a:off x="1231911" y="3193662"/>
              <a:ext cx="2160000" cy="1565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7C41868C-58B9-3D70-4793-3B9C9DB0FC8A}"/>
                </a:ext>
              </a:extLst>
            </p:cNvPr>
            <p:cNvSpPr/>
            <p:nvPr/>
          </p:nvSpPr>
          <p:spPr>
            <a:xfrm>
              <a:off x="1231911" y="3386183"/>
              <a:ext cx="2160000" cy="156522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A1E565A4-14F1-AF5E-4116-F1AA49DE8FCB}"/>
                </a:ext>
              </a:extLst>
            </p:cNvPr>
            <p:cNvSpPr/>
            <p:nvPr/>
          </p:nvSpPr>
          <p:spPr>
            <a:xfrm>
              <a:off x="1231911" y="3578706"/>
              <a:ext cx="2160000" cy="156522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052EDB0F-65C0-3A82-F806-F7A62A988F2B}"/>
                </a:ext>
              </a:extLst>
            </p:cNvPr>
            <p:cNvSpPr/>
            <p:nvPr/>
          </p:nvSpPr>
          <p:spPr>
            <a:xfrm>
              <a:off x="1231911" y="3771227"/>
              <a:ext cx="2160000" cy="156522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8" name="正方形/長方形 297">
              <a:extLst>
                <a:ext uri="{FF2B5EF4-FFF2-40B4-BE49-F238E27FC236}">
                  <ns2:creationId id="{E6AE302C-498B-510A-7AAF-201F50D0075E}"/>
                </a:ext>
              </a:extLst>
            </p:cNvPr>
            <p:cNvSpPr/>
            <p:nvPr/>
          </p:nvSpPr>
          <p:spPr>
            <a:xfrm>
              <a:off x="1231911" y="3963749"/>
              <a:ext cx="2160000" cy="156522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6" name="正方形/長方形 315">
              <a:extLst>
                <a:ext uri="{FF2B5EF4-FFF2-40B4-BE49-F238E27FC236}">
                  <ns2:creationId id="{4173A937-181A-647F-888F-A9400A7A0EEE}"/>
                </a:ext>
              </a:extLst>
            </p:cNvPr>
            <p:cNvSpPr/>
            <p:nvPr/>
          </p:nvSpPr>
          <p:spPr>
            <a:xfrm>
              <a:off x="1231911" y="4348792"/>
              <a:ext cx="2160000" cy="156522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1C5D9A68-57C7-A789-AFA0-490C4054A715}"/>
                </a:ext>
              </a:extLst>
            </p:cNvPr>
            <p:cNvSpPr/>
            <p:nvPr/>
          </p:nvSpPr>
          <p:spPr>
            <a:xfrm>
              <a:off x="1231911" y="4541314"/>
              <a:ext cx="2160000" cy="156522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4" name="正方形/長方形 333">
              <a:extLst>
                <a:ext uri="{FF2B5EF4-FFF2-40B4-BE49-F238E27FC236}">
                  <ns2:creationId id="{11B60955-2DC5-B8D1-B761-6E775B881B09}"/>
                </a:ext>
              </a:extLst>
            </p:cNvPr>
            <p:cNvSpPr/>
            <p:nvPr/>
          </p:nvSpPr>
          <p:spPr>
            <a:xfrm>
              <a:off x="1231911" y="4733836"/>
              <a:ext cx="2160000" cy="156522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3" name="正方形/長方形 342">
              <a:extLst>
                <a:ext uri="{FF2B5EF4-FFF2-40B4-BE49-F238E27FC236}">
                  <ns2:creationId id="{B26B83FB-9F04-7390-D570-17B8643870CC}"/>
                </a:ext>
              </a:extLst>
            </p:cNvPr>
            <p:cNvSpPr/>
            <p:nvPr/>
          </p:nvSpPr>
          <p:spPr>
            <a:xfrm>
              <a:off x="1231911" y="4926357"/>
              <a:ext cx="2160000" cy="156522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2" name="正方形/長方形 351">
              <a:extLst>
                <a:ext uri="{FF2B5EF4-FFF2-40B4-BE49-F238E27FC236}">
                  <ns2:creationId id="{691D953E-E8F0-BB6F-0DE4-99E67CAA8BDD}"/>
                </a:ext>
              </a:extLst>
            </p:cNvPr>
            <p:cNvSpPr/>
            <p:nvPr/>
          </p:nvSpPr>
          <p:spPr>
            <a:xfrm>
              <a:off x="1231911" y="5118879"/>
              <a:ext cx="2160000" cy="156522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1" name="正方形/長方形 360">
              <a:extLst>
                <a:ext uri="{FF2B5EF4-FFF2-40B4-BE49-F238E27FC236}">
                  <ns2:creationId id="{DD2F5EA5-E219-1906-B8E8-0DD34578C3B9}"/>
                </a:ext>
              </a:extLst>
            </p:cNvPr>
            <p:cNvSpPr/>
            <p:nvPr/>
          </p:nvSpPr>
          <p:spPr>
            <a:xfrm>
              <a:off x="1231911" y="5311401"/>
              <a:ext cx="2160000" cy="156522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0" name="正方形/長方形 369">
              <a:extLst>
                <a:ext uri="{FF2B5EF4-FFF2-40B4-BE49-F238E27FC236}">
                  <ns2:creationId id="{0951B745-AFD8-EFB6-E9B2-3D7B9955BF75}"/>
                </a:ext>
              </a:extLst>
            </p:cNvPr>
            <p:cNvSpPr/>
            <p:nvPr/>
          </p:nvSpPr>
          <p:spPr>
            <a:xfrm>
              <a:off x="1231911" y="5503923"/>
              <a:ext cx="2160000" cy="156522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9" name="正方形/長方形 378">
              <a:extLst>
                <a:ext uri="{FF2B5EF4-FFF2-40B4-BE49-F238E27FC236}">
                  <ns2:creationId id="{00A9CA36-4BF2-0ACC-79A4-51FDA795358B}"/>
                </a:ext>
              </a:extLst>
            </p:cNvPr>
            <p:cNvSpPr/>
            <p:nvPr/>
          </p:nvSpPr>
          <p:spPr>
            <a:xfrm>
              <a:off x="1231911" y="5696445"/>
              <a:ext cx="2160000" cy="15652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8" name="正方形/長方形 387">
              <a:extLst>
                <a:ext uri="{FF2B5EF4-FFF2-40B4-BE49-F238E27FC236}">
                  <ns2:creationId id="{12D32095-825E-32C5-D66C-271C3F68EA3A}"/>
                </a:ext>
              </a:extLst>
            </p:cNvPr>
            <p:cNvSpPr/>
            <p:nvPr/>
          </p:nvSpPr>
          <p:spPr>
            <a:xfrm>
              <a:off x="1231911" y="5888966"/>
              <a:ext cx="2160000" cy="15652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30B8C012-042E-9F7B-8437-CE7845E5B3AA}"/>
                </a:ext>
              </a:extLst>
            </p:cNvPr>
            <p:cNvSpPr/>
            <p:nvPr/>
          </p:nvSpPr>
          <p:spPr>
            <a:xfrm>
              <a:off x="1231911" y="3001140"/>
              <a:ext cx="2160000" cy="156522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7" name="正方形/長方形 306">
              <a:extLst>
                <a:ext uri="{FF2B5EF4-FFF2-40B4-BE49-F238E27FC236}">
                  <ns2:creationId id="{21321200-6DC6-A247-B2CA-0F48E175D314}"/>
                </a:ext>
              </a:extLst>
            </p:cNvPr>
            <p:cNvSpPr/>
            <p:nvPr/>
          </p:nvSpPr>
          <p:spPr>
            <a:xfrm>
              <a:off x="1231911" y="4156270"/>
              <a:ext cx="2160000" cy="156522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28" name="グループ化 427">
              <a:extLst>
                <a:ext uri="{FF2B5EF4-FFF2-40B4-BE49-F238E27FC236}">
                  <ns2:creationId id="{29258873-5BA5-5BD1-5DBE-9EFD88A378B9}"/>
                </a:ext>
              </a:extLst>
            </p:cNvPr>
            <p:cNvGrpSpPr/>
            <p:nvPr/>
          </p:nvGrpSpPr>
          <p:grpSpPr>
            <a:xfrm>
              <a:off x="3460859" y="2405575"/>
              <a:ext cx="792000" cy="3465396"/>
              <a:chOff x="3460859" y="2405575"/>
              <a:chExt cx="792000" cy="3465396"/>
            </a:xfrm>
          </p:grpSpPr>
          <p:cxnSp>
            <p:nvCxnSpPr>
              <p:cNvPr id="408" name="直線コネクタ 407">
                <a:extLst>
                  <a:ext uri="{FF2B5EF4-FFF2-40B4-BE49-F238E27FC236}">
                    <ns2:creationId id="{509F3F3E-AB07-08FB-6D80-D0CF7F2D8E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40557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直線コネクタ 409">
                <a:extLst>
                  <a:ext uri="{FF2B5EF4-FFF2-40B4-BE49-F238E27FC236}">
                    <ns2:creationId id="{41B70420-A193-224D-E1B0-700502826C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59809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直線コネクタ 410">
                <a:extLst>
                  <a:ext uri="{FF2B5EF4-FFF2-40B4-BE49-F238E27FC236}">
                    <ns2:creationId id="{540ACA73-4C39-1854-ECB5-48C2F839B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79061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2" name="直線コネクタ 411">
                <a:extLst>
                  <a:ext uri="{FF2B5EF4-FFF2-40B4-BE49-F238E27FC236}">
                    <ns2:creationId id="{783D141E-0E08-8B53-62D1-6636F87399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98314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3" name="直線コネクタ 412">
                <a:extLst>
                  <a:ext uri="{FF2B5EF4-FFF2-40B4-BE49-F238E27FC236}">
                    <ns2:creationId id="{A4ECF991-6A38-3FBA-ADBE-F5D3F053E6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17566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4" name="直線コネクタ 413">
                <a:extLst>
                  <a:ext uri="{FF2B5EF4-FFF2-40B4-BE49-F238E27FC236}">
                    <ns2:creationId id="{D9341802-6746-4149-0700-6B30FE3F03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36818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直線コネクタ 414">
                <a:extLst>
                  <a:ext uri="{FF2B5EF4-FFF2-40B4-BE49-F238E27FC236}">
                    <ns2:creationId id="{21E8EADC-EBEB-A681-3CAB-1A23C8EB30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56070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直線コネクタ 415">
                <a:extLst>
                  <a:ext uri="{FF2B5EF4-FFF2-40B4-BE49-F238E27FC236}">
                    <ns2:creationId id="{276C4DC4-E56B-1EF1-9C56-FDA46FC119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75322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直線コネクタ 416">
                <a:extLst>
                  <a:ext uri="{FF2B5EF4-FFF2-40B4-BE49-F238E27FC236}">
                    <ns2:creationId id="{CAEA58CA-6AE0-40BC-0425-11079732C2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94575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直線コネクタ 417">
                <a:extLst>
                  <a:ext uri="{FF2B5EF4-FFF2-40B4-BE49-F238E27FC236}">
                    <ns2:creationId id="{2033A14F-2CC0-4EF1-3CDE-AB5A0ADC3C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13827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直線コネクタ 418">
                <a:extLst>
                  <a:ext uri="{FF2B5EF4-FFF2-40B4-BE49-F238E27FC236}">
                    <ns2:creationId id="{2402E7F9-F18D-A54D-EC39-F8F2F82535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33079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直線コネクタ 419">
                <a:extLst>
                  <a:ext uri="{FF2B5EF4-FFF2-40B4-BE49-F238E27FC236}">
                    <ns2:creationId id="{66062AC6-F378-7AA0-ABB6-681E0CA8EA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52331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直線コネクタ 420">
                <a:extLst>
                  <a:ext uri="{FF2B5EF4-FFF2-40B4-BE49-F238E27FC236}">
                    <ns2:creationId id="{F2FC5F9C-5C9B-9880-124B-C5F66B9C27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71583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コネクタ 421">
                <a:extLst>
                  <a:ext uri="{FF2B5EF4-FFF2-40B4-BE49-F238E27FC236}">
                    <ns2:creationId id="{72E2749E-5362-1951-AC2C-B57574BA02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90836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直線コネクタ 422">
                <a:extLst>
                  <a:ext uri="{FF2B5EF4-FFF2-40B4-BE49-F238E27FC236}">
                    <ns2:creationId id="{182322BD-1D9C-DF6A-4096-CA0B9D3F19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10088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直線コネクタ 423">
                <a:extLst>
                  <a:ext uri="{FF2B5EF4-FFF2-40B4-BE49-F238E27FC236}">
                    <ns2:creationId id="{E5DA5058-2816-B4D8-BAE3-B5E4B1E87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29340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A5D21EFB-BF11-676C-9A47-E3AB85740D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48592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直線コネクタ 425">
                <a:extLst>
                  <a:ext uri="{FF2B5EF4-FFF2-40B4-BE49-F238E27FC236}">
                    <ns2:creationId id="{A2B8B25B-9288-2A1F-A667-AC771A057F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67844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直線コネクタ 426">
                <a:extLst>
                  <a:ext uri="{FF2B5EF4-FFF2-40B4-BE49-F238E27FC236}">
                    <ns2:creationId id="{F08AAB1D-47C0-434E-8E68-E38355DDA3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87097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9" name="グループ化 428">
              <a:extLst>
                <a:ext uri="{FF2B5EF4-FFF2-40B4-BE49-F238E27FC236}">
                  <ns2:creationId id="{F3D1FEA3-E903-F6B8-1BEF-22694FE93042}"/>
                </a:ext>
              </a:extLst>
            </p:cNvPr>
            <p:cNvGrpSpPr/>
            <p:nvPr/>
          </p:nvGrpSpPr>
          <p:grpSpPr>
            <a:xfrm>
              <a:off x="5182755" y="2405575"/>
              <a:ext cx="792000" cy="3465396"/>
              <a:chOff x="3460859" y="2405575"/>
              <a:chExt cx="792000" cy="3465396"/>
            </a:xfrm>
          </p:grpSpPr>
          <p:cxnSp>
            <p:nvCxnSpPr>
              <p:cNvPr id="430" name="直線コネクタ 429">
                <a:extLst>
                  <a:ext uri="{FF2B5EF4-FFF2-40B4-BE49-F238E27FC236}">
                    <ns2:creationId id="{E80832D1-B0EF-B41C-64C5-3BCACF64BB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40557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直線コネクタ 430">
                <a:extLst>
                  <a:ext uri="{FF2B5EF4-FFF2-40B4-BE49-F238E27FC236}">
                    <ns2:creationId id="{290368C6-E3A0-489A-DDCD-191242363B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59809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直線コネクタ 431">
                <a:extLst>
                  <a:ext uri="{FF2B5EF4-FFF2-40B4-BE49-F238E27FC236}">
                    <ns2:creationId id="{AE047150-466D-EDCD-AC35-4E783CFF8D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79061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直線コネクタ 432">
                <a:extLst>
                  <a:ext uri="{FF2B5EF4-FFF2-40B4-BE49-F238E27FC236}">
                    <ns2:creationId id="{2148BDC9-90A6-2AA1-B330-D2E5B24846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98314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直線コネクタ 433">
                <a:extLst>
                  <a:ext uri="{FF2B5EF4-FFF2-40B4-BE49-F238E27FC236}">
                    <ns2:creationId id="{DC518402-3BD0-191F-2BDE-64DC448330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17566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直線コネクタ 434">
                <a:extLst>
                  <a:ext uri="{FF2B5EF4-FFF2-40B4-BE49-F238E27FC236}">
                    <ns2:creationId id="{CFCE47CA-2F76-474B-DEFB-AD41E399B4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36818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6" name="直線コネクタ 435">
                <a:extLst>
                  <a:ext uri="{FF2B5EF4-FFF2-40B4-BE49-F238E27FC236}">
                    <ns2:creationId id="{29695B3F-72CA-C946-B9AE-EFD3CF9E53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56070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直線コネクタ 436">
                <a:extLst>
                  <a:ext uri="{FF2B5EF4-FFF2-40B4-BE49-F238E27FC236}">
                    <ns2:creationId id="{909D0F9C-33BB-1B5A-C3CB-C4891CA61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75322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8" name="直線コネクタ 437">
                <a:extLst>
                  <a:ext uri="{FF2B5EF4-FFF2-40B4-BE49-F238E27FC236}">
                    <ns2:creationId id="{78A1E4C6-76F1-4AC2-FC1C-ADD7365281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94575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直線コネクタ 438">
                <a:extLst>
                  <a:ext uri="{FF2B5EF4-FFF2-40B4-BE49-F238E27FC236}">
                    <ns2:creationId id="{A2449F47-F3F1-F51D-53A4-847ED9B3B6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13827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0" name="直線コネクタ 439">
                <a:extLst>
                  <a:ext uri="{FF2B5EF4-FFF2-40B4-BE49-F238E27FC236}">
                    <ns2:creationId id="{2DCFBEC9-13AC-2FC8-72B2-27CC11BC4C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33079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直線コネクタ 440">
                <a:extLst>
                  <a:ext uri="{FF2B5EF4-FFF2-40B4-BE49-F238E27FC236}">
                    <ns2:creationId id="{04C0EFEC-C3BB-F949-7D50-906803B044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52331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直線コネクタ 441">
                <a:extLst>
                  <a:ext uri="{FF2B5EF4-FFF2-40B4-BE49-F238E27FC236}">
                    <ns2:creationId id="{E2CDC186-CBF5-EACB-9496-D1BA7474C0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71583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直線コネクタ 442">
                <a:extLst>
                  <a:ext uri="{FF2B5EF4-FFF2-40B4-BE49-F238E27FC236}">
                    <ns2:creationId id="{EE653234-1B6F-D11B-71C7-76F348D29F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90836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直線コネクタ 443">
                <a:extLst>
                  <a:ext uri="{FF2B5EF4-FFF2-40B4-BE49-F238E27FC236}">
                    <ns2:creationId id="{31671830-6660-8A8F-77F9-E7C7D7C519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10088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直線コネクタ 444">
                <a:extLst>
                  <a:ext uri="{FF2B5EF4-FFF2-40B4-BE49-F238E27FC236}">
                    <ns2:creationId id="{3C5B4220-3EC1-7253-5654-301FEB11CD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29340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直線コネクタ 445">
                <a:extLst>
                  <a:ext uri="{FF2B5EF4-FFF2-40B4-BE49-F238E27FC236}">
                    <ns2:creationId id="{6C8ADA2D-8E54-062D-4A2D-7664A28691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48592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直線コネクタ 446">
                <a:extLst>
                  <a:ext uri="{FF2B5EF4-FFF2-40B4-BE49-F238E27FC236}">
                    <ns2:creationId id="{0DB04229-D7C4-D03D-888E-65870A7E5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67844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" name="直線コネクタ 447">
                <a:extLst>
                  <a:ext uri="{FF2B5EF4-FFF2-40B4-BE49-F238E27FC236}">
                    <ns2:creationId id="{CCC617F9-E3DA-4C34-92BE-FAC49DE734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87097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9" name="グループ化 448">
              <a:extLst>
                <a:ext uri="{FF2B5EF4-FFF2-40B4-BE49-F238E27FC236}">
                  <ns2:creationId id="{41BEC73B-B4FD-16F3-C11F-867CFE21000A}"/>
                </a:ext>
              </a:extLst>
            </p:cNvPr>
            <p:cNvGrpSpPr/>
            <p:nvPr/>
          </p:nvGrpSpPr>
          <p:grpSpPr>
            <a:xfrm>
              <a:off x="6043704" y="2405575"/>
              <a:ext cx="792000" cy="3465396"/>
              <a:chOff x="3460859" y="2405575"/>
              <a:chExt cx="792000" cy="3465396"/>
            </a:xfrm>
          </p:grpSpPr>
          <p:cxnSp>
            <p:nvCxnSpPr>
              <p:cNvPr id="450" name="直線コネクタ 449">
                <a:extLst>
                  <a:ext uri="{FF2B5EF4-FFF2-40B4-BE49-F238E27FC236}">
                    <ns2:creationId id="{68E1E90F-48C9-0C87-3873-D600BAC6E8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40557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直線コネクタ 450">
                <a:extLst>
                  <a:ext uri="{FF2B5EF4-FFF2-40B4-BE49-F238E27FC236}">
                    <ns2:creationId id="{C3E84AB4-BDD4-24DF-A7F1-FA5518AD75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59809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直線コネクタ 451">
                <a:extLst>
                  <a:ext uri="{FF2B5EF4-FFF2-40B4-BE49-F238E27FC236}">
                    <ns2:creationId id="{F38C9EB2-711F-0591-6697-E66D8CA53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79061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直線コネクタ 452">
                <a:extLst>
                  <a:ext uri="{FF2B5EF4-FFF2-40B4-BE49-F238E27FC236}">
                    <ns2:creationId id="{C056CF30-6457-82FA-35FB-7FB434A17C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98314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直線コネクタ 453">
                <a:extLst>
                  <a:ext uri="{FF2B5EF4-FFF2-40B4-BE49-F238E27FC236}">
                    <ns2:creationId id="{CF588730-2C91-FF88-E5DB-763F9EF1E1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17566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" name="直線コネクタ 454">
                <a:extLst>
                  <a:ext uri="{FF2B5EF4-FFF2-40B4-BE49-F238E27FC236}">
                    <ns2:creationId id="{A7EC5955-DEE4-D7CD-0FF8-096BF0C47B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36818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直線コネクタ 455">
                <a:extLst>
                  <a:ext uri="{FF2B5EF4-FFF2-40B4-BE49-F238E27FC236}">
                    <ns2:creationId id="{15EDC14B-4701-FA97-1353-CCA23441B5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56070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直線コネクタ 456">
                <a:extLst>
                  <a:ext uri="{FF2B5EF4-FFF2-40B4-BE49-F238E27FC236}">
                    <ns2:creationId id="{E196D6A9-4BED-91F1-8C6A-4836B20436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75322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直線コネクタ 457">
                <a:extLst>
                  <a:ext uri="{FF2B5EF4-FFF2-40B4-BE49-F238E27FC236}">
                    <ns2:creationId id="{424A33F0-E017-8E4B-7BB7-B1F0D1B5F0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94575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直線コネクタ 458">
                <a:extLst>
                  <a:ext uri="{FF2B5EF4-FFF2-40B4-BE49-F238E27FC236}">
                    <ns2:creationId id="{74FA90CB-AD97-9809-9CA7-0E012FE509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13827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直線コネクタ 459">
                <a:extLst>
                  <a:ext uri="{FF2B5EF4-FFF2-40B4-BE49-F238E27FC236}">
                    <ns2:creationId id="{1E18E593-1949-6991-51E9-FC11954C5C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33079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直線コネクタ 460">
                <a:extLst>
                  <a:ext uri="{FF2B5EF4-FFF2-40B4-BE49-F238E27FC236}">
                    <ns2:creationId id="{45425925-89FC-605F-1051-96E82D506E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52331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2" name="直線コネクタ 461">
                <a:extLst>
                  <a:ext uri="{FF2B5EF4-FFF2-40B4-BE49-F238E27FC236}">
                    <ns2:creationId id="{D8633FCA-7A4E-8469-6CE0-642CE9D9F4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71583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3" name="直線コネクタ 462">
                <a:extLst>
                  <a:ext uri="{FF2B5EF4-FFF2-40B4-BE49-F238E27FC236}">
                    <ns2:creationId id="{A97A2816-FA2A-BE11-5C0E-5E409B75A9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90836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4" name="直線コネクタ 463">
                <a:extLst>
                  <a:ext uri="{FF2B5EF4-FFF2-40B4-BE49-F238E27FC236}">
                    <ns2:creationId id="{6A988C98-0F54-EDEB-E39D-4C47E20872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10088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5" name="直線コネクタ 464">
                <a:extLst>
                  <a:ext uri="{FF2B5EF4-FFF2-40B4-BE49-F238E27FC236}">
                    <ns2:creationId id="{98CCAAC3-0923-568F-DFF1-B2D3D3EB60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29340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直線コネクタ 465">
                <a:extLst>
                  <a:ext uri="{FF2B5EF4-FFF2-40B4-BE49-F238E27FC236}">
                    <ns2:creationId id="{4D8AB0D6-C692-28B9-26E5-9E4214BF2D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48592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直線コネクタ 466">
                <a:extLst>
                  <a:ext uri="{FF2B5EF4-FFF2-40B4-BE49-F238E27FC236}">
                    <ns2:creationId id="{285926C4-2F69-78B3-E2DF-D371B05236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67844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直線コネクタ 467">
                <a:extLst>
                  <a:ext uri="{FF2B5EF4-FFF2-40B4-BE49-F238E27FC236}">
                    <ns2:creationId id="{81200DBF-FB67-C152-F51F-05906130DB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87097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9" name="グループ化 468">
              <a:extLst>
                <a:ext uri="{FF2B5EF4-FFF2-40B4-BE49-F238E27FC236}">
                  <ns2:creationId id="{E93EFA15-C3BF-F593-CDE5-6DF6553AAE0B}"/>
                </a:ext>
              </a:extLst>
            </p:cNvPr>
            <p:cNvGrpSpPr/>
            <p:nvPr/>
          </p:nvGrpSpPr>
          <p:grpSpPr>
            <a:xfrm>
              <a:off x="6904651" y="2405575"/>
              <a:ext cx="792000" cy="3465396"/>
              <a:chOff x="3460859" y="2405575"/>
              <a:chExt cx="792000" cy="3465396"/>
            </a:xfrm>
          </p:grpSpPr>
          <p:cxnSp>
            <p:nvCxnSpPr>
              <p:cNvPr id="470" name="直線コネクタ 469">
                <a:extLst>
                  <a:ext uri="{FF2B5EF4-FFF2-40B4-BE49-F238E27FC236}">
                    <ns2:creationId id="{8C3D3BEA-2F43-096D-3CA6-DA65559368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40557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1" name="直線コネクタ 470">
                <a:extLst>
                  <a:ext uri="{FF2B5EF4-FFF2-40B4-BE49-F238E27FC236}">
                    <ns2:creationId id="{BD87E97C-303D-C886-380A-0500FE2AE6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59809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直線コネクタ 471">
                <a:extLst>
                  <a:ext uri="{FF2B5EF4-FFF2-40B4-BE49-F238E27FC236}">
                    <ns2:creationId id="{9782B4D1-7429-D64A-C077-B03F2E0DB4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79061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直線コネクタ 472">
                <a:extLst>
                  <a:ext uri="{FF2B5EF4-FFF2-40B4-BE49-F238E27FC236}">
                    <ns2:creationId id="{6252EF5D-A862-1E70-48B0-B0764AD7A5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98314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直線コネクタ 473">
                <a:extLst>
                  <a:ext uri="{FF2B5EF4-FFF2-40B4-BE49-F238E27FC236}">
                    <ns2:creationId id="{C066F202-DFA4-2CD4-93DB-DEA1B3B1F3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17566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直線コネクタ 474">
                <a:extLst>
                  <a:ext uri="{FF2B5EF4-FFF2-40B4-BE49-F238E27FC236}">
                    <ns2:creationId id="{1E6BF346-62E8-E257-0963-67F0ED9019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36818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直線コネクタ 475">
                <a:extLst>
                  <a:ext uri="{FF2B5EF4-FFF2-40B4-BE49-F238E27FC236}">
                    <ns2:creationId id="{A1F0E0FC-0D6B-BCEE-4F21-14BC502409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56070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7" name="直線コネクタ 476">
                <a:extLst>
                  <a:ext uri="{FF2B5EF4-FFF2-40B4-BE49-F238E27FC236}">
                    <ns2:creationId id="{D2A37953-5222-8337-3CE2-D51BF930DD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75322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8" name="直線コネクタ 477">
                <a:extLst>
                  <a:ext uri="{FF2B5EF4-FFF2-40B4-BE49-F238E27FC236}">
                    <ns2:creationId id="{528AC477-0A69-E781-CF96-AC180B2D8F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94575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直線コネクタ 478">
                <a:extLst>
                  <a:ext uri="{FF2B5EF4-FFF2-40B4-BE49-F238E27FC236}">
                    <ns2:creationId id="{ED6E982A-F9C0-521C-83AE-D3144506D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13827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直線コネクタ 479">
                <a:extLst>
                  <a:ext uri="{FF2B5EF4-FFF2-40B4-BE49-F238E27FC236}">
                    <ns2:creationId id="{3B1FCB9D-40C3-9B52-B732-AD6BCB5B4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33079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直線コネクタ 480">
                <a:extLst>
                  <a:ext uri="{FF2B5EF4-FFF2-40B4-BE49-F238E27FC236}">
                    <ns2:creationId id="{63F2C86E-EA41-E5ED-16D9-F4B7E0B964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52331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直線コネクタ 481">
                <a:extLst>
                  <a:ext uri="{FF2B5EF4-FFF2-40B4-BE49-F238E27FC236}">
                    <ns2:creationId id="{60BABF87-EA18-5429-9BAB-F39795C51E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71583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直線コネクタ 482">
                <a:extLst>
                  <a:ext uri="{FF2B5EF4-FFF2-40B4-BE49-F238E27FC236}">
                    <ns2:creationId id="{00138669-167A-D269-4974-8D3177EE65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90836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直線コネクタ 483">
                <a:extLst>
                  <a:ext uri="{FF2B5EF4-FFF2-40B4-BE49-F238E27FC236}">
                    <ns2:creationId id="{D8A2F223-B320-FEF2-8B0F-1CA16B41CC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10088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5" name="直線コネクタ 484">
                <a:extLst>
                  <a:ext uri="{FF2B5EF4-FFF2-40B4-BE49-F238E27FC236}">
                    <ns2:creationId id="{3D8392E2-814C-B5D1-A8FA-121836C3FC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29340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直線コネクタ 485">
                <a:extLst>
                  <a:ext uri="{FF2B5EF4-FFF2-40B4-BE49-F238E27FC236}">
                    <ns2:creationId id="{8DC8CC19-2C0A-A9F9-5A2C-5E0CC682CB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48592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直線コネクタ 486">
                <a:extLst>
                  <a:ext uri="{FF2B5EF4-FFF2-40B4-BE49-F238E27FC236}">
                    <ns2:creationId id="{EBADF1AC-E79F-439F-607E-51A129F6BB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67844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線コネクタ 487">
                <a:extLst>
                  <a:ext uri="{FF2B5EF4-FFF2-40B4-BE49-F238E27FC236}">
                    <ns2:creationId id="{4874DE60-F89B-69AC-76C4-7C84234AD0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87097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9" name="グループ化 488">
              <a:extLst>
                <a:ext uri="{FF2B5EF4-FFF2-40B4-BE49-F238E27FC236}">
                  <ns2:creationId id="{0EC0B840-B003-DB5E-7C4B-84F80DF2ADD1}"/>
                </a:ext>
              </a:extLst>
            </p:cNvPr>
            <p:cNvGrpSpPr/>
            <p:nvPr/>
          </p:nvGrpSpPr>
          <p:grpSpPr>
            <a:xfrm>
              <a:off x="7765599" y="2405575"/>
              <a:ext cx="792000" cy="3465396"/>
              <a:chOff x="3460859" y="2405575"/>
              <a:chExt cx="792000" cy="3465396"/>
            </a:xfrm>
          </p:grpSpPr>
          <p:cxnSp>
            <p:nvCxnSpPr>
              <p:cNvPr id="490" name="直線コネクタ 489">
                <a:extLst>
                  <a:ext uri="{FF2B5EF4-FFF2-40B4-BE49-F238E27FC236}">
                    <ns2:creationId id="{2053F0A6-AE2D-2A7F-93B3-6BA1BD9EB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40557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1" name="直線コネクタ 490">
                <a:extLst>
                  <a:ext uri="{FF2B5EF4-FFF2-40B4-BE49-F238E27FC236}">
                    <ns2:creationId id="{293659C0-E880-EF42-0D99-B90FF45EE4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59809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2" name="直線コネクタ 491">
                <a:extLst>
                  <a:ext uri="{FF2B5EF4-FFF2-40B4-BE49-F238E27FC236}">
                    <ns2:creationId id="{59863743-AB8E-64A5-5000-B7CAAF0E5A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79061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直線コネクタ 492">
                <a:extLst>
                  <a:ext uri="{FF2B5EF4-FFF2-40B4-BE49-F238E27FC236}">
                    <ns2:creationId id="{9C3D9682-7315-2A95-0B4E-5BC2F053C7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98314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4" name="直線コネクタ 493">
                <a:extLst>
                  <a:ext uri="{FF2B5EF4-FFF2-40B4-BE49-F238E27FC236}">
                    <ns2:creationId id="{90D0936A-2880-DC95-E23A-7B5B422AC2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17566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5" name="直線コネクタ 494">
                <a:extLst>
                  <a:ext uri="{FF2B5EF4-FFF2-40B4-BE49-F238E27FC236}">
                    <ns2:creationId id="{408F9D3C-947C-7C24-4B03-459F932B1A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36818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直線コネクタ 495">
                <a:extLst>
                  <a:ext uri="{FF2B5EF4-FFF2-40B4-BE49-F238E27FC236}">
                    <ns2:creationId id="{4C697BF7-C946-D61D-587B-3F6F2E4678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56070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直線コネクタ 496">
                <a:extLst>
                  <a:ext uri="{FF2B5EF4-FFF2-40B4-BE49-F238E27FC236}">
                    <ns2:creationId id="{79F104D3-EFCD-75BD-F318-63D75F11A9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75322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8" name="直線コネクタ 497">
                <a:extLst>
                  <a:ext uri="{FF2B5EF4-FFF2-40B4-BE49-F238E27FC236}">
                    <ns2:creationId id="{69C4B193-D45A-2212-FCB0-BEFAA3822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94575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9" name="直線コネクタ 498">
                <a:extLst>
                  <a:ext uri="{FF2B5EF4-FFF2-40B4-BE49-F238E27FC236}">
                    <ns2:creationId id="{662DE7E1-A61B-0DDF-92A4-8BB63A390D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13827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直線コネクタ 499">
                <a:extLst>
                  <a:ext uri="{FF2B5EF4-FFF2-40B4-BE49-F238E27FC236}">
                    <ns2:creationId id="{2FEC98F3-A1EA-2ACF-6B15-8FA95742B4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33079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1" name="直線コネクタ 500">
                <a:extLst>
                  <a:ext uri="{FF2B5EF4-FFF2-40B4-BE49-F238E27FC236}">
                    <ns2:creationId id="{27A7E306-9196-1EB4-2979-DD2DC157C9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52331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2" name="直線コネクタ 501">
                <a:extLst>
                  <a:ext uri="{FF2B5EF4-FFF2-40B4-BE49-F238E27FC236}">
                    <ns2:creationId id="{1B771A70-B143-CDE0-3C70-A0BB5C3286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71583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直線コネクタ 502">
                <a:extLst>
                  <a:ext uri="{FF2B5EF4-FFF2-40B4-BE49-F238E27FC236}">
                    <ns2:creationId id="{BD40BA01-B15F-BCFB-6E08-2E3E5B5479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90836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4" name="直線コネクタ 503">
                <a:extLst>
                  <a:ext uri="{FF2B5EF4-FFF2-40B4-BE49-F238E27FC236}">
                    <ns2:creationId id="{607FFBF8-D5A5-7955-D97B-67EFA3079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10088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5" name="直線コネクタ 504">
                <a:extLst>
                  <a:ext uri="{FF2B5EF4-FFF2-40B4-BE49-F238E27FC236}">
                    <ns2:creationId id="{B4AECB32-70E2-D707-DD7F-3344EAB05C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29340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6" name="直線コネクタ 505">
                <a:extLst>
                  <a:ext uri="{FF2B5EF4-FFF2-40B4-BE49-F238E27FC236}">
                    <ns2:creationId id="{3A8817D9-005E-306C-0A10-C9CD978D21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48592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7" name="直線コネクタ 506">
                <a:extLst>
                  <a:ext uri="{FF2B5EF4-FFF2-40B4-BE49-F238E27FC236}">
                    <ns2:creationId id="{BE2E193B-A95A-FCCE-D6BE-ABD2C1AE85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67844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8" name="直線コネクタ 507">
                <a:extLst>
                  <a:ext uri="{FF2B5EF4-FFF2-40B4-BE49-F238E27FC236}">
                    <ns2:creationId id="{4B679CB1-676A-8510-2805-DBF74862EE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87097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9" name="グループ化 508">
              <a:extLst>
                <a:ext uri="{FF2B5EF4-FFF2-40B4-BE49-F238E27FC236}">
                  <ns2:creationId id="{E6CCECF2-928D-7048-952E-2296E8D1C1C5}"/>
                </a:ext>
              </a:extLst>
            </p:cNvPr>
            <p:cNvGrpSpPr/>
            <p:nvPr/>
          </p:nvGrpSpPr>
          <p:grpSpPr>
            <a:xfrm>
              <a:off x="8626545" y="2405575"/>
              <a:ext cx="792000" cy="3465396"/>
              <a:chOff x="3460859" y="2405575"/>
              <a:chExt cx="792000" cy="3465396"/>
            </a:xfrm>
          </p:grpSpPr>
          <p:cxnSp>
            <p:nvCxnSpPr>
              <p:cNvPr id="510" name="直線コネクタ 509">
                <a:extLst>
                  <a:ext uri="{FF2B5EF4-FFF2-40B4-BE49-F238E27FC236}">
                    <ns2:creationId id="{FE019B4A-088A-57E2-D135-E1ED7D31B1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40557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1" name="直線コネクタ 510">
                <a:extLst>
                  <a:ext uri="{FF2B5EF4-FFF2-40B4-BE49-F238E27FC236}">
                    <ns2:creationId id="{0417FFB1-BC18-3FA3-AD24-5AC2F9277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59809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2" name="直線コネクタ 511">
                <a:extLst>
                  <a:ext uri="{FF2B5EF4-FFF2-40B4-BE49-F238E27FC236}">
                    <ns2:creationId id="{EA7C9AE8-73A2-D6D1-849F-87125E3F2B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79061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" name="直線コネクタ 512">
                <a:extLst>
                  <a:ext uri="{FF2B5EF4-FFF2-40B4-BE49-F238E27FC236}">
                    <ns2:creationId id="{BC8F587E-16FF-22B8-CDF2-81642F37D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98314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" name="直線コネクタ 513">
                <a:extLst>
                  <a:ext uri="{FF2B5EF4-FFF2-40B4-BE49-F238E27FC236}">
                    <ns2:creationId id="{C11B4E51-6F69-2D05-03FF-3AFF4E992A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17566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5" name="直線コネクタ 514">
                <a:extLst>
                  <a:ext uri="{FF2B5EF4-FFF2-40B4-BE49-F238E27FC236}">
                    <ns2:creationId id="{4C79FE08-2D25-29A3-6EE4-537DCFDC65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36818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6" name="直線コネクタ 515">
                <a:extLst>
                  <a:ext uri="{FF2B5EF4-FFF2-40B4-BE49-F238E27FC236}">
                    <ns2:creationId id="{4CDA89CE-AD1A-AF23-E6FD-EC1FB52B90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56070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直線コネクタ 516">
                <a:extLst>
                  <a:ext uri="{FF2B5EF4-FFF2-40B4-BE49-F238E27FC236}">
                    <ns2:creationId id="{DCDDAAA6-9A72-B283-4077-60F0512A42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75322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8" name="直線コネクタ 517">
                <a:extLst>
                  <a:ext uri="{FF2B5EF4-FFF2-40B4-BE49-F238E27FC236}">
                    <ns2:creationId id="{A8302A37-158A-DBC2-A752-DB63AFD8E5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94575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9" name="直線コネクタ 518">
                <a:extLst>
                  <a:ext uri="{FF2B5EF4-FFF2-40B4-BE49-F238E27FC236}">
                    <ns2:creationId id="{A6A80CB2-E94A-797F-D4DB-59896E839D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13827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0" name="直線コネクタ 519">
                <a:extLst>
                  <a:ext uri="{FF2B5EF4-FFF2-40B4-BE49-F238E27FC236}">
                    <ns2:creationId id="{0AF5A7B9-D93F-3598-DC03-3C26F0FA4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33079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直線コネクタ 520">
                <a:extLst>
                  <a:ext uri="{FF2B5EF4-FFF2-40B4-BE49-F238E27FC236}">
                    <ns2:creationId id="{9119240D-4346-D21A-EC85-B56DB6CC95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52331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2" name="直線コネクタ 521">
                <a:extLst>
                  <a:ext uri="{FF2B5EF4-FFF2-40B4-BE49-F238E27FC236}">
                    <ns2:creationId id="{F9239D6D-149A-678A-3695-CD2BDF18FA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71583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3" name="直線コネクタ 522">
                <a:extLst>
                  <a:ext uri="{FF2B5EF4-FFF2-40B4-BE49-F238E27FC236}">
                    <ns2:creationId id="{D2BADD25-81B1-8E42-3F1C-6385B38981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90836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4" name="直線コネクタ 523">
                <a:extLst>
                  <a:ext uri="{FF2B5EF4-FFF2-40B4-BE49-F238E27FC236}">
                    <ns2:creationId id="{861DE9B4-CCD2-52BC-8A41-BEED07E2E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10088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5" name="直線コネクタ 524">
                <a:extLst>
                  <a:ext uri="{FF2B5EF4-FFF2-40B4-BE49-F238E27FC236}">
                    <ns2:creationId id="{F4365CDF-119D-7C89-3615-FCFE15568B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29340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6" name="直線コネクタ 525">
                <a:extLst>
                  <a:ext uri="{FF2B5EF4-FFF2-40B4-BE49-F238E27FC236}">
                    <ns2:creationId id="{B08C9E28-7E03-AA33-8440-2FBF4D673A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48592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7" name="直線コネクタ 526">
                <a:extLst>
                  <a:ext uri="{FF2B5EF4-FFF2-40B4-BE49-F238E27FC236}">
                    <ns2:creationId id="{7371626E-96F7-8330-C1C3-8AC6098BA0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67844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8" name="直線コネクタ 527">
                <a:extLst>
                  <a:ext uri="{FF2B5EF4-FFF2-40B4-BE49-F238E27FC236}">
                    <ns2:creationId id="{E61C10B9-0146-4E90-DB65-830C653EA6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87097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9" name="グループ化 528">
              <a:extLst>
                <a:ext uri="{FF2B5EF4-FFF2-40B4-BE49-F238E27FC236}">
                  <ns2:creationId id="{ABD680F5-B4E1-46B4-F865-0AC5D0CC51CE}"/>
                </a:ext>
              </a:extLst>
            </p:cNvPr>
            <p:cNvGrpSpPr/>
            <p:nvPr/>
          </p:nvGrpSpPr>
          <p:grpSpPr>
            <a:xfrm>
              <a:off x="4321807" y="2405575"/>
              <a:ext cx="792000" cy="3465396"/>
              <a:chOff x="3460859" y="2405575"/>
              <a:chExt cx="792000" cy="3465396"/>
            </a:xfrm>
          </p:grpSpPr>
          <p:cxnSp>
            <p:nvCxnSpPr>
              <p:cNvPr id="530" name="直線コネクタ 529">
                <a:extLst>
                  <a:ext uri="{FF2B5EF4-FFF2-40B4-BE49-F238E27FC236}">
                    <ns2:creationId id="{4EC3E738-B282-99ED-BF18-7D9006DBA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40557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1" name="直線コネクタ 530">
                <a:extLst>
                  <a:ext uri="{FF2B5EF4-FFF2-40B4-BE49-F238E27FC236}">
                    <ns2:creationId id="{51AA859F-FED3-73DA-EAC3-9DE04E68E8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59809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2" name="直線コネクタ 531">
                <a:extLst>
                  <a:ext uri="{FF2B5EF4-FFF2-40B4-BE49-F238E27FC236}">
                    <ns2:creationId id="{892070B1-A494-57DF-1749-1E79D4A662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79061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直線コネクタ 532">
                <a:extLst>
                  <a:ext uri="{FF2B5EF4-FFF2-40B4-BE49-F238E27FC236}">
                    <ns2:creationId id="{A64FFA57-0244-F424-6268-AE8EF3DAF3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298314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4" name="直線コネクタ 533">
                <a:extLst>
                  <a:ext uri="{FF2B5EF4-FFF2-40B4-BE49-F238E27FC236}">
                    <ns2:creationId id="{ADBDE88F-06BF-0A56-00ED-352EEE2872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17566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5" name="直線コネクタ 534">
                <a:extLst>
                  <a:ext uri="{FF2B5EF4-FFF2-40B4-BE49-F238E27FC236}">
                    <ns2:creationId id="{028A087F-FA7C-DB4F-26A1-7AD69C31DC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36818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6" name="直線コネクタ 535">
                <a:extLst>
                  <a:ext uri="{FF2B5EF4-FFF2-40B4-BE49-F238E27FC236}">
                    <ns2:creationId id="{57B09FCD-8F7F-C8ED-4829-466578ED46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56070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7" name="直線コネクタ 536">
                <a:extLst>
                  <a:ext uri="{FF2B5EF4-FFF2-40B4-BE49-F238E27FC236}">
                    <ns2:creationId id="{D818D657-84C5-D700-655C-5CE830276C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75322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8" name="直線コネクタ 537">
                <a:extLst>
                  <a:ext uri="{FF2B5EF4-FFF2-40B4-BE49-F238E27FC236}">
                    <ns2:creationId id="{AAB3147A-637E-A499-E675-A53E8F9BE2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394575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9" name="直線コネクタ 538">
                <a:extLst>
                  <a:ext uri="{FF2B5EF4-FFF2-40B4-BE49-F238E27FC236}">
                    <ns2:creationId id="{4736B332-A5CA-8682-0220-F9732CFA7C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13827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直線コネクタ 539">
                <a:extLst>
                  <a:ext uri="{FF2B5EF4-FFF2-40B4-BE49-F238E27FC236}">
                    <ns2:creationId id="{FDB9D5C0-FC01-27D0-552A-30F524EF9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33079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線コネクタ 540">
                <a:extLst>
                  <a:ext uri="{FF2B5EF4-FFF2-40B4-BE49-F238E27FC236}">
                    <ns2:creationId id="{C996EF20-5CF7-B177-EEC8-563CCA2328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52331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直線コネクタ 541">
                <a:extLst>
                  <a:ext uri="{FF2B5EF4-FFF2-40B4-BE49-F238E27FC236}">
                    <ns2:creationId id="{B895AC73-DE22-9D51-43A3-5D0908D68D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71583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直線コネクタ 542">
                <a:extLst>
                  <a:ext uri="{FF2B5EF4-FFF2-40B4-BE49-F238E27FC236}">
                    <ns2:creationId id="{837683CB-0AE4-177D-6151-E88384E095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490836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4" name="直線コネクタ 543">
                <a:extLst>
                  <a:ext uri="{FF2B5EF4-FFF2-40B4-BE49-F238E27FC236}">
                    <ns2:creationId id="{675BD5D8-2056-2AD5-7DAE-F3DACBAB9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100883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5" name="直線コネクタ 544">
                <a:extLst>
                  <a:ext uri="{FF2B5EF4-FFF2-40B4-BE49-F238E27FC236}">
                    <ns2:creationId id="{39BC96A5-205C-C546-C2DF-701AEAA9B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293405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線コネクタ 545">
                <a:extLst>
                  <a:ext uri="{FF2B5EF4-FFF2-40B4-BE49-F238E27FC236}">
                    <ns2:creationId id="{C23F4F49-CD66-01F0-6295-B67597AEF9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485927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線コネクタ 546">
                <a:extLst>
                  <a:ext uri="{FF2B5EF4-FFF2-40B4-BE49-F238E27FC236}">
                    <ns2:creationId id="{903A74C8-4BC1-A0E8-2560-72C20FA2D0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678449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直線コネクタ 547">
                <a:extLst>
                  <a:ext uri="{FF2B5EF4-FFF2-40B4-BE49-F238E27FC236}">
                    <ns2:creationId id="{9B54B9C8-1159-ADA9-C92C-58E9C9220E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0859" y="5870971"/>
                <a:ext cx="79200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63" name="グループ化 562">
            <a:extLst>
              <a:ext uri="{FF2B5EF4-FFF2-40B4-BE49-F238E27FC236}">
                <ns2:creationId id="{B4821BEE-588D-212B-80F0-6F36AF1C086A}"/>
              </a:ext>
            </a:extLst>
          </p:cNvPr>
          <p:cNvGrpSpPr/>
          <p:nvPr/>
        </p:nvGrpSpPr>
        <p:grpSpPr>
          <a:xfrm>
            <a:off x="6043704" y="4338689"/>
            <a:ext cx="5814376" cy="1734350"/>
            <a:chOff x="6043704" y="4338689"/>
            <a:chExt cx="5814376" cy="1734350"/>
          </a:xfrm>
        </p:grpSpPr>
        <p:sp>
          <p:nvSpPr>
            <p:cNvPr id="183" name="四角形: 角を丸くする 182">
              <a:extLst>
                <a:ext uri="{FF2B5EF4-FFF2-40B4-BE49-F238E27FC236}">
                  <ns2:creationId id="{AF1BD064-8B64-5DF7-54F8-3352660AA93D}"/>
                </a:ext>
              </a:extLst>
            </p:cNvPr>
            <p:cNvSpPr/>
            <p:nvPr/>
          </p:nvSpPr>
          <p:spPr>
            <a:xfrm>
              <a:off x="9626080" y="4338689"/>
              <a:ext cx="2232000" cy="1728000"/>
            </a:xfrm>
            <a:prstGeom prst="roundRect">
              <a:avLst>
                <a:gd name="adj" fmla="val 4589"/>
              </a:avLst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</a:b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endParaRPr lang="en-US" altLang="ja-JP" sz="1200">
                <a:solidFill>
                  <a:prstClr val="black"/>
                </a:solidFill>
                <a:latin typeface="+mn-ea"/>
              </a:endParaRPr>
            </a:p>
            <a:p>
              <a:pPr marL="171450" marR="0" lvl="0" indent="-17145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メイリオ" panose="020B0604030504040204" pitchFamily="50" charset="-128"/>
                <a:buChar char="▶"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1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22178AD7-8999-833B-A0C8-5FADE84DC7DC}"/>
                </a:ext>
              </a:extLst>
            </p:cNvPr>
            <p:cNvSpPr/>
            <p:nvPr/>
          </p:nvSpPr>
          <p:spPr>
            <a:xfrm>
              <a:off x="6043704" y="5678866"/>
              <a:ext cx="792000" cy="387823"/>
            </a:xfrm>
            <a:prstGeom prst="rect">
              <a:avLst/>
            </a:prstGeom>
            <a:noFill/>
            <a:ln w="38100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552" name="コネクタ: カギ線 551">
              <a:extLst>
                <a:ext uri="{FF2B5EF4-FFF2-40B4-BE49-F238E27FC236}">
                  <ns2:creationId id="{DD975C79-622F-AA98-816F-246FAB36DE98}"/>
                </a:ext>
              </a:extLst>
            </p:cNvPr>
            <p:cNvCxnSpPr>
              <a:cxnSpLocks/>
              <a:stCxn id="185" idx="2"/>
              <a:endCxn id="183" idx="2"/>
            </p:cNvCxnSpPr>
            <p:nvPr/>
          </p:nvCxnSpPr>
          <p:spPr>
            <a:xfrm rot="16200000" flipH="1">
              <a:off x="8590892" y="3915501"/>
              <a:ext cx="12700" cy="4302376"/>
            </a:xfrm>
            <a:prstGeom prst="bentConnector3">
              <a:avLst>
                <a:gd name="adj1" fmla="val 1800000"/>
              </a:avLst>
            </a:prstGeom>
            <a:ln w="9525">
              <a:solidFill>
                <a:srgbClr val="008000"/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4" name="グループ化 563">
            <a:extLst>
              <a:ext uri="{FF2B5EF4-FFF2-40B4-BE49-F238E27FC236}">
                <ns2:creationId id="{B03ECA95-E1DB-FCE5-DDC6-6C5FC69B90D6}"/>
              </a:ext>
            </a:extLst>
          </p:cNvPr>
          <p:cNvGrpSpPr/>
          <p:nvPr/>
        </p:nvGrpSpPr>
        <p:grpSpPr>
          <a:xfrm>
            <a:off x="9626080" y="2038531"/>
            <a:ext cx="2232000" cy="2117739"/>
            <a:chOff x="9626080" y="2038531"/>
            <a:chExt cx="2232000" cy="2117739"/>
          </a:xfrm>
        </p:grpSpPr>
        <p:sp>
          <p:nvSpPr>
            <p:cNvPr id="554" name="四角形: 角を丸くする 553">
              <a:extLst>
                <a:ext uri="{FF2B5EF4-FFF2-40B4-BE49-F238E27FC236}">
                  <ns2:creationId id="{CD10B66B-4902-6AB4-C473-6B994F5894C3}"/>
                </a:ext>
              </a:extLst>
            </p:cNvPr>
            <p:cNvSpPr/>
            <p:nvPr/>
          </p:nvSpPr>
          <p:spPr>
            <a:xfrm>
              <a:off x="9626080" y="2195054"/>
              <a:ext cx="2232000" cy="1961216"/>
            </a:xfrm>
            <a:prstGeom prst="roundRect">
              <a:avLst>
                <a:gd name="adj" fmla="val 4589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7800" indent="-1778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447675" indent="-269875">
                <a:spcAft>
                  <a:spcPts val="600"/>
                </a:spcAft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7800" indent="-17780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447675" indent="-269875">
                <a:buClr>
                  <a:srgbClr val="008000"/>
                </a:buClr>
                <a:buFont typeface="メイリオ" panose="020B0604030504040204" pitchFamily="50" charset="-128"/>
                <a:buChar char="▶"/>
              </a:pPr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5" name="正方形/長方形 554">
              <a:extLst>
                <a:ext uri="{FF2B5EF4-FFF2-40B4-BE49-F238E27FC236}">
                  <ns2:creationId id="{DF1CF5AC-FB72-86B7-E79D-2117C9137AB8}"/>
                </a:ext>
              </a:extLst>
            </p:cNvPr>
            <p:cNvSpPr/>
            <p:nvPr/>
          </p:nvSpPr>
          <p:spPr>
            <a:xfrm>
              <a:off x="10186727" y="2038531"/>
              <a:ext cx="1188000" cy="360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561" name="グラフィックス 560" descr="プレゼンテーション (円グラフ) 単色塗りつぶし">
              <a:extLst>
                <a:ext uri="{FF2B5EF4-FFF2-40B4-BE49-F238E27FC236}">
                  <ns2:creationId id="{EE310B02-29F9-CDB4-690E-77B73C176E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0242713" y="2074531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454945691"/>
      </p:ext>
    </p:extLst>
  </p:cSld>
  <p:clrMapOvr>
    <a:masterClrMapping/>
  </p:clrMapOvr>
</p:sld>
</file>

<file path=ppt/slides/slide93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5" cy="714375"/>
          </a:xfrm>
        </p:spPr>
        <p:txBody>
          <a:bodyPr>
            <a:noAutofit/>
          </a:bodyPr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3</a:t>
            </a:r>
            <a:r>
              <a:rPr lang="ja-JP" altLang="en-US" sz="1800" dirty="0" err="1"/>
              <a:t>XX</a:t>
            </a:r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</a:t>
            </a:r>
            <a:r>
              <a:rPr lang="ja-JP" altLang="en-US" sz="1800" dirty="0"/>
              <a:t>XX</a:t>
            </a:r>
            <a:endParaRPr lang="en-US" altLang="ja-JP" sz="1800" dirty="0"/>
          </a:p>
        </p:txBody>
      </p:sp>
      <p:grpSp>
        <p:nvGrpSpPr>
          <p:cNvPr id="24" name="グループ化 23"/>
          <p:cNvGrpSpPr/>
          <p:nvPr/>
        </p:nvGrpSpPr>
        <p:grpSpPr>
          <a:xfrm>
            <a:off x="404616" y="2105632"/>
            <a:ext cx="2385561" cy="2143076"/>
            <a:chOff x="9477280" y="1982421"/>
            <a:chExt cx="2385561" cy="2143076"/>
          </a:xfrm>
        </p:grpSpPr>
        <p:sp>
          <p:nvSpPr>
            <p:cNvPr id="4" name="正方形/長方形 3">
              <a:extLst>
                <a:ext uri="{FF2B5EF4-FFF2-40B4-BE49-F238E27FC236}">
                  <ns2:creationId id="{9DBB3764-07A9-7919-C28E-9DE26F35B5C6}"/>
                </a:ext>
              </a:extLst>
            </p:cNvPr>
            <p:cNvSpPr/>
            <p:nvPr/>
          </p:nvSpPr>
          <p:spPr>
            <a:xfrm>
              <a:off x="9994206" y="2012293"/>
              <a:ext cx="1800000" cy="1922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r>
                <a:rPr kumimoji="1"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" name="グラフィックス 156" descr="熱望 単色塗りつぶし">
              <a:extLst>
                <a:ext uri="{FF2B5EF4-FFF2-40B4-BE49-F238E27FC236}">
                  <ns2:creationId id="{A1FC94D4-8599-AF81-8467-69BFB6D36D7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3:useLocalDpi val="0"/>
                </a:ext>
                <a:ext uri="{96DAC541-7B7A-43D3-8B79-37D633B846F1}">
                  <ns4:svgBlip r:embed="rId2"/>
                </a:ext>
              </a:extLst>
            </a:blip>
            <a:srcRect/>
            <a:stretch/>
          </p:blipFill>
          <p:spPr>
            <a:xfrm>
              <a:off x="9727923" y="1982421"/>
              <a:ext cx="252000" cy="252000"/>
            </a:xfrm>
            <a:prstGeom prst="rect">
              <a:avLst/>
            </a:prstGeom>
          </p:spPr>
        </p:pic>
        <p:grpSp>
          <p:nvGrpSpPr>
            <p:cNvPr id="6" name="グループ化 5">
              <a:extLst>
                <a:ext uri="{FF2B5EF4-FFF2-40B4-BE49-F238E27FC236}">
                  <ns2:creationId id="{92F01706-3430-41E7-F0F1-75C3122C3C03}"/>
                </a:ext>
              </a:extLst>
            </p:cNvPr>
            <p:cNvGrpSpPr/>
            <p:nvPr/>
          </p:nvGrpSpPr>
          <p:grpSpPr>
            <a:xfrm>
              <a:off x="9477280" y="2340140"/>
              <a:ext cx="2379758" cy="1380186"/>
              <a:chOff x="9477280" y="2340140"/>
              <a:chExt cx="2379758" cy="1380186"/>
            </a:xfrm>
          </p:grpSpPr>
          <p:cxnSp>
            <p:nvCxnSpPr>
              <p:cNvPr id="7" name="直線コネクタ 6">
                <a:extLst>
                  <a:ext uri="{FF2B5EF4-FFF2-40B4-BE49-F238E27FC236}">
                    <ns2:creationId id="{F0135281-1D5D-385A-2700-9CD2A933AC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10314" y="2750149"/>
                <a:ext cx="224672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直線コネクタ 7">
                <a:extLst>
                  <a:ext uri="{FF2B5EF4-FFF2-40B4-BE49-F238E27FC236}">
                    <ns2:creationId id="{AE470685-0F3E-F217-8C14-ADD5B457FC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10314" y="3369338"/>
                <a:ext cx="224672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フローチャート: 組合せ 8">
                <a:extLst>
                  <a:ext uri="{FF2B5EF4-FFF2-40B4-BE49-F238E27FC236}">
                    <ns2:creationId id="{8C75DD2D-737F-0B58-5FC8-EA44BEE43AEE}"/>
                  </a:ext>
                </a:extLst>
              </p:cNvPr>
              <p:cNvSpPr/>
              <p:nvPr/>
            </p:nvSpPr>
            <p:spPr>
              <a:xfrm>
                <a:off x="10112240" y="2340140"/>
                <a:ext cx="1732480" cy="1380186"/>
              </a:xfrm>
              <a:prstGeom prst="flowChartMerge">
                <a:avLst/>
              </a:prstGeom>
              <a:solidFill>
                <a:srgbClr val="CCE6C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108000" rtlCol="0" anchor="t"/>
              <a:lstStyle/>
              <a:p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0" name="グラフィックス 157" descr="アイデアが浮かんだ人 単色塗りつぶし">
                <a:extLst>
                  <a:ext uri="{FF2B5EF4-FFF2-40B4-BE49-F238E27FC236}">
                    <ns2:creationId id="{CC6C8CA5-660B-36B7-D7E4-3C4620E5FA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3"/>
                  </a:ext>
                </a:extLst>
              </a:blip>
              <a:srcRect/>
              <a:stretch/>
            </p:blipFill>
            <p:spPr>
              <a:xfrm>
                <a:off x="10343544" y="2458949"/>
                <a:ext cx="252000" cy="252000"/>
              </a:xfrm>
              <a:prstGeom prst="rect">
                <a:avLst/>
              </a:prstGeom>
            </p:spPr>
          </p:pic>
          <p:sp>
            <p:nvSpPr>
              <p:cNvPr id="11" name="正方形/長方形 10">
                <a:extLst>
                  <a:ext uri="{FF2B5EF4-FFF2-40B4-BE49-F238E27FC236}">
                    <ns2:creationId id="{802B3F58-E989-AFB1-0D2B-C9216BD15B05}"/>
                  </a:ext>
                </a:extLst>
              </p:cNvPr>
              <p:cNvSpPr/>
              <p:nvPr/>
            </p:nvSpPr>
            <p:spPr>
              <a:xfrm>
                <a:off x="9477280" y="2496943"/>
                <a:ext cx="746062" cy="1858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7F3003BA-505A-DFEB-6B6E-56F35C147E3D}"/>
                  </a:ext>
                </a:extLst>
              </p:cNvPr>
              <p:cNvSpPr/>
              <p:nvPr/>
            </p:nvSpPr>
            <p:spPr>
              <a:xfrm>
                <a:off x="9477280" y="2984647"/>
                <a:ext cx="746062" cy="1858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554BAAF1-FBF9-47F2-C3AA-2815AFE8C7DA}"/>
                  </a:ext>
                </a:extLst>
              </p:cNvPr>
              <p:cNvSpPr/>
              <p:nvPr/>
            </p:nvSpPr>
            <p:spPr>
              <a:xfrm>
                <a:off x="9477280" y="3428804"/>
                <a:ext cx="746062" cy="1858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4" name="グループ化 13">
                <a:extLst>
                  <a:ext uri="{FF2B5EF4-FFF2-40B4-BE49-F238E27FC236}">
                    <ns2:creationId id="{59EDA1C5-EDD7-22D1-4122-2914E61ED51E}"/>
                  </a:ext>
                </a:extLst>
              </p:cNvPr>
              <p:cNvGrpSpPr/>
              <p:nvPr/>
            </p:nvGrpSpPr>
            <p:grpSpPr>
              <a:xfrm>
                <a:off x="11083993" y="2820450"/>
                <a:ext cx="746062" cy="475696"/>
                <a:chOff x="11083993" y="2834098"/>
                <a:chExt cx="746062" cy="475696"/>
              </a:xfrm>
            </p:grpSpPr>
            <p:sp>
              <p:nvSpPr>
                <p:cNvPr id="18" name="四角形: 角を丸くする 117">
                  <a:extLst>
                    <a:ext uri="{FF2B5EF4-FFF2-40B4-BE49-F238E27FC236}">
                      <ns2:creationId id="{D24F7645-16DD-4A52-40C7-A7F289343C10}"/>
                    </a:ext>
                  </a:extLst>
                </p:cNvPr>
                <p:cNvSpPr/>
                <p:nvPr/>
              </p:nvSpPr>
              <p:spPr>
                <a:xfrm>
                  <a:off x="11083993" y="2834098"/>
                  <a:ext cx="746062" cy="475696"/>
                </a:xfrm>
                <a:prstGeom prst="roundRect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252000" rIns="0" bIns="36000" rtlCol="0" anchor="ctr"/>
                <a:lstStyle/>
                <a:p>
                  <a:pPr algn="ctr"/>
                  <a:r>
                    <a:rPr kumimoji="1" lang="en-US" altLang="ja-JP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r>
                    <a:rPr kumimoji="1" lang="ja-JP" altLang="en-US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9" name="グラフィックス 158" descr="棒グラフ (上昇) 単色塗りつぶし">
                  <a:extLst>
                    <a:ext uri="{FF2B5EF4-FFF2-40B4-BE49-F238E27FC236}">
                      <ns2:creationId id="{CFB1EF1C-9B14-98FF-D1EA-6D4FA28D5D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print">
                  <a:extLst>
                    <a:ext uri="{28A0092B-C50C-407E-A947-70E740481C1C}">
                      <ns3:useLocalDpi val="0"/>
                    </a:ex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349024" y="2872757"/>
                  <a:ext cx="216000" cy="216000"/>
                </a:xfrm>
                <a:prstGeom prst="rect">
                  <a:avLst/>
                </a:prstGeom>
              </p:spPr>
            </p:pic>
          </p:grpSp>
          <p:grpSp>
            <p:nvGrpSpPr>
              <p:cNvPr id="15" name="グループ化 14">
                <a:extLst>
                  <a:ext uri="{FF2B5EF4-FFF2-40B4-BE49-F238E27FC236}">
                    <ns2:creationId id="{8A9E0E9F-F363-ECB5-044B-8B144CB33599}"/>
                  </a:ext>
                </a:extLst>
              </p:cNvPr>
              <p:cNvGrpSpPr/>
              <p:nvPr/>
            </p:nvGrpSpPr>
            <p:grpSpPr>
              <a:xfrm>
                <a:off x="10101639" y="2820450"/>
                <a:ext cx="746062" cy="475696"/>
                <a:chOff x="10101639" y="2834098"/>
                <a:chExt cx="746062" cy="475696"/>
              </a:xfrm>
            </p:grpSpPr>
            <p:sp>
              <p:nvSpPr>
                <p:cNvPr id="16" name="四角形: 角を丸くする 116">
                  <a:extLst>
                    <a:ext uri="{FF2B5EF4-FFF2-40B4-BE49-F238E27FC236}">
                      <ns2:creationId id="{1541F153-8EC4-3279-F91E-43C2BC5B9C76}"/>
                    </a:ext>
                  </a:extLst>
                </p:cNvPr>
                <p:cNvSpPr/>
                <p:nvPr/>
              </p:nvSpPr>
              <p:spPr>
                <a:xfrm>
                  <a:off x="10101639" y="2834098"/>
                  <a:ext cx="746062" cy="475696"/>
                </a:xfrm>
                <a:prstGeom prst="roundRect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252000" rIns="0" bIns="36000" rtlCol="0" anchor="ctr"/>
                <a:lstStyle/>
                <a:p>
                  <a:pPr algn="ctr"/>
                  <a:r>
                    <a:rPr kumimoji="1" lang="ja-JP" altLang="en-US" sz="6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6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×</a:t>
                  </a:r>
                  <a:r>
                    <a:rPr kumimoji="1" lang="ja-JP" altLang="en-US" sz="6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7" name="グラフィックス 159" descr="手のひらと植物 単色塗りつぶし">
                  <a:extLst>
                    <a:ext uri="{FF2B5EF4-FFF2-40B4-BE49-F238E27FC236}">
                      <ns2:creationId id="{7F91D4EB-C557-0C18-DB81-4D4F267946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cstate="print">
                  <a:extLst>
                    <a:ext uri="{28A0092B-C50C-407E-A947-70E740481C1C}">
                      <ns3:useLocalDpi val="0"/>
                    </a:ext>
                    <a:ext uri="{96DAC541-7B7A-43D3-8B79-37D633B846F1}">
                      <ns4:svgBlip r:embed="rId5"/>
                    </a:ext>
                  </a:extLst>
                </a:blip>
                <a:srcRect/>
                <a:stretch/>
              </p:blipFill>
              <p:spPr>
                <a:xfrm>
                  <a:off x="10366670" y="2872757"/>
                  <a:ext cx="216000" cy="21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グループ化 19">
              <a:extLst>
                <a:ext uri="{FF2B5EF4-FFF2-40B4-BE49-F238E27FC236}">
                  <ns2:creationId id="{8BE6397E-6DCA-E1D4-FA84-C05A76651038}"/>
                </a:ext>
              </a:extLst>
            </p:cNvPr>
            <p:cNvGrpSpPr/>
            <p:nvPr/>
          </p:nvGrpSpPr>
          <p:grpSpPr>
            <a:xfrm>
              <a:off x="9590679" y="3727844"/>
              <a:ext cx="2272162" cy="397653"/>
              <a:chOff x="9292862" y="3744674"/>
              <a:chExt cx="2272162" cy="397653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3B228796-784B-2329-B2BE-F402A878421D}"/>
                  </a:ext>
                </a:extLst>
              </p:cNvPr>
              <p:cNvSpPr/>
              <p:nvPr/>
            </p:nvSpPr>
            <p:spPr>
              <a:xfrm>
                <a:off x="9292862" y="3744674"/>
                <a:ext cx="634904" cy="397653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216000" rIns="0" bIns="36000" rtlCol="0" anchor="ctr"/>
              <a:lstStyle/>
              <a:p>
                <a:pPr algn="ctr"/>
                <a:r>
                  <a:rPr kumimoji="1" lang="en-US" altLang="ja-JP" sz="8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5ACA3FC2-E20C-CF35-EB91-87FA713D9AAF}"/>
                  </a:ext>
                </a:extLst>
              </p:cNvPr>
              <p:cNvSpPr/>
              <p:nvPr/>
            </p:nvSpPr>
            <p:spPr>
              <a:xfrm>
                <a:off x="9927765" y="3744674"/>
                <a:ext cx="1637259" cy="397653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3" name="グラフィックス 160" descr="建築 単色塗りつぶし">
                <a:extLst>
                  <a:ext uri="{FF2B5EF4-FFF2-40B4-BE49-F238E27FC236}">
                    <ns2:creationId id="{13926AD3-9693-2AF5-0C0F-D99E8FDA43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6"/>
                  </a:ext>
                </a:extLst>
              </a:blip>
              <a:srcRect/>
              <a:stretch/>
            </p:blipFill>
            <p:spPr>
              <a:xfrm>
                <a:off x="9502315" y="3757636"/>
                <a:ext cx="216000" cy="216000"/>
              </a:xfrm>
              <a:prstGeom prst="rect">
                <a:avLst/>
              </a:prstGeom>
            </p:spPr>
          </p:pic>
        </p:grpSp>
      </p:grpSp>
      <p:grpSp>
        <p:nvGrpSpPr>
          <p:cNvPr id="25" name="グループ化 24">
            <a:extLst>
              <a:ext uri="{FF2B5EF4-FFF2-40B4-BE49-F238E27FC236}">
                <ns2:creationId id="{70B97BF4-8C35-0FB8-C02C-04BA01E3C13D}"/>
              </a:ext>
            </a:extLst>
          </p:cNvPr>
          <p:cNvGrpSpPr/>
          <p:nvPr/>
        </p:nvGrpSpPr>
        <p:grpSpPr>
          <a:xfrm>
            <a:off x="3190627" y="2244608"/>
            <a:ext cx="2574968" cy="2098276"/>
            <a:chOff x="334962" y="1922663"/>
            <a:chExt cx="2574968" cy="2098276"/>
          </a:xfrm>
        </p:grpSpPr>
        <p:grpSp>
          <p:nvGrpSpPr>
            <p:cNvPr id="26" name="グループ化 25">
              <a:extLst>
                <a:ext uri="{FF2B5EF4-FFF2-40B4-BE49-F238E27FC236}">
                  <ns2:creationId id="{D553C2A3-9D9C-C631-719C-716F930B8BF6}"/>
                </a:ext>
              </a:extLst>
            </p:cNvPr>
            <p:cNvGrpSpPr/>
            <p:nvPr/>
          </p:nvGrpSpPr>
          <p:grpSpPr>
            <a:xfrm>
              <a:off x="866446" y="2407188"/>
              <a:ext cx="1512000" cy="1512000"/>
              <a:chOff x="866446" y="2407188"/>
              <a:chExt cx="1512000" cy="1512000"/>
            </a:xfrm>
          </p:grpSpPr>
          <p:sp>
            <p:nvSpPr>
              <p:cNvPr id="36" name="楕円 16">
                <a:extLst>
                  <a:ext uri="{FF2B5EF4-FFF2-40B4-BE49-F238E27FC236}">
                    <ns2:creationId id="{F1B77DE1-A2E6-60CD-0731-04309C104F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6446" y="2407188"/>
                <a:ext cx="1512000" cy="1512000"/>
              </a:xfrm>
              <a:prstGeom prst="ellipse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576000" rIns="0" bIns="36000" rtlCol="0" anchor="ctr"/>
              <a:lstStyle/>
              <a:p>
                <a:pPr algn="ctr"/>
                <a:r>
                  <a:rPr lang="en-US" altLang="ja-JP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7" name="グラフィックス 139" descr="棒グラフ (上昇) 単色塗りつぶし">
                <a:extLst>
                  <a:ext uri="{FF2B5EF4-FFF2-40B4-BE49-F238E27FC236}">
                    <ns2:creationId id="{884F0C74-C707-4819-BB4B-12E3F32304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406446" y="2853286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27" name="グループ化 26">
              <a:extLst>
                <a:ext uri="{FF2B5EF4-FFF2-40B4-BE49-F238E27FC236}">
                  <ns2:creationId id="{89CE887F-6F6E-62DD-0500-10495E65049C}"/>
                </a:ext>
              </a:extLst>
            </p:cNvPr>
            <p:cNvGrpSpPr/>
            <p:nvPr/>
          </p:nvGrpSpPr>
          <p:grpSpPr>
            <a:xfrm>
              <a:off x="1165246" y="1922663"/>
              <a:ext cx="914400" cy="914400"/>
              <a:chOff x="1165246" y="1922663"/>
              <a:chExt cx="914400" cy="914400"/>
            </a:xfrm>
          </p:grpSpPr>
          <p:sp>
            <p:nvSpPr>
              <p:cNvPr id="34" name="楕円 5">
                <a:extLst>
                  <a:ext uri="{FF2B5EF4-FFF2-40B4-BE49-F238E27FC236}">
                    <ns2:creationId id="{407A1CEA-58C7-2836-616F-8D62C804EA67}"/>
                  </a:ext>
                </a:extLst>
              </p:cNvPr>
              <p:cNvSpPr/>
              <p:nvPr/>
            </p:nvSpPr>
            <p:spPr>
              <a:xfrm>
                <a:off x="1165246" y="1922663"/>
                <a:ext cx="914400" cy="914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288000" rIns="0" bIns="36000" rtlCol="0" anchor="ctr"/>
              <a:lstStyle/>
              <a:p>
                <a:pPr algn="ctr"/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5" name="グラフィックス 133" descr="事業の成長 単色塗りつぶし">
                <a:extLst>
                  <a:ext uri="{FF2B5EF4-FFF2-40B4-BE49-F238E27FC236}">
                    <ns2:creationId id="{B79C5E36-1B78-8214-C0A7-78A3FA83F9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1442446" y="2008761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32" name="楕円 11">
              <a:extLst>
                <a:ext uri="{FF2B5EF4-FFF2-40B4-BE49-F238E27FC236}">
                  <ns2:creationId id="{4B2F6107-9E75-1139-5C94-22A05B293164}"/>
                </a:ext>
              </a:extLst>
            </p:cNvPr>
            <p:cNvSpPr/>
            <p:nvPr/>
          </p:nvSpPr>
          <p:spPr>
            <a:xfrm>
              <a:off x="1995530" y="3106539"/>
              <a:ext cx="914400" cy="914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288000" rIns="0" bIns="36000" rtlCol="0" anchor="ctr"/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9" name="グループ化 28">
              <a:extLst>
                <a:ext uri="{FF2B5EF4-FFF2-40B4-BE49-F238E27FC236}">
                  <ns2:creationId id="{83A512D8-3653-CD40-874D-390530668A2F}"/>
                </a:ext>
              </a:extLst>
            </p:cNvPr>
            <p:cNvGrpSpPr/>
            <p:nvPr/>
          </p:nvGrpSpPr>
          <p:grpSpPr>
            <a:xfrm>
              <a:off x="334962" y="3106539"/>
              <a:ext cx="2305140" cy="914400"/>
              <a:chOff x="334962" y="3106539"/>
              <a:chExt cx="2305140" cy="914400"/>
            </a:xfrm>
          </p:grpSpPr>
          <p:sp>
            <p:nvSpPr>
              <p:cNvPr id="30" name="楕円 6">
                <a:extLst>
                  <a:ext uri="{FF2B5EF4-FFF2-40B4-BE49-F238E27FC236}">
                    <ns2:creationId id="{9ABBEEDD-520A-4080-C93B-03B6BD313730}"/>
                  </a:ext>
                </a:extLst>
              </p:cNvPr>
              <p:cNvSpPr/>
              <p:nvPr/>
            </p:nvSpPr>
            <p:spPr>
              <a:xfrm>
                <a:off x="334962" y="3106539"/>
                <a:ext cx="914400" cy="914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288000" rIns="0" bIns="36000" rtlCol="0" anchor="ctr"/>
              <a:lstStyle/>
              <a:p>
                <a:pPr algn="ctr"/>
                <a:r>
                  <a: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1" name="グラフィックス 137" descr="建物 単色塗りつぶし">
                <a:extLst>
                  <a:ext uri="{FF2B5EF4-FFF2-40B4-BE49-F238E27FC236}">
                    <ns2:creationId id="{A6F471A1-7CAC-1EDE-2E0B-D32E5BDD8D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8"/>
                  </a:ext>
                </a:extLst>
              </a:blip>
              <a:srcRect/>
              <a:stretch/>
            </p:blipFill>
            <p:spPr>
              <a:xfrm>
                <a:off x="2280102" y="3156913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/>
          <p:cNvGrpSpPr/>
          <p:nvPr/>
        </p:nvGrpSpPr>
        <p:grpSpPr>
          <a:xfrm>
            <a:off x="6074632" y="2096194"/>
            <a:ext cx="5782406" cy="1978099"/>
            <a:chOff x="3449820" y="2064580"/>
            <a:chExt cx="5976516" cy="1474072"/>
          </a:xfrm>
        </p:grpSpPr>
        <p:sp>
          <p:nvSpPr>
            <p:cNvPr id="38" name="矢印: 五方向 80">
              <a:extLst>
                <a:ext uri="{FF2B5EF4-FFF2-40B4-BE49-F238E27FC236}">
                  <ns2:creationId id="{6E555404-32B9-0127-A74A-27FF5E4209F1}"/>
                </a:ext>
              </a:extLst>
            </p:cNvPr>
            <p:cNvSpPr/>
            <p:nvPr/>
          </p:nvSpPr>
          <p:spPr>
            <a:xfrm>
              <a:off x="3449820" y="2064580"/>
              <a:ext cx="5922831" cy="212277"/>
            </a:xfrm>
            <a:prstGeom prst="homePlate">
              <a:avLst/>
            </a:prstGeom>
            <a:gradFill>
              <a:gsLst>
                <a:gs pos="0">
                  <a:srgbClr val="E5F2E5"/>
                </a:gs>
                <a:gs pos="43000">
                  <a:srgbClr val="99CC99"/>
                </a:gs>
                <a:gs pos="71000">
                  <a:srgbClr val="66B366"/>
                </a:gs>
                <a:gs pos="100000">
                  <a:srgbClr val="00800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AC82D322-1818-61BC-23B8-967B9FC0456E}"/>
                </a:ext>
              </a:extLst>
            </p:cNvPr>
            <p:cNvGrpSpPr/>
            <p:nvPr/>
          </p:nvGrpSpPr>
          <p:grpSpPr>
            <a:xfrm>
              <a:off x="3591106" y="2605250"/>
              <a:ext cx="1700275" cy="933402"/>
              <a:chOff x="3591106" y="2457203"/>
              <a:chExt cx="1700275" cy="933402"/>
            </a:xfrm>
          </p:grpSpPr>
          <p:sp>
            <p:nvSpPr>
              <p:cNvPr id="40" name="四角形: 角を丸くする 77">
                <a:extLst>
                  <a:ext uri="{FF2B5EF4-FFF2-40B4-BE49-F238E27FC236}">
                    <ns2:creationId id="{D5DE5286-310E-3535-5B15-8B51EE89E20B}"/>
                  </a:ext>
                </a:extLst>
              </p:cNvPr>
              <p:cNvSpPr/>
              <p:nvPr/>
            </p:nvSpPr>
            <p:spPr>
              <a:xfrm>
                <a:off x="3591106" y="2457203"/>
                <a:ext cx="1700275" cy="228848"/>
              </a:xfrm>
              <a:prstGeom prst="roundRect">
                <a:avLst/>
              </a:prstGeom>
              <a:solidFill>
                <a:srgbClr val="DAEDD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kumimoji="1" lang="en-US" altLang="ja-JP" sz="1000" baseline="30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8913B1C4-BB48-E1ED-2415-53DECBB13783}"/>
                  </a:ext>
                </a:extLst>
              </p:cNvPr>
              <p:cNvSpPr/>
              <p:nvPr/>
            </p:nvSpPr>
            <p:spPr>
              <a:xfrm>
                <a:off x="3591107" y="2686050"/>
                <a:ext cx="1668079" cy="70455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kumimoji="1"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kumimoji="1"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ns2:creationId id="{3D06D848-7D1D-5B23-1676-493D44F15863}"/>
                </a:ext>
              </a:extLst>
            </p:cNvPr>
            <p:cNvGrpSpPr/>
            <p:nvPr/>
          </p:nvGrpSpPr>
          <p:grpSpPr>
            <a:xfrm>
              <a:off x="5568016" y="2475463"/>
              <a:ext cx="1764000" cy="739038"/>
              <a:chOff x="5798402" y="2327416"/>
              <a:chExt cx="1764000" cy="739038"/>
            </a:xfrm>
          </p:grpSpPr>
          <p:sp>
            <p:nvSpPr>
              <p:cNvPr id="43" name="四角形: 角を丸くする 78">
                <a:extLst>
                  <a:ext uri="{FF2B5EF4-FFF2-40B4-BE49-F238E27FC236}">
                    <ns2:creationId id="{734C6CF4-9AFF-279D-76AE-5DE5CEFC9B6E}"/>
                  </a:ext>
                </a:extLst>
              </p:cNvPr>
              <p:cNvSpPr/>
              <p:nvPr/>
            </p:nvSpPr>
            <p:spPr>
              <a:xfrm>
                <a:off x="5798403" y="2327416"/>
                <a:ext cx="1700275" cy="228848"/>
              </a:xfrm>
              <a:prstGeom prst="roundRect">
                <a:avLst/>
              </a:prstGeom>
              <a:solidFill>
                <a:srgbClr val="92C99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en-US" altLang="ja-JP" sz="1000" baseline="30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A2E7EE36-4311-EF6E-255F-DF376BB51B6A}"/>
                  </a:ext>
                </a:extLst>
              </p:cNvPr>
              <p:cNvSpPr/>
              <p:nvPr/>
            </p:nvSpPr>
            <p:spPr>
              <a:xfrm>
                <a:off x="5798402" y="2556263"/>
                <a:ext cx="1764000" cy="51019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ns2:creationId id="{5695041D-081A-BE44-9082-F6F1D2A5C788}"/>
                </a:ext>
              </a:extLst>
            </p:cNvPr>
            <p:cNvGrpSpPr/>
            <p:nvPr/>
          </p:nvGrpSpPr>
          <p:grpSpPr>
            <a:xfrm>
              <a:off x="7608651" y="2345676"/>
              <a:ext cx="1764000" cy="595897"/>
              <a:chOff x="8005700" y="2197629"/>
              <a:chExt cx="1764000" cy="595897"/>
            </a:xfrm>
          </p:grpSpPr>
          <p:sp>
            <p:nvSpPr>
              <p:cNvPr id="46" name="四角形: 角を丸くする 79">
                <a:extLst>
                  <a:ext uri="{FF2B5EF4-FFF2-40B4-BE49-F238E27FC236}">
                    <ns2:creationId id="{31CB4F76-0862-4A17-3C6A-0CDAEEEA62F0}"/>
                  </a:ext>
                </a:extLst>
              </p:cNvPr>
              <p:cNvSpPr/>
              <p:nvPr/>
            </p:nvSpPr>
            <p:spPr>
              <a:xfrm>
                <a:off x="8005700" y="2197629"/>
                <a:ext cx="1700275" cy="228848"/>
              </a:xfrm>
              <a:prstGeom prst="roundRect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kumimoji="1" lang="en-US" altLang="ja-JP" sz="1000" baseline="30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A1B0EC92-31B9-7A31-67AD-E34C98A1F571}"/>
                  </a:ext>
                </a:extLst>
              </p:cNvPr>
              <p:cNvSpPr/>
              <p:nvPr/>
            </p:nvSpPr>
            <p:spPr>
              <a:xfrm>
                <a:off x="8005700" y="2426478"/>
                <a:ext cx="1764000" cy="36704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bIns="36000" rtlCol="0" anchor="ctr"/>
              <a:lstStyle/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8900" indent="-88900">
                  <a:spcBef>
                    <a:spcPts val="300"/>
                  </a:spcBef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8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48" name="直線コネクタ 47">
              <a:extLst>
                <a:ext uri="{FF2B5EF4-FFF2-40B4-BE49-F238E27FC236}">
                  <ns2:creationId id="{EF66E6F5-30C0-6789-D3FA-168F1B341A01}"/>
                </a:ext>
              </a:extLst>
            </p:cNvPr>
            <p:cNvCxnSpPr>
              <a:cxnSpLocks/>
            </p:cNvCxnSpPr>
            <p:nvPr/>
          </p:nvCxnSpPr>
          <p:spPr>
            <a:xfrm>
              <a:off x="3517522" y="3043713"/>
              <a:ext cx="0" cy="28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E6288515-E860-0AA0-F76B-DB051741B000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00" y="3042375"/>
              <a:ext cx="0" cy="28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コネクタ: カギ線 101">
              <a:extLst>
                <a:ext uri="{FF2B5EF4-FFF2-40B4-BE49-F238E27FC236}">
                  <ns2:creationId id="{E1CBBA88-C6BA-C799-EE3B-E7FD6D8ED83F}"/>
                </a:ext>
              </a:extLst>
            </p:cNvPr>
            <p:cNvCxnSpPr>
              <a:cxnSpLocks/>
              <a:stCxn id="40" idx="3"/>
              <a:endCxn id="43" idx="1"/>
            </p:cNvCxnSpPr>
            <p:nvPr/>
          </p:nvCxnSpPr>
          <p:spPr>
            <a:xfrm flipV="1">
              <a:off x="5291381" y="2589887"/>
              <a:ext cx="276636" cy="12978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コネクタ: カギ線 104">
              <a:extLst>
                <a:ext uri="{FF2B5EF4-FFF2-40B4-BE49-F238E27FC236}">
                  <ns2:creationId id="{509F001D-EFCC-7697-BA11-6B7AC745FBEA}"/>
                </a:ext>
              </a:extLst>
            </p:cNvPr>
            <p:cNvCxnSpPr>
              <a:cxnSpLocks/>
              <a:stCxn id="43" idx="3"/>
              <a:endCxn id="46" idx="1"/>
            </p:cNvCxnSpPr>
            <p:nvPr/>
          </p:nvCxnSpPr>
          <p:spPr>
            <a:xfrm flipV="1">
              <a:off x="7268292" y="2460100"/>
              <a:ext cx="340359" cy="129787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FC541C79-6596-9F41-0C17-1CD8E7E7BBB9}"/>
                </a:ext>
              </a:extLst>
            </p:cNvPr>
            <p:cNvCxnSpPr>
              <a:cxnSpLocks/>
              <a:endCxn id="40" idx="1"/>
            </p:cNvCxnSpPr>
            <p:nvPr/>
          </p:nvCxnSpPr>
          <p:spPr>
            <a:xfrm>
              <a:off x="3449820" y="2715670"/>
              <a:ext cx="141286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970D3B7D-D27F-D1BD-B3EE-4EB27274AF58}"/>
                </a:ext>
              </a:extLst>
            </p:cNvPr>
            <p:cNvCxnSpPr>
              <a:cxnSpLocks/>
              <a:stCxn id="46" idx="3"/>
            </p:cNvCxnSpPr>
            <p:nvPr/>
          </p:nvCxnSpPr>
          <p:spPr>
            <a:xfrm flipV="1">
              <a:off x="9308926" y="2448970"/>
              <a:ext cx="117410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" name="コネクタ: カギ線 98">
            <a:extLst>
              <a:ext uri="{FF2B5EF4-FFF2-40B4-BE49-F238E27FC236}">
                <ns2:creationId id="{B5DFF1A7-223F-B478-C4C3-DA2A64054783}"/>
              </a:ext>
            </a:extLst>
          </p:cNvPr>
          <p:cNvCxnSpPr>
            <a:cxnSpLocks/>
            <a:stCxn id="18" idx="3"/>
            <a:endCxn id="37" idx="1"/>
          </p:cNvCxnSpPr>
          <p:nvPr/>
        </p:nvCxnSpPr>
        <p:spPr>
          <a:xfrm>
            <a:off x="2757391" y="3181509"/>
            <a:ext cx="1504720" cy="209722"/>
          </a:xfrm>
          <a:prstGeom prst="bentConnector3">
            <a:avLst>
              <a:gd name="adj1" fmla="val 50000"/>
            </a:avLst>
          </a:prstGeom>
          <a:ln w="381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コネクタ: カギ線 98">
            <a:extLst>
              <a:ext uri="{FF2B5EF4-FFF2-40B4-BE49-F238E27FC236}">
                <ns2:creationId id="{B5DFF1A7-223F-B478-C4C3-DA2A64054783}"/>
              </a:ext>
            </a:extLst>
          </p:cNvPr>
          <p:cNvCxnSpPr>
            <a:cxnSpLocks/>
            <a:stCxn id="32" idx="6"/>
          </p:cNvCxnSpPr>
          <p:nvPr/>
        </p:nvCxnSpPr>
        <p:spPr>
          <a:xfrm flipV="1">
            <a:off x="5765595" y="3544629"/>
            <a:ext cx="374540" cy="341055"/>
          </a:xfrm>
          <a:prstGeom prst="bentConnector3">
            <a:avLst>
              <a:gd name="adj1" fmla="val 50000"/>
            </a:avLst>
          </a:prstGeom>
          <a:ln w="381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正方形/長方形 105"/>
          <p:cNvSpPr/>
          <p:nvPr/>
        </p:nvSpPr>
        <p:spPr>
          <a:xfrm>
            <a:off x="4384739" y="5290555"/>
            <a:ext cx="1525535" cy="9403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200"/>
          </a:p>
        </p:txBody>
      </p:sp>
      <p:sp>
        <p:nvSpPr>
          <p:cNvPr id="107" name="正方形/長方形 106">
            <a:extLst>
              <a:ext uri="{FF2B5EF4-FFF2-40B4-BE49-F238E27FC236}">
                <ns2:creationId id="{1281CCE7-918C-FB1E-66DF-DC6F9EFC0C24}"/>
              </a:ext>
            </a:extLst>
          </p:cNvPr>
          <p:cNvSpPr/>
          <p:nvPr/>
        </p:nvSpPr>
        <p:spPr>
          <a:xfrm>
            <a:off x="353360" y="4718116"/>
            <a:ext cx="3222694" cy="653356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0" rIns="0" bIns="36000" rtlCol="0" anchor="ctr"/>
          <a:lstStyle/>
          <a:p>
            <a:pPr algn="ctr"/>
            <a:r>
              <a: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ns2:creationId id="{1CB6383B-DD17-DD90-B5F1-8315AFB987AC}"/>
              </a:ext>
            </a:extLst>
          </p:cNvPr>
          <p:cNvSpPr/>
          <p:nvPr/>
        </p:nvSpPr>
        <p:spPr>
          <a:xfrm>
            <a:off x="353360" y="5437522"/>
            <a:ext cx="3222694" cy="89585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0" rIns="0" bIns="36000" rtlCol="0" anchor="ctr"/>
          <a:lstStyle/>
          <a:p>
            <a:pPr algn="ctr"/>
            <a:r>
              <a: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正方形/長方形 108">
            <a:extLst>
              <a:ext uri="{FF2B5EF4-FFF2-40B4-BE49-F238E27FC236}">
                <ns2:creationId id="{1659DCC9-2D0D-2237-DF36-95F8A240A168}"/>
              </a:ext>
            </a:extLst>
          </p:cNvPr>
          <p:cNvSpPr/>
          <p:nvPr/>
        </p:nvSpPr>
        <p:spPr>
          <a:xfrm>
            <a:off x="3600456" y="4731364"/>
            <a:ext cx="5160923" cy="6334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kumimoji="1"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Bef>
                <a:spcPts val="300"/>
              </a:spcBef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ns2:creationId id="{026EDA0B-CCE7-8A1D-A524-8AD873601E54}"/>
              </a:ext>
            </a:extLst>
          </p:cNvPr>
          <p:cNvSpPr/>
          <p:nvPr/>
        </p:nvSpPr>
        <p:spPr>
          <a:xfrm>
            <a:off x="3600457" y="5233664"/>
            <a:ext cx="4758846" cy="1099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171450" indent="-171450">
              <a:spcBef>
                <a:spcPts val="300"/>
              </a:spcBef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(=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spcBef>
                <a:spcPts val="300"/>
              </a:spcBef>
              <a:buClr>
                <a:srgbClr val="008000"/>
              </a:buClr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baseline="-25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11" name="グループ化 110">
            <a:extLst>
              <a:ext uri="{FF2B5EF4-FFF2-40B4-BE49-F238E27FC236}">
                <ns2:creationId id="{4ECE9A84-E843-D89E-F582-27E153112FD9}"/>
              </a:ext>
            </a:extLst>
          </p:cNvPr>
          <p:cNvGrpSpPr/>
          <p:nvPr/>
        </p:nvGrpSpPr>
        <p:grpSpPr>
          <a:xfrm>
            <a:off x="411724" y="4447465"/>
            <a:ext cx="3562084" cy="252000"/>
            <a:chOff x="464006" y="4208811"/>
            <a:chExt cx="3562084" cy="252000"/>
          </a:xfrm>
        </p:grpSpPr>
        <p:sp>
          <p:nvSpPr>
            <p:cNvPr id="114" name="正方形/長方形 113">
              <a:extLst>
                <a:ext uri="{FF2B5EF4-FFF2-40B4-BE49-F238E27FC236}">
                  <ns2:creationId id="{151B164D-6EFC-EB82-D3C2-55A0843387ED}"/>
                </a:ext>
              </a:extLst>
            </p:cNvPr>
            <p:cNvSpPr/>
            <p:nvPr/>
          </p:nvSpPr>
          <p:spPr>
            <a:xfrm>
              <a:off x="688921" y="4240499"/>
              <a:ext cx="3337169" cy="1922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5" name="グラフィックス 147" descr="ブロックチェーン 単色塗りつぶし">
              <a:extLst>
                <a:ext uri="{FF2B5EF4-FFF2-40B4-BE49-F238E27FC236}">
                  <ns2:creationId id="{6A657C48-4AB4-DD2C-72E0-0255CF42C45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3:useLocalDpi val="0"/>
                </a:ex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64006" y="4208811"/>
              <a:ext cx="252000" cy="252000"/>
            </a:xfrm>
            <a:prstGeom prst="rect">
              <a:avLst/>
            </a:prstGeom>
          </p:spPr>
        </p:pic>
      </p:grpSp>
      <p:pic>
        <p:nvPicPr>
          <p:cNvPr id="112" name="グラフィックス 151" descr="電球と歯車 単色塗りつぶし">
            <a:extLst>
              <a:ext uri="{FF2B5EF4-FFF2-40B4-BE49-F238E27FC236}">
                <ns2:creationId id="{A33DC9A8-718A-4546-43BA-2511B1D6AB4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10"/>
              </a:ext>
            </a:extLst>
          </a:blip>
          <a:stretch>
            <a:fillRect/>
          </a:stretch>
        </p:blipFill>
        <p:spPr>
          <a:xfrm>
            <a:off x="1802707" y="4764907"/>
            <a:ext cx="324000" cy="324000"/>
          </a:xfrm>
          <a:prstGeom prst="rect">
            <a:avLst/>
          </a:prstGeom>
        </p:spPr>
      </p:pic>
      <p:pic>
        <p:nvPicPr>
          <p:cNvPr id="113" name="グラフィックス 153" descr="筋骨たくましい腕 単色塗りつぶし">
            <a:extLst>
              <a:ext uri="{FF2B5EF4-FFF2-40B4-BE49-F238E27FC236}">
                <ns2:creationId id="{77D6EBDC-A644-B7BE-46D6-99A2DBABC454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11"/>
              </a:ext>
            </a:extLst>
          </a:blip>
          <a:srcRect/>
          <a:stretch/>
        </p:blipFill>
        <p:spPr>
          <a:xfrm>
            <a:off x="1794345" y="5553455"/>
            <a:ext cx="324000" cy="324000"/>
          </a:xfrm>
          <a:prstGeom prst="rect">
            <a:avLst/>
          </a:prstGeom>
        </p:spPr>
      </p:pic>
      <p:cxnSp>
        <p:nvCxnSpPr>
          <p:cNvPr id="122" name="コネクタ: カギ線 98">
            <a:extLst>
              <a:ext uri="{FF2B5EF4-FFF2-40B4-BE49-F238E27FC236}">
                <ns2:creationId id="{B5DFF1A7-223F-B478-C4C3-DA2A64054783}"/>
              </a:ext>
            </a:extLst>
          </p:cNvPr>
          <p:cNvCxnSpPr>
            <a:cxnSpLocks/>
            <a:stCxn id="41" idx="3"/>
            <a:endCxn id="114" idx="3"/>
          </p:cNvCxnSpPr>
          <p:nvPr/>
        </p:nvCxnSpPr>
        <p:spPr>
          <a:xfrm flipH="1">
            <a:off x="3973808" y="3601562"/>
            <a:ext cx="3851424" cy="973719"/>
          </a:xfrm>
          <a:prstGeom prst="bentConnector3">
            <a:avLst>
              <a:gd name="adj1" fmla="val -5935"/>
            </a:avLst>
          </a:prstGeom>
          <a:ln w="381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グラフィックス 136" descr="的中 単色塗りつぶし">
            <a:extLst>
              <a:ext uri="{FF2B5EF4-FFF2-40B4-BE49-F238E27FC236}">
                <ns2:creationId id="{49A10FAC-AD81-B4DB-1447-1EFFBAC0D688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12"/>
              </a:ext>
            </a:extLst>
          </a:blip>
          <a:stretch>
            <a:fillRect/>
          </a:stretch>
        </p:blipFill>
        <p:spPr>
          <a:xfrm>
            <a:off x="3240456" y="3504017"/>
            <a:ext cx="360000" cy="360000"/>
          </a:xfrm>
          <a:prstGeom prst="rect">
            <a:avLst/>
          </a:prstGeom>
        </p:spPr>
      </p:pic>
      <p:sp>
        <p:nvSpPr>
          <p:cNvPr id="67" name="正方形/長方形 66"/>
          <p:cNvSpPr/>
          <p:nvPr/>
        </p:nvSpPr>
        <p:spPr>
          <a:xfrm>
            <a:off x="8383706" y="5311258"/>
            <a:ext cx="32372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49263" indent="-228600">
              <a:spcBef>
                <a:spcPts val="300"/>
              </a:spcBef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538163" indent="-228600">
              <a:buFont typeface="+mj-ea"/>
              <a:buAutoNum type="circleNumDbPlain"/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538163" indent="-228600">
              <a:buFont typeface="+mj-ea"/>
              <a:buAutoNum type="circleNumDbPlain"/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538163" indent="-228600">
              <a:buFont typeface="+mj-ea"/>
              <a:buAutoNum type="circleNumDbPlain"/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baseline="-25000" dirty="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68" name="二等辺三角形 67"/>
          <p:cNvSpPr/>
          <p:nvPr/>
        </p:nvSpPr>
        <p:spPr>
          <a:xfrm rot="5400000">
            <a:off x="7927522" y="5612583"/>
            <a:ext cx="810639" cy="296282"/>
          </a:xfrm>
          <a:prstGeom prst="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右中かっこ 71"/>
          <p:cNvSpPr/>
          <p:nvPr/>
        </p:nvSpPr>
        <p:spPr>
          <a:xfrm>
            <a:off x="8638164" y="4852161"/>
            <a:ext cx="129702" cy="296349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/>
          <p:cNvSpPr txBox="1"/>
          <p:nvPr/>
        </p:nvSpPr>
        <p:spPr>
          <a:xfrm>
            <a:off x="8878111" y="4852161"/>
            <a:ext cx="2671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4239186701"/>
      </p:ext>
    </p:extLst>
  </p:cSld>
  <p:clrMapOvr>
    <a:masterClrMapping/>
  </p:clrMapOvr>
</p:sld>
</file>

<file path=ppt/slides/slide94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5" cy="735201"/>
          </a:xfrm>
        </p:spPr>
        <p:txBody>
          <a:bodyPr>
            <a:noAutofit/>
          </a:bodyPr>
          <a:lstStyle/>
          <a:p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kumimoji="1" lang="ja-JP" altLang="en-US" sz="1800" dirty="0"/>
              <a:t>XX</a:t>
            </a:r>
          </a:p>
        </p:txBody>
      </p:sp>
      <p:sp>
        <p:nvSpPr>
          <p:cNvPr id="8" name="楕円 29">
            <a:extLst>
              <a:ext uri="{FF2B5EF4-FFF2-40B4-BE49-F238E27FC236}">
                <ns2:creationId id="{95049AD6-31ED-4158-8890-A54458A3FEBA}"/>
              </a:ext>
            </a:extLst>
          </p:cNvPr>
          <p:cNvSpPr/>
          <p:nvPr/>
        </p:nvSpPr>
        <p:spPr>
          <a:xfrm>
            <a:off x="2582167" y="2979961"/>
            <a:ext cx="906820" cy="5491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sz="120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16" name="直線コネクタ 15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2365127" y="2378787"/>
            <a:ext cx="217040" cy="87575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ns2:creationId id="{A041F445-EE0F-4B0C-80C6-195D2F515798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2365127" y="2891309"/>
            <a:ext cx="217040" cy="36323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 flipV="1">
            <a:off x="2356525" y="3254545"/>
            <a:ext cx="225642" cy="14928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コネクタ 54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54" idx="3"/>
            <a:endCxn id="8" idx="1"/>
          </p:cNvCxnSpPr>
          <p:nvPr/>
        </p:nvCxnSpPr>
        <p:spPr>
          <a:xfrm flipV="1">
            <a:off x="2352578" y="3254545"/>
            <a:ext cx="229589" cy="66180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楕円 29">
            <a:extLst>
              <a:ext uri="{FF2B5EF4-FFF2-40B4-BE49-F238E27FC236}">
                <ns2:creationId id="{95049AD6-31ED-4158-8890-A54458A3FEBA}"/>
              </a:ext>
            </a:extLst>
          </p:cNvPr>
          <p:cNvSpPr/>
          <p:nvPr/>
        </p:nvSpPr>
        <p:spPr>
          <a:xfrm>
            <a:off x="2582167" y="5113803"/>
            <a:ext cx="906820" cy="5491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sz="120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83" name="直線コネクタ 82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79" idx="3"/>
            <a:endCxn id="80" idx="1"/>
          </p:cNvCxnSpPr>
          <p:nvPr/>
        </p:nvCxnSpPr>
        <p:spPr>
          <a:xfrm>
            <a:off x="2365127" y="4578390"/>
            <a:ext cx="217040" cy="80999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ns2:creationId id="{A041F445-EE0F-4B0C-80C6-195D2F515798}"/>
              </a:ext>
            </a:extLst>
          </p:cNvPr>
          <p:cNvCxnSpPr>
            <a:cxnSpLocks/>
            <a:stCxn id="82" idx="3"/>
            <a:endCxn id="80" idx="1"/>
          </p:cNvCxnSpPr>
          <p:nvPr/>
        </p:nvCxnSpPr>
        <p:spPr>
          <a:xfrm>
            <a:off x="2365127" y="5090913"/>
            <a:ext cx="217040" cy="29747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81" idx="3"/>
            <a:endCxn id="80" idx="1"/>
          </p:cNvCxnSpPr>
          <p:nvPr/>
        </p:nvCxnSpPr>
        <p:spPr>
          <a:xfrm flipV="1">
            <a:off x="2356525" y="5388387"/>
            <a:ext cx="225642" cy="21504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8" name="グループ化 137"/>
          <p:cNvGrpSpPr/>
          <p:nvPr/>
        </p:nvGrpSpPr>
        <p:grpSpPr>
          <a:xfrm>
            <a:off x="330604" y="2185108"/>
            <a:ext cx="2034523" cy="4124529"/>
            <a:chOff x="330604" y="2185108"/>
            <a:chExt cx="2534297" cy="4124529"/>
          </a:xfrm>
        </p:grpSpPr>
        <p:sp>
          <p:nvSpPr>
            <p:cNvPr id="6" name="楕円 27">
              <a:extLst>
                <a:ext uri="{FF2B5EF4-FFF2-40B4-BE49-F238E27FC236}">
                  <ns2:creationId id="{3B697711-A4F1-43E1-B572-70CB465F6D16}"/>
                </a:ext>
              </a:extLst>
            </p:cNvPr>
            <p:cNvSpPr/>
            <p:nvPr/>
          </p:nvSpPr>
          <p:spPr>
            <a:xfrm>
              <a:off x="334962" y="2185108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5520" y="3210154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楕円 38">
              <a:extLst>
                <a:ext uri="{FF2B5EF4-FFF2-40B4-BE49-F238E27FC236}">
                  <ns2:creationId id="{0DCA057B-A15F-4F95-9BBB-D5A2976C10E7}"/>
                </a:ext>
              </a:extLst>
            </p:cNvPr>
            <p:cNvSpPr/>
            <p:nvPr/>
          </p:nvSpPr>
          <p:spPr>
            <a:xfrm>
              <a:off x="334962" y="2697630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0604" y="3722675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楕円 27">
              <a:extLst>
                <a:ext uri="{FF2B5EF4-FFF2-40B4-BE49-F238E27FC236}">
                  <ns2:creationId id="{3B697711-A4F1-43E1-B572-70CB465F6D16}"/>
                </a:ext>
              </a:extLst>
            </p:cNvPr>
            <p:cNvSpPr/>
            <p:nvPr/>
          </p:nvSpPr>
          <p:spPr>
            <a:xfrm>
              <a:off x="334962" y="4384711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5520" y="5409757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楕円 38">
              <a:extLst>
                <a:ext uri="{FF2B5EF4-FFF2-40B4-BE49-F238E27FC236}">
                  <ns2:creationId id="{0DCA057B-A15F-4F95-9BBB-D5A2976C10E7}"/>
                </a:ext>
              </a:extLst>
            </p:cNvPr>
            <p:cNvSpPr/>
            <p:nvPr/>
          </p:nvSpPr>
          <p:spPr>
            <a:xfrm>
              <a:off x="334962" y="4897234"/>
              <a:ext cx="2529939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楕円 36">
              <a:extLst>
                <a:ext uri="{FF2B5EF4-FFF2-40B4-BE49-F238E27FC236}">
                  <ns2:creationId id="{D51E8757-59EB-4695-AC64-9B943C6D4404}"/>
                </a:ext>
              </a:extLst>
            </p:cNvPr>
            <p:cNvSpPr/>
            <p:nvPr/>
          </p:nvSpPr>
          <p:spPr>
            <a:xfrm>
              <a:off x="330604" y="5922279"/>
              <a:ext cx="2518665" cy="38735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 dirty="0">
                  <a:solidFill>
                    <a:schemeClr val="accent6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b="1" dirty="0">
                <a:solidFill>
                  <a:schemeClr val="accent6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87" name="直線コネクタ 86">
            <a:extLst>
              <a:ext uri="{FF2B5EF4-FFF2-40B4-BE49-F238E27FC236}">
                <ns2:creationId id="{309B5236-EB7B-456C-A821-A3E176D0429C}"/>
              </a:ext>
            </a:extLst>
          </p:cNvPr>
          <p:cNvCxnSpPr>
            <a:cxnSpLocks/>
            <a:stCxn id="86" idx="3"/>
            <a:endCxn id="80" idx="1"/>
          </p:cNvCxnSpPr>
          <p:nvPr/>
        </p:nvCxnSpPr>
        <p:spPr>
          <a:xfrm flipV="1">
            <a:off x="2352578" y="5388387"/>
            <a:ext cx="229589" cy="727571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楕円 29">
            <a:extLst>
              <a:ext uri="{FF2B5EF4-FFF2-40B4-BE49-F238E27FC236}">
                <ns2:creationId id="{95049AD6-31ED-4158-8890-A54458A3FEBA}"/>
              </a:ext>
            </a:extLst>
          </p:cNvPr>
          <p:cNvSpPr/>
          <p:nvPr/>
        </p:nvSpPr>
        <p:spPr>
          <a:xfrm>
            <a:off x="3764384" y="4110033"/>
            <a:ext cx="1227600" cy="54916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ja-JP" altLang="en-US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63" name="直線コネクタ 62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8" idx="3"/>
            <a:endCxn id="62" idx="1"/>
          </p:cNvCxnSpPr>
          <p:nvPr/>
        </p:nvCxnSpPr>
        <p:spPr>
          <a:xfrm>
            <a:off x="3488987" y="3254545"/>
            <a:ext cx="275397" cy="1130072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>
            <a:extLst>
              <a:ext uri="{FF2B5EF4-FFF2-40B4-BE49-F238E27FC236}">
                <ns2:creationId id="{5DC5CA48-8512-4ED1-A5FA-F14DBA4C8B1E}"/>
              </a:ext>
            </a:extLst>
          </p:cNvPr>
          <p:cNvCxnSpPr>
            <a:cxnSpLocks/>
            <a:stCxn id="80" idx="3"/>
            <a:endCxn id="62" idx="1"/>
          </p:cNvCxnSpPr>
          <p:nvPr/>
        </p:nvCxnSpPr>
        <p:spPr>
          <a:xfrm flipV="1">
            <a:off x="3488987" y="4384617"/>
            <a:ext cx="275397" cy="100377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テキスト ボックス 73">
            <a:extLst>
              <a:ext uri="{FF2B5EF4-FFF2-40B4-BE49-F238E27FC236}">
                <ns2:creationId id="{3BD4EB6A-49A3-0187-4422-356958A8235D}"/>
              </a:ext>
            </a:extLst>
          </p:cNvPr>
          <p:cNvSpPr txBox="1"/>
          <p:nvPr/>
        </p:nvSpPr>
        <p:spPr>
          <a:xfrm>
            <a:off x="344903" y="1643053"/>
            <a:ext cx="2007676" cy="360000"/>
          </a:xfrm>
          <a:prstGeom prst="rect">
            <a:avLst/>
          </a:prstGeom>
          <a:noFill/>
        </p:spPr>
        <p:txBody>
          <a:bodyPr wrap="square" lIns="396000" tIns="36000" rIns="36000" bIns="36000" rtlCol="0" anchor="b">
            <a:noAutofit/>
          </a:bodyPr>
          <a:lstStyle/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75" name="直線コネクタ 74">
            <a:extLst>
              <a:ext uri="{FF2B5EF4-FFF2-40B4-BE49-F238E27FC236}">
                <ns2:creationId id="{BEE97778-85D1-A677-5E62-033F30C7D74F}"/>
              </a:ext>
            </a:extLst>
          </p:cNvPr>
          <p:cNvCxnSpPr>
            <a:cxnSpLocks/>
          </p:cNvCxnSpPr>
          <p:nvPr/>
        </p:nvCxnSpPr>
        <p:spPr>
          <a:xfrm>
            <a:off x="344902" y="2003053"/>
            <a:ext cx="2007676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グラフィックス 36" descr="コンパス 枠線">
            <a:extLst>
              <a:ext uri="{FF2B5EF4-FFF2-40B4-BE49-F238E27FC236}">
                <ns2:creationId id="{F77C306D-D68E-F4BC-C08C-6A208A835114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5"/>
              </a:ext>
            </a:extLst>
          </a:blip>
          <a:stretch>
            <a:fillRect/>
          </a:stretch>
        </p:blipFill>
        <p:spPr>
          <a:xfrm>
            <a:off x="344902" y="1643053"/>
            <a:ext cx="360000" cy="360000"/>
          </a:xfrm>
          <a:prstGeom prst="rect">
            <a:avLst/>
          </a:prstGeom>
        </p:spPr>
      </p:pic>
      <p:sp>
        <p:nvSpPr>
          <p:cNvPr id="78" name="テキスト ボックス 77">
            <a:extLst>
              <a:ext uri="{FF2B5EF4-FFF2-40B4-BE49-F238E27FC236}">
                <ns2:creationId id="{7ED35E21-4CC6-9FA2-788B-F5BC1083C186}"/>
              </a:ext>
            </a:extLst>
          </p:cNvPr>
          <p:cNvSpPr txBox="1"/>
          <p:nvPr/>
        </p:nvSpPr>
        <p:spPr>
          <a:xfrm>
            <a:off x="7927218" y="1643053"/>
            <a:ext cx="3281313" cy="360000"/>
          </a:xfrm>
          <a:prstGeom prst="rect">
            <a:avLst/>
          </a:prstGeom>
          <a:noFill/>
        </p:spPr>
        <p:txBody>
          <a:bodyPr wrap="square" lIns="396000" tIns="36000" rIns="36000" bIns="36000" rtlCol="0" anchor="b">
            <a:noAutofit/>
          </a:bodyPr>
          <a:lstStyle/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kumimoji="1" lang="ja-JP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88" name="直線コネクタ 87">
            <a:extLst>
              <a:ext uri="{FF2B5EF4-FFF2-40B4-BE49-F238E27FC236}">
                <ns2:creationId id="{080C7B0F-28DC-57A4-ABAE-1C19B45E8334}"/>
              </a:ext>
            </a:extLst>
          </p:cNvPr>
          <p:cNvCxnSpPr>
            <a:cxnSpLocks/>
          </p:cNvCxnSpPr>
          <p:nvPr/>
        </p:nvCxnSpPr>
        <p:spPr>
          <a:xfrm>
            <a:off x="7927219" y="2003053"/>
            <a:ext cx="3281313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9" name="グラフィックス 37" descr="電球と鉛筆 枠線">
            <a:extLst>
              <a:ext uri="{FF2B5EF4-FFF2-40B4-BE49-F238E27FC236}">
                <ns2:creationId id="{AF6FE9BB-2319-5C02-DA2A-7BEB72AC9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7927219" y="1643053"/>
            <a:ext cx="360000" cy="360000"/>
          </a:xfrm>
          <a:prstGeom prst="rect">
            <a:avLst/>
          </a:prstGeom>
        </p:spPr>
      </p:pic>
      <p:grpSp>
        <p:nvGrpSpPr>
          <p:cNvPr id="90" name="グループ化 89">
            <a:extLst>
              <a:ext uri="{FF2B5EF4-FFF2-40B4-BE49-F238E27FC236}">
                <ns2:creationId id="{9ED229F9-D3B9-58A2-0C7F-D0379728E737}"/>
              </a:ext>
            </a:extLst>
          </p:cNvPr>
          <p:cNvGrpSpPr/>
          <p:nvPr/>
        </p:nvGrpSpPr>
        <p:grpSpPr>
          <a:xfrm>
            <a:off x="5301917" y="1643053"/>
            <a:ext cx="2402389" cy="360000"/>
            <a:chOff x="6547357" y="1643053"/>
            <a:chExt cx="2520000" cy="360000"/>
          </a:xfrm>
        </p:grpSpPr>
        <p:sp>
          <p:nvSpPr>
            <p:cNvPr id="91" name="テキスト ボックス 90">
              <a:extLst>
                <a:ext uri="{FF2B5EF4-FFF2-40B4-BE49-F238E27FC236}">
                  <ns2:creationId id="{FA9D857A-36F8-1617-3441-1599C383FE50}"/>
                </a:ext>
              </a:extLst>
            </p:cNvPr>
            <p:cNvSpPr txBox="1"/>
            <p:nvPr/>
          </p:nvSpPr>
          <p:spPr>
            <a:xfrm>
              <a:off x="6547357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2" name="直線コネクタ 91">
              <a:extLst>
                <a:ext uri="{FF2B5EF4-FFF2-40B4-BE49-F238E27FC236}">
                  <ns2:creationId id="{F9E22A22-8112-DC65-005B-1BA05B3E5DC6}"/>
                </a:ext>
              </a:extLst>
            </p:cNvPr>
            <p:cNvCxnSpPr>
              <a:cxnSpLocks/>
            </p:cNvCxnSpPr>
            <p:nvPr/>
          </p:nvCxnSpPr>
          <p:spPr>
            <a:xfrm>
              <a:off x="6547357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3" name="グラフィックス 38" descr="クリップボード 枠線">
              <a:extLst>
                <a:ext uri="{FF2B5EF4-FFF2-40B4-BE49-F238E27FC236}">
                  <ns2:creationId id="{ABE372F9-5048-10B0-E8F9-1E114B5658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6547357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171" name="グループ化 170"/>
          <p:cNvGrpSpPr/>
          <p:nvPr/>
        </p:nvGrpSpPr>
        <p:grpSpPr>
          <a:xfrm>
            <a:off x="2638444" y="1643053"/>
            <a:ext cx="2355088" cy="360000"/>
            <a:chOff x="2638444" y="1643053"/>
            <a:chExt cx="2813454" cy="360000"/>
          </a:xfrm>
        </p:grpSpPr>
        <p:sp>
          <p:nvSpPr>
            <p:cNvPr id="95" name="テキスト ボックス 94">
              <a:extLst>
                <a:ext uri="{FF2B5EF4-FFF2-40B4-BE49-F238E27FC236}">
                  <ns2:creationId id="{7F0A07F5-82A6-41E8-B891-626E101A83BC}"/>
                </a:ext>
              </a:extLst>
            </p:cNvPr>
            <p:cNvSpPr txBox="1"/>
            <p:nvPr/>
          </p:nvSpPr>
          <p:spPr>
            <a:xfrm>
              <a:off x="2871356" y="1643053"/>
              <a:ext cx="2580542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6" name="直線コネクタ 95">
              <a:extLst>
                <a:ext uri="{FF2B5EF4-FFF2-40B4-BE49-F238E27FC236}">
                  <ns2:creationId id="{F7F0C8E4-698C-106B-770C-8F6B3FC30DAC}"/>
                </a:ext>
              </a:extLst>
            </p:cNvPr>
            <p:cNvCxnSpPr>
              <a:cxnSpLocks/>
            </p:cNvCxnSpPr>
            <p:nvPr/>
          </p:nvCxnSpPr>
          <p:spPr>
            <a:xfrm>
              <a:off x="2638444" y="2003053"/>
              <a:ext cx="2813453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7" name="グラフィックス 39" descr="リサーチ 枠線">
            <a:extLst>
              <a:ext uri="{FF2B5EF4-FFF2-40B4-BE49-F238E27FC236}">
                <ns2:creationId id="{5990821E-4F0E-4B36-A251-2E31DBB18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8"/>
              </a:ext>
            </a:extLst>
          </a:blip>
          <a:stretch>
            <a:fillRect/>
          </a:stretch>
        </p:blipFill>
        <p:spPr>
          <a:xfrm>
            <a:off x="2638444" y="1643053"/>
            <a:ext cx="360000" cy="360000"/>
          </a:xfrm>
          <a:prstGeom prst="rect">
            <a:avLst/>
          </a:prstGeom>
        </p:spPr>
      </p:pic>
      <p:sp>
        <p:nvSpPr>
          <p:cNvPr id="98" name="正方形/長方形 97">
            <a:extLst>
              <a:ext uri="{FF2B5EF4-FFF2-40B4-BE49-F238E27FC236}">
                <ns2:creationId id="{D1717A28-AD0B-3A69-A8A7-04AF9AC9B2F5}"/>
              </a:ext>
            </a:extLst>
          </p:cNvPr>
          <p:cNvSpPr/>
          <p:nvPr/>
        </p:nvSpPr>
        <p:spPr>
          <a:xfrm>
            <a:off x="5681795" y="2072381"/>
            <a:ext cx="1938205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9" name="正方形/長方形 98">
            <a:extLst>
              <a:ext uri="{FF2B5EF4-FFF2-40B4-BE49-F238E27FC236}">
                <ns2:creationId id="{3D13EA09-171B-E977-C70B-A5745E439B0C}"/>
              </a:ext>
            </a:extLst>
          </p:cNvPr>
          <p:cNvSpPr/>
          <p:nvPr/>
        </p:nvSpPr>
        <p:spPr>
          <a:xfrm>
            <a:off x="5681795" y="4334276"/>
            <a:ext cx="1938205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21" name="グループ化 120">
            <a:extLst>
              <a:ext uri="{FF2B5EF4-FFF2-40B4-BE49-F238E27FC236}">
                <ns2:creationId id="{1C96DC95-2BB0-EFD8-A1F9-D9C8D22BB190}"/>
              </a:ext>
            </a:extLst>
          </p:cNvPr>
          <p:cNvGrpSpPr/>
          <p:nvPr/>
        </p:nvGrpSpPr>
        <p:grpSpPr>
          <a:xfrm>
            <a:off x="5301917" y="4334276"/>
            <a:ext cx="360000" cy="1980000"/>
            <a:chOff x="6547357" y="4334276"/>
            <a:chExt cx="360000" cy="1980000"/>
          </a:xfrm>
        </p:grpSpPr>
        <p:sp>
          <p:nvSpPr>
            <p:cNvPr id="122" name="四角形: 角を丸くする 54">
              <a:extLst>
                <a:ext uri="{FF2B5EF4-FFF2-40B4-BE49-F238E27FC236}">
                  <ns2:creationId id="{DCA2CF61-1633-37EE-E0DC-06D7EF076DF1}"/>
                </a:ext>
              </a:extLst>
            </p:cNvPr>
            <p:cNvSpPr/>
            <p:nvPr/>
          </p:nvSpPr>
          <p:spPr>
            <a:xfrm>
              <a:off x="6547357" y="4334276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23" name="グラフィックス 137" descr="ダウンロード 単色塗りつぶし">
              <a:extLst>
                <a:ext uri="{FF2B5EF4-FFF2-40B4-BE49-F238E27FC236}">
                  <ns2:creationId id="{A8CE44C4-56DD-F0EC-9E83-347A20C3B9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6547357" y="4632450"/>
              <a:ext cx="360000" cy="360000"/>
            </a:xfrm>
            <a:prstGeom prst="rect">
              <a:avLst/>
            </a:prstGeom>
          </p:spPr>
        </p:pic>
      </p:grpSp>
      <p:grpSp>
        <p:nvGrpSpPr>
          <p:cNvPr id="124" name="グループ化 123">
            <a:extLst>
              <a:ext uri="{FF2B5EF4-FFF2-40B4-BE49-F238E27FC236}">
                <ns2:creationId id="{7EFC3EE8-78C0-88D2-AFC7-59E8D4D15A93}"/>
              </a:ext>
            </a:extLst>
          </p:cNvPr>
          <p:cNvGrpSpPr/>
          <p:nvPr/>
        </p:nvGrpSpPr>
        <p:grpSpPr>
          <a:xfrm>
            <a:off x="5301917" y="2072381"/>
            <a:ext cx="369939" cy="1980000"/>
            <a:chOff x="6547357" y="2072381"/>
            <a:chExt cx="369939" cy="1980000"/>
          </a:xfrm>
        </p:grpSpPr>
        <p:sp>
          <p:nvSpPr>
            <p:cNvPr id="125" name="四角形: 角を丸くする 51">
              <a:extLst>
                <a:ext uri="{FF2B5EF4-FFF2-40B4-BE49-F238E27FC236}">
                  <ns2:creationId id="{BF01A078-34B4-96A6-D29F-9BDE45F5CC28}"/>
                </a:ext>
              </a:extLst>
            </p:cNvPr>
            <p:cNvSpPr/>
            <p:nvPr/>
          </p:nvSpPr>
          <p:spPr>
            <a:xfrm>
              <a:off x="6547357" y="2072381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26" name="グラフィックス 138" descr="共有 単色塗りつぶし">
              <a:extLst>
                <a:ext uri="{FF2B5EF4-FFF2-40B4-BE49-F238E27FC236}">
                  <ns2:creationId id="{3E8247E8-B520-8AE6-25EF-A6A0403530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6557296" y="2370555"/>
              <a:ext cx="360000" cy="360000"/>
            </a:xfrm>
            <a:prstGeom prst="rect">
              <a:avLst/>
            </a:prstGeom>
          </p:spPr>
        </p:pic>
      </p:grpSp>
      <p:grpSp>
        <p:nvGrpSpPr>
          <p:cNvPr id="160" name="グループ化 159"/>
          <p:cNvGrpSpPr/>
          <p:nvPr/>
        </p:nvGrpSpPr>
        <p:grpSpPr>
          <a:xfrm>
            <a:off x="7909064" y="2145871"/>
            <a:ext cx="3905557" cy="3710187"/>
            <a:chOff x="8557570" y="2151893"/>
            <a:chExt cx="3309402" cy="4014174"/>
          </a:xfrm>
        </p:grpSpPr>
        <p:grpSp>
          <p:nvGrpSpPr>
            <p:cNvPr id="153" name="グループ化 152"/>
            <p:cNvGrpSpPr/>
            <p:nvPr/>
          </p:nvGrpSpPr>
          <p:grpSpPr>
            <a:xfrm>
              <a:off x="9406201" y="2151893"/>
              <a:ext cx="360002" cy="2976792"/>
              <a:chOff x="9406201" y="2169325"/>
              <a:chExt cx="360002" cy="3629435"/>
            </a:xfrm>
          </p:grpSpPr>
          <p:sp>
            <p:nvSpPr>
              <p:cNvPr id="101" name="ホームベース 51">
                <a:extLst>
                  <a:ext uri="{FF2B5EF4-FFF2-40B4-BE49-F238E27FC236}">
                    <ns2:creationId id="{57F1E4FC-1BD5-D6E5-7206-A3F8D1F498A4}"/>
                  </a:ext>
                </a:extLst>
              </p:cNvPr>
              <p:cNvSpPr/>
              <p:nvPr/>
            </p:nvSpPr>
            <p:spPr>
              <a:xfrm rot="5400000">
                <a:off x="9036060" y="2539466"/>
                <a:ext cx="1100282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4" name="山形 52">
                <a:extLst>
                  <a:ext uri="{FF2B5EF4-FFF2-40B4-BE49-F238E27FC236}">
                    <ns2:creationId id="{8025CCD9-DF5E-469D-676B-BEF870B70D31}"/>
                  </a:ext>
                </a:extLst>
              </p:cNvPr>
              <p:cNvSpPr/>
              <p:nvPr/>
            </p:nvSpPr>
            <p:spPr>
              <a:xfrm rot="5400000">
                <a:off x="8968586" y="3707225"/>
                <a:ext cx="1235231" cy="360000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  <a:alpha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8" name="山形 52">
                <a:extLst>
                  <a:ext uri="{FF2B5EF4-FFF2-40B4-BE49-F238E27FC236}">
                    <ns2:creationId id="{06AA7836-D1CB-E020-DAA2-C32353AB7E01}"/>
                  </a:ext>
                </a:extLst>
              </p:cNvPr>
              <p:cNvSpPr/>
              <p:nvPr/>
            </p:nvSpPr>
            <p:spPr>
              <a:xfrm rot="5400000">
                <a:off x="8939245" y="4971802"/>
                <a:ext cx="1293916" cy="360000"/>
              </a:xfrm>
              <a:prstGeom prst="chevron">
                <a:avLst>
                  <a:gd name="adj" fmla="val 18094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2" name="グループ化 151"/>
            <p:cNvGrpSpPr/>
            <p:nvPr/>
          </p:nvGrpSpPr>
          <p:grpSpPr>
            <a:xfrm>
              <a:off x="9776140" y="2151893"/>
              <a:ext cx="2090832" cy="3891380"/>
              <a:chOff x="9776140" y="1998095"/>
              <a:chExt cx="2090832" cy="4940755"/>
            </a:xfrm>
          </p:grpSpPr>
          <p:sp>
            <p:nvSpPr>
              <p:cNvPr id="110" name="正方形/長方形 109">
                <a:extLst>
                  <a:ext uri="{FF2B5EF4-FFF2-40B4-BE49-F238E27FC236}">
                    <ns2:creationId id="{2450A990-9077-BA7A-FF76-6AB6E9ADF7E6}"/>
                  </a:ext>
                </a:extLst>
              </p:cNvPr>
              <p:cNvSpPr/>
              <p:nvPr/>
            </p:nvSpPr>
            <p:spPr>
              <a:xfrm>
                <a:off x="9776140" y="1998095"/>
                <a:ext cx="2080898" cy="1138567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42E7910D-2F9F-012B-26D8-3E4CF9405219}"/>
                  </a:ext>
                </a:extLst>
              </p:cNvPr>
              <p:cNvSpPr/>
              <p:nvPr/>
            </p:nvSpPr>
            <p:spPr>
              <a:xfrm>
                <a:off x="9776140" y="3143881"/>
                <a:ext cx="2080898" cy="1286316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EAEEB66A-C049-1F5D-5385-08A9010D7AA2}"/>
                  </a:ext>
                </a:extLst>
              </p:cNvPr>
              <p:cNvSpPr/>
              <p:nvPr/>
            </p:nvSpPr>
            <p:spPr>
              <a:xfrm>
                <a:off x="9776140" y="4474741"/>
                <a:ext cx="2080898" cy="1141155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0" name="正方形/長方形 169">
                <a:extLst>
                  <a:ext uri="{FF2B5EF4-FFF2-40B4-BE49-F238E27FC236}">
                    <ns2:creationId id="{EAEEB66A-C049-1F5D-5385-08A9010D7AA2}"/>
                  </a:ext>
                </a:extLst>
              </p:cNvPr>
              <p:cNvSpPr/>
              <p:nvPr/>
            </p:nvSpPr>
            <p:spPr>
              <a:xfrm>
                <a:off x="9786074" y="5557155"/>
                <a:ext cx="2080898" cy="1381695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rIns="0" rtlCol="0" anchor="ctr">
                <a:noAutofit/>
              </a:bodyPr>
              <a:lstStyle/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14" name="ホームベース 51">
              <a:extLst>
                <a:ext uri="{FF2B5EF4-FFF2-40B4-BE49-F238E27FC236}">
                  <ns2:creationId id="{F8E5B6FE-2E3D-0937-E80A-E65EA4EF9A26}"/>
                </a:ext>
              </a:extLst>
            </p:cNvPr>
            <p:cNvSpPr/>
            <p:nvPr/>
          </p:nvSpPr>
          <p:spPr>
            <a:xfrm rot="5400000">
              <a:off x="8212016" y="2929667"/>
              <a:ext cx="1915546" cy="360000"/>
            </a:xfrm>
            <a:prstGeom prst="homePlate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山形 52">
              <a:extLst>
                <a:ext uri="{FF2B5EF4-FFF2-40B4-BE49-F238E27FC236}">
                  <ns2:creationId id="{B274FC5A-AC68-186B-AD9B-5F79113CC3B3}"/>
                </a:ext>
              </a:extLst>
            </p:cNvPr>
            <p:cNvSpPr/>
            <p:nvPr/>
          </p:nvSpPr>
          <p:spPr>
            <a:xfrm rot="5400000">
              <a:off x="8639167" y="4418061"/>
              <a:ext cx="1061247" cy="360000"/>
            </a:xfrm>
            <a:prstGeom prst="chevron">
              <a:avLst>
                <a:gd name="adj" fmla="val 18094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ホームベース 51">
              <a:extLst>
                <a:ext uri="{FF2B5EF4-FFF2-40B4-BE49-F238E27FC236}">
                  <ns2:creationId id="{F8E5B6FE-2E3D-0937-E80A-E65EA4EF9A26}"/>
                </a:ext>
              </a:extLst>
            </p:cNvPr>
            <p:cNvSpPr/>
            <p:nvPr/>
          </p:nvSpPr>
          <p:spPr>
            <a:xfrm rot="5400000">
              <a:off x="6730484" y="3978981"/>
              <a:ext cx="4014172" cy="360000"/>
            </a:xfrm>
            <a:prstGeom prst="homePlate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158" name="山形 52">
            <a:extLst>
              <a:ext uri="{FF2B5EF4-FFF2-40B4-BE49-F238E27FC236}">
                <ns2:creationId id="{B274FC5A-AC68-186B-AD9B-5F79113CC3B3}"/>
              </a:ext>
            </a:extLst>
          </p:cNvPr>
          <p:cNvSpPr/>
          <p:nvPr/>
        </p:nvSpPr>
        <p:spPr>
          <a:xfrm rot="5400000">
            <a:off x="7774799" y="5939489"/>
            <a:ext cx="683317" cy="434913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288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2" name="background">
            <a:extLst>
              <a:ext uri="{FF2B5EF4-FFF2-40B4-BE49-F238E27FC236}">
                <ns2:creationId id="{00E63EEE-AB9E-68FF-8F09-AB4506031505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8836016" y="2072381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background">
            <a:extLst>
              <a:ext uri="{FF2B5EF4-FFF2-40B4-BE49-F238E27FC236}">
                <ns2:creationId id="{739C74AD-6A36-CB5D-279A-BC6F07677A83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8836016" y="2926283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4" name="background">
            <a:extLst>
              <a:ext uri="{FF2B5EF4-FFF2-40B4-BE49-F238E27FC236}">
                <ns2:creationId id="{D341C992-8A00-41CD-C3BC-6436DD630148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8843993" y="3844694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66" name="カギ線コネクタ 165"/>
          <p:cNvCxnSpPr>
            <a:stCxn id="62" idx="3"/>
            <a:endCxn id="125" idx="1"/>
          </p:cNvCxnSpPr>
          <p:nvPr/>
        </p:nvCxnSpPr>
        <p:spPr>
          <a:xfrm flipV="1">
            <a:off x="4991984" y="3062381"/>
            <a:ext cx="309933" cy="132223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カギ線コネクタ 166"/>
          <p:cNvCxnSpPr>
            <a:stCxn id="62" idx="3"/>
            <a:endCxn id="122" idx="1"/>
          </p:cNvCxnSpPr>
          <p:nvPr/>
        </p:nvCxnSpPr>
        <p:spPr>
          <a:xfrm>
            <a:off x="4991984" y="4384617"/>
            <a:ext cx="309933" cy="939659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8616892" y="4658137"/>
            <a:ext cx="485897" cy="974607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7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8616802" y="5125712"/>
            <a:ext cx="486078" cy="974607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8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8616802" y="5589365"/>
            <a:ext cx="486078" cy="974607"/>
          </a:xfrm>
          <a:prstGeom prst="chevron">
            <a:avLst>
              <a:gd name="adj" fmla="val 18094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……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421795434"/>
      </p:ext>
    </p:extLst>
  </p:cSld>
  <p:clrMapOvr>
    <a:masterClrMapping/>
  </p:clrMapOvr>
</p:sld>
</file>

<file path=ppt/slides/slide9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5" cy="714375"/>
          </a:xfrm>
        </p:spPr>
        <p:txBody>
          <a:bodyPr>
            <a:normAutofit/>
          </a:bodyPr>
          <a:lstStyle/>
          <a:p>
            <a:r>
              <a:rPr kumimoji="1" lang="ja-JP" altLang="en-US" sz="1800" dirty="0"/>
              <a:t>XX</a:t>
            </a:r>
            <a:r>
              <a:rPr lang="ja-JP" altLang="en-US" sz="1800" dirty="0"/>
              <a:t>XX</a:t>
            </a:r>
            <a:r>
              <a:rPr kumimoji="1" lang="ja-JP" altLang="en-US" sz="1800" dirty="0"/>
              <a:t>XX</a:t>
            </a:r>
            <a:endParaRPr kumimoji="1" lang="en-US" altLang="ja-JP" sz="1800" dirty="0"/>
          </a:p>
        </p:txBody>
      </p:sp>
      <p:sp>
        <p:nvSpPr>
          <p:cNvPr id="5" name="テキスト ボックス 4">
            <a:extLst>
              <a:ext uri="{FF2B5EF4-FFF2-40B4-BE49-F238E27FC236}">
                <ns2:creationId id="{000EA8DC-1997-F327-18E2-C4628734D218}"/>
              </a:ext>
            </a:extLst>
          </p:cNvPr>
          <p:cNvSpPr txBox="1"/>
          <p:nvPr/>
        </p:nvSpPr>
        <p:spPr>
          <a:xfrm>
            <a:off x="344901" y="2246346"/>
            <a:ext cx="11512137" cy="365768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192926AA-9A3F-40EB-E72B-6C42D42C6D3D}"/>
              </a:ext>
            </a:extLst>
          </p:cNvPr>
          <p:cNvGrpSpPr/>
          <p:nvPr/>
        </p:nvGrpSpPr>
        <p:grpSpPr>
          <a:xfrm>
            <a:off x="500814" y="4818994"/>
            <a:ext cx="2673787" cy="292614"/>
            <a:chOff x="420474" y="3205984"/>
            <a:chExt cx="1296000" cy="144000"/>
          </a:xfrm>
        </p:grpSpPr>
        <p:cxnSp>
          <p:nvCxnSpPr>
            <p:cNvPr id="46" name="直線コネクタ 45">
              <a:extLst>
                <a:ext uri="{FF2B5EF4-FFF2-40B4-BE49-F238E27FC236}">
                  <ns2:creationId id="{27E1ADCB-2C2B-8F2B-A7D0-D2ACC8707881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グループ化 46">
              <a:extLst>
                <a:ext uri="{FF2B5EF4-FFF2-40B4-BE49-F238E27FC236}">
                  <ns2:creationId id="{14561936-0AC4-2E5E-9875-065A09CD4BC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48" name="円/楕円 32">
                <a:extLst>
                  <a:ext uri="{FF2B5EF4-FFF2-40B4-BE49-F238E27FC236}">
                    <ns2:creationId id="{1BF8C42A-8C11-1BBB-5FDA-951105CF8A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9" name="グラフィックス 15" descr="キャレットを下へ 枠線">
                <a:extLst>
                  <a:ext uri="{FF2B5EF4-FFF2-40B4-BE49-F238E27FC236}">
                    <ns2:creationId id="{01B03AFB-9E9F-FB6E-C5D2-14DA4217E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7" name="四角形: 角を丸くする 16">
            <a:extLst>
              <a:ext uri="{FF2B5EF4-FFF2-40B4-BE49-F238E27FC236}">
                <ns2:creationId id="{05A4F564-50A6-F7F0-A238-C003FB753CEB}"/>
              </a:ext>
            </a:extLst>
          </p:cNvPr>
          <p:cNvSpPr/>
          <p:nvPr/>
        </p:nvSpPr>
        <p:spPr>
          <a:xfrm>
            <a:off x="344901" y="1919514"/>
            <a:ext cx="11512137" cy="4389211"/>
          </a:xfrm>
          <a:prstGeom prst="roundRect">
            <a:avLst>
              <a:gd name="adj" fmla="val 2500"/>
            </a:avLst>
          </a:prstGeom>
          <a:noFill/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ns2:creationId id="{406AAB0B-BD58-3A42-2B54-CB7F2ED69C94}"/>
              </a:ext>
            </a:extLst>
          </p:cNvPr>
          <p:cNvSpPr txBox="1"/>
          <p:nvPr/>
        </p:nvSpPr>
        <p:spPr>
          <a:xfrm>
            <a:off x="1552755" y="1643053"/>
            <a:ext cx="7421766" cy="585228"/>
          </a:xfrm>
          <a:prstGeom prst="rect">
            <a:avLst/>
          </a:prstGeom>
          <a:solidFill>
            <a:schemeClr val="bg1"/>
          </a:solidFill>
        </p:spPr>
        <p:txBody>
          <a:bodyPr wrap="square" lIns="324000" tIns="36000" rIns="36000" bIns="36000" rtlCol="0" anchor="ctr">
            <a:noAutofit/>
          </a:bodyPr>
          <a:lstStyle/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tabLst/>
              <a:defRPr/>
            </a:pP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グラフィックス 27" descr="プラグ 枠線">
            <a:extLst>
              <a:ext uri="{FF2B5EF4-FFF2-40B4-BE49-F238E27FC236}">
                <ns2:creationId id="{74269197-EE21-4F4A-B9F3-BCF835F829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 rot="5400000">
            <a:off x="1638241" y="1638580"/>
            <a:ext cx="585228" cy="594175"/>
          </a:xfrm>
          <a:prstGeom prst="rect">
            <a:avLst/>
          </a:prstGeom>
        </p:spPr>
      </p:pic>
      <p:sp>
        <p:nvSpPr>
          <p:cNvPr id="10" name="ホームベース 51">
            <a:extLst>
              <a:ext uri="{FF2B5EF4-FFF2-40B4-BE49-F238E27FC236}">
                <ns2:creationId id="{CDF18676-00CE-F95C-C424-9DA2236433D4}"/>
              </a:ext>
            </a:extLst>
          </p:cNvPr>
          <p:cNvSpPr/>
          <p:nvPr/>
        </p:nvSpPr>
        <p:spPr>
          <a:xfrm>
            <a:off x="500814" y="3263115"/>
            <a:ext cx="2748059" cy="365768"/>
          </a:xfrm>
          <a:prstGeom prst="homePlate">
            <a:avLst>
              <a:gd name="adj" fmla="val 18206"/>
            </a:avLst>
          </a:prstGeom>
          <a:solidFill>
            <a:schemeClr val="bg1">
              <a:lumMod val="50000"/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" name="山形 52">
            <a:extLst>
              <a:ext uri="{FF2B5EF4-FFF2-40B4-BE49-F238E27FC236}">
                <ns2:creationId id="{C66F5D70-1775-E636-6300-61BF3C876F00}"/>
              </a:ext>
            </a:extLst>
          </p:cNvPr>
          <p:cNvSpPr/>
          <p:nvPr/>
        </p:nvSpPr>
        <p:spPr>
          <a:xfrm>
            <a:off x="3325383" y="3263115"/>
            <a:ext cx="2748059" cy="365768"/>
          </a:xfrm>
          <a:prstGeom prst="chevron">
            <a:avLst>
              <a:gd name="adj" fmla="val 18094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" name="山形 53">
            <a:extLst>
              <a:ext uri="{FF2B5EF4-FFF2-40B4-BE49-F238E27FC236}">
                <ns2:creationId id="{81D047FA-E22B-28B0-A25D-FD580967D999}"/>
              </a:ext>
            </a:extLst>
          </p:cNvPr>
          <p:cNvSpPr/>
          <p:nvPr/>
        </p:nvSpPr>
        <p:spPr>
          <a:xfrm>
            <a:off x="6149952" y="3263115"/>
            <a:ext cx="2748059" cy="365768"/>
          </a:xfrm>
          <a:prstGeom prst="chevron">
            <a:avLst>
              <a:gd name="adj" fmla="val 18094"/>
            </a:avLst>
          </a:prstGeom>
          <a:solidFill>
            <a:srgbClr val="0080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山形 53">
            <a:extLst>
              <a:ext uri="{FF2B5EF4-FFF2-40B4-BE49-F238E27FC236}">
                <ns2:creationId id="{00FD17CF-C6D7-C70A-EB01-4B4C4B3C7DBB}"/>
              </a:ext>
            </a:extLst>
          </p:cNvPr>
          <p:cNvSpPr/>
          <p:nvPr/>
        </p:nvSpPr>
        <p:spPr>
          <a:xfrm>
            <a:off x="8974521" y="3263115"/>
            <a:ext cx="2748059" cy="365768"/>
          </a:xfrm>
          <a:prstGeom prst="chevron">
            <a:avLst>
              <a:gd name="adj" fmla="val 18094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462D32E8-4AFB-0A14-3EF4-36E272D41456}"/>
              </a:ext>
            </a:extLst>
          </p:cNvPr>
          <p:cNvSpPr/>
          <p:nvPr/>
        </p:nvSpPr>
        <p:spPr>
          <a:xfrm>
            <a:off x="500814" y="3628882"/>
            <a:ext cx="2673787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6895E9AB-C00C-2E24-282B-DF46088D285F}"/>
              </a:ext>
            </a:extLst>
          </p:cNvPr>
          <p:cNvSpPr/>
          <p:nvPr/>
        </p:nvSpPr>
        <p:spPr>
          <a:xfrm>
            <a:off x="3325383" y="3628882"/>
            <a:ext cx="2673787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2124D4FA-9953-DDEA-1E44-B64378443C08}"/>
              </a:ext>
            </a:extLst>
          </p:cNvPr>
          <p:cNvSpPr/>
          <p:nvPr/>
        </p:nvSpPr>
        <p:spPr>
          <a:xfrm>
            <a:off x="6383985" y="3681972"/>
            <a:ext cx="2380891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2000" tIns="36000" rIns="36000" bIns="36000" rtlCol="0" anchor="ctr">
            <a:no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>
              <a:lnSpc>
                <a:spcPct val="150000"/>
              </a:lnSpc>
              <a:spcAft>
                <a:spcPts val="600"/>
              </a:spcAft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719CB3D-3B10-E078-18D3-85B7EFF17E6B}"/>
              </a:ext>
            </a:extLst>
          </p:cNvPr>
          <p:cNvSpPr/>
          <p:nvPr/>
        </p:nvSpPr>
        <p:spPr>
          <a:xfrm>
            <a:off x="8974521" y="3628882"/>
            <a:ext cx="2673787" cy="117045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background">
            <a:extLst>
              <a:ext uri="{FF2B5EF4-FFF2-40B4-BE49-F238E27FC236}">
                <ns2:creationId id="{495FD08E-4292-3517-758D-1ED8DA70AAF5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1652028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background">
            <a:extLst>
              <a:ext uri="{FF2B5EF4-FFF2-40B4-BE49-F238E27FC236}">
                <ns2:creationId id="{D58B91F9-A324-30B7-3AC6-225CC55EC7C9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4476597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background">
            <a:extLst>
              <a:ext uri="{FF2B5EF4-FFF2-40B4-BE49-F238E27FC236}">
                <ns2:creationId id="{D82663B7-8A0C-9BF9-3B27-8F708FED12AB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10125734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background">
            <a:extLst>
              <a:ext uri="{FF2B5EF4-FFF2-40B4-BE49-F238E27FC236}">
                <ns2:creationId id="{1A27C352-AF12-312B-9EB4-0E6C32A799D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6149952" y="3662976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background">
            <a:extLst>
              <a:ext uri="{FF2B5EF4-FFF2-40B4-BE49-F238E27FC236}">
                <ns2:creationId id="{06000C4F-6E66-0DE8-E961-6EC5EBADA8BC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6149952" y="4100700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background">
            <a:extLst>
              <a:ext uri="{FF2B5EF4-FFF2-40B4-BE49-F238E27FC236}">
                <ns2:creationId id="{3207A15B-3447-A871-DE36-90AB49DB9A30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6149952" y="4538417"/>
            <a:ext cx="371359" cy="365768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ns2:creationId id="{99C4D29A-A810-B102-62F7-5E6F52876218}"/>
              </a:ext>
            </a:extLst>
          </p:cNvPr>
          <p:cNvSpPr/>
          <p:nvPr/>
        </p:nvSpPr>
        <p:spPr>
          <a:xfrm>
            <a:off x="500814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buClr>
                <a:srgbClr val="008000"/>
              </a:buClr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34998C28-BD8C-C14C-EFCF-15EC83F9B2E4}"/>
              </a:ext>
            </a:extLst>
          </p:cNvPr>
          <p:cNvSpPr/>
          <p:nvPr/>
        </p:nvSpPr>
        <p:spPr>
          <a:xfrm>
            <a:off x="3325383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buClr>
                <a:srgbClr val="008000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B9FA296C-AB92-E828-4482-15FB53A0C7D8}"/>
              </a:ext>
            </a:extLst>
          </p:cNvPr>
          <p:cNvSpPr/>
          <p:nvPr/>
        </p:nvSpPr>
        <p:spPr>
          <a:xfrm>
            <a:off x="6149952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buClr>
                <a:srgbClr val="008000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ns2:creationId id="{01E534C6-3A45-6D53-199E-9E0A0E24B9F7}"/>
              </a:ext>
            </a:extLst>
          </p:cNvPr>
          <p:cNvGrpSpPr/>
          <p:nvPr/>
        </p:nvGrpSpPr>
        <p:grpSpPr>
          <a:xfrm>
            <a:off x="3325383" y="4818994"/>
            <a:ext cx="2673787" cy="292614"/>
            <a:chOff x="420474" y="3205984"/>
            <a:chExt cx="1296000" cy="144000"/>
          </a:xfrm>
        </p:grpSpPr>
        <p:cxnSp>
          <p:nvCxnSpPr>
            <p:cNvPr id="42" name="直線コネクタ 41">
              <a:extLst>
                <a:ext uri="{FF2B5EF4-FFF2-40B4-BE49-F238E27FC236}">
                  <ns2:creationId id="{302DD4C6-1A38-9D3E-79DB-D7B9E1502D9A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グループ化 42">
              <a:extLst>
                <a:ext uri="{FF2B5EF4-FFF2-40B4-BE49-F238E27FC236}">
                  <ns2:creationId id="{2967E692-DBCB-15CF-4400-AD451D99279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44" name="円/楕円 43">
                <a:extLst>
                  <a:ext uri="{FF2B5EF4-FFF2-40B4-BE49-F238E27FC236}">
                    <ns2:creationId id="{A5CA85DA-4BCA-BB3C-0573-50D565BA8D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5" name="グラフィックス 35" descr="キャレットを下へ 枠線">
                <a:extLst>
                  <a:ext uri="{FF2B5EF4-FFF2-40B4-BE49-F238E27FC236}">
                    <ns2:creationId id="{618A1571-6E20-3FFD-40DF-1BE57AEF7E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28" name="グループ化 27">
            <a:extLst>
              <a:ext uri="{FF2B5EF4-FFF2-40B4-BE49-F238E27FC236}">
                <ns2:creationId id="{BD1071F3-8748-F135-32CE-DA763EE40A6D}"/>
              </a:ext>
            </a:extLst>
          </p:cNvPr>
          <p:cNvGrpSpPr/>
          <p:nvPr/>
        </p:nvGrpSpPr>
        <p:grpSpPr>
          <a:xfrm>
            <a:off x="6149952" y="4818994"/>
            <a:ext cx="2673787" cy="292614"/>
            <a:chOff x="420474" y="3205984"/>
            <a:chExt cx="1296000" cy="144000"/>
          </a:xfrm>
        </p:grpSpPr>
        <p:cxnSp>
          <p:nvCxnSpPr>
            <p:cNvPr id="38" name="直線コネクタ 37">
              <a:extLst>
                <a:ext uri="{FF2B5EF4-FFF2-40B4-BE49-F238E27FC236}">
                  <ns2:creationId id="{1246D4C8-F0B6-8FDF-08B5-8EE918B5B70F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グループ化 38">
              <a:extLst>
                <a:ext uri="{FF2B5EF4-FFF2-40B4-BE49-F238E27FC236}">
                  <ns2:creationId id="{7230987D-D33B-B12E-CCF4-9E8BB67DC8F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40" name="円/楕円 32">
                <a:extLst>
                  <a:ext uri="{FF2B5EF4-FFF2-40B4-BE49-F238E27FC236}">
                    <ns2:creationId id="{A4D137B8-C192-C023-1878-1E5BEE9A923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1" name="グラフィックス 53" descr="キャレットを下へ 枠線">
                <a:extLst>
                  <a:ext uri="{FF2B5EF4-FFF2-40B4-BE49-F238E27FC236}">
                    <ns2:creationId id="{EFEEC41A-B477-F551-DDDD-D889CE4DB9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29" name="グループ化 28">
            <a:extLst>
              <a:ext uri="{FF2B5EF4-FFF2-40B4-BE49-F238E27FC236}">
                <ns2:creationId id="{8B53D85A-2C62-BADD-0AB7-80EE918B10C0}"/>
              </a:ext>
            </a:extLst>
          </p:cNvPr>
          <p:cNvGrpSpPr/>
          <p:nvPr/>
        </p:nvGrpSpPr>
        <p:grpSpPr>
          <a:xfrm>
            <a:off x="8974521" y="4818994"/>
            <a:ext cx="2673787" cy="292614"/>
            <a:chOff x="420474" y="3205984"/>
            <a:chExt cx="1296000" cy="144000"/>
          </a:xfrm>
        </p:grpSpPr>
        <p:cxnSp>
          <p:nvCxnSpPr>
            <p:cNvPr id="34" name="直線コネクタ 33">
              <a:extLst>
                <a:ext uri="{FF2B5EF4-FFF2-40B4-BE49-F238E27FC236}">
                  <ns2:creationId id="{D12A9011-65BB-819D-339A-A5041C066461}"/>
                </a:ext>
              </a:extLst>
            </p:cNvPr>
            <p:cNvCxnSpPr>
              <a:cxnSpLocks/>
            </p:cNvCxnSpPr>
            <p:nvPr/>
          </p:nvCxnSpPr>
          <p:spPr>
            <a:xfrm>
              <a:off x="420474" y="3277984"/>
              <a:ext cx="12960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グループ化 34">
              <a:extLst>
                <a:ext uri="{FF2B5EF4-FFF2-40B4-BE49-F238E27FC236}">
                  <ns2:creationId id="{3FEE06E3-581C-F51E-9F60-94247AA39DB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6474" y="3205984"/>
              <a:ext cx="144000" cy="144000"/>
              <a:chOff x="2921508" y="3118879"/>
              <a:chExt cx="360000" cy="360000"/>
            </a:xfrm>
          </p:grpSpPr>
          <p:sp>
            <p:nvSpPr>
              <p:cNvPr id="36" name="円/楕円 32">
                <a:extLst>
                  <a:ext uri="{FF2B5EF4-FFF2-40B4-BE49-F238E27FC236}">
                    <ns2:creationId id="{4BB16558-2FAB-945E-7A43-5C62F350F7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21508" y="3118879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2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7" name="グラフィックス 257" descr="キャレットを下へ 枠線">
                <a:extLst>
                  <a:ext uri="{FF2B5EF4-FFF2-40B4-BE49-F238E27FC236}">
                    <ns2:creationId id="{845AC444-E665-7F30-A2C3-F79000719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2921508" y="3118879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30" name="正方形/長方形 29">
            <a:extLst>
              <a:ext uri="{FF2B5EF4-FFF2-40B4-BE49-F238E27FC236}">
                <ns2:creationId id="{EE75EA95-2FC0-9FA7-0B7B-B3E13183D9B8}"/>
              </a:ext>
            </a:extLst>
          </p:cNvPr>
          <p:cNvSpPr/>
          <p:nvPr/>
        </p:nvSpPr>
        <p:spPr>
          <a:xfrm>
            <a:off x="8974521" y="5231779"/>
            <a:ext cx="2673787" cy="95099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>
              <a:spcAft>
                <a:spcPts val="300"/>
              </a:spcAft>
              <a:buClr>
                <a:srgbClr val="008000"/>
              </a:buClr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1" name="グループ化 30">
            <a:extLst>
              <a:ext uri="{FF2B5EF4-FFF2-40B4-BE49-F238E27FC236}">
                <ns2:creationId id="{B8226B30-E765-D439-C51B-90AF86FD04A7}"/>
              </a:ext>
            </a:extLst>
          </p:cNvPr>
          <p:cNvGrpSpPr/>
          <p:nvPr/>
        </p:nvGrpSpPr>
        <p:grpSpPr>
          <a:xfrm>
            <a:off x="601147" y="2388247"/>
            <a:ext cx="10999700" cy="725821"/>
            <a:chOff x="469106" y="2009775"/>
            <a:chExt cx="5331619" cy="357188"/>
          </a:xfrm>
        </p:grpSpPr>
        <p:cxnSp>
          <p:nvCxnSpPr>
            <p:cNvPr id="32" name="直線コネクタ 31">
              <a:extLst>
                <a:ext uri="{FF2B5EF4-FFF2-40B4-BE49-F238E27FC236}">
                  <ns2:creationId id="{113525C6-1041-A4F6-6051-611940E737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106" y="2345635"/>
              <a:ext cx="1320453" cy="0"/>
            </a:xfrm>
            <a:prstGeom prst="line">
              <a:avLst/>
            </a:prstGeom>
            <a:ln w="9525">
              <a:solidFill>
                <a:schemeClr val="accent6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フリーフォーム: 図形 270">
              <a:extLst>
                <a:ext uri="{FF2B5EF4-FFF2-40B4-BE49-F238E27FC236}">
                  <ns2:creationId id="{79393758-7CEB-6609-C16E-C801C4A677FC}"/>
                </a:ext>
              </a:extLst>
            </p:cNvPr>
            <p:cNvSpPr/>
            <p:nvPr/>
          </p:nvSpPr>
          <p:spPr>
            <a:xfrm>
              <a:off x="1795463" y="2009775"/>
              <a:ext cx="4005262" cy="357188"/>
            </a:xfrm>
            <a:custGeom>
              <a:avLst/>
              <a:gdLst>
                <a:gd name="connsiteX0" fmla="*/ 0 w 4005262"/>
                <a:gd name="connsiteY0" fmla="*/ 338137 h 361950"/>
                <a:gd name="connsiteX1" fmla="*/ 280987 w 4005262"/>
                <a:gd name="connsiteY1" fmla="*/ 19050 h 361950"/>
                <a:gd name="connsiteX2" fmla="*/ 357187 w 4005262"/>
                <a:gd name="connsiteY2" fmla="*/ 0 h 361950"/>
                <a:gd name="connsiteX3" fmla="*/ 404812 w 4005262"/>
                <a:gd name="connsiteY3" fmla="*/ 61912 h 361950"/>
                <a:gd name="connsiteX4" fmla="*/ 457200 w 4005262"/>
                <a:gd name="connsiteY4" fmla="*/ 114300 h 361950"/>
                <a:gd name="connsiteX5" fmla="*/ 590550 w 4005262"/>
                <a:gd name="connsiteY5" fmla="*/ 142875 h 361950"/>
                <a:gd name="connsiteX6" fmla="*/ 1066800 w 4005262"/>
                <a:gd name="connsiteY6" fmla="*/ 176212 h 361950"/>
                <a:gd name="connsiteX7" fmla="*/ 1714500 w 4005262"/>
                <a:gd name="connsiteY7" fmla="*/ 228600 h 361950"/>
                <a:gd name="connsiteX8" fmla="*/ 2624137 w 4005262"/>
                <a:gd name="connsiteY8" fmla="*/ 266700 h 361950"/>
                <a:gd name="connsiteX9" fmla="*/ 2914650 w 4005262"/>
                <a:gd name="connsiteY9" fmla="*/ 300037 h 361950"/>
                <a:gd name="connsiteX10" fmla="*/ 3152775 w 4005262"/>
                <a:gd name="connsiteY10" fmla="*/ 342900 h 361950"/>
                <a:gd name="connsiteX11" fmla="*/ 3557587 w 4005262"/>
                <a:gd name="connsiteY11" fmla="*/ 357187 h 361950"/>
                <a:gd name="connsiteX12" fmla="*/ 4005262 w 4005262"/>
                <a:gd name="connsiteY12" fmla="*/ 361950 h 361950"/>
                <a:gd name="connsiteX0" fmla="*/ 0 w 4005262"/>
                <a:gd name="connsiteY0" fmla="*/ 352425 h 376238"/>
                <a:gd name="connsiteX1" fmla="*/ 280987 w 4005262"/>
                <a:gd name="connsiteY1" fmla="*/ 33338 h 376238"/>
                <a:gd name="connsiteX2" fmla="*/ 347662 w 4005262"/>
                <a:gd name="connsiteY2" fmla="*/ 0 h 376238"/>
                <a:gd name="connsiteX3" fmla="*/ 404812 w 4005262"/>
                <a:gd name="connsiteY3" fmla="*/ 76200 h 376238"/>
                <a:gd name="connsiteX4" fmla="*/ 457200 w 4005262"/>
                <a:gd name="connsiteY4" fmla="*/ 128588 h 376238"/>
                <a:gd name="connsiteX5" fmla="*/ 590550 w 4005262"/>
                <a:gd name="connsiteY5" fmla="*/ 157163 h 376238"/>
                <a:gd name="connsiteX6" fmla="*/ 1066800 w 4005262"/>
                <a:gd name="connsiteY6" fmla="*/ 190500 h 376238"/>
                <a:gd name="connsiteX7" fmla="*/ 1714500 w 4005262"/>
                <a:gd name="connsiteY7" fmla="*/ 242888 h 376238"/>
                <a:gd name="connsiteX8" fmla="*/ 2624137 w 4005262"/>
                <a:gd name="connsiteY8" fmla="*/ 280988 h 376238"/>
                <a:gd name="connsiteX9" fmla="*/ 2914650 w 4005262"/>
                <a:gd name="connsiteY9" fmla="*/ 314325 h 376238"/>
                <a:gd name="connsiteX10" fmla="*/ 3152775 w 4005262"/>
                <a:gd name="connsiteY10" fmla="*/ 357188 h 376238"/>
                <a:gd name="connsiteX11" fmla="*/ 3557587 w 4005262"/>
                <a:gd name="connsiteY11" fmla="*/ 371475 h 376238"/>
                <a:gd name="connsiteX12" fmla="*/ 4005262 w 4005262"/>
                <a:gd name="connsiteY12" fmla="*/ 376238 h 376238"/>
                <a:gd name="connsiteX0" fmla="*/ 0 w 4005262"/>
                <a:gd name="connsiteY0" fmla="*/ 340519 h 364332"/>
                <a:gd name="connsiteX1" fmla="*/ 280987 w 4005262"/>
                <a:gd name="connsiteY1" fmla="*/ 214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40519 h 364332"/>
                <a:gd name="connsiteX1" fmla="*/ 280987 w 4005262"/>
                <a:gd name="connsiteY1" fmla="*/ 214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40519 h 364332"/>
                <a:gd name="connsiteX1" fmla="*/ 280987 w 4005262"/>
                <a:gd name="connsiteY1" fmla="*/ 214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40519 h 364332"/>
                <a:gd name="connsiteX1" fmla="*/ 247649 w 4005262"/>
                <a:gd name="connsiteY1" fmla="*/ 59532 h 364332"/>
                <a:gd name="connsiteX2" fmla="*/ 347662 w 4005262"/>
                <a:gd name="connsiteY2" fmla="*/ 0 h 364332"/>
                <a:gd name="connsiteX3" fmla="*/ 404812 w 4005262"/>
                <a:gd name="connsiteY3" fmla="*/ 64294 h 364332"/>
                <a:gd name="connsiteX4" fmla="*/ 457200 w 4005262"/>
                <a:gd name="connsiteY4" fmla="*/ 116682 h 364332"/>
                <a:gd name="connsiteX5" fmla="*/ 590550 w 4005262"/>
                <a:gd name="connsiteY5" fmla="*/ 145257 h 364332"/>
                <a:gd name="connsiteX6" fmla="*/ 1066800 w 4005262"/>
                <a:gd name="connsiteY6" fmla="*/ 178594 h 364332"/>
                <a:gd name="connsiteX7" fmla="*/ 1714500 w 4005262"/>
                <a:gd name="connsiteY7" fmla="*/ 230982 h 364332"/>
                <a:gd name="connsiteX8" fmla="*/ 2624137 w 4005262"/>
                <a:gd name="connsiteY8" fmla="*/ 269082 h 364332"/>
                <a:gd name="connsiteX9" fmla="*/ 2914650 w 4005262"/>
                <a:gd name="connsiteY9" fmla="*/ 302419 h 364332"/>
                <a:gd name="connsiteX10" fmla="*/ 3152775 w 4005262"/>
                <a:gd name="connsiteY10" fmla="*/ 345282 h 364332"/>
                <a:gd name="connsiteX11" fmla="*/ 3557587 w 4005262"/>
                <a:gd name="connsiteY11" fmla="*/ 359569 h 364332"/>
                <a:gd name="connsiteX12" fmla="*/ 4005262 w 4005262"/>
                <a:gd name="connsiteY12" fmla="*/ 364332 h 364332"/>
                <a:gd name="connsiteX0" fmla="*/ 0 w 4005262"/>
                <a:gd name="connsiteY0" fmla="*/ 330994 h 354807"/>
                <a:gd name="connsiteX1" fmla="*/ 247649 w 4005262"/>
                <a:gd name="connsiteY1" fmla="*/ 50007 h 354807"/>
                <a:gd name="connsiteX2" fmla="*/ 354806 w 4005262"/>
                <a:gd name="connsiteY2" fmla="*/ 0 h 354807"/>
                <a:gd name="connsiteX3" fmla="*/ 404812 w 4005262"/>
                <a:gd name="connsiteY3" fmla="*/ 54769 h 354807"/>
                <a:gd name="connsiteX4" fmla="*/ 457200 w 4005262"/>
                <a:gd name="connsiteY4" fmla="*/ 107157 h 354807"/>
                <a:gd name="connsiteX5" fmla="*/ 590550 w 4005262"/>
                <a:gd name="connsiteY5" fmla="*/ 135732 h 354807"/>
                <a:gd name="connsiteX6" fmla="*/ 1066800 w 4005262"/>
                <a:gd name="connsiteY6" fmla="*/ 169069 h 354807"/>
                <a:gd name="connsiteX7" fmla="*/ 1714500 w 4005262"/>
                <a:gd name="connsiteY7" fmla="*/ 221457 h 354807"/>
                <a:gd name="connsiteX8" fmla="*/ 2624137 w 4005262"/>
                <a:gd name="connsiteY8" fmla="*/ 259557 h 354807"/>
                <a:gd name="connsiteX9" fmla="*/ 2914650 w 4005262"/>
                <a:gd name="connsiteY9" fmla="*/ 292894 h 354807"/>
                <a:gd name="connsiteX10" fmla="*/ 3152775 w 4005262"/>
                <a:gd name="connsiteY10" fmla="*/ 335757 h 354807"/>
                <a:gd name="connsiteX11" fmla="*/ 3557587 w 4005262"/>
                <a:gd name="connsiteY11" fmla="*/ 350044 h 354807"/>
                <a:gd name="connsiteX12" fmla="*/ 4005262 w 4005262"/>
                <a:gd name="connsiteY12" fmla="*/ 354807 h 354807"/>
                <a:gd name="connsiteX0" fmla="*/ 0 w 4005262"/>
                <a:gd name="connsiteY0" fmla="*/ 330994 h 354807"/>
                <a:gd name="connsiteX1" fmla="*/ 247649 w 4005262"/>
                <a:gd name="connsiteY1" fmla="*/ 50007 h 354807"/>
                <a:gd name="connsiteX2" fmla="*/ 354806 w 4005262"/>
                <a:gd name="connsiteY2" fmla="*/ 0 h 354807"/>
                <a:gd name="connsiteX3" fmla="*/ 404812 w 4005262"/>
                <a:gd name="connsiteY3" fmla="*/ 54769 h 354807"/>
                <a:gd name="connsiteX4" fmla="*/ 457200 w 4005262"/>
                <a:gd name="connsiteY4" fmla="*/ 107157 h 354807"/>
                <a:gd name="connsiteX5" fmla="*/ 590550 w 4005262"/>
                <a:gd name="connsiteY5" fmla="*/ 135732 h 354807"/>
                <a:gd name="connsiteX6" fmla="*/ 1066800 w 4005262"/>
                <a:gd name="connsiteY6" fmla="*/ 169069 h 354807"/>
                <a:gd name="connsiteX7" fmla="*/ 1714500 w 4005262"/>
                <a:gd name="connsiteY7" fmla="*/ 221457 h 354807"/>
                <a:gd name="connsiteX8" fmla="*/ 2624137 w 4005262"/>
                <a:gd name="connsiteY8" fmla="*/ 259557 h 354807"/>
                <a:gd name="connsiteX9" fmla="*/ 2914650 w 4005262"/>
                <a:gd name="connsiteY9" fmla="*/ 292894 h 354807"/>
                <a:gd name="connsiteX10" fmla="*/ 3152775 w 4005262"/>
                <a:gd name="connsiteY10" fmla="*/ 335757 h 354807"/>
                <a:gd name="connsiteX11" fmla="*/ 3557587 w 4005262"/>
                <a:gd name="connsiteY11" fmla="*/ 350044 h 354807"/>
                <a:gd name="connsiteX12" fmla="*/ 4005262 w 4005262"/>
                <a:gd name="connsiteY12" fmla="*/ 354807 h 354807"/>
                <a:gd name="connsiteX0" fmla="*/ 0 w 4005262"/>
                <a:gd name="connsiteY0" fmla="*/ 330994 h 354807"/>
                <a:gd name="connsiteX1" fmla="*/ 247649 w 4005262"/>
                <a:gd name="connsiteY1" fmla="*/ 50007 h 354807"/>
                <a:gd name="connsiteX2" fmla="*/ 354806 w 4005262"/>
                <a:gd name="connsiteY2" fmla="*/ 0 h 354807"/>
                <a:gd name="connsiteX3" fmla="*/ 457200 w 4005262"/>
                <a:gd name="connsiteY3" fmla="*/ 107157 h 354807"/>
                <a:gd name="connsiteX4" fmla="*/ 590550 w 4005262"/>
                <a:gd name="connsiteY4" fmla="*/ 135732 h 354807"/>
                <a:gd name="connsiteX5" fmla="*/ 1066800 w 4005262"/>
                <a:gd name="connsiteY5" fmla="*/ 169069 h 354807"/>
                <a:gd name="connsiteX6" fmla="*/ 1714500 w 4005262"/>
                <a:gd name="connsiteY6" fmla="*/ 221457 h 354807"/>
                <a:gd name="connsiteX7" fmla="*/ 2624137 w 4005262"/>
                <a:gd name="connsiteY7" fmla="*/ 259557 h 354807"/>
                <a:gd name="connsiteX8" fmla="*/ 2914650 w 4005262"/>
                <a:gd name="connsiteY8" fmla="*/ 292894 h 354807"/>
                <a:gd name="connsiteX9" fmla="*/ 3152775 w 4005262"/>
                <a:gd name="connsiteY9" fmla="*/ 335757 h 354807"/>
                <a:gd name="connsiteX10" fmla="*/ 3557587 w 4005262"/>
                <a:gd name="connsiteY10" fmla="*/ 350044 h 354807"/>
                <a:gd name="connsiteX11" fmla="*/ 4005262 w 4005262"/>
                <a:gd name="connsiteY11" fmla="*/ 354807 h 354807"/>
                <a:gd name="connsiteX0" fmla="*/ 0 w 4005262"/>
                <a:gd name="connsiteY0" fmla="*/ 333375 h 357188"/>
                <a:gd name="connsiteX1" fmla="*/ 247649 w 4005262"/>
                <a:gd name="connsiteY1" fmla="*/ 5238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7649 w 4005262"/>
                <a:gd name="connsiteY1" fmla="*/ 5238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5268 w 4005262"/>
                <a:gd name="connsiteY1" fmla="*/ 61913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5268 w 4005262"/>
                <a:gd name="connsiteY1" fmla="*/ 61913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590550 w 4005262"/>
                <a:gd name="connsiteY4" fmla="*/ 138113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45268 w 4005262"/>
                <a:gd name="connsiteY1" fmla="*/ 61913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73843 w 4005262"/>
                <a:gd name="connsiteY1" fmla="*/ 3333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73843 w 4005262"/>
                <a:gd name="connsiteY1" fmla="*/ 33338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  <a:gd name="connsiteX0" fmla="*/ 0 w 4005262"/>
                <a:gd name="connsiteY0" fmla="*/ 333375 h 357188"/>
                <a:gd name="connsiteX1" fmla="*/ 238124 w 4005262"/>
                <a:gd name="connsiteY1" fmla="*/ 66675 h 357188"/>
                <a:gd name="connsiteX2" fmla="*/ 338137 w 4005262"/>
                <a:gd name="connsiteY2" fmla="*/ 0 h 357188"/>
                <a:gd name="connsiteX3" fmla="*/ 457200 w 4005262"/>
                <a:gd name="connsiteY3" fmla="*/ 109538 h 357188"/>
                <a:gd name="connsiteX4" fmla="*/ 652462 w 4005262"/>
                <a:gd name="connsiteY4" fmla="*/ 152401 h 357188"/>
                <a:gd name="connsiteX5" fmla="*/ 1066800 w 4005262"/>
                <a:gd name="connsiteY5" fmla="*/ 171450 h 357188"/>
                <a:gd name="connsiteX6" fmla="*/ 1714500 w 4005262"/>
                <a:gd name="connsiteY6" fmla="*/ 223838 h 357188"/>
                <a:gd name="connsiteX7" fmla="*/ 2624137 w 4005262"/>
                <a:gd name="connsiteY7" fmla="*/ 261938 h 357188"/>
                <a:gd name="connsiteX8" fmla="*/ 2914650 w 4005262"/>
                <a:gd name="connsiteY8" fmla="*/ 295275 h 357188"/>
                <a:gd name="connsiteX9" fmla="*/ 3152775 w 4005262"/>
                <a:gd name="connsiteY9" fmla="*/ 338138 h 357188"/>
                <a:gd name="connsiteX10" fmla="*/ 3557587 w 4005262"/>
                <a:gd name="connsiteY10" fmla="*/ 352425 h 357188"/>
                <a:gd name="connsiteX11" fmla="*/ 4005262 w 4005262"/>
                <a:gd name="connsiteY11" fmla="*/ 357188 h 357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5262" h="357188">
                  <a:moveTo>
                    <a:pt x="0" y="333375"/>
                  </a:moveTo>
                  <a:lnTo>
                    <a:pt x="238124" y="66675"/>
                  </a:lnTo>
                  <a:cubicBezTo>
                    <a:pt x="257968" y="47625"/>
                    <a:pt x="273049" y="11906"/>
                    <a:pt x="338137" y="0"/>
                  </a:cubicBezTo>
                  <a:cubicBezTo>
                    <a:pt x="401637" y="14288"/>
                    <a:pt x="417909" y="86916"/>
                    <a:pt x="457200" y="109538"/>
                  </a:cubicBezTo>
                  <a:cubicBezTo>
                    <a:pt x="523081" y="138113"/>
                    <a:pt x="608012" y="142876"/>
                    <a:pt x="652462" y="152401"/>
                  </a:cubicBezTo>
                  <a:lnTo>
                    <a:pt x="1066800" y="171450"/>
                  </a:lnTo>
                  <a:lnTo>
                    <a:pt x="1714500" y="223838"/>
                  </a:lnTo>
                  <a:lnTo>
                    <a:pt x="2624137" y="261938"/>
                  </a:lnTo>
                  <a:lnTo>
                    <a:pt x="2914650" y="295275"/>
                  </a:lnTo>
                  <a:lnTo>
                    <a:pt x="3152775" y="338138"/>
                  </a:lnTo>
                  <a:lnTo>
                    <a:pt x="3557587" y="352425"/>
                  </a:lnTo>
                  <a:lnTo>
                    <a:pt x="4005262" y="357188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300129575"/>
      </p:ext>
    </p:extLst>
  </p:cSld>
  <p:clrMapOvr>
    <a:masterClrMapping/>
  </p:clrMapOvr>
</p:sld>
</file>

<file path=ppt/slides/slide9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drawing/2018/sketchyshapes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F728007-2161-9827-CD5A-6E602253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C98F05A-86DC-56C3-BB17-180A6667B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498" name="グループ化 497">
            <a:extLst>
              <a:ext uri="{FF2B5EF4-FFF2-40B4-BE49-F238E27FC236}">
                <ns2:creationId id="{2486E23B-DF10-DC34-F510-E550CCD26974}"/>
              </a:ext>
            </a:extLst>
          </p:cNvPr>
          <p:cNvGrpSpPr/>
          <p:nvPr/>
        </p:nvGrpSpPr>
        <p:grpSpPr>
          <a:xfrm>
            <a:off x="3425210" y="1605375"/>
            <a:ext cx="5581737" cy="2296051"/>
            <a:chOff x="6277038" y="1643053"/>
            <a:chExt cx="5581737" cy="2296051"/>
          </a:xfrm>
        </p:grpSpPr>
        <p:sp>
          <p:nvSpPr>
            <p:cNvPr id="275" name="四角形: 角を丸くする 274">
              <a:extLst>
                <a:ext uri="{FF2B5EF4-FFF2-40B4-BE49-F238E27FC236}">
                  <ns2:creationId id="{64A6921C-B921-066B-37F8-F9329E501F58}"/>
                </a:ext>
              </a:extLst>
            </p:cNvPr>
            <p:cNvSpPr/>
            <p:nvPr/>
          </p:nvSpPr>
          <p:spPr>
            <a:xfrm>
              <a:off x="6277038" y="1779104"/>
              <a:ext cx="5580000" cy="216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ns2:creationId id="{0DFCF682-0090-AE3F-F35B-7E83A081E5FE}"/>
                </a:ext>
              </a:extLst>
            </p:cNvPr>
            <p:cNvSpPr txBox="1"/>
            <p:nvPr/>
          </p:nvSpPr>
          <p:spPr>
            <a:xfrm>
              <a:off x="6446001" y="1643053"/>
              <a:ext cx="2880000" cy="28800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24000" tIns="36000" rIns="36000" bIns="36000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ja-JP" altLang="en-US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9" name="テキスト ボックス 278">
              <a:extLst>
                <a:ext uri="{FF2B5EF4-FFF2-40B4-BE49-F238E27FC236}">
                  <ns2:creationId id="{C2D6E5C7-976D-B1A4-94CB-A346E1CCA44A}"/>
                </a:ext>
              </a:extLst>
            </p:cNvPr>
            <p:cNvSpPr txBox="1"/>
            <p:nvPr/>
          </p:nvSpPr>
          <p:spPr>
            <a:xfrm>
              <a:off x="6277038" y="1939943"/>
              <a:ext cx="5580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algn="ct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84" name="グラフィックス 283" descr="統計 枠線">
              <a:extLst>
                <a:ext uri="{FF2B5EF4-FFF2-40B4-BE49-F238E27FC236}">
                  <ns2:creationId id="{5D622AC7-928E-ECB1-3584-9854F9E75A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446001" y="1643053"/>
              <a:ext cx="288000" cy="288000"/>
            </a:xfrm>
            <a:prstGeom prst="rect">
              <a:avLst/>
            </a:prstGeom>
          </p:spPr>
        </p:pic>
        <p:grpSp>
          <p:nvGrpSpPr>
            <p:cNvPr id="293" name="グループ化 292">
              <a:extLst>
                <a:ext uri="{FF2B5EF4-FFF2-40B4-BE49-F238E27FC236}">
                  <ns2:creationId id="{78D35090-6A03-85E2-6648-5CA15FB39E99}"/>
                </a:ext>
              </a:extLst>
            </p:cNvPr>
            <p:cNvGrpSpPr/>
            <p:nvPr/>
          </p:nvGrpSpPr>
          <p:grpSpPr>
            <a:xfrm>
              <a:off x="6355487" y="2475071"/>
              <a:ext cx="942975" cy="871515"/>
              <a:chOff x="6355487" y="2475071"/>
              <a:chExt cx="942975" cy="871515"/>
            </a:xfrm>
          </p:grpSpPr>
          <p:pic>
            <p:nvPicPr>
              <p:cNvPr id="286" name="図 285">
                <a:extLst>
                  <a:ext uri="{FF2B5EF4-FFF2-40B4-BE49-F238E27FC236}">
                    <ns2:creationId id="{DFFF3C14-9214-6546-4006-D3BEB0623D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5487" y="2655071"/>
                <a:ext cx="942975" cy="691515"/>
              </a:xfrm>
              <a:prstGeom prst="rect">
                <a:avLst/>
              </a:prstGeom>
            </p:spPr>
          </p:pic>
          <p:sp>
            <p:nvSpPr>
              <p:cNvPr id="71" name="正方形/長方形 70">
                <a:extLst>
                  <a:ext uri="{FF2B5EF4-FFF2-40B4-BE49-F238E27FC236}">
                    <ns2:creationId id="{A568942C-F377-2CB7-F80B-412E860FCE7A}"/>
                  </a:ext>
                </a:extLst>
              </p:cNvPr>
              <p:cNvSpPr/>
              <p:nvPr/>
            </p:nvSpPr>
            <p:spPr>
              <a:xfrm>
                <a:off x="6355487" y="2475071"/>
                <a:ext cx="942975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2" name="グループ化 291">
              <a:extLst>
                <a:ext uri="{FF2B5EF4-FFF2-40B4-BE49-F238E27FC236}">
                  <ns2:creationId id="{E04B4E7A-94EF-E96C-AB2B-B2B0143061C8}"/>
                </a:ext>
              </a:extLst>
            </p:cNvPr>
            <p:cNvGrpSpPr/>
            <p:nvPr/>
          </p:nvGrpSpPr>
          <p:grpSpPr>
            <a:xfrm>
              <a:off x="7827183" y="2129882"/>
              <a:ext cx="737235" cy="525780"/>
              <a:chOff x="7827183" y="2129882"/>
              <a:chExt cx="737235" cy="525780"/>
            </a:xfrm>
          </p:grpSpPr>
          <p:pic>
            <p:nvPicPr>
              <p:cNvPr id="64" name="図 63">
                <a:extLst>
                  <a:ext uri="{FF2B5EF4-FFF2-40B4-BE49-F238E27FC236}">
                    <ns2:creationId id="{ED7CF840-EC99-4BF5-1B72-87918448DE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27183" y="2129882"/>
                <a:ext cx="737235" cy="525780"/>
              </a:xfrm>
              <a:prstGeom prst="rect">
                <a:avLst/>
              </a:prstGeom>
            </p:spPr>
          </p:pic>
          <p:sp>
            <p:nvSpPr>
              <p:cNvPr id="72" name="正方形/長方形 71">
                <a:extLst>
                  <a:ext uri="{FF2B5EF4-FFF2-40B4-BE49-F238E27FC236}">
                    <ns2:creationId id="{820ADC28-6110-33E7-6787-84B62750B8E7}"/>
                  </a:ext>
                </a:extLst>
              </p:cNvPr>
              <p:cNvSpPr/>
              <p:nvPr/>
            </p:nvSpPr>
            <p:spPr>
              <a:xfrm>
                <a:off x="7827183" y="2129882"/>
                <a:ext cx="648000" cy="14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0" name="グループ化 289">
              <a:extLst>
                <a:ext uri="{FF2B5EF4-FFF2-40B4-BE49-F238E27FC236}">
                  <ns2:creationId id="{305FDBFB-48F3-429C-49C5-F4983F6D3BB3}"/>
                </a:ext>
              </a:extLst>
            </p:cNvPr>
            <p:cNvGrpSpPr/>
            <p:nvPr/>
          </p:nvGrpSpPr>
          <p:grpSpPr>
            <a:xfrm>
              <a:off x="7827183" y="2732224"/>
              <a:ext cx="737235" cy="537210"/>
              <a:chOff x="7827183" y="2732224"/>
              <a:chExt cx="737235" cy="537210"/>
            </a:xfrm>
          </p:grpSpPr>
          <p:pic>
            <p:nvPicPr>
              <p:cNvPr id="66" name="図 65">
                <a:extLst>
                  <a:ext uri="{FF2B5EF4-FFF2-40B4-BE49-F238E27FC236}">
                    <ns2:creationId id="{FE9733D0-7D5F-0615-DD6E-0EB193FCA6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27183" y="2732224"/>
                <a:ext cx="737235" cy="537210"/>
              </a:xfrm>
              <a:prstGeom prst="rect">
                <a:avLst/>
              </a:prstGeom>
            </p:spPr>
          </p:pic>
          <p:sp>
            <p:nvSpPr>
              <p:cNvPr id="73" name="正方形/長方形 72">
                <a:extLst>
                  <a:ext uri="{FF2B5EF4-FFF2-40B4-BE49-F238E27FC236}">
                    <ns2:creationId id="{05702F9E-7C81-616F-8588-81437FDB67EE}"/>
                  </a:ext>
                </a:extLst>
              </p:cNvPr>
              <p:cNvSpPr/>
              <p:nvPr/>
            </p:nvSpPr>
            <p:spPr>
              <a:xfrm>
                <a:off x="7827183" y="2732224"/>
                <a:ext cx="648000" cy="14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1" name="グループ化 290">
              <a:extLst>
                <a:ext uri="{FF2B5EF4-FFF2-40B4-BE49-F238E27FC236}">
                  <ns2:creationId id="{1FCF5695-8821-CB63-9125-384C15DF907D}"/>
                </a:ext>
              </a:extLst>
            </p:cNvPr>
            <p:cNvGrpSpPr/>
            <p:nvPr/>
          </p:nvGrpSpPr>
          <p:grpSpPr>
            <a:xfrm>
              <a:off x="7827183" y="3345997"/>
              <a:ext cx="731520" cy="531495"/>
              <a:chOff x="7827183" y="3345997"/>
              <a:chExt cx="731520" cy="531495"/>
            </a:xfrm>
          </p:grpSpPr>
          <p:pic>
            <p:nvPicPr>
              <p:cNvPr id="68" name="図 67">
                <a:extLst>
                  <a:ext uri="{FF2B5EF4-FFF2-40B4-BE49-F238E27FC236}">
                    <ns2:creationId id="{2E17B4E9-F295-14F9-B52C-CEAAD7E3B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27183" y="3345997"/>
                <a:ext cx="731520" cy="531495"/>
              </a:xfrm>
              <a:prstGeom prst="rect">
                <a:avLst/>
              </a:prstGeom>
            </p:spPr>
          </p:pic>
          <p:sp>
            <p:nvSpPr>
              <p:cNvPr id="74" name="正方形/長方形 73">
                <a:extLst>
                  <a:ext uri="{FF2B5EF4-FFF2-40B4-BE49-F238E27FC236}">
                    <ns2:creationId id="{28242CA0-75F0-A384-286D-2DFFB224170F}"/>
                  </a:ext>
                </a:extLst>
              </p:cNvPr>
              <p:cNvSpPr/>
              <p:nvPr/>
            </p:nvSpPr>
            <p:spPr>
              <a:xfrm>
                <a:off x="7827183" y="3345997"/>
                <a:ext cx="648000" cy="14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36000" rIns="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6" name="コネクタ: カギ線 75">
              <a:extLst>
                <a:ext uri="{FF2B5EF4-FFF2-40B4-BE49-F238E27FC236}">
                  <ns2:creationId id="{2941E120-412D-F8F8-9989-6D12428C50B5}"/>
                </a:ext>
              </a:extLst>
            </p:cNvPr>
            <p:cNvCxnSpPr>
              <a:stCxn id="286" idx="3"/>
              <a:endCxn id="64" idx="1"/>
            </p:cNvCxnSpPr>
            <p:nvPr/>
          </p:nvCxnSpPr>
          <p:spPr>
            <a:xfrm flipV="1">
              <a:off x="7298462" y="2392772"/>
              <a:ext cx="528721" cy="608057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コネクタ: カギ線 76">
              <a:extLst>
                <a:ext uri="{FF2B5EF4-FFF2-40B4-BE49-F238E27FC236}">
                  <ns2:creationId id="{8FA16F4C-2A2C-B0EC-DF27-D24A5D2D0B9E}"/>
                </a:ext>
              </a:extLst>
            </p:cNvPr>
            <p:cNvCxnSpPr>
              <a:cxnSpLocks/>
              <a:stCxn id="286" idx="3"/>
              <a:endCxn id="68" idx="1"/>
            </p:cNvCxnSpPr>
            <p:nvPr/>
          </p:nvCxnSpPr>
          <p:spPr>
            <a:xfrm>
              <a:off x="7298462" y="3000829"/>
              <a:ext cx="528721" cy="610916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4" name="グループ化 293">
              <a:extLst>
                <a:ext uri="{FF2B5EF4-FFF2-40B4-BE49-F238E27FC236}">
                  <ns2:creationId id="{1C6F0592-1F7F-097A-1170-B68B93B037B9}"/>
                </a:ext>
              </a:extLst>
            </p:cNvPr>
            <p:cNvGrpSpPr/>
            <p:nvPr/>
          </p:nvGrpSpPr>
          <p:grpSpPr>
            <a:xfrm>
              <a:off x="10701861" y="2431216"/>
              <a:ext cx="1156914" cy="889653"/>
              <a:chOff x="10701861" y="2431216"/>
              <a:chExt cx="1156914" cy="889653"/>
            </a:xfrm>
          </p:grpSpPr>
          <p:pic>
            <p:nvPicPr>
              <p:cNvPr id="70" name="図 69">
                <a:extLst>
                  <a:ext uri="{FF2B5EF4-FFF2-40B4-BE49-F238E27FC236}">
                    <ns2:creationId id="{CF6A29A0-BFDB-5B60-0124-5A8A10D36C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701861" y="2680789"/>
                <a:ext cx="1097280" cy="640080"/>
              </a:xfrm>
              <a:prstGeom prst="rect">
                <a:avLst/>
              </a:prstGeom>
            </p:spPr>
          </p:pic>
          <p:sp>
            <p:nvSpPr>
              <p:cNvPr id="80" name="正方形/長方形 79">
                <a:extLst>
                  <a:ext uri="{FF2B5EF4-FFF2-40B4-BE49-F238E27FC236}">
                    <ns2:creationId id="{43BF7040-0A5C-4A81-8B5E-DCFFE8FADD9D}"/>
                  </a:ext>
                </a:extLst>
              </p:cNvPr>
              <p:cNvSpPr/>
              <p:nvPr/>
            </p:nvSpPr>
            <p:spPr>
              <a:xfrm>
                <a:off x="11318775" y="2431216"/>
                <a:ext cx="540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2" name="直線矢印コネクタ 81">
                <a:extLst>
                  <a:ext uri="{FF2B5EF4-FFF2-40B4-BE49-F238E27FC236}">
                    <ns2:creationId id="{338A665A-DF02-6713-7F34-CF14A385BA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17982" y="2611215"/>
                <a:ext cx="0" cy="14400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4" name="直線矢印コネクタ 83">
              <a:extLst>
                <a:ext uri="{FF2B5EF4-FFF2-40B4-BE49-F238E27FC236}">
                  <ns2:creationId id="{0F1C759D-D899-8A87-7BA3-3231BAC685B7}"/>
                </a:ext>
              </a:extLst>
            </p:cNvPr>
            <p:cNvCxnSpPr>
              <a:stCxn id="286" idx="3"/>
              <a:endCxn id="66" idx="1"/>
            </p:cNvCxnSpPr>
            <p:nvPr/>
          </p:nvCxnSpPr>
          <p:spPr>
            <a:xfrm>
              <a:off x="7298462" y="3000829"/>
              <a:ext cx="528721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矢印コネクタ 89">
              <a:extLst>
                <a:ext uri="{FF2B5EF4-FFF2-40B4-BE49-F238E27FC236}">
                  <ns2:creationId id="{1EA47007-D681-7F1C-9BF3-39113A493643}"/>
                </a:ext>
              </a:extLst>
            </p:cNvPr>
            <p:cNvCxnSpPr>
              <a:cxnSpLocks/>
              <a:stCxn id="66" idx="3"/>
              <a:endCxn id="134" idx="1"/>
            </p:cNvCxnSpPr>
            <p:nvPr/>
          </p:nvCxnSpPr>
          <p:spPr>
            <a:xfrm>
              <a:off x="8564418" y="3000829"/>
              <a:ext cx="528721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コネクタ: カギ線 145">
              <a:extLst>
                <a:ext uri="{FF2B5EF4-FFF2-40B4-BE49-F238E27FC236}">
                  <ns2:creationId id="{3E99F4A1-0DB8-14F2-ECA4-C063F31FD6B2}"/>
                </a:ext>
              </a:extLst>
            </p:cNvPr>
            <p:cNvCxnSpPr>
              <a:cxnSpLocks/>
              <a:stCxn id="66" idx="3"/>
              <a:endCxn id="92" idx="1"/>
            </p:cNvCxnSpPr>
            <p:nvPr/>
          </p:nvCxnSpPr>
          <p:spPr>
            <a:xfrm flipV="1">
              <a:off x="8564418" y="2392772"/>
              <a:ext cx="528721" cy="608057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コネクタ: カギ線 148">
              <a:extLst>
                <a:ext uri="{FF2B5EF4-FFF2-40B4-BE49-F238E27FC236}">
                  <ns2:creationId id="{9FAB1E5E-546E-90FC-DA3E-27372922A77E}"/>
                </a:ext>
              </a:extLst>
            </p:cNvPr>
            <p:cNvCxnSpPr>
              <a:cxnSpLocks/>
              <a:stCxn id="66" idx="3"/>
              <a:endCxn id="142" idx="1"/>
            </p:cNvCxnSpPr>
            <p:nvPr/>
          </p:nvCxnSpPr>
          <p:spPr>
            <a:xfrm>
              <a:off x="8564418" y="3000829"/>
              <a:ext cx="528721" cy="610915"/>
            </a:xfrm>
            <a:prstGeom prst="bentConnector3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矢印コネクタ 151">
              <a:extLst>
                <a:ext uri="{FF2B5EF4-FFF2-40B4-BE49-F238E27FC236}">
                  <ns2:creationId id="{DE4101B0-C5DF-9E49-A9BA-DB5BCE42784E}"/>
                </a:ext>
              </a:extLst>
            </p:cNvPr>
            <p:cNvCxnSpPr>
              <a:cxnSpLocks/>
              <a:stCxn id="134" idx="3"/>
              <a:endCxn id="70" idx="1"/>
            </p:cNvCxnSpPr>
            <p:nvPr/>
          </p:nvCxnSpPr>
          <p:spPr>
            <a:xfrm>
              <a:off x="10173139" y="3000829"/>
              <a:ext cx="528722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コネクタ: カギ線 154">
              <a:extLst>
                <a:ext uri="{FF2B5EF4-FFF2-40B4-BE49-F238E27FC236}">
                  <ns2:creationId id="{96CA42F6-4568-8B93-D921-2CD0C5985DB3}"/>
                </a:ext>
              </a:extLst>
            </p:cNvPr>
            <p:cNvCxnSpPr>
              <a:cxnSpLocks/>
              <a:stCxn id="92" idx="3"/>
              <a:endCxn id="70" idx="1"/>
            </p:cNvCxnSpPr>
            <p:nvPr/>
          </p:nvCxnSpPr>
          <p:spPr>
            <a:xfrm>
              <a:off x="10173139" y="2392772"/>
              <a:ext cx="528722" cy="60805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コネクタ: カギ線 157">
              <a:extLst>
                <a:ext uri="{FF2B5EF4-FFF2-40B4-BE49-F238E27FC236}">
                  <ns2:creationId id="{D41B5348-F740-3862-788C-F1EF7D6C8637}"/>
                </a:ext>
              </a:extLst>
            </p:cNvPr>
            <p:cNvCxnSpPr>
              <a:cxnSpLocks/>
              <a:stCxn id="142" idx="3"/>
              <a:endCxn id="70" idx="1"/>
            </p:cNvCxnSpPr>
            <p:nvPr/>
          </p:nvCxnSpPr>
          <p:spPr>
            <a:xfrm flipV="1">
              <a:off x="10173139" y="3000829"/>
              <a:ext cx="528722" cy="6109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9" name="グループ化 298">
              <a:extLst>
                <a:ext uri="{FF2B5EF4-FFF2-40B4-BE49-F238E27FC236}">
                  <ns2:creationId id="{142746D3-F29F-1474-EB03-39584F46BC83}"/>
                </a:ext>
              </a:extLst>
            </p:cNvPr>
            <p:cNvGrpSpPr/>
            <p:nvPr/>
          </p:nvGrpSpPr>
          <p:grpSpPr>
            <a:xfrm>
              <a:off x="9093139" y="2802829"/>
              <a:ext cx="1080000" cy="396000"/>
              <a:chOff x="9093139" y="2802829"/>
              <a:chExt cx="1080000" cy="396000"/>
            </a:xfrm>
          </p:grpSpPr>
          <p:sp>
            <p:nvSpPr>
              <p:cNvPr id="134" name="四角形: 角を丸くする 133">
                <a:extLst>
                  <a:ext uri="{FF2B5EF4-FFF2-40B4-BE49-F238E27FC236}">
                    <ns2:creationId id="{DBBA2897-0475-2CA9-B406-28B672976278}"/>
                  </a:ext>
                </a:extLst>
              </p:cNvPr>
              <p:cNvSpPr/>
              <p:nvPr/>
            </p:nvSpPr>
            <p:spPr>
              <a:xfrm>
                <a:off x="9093139" y="2802829"/>
                <a:ext cx="1080000" cy="396000"/>
              </a:xfrm>
              <a:prstGeom prst="roundRect">
                <a:avLst>
                  <a:gd name="adj" fmla="val 4545"/>
                </a:avLst>
              </a:prstGeom>
              <a:solidFill>
                <a:srgbClr val="008000">
                  <a:alpha val="2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96000" tIns="36000" rIns="36000" b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95" name="グラフィックス 294" descr="月毎カレンダー 単色塗りつぶし">
                <a:extLst>
                  <a:ext uri="{FF2B5EF4-FFF2-40B4-BE49-F238E27FC236}">
                    <ns2:creationId id="{B85F0941-1E92-BAD7-C7ED-9346CCE7DE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9093139" y="28208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298" name="グループ化 297">
              <a:extLst>
                <a:ext uri="{FF2B5EF4-FFF2-40B4-BE49-F238E27FC236}">
                  <ns2:creationId id="{58E53E9E-CB24-960E-13FA-D2D0546BCD9A}"/>
                </a:ext>
              </a:extLst>
            </p:cNvPr>
            <p:cNvGrpSpPr/>
            <p:nvPr/>
          </p:nvGrpSpPr>
          <p:grpSpPr>
            <a:xfrm>
              <a:off x="9093139" y="3413744"/>
              <a:ext cx="1080000" cy="396000"/>
              <a:chOff x="9093139" y="3413744"/>
              <a:chExt cx="1080000" cy="396000"/>
            </a:xfrm>
          </p:grpSpPr>
          <p:sp>
            <p:nvSpPr>
              <p:cNvPr id="142" name="四角形: 角を丸くする 141">
                <a:extLst>
                  <a:ext uri="{FF2B5EF4-FFF2-40B4-BE49-F238E27FC236}">
                    <ns2:creationId id="{7823600C-7045-BC75-4667-E089341AB4FE}"/>
                  </a:ext>
                </a:extLst>
              </p:cNvPr>
              <p:cNvSpPr/>
              <p:nvPr/>
            </p:nvSpPr>
            <p:spPr>
              <a:xfrm>
                <a:off x="9093139" y="3413744"/>
                <a:ext cx="1080000" cy="396000"/>
              </a:xfrm>
              <a:prstGeom prst="roundRect">
                <a:avLst>
                  <a:gd name="adj" fmla="val 4545"/>
                </a:avLst>
              </a:prstGeom>
              <a:solidFill>
                <a:srgbClr val="008000">
                  <a:alpha val="2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96000" tIns="36000" rIns="36000" b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97" name="グラフィックス 296" descr="受信箱: バツ 単色塗りつぶし">
                <a:extLst>
                  <a:ext uri="{FF2B5EF4-FFF2-40B4-BE49-F238E27FC236}">
                    <ns2:creationId id="{8DC6357C-8EB2-D52A-B5C5-F241E3C53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5:useLocalDpi val="0"/>
                  </a:ex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9093139" y="343174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301" name="グループ化 300">
              <a:extLst>
                <a:ext uri="{FF2B5EF4-FFF2-40B4-BE49-F238E27FC236}">
                  <ns2:creationId id="{515EE19B-EB5E-E476-C5A1-F17E83C179E1}"/>
                </a:ext>
              </a:extLst>
            </p:cNvPr>
            <p:cNvGrpSpPr/>
            <p:nvPr/>
          </p:nvGrpSpPr>
          <p:grpSpPr>
            <a:xfrm>
              <a:off x="9093139" y="2194772"/>
              <a:ext cx="1080000" cy="396000"/>
              <a:chOff x="9093139" y="2194772"/>
              <a:chExt cx="1080000" cy="396000"/>
            </a:xfrm>
          </p:grpSpPr>
          <p:sp>
            <p:nvSpPr>
              <p:cNvPr id="92" name="四角形: 角を丸くする 91">
                <a:extLst>
                  <a:ext uri="{FF2B5EF4-FFF2-40B4-BE49-F238E27FC236}">
                    <ns2:creationId id="{C26C8BC4-0A2A-246C-F231-298262583D34}"/>
                  </a:ext>
                </a:extLst>
              </p:cNvPr>
              <p:cNvSpPr/>
              <p:nvPr/>
            </p:nvSpPr>
            <p:spPr>
              <a:xfrm>
                <a:off x="9093139" y="2194772"/>
                <a:ext cx="1080000" cy="396000"/>
              </a:xfrm>
              <a:prstGeom prst="roundRect">
                <a:avLst>
                  <a:gd name="adj" fmla="val 4545"/>
                </a:avLst>
              </a:prstGeom>
              <a:solidFill>
                <a:srgbClr val="008000">
                  <a:alpha val="2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96000" tIns="36000" rIns="36000" bIns="36000" rtlCol="0" anchor="ctr"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00" name="グラフィックス 299" descr="将来 単色塗りつぶし">
                <a:extLst>
                  <a:ext uri="{FF2B5EF4-FFF2-40B4-BE49-F238E27FC236}">
                    <ns2:creationId id="{3F9EA157-2091-E81E-BF0B-A2B9CDB33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9093139" y="2212772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00" name="グループ化 499">
            <a:extLst>
              <a:ext uri="{FF2B5EF4-FFF2-40B4-BE49-F238E27FC236}">
                <ns2:creationId id="{BEF6F1FB-43A9-8628-D1FD-690C292A3898}"/>
              </a:ext>
            </a:extLst>
          </p:cNvPr>
          <p:cNvGrpSpPr/>
          <p:nvPr/>
        </p:nvGrpSpPr>
        <p:grpSpPr>
          <a:xfrm>
            <a:off x="336761" y="3997238"/>
            <a:ext cx="5580000" cy="2298245"/>
            <a:chOff x="344902" y="4010676"/>
            <a:chExt cx="5580000" cy="2298245"/>
          </a:xfrm>
        </p:grpSpPr>
        <p:sp>
          <p:nvSpPr>
            <p:cNvPr id="302" name="四角形: 角を丸くする 301">
              <a:extLst>
                <a:ext uri="{FF2B5EF4-FFF2-40B4-BE49-F238E27FC236}">
                  <ns2:creationId id="{3BEF859F-FA39-9B54-0E4B-544518CD1FFE}"/>
                </a:ext>
              </a:extLst>
            </p:cNvPr>
            <p:cNvSpPr/>
            <p:nvPr/>
          </p:nvSpPr>
          <p:spPr>
            <a:xfrm>
              <a:off x="344902" y="4148921"/>
              <a:ext cx="5580000" cy="216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ns2:creationId id="{F4B05CF9-9348-741A-DCD1-49A6A5E562E5}"/>
                </a:ext>
              </a:extLst>
            </p:cNvPr>
            <p:cNvSpPr txBox="1"/>
            <p:nvPr/>
          </p:nvSpPr>
          <p:spPr>
            <a:xfrm>
              <a:off x="513865" y="4010676"/>
              <a:ext cx="3240000" cy="28800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24000" tIns="36000" rIns="36000" bIns="36000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4" name="テキスト ボックス 303">
              <a:extLst>
                <a:ext uri="{FF2B5EF4-FFF2-40B4-BE49-F238E27FC236}">
                  <ns2:creationId id="{C6A45D9A-BF87-7743-6109-77A01E20B861}"/>
                </a:ext>
              </a:extLst>
            </p:cNvPr>
            <p:cNvSpPr txBox="1"/>
            <p:nvPr/>
          </p:nvSpPr>
          <p:spPr>
            <a:xfrm>
              <a:off x="344902" y="4308615"/>
              <a:ext cx="5580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algn="ct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06" name="グラフィックス 305" descr="散布図 枠線">
              <a:extLst>
                <a:ext uri="{FF2B5EF4-FFF2-40B4-BE49-F238E27FC236}">
                  <ns2:creationId id="{6BB16877-9003-0AAF-1DEF-2F3725C61A66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5:useLocalDpi val="0"/>
                </a:ex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513865" y="4010676"/>
              <a:ext cx="288000" cy="288000"/>
            </a:xfrm>
            <a:prstGeom prst="rect">
              <a:avLst/>
            </a:prstGeom>
          </p:spPr>
        </p:pic>
        <p:sp>
          <p:nvSpPr>
            <p:cNvPr id="307" name="ホームベース 51">
              <a:extLst>
                <a:ext uri="{FF2B5EF4-FFF2-40B4-BE49-F238E27FC236}">
                  <ns2:creationId id="{F5B8F132-EAC5-93E8-BFD6-C1C18C291373}"/>
                </a:ext>
              </a:extLst>
            </p:cNvPr>
            <p:cNvSpPr/>
            <p:nvPr/>
          </p:nvSpPr>
          <p:spPr>
            <a:xfrm rot="5400000">
              <a:off x="619438" y="4462554"/>
              <a:ext cx="468000" cy="540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8" name="山形 52">
              <a:extLst>
                <a:ext uri="{FF2B5EF4-FFF2-40B4-BE49-F238E27FC236}">
                  <ns2:creationId id="{079DEA0F-7FFE-0CC5-4463-43A31DCED8F9}"/>
                </a:ext>
              </a:extLst>
            </p:cNvPr>
            <p:cNvSpPr/>
            <p:nvPr/>
          </p:nvSpPr>
          <p:spPr>
            <a:xfrm rot="5400000">
              <a:off x="619438" y="4897927"/>
              <a:ext cx="468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54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9" name="山形 52">
              <a:extLst>
                <a:ext uri="{FF2B5EF4-FFF2-40B4-BE49-F238E27FC236}">
                  <ns2:creationId id="{68EA2A36-4853-B901-BD94-3261A24554E4}"/>
                </a:ext>
              </a:extLst>
            </p:cNvPr>
            <p:cNvSpPr/>
            <p:nvPr/>
          </p:nvSpPr>
          <p:spPr>
            <a:xfrm rot="5400000">
              <a:off x="619439" y="5333300"/>
              <a:ext cx="468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54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0" name="山形 52">
              <a:extLst>
                <a:ext uri="{FF2B5EF4-FFF2-40B4-BE49-F238E27FC236}">
                  <ns2:creationId id="{4C56B5A2-56B7-EC0C-375A-45F0DAE8A8DA}"/>
                </a:ext>
              </a:extLst>
            </p:cNvPr>
            <p:cNvSpPr/>
            <p:nvPr/>
          </p:nvSpPr>
          <p:spPr>
            <a:xfrm rot="5400000">
              <a:off x="619438" y="5768674"/>
              <a:ext cx="468000" cy="540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11" name="コネクタ: カギ線 310">
              <a:extLst>
                <a:ext uri="{FF2B5EF4-FFF2-40B4-BE49-F238E27FC236}">
                  <ns2:creationId id="{2BBE2770-99A3-758F-35AB-FF1581CBDD3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583439" y="5610655"/>
              <a:ext cx="1" cy="435374"/>
            </a:xfrm>
            <a:prstGeom prst="bentConnector3">
              <a:avLst>
                <a:gd name="adj1" fmla="val 1926010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コネクタ: カギ線 313">
              <a:extLst>
                <a:ext uri="{FF2B5EF4-FFF2-40B4-BE49-F238E27FC236}">
                  <ns2:creationId id="{64F8D952-F901-F574-80D9-B599E6405DB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3439" y="4630318"/>
              <a:ext cx="1" cy="871008"/>
            </a:xfrm>
            <a:prstGeom prst="bentConnector3">
              <a:avLst>
                <a:gd name="adj1" fmla="val 1926010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コネクタ: カギ線 316">
              <a:extLst>
                <a:ext uri="{FF2B5EF4-FFF2-40B4-BE49-F238E27FC236}">
                  <ns2:creationId id="{D514921E-7095-E534-E872-88A056F3A9D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3439" y="5065954"/>
              <a:ext cx="1" cy="435373"/>
            </a:xfrm>
            <a:prstGeom prst="bentConnector3">
              <a:avLst>
                <a:gd name="adj1" fmla="val 1926010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正方形/長方形 323">
              <a:extLst>
                <a:ext uri="{FF2B5EF4-FFF2-40B4-BE49-F238E27FC236}">
                  <ns2:creationId id="{7AC4D153-02AB-BC39-89C5-11CC83B1AB71}"/>
                </a:ext>
              </a:extLst>
            </p:cNvPr>
            <p:cNvSpPr/>
            <p:nvPr/>
          </p:nvSpPr>
          <p:spPr>
            <a:xfrm>
              <a:off x="3871539" y="4643156"/>
              <a:ext cx="720000" cy="180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6" name="図 325">
              <a:extLst>
                <a:ext uri="{FF2B5EF4-FFF2-40B4-BE49-F238E27FC236}">
                  <ns2:creationId id="{1EF57EDD-1F00-B1CE-FF7E-89EB4F86F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871539" y="4823156"/>
              <a:ext cx="1988820" cy="811530"/>
            </a:xfrm>
            <a:prstGeom prst="rect">
              <a:avLst/>
            </a:prstGeom>
          </p:spPr>
        </p:pic>
        <p:grpSp>
          <p:nvGrpSpPr>
            <p:cNvPr id="435" name="グループ化 434">
              <a:extLst>
                <a:ext uri="{FF2B5EF4-FFF2-40B4-BE49-F238E27FC236}">
                  <ns2:creationId id="{F8729035-B671-C139-C715-281CE2EB7167}"/>
                </a:ext>
              </a:extLst>
            </p:cNvPr>
            <p:cNvGrpSpPr/>
            <p:nvPr/>
          </p:nvGrpSpPr>
          <p:grpSpPr>
            <a:xfrm>
              <a:off x="1180364" y="4660554"/>
              <a:ext cx="2621602" cy="1450120"/>
              <a:chOff x="1180364" y="4660554"/>
              <a:chExt cx="2621602" cy="1450120"/>
            </a:xfrm>
          </p:grpSpPr>
          <p:sp>
            <p:nvSpPr>
              <p:cNvPr id="330" name="正方形/長方形 329">
                <a:extLst>
                  <a:ext uri="{FF2B5EF4-FFF2-40B4-BE49-F238E27FC236}">
                    <ns2:creationId id="{9D91FEC8-53B9-C2F7-4B25-D33C266FD8E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62841" y="4660554"/>
                <a:ext cx="108000" cy="144000"/>
              </a:xfrm>
              <a:prstGeom prst="rect">
                <a:avLst/>
              </a:prstGeom>
              <a:solidFill>
                <a:srgbClr val="008000">
                  <a:alpha val="5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1" name="正方形/長方形 330">
                <a:extLst>
                  <a:ext uri="{FF2B5EF4-FFF2-40B4-BE49-F238E27FC236}">
                    <ns2:creationId id="{8CCB1019-E80F-A805-65A5-BE0412E2210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62841" y="5095927"/>
                <a:ext cx="108000" cy="14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2" name="正方形/長方形 331">
                <a:extLst>
                  <a:ext uri="{FF2B5EF4-FFF2-40B4-BE49-F238E27FC236}">
                    <ns2:creationId id="{1437B27A-DF80-1CE9-8783-4BD1038E838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58813" y="5095927"/>
                <a:ext cx="108000" cy="14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3" name="正方形/長方形 332">
                <a:extLst>
                  <a:ext uri="{FF2B5EF4-FFF2-40B4-BE49-F238E27FC236}">
                    <ns2:creationId id="{9ED476F7-1662-BA1F-3165-09934ABB35B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683083" y="5095927"/>
                <a:ext cx="108000" cy="144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4" name="正方形/長方形 333">
                <a:extLst>
                  <a:ext uri="{FF2B5EF4-FFF2-40B4-BE49-F238E27FC236}">
                    <ns2:creationId id="{BED2D592-EB97-9772-C8C4-04A01CB7ED0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34443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5" name="正方形/長方形 334">
                <a:extLst>
                  <a:ext uri="{FF2B5EF4-FFF2-40B4-BE49-F238E27FC236}">
                    <ns2:creationId id="{1902462E-D080-E43A-D11F-04877112C7B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53375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6" name="正方形/長方形 335">
                <a:extLst>
                  <a:ext uri="{FF2B5EF4-FFF2-40B4-BE49-F238E27FC236}">
                    <ns2:creationId id="{C895716E-C831-6D11-050B-EFFA92D8393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431724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7" name="正方形/長方形 336">
                <a:extLst>
                  <a:ext uri="{FF2B5EF4-FFF2-40B4-BE49-F238E27FC236}">
                    <ns2:creationId id="{E8913577-D9F6-36A1-EF5E-B5F688FE2B2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72307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8" name="正方形/長方形 337">
                <a:extLst>
                  <a:ext uri="{FF2B5EF4-FFF2-40B4-BE49-F238E27FC236}">
                    <ns2:creationId id="{DB5EEEA5-ED54-6469-D71F-157ABD97A6E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58813" y="5466655"/>
                <a:ext cx="108000" cy="144000"/>
              </a:xfrm>
              <a:prstGeom prst="rect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0" name="正方形/長方形 339">
                <a:extLst>
                  <a:ext uri="{FF2B5EF4-FFF2-40B4-BE49-F238E27FC236}">
                    <ns2:creationId id="{2CE8CC6C-5B45-73CE-23C6-476E9B8594F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18229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1" name="正方形/長方形 340">
                <a:extLst>
                  <a:ext uri="{FF2B5EF4-FFF2-40B4-BE49-F238E27FC236}">
                    <ns2:creationId id="{43EB506E-4F9E-435D-B3E4-BAD0025F3C2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353375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8867A096-6718-D479-0B6A-500F7CE8B2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683083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3" name="正方形/長方形 342">
                <a:extLst>
                  <a:ext uri="{FF2B5EF4-FFF2-40B4-BE49-F238E27FC236}">
                    <ns2:creationId id="{9357F06F-C14B-AA88-72CA-49A0EFB60F8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023667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4" name="正方形/長方形 343">
                <a:extLst>
                  <a:ext uri="{FF2B5EF4-FFF2-40B4-BE49-F238E27FC236}">
                    <ns2:creationId id="{B93A769F-8878-4697-E9BB-B1EC10AFC7A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358813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5" name="正方形/長方形 344">
                <a:extLst>
                  <a:ext uri="{FF2B5EF4-FFF2-40B4-BE49-F238E27FC236}">
                    <ns2:creationId id="{71F85855-ED8A-99C9-27D3-31EFE2CA73F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688521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6" name="正方形/長方形 345">
                <a:extLst>
                  <a:ext uri="{FF2B5EF4-FFF2-40B4-BE49-F238E27FC236}">
                    <ns2:creationId id="{6ED1EC91-B123-7574-A362-22125FE6AD0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15510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8" name="正方形/長方形 347">
                <a:extLst>
                  <a:ext uri="{FF2B5EF4-FFF2-40B4-BE49-F238E27FC236}">
                    <ns2:creationId id="{9FAD0DEE-764B-302E-8DC8-4BB92A875FF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80364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1" name="正方形/長方形 350">
                <a:extLst>
                  <a:ext uri="{FF2B5EF4-FFF2-40B4-BE49-F238E27FC236}">
                    <ns2:creationId id="{FD83215B-BC4C-9D70-AB50-2806E7E6A2B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850656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2" name="正方形/長方形 351">
                <a:extLst>
                  <a:ext uri="{FF2B5EF4-FFF2-40B4-BE49-F238E27FC236}">
                    <ns2:creationId id="{2FBDF4FE-F64F-1A93-1E92-1847022CF19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185802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3" name="正方形/長方形 352">
                <a:extLst>
                  <a:ext uri="{FF2B5EF4-FFF2-40B4-BE49-F238E27FC236}">
                    <ns2:creationId id="{13E751C6-F1C5-B866-7A84-5383748FB0A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520948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4" name="正方形/長方形 353">
                <a:extLst>
                  <a:ext uri="{FF2B5EF4-FFF2-40B4-BE49-F238E27FC236}">
                    <ns2:creationId id="{BC024760-57AC-8CA4-14A9-35A4CB4F865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856094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A0C4966E-D1AC-E32A-F42B-738A78C783C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91240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6" name="正方形/長方形 355">
                <a:extLst>
                  <a:ext uri="{FF2B5EF4-FFF2-40B4-BE49-F238E27FC236}">
                    <ns2:creationId id="{EC3AF187-B272-4DB4-1910-A4B751296BF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693966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7" name="正方形/長方形 356">
                <a:extLst>
                  <a:ext uri="{FF2B5EF4-FFF2-40B4-BE49-F238E27FC236}">
                    <ns2:creationId id="{A0B4980C-558F-82E7-DC8A-D50E6BC8C7F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526386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8" name="正方形/長方形 357">
                <a:extLst>
                  <a:ext uri="{FF2B5EF4-FFF2-40B4-BE49-F238E27FC236}">
                    <ns2:creationId id="{531E7FB2-A225-84D0-968F-3D3FEBBAAE1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347937" y="5966674"/>
                <a:ext cx="108000" cy="144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0" name="コネクタ: カギ線 359">
                <a:extLst>
                  <a:ext uri="{FF2B5EF4-FFF2-40B4-BE49-F238E27FC236}">
                    <ns2:creationId id="{147FD4C4-1B83-99F5-A966-D0BA9C7DB2A4}"/>
                  </a:ext>
                </a:extLst>
              </p:cNvPr>
              <p:cNvCxnSpPr>
                <a:stCxn id="336" idx="2"/>
                <a:endCxn id="342" idx="0"/>
              </p:cNvCxnSpPr>
              <p:nvPr/>
            </p:nvCxnSpPr>
            <p:spPr>
              <a:xfrm rot="16200000" flipH="1">
                <a:off x="1433394" y="5662984"/>
                <a:ext cx="356019" cy="251359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コネクタ: カギ線 360">
                <a:extLst>
                  <a:ext uri="{FF2B5EF4-FFF2-40B4-BE49-F238E27FC236}">
                    <ns2:creationId id="{7C7D6E62-7AD3-3087-32FF-D21EAB703BDB}"/>
                  </a:ext>
                </a:extLst>
              </p:cNvPr>
              <p:cNvCxnSpPr>
                <a:cxnSpLocks/>
                <a:stCxn id="334" idx="2"/>
                <a:endCxn id="340" idx="0"/>
              </p:cNvCxnSpPr>
              <p:nvPr/>
            </p:nvCxnSpPr>
            <p:spPr>
              <a:xfrm rot="16200000" flipH="1">
                <a:off x="1852327" y="5746771"/>
                <a:ext cx="356019" cy="83786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コネクタ: カギ線 363">
                <a:extLst>
                  <a:ext uri="{FF2B5EF4-FFF2-40B4-BE49-F238E27FC236}">
                    <ns2:creationId id="{0E772DD9-00BA-75C4-8D38-B12A1558844A}"/>
                  </a:ext>
                </a:extLst>
              </p:cNvPr>
              <p:cNvCxnSpPr>
                <a:cxnSpLocks/>
                <a:stCxn id="334" idx="2"/>
                <a:endCxn id="351" idx="0"/>
              </p:cNvCxnSpPr>
              <p:nvPr/>
            </p:nvCxnSpPr>
            <p:spPr>
              <a:xfrm rot="5400000">
                <a:off x="1768541" y="5746771"/>
                <a:ext cx="356019" cy="83787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コネクタ: カギ線 366">
                <a:extLst>
                  <a:ext uri="{FF2B5EF4-FFF2-40B4-BE49-F238E27FC236}">
                    <ns2:creationId id="{A9C6DBE6-CDF5-2A01-908C-D28D9CA60875}"/>
                  </a:ext>
                </a:extLst>
              </p:cNvPr>
              <p:cNvCxnSpPr>
                <a:cxnSpLocks/>
                <a:stCxn id="336" idx="2"/>
                <a:endCxn id="348" idx="0"/>
              </p:cNvCxnSpPr>
              <p:nvPr/>
            </p:nvCxnSpPr>
            <p:spPr>
              <a:xfrm rot="5400000">
                <a:off x="1182035" y="5662984"/>
                <a:ext cx="356019" cy="251360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コネクタ: カギ線 369">
                <a:extLst>
                  <a:ext uri="{FF2B5EF4-FFF2-40B4-BE49-F238E27FC236}">
                    <ns2:creationId id="{F8D22411-DDF4-22FB-2C8E-F0CB2F2B30B0}"/>
                  </a:ext>
                </a:extLst>
              </p:cNvPr>
              <p:cNvCxnSpPr>
                <a:cxnSpLocks/>
                <a:stCxn id="336" idx="2"/>
                <a:endCxn id="358" idx="0"/>
              </p:cNvCxnSpPr>
              <p:nvPr/>
            </p:nvCxnSpPr>
            <p:spPr>
              <a:xfrm rot="5400000">
                <a:off x="1265822" y="5746771"/>
                <a:ext cx="356019" cy="83787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コネクタ: カギ線 372">
                <a:extLst>
                  <a:ext uri="{FF2B5EF4-FFF2-40B4-BE49-F238E27FC236}">
                    <ns2:creationId id="{CCBC938A-0C32-B0A2-D68A-1D821800415C}"/>
                  </a:ext>
                </a:extLst>
              </p:cNvPr>
              <p:cNvCxnSpPr>
                <a:cxnSpLocks/>
                <a:stCxn id="336" idx="2"/>
                <a:endCxn id="346" idx="0"/>
              </p:cNvCxnSpPr>
              <p:nvPr/>
            </p:nvCxnSpPr>
            <p:spPr>
              <a:xfrm rot="16200000" flipH="1">
                <a:off x="1349608" y="5746771"/>
                <a:ext cx="356019" cy="83786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コネクタ: カギ線 376">
                <a:extLst>
                  <a:ext uri="{FF2B5EF4-FFF2-40B4-BE49-F238E27FC236}">
                    <ns2:creationId id="{89265460-8F25-82BE-9E55-CF1397F472F8}"/>
                  </a:ext>
                </a:extLst>
              </p:cNvPr>
              <p:cNvCxnSpPr>
                <a:cxnSpLocks/>
                <a:stCxn id="335" idx="2"/>
                <a:endCxn id="352" idx="0"/>
              </p:cNvCxnSpPr>
              <p:nvPr/>
            </p:nvCxnSpPr>
            <p:spPr>
              <a:xfrm rot="5400000">
                <a:off x="2145580" y="5704878"/>
                <a:ext cx="356019" cy="167573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コネクタ: カギ線 379">
                <a:extLst>
                  <a:ext uri="{FF2B5EF4-FFF2-40B4-BE49-F238E27FC236}">
                    <ns2:creationId id="{5CCB532F-79B9-3C35-FCAF-A84540D99EAF}"/>
                  </a:ext>
                </a:extLst>
              </p:cNvPr>
              <p:cNvCxnSpPr>
                <a:cxnSpLocks/>
                <a:stCxn id="335" idx="2"/>
                <a:endCxn id="353" idx="0"/>
              </p:cNvCxnSpPr>
              <p:nvPr/>
            </p:nvCxnSpPr>
            <p:spPr>
              <a:xfrm rot="16200000" flipH="1">
                <a:off x="2313152" y="5704877"/>
                <a:ext cx="356019" cy="167573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線コネクタ 383">
                <a:extLst>
                  <a:ext uri="{FF2B5EF4-FFF2-40B4-BE49-F238E27FC236}">
                    <ns2:creationId id="{11C160BE-BFAE-9395-CA60-F00A13C7C79E}"/>
                  </a:ext>
                </a:extLst>
              </p:cNvPr>
              <p:cNvCxnSpPr>
                <a:stCxn id="335" idx="2"/>
                <a:endCxn id="341" idx="0"/>
              </p:cNvCxnSpPr>
              <p:nvPr/>
            </p:nvCxnSpPr>
            <p:spPr>
              <a:xfrm>
                <a:off x="2407375" y="5610655"/>
                <a:ext cx="0" cy="35601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線コネクタ 384">
                <a:extLst>
                  <a:ext uri="{FF2B5EF4-FFF2-40B4-BE49-F238E27FC236}">
                    <ns2:creationId id="{4BCF2125-3625-DD11-1942-FF23029F4E84}"/>
                  </a:ext>
                </a:extLst>
              </p:cNvPr>
              <p:cNvCxnSpPr>
                <a:cxnSpLocks/>
                <a:stCxn id="338" idx="2"/>
                <a:endCxn id="344" idx="0"/>
              </p:cNvCxnSpPr>
              <p:nvPr/>
            </p:nvCxnSpPr>
            <p:spPr>
              <a:xfrm>
                <a:off x="3412813" y="5610655"/>
                <a:ext cx="0" cy="356019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コネクタ: カギ線 387">
                <a:extLst>
                  <a:ext uri="{FF2B5EF4-FFF2-40B4-BE49-F238E27FC236}">
                    <ns2:creationId id="{1AB60A9E-0681-CA0A-E75C-E7F237193322}"/>
                  </a:ext>
                </a:extLst>
              </p:cNvPr>
              <p:cNvCxnSpPr>
                <a:cxnSpLocks/>
                <a:stCxn id="338" idx="2"/>
                <a:endCxn id="356" idx="0"/>
              </p:cNvCxnSpPr>
              <p:nvPr/>
            </p:nvCxnSpPr>
            <p:spPr>
              <a:xfrm rot="16200000" flipH="1">
                <a:off x="3402380" y="5621087"/>
                <a:ext cx="356019" cy="33515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コネクタ: カギ線 391">
                <a:extLst>
                  <a:ext uri="{FF2B5EF4-FFF2-40B4-BE49-F238E27FC236}">
                    <ns2:creationId id="{25F76820-DBBC-1EBE-3418-5990CA730E4C}"/>
                  </a:ext>
                </a:extLst>
              </p:cNvPr>
              <p:cNvCxnSpPr>
                <a:cxnSpLocks/>
                <a:stCxn id="338" idx="2"/>
                <a:endCxn id="357" idx="0"/>
              </p:cNvCxnSpPr>
              <p:nvPr/>
            </p:nvCxnSpPr>
            <p:spPr>
              <a:xfrm rot="16200000" flipH="1">
                <a:off x="3318590" y="5704877"/>
                <a:ext cx="356019" cy="16757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コネクタ: カギ線 394">
                <a:extLst>
                  <a:ext uri="{FF2B5EF4-FFF2-40B4-BE49-F238E27FC236}">
                    <ns2:creationId id="{E3316631-F3E6-70DA-2C0C-1A82E778E6C4}"/>
                  </a:ext>
                </a:extLst>
              </p:cNvPr>
              <p:cNvCxnSpPr>
                <a:cxnSpLocks/>
                <a:stCxn id="338" idx="2"/>
                <a:endCxn id="355" idx="0"/>
              </p:cNvCxnSpPr>
              <p:nvPr/>
            </p:nvCxnSpPr>
            <p:spPr>
              <a:xfrm rot="5400000">
                <a:off x="3151018" y="5704878"/>
                <a:ext cx="356019" cy="16757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コネクタ: カギ線 398">
                <a:extLst>
                  <a:ext uri="{FF2B5EF4-FFF2-40B4-BE49-F238E27FC236}">
                    <ns2:creationId id="{252CFFA7-45D6-8853-077F-EB576BB41F9B}"/>
                  </a:ext>
                </a:extLst>
              </p:cNvPr>
              <p:cNvCxnSpPr>
                <a:cxnSpLocks/>
                <a:stCxn id="338" idx="2"/>
                <a:endCxn id="343" idx="0"/>
              </p:cNvCxnSpPr>
              <p:nvPr/>
            </p:nvCxnSpPr>
            <p:spPr>
              <a:xfrm rot="5400000">
                <a:off x="3067231" y="5621091"/>
                <a:ext cx="356019" cy="33514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コネクタ: カギ線 401">
                <a:extLst>
                  <a:ext uri="{FF2B5EF4-FFF2-40B4-BE49-F238E27FC236}">
                    <ns2:creationId id="{859C81B7-B687-3320-C9D6-404C0D169A8C}"/>
                  </a:ext>
                </a:extLst>
              </p:cNvPr>
              <p:cNvCxnSpPr>
                <a:cxnSpLocks/>
                <a:stCxn id="337" idx="2"/>
                <a:endCxn id="345" idx="0"/>
              </p:cNvCxnSpPr>
              <p:nvPr/>
            </p:nvCxnSpPr>
            <p:spPr>
              <a:xfrm rot="5400000">
                <a:off x="2606405" y="5746771"/>
                <a:ext cx="356019" cy="8378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コネクタ: カギ線 404">
                <a:extLst>
                  <a:ext uri="{FF2B5EF4-FFF2-40B4-BE49-F238E27FC236}">
                    <ns2:creationId id="{AC726D85-70D0-54F9-B2CD-0E3AFB2DB193}"/>
                  </a:ext>
                </a:extLst>
              </p:cNvPr>
              <p:cNvCxnSpPr>
                <a:cxnSpLocks/>
                <a:stCxn id="337" idx="2"/>
                <a:endCxn id="354" idx="0"/>
              </p:cNvCxnSpPr>
              <p:nvPr/>
            </p:nvCxnSpPr>
            <p:spPr>
              <a:xfrm rot="16200000" flipH="1">
                <a:off x="2690191" y="5746770"/>
                <a:ext cx="356019" cy="8378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8" name="直線コネクタ 407">
                <a:extLst>
                  <a:ext uri="{FF2B5EF4-FFF2-40B4-BE49-F238E27FC236}">
                    <ns2:creationId id="{EF2C2FA2-89DD-F837-1E9F-9AAB8F85E701}"/>
                  </a:ext>
                </a:extLst>
              </p:cNvPr>
              <p:cNvCxnSpPr>
                <a:cxnSpLocks/>
                <a:stCxn id="332" idx="2"/>
                <a:endCxn id="338" idx="0"/>
              </p:cNvCxnSpPr>
              <p:nvPr/>
            </p:nvCxnSpPr>
            <p:spPr>
              <a:xfrm>
                <a:off x="3412813" y="5239927"/>
                <a:ext cx="0" cy="226728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コネクタ: カギ線 410">
                <a:extLst>
                  <a:ext uri="{FF2B5EF4-FFF2-40B4-BE49-F238E27FC236}">
                    <ns2:creationId id="{761FD90D-B5C5-8ED4-3B30-4DD50D7D512C}"/>
                  </a:ext>
                </a:extLst>
              </p:cNvPr>
              <p:cNvCxnSpPr>
                <a:cxnSpLocks/>
                <a:stCxn id="333" idx="2"/>
                <a:endCxn id="334" idx="0"/>
              </p:cNvCxnSpPr>
              <p:nvPr/>
            </p:nvCxnSpPr>
            <p:spPr>
              <a:xfrm rot="16200000" flipH="1">
                <a:off x="1749399" y="5227611"/>
                <a:ext cx="226728" cy="251360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コネクタ: カギ線 414">
                <a:extLst>
                  <a:ext uri="{FF2B5EF4-FFF2-40B4-BE49-F238E27FC236}">
                    <ns2:creationId id="{E650413C-E7BC-48A6-2FA3-AB9213515535}"/>
                  </a:ext>
                </a:extLst>
              </p:cNvPr>
              <p:cNvCxnSpPr>
                <a:cxnSpLocks/>
                <a:stCxn id="333" idx="2"/>
                <a:endCxn id="336" idx="0"/>
              </p:cNvCxnSpPr>
              <p:nvPr/>
            </p:nvCxnSpPr>
            <p:spPr>
              <a:xfrm rot="5400000">
                <a:off x="1498040" y="5227612"/>
                <a:ext cx="226728" cy="251359"/>
              </a:xfrm>
              <a:prstGeom prst="bentConnector3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コネクタ: カギ線 417">
                <a:extLst>
                  <a:ext uri="{FF2B5EF4-FFF2-40B4-BE49-F238E27FC236}">
                    <ns2:creationId id="{40F2B007-83F6-51A3-6E1D-40427F940E15}"/>
                  </a:ext>
                </a:extLst>
              </p:cNvPr>
              <p:cNvCxnSpPr>
                <a:cxnSpLocks/>
                <a:stCxn id="331" idx="2"/>
                <a:endCxn id="335" idx="0"/>
              </p:cNvCxnSpPr>
              <p:nvPr/>
            </p:nvCxnSpPr>
            <p:spPr>
              <a:xfrm rot="5400000">
                <a:off x="2398744" y="5248558"/>
                <a:ext cx="226728" cy="20946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コネクタ: カギ線 421">
                <a:extLst>
                  <a:ext uri="{FF2B5EF4-FFF2-40B4-BE49-F238E27FC236}">
                    <ns2:creationId id="{0C83358E-CDAB-B600-2834-3AB822AD2A2E}"/>
                  </a:ext>
                </a:extLst>
              </p:cNvPr>
              <p:cNvCxnSpPr>
                <a:cxnSpLocks/>
                <a:stCxn id="331" idx="2"/>
                <a:endCxn id="337" idx="0"/>
              </p:cNvCxnSpPr>
              <p:nvPr/>
            </p:nvCxnSpPr>
            <p:spPr>
              <a:xfrm rot="16200000" flipH="1">
                <a:off x="2608210" y="5248558"/>
                <a:ext cx="226728" cy="20946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57A52BF0-40F8-ED87-3AF2-01134A1E7E62}"/>
                  </a:ext>
                </a:extLst>
              </p:cNvPr>
              <p:cNvCxnSpPr>
                <a:cxnSpLocks/>
                <a:stCxn id="330" idx="2"/>
                <a:endCxn id="331" idx="0"/>
              </p:cNvCxnSpPr>
              <p:nvPr/>
            </p:nvCxnSpPr>
            <p:spPr>
              <a:xfrm>
                <a:off x="2616841" y="4804554"/>
                <a:ext cx="0" cy="291373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コネクタ: カギ線 427">
                <a:extLst>
                  <a:ext uri="{FF2B5EF4-FFF2-40B4-BE49-F238E27FC236}">
                    <ns2:creationId id="{9C14221D-DF41-E6B8-2578-3FD0372B76B2}"/>
                  </a:ext>
                </a:extLst>
              </p:cNvPr>
              <p:cNvCxnSpPr>
                <a:cxnSpLocks/>
                <a:stCxn id="330" idx="2"/>
                <a:endCxn id="332" idx="0"/>
              </p:cNvCxnSpPr>
              <p:nvPr/>
            </p:nvCxnSpPr>
            <p:spPr>
              <a:xfrm rot="16200000" flipH="1">
                <a:off x="2869141" y="4552254"/>
                <a:ext cx="291373" cy="79597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コネクタ: カギ線 431">
                <a:extLst>
                  <a:ext uri="{FF2B5EF4-FFF2-40B4-BE49-F238E27FC236}">
                    <ns2:creationId id="{F7833E9B-0193-315D-DF2E-12EA34FF0D39}"/>
                  </a:ext>
                </a:extLst>
              </p:cNvPr>
              <p:cNvCxnSpPr>
                <a:cxnSpLocks/>
                <a:stCxn id="330" idx="2"/>
                <a:endCxn id="333" idx="0"/>
              </p:cNvCxnSpPr>
              <p:nvPr/>
            </p:nvCxnSpPr>
            <p:spPr>
              <a:xfrm rot="5400000">
                <a:off x="2031276" y="4510361"/>
                <a:ext cx="291373" cy="87975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7" name="Group 216">
            <a:extLst>
              <a:ext uri="{FF2B5EF4-FFF2-40B4-BE49-F238E27FC236}">
                <ns2:creationId id="{058B356B-45E3-6F30-DFC1-2EE57CB0DF6A}"/>
              </a:ext>
            </a:extLst>
          </p:cNvPr>
          <p:cNvGrpSpPr/>
          <p:nvPr/>
        </p:nvGrpSpPr>
        <p:grpSpPr>
          <a:xfrm>
            <a:off x="6277038" y="4010676"/>
            <a:ext cx="5580000" cy="2301626"/>
            <a:chOff x="6277038" y="4010676"/>
            <a:chExt cx="5580000" cy="2301626"/>
          </a:xfrm>
        </p:grpSpPr>
        <p:grpSp>
          <p:nvGrpSpPr>
            <p:cNvPr id="527" name="グループ化 526">
              <a:extLst>
                <a:ext uri="{FF2B5EF4-FFF2-40B4-BE49-F238E27FC236}">
                  <ns2:creationId id="{15B017EC-CD8B-E082-9FAA-72D8A7A9E553}"/>
                </a:ext>
              </a:extLst>
            </p:cNvPr>
            <p:cNvGrpSpPr/>
            <p:nvPr/>
          </p:nvGrpSpPr>
          <p:grpSpPr>
            <a:xfrm>
              <a:off x="9855555" y="5537461"/>
              <a:ext cx="1799999" cy="539999"/>
              <a:chOff x="9959005" y="5448019"/>
              <a:chExt cx="1616868" cy="633456"/>
            </a:xfrm>
          </p:grpSpPr>
          <p:sp>
            <p:nvSpPr>
              <p:cNvPr id="514" name="フリーフォーム: 図形 513">
                <a:extLst>
                  <a:ext uri="{FF2B5EF4-FFF2-40B4-BE49-F238E27FC236}">
                    <ns2:creationId id="{86E1C4AE-67E8-B50A-08AA-48A32F10FD12}"/>
                  </a:ext>
                </a:extLst>
              </p:cNvPr>
              <p:cNvSpPr/>
              <p:nvPr/>
            </p:nvSpPr>
            <p:spPr>
              <a:xfrm>
                <a:off x="9985201" y="5557100"/>
                <a:ext cx="1459706" cy="393406"/>
              </a:xfrm>
              <a:custGeom>
                <a:avLst/>
                <a:gdLst>
                  <a:gd name="connsiteX0" fmla="*/ 0 w 1459706"/>
                  <a:gd name="connsiteY0" fmla="*/ 241006 h 393406"/>
                  <a:gd name="connsiteX1" fmla="*/ 114300 w 1459706"/>
                  <a:gd name="connsiteY1" fmla="*/ 200525 h 393406"/>
                  <a:gd name="connsiteX2" fmla="*/ 188119 w 1459706"/>
                  <a:gd name="connsiteY2" fmla="*/ 148137 h 393406"/>
                  <a:gd name="connsiteX3" fmla="*/ 252413 w 1459706"/>
                  <a:gd name="connsiteY3" fmla="*/ 55268 h 393406"/>
                  <a:gd name="connsiteX4" fmla="*/ 297656 w 1459706"/>
                  <a:gd name="connsiteY4" fmla="*/ 2881 h 393406"/>
                  <a:gd name="connsiteX5" fmla="*/ 381000 w 1459706"/>
                  <a:gd name="connsiteY5" fmla="*/ 14787 h 393406"/>
                  <a:gd name="connsiteX6" fmla="*/ 454819 w 1459706"/>
                  <a:gd name="connsiteY6" fmla="*/ 81462 h 393406"/>
                  <a:gd name="connsiteX7" fmla="*/ 614363 w 1459706"/>
                  <a:gd name="connsiteY7" fmla="*/ 276725 h 393406"/>
                  <a:gd name="connsiteX8" fmla="*/ 666750 w 1459706"/>
                  <a:gd name="connsiteY8" fmla="*/ 331493 h 393406"/>
                  <a:gd name="connsiteX9" fmla="*/ 704850 w 1459706"/>
                  <a:gd name="connsiteY9" fmla="*/ 350543 h 393406"/>
                  <a:gd name="connsiteX10" fmla="*/ 781050 w 1459706"/>
                  <a:gd name="connsiteY10" fmla="*/ 312443 h 393406"/>
                  <a:gd name="connsiteX11" fmla="*/ 876300 w 1459706"/>
                  <a:gd name="connsiteY11" fmla="*/ 236243 h 393406"/>
                  <a:gd name="connsiteX12" fmla="*/ 921544 w 1459706"/>
                  <a:gd name="connsiteY12" fmla="*/ 195762 h 393406"/>
                  <a:gd name="connsiteX13" fmla="*/ 964406 w 1459706"/>
                  <a:gd name="connsiteY13" fmla="*/ 205287 h 393406"/>
                  <a:gd name="connsiteX14" fmla="*/ 1009650 w 1459706"/>
                  <a:gd name="connsiteY14" fmla="*/ 245768 h 393406"/>
                  <a:gd name="connsiteX15" fmla="*/ 1069181 w 1459706"/>
                  <a:gd name="connsiteY15" fmla="*/ 317206 h 393406"/>
                  <a:gd name="connsiteX16" fmla="*/ 1157288 w 1459706"/>
                  <a:gd name="connsiteY16" fmla="*/ 362450 h 393406"/>
                  <a:gd name="connsiteX17" fmla="*/ 1459706 w 1459706"/>
                  <a:gd name="connsiteY17" fmla="*/ 393406 h 3934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459706" h="393406">
                    <a:moveTo>
                      <a:pt x="0" y="241006"/>
                    </a:moveTo>
                    <a:cubicBezTo>
                      <a:pt x="41473" y="228504"/>
                      <a:pt x="82947" y="216003"/>
                      <a:pt x="114300" y="200525"/>
                    </a:cubicBezTo>
                    <a:cubicBezTo>
                      <a:pt x="145653" y="185047"/>
                      <a:pt x="165100" y="172347"/>
                      <a:pt x="188119" y="148137"/>
                    </a:cubicBezTo>
                    <a:cubicBezTo>
                      <a:pt x="211138" y="123927"/>
                      <a:pt x="234157" y="79477"/>
                      <a:pt x="252413" y="55268"/>
                    </a:cubicBezTo>
                    <a:cubicBezTo>
                      <a:pt x="270669" y="31059"/>
                      <a:pt x="276225" y="9628"/>
                      <a:pt x="297656" y="2881"/>
                    </a:cubicBezTo>
                    <a:cubicBezTo>
                      <a:pt x="319087" y="-3866"/>
                      <a:pt x="354806" y="1690"/>
                      <a:pt x="381000" y="14787"/>
                    </a:cubicBezTo>
                    <a:cubicBezTo>
                      <a:pt x="407194" y="27884"/>
                      <a:pt x="415925" y="37806"/>
                      <a:pt x="454819" y="81462"/>
                    </a:cubicBezTo>
                    <a:cubicBezTo>
                      <a:pt x="493713" y="125118"/>
                      <a:pt x="579041" y="235053"/>
                      <a:pt x="614363" y="276725"/>
                    </a:cubicBezTo>
                    <a:cubicBezTo>
                      <a:pt x="649685" y="318397"/>
                      <a:pt x="651669" y="319190"/>
                      <a:pt x="666750" y="331493"/>
                    </a:cubicBezTo>
                    <a:cubicBezTo>
                      <a:pt x="681831" y="343796"/>
                      <a:pt x="685800" y="353718"/>
                      <a:pt x="704850" y="350543"/>
                    </a:cubicBezTo>
                    <a:cubicBezTo>
                      <a:pt x="723900" y="347368"/>
                      <a:pt x="752475" y="331493"/>
                      <a:pt x="781050" y="312443"/>
                    </a:cubicBezTo>
                    <a:cubicBezTo>
                      <a:pt x="809625" y="293393"/>
                      <a:pt x="852884" y="255690"/>
                      <a:pt x="876300" y="236243"/>
                    </a:cubicBezTo>
                    <a:cubicBezTo>
                      <a:pt x="899716" y="216796"/>
                      <a:pt x="906860" y="200921"/>
                      <a:pt x="921544" y="195762"/>
                    </a:cubicBezTo>
                    <a:cubicBezTo>
                      <a:pt x="936228" y="190603"/>
                      <a:pt x="949722" y="196953"/>
                      <a:pt x="964406" y="205287"/>
                    </a:cubicBezTo>
                    <a:cubicBezTo>
                      <a:pt x="979090" y="213621"/>
                      <a:pt x="992188" y="227115"/>
                      <a:pt x="1009650" y="245768"/>
                    </a:cubicBezTo>
                    <a:cubicBezTo>
                      <a:pt x="1027112" y="264421"/>
                      <a:pt x="1044575" y="297759"/>
                      <a:pt x="1069181" y="317206"/>
                    </a:cubicBezTo>
                    <a:cubicBezTo>
                      <a:pt x="1093787" y="336653"/>
                      <a:pt x="1092201" y="349750"/>
                      <a:pt x="1157288" y="362450"/>
                    </a:cubicBezTo>
                    <a:cubicBezTo>
                      <a:pt x="1222375" y="375150"/>
                      <a:pt x="1341040" y="384278"/>
                      <a:pt x="1459706" y="393406"/>
                    </a:cubicBezTo>
                  </a:path>
                </a:pathLst>
              </a:custGeom>
              <a:noFill/>
              <a:ln w="9525">
                <a:solidFill>
                  <a:schemeClr val="accent6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フリーフォーム: 図形 514">
                <a:extLst>
                  <a:ext uri="{FF2B5EF4-FFF2-40B4-BE49-F238E27FC236}">
                    <ns2:creationId id="{A2A50BDC-2A5C-5D67-8E7D-CD43FC9C1437}"/>
                  </a:ext>
                </a:extLst>
              </p:cNvPr>
              <p:cNvSpPr/>
              <p:nvPr/>
            </p:nvSpPr>
            <p:spPr>
              <a:xfrm>
                <a:off x="10018539" y="5552837"/>
                <a:ext cx="1426368" cy="395288"/>
              </a:xfrm>
              <a:custGeom>
                <a:avLst/>
                <a:gdLst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  <a:gd name="connsiteX0" fmla="*/ 0 w 1426368"/>
                  <a:gd name="connsiteY0" fmla="*/ 211931 h 395288"/>
                  <a:gd name="connsiteX1" fmla="*/ 95250 w 1426368"/>
                  <a:gd name="connsiteY1" fmla="*/ 138113 h 395288"/>
                  <a:gd name="connsiteX2" fmla="*/ 185737 w 1426368"/>
                  <a:gd name="connsiteY2" fmla="*/ 42863 h 395288"/>
                  <a:gd name="connsiteX3" fmla="*/ 259556 w 1426368"/>
                  <a:gd name="connsiteY3" fmla="*/ 0 h 395288"/>
                  <a:gd name="connsiteX4" fmla="*/ 326231 w 1426368"/>
                  <a:gd name="connsiteY4" fmla="*/ 0 h 395288"/>
                  <a:gd name="connsiteX5" fmla="*/ 392906 w 1426368"/>
                  <a:gd name="connsiteY5" fmla="*/ 42863 h 395288"/>
                  <a:gd name="connsiteX6" fmla="*/ 454818 w 1426368"/>
                  <a:gd name="connsiteY6" fmla="*/ 114300 h 395288"/>
                  <a:gd name="connsiteX7" fmla="*/ 552450 w 1426368"/>
                  <a:gd name="connsiteY7" fmla="*/ 230981 h 395288"/>
                  <a:gd name="connsiteX8" fmla="*/ 673893 w 1426368"/>
                  <a:gd name="connsiteY8" fmla="*/ 285750 h 395288"/>
                  <a:gd name="connsiteX9" fmla="*/ 816768 w 1426368"/>
                  <a:gd name="connsiteY9" fmla="*/ 261938 h 395288"/>
                  <a:gd name="connsiteX10" fmla="*/ 919162 w 1426368"/>
                  <a:gd name="connsiteY10" fmla="*/ 252413 h 395288"/>
                  <a:gd name="connsiteX11" fmla="*/ 1021556 w 1426368"/>
                  <a:gd name="connsiteY11" fmla="*/ 314325 h 395288"/>
                  <a:gd name="connsiteX12" fmla="*/ 1078706 w 1426368"/>
                  <a:gd name="connsiteY12" fmla="*/ 352425 h 395288"/>
                  <a:gd name="connsiteX13" fmla="*/ 1214437 w 1426368"/>
                  <a:gd name="connsiteY13" fmla="*/ 366713 h 395288"/>
                  <a:gd name="connsiteX14" fmla="*/ 1262062 w 1426368"/>
                  <a:gd name="connsiteY14" fmla="*/ 366713 h 395288"/>
                  <a:gd name="connsiteX15" fmla="*/ 1357312 w 1426368"/>
                  <a:gd name="connsiteY15" fmla="*/ 395288 h 395288"/>
                  <a:gd name="connsiteX16" fmla="*/ 1426368 w 1426368"/>
                  <a:gd name="connsiteY16" fmla="*/ 395288 h 395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426368" h="395288">
                    <a:moveTo>
                      <a:pt x="0" y="211931"/>
                    </a:moveTo>
                    <a:lnTo>
                      <a:pt x="95250" y="138113"/>
                    </a:lnTo>
                    <a:lnTo>
                      <a:pt x="185737" y="42863"/>
                    </a:lnTo>
                    <a:lnTo>
                      <a:pt x="259556" y="0"/>
                    </a:lnTo>
                    <a:lnTo>
                      <a:pt x="326231" y="0"/>
                    </a:lnTo>
                    <a:lnTo>
                      <a:pt x="392906" y="42863"/>
                    </a:lnTo>
                    <a:lnTo>
                      <a:pt x="454818" y="114300"/>
                    </a:lnTo>
                    <a:lnTo>
                      <a:pt x="552450" y="230981"/>
                    </a:lnTo>
                    <a:cubicBezTo>
                      <a:pt x="592931" y="263525"/>
                      <a:pt x="614362" y="279400"/>
                      <a:pt x="673893" y="285750"/>
                    </a:cubicBezTo>
                    <a:cubicBezTo>
                      <a:pt x="745330" y="277813"/>
                      <a:pt x="769143" y="269875"/>
                      <a:pt x="816768" y="261938"/>
                    </a:cubicBezTo>
                    <a:lnTo>
                      <a:pt x="919162" y="252413"/>
                    </a:lnTo>
                    <a:lnTo>
                      <a:pt x="1021556" y="314325"/>
                    </a:lnTo>
                    <a:lnTo>
                      <a:pt x="1078706" y="352425"/>
                    </a:lnTo>
                    <a:lnTo>
                      <a:pt x="1214437" y="366713"/>
                    </a:lnTo>
                    <a:lnTo>
                      <a:pt x="1262062" y="366713"/>
                    </a:lnTo>
                    <a:lnTo>
                      <a:pt x="1357312" y="395288"/>
                    </a:lnTo>
                    <a:lnTo>
                      <a:pt x="1426368" y="395288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16" name="直線矢印コネクタ 515">
                <a:extLst>
                  <a:ext uri="{FF2B5EF4-FFF2-40B4-BE49-F238E27FC236}">
                    <ns2:creationId id="{7B3A1734-737B-DF5E-BEFB-C4A41AAABBB7}"/>
                  </a:ext>
                </a:extLst>
              </p:cNvPr>
              <p:cNvCxnSpPr/>
              <p:nvPr/>
            </p:nvCxnSpPr>
            <p:spPr>
              <a:xfrm flipV="1">
                <a:off x="9959007" y="5448019"/>
                <a:ext cx="0" cy="576828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直線矢印コネクタ 516">
                <a:extLst>
                  <a:ext uri="{FF2B5EF4-FFF2-40B4-BE49-F238E27FC236}">
                    <ns2:creationId id="{21C7743A-59A6-39DD-4141-0A1082D893F4}"/>
                  </a:ext>
                </a:extLst>
              </p:cNvPr>
              <p:cNvCxnSpPr/>
              <p:nvPr/>
            </p:nvCxnSpPr>
            <p:spPr>
              <a:xfrm>
                <a:off x="9959005" y="6024325"/>
                <a:ext cx="1616868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8" name="直線コネクタ 517">
                <a:extLst>
                  <a:ext uri="{FF2B5EF4-FFF2-40B4-BE49-F238E27FC236}">
                    <ns2:creationId id="{A813577B-EF6B-CA51-E553-8C61C118922E}"/>
                  </a:ext>
                </a:extLst>
              </p:cNvPr>
              <p:cNvCxnSpPr/>
              <p:nvPr/>
            </p:nvCxnSpPr>
            <p:spPr>
              <a:xfrm>
                <a:off x="10457321" y="5448019"/>
                <a:ext cx="0" cy="633456"/>
              </a:xfrm>
              <a:prstGeom prst="line">
                <a:avLst/>
              </a:prstGeom>
              <a:ln w="9525">
                <a:solidFill>
                  <a:schemeClr val="accent6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9" name="フリーフォーム: 図形 518">
                <a:extLst>
                  <a:ext uri="{FF2B5EF4-FFF2-40B4-BE49-F238E27FC236}">
                    <ns2:creationId id="{76267641-DD9F-2C31-DED1-D4A4A1E9FA75}"/>
                  </a:ext>
                </a:extLst>
              </p:cNvPr>
              <p:cNvSpPr/>
              <p:nvPr/>
            </p:nvSpPr>
            <p:spPr>
              <a:xfrm>
                <a:off x="9987582" y="5631418"/>
                <a:ext cx="1450182" cy="366713"/>
              </a:xfrm>
              <a:custGeom>
                <a:avLst/>
                <a:gdLst>
                  <a:gd name="connsiteX0" fmla="*/ 0 w 1450182"/>
                  <a:gd name="connsiteY0" fmla="*/ 342900 h 366713"/>
                  <a:gd name="connsiteX1" fmla="*/ 126207 w 1450182"/>
                  <a:gd name="connsiteY1" fmla="*/ 290513 h 366713"/>
                  <a:gd name="connsiteX2" fmla="*/ 250032 w 1450182"/>
                  <a:gd name="connsiteY2" fmla="*/ 157163 h 366713"/>
                  <a:gd name="connsiteX3" fmla="*/ 326232 w 1450182"/>
                  <a:gd name="connsiteY3" fmla="*/ 40482 h 366713"/>
                  <a:gd name="connsiteX4" fmla="*/ 402432 w 1450182"/>
                  <a:gd name="connsiteY4" fmla="*/ 0 h 366713"/>
                  <a:gd name="connsiteX5" fmla="*/ 473869 w 1450182"/>
                  <a:gd name="connsiteY5" fmla="*/ 11907 h 366713"/>
                  <a:gd name="connsiteX6" fmla="*/ 552450 w 1450182"/>
                  <a:gd name="connsiteY6" fmla="*/ 54769 h 366713"/>
                  <a:gd name="connsiteX7" fmla="*/ 673894 w 1450182"/>
                  <a:gd name="connsiteY7" fmla="*/ 142875 h 366713"/>
                  <a:gd name="connsiteX8" fmla="*/ 745332 w 1450182"/>
                  <a:gd name="connsiteY8" fmla="*/ 169069 h 366713"/>
                  <a:gd name="connsiteX9" fmla="*/ 842963 w 1450182"/>
                  <a:gd name="connsiteY9" fmla="*/ 178594 h 366713"/>
                  <a:gd name="connsiteX10" fmla="*/ 912019 w 1450182"/>
                  <a:gd name="connsiteY10" fmla="*/ 195263 h 366713"/>
                  <a:gd name="connsiteX11" fmla="*/ 966788 w 1450182"/>
                  <a:gd name="connsiteY11" fmla="*/ 219075 h 366713"/>
                  <a:gd name="connsiteX12" fmla="*/ 1035844 w 1450182"/>
                  <a:gd name="connsiteY12" fmla="*/ 311944 h 366713"/>
                  <a:gd name="connsiteX13" fmla="*/ 1081088 w 1450182"/>
                  <a:gd name="connsiteY13" fmla="*/ 350044 h 366713"/>
                  <a:gd name="connsiteX14" fmla="*/ 1231107 w 1450182"/>
                  <a:gd name="connsiteY14" fmla="*/ 366713 h 366713"/>
                  <a:gd name="connsiteX15" fmla="*/ 1385888 w 1450182"/>
                  <a:gd name="connsiteY15" fmla="*/ 366713 h 366713"/>
                  <a:gd name="connsiteX16" fmla="*/ 1450182 w 1450182"/>
                  <a:gd name="connsiteY16" fmla="*/ 366713 h 366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450182" h="366713">
                    <a:moveTo>
                      <a:pt x="0" y="342900"/>
                    </a:moveTo>
                    <a:lnTo>
                      <a:pt x="126207" y="290513"/>
                    </a:lnTo>
                    <a:lnTo>
                      <a:pt x="250032" y="157163"/>
                    </a:lnTo>
                    <a:lnTo>
                      <a:pt x="326232" y="40482"/>
                    </a:lnTo>
                    <a:lnTo>
                      <a:pt x="402432" y="0"/>
                    </a:lnTo>
                    <a:lnTo>
                      <a:pt x="473869" y="11907"/>
                    </a:lnTo>
                    <a:lnTo>
                      <a:pt x="552450" y="54769"/>
                    </a:lnTo>
                    <a:lnTo>
                      <a:pt x="673894" y="142875"/>
                    </a:lnTo>
                    <a:lnTo>
                      <a:pt x="745332" y="169069"/>
                    </a:lnTo>
                    <a:lnTo>
                      <a:pt x="842963" y="178594"/>
                    </a:lnTo>
                    <a:lnTo>
                      <a:pt x="912019" y="195263"/>
                    </a:lnTo>
                    <a:lnTo>
                      <a:pt x="966788" y="219075"/>
                    </a:lnTo>
                    <a:lnTo>
                      <a:pt x="1035844" y="311944"/>
                    </a:lnTo>
                    <a:lnTo>
                      <a:pt x="1081088" y="350044"/>
                    </a:lnTo>
                    <a:lnTo>
                      <a:pt x="1231107" y="366713"/>
                    </a:lnTo>
                    <a:lnTo>
                      <a:pt x="1385888" y="366713"/>
                    </a:lnTo>
                    <a:lnTo>
                      <a:pt x="1450182" y="366713"/>
                    </a:lnTo>
                  </a:path>
                </a:pathLst>
              </a:custGeom>
              <a:noFill/>
              <a:ln w="9525">
                <a:solidFill>
                  <a:schemeClr val="accent6">
                    <a:lumMod val="20000"/>
                    <a:lumOff val="80000"/>
                  </a:schemeClr>
                </a:solidFill>
                <a:prstDash val="sysDot"/>
                <a:extLst>
                  <a:ext uri="{C807C97D-BFC1-408E-A445-0C87EB9F89A2}">
                    <ns6:lineSketchStyleProps sd="1219033472">
                      <a:custGeom>
                        <a:avLst/>
                        <a:gdLst>
                          <a:gd name="connsiteX0" fmla="*/ 0 w 1450182"/>
                          <a:gd name="connsiteY0" fmla="*/ 342900 h 366713"/>
                          <a:gd name="connsiteX1" fmla="*/ 126207 w 1450182"/>
                          <a:gd name="connsiteY1" fmla="*/ 290513 h 366713"/>
                          <a:gd name="connsiteX2" fmla="*/ 250032 w 1450182"/>
                          <a:gd name="connsiteY2" fmla="*/ 157163 h 366713"/>
                          <a:gd name="connsiteX3" fmla="*/ 326232 w 1450182"/>
                          <a:gd name="connsiteY3" fmla="*/ 40482 h 366713"/>
                          <a:gd name="connsiteX4" fmla="*/ 402432 w 1450182"/>
                          <a:gd name="connsiteY4" fmla="*/ 0 h 366713"/>
                          <a:gd name="connsiteX5" fmla="*/ 473869 w 1450182"/>
                          <a:gd name="connsiteY5" fmla="*/ 11907 h 366713"/>
                          <a:gd name="connsiteX6" fmla="*/ 552450 w 1450182"/>
                          <a:gd name="connsiteY6" fmla="*/ 54769 h 366713"/>
                          <a:gd name="connsiteX7" fmla="*/ 673894 w 1450182"/>
                          <a:gd name="connsiteY7" fmla="*/ 142875 h 366713"/>
                          <a:gd name="connsiteX8" fmla="*/ 745332 w 1450182"/>
                          <a:gd name="connsiteY8" fmla="*/ 169069 h 366713"/>
                          <a:gd name="connsiteX9" fmla="*/ 842963 w 1450182"/>
                          <a:gd name="connsiteY9" fmla="*/ 178594 h 366713"/>
                          <a:gd name="connsiteX10" fmla="*/ 912019 w 1450182"/>
                          <a:gd name="connsiteY10" fmla="*/ 195263 h 366713"/>
                          <a:gd name="connsiteX11" fmla="*/ 966788 w 1450182"/>
                          <a:gd name="connsiteY11" fmla="*/ 219075 h 366713"/>
                          <a:gd name="connsiteX12" fmla="*/ 1035844 w 1450182"/>
                          <a:gd name="connsiteY12" fmla="*/ 311944 h 366713"/>
                          <a:gd name="connsiteX13" fmla="*/ 1081088 w 1450182"/>
                          <a:gd name="connsiteY13" fmla="*/ 350044 h 366713"/>
                          <a:gd name="connsiteX14" fmla="*/ 1231107 w 1450182"/>
                          <a:gd name="connsiteY14" fmla="*/ 366713 h 366713"/>
                          <a:gd name="connsiteX15" fmla="*/ 1385888 w 1450182"/>
                          <a:gd name="connsiteY15" fmla="*/ 366713 h 366713"/>
                          <a:gd name="connsiteX16" fmla="*/ 1450182 w 1450182"/>
                          <a:gd name="connsiteY16" fmla="*/ 366713 h 36671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  <a:cxn ang="0">
                            <a:pos x="connsiteX16" y="connsiteY16"/>
                          </a:cxn>
                        </a:cxnLst>
                        <a:rect l="l" t="t" r="r" b="b"/>
                        <a:pathLst>
                          <a:path w="1450182" h="366713" extrusionOk="0">
                            <a:moveTo>
                              <a:pt x="0" y="342900"/>
                            </a:moveTo>
                            <a:cubicBezTo>
                              <a:pt x="35610" y="318191"/>
                              <a:pt x="81465" y="322621"/>
                              <a:pt x="126207" y="290513"/>
                            </a:cubicBezTo>
                            <a:cubicBezTo>
                              <a:pt x="183663" y="227422"/>
                              <a:pt x="224333" y="197050"/>
                              <a:pt x="250032" y="157163"/>
                            </a:cubicBezTo>
                            <a:cubicBezTo>
                              <a:pt x="264900" y="118226"/>
                              <a:pt x="306947" y="76946"/>
                              <a:pt x="326232" y="40482"/>
                            </a:cubicBezTo>
                            <a:cubicBezTo>
                              <a:pt x="350406" y="24797"/>
                              <a:pt x="370664" y="20972"/>
                              <a:pt x="402432" y="0"/>
                            </a:cubicBezTo>
                            <a:cubicBezTo>
                              <a:pt x="427048" y="-4411"/>
                              <a:pt x="457779" y="16536"/>
                              <a:pt x="473869" y="11907"/>
                            </a:cubicBezTo>
                            <a:cubicBezTo>
                              <a:pt x="510908" y="31422"/>
                              <a:pt x="533933" y="45247"/>
                              <a:pt x="552450" y="54769"/>
                            </a:cubicBezTo>
                            <a:cubicBezTo>
                              <a:pt x="610548" y="93208"/>
                              <a:pt x="614631" y="114440"/>
                              <a:pt x="673894" y="142875"/>
                            </a:cubicBezTo>
                            <a:cubicBezTo>
                              <a:pt x="706264" y="154229"/>
                              <a:pt x="708223" y="161013"/>
                              <a:pt x="745332" y="169069"/>
                            </a:cubicBezTo>
                            <a:cubicBezTo>
                              <a:pt x="775409" y="167688"/>
                              <a:pt x="796268" y="181773"/>
                              <a:pt x="842963" y="178594"/>
                            </a:cubicBezTo>
                            <a:cubicBezTo>
                              <a:pt x="879115" y="179451"/>
                              <a:pt x="878055" y="192414"/>
                              <a:pt x="912019" y="195263"/>
                            </a:cubicBezTo>
                            <a:cubicBezTo>
                              <a:pt x="935123" y="199255"/>
                              <a:pt x="952817" y="220815"/>
                              <a:pt x="966788" y="219075"/>
                            </a:cubicBezTo>
                            <a:cubicBezTo>
                              <a:pt x="1000801" y="246873"/>
                              <a:pt x="995724" y="280440"/>
                              <a:pt x="1035844" y="311944"/>
                            </a:cubicBezTo>
                            <a:cubicBezTo>
                              <a:pt x="1053615" y="317701"/>
                              <a:pt x="1061960" y="341557"/>
                              <a:pt x="1081088" y="350044"/>
                            </a:cubicBezTo>
                            <a:cubicBezTo>
                              <a:pt x="1134311" y="353592"/>
                              <a:pt x="1168891" y="370280"/>
                              <a:pt x="1231107" y="366713"/>
                            </a:cubicBezTo>
                            <a:cubicBezTo>
                              <a:pt x="1265972" y="363449"/>
                              <a:pt x="1333094" y="371358"/>
                              <a:pt x="1385888" y="366713"/>
                            </a:cubicBezTo>
                            <a:cubicBezTo>
                              <a:pt x="1400836" y="359399"/>
                              <a:pt x="1432557" y="371904"/>
                              <a:pt x="1450182" y="366713"/>
                            </a:cubicBezTo>
                          </a:path>
                        </a:pathLst>
                      </a:custGeom>
                      <ns6:type>
                        <ns6:lineSketchNone/>
                      </ns6:type>
                    </ns6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フリーフォーム: 図形 519">
                <a:extLst>
                  <a:ext uri="{FF2B5EF4-FFF2-40B4-BE49-F238E27FC236}">
                    <ns2:creationId id="{3E02AEC0-AB0F-F4C2-D02A-EB1CD95941D4}"/>
                  </a:ext>
                </a:extLst>
              </p:cNvPr>
              <p:cNvSpPr/>
              <p:nvPr/>
            </p:nvSpPr>
            <p:spPr>
              <a:xfrm>
                <a:off x="10025682" y="5471875"/>
                <a:ext cx="1412082" cy="504825"/>
              </a:xfrm>
              <a:custGeom>
                <a:avLst/>
                <a:gdLst>
                  <a:gd name="connsiteX0" fmla="*/ 0 w 1412082"/>
                  <a:gd name="connsiteY0" fmla="*/ 461962 h 504825"/>
                  <a:gd name="connsiteX1" fmla="*/ 188119 w 1412082"/>
                  <a:gd name="connsiteY1" fmla="*/ 80962 h 504825"/>
                  <a:gd name="connsiteX2" fmla="*/ 245269 w 1412082"/>
                  <a:gd name="connsiteY2" fmla="*/ 14287 h 504825"/>
                  <a:gd name="connsiteX3" fmla="*/ 302419 w 1412082"/>
                  <a:gd name="connsiteY3" fmla="*/ 0 h 504825"/>
                  <a:gd name="connsiteX4" fmla="*/ 357188 w 1412082"/>
                  <a:gd name="connsiteY4" fmla="*/ 23812 h 504825"/>
                  <a:gd name="connsiteX5" fmla="*/ 423863 w 1412082"/>
                  <a:gd name="connsiteY5" fmla="*/ 109537 h 504825"/>
                  <a:gd name="connsiteX6" fmla="*/ 516732 w 1412082"/>
                  <a:gd name="connsiteY6" fmla="*/ 250031 h 504825"/>
                  <a:gd name="connsiteX7" fmla="*/ 640557 w 1412082"/>
                  <a:gd name="connsiteY7" fmla="*/ 373856 h 504825"/>
                  <a:gd name="connsiteX8" fmla="*/ 707232 w 1412082"/>
                  <a:gd name="connsiteY8" fmla="*/ 385762 h 504825"/>
                  <a:gd name="connsiteX9" fmla="*/ 769144 w 1412082"/>
                  <a:gd name="connsiteY9" fmla="*/ 364331 h 504825"/>
                  <a:gd name="connsiteX10" fmla="*/ 862013 w 1412082"/>
                  <a:gd name="connsiteY10" fmla="*/ 316706 h 504825"/>
                  <a:gd name="connsiteX11" fmla="*/ 912019 w 1412082"/>
                  <a:gd name="connsiteY11" fmla="*/ 316706 h 504825"/>
                  <a:gd name="connsiteX12" fmla="*/ 1050132 w 1412082"/>
                  <a:gd name="connsiteY12" fmla="*/ 359568 h 504825"/>
                  <a:gd name="connsiteX13" fmla="*/ 1200150 w 1412082"/>
                  <a:gd name="connsiteY13" fmla="*/ 421481 h 504825"/>
                  <a:gd name="connsiteX14" fmla="*/ 1412082 w 1412082"/>
                  <a:gd name="connsiteY14" fmla="*/ 504825 h 50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412082" h="504825">
                    <a:moveTo>
                      <a:pt x="0" y="461962"/>
                    </a:moveTo>
                    <a:lnTo>
                      <a:pt x="188119" y="80962"/>
                    </a:lnTo>
                    <a:lnTo>
                      <a:pt x="245269" y="14287"/>
                    </a:lnTo>
                    <a:lnTo>
                      <a:pt x="302419" y="0"/>
                    </a:lnTo>
                    <a:lnTo>
                      <a:pt x="357188" y="23812"/>
                    </a:lnTo>
                    <a:lnTo>
                      <a:pt x="423863" y="109537"/>
                    </a:lnTo>
                    <a:lnTo>
                      <a:pt x="516732" y="250031"/>
                    </a:lnTo>
                    <a:lnTo>
                      <a:pt x="640557" y="373856"/>
                    </a:lnTo>
                    <a:lnTo>
                      <a:pt x="707232" y="385762"/>
                    </a:lnTo>
                    <a:lnTo>
                      <a:pt x="769144" y="364331"/>
                    </a:lnTo>
                    <a:lnTo>
                      <a:pt x="862013" y="316706"/>
                    </a:lnTo>
                    <a:lnTo>
                      <a:pt x="912019" y="316706"/>
                    </a:lnTo>
                    <a:lnTo>
                      <a:pt x="1050132" y="359568"/>
                    </a:lnTo>
                    <a:lnTo>
                      <a:pt x="1200150" y="421481"/>
                    </a:lnTo>
                    <a:lnTo>
                      <a:pt x="1412082" y="504825"/>
                    </a:lnTo>
                  </a:path>
                </a:pathLst>
              </a:custGeom>
              <a:noFill/>
              <a:ln w="9525">
                <a:solidFill>
                  <a:schemeClr val="accent6">
                    <a:lumMod val="60000"/>
                    <a:lumOff val="4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フリーフォーム: 図形 520">
                <a:extLst>
                  <a:ext uri="{FF2B5EF4-FFF2-40B4-BE49-F238E27FC236}">
                    <ns2:creationId id="{B09F6462-B037-89FB-B58E-D10D30933C68}"/>
                  </a:ext>
                </a:extLst>
              </p:cNvPr>
              <p:cNvSpPr/>
              <p:nvPr/>
            </p:nvSpPr>
            <p:spPr>
              <a:xfrm>
                <a:off x="9999489" y="5557600"/>
                <a:ext cx="1440656" cy="419100"/>
              </a:xfrm>
              <a:custGeom>
                <a:avLst/>
                <a:gdLst>
                  <a:gd name="connsiteX0" fmla="*/ 0 w 1440656"/>
                  <a:gd name="connsiteY0" fmla="*/ 359568 h 419100"/>
                  <a:gd name="connsiteX1" fmla="*/ 78581 w 1440656"/>
                  <a:gd name="connsiteY1" fmla="*/ 185737 h 419100"/>
                  <a:gd name="connsiteX2" fmla="*/ 116681 w 1440656"/>
                  <a:gd name="connsiteY2" fmla="*/ 52387 h 419100"/>
                  <a:gd name="connsiteX3" fmla="*/ 164306 w 1440656"/>
                  <a:gd name="connsiteY3" fmla="*/ 0 h 419100"/>
                  <a:gd name="connsiteX4" fmla="*/ 228600 w 1440656"/>
                  <a:gd name="connsiteY4" fmla="*/ 2381 h 419100"/>
                  <a:gd name="connsiteX5" fmla="*/ 300037 w 1440656"/>
                  <a:gd name="connsiteY5" fmla="*/ 54768 h 419100"/>
                  <a:gd name="connsiteX6" fmla="*/ 411956 w 1440656"/>
                  <a:gd name="connsiteY6" fmla="*/ 159543 h 419100"/>
                  <a:gd name="connsiteX7" fmla="*/ 521493 w 1440656"/>
                  <a:gd name="connsiteY7" fmla="*/ 271462 h 419100"/>
                  <a:gd name="connsiteX8" fmla="*/ 609600 w 1440656"/>
                  <a:gd name="connsiteY8" fmla="*/ 316706 h 419100"/>
                  <a:gd name="connsiteX9" fmla="*/ 807243 w 1440656"/>
                  <a:gd name="connsiteY9" fmla="*/ 309562 h 419100"/>
                  <a:gd name="connsiteX10" fmla="*/ 890587 w 1440656"/>
                  <a:gd name="connsiteY10" fmla="*/ 304800 h 419100"/>
                  <a:gd name="connsiteX11" fmla="*/ 990600 w 1440656"/>
                  <a:gd name="connsiteY11" fmla="*/ 347662 h 419100"/>
                  <a:gd name="connsiteX12" fmla="*/ 1069181 w 1440656"/>
                  <a:gd name="connsiteY12" fmla="*/ 366712 h 419100"/>
                  <a:gd name="connsiteX13" fmla="*/ 1181100 w 1440656"/>
                  <a:gd name="connsiteY13" fmla="*/ 383381 h 419100"/>
                  <a:gd name="connsiteX14" fmla="*/ 1440656 w 1440656"/>
                  <a:gd name="connsiteY14" fmla="*/ 419100 h 419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440656" h="419100">
                    <a:moveTo>
                      <a:pt x="0" y="359568"/>
                    </a:moveTo>
                    <a:lnTo>
                      <a:pt x="78581" y="185737"/>
                    </a:lnTo>
                    <a:lnTo>
                      <a:pt x="116681" y="52387"/>
                    </a:lnTo>
                    <a:lnTo>
                      <a:pt x="164306" y="0"/>
                    </a:lnTo>
                    <a:lnTo>
                      <a:pt x="228600" y="2381"/>
                    </a:lnTo>
                    <a:lnTo>
                      <a:pt x="300037" y="54768"/>
                    </a:lnTo>
                    <a:lnTo>
                      <a:pt x="411956" y="159543"/>
                    </a:lnTo>
                    <a:lnTo>
                      <a:pt x="521493" y="271462"/>
                    </a:lnTo>
                    <a:lnTo>
                      <a:pt x="609600" y="316706"/>
                    </a:lnTo>
                    <a:lnTo>
                      <a:pt x="807243" y="309562"/>
                    </a:lnTo>
                    <a:lnTo>
                      <a:pt x="890587" y="304800"/>
                    </a:lnTo>
                    <a:lnTo>
                      <a:pt x="990600" y="347662"/>
                    </a:lnTo>
                    <a:lnTo>
                      <a:pt x="1069181" y="366712"/>
                    </a:lnTo>
                    <a:lnTo>
                      <a:pt x="1181100" y="383381"/>
                    </a:lnTo>
                    <a:lnTo>
                      <a:pt x="1440656" y="419100"/>
                    </a:lnTo>
                  </a:path>
                </a:pathLst>
              </a:custGeom>
              <a:noFill/>
              <a:ln w="9525">
                <a:solidFill>
                  <a:schemeClr val="accent6">
                    <a:lumMod val="40000"/>
                    <a:lumOff val="6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フリーフォーム: 図形 521">
                <a:extLst>
                  <a:ext uri="{FF2B5EF4-FFF2-40B4-BE49-F238E27FC236}">
                    <ns2:creationId id="{3D10EC3A-9647-6AE4-E268-50851E78F8CD}"/>
                  </a:ext>
                </a:extLst>
              </p:cNvPr>
              <p:cNvSpPr/>
              <p:nvPr/>
            </p:nvSpPr>
            <p:spPr>
              <a:xfrm>
                <a:off x="9992345" y="5531405"/>
                <a:ext cx="1431131" cy="383381"/>
              </a:xfrm>
              <a:custGeom>
                <a:avLst/>
                <a:gdLst>
                  <a:gd name="connsiteX0" fmla="*/ 0 w 1431131"/>
                  <a:gd name="connsiteY0" fmla="*/ 135731 h 373856"/>
                  <a:gd name="connsiteX1" fmla="*/ 0 w 1431131"/>
                  <a:gd name="connsiteY1" fmla="*/ 135731 h 373856"/>
                  <a:gd name="connsiteX2" fmla="*/ 166687 w 1431131"/>
                  <a:gd name="connsiteY2" fmla="*/ 85725 h 373856"/>
                  <a:gd name="connsiteX3" fmla="*/ 288131 w 1431131"/>
                  <a:gd name="connsiteY3" fmla="*/ 0 h 373856"/>
                  <a:gd name="connsiteX4" fmla="*/ 409575 w 1431131"/>
                  <a:gd name="connsiteY4" fmla="*/ 19050 h 373856"/>
                  <a:gd name="connsiteX5" fmla="*/ 538162 w 1431131"/>
                  <a:gd name="connsiteY5" fmla="*/ 119062 h 373856"/>
                  <a:gd name="connsiteX6" fmla="*/ 623887 w 1431131"/>
                  <a:gd name="connsiteY6" fmla="*/ 197644 h 373856"/>
                  <a:gd name="connsiteX7" fmla="*/ 697706 w 1431131"/>
                  <a:gd name="connsiteY7" fmla="*/ 252412 h 373856"/>
                  <a:gd name="connsiteX8" fmla="*/ 826294 w 1431131"/>
                  <a:gd name="connsiteY8" fmla="*/ 250031 h 373856"/>
                  <a:gd name="connsiteX9" fmla="*/ 916781 w 1431131"/>
                  <a:gd name="connsiteY9" fmla="*/ 238125 h 373856"/>
                  <a:gd name="connsiteX10" fmla="*/ 1000125 w 1431131"/>
                  <a:gd name="connsiteY10" fmla="*/ 276225 h 373856"/>
                  <a:gd name="connsiteX11" fmla="*/ 1100137 w 1431131"/>
                  <a:gd name="connsiteY11" fmla="*/ 338137 h 373856"/>
                  <a:gd name="connsiteX12" fmla="*/ 1178719 w 1431131"/>
                  <a:gd name="connsiteY12" fmla="*/ 371475 h 373856"/>
                  <a:gd name="connsiteX13" fmla="*/ 1431131 w 1431131"/>
                  <a:gd name="connsiteY13" fmla="*/ 373856 h 373856"/>
                  <a:gd name="connsiteX0" fmla="*/ 0 w 1431131"/>
                  <a:gd name="connsiteY0" fmla="*/ 145256 h 383381"/>
                  <a:gd name="connsiteX1" fmla="*/ 0 w 1431131"/>
                  <a:gd name="connsiteY1" fmla="*/ 145256 h 383381"/>
                  <a:gd name="connsiteX2" fmla="*/ 166687 w 1431131"/>
                  <a:gd name="connsiteY2" fmla="*/ 95250 h 383381"/>
                  <a:gd name="connsiteX3" fmla="*/ 297656 w 1431131"/>
                  <a:gd name="connsiteY3" fmla="*/ 0 h 383381"/>
                  <a:gd name="connsiteX4" fmla="*/ 409575 w 1431131"/>
                  <a:gd name="connsiteY4" fmla="*/ 28575 h 383381"/>
                  <a:gd name="connsiteX5" fmla="*/ 538162 w 1431131"/>
                  <a:gd name="connsiteY5" fmla="*/ 128587 h 383381"/>
                  <a:gd name="connsiteX6" fmla="*/ 623887 w 1431131"/>
                  <a:gd name="connsiteY6" fmla="*/ 207169 h 383381"/>
                  <a:gd name="connsiteX7" fmla="*/ 697706 w 1431131"/>
                  <a:gd name="connsiteY7" fmla="*/ 261937 h 383381"/>
                  <a:gd name="connsiteX8" fmla="*/ 826294 w 1431131"/>
                  <a:gd name="connsiteY8" fmla="*/ 259556 h 383381"/>
                  <a:gd name="connsiteX9" fmla="*/ 916781 w 1431131"/>
                  <a:gd name="connsiteY9" fmla="*/ 247650 h 383381"/>
                  <a:gd name="connsiteX10" fmla="*/ 1000125 w 1431131"/>
                  <a:gd name="connsiteY10" fmla="*/ 285750 h 383381"/>
                  <a:gd name="connsiteX11" fmla="*/ 1100137 w 1431131"/>
                  <a:gd name="connsiteY11" fmla="*/ 347662 h 383381"/>
                  <a:gd name="connsiteX12" fmla="*/ 1178719 w 1431131"/>
                  <a:gd name="connsiteY12" fmla="*/ 381000 h 383381"/>
                  <a:gd name="connsiteX13" fmla="*/ 1431131 w 1431131"/>
                  <a:gd name="connsiteY13" fmla="*/ 383381 h 383381"/>
                  <a:gd name="connsiteX0" fmla="*/ 0 w 1431131"/>
                  <a:gd name="connsiteY0" fmla="*/ 145256 h 383381"/>
                  <a:gd name="connsiteX1" fmla="*/ 0 w 1431131"/>
                  <a:gd name="connsiteY1" fmla="*/ 145256 h 383381"/>
                  <a:gd name="connsiteX2" fmla="*/ 166687 w 1431131"/>
                  <a:gd name="connsiteY2" fmla="*/ 95250 h 383381"/>
                  <a:gd name="connsiteX3" fmla="*/ 297656 w 1431131"/>
                  <a:gd name="connsiteY3" fmla="*/ 0 h 383381"/>
                  <a:gd name="connsiteX4" fmla="*/ 409575 w 1431131"/>
                  <a:gd name="connsiteY4" fmla="*/ 28575 h 383381"/>
                  <a:gd name="connsiteX5" fmla="*/ 538162 w 1431131"/>
                  <a:gd name="connsiteY5" fmla="*/ 128587 h 383381"/>
                  <a:gd name="connsiteX6" fmla="*/ 623887 w 1431131"/>
                  <a:gd name="connsiteY6" fmla="*/ 207169 h 383381"/>
                  <a:gd name="connsiteX7" fmla="*/ 697706 w 1431131"/>
                  <a:gd name="connsiteY7" fmla="*/ 261937 h 383381"/>
                  <a:gd name="connsiteX8" fmla="*/ 826294 w 1431131"/>
                  <a:gd name="connsiteY8" fmla="*/ 259556 h 383381"/>
                  <a:gd name="connsiteX9" fmla="*/ 916781 w 1431131"/>
                  <a:gd name="connsiteY9" fmla="*/ 247650 h 383381"/>
                  <a:gd name="connsiteX10" fmla="*/ 1000125 w 1431131"/>
                  <a:gd name="connsiteY10" fmla="*/ 285750 h 383381"/>
                  <a:gd name="connsiteX11" fmla="*/ 1100137 w 1431131"/>
                  <a:gd name="connsiteY11" fmla="*/ 347662 h 383381"/>
                  <a:gd name="connsiteX12" fmla="*/ 1178719 w 1431131"/>
                  <a:gd name="connsiteY12" fmla="*/ 381000 h 383381"/>
                  <a:gd name="connsiteX13" fmla="*/ 1431131 w 1431131"/>
                  <a:gd name="connsiteY13" fmla="*/ 383381 h 383381"/>
                  <a:gd name="connsiteX0" fmla="*/ 0 w 1431131"/>
                  <a:gd name="connsiteY0" fmla="*/ 145256 h 383381"/>
                  <a:gd name="connsiteX1" fmla="*/ 0 w 1431131"/>
                  <a:gd name="connsiteY1" fmla="*/ 145256 h 383381"/>
                  <a:gd name="connsiteX2" fmla="*/ 166687 w 1431131"/>
                  <a:gd name="connsiteY2" fmla="*/ 95250 h 383381"/>
                  <a:gd name="connsiteX3" fmla="*/ 297656 w 1431131"/>
                  <a:gd name="connsiteY3" fmla="*/ 0 h 383381"/>
                  <a:gd name="connsiteX4" fmla="*/ 409575 w 1431131"/>
                  <a:gd name="connsiteY4" fmla="*/ 28575 h 383381"/>
                  <a:gd name="connsiteX5" fmla="*/ 538162 w 1431131"/>
                  <a:gd name="connsiteY5" fmla="*/ 128587 h 383381"/>
                  <a:gd name="connsiteX6" fmla="*/ 623887 w 1431131"/>
                  <a:gd name="connsiteY6" fmla="*/ 207169 h 383381"/>
                  <a:gd name="connsiteX7" fmla="*/ 697706 w 1431131"/>
                  <a:gd name="connsiteY7" fmla="*/ 261937 h 383381"/>
                  <a:gd name="connsiteX8" fmla="*/ 826294 w 1431131"/>
                  <a:gd name="connsiteY8" fmla="*/ 259556 h 383381"/>
                  <a:gd name="connsiteX9" fmla="*/ 916781 w 1431131"/>
                  <a:gd name="connsiteY9" fmla="*/ 247650 h 383381"/>
                  <a:gd name="connsiteX10" fmla="*/ 1000125 w 1431131"/>
                  <a:gd name="connsiteY10" fmla="*/ 285750 h 383381"/>
                  <a:gd name="connsiteX11" fmla="*/ 1100137 w 1431131"/>
                  <a:gd name="connsiteY11" fmla="*/ 347662 h 383381"/>
                  <a:gd name="connsiteX12" fmla="*/ 1178719 w 1431131"/>
                  <a:gd name="connsiteY12" fmla="*/ 381000 h 383381"/>
                  <a:gd name="connsiteX13" fmla="*/ 1431131 w 1431131"/>
                  <a:gd name="connsiteY13" fmla="*/ 383381 h 383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31131" h="383381">
                    <a:moveTo>
                      <a:pt x="0" y="145256"/>
                    </a:moveTo>
                    <a:lnTo>
                      <a:pt x="0" y="145256"/>
                    </a:lnTo>
                    <a:lnTo>
                      <a:pt x="166687" y="95250"/>
                    </a:lnTo>
                    <a:cubicBezTo>
                      <a:pt x="210343" y="63500"/>
                      <a:pt x="230187" y="36512"/>
                      <a:pt x="297656" y="0"/>
                    </a:cubicBezTo>
                    <a:cubicBezTo>
                      <a:pt x="354012" y="4763"/>
                      <a:pt x="372269" y="19050"/>
                      <a:pt x="409575" y="28575"/>
                    </a:cubicBezTo>
                    <a:lnTo>
                      <a:pt x="538162" y="128587"/>
                    </a:lnTo>
                    <a:lnTo>
                      <a:pt x="623887" y="207169"/>
                    </a:lnTo>
                    <a:lnTo>
                      <a:pt x="697706" y="261937"/>
                    </a:lnTo>
                    <a:lnTo>
                      <a:pt x="826294" y="259556"/>
                    </a:lnTo>
                    <a:lnTo>
                      <a:pt x="916781" y="247650"/>
                    </a:lnTo>
                    <a:lnTo>
                      <a:pt x="1000125" y="285750"/>
                    </a:lnTo>
                    <a:lnTo>
                      <a:pt x="1100137" y="347662"/>
                    </a:lnTo>
                    <a:lnTo>
                      <a:pt x="1178719" y="381000"/>
                    </a:lnTo>
                    <a:lnTo>
                      <a:pt x="1431131" y="383381"/>
                    </a:lnTo>
                  </a:path>
                </a:pathLst>
              </a:custGeom>
              <a:noFill/>
              <a:ln w="9525">
                <a:solidFill>
                  <a:srgbClr val="008000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3" name="フリーフォーム: 図形 522">
                <a:extLst>
                  <a:ext uri="{FF2B5EF4-FFF2-40B4-BE49-F238E27FC236}">
                    <ns2:creationId id="{74EAD0FE-C679-9FFD-6E90-C4ABEC85FD8B}"/>
                  </a:ext>
                </a:extLst>
              </p:cNvPr>
              <p:cNvSpPr/>
              <p:nvPr/>
            </p:nvSpPr>
            <p:spPr>
              <a:xfrm>
                <a:off x="10473357" y="5671900"/>
                <a:ext cx="962025" cy="278606"/>
              </a:xfrm>
              <a:custGeom>
                <a:avLst/>
                <a:gdLst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  <a:gd name="connsiteX0" fmla="*/ 0 w 962025"/>
                  <a:gd name="connsiteY0" fmla="*/ 0 h 278606"/>
                  <a:gd name="connsiteX1" fmla="*/ 130969 w 962025"/>
                  <a:gd name="connsiteY1" fmla="*/ 138112 h 278606"/>
                  <a:gd name="connsiteX2" fmla="*/ 238125 w 962025"/>
                  <a:gd name="connsiteY2" fmla="*/ 161925 h 278606"/>
                  <a:gd name="connsiteX3" fmla="*/ 319088 w 962025"/>
                  <a:gd name="connsiteY3" fmla="*/ 150018 h 278606"/>
                  <a:gd name="connsiteX4" fmla="*/ 416719 w 962025"/>
                  <a:gd name="connsiteY4" fmla="*/ 130968 h 278606"/>
                  <a:gd name="connsiteX5" fmla="*/ 476250 w 962025"/>
                  <a:gd name="connsiteY5" fmla="*/ 138112 h 278606"/>
                  <a:gd name="connsiteX6" fmla="*/ 552450 w 962025"/>
                  <a:gd name="connsiteY6" fmla="*/ 188118 h 278606"/>
                  <a:gd name="connsiteX7" fmla="*/ 631032 w 962025"/>
                  <a:gd name="connsiteY7" fmla="*/ 235743 h 278606"/>
                  <a:gd name="connsiteX8" fmla="*/ 719138 w 962025"/>
                  <a:gd name="connsiteY8" fmla="*/ 250031 h 278606"/>
                  <a:gd name="connsiteX9" fmla="*/ 778669 w 962025"/>
                  <a:gd name="connsiteY9" fmla="*/ 247650 h 278606"/>
                  <a:gd name="connsiteX10" fmla="*/ 842963 w 962025"/>
                  <a:gd name="connsiteY10" fmla="*/ 264318 h 278606"/>
                  <a:gd name="connsiteX11" fmla="*/ 912019 w 962025"/>
                  <a:gd name="connsiteY11" fmla="*/ 273843 h 278606"/>
                  <a:gd name="connsiteX12" fmla="*/ 962025 w 962025"/>
                  <a:gd name="connsiteY12" fmla="*/ 278606 h 278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62025" h="278606">
                    <a:moveTo>
                      <a:pt x="0" y="0"/>
                    </a:moveTo>
                    <a:lnTo>
                      <a:pt x="130969" y="138112"/>
                    </a:lnTo>
                    <a:cubicBezTo>
                      <a:pt x="171451" y="157956"/>
                      <a:pt x="202406" y="163512"/>
                      <a:pt x="238125" y="161925"/>
                    </a:cubicBezTo>
                    <a:cubicBezTo>
                      <a:pt x="272257" y="157956"/>
                      <a:pt x="292100" y="153987"/>
                      <a:pt x="319088" y="150018"/>
                    </a:cubicBezTo>
                    <a:lnTo>
                      <a:pt x="416719" y="130968"/>
                    </a:lnTo>
                    <a:cubicBezTo>
                      <a:pt x="436563" y="133349"/>
                      <a:pt x="454024" y="128587"/>
                      <a:pt x="476250" y="138112"/>
                    </a:cubicBezTo>
                    <a:cubicBezTo>
                      <a:pt x="511175" y="161925"/>
                      <a:pt x="527050" y="171449"/>
                      <a:pt x="552450" y="188118"/>
                    </a:cubicBezTo>
                    <a:lnTo>
                      <a:pt x="631032" y="235743"/>
                    </a:lnTo>
                    <a:lnTo>
                      <a:pt x="719138" y="250031"/>
                    </a:lnTo>
                    <a:lnTo>
                      <a:pt x="778669" y="247650"/>
                    </a:lnTo>
                    <a:lnTo>
                      <a:pt x="842963" y="264318"/>
                    </a:lnTo>
                    <a:lnTo>
                      <a:pt x="912019" y="273843"/>
                    </a:lnTo>
                    <a:lnTo>
                      <a:pt x="962025" y="278606"/>
                    </a:lnTo>
                  </a:path>
                </a:pathLst>
              </a:custGeom>
              <a:noFill/>
              <a:ln w="19050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40" name="グループ化 539">
              <a:extLst>
                <a:ext uri="{FF2B5EF4-FFF2-40B4-BE49-F238E27FC236}">
                  <ns2:creationId id="{0F9BFEB9-A083-F48B-1BA0-47AA36297CC4}"/>
                </a:ext>
              </a:extLst>
            </p:cNvPr>
            <p:cNvGrpSpPr/>
            <p:nvPr/>
          </p:nvGrpSpPr>
          <p:grpSpPr>
            <a:xfrm>
              <a:off x="9855557" y="4753914"/>
              <a:ext cx="1698268" cy="540001"/>
              <a:chOff x="8955881" y="-514393"/>
              <a:chExt cx="1698268" cy="633456"/>
            </a:xfrm>
          </p:grpSpPr>
          <p:cxnSp>
            <p:nvCxnSpPr>
              <p:cNvPr id="541" name="直線矢印コネクタ 540">
                <a:extLst>
                  <a:ext uri="{FF2B5EF4-FFF2-40B4-BE49-F238E27FC236}">
                    <ns2:creationId id="{9A2186A1-A291-B55F-2C0E-5EF943641280}"/>
                  </a:ext>
                </a:extLst>
              </p:cNvPr>
              <p:cNvCxnSpPr/>
              <p:nvPr/>
            </p:nvCxnSpPr>
            <p:spPr>
              <a:xfrm flipV="1">
                <a:off x="8955881" y="-514393"/>
                <a:ext cx="0" cy="576827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直線矢印コネクタ 541">
                <a:extLst>
                  <a:ext uri="{FF2B5EF4-FFF2-40B4-BE49-F238E27FC236}">
                    <ns2:creationId id="{754CC049-E18E-CCBC-A336-276323DE4E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55882" y="61912"/>
                <a:ext cx="1698267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直線コネクタ 542">
                <a:extLst>
                  <a:ext uri="{FF2B5EF4-FFF2-40B4-BE49-F238E27FC236}">
                    <ns2:creationId id="{B4087FA5-22F4-7EE0-B320-2B0861C754D8}"/>
                  </a:ext>
                </a:extLst>
              </p:cNvPr>
              <p:cNvCxnSpPr/>
              <p:nvPr/>
            </p:nvCxnSpPr>
            <p:spPr>
              <a:xfrm>
                <a:off x="9503469" y="-514393"/>
                <a:ext cx="0" cy="633456"/>
              </a:xfrm>
              <a:prstGeom prst="line">
                <a:avLst/>
              </a:prstGeom>
              <a:ln w="9525">
                <a:solidFill>
                  <a:schemeClr val="accent6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4" name="フリーフォーム: 図形 543">
                <a:extLst>
                  <a:ext uri="{FF2B5EF4-FFF2-40B4-BE49-F238E27FC236}">
                    <ns2:creationId id="{E89B9C33-B4A9-B1A1-28AE-AB1A2F86F92D}"/>
                  </a:ext>
                </a:extLst>
              </p:cNvPr>
              <p:cNvSpPr/>
              <p:nvPr/>
            </p:nvSpPr>
            <p:spPr>
              <a:xfrm>
                <a:off x="8986838" y="-204788"/>
                <a:ext cx="1528762" cy="190500"/>
              </a:xfrm>
              <a:custGeom>
                <a:avLst/>
                <a:gdLst>
                  <a:gd name="connsiteX0" fmla="*/ 0 w 1528762"/>
                  <a:gd name="connsiteY0" fmla="*/ 0 h 190500"/>
                  <a:gd name="connsiteX1" fmla="*/ 59531 w 1528762"/>
                  <a:gd name="connsiteY1" fmla="*/ 85725 h 190500"/>
                  <a:gd name="connsiteX2" fmla="*/ 133350 w 1528762"/>
                  <a:gd name="connsiteY2" fmla="*/ 147638 h 190500"/>
                  <a:gd name="connsiteX3" fmla="*/ 204787 w 1528762"/>
                  <a:gd name="connsiteY3" fmla="*/ 173832 h 190500"/>
                  <a:gd name="connsiteX4" fmla="*/ 264318 w 1528762"/>
                  <a:gd name="connsiteY4" fmla="*/ 152400 h 190500"/>
                  <a:gd name="connsiteX5" fmla="*/ 373856 w 1528762"/>
                  <a:gd name="connsiteY5" fmla="*/ 52388 h 190500"/>
                  <a:gd name="connsiteX6" fmla="*/ 419100 w 1528762"/>
                  <a:gd name="connsiteY6" fmla="*/ 26194 h 190500"/>
                  <a:gd name="connsiteX7" fmla="*/ 459581 w 1528762"/>
                  <a:gd name="connsiteY7" fmla="*/ 50007 h 190500"/>
                  <a:gd name="connsiteX8" fmla="*/ 497681 w 1528762"/>
                  <a:gd name="connsiteY8" fmla="*/ 102394 h 190500"/>
                  <a:gd name="connsiteX9" fmla="*/ 531018 w 1528762"/>
                  <a:gd name="connsiteY9" fmla="*/ 154782 h 190500"/>
                  <a:gd name="connsiteX10" fmla="*/ 581025 w 1528762"/>
                  <a:gd name="connsiteY10" fmla="*/ 142875 h 190500"/>
                  <a:gd name="connsiteX11" fmla="*/ 664368 w 1528762"/>
                  <a:gd name="connsiteY11" fmla="*/ 61913 h 190500"/>
                  <a:gd name="connsiteX12" fmla="*/ 723900 w 1528762"/>
                  <a:gd name="connsiteY12" fmla="*/ 38100 h 190500"/>
                  <a:gd name="connsiteX13" fmla="*/ 781050 w 1528762"/>
                  <a:gd name="connsiteY13" fmla="*/ 83344 h 190500"/>
                  <a:gd name="connsiteX14" fmla="*/ 833437 w 1528762"/>
                  <a:gd name="connsiteY14" fmla="*/ 150019 h 190500"/>
                  <a:gd name="connsiteX15" fmla="*/ 895350 w 1528762"/>
                  <a:gd name="connsiteY15" fmla="*/ 190500 h 190500"/>
                  <a:gd name="connsiteX16" fmla="*/ 1007268 w 1528762"/>
                  <a:gd name="connsiteY16" fmla="*/ 159544 h 190500"/>
                  <a:gd name="connsiteX17" fmla="*/ 1073943 w 1528762"/>
                  <a:gd name="connsiteY17" fmla="*/ 114300 h 190500"/>
                  <a:gd name="connsiteX18" fmla="*/ 1150143 w 1528762"/>
                  <a:gd name="connsiteY18" fmla="*/ 66675 h 190500"/>
                  <a:gd name="connsiteX19" fmla="*/ 1209675 w 1528762"/>
                  <a:gd name="connsiteY19" fmla="*/ 59532 h 190500"/>
                  <a:gd name="connsiteX20" fmla="*/ 1276350 w 1528762"/>
                  <a:gd name="connsiteY20" fmla="*/ 104775 h 190500"/>
                  <a:gd name="connsiteX21" fmla="*/ 1354931 w 1528762"/>
                  <a:gd name="connsiteY21" fmla="*/ 154782 h 190500"/>
                  <a:gd name="connsiteX22" fmla="*/ 1402556 w 1528762"/>
                  <a:gd name="connsiteY22" fmla="*/ 154782 h 190500"/>
                  <a:gd name="connsiteX23" fmla="*/ 1469231 w 1528762"/>
                  <a:gd name="connsiteY23" fmla="*/ 121444 h 190500"/>
                  <a:gd name="connsiteX24" fmla="*/ 1528762 w 1528762"/>
                  <a:gd name="connsiteY24" fmla="*/ 100013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28762" h="190500">
                    <a:moveTo>
                      <a:pt x="0" y="0"/>
                    </a:moveTo>
                    <a:lnTo>
                      <a:pt x="59531" y="85725"/>
                    </a:lnTo>
                    <a:lnTo>
                      <a:pt x="133350" y="147638"/>
                    </a:lnTo>
                    <a:lnTo>
                      <a:pt x="204787" y="173832"/>
                    </a:lnTo>
                    <a:lnTo>
                      <a:pt x="264318" y="152400"/>
                    </a:lnTo>
                    <a:lnTo>
                      <a:pt x="373856" y="52388"/>
                    </a:lnTo>
                    <a:lnTo>
                      <a:pt x="419100" y="26194"/>
                    </a:lnTo>
                    <a:lnTo>
                      <a:pt x="459581" y="50007"/>
                    </a:lnTo>
                    <a:lnTo>
                      <a:pt x="497681" y="102394"/>
                    </a:lnTo>
                    <a:lnTo>
                      <a:pt x="531018" y="154782"/>
                    </a:lnTo>
                    <a:lnTo>
                      <a:pt x="581025" y="142875"/>
                    </a:lnTo>
                    <a:lnTo>
                      <a:pt x="664368" y="61913"/>
                    </a:lnTo>
                    <a:lnTo>
                      <a:pt x="723900" y="38100"/>
                    </a:lnTo>
                    <a:lnTo>
                      <a:pt x="781050" y="83344"/>
                    </a:lnTo>
                    <a:lnTo>
                      <a:pt x="833437" y="150019"/>
                    </a:lnTo>
                    <a:lnTo>
                      <a:pt x="895350" y="190500"/>
                    </a:lnTo>
                    <a:lnTo>
                      <a:pt x="1007268" y="159544"/>
                    </a:lnTo>
                    <a:lnTo>
                      <a:pt x="1073943" y="114300"/>
                    </a:lnTo>
                    <a:lnTo>
                      <a:pt x="1150143" y="66675"/>
                    </a:lnTo>
                    <a:lnTo>
                      <a:pt x="1209675" y="59532"/>
                    </a:lnTo>
                    <a:lnTo>
                      <a:pt x="1276350" y="104775"/>
                    </a:lnTo>
                    <a:lnTo>
                      <a:pt x="1354931" y="154782"/>
                    </a:lnTo>
                    <a:lnTo>
                      <a:pt x="1402556" y="154782"/>
                    </a:lnTo>
                    <a:lnTo>
                      <a:pt x="1469231" y="121444"/>
                    </a:lnTo>
                    <a:lnTo>
                      <a:pt x="1528762" y="100013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フリーフォーム: 図形 544">
                <a:extLst>
                  <a:ext uri="{FF2B5EF4-FFF2-40B4-BE49-F238E27FC236}">
                    <ns2:creationId id="{1F4B0DD4-3982-7CEA-00A6-E741049C8E20}"/>
                  </a:ext>
                </a:extLst>
              </p:cNvPr>
              <p:cNvSpPr/>
              <p:nvPr/>
            </p:nvSpPr>
            <p:spPr>
              <a:xfrm>
                <a:off x="8998744" y="-490538"/>
                <a:ext cx="1483519" cy="440532"/>
              </a:xfrm>
              <a:custGeom>
                <a:avLst/>
                <a:gdLst>
                  <a:gd name="connsiteX0" fmla="*/ 0 w 1483519"/>
                  <a:gd name="connsiteY0" fmla="*/ 200025 h 440532"/>
                  <a:gd name="connsiteX1" fmla="*/ 142875 w 1483519"/>
                  <a:gd name="connsiteY1" fmla="*/ 157163 h 440532"/>
                  <a:gd name="connsiteX2" fmla="*/ 204787 w 1483519"/>
                  <a:gd name="connsiteY2" fmla="*/ 114300 h 440532"/>
                  <a:gd name="connsiteX3" fmla="*/ 238125 w 1483519"/>
                  <a:gd name="connsiteY3" fmla="*/ 50007 h 440532"/>
                  <a:gd name="connsiteX4" fmla="*/ 307181 w 1483519"/>
                  <a:gd name="connsiteY4" fmla="*/ 7144 h 440532"/>
                  <a:gd name="connsiteX5" fmla="*/ 385762 w 1483519"/>
                  <a:gd name="connsiteY5" fmla="*/ 0 h 440532"/>
                  <a:gd name="connsiteX6" fmla="*/ 440531 w 1483519"/>
                  <a:gd name="connsiteY6" fmla="*/ 59532 h 440532"/>
                  <a:gd name="connsiteX7" fmla="*/ 492919 w 1483519"/>
                  <a:gd name="connsiteY7" fmla="*/ 142875 h 440532"/>
                  <a:gd name="connsiteX8" fmla="*/ 678656 w 1483519"/>
                  <a:gd name="connsiteY8" fmla="*/ 290513 h 440532"/>
                  <a:gd name="connsiteX9" fmla="*/ 733425 w 1483519"/>
                  <a:gd name="connsiteY9" fmla="*/ 311944 h 440532"/>
                  <a:gd name="connsiteX10" fmla="*/ 828675 w 1483519"/>
                  <a:gd name="connsiteY10" fmla="*/ 302419 h 440532"/>
                  <a:gd name="connsiteX11" fmla="*/ 926306 w 1483519"/>
                  <a:gd name="connsiteY11" fmla="*/ 292894 h 440532"/>
                  <a:gd name="connsiteX12" fmla="*/ 1009650 w 1483519"/>
                  <a:gd name="connsiteY12" fmla="*/ 311944 h 440532"/>
                  <a:gd name="connsiteX13" fmla="*/ 1102519 w 1483519"/>
                  <a:gd name="connsiteY13" fmla="*/ 345282 h 440532"/>
                  <a:gd name="connsiteX14" fmla="*/ 1259681 w 1483519"/>
                  <a:gd name="connsiteY14" fmla="*/ 407194 h 440532"/>
                  <a:gd name="connsiteX15" fmla="*/ 1383506 w 1483519"/>
                  <a:gd name="connsiteY15" fmla="*/ 440532 h 440532"/>
                  <a:gd name="connsiteX16" fmla="*/ 1483519 w 1483519"/>
                  <a:gd name="connsiteY16" fmla="*/ 440532 h 4405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483519" h="440532">
                    <a:moveTo>
                      <a:pt x="0" y="200025"/>
                    </a:moveTo>
                    <a:lnTo>
                      <a:pt x="142875" y="157163"/>
                    </a:lnTo>
                    <a:lnTo>
                      <a:pt x="204787" y="114300"/>
                    </a:lnTo>
                    <a:lnTo>
                      <a:pt x="238125" y="50007"/>
                    </a:lnTo>
                    <a:lnTo>
                      <a:pt x="307181" y="7144"/>
                    </a:lnTo>
                    <a:lnTo>
                      <a:pt x="385762" y="0"/>
                    </a:lnTo>
                    <a:lnTo>
                      <a:pt x="440531" y="59532"/>
                    </a:lnTo>
                    <a:lnTo>
                      <a:pt x="492919" y="142875"/>
                    </a:lnTo>
                    <a:lnTo>
                      <a:pt x="678656" y="290513"/>
                    </a:lnTo>
                    <a:lnTo>
                      <a:pt x="733425" y="311944"/>
                    </a:lnTo>
                    <a:lnTo>
                      <a:pt x="828675" y="302419"/>
                    </a:lnTo>
                    <a:lnTo>
                      <a:pt x="926306" y="292894"/>
                    </a:lnTo>
                    <a:lnTo>
                      <a:pt x="1009650" y="311944"/>
                    </a:lnTo>
                    <a:lnTo>
                      <a:pt x="1102519" y="345282"/>
                    </a:lnTo>
                    <a:lnTo>
                      <a:pt x="1259681" y="407194"/>
                    </a:lnTo>
                    <a:lnTo>
                      <a:pt x="1383506" y="440532"/>
                    </a:lnTo>
                    <a:lnTo>
                      <a:pt x="1483519" y="440532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フリーフォーム: 図形 545">
                <a:extLst>
                  <a:ext uri="{FF2B5EF4-FFF2-40B4-BE49-F238E27FC236}">
                    <ns2:creationId id="{A65762F9-985D-7BDA-D860-641375054B68}"/>
                  </a:ext>
                </a:extLst>
              </p:cNvPr>
              <p:cNvSpPr/>
              <p:nvPr/>
            </p:nvSpPr>
            <p:spPr>
              <a:xfrm>
                <a:off x="8984456" y="-333375"/>
                <a:ext cx="1519238" cy="342900"/>
              </a:xfrm>
              <a:custGeom>
                <a:avLst/>
                <a:gdLst>
                  <a:gd name="connsiteX0" fmla="*/ 0 w 1519238"/>
                  <a:gd name="connsiteY0" fmla="*/ 335756 h 342900"/>
                  <a:gd name="connsiteX1" fmla="*/ 123825 w 1519238"/>
                  <a:gd name="connsiteY1" fmla="*/ 295275 h 342900"/>
                  <a:gd name="connsiteX2" fmla="*/ 209550 w 1519238"/>
                  <a:gd name="connsiteY2" fmla="*/ 216694 h 342900"/>
                  <a:gd name="connsiteX3" fmla="*/ 328613 w 1519238"/>
                  <a:gd name="connsiteY3" fmla="*/ 69056 h 342900"/>
                  <a:gd name="connsiteX4" fmla="*/ 404813 w 1519238"/>
                  <a:gd name="connsiteY4" fmla="*/ 0 h 342900"/>
                  <a:gd name="connsiteX5" fmla="*/ 483394 w 1519238"/>
                  <a:gd name="connsiteY5" fmla="*/ 11906 h 342900"/>
                  <a:gd name="connsiteX6" fmla="*/ 557213 w 1519238"/>
                  <a:gd name="connsiteY6" fmla="*/ 107156 h 342900"/>
                  <a:gd name="connsiteX7" fmla="*/ 640557 w 1519238"/>
                  <a:gd name="connsiteY7" fmla="*/ 204787 h 342900"/>
                  <a:gd name="connsiteX8" fmla="*/ 716757 w 1519238"/>
                  <a:gd name="connsiteY8" fmla="*/ 259556 h 342900"/>
                  <a:gd name="connsiteX9" fmla="*/ 773907 w 1519238"/>
                  <a:gd name="connsiteY9" fmla="*/ 264319 h 342900"/>
                  <a:gd name="connsiteX10" fmla="*/ 854869 w 1519238"/>
                  <a:gd name="connsiteY10" fmla="*/ 202406 h 342900"/>
                  <a:gd name="connsiteX11" fmla="*/ 914400 w 1519238"/>
                  <a:gd name="connsiteY11" fmla="*/ 157162 h 342900"/>
                  <a:gd name="connsiteX12" fmla="*/ 973932 w 1519238"/>
                  <a:gd name="connsiteY12" fmla="*/ 123825 h 342900"/>
                  <a:gd name="connsiteX13" fmla="*/ 1045369 w 1519238"/>
                  <a:gd name="connsiteY13" fmla="*/ 154781 h 342900"/>
                  <a:gd name="connsiteX14" fmla="*/ 1135857 w 1519238"/>
                  <a:gd name="connsiteY14" fmla="*/ 252412 h 342900"/>
                  <a:gd name="connsiteX15" fmla="*/ 1276350 w 1519238"/>
                  <a:gd name="connsiteY15" fmla="*/ 307181 h 342900"/>
                  <a:gd name="connsiteX16" fmla="*/ 1473994 w 1519238"/>
                  <a:gd name="connsiteY16" fmla="*/ 333375 h 342900"/>
                  <a:gd name="connsiteX17" fmla="*/ 1519238 w 1519238"/>
                  <a:gd name="connsiteY17" fmla="*/ 342900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19238" h="342900">
                    <a:moveTo>
                      <a:pt x="0" y="335756"/>
                    </a:moveTo>
                    <a:lnTo>
                      <a:pt x="123825" y="295275"/>
                    </a:lnTo>
                    <a:lnTo>
                      <a:pt x="209550" y="216694"/>
                    </a:lnTo>
                    <a:lnTo>
                      <a:pt x="328613" y="69056"/>
                    </a:lnTo>
                    <a:lnTo>
                      <a:pt x="404813" y="0"/>
                    </a:lnTo>
                    <a:lnTo>
                      <a:pt x="483394" y="11906"/>
                    </a:lnTo>
                    <a:lnTo>
                      <a:pt x="557213" y="107156"/>
                    </a:lnTo>
                    <a:lnTo>
                      <a:pt x="640557" y="204787"/>
                    </a:lnTo>
                    <a:lnTo>
                      <a:pt x="716757" y="259556"/>
                    </a:lnTo>
                    <a:lnTo>
                      <a:pt x="773907" y="264319"/>
                    </a:lnTo>
                    <a:lnTo>
                      <a:pt x="854869" y="202406"/>
                    </a:lnTo>
                    <a:lnTo>
                      <a:pt x="914400" y="157162"/>
                    </a:lnTo>
                    <a:lnTo>
                      <a:pt x="973932" y="123825"/>
                    </a:lnTo>
                    <a:lnTo>
                      <a:pt x="1045369" y="154781"/>
                    </a:lnTo>
                    <a:lnTo>
                      <a:pt x="1135857" y="252412"/>
                    </a:lnTo>
                    <a:lnTo>
                      <a:pt x="1276350" y="307181"/>
                    </a:lnTo>
                    <a:lnTo>
                      <a:pt x="1473994" y="333375"/>
                    </a:lnTo>
                    <a:lnTo>
                      <a:pt x="1519238" y="342900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フリーフォーム: 図形 546">
                <a:extLst>
                  <a:ext uri="{FF2B5EF4-FFF2-40B4-BE49-F238E27FC236}">
                    <ns2:creationId id="{4968A100-830E-7410-3F27-73D9B805AF65}"/>
                  </a:ext>
                </a:extLst>
              </p:cNvPr>
              <p:cNvSpPr/>
              <p:nvPr/>
            </p:nvSpPr>
            <p:spPr>
              <a:xfrm>
                <a:off x="8993981" y="-409575"/>
                <a:ext cx="1512094" cy="397669"/>
              </a:xfrm>
              <a:custGeom>
                <a:avLst/>
                <a:gdLst>
                  <a:gd name="connsiteX0" fmla="*/ 0 w 1512094"/>
                  <a:gd name="connsiteY0" fmla="*/ 364331 h 397669"/>
                  <a:gd name="connsiteX1" fmla="*/ 92869 w 1512094"/>
                  <a:gd name="connsiteY1" fmla="*/ 114300 h 397669"/>
                  <a:gd name="connsiteX2" fmla="*/ 126207 w 1512094"/>
                  <a:gd name="connsiteY2" fmla="*/ 26194 h 397669"/>
                  <a:gd name="connsiteX3" fmla="*/ 195263 w 1512094"/>
                  <a:gd name="connsiteY3" fmla="*/ 0 h 397669"/>
                  <a:gd name="connsiteX4" fmla="*/ 309563 w 1512094"/>
                  <a:gd name="connsiteY4" fmla="*/ 54769 h 397669"/>
                  <a:gd name="connsiteX5" fmla="*/ 409575 w 1512094"/>
                  <a:gd name="connsiteY5" fmla="*/ 150019 h 397669"/>
                  <a:gd name="connsiteX6" fmla="*/ 511969 w 1512094"/>
                  <a:gd name="connsiteY6" fmla="*/ 257175 h 397669"/>
                  <a:gd name="connsiteX7" fmla="*/ 626269 w 1512094"/>
                  <a:gd name="connsiteY7" fmla="*/ 323850 h 397669"/>
                  <a:gd name="connsiteX8" fmla="*/ 771525 w 1512094"/>
                  <a:gd name="connsiteY8" fmla="*/ 321469 h 397669"/>
                  <a:gd name="connsiteX9" fmla="*/ 892969 w 1512094"/>
                  <a:gd name="connsiteY9" fmla="*/ 311944 h 397669"/>
                  <a:gd name="connsiteX10" fmla="*/ 1002507 w 1512094"/>
                  <a:gd name="connsiteY10" fmla="*/ 340519 h 397669"/>
                  <a:gd name="connsiteX11" fmla="*/ 1109663 w 1512094"/>
                  <a:gd name="connsiteY11" fmla="*/ 373856 h 397669"/>
                  <a:gd name="connsiteX12" fmla="*/ 1297782 w 1512094"/>
                  <a:gd name="connsiteY12" fmla="*/ 397669 h 397669"/>
                  <a:gd name="connsiteX13" fmla="*/ 1438275 w 1512094"/>
                  <a:gd name="connsiteY13" fmla="*/ 392906 h 397669"/>
                  <a:gd name="connsiteX14" fmla="*/ 1512094 w 1512094"/>
                  <a:gd name="connsiteY14" fmla="*/ 388144 h 397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12094" h="397669">
                    <a:moveTo>
                      <a:pt x="0" y="364331"/>
                    </a:moveTo>
                    <a:lnTo>
                      <a:pt x="92869" y="114300"/>
                    </a:lnTo>
                    <a:lnTo>
                      <a:pt x="126207" y="26194"/>
                    </a:lnTo>
                    <a:lnTo>
                      <a:pt x="195263" y="0"/>
                    </a:lnTo>
                    <a:lnTo>
                      <a:pt x="309563" y="54769"/>
                    </a:lnTo>
                    <a:lnTo>
                      <a:pt x="409575" y="150019"/>
                    </a:lnTo>
                    <a:lnTo>
                      <a:pt x="511969" y="257175"/>
                    </a:lnTo>
                    <a:lnTo>
                      <a:pt x="626269" y="323850"/>
                    </a:lnTo>
                    <a:lnTo>
                      <a:pt x="771525" y="321469"/>
                    </a:lnTo>
                    <a:lnTo>
                      <a:pt x="892969" y="311944"/>
                    </a:lnTo>
                    <a:lnTo>
                      <a:pt x="1002507" y="340519"/>
                    </a:lnTo>
                    <a:lnTo>
                      <a:pt x="1109663" y="373856"/>
                    </a:lnTo>
                    <a:lnTo>
                      <a:pt x="1297782" y="397669"/>
                    </a:lnTo>
                    <a:lnTo>
                      <a:pt x="1438275" y="392906"/>
                    </a:lnTo>
                    <a:lnTo>
                      <a:pt x="1512094" y="388144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8" name="フリーフォーム: 図形 547">
                <a:extLst>
                  <a:ext uri="{FF2B5EF4-FFF2-40B4-BE49-F238E27FC236}">
                    <ns2:creationId id="{7B1A6037-055C-500B-2F9D-9A48F4103005}"/>
                  </a:ext>
                </a:extLst>
              </p:cNvPr>
              <p:cNvSpPr/>
              <p:nvPr/>
            </p:nvSpPr>
            <p:spPr>
              <a:xfrm>
                <a:off x="9029700" y="-419100"/>
                <a:ext cx="1473994" cy="404812"/>
              </a:xfrm>
              <a:custGeom>
                <a:avLst/>
                <a:gdLst>
                  <a:gd name="connsiteX0" fmla="*/ 0 w 1473994"/>
                  <a:gd name="connsiteY0" fmla="*/ 376237 h 404812"/>
                  <a:gd name="connsiteX1" fmla="*/ 97631 w 1473994"/>
                  <a:gd name="connsiteY1" fmla="*/ 159544 h 404812"/>
                  <a:gd name="connsiteX2" fmla="*/ 235744 w 1473994"/>
                  <a:gd name="connsiteY2" fmla="*/ 0 h 404812"/>
                  <a:gd name="connsiteX3" fmla="*/ 395288 w 1473994"/>
                  <a:gd name="connsiteY3" fmla="*/ 9525 h 404812"/>
                  <a:gd name="connsiteX4" fmla="*/ 571500 w 1473994"/>
                  <a:gd name="connsiteY4" fmla="*/ 207169 h 404812"/>
                  <a:gd name="connsiteX5" fmla="*/ 681038 w 1473994"/>
                  <a:gd name="connsiteY5" fmla="*/ 297656 h 404812"/>
                  <a:gd name="connsiteX6" fmla="*/ 807244 w 1473994"/>
                  <a:gd name="connsiteY6" fmla="*/ 280987 h 404812"/>
                  <a:gd name="connsiteX7" fmla="*/ 954881 w 1473994"/>
                  <a:gd name="connsiteY7" fmla="*/ 238125 h 404812"/>
                  <a:gd name="connsiteX8" fmla="*/ 1104900 w 1473994"/>
                  <a:gd name="connsiteY8" fmla="*/ 319087 h 404812"/>
                  <a:gd name="connsiteX9" fmla="*/ 1262063 w 1473994"/>
                  <a:gd name="connsiteY9" fmla="*/ 359569 h 404812"/>
                  <a:gd name="connsiteX10" fmla="*/ 1357313 w 1473994"/>
                  <a:gd name="connsiteY10" fmla="*/ 392906 h 404812"/>
                  <a:gd name="connsiteX11" fmla="*/ 1473994 w 1473994"/>
                  <a:gd name="connsiteY11" fmla="*/ 404812 h 404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3994" h="404812">
                    <a:moveTo>
                      <a:pt x="0" y="376237"/>
                    </a:moveTo>
                    <a:lnTo>
                      <a:pt x="97631" y="159544"/>
                    </a:lnTo>
                    <a:lnTo>
                      <a:pt x="235744" y="0"/>
                    </a:lnTo>
                    <a:lnTo>
                      <a:pt x="395288" y="9525"/>
                    </a:lnTo>
                    <a:lnTo>
                      <a:pt x="571500" y="207169"/>
                    </a:lnTo>
                    <a:lnTo>
                      <a:pt x="681038" y="297656"/>
                    </a:lnTo>
                    <a:lnTo>
                      <a:pt x="807244" y="280987"/>
                    </a:lnTo>
                    <a:lnTo>
                      <a:pt x="954881" y="238125"/>
                    </a:lnTo>
                    <a:lnTo>
                      <a:pt x="1104900" y="319087"/>
                    </a:lnTo>
                    <a:lnTo>
                      <a:pt x="1262063" y="359569"/>
                    </a:lnTo>
                    <a:lnTo>
                      <a:pt x="1357313" y="392906"/>
                    </a:lnTo>
                    <a:lnTo>
                      <a:pt x="1473994" y="404812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9" name="フリーフォーム: 図形 548">
                <a:extLst>
                  <a:ext uri="{FF2B5EF4-FFF2-40B4-BE49-F238E27FC236}">
                    <ns2:creationId id="{2A25CA03-6335-940A-3609-79DE739742D7}"/>
                  </a:ext>
                </a:extLst>
              </p:cNvPr>
              <p:cNvSpPr/>
              <p:nvPr/>
            </p:nvSpPr>
            <p:spPr>
              <a:xfrm>
                <a:off x="8986838" y="-419100"/>
                <a:ext cx="1509712" cy="457200"/>
              </a:xfrm>
              <a:custGeom>
                <a:avLst/>
                <a:gdLst>
                  <a:gd name="connsiteX0" fmla="*/ 0 w 1509712"/>
                  <a:gd name="connsiteY0" fmla="*/ 250031 h 457200"/>
                  <a:gd name="connsiteX1" fmla="*/ 135731 w 1509712"/>
                  <a:gd name="connsiteY1" fmla="*/ 195262 h 457200"/>
                  <a:gd name="connsiteX2" fmla="*/ 242887 w 1509712"/>
                  <a:gd name="connsiteY2" fmla="*/ 71437 h 457200"/>
                  <a:gd name="connsiteX3" fmla="*/ 347662 w 1509712"/>
                  <a:gd name="connsiteY3" fmla="*/ 0 h 457200"/>
                  <a:gd name="connsiteX4" fmla="*/ 466725 w 1509712"/>
                  <a:gd name="connsiteY4" fmla="*/ 90487 h 457200"/>
                  <a:gd name="connsiteX5" fmla="*/ 671512 w 1509712"/>
                  <a:gd name="connsiteY5" fmla="*/ 271462 h 457200"/>
                  <a:gd name="connsiteX6" fmla="*/ 776287 w 1509712"/>
                  <a:gd name="connsiteY6" fmla="*/ 304800 h 457200"/>
                  <a:gd name="connsiteX7" fmla="*/ 945356 w 1509712"/>
                  <a:gd name="connsiteY7" fmla="*/ 271462 h 457200"/>
                  <a:gd name="connsiteX8" fmla="*/ 1031081 w 1509712"/>
                  <a:gd name="connsiteY8" fmla="*/ 330994 h 457200"/>
                  <a:gd name="connsiteX9" fmla="*/ 1126331 w 1509712"/>
                  <a:gd name="connsiteY9" fmla="*/ 435769 h 457200"/>
                  <a:gd name="connsiteX10" fmla="*/ 1343025 w 1509712"/>
                  <a:gd name="connsiteY10" fmla="*/ 457200 h 457200"/>
                  <a:gd name="connsiteX11" fmla="*/ 1466850 w 1509712"/>
                  <a:gd name="connsiteY11" fmla="*/ 452438 h 457200"/>
                  <a:gd name="connsiteX12" fmla="*/ 1509712 w 1509712"/>
                  <a:gd name="connsiteY12" fmla="*/ 450056 h 457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09712" h="457200">
                    <a:moveTo>
                      <a:pt x="0" y="250031"/>
                    </a:moveTo>
                    <a:lnTo>
                      <a:pt x="135731" y="195262"/>
                    </a:lnTo>
                    <a:lnTo>
                      <a:pt x="242887" y="71437"/>
                    </a:lnTo>
                    <a:lnTo>
                      <a:pt x="347662" y="0"/>
                    </a:lnTo>
                    <a:lnTo>
                      <a:pt x="466725" y="90487"/>
                    </a:lnTo>
                    <a:lnTo>
                      <a:pt x="671512" y="271462"/>
                    </a:lnTo>
                    <a:lnTo>
                      <a:pt x="776287" y="304800"/>
                    </a:lnTo>
                    <a:lnTo>
                      <a:pt x="945356" y="271462"/>
                    </a:lnTo>
                    <a:lnTo>
                      <a:pt x="1031081" y="330994"/>
                    </a:lnTo>
                    <a:lnTo>
                      <a:pt x="1126331" y="435769"/>
                    </a:lnTo>
                    <a:lnTo>
                      <a:pt x="1343025" y="457200"/>
                    </a:lnTo>
                    <a:lnTo>
                      <a:pt x="1466850" y="452438"/>
                    </a:lnTo>
                    <a:lnTo>
                      <a:pt x="1509712" y="450056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フリーフォーム: 図形 549">
                <a:extLst>
                  <a:ext uri="{FF2B5EF4-FFF2-40B4-BE49-F238E27FC236}">
                    <ns2:creationId id="{4D2439EF-D8B3-84EE-7D8E-0218BD67C593}"/>
                  </a:ext>
                </a:extLst>
              </p:cNvPr>
              <p:cNvSpPr/>
              <p:nvPr/>
            </p:nvSpPr>
            <p:spPr>
              <a:xfrm>
                <a:off x="9020175" y="-228600"/>
                <a:ext cx="1488281" cy="209550"/>
              </a:xfrm>
              <a:custGeom>
                <a:avLst/>
                <a:gdLst>
                  <a:gd name="connsiteX0" fmla="*/ 0 w 1488281"/>
                  <a:gd name="connsiteY0" fmla="*/ 0 h 209550"/>
                  <a:gd name="connsiteX1" fmla="*/ 126206 w 1488281"/>
                  <a:gd name="connsiteY1" fmla="*/ 92869 h 209550"/>
                  <a:gd name="connsiteX2" fmla="*/ 300038 w 1488281"/>
                  <a:gd name="connsiteY2" fmla="*/ 142875 h 209550"/>
                  <a:gd name="connsiteX3" fmla="*/ 457200 w 1488281"/>
                  <a:gd name="connsiteY3" fmla="*/ 178594 h 209550"/>
                  <a:gd name="connsiteX4" fmla="*/ 709613 w 1488281"/>
                  <a:gd name="connsiteY4" fmla="*/ 188119 h 209550"/>
                  <a:gd name="connsiteX5" fmla="*/ 850106 w 1488281"/>
                  <a:gd name="connsiteY5" fmla="*/ 140494 h 209550"/>
                  <a:gd name="connsiteX6" fmla="*/ 997744 w 1488281"/>
                  <a:gd name="connsiteY6" fmla="*/ 95250 h 209550"/>
                  <a:gd name="connsiteX7" fmla="*/ 1145381 w 1488281"/>
                  <a:gd name="connsiteY7" fmla="*/ 150019 h 209550"/>
                  <a:gd name="connsiteX8" fmla="*/ 1307306 w 1488281"/>
                  <a:gd name="connsiteY8" fmla="*/ 202406 h 209550"/>
                  <a:gd name="connsiteX9" fmla="*/ 1488281 w 1488281"/>
                  <a:gd name="connsiteY9" fmla="*/ 20955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488281" h="209550">
                    <a:moveTo>
                      <a:pt x="0" y="0"/>
                    </a:moveTo>
                    <a:lnTo>
                      <a:pt x="126206" y="92869"/>
                    </a:lnTo>
                    <a:lnTo>
                      <a:pt x="300038" y="142875"/>
                    </a:lnTo>
                    <a:lnTo>
                      <a:pt x="457200" y="178594"/>
                    </a:lnTo>
                    <a:lnTo>
                      <a:pt x="709613" y="188119"/>
                    </a:lnTo>
                    <a:lnTo>
                      <a:pt x="850106" y="140494"/>
                    </a:lnTo>
                    <a:lnTo>
                      <a:pt x="997744" y="95250"/>
                    </a:lnTo>
                    <a:lnTo>
                      <a:pt x="1145381" y="150019"/>
                    </a:lnTo>
                    <a:lnTo>
                      <a:pt x="1307306" y="202406"/>
                    </a:lnTo>
                    <a:lnTo>
                      <a:pt x="1488281" y="209550"/>
                    </a:lnTo>
                  </a:path>
                </a:pathLst>
              </a:custGeom>
              <a:noFill/>
              <a:ln w="952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フリーフォーム: 図形 550">
                <a:extLst>
                  <a:ext uri="{FF2B5EF4-FFF2-40B4-BE49-F238E27FC236}">
                    <ns2:creationId id="{F9CC37DB-AFCD-5982-E551-C3426572B2E3}"/>
                  </a:ext>
                </a:extLst>
              </p:cNvPr>
              <p:cNvSpPr/>
              <p:nvPr/>
            </p:nvSpPr>
            <p:spPr>
              <a:xfrm>
                <a:off x="9024938" y="-433388"/>
                <a:ext cx="464343" cy="233364"/>
              </a:xfrm>
              <a:custGeom>
                <a:avLst/>
                <a:gdLst>
                  <a:gd name="connsiteX0" fmla="*/ 0 w 464343"/>
                  <a:gd name="connsiteY0" fmla="*/ 233363 h 233363"/>
                  <a:gd name="connsiteX1" fmla="*/ 102393 w 464343"/>
                  <a:gd name="connsiteY1" fmla="*/ 152400 h 233363"/>
                  <a:gd name="connsiteX2" fmla="*/ 178593 w 464343"/>
                  <a:gd name="connsiteY2" fmla="*/ 47625 h 233363"/>
                  <a:gd name="connsiteX3" fmla="*/ 259556 w 464343"/>
                  <a:gd name="connsiteY3" fmla="*/ 0 h 233363"/>
                  <a:gd name="connsiteX4" fmla="*/ 342900 w 464343"/>
                  <a:gd name="connsiteY4" fmla="*/ 4763 h 233363"/>
                  <a:gd name="connsiteX5" fmla="*/ 423862 w 464343"/>
                  <a:gd name="connsiteY5" fmla="*/ 71438 h 233363"/>
                  <a:gd name="connsiteX6" fmla="*/ 464343 w 464343"/>
                  <a:gd name="connsiteY6" fmla="*/ 119063 h 233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4343" h="233363">
                    <a:moveTo>
                      <a:pt x="0" y="233363"/>
                    </a:moveTo>
                    <a:lnTo>
                      <a:pt x="102393" y="152400"/>
                    </a:lnTo>
                    <a:lnTo>
                      <a:pt x="178593" y="47625"/>
                    </a:lnTo>
                    <a:lnTo>
                      <a:pt x="259556" y="0"/>
                    </a:lnTo>
                    <a:lnTo>
                      <a:pt x="342900" y="4763"/>
                    </a:lnTo>
                    <a:lnTo>
                      <a:pt x="423862" y="71438"/>
                    </a:lnTo>
                    <a:lnTo>
                      <a:pt x="464343" y="119063"/>
                    </a:lnTo>
                  </a:path>
                </a:pathLst>
              </a:custGeom>
              <a:noFill/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437" name="四角形: 角を丸くする 436">
              <a:extLst>
                <a:ext uri="{FF2B5EF4-FFF2-40B4-BE49-F238E27FC236}">
                  <ns2:creationId id="{58607CE6-9EA2-B412-AE6C-24B1D88B281B}"/>
                </a:ext>
              </a:extLst>
            </p:cNvPr>
            <p:cNvSpPr/>
            <p:nvPr/>
          </p:nvSpPr>
          <p:spPr>
            <a:xfrm>
              <a:off x="6277038" y="4147380"/>
              <a:ext cx="5580000" cy="216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8" name="テキスト ボックス 437">
              <a:extLst>
                <a:ext uri="{FF2B5EF4-FFF2-40B4-BE49-F238E27FC236}">
                  <ns2:creationId id="{DA562112-6DC0-23A7-4388-B0D960E692AE}"/>
                </a:ext>
              </a:extLst>
            </p:cNvPr>
            <p:cNvSpPr txBox="1"/>
            <p:nvPr/>
          </p:nvSpPr>
          <p:spPr>
            <a:xfrm>
              <a:off x="6277038" y="4308219"/>
              <a:ext cx="5580000" cy="18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algn="ct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ns2:creationId id="{6F988340-BD94-CE3E-206C-C4B0543C4284}"/>
                </a:ext>
              </a:extLst>
            </p:cNvPr>
            <p:cNvSpPr txBox="1"/>
            <p:nvPr/>
          </p:nvSpPr>
          <p:spPr>
            <a:xfrm>
              <a:off x="6446001" y="4010676"/>
              <a:ext cx="2700000" cy="28800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324000" tIns="36000" rIns="36000" bIns="36000" rtlCol="0" anchor="ctr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44" name="グラフィックス 443" descr="周期的グラフ 枠線">
              <a:extLst>
                <a:ext uri="{FF2B5EF4-FFF2-40B4-BE49-F238E27FC236}">
                  <ns2:creationId id="{48434BC1-05DD-04A2-0A63-7CA9BA3AEBB0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5:useLocalDpi val="0"/>
                </a:ex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446001" y="4010676"/>
              <a:ext cx="288000" cy="288000"/>
            </a:xfrm>
            <a:prstGeom prst="rect">
              <a:avLst/>
            </a:prstGeom>
          </p:spPr>
        </p:pic>
        <p:grpSp>
          <p:nvGrpSpPr>
            <p:cNvPr id="497" name="グループ化 496">
              <a:extLst>
                <a:ext uri="{FF2B5EF4-FFF2-40B4-BE49-F238E27FC236}">
                  <ns2:creationId id="{A87E1041-7294-3DC4-813C-741BB6A1A316}"/>
                </a:ext>
              </a:extLst>
            </p:cNvPr>
            <p:cNvGrpSpPr/>
            <p:nvPr/>
          </p:nvGrpSpPr>
          <p:grpSpPr>
            <a:xfrm>
              <a:off x="6346611" y="4498158"/>
              <a:ext cx="3240000" cy="216000"/>
              <a:chOff x="6346611" y="4498158"/>
              <a:chExt cx="3240000" cy="216000"/>
            </a:xfrm>
          </p:grpSpPr>
          <p:sp>
            <p:nvSpPr>
              <p:cNvPr id="439" name="テキスト ボックス 438">
                <a:extLst>
                  <a:ext uri="{FF2B5EF4-FFF2-40B4-BE49-F238E27FC236}">
                    <ns2:creationId id="{ACF1890B-82C2-469D-C03B-16762439A7EA}"/>
                  </a:ext>
                </a:extLst>
              </p:cNvPr>
              <p:cNvSpPr txBox="1"/>
              <p:nvPr/>
            </p:nvSpPr>
            <p:spPr>
              <a:xfrm>
                <a:off x="6346611" y="4498158"/>
                <a:ext cx="3240000" cy="216000"/>
              </a:xfrm>
              <a:prstGeom prst="rect">
                <a:avLst/>
              </a:prstGeom>
              <a:noFill/>
            </p:spPr>
            <p:txBody>
              <a:bodyPr wrap="square" lIns="252000" tIns="36000" rIns="36000" bIns="36000" rtlCol="0" anchor="ctr">
                <a:noAutofit/>
              </a:bodyPr>
              <a:lstStyle/>
              <a:p>
                <a:pPr marR="0" lvl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41" name="直線コネクタ 440">
                <a:extLst>
                  <a:ext uri="{FF2B5EF4-FFF2-40B4-BE49-F238E27FC236}">
                    <ns2:creationId id="{B254E891-FA6B-987D-E34C-C37A67B293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46611" y="4714158"/>
                <a:ext cx="324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45" name="グラフィックス 444" descr="履歴 単色塗りつぶし">
                <a:extLst>
                  <a:ext uri="{FF2B5EF4-FFF2-40B4-BE49-F238E27FC236}">
                    <ns2:creationId id="{054A5239-5EB7-74D5-FD6F-175CC7D630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6346611" y="4498158"/>
                <a:ext cx="216000" cy="216000"/>
              </a:xfrm>
              <a:prstGeom prst="rect">
                <a:avLst/>
              </a:prstGeom>
            </p:spPr>
          </p:pic>
        </p:grpSp>
        <p:grpSp>
          <p:nvGrpSpPr>
            <p:cNvPr id="496" name="グループ化 495">
              <a:extLst>
                <a:ext uri="{FF2B5EF4-FFF2-40B4-BE49-F238E27FC236}">
                  <ns2:creationId id="{352CEA2B-BD42-CFC0-0455-6D97E112730A}"/>
                </a:ext>
              </a:extLst>
            </p:cNvPr>
            <p:cNvGrpSpPr/>
            <p:nvPr/>
          </p:nvGrpSpPr>
          <p:grpSpPr>
            <a:xfrm>
              <a:off x="9711555" y="4498158"/>
              <a:ext cx="2088000" cy="216000"/>
              <a:chOff x="9711555" y="4498158"/>
              <a:chExt cx="2088000" cy="216000"/>
            </a:xfrm>
          </p:grpSpPr>
          <p:sp>
            <p:nvSpPr>
              <p:cNvPr id="440" name="テキスト ボックス 439">
                <a:extLst>
                  <a:ext uri="{FF2B5EF4-FFF2-40B4-BE49-F238E27FC236}">
                    <ns2:creationId id="{14AB73AF-5277-C425-C0AD-E151AF20841F}"/>
                  </a:ext>
                </a:extLst>
              </p:cNvPr>
              <p:cNvSpPr txBox="1"/>
              <p:nvPr/>
            </p:nvSpPr>
            <p:spPr>
              <a:xfrm>
                <a:off x="9711555" y="4498158"/>
                <a:ext cx="2088000" cy="216000"/>
              </a:xfrm>
              <a:prstGeom prst="rect">
                <a:avLst/>
              </a:prstGeom>
              <a:noFill/>
            </p:spPr>
            <p:txBody>
              <a:bodyPr wrap="square" lIns="252000" tIns="36000" rIns="36000" bIns="36000" rtlCol="0" anchor="ctr">
                <a:noAutofit/>
              </a:bodyPr>
              <a:lstStyle/>
              <a:p>
                <a:pPr marR="0" lvl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42" name="直線コネクタ 441">
                <a:extLst>
                  <a:ext uri="{FF2B5EF4-FFF2-40B4-BE49-F238E27FC236}">
                    <ns2:creationId id="{537446DC-7E73-43BD-62C9-561F368776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1555" y="4714158"/>
                <a:ext cx="208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47" name="グラフィックス 446" descr="目覚まし時計 単色塗りつぶし">
                <a:extLst>
                  <a:ext uri="{FF2B5EF4-FFF2-40B4-BE49-F238E27FC236}">
                    <ns2:creationId id="{A8A32FC7-812F-51AB-3976-1107178C3D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5:useLocalDpi val="0"/>
                  </a:ex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9711555" y="4498158"/>
                <a:ext cx="216000" cy="216000"/>
              </a:xfrm>
              <a:prstGeom prst="rect">
                <a:avLst/>
              </a:prstGeom>
            </p:spPr>
          </p:pic>
        </p:grpSp>
        <p:pic>
          <p:nvPicPr>
            <p:cNvPr id="449" name="図 448">
              <a:extLst>
                <a:ext uri="{FF2B5EF4-FFF2-40B4-BE49-F238E27FC236}">
                  <ns2:creationId id="{BA78A0B6-7C79-263E-1EE7-60DFF39E9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352157" y="5108112"/>
              <a:ext cx="794385" cy="560070"/>
            </a:xfrm>
            <a:prstGeom prst="rect">
              <a:avLst/>
            </a:prstGeom>
          </p:spPr>
        </p:pic>
        <p:sp>
          <p:nvSpPr>
            <p:cNvPr id="450" name="三角形 60">
              <a:extLst>
                <a:ext uri="{FF2B5EF4-FFF2-40B4-BE49-F238E27FC236}">
                  <ns2:creationId id="{27BBE8B1-C36E-E473-16ED-7FD248386912}"/>
                </a:ext>
              </a:extLst>
            </p:cNvPr>
            <p:cNvSpPr/>
            <p:nvPr/>
          </p:nvSpPr>
          <p:spPr>
            <a:xfrm rot="5400000">
              <a:off x="8621933" y="5334148"/>
              <a:ext cx="432000" cy="108000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5" name="四角形: 角を丸くする 454">
              <a:extLst>
                <a:ext uri="{FF2B5EF4-FFF2-40B4-BE49-F238E27FC236}">
                  <ns2:creationId id="{A9DAFBAA-A69C-90D4-01D0-D45C5222A191}"/>
                </a:ext>
              </a:extLst>
            </p:cNvPr>
            <p:cNvSpPr/>
            <p:nvPr/>
          </p:nvSpPr>
          <p:spPr>
            <a:xfrm>
              <a:off x="7397594" y="4784045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4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7" name="四角形: 角を丸くする 456">
              <a:extLst>
                <a:ext uri="{FF2B5EF4-FFF2-40B4-BE49-F238E27FC236}">
                  <ns2:creationId id="{F0711DB3-E31C-C681-815B-009FCE7F60B7}"/>
                </a:ext>
              </a:extLst>
            </p:cNvPr>
            <p:cNvSpPr/>
            <p:nvPr/>
          </p:nvSpPr>
          <p:spPr>
            <a:xfrm>
              <a:off x="7397594" y="5032096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55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8" name="四角形: 角を丸くする 457">
              <a:extLst>
                <a:ext uri="{FF2B5EF4-FFF2-40B4-BE49-F238E27FC236}">
                  <ns2:creationId id="{725FADD2-003D-DF8A-D2BB-2B38B069FE74}"/>
                </a:ext>
              </a:extLst>
            </p:cNvPr>
            <p:cNvSpPr/>
            <p:nvPr/>
          </p:nvSpPr>
          <p:spPr>
            <a:xfrm>
              <a:off x="7397594" y="5280147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9" name="四角形: 角を丸くする 458">
              <a:extLst>
                <a:ext uri="{FF2B5EF4-FFF2-40B4-BE49-F238E27FC236}">
                  <ns2:creationId id="{D39AE7AE-C0DE-9667-71B6-5CDA3E10FE68}"/>
                </a:ext>
              </a:extLst>
            </p:cNvPr>
            <p:cNvSpPr/>
            <p:nvPr/>
          </p:nvSpPr>
          <p:spPr>
            <a:xfrm>
              <a:off x="7397594" y="5528198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>
                <a:alpha val="85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0" name="四角形: 角を丸くする 459">
              <a:extLst>
                <a:ext uri="{FF2B5EF4-FFF2-40B4-BE49-F238E27FC236}">
                  <ns2:creationId id="{3387266A-98B9-BCF1-4578-86656B55E4A7}"/>
                </a:ext>
              </a:extLst>
            </p:cNvPr>
            <p:cNvSpPr/>
            <p:nvPr/>
          </p:nvSpPr>
          <p:spPr>
            <a:xfrm>
              <a:off x="7397594" y="5776249"/>
              <a:ext cx="540000" cy="216000"/>
            </a:xfrm>
            <a:prstGeom prst="roundRect">
              <a:avLst>
                <a:gd name="adj" fmla="val 50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1" name="正方形/長方形 460">
              <a:extLst>
                <a:ext uri="{FF2B5EF4-FFF2-40B4-BE49-F238E27FC236}">
                  <ns2:creationId id="{1B5553B0-0875-E45F-6E8E-E9FFEF9BD7CF}"/>
                </a:ext>
              </a:extLst>
            </p:cNvPr>
            <p:cNvSpPr/>
            <p:nvPr/>
          </p:nvSpPr>
          <p:spPr>
            <a:xfrm>
              <a:off x="7397594" y="6024302"/>
              <a:ext cx="540000" cy="28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62" name="コネクタ: カギ線 461">
              <a:extLst>
                <a:ext uri="{FF2B5EF4-FFF2-40B4-BE49-F238E27FC236}">
                  <ns2:creationId id="{4CDD0948-1ED6-F1CC-5550-425DC6BA7A8B}"/>
                </a:ext>
              </a:extLst>
            </p:cNvPr>
            <p:cNvCxnSpPr>
              <a:cxnSpLocks/>
              <a:stCxn id="449" idx="3"/>
              <a:endCxn id="455" idx="1"/>
            </p:cNvCxnSpPr>
            <p:nvPr/>
          </p:nvCxnSpPr>
          <p:spPr>
            <a:xfrm flipV="1">
              <a:off x="7146542" y="4892045"/>
              <a:ext cx="251052" cy="49610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コネクタ: カギ線 465">
              <a:extLst>
                <a:ext uri="{FF2B5EF4-FFF2-40B4-BE49-F238E27FC236}">
                  <ns2:creationId id="{B277A200-2A1A-1C63-097C-E53BFBD4F961}"/>
                </a:ext>
              </a:extLst>
            </p:cNvPr>
            <p:cNvCxnSpPr>
              <a:cxnSpLocks/>
              <a:stCxn id="449" idx="3"/>
              <a:endCxn id="457" idx="1"/>
            </p:cNvCxnSpPr>
            <p:nvPr/>
          </p:nvCxnSpPr>
          <p:spPr>
            <a:xfrm flipV="1">
              <a:off x="7146542" y="5140096"/>
              <a:ext cx="251052" cy="24805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コネクタ: カギ線 468">
              <a:extLst>
                <a:ext uri="{FF2B5EF4-FFF2-40B4-BE49-F238E27FC236}">
                  <ns2:creationId id="{CB8D7F4B-FF00-9032-F6F1-02E88219F3A1}"/>
                </a:ext>
              </a:extLst>
            </p:cNvPr>
            <p:cNvCxnSpPr>
              <a:cxnSpLocks/>
              <a:stCxn id="449" idx="3"/>
              <a:endCxn id="459" idx="1"/>
            </p:cNvCxnSpPr>
            <p:nvPr/>
          </p:nvCxnSpPr>
          <p:spPr>
            <a:xfrm>
              <a:off x="7146542" y="5388147"/>
              <a:ext cx="251052" cy="24805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コネクタ: カギ線 471">
              <a:extLst>
                <a:ext uri="{FF2B5EF4-FFF2-40B4-BE49-F238E27FC236}">
                  <ns2:creationId id="{3E130FC2-2D1F-356D-DE29-C614F0F9D0E5}"/>
                </a:ext>
              </a:extLst>
            </p:cNvPr>
            <p:cNvCxnSpPr>
              <a:cxnSpLocks/>
              <a:stCxn id="449" idx="3"/>
              <a:endCxn id="460" idx="1"/>
            </p:cNvCxnSpPr>
            <p:nvPr/>
          </p:nvCxnSpPr>
          <p:spPr>
            <a:xfrm>
              <a:off x="7146542" y="5388147"/>
              <a:ext cx="251052" cy="49610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直線矢印コネクタ 475">
              <a:extLst>
                <a:ext uri="{FF2B5EF4-FFF2-40B4-BE49-F238E27FC236}">
                  <ns2:creationId id="{112347CC-88AF-F90C-7017-6D56C7A41D90}"/>
                </a:ext>
              </a:extLst>
            </p:cNvPr>
            <p:cNvCxnSpPr>
              <a:stCxn id="449" idx="3"/>
              <a:endCxn id="458" idx="1"/>
            </p:cNvCxnSpPr>
            <p:nvPr/>
          </p:nvCxnSpPr>
          <p:spPr>
            <a:xfrm>
              <a:off x="7146542" y="5388147"/>
              <a:ext cx="251052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7" name="正方形/長方形 476">
              <a:extLst>
                <a:ext uri="{FF2B5EF4-FFF2-40B4-BE49-F238E27FC236}">
                  <ns2:creationId id="{07024BD7-DE22-218E-4271-3EAB7D49A3B9}"/>
                </a:ext>
              </a:extLst>
            </p:cNvPr>
            <p:cNvSpPr/>
            <p:nvPr/>
          </p:nvSpPr>
          <p:spPr>
            <a:xfrm>
              <a:off x="8089256" y="6024302"/>
              <a:ext cx="720000" cy="28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9" name="テキスト ボックス 478">
              <a:extLst>
                <a:ext uri="{FF2B5EF4-FFF2-40B4-BE49-F238E27FC236}">
                  <ns2:creationId id="{7B045002-7C14-A8B1-26B4-B34BB5DC4090}"/>
                </a:ext>
              </a:extLst>
            </p:cNvPr>
            <p:cNvSpPr txBox="1"/>
            <p:nvPr/>
          </p:nvSpPr>
          <p:spPr>
            <a:xfrm>
              <a:off x="7937595" y="4784045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70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0" name="正方形/長方形 479">
              <a:extLst>
                <a:ext uri="{FF2B5EF4-FFF2-40B4-BE49-F238E27FC236}">
                  <ns2:creationId id="{18D59692-26CF-8725-C9F8-25D355010B28}"/>
                </a:ext>
              </a:extLst>
            </p:cNvPr>
            <p:cNvSpPr/>
            <p:nvPr/>
          </p:nvSpPr>
          <p:spPr>
            <a:xfrm>
              <a:off x="6299350" y="5668182"/>
              <a:ext cx="900000" cy="360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1" name="テキスト ボックス 480">
              <a:extLst>
                <a:ext uri="{FF2B5EF4-FFF2-40B4-BE49-F238E27FC236}">
                  <ns2:creationId id="{30FE5D48-44EE-E80E-C4AC-1D9297E74F11}"/>
                </a:ext>
              </a:extLst>
            </p:cNvPr>
            <p:cNvSpPr txBox="1"/>
            <p:nvPr/>
          </p:nvSpPr>
          <p:spPr>
            <a:xfrm>
              <a:off x="7937595" y="5032096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2" name="テキスト ボックス 481">
              <a:extLst>
                <a:ext uri="{FF2B5EF4-FFF2-40B4-BE49-F238E27FC236}">
                  <ns2:creationId id="{FEDB135D-A898-C427-ED42-B614E2F5C050}"/>
                </a:ext>
              </a:extLst>
            </p:cNvPr>
            <p:cNvSpPr txBox="1"/>
            <p:nvPr/>
          </p:nvSpPr>
          <p:spPr>
            <a:xfrm>
              <a:off x="7937595" y="5280147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3" name="テキスト ボックス 482">
              <a:extLst>
                <a:ext uri="{FF2B5EF4-FFF2-40B4-BE49-F238E27FC236}">
                  <ns2:creationId id="{05B8A2A0-08C4-EAA0-5DD3-421E74CB3637}"/>
                </a:ext>
              </a:extLst>
            </p:cNvPr>
            <p:cNvSpPr txBox="1"/>
            <p:nvPr/>
          </p:nvSpPr>
          <p:spPr>
            <a:xfrm>
              <a:off x="7937595" y="5528198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4" name="テキスト ボックス 483">
              <a:extLst>
                <a:ext uri="{FF2B5EF4-FFF2-40B4-BE49-F238E27FC236}">
                  <ns2:creationId id="{EA11AC17-2D93-AA23-46F9-21FAD1B302F5}"/>
                </a:ext>
              </a:extLst>
            </p:cNvPr>
            <p:cNvSpPr txBox="1"/>
            <p:nvPr/>
          </p:nvSpPr>
          <p:spPr>
            <a:xfrm>
              <a:off x="7937595" y="5776249"/>
              <a:ext cx="360000" cy="216000"/>
            </a:xfrm>
            <a:prstGeom prst="rect">
              <a:avLst/>
            </a:prstGeom>
            <a:noFill/>
          </p:spPr>
          <p:txBody>
            <a:bodyPr wrap="square" lIns="0" tIns="36000" rIns="36000" bIns="36000" rtlCol="0" anchor="ctr">
              <a:noAutofit/>
            </a:bodyPr>
            <a:lstStyle/>
            <a:p>
              <a:pPr marR="0" lvl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485" name="正方形/長方形 484">
              <a:extLst>
                <a:ext uri="{FF2B5EF4-FFF2-40B4-BE49-F238E27FC236}">
                  <ns2:creationId id="{6232A673-B552-F3CE-C741-24507B7126A2}"/>
                </a:ext>
              </a:extLst>
            </p:cNvPr>
            <p:cNvSpPr/>
            <p:nvPr/>
          </p:nvSpPr>
          <p:spPr>
            <a:xfrm>
              <a:off x="8866611" y="6024302"/>
              <a:ext cx="720000" cy="28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rgbClr val="008000"/>
                </a:buClr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8" name="フリーフォーム: 図形 487">
              <a:extLst>
                <a:ext uri="{FF2B5EF4-FFF2-40B4-BE49-F238E27FC236}">
                  <ns2:creationId id="{062DCCAA-5AE5-9AA5-DFEF-9AD24C443DF5}"/>
                </a:ext>
              </a:extLst>
            </p:cNvPr>
            <p:cNvSpPr/>
            <p:nvPr/>
          </p:nvSpPr>
          <p:spPr>
            <a:xfrm>
              <a:off x="8307534" y="5546198"/>
              <a:ext cx="360000" cy="180000"/>
            </a:xfrm>
            <a:custGeom>
              <a:avLst/>
              <a:gdLst>
                <a:gd name="connsiteX0" fmla="*/ 0 w 295275"/>
                <a:gd name="connsiteY0" fmla="*/ 64293 h 209550"/>
                <a:gd name="connsiteX1" fmla="*/ 64294 w 295275"/>
                <a:gd name="connsiteY1" fmla="*/ 4762 h 209550"/>
                <a:gd name="connsiteX2" fmla="*/ 90488 w 295275"/>
                <a:gd name="connsiteY2" fmla="*/ 0 h 209550"/>
                <a:gd name="connsiteX3" fmla="*/ 116682 w 295275"/>
                <a:gd name="connsiteY3" fmla="*/ 30956 h 209550"/>
                <a:gd name="connsiteX4" fmla="*/ 171450 w 295275"/>
                <a:gd name="connsiteY4" fmla="*/ 152400 h 209550"/>
                <a:gd name="connsiteX5" fmla="*/ 197644 w 295275"/>
                <a:gd name="connsiteY5" fmla="*/ 195262 h 209550"/>
                <a:gd name="connsiteX6" fmla="*/ 216694 w 295275"/>
                <a:gd name="connsiteY6" fmla="*/ 209550 h 209550"/>
                <a:gd name="connsiteX7" fmla="*/ 247650 w 295275"/>
                <a:gd name="connsiteY7" fmla="*/ 192881 h 209550"/>
                <a:gd name="connsiteX8" fmla="*/ 295275 w 295275"/>
                <a:gd name="connsiteY8" fmla="*/ 159543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5275" h="209550">
                  <a:moveTo>
                    <a:pt x="0" y="64293"/>
                  </a:moveTo>
                  <a:lnTo>
                    <a:pt x="64294" y="4762"/>
                  </a:lnTo>
                  <a:lnTo>
                    <a:pt x="90488" y="0"/>
                  </a:lnTo>
                  <a:lnTo>
                    <a:pt x="116682" y="30956"/>
                  </a:lnTo>
                  <a:lnTo>
                    <a:pt x="171450" y="152400"/>
                  </a:lnTo>
                  <a:lnTo>
                    <a:pt x="197644" y="195262"/>
                  </a:lnTo>
                  <a:lnTo>
                    <a:pt x="216694" y="209550"/>
                  </a:lnTo>
                  <a:lnTo>
                    <a:pt x="247650" y="192881"/>
                  </a:lnTo>
                  <a:lnTo>
                    <a:pt x="295275" y="159543"/>
                  </a:lnTo>
                </a:path>
              </a:pathLst>
            </a:custGeom>
            <a:noFill/>
            <a:ln w="9525">
              <a:solidFill>
                <a:srgbClr val="008000">
                  <a:alpha val="85000"/>
                </a:srgb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9" name="フリーフォーム: 図形 488">
              <a:extLst>
                <a:ext uri="{FF2B5EF4-FFF2-40B4-BE49-F238E27FC236}">
                  <ns2:creationId id="{55940AF4-FB1F-33C6-6086-D7AEB24871EC}"/>
                </a:ext>
              </a:extLst>
            </p:cNvPr>
            <p:cNvSpPr/>
            <p:nvPr/>
          </p:nvSpPr>
          <p:spPr>
            <a:xfrm>
              <a:off x="8307534" y="4802748"/>
              <a:ext cx="360000" cy="178593"/>
            </a:xfrm>
            <a:custGeom>
              <a:avLst/>
              <a:gdLst>
                <a:gd name="connsiteX0" fmla="*/ 0 w 297656"/>
                <a:gd name="connsiteY0" fmla="*/ 178594 h 190500"/>
                <a:gd name="connsiteX1" fmla="*/ 45244 w 297656"/>
                <a:gd name="connsiteY1" fmla="*/ 30956 h 190500"/>
                <a:gd name="connsiteX2" fmla="*/ 66675 w 297656"/>
                <a:gd name="connsiteY2" fmla="*/ 0 h 190500"/>
                <a:gd name="connsiteX3" fmla="*/ 88106 w 297656"/>
                <a:gd name="connsiteY3" fmla="*/ 30956 h 190500"/>
                <a:gd name="connsiteX4" fmla="*/ 130969 w 297656"/>
                <a:gd name="connsiteY4" fmla="*/ 130969 h 190500"/>
                <a:gd name="connsiteX5" fmla="*/ 147638 w 297656"/>
                <a:gd name="connsiteY5" fmla="*/ 150019 h 190500"/>
                <a:gd name="connsiteX6" fmla="*/ 176213 w 297656"/>
                <a:gd name="connsiteY6" fmla="*/ 135731 h 190500"/>
                <a:gd name="connsiteX7" fmla="*/ 202406 w 297656"/>
                <a:gd name="connsiteY7" fmla="*/ 121444 h 190500"/>
                <a:gd name="connsiteX8" fmla="*/ 238125 w 297656"/>
                <a:gd name="connsiteY8" fmla="*/ 150019 h 190500"/>
                <a:gd name="connsiteX9" fmla="*/ 297656 w 297656"/>
                <a:gd name="connsiteY9" fmla="*/ 190500 h 190500"/>
                <a:gd name="connsiteX0" fmla="*/ 0 w 297656"/>
                <a:gd name="connsiteY0" fmla="*/ 214312 h 226218"/>
                <a:gd name="connsiteX1" fmla="*/ 45244 w 297656"/>
                <a:gd name="connsiteY1" fmla="*/ 66674 h 226218"/>
                <a:gd name="connsiteX2" fmla="*/ 64294 w 297656"/>
                <a:gd name="connsiteY2" fmla="*/ 0 h 226218"/>
                <a:gd name="connsiteX3" fmla="*/ 88106 w 297656"/>
                <a:gd name="connsiteY3" fmla="*/ 66674 h 226218"/>
                <a:gd name="connsiteX4" fmla="*/ 130969 w 297656"/>
                <a:gd name="connsiteY4" fmla="*/ 166687 h 226218"/>
                <a:gd name="connsiteX5" fmla="*/ 147638 w 297656"/>
                <a:gd name="connsiteY5" fmla="*/ 185737 h 226218"/>
                <a:gd name="connsiteX6" fmla="*/ 176213 w 297656"/>
                <a:gd name="connsiteY6" fmla="*/ 171449 h 226218"/>
                <a:gd name="connsiteX7" fmla="*/ 202406 w 297656"/>
                <a:gd name="connsiteY7" fmla="*/ 157162 h 226218"/>
                <a:gd name="connsiteX8" fmla="*/ 238125 w 297656"/>
                <a:gd name="connsiteY8" fmla="*/ 185737 h 226218"/>
                <a:gd name="connsiteX9" fmla="*/ 297656 w 297656"/>
                <a:gd name="connsiteY9" fmla="*/ 226218 h 226218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2406 w 297656"/>
                <a:gd name="connsiteY7" fmla="*/ 109537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2406 w 297656"/>
                <a:gd name="connsiteY7" fmla="*/ 104774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4788 w 297656"/>
                <a:gd name="connsiteY7" fmla="*/ 109536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97656 w 297656"/>
                <a:gd name="connsiteY7" fmla="*/ 47624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7168 w 297656"/>
                <a:gd name="connsiteY7" fmla="*/ 109537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  <a:gd name="connsiteX0" fmla="*/ 0 w 297656"/>
                <a:gd name="connsiteY0" fmla="*/ 166687 h 178593"/>
                <a:gd name="connsiteX1" fmla="*/ 45244 w 297656"/>
                <a:gd name="connsiteY1" fmla="*/ 19049 h 178593"/>
                <a:gd name="connsiteX2" fmla="*/ 69057 w 297656"/>
                <a:gd name="connsiteY2" fmla="*/ 0 h 178593"/>
                <a:gd name="connsiteX3" fmla="*/ 88106 w 297656"/>
                <a:gd name="connsiteY3" fmla="*/ 19049 h 178593"/>
                <a:gd name="connsiteX4" fmla="*/ 130969 w 297656"/>
                <a:gd name="connsiteY4" fmla="*/ 119062 h 178593"/>
                <a:gd name="connsiteX5" fmla="*/ 147638 w 297656"/>
                <a:gd name="connsiteY5" fmla="*/ 138112 h 178593"/>
                <a:gd name="connsiteX6" fmla="*/ 176213 w 297656"/>
                <a:gd name="connsiteY6" fmla="*/ 123824 h 178593"/>
                <a:gd name="connsiteX7" fmla="*/ 207168 w 297656"/>
                <a:gd name="connsiteY7" fmla="*/ 107156 h 178593"/>
                <a:gd name="connsiteX8" fmla="*/ 238125 w 297656"/>
                <a:gd name="connsiteY8" fmla="*/ 138112 h 178593"/>
                <a:gd name="connsiteX9" fmla="*/ 297656 w 297656"/>
                <a:gd name="connsiteY9" fmla="*/ 178593 h 178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7656" h="178593">
                  <a:moveTo>
                    <a:pt x="0" y="166687"/>
                  </a:moveTo>
                  <a:lnTo>
                    <a:pt x="45244" y="19049"/>
                  </a:lnTo>
                  <a:lnTo>
                    <a:pt x="69057" y="0"/>
                  </a:lnTo>
                  <a:lnTo>
                    <a:pt x="88106" y="19049"/>
                  </a:lnTo>
                  <a:lnTo>
                    <a:pt x="130969" y="119062"/>
                  </a:lnTo>
                  <a:lnTo>
                    <a:pt x="147638" y="138112"/>
                  </a:lnTo>
                  <a:lnTo>
                    <a:pt x="176213" y="123824"/>
                  </a:lnTo>
                  <a:lnTo>
                    <a:pt x="207168" y="107156"/>
                  </a:lnTo>
                  <a:lnTo>
                    <a:pt x="238125" y="138112"/>
                  </a:lnTo>
                  <a:lnTo>
                    <a:pt x="297656" y="178593"/>
                  </a:lnTo>
                </a:path>
              </a:pathLst>
            </a:custGeom>
            <a:noFill/>
            <a:ln w="9525">
              <a:solidFill>
                <a:srgbClr val="008000">
                  <a:alpha val="40000"/>
                </a:srgb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0" name="フリーフォーム: 図形 489">
              <a:extLst>
                <a:ext uri="{FF2B5EF4-FFF2-40B4-BE49-F238E27FC236}">
                  <ns2:creationId id="{A1C622B7-0F9B-AD21-09E8-338E6D8545A4}"/>
                </a:ext>
              </a:extLst>
            </p:cNvPr>
            <p:cNvSpPr/>
            <p:nvPr/>
          </p:nvSpPr>
          <p:spPr>
            <a:xfrm>
              <a:off x="8307534" y="5050096"/>
              <a:ext cx="360000" cy="180000"/>
            </a:xfrm>
            <a:custGeom>
              <a:avLst/>
              <a:gdLst>
                <a:gd name="connsiteX0" fmla="*/ 0 w 297657"/>
                <a:gd name="connsiteY0" fmla="*/ 135731 h 188119"/>
                <a:gd name="connsiteX1" fmla="*/ 80963 w 297657"/>
                <a:gd name="connsiteY1" fmla="*/ 26194 h 188119"/>
                <a:gd name="connsiteX2" fmla="*/ 135732 w 297657"/>
                <a:gd name="connsiteY2" fmla="*/ 0 h 188119"/>
                <a:gd name="connsiteX3" fmla="*/ 164307 w 297657"/>
                <a:gd name="connsiteY3" fmla="*/ 19050 h 188119"/>
                <a:gd name="connsiteX4" fmla="*/ 192882 w 297657"/>
                <a:gd name="connsiteY4" fmla="*/ 97631 h 188119"/>
                <a:gd name="connsiteX5" fmla="*/ 221457 w 297657"/>
                <a:gd name="connsiteY5" fmla="*/ 169069 h 188119"/>
                <a:gd name="connsiteX6" fmla="*/ 252413 w 297657"/>
                <a:gd name="connsiteY6" fmla="*/ 188119 h 188119"/>
                <a:gd name="connsiteX7" fmla="*/ 297657 w 297657"/>
                <a:gd name="connsiteY7" fmla="*/ 178594 h 188119"/>
                <a:gd name="connsiteX0" fmla="*/ 0 w 297657"/>
                <a:gd name="connsiteY0" fmla="*/ 135731 h 188119"/>
                <a:gd name="connsiteX1" fmla="*/ 73820 w 297657"/>
                <a:gd name="connsiteY1" fmla="*/ 40481 h 188119"/>
                <a:gd name="connsiteX2" fmla="*/ 135732 w 297657"/>
                <a:gd name="connsiteY2" fmla="*/ 0 h 188119"/>
                <a:gd name="connsiteX3" fmla="*/ 164307 w 297657"/>
                <a:gd name="connsiteY3" fmla="*/ 19050 h 188119"/>
                <a:gd name="connsiteX4" fmla="*/ 192882 w 297657"/>
                <a:gd name="connsiteY4" fmla="*/ 97631 h 188119"/>
                <a:gd name="connsiteX5" fmla="*/ 221457 w 297657"/>
                <a:gd name="connsiteY5" fmla="*/ 169069 h 188119"/>
                <a:gd name="connsiteX6" fmla="*/ 252413 w 297657"/>
                <a:gd name="connsiteY6" fmla="*/ 188119 h 188119"/>
                <a:gd name="connsiteX7" fmla="*/ 297657 w 297657"/>
                <a:gd name="connsiteY7" fmla="*/ 178594 h 188119"/>
                <a:gd name="connsiteX0" fmla="*/ 0 w 297657"/>
                <a:gd name="connsiteY0" fmla="*/ 145256 h 197644"/>
                <a:gd name="connsiteX1" fmla="*/ 73820 w 297657"/>
                <a:gd name="connsiteY1" fmla="*/ 50006 h 197644"/>
                <a:gd name="connsiteX2" fmla="*/ 130970 w 297657"/>
                <a:gd name="connsiteY2" fmla="*/ 0 h 197644"/>
                <a:gd name="connsiteX3" fmla="*/ 164307 w 297657"/>
                <a:gd name="connsiteY3" fmla="*/ 28575 h 197644"/>
                <a:gd name="connsiteX4" fmla="*/ 192882 w 297657"/>
                <a:gd name="connsiteY4" fmla="*/ 107156 h 197644"/>
                <a:gd name="connsiteX5" fmla="*/ 221457 w 297657"/>
                <a:gd name="connsiteY5" fmla="*/ 178594 h 197644"/>
                <a:gd name="connsiteX6" fmla="*/ 252413 w 297657"/>
                <a:gd name="connsiteY6" fmla="*/ 197644 h 197644"/>
                <a:gd name="connsiteX7" fmla="*/ 297657 w 297657"/>
                <a:gd name="connsiteY7" fmla="*/ 188119 h 197644"/>
                <a:gd name="connsiteX0" fmla="*/ 0 w 297657"/>
                <a:gd name="connsiteY0" fmla="*/ 145256 h 197644"/>
                <a:gd name="connsiteX1" fmla="*/ 73820 w 297657"/>
                <a:gd name="connsiteY1" fmla="*/ 50006 h 197644"/>
                <a:gd name="connsiteX2" fmla="*/ 130970 w 297657"/>
                <a:gd name="connsiteY2" fmla="*/ 0 h 197644"/>
                <a:gd name="connsiteX3" fmla="*/ 164307 w 297657"/>
                <a:gd name="connsiteY3" fmla="*/ 28575 h 197644"/>
                <a:gd name="connsiteX4" fmla="*/ 192882 w 297657"/>
                <a:gd name="connsiteY4" fmla="*/ 107156 h 197644"/>
                <a:gd name="connsiteX5" fmla="*/ 221457 w 297657"/>
                <a:gd name="connsiteY5" fmla="*/ 178594 h 197644"/>
                <a:gd name="connsiteX6" fmla="*/ 252413 w 297657"/>
                <a:gd name="connsiteY6" fmla="*/ 197644 h 197644"/>
                <a:gd name="connsiteX7" fmla="*/ 297657 w 297657"/>
                <a:gd name="connsiteY7" fmla="*/ 188119 h 197644"/>
                <a:gd name="connsiteX0" fmla="*/ 0 w 297657"/>
                <a:gd name="connsiteY0" fmla="*/ 152400 h 204788"/>
                <a:gd name="connsiteX1" fmla="*/ 73820 w 297657"/>
                <a:gd name="connsiteY1" fmla="*/ 57150 h 204788"/>
                <a:gd name="connsiteX2" fmla="*/ 142876 w 297657"/>
                <a:gd name="connsiteY2" fmla="*/ 0 h 204788"/>
                <a:gd name="connsiteX3" fmla="*/ 164307 w 297657"/>
                <a:gd name="connsiteY3" fmla="*/ 35719 h 204788"/>
                <a:gd name="connsiteX4" fmla="*/ 192882 w 297657"/>
                <a:gd name="connsiteY4" fmla="*/ 114300 h 204788"/>
                <a:gd name="connsiteX5" fmla="*/ 221457 w 297657"/>
                <a:gd name="connsiteY5" fmla="*/ 185738 h 204788"/>
                <a:gd name="connsiteX6" fmla="*/ 252413 w 297657"/>
                <a:gd name="connsiteY6" fmla="*/ 204788 h 204788"/>
                <a:gd name="connsiteX7" fmla="*/ 297657 w 297657"/>
                <a:gd name="connsiteY7" fmla="*/ 195263 h 204788"/>
                <a:gd name="connsiteX0" fmla="*/ 0 w 297657"/>
                <a:gd name="connsiteY0" fmla="*/ 147638 h 200026"/>
                <a:gd name="connsiteX1" fmla="*/ 73820 w 297657"/>
                <a:gd name="connsiteY1" fmla="*/ 52388 h 200026"/>
                <a:gd name="connsiteX2" fmla="*/ 133351 w 297657"/>
                <a:gd name="connsiteY2" fmla="*/ 0 h 200026"/>
                <a:gd name="connsiteX3" fmla="*/ 164307 w 297657"/>
                <a:gd name="connsiteY3" fmla="*/ 30957 h 200026"/>
                <a:gd name="connsiteX4" fmla="*/ 192882 w 297657"/>
                <a:gd name="connsiteY4" fmla="*/ 109538 h 200026"/>
                <a:gd name="connsiteX5" fmla="*/ 221457 w 297657"/>
                <a:gd name="connsiteY5" fmla="*/ 180976 h 200026"/>
                <a:gd name="connsiteX6" fmla="*/ 252413 w 297657"/>
                <a:gd name="connsiteY6" fmla="*/ 200026 h 200026"/>
                <a:gd name="connsiteX7" fmla="*/ 297657 w 297657"/>
                <a:gd name="connsiteY7" fmla="*/ 190501 h 20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7657" h="200026">
                  <a:moveTo>
                    <a:pt x="0" y="147638"/>
                  </a:moveTo>
                  <a:lnTo>
                    <a:pt x="73820" y="52388"/>
                  </a:lnTo>
                  <a:cubicBezTo>
                    <a:pt x="92870" y="35719"/>
                    <a:pt x="102395" y="9525"/>
                    <a:pt x="133351" y="0"/>
                  </a:cubicBezTo>
                  <a:lnTo>
                    <a:pt x="164307" y="30957"/>
                  </a:lnTo>
                  <a:lnTo>
                    <a:pt x="192882" y="109538"/>
                  </a:lnTo>
                  <a:lnTo>
                    <a:pt x="221457" y="180976"/>
                  </a:lnTo>
                  <a:lnTo>
                    <a:pt x="252413" y="200026"/>
                  </a:lnTo>
                  <a:lnTo>
                    <a:pt x="297657" y="190501"/>
                  </a:lnTo>
                </a:path>
              </a:pathLst>
            </a:custGeom>
            <a:noFill/>
            <a:ln w="9525">
              <a:solidFill>
                <a:srgbClr val="008000">
                  <a:alpha val="55000"/>
                </a:srgb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1" name="フリーフォーム: 図形 490">
              <a:extLst>
                <a:ext uri="{FF2B5EF4-FFF2-40B4-BE49-F238E27FC236}">
                  <ns2:creationId id="{156E239A-361C-5097-FCE0-CD37914ABE7F}"/>
                </a:ext>
              </a:extLst>
            </p:cNvPr>
            <p:cNvSpPr/>
            <p:nvPr/>
          </p:nvSpPr>
          <p:spPr>
            <a:xfrm>
              <a:off x="8307534" y="5298147"/>
              <a:ext cx="360000" cy="180000"/>
            </a:xfrm>
            <a:custGeom>
              <a:avLst/>
              <a:gdLst>
                <a:gd name="connsiteX0" fmla="*/ 0 w 290512"/>
                <a:gd name="connsiteY0" fmla="*/ 228600 h 228600"/>
                <a:gd name="connsiteX1" fmla="*/ 52387 w 290512"/>
                <a:gd name="connsiteY1" fmla="*/ 185738 h 228600"/>
                <a:gd name="connsiteX2" fmla="*/ 66675 w 290512"/>
                <a:gd name="connsiteY2" fmla="*/ 28575 h 228600"/>
                <a:gd name="connsiteX3" fmla="*/ 85725 w 290512"/>
                <a:gd name="connsiteY3" fmla="*/ 0 h 228600"/>
                <a:gd name="connsiteX4" fmla="*/ 107156 w 290512"/>
                <a:gd name="connsiteY4" fmla="*/ 0 h 228600"/>
                <a:gd name="connsiteX5" fmla="*/ 116681 w 290512"/>
                <a:gd name="connsiteY5" fmla="*/ 38100 h 228600"/>
                <a:gd name="connsiteX6" fmla="*/ 145256 w 290512"/>
                <a:gd name="connsiteY6" fmla="*/ 114300 h 228600"/>
                <a:gd name="connsiteX7" fmla="*/ 171450 w 290512"/>
                <a:gd name="connsiteY7" fmla="*/ 145256 h 228600"/>
                <a:gd name="connsiteX8" fmla="*/ 235744 w 290512"/>
                <a:gd name="connsiteY8" fmla="*/ 176213 h 228600"/>
                <a:gd name="connsiteX9" fmla="*/ 290512 w 290512"/>
                <a:gd name="connsiteY9" fmla="*/ 195263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512" h="228600">
                  <a:moveTo>
                    <a:pt x="0" y="228600"/>
                  </a:moveTo>
                  <a:lnTo>
                    <a:pt x="52387" y="185738"/>
                  </a:lnTo>
                  <a:lnTo>
                    <a:pt x="66675" y="28575"/>
                  </a:lnTo>
                  <a:lnTo>
                    <a:pt x="85725" y="0"/>
                  </a:lnTo>
                  <a:lnTo>
                    <a:pt x="107156" y="0"/>
                  </a:lnTo>
                  <a:lnTo>
                    <a:pt x="116681" y="38100"/>
                  </a:lnTo>
                  <a:lnTo>
                    <a:pt x="145256" y="114300"/>
                  </a:lnTo>
                  <a:lnTo>
                    <a:pt x="171450" y="145256"/>
                  </a:lnTo>
                  <a:lnTo>
                    <a:pt x="235744" y="176213"/>
                  </a:lnTo>
                  <a:lnTo>
                    <a:pt x="290512" y="195263"/>
                  </a:lnTo>
                </a:path>
              </a:pathLst>
            </a:custGeom>
            <a:noFill/>
            <a:ln w="9525">
              <a:solidFill>
                <a:srgbClr val="008000">
                  <a:alpha val="70000"/>
                </a:srgbClr>
              </a:solidFill>
              <a:prstDash val="sysDot"/>
              <a:extLst>
                <a:ext uri="{C807C97D-BFC1-408E-A445-0C87EB9F89A2}">
                  <ns6:lineSketchStyleProps sd="1219033472">
                    <a:custGeom>
                      <a:avLst/>
                      <a:gdLst>
                        <a:gd name="connsiteX0" fmla="*/ 0 w 290512"/>
                        <a:gd name="connsiteY0" fmla="*/ 228600 h 228600"/>
                        <a:gd name="connsiteX1" fmla="*/ 52387 w 290512"/>
                        <a:gd name="connsiteY1" fmla="*/ 185738 h 228600"/>
                        <a:gd name="connsiteX2" fmla="*/ 66675 w 290512"/>
                        <a:gd name="connsiteY2" fmla="*/ 28575 h 228600"/>
                        <a:gd name="connsiteX3" fmla="*/ 85725 w 290512"/>
                        <a:gd name="connsiteY3" fmla="*/ 0 h 228600"/>
                        <a:gd name="connsiteX4" fmla="*/ 107156 w 290512"/>
                        <a:gd name="connsiteY4" fmla="*/ 0 h 228600"/>
                        <a:gd name="connsiteX5" fmla="*/ 116681 w 290512"/>
                        <a:gd name="connsiteY5" fmla="*/ 38100 h 228600"/>
                        <a:gd name="connsiteX6" fmla="*/ 145256 w 290512"/>
                        <a:gd name="connsiteY6" fmla="*/ 114300 h 228600"/>
                        <a:gd name="connsiteX7" fmla="*/ 171450 w 290512"/>
                        <a:gd name="connsiteY7" fmla="*/ 145256 h 228600"/>
                        <a:gd name="connsiteX8" fmla="*/ 235744 w 290512"/>
                        <a:gd name="connsiteY8" fmla="*/ 176213 h 228600"/>
                        <a:gd name="connsiteX9" fmla="*/ 290512 w 290512"/>
                        <a:gd name="connsiteY9" fmla="*/ 19526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90512" h="228600" extrusionOk="0">
                          <a:moveTo>
                            <a:pt x="0" y="228600"/>
                          </a:moveTo>
                          <a:cubicBezTo>
                            <a:pt x="8488" y="220599"/>
                            <a:pt x="39695" y="203101"/>
                            <a:pt x="52387" y="185738"/>
                          </a:cubicBezTo>
                          <a:cubicBezTo>
                            <a:pt x="55731" y="157756"/>
                            <a:pt x="64623" y="83323"/>
                            <a:pt x="66675" y="28575"/>
                          </a:cubicBezTo>
                          <a:cubicBezTo>
                            <a:pt x="75240" y="18546"/>
                            <a:pt x="77739" y="12378"/>
                            <a:pt x="85725" y="0"/>
                          </a:cubicBezTo>
                          <a:cubicBezTo>
                            <a:pt x="95025" y="-1470"/>
                            <a:pt x="98497" y="277"/>
                            <a:pt x="107156" y="0"/>
                          </a:cubicBezTo>
                          <a:cubicBezTo>
                            <a:pt x="111268" y="16494"/>
                            <a:pt x="117620" y="31636"/>
                            <a:pt x="116681" y="38100"/>
                          </a:cubicBezTo>
                          <a:cubicBezTo>
                            <a:pt x="129004" y="65775"/>
                            <a:pt x="140890" y="85616"/>
                            <a:pt x="145256" y="114300"/>
                          </a:cubicBezTo>
                          <a:cubicBezTo>
                            <a:pt x="158064" y="125548"/>
                            <a:pt x="164568" y="132473"/>
                            <a:pt x="171450" y="145256"/>
                          </a:cubicBezTo>
                          <a:cubicBezTo>
                            <a:pt x="189485" y="148606"/>
                            <a:pt x="210371" y="166609"/>
                            <a:pt x="235744" y="176213"/>
                          </a:cubicBezTo>
                          <a:cubicBezTo>
                            <a:pt x="252412" y="181327"/>
                            <a:pt x="270426" y="186113"/>
                            <a:pt x="290512" y="195263"/>
                          </a:cubicBezTo>
                        </a:path>
                      </a:pathLst>
                    </a:custGeom>
                    <ns6:type>
                      <ns6:lineSketchNone/>
                    </ns6:type>
                  </ns6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2" name="フリーフォーム: 図形 491">
              <a:extLst>
                <a:ext uri="{FF2B5EF4-FFF2-40B4-BE49-F238E27FC236}">
                  <ns2:creationId id="{89194D77-E2B6-851B-706A-2FFF5B886D05}"/>
                </a:ext>
              </a:extLst>
            </p:cNvPr>
            <p:cNvSpPr/>
            <p:nvPr/>
          </p:nvSpPr>
          <p:spPr>
            <a:xfrm>
              <a:off x="8307534" y="5794249"/>
              <a:ext cx="360000" cy="180000"/>
            </a:xfrm>
            <a:custGeom>
              <a:avLst/>
              <a:gdLst>
                <a:gd name="connsiteX0" fmla="*/ 0 w 288131"/>
                <a:gd name="connsiteY0" fmla="*/ 216693 h 250031"/>
                <a:gd name="connsiteX1" fmla="*/ 23813 w 288131"/>
                <a:gd name="connsiteY1" fmla="*/ 30956 h 250031"/>
                <a:gd name="connsiteX2" fmla="*/ 42863 w 288131"/>
                <a:gd name="connsiteY2" fmla="*/ 0 h 250031"/>
                <a:gd name="connsiteX3" fmla="*/ 59531 w 288131"/>
                <a:gd name="connsiteY3" fmla="*/ 23812 h 250031"/>
                <a:gd name="connsiteX4" fmla="*/ 73819 w 288131"/>
                <a:gd name="connsiteY4" fmla="*/ 59531 h 250031"/>
                <a:gd name="connsiteX5" fmla="*/ 111919 w 288131"/>
                <a:gd name="connsiteY5" fmla="*/ 147637 h 250031"/>
                <a:gd name="connsiteX6" fmla="*/ 180975 w 288131"/>
                <a:gd name="connsiteY6" fmla="*/ 216693 h 250031"/>
                <a:gd name="connsiteX7" fmla="*/ 240506 w 288131"/>
                <a:gd name="connsiteY7" fmla="*/ 245268 h 250031"/>
                <a:gd name="connsiteX8" fmla="*/ 288131 w 288131"/>
                <a:gd name="connsiteY8" fmla="*/ 250031 h 250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8131" h="250031">
                  <a:moveTo>
                    <a:pt x="0" y="216693"/>
                  </a:moveTo>
                  <a:lnTo>
                    <a:pt x="23813" y="30956"/>
                  </a:lnTo>
                  <a:lnTo>
                    <a:pt x="42863" y="0"/>
                  </a:lnTo>
                  <a:lnTo>
                    <a:pt x="59531" y="23812"/>
                  </a:lnTo>
                  <a:lnTo>
                    <a:pt x="73819" y="59531"/>
                  </a:lnTo>
                  <a:lnTo>
                    <a:pt x="111919" y="147637"/>
                  </a:lnTo>
                  <a:lnTo>
                    <a:pt x="180975" y="216693"/>
                  </a:lnTo>
                  <a:lnTo>
                    <a:pt x="240506" y="245268"/>
                  </a:lnTo>
                  <a:lnTo>
                    <a:pt x="288131" y="250031"/>
                  </a:lnTo>
                </a:path>
              </a:pathLst>
            </a:custGeom>
            <a:noFill/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94" name="グループ化 493">
              <a:extLst>
                <a:ext uri="{FF2B5EF4-FFF2-40B4-BE49-F238E27FC236}">
                  <ns2:creationId id="{72196BD8-8899-E447-90B9-BCA675086FD2}"/>
                </a:ext>
              </a:extLst>
            </p:cNvPr>
            <p:cNvGrpSpPr/>
            <p:nvPr/>
          </p:nvGrpSpPr>
          <p:grpSpPr>
            <a:xfrm>
              <a:off x="8992611" y="5017159"/>
              <a:ext cx="468000" cy="741976"/>
              <a:chOff x="8992611" y="4782906"/>
              <a:chExt cx="468000" cy="741976"/>
            </a:xfrm>
          </p:grpSpPr>
          <p:grpSp>
            <p:nvGrpSpPr>
              <p:cNvPr id="478" name="グループ化 477">
                <a:extLst>
                  <a:ext uri="{FF2B5EF4-FFF2-40B4-BE49-F238E27FC236}">
                    <ns2:creationId id="{ECA7194E-C004-638C-3813-00F930718907}"/>
                  </a:ext>
                </a:extLst>
              </p:cNvPr>
              <p:cNvGrpSpPr/>
              <p:nvPr/>
            </p:nvGrpSpPr>
            <p:grpSpPr>
              <a:xfrm>
                <a:off x="8992611" y="4782906"/>
                <a:ext cx="468000" cy="432000"/>
                <a:chOff x="9118611" y="4782906"/>
                <a:chExt cx="468000" cy="432000"/>
              </a:xfrm>
            </p:grpSpPr>
            <p:sp>
              <p:nvSpPr>
                <p:cNvPr id="451" name="テキスト ボックス 450">
                  <a:extLst>
                    <a:ext uri="{FF2B5EF4-FFF2-40B4-BE49-F238E27FC236}">
                      <ns2:creationId id="{41E3FE75-6C9C-C901-E668-78044FBCD85E}"/>
                    </a:ext>
                  </a:extLst>
                </p:cNvPr>
                <p:cNvSpPr txBox="1"/>
                <p:nvPr/>
              </p:nvSpPr>
              <p:spPr>
                <a:xfrm>
                  <a:off x="9118611" y="4998906"/>
                  <a:ext cx="468000" cy="216000"/>
                </a:xfrm>
                <a:prstGeom prst="rect">
                  <a:avLst/>
                </a:prstGeom>
                <a:noFill/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marR="0" lvl="0" algn="ctr" defTabSz="914400" rtl="0" eaLnBrk="1" fontAlgn="auto" latinLnBrk="0" hangingPunct="1">
                    <a:lnSpc>
                      <a:spcPct val="90000"/>
                    </a:lnSpc>
                    <a:spcBef>
                      <a:spcPts val="100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52" name="グラフィックス 451" descr="新規 単色塗りつぶし">
                  <a:extLst>
                    <a:ext uri="{FF2B5EF4-FFF2-40B4-BE49-F238E27FC236}">
                      <ns2:creationId id="{2231FC15-FD31-607B-50DA-95D1794636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44611" y="4782906"/>
                  <a:ext cx="216000" cy="216000"/>
                </a:xfrm>
                <a:prstGeom prst="rect">
                  <a:avLst/>
                </a:prstGeom>
              </p:spPr>
            </p:pic>
          </p:grpSp>
          <p:sp>
            <p:nvSpPr>
              <p:cNvPr id="493" name="フリーフォーム: 図形 492">
                <a:extLst>
                  <a:ext uri="{FF2B5EF4-FFF2-40B4-BE49-F238E27FC236}">
                    <ns2:creationId id="{ACF95418-4BC9-4C7F-2A6D-6A009C8AD340}"/>
                  </a:ext>
                </a:extLst>
              </p:cNvPr>
              <p:cNvSpPr/>
              <p:nvPr/>
            </p:nvSpPr>
            <p:spPr>
              <a:xfrm>
                <a:off x="9053970" y="5224845"/>
                <a:ext cx="345281" cy="300037"/>
              </a:xfrm>
              <a:custGeom>
                <a:avLst/>
                <a:gdLst>
                  <a:gd name="connsiteX0" fmla="*/ 0 w 345281"/>
                  <a:gd name="connsiteY0" fmla="*/ 280987 h 295275"/>
                  <a:gd name="connsiteX1" fmla="*/ 76200 w 345281"/>
                  <a:gd name="connsiteY1" fmla="*/ 35719 h 295275"/>
                  <a:gd name="connsiteX2" fmla="*/ 102394 w 345281"/>
                  <a:gd name="connsiteY2" fmla="*/ 0 h 295275"/>
                  <a:gd name="connsiteX3" fmla="*/ 135731 w 345281"/>
                  <a:gd name="connsiteY3" fmla="*/ 28575 h 295275"/>
                  <a:gd name="connsiteX4" fmla="*/ 164306 w 345281"/>
                  <a:gd name="connsiteY4" fmla="*/ 104775 h 295275"/>
                  <a:gd name="connsiteX5" fmla="*/ 185737 w 345281"/>
                  <a:gd name="connsiteY5" fmla="*/ 188119 h 295275"/>
                  <a:gd name="connsiteX6" fmla="*/ 257175 w 345281"/>
                  <a:gd name="connsiteY6" fmla="*/ 259556 h 295275"/>
                  <a:gd name="connsiteX7" fmla="*/ 345281 w 345281"/>
                  <a:gd name="connsiteY7" fmla="*/ 295275 h 295275"/>
                  <a:gd name="connsiteX0" fmla="*/ 0 w 345281"/>
                  <a:gd name="connsiteY0" fmla="*/ 290512 h 304800"/>
                  <a:gd name="connsiteX1" fmla="*/ 76200 w 345281"/>
                  <a:gd name="connsiteY1" fmla="*/ 45244 h 304800"/>
                  <a:gd name="connsiteX2" fmla="*/ 119063 w 345281"/>
                  <a:gd name="connsiteY2" fmla="*/ 0 h 304800"/>
                  <a:gd name="connsiteX3" fmla="*/ 135731 w 345281"/>
                  <a:gd name="connsiteY3" fmla="*/ 38100 h 304800"/>
                  <a:gd name="connsiteX4" fmla="*/ 164306 w 345281"/>
                  <a:gd name="connsiteY4" fmla="*/ 114300 h 304800"/>
                  <a:gd name="connsiteX5" fmla="*/ 185737 w 345281"/>
                  <a:gd name="connsiteY5" fmla="*/ 197644 h 304800"/>
                  <a:gd name="connsiteX6" fmla="*/ 257175 w 345281"/>
                  <a:gd name="connsiteY6" fmla="*/ 269081 h 304800"/>
                  <a:gd name="connsiteX7" fmla="*/ 345281 w 345281"/>
                  <a:gd name="connsiteY7" fmla="*/ 304800 h 304800"/>
                  <a:gd name="connsiteX0" fmla="*/ 0 w 345281"/>
                  <a:gd name="connsiteY0" fmla="*/ 290512 h 304800"/>
                  <a:gd name="connsiteX1" fmla="*/ 76200 w 345281"/>
                  <a:gd name="connsiteY1" fmla="*/ 45244 h 304800"/>
                  <a:gd name="connsiteX2" fmla="*/ 119063 w 345281"/>
                  <a:gd name="connsiteY2" fmla="*/ 0 h 304800"/>
                  <a:gd name="connsiteX3" fmla="*/ 135731 w 345281"/>
                  <a:gd name="connsiteY3" fmla="*/ 38100 h 304800"/>
                  <a:gd name="connsiteX4" fmla="*/ 164306 w 345281"/>
                  <a:gd name="connsiteY4" fmla="*/ 114300 h 304800"/>
                  <a:gd name="connsiteX5" fmla="*/ 185737 w 345281"/>
                  <a:gd name="connsiteY5" fmla="*/ 197644 h 304800"/>
                  <a:gd name="connsiteX6" fmla="*/ 257175 w 345281"/>
                  <a:gd name="connsiteY6" fmla="*/ 269081 h 304800"/>
                  <a:gd name="connsiteX7" fmla="*/ 345281 w 345281"/>
                  <a:gd name="connsiteY7" fmla="*/ 304800 h 304800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09538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09538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21445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3368 h 297656"/>
                  <a:gd name="connsiteX1" fmla="*/ 76200 w 345281"/>
                  <a:gd name="connsiteY1" fmla="*/ 38100 h 297656"/>
                  <a:gd name="connsiteX2" fmla="*/ 114302 w 345281"/>
                  <a:gd name="connsiteY2" fmla="*/ 0 h 297656"/>
                  <a:gd name="connsiteX3" fmla="*/ 135731 w 345281"/>
                  <a:gd name="connsiteY3" fmla="*/ 30956 h 297656"/>
                  <a:gd name="connsiteX4" fmla="*/ 164306 w 345281"/>
                  <a:gd name="connsiteY4" fmla="*/ 107156 h 297656"/>
                  <a:gd name="connsiteX5" fmla="*/ 185737 w 345281"/>
                  <a:gd name="connsiteY5" fmla="*/ 190500 h 297656"/>
                  <a:gd name="connsiteX6" fmla="*/ 257175 w 345281"/>
                  <a:gd name="connsiteY6" fmla="*/ 261937 h 297656"/>
                  <a:gd name="connsiteX7" fmla="*/ 345281 w 345281"/>
                  <a:gd name="connsiteY7" fmla="*/ 297656 h 297656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19065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85737 w 345281"/>
                  <a:gd name="connsiteY5" fmla="*/ 192881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  <a:gd name="connsiteX0" fmla="*/ 0 w 345281"/>
                  <a:gd name="connsiteY0" fmla="*/ 285749 h 300037"/>
                  <a:gd name="connsiteX1" fmla="*/ 76200 w 345281"/>
                  <a:gd name="connsiteY1" fmla="*/ 40481 h 300037"/>
                  <a:gd name="connsiteX2" fmla="*/ 109540 w 345281"/>
                  <a:gd name="connsiteY2" fmla="*/ 0 h 300037"/>
                  <a:gd name="connsiteX3" fmla="*/ 135731 w 345281"/>
                  <a:gd name="connsiteY3" fmla="*/ 33337 h 300037"/>
                  <a:gd name="connsiteX4" fmla="*/ 164306 w 345281"/>
                  <a:gd name="connsiteY4" fmla="*/ 109537 h 300037"/>
                  <a:gd name="connsiteX5" fmla="*/ 192881 w 345281"/>
                  <a:gd name="connsiteY5" fmla="*/ 197644 h 300037"/>
                  <a:gd name="connsiteX6" fmla="*/ 257175 w 345281"/>
                  <a:gd name="connsiteY6" fmla="*/ 264318 h 300037"/>
                  <a:gd name="connsiteX7" fmla="*/ 345281 w 345281"/>
                  <a:gd name="connsiteY7" fmla="*/ 300037 h 3000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5281" h="300037">
                    <a:moveTo>
                      <a:pt x="0" y="285749"/>
                    </a:moveTo>
                    <a:lnTo>
                      <a:pt x="76200" y="40481"/>
                    </a:lnTo>
                    <a:cubicBezTo>
                      <a:pt x="90488" y="25400"/>
                      <a:pt x="83347" y="7937"/>
                      <a:pt x="109540" y="0"/>
                    </a:cubicBezTo>
                    <a:lnTo>
                      <a:pt x="135731" y="33337"/>
                    </a:lnTo>
                    <a:lnTo>
                      <a:pt x="164306" y="109537"/>
                    </a:lnTo>
                    <a:cubicBezTo>
                      <a:pt x="171450" y="137318"/>
                      <a:pt x="180974" y="160338"/>
                      <a:pt x="192881" y="197644"/>
                    </a:cubicBezTo>
                    <a:cubicBezTo>
                      <a:pt x="223837" y="230981"/>
                      <a:pt x="233362" y="240506"/>
                      <a:pt x="257175" y="264318"/>
                    </a:cubicBezTo>
                    <a:lnTo>
                      <a:pt x="345281" y="300037"/>
                    </a:lnTo>
                  </a:path>
                </a:pathLst>
              </a:cu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25" name="矢印: 左右 524">
              <a:extLst>
                <a:ext uri="{FF2B5EF4-FFF2-40B4-BE49-F238E27FC236}">
                  <ns2:creationId id="{2DE3319D-B310-DF90-39E3-10FE0B2213BD}"/>
                </a:ext>
              </a:extLst>
            </p:cNvPr>
            <p:cNvSpPr/>
            <p:nvPr/>
          </p:nvSpPr>
          <p:spPr>
            <a:xfrm>
              <a:off x="9871353" y="6039095"/>
              <a:ext cx="540000" cy="252000"/>
            </a:xfrm>
            <a:prstGeom prst="leftRightArrow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6" name="矢印: 左右 525">
              <a:extLst>
                <a:ext uri="{FF2B5EF4-FFF2-40B4-BE49-F238E27FC236}">
                  <ns2:creationId id="{63133BAB-F478-9FDF-B7FE-F6363AC171F3}"/>
                </a:ext>
              </a:extLst>
            </p:cNvPr>
            <p:cNvSpPr/>
            <p:nvPr/>
          </p:nvSpPr>
          <p:spPr>
            <a:xfrm>
              <a:off x="10411352" y="6039095"/>
              <a:ext cx="1098401" cy="252000"/>
            </a:xfrm>
            <a:prstGeom prst="leftRightArrow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8" name="テキスト ボックス 527">
              <a:extLst>
                <a:ext uri="{FF2B5EF4-FFF2-40B4-BE49-F238E27FC236}">
                  <ns2:creationId id="{8E5D7356-2DA9-FF86-490F-96D17E85EB67}"/>
                </a:ext>
              </a:extLst>
            </p:cNvPr>
            <p:cNvSpPr txBox="1"/>
            <p:nvPr/>
          </p:nvSpPr>
          <p:spPr>
            <a:xfrm>
              <a:off x="10485555" y="5562402"/>
              <a:ext cx="1260000" cy="216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5" name="テキスト ボックス 494">
              <a:extLst>
                <a:ext uri="{FF2B5EF4-FFF2-40B4-BE49-F238E27FC236}">
                  <ns2:creationId id="{0F2CCD57-D97A-5489-FD40-1A22E94021C4}"/>
                </a:ext>
              </a:extLst>
            </p:cNvPr>
            <p:cNvSpPr txBox="1"/>
            <p:nvPr/>
          </p:nvSpPr>
          <p:spPr>
            <a:xfrm>
              <a:off x="10485555" y="5274402"/>
              <a:ext cx="468000" cy="216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9" name="三角形 60">
              <a:extLst>
                <a:ext uri="{FF2B5EF4-FFF2-40B4-BE49-F238E27FC236}">
                  <ns2:creationId id="{0DD42EA5-45A0-F98B-283F-2AC1FC0982DA}"/>
                </a:ext>
              </a:extLst>
            </p:cNvPr>
            <p:cNvSpPr/>
            <p:nvPr/>
          </p:nvSpPr>
          <p:spPr>
            <a:xfrm rot="10800000">
              <a:off x="10593555" y="5490404"/>
              <a:ext cx="252000" cy="72000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2" name="矢印: 左右 551">
              <a:extLst>
                <a:ext uri="{FF2B5EF4-FFF2-40B4-BE49-F238E27FC236}">
                  <ns2:creationId id="{C4DDCBCF-22E1-3454-CE04-9B26ECB0CC4A}"/>
                </a:ext>
              </a:extLst>
            </p:cNvPr>
            <p:cNvSpPr/>
            <p:nvPr/>
          </p:nvSpPr>
          <p:spPr>
            <a:xfrm>
              <a:off x="9871353" y="5256402"/>
              <a:ext cx="540000" cy="252000"/>
            </a:xfrm>
            <a:prstGeom prst="leftRightArrow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3" name="テキスト ボックス 552">
              <a:extLst>
                <a:ext uri="{FF2B5EF4-FFF2-40B4-BE49-F238E27FC236}">
                  <ns2:creationId id="{65152EEB-D48A-233E-B040-7A5EA691E41D}"/>
                </a:ext>
              </a:extLst>
            </p:cNvPr>
            <p:cNvSpPr txBox="1"/>
            <p:nvPr/>
          </p:nvSpPr>
          <p:spPr>
            <a:xfrm>
              <a:off x="10538393" y="4777140"/>
              <a:ext cx="1260000" cy="216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37" name="テキスト プレースホルダー 2"/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745912" cy="427038"/>
          </a:xfrm>
        </p:spPr>
        <p:txBody>
          <a:bodyPr>
            <a:normAutofit/>
          </a:bodyPr>
          <a:lstStyle/>
          <a:p>
            <a:r>
              <a:rPr lang="ja-JP" altLang="en-US" sz="1800" dirty="0"/>
              <a:t>XX</a:t>
            </a:r>
            <a:endParaRPr kumimoji="1" lang="ja-JP" altLang="en-US" sz="1800" dirty="0"/>
          </a:p>
        </p:txBody>
      </p:sp>
    </p:spTree>
    <p:extLst>
      <p:ext uri="{BB962C8B-B14F-4D97-AF65-F5344CB8AC3E}">
        <ns7:creationId val="4102330210"/>
      </p:ext>
    </p:extLst>
  </p:cSld>
  <p:clrMapOvr>
    <a:masterClrMapping/>
  </p:clrMapOvr>
</p:sld>
</file>

<file path=ppt/slides/slide9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EB919D5-E1BE-6D45-32E7-0CEEF6613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グループ化 231">
            <a:extLst>
              <a:ext uri="{FF2B5EF4-FFF2-40B4-BE49-F238E27FC236}">
                <ns2:creationId id="{4DD8A78E-B69C-0729-C3C2-23D8B5211346}"/>
              </a:ext>
            </a:extLst>
          </p:cNvPr>
          <p:cNvGrpSpPr/>
          <p:nvPr/>
        </p:nvGrpSpPr>
        <p:grpSpPr>
          <a:xfrm>
            <a:off x="3132387" y="2168725"/>
            <a:ext cx="360000" cy="4140000"/>
            <a:chOff x="3132388" y="561389"/>
            <a:chExt cx="360000" cy="4140000"/>
          </a:xfrm>
        </p:grpSpPr>
        <p:cxnSp>
          <p:nvCxnSpPr>
            <p:cNvPr id="31" name="直線コネクタ 30">
              <a:extLst>
                <a:ext uri="{FF2B5EF4-FFF2-40B4-BE49-F238E27FC236}">
                  <ns2:creationId id="{4AD8A08A-2DA4-D36F-8CED-6240F86222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2388" y="561389"/>
              <a:ext cx="0" cy="4140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8" name="グループ化 227">
              <a:extLst>
                <a:ext uri="{FF2B5EF4-FFF2-40B4-BE49-F238E27FC236}">
                  <ns2:creationId id="{439D48AC-EAD8-B154-ED89-9FCE950E6B1E}"/>
                </a:ext>
              </a:extLst>
            </p:cNvPr>
            <p:cNvGrpSpPr/>
            <p:nvPr/>
          </p:nvGrpSpPr>
          <p:grpSpPr>
            <a:xfrm>
              <a:off x="3132388" y="2451389"/>
              <a:ext cx="360000" cy="360000"/>
              <a:chOff x="4480175" y="4549865"/>
              <a:chExt cx="360000" cy="360000"/>
            </a:xfrm>
          </p:grpSpPr>
          <p:sp>
            <p:nvSpPr>
              <p:cNvPr id="229" name="円/楕円 126">
                <a:extLst>
                  <a:ext uri="{FF2B5EF4-FFF2-40B4-BE49-F238E27FC236}">
                    <ns2:creationId id="{54707860-FA7D-A42D-06E0-A264B9D57A2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0175" y="4549865"/>
                <a:ext cx="360000" cy="36000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30" name="グラフィックス 229" descr="キャレットを下へ 枠線">
                <a:extLst>
                  <a:ext uri="{FF2B5EF4-FFF2-40B4-BE49-F238E27FC236}">
                    <ns2:creationId id="{04A5C6B4-8AE5-30D5-86EA-DBBE32FBE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 rot="16200000">
                <a:off x="4481975" y="4551664"/>
                <a:ext cx="356400" cy="356400"/>
              </a:xfrm>
              <a:prstGeom prst="rect">
                <a:avLst/>
              </a:prstGeom>
            </p:spPr>
          </p:pic>
        </p:grpSp>
      </p:grpSp>
      <p:sp>
        <p:nvSpPr>
          <p:cNvPr id="233" name="正方形/長方形 232">
            <a:extLst>
              <a:ext uri="{FF2B5EF4-FFF2-40B4-BE49-F238E27FC236}">
                <ns2:creationId id="{3A57C90B-F9C5-EB2A-1258-92CBEA672938}"/>
              </a:ext>
            </a:extLst>
          </p:cNvPr>
          <p:cNvSpPr/>
          <p:nvPr/>
        </p:nvSpPr>
        <p:spPr>
          <a:xfrm>
            <a:off x="724779" y="2072381"/>
            <a:ext cx="2140122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B4BBBA7A-0E6E-640F-CD63-794065C3274A}"/>
              </a:ext>
            </a:extLst>
          </p:cNvPr>
          <p:cNvSpPr/>
          <p:nvPr/>
        </p:nvSpPr>
        <p:spPr>
          <a:xfrm>
            <a:off x="724779" y="4334276"/>
            <a:ext cx="2140122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D4A1AEDA-1088-5799-BF84-62FC14A1A063}"/>
              </a:ext>
            </a:extLst>
          </p:cNvPr>
          <p:cNvSpPr/>
          <p:nvPr/>
        </p:nvSpPr>
        <p:spPr>
          <a:xfrm>
            <a:off x="3759871" y="5414276"/>
            <a:ext cx="2520000" cy="90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ja-JP" altLang="en-US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1" name="グループ化 40">
            <a:extLst>
              <a:ext uri="{FF2B5EF4-FFF2-40B4-BE49-F238E27FC236}">
                <ns2:creationId id="{8F18E4DC-CE26-FA0E-905D-2623A1A585D9}"/>
              </a:ext>
            </a:extLst>
          </p:cNvPr>
          <p:cNvGrpSpPr/>
          <p:nvPr/>
        </p:nvGrpSpPr>
        <p:grpSpPr>
          <a:xfrm>
            <a:off x="344902" y="1643053"/>
            <a:ext cx="2520000" cy="360000"/>
            <a:chOff x="344902" y="1643053"/>
            <a:chExt cx="2520000" cy="360000"/>
          </a:xfrm>
        </p:grpSpPr>
        <p:sp>
          <p:nvSpPr>
            <p:cNvPr id="7" name="テキスト ボックス 6">
              <a:extLst>
                <a:ext uri="{FF2B5EF4-FFF2-40B4-BE49-F238E27FC236}">
                  <ns2:creationId id="{3BD4EB6A-49A3-0187-4422-356958A8235D}"/>
                </a:ext>
              </a:extLst>
            </p:cNvPr>
            <p:cNvSpPr txBox="1"/>
            <p:nvPr/>
          </p:nvSpPr>
          <p:spPr>
            <a:xfrm>
              <a:off x="344902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ns2:creationId id="{BEE97778-85D1-A677-5E62-033F30C7D74F}"/>
                </a:ext>
              </a:extLst>
            </p:cNvPr>
            <p:cNvCxnSpPr>
              <a:cxnSpLocks/>
            </p:cNvCxnSpPr>
            <p:nvPr/>
          </p:nvCxnSpPr>
          <p:spPr>
            <a:xfrm>
              <a:off x="344902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グラフィックス 36" descr="コンパス 枠線">
              <a:extLst>
                <a:ext uri="{FF2B5EF4-FFF2-40B4-BE49-F238E27FC236}">
                  <ns2:creationId id="{F77C306D-D68E-F4BC-C08C-6A208A835114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ns5:useLocalDpi val="0"/>
                </a:ex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344902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ns2:creationId id="{20DDFB23-0AF1-77E5-93DA-9A5D8F3B7F8E}"/>
              </a:ext>
            </a:extLst>
          </p:cNvPr>
          <p:cNvGrpSpPr/>
          <p:nvPr/>
        </p:nvGrpSpPr>
        <p:grpSpPr>
          <a:xfrm>
            <a:off x="9334844" y="1643053"/>
            <a:ext cx="2520000" cy="360000"/>
            <a:chOff x="9334844" y="1643053"/>
            <a:chExt cx="2520000" cy="360000"/>
          </a:xfrm>
        </p:grpSpPr>
        <p:sp>
          <p:nvSpPr>
            <p:cNvPr id="25" name="テキスト ボックス 24">
              <a:extLst>
                <a:ext uri="{FF2B5EF4-FFF2-40B4-BE49-F238E27FC236}">
                  <ns2:creationId id="{7ED35E21-4CC6-9FA2-788B-F5BC1083C186}"/>
                </a:ext>
              </a:extLst>
            </p:cNvPr>
            <p:cNvSpPr txBox="1"/>
            <p:nvPr/>
          </p:nvSpPr>
          <p:spPr>
            <a:xfrm>
              <a:off x="9334844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6" name="直線コネクタ 25">
              <a:extLst>
                <a:ext uri="{FF2B5EF4-FFF2-40B4-BE49-F238E27FC236}">
                  <ns2:creationId id="{080C7B0F-28DC-57A4-ABAE-1C19B45E83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4844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グラフィックス 37" descr="電球と鉛筆 枠線">
              <a:extLst>
                <a:ext uri="{FF2B5EF4-FFF2-40B4-BE49-F238E27FC236}">
                  <ns2:creationId id="{AF6FE9BB-2319-5C02-DA2A-7BEB72AC9B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9334844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43" name="グループ化 42">
            <a:extLst>
              <a:ext uri="{FF2B5EF4-FFF2-40B4-BE49-F238E27FC236}">
                <ns2:creationId id="{9ED229F9-D3B9-58A2-0C7F-D0379728E737}"/>
              </a:ext>
            </a:extLst>
          </p:cNvPr>
          <p:cNvGrpSpPr/>
          <p:nvPr/>
        </p:nvGrpSpPr>
        <p:grpSpPr>
          <a:xfrm>
            <a:off x="6547357" y="1643053"/>
            <a:ext cx="2520000" cy="360000"/>
            <a:chOff x="6547357" y="1643053"/>
            <a:chExt cx="2520000" cy="360000"/>
          </a:xfrm>
        </p:grpSpPr>
        <p:sp>
          <p:nvSpPr>
            <p:cNvPr id="23" name="テキスト ボックス 22">
              <a:extLst>
                <a:ext uri="{FF2B5EF4-FFF2-40B4-BE49-F238E27FC236}">
                  <ns2:creationId id="{FA9D857A-36F8-1617-3441-1599C383FE50}"/>
                </a:ext>
              </a:extLst>
            </p:cNvPr>
            <p:cNvSpPr txBox="1"/>
            <p:nvPr/>
          </p:nvSpPr>
          <p:spPr>
            <a:xfrm>
              <a:off x="6547357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" name="直線コネクタ 23">
              <a:extLst>
                <a:ext uri="{FF2B5EF4-FFF2-40B4-BE49-F238E27FC236}">
                  <ns2:creationId id="{F9E22A22-8112-DC65-005B-1BA05B3E5DC6}"/>
                </a:ext>
              </a:extLst>
            </p:cNvPr>
            <p:cNvCxnSpPr>
              <a:cxnSpLocks/>
            </p:cNvCxnSpPr>
            <p:nvPr/>
          </p:nvCxnSpPr>
          <p:spPr>
            <a:xfrm>
              <a:off x="6547357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9" name="グラフィックス 38" descr="クリップボード 枠線">
              <a:extLst>
                <a:ext uri="{FF2B5EF4-FFF2-40B4-BE49-F238E27FC236}">
                  <ns2:creationId id="{ABE372F9-5048-10B0-E8F9-1E114B5658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547357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42" name="グループ化 41">
            <a:extLst>
              <a:ext uri="{FF2B5EF4-FFF2-40B4-BE49-F238E27FC236}">
                <ns2:creationId id="{458A335C-8CBD-B267-F708-142EC2CEE724}"/>
              </a:ext>
            </a:extLst>
          </p:cNvPr>
          <p:cNvGrpSpPr/>
          <p:nvPr/>
        </p:nvGrpSpPr>
        <p:grpSpPr>
          <a:xfrm>
            <a:off x="3759872" y="1643053"/>
            <a:ext cx="2520000" cy="360000"/>
            <a:chOff x="3759872" y="1643053"/>
            <a:chExt cx="2520000" cy="360000"/>
          </a:xfrm>
        </p:grpSpPr>
        <p:sp>
          <p:nvSpPr>
            <p:cNvPr id="21" name="テキスト ボックス 20">
              <a:extLst>
                <a:ext uri="{FF2B5EF4-FFF2-40B4-BE49-F238E27FC236}">
                  <ns2:creationId id="{7F0A07F5-82A6-41E8-B891-626E101A83BC}"/>
                </a:ext>
              </a:extLst>
            </p:cNvPr>
            <p:cNvSpPr txBox="1"/>
            <p:nvPr/>
          </p:nvSpPr>
          <p:spPr>
            <a:xfrm>
              <a:off x="3759872" y="1643053"/>
              <a:ext cx="2520000" cy="360000"/>
            </a:xfrm>
            <a:prstGeom prst="rect">
              <a:avLst/>
            </a:prstGeom>
            <a:noFill/>
          </p:spPr>
          <p:txBody>
            <a:bodyPr wrap="square" lIns="396000" tIns="36000" rIns="36000" bIns="36000" rtlCol="0" anchor="b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" name="直線コネクタ 21">
              <a:extLst>
                <a:ext uri="{FF2B5EF4-FFF2-40B4-BE49-F238E27FC236}">
                  <ns2:creationId id="{F7F0C8E4-698C-106B-770C-8F6B3FC30DAC}"/>
                </a:ext>
              </a:extLst>
            </p:cNvPr>
            <p:cNvCxnSpPr>
              <a:cxnSpLocks/>
            </p:cNvCxnSpPr>
            <p:nvPr/>
          </p:nvCxnSpPr>
          <p:spPr>
            <a:xfrm>
              <a:off x="3759872" y="2003053"/>
              <a:ext cx="2520000" cy="0"/>
            </a:xfrm>
            <a:prstGeom prst="line">
              <a:avLst/>
            </a:prstGeom>
            <a:ln w="9525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0" name="グラフィックス 39" descr="リサーチ 枠線">
              <a:extLst>
                <a:ext uri="{FF2B5EF4-FFF2-40B4-BE49-F238E27FC236}">
                  <ns2:creationId id="{5990821E-4F0E-4B36-A251-2E31DBB189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59872" y="1643053"/>
              <a:ext cx="360000" cy="360000"/>
            </a:xfrm>
            <a:prstGeom prst="rect">
              <a:avLst/>
            </a:prstGeom>
          </p:spPr>
        </p:pic>
      </p:grpSp>
      <p:grpSp>
        <p:nvGrpSpPr>
          <p:cNvPr id="50" name="グループ化 49">
            <a:extLst>
              <a:ext uri="{FF2B5EF4-FFF2-40B4-BE49-F238E27FC236}">
                <ns2:creationId id="{C61B7702-56ED-5A85-E6F7-E508F7492E4D}"/>
              </a:ext>
            </a:extLst>
          </p:cNvPr>
          <p:cNvGrpSpPr/>
          <p:nvPr/>
        </p:nvGrpSpPr>
        <p:grpSpPr>
          <a:xfrm>
            <a:off x="344902" y="2072381"/>
            <a:ext cx="360000" cy="1980000"/>
            <a:chOff x="344902" y="2072381"/>
            <a:chExt cx="360000" cy="1980000"/>
          </a:xfrm>
        </p:grpSpPr>
        <p:sp>
          <p:nvSpPr>
            <p:cNvPr id="234" name="四角形: 角を丸くする 233">
              <a:extLst>
                <a:ext uri="{FF2B5EF4-FFF2-40B4-BE49-F238E27FC236}">
                  <ns2:creationId id="{DF47BEE0-FACD-7D7B-31A2-771E3DE4ED93}"/>
                </a:ext>
              </a:extLst>
            </p:cNvPr>
            <p:cNvSpPr/>
            <p:nvPr/>
          </p:nvSpPr>
          <p:spPr>
            <a:xfrm>
              <a:off x="344902" y="2072381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square" lIns="36000" tIns="396000" rIns="36000" bIns="36000" rtlCol="0" anchor="ctr">
              <a:noAutofit/>
            </a:bodyPr>
            <a:lstStyle/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7" name="グラフィックス 46" descr="不良在庫 単色塗りつぶし">
              <a:extLst>
                <a:ext uri="{FF2B5EF4-FFF2-40B4-BE49-F238E27FC236}">
                  <ns2:creationId id="{043C9526-A7BB-74A5-34CC-78B80B4785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344902" y="2534516"/>
              <a:ext cx="360000" cy="360000"/>
            </a:xfrm>
            <a:prstGeom prst="rect">
              <a:avLst/>
            </a:prstGeom>
          </p:spPr>
        </p:pic>
      </p:grpSp>
      <p:grpSp>
        <p:nvGrpSpPr>
          <p:cNvPr id="49" name="グループ化 48">
            <a:extLst>
              <a:ext uri="{FF2B5EF4-FFF2-40B4-BE49-F238E27FC236}">
                <ns2:creationId id="{31746291-F57C-3540-B8CA-8A2AE3153750}"/>
              </a:ext>
            </a:extLst>
          </p:cNvPr>
          <p:cNvGrpSpPr/>
          <p:nvPr/>
        </p:nvGrpSpPr>
        <p:grpSpPr>
          <a:xfrm>
            <a:off x="344902" y="4334276"/>
            <a:ext cx="360000" cy="1980000"/>
            <a:chOff x="344902" y="4334276"/>
            <a:chExt cx="360000" cy="1980000"/>
          </a:xfrm>
        </p:grpSpPr>
        <p:sp>
          <p:nvSpPr>
            <p:cNvPr id="235" name="四角形: 角を丸くする 234">
              <a:extLst>
                <a:ext uri="{FF2B5EF4-FFF2-40B4-BE49-F238E27FC236}">
                  <ns2:creationId id="{FDBA0472-1E64-6042-0D1E-4BC684E03A7A}"/>
                </a:ext>
              </a:extLst>
            </p:cNvPr>
            <p:cNvSpPr/>
            <p:nvPr/>
          </p:nvSpPr>
          <p:spPr>
            <a:xfrm>
              <a:off x="344902" y="4334276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square" lIns="36000" tIns="396000" rIns="36000" bIns="36000" rtlCol="0" anchor="ctr">
              <a:noAutofit/>
            </a:bodyPr>
            <a:lstStyle/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8" name="グラフィックス 47" descr="開いた荷箱 単色塗りつぶし">
              <a:extLst>
                <a:ext uri="{FF2B5EF4-FFF2-40B4-BE49-F238E27FC236}">
                  <ns2:creationId id="{8BA9E724-98F4-FC49-3E38-6B0B673D87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344902" y="4856042"/>
              <a:ext cx="360000" cy="360000"/>
            </a:xfrm>
            <a:prstGeom prst="rect">
              <a:avLst/>
            </a:prstGeom>
          </p:spPr>
        </p:pic>
      </p:grpSp>
      <p:sp>
        <p:nvSpPr>
          <p:cNvPr id="57" name="正方形/長方形 56">
            <a:extLst>
              <a:ext uri="{FF2B5EF4-FFF2-40B4-BE49-F238E27FC236}">
                <ns2:creationId id="{D1717A28-AD0B-3A69-A8A7-04AF9AC9B2F5}"/>
              </a:ext>
            </a:extLst>
          </p:cNvPr>
          <p:cNvSpPr/>
          <p:nvPr/>
        </p:nvSpPr>
        <p:spPr>
          <a:xfrm>
            <a:off x="6927235" y="2072381"/>
            <a:ext cx="2140123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8" name="正方形/長方形 57">
            <a:extLst>
              <a:ext uri="{FF2B5EF4-FFF2-40B4-BE49-F238E27FC236}">
                <ns2:creationId id="{3D13EA09-171B-E977-C70B-A5745E439B0C}"/>
              </a:ext>
            </a:extLst>
          </p:cNvPr>
          <p:cNvSpPr/>
          <p:nvPr/>
        </p:nvSpPr>
        <p:spPr>
          <a:xfrm>
            <a:off x="6927235" y="4334276"/>
            <a:ext cx="2140123" cy="198000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1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3" name="ホームベース 51">
            <a:extLst>
              <a:ext uri="{FF2B5EF4-FFF2-40B4-BE49-F238E27FC236}">
                <ns2:creationId id="{57F1E4FC-1BD5-D6E5-7206-A3F8D1F498A4}"/>
              </a:ext>
            </a:extLst>
          </p:cNvPr>
          <p:cNvSpPr/>
          <p:nvPr/>
        </p:nvSpPr>
        <p:spPr>
          <a:xfrm rot="5400000">
            <a:off x="9265257" y="2608076"/>
            <a:ext cx="1332000" cy="360000"/>
          </a:xfrm>
          <a:prstGeom prst="homePlate">
            <a:avLst>
              <a:gd name="adj" fmla="val 18206"/>
            </a:avLst>
          </a:prstGeom>
          <a:solidFill>
            <a:srgbClr val="008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5" name="background">
            <a:extLst>
              <a:ext uri="{FF2B5EF4-FFF2-40B4-BE49-F238E27FC236}">
                <ns2:creationId id="{00E63EEE-AB9E-68FF-8F09-AB4506031505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9711501" y="2072381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山形 52">
            <a:extLst>
              <a:ext uri="{FF2B5EF4-FFF2-40B4-BE49-F238E27FC236}">
                <ns2:creationId id="{8025CCD9-DF5E-469D-676B-BEF870B70D31}"/>
              </a:ext>
            </a:extLst>
          </p:cNvPr>
          <p:cNvSpPr/>
          <p:nvPr/>
        </p:nvSpPr>
        <p:spPr>
          <a:xfrm rot="5400000">
            <a:off x="9265257" y="4035906"/>
            <a:ext cx="1332000" cy="360000"/>
          </a:xfrm>
          <a:prstGeom prst="chevron">
            <a:avLst>
              <a:gd name="adj" fmla="val 18094"/>
            </a:avLst>
          </a:prstGeom>
          <a:solidFill>
            <a:srgbClr val="0080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6" name="background">
            <a:extLst>
              <a:ext uri="{FF2B5EF4-FFF2-40B4-BE49-F238E27FC236}">
                <ns2:creationId id="{739C74AD-6A36-CB5D-279A-BC6F07677A83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9711500" y="3500210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5" name="山形 52">
            <a:extLst>
              <a:ext uri="{FF2B5EF4-FFF2-40B4-BE49-F238E27FC236}">
                <ns2:creationId id="{06AA7836-D1CB-E020-DAA2-C32353AB7E01}"/>
              </a:ext>
            </a:extLst>
          </p:cNvPr>
          <p:cNvSpPr/>
          <p:nvPr/>
        </p:nvSpPr>
        <p:spPr>
          <a:xfrm rot="5400000">
            <a:off x="9265258" y="5463737"/>
            <a:ext cx="1332000" cy="360000"/>
          </a:xfrm>
          <a:prstGeom prst="chevron">
            <a:avLst>
              <a:gd name="adj" fmla="val 18094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background">
            <a:extLst>
              <a:ext uri="{FF2B5EF4-FFF2-40B4-BE49-F238E27FC236}">
                <ns2:creationId id="{D341C992-8A00-41CD-C3BC-6436DD630148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9711501" y="4928041"/>
            <a:ext cx="180000" cy="18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rgbClr val="008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lang="ja-JP" altLang="en-US" sz="12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8" name="正方形/長方形 127">
            <a:extLst>
              <a:ext uri="{FF2B5EF4-FFF2-40B4-BE49-F238E27FC236}">
                <ns2:creationId id="{2450A990-9077-BA7A-FF76-6AB6E9ADF7E6}"/>
              </a:ext>
            </a:extLst>
          </p:cNvPr>
          <p:cNvSpPr/>
          <p:nvPr/>
        </p:nvSpPr>
        <p:spPr>
          <a:xfrm>
            <a:off x="10121196" y="2072382"/>
            <a:ext cx="1733648" cy="1381695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</a:p>
        </p:txBody>
      </p:sp>
      <p:sp>
        <p:nvSpPr>
          <p:cNvPr id="129" name="正方形/長方形 128">
            <a:extLst>
              <a:ext uri="{FF2B5EF4-FFF2-40B4-BE49-F238E27FC236}">
                <ns2:creationId id="{42E7910D-2F9F-012B-26D8-3E4CF9405219}"/>
              </a:ext>
            </a:extLst>
          </p:cNvPr>
          <p:cNvSpPr/>
          <p:nvPr/>
        </p:nvSpPr>
        <p:spPr>
          <a:xfrm>
            <a:off x="10121196" y="3500210"/>
            <a:ext cx="1733648" cy="1381695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0" name="正方形/長方形 129">
            <a:extLst>
              <a:ext uri="{FF2B5EF4-FFF2-40B4-BE49-F238E27FC236}">
                <ns2:creationId id="{EAEEB66A-C049-1F5D-5385-08A9010D7AA2}"/>
              </a:ext>
            </a:extLst>
          </p:cNvPr>
          <p:cNvSpPr/>
          <p:nvPr/>
        </p:nvSpPr>
        <p:spPr>
          <a:xfrm>
            <a:off x="10121196" y="4928041"/>
            <a:ext cx="1733648" cy="1381695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0" rtlCol="0" anchor="ctr">
            <a:noAutofit/>
          </a:bodyPr>
          <a:lstStyle/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</a:t>
            </a: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5" name="グループ化 134">
            <a:extLst>
              <a:ext uri="{FF2B5EF4-FFF2-40B4-BE49-F238E27FC236}">
                <ns2:creationId id="{D8D0422F-9A7F-133F-7D71-FE60C0E73416}"/>
              </a:ext>
            </a:extLst>
          </p:cNvPr>
          <p:cNvGrpSpPr/>
          <p:nvPr/>
        </p:nvGrpSpPr>
        <p:grpSpPr>
          <a:xfrm>
            <a:off x="9334843" y="2151892"/>
            <a:ext cx="360002" cy="2744923"/>
            <a:chOff x="9334843" y="2151892"/>
            <a:chExt cx="360002" cy="2744923"/>
          </a:xfrm>
        </p:grpSpPr>
        <p:sp>
          <p:nvSpPr>
            <p:cNvPr id="88" name="ホームベース 51">
              <a:extLst>
                <a:ext uri="{FF2B5EF4-FFF2-40B4-BE49-F238E27FC236}">
                  <ns2:creationId id="{F8E5B6FE-2E3D-0937-E80A-E65EA4EF9A26}"/>
                </a:ext>
              </a:extLst>
            </p:cNvPr>
            <p:cNvSpPr/>
            <p:nvPr/>
          </p:nvSpPr>
          <p:spPr>
            <a:xfrm rot="5400000">
              <a:off x="8142384" y="3344354"/>
              <a:ext cx="2744922" cy="360000"/>
            </a:xfrm>
            <a:prstGeom prst="homePlate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t"/>
            <a:lstStyle/>
            <a:p>
              <a:pPr marL="0" marR="0" lvl="0" indent="0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B2D13B94-7483-025C-1BCF-9E33F99043BB}"/>
                </a:ext>
              </a:extLst>
            </p:cNvPr>
            <p:cNvSpPr/>
            <p:nvPr/>
          </p:nvSpPr>
          <p:spPr>
            <a:xfrm rot="16200000">
              <a:off x="9041876" y="2798564"/>
              <a:ext cx="1080000" cy="10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3" name="グラフィックス 132" descr="日毎カレンダー 単色塗りつぶし">
              <a:extLst>
                <a:ext uri="{FF2B5EF4-FFF2-40B4-BE49-F238E27FC236}">
                  <ns2:creationId id="{C1B06883-00BA-A707-0CAD-6240B1DA72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9334843" y="2151892"/>
              <a:ext cx="216000" cy="216000"/>
            </a:xfrm>
            <a:prstGeom prst="rect">
              <a:avLst/>
            </a:prstGeom>
          </p:spPr>
        </p:pic>
      </p:grpSp>
      <p:grpSp>
        <p:nvGrpSpPr>
          <p:cNvPr id="137" name="グループ化 136">
            <a:extLst>
              <a:ext uri="{FF2B5EF4-FFF2-40B4-BE49-F238E27FC236}">
                <ns2:creationId id="{70BC635F-80BC-D23A-6AA3-08C2C9226FA5}"/>
              </a:ext>
            </a:extLst>
          </p:cNvPr>
          <p:cNvGrpSpPr/>
          <p:nvPr/>
        </p:nvGrpSpPr>
        <p:grpSpPr>
          <a:xfrm>
            <a:off x="9334843" y="4977737"/>
            <a:ext cx="360003" cy="1332000"/>
            <a:chOff x="9334843" y="4977737"/>
            <a:chExt cx="360003" cy="1332000"/>
          </a:xfrm>
        </p:grpSpPr>
        <p:sp>
          <p:nvSpPr>
            <p:cNvPr id="89" name="山形 52">
              <a:extLst>
                <a:ext uri="{FF2B5EF4-FFF2-40B4-BE49-F238E27FC236}">
                  <ns2:creationId id="{B274FC5A-AC68-186B-AD9B-5F79113CC3B3}"/>
                </a:ext>
              </a:extLst>
            </p:cNvPr>
            <p:cNvSpPr/>
            <p:nvPr/>
          </p:nvSpPr>
          <p:spPr>
            <a:xfrm rot="5400000">
              <a:off x="8848846" y="5463737"/>
              <a:ext cx="1332000" cy="360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36000" rIns="36000" bIns="36000" rtlCol="0" anchor="t"/>
            <a:lstStyle/>
            <a:p>
              <a:pPr marL="0" marR="0" lvl="0" indent="0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39FB501C-5910-CBD0-D052-945FF5507D54}"/>
                </a:ext>
              </a:extLst>
            </p:cNvPr>
            <p:cNvSpPr/>
            <p:nvPr/>
          </p:nvSpPr>
          <p:spPr>
            <a:xfrm rot="-5400000">
              <a:off x="8951875" y="5589737"/>
              <a:ext cx="1260000" cy="10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08000"/>
                </a:buClr>
              </a:pP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6" name="グラフィックス 135" descr="優良在庫 単色塗りつぶし">
              <a:extLst>
                <a:ext uri="{FF2B5EF4-FFF2-40B4-BE49-F238E27FC236}">
                  <ns2:creationId id="{BD0CA3D9-655B-E946-DA1D-0F5658CAC7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9334843" y="5057249"/>
              <a:ext cx="216000" cy="216000"/>
            </a:xfrm>
            <a:prstGeom prst="rect">
              <a:avLst/>
            </a:prstGeom>
          </p:spPr>
        </p:pic>
      </p:grpSp>
      <p:grpSp>
        <p:nvGrpSpPr>
          <p:cNvPr id="141" name="グループ化 140">
            <a:extLst>
              <a:ext uri="{FF2B5EF4-FFF2-40B4-BE49-F238E27FC236}">
                <ns2:creationId id="{1C96DC95-2BB0-EFD8-A1F9-D9C8D22BB190}"/>
              </a:ext>
            </a:extLst>
          </p:cNvPr>
          <p:cNvGrpSpPr/>
          <p:nvPr/>
        </p:nvGrpSpPr>
        <p:grpSpPr>
          <a:xfrm>
            <a:off x="6547357" y="4334276"/>
            <a:ext cx="360000" cy="1980000"/>
            <a:chOff x="6547357" y="4334276"/>
            <a:chExt cx="360000" cy="1980000"/>
          </a:xfrm>
        </p:grpSpPr>
        <p:sp>
          <p:nvSpPr>
            <p:cNvPr id="55" name="四角形: 角を丸くする 54">
              <a:extLst>
                <a:ext uri="{FF2B5EF4-FFF2-40B4-BE49-F238E27FC236}">
                  <ns2:creationId id="{DCA2CF61-1633-37EE-E0DC-06D7EF076DF1}"/>
                </a:ext>
              </a:extLst>
            </p:cNvPr>
            <p:cNvSpPr/>
            <p:nvPr/>
          </p:nvSpPr>
          <p:spPr>
            <a:xfrm>
              <a:off x="6547357" y="4334276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8" name="グラフィックス 137" descr="ダウンロード 単色塗りつぶし">
              <a:extLst>
                <a:ext uri="{FF2B5EF4-FFF2-40B4-BE49-F238E27FC236}">
                  <ns2:creationId id="{A8CE44C4-56DD-F0EC-9E83-347A20C3B9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6547357" y="4632450"/>
              <a:ext cx="360000" cy="360000"/>
            </a:xfrm>
            <a:prstGeom prst="rect">
              <a:avLst/>
            </a:prstGeom>
          </p:spPr>
        </p:pic>
      </p:grpSp>
      <p:grpSp>
        <p:nvGrpSpPr>
          <p:cNvPr id="140" name="グループ化 139">
            <a:extLst>
              <a:ext uri="{FF2B5EF4-FFF2-40B4-BE49-F238E27FC236}">
                <ns2:creationId id="{7EFC3EE8-78C0-88D2-AFC7-59E8D4D15A93}"/>
              </a:ext>
            </a:extLst>
          </p:cNvPr>
          <p:cNvGrpSpPr/>
          <p:nvPr/>
        </p:nvGrpSpPr>
        <p:grpSpPr>
          <a:xfrm>
            <a:off x="6547357" y="2072381"/>
            <a:ext cx="369939" cy="1980000"/>
            <a:chOff x="6547357" y="2072381"/>
            <a:chExt cx="369939" cy="1980000"/>
          </a:xfrm>
        </p:grpSpPr>
        <p:sp>
          <p:nvSpPr>
            <p:cNvPr id="52" name="四角形: 角を丸くする 51">
              <a:extLst>
                <a:ext uri="{FF2B5EF4-FFF2-40B4-BE49-F238E27FC236}">
                  <ns2:creationId id="{BF01A078-34B4-96A6-D29F-9BDE45F5CC28}"/>
                </a:ext>
              </a:extLst>
            </p:cNvPr>
            <p:cNvSpPr/>
            <p:nvPr/>
          </p:nvSpPr>
          <p:spPr>
            <a:xfrm>
              <a:off x="6547357" y="2072381"/>
              <a:ext cx="360000" cy="1980000"/>
            </a:xfrm>
            <a:prstGeom prst="roundRect">
              <a:avLst>
                <a:gd name="adj" fmla="val 5000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96000" rIns="36000" bIns="36000" rtlCol="0" anchor="ctr"/>
            <a:lstStyle/>
            <a:p>
              <a:pPr algn="ctr"/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9" name="グラフィックス 138" descr="共有 単色塗りつぶし">
              <a:extLst>
                <a:ext uri="{FF2B5EF4-FFF2-40B4-BE49-F238E27FC236}">
                  <ns2:creationId id="{3E8247E8-B520-8AE6-25EF-A6A0403530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6557296" y="2370555"/>
              <a:ext cx="360000" cy="360000"/>
            </a:xfrm>
            <a:prstGeom prst="rect">
              <a:avLst/>
            </a:prstGeom>
          </p:spPr>
        </p:pic>
      </p:grpSp>
      <p:pic>
        <p:nvPicPr>
          <p:cNvPr id="143" name="図 142" descr="棚に陳列されている本&#10;&#10;自動的に生成された説明">
            <a:extLst>
              <a:ext uri="{FF2B5EF4-FFF2-40B4-BE49-F238E27FC236}">
                <ns2:creationId id="{24F47F4F-8203-173C-2ABC-2E9196CA6189}"/>
              </a:ext>
            </a:extLst>
          </p:cNvPr>
          <p:cNvPicPr>
            <a:picLocks noChangeAspect="1"/>
          </p:cNvPicPr>
          <p:nvPr/>
        </p:nvPicPr>
        <p:blipFill rotWithShape="1">
          <a:blip r:embed="rId17" cstate="print">
            <a:extLst>
              <a:ext uri="{BEBA8EAE-BF5A-486C-A8C5-ECC9F3942E4B}">
                <ns5:imgProps>
                  <ns5:imgLayer r:embed="rId18">
                    <ns5:imgEffect>
                      <ns5:saturation sat="33000"/>
                    </ns5:imgEffect>
                  </ns5:imgLayer>
                </ns5:imgProps>
              </a:ext>
              <a:ext uri="{28A0092B-C50C-407E-A947-70E740481C1C}">
                <ns5:useLocalDpi val="0"/>
              </a:ext>
            </a:extLst>
          </a:blip>
          <a:srcRect l="25010" r="25010"/>
          <a:stretch/>
        </p:blipFill>
        <p:spPr>
          <a:xfrm>
            <a:off x="3885872" y="2221466"/>
            <a:ext cx="2268000" cy="3024000"/>
          </a:xfrm>
          <a:prstGeom prst="roundRect">
            <a:avLst>
              <a:gd name="adj" fmla="val 2381"/>
            </a:avLst>
          </a:prstGeom>
          <a:ln w="38100">
            <a:gradFill>
              <a:gsLst>
                <a:gs pos="0">
                  <a:schemeClr val="bg1"/>
                </a:gs>
                <a:gs pos="74000">
                  <a:srgbClr val="008000"/>
                </a:gs>
                <a:gs pos="83000">
                  <a:srgbClr val="008000"/>
                </a:gs>
                <a:gs pos="100000">
                  <a:srgbClr val="008000"/>
                </a:gs>
              </a:gsLst>
              <a:lin ang="2700000" scaled="0"/>
            </a:gradFill>
          </a:ln>
        </p:spPr>
      </p:pic>
      <p:cxnSp>
        <p:nvCxnSpPr>
          <p:cNvPr id="150" name="コネクタ: カギ線 149">
            <a:extLst>
              <a:ext uri="{FF2B5EF4-FFF2-40B4-BE49-F238E27FC236}">
                <ns2:creationId id="{3C92E597-DADA-FE5F-5390-37ECBB4636D3}"/>
              </a:ext>
            </a:extLst>
          </p:cNvPr>
          <p:cNvCxnSpPr>
            <a:stCxn id="58" idx="3"/>
            <a:endCxn id="25" idx="1"/>
          </p:cNvCxnSpPr>
          <p:nvPr/>
        </p:nvCxnSpPr>
        <p:spPr>
          <a:xfrm flipV="1">
            <a:off x="9067358" y="1823053"/>
            <a:ext cx="267486" cy="3501223"/>
          </a:xfrm>
          <a:prstGeom prst="bentConnector3">
            <a:avLst/>
          </a:prstGeom>
          <a:ln w="9525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ns2:creationId id="{21753365-8318-6596-A50D-8F41AF92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6:creationId val="1495827738"/>
      </p:ext>
    </p:extLst>
  </p:cSld>
  <p:clrMapOvr>
    <a:masterClrMapping/>
  </p:clrMapOvr>
</p:sld>
</file>

<file path=ppt/slides/slide9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3AA4C1C3-3CC4-8294-FC50-BE0C45D08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673596B-92B9-4A48-F218-C7493F78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633993" cy="914400"/>
          </a:xfrm>
        </p:spPr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</a:t>
            </a:r>
            <a:r>
              <a:rPr lang="ja-JP" altLang="en-US"/>
              <a:t> 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)</a:t>
            </a:r>
            <a:endParaRPr kumimoji="1" lang="ja-JP" altLang="en-US"/>
          </a:p>
        </p:txBody>
      </p:sp>
      <p:grpSp>
        <p:nvGrpSpPr>
          <p:cNvPr id="6" name="グループ化 5">
            <a:extLst>
              <a:ext uri="{FF2B5EF4-FFF2-40B4-BE49-F238E27FC236}">
                <ns2:creationId id="{ED8327E0-4FD4-9118-CCC7-C4FC89291493}"/>
              </a:ext>
            </a:extLst>
          </p:cNvPr>
          <p:cNvGrpSpPr/>
          <p:nvPr/>
        </p:nvGrpSpPr>
        <p:grpSpPr>
          <a:xfrm>
            <a:off x="341013" y="979968"/>
            <a:ext cx="4039384" cy="122356"/>
            <a:chOff x="341013" y="954568"/>
            <a:chExt cx="4039384" cy="122356"/>
          </a:xfrm>
        </p:grpSpPr>
        <p:grpSp>
          <p:nvGrpSpPr>
            <p:cNvPr id="919" name="グループ化 918">
              <a:extLst>
                <a:ext uri="{FF2B5EF4-FFF2-40B4-BE49-F238E27FC236}">
                  <ns2:creationId id="{0F32FB77-FB0D-ADB4-577A-B95068783F52}"/>
                </a:ext>
              </a:extLst>
            </p:cNvPr>
            <p:cNvGrpSpPr/>
            <p:nvPr/>
          </p:nvGrpSpPr>
          <p:grpSpPr>
            <a:xfrm>
              <a:off x="341013" y="955168"/>
              <a:ext cx="624187" cy="121157"/>
              <a:chOff x="341013" y="955168"/>
              <a:chExt cx="624187" cy="121157"/>
            </a:xfrm>
          </p:grpSpPr>
          <p:sp>
            <p:nvSpPr>
              <p:cNvPr id="906" name="正方形/長方形 905">
                <a:extLst>
                  <a:ext uri="{FF2B5EF4-FFF2-40B4-BE49-F238E27FC236}">
                    <ns2:creationId id="{48505263-02E2-8F33-203A-9BC1D1C71817}"/>
                  </a:ext>
                </a:extLst>
              </p:cNvPr>
              <p:cNvSpPr/>
              <p:nvPr/>
            </p:nvSpPr>
            <p:spPr>
              <a:xfrm>
                <a:off x="341013" y="955168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7" name="正方形/長方形 906">
                <a:extLst>
                  <a:ext uri="{FF2B5EF4-FFF2-40B4-BE49-F238E27FC236}">
                    <ns2:creationId id="{94EDB3D2-D441-92A6-2048-C7688B472E42}"/>
                  </a:ext>
                </a:extLst>
              </p:cNvPr>
              <p:cNvSpPr/>
              <p:nvPr/>
            </p:nvSpPr>
            <p:spPr>
              <a:xfrm>
                <a:off x="444788" y="955168"/>
                <a:ext cx="520412" cy="12115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18" name="グループ化 917">
              <a:extLst>
                <a:ext uri="{FF2B5EF4-FFF2-40B4-BE49-F238E27FC236}">
                  <ns2:creationId id="{D3D69173-CBB9-8D4F-F31C-AB9756CA48BB}"/>
                </a:ext>
              </a:extLst>
            </p:cNvPr>
            <p:cNvGrpSpPr/>
            <p:nvPr/>
          </p:nvGrpSpPr>
          <p:grpSpPr>
            <a:xfrm>
              <a:off x="979852" y="955168"/>
              <a:ext cx="449559" cy="121157"/>
              <a:chOff x="341013" y="1099733"/>
              <a:chExt cx="449559" cy="121157"/>
            </a:xfrm>
          </p:grpSpPr>
          <p:sp>
            <p:nvSpPr>
              <p:cNvPr id="908" name="正方形/長方形 907">
                <a:extLst>
                  <a:ext uri="{FF2B5EF4-FFF2-40B4-BE49-F238E27FC236}">
                    <ns2:creationId id="{3F97FE4D-1BD1-8EEB-1243-C90E278BAC08}"/>
                  </a:ext>
                </a:extLst>
              </p:cNvPr>
              <p:cNvSpPr/>
              <p:nvPr/>
            </p:nvSpPr>
            <p:spPr>
              <a:xfrm>
                <a:off x="341013" y="1099733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9" name="正方形/長方形 908">
                <a:extLst>
                  <a:ext uri="{FF2B5EF4-FFF2-40B4-BE49-F238E27FC236}">
                    <ns2:creationId id="{54A08B76-1537-82A0-A97F-A9E2F3A39E74}"/>
                  </a:ext>
                </a:extLst>
              </p:cNvPr>
              <p:cNvSpPr/>
              <p:nvPr/>
            </p:nvSpPr>
            <p:spPr>
              <a:xfrm>
                <a:off x="444788" y="1099733"/>
                <a:ext cx="345784" cy="12115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17" name="グループ化 916">
              <a:extLst>
                <a:ext uri="{FF2B5EF4-FFF2-40B4-BE49-F238E27FC236}">
                  <ns2:creationId id="{BC342FDE-66B4-EF7D-0A64-06153E0DE3E3}"/>
                </a:ext>
              </a:extLst>
            </p:cNvPr>
            <p:cNvGrpSpPr/>
            <p:nvPr/>
          </p:nvGrpSpPr>
          <p:grpSpPr>
            <a:xfrm>
              <a:off x="1444063" y="955168"/>
              <a:ext cx="270407" cy="121157"/>
              <a:chOff x="341013" y="1243764"/>
              <a:chExt cx="270407" cy="121157"/>
            </a:xfrm>
          </p:grpSpPr>
          <p:sp>
            <p:nvSpPr>
              <p:cNvPr id="910" name="正方形/長方形 909">
                <a:extLst>
                  <a:ext uri="{FF2B5EF4-FFF2-40B4-BE49-F238E27FC236}">
                    <ns2:creationId id="{985DECF6-97A9-05FE-5F45-D760A82A904D}"/>
                  </a:ext>
                </a:extLst>
              </p:cNvPr>
              <p:cNvSpPr/>
              <p:nvPr/>
            </p:nvSpPr>
            <p:spPr>
              <a:xfrm>
                <a:off x="341013" y="1243764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11" name="正方形/長方形 910">
                <a:extLst>
                  <a:ext uri="{FF2B5EF4-FFF2-40B4-BE49-F238E27FC236}">
                    <ns2:creationId id="{9D426362-5E9F-DCFB-B5DA-3D6DE5131492}"/>
                  </a:ext>
                </a:extLst>
              </p:cNvPr>
              <p:cNvSpPr/>
              <p:nvPr/>
            </p:nvSpPr>
            <p:spPr>
              <a:xfrm>
                <a:off x="444788" y="1243764"/>
                <a:ext cx="166632" cy="12115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20" name="グループ化 919">
              <a:extLst>
                <a:ext uri="{FF2B5EF4-FFF2-40B4-BE49-F238E27FC236}">
                  <ns2:creationId id="{6DD101CC-205A-A891-9C91-0E88CF067279}"/>
                </a:ext>
              </a:extLst>
            </p:cNvPr>
            <p:cNvGrpSpPr/>
            <p:nvPr/>
          </p:nvGrpSpPr>
          <p:grpSpPr>
            <a:xfrm>
              <a:off x="1729122" y="954568"/>
              <a:ext cx="1318312" cy="122356"/>
              <a:chOff x="781667" y="1099733"/>
              <a:chExt cx="1318312" cy="122356"/>
            </a:xfrm>
          </p:grpSpPr>
          <p:sp>
            <p:nvSpPr>
              <p:cNvPr id="915" name="正方形/長方形 914">
                <a:extLst>
                  <a:ext uri="{FF2B5EF4-FFF2-40B4-BE49-F238E27FC236}">
                    <ns2:creationId id="{5EA9595D-B6FC-8AE6-88D3-79A91DC3B5ED}"/>
                  </a:ext>
                </a:extLst>
              </p:cNvPr>
              <p:cNvSpPr/>
              <p:nvPr/>
            </p:nvSpPr>
            <p:spPr>
              <a:xfrm>
                <a:off x="781667" y="1099733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16" name="正方形/長方形 915">
                <a:extLst>
                  <a:ext uri="{FF2B5EF4-FFF2-40B4-BE49-F238E27FC236}">
                    <ns2:creationId id="{94564FEA-AF78-FC59-ADE8-4B10BD1D4CBD}"/>
                  </a:ext>
                </a:extLst>
              </p:cNvPr>
              <p:cNvSpPr/>
              <p:nvPr/>
            </p:nvSpPr>
            <p:spPr>
              <a:xfrm>
                <a:off x="914016" y="1099733"/>
                <a:ext cx="1185963" cy="12235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" name="グループ化 2">
              <a:extLst>
                <a:ext uri="{FF2B5EF4-FFF2-40B4-BE49-F238E27FC236}">
                  <ns2:creationId id="{6649744C-3AF4-717C-AFD0-E7C935418BE0}"/>
                </a:ext>
              </a:extLst>
            </p:cNvPr>
            <p:cNvGrpSpPr/>
            <p:nvPr/>
          </p:nvGrpSpPr>
          <p:grpSpPr>
            <a:xfrm>
              <a:off x="3062085" y="954568"/>
              <a:ext cx="1318312" cy="122356"/>
              <a:chOff x="781667" y="1099733"/>
              <a:chExt cx="1318312" cy="122356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6F738D65-1F0F-50A8-3B91-78BC32ADB6E9}"/>
                  </a:ext>
                </a:extLst>
              </p:cNvPr>
              <p:cNvSpPr/>
              <p:nvPr/>
            </p:nvSpPr>
            <p:spPr>
              <a:xfrm>
                <a:off x="781667" y="1099733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67F5A221-8B41-EB2F-05DC-25488A8355C9}"/>
                  </a:ext>
                </a:extLst>
              </p:cNvPr>
              <p:cNvSpPr/>
              <p:nvPr/>
            </p:nvSpPr>
            <p:spPr>
              <a:xfrm>
                <a:off x="914016" y="1099733"/>
                <a:ext cx="1185963" cy="12235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75" name="グループ化 74">
            <a:extLst>
              <a:ext uri="{FF2B5EF4-FFF2-40B4-BE49-F238E27FC236}">
                <ns2:creationId id="{3DCE3D77-D30B-0EBE-0CAA-8E7D4DE1F48E}"/>
              </a:ext>
            </a:extLst>
          </p:cNvPr>
          <p:cNvGrpSpPr/>
          <p:nvPr/>
        </p:nvGrpSpPr>
        <p:grpSpPr>
          <a:xfrm>
            <a:off x="340208" y="1150070"/>
            <a:ext cx="11693500" cy="5158457"/>
            <a:chOff x="340208" y="1150070"/>
            <a:chExt cx="11693500" cy="5158457"/>
          </a:xfrm>
        </p:grpSpPr>
        <p:sp>
          <p:nvSpPr>
            <p:cNvPr id="16" name="正方形/長方形 15">
              <a:extLst>
                <a:ext uri="{FF2B5EF4-FFF2-40B4-BE49-F238E27FC236}">
                  <ns2:creationId id="{07789950-E320-DCB7-F92B-49A5226FF8AA}"/>
                </a:ext>
              </a:extLst>
            </p:cNvPr>
            <p:cNvSpPr/>
            <p:nvPr/>
          </p:nvSpPr>
          <p:spPr>
            <a:xfrm>
              <a:off x="1609728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CBAC1DD1-F872-9530-59CA-327E5B04C72D}"/>
                </a:ext>
              </a:extLst>
            </p:cNvPr>
            <p:cNvSpPr/>
            <p:nvPr/>
          </p:nvSpPr>
          <p:spPr>
            <a:xfrm>
              <a:off x="5032269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F62CE760-CCEA-D69B-9466-1451A523AD86}"/>
                </a:ext>
              </a:extLst>
            </p:cNvPr>
            <p:cNvSpPr/>
            <p:nvPr/>
          </p:nvSpPr>
          <p:spPr>
            <a:xfrm>
              <a:off x="6743451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9F317342-1FF2-2D45-7F05-282F20EA7A26}"/>
                </a:ext>
              </a:extLst>
            </p:cNvPr>
            <p:cNvSpPr/>
            <p:nvPr/>
          </p:nvSpPr>
          <p:spPr>
            <a:xfrm>
              <a:off x="8454633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C11B7D17-A26A-BBA3-DAEC-F65453FC1ADE}"/>
                </a:ext>
              </a:extLst>
            </p:cNvPr>
            <p:cNvSpPr/>
            <p:nvPr/>
          </p:nvSpPr>
          <p:spPr>
            <a:xfrm>
              <a:off x="3321088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EE568266-8190-2744-FC11-8C3BEC30E7ED}"/>
                </a:ext>
              </a:extLst>
            </p:cNvPr>
            <p:cNvSpPr/>
            <p:nvPr/>
          </p:nvSpPr>
          <p:spPr>
            <a:xfrm>
              <a:off x="1609906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D1BDD2D8-2D8C-238A-0574-4A71B2D254F5}"/>
                </a:ext>
              </a:extLst>
            </p:cNvPr>
            <p:cNvSpPr/>
            <p:nvPr/>
          </p:nvSpPr>
          <p:spPr>
            <a:xfrm>
              <a:off x="2037537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89F851EC-EAD1-18F3-472A-D6A393FF050F}"/>
                </a:ext>
              </a:extLst>
            </p:cNvPr>
            <p:cNvSpPr/>
            <p:nvPr/>
          </p:nvSpPr>
          <p:spPr>
            <a:xfrm>
              <a:off x="246534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669919CF-0A17-E0EC-9272-F5B88168041D}"/>
                </a:ext>
              </a:extLst>
            </p:cNvPr>
            <p:cNvSpPr/>
            <p:nvPr/>
          </p:nvSpPr>
          <p:spPr>
            <a:xfrm>
              <a:off x="289315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0983B5FE-2532-C90D-CB2B-B22E7F79032B}"/>
                </a:ext>
              </a:extLst>
            </p:cNvPr>
            <p:cNvSpPr/>
            <p:nvPr/>
          </p:nvSpPr>
          <p:spPr>
            <a:xfrm>
              <a:off x="3320964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8D4DB66D-51D9-6CA2-24F1-66D9869BBB3F}"/>
                </a:ext>
              </a:extLst>
            </p:cNvPr>
            <p:cNvSpPr/>
            <p:nvPr/>
          </p:nvSpPr>
          <p:spPr>
            <a:xfrm>
              <a:off x="3748772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AA8D294-42DB-C8BA-2E2A-BC3CF4E18733}"/>
                </a:ext>
              </a:extLst>
            </p:cNvPr>
            <p:cNvSpPr/>
            <p:nvPr/>
          </p:nvSpPr>
          <p:spPr>
            <a:xfrm>
              <a:off x="4176581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FE3C2EE3-54F8-20D9-5E82-25A573D3BBF1}"/>
                </a:ext>
              </a:extLst>
            </p:cNvPr>
            <p:cNvSpPr/>
            <p:nvPr/>
          </p:nvSpPr>
          <p:spPr>
            <a:xfrm>
              <a:off x="4604390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E2AB13D6-CBB0-FDA0-B879-37FADF9DB34E}"/>
                </a:ext>
              </a:extLst>
            </p:cNvPr>
            <p:cNvSpPr/>
            <p:nvPr/>
          </p:nvSpPr>
          <p:spPr>
            <a:xfrm>
              <a:off x="5032199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A1C32628-23EB-C2DF-BE11-90038DDAABBF}"/>
                </a:ext>
              </a:extLst>
            </p:cNvPr>
            <p:cNvSpPr/>
            <p:nvPr/>
          </p:nvSpPr>
          <p:spPr>
            <a:xfrm>
              <a:off x="5460007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16F9CD6E-4D16-A181-3942-885AF6163346}"/>
                </a:ext>
              </a:extLst>
            </p:cNvPr>
            <p:cNvSpPr/>
            <p:nvPr/>
          </p:nvSpPr>
          <p:spPr>
            <a:xfrm>
              <a:off x="5887816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22475EDB-2900-D286-187C-390CE041CC4F}"/>
                </a:ext>
              </a:extLst>
            </p:cNvPr>
            <p:cNvSpPr/>
            <p:nvPr/>
          </p:nvSpPr>
          <p:spPr>
            <a:xfrm>
              <a:off x="631562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278E086-07D7-D2DB-1743-A7BD4D789DAD}"/>
                </a:ext>
              </a:extLst>
            </p:cNvPr>
            <p:cNvSpPr/>
            <p:nvPr/>
          </p:nvSpPr>
          <p:spPr>
            <a:xfrm>
              <a:off x="6743433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D02DF025-2A4D-D3C6-F75B-423FC012F2D4}"/>
                </a:ext>
              </a:extLst>
            </p:cNvPr>
            <p:cNvSpPr/>
            <p:nvPr/>
          </p:nvSpPr>
          <p:spPr>
            <a:xfrm>
              <a:off x="7171242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55CE1D07-0553-DCE1-1F42-19E4B5AC6AC2}"/>
                </a:ext>
              </a:extLst>
            </p:cNvPr>
            <p:cNvSpPr/>
            <p:nvPr/>
          </p:nvSpPr>
          <p:spPr>
            <a:xfrm>
              <a:off x="7599051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8EC095A1-488F-FC28-6899-172417C8D013}"/>
                </a:ext>
              </a:extLst>
            </p:cNvPr>
            <p:cNvSpPr/>
            <p:nvPr/>
          </p:nvSpPr>
          <p:spPr>
            <a:xfrm>
              <a:off x="8026859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B3C7BC3D-2CA0-E8CA-B116-10AF26CC71B5}"/>
                </a:ext>
              </a:extLst>
            </p:cNvPr>
            <p:cNvSpPr/>
            <p:nvPr/>
          </p:nvSpPr>
          <p:spPr>
            <a:xfrm>
              <a:off x="8454668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C97D0408-AEDD-4C12-C4F6-6FAB089E22E8}"/>
                </a:ext>
              </a:extLst>
            </p:cNvPr>
            <p:cNvSpPr/>
            <p:nvPr/>
          </p:nvSpPr>
          <p:spPr>
            <a:xfrm>
              <a:off x="8882477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ABC8B04A-8F2F-D323-FEE2-42160F497B0A}"/>
                </a:ext>
              </a:extLst>
            </p:cNvPr>
            <p:cNvSpPr/>
            <p:nvPr/>
          </p:nvSpPr>
          <p:spPr>
            <a:xfrm>
              <a:off x="931028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00AF5467-FC55-E1A2-BF1E-B89AE160334B}"/>
                </a:ext>
              </a:extLst>
            </p:cNvPr>
            <p:cNvSpPr/>
            <p:nvPr/>
          </p:nvSpPr>
          <p:spPr>
            <a:xfrm>
              <a:off x="9738094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82C2CAF6-7E5F-D31A-2837-D31A41936C5D}"/>
                </a:ext>
              </a:extLst>
            </p:cNvPr>
            <p:cNvSpPr/>
            <p:nvPr/>
          </p:nvSpPr>
          <p:spPr>
            <a:xfrm>
              <a:off x="10165814" y="1150070"/>
              <a:ext cx="1691224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AE53615F-9A9E-3E1B-2980-DE11C32C80E5}"/>
                </a:ext>
              </a:extLst>
            </p:cNvPr>
            <p:cNvSpPr/>
            <p:nvPr/>
          </p:nvSpPr>
          <p:spPr>
            <a:xfrm>
              <a:off x="10165903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66B4708E-E39B-42BF-0F18-D90D8C3150E1}"/>
                </a:ext>
              </a:extLst>
            </p:cNvPr>
            <p:cNvSpPr/>
            <p:nvPr/>
          </p:nvSpPr>
          <p:spPr>
            <a:xfrm>
              <a:off x="10593711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EA409C1B-523D-AB47-DBA3-01B9211BFCB4}"/>
                </a:ext>
              </a:extLst>
            </p:cNvPr>
            <p:cNvSpPr/>
            <p:nvPr/>
          </p:nvSpPr>
          <p:spPr>
            <a:xfrm>
              <a:off x="11021520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21167966-36F7-D4BD-E01B-548BB97E714B}"/>
                </a:ext>
              </a:extLst>
            </p:cNvPr>
            <p:cNvSpPr/>
            <p:nvPr/>
          </p:nvSpPr>
          <p:spPr>
            <a:xfrm>
              <a:off x="11449329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0F059B7E-7153-C22A-EE38-ECEA596A6645}"/>
                </a:ext>
              </a:extLst>
            </p:cNvPr>
            <p:cNvSpPr/>
            <p:nvPr/>
          </p:nvSpPr>
          <p:spPr>
            <a:xfrm>
              <a:off x="1406525" y="1317968"/>
              <a:ext cx="166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EB10C67C-72A1-3669-BAD5-4B0946CDBE9D}"/>
                </a:ext>
              </a:extLst>
            </p:cNvPr>
            <p:cNvSpPr/>
            <p:nvPr/>
          </p:nvSpPr>
          <p:spPr>
            <a:xfrm>
              <a:off x="340208" y="1485867"/>
              <a:ext cx="1232949" cy="741074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5516CCEB-AE10-AC64-2FCD-DD35818BBF5C}"/>
                </a:ext>
              </a:extLst>
            </p:cNvPr>
            <p:cNvSpPr/>
            <p:nvPr/>
          </p:nvSpPr>
          <p:spPr>
            <a:xfrm>
              <a:off x="340208" y="2240561"/>
              <a:ext cx="1232949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E34797D5-1AD7-0FA5-C64B-B1E7F0B50FE9}"/>
                </a:ext>
              </a:extLst>
            </p:cNvPr>
            <p:cNvSpPr/>
            <p:nvPr/>
          </p:nvSpPr>
          <p:spPr>
            <a:xfrm>
              <a:off x="340208" y="2408459"/>
              <a:ext cx="1232949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336A2E5E-71BC-2E35-EEE6-E96285D3C029}"/>
                </a:ext>
              </a:extLst>
            </p:cNvPr>
            <p:cNvSpPr/>
            <p:nvPr/>
          </p:nvSpPr>
          <p:spPr>
            <a:xfrm>
              <a:off x="340208" y="2576357"/>
              <a:ext cx="1232949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AD2C1CB1-5B65-A984-446A-D1FB3805A479}"/>
                </a:ext>
              </a:extLst>
            </p:cNvPr>
            <p:cNvSpPr/>
            <p:nvPr/>
          </p:nvSpPr>
          <p:spPr>
            <a:xfrm>
              <a:off x="658802" y="2744256"/>
              <a:ext cx="914355" cy="1909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43CD64DE-A776-87F1-C27B-516EE849DFA6}"/>
                </a:ext>
              </a:extLst>
            </p:cNvPr>
            <p:cNvSpPr/>
            <p:nvPr/>
          </p:nvSpPr>
          <p:spPr>
            <a:xfrm>
              <a:off x="658802" y="2948870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1F9E8C2F-A929-B4F5-326E-1A57F82021C1}"/>
                </a:ext>
              </a:extLst>
            </p:cNvPr>
            <p:cNvSpPr/>
            <p:nvPr/>
          </p:nvSpPr>
          <p:spPr>
            <a:xfrm>
              <a:off x="658802" y="3383500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8EEE6295-0318-DD2F-0238-2B0B46D43A84}"/>
                </a:ext>
              </a:extLst>
            </p:cNvPr>
            <p:cNvSpPr/>
            <p:nvPr/>
          </p:nvSpPr>
          <p:spPr>
            <a:xfrm>
              <a:off x="1406525" y="1150070"/>
              <a:ext cx="166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83B0BB02-F3A7-12F6-2F0B-ABB4F40DDB9B}"/>
                </a:ext>
              </a:extLst>
            </p:cNvPr>
            <p:cNvSpPr/>
            <p:nvPr/>
          </p:nvSpPr>
          <p:spPr>
            <a:xfrm>
              <a:off x="658802" y="3818130"/>
              <a:ext cx="914355" cy="1909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7D3BAD96-6004-EF79-C099-77BF2A26B9ED}"/>
                </a:ext>
              </a:extLst>
            </p:cNvPr>
            <p:cNvSpPr/>
            <p:nvPr/>
          </p:nvSpPr>
          <p:spPr>
            <a:xfrm>
              <a:off x="658802" y="4022744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9C38A0CE-A104-9E57-3AA2-464D56B69009}"/>
                </a:ext>
              </a:extLst>
            </p:cNvPr>
            <p:cNvSpPr/>
            <p:nvPr/>
          </p:nvSpPr>
          <p:spPr>
            <a:xfrm>
              <a:off x="658802" y="4457374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4" name="直線コネクタ 83">
              <a:extLst>
                <a:ext uri="{FF2B5EF4-FFF2-40B4-BE49-F238E27FC236}">
                  <ns2:creationId id="{30B574AD-CF7D-0DB3-2339-36C109331DB7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1155977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コネクタ 84">
              <a:extLst>
                <a:ext uri="{FF2B5EF4-FFF2-40B4-BE49-F238E27FC236}">
                  <ns2:creationId id="{75ABD48B-B744-FB2D-3D41-58A737560343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1317968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CCB31DCC-4991-12C2-0E9E-6EB97C72767E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8" y="3842441"/>
              <a:ext cx="0" cy="1011635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コネクタ 89">
              <a:extLst>
                <a:ext uri="{FF2B5EF4-FFF2-40B4-BE49-F238E27FC236}">
                  <ns2:creationId id="{BDF9EA55-A177-627A-8F96-D8521AECDE89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8" y="2768566"/>
              <a:ext cx="0" cy="1011635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ns2:creationId id="{D06A7610-7511-DC16-A893-2A0CD99F4303}"/>
                </a:ext>
              </a:extLst>
            </p:cNvPr>
            <p:cNvSpPr/>
            <p:nvPr/>
          </p:nvSpPr>
          <p:spPr>
            <a:xfrm>
              <a:off x="658802" y="5077782"/>
              <a:ext cx="914355" cy="1909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FE3976D1-3613-F404-5A10-424A74CCDED5}"/>
                </a:ext>
              </a:extLst>
            </p:cNvPr>
            <p:cNvSpPr/>
            <p:nvPr/>
          </p:nvSpPr>
          <p:spPr>
            <a:xfrm>
              <a:off x="658802" y="5282396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FC74BCFE-9184-96EB-0B46-91D61FD1A7BA}"/>
                </a:ext>
              </a:extLst>
            </p:cNvPr>
            <p:cNvSpPr/>
            <p:nvPr/>
          </p:nvSpPr>
          <p:spPr>
            <a:xfrm>
              <a:off x="658802" y="5717031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1" name="直線コネクタ 90">
              <a:extLst>
                <a:ext uri="{FF2B5EF4-FFF2-40B4-BE49-F238E27FC236}">
                  <ns2:creationId id="{7F501FC5-6585-EE2B-4EBF-422BFD647388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8" y="5102094"/>
              <a:ext cx="0" cy="1011635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正方形/長方形 95">
              <a:extLst>
                <a:ext uri="{FF2B5EF4-FFF2-40B4-BE49-F238E27FC236}">
                  <ns2:creationId id="{D430BE9D-833E-BC57-815B-83AD9DC848DB}"/>
                </a:ext>
              </a:extLst>
            </p:cNvPr>
            <p:cNvSpPr/>
            <p:nvPr/>
          </p:nvSpPr>
          <p:spPr>
            <a:xfrm>
              <a:off x="340208" y="2744256"/>
              <a:ext cx="266311" cy="10602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953C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F358A30C-D698-E5F6-700D-FA64960BA799}"/>
                </a:ext>
              </a:extLst>
            </p:cNvPr>
            <p:cNvSpPr/>
            <p:nvPr/>
          </p:nvSpPr>
          <p:spPr>
            <a:xfrm>
              <a:off x="340208" y="3818130"/>
              <a:ext cx="266311" cy="10602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953C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F1AA31CB-299B-7452-50B1-BE9BB6BE1EF5}"/>
                </a:ext>
              </a:extLst>
            </p:cNvPr>
            <p:cNvSpPr/>
            <p:nvPr/>
          </p:nvSpPr>
          <p:spPr>
            <a:xfrm>
              <a:off x="340208" y="5077784"/>
              <a:ext cx="266311" cy="10602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953C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04E048B5-B01E-FA7B-FAEA-64119EDC1873}"/>
                </a:ext>
              </a:extLst>
            </p:cNvPr>
            <p:cNvSpPr/>
            <p:nvPr/>
          </p:nvSpPr>
          <p:spPr>
            <a:xfrm>
              <a:off x="1609728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42A0F8D3-BCF9-E600-2AB1-E16EEE0A00AF}"/>
                </a:ext>
              </a:extLst>
            </p:cNvPr>
            <p:cNvSpPr/>
            <p:nvPr/>
          </p:nvSpPr>
          <p:spPr>
            <a:xfrm>
              <a:off x="2037537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47925F10-F440-C8D7-E228-A563E25B84FD}"/>
                </a:ext>
              </a:extLst>
            </p:cNvPr>
            <p:cNvSpPr/>
            <p:nvPr/>
          </p:nvSpPr>
          <p:spPr>
            <a:xfrm>
              <a:off x="246534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B889D821-41E3-4BA0-4CF8-F14DB97D21A8}"/>
                </a:ext>
              </a:extLst>
            </p:cNvPr>
            <p:cNvSpPr/>
            <p:nvPr/>
          </p:nvSpPr>
          <p:spPr>
            <a:xfrm>
              <a:off x="289315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DD01C5D1-2B41-88E5-3C74-6A862013A095}"/>
                </a:ext>
              </a:extLst>
            </p:cNvPr>
            <p:cNvSpPr/>
            <p:nvPr/>
          </p:nvSpPr>
          <p:spPr>
            <a:xfrm>
              <a:off x="3320964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31006985-F370-DD78-A389-206035B13092}"/>
                </a:ext>
              </a:extLst>
            </p:cNvPr>
            <p:cNvSpPr/>
            <p:nvPr/>
          </p:nvSpPr>
          <p:spPr>
            <a:xfrm>
              <a:off x="3748772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0404B346-B4C8-0383-AC55-752677A2B9A9}"/>
                </a:ext>
              </a:extLst>
            </p:cNvPr>
            <p:cNvSpPr/>
            <p:nvPr/>
          </p:nvSpPr>
          <p:spPr>
            <a:xfrm>
              <a:off x="4176581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D0587844-AD69-BD82-3EB1-A98532678E8B}"/>
                </a:ext>
              </a:extLst>
            </p:cNvPr>
            <p:cNvSpPr/>
            <p:nvPr/>
          </p:nvSpPr>
          <p:spPr>
            <a:xfrm>
              <a:off x="4604390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77B383C4-1140-9322-EB4E-40844E8B8369}"/>
                </a:ext>
              </a:extLst>
            </p:cNvPr>
            <p:cNvSpPr/>
            <p:nvPr/>
          </p:nvSpPr>
          <p:spPr>
            <a:xfrm>
              <a:off x="5032199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B0991C17-D21F-ED09-A079-8C2B33DD5760}"/>
                </a:ext>
              </a:extLst>
            </p:cNvPr>
            <p:cNvSpPr/>
            <p:nvPr/>
          </p:nvSpPr>
          <p:spPr>
            <a:xfrm>
              <a:off x="5460007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AD3987A1-B291-D7C9-8362-4B84DB11D677}"/>
                </a:ext>
              </a:extLst>
            </p:cNvPr>
            <p:cNvSpPr/>
            <p:nvPr/>
          </p:nvSpPr>
          <p:spPr>
            <a:xfrm>
              <a:off x="5887816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6352988B-7ADA-1A63-17F1-F5A801CD127C}"/>
                </a:ext>
              </a:extLst>
            </p:cNvPr>
            <p:cNvSpPr/>
            <p:nvPr/>
          </p:nvSpPr>
          <p:spPr>
            <a:xfrm>
              <a:off x="631562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9D868C79-EEF1-3783-9F47-0FCBBE673A1E}"/>
                </a:ext>
              </a:extLst>
            </p:cNvPr>
            <p:cNvSpPr/>
            <p:nvPr/>
          </p:nvSpPr>
          <p:spPr>
            <a:xfrm>
              <a:off x="6743433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C4CF7840-AD72-567D-B0A1-F82755E238A5}"/>
                </a:ext>
              </a:extLst>
            </p:cNvPr>
            <p:cNvSpPr/>
            <p:nvPr/>
          </p:nvSpPr>
          <p:spPr>
            <a:xfrm>
              <a:off x="7171242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2000E730-B737-1E29-4C1C-5477B75D92C6}"/>
                </a:ext>
              </a:extLst>
            </p:cNvPr>
            <p:cNvSpPr/>
            <p:nvPr/>
          </p:nvSpPr>
          <p:spPr>
            <a:xfrm>
              <a:off x="7599051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E7C8D12B-E690-9908-92CC-5628FB327C16}"/>
                </a:ext>
              </a:extLst>
            </p:cNvPr>
            <p:cNvSpPr/>
            <p:nvPr/>
          </p:nvSpPr>
          <p:spPr>
            <a:xfrm>
              <a:off x="8026859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6B849F89-C6EB-FBEE-7C69-91CCF4747EDE}"/>
                </a:ext>
              </a:extLst>
            </p:cNvPr>
            <p:cNvSpPr/>
            <p:nvPr/>
          </p:nvSpPr>
          <p:spPr>
            <a:xfrm>
              <a:off x="8454668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7E997286-5223-09E4-D12F-99C74F4B711F}"/>
                </a:ext>
              </a:extLst>
            </p:cNvPr>
            <p:cNvSpPr/>
            <p:nvPr/>
          </p:nvSpPr>
          <p:spPr>
            <a:xfrm>
              <a:off x="8882477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DFDA0C72-EDD4-A6C2-CBCC-2379EA1288A6}"/>
                </a:ext>
              </a:extLst>
            </p:cNvPr>
            <p:cNvSpPr/>
            <p:nvPr/>
          </p:nvSpPr>
          <p:spPr>
            <a:xfrm>
              <a:off x="931028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CF3D6C97-D90E-D2F2-316F-C49AD269923B}"/>
                </a:ext>
              </a:extLst>
            </p:cNvPr>
            <p:cNvSpPr/>
            <p:nvPr/>
          </p:nvSpPr>
          <p:spPr>
            <a:xfrm>
              <a:off x="9738094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C3E543B7-6E4B-B541-B42C-785DE7BBAAF8}"/>
                </a:ext>
              </a:extLst>
            </p:cNvPr>
            <p:cNvSpPr/>
            <p:nvPr/>
          </p:nvSpPr>
          <p:spPr>
            <a:xfrm>
              <a:off x="10165903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F7BB2821-AF08-4946-C7D0-2E66D3BCA9C4}"/>
                </a:ext>
              </a:extLst>
            </p:cNvPr>
            <p:cNvSpPr/>
            <p:nvPr/>
          </p:nvSpPr>
          <p:spPr>
            <a:xfrm>
              <a:off x="10593711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28727DAF-3C13-EB9D-9C0D-6EF4FFEB3530}"/>
                </a:ext>
              </a:extLst>
            </p:cNvPr>
            <p:cNvSpPr/>
            <p:nvPr/>
          </p:nvSpPr>
          <p:spPr>
            <a:xfrm>
              <a:off x="11021520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42B3FABC-6086-555B-CBDF-D0086C6AB01B}"/>
                </a:ext>
              </a:extLst>
            </p:cNvPr>
            <p:cNvSpPr/>
            <p:nvPr/>
          </p:nvSpPr>
          <p:spPr>
            <a:xfrm>
              <a:off x="11449329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C1BC836-3716-6BD3-0A8A-2093017E4DD1}"/>
                </a:ext>
              </a:extLst>
            </p:cNvPr>
            <p:cNvSpPr/>
            <p:nvPr/>
          </p:nvSpPr>
          <p:spPr>
            <a:xfrm>
              <a:off x="1609728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680F2ABE-41EC-593E-AF27-405004BFA27B}"/>
                </a:ext>
              </a:extLst>
            </p:cNvPr>
            <p:cNvSpPr/>
            <p:nvPr/>
          </p:nvSpPr>
          <p:spPr>
            <a:xfrm>
              <a:off x="2037537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6573FFEC-094E-1AE4-8F48-1EF50A7BF3FE}"/>
                </a:ext>
              </a:extLst>
            </p:cNvPr>
            <p:cNvSpPr/>
            <p:nvPr/>
          </p:nvSpPr>
          <p:spPr>
            <a:xfrm>
              <a:off x="246534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F8F3E228-29FD-E25D-B076-2AE564186E86}"/>
                </a:ext>
              </a:extLst>
            </p:cNvPr>
            <p:cNvSpPr/>
            <p:nvPr/>
          </p:nvSpPr>
          <p:spPr>
            <a:xfrm>
              <a:off x="289315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DF1BD018-9E5A-760C-8C91-9A95347B6B39}"/>
                </a:ext>
              </a:extLst>
            </p:cNvPr>
            <p:cNvSpPr/>
            <p:nvPr/>
          </p:nvSpPr>
          <p:spPr>
            <a:xfrm>
              <a:off x="3320964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A52A37AA-EFE3-8588-35DE-06ADF5DA1B08}"/>
                </a:ext>
              </a:extLst>
            </p:cNvPr>
            <p:cNvSpPr/>
            <p:nvPr/>
          </p:nvSpPr>
          <p:spPr>
            <a:xfrm>
              <a:off x="3748772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2F0CDF98-C75D-19FF-3F76-1D154486406A}"/>
                </a:ext>
              </a:extLst>
            </p:cNvPr>
            <p:cNvSpPr/>
            <p:nvPr/>
          </p:nvSpPr>
          <p:spPr>
            <a:xfrm>
              <a:off x="4176581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3B1A067B-0482-A530-FE78-CCD489D898DA}"/>
                </a:ext>
              </a:extLst>
            </p:cNvPr>
            <p:cNvSpPr/>
            <p:nvPr/>
          </p:nvSpPr>
          <p:spPr>
            <a:xfrm>
              <a:off x="4604390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80D3FE88-1B58-F539-C745-F10B512063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32199" y="2240561"/>
              <a:ext cx="108000" cy="10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F5313507-D07A-138E-5EA8-F12774F6ECF1}"/>
                </a:ext>
              </a:extLst>
            </p:cNvPr>
            <p:cNvSpPr/>
            <p:nvPr/>
          </p:nvSpPr>
          <p:spPr>
            <a:xfrm>
              <a:off x="5460007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55746D04-18FD-3B84-C4DB-3369D4E2D01A}"/>
                </a:ext>
              </a:extLst>
            </p:cNvPr>
            <p:cNvSpPr/>
            <p:nvPr/>
          </p:nvSpPr>
          <p:spPr>
            <a:xfrm>
              <a:off x="5887816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7F58B307-C697-ADAA-6561-1A4926B9F6CB}"/>
                </a:ext>
              </a:extLst>
            </p:cNvPr>
            <p:cNvSpPr/>
            <p:nvPr/>
          </p:nvSpPr>
          <p:spPr>
            <a:xfrm>
              <a:off x="631562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A6DF1C27-4077-01C9-B517-B80A6BEC4BCA}"/>
                </a:ext>
              </a:extLst>
            </p:cNvPr>
            <p:cNvSpPr/>
            <p:nvPr/>
          </p:nvSpPr>
          <p:spPr>
            <a:xfrm>
              <a:off x="6743433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7D697851-3A13-7D0F-BA2B-ED6919F58500}"/>
                </a:ext>
              </a:extLst>
            </p:cNvPr>
            <p:cNvSpPr/>
            <p:nvPr/>
          </p:nvSpPr>
          <p:spPr>
            <a:xfrm>
              <a:off x="7171242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BA8C4C28-0A2B-4C68-8B34-DB718B0E7BD0}"/>
                </a:ext>
              </a:extLst>
            </p:cNvPr>
            <p:cNvSpPr/>
            <p:nvPr/>
          </p:nvSpPr>
          <p:spPr>
            <a:xfrm>
              <a:off x="7599051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E1423B0D-6D4C-70ED-AB61-5BEE37E87E76}"/>
                </a:ext>
              </a:extLst>
            </p:cNvPr>
            <p:cNvSpPr/>
            <p:nvPr/>
          </p:nvSpPr>
          <p:spPr>
            <a:xfrm>
              <a:off x="8026859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4763B956-94E3-D631-2C7A-533F73E3577F}"/>
                </a:ext>
              </a:extLst>
            </p:cNvPr>
            <p:cNvSpPr/>
            <p:nvPr/>
          </p:nvSpPr>
          <p:spPr>
            <a:xfrm>
              <a:off x="8454668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499F684E-6BF2-A4C9-88C3-D6200295868D}"/>
                </a:ext>
              </a:extLst>
            </p:cNvPr>
            <p:cNvSpPr/>
            <p:nvPr/>
          </p:nvSpPr>
          <p:spPr>
            <a:xfrm>
              <a:off x="8882477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FBF18091-B8DA-D4EA-F44A-61193DB65F63}"/>
                </a:ext>
              </a:extLst>
            </p:cNvPr>
            <p:cNvSpPr/>
            <p:nvPr/>
          </p:nvSpPr>
          <p:spPr>
            <a:xfrm>
              <a:off x="931028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E50EA955-1A4B-C44B-3452-8C282BDCA235}"/>
                </a:ext>
              </a:extLst>
            </p:cNvPr>
            <p:cNvSpPr/>
            <p:nvPr/>
          </p:nvSpPr>
          <p:spPr>
            <a:xfrm>
              <a:off x="9738094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CC0A00C2-837E-9D2E-37D5-759E2D2CA882}"/>
                </a:ext>
              </a:extLst>
            </p:cNvPr>
            <p:cNvSpPr/>
            <p:nvPr/>
          </p:nvSpPr>
          <p:spPr>
            <a:xfrm>
              <a:off x="10165903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6486DC51-9114-1A6C-5509-76808CEB5F7D}"/>
                </a:ext>
              </a:extLst>
            </p:cNvPr>
            <p:cNvSpPr/>
            <p:nvPr/>
          </p:nvSpPr>
          <p:spPr>
            <a:xfrm>
              <a:off x="10593711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7" name="正方形/長方形 146">
              <a:extLst>
                <a:ext uri="{FF2B5EF4-FFF2-40B4-BE49-F238E27FC236}">
                  <ns2:creationId id="{D42FC340-A706-E1E1-80CD-E81AFE0DDC67}"/>
                </a:ext>
              </a:extLst>
            </p:cNvPr>
            <p:cNvSpPr/>
            <p:nvPr/>
          </p:nvSpPr>
          <p:spPr>
            <a:xfrm>
              <a:off x="11021520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6954FBF1-A1C2-4676-41A2-BA78AB98AD06}"/>
                </a:ext>
              </a:extLst>
            </p:cNvPr>
            <p:cNvSpPr/>
            <p:nvPr/>
          </p:nvSpPr>
          <p:spPr>
            <a:xfrm>
              <a:off x="11449329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49" name="直線コネクタ 148">
              <a:extLst>
                <a:ext uri="{FF2B5EF4-FFF2-40B4-BE49-F238E27FC236}">
                  <ns2:creationId id="{F0F43894-4A47-C56C-6E1F-DF26564A3CDD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2240561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正方形/長方形 149">
              <a:extLst>
                <a:ext uri="{FF2B5EF4-FFF2-40B4-BE49-F238E27FC236}">
                  <ns2:creationId id="{AB0D3174-C5E7-F243-C3C9-91250FBEACEB}"/>
                </a:ext>
              </a:extLst>
            </p:cNvPr>
            <p:cNvSpPr/>
            <p:nvPr/>
          </p:nvSpPr>
          <p:spPr>
            <a:xfrm>
              <a:off x="1609728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9B416C73-F751-BC96-1343-136F54E1647A}"/>
                </a:ext>
              </a:extLst>
            </p:cNvPr>
            <p:cNvSpPr/>
            <p:nvPr/>
          </p:nvSpPr>
          <p:spPr>
            <a:xfrm>
              <a:off x="2037537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A3D93B78-77BA-AE4A-A790-87DE85100D56}"/>
                </a:ext>
              </a:extLst>
            </p:cNvPr>
            <p:cNvSpPr/>
            <p:nvPr/>
          </p:nvSpPr>
          <p:spPr>
            <a:xfrm>
              <a:off x="246534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109E36C5-BA9D-0864-2023-94BD840F3CCA}"/>
                </a:ext>
              </a:extLst>
            </p:cNvPr>
            <p:cNvSpPr/>
            <p:nvPr/>
          </p:nvSpPr>
          <p:spPr>
            <a:xfrm>
              <a:off x="289315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37734B5D-F0EF-B4C3-5EFE-02E18A028C62}"/>
                </a:ext>
              </a:extLst>
            </p:cNvPr>
            <p:cNvSpPr/>
            <p:nvPr/>
          </p:nvSpPr>
          <p:spPr>
            <a:xfrm>
              <a:off x="3320964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1AC11EDB-C671-BE9F-F7BE-2F5A07B5027C}"/>
                </a:ext>
              </a:extLst>
            </p:cNvPr>
            <p:cNvSpPr/>
            <p:nvPr/>
          </p:nvSpPr>
          <p:spPr>
            <a:xfrm>
              <a:off x="3748772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83358EC5-C5C2-C09E-0FF8-E0E11C853989}"/>
                </a:ext>
              </a:extLst>
            </p:cNvPr>
            <p:cNvSpPr/>
            <p:nvPr/>
          </p:nvSpPr>
          <p:spPr>
            <a:xfrm>
              <a:off x="4176581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ACC543E9-CDB7-BDA5-B9A2-B750D36AE745}"/>
                </a:ext>
              </a:extLst>
            </p:cNvPr>
            <p:cNvSpPr/>
            <p:nvPr/>
          </p:nvSpPr>
          <p:spPr>
            <a:xfrm>
              <a:off x="4604390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43260A2E-9CD7-373B-99D0-3FEA3A8C635F}"/>
                </a:ext>
              </a:extLst>
            </p:cNvPr>
            <p:cNvSpPr/>
            <p:nvPr/>
          </p:nvSpPr>
          <p:spPr>
            <a:xfrm>
              <a:off x="5032199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CEA57DB0-D92D-D422-E657-34D1F9CF2420}"/>
                </a:ext>
              </a:extLst>
            </p:cNvPr>
            <p:cNvSpPr/>
            <p:nvPr/>
          </p:nvSpPr>
          <p:spPr>
            <a:xfrm>
              <a:off x="5460007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746F0E6C-537B-947F-F035-EC523580B31A}"/>
                </a:ext>
              </a:extLst>
            </p:cNvPr>
            <p:cNvSpPr/>
            <p:nvPr/>
          </p:nvSpPr>
          <p:spPr>
            <a:xfrm>
              <a:off x="5887816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AB900886-4F6A-A036-5785-35B4FDFBA70B}"/>
                </a:ext>
              </a:extLst>
            </p:cNvPr>
            <p:cNvSpPr/>
            <p:nvPr/>
          </p:nvSpPr>
          <p:spPr>
            <a:xfrm>
              <a:off x="631562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951399FA-39D8-0A83-313B-6CD877BE2CAD}"/>
                </a:ext>
              </a:extLst>
            </p:cNvPr>
            <p:cNvSpPr/>
            <p:nvPr/>
          </p:nvSpPr>
          <p:spPr>
            <a:xfrm>
              <a:off x="6743433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99DFA41C-D14D-7F2E-8C52-87C83E3DC9E8}"/>
                </a:ext>
              </a:extLst>
            </p:cNvPr>
            <p:cNvSpPr/>
            <p:nvPr/>
          </p:nvSpPr>
          <p:spPr>
            <a:xfrm>
              <a:off x="7171242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726F0AB2-D316-01AC-A579-A4D89B9EF396}"/>
                </a:ext>
              </a:extLst>
            </p:cNvPr>
            <p:cNvSpPr/>
            <p:nvPr/>
          </p:nvSpPr>
          <p:spPr>
            <a:xfrm>
              <a:off x="7599051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97144768-E705-5207-B6EC-149677C17885}"/>
                </a:ext>
              </a:extLst>
            </p:cNvPr>
            <p:cNvSpPr/>
            <p:nvPr/>
          </p:nvSpPr>
          <p:spPr>
            <a:xfrm>
              <a:off x="8026859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C3FF4359-ABEF-DC7D-E949-C95061AE8A06}"/>
                </a:ext>
              </a:extLst>
            </p:cNvPr>
            <p:cNvSpPr/>
            <p:nvPr/>
          </p:nvSpPr>
          <p:spPr>
            <a:xfrm>
              <a:off x="8454668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9481048F-AE18-FB1E-C67B-246294F89F40}"/>
                </a:ext>
              </a:extLst>
            </p:cNvPr>
            <p:cNvSpPr/>
            <p:nvPr/>
          </p:nvSpPr>
          <p:spPr>
            <a:xfrm>
              <a:off x="8882477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4ED9E76B-E4EB-B6FD-1AD4-88EDD2E3B53D}"/>
                </a:ext>
              </a:extLst>
            </p:cNvPr>
            <p:cNvSpPr/>
            <p:nvPr/>
          </p:nvSpPr>
          <p:spPr>
            <a:xfrm>
              <a:off x="931028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5F205B4C-835C-E154-EB66-012478365A57}"/>
                </a:ext>
              </a:extLst>
            </p:cNvPr>
            <p:cNvSpPr/>
            <p:nvPr/>
          </p:nvSpPr>
          <p:spPr>
            <a:xfrm>
              <a:off x="9738094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370765C0-C74A-A25D-F080-C2EFC3341703}"/>
                </a:ext>
              </a:extLst>
            </p:cNvPr>
            <p:cNvSpPr/>
            <p:nvPr/>
          </p:nvSpPr>
          <p:spPr>
            <a:xfrm>
              <a:off x="10165903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7B7F074A-CF27-2B2C-412F-C7469C152B79}"/>
                </a:ext>
              </a:extLst>
            </p:cNvPr>
            <p:cNvSpPr/>
            <p:nvPr/>
          </p:nvSpPr>
          <p:spPr>
            <a:xfrm>
              <a:off x="10593711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FA264841-02EE-E565-E381-84438BF385BD}"/>
                </a:ext>
              </a:extLst>
            </p:cNvPr>
            <p:cNvSpPr/>
            <p:nvPr/>
          </p:nvSpPr>
          <p:spPr>
            <a:xfrm>
              <a:off x="11021520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61DD8400-C220-4762-C869-A02DDCAFF669}"/>
                </a:ext>
              </a:extLst>
            </p:cNvPr>
            <p:cNvSpPr/>
            <p:nvPr/>
          </p:nvSpPr>
          <p:spPr>
            <a:xfrm>
              <a:off x="11449329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4" name="直線コネクタ 173">
              <a:extLst>
                <a:ext uri="{FF2B5EF4-FFF2-40B4-BE49-F238E27FC236}">
                  <ns2:creationId id="{597C6D87-B799-560B-745D-FB66993C949C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2408459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正方形/長方形 174">
              <a:extLst>
                <a:ext uri="{FF2B5EF4-FFF2-40B4-BE49-F238E27FC236}">
                  <ns2:creationId id="{971648B2-AA6E-FEC2-988C-93F84EC15612}"/>
                </a:ext>
              </a:extLst>
            </p:cNvPr>
            <p:cNvSpPr/>
            <p:nvPr/>
          </p:nvSpPr>
          <p:spPr>
            <a:xfrm>
              <a:off x="1609728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9811FA60-FDB8-E8A6-94C9-26842E42B543}"/>
                </a:ext>
              </a:extLst>
            </p:cNvPr>
            <p:cNvSpPr/>
            <p:nvPr/>
          </p:nvSpPr>
          <p:spPr>
            <a:xfrm>
              <a:off x="2037537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544FEC95-7956-6C78-FF3C-4D25AA2EF7CA}"/>
                </a:ext>
              </a:extLst>
            </p:cNvPr>
            <p:cNvSpPr/>
            <p:nvPr/>
          </p:nvSpPr>
          <p:spPr>
            <a:xfrm>
              <a:off x="246534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7C7A527A-F736-C528-117D-4459D6C62DE4}"/>
                </a:ext>
              </a:extLst>
            </p:cNvPr>
            <p:cNvSpPr/>
            <p:nvPr/>
          </p:nvSpPr>
          <p:spPr>
            <a:xfrm>
              <a:off x="289315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875CF466-158A-4056-0900-CE1B09FD118E}"/>
                </a:ext>
              </a:extLst>
            </p:cNvPr>
            <p:cNvSpPr/>
            <p:nvPr/>
          </p:nvSpPr>
          <p:spPr>
            <a:xfrm>
              <a:off x="3320964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C31EB93E-6F0E-8090-2346-25600108F98E}"/>
                </a:ext>
              </a:extLst>
            </p:cNvPr>
            <p:cNvSpPr/>
            <p:nvPr/>
          </p:nvSpPr>
          <p:spPr>
            <a:xfrm>
              <a:off x="3748772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FFB42B78-68FD-6116-2355-F827C13CEB22}"/>
                </a:ext>
              </a:extLst>
            </p:cNvPr>
            <p:cNvSpPr/>
            <p:nvPr/>
          </p:nvSpPr>
          <p:spPr>
            <a:xfrm>
              <a:off x="4176581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713D709A-0D94-FB8B-076E-83189B355143}"/>
                </a:ext>
              </a:extLst>
            </p:cNvPr>
            <p:cNvSpPr/>
            <p:nvPr/>
          </p:nvSpPr>
          <p:spPr>
            <a:xfrm>
              <a:off x="4604390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2A2E72A9-F2E0-B5F4-0C6F-F16D9751AA80}"/>
                </a:ext>
              </a:extLst>
            </p:cNvPr>
            <p:cNvSpPr/>
            <p:nvPr/>
          </p:nvSpPr>
          <p:spPr>
            <a:xfrm>
              <a:off x="5032199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F0412E0E-0EA1-FF8E-EE33-7E978A1D07A6}"/>
                </a:ext>
              </a:extLst>
            </p:cNvPr>
            <p:cNvSpPr/>
            <p:nvPr/>
          </p:nvSpPr>
          <p:spPr>
            <a:xfrm>
              <a:off x="5460007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42D70346-D518-B477-5EAB-092D662FF507}"/>
                </a:ext>
              </a:extLst>
            </p:cNvPr>
            <p:cNvSpPr/>
            <p:nvPr/>
          </p:nvSpPr>
          <p:spPr>
            <a:xfrm>
              <a:off x="5887816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66C74037-3A50-6F0E-1D54-27E48F5448EE}"/>
                </a:ext>
              </a:extLst>
            </p:cNvPr>
            <p:cNvSpPr/>
            <p:nvPr/>
          </p:nvSpPr>
          <p:spPr>
            <a:xfrm>
              <a:off x="631562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44DD8583-9312-D8D7-C6B4-0ECAAB56C927}"/>
                </a:ext>
              </a:extLst>
            </p:cNvPr>
            <p:cNvSpPr/>
            <p:nvPr/>
          </p:nvSpPr>
          <p:spPr>
            <a:xfrm>
              <a:off x="6743433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69F306FE-0DBA-1A36-FFB4-482FB2F0B5F8}"/>
                </a:ext>
              </a:extLst>
            </p:cNvPr>
            <p:cNvSpPr/>
            <p:nvPr/>
          </p:nvSpPr>
          <p:spPr>
            <a:xfrm>
              <a:off x="7171242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0BD420D7-10AE-5AE2-9750-44B1AF590389}"/>
                </a:ext>
              </a:extLst>
            </p:cNvPr>
            <p:cNvSpPr/>
            <p:nvPr/>
          </p:nvSpPr>
          <p:spPr>
            <a:xfrm>
              <a:off x="7599051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FF81E9C9-0A6A-D246-CB96-A7E6632A6521}"/>
                </a:ext>
              </a:extLst>
            </p:cNvPr>
            <p:cNvSpPr/>
            <p:nvPr/>
          </p:nvSpPr>
          <p:spPr>
            <a:xfrm>
              <a:off x="8026859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06582820-10BD-6525-0F1C-8608B6E9FE70}"/>
                </a:ext>
              </a:extLst>
            </p:cNvPr>
            <p:cNvSpPr/>
            <p:nvPr/>
          </p:nvSpPr>
          <p:spPr>
            <a:xfrm>
              <a:off x="8454668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AD4CEBBA-AFED-FF52-FEB1-449A6F165B21}"/>
                </a:ext>
              </a:extLst>
            </p:cNvPr>
            <p:cNvSpPr/>
            <p:nvPr/>
          </p:nvSpPr>
          <p:spPr>
            <a:xfrm>
              <a:off x="8882477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545E852B-F2AB-975C-1D03-4F5541994461}"/>
                </a:ext>
              </a:extLst>
            </p:cNvPr>
            <p:cNvSpPr/>
            <p:nvPr/>
          </p:nvSpPr>
          <p:spPr>
            <a:xfrm>
              <a:off x="931028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FBAF9403-3C2A-D738-032F-C3BF470F765C}"/>
                </a:ext>
              </a:extLst>
            </p:cNvPr>
            <p:cNvSpPr/>
            <p:nvPr/>
          </p:nvSpPr>
          <p:spPr>
            <a:xfrm>
              <a:off x="9738094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67231F20-207C-2F41-835B-9CAB1D6901C3}"/>
                </a:ext>
              </a:extLst>
            </p:cNvPr>
            <p:cNvSpPr/>
            <p:nvPr/>
          </p:nvSpPr>
          <p:spPr>
            <a:xfrm>
              <a:off x="10165903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7AB506F2-BD64-83C7-AFE3-3640B5D22018}"/>
                </a:ext>
              </a:extLst>
            </p:cNvPr>
            <p:cNvSpPr/>
            <p:nvPr/>
          </p:nvSpPr>
          <p:spPr>
            <a:xfrm>
              <a:off x="10593711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7" name="正方形/長方形 196">
              <a:extLst>
                <a:ext uri="{FF2B5EF4-FFF2-40B4-BE49-F238E27FC236}">
                  <ns2:creationId id="{6049A8ED-9849-336C-50B8-D4FF6DAB4502}"/>
                </a:ext>
              </a:extLst>
            </p:cNvPr>
            <p:cNvSpPr/>
            <p:nvPr/>
          </p:nvSpPr>
          <p:spPr>
            <a:xfrm>
              <a:off x="11021520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8" name="正方形/長方形 197">
              <a:extLst>
                <a:ext uri="{FF2B5EF4-FFF2-40B4-BE49-F238E27FC236}">
                  <ns2:creationId id="{C45A5FE4-8600-7667-864B-BFBCE394DB42}"/>
                </a:ext>
              </a:extLst>
            </p:cNvPr>
            <p:cNvSpPr/>
            <p:nvPr/>
          </p:nvSpPr>
          <p:spPr>
            <a:xfrm>
              <a:off x="11449329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9" name="直線コネクタ 198">
              <a:extLst>
                <a:ext uri="{FF2B5EF4-FFF2-40B4-BE49-F238E27FC236}">
                  <ns2:creationId id="{50EC3566-7F90-6CB9-402D-4791FC866BC3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2576357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3" name="グループ化 242">
              <a:extLst>
                <a:ext uri="{FF2B5EF4-FFF2-40B4-BE49-F238E27FC236}">
                  <ns2:creationId id="{1083C8B4-CB1B-8DCD-8B98-BAA9DDD6DB69}"/>
                </a:ext>
              </a:extLst>
            </p:cNvPr>
            <p:cNvGrpSpPr/>
            <p:nvPr/>
          </p:nvGrpSpPr>
          <p:grpSpPr>
            <a:xfrm>
              <a:off x="1615544" y="2737446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01" name="直線コネクタ 200">
                <a:extLst>
                  <a:ext uri="{FF2B5EF4-FFF2-40B4-BE49-F238E27FC236}">
                    <ns2:creationId id="{32816242-8F23-B91E-77E6-A31BF18D79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線コネクタ 204">
                <a:extLst>
                  <a:ext uri="{FF2B5EF4-FFF2-40B4-BE49-F238E27FC236}">
                    <ns2:creationId id="{ECD9EF1E-7488-76E9-DEB8-A592A0F648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ns2:creationId id="{3C304D55-6E10-01AA-1D2E-610DB7056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線コネクタ 206">
                <a:extLst>
                  <a:ext uri="{FF2B5EF4-FFF2-40B4-BE49-F238E27FC236}">
                    <ns2:creationId id="{9B621BB7-8CC8-4F61-70F4-94D3D559E7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直線コネクタ 209">
                <a:extLst>
                  <a:ext uri="{FF2B5EF4-FFF2-40B4-BE49-F238E27FC236}">
                    <ns2:creationId id="{548C32FF-0584-165F-F5B6-C07AEAF326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直線コネクタ 210">
                <a:extLst>
                  <a:ext uri="{FF2B5EF4-FFF2-40B4-BE49-F238E27FC236}">
                    <ns2:creationId id="{110663B9-4C64-EE57-C1CF-27D8749BC8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直線コネクタ 211">
                <a:extLst>
                  <a:ext uri="{FF2B5EF4-FFF2-40B4-BE49-F238E27FC236}">
                    <ns2:creationId id="{40AB7954-DB2A-B9CD-8E03-DFBAB3F25E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線コネクタ 212">
                <a:extLst>
                  <a:ext uri="{FF2B5EF4-FFF2-40B4-BE49-F238E27FC236}">
                    <ns2:creationId id="{91E6FC0E-E704-F465-35AC-B6AE5E0EC6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直線コネクタ 224">
                <a:extLst>
                  <a:ext uri="{FF2B5EF4-FFF2-40B4-BE49-F238E27FC236}">
                    <ns2:creationId id="{0F9F8709-CBCB-6DF9-7E74-D47849114C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直線コネクタ 225">
                <a:extLst>
                  <a:ext uri="{FF2B5EF4-FFF2-40B4-BE49-F238E27FC236}">
                    <ns2:creationId id="{10258956-96A8-89AA-FDEC-34E5BF45E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線コネクタ 226">
                <a:extLst>
                  <a:ext uri="{FF2B5EF4-FFF2-40B4-BE49-F238E27FC236}">
                    <ns2:creationId id="{A4D603D7-0D7A-9D14-B14A-C575BAF783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線コネクタ 227">
                <a:extLst>
                  <a:ext uri="{FF2B5EF4-FFF2-40B4-BE49-F238E27FC236}">
                    <ns2:creationId id="{FD019617-7389-6F7C-18C6-64383972AA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直線コネクタ 230">
                <a:extLst>
                  <a:ext uri="{FF2B5EF4-FFF2-40B4-BE49-F238E27FC236}">
                    <ns2:creationId id="{04C4E8BB-5B09-FB95-380D-466FF4F994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直線コネクタ 231">
                <a:extLst>
                  <a:ext uri="{FF2B5EF4-FFF2-40B4-BE49-F238E27FC236}">
                    <ns2:creationId id="{BA75C37A-D70C-82C8-D123-46E3757982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直線コネクタ 232">
                <a:extLst>
                  <a:ext uri="{FF2B5EF4-FFF2-40B4-BE49-F238E27FC236}">
                    <ns2:creationId id="{0DC21843-8CFD-1B10-AC05-E2AACCCBB0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線コネクタ 233">
                <a:extLst>
                  <a:ext uri="{FF2B5EF4-FFF2-40B4-BE49-F238E27FC236}">
                    <ns2:creationId id="{9F658100-071E-43C7-A107-6BD1B574A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直線コネクタ 234">
                <a:extLst>
                  <a:ext uri="{FF2B5EF4-FFF2-40B4-BE49-F238E27FC236}">
                    <ns2:creationId id="{9F2880C4-B84F-A2DB-6D61-B3843D5A2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コネクタ 235">
                <a:extLst>
                  <a:ext uri="{FF2B5EF4-FFF2-40B4-BE49-F238E27FC236}">
                    <ns2:creationId id="{B61C7EB6-4DCE-1175-1C8C-937252998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直線コネクタ 236">
                <a:extLst>
                  <a:ext uri="{FF2B5EF4-FFF2-40B4-BE49-F238E27FC236}">
                    <ns2:creationId id="{DEDF9154-ED75-FDDB-C99D-806688C212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直線コネクタ 237">
                <a:extLst>
                  <a:ext uri="{FF2B5EF4-FFF2-40B4-BE49-F238E27FC236}">
                    <ns2:creationId id="{1AC6E199-96E4-4EF0-EABE-48E5EADD58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ns2:creationId id="{295ABB03-3E48-6A33-3B96-D5E52BD36A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ns2:creationId id="{149C368A-4527-6837-34C2-1461DAE59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ns2:creationId id="{4EB52DF8-088D-63C9-9600-84286B480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ns2:creationId id="{0A0F49D1-1B57-7624-C1DA-29D4DC2EE4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4" name="グループ化 243">
              <a:extLst>
                <a:ext uri="{FF2B5EF4-FFF2-40B4-BE49-F238E27FC236}">
                  <ns2:creationId id="{CFE3B93C-7560-9181-2282-43108B1F1842}"/>
                </a:ext>
              </a:extLst>
            </p:cNvPr>
            <p:cNvGrpSpPr/>
            <p:nvPr/>
          </p:nvGrpSpPr>
          <p:grpSpPr>
            <a:xfrm>
              <a:off x="1615544" y="2569547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45" name="直線コネクタ 244">
                <a:extLst>
                  <a:ext uri="{FF2B5EF4-FFF2-40B4-BE49-F238E27FC236}">
                    <ns2:creationId id="{0F7D4BF1-4D06-88EE-173E-3C12FED7FD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直線コネクタ 245">
                <a:extLst>
                  <a:ext uri="{FF2B5EF4-FFF2-40B4-BE49-F238E27FC236}">
                    <ns2:creationId id="{87BCDCC1-EE7A-D9EF-85D6-1EAAB0F4A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ns2:creationId id="{00AB778D-F582-7F03-8970-4F17CACC99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ns2:creationId id="{2F9F801C-A82B-B98F-4F13-071ED21088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ns2:creationId id="{EB362BAB-2008-7414-1D5A-BCCD084147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ns2:creationId id="{6E0E6CE3-002F-123D-F07B-A915EAA6D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直線コネクタ 250">
                <a:extLst>
                  <a:ext uri="{FF2B5EF4-FFF2-40B4-BE49-F238E27FC236}">
                    <ns2:creationId id="{97ED867D-384F-A134-D9AA-5B6699B37C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直線コネクタ 251">
                <a:extLst>
                  <a:ext uri="{FF2B5EF4-FFF2-40B4-BE49-F238E27FC236}">
                    <ns2:creationId id="{99D06896-0D74-4FDB-6208-7A6B3CD126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ns2:creationId id="{7586B3A7-96F6-A988-C539-22D4E40D07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ns2:creationId id="{3E93CA05-13F7-C69D-6B9A-50DB039891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ns2:creationId id="{6861401C-9172-F675-DEBF-859F486B61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ns2:creationId id="{B3D92331-AB4A-7A2B-F17F-12E0E1F870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直線コネクタ 256">
                <a:extLst>
                  <a:ext uri="{FF2B5EF4-FFF2-40B4-BE49-F238E27FC236}">
                    <ns2:creationId id="{25A5FD8F-7E37-3473-91C9-C81EEFCEC6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直線コネクタ 257">
                <a:extLst>
                  <a:ext uri="{FF2B5EF4-FFF2-40B4-BE49-F238E27FC236}">
                    <ns2:creationId id="{45A40306-E241-21E1-5137-F699E758B5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ns2:creationId id="{A8BB8F14-E10F-136E-6D59-BE206DA872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ns2:creationId id="{5B0477D5-5487-1E0A-509C-38445D9DE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ns2:creationId id="{6F87012E-D62C-8AA0-4AD9-89E50A7ADC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ns2:creationId id="{8047AEF8-44C3-790F-599A-4225D7277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直線コネクタ 262">
                <a:extLst>
                  <a:ext uri="{FF2B5EF4-FFF2-40B4-BE49-F238E27FC236}">
                    <ns2:creationId id="{E7858A1D-3C5E-580A-826D-A0A22E3ED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直線コネクタ 263">
                <a:extLst>
                  <a:ext uri="{FF2B5EF4-FFF2-40B4-BE49-F238E27FC236}">
                    <ns2:creationId id="{C72B4421-662D-A22F-8F59-05199B1238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直線コネクタ 264">
                <a:extLst>
                  <a:ext uri="{FF2B5EF4-FFF2-40B4-BE49-F238E27FC236}">
                    <ns2:creationId id="{53C8567C-03D4-11B5-485C-EFB27CBC80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直線コネクタ 265">
                <a:extLst>
                  <a:ext uri="{FF2B5EF4-FFF2-40B4-BE49-F238E27FC236}">
                    <ns2:creationId id="{891F351E-79EC-ACA5-431C-1C4ACA8F82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コネクタ 266">
                <a:extLst>
                  <a:ext uri="{FF2B5EF4-FFF2-40B4-BE49-F238E27FC236}">
                    <ns2:creationId id="{6462EC4E-36AF-F116-44EA-ECA476369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直線コネクタ 267">
                <a:extLst>
                  <a:ext uri="{FF2B5EF4-FFF2-40B4-BE49-F238E27FC236}">
                    <ns2:creationId id="{CDC04D36-EE11-3B7B-9EF6-E81286AF56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9" name="グループ化 268">
              <a:extLst>
                <a:ext uri="{FF2B5EF4-FFF2-40B4-BE49-F238E27FC236}">
                  <ns2:creationId id="{C22E6336-418B-BCA7-EC6D-9E0F6DCB1239}"/>
                </a:ext>
              </a:extLst>
            </p:cNvPr>
            <p:cNvGrpSpPr/>
            <p:nvPr/>
          </p:nvGrpSpPr>
          <p:grpSpPr>
            <a:xfrm>
              <a:off x="1615544" y="2401649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70" name="直線コネクタ 269">
                <a:extLst>
                  <a:ext uri="{FF2B5EF4-FFF2-40B4-BE49-F238E27FC236}">
                    <ns2:creationId id="{7065D09C-AB7F-1803-B1C3-9204652B3C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直線コネクタ 270">
                <a:extLst>
                  <a:ext uri="{FF2B5EF4-FFF2-40B4-BE49-F238E27FC236}">
                    <ns2:creationId id="{E3B85649-64E7-C9A6-9869-A20D9AEFDF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直線コネクタ 271">
                <a:extLst>
                  <a:ext uri="{FF2B5EF4-FFF2-40B4-BE49-F238E27FC236}">
                    <ns2:creationId id="{F2BF4A75-4B94-5B1D-7EFE-54949622A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コネクタ 272">
                <a:extLst>
                  <a:ext uri="{FF2B5EF4-FFF2-40B4-BE49-F238E27FC236}">
                    <ns2:creationId id="{B0149203-C468-03DF-0966-CCCB4C07B5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直線コネクタ 273">
                <a:extLst>
                  <a:ext uri="{FF2B5EF4-FFF2-40B4-BE49-F238E27FC236}">
                    <ns2:creationId id="{96731F03-4750-83E0-C892-626E2A0C3D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直線コネクタ 274">
                <a:extLst>
                  <a:ext uri="{FF2B5EF4-FFF2-40B4-BE49-F238E27FC236}">
                    <ns2:creationId id="{690C9930-00CC-F0AE-1FD8-FD46F5CECE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直線コネクタ 275">
                <a:extLst>
                  <a:ext uri="{FF2B5EF4-FFF2-40B4-BE49-F238E27FC236}">
                    <ns2:creationId id="{61DCC575-540A-315A-3F1C-D59768038B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直線コネクタ 276">
                <a:extLst>
                  <a:ext uri="{FF2B5EF4-FFF2-40B4-BE49-F238E27FC236}">
                    <ns2:creationId id="{367881F8-5E8D-1BF4-80FE-B951B66F18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直線コネクタ 277">
                <a:extLst>
                  <a:ext uri="{FF2B5EF4-FFF2-40B4-BE49-F238E27FC236}">
                    <ns2:creationId id="{D337FC2F-4EAE-A203-4372-42B4F7BBC3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線コネクタ 278">
                <a:extLst>
                  <a:ext uri="{FF2B5EF4-FFF2-40B4-BE49-F238E27FC236}">
                    <ns2:creationId id="{FAF0CE01-7220-0076-90A7-C36B0B0B78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直線コネクタ 279">
                <a:extLst>
                  <a:ext uri="{FF2B5EF4-FFF2-40B4-BE49-F238E27FC236}">
                    <ns2:creationId id="{E1AEA86F-9FA3-F443-12F6-A11FA07B1A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直線コネクタ 280">
                <a:extLst>
                  <a:ext uri="{FF2B5EF4-FFF2-40B4-BE49-F238E27FC236}">
                    <ns2:creationId id="{671EACF7-ED8E-D51C-6FC0-5C67A3D99D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直線コネクタ 281">
                <a:extLst>
                  <a:ext uri="{FF2B5EF4-FFF2-40B4-BE49-F238E27FC236}">
                    <ns2:creationId id="{DDD220F9-B7DC-A37D-F7DF-891AF4EA04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直線コネクタ 282">
                <a:extLst>
                  <a:ext uri="{FF2B5EF4-FFF2-40B4-BE49-F238E27FC236}">
                    <ns2:creationId id="{8B20BB91-6302-BE54-475D-BB9CABEC1D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直線コネクタ 283">
                <a:extLst>
                  <a:ext uri="{FF2B5EF4-FFF2-40B4-BE49-F238E27FC236}">
                    <ns2:creationId id="{943366F9-4874-8C64-30FB-1E0D8171B4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5" name="直線コネクタ 284">
                <a:extLst>
                  <a:ext uri="{FF2B5EF4-FFF2-40B4-BE49-F238E27FC236}">
                    <ns2:creationId id="{755D4CA5-5E8D-38D6-0B69-081817DE4E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直線コネクタ 285">
                <a:extLst>
                  <a:ext uri="{FF2B5EF4-FFF2-40B4-BE49-F238E27FC236}">
                    <ns2:creationId id="{28C234C5-DA2F-99C1-4999-F190377FFA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7" name="直線コネクタ 286">
                <a:extLst>
                  <a:ext uri="{FF2B5EF4-FFF2-40B4-BE49-F238E27FC236}">
                    <ns2:creationId id="{BBD1A958-2111-DC79-831E-A832C8A90D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直線コネクタ 287">
                <a:extLst>
                  <a:ext uri="{FF2B5EF4-FFF2-40B4-BE49-F238E27FC236}">
                    <ns2:creationId id="{3798E166-B5BE-08F0-6D63-4F850F04D7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直線コネクタ 288">
                <a:extLst>
                  <a:ext uri="{FF2B5EF4-FFF2-40B4-BE49-F238E27FC236}">
                    <ns2:creationId id="{8BBBB13B-7D35-2D67-C7AF-C8D57308BF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直線コネクタ 289">
                <a:extLst>
                  <a:ext uri="{FF2B5EF4-FFF2-40B4-BE49-F238E27FC236}">
                    <ns2:creationId id="{7A969EAF-5618-8C19-B945-3AE16E4878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直線コネクタ 290">
                <a:extLst>
                  <a:ext uri="{FF2B5EF4-FFF2-40B4-BE49-F238E27FC236}">
                    <ns2:creationId id="{24150B4B-4BB8-ED2B-738F-8E3FC50F5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直線コネクタ 291">
                <a:extLst>
                  <a:ext uri="{FF2B5EF4-FFF2-40B4-BE49-F238E27FC236}">
                    <ns2:creationId id="{0945CB70-C405-7232-8D7D-F7A57AD413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3" name="直線コネクタ 292">
                <a:extLst>
                  <a:ext uri="{FF2B5EF4-FFF2-40B4-BE49-F238E27FC236}">
                    <ns2:creationId id="{9D5A1AAD-2CAB-C7E6-F247-F03D25B768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4" name="グループ化 293">
              <a:extLst>
                <a:ext uri="{FF2B5EF4-FFF2-40B4-BE49-F238E27FC236}">
                  <ns2:creationId id="{398A36F6-350A-4ADF-A759-6D7E1813BA71}"/>
                </a:ext>
              </a:extLst>
            </p:cNvPr>
            <p:cNvGrpSpPr/>
            <p:nvPr/>
          </p:nvGrpSpPr>
          <p:grpSpPr>
            <a:xfrm>
              <a:off x="1615544" y="2233751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95" name="直線コネクタ 294">
                <a:extLst>
                  <a:ext uri="{FF2B5EF4-FFF2-40B4-BE49-F238E27FC236}">
                    <ns2:creationId id="{EA08A674-A373-E013-9200-80C595E974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直線コネクタ 295">
                <a:extLst>
                  <a:ext uri="{FF2B5EF4-FFF2-40B4-BE49-F238E27FC236}">
                    <ns2:creationId id="{D16DFEAC-50D9-F89F-6EA9-2C394CCAB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直線コネクタ 296">
                <a:extLst>
                  <a:ext uri="{FF2B5EF4-FFF2-40B4-BE49-F238E27FC236}">
                    <ns2:creationId id="{6CE77BAB-2945-3814-B399-41032FC3E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直線コネクタ 297">
                <a:extLst>
                  <a:ext uri="{FF2B5EF4-FFF2-40B4-BE49-F238E27FC236}">
                    <ns2:creationId id="{743642C2-8126-1463-B841-4EC97EDB3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直線コネクタ 298">
                <a:extLst>
                  <a:ext uri="{FF2B5EF4-FFF2-40B4-BE49-F238E27FC236}">
                    <ns2:creationId id="{7567C488-3683-DE0D-D97F-3748AADB90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直線コネクタ 299">
                <a:extLst>
                  <a:ext uri="{FF2B5EF4-FFF2-40B4-BE49-F238E27FC236}">
                    <ns2:creationId id="{25AACA56-3B90-9943-9019-B558CFA32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直線コネクタ 300">
                <a:extLst>
                  <a:ext uri="{FF2B5EF4-FFF2-40B4-BE49-F238E27FC236}">
                    <ns2:creationId id="{66B7E770-5C15-2BF1-7BC9-4A02D9205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直線コネクタ 301">
                <a:extLst>
                  <a:ext uri="{FF2B5EF4-FFF2-40B4-BE49-F238E27FC236}">
                    <ns2:creationId id="{E8652710-31AF-D9F8-5FA8-60011B102D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直線コネクタ 302">
                <a:extLst>
                  <a:ext uri="{FF2B5EF4-FFF2-40B4-BE49-F238E27FC236}">
                    <ns2:creationId id="{E579AA91-CC3B-3ACE-C049-D2FB49BAAF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直線コネクタ 303">
                <a:extLst>
                  <a:ext uri="{FF2B5EF4-FFF2-40B4-BE49-F238E27FC236}">
                    <ns2:creationId id="{AFD7E005-C0A1-6E00-D0BC-952117CC22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直線コネクタ 304">
                <a:extLst>
                  <a:ext uri="{FF2B5EF4-FFF2-40B4-BE49-F238E27FC236}">
                    <ns2:creationId id="{2F699A57-615A-6E1B-7C9C-CBD6F0F98D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直線コネクタ 305">
                <a:extLst>
                  <a:ext uri="{FF2B5EF4-FFF2-40B4-BE49-F238E27FC236}">
                    <ns2:creationId id="{0B65DD10-8D5A-66B2-307D-F0C94933E2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直線コネクタ 306">
                <a:extLst>
                  <a:ext uri="{FF2B5EF4-FFF2-40B4-BE49-F238E27FC236}">
                    <ns2:creationId id="{1714F24D-FE7B-01B1-9032-88C3B0C4C5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" name="直線コネクタ 307">
                <a:extLst>
                  <a:ext uri="{FF2B5EF4-FFF2-40B4-BE49-F238E27FC236}">
                    <ns2:creationId id="{EB928041-045F-DC39-21C5-38545E09DC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9" name="直線コネクタ 308">
                <a:extLst>
                  <a:ext uri="{FF2B5EF4-FFF2-40B4-BE49-F238E27FC236}">
                    <ns2:creationId id="{859A2F5E-3F1F-0F7B-53BA-36CA3F323F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直線コネクタ 309">
                <a:extLst>
                  <a:ext uri="{FF2B5EF4-FFF2-40B4-BE49-F238E27FC236}">
                    <ns2:creationId id="{AED99204-49D1-EB66-C3E1-0DF69A9B83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直線コネクタ 310">
                <a:extLst>
                  <a:ext uri="{FF2B5EF4-FFF2-40B4-BE49-F238E27FC236}">
                    <ns2:creationId id="{3C756BCB-F45E-37A0-4672-5FD833956C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直線コネクタ 311">
                <a:extLst>
                  <a:ext uri="{FF2B5EF4-FFF2-40B4-BE49-F238E27FC236}">
                    <ns2:creationId id="{2693BE0B-76CB-FD66-14F2-6DC61F3CEE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直線コネクタ 312">
                <a:extLst>
                  <a:ext uri="{FF2B5EF4-FFF2-40B4-BE49-F238E27FC236}">
                    <ns2:creationId id="{4768CD5F-4B4B-F6E3-859F-C1031DC106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直線コネクタ 313">
                <a:extLst>
                  <a:ext uri="{FF2B5EF4-FFF2-40B4-BE49-F238E27FC236}">
                    <ns2:creationId id="{76E7C90E-FD35-5C36-BD33-179B9E4F6C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直線コネクタ 314">
                <a:extLst>
                  <a:ext uri="{FF2B5EF4-FFF2-40B4-BE49-F238E27FC236}">
                    <ns2:creationId id="{B69F2BEB-6D34-4EF6-D577-111A8B1D5F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直線コネクタ 315">
                <a:extLst>
                  <a:ext uri="{FF2B5EF4-FFF2-40B4-BE49-F238E27FC236}">
                    <ns2:creationId id="{A8F4A8AA-F53C-1791-DFA3-89029D6F34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直線コネクタ 316">
                <a:extLst>
                  <a:ext uri="{FF2B5EF4-FFF2-40B4-BE49-F238E27FC236}">
                    <ns2:creationId id="{F1FD2B05-DD0D-DCAC-413D-A9800B7913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直線コネクタ 317">
                <a:extLst>
                  <a:ext uri="{FF2B5EF4-FFF2-40B4-BE49-F238E27FC236}">
                    <ns2:creationId id="{8CF5A3B9-55E7-CA33-76FC-5138EC7CA9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4" name="グループ化 343">
              <a:extLst>
                <a:ext uri="{FF2B5EF4-FFF2-40B4-BE49-F238E27FC236}">
                  <ns2:creationId id="{DAEFB729-443D-CE5F-866B-E31AEDE7FFC7}"/>
                </a:ext>
              </a:extLst>
            </p:cNvPr>
            <p:cNvGrpSpPr/>
            <p:nvPr/>
          </p:nvGrpSpPr>
          <p:grpSpPr>
            <a:xfrm>
              <a:off x="1615544" y="2942060"/>
              <a:ext cx="10235427" cy="0"/>
              <a:chOff x="1615544" y="2874010"/>
              <a:chExt cx="10235427" cy="0"/>
            </a:xfrm>
          </p:grpSpPr>
          <p:cxnSp>
            <p:nvCxnSpPr>
              <p:cNvPr id="345" name="直線コネクタ 344">
                <a:extLst>
                  <a:ext uri="{FF2B5EF4-FFF2-40B4-BE49-F238E27FC236}">
                    <ns2:creationId id="{6BE8FE3E-015D-7F04-15CF-00D9FA029E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直線コネクタ 345">
                <a:extLst>
                  <a:ext uri="{FF2B5EF4-FFF2-40B4-BE49-F238E27FC236}">
                    <ns2:creationId id="{9B8FEC07-8494-8BF4-93DC-FF91F3C5CF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直線コネクタ 346">
                <a:extLst>
                  <a:ext uri="{FF2B5EF4-FFF2-40B4-BE49-F238E27FC236}">
                    <ns2:creationId id="{464C71EB-1900-7D10-107E-0B83E92CD9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347">
                <a:extLst>
                  <a:ext uri="{FF2B5EF4-FFF2-40B4-BE49-F238E27FC236}">
                    <ns2:creationId id="{B934C092-ECA1-4FB5-1786-E0629396B3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直線コネクタ 348">
                <a:extLst>
                  <a:ext uri="{FF2B5EF4-FFF2-40B4-BE49-F238E27FC236}">
                    <ns2:creationId id="{2FBC557E-94BB-D30D-054D-EEC94B019A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直線コネクタ 349">
                <a:extLst>
                  <a:ext uri="{FF2B5EF4-FFF2-40B4-BE49-F238E27FC236}">
                    <ns2:creationId id="{D8CE68FA-1FB6-C85C-3E55-C3A0497A6F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350">
                <a:extLst>
                  <a:ext uri="{FF2B5EF4-FFF2-40B4-BE49-F238E27FC236}">
                    <ns2:creationId id="{3DF9149E-2580-850D-8B99-A4E5A812AB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線コネクタ 351">
                <a:extLst>
                  <a:ext uri="{FF2B5EF4-FFF2-40B4-BE49-F238E27FC236}">
                    <ns2:creationId id="{CF288279-4ACC-02FA-FDA7-ACBBBB178A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直線コネクタ 352">
                <a:extLst>
                  <a:ext uri="{FF2B5EF4-FFF2-40B4-BE49-F238E27FC236}">
                    <ns2:creationId id="{505491BE-D5F6-BD80-18B1-1940A09D8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線コネクタ 353">
                <a:extLst>
                  <a:ext uri="{FF2B5EF4-FFF2-40B4-BE49-F238E27FC236}">
                    <ns2:creationId id="{30DEEF41-264B-173E-B13F-F993F93B59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直線コネクタ 354">
                <a:extLst>
                  <a:ext uri="{FF2B5EF4-FFF2-40B4-BE49-F238E27FC236}">
                    <ns2:creationId id="{13D8FB43-B6FB-DB41-CD5E-536A6117E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直線コネクタ 355">
                <a:extLst>
                  <a:ext uri="{FF2B5EF4-FFF2-40B4-BE49-F238E27FC236}">
                    <ns2:creationId id="{8FD4F84A-ECC2-6240-1F8A-7728D8E877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7" name="直線コネクタ 356">
                <a:extLst>
                  <a:ext uri="{FF2B5EF4-FFF2-40B4-BE49-F238E27FC236}">
                    <ns2:creationId id="{93E8D3FD-9426-AA40-BA68-8803BA8DAA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8" name="直線コネクタ 357">
                <a:extLst>
                  <a:ext uri="{FF2B5EF4-FFF2-40B4-BE49-F238E27FC236}">
                    <ns2:creationId id="{8687D297-4B60-6D61-13F1-1046CD3A4C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直線コネクタ 358">
                <a:extLst>
                  <a:ext uri="{FF2B5EF4-FFF2-40B4-BE49-F238E27FC236}">
                    <ns2:creationId id="{647860E1-9199-3949-D966-7E2C233938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直線コネクタ 359">
                <a:extLst>
                  <a:ext uri="{FF2B5EF4-FFF2-40B4-BE49-F238E27FC236}">
                    <ns2:creationId id="{0C95C75D-E869-7196-86BF-2B515826F9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線コネクタ 360">
                <a:extLst>
                  <a:ext uri="{FF2B5EF4-FFF2-40B4-BE49-F238E27FC236}">
                    <ns2:creationId id="{1B847C46-F8FA-C931-F1AF-11C30460C7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線コネクタ 361">
                <a:extLst>
                  <a:ext uri="{FF2B5EF4-FFF2-40B4-BE49-F238E27FC236}">
                    <ns2:creationId id="{655CD11E-94D0-E454-EDCC-0A76A67746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直線コネクタ 362">
                <a:extLst>
                  <a:ext uri="{FF2B5EF4-FFF2-40B4-BE49-F238E27FC236}">
                    <ns2:creationId id="{D2AD3FB5-061A-FEF4-36F7-A78EF65432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直線コネクタ 363">
                <a:extLst>
                  <a:ext uri="{FF2B5EF4-FFF2-40B4-BE49-F238E27FC236}">
                    <ns2:creationId id="{923C24A2-A1F6-C7E7-06A0-91CDCDDC6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直線コネクタ 364">
                <a:extLst>
                  <a:ext uri="{FF2B5EF4-FFF2-40B4-BE49-F238E27FC236}">
                    <ns2:creationId id="{507309EB-8A8F-7F66-89C7-E49BCF5967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6" name="直線コネクタ 365">
                <a:extLst>
                  <a:ext uri="{FF2B5EF4-FFF2-40B4-BE49-F238E27FC236}">
                    <ns2:creationId id="{D96D107D-86D7-8D02-17A9-ABEE3DF77E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直線コネクタ 366">
                <a:extLst>
                  <a:ext uri="{FF2B5EF4-FFF2-40B4-BE49-F238E27FC236}">
                    <ns2:creationId id="{622503C2-27A9-2181-7956-35C53B205F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8" name="直線コネクタ 367">
                <a:extLst>
                  <a:ext uri="{FF2B5EF4-FFF2-40B4-BE49-F238E27FC236}">
                    <ns2:creationId id="{D4C379F5-109F-C85B-E208-27148A06B7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9" name="グループ化 368">
              <a:extLst>
                <a:ext uri="{FF2B5EF4-FFF2-40B4-BE49-F238E27FC236}">
                  <ns2:creationId id="{C3F1E864-C017-9B99-3AEF-8F5BEA27CF26}"/>
                </a:ext>
              </a:extLst>
            </p:cNvPr>
            <p:cNvGrpSpPr/>
            <p:nvPr/>
          </p:nvGrpSpPr>
          <p:grpSpPr>
            <a:xfrm>
              <a:off x="1615544" y="3376690"/>
              <a:ext cx="10235427" cy="0"/>
              <a:chOff x="1615544" y="2874010"/>
              <a:chExt cx="10235427" cy="0"/>
            </a:xfrm>
          </p:grpSpPr>
          <p:cxnSp>
            <p:nvCxnSpPr>
              <p:cNvPr id="370" name="直線コネクタ 369">
                <a:extLst>
                  <a:ext uri="{FF2B5EF4-FFF2-40B4-BE49-F238E27FC236}">
                    <ns2:creationId id="{7D6AA4CB-85A7-C0B4-DB02-A119E71015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1" name="直線コネクタ 370">
                <a:extLst>
                  <a:ext uri="{FF2B5EF4-FFF2-40B4-BE49-F238E27FC236}">
                    <ns2:creationId id="{5C132E1B-FB72-031B-FB0D-5A4CDD5089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2" name="直線コネクタ 371">
                <a:extLst>
                  <a:ext uri="{FF2B5EF4-FFF2-40B4-BE49-F238E27FC236}">
                    <ns2:creationId id="{8AEA646B-BCC7-C879-CB25-1598A4C0CB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直線コネクタ 372">
                <a:extLst>
                  <a:ext uri="{FF2B5EF4-FFF2-40B4-BE49-F238E27FC236}">
                    <ns2:creationId id="{5F90462B-634D-78FE-2871-5E670252EE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" name="直線コネクタ 373">
                <a:extLst>
                  <a:ext uri="{FF2B5EF4-FFF2-40B4-BE49-F238E27FC236}">
                    <ns2:creationId id="{EE60EB17-E82C-6878-4811-E57473C2D2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5" name="直線コネクタ 374">
                <a:extLst>
                  <a:ext uri="{FF2B5EF4-FFF2-40B4-BE49-F238E27FC236}">
                    <ns2:creationId id="{85EB9FF1-0ADA-2835-030F-A6B38C0014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直線コネクタ 375">
                <a:extLst>
                  <a:ext uri="{FF2B5EF4-FFF2-40B4-BE49-F238E27FC236}">
                    <ns2:creationId id="{D7FFF18D-FE95-0F86-E038-E4530C7CED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直線コネクタ 376">
                <a:extLst>
                  <a:ext uri="{FF2B5EF4-FFF2-40B4-BE49-F238E27FC236}">
                    <ns2:creationId id="{2553D8B9-DCF9-7DA6-FE74-68F486950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8" name="直線コネクタ 377">
                <a:extLst>
                  <a:ext uri="{FF2B5EF4-FFF2-40B4-BE49-F238E27FC236}">
                    <ns2:creationId id="{67F71813-C687-3D28-26F6-15F6064AF9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直線コネクタ 378">
                <a:extLst>
                  <a:ext uri="{FF2B5EF4-FFF2-40B4-BE49-F238E27FC236}">
                    <ns2:creationId id="{D5B1EF56-B2D4-F992-E283-A96DFF758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直線コネクタ 379">
                <a:extLst>
                  <a:ext uri="{FF2B5EF4-FFF2-40B4-BE49-F238E27FC236}">
                    <ns2:creationId id="{6A89209B-E73F-3B97-E18C-366C9AF205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直線コネクタ 380">
                <a:extLst>
                  <a:ext uri="{FF2B5EF4-FFF2-40B4-BE49-F238E27FC236}">
                    <ns2:creationId id="{76649A45-EA87-E3FC-5676-28173F3789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直線コネクタ 381">
                <a:extLst>
                  <a:ext uri="{FF2B5EF4-FFF2-40B4-BE49-F238E27FC236}">
                    <ns2:creationId id="{A5B8F0E1-532A-8F43-66B0-882C560EC9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直線コネクタ 382">
                <a:extLst>
                  <a:ext uri="{FF2B5EF4-FFF2-40B4-BE49-F238E27FC236}">
                    <ns2:creationId id="{85863870-5FB1-D8C2-9534-E0B1360A47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線コネクタ 383">
                <a:extLst>
                  <a:ext uri="{FF2B5EF4-FFF2-40B4-BE49-F238E27FC236}">
                    <ns2:creationId id="{A4BBE8EC-CB27-EC10-80E2-93B73FABD6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線コネクタ 384">
                <a:extLst>
                  <a:ext uri="{FF2B5EF4-FFF2-40B4-BE49-F238E27FC236}">
                    <ns2:creationId id="{E3C5DC52-CEE5-FDCC-6FB6-D543ABC882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線コネクタ 385">
                <a:extLst>
                  <a:ext uri="{FF2B5EF4-FFF2-40B4-BE49-F238E27FC236}">
                    <ns2:creationId id="{4700FF23-6FF0-83C5-E89F-5C847D50AE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コネクタ 386">
                <a:extLst>
                  <a:ext uri="{FF2B5EF4-FFF2-40B4-BE49-F238E27FC236}">
                    <ns2:creationId id="{F2E08C43-0773-3CEA-358C-1C04876DD4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コネクタ 387">
                <a:extLst>
                  <a:ext uri="{FF2B5EF4-FFF2-40B4-BE49-F238E27FC236}">
                    <ns2:creationId id="{BF99CCAE-0145-4684-6930-2710B5ACC6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線コネクタ 388">
                <a:extLst>
                  <a:ext uri="{FF2B5EF4-FFF2-40B4-BE49-F238E27FC236}">
                    <ns2:creationId id="{DCD3C031-7B31-FD96-E663-5B542210C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直線コネクタ 389">
                <a:extLst>
                  <a:ext uri="{FF2B5EF4-FFF2-40B4-BE49-F238E27FC236}">
                    <ns2:creationId id="{884EBDAA-F3A6-65EF-8814-902941A389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直線コネクタ 390">
                <a:extLst>
                  <a:ext uri="{FF2B5EF4-FFF2-40B4-BE49-F238E27FC236}">
                    <ns2:creationId id="{40317426-234F-2456-7DF5-5A053F54F6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線コネクタ 391">
                <a:extLst>
                  <a:ext uri="{FF2B5EF4-FFF2-40B4-BE49-F238E27FC236}">
                    <ns2:creationId id="{578A9C2A-EC38-46DF-519B-7CD053DAEC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直線コネクタ 392">
                <a:extLst>
                  <a:ext uri="{FF2B5EF4-FFF2-40B4-BE49-F238E27FC236}">
                    <ns2:creationId id="{EB4A923E-D8E7-CE0E-AEF8-785124846E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4" name="グループ化 393">
              <a:extLst>
                <a:ext uri="{FF2B5EF4-FFF2-40B4-BE49-F238E27FC236}">
                  <ns2:creationId id="{4E5DA821-44D2-2BE6-6361-FC850CE76187}"/>
                </a:ext>
              </a:extLst>
            </p:cNvPr>
            <p:cNvGrpSpPr/>
            <p:nvPr/>
          </p:nvGrpSpPr>
          <p:grpSpPr>
            <a:xfrm>
              <a:off x="1615544" y="3811320"/>
              <a:ext cx="10235427" cy="0"/>
              <a:chOff x="1615544" y="2874010"/>
              <a:chExt cx="10235427" cy="0"/>
            </a:xfrm>
          </p:grpSpPr>
          <p:cxnSp>
            <p:nvCxnSpPr>
              <p:cNvPr id="395" name="直線コネクタ 394">
                <a:extLst>
                  <a:ext uri="{FF2B5EF4-FFF2-40B4-BE49-F238E27FC236}">
                    <ns2:creationId id="{D3AB14DF-D53A-4F0E-6BF4-A781841F38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直線コネクタ 395">
                <a:extLst>
                  <a:ext uri="{FF2B5EF4-FFF2-40B4-BE49-F238E27FC236}">
                    <ns2:creationId id="{8B67898A-70D7-8CAC-31ED-9BB59A282D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直線コネクタ 396">
                <a:extLst>
                  <a:ext uri="{FF2B5EF4-FFF2-40B4-BE49-F238E27FC236}">
                    <ns2:creationId id="{DF97E385-BF32-A14F-86C1-20498805F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直線コネクタ 397">
                <a:extLst>
                  <a:ext uri="{FF2B5EF4-FFF2-40B4-BE49-F238E27FC236}">
                    <ns2:creationId id="{3E9A044F-2766-7566-DED5-D79E871651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直線コネクタ 398">
                <a:extLst>
                  <a:ext uri="{FF2B5EF4-FFF2-40B4-BE49-F238E27FC236}">
                    <ns2:creationId id="{83899F58-13A4-6B52-4192-E0C64F6EC6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直線コネクタ 399">
                <a:extLst>
                  <a:ext uri="{FF2B5EF4-FFF2-40B4-BE49-F238E27FC236}">
                    <ns2:creationId id="{ED789F98-4276-03CB-E496-F20E3DCCAE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直線コネクタ 400">
                <a:extLst>
                  <a:ext uri="{FF2B5EF4-FFF2-40B4-BE49-F238E27FC236}">
                    <ns2:creationId id="{77184C92-3F5B-9331-A4CE-024F2A5B80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直線コネクタ 401">
                <a:extLst>
                  <a:ext uri="{FF2B5EF4-FFF2-40B4-BE49-F238E27FC236}">
                    <ns2:creationId id="{6361EE58-DD0F-1D5A-5627-D18E9CB171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直線コネクタ 402">
                <a:extLst>
                  <a:ext uri="{FF2B5EF4-FFF2-40B4-BE49-F238E27FC236}">
                    <ns2:creationId id="{6731D2C4-8D5F-E84C-5752-3C50E9F6CA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直線コネクタ 403">
                <a:extLst>
                  <a:ext uri="{FF2B5EF4-FFF2-40B4-BE49-F238E27FC236}">
                    <ns2:creationId id="{0641DE2F-005A-9306-C474-43346E689F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直線コネクタ 404">
                <a:extLst>
                  <a:ext uri="{FF2B5EF4-FFF2-40B4-BE49-F238E27FC236}">
                    <ns2:creationId id="{F639F5F3-C6BB-98AA-9342-B506E2968B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直線コネクタ 405">
                <a:extLst>
                  <a:ext uri="{FF2B5EF4-FFF2-40B4-BE49-F238E27FC236}">
                    <ns2:creationId id="{831DDC0C-F349-42E2-DC46-8A6853462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直線コネクタ 406">
                <a:extLst>
                  <a:ext uri="{FF2B5EF4-FFF2-40B4-BE49-F238E27FC236}">
                    <ns2:creationId id="{83ADE425-0674-35C8-71C1-C9AD0FC3D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8" name="直線コネクタ 407">
                <a:extLst>
                  <a:ext uri="{FF2B5EF4-FFF2-40B4-BE49-F238E27FC236}">
                    <ns2:creationId id="{C774F7A2-0BC2-0466-F4B7-A7773CF4B4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直線コネクタ 408">
                <a:extLst>
                  <a:ext uri="{FF2B5EF4-FFF2-40B4-BE49-F238E27FC236}">
                    <ns2:creationId id="{84FCE6A4-6997-7C8A-DB17-958E8FF5AD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直線コネクタ 409">
                <a:extLst>
                  <a:ext uri="{FF2B5EF4-FFF2-40B4-BE49-F238E27FC236}">
                    <ns2:creationId id="{179A2E79-260B-63C8-677F-EF6B1DE530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直線コネクタ 410">
                <a:extLst>
                  <a:ext uri="{FF2B5EF4-FFF2-40B4-BE49-F238E27FC236}">
                    <ns2:creationId id="{35C009E7-07D3-EA03-F6A5-55A92749A4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2" name="直線コネクタ 411">
                <a:extLst>
                  <a:ext uri="{FF2B5EF4-FFF2-40B4-BE49-F238E27FC236}">
                    <ns2:creationId id="{AC8A4375-C3C3-2A66-BC71-562318B9D3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3" name="直線コネクタ 412">
                <a:extLst>
                  <a:ext uri="{FF2B5EF4-FFF2-40B4-BE49-F238E27FC236}">
                    <ns2:creationId id="{6ED6ACEB-5E9F-A017-D0AA-13E0265108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4" name="直線コネクタ 413">
                <a:extLst>
                  <a:ext uri="{FF2B5EF4-FFF2-40B4-BE49-F238E27FC236}">
                    <ns2:creationId id="{D84D1D27-E729-D4BD-AAFE-E5C05D111C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直線コネクタ 414">
                <a:extLst>
                  <a:ext uri="{FF2B5EF4-FFF2-40B4-BE49-F238E27FC236}">
                    <ns2:creationId id="{6A80B58A-4593-3248-4C85-B296537808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直線コネクタ 415">
                <a:extLst>
                  <a:ext uri="{FF2B5EF4-FFF2-40B4-BE49-F238E27FC236}">
                    <ns2:creationId id="{5B2077FD-1382-CF46-C50E-128F3F2C17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直線コネクタ 416">
                <a:extLst>
                  <a:ext uri="{FF2B5EF4-FFF2-40B4-BE49-F238E27FC236}">
                    <ns2:creationId id="{28535DBA-7C14-D993-E6F3-5CB1175093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直線コネクタ 417">
                <a:extLst>
                  <a:ext uri="{FF2B5EF4-FFF2-40B4-BE49-F238E27FC236}">
                    <ns2:creationId id="{C2B32AFD-05C7-A3A8-C499-A22379439F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9" name="グループ化 418">
              <a:extLst>
                <a:ext uri="{FF2B5EF4-FFF2-40B4-BE49-F238E27FC236}">
                  <ns2:creationId id="{97311AEC-F234-D270-D538-440BB6D0A2B6}"/>
                </a:ext>
              </a:extLst>
            </p:cNvPr>
            <p:cNvGrpSpPr/>
            <p:nvPr/>
          </p:nvGrpSpPr>
          <p:grpSpPr>
            <a:xfrm>
              <a:off x="1615544" y="4015934"/>
              <a:ext cx="10235427" cy="0"/>
              <a:chOff x="1615544" y="2874010"/>
              <a:chExt cx="10235427" cy="0"/>
            </a:xfrm>
          </p:grpSpPr>
          <p:cxnSp>
            <p:nvCxnSpPr>
              <p:cNvPr id="420" name="直線コネクタ 419">
                <a:extLst>
                  <a:ext uri="{FF2B5EF4-FFF2-40B4-BE49-F238E27FC236}">
                    <ns2:creationId id="{7F9849F1-765B-29D0-4C80-4437A35564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直線コネクタ 420">
                <a:extLst>
                  <a:ext uri="{FF2B5EF4-FFF2-40B4-BE49-F238E27FC236}">
                    <ns2:creationId id="{D38F8513-BB7E-6C4B-850B-7360E3BDDE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コネクタ 421">
                <a:extLst>
                  <a:ext uri="{FF2B5EF4-FFF2-40B4-BE49-F238E27FC236}">
                    <ns2:creationId id="{3CEE185B-EDB3-F2E3-CFF7-F8F59A700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直線コネクタ 422">
                <a:extLst>
                  <a:ext uri="{FF2B5EF4-FFF2-40B4-BE49-F238E27FC236}">
                    <ns2:creationId id="{3177FBD7-083A-9AA9-5B1B-5E29FF3F1D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直線コネクタ 423">
                <a:extLst>
                  <a:ext uri="{FF2B5EF4-FFF2-40B4-BE49-F238E27FC236}">
                    <ns2:creationId id="{E54A4030-C01B-832C-3F5E-40C6D18E07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D181E6AE-D96A-6B07-AAE7-606FAE780E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直線コネクタ 425">
                <a:extLst>
                  <a:ext uri="{FF2B5EF4-FFF2-40B4-BE49-F238E27FC236}">
                    <ns2:creationId id="{78177B17-7103-2E66-F0BF-547E62E3F5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直線コネクタ 426">
                <a:extLst>
                  <a:ext uri="{FF2B5EF4-FFF2-40B4-BE49-F238E27FC236}">
                    <ns2:creationId id="{F82596B6-4AF0-0063-26DA-568DB0363A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直線コネクタ 427">
                <a:extLst>
                  <a:ext uri="{FF2B5EF4-FFF2-40B4-BE49-F238E27FC236}">
                    <ns2:creationId id="{8AA97082-BA8F-6304-07E0-4D519B32B1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直線コネクタ 428">
                <a:extLst>
                  <a:ext uri="{FF2B5EF4-FFF2-40B4-BE49-F238E27FC236}">
                    <ns2:creationId id="{3E18445D-40E5-1BB5-E267-9498084E13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直線コネクタ 429">
                <a:extLst>
                  <a:ext uri="{FF2B5EF4-FFF2-40B4-BE49-F238E27FC236}">
                    <ns2:creationId id="{9EEDE824-AC4C-6C88-A789-26E1CF238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直線コネクタ 430">
                <a:extLst>
                  <a:ext uri="{FF2B5EF4-FFF2-40B4-BE49-F238E27FC236}">
                    <ns2:creationId id="{C7838B87-D8DE-6B48-7A56-8CE0E7A59D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直線コネクタ 431">
                <a:extLst>
                  <a:ext uri="{FF2B5EF4-FFF2-40B4-BE49-F238E27FC236}">
                    <ns2:creationId id="{E0C6B619-52EF-0167-3E60-61AA30A015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直線コネクタ 432">
                <a:extLst>
                  <a:ext uri="{FF2B5EF4-FFF2-40B4-BE49-F238E27FC236}">
                    <ns2:creationId id="{ADF7F8D7-1D93-614A-EC73-F288F76B7A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直線コネクタ 433">
                <a:extLst>
                  <a:ext uri="{FF2B5EF4-FFF2-40B4-BE49-F238E27FC236}">
                    <ns2:creationId id="{4594752A-CEB4-0835-A400-59B63D6E6D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直線コネクタ 434">
                <a:extLst>
                  <a:ext uri="{FF2B5EF4-FFF2-40B4-BE49-F238E27FC236}">
                    <ns2:creationId id="{D1579867-46D0-774C-131B-27AD2E4C55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6" name="直線コネクタ 435">
                <a:extLst>
                  <a:ext uri="{FF2B5EF4-FFF2-40B4-BE49-F238E27FC236}">
                    <ns2:creationId id="{5DE3E7CE-C362-AAA4-44DE-252C531ED1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直線コネクタ 436">
                <a:extLst>
                  <a:ext uri="{FF2B5EF4-FFF2-40B4-BE49-F238E27FC236}">
                    <ns2:creationId id="{37DF6604-743F-6C8E-4EE7-4879F1EA6A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8" name="直線コネクタ 437">
                <a:extLst>
                  <a:ext uri="{FF2B5EF4-FFF2-40B4-BE49-F238E27FC236}">
                    <ns2:creationId id="{D896546F-65F1-1A8D-2FA4-521F3266FE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直線コネクタ 438">
                <a:extLst>
                  <a:ext uri="{FF2B5EF4-FFF2-40B4-BE49-F238E27FC236}">
                    <ns2:creationId id="{C910749B-D530-C6C2-8B34-F7825BB751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0" name="直線コネクタ 439">
                <a:extLst>
                  <a:ext uri="{FF2B5EF4-FFF2-40B4-BE49-F238E27FC236}">
                    <ns2:creationId id="{2A255F48-97BF-5B70-4B95-0D057F5942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直線コネクタ 440">
                <a:extLst>
                  <a:ext uri="{FF2B5EF4-FFF2-40B4-BE49-F238E27FC236}">
                    <ns2:creationId id="{14EA1175-74FB-B363-6A45-CE18EDC15B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直線コネクタ 441">
                <a:extLst>
                  <a:ext uri="{FF2B5EF4-FFF2-40B4-BE49-F238E27FC236}">
                    <ns2:creationId id="{1A9FE906-DCA6-62C1-73B2-A245748F61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直線コネクタ 442">
                <a:extLst>
                  <a:ext uri="{FF2B5EF4-FFF2-40B4-BE49-F238E27FC236}">
                    <ns2:creationId id="{17B37022-D775-69D4-85B0-4453183E29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4" name="グループ化 443">
              <a:extLst>
                <a:ext uri="{FF2B5EF4-FFF2-40B4-BE49-F238E27FC236}">
                  <ns2:creationId id="{C1DE90F4-FB50-DCCF-E3EF-8B57618B90F1}"/>
                </a:ext>
              </a:extLst>
            </p:cNvPr>
            <p:cNvGrpSpPr/>
            <p:nvPr/>
          </p:nvGrpSpPr>
          <p:grpSpPr>
            <a:xfrm>
              <a:off x="1615544" y="4450564"/>
              <a:ext cx="10235427" cy="0"/>
              <a:chOff x="1615544" y="2874010"/>
              <a:chExt cx="10235427" cy="0"/>
            </a:xfrm>
          </p:grpSpPr>
          <p:cxnSp>
            <p:nvCxnSpPr>
              <p:cNvPr id="445" name="直線コネクタ 444">
                <a:extLst>
                  <a:ext uri="{FF2B5EF4-FFF2-40B4-BE49-F238E27FC236}">
                    <ns2:creationId id="{3321C304-A31A-3049-20BB-AB9A993DA4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直線コネクタ 445">
                <a:extLst>
                  <a:ext uri="{FF2B5EF4-FFF2-40B4-BE49-F238E27FC236}">
                    <ns2:creationId id="{0627FC01-724E-5462-774C-A86AF87478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直線コネクタ 446">
                <a:extLst>
                  <a:ext uri="{FF2B5EF4-FFF2-40B4-BE49-F238E27FC236}">
                    <ns2:creationId id="{99CA5AE1-33B6-FDF4-020E-FE217EC56D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" name="直線コネクタ 447">
                <a:extLst>
                  <a:ext uri="{FF2B5EF4-FFF2-40B4-BE49-F238E27FC236}">
                    <ns2:creationId id="{45055B8C-24FE-89CC-5CF3-7FB4C813BB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9" name="直線コネクタ 448">
                <a:extLst>
                  <a:ext uri="{FF2B5EF4-FFF2-40B4-BE49-F238E27FC236}">
                    <ns2:creationId id="{2FF8B18C-5A4F-59BE-7F2C-479FD278C3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直線コネクタ 449">
                <a:extLst>
                  <a:ext uri="{FF2B5EF4-FFF2-40B4-BE49-F238E27FC236}">
                    <ns2:creationId id="{3D69FA44-9A75-DEA6-C84D-EFCE116426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直線コネクタ 450">
                <a:extLst>
                  <a:ext uri="{FF2B5EF4-FFF2-40B4-BE49-F238E27FC236}">
                    <ns2:creationId id="{154C7796-B11F-CE50-67E6-BC5750C31C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直線コネクタ 451">
                <a:extLst>
                  <a:ext uri="{FF2B5EF4-FFF2-40B4-BE49-F238E27FC236}">
                    <ns2:creationId id="{AACAA784-444B-3314-E69C-98A3176DA3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直線コネクタ 452">
                <a:extLst>
                  <a:ext uri="{FF2B5EF4-FFF2-40B4-BE49-F238E27FC236}">
                    <ns2:creationId id="{CCBFC59D-96A9-51E0-1224-FE61ADAA4F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直線コネクタ 453">
                <a:extLst>
                  <a:ext uri="{FF2B5EF4-FFF2-40B4-BE49-F238E27FC236}">
                    <ns2:creationId id="{AFBE0280-CD27-7563-825A-6BEA881C88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" name="直線コネクタ 454">
                <a:extLst>
                  <a:ext uri="{FF2B5EF4-FFF2-40B4-BE49-F238E27FC236}">
                    <ns2:creationId id="{9DAD6C77-7A8B-4EB8-A97C-3A9938421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直線コネクタ 455">
                <a:extLst>
                  <a:ext uri="{FF2B5EF4-FFF2-40B4-BE49-F238E27FC236}">
                    <ns2:creationId id="{08CD1E23-866C-48BF-68AD-A3EE2B7DE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直線コネクタ 456">
                <a:extLst>
                  <a:ext uri="{FF2B5EF4-FFF2-40B4-BE49-F238E27FC236}">
                    <ns2:creationId id="{AF51FE73-327E-54A3-609F-1AFFD6521C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直線コネクタ 457">
                <a:extLst>
                  <a:ext uri="{FF2B5EF4-FFF2-40B4-BE49-F238E27FC236}">
                    <ns2:creationId id="{7A4B784D-D717-1A2B-8C5E-8AC8C3B9B8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直線コネクタ 458">
                <a:extLst>
                  <a:ext uri="{FF2B5EF4-FFF2-40B4-BE49-F238E27FC236}">
                    <ns2:creationId id="{72AD3F2B-E3BB-9EE6-D8E6-79A476CD0A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直線コネクタ 459">
                <a:extLst>
                  <a:ext uri="{FF2B5EF4-FFF2-40B4-BE49-F238E27FC236}">
                    <ns2:creationId id="{A1A5AC99-DE05-D522-7618-FC53E10D4E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直線コネクタ 460">
                <a:extLst>
                  <a:ext uri="{FF2B5EF4-FFF2-40B4-BE49-F238E27FC236}">
                    <ns2:creationId id="{7535342D-1A75-197D-1851-BDDC1365E2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2" name="直線コネクタ 461">
                <a:extLst>
                  <a:ext uri="{FF2B5EF4-FFF2-40B4-BE49-F238E27FC236}">
                    <ns2:creationId id="{864A0819-E33A-5E99-6686-61EE44116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3" name="直線コネクタ 462">
                <a:extLst>
                  <a:ext uri="{FF2B5EF4-FFF2-40B4-BE49-F238E27FC236}">
                    <ns2:creationId id="{9AF1EAA7-6044-32C6-7A58-CE4302A7DC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4" name="直線コネクタ 463">
                <a:extLst>
                  <a:ext uri="{FF2B5EF4-FFF2-40B4-BE49-F238E27FC236}">
                    <ns2:creationId id="{F8AC359D-0601-CB53-2508-B458CFE0A3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5" name="直線コネクタ 464">
                <a:extLst>
                  <a:ext uri="{FF2B5EF4-FFF2-40B4-BE49-F238E27FC236}">
                    <ns2:creationId id="{A8785EAD-EBA7-D2B0-AC26-20A60DC7B7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直線コネクタ 465">
                <a:extLst>
                  <a:ext uri="{FF2B5EF4-FFF2-40B4-BE49-F238E27FC236}">
                    <ns2:creationId id="{EAC38AA1-C012-A761-4B0C-AEB18472E3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直線コネクタ 466">
                <a:extLst>
                  <a:ext uri="{FF2B5EF4-FFF2-40B4-BE49-F238E27FC236}">
                    <ns2:creationId id="{C78619D8-B979-8BCA-5618-7B2A23DEC0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直線コネクタ 467">
                <a:extLst>
                  <a:ext uri="{FF2B5EF4-FFF2-40B4-BE49-F238E27FC236}">
                    <ns2:creationId id="{D7C6BB73-0324-9808-9EFF-F710F9A8B0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9" name="グループ化 468">
              <a:extLst>
                <a:ext uri="{FF2B5EF4-FFF2-40B4-BE49-F238E27FC236}">
                  <ns2:creationId id="{79F2437C-9BCD-F218-67DF-43E35D575636}"/>
                </a:ext>
              </a:extLst>
            </p:cNvPr>
            <p:cNvGrpSpPr/>
            <p:nvPr/>
          </p:nvGrpSpPr>
          <p:grpSpPr>
            <a:xfrm>
              <a:off x="1615544" y="5070972"/>
              <a:ext cx="10235427" cy="0"/>
              <a:chOff x="1615544" y="2874010"/>
              <a:chExt cx="10235427" cy="0"/>
            </a:xfrm>
          </p:grpSpPr>
          <p:cxnSp>
            <p:nvCxnSpPr>
              <p:cNvPr id="470" name="直線コネクタ 469">
                <a:extLst>
                  <a:ext uri="{FF2B5EF4-FFF2-40B4-BE49-F238E27FC236}">
                    <ns2:creationId id="{26D17489-35D1-8858-E735-CC7961E79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1" name="直線コネクタ 470">
                <a:extLst>
                  <a:ext uri="{FF2B5EF4-FFF2-40B4-BE49-F238E27FC236}">
                    <ns2:creationId id="{39E31080-8514-8AFC-3D1C-740341C8E7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直線コネクタ 471">
                <a:extLst>
                  <a:ext uri="{FF2B5EF4-FFF2-40B4-BE49-F238E27FC236}">
                    <ns2:creationId id="{5D533085-BBAB-8BB9-9B91-651E7B8F9E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直線コネクタ 472">
                <a:extLst>
                  <a:ext uri="{FF2B5EF4-FFF2-40B4-BE49-F238E27FC236}">
                    <ns2:creationId id="{F27BBB25-3C7A-3ECB-9829-E0CE4185FB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直線コネクタ 473">
                <a:extLst>
                  <a:ext uri="{FF2B5EF4-FFF2-40B4-BE49-F238E27FC236}">
                    <ns2:creationId id="{C958A0CF-9284-A965-6B5F-35BC75AF2C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直線コネクタ 474">
                <a:extLst>
                  <a:ext uri="{FF2B5EF4-FFF2-40B4-BE49-F238E27FC236}">
                    <ns2:creationId id="{A0BD1EC9-FD2C-045C-917B-6B56AC8ECF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直線コネクタ 475">
                <a:extLst>
                  <a:ext uri="{FF2B5EF4-FFF2-40B4-BE49-F238E27FC236}">
                    <ns2:creationId id="{8C04C77E-1B3A-13A5-EB4A-8FE5AD5599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7" name="直線コネクタ 476">
                <a:extLst>
                  <a:ext uri="{FF2B5EF4-FFF2-40B4-BE49-F238E27FC236}">
                    <ns2:creationId id="{F677EEBD-4ACA-610D-8752-5AF9ACBFA3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8" name="直線コネクタ 477">
                <a:extLst>
                  <a:ext uri="{FF2B5EF4-FFF2-40B4-BE49-F238E27FC236}">
                    <ns2:creationId id="{C2686EB9-4C4E-3918-5483-6A0B1F40F5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直線コネクタ 478">
                <a:extLst>
                  <a:ext uri="{FF2B5EF4-FFF2-40B4-BE49-F238E27FC236}">
                    <ns2:creationId id="{1C4303D7-D55F-98BB-0210-9A797F7262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直線コネクタ 479">
                <a:extLst>
                  <a:ext uri="{FF2B5EF4-FFF2-40B4-BE49-F238E27FC236}">
                    <ns2:creationId id="{7F6FF29C-2F69-CF00-C943-F187A5C9C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直線コネクタ 480">
                <a:extLst>
                  <a:ext uri="{FF2B5EF4-FFF2-40B4-BE49-F238E27FC236}">
                    <ns2:creationId id="{55E514F4-DD90-E76C-6AE9-519D1141DE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直線コネクタ 481">
                <a:extLst>
                  <a:ext uri="{FF2B5EF4-FFF2-40B4-BE49-F238E27FC236}">
                    <ns2:creationId id="{9A7B65C1-CB33-9378-47EB-84CADF7307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直線コネクタ 482">
                <a:extLst>
                  <a:ext uri="{FF2B5EF4-FFF2-40B4-BE49-F238E27FC236}">
                    <ns2:creationId id="{3F18EE65-DE49-CD9F-495C-803CA381F7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直線コネクタ 483">
                <a:extLst>
                  <a:ext uri="{FF2B5EF4-FFF2-40B4-BE49-F238E27FC236}">
                    <ns2:creationId id="{29CFE8F9-5C6F-ACEA-F807-27DB2F18FC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5" name="直線コネクタ 484">
                <a:extLst>
                  <a:ext uri="{FF2B5EF4-FFF2-40B4-BE49-F238E27FC236}">
                    <ns2:creationId id="{D90162C1-C291-168D-3F78-CB85013E4D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直線コネクタ 485">
                <a:extLst>
                  <a:ext uri="{FF2B5EF4-FFF2-40B4-BE49-F238E27FC236}">
                    <ns2:creationId id="{62E2C158-DC5F-3284-0934-FEDCE42B56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直線コネクタ 486">
                <a:extLst>
                  <a:ext uri="{FF2B5EF4-FFF2-40B4-BE49-F238E27FC236}">
                    <ns2:creationId id="{7361836F-3030-DB75-7919-C04D3E195C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線コネクタ 487">
                <a:extLst>
                  <a:ext uri="{FF2B5EF4-FFF2-40B4-BE49-F238E27FC236}">
                    <ns2:creationId id="{42CEFB6C-27D3-17F5-90CE-F8790DD6C9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直線コネクタ 488">
                <a:extLst>
                  <a:ext uri="{FF2B5EF4-FFF2-40B4-BE49-F238E27FC236}">
                    <ns2:creationId id="{A775F348-2E8B-5F46-72A0-48A6C8BBF5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0" name="直線コネクタ 489">
                <a:extLst>
                  <a:ext uri="{FF2B5EF4-FFF2-40B4-BE49-F238E27FC236}">
                    <ns2:creationId id="{E46F8733-B6EB-0357-A719-E439D700C6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1" name="直線コネクタ 490">
                <a:extLst>
                  <a:ext uri="{FF2B5EF4-FFF2-40B4-BE49-F238E27FC236}">
                    <ns2:creationId id="{C8C80967-73F3-2C7B-0679-FDC4622678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2" name="直線コネクタ 491">
                <a:extLst>
                  <a:ext uri="{FF2B5EF4-FFF2-40B4-BE49-F238E27FC236}">
                    <ns2:creationId id="{B283FCD5-6F95-F553-3D5B-C2F648A95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直線コネクタ 492">
                <a:extLst>
                  <a:ext uri="{FF2B5EF4-FFF2-40B4-BE49-F238E27FC236}">
                    <ns2:creationId id="{59246D7E-2511-EB3D-CC2F-3D68984F00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4" name="グループ化 493">
              <a:extLst>
                <a:ext uri="{FF2B5EF4-FFF2-40B4-BE49-F238E27FC236}">
                  <ns2:creationId id="{04E0E9FA-6AE3-A831-DC26-89C59ECA2EFC}"/>
                </a:ext>
              </a:extLst>
            </p:cNvPr>
            <p:cNvGrpSpPr/>
            <p:nvPr/>
          </p:nvGrpSpPr>
          <p:grpSpPr>
            <a:xfrm>
              <a:off x="1615544" y="5275586"/>
              <a:ext cx="10235427" cy="0"/>
              <a:chOff x="1615544" y="2874010"/>
              <a:chExt cx="10235427" cy="0"/>
            </a:xfrm>
          </p:grpSpPr>
          <p:cxnSp>
            <p:nvCxnSpPr>
              <p:cNvPr id="495" name="直線コネクタ 494">
                <a:extLst>
                  <a:ext uri="{FF2B5EF4-FFF2-40B4-BE49-F238E27FC236}">
                    <ns2:creationId id="{B0F4C278-CC08-C41D-4998-26C2DB600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直線コネクタ 495">
                <a:extLst>
                  <a:ext uri="{FF2B5EF4-FFF2-40B4-BE49-F238E27FC236}">
                    <ns2:creationId id="{8F1625D2-EBC3-E0BD-28EB-57A3D682AB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直線コネクタ 496">
                <a:extLst>
                  <a:ext uri="{FF2B5EF4-FFF2-40B4-BE49-F238E27FC236}">
                    <ns2:creationId id="{F536462F-6D52-E41E-0DD0-708F43F8EB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8" name="直線コネクタ 497">
                <a:extLst>
                  <a:ext uri="{FF2B5EF4-FFF2-40B4-BE49-F238E27FC236}">
                    <ns2:creationId id="{EDEECCD6-CD25-87EA-022F-073603EC57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9" name="直線コネクタ 498">
                <a:extLst>
                  <a:ext uri="{FF2B5EF4-FFF2-40B4-BE49-F238E27FC236}">
                    <ns2:creationId id="{CD9ED60C-2C0A-6397-5EBD-25E3C263D3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直線コネクタ 499">
                <a:extLst>
                  <a:ext uri="{FF2B5EF4-FFF2-40B4-BE49-F238E27FC236}">
                    <ns2:creationId id="{4D6B0DF5-656E-E910-925F-26E9D23BA7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1" name="直線コネクタ 500">
                <a:extLst>
                  <a:ext uri="{FF2B5EF4-FFF2-40B4-BE49-F238E27FC236}">
                    <ns2:creationId id="{4C023830-E548-3EF7-8CD7-8EABAA7A27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2" name="直線コネクタ 501">
                <a:extLst>
                  <a:ext uri="{FF2B5EF4-FFF2-40B4-BE49-F238E27FC236}">
                    <ns2:creationId id="{A931BE4B-70BB-8D07-1933-AB8D5E608E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直線コネクタ 502">
                <a:extLst>
                  <a:ext uri="{FF2B5EF4-FFF2-40B4-BE49-F238E27FC236}">
                    <ns2:creationId id="{71F88AFC-5B93-795D-97D3-01AD6231F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4" name="直線コネクタ 503">
                <a:extLst>
                  <a:ext uri="{FF2B5EF4-FFF2-40B4-BE49-F238E27FC236}">
                    <ns2:creationId id="{EE3A041E-3379-123D-9129-08173F88F6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5" name="直線コネクタ 504">
                <a:extLst>
                  <a:ext uri="{FF2B5EF4-FFF2-40B4-BE49-F238E27FC236}">
                    <ns2:creationId id="{91982F59-249A-825C-D0A6-BE90CE83A9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6" name="直線コネクタ 505">
                <a:extLst>
                  <a:ext uri="{FF2B5EF4-FFF2-40B4-BE49-F238E27FC236}">
                    <ns2:creationId id="{6A9EA0CA-1497-FA3E-94A6-8C407C32F5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7" name="直線コネクタ 506">
                <a:extLst>
                  <a:ext uri="{FF2B5EF4-FFF2-40B4-BE49-F238E27FC236}">
                    <ns2:creationId id="{6109015C-D0E0-75DC-55F8-5E917AB22A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8" name="直線コネクタ 507">
                <a:extLst>
                  <a:ext uri="{FF2B5EF4-FFF2-40B4-BE49-F238E27FC236}">
                    <ns2:creationId id="{C3A10BBE-A065-AD1F-F7DD-7CADC59345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9" name="直線コネクタ 508">
                <a:extLst>
                  <a:ext uri="{FF2B5EF4-FFF2-40B4-BE49-F238E27FC236}">
                    <ns2:creationId id="{67F321B5-F153-75F3-6CE2-BD616DC3A0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0" name="直線コネクタ 509">
                <a:extLst>
                  <a:ext uri="{FF2B5EF4-FFF2-40B4-BE49-F238E27FC236}">
                    <ns2:creationId id="{28C55D92-0BA9-A52C-ADFC-2864092969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1" name="直線コネクタ 510">
                <a:extLst>
                  <a:ext uri="{FF2B5EF4-FFF2-40B4-BE49-F238E27FC236}">
                    <ns2:creationId id="{5C2AB2A9-7B6D-F1CC-3A2B-AD09EF1EB1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2" name="直線コネクタ 511">
                <a:extLst>
                  <a:ext uri="{FF2B5EF4-FFF2-40B4-BE49-F238E27FC236}">
                    <ns2:creationId id="{C40D8F0D-D9DC-80A2-F0ED-691464755E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" name="直線コネクタ 512">
                <a:extLst>
                  <a:ext uri="{FF2B5EF4-FFF2-40B4-BE49-F238E27FC236}">
                    <ns2:creationId id="{BEF03CBA-AC6E-7435-38A2-E88C882F65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" name="直線コネクタ 513">
                <a:extLst>
                  <a:ext uri="{FF2B5EF4-FFF2-40B4-BE49-F238E27FC236}">
                    <ns2:creationId id="{B0D4ACDF-7917-C60E-5378-14AAF4EE83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5" name="直線コネクタ 514">
                <a:extLst>
                  <a:ext uri="{FF2B5EF4-FFF2-40B4-BE49-F238E27FC236}">
                    <ns2:creationId id="{58979CDE-57FC-D722-CDAD-83F2EA7CCA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6" name="直線コネクタ 515">
                <a:extLst>
                  <a:ext uri="{FF2B5EF4-FFF2-40B4-BE49-F238E27FC236}">
                    <ns2:creationId id="{EEF410AC-0DA5-EB14-441D-A197F1EABF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直線コネクタ 516">
                <a:extLst>
                  <a:ext uri="{FF2B5EF4-FFF2-40B4-BE49-F238E27FC236}">
                    <ns2:creationId id="{90C65B76-235F-633F-9287-71DE08D68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8" name="直線コネクタ 517">
                <a:extLst>
                  <a:ext uri="{FF2B5EF4-FFF2-40B4-BE49-F238E27FC236}">
                    <ns2:creationId id="{EEF6C747-524A-AC5B-D2CD-ACFD5ED53A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9" name="グループ化 518">
              <a:extLst>
                <a:ext uri="{FF2B5EF4-FFF2-40B4-BE49-F238E27FC236}">
                  <ns2:creationId id="{E0B7EB30-5979-3901-767D-1A9DB41F036B}"/>
                </a:ext>
              </a:extLst>
            </p:cNvPr>
            <p:cNvGrpSpPr/>
            <p:nvPr/>
          </p:nvGrpSpPr>
          <p:grpSpPr>
            <a:xfrm>
              <a:off x="1615544" y="5710216"/>
              <a:ext cx="10235427" cy="0"/>
              <a:chOff x="1615544" y="2874010"/>
              <a:chExt cx="10235427" cy="0"/>
            </a:xfrm>
          </p:grpSpPr>
          <p:cxnSp>
            <p:nvCxnSpPr>
              <p:cNvPr id="520" name="直線コネクタ 519">
                <a:extLst>
                  <a:ext uri="{FF2B5EF4-FFF2-40B4-BE49-F238E27FC236}">
                    <ns2:creationId id="{4EE1912B-7892-6B3E-3011-AB235FFD9B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直線コネクタ 520">
                <a:extLst>
                  <a:ext uri="{FF2B5EF4-FFF2-40B4-BE49-F238E27FC236}">
                    <ns2:creationId id="{ECB07110-7C66-81C4-C02A-AFF474C9DD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2" name="直線コネクタ 521">
                <a:extLst>
                  <a:ext uri="{FF2B5EF4-FFF2-40B4-BE49-F238E27FC236}">
                    <ns2:creationId id="{181AEA13-E566-ABEA-8235-4C5ED602FC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3" name="直線コネクタ 522">
                <a:extLst>
                  <a:ext uri="{FF2B5EF4-FFF2-40B4-BE49-F238E27FC236}">
                    <ns2:creationId id="{FAD48626-D33A-D36B-508E-1AE23666B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4" name="直線コネクタ 523">
                <a:extLst>
                  <a:ext uri="{FF2B5EF4-FFF2-40B4-BE49-F238E27FC236}">
                    <ns2:creationId id="{A5893AC0-EF43-7D1B-03CB-E1157EEF31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5" name="直線コネクタ 524">
                <a:extLst>
                  <a:ext uri="{FF2B5EF4-FFF2-40B4-BE49-F238E27FC236}">
                    <ns2:creationId id="{E5EED291-532B-ABF0-6710-069B643CF5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6" name="直線コネクタ 525">
                <a:extLst>
                  <a:ext uri="{FF2B5EF4-FFF2-40B4-BE49-F238E27FC236}">
                    <ns2:creationId id="{F4A11416-72BB-426C-9D45-DC1F20BF3F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7" name="直線コネクタ 526">
                <a:extLst>
                  <a:ext uri="{FF2B5EF4-FFF2-40B4-BE49-F238E27FC236}">
                    <ns2:creationId id="{6D40AFF0-9D9A-CFB3-971B-8B4653376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8" name="直線コネクタ 527">
                <a:extLst>
                  <a:ext uri="{FF2B5EF4-FFF2-40B4-BE49-F238E27FC236}">
                    <ns2:creationId id="{198094F6-8C67-F0B0-DF3C-02AC40E96B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9" name="直線コネクタ 528">
                <a:extLst>
                  <a:ext uri="{FF2B5EF4-FFF2-40B4-BE49-F238E27FC236}">
                    <ns2:creationId id="{F4A6436E-BD7E-2685-A51A-527D9FB26E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0" name="直線コネクタ 529">
                <a:extLst>
                  <a:ext uri="{FF2B5EF4-FFF2-40B4-BE49-F238E27FC236}">
                    <ns2:creationId id="{09CF9B16-E1B2-AEF5-4DC3-4C21C2C1A6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1" name="直線コネクタ 530">
                <a:extLst>
                  <a:ext uri="{FF2B5EF4-FFF2-40B4-BE49-F238E27FC236}">
                    <ns2:creationId id="{5CD5D9B7-8C1B-527A-C6C0-6FFF25F352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2" name="直線コネクタ 531">
                <a:extLst>
                  <a:ext uri="{FF2B5EF4-FFF2-40B4-BE49-F238E27FC236}">
                    <ns2:creationId id="{EEDA5D32-28D8-36C7-2685-88B98C8BDF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直線コネクタ 532">
                <a:extLst>
                  <a:ext uri="{FF2B5EF4-FFF2-40B4-BE49-F238E27FC236}">
                    <ns2:creationId id="{BA93BF90-672D-5333-6F6F-A74DA7285A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4" name="直線コネクタ 533">
                <a:extLst>
                  <a:ext uri="{FF2B5EF4-FFF2-40B4-BE49-F238E27FC236}">
                    <ns2:creationId id="{90CDA7DD-D7AB-A759-F034-E6D41ED30F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5" name="直線コネクタ 534">
                <a:extLst>
                  <a:ext uri="{FF2B5EF4-FFF2-40B4-BE49-F238E27FC236}">
                    <ns2:creationId id="{779408A8-0C0B-C594-0F55-CB02AD4AFC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6" name="直線コネクタ 535">
                <a:extLst>
                  <a:ext uri="{FF2B5EF4-FFF2-40B4-BE49-F238E27FC236}">
                    <ns2:creationId id="{8BB7B786-4502-A02F-6791-C1FAF2EE56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7" name="直線コネクタ 536">
                <a:extLst>
                  <a:ext uri="{FF2B5EF4-FFF2-40B4-BE49-F238E27FC236}">
                    <ns2:creationId id="{10E20CC9-AE9A-5576-DCB6-275C9AEC66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8" name="直線コネクタ 537">
                <a:extLst>
                  <a:ext uri="{FF2B5EF4-FFF2-40B4-BE49-F238E27FC236}">
                    <ns2:creationId id="{1A27CFBE-207F-F68D-AFDB-6E09FDAE22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9" name="直線コネクタ 538">
                <a:extLst>
                  <a:ext uri="{FF2B5EF4-FFF2-40B4-BE49-F238E27FC236}">
                    <ns2:creationId id="{1C43EFFE-1D61-2FA2-AD12-080014427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直線コネクタ 539">
                <a:extLst>
                  <a:ext uri="{FF2B5EF4-FFF2-40B4-BE49-F238E27FC236}">
                    <ns2:creationId id="{4E5766B0-CE91-1757-0987-6703EFE3BE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線コネクタ 540">
                <a:extLst>
                  <a:ext uri="{FF2B5EF4-FFF2-40B4-BE49-F238E27FC236}">
                    <ns2:creationId id="{278963F1-17EA-1D42-DDDE-063B25900A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直線コネクタ 541">
                <a:extLst>
                  <a:ext uri="{FF2B5EF4-FFF2-40B4-BE49-F238E27FC236}">
                    <ns2:creationId id="{A19B5E48-89CB-1602-355E-6D3A04B128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直線コネクタ 542">
                <a:extLst>
                  <a:ext uri="{FF2B5EF4-FFF2-40B4-BE49-F238E27FC236}">
                    <ns2:creationId id="{B7889285-0FA0-7E72-252F-269C83D968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4" name="楕円 543">
              <a:extLst>
                <a:ext uri="{FF2B5EF4-FFF2-40B4-BE49-F238E27FC236}">
                  <ns2:creationId id="{B7DA68DE-FC3C-D2E9-3FE9-AD839EBE04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59544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5" name="円: 塗りつぶしなし 544">
              <a:extLst>
                <a:ext uri="{FF2B5EF4-FFF2-40B4-BE49-F238E27FC236}">
                  <ns2:creationId id="{7D778C3F-BDC2-C7E8-615D-98779CFA37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87353" y="2263700"/>
              <a:ext cx="108000" cy="108000"/>
            </a:xfrm>
            <a:prstGeom prst="donut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6" name="楕円 545">
              <a:extLst>
                <a:ext uri="{FF2B5EF4-FFF2-40B4-BE49-F238E27FC236}">
                  <ns2:creationId id="{3B86D4E0-D691-C2AC-7201-DFB462F344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42971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7" name="楕円 546">
              <a:extLst>
                <a:ext uri="{FF2B5EF4-FFF2-40B4-BE49-F238E27FC236}">
                  <ns2:creationId id="{1FD1ACAB-AB40-7E8A-2E6C-CBF29A4089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0780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8" name="星: 5 pt 547">
              <a:extLst>
                <a:ext uri="{FF2B5EF4-FFF2-40B4-BE49-F238E27FC236}">
                  <ns2:creationId id="{13794858-02A3-00E2-1E04-4C538A9632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98588" y="2263700"/>
              <a:ext cx="108000" cy="108000"/>
            </a:xfrm>
            <a:prstGeom prst="star5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9" name="楕円 548">
              <a:extLst>
                <a:ext uri="{FF2B5EF4-FFF2-40B4-BE49-F238E27FC236}">
                  <ns2:creationId id="{F0F60D72-B526-1D9D-C14B-1C1BB388C7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54206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0" name="楕円 549">
              <a:extLst>
                <a:ext uri="{FF2B5EF4-FFF2-40B4-BE49-F238E27FC236}">
                  <ns2:creationId id="{2BA7DD09-4797-803A-2CA9-0171E25109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85779" y="2267463"/>
              <a:ext cx="100474" cy="10047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1" name="楕円 550">
              <a:extLst>
                <a:ext uri="{FF2B5EF4-FFF2-40B4-BE49-F238E27FC236}">
                  <ns2:creationId id="{B2152417-7123-8BBD-E2DE-DB4D4A3DD2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65441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2" name="楕円 551">
              <a:extLst>
                <a:ext uri="{FF2B5EF4-FFF2-40B4-BE49-F238E27FC236}">
                  <ns2:creationId id="{0CBD0B10-7824-5B4F-DD8B-D226B14CF4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93249" y="2267464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3" name="楕円 552">
              <a:extLst>
                <a:ext uri="{FF2B5EF4-FFF2-40B4-BE49-F238E27FC236}">
                  <ns2:creationId id="{544A077B-86D2-9A25-5F7B-D3C473D7E7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76675" y="2267464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5" name="楕円 554">
              <a:extLst>
                <a:ext uri="{FF2B5EF4-FFF2-40B4-BE49-F238E27FC236}">
                  <ns2:creationId id="{5E4AD80E-2D96-648D-E320-7717431600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4485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6" name="星: 5 pt 555">
              <a:extLst>
                <a:ext uri="{FF2B5EF4-FFF2-40B4-BE49-F238E27FC236}">
                  <ns2:creationId id="{A2802C96-913A-0135-F38A-36AA7C9E97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32294" y="2263700"/>
              <a:ext cx="108000" cy="108000"/>
            </a:xfrm>
            <a:prstGeom prst="star5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7" name="楕円 556">
              <a:extLst>
                <a:ext uri="{FF2B5EF4-FFF2-40B4-BE49-F238E27FC236}">
                  <ns2:creationId id="{31E87EE8-580E-CAB9-797F-1C2B16FD13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87910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8" name="楕円 557">
              <a:extLst>
                <a:ext uri="{FF2B5EF4-FFF2-40B4-BE49-F238E27FC236}">
                  <ns2:creationId id="{5BEB67C1-3FF5-C53F-832E-19761EEF3F2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5719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9" name="楕円 558">
              <a:extLst>
                <a:ext uri="{FF2B5EF4-FFF2-40B4-BE49-F238E27FC236}">
                  <ns2:creationId id="{3B693549-04AD-4297-C6AA-005285D2D5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71337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0" name="星: 5 pt 559">
              <a:extLst>
                <a:ext uri="{FF2B5EF4-FFF2-40B4-BE49-F238E27FC236}">
                  <ns2:creationId id="{1DF96431-BBA7-7409-FB39-78462806E9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99145" y="2263700"/>
              <a:ext cx="108000" cy="108000"/>
            </a:xfrm>
            <a:prstGeom prst="star5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1" name="フローチャート: 判断 560">
              <a:extLst>
                <a:ext uri="{FF2B5EF4-FFF2-40B4-BE49-F238E27FC236}">
                  <ns2:creationId id="{111D3263-3AA2-B73D-FE73-A3C18B49D9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59544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2" name="フローチャート: 判断 561">
              <a:extLst>
                <a:ext uri="{FF2B5EF4-FFF2-40B4-BE49-F238E27FC236}">
                  <ns2:creationId id="{C89A8146-2E9D-4A33-4FFB-BAC13C55EE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15161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3" name="フローチャート: 判断 562">
              <a:extLst>
                <a:ext uri="{FF2B5EF4-FFF2-40B4-BE49-F238E27FC236}">
                  <ns2:creationId id="{FB29E6AE-78A1-A1EF-C790-93C05B873C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0780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4" name="フローチャート: 判断 563">
              <a:extLst>
                <a:ext uri="{FF2B5EF4-FFF2-40B4-BE49-F238E27FC236}">
                  <ns2:creationId id="{CAC4F5A6-749B-2F88-5806-834CFC0184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26397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5" name="フローチャート: 判断 564">
              <a:extLst>
                <a:ext uri="{FF2B5EF4-FFF2-40B4-BE49-F238E27FC236}">
                  <ns2:creationId id="{FA8C63EA-09A2-C562-5E98-324CDFAF9B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82015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6" name="フローチャート: 判断 565">
              <a:extLst>
                <a:ext uri="{FF2B5EF4-FFF2-40B4-BE49-F238E27FC236}">
                  <ns2:creationId id="{E75D0BAF-712E-596A-2DC8-6E54C15FA0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37632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7" name="フローチャート: 判断 566">
              <a:extLst>
                <a:ext uri="{FF2B5EF4-FFF2-40B4-BE49-F238E27FC236}">
                  <ns2:creationId id="{D329A880-0C71-BCA1-6733-0483BF60D98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93248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8" name="フローチャート: 判断 567">
              <a:extLst>
                <a:ext uri="{FF2B5EF4-FFF2-40B4-BE49-F238E27FC236}">
                  <ns2:creationId id="{A4749192-847D-A852-C372-37849E2F07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48867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9" name="フローチャート: 判断 568">
              <a:extLst>
                <a:ext uri="{FF2B5EF4-FFF2-40B4-BE49-F238E27FC236}">
                  <ns2:creationId id="{3FA5E551-8B8D-A31E-F282-1F293000F8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4483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0" name="フローチャート: 判断 569">
              <a:extLst>
                <a:ext uri="{FF2B5EF4-FFF2-40B4-BE49-F238E27FC236}">
                  <ns2:creationId id="{1DCF45D8-DB74-14E6-54BD-CAA8974765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460102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1" name="フローチャート: 判断 570">
              <a:extLst>
                <a:ext uri="{FF2B5EF4-FFF2-40B4-BE49-F238E27FC236}">
                  <ns2:creationId id="{A6A1DCDA-248A-6C6C-2C1E-B0CF41E371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5718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2" name="フローチャート: 判断 571">
              <a:extLst>
                <a:ext uri="{FF2B5EF4-FFF2-40B4-BE49-F238E27FC236}">
                  <ns2:creationId id="{75A52C19-8DC2-F564-46CE-CE365FA56C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71337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3" name="正方形/長方形 572">
              <a:extLst>
                <a:ext uri="{FF2B5EF4-FFF2-40B4-BE49-F238E27FC236}">
                  <ns2:creationId id="{5898E4E0-BA1A-DD39-C992-BC4D599309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98588" y="2599496"/>
              <a:ext cx="108000" cy="108000"/>
            </a:xfrm>
            <a:prstGeom prst="rect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4" name="正方形/長方形 573">
              <a:extLst>
                <a:ext uri="{FF2B5EF4-FFF2-40B4-BE49-F238E27FC236}">
                  <ns2:creationId id="{8668E276-52DF-2AF7-B59A-786838062F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32294" y="2599496"/>
              <a:ext cx="108000" cy="108000"/>
            </a:xfrm>
            <a:prstGeom prst="rect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5" name="正方形/長方形 574">
              <a:extLst>
                <a:ext uri="{FF2B5EF4-FFF2-40B4-BE49-F238E27FC236}">
                  <ns2:creationId id="{BF056A80-6F8C-1676-745D-41A8C7FF2AEA}"/>
                </a:ext>
              </a:extLst>
            </p:cNvPr>
            <p:cNvSpPr/>
            <p:nvPr/>
          </p:nvSpPr>
          <p:spPr>
            <a:xfrm>
              <a:off x="2115353" y="2762614"/>
              <a:ext cx="252000" cy="42101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6" name="正方形/長方形 575">
              <a:extLst>
                <a:ext uri="{FF2B5EF4-FFF2-40B4-BE49-F238E27FC236}">
                  <ns2:creationId id="{96302AC6-80EC-AD6F-7CDF-DFA5F9F5501D}"/>
                </a:ext>
              </a:extLst>
            </p:cNvPr>
            <p:cNvSpPr/>
            <p:nvPr/>
          </p:nvSpPr>
          <p:spPr>
            <a:xfrm>
              <a:off x="2115353" y="3383500"/>
              <a:ext cx="252000" cy="248227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7" name="正方形/長方形 576">
              <a:extLst>
                <a:ext uri="{FF2B5EF4-FFF2-40B4-BE49-F238E27FC236}">
                  <ns2:creationId id="{E77158B3-2118-650B-35C9-2F2BD1490683}"/>
                </a:ext>
              </a:extLst>
            </p:cNvPr>
            <p:cNvSpPr/>
            <p:nvPr/>
          </p:nvSpPr>
          <p:spPr>
            <a:xfrm>
              <a:off x="2241352" y="3193049"/>
              <a:ext cx="533597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9" name="正方形/長方形 578">
              <a:extLst>
                <a:ext uri="{FF2B5EF4-FFF2-40B4-BE49-F238E27FC236}">
                  <ns2:creationId id="{CFC61FD4-2D6E-6151-0CA8-1240DC9BA517}"/>
                </a:ext>
              </a:extLst>
            </p:cNvPr>
            <p:cNvSpPr/>
            <p:nvPr/>
          </p:nvSpPr>
          <p:spPr>
            <a:xfrm>
              <a:off x="2241352" y="3637737"/>
              <a:ext cx="533597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1" name="正方形/長方形 580">
              <a:extLst>
                <a:ext uri="{FF2B5EF4-FFF2-40B4-BE49-F238E27FC236}">
                  <ns2:creationId id="{AA9F4AAC-02D0-9898-A75A-2648AAD4DA2B}"/>
                </a:ext>
              </a:extLst>
            </p:cNvPr>
            <p:cNvSpPr/>
            <p:nvPr/>
          </p:nvSpPr>
          <p:spPr>
            <a:xfrm>
              <a:off x="4682205" y="294887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2" name="正方形/長方形 581">
              <a:extLst>
                <a:ext uri="{FF2B5EF4-FFF2-40B4-BE49-F238E27FC236}">
                  <ns2:creationId id="{CCC15EAB-9E2E-AB40-049B-2E00DEC7FE40}"/>
                </a:ext>
              </a:extLst>
            </p:cNvPr>
            <p:cNvSpPr/>
            <p:nvPr/>
          </p:nvSpPr>
          <p:spPr>
            <a:xfrm>
              <a:off x="4313394" y="3184531"/>
              <a:ext cx="989621" cy="18535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it-IT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r>
                <a:rPr kumimoji="1" lang="zh-TW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zh-TW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zh-TW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br>
                <a:rPr kumimoji="1" lang="it-IT" altLang="zh-TW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zh-TW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3" name="正方形/長方形 582">
              <a:extLst>
                <a:ext uri="{FF2B5EF4-FFF2-40B4-BE49-F238E27FC236}">
                  <ns2:creationId id="{AB29EC5E-794D-DD30-0FB1-995AD03AD163}"/>
                </a:ext>
              </a:extLst>
            </p:cNvPr>
            <p:cNvSpPr/>
            <p:nvPr/>
          </p:nvSpPr>
          <p:spPr>
            <a:xfrm>
              <a:off x="6821249" y="294887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4" name="正方形/長方形 583">
              <a:extLst>
                <a:ext uri="{FF2B5EF4-FFF2-40B4-BE49-F238E27FC236}">
                  <ns2:creationId id="{5E8A65E4-C436-479F-0D30-331C5E9A0D01}"/>
                </a:ext>
              </a:extLst>
            </p:cNvPr>
            <p:cNvSpPr/>
            <p:nvPr/>
          </p:nvSpPr>
          <p:spPr>
            <a:xfrm>
              <a:off x="7249058" y="294887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5" name="正方形/長方形 584">
              <a:extLst>
                <a:ext uri="{FF2B5EF4-FFF2-40B4-BE49-F238E27FC236}">
                  <ns2:creationId id="{7C0B83AB-BED2-D6ED-274C-0A24E966C9F8}"/>
                </a:ext>
              </a:extLst>
            </p:cNvPr>
            <p:cNvSpPr/>
            <p:nvPr/>
          </p:nvSpPr>
          <p:spPr>
            <a:xfrm>
              <a:off x="6624516" y="3184531"/>
              <a:ext cx="645468" cy="18535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6" name="正方形/長方形 585">
              <a:extLst>
                <a:ext uri="{FF2B5EF4-FFF2-40B4-BE49-F238E27FC236}">
                  <ns2:creationId id="{0AF81525-7177-3371-FF80-686DEE0509DF}"/>
                </a:ext>
              </a:extLst>
            </p:cNvPr>
            <p:cNvSpPr/>
            <p:nvPr/>
          </p:nvSpPr>
          <p:spPr>
            <a:xfrm>
              <a:off x="7361215" y="3184531"/>
              <a:ext cx="645468" cy="18535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8" name="正方形/長方形 587">
              <a:extLst>
                <a:ext uri="{FF2B5EF4-FFF2-40B4-BE49-F238E27FC236}">
                  <ns2:creationId id="{122A9D15-5BB6-C887-8418-CA5598A624FE}"/>
                </a:ext>
              </a:extLst>
            </p:cNvPr>
            <p:cNvSpPr/>
            <p:nvPr/>
          </p:nvSpPr>
          <p:spPr>
            <a:xfrm>
              <a:off x="8960293" y="294887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9" name="正方形/長方形 588">
              <a:extLst>
                <a:ext uri="{FF2B5EF4-FFF2-40B4-BE49-F238E27FC236}">
                  <ns2:creationId id="{264DD11E-E8ED-6A68-C712-514CFD870DAE}"/>
                </a:ext>
              </a:extLst>
            </p:cNvPr>
            <p:cNvSpPr/>
            <p:nvPr/>
          </p:nvSpPr>
          <p:spPr>
            <a:xfrm>
              <a:off x="8727779" y="3184531"/>
              <a:ext cx="717030" cy="18535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0" name="正方形/長方形 589">
              <a:extLst>
                <a:ext uri="{FF2B5EF4-FFF2-40B4-BE49-F238E27FC236}">
                  <ns2:creationId id="{F56FF2C8-0FD9-07D0-4062-878D22B5F550}"/>
                </a:ext>
              </a:extLst>
            </p:cNvPr>
            <p:cNvSpPr/>
            <p:nvPr/>
          </p:nvSpPr>
          <p:spPr>
            <a:xfrm>
              <a:off x="7249058" y="338350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1" name="正方形/長方形 590">
              <a:extLst>
                <a:ext uri="{FF2B5EF4-FFF2-40B4-BE49-F238E27FC236}">
                  <ns2:creationId id="{96D063A9-CB6D-0F08-3734-63ABAA382DE5}"/>
                </a:ext>
              </a:extLst>
            </p:cNvPr>
            <p:cNvSpPr/>
            <p:nvPr/>
          </p:nvSpPr>
          <p:spPr>
            <a:xfrm>
              <a:off x="7361215" y="3623264"/>
              <a:ext cx="645468" cy="18535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94" name="直線コネクタ 593">
              <a:extLst>
                <a:ext uri="{FF2B5EF4-FFF2-40B4-BE49-F238E27FC236}">
                  <ns2:creationId id="{43263513-9FD5-9E98-3A55-F821ECABAEF4}"/>
                </a:ext>
              </a:extLst>
            </p:cNvPr>
            <p:cNvCxnSpPr>
              <a:cxnSpLocks/>
            </p:cNvCxnSpPr>
            <p:nvPr/>
          </p:nvCxnSpPr>
          <p:spPr>
            <a:xfrm>
              <a:off x="8067641" y="2744256"/>
              <a:ext cx="0" cy="1038651"/>
            </a:xfrm>
            <a:prstGeom prst="line">
              <a:avLst/>
            </a:prstGeom>
            <a:ln w="9525">
              <a:solidFill>
                <a:srgbClr val="00953C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6" name="正方形/長方形 595">
              <a:extLst>
                <a:ext uri="{FF2B5EF4-FFF2-40B4-BE49-F238E27FC236}">
                  <ns2:creationId id="{363CFF15-114E-A156-F5C9-7D9E2775B468}"/>
                </a:ext>
              </a:extLst>
            </p:cNvPr>
            <p:cNvSpPr/>
            <p:nvPr/>
          </p:nvSpPr>
          <p:spPr>
            <a:xfrm>
              <a:off x="8196414" y="3408655"/>
              <a:ext cx="839636" cy="185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98" name="直線コネクタ 597">
              <a:extLst>
                <a:ext uri="{FF2B5EF4-FFF2-40B4-BE49-F238E27FC236}">
                  <ns2:creationId id="{D2F74EA1-18A2-5ED0-0D3B-5A84968EAE66}"/>
                </a:ext>
              </a:extLst>
            </p:cNvPr>
            <p:cNvCxnSpPr>
              <a:cxnSpLocks/>
            </p:cNvCxnSpPr>
            <p:nvPr/>
          </p:nvCxnSpPr>
          <p:spPr>
            <a:xfrm>
              <a:off x="9798050" y="2744256"/>
              <a:ext cx="0" cy="1038651"/>
            </a:xfrm>
            <a:prstGeom prst="line">
              <a:avLst/>
            </a:prstGeom>
            <a:ln w="9525">
              <a:solidFill>
                <a:srgbClr val="00953C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直線コネクタ 600">
              <a:extLst>
                <a:ext uri="{FF2B5EF4-FFF2-40B4-BE49-F238E27FC236}">
                  <ns2:creationId id="{45073E29-D8AF-2E6B-5BAC-C1A590555C72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288" y="2744256"/>
              <a:ext cx="0" cy="1038651"/>
            </a:xfrm>
            <a:prstGeom prst="line">
              <a:avLst/>
            </a:prstGeom>
            <a:ln w="9525">
              <a:solidFill>
                <a:srgbClr val="00953C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2" name="正方形/長方形 601">
              <a:extLst>
                <a:ext uri="{FF2B5EF4-FFF2-40B4-BE49-F238E27FC236}">
                  <ns2:creationId id="{A70CCE1A-EABD-F561-0AAA-40C4192A3031}"/>
                </a:ext>
              </a:extLst>
            </p:cNvPr>
            <p:cNvSpPr/>
            <p:nvPr/>
          </p:nvSpPr>
          <p:spPr>
            <a:xfrm>
              <a:off x="11198640" y="3170906"/>
              <a:ext cx="547533" cy="185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04" name="グループ化 603">
              <a:extLst>
                <a:ext uri="{FF2B5EF4-FFF2-40B4-BE49-F238E27FC236}">
                  <ns2:creationId id="{D953A40E-99DD-4DBF-90E0-1E94AA8B8D7B}"/>
                </a:ext>
              </a:extLst>
            </p:cNvPr>
            <p:cNvGrpSpPr/>
            <p:nvPr/>
          </p:nvGrpSpPr>
          <p:grpSpPr>
            <a:xfrm>
              <a:off x="1615544" y="4888162"/>
              <a:ext cx="10235427" cy="0"/>
              <a:chOff x="1615544" y="2874010"/>
              <a:chExt cx="10235427" cy="0"/>
            </a:xfrm>
          </p:grpSpPr>
          <p:cxnSp>
            <p:nvCxnSpPr>
              <p:cNvPr id="605" name="直線コネクタ 604">
                <a:extLst>
                  <a:ext uri="{FF2B5EF4-FFF2-40B4-BE49-F238E27FC236}">
                    <ns2:creationId id="{5EEC8305-D909-57E0-9801-EDF877A3A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6" name="直線コネクタ 605">
                <a:extLst>
                  <a:ext uri="{FF2B5EF4-FFF2-40B4-BE49-F238E27FC236}">
                    <ns2:creationId id="{A5BC0A05-10C2-4B00-8CF5-4131ACD0A9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7" name="直線コネクタ 606">
                <a:extLst>
                  <a:ext uri="{FF2B5EF4-FFF2-40B4-BE49-F238E27FC236}">
                    <ns2:creationId id="{520A08D5-1C0F-C08A-BD1D-7A439C78CE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8" name="直線コネクタ 607">
                <a:extLst>
                  <a:ext uri="{FF2B5EF4-FFF2-40B4-BE49-F238E27FC236}">
                    <ns2:creationId id="{98022433-65A9-E88D-28F6-9176C4F45B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9" name="直線コネクタ 608">
                <a:extLst>
                  <a:ext uri="{FF2B5EF4-FFF2-40B4-BE49-F238E27FC236}">
                    <ns2:creationId id="{BD78EE35-2858-8B76-E884-2E26481888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0" name="直線コネクタ 609">
                <a:extLst>
                  <a:ext uri="{FF2B5EF4-FFF2-40B4-BE49-F238E27FC236}">
                    <ns2:creationId id="{3A1B097A-8A16-8F97-81BF-53784F5C0A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1" name="直線コネクタ 610">
                <a:extLst>
                  <a:ext uri="{FF2B5EF4-FFF2-40B4-BE49-F238E27FC236}">
                    <ns2:creationId id="{C63B87BD-D84E-262E-CB38-E2119A15D7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2" name="直線コネクタ 611">
                <a:extLst>
                  <a:ext uri="{FF2B5EF4-FFF2-40B4-BE49-F238E27FC236}">
                    <ns2:creationId id="{A206CEBA-5A6E-23EE-79A4-0CE384962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3" name="直線コネクタ 612">
                <a:extLst>
                  <a:ext uri="{FF2B5EF4-FFF2-40B4-BE49-F238E27FC236}">
                    <ns2:creationId id="{66F71A45-D6B9-0EC6-D496-D178D9CC8C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4" name="直線コネクタ 613">
                <a:extLst>
                  <a:ext uri="{FF2B5EF4-FFF2-40B4-BE49-F238E27FC236}">
                    <ns2:creationId id="{DF18EA48-4078-2D07-40DB-9DEA1CF34F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5" name="直線コネクタ 614">
                <a:extLst>
                  <a:ext uri="{FF2B5EF4-FFF2-40B4-BE49-F238E27FC236}">
                    <ns2:creationId id="{623844CE-64E7-0DBE-3391-D4D3ABA0D6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6" name="直線コネクタ 615">
                <a:extLst>
                  <a:ext uri="{FF2B5EF4-FFF2-40B4-BE49-F238E27FC236}">
                    <ns2:creationId id="{97D8B539-1417-189D-D965-61C164E1B6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7" name="直線コネクタ 616">
                <a:extLst>
                  <a:ext uri="{FF2B5EF4-FFF2-40B4-BE49-F238E27FC236}">
                    <ns2:creationId id="{26A05EBE-9563-CF3F-D1CA-EA1FE9052A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8" name="直線コネクタ 617">
                <a:extLst>
                  <a:ext uri="{FF2B5EF4-FFF2-40B4-BE49-F238E27FC236}">
                    <ns2:creationId id="{CB1E4667-789B-DBF8-6F1F-CA8250B0D8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9" name="直線コネクタ 618">
                <a:extLst>
                  <a:ext uri="{FF2B5EF4-FFF2-40B4-BE49-F238E27FC236}">
                    <ns2:creationId id="{03281DA4-73CE-286C-86D9-47CEE39BD2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0" name="直線コネクタ 619">
                <a:extLst>
                  <a:ext uri="{FF2B5EF4-FFF2-40B4-BE49-F238E27FC236}">
                    <ns2:creationId id="{DAD5475B-58CC-4A40-920D-EE9545DEBB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1" name="直線コネクタ 620">
                <a:extLst>
                  <a:ext uri="{FF2B5EF4-FFF2-40B4-BE49-F238E27FC236}">
                    <ns2:creationId id="{EA61006F-B8B1-7F64-DBE7-C9A8B435B4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2" name="直線コネクタ 621">
                <a:extLst>
                  <a:ext uri="{FF2B5EF4-FFF2-40B4-BE49-F238E27FC236}">
                    <ns2:creationId id="{19A5B961-CBFB-0B57-4FAD-F0A1DDCA66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3" name="直線コネクタ 622">
                <a:extLst>
                  <a:ext uri="{FF2B5EF4-FFF2-40B4-BE49-F238E27FC236}">
                    <ns2:creationId id="{98BBC102-D321-4349-966B-E8059D07CE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4" name="直線コネクタ 623">
                <a:extLst>
                  <a:ext uri="{FF2B5EF4-FFF2-40B4-BE49-F238E27FC236}">
                    <ns2:creationId id="{AC76B18A-BE9A-0139-E2BA-DAEAFDC01C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5" name="直線コネクタ 624">
                <a:extLst>
                  <a:ext uri="{FF2B5EF4-FFF2-40B4-BE49-F238E27FC236}">
                    <ns2:creationId id="{F0199FDA-B7AB-40B6-306C-334237B9E6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直線コネクタ 625">
                <a:extLst>
                  <a:ext uri="{FF2B5EF4-FFF2-40B4-BE49-F238E27FC236}">
                    <ns2:creationId id="{AF7F820E-DB49-49D6-1B1E-1CEFFBB4FD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7" name="直線コネクタ 626">
                <a:extLst>
                  <a:ext uri="{FF2B5EF4-FFF2-40B4-BE49-F238E27FC236}">
                    <ns2:creationId id="{B642F246-4B16-7A26-4DF6-D79545331B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8" name="直線コネクタ 627">
                <a:extLst>
                  <a:ext uri="{FF2B5EF4-FFF2-40B4-BE49-F238E27FC236}">
                    <ns2:creationId id="{BC8938B4-2901-659E-58AC-88CB72F4B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2" name="円: 塗りつぶしなし 631">
              <a:extLst>
                <a:ext uri="{FF2B5EF4-FFF2-40B4-BE49-F238E27FC236}">
                  <ns2:creationId id="{A05B4218-BC41-7CC7-142F-50F66FD0F7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1953" y="3216188"/>
              <a:ext cx="108000" cy="108000"/>
            </a:xfrm>
            <a:prstGeom prst="donut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3" name="円: 塗りつぶしなし 632">
              <a:extLst>
                <a:ext uri="{FF2B5EF4-FFF2-40B4-BE49-F238E27FC236}">
                  <ns2:creationId id="{BAE1883C-F86D-FC1A-BBF5-94E52E7B10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1953" y="3660876"/>
              <a:ext cx="108000" cy="108000"/>
            </a:xfrm>
            <a:prstGeom prst="donut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5" name="二等辺三角形 634">
              <a:extLst>
                <a:ext uri="{FF2B5EF4-FFF2-40B4-BE49-F238E27FC236}">
                  <ns2:creationId id="{9243FD00-DF44-365F-55ED-6B49E4B2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1873" y="2263230"/>
              <a:ext cx="126369" cy="108939"/>
            </a:xfrm>
            <a:prstGeom prst="triangl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6" name="二等辺三角形 635">
              <a:extLst>
                <a:ext uri="{FF2B5EF4-FFF2-40B4-BE49-F238E27FC236}">
                  <ns2:creationId id="{7F6FC3F4-F14E-1A69-F46B-C1D07FF329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1873" y="3222737"/>
              <a:ext cx="126369" cy="108939"/>
            </a:xfrm>
            <a:prstGeom prst="triangl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7" name="二等辺三角形 636">
              <a:extLst>
                <a:ext uri="{FF2B5EF4-FFF2-40B4-BE49-F238E27FC236}">
                  <ns2:creationId id="{70E06F24-9EFD-209E-737F-67F3B09A80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1873" y="3661470"/>
              <a:ext cx="126369" cy="108939"/>
            </a:xfrm>
            <a:prstGeom prst="triangl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8" name="楕円 637">
              <a:extLst>
                <a:ext uri="{FF2B5EF4-FFF2-40B4-BE49-F238E27FC236}">
                  <ns2:creationId id="{A521E5CB-B165-7B53-6EE1-0EE1699DBD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32225" y="344733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44" name="グループ化 643">
              <a:extLst>
                <a:ext uri="{FF2B5EF4-FFF2-40B4-BE49-F238E27FC236}">
                  <ns2:creationId id="{D4FE42C9-A881-CAA4-D0D8-0D5B9465C01A}"/>
                </a:ext>
              </a:extLst>
            </p:cNvPr>
            <p:cNvGrpSpPr/>
            <p:nvPr/>
          </p:nvGrpSpPr>
          <p:grpSpPr>
            <a:xfrm>
              <a:off x="1666874" y="4022744"/>
              <a:ext cx="199793" cy="421010"/>
              <a:chOff x="1666874" y="4022744"/>
              <a:chExt cx="199793" cy="421010"/>
            </a:xfrm>
          </p:grpSpPr>
          <p:sp>
            <p:nvSpPr>
              <p:cNvPr id="631" name="正方形/長方形 630">
                <a:extLst>
                  <a:ext uri="{FF2B5EF4-FFF2-40B4-BE49-F238E27FC236}">
                    <ns2:creationId id="{7A7AB106-4731-16AD-BA35-4E8B1D855221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1" name="正方形/長方形 640">
                <a:extLst>
                  <a:ext uri="{FF2B5EF4-FFF2-40B4-BE49-F238E27FC236}">
                    <ns2:creationId id="{201C902D-9B32-E9CE-1FD2-B6ECAFAC4B50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43" name="直線コネクタ 642">
              <a:extLst>
                <a:ext uri="{FF2B5EF4-FFF2-40B4-BE49-F238E27FC236}">
                  <ns2:creationId id="{7FDD87DF-2E10-F215-B8BB-477F7370F6F2}"/>
                </a:ext>
              </a:extLst>
            </p:cNvPr>
            <p:cNvCxnSpPr/>
            <p:nvPr/>
          </p:nvCxnSpPr>
          <p:spPr>
            <a:xfrm>
              <a:off x="1638303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5" name="正方形/長方形 644">
              <a:extLst>
                <a:ext uri="{FF2B5EF4-FFF2-40B4-BE49-F238E27FC236}">
                  <ns2:creationId id="{6F2663D9-8DF2-0090-A4DA-3A4984D10580}"/>
                </a:ext>
              </a:extLst>
            </p:cNvPr>
            <p:cNvSpPr/>
            <p:nvPr/>
          </p:nvSpPr>
          <p:spPr>
            <a:xfrm>
              <a:off x="1942902" y="413325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6" name="フローチャート: 判断 645">
              <a:extLst>
                <a:ext uri="{FF2B5EF4-FFF2-40B4-BE49-F238E27FC236}">
                  <ns2:creationId id="{24878E43-071C-263E-9D9A-CED134DE19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90310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7" name="正方形/長方形 646">
              <a:extLst>
                <a:ext uri="{FF2B5EF4-FFF2-40B4-BE49-F238E27FC236}">
                  <ns2:creationId id="{F4558E6F-0BAD-E02B-EC44-6619994A696E}"/>
                </a:ext>
              </a:extLst>
            </p:cNvPr>
            <p:cNvSpPr/>
            <p:nvPr/>
          </p:nvSpPr>
          <p:spPr>
            <a:xfrm>
              <a:off x="1666874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48" name="直線コネクタ 647">
              <a:extLst>
                <a:ext uri="{FF2B5EF4-FFF2-40B4-BE49-F238E27FC236}">
                  <ns2:creationId id="{6553EB9E-C454-F151-BDA1-DFCEDC1157EC}"/>
                </a:ext>
              </a:extLst>
            </p:cNvPr>
            <p:cNvCxnSpPr/>
            <p:nvPr/>
          </p:nvCxnSpPr>
          <p:spPr>
            <a:xfrm>
              <a:off x="1638303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0" name="フローチャート: 判断 649">
              <a:extLst>
                <a:ext uri="{FF2B5EF4-FFF2-40B4-BE49-F238E27FC236}">
                  <ns2:creationId id="{8BE0A39A-62CA-55B5-1B38-CFFFAA2BD2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90310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51" name="グループ化 650">
              <a:extLst>
                <a:ext uri="{FF2B5EF4-FFF2-40B4-BE49-F238E27FC236}">
                  <ns2:creationId id="{68D09092-8ED4-1ED9-0EAF-E6158F18CCEC}"/>
                </a:ext>
              </a:extLst>
            </p:cNvPr>
            <p:cNvGrpSpPr/>
            <p:nvPr/>
          </p:nvGrpSpPr>
          <p:grpSpPr>
            <a:xfrm>
              <a:off x="2528845" y="4022744"/>
              <a:ext cx="199793" cy="421010"/>
              <a:chOff x="1666874" y="4022744"/>
              <a:chExt cx="199793" cy="421010"/>
            </a:xfrm>
          </p:grpSpPr>
          <p:sp>
            <p:nvSpPr>
              <p:cNvPr id="652" name="正方形/長方形 651">
                <a:extLst>
                  <a:ext uri="{FF2B5EF4-FFF2-40B4-BE49-F238E27FC236}">
                    <ns2:creationId id="{8DA48CBF-A8D2-42B7-30C1-75825CC23F51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3" name="正方形/長方形 652">
                <a:extLst>
                  <a:ext uri="{FF2B5EF4-FFF2-40B4-BE49-F238E27FC236}">
                    <ns2:creationId id="{97D579C5-F7AF-6685-9069-C2541E23E6B3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54" name="直線コネクタ 653">
              <a:extLst>
                <a:ext uri="{FF2B5EF4-FFF2-40B4-BE49-F238E27FC236}">
                  <ns2:creationId id="{B00CC4A0-8EA1-A6EB-1D0C-37F03DD0CCBC}"/>
                </a:ext>
              </a:extLst>
            </p:cNvPr>
            <p:cNvCxnSpPr/>
            <p:nvPr/>
          </p:nvCxnSpPr>
          <p:spPr>
            <a:xfrm>
              <a:off x="250027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5" name="フローチャート: 判断 654">
              <a:extLst>
                <a:ext uri="{FF2B5EF4-FFF2-40B4-BE49-F238E27FC236}">
                  <ns2:creationId id="{3E218A92-4E24-87E5-0C67-94857B9987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228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6" name="正方形/長方形 655">
              <a:extLst>
                <a:ext uri="{FF2B5EF4-FFF2-40B4-BE49-F238E27FC236}">
                  <ns2:creationId id="{EABE57EB-98C4-963B-F041-A84311B74A05}"/>
                </a:ext>
              </a:extLst>
            </p:cNvPr>
            <p:cNvSpPr/>
            <p:nvPr/>
          </p:nvSpPr>
          <p:spPr>
            <a:xfrm>
              <a:off x="252884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57" name="直線コネクタ 656">
              <a:extLst>
                <a:ext uri="{FF2B5EF4-FFF2-40B4-BE49-F238E27FC236}">
                  <ns2:creationId id="{13F9AADE-D3D5-44D1-538B-8B5005738FA0}"/>
                </a:ext>
              </a:extLst>
            </p:cNvPr>
            <p:cNvCxnSpPr/>
            <p:nvPr/>
          </p:nvCxnSpPr>
          <p:spPr>
            <a:xfrm>
              <a:off x="250027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8" name="フローチャート: 判断 657">
              <a:extLst>
                <a:ext uri="{FF2B5EF4-FFF2-40B4-BE49-F238E27FC236}">
                  <ns2:creationId id="{E1D770F3-461E-C98E-A59D-F0B516B75F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2281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9" name="正方形/長方形 658">
              <a:extLst>
                <a:ext uri="{FF2B5EF4-FFF2-40B4-BE49-F238E27FC236}">
                  <ns2:creationId id="{AB7447C1-DA4A-D0E7-706F-E4EA7C5A4824}"/>
                </a:ext>
              </a:extLst>
            </p:cNvPr>
            <p:cNvSpPr/>
            <p:nvPr/>
          </p:nvSpPr>
          <p:spPr>
            <a:xfrm>
              <a:off x="1967489" y="4567882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60" name="グループ化 659">
              <a:extLst>
                <a:ext uri="{FF2B5EF4-FFF2-40B4-BE49-F238E27FC236}">
                  <ns2:creationId id="{7A99424B-3087-41C0-3A02-6640D025ED64}"/>
                </a:ext>
              </a:extLst>
            </p:cNvPr>
            <p:cNvGrpSpPr/>
            <p:nvPr/>
          </p:nvGrpSpPr>
          <p:grpSpPr>
            <a:xfrm>
              <a:off x="2954295" y="4022744"/>
              <a:ext cx="199793" cy="421010"/>
              <a:chOff x="1666874" y="4022744"/>
              <a:chExt cx="199793" cy="421010"/>
            </a:xfrm>
          </p:grpSpPr>
          <p:sp>
            <p:nvSpPr>
              <p:cNvPr id="661" name="正方形/長方形 660">
                <a:extLst>
                  <a:ext uri="{FF2B5EF4-FFF2-40B4-BE49-F238E27FC236}">
                    <ns2:creationId id="{BB0919C0-7871-835C-E770-A495BDA71127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2" name="正方形/長方形 661">
                <a:extLst>
                  <a:ext uri="{FF2B5EF4-FFF2-40B4-BE49-F238E27FC236}">
                    <ns2:creationId id="{79103873-1F0A-9DC4-72F9-B8C84FA692CB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63" name="直線コネクタ 662">
              <a:extLst>
                <a:ext uri="{FF2B5EF4-FFF2-40B4-BE49-F238E27FC236}">
                  <ns2:creationId id="{8ACAE045-7C0E-A8C1-1E4D-378AB0440385}"/>
                </a:ext>
              </a:extLst>
            </p:cNvPr>
            <p:cNvCxnSpPr/>
            <p:nvPr/>
          </p:nvCxnSpPr>
          <p:spPr>
            <a:xfrm>
              <a:off x="292572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4" name="正方形/長方形 663">
              <a:extLst>
                <a:ext uri="{FF2B5EF4-FFF2-40B4-BE49-F238E27FC236}">
                  <ns2:creationId id="{EC3C09B3-5F57-5091-77A6-123C1B237485}"/>
                </a:ext>
              </a:extLst>
            </p:cNvPr>
            <p:cNvSpPr/>
            <p:nvPr/>
          </p:nvSpPr>
          <p:spPr>
            <a:xfrm>
              <a:off x="295429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65" name="直線コネクタ 664">
              <a:extLst>
                <a:ext uri="{FF2B5EF4-FFF2-40B4-BE49-F238E27FC236}">
                  <ns2:creationId id="{7BC097AE-DA96-0827-67C8-59B54F503DD6}"/>
                </a:ext>
              </a:extLst>
            </p:cNvPr>
            <p:cNvCxnSpPr/>
            <p:nvPr/>
          </p:nvCxnSpPr>
          <p:spPr>
            <a:xfrm>
              <a:off x="292572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6" name="楕円 665">
              <a:extLst>
                <a:ext uri="{FF2B5EF4-FFF2-40B4-BE49-F238E27FC236}">
                  <ns2:creationId id="{39D44F27-257D-72CB-248F-F7B96BEA72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05434" y="4179249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7" name="楕円 666">
              <a:extLst>
                <a:ext uri="{FF2B5EF4-FFF2-40B4-BE49-F238E27FC236}">
                  <ns2:creationId id="{1D775F35-55D8-8309-5AFB-B73201CB6E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05434" y="4613878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8" name="正方形/長方形 667">
              <a:extLst>
                <a:ext uri="{FF2B5EF4-FFF2-40B4-BE49-F238E27FC236}">
                  <ns2:creationId id="{7CF15C27-BCFB-AD40-648F-E669D0D90DE8}"/>
                </a:ext>
              </a:extLst>
            </p:cNvPr>
            <p:cNvSpPr/>
            <p:nvPr/>
          </p:nvSpPr>
          <p:spPr>
            <a:xfrm>
              <a:off x="3027350" y="412690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9" name="正方形/長方形 668">
              <a:extLst>
                <a:ext uri="{FF2B5EF4-FFF2-40B4-BE49-F238E27FC236}">
                  <ns2:creationId id="{3C0D60FF-0AAB-FA9D-92B4-0D5BD20C1694}"/>
                </a:ext>
              </a:extLst>
            </p:cNvPr>
            <p:cNvSpPr/>
            <p:nvPr/>
          </p:nvSpPr>
          <p:spPr>
            <a:xfrm>
              <a:off x="3027350" y="456788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70" name="グループ化 669">
              <a:extLst>
                <a:ext uri="{FF2B5EF4-FFF2-40B4-BE49-F238E27FC236}">
                  <ns2:creationId id="{52410E5F-B7DF-B520-27E5-DFEDB0BEF4B4}"/>
                </a:ext>
              </a:extLst>
            </p:cNvPr>
            <p:cNvGrpSpPr/>
            <p:nvPr/>
          </p:nvGrpSpPr>
          <p:grpSpPr>
            <a:xfrm>
              <a:off x="3397160" y="4022744"/>
              <a:ext cx="199793" cy="421010"/>
              <a:chOff x="1666874" y="4022744"/>
              <a:chExt cx="199793" cy="421010"/>
            </a:xfrm>
          </p:grpSpPr>
          <p:sp>
            <p:nvSpPr>
              <p:cNvPr id="671" name="正方形/長方形 670">
                <a:extLst>
                  <a:ext uri="{FF2B5EF4-FFF2-40B4-BE49-F238E27FC236}">
                    <ns2:creationId id="{2F8C1411-DCAB-3D80-96A0-3DC0930C850D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2" name="正方形/長方形 671">
                <a:extLst>
                  <a:ext uri="{FF2B5EF4-FFF2-40B4-BE49-F238E27FC236}">
                    <ns2:creationId id="{8AFFA4C7-7593-210B-50CD-A43451826658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73" name="直線コネクタ 672">
              <a:extLst>
                <a:ext uri="{FF2B5EF4-FFF2-40B4-BE49-F238E27FC236}">
                  <ns2:creationId id="{42452F54-C80E-5225-3CA9-5D3CD997EDA2}"/>
                </a:ext>
              </a:extLst>
            </p:cNvPr>
            <p:cNvCxnSpPr/>
            <p:nvPr/>
          </p:nvCxnSpPr>
          <p:spPr>
            <a:xfrm>
              <a:off x="3368589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4" name="フローチャート: 判断 673">
              <a:extLst>
                <a:ext uri="{FF2B5EF4-FFF2-40B4-BE49-F238E27FC236}">
                  <ns2:creationId id="{A852135E-1208-35AF-B559-9B35D14C32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596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5" name="正方形/長方形 674">
              <a:extLst>
                <a:ext uri="{FF2B5EF4-FFF2-40B4-BE49-F238E27FC236}">
                  <ns2:creationId id="{5252D94E-87E7-78AD-9B95-D4BAA99B6EA6}"/>
                </a:ext>
              </a:extLst>
            </p:cNvPr>
            <p:cNvSpPr/>
            <p:nvPr/>
          </p:nvSpPr>
          <p:spPr>
            <a:xfrm>
              <a:off x="3397160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76" name="直線コネクタ 675">
              <a:extLst>
                <a:ext uri="{FF2B5EF4-FFF2-40B4-BE49-F238E27FC236}">
                  <ns2:creationId id="{43873146-CDC5-7093-CD85-EA04D6E1E9BA}"/>
                </a:ext>
              </a:extLst>
            </p:cNvPr>
            <p:cNvCxnSpPr/>
            <p:nvPr/>
          </p:nvCxnSpPr>
          <p:spPr>
            <a:xfrm>
              <a:off x="3368589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" name="フローチャート: 判断 676">
              <a:extLst>
                <a:ext uri="{FF2B5EF4-FFF2-40B4-BE49-F238E27FC236}">
                  <ns2:creationId id="{47BD6F7B-DD18-72EE-B035-5D24F12225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596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78" name="グループ化 677">
              <a:extLst>
                <a:ext uri="{FF2B5EF4-FFF2-40B4-BE49-F238E27FC236}">
                  <ns2:creationId id="{6319A419-16A3-365A-C76E-91A763F54D7F}"/>
                </a:ext>
              </a:extLst>
            </p:cNvPr>
            <p:cNvGrpSpPr/>
            <p:nvPr/>
          </p:nvGrpSpPr>
          <p:grpSpPr>
            <a:xfrm>
              <a:off x="4252777" y="4022744"/>
              <a:ext cx="199793" cy="421010"/>
              <a:chOff x="1666874" y="4022744"/>
              <a:chExt cx="199793" cy="421010"/>
            </a:xfrm>
          </p:grpSpPr>
          <p:sp>
            <p:nvSpPr>
              <p:cNvPr id="679" name="正方形/長方形 678">
                <a:extLst>
                  <a:ext uri="{FF2B5EF4-FFF2-40B4-BE49-F238E27FC236}">
                    <ns2:creationId id="{92E0DB9E-F128-F4BE-B22A-BD4016DD775B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0" name="正方形/長方形 679">
                <a:extLst>
                  <a:ext uri="{FF2B5EF4-FFF2-40B4-BE49-F238E27FC236}">
                    <ns2:creationId id="{AECF914E-13C5-F16F-45E4-F3F1CF0A4694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81" name="直線コネクタ 680">
              <a:extLst>
                <a:ext uri="{FF2B5EF4-FFF2-40B4-BE49-F238E27FC236}">
                  <ns2:creationId id="{117ECD6F-CC74-9736-E87A-14415C21486C}"/>
                </a:ext>
              </a:extLst>
            </p:cNvPr>
            <p:cNvCxnSpPr/>
            <p:nvPr/>
          </p:nvCxnSpPr>
          <p:spPr>
            <a:xfrm>
              <a:off x="4224206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2" name="フローチャート: 判断 681">
              <a:extLst>
                <a:ext uri="{FF2B5EF4-FFF2-40B4-BE49-F238E27FC236}">
                  <ns2:creationId id="{F57EE8A3-A952-A791-C6DE-2103444064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76213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3" name="正方形/長方形 682">
              <a:extLst>
                <a:ext uri="{FF2B5EF4-FFF2-40B4-BE49-F238E27FC236}">
                  <ns2:creationId id="{41875BD8-16E2-42A2-9A28-35107DB88F8D}"/>
                </a:ext>
              </a:extLst>
            </p:cNvPr>
            <p:cNvSpPr/>
            <p:nvPr/>
          </p:nvSpPr>
          <p:spPr>
            <a:xfrm>
              <a:off x="4252777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84" name="直線コネクタ 683">
              <a:extLst>
                <a:ext uri="{FF2B5EF4-FFF2-40B4-BE49-F238E27FC236}">
                  <ns2:creationId id="{FDD80C3C-760C-EC47-4194-79A779B7A488}"/>
                </a:ext>
              </a:extLst>
            </p:cNvPr>
            <p:cNvCxnSpPr/>
            <p:nvPr/>
          </p:nvCxnSpPr>
          <p:spPr>
            <a:xfrm>
              <a:off x="4224206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5" name="フローチャート: 判断 684">
              <a:extLst>
                <a:ext uri="{FF2B5EF4-FFF2-40B4-BE49-F238E27FC236}">
                  <ns2:creationId id="{42A2C907-B577-0DE4-0142-751F3C1F0F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76213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86" name="グループ化 685">
              <a:extLst>
                <a:ext uri="{FF2B5EF4-FFF2-40B4-BE49-F238E27FC236}">
                  <ns2:creationId id="{38033E92-37C9-F55E-3691-615A7A803420}"/>
                </a:ext>
              </a:extLst>
            </p:cNvPr>
            <p:cNvGrpSpPr/>
            <p:nvPr/>
          </p:nvGrpSpPr>
          <p:grpSpPr>
            <a:xfrm>
              <a:off x="5095695" y="4022744"/>
              <a:ext cx="199793" cy="421010"/>
              <a:chOff x="1666874" y="4022744"/>
              <a:chExt cx="199793" cy="421010"/>
            </a:xfrm>
          </p:grpSpPr>
          <p:sp>
            <p:nvSpPr>
              <p:cNvPr id="687" name="正方形/長方形 686">
                <a:extLst>
                  <a:ext uri="{FF2B5EF4-FFF2-40B4-BE49-F238E27FC236}">
                    <ns2:creationId id="{D5A0D5F1-03CD-EEC8-C1C4-C7AD722125F3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8" name="正方形/長方形 687">
                <a:extLst>
                  <a:ext uri="{FF2B5EF4-FFF2-40B4-BE49-F238E27FC236}">
                    <ns2:creationId id="{0621DD36-7401-7B1E-036D-8E39D6ADA04C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89" name="直線コネクタ 688">
              <a:extLst>
                <a:ext uri="{FF2B5EF4-FFF2-40B4-BE49-F238E27FC236}">
                  <ns2:creationId id="{7AEEC17C-BE01-F971-F324-571988F75444}"/>
                </a:ext>
              </a:extLst>
            </p:cNvPr>
            <p:cNvCxnSpPr/>
            <p:nvPr/>
          </p:nvCxnSpPr>
          <p:spPr>
            <a:xfrm>
              <a:off x="506712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0" name="フローチャート: 判断 689">
              <a:extLst>
                <a:ext uri="{FF2B5EF4-FFF2-40B4-BE49-F238E27FC236}">
                  <ns2:creationId id="{97DD89D8-A449-6867-E3E6-46ADD22269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913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1" name="正方形/長方形 690">
              <a:extLst>
                <a:ext uri="{FF2B5EF4-FFF2-40B4-BE49-F238E27FC236}">
                  <ns2:creationId id="{D51492A2-B484-0C45-D412-3683B1404CE3}"/>
                </a:ext>
              </a:extLst>
            </p:cNvPr>
            <p:cNvSpPr/>
            <p:nvPr/>
          </p:nvSpPr>
          <p:spPr>
            <a:xfrm>
              <a:off x="509569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92" name="直線コネクタ 691">
              <a:extLst>
                <a:ext uri="{FF2B5EF4-FFF2-40B4-BE49-F238E27FC236}">
                  <ns2:creationId id="{D8E3FB43-F291-4564-1DBD-2B23973C03A3}"/>
                </a:ext>
              </a:extLst>
            </p:cNvPr>
            <p:cNvCxnSpPr/>
            <p:nvPr/>
          </p:nvCxnSpPr>
          <p:spPr>
            <a:xfrm>
              <a:off x="506712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3" name="フローチャート: 判断 692">
              <a:extLst>
                <a:ext uri="{FF2B5EF4-FFF2-40B4-BE49-F238E27FC236}">
                  <ns2:creationId id="{E2EF614F-22B3-0833-9935-9967D6D2AF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9131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94" name="グループ化 693">
              <a:extLst>
                <a:ext uri="{FF2B5EF4-FFF2-40B4-BE49-F238E27FC236}">
                  <ns2:creationId id="{95E50E9B-A95E-4765-A565-4F0929069366}"/>
                </a:ext>
              </a:extLst>
            </p:cNvPr>
            <p:cNvGrpSpPr/>
            <p:nvPr/>
          </p:nvGrpSpPr>
          <p:grpSpPr>
            <a:xfrm>
              <a:off x="5951312" y="4022744"/>
              <a:ext cx="199793" cy="421010"/>
              <a:chOff x="1666874" y="4022744"/>
              <a:chExt cx="199793" cy="421010"/>
            </a:xfrm>
          </p:grpSpPr>
          <p:sp>
            <p:nvSpPr>
              <p:cNvPr id="695" name="正方形/長方形 694">
                <a:extLst>
                  <a:ext uri="{FF2B5EF4-FFF2-40B4-BE49-F238E27FC236}">
                    <ns2:creationId id="{57389C04-DE25-2E24-5FBB-7EEEDC2DAA28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6" name="正方形/長方形 695">
                <a:extLst>
                  <a:ext uri="{FF2B5EF4-FFF2-40B4-BE49-F238E27FC236}">
                    <ns2:creationId id="{9894D014-3E39-69A3-13E3-D7E090DDFE27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97" name="直線コネクタ 696">
              <a:extLst>
                <a:ext uri="{FF2B5EF4-FFF2-40B4-BE49-F238E27FC236}">
                  <ns2:creationId id="{823A2D39-3E80-2502-FDF8-1B9B2B332D25}"/>
                </a:ext>
              </a:extLst>
            </p:cNvPr>
            <p:cNvCxnSpPr/>
            <p:nvPr/>
          </p:nvCxnSpPr>
          <p:spPr>
            <a:xfrm>
              <a:off x="5922741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8" name="フローチャート: 判断 697">
              <a:extLst>
                <a:ext uri="{FF2B5EF4-FFF2-40B4-BE49-F238E27FC236}">
                  <ns2:creationId id="{6C0F12B2-C6C4-265A-1291-CFF33C49CE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74748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9" name="正方形/長方形 698">
              <a:extLst>
                <a:ext uri="{FF2B5EF4-FFF2-40B4-BE49-F238E27FC236}">
                  <ns2:creationId id="{03C937DC-8DDC-DA1E-E015-5FABBF8B43F3}"/>
                </a:ext>
              </a:extLst>
            </p:cNvPr>
            <p:cNvSpPr/>
            <p:nvPr/>
          </p:nvSpPr>
          <p:spPr>
            <a:xfrm>
              <a:off x="5951312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00" name="直線コネクタ 699">
              <a:extLst>
                <a:ext uri="{FF2B5EF4-FFF2-40B4-BE49-F238E27FC236}">
                  <ns2:creationId id="{1123B261-45EB-3B1A-5C4E-3338450F627D}"/>
                </a:ext>
              </a:extLst>
            </p:cNvPr>
            <p:cNvCxnSpPr/>
            <p:nvPr/>
          </p:nvCxnSpPr>
          <p:spPr>
            <a:xfrm>
              <a:off x="5922741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1" name="フローチャート: 判断 700">
              <a:extLst>
                <a:ext uri="{FF2B5EF4-FFF2-40B4-BE49-F238E27FC236}">
                  <ns2:creationId id="{D4566106-648D-CDD8-8FA3-E556BD279C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74748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02" name="グループ化 701">
              <a:extLst>
                <a:ext uri="{FF2B5EF4-FFF2-40B4-BE49-F238E27FC236}">
                  <ns2:creationId id="{57CAE3FE-8EC6-ED7B-6973-F6969B13B44F}"/>
                </a:ext>
              </a:extLst>
            </p:cNvPr>
            <p:cNvGrpSpPr/>
            <p:nvPr/>
          </p:nvGrpSpPr>
          <p:grpSpPr>
            <a:xfrm>
              <a:off x="6813279" y="4022744"/>
              <a:ext cx="199793" cy="421010"/>
              <a:chOff x="1666874" y="4022744"/>
              <a:chExt cx="199793" cy="421010"/>
            </a:xfrm>
          </p:grpSpPr>
          <p:sp>
            <p:nvSpPr>
              <p:cNvPr id="703" name="正方形/長方形 702">
                <a:extLst>
                  <a:ext uri="{FF2B5EF4-FFF2-40B4-BE49-F238E27FC236}">
                    <ns2:creationId id="{E05EFF67-BBF4-B270-D436-369E8D62C64E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4" name="正方形/長方形 703">
                <a:extLst>
                  <a:ext uri="{FF2B5EF4-FFF2-40B4-BE49-F238E27FC236}">
                    <ns2:creationId id="{FFA76193-FC8B-C753-1072-7DD5A2ECBF77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706" name="フローチャート: 判断 705">
              <a:extLst>
                <a:ext uri="{FF2B5EF4-FFF2-40B4-BE49-F238E27FC236}">
                  <ns2:creationId id="{928E37CF-655F-DA56-E144-8E263BFC68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36715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7" name="正方形/長方形 706">
              <a:extLst>
                <a:ext uri="{FF2B5EF4-FFF2-40B4-BE49-F238E27FC236}">
                  <ns2:creationId id="{13D359BC-6D59-4ADD-207C-8E21A1E73703}"/>
                </a:ext>
              </a:extLst>
            </p:cNvPr>
            <p:cNvSpPr/>
            <p:nvPr/>
          </p:nvSpPr>
          <p:spPr>
            <a:xfrm>
              <a:off x="6813279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9" name="フローチャート: 判断 708">
              <a:extLst>
                <a:ext uri="{FF2B5EF4-FFF2-40B4-BE49-F238E27FC236}">
                  <ns2:creationId id="{668CBDCA-ED96-50C1-9875-65F97427669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36715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10" name="グループ化 709">
              <a:extLst>
                <a:ext uri="{FF2B5EF4-FFF2-40B4-BE49-F238E27FC236}">
                  <ns2:creationId id="{7B55602C-C518-2734-DAC3-41F2470D4DD4}"/>
                </a:ext>
              </a:extLst>
            </p:cNvPr>
            <p:cNvGrpSpPr/>
            <p:nvPr/>
          </p:nvGrpSpPr>
          <p:grpSpPr>
            <a:xfrm>
              <a:off x="7662547" y="4022744"/>
              <a:ext cx="199793" cy="421010"/>
              <a:chOff x="1666874" y="4022744"/>
              <a:chExt cx="199793" cy="421010"/>
            </a:xfrm>
          </p:grpSpPr>
          <p:sp>
            <p:nvSpPr>
              <p:cNvPr id="711" name="正方形/長方形 710">
                <a:extLst>
                  <a:ext uri="{FF2B5EF4-FFF2-40B4-BE49-F238E27FC236}">
                    <ns2:creationId id="{8B9D5FC2-8D01-8E49-E6CA-60EE7B0678C6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2" name="正方形/長方形 711">
                <a:extLst>
                  <a:ext uri="{FF2B5EF4-FFF2-40B4-BE49-F238E27FC236}">
                    <ns2:creationId id="{D1D76B2F-0EC2-2A6E-8C3F-2FFEB01494C5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13" name="直線コネクタ 712">
              <a:extLst>
                <a:ext uri="{FF2B5EF4-FFF2-40B4-BE49-F238E27FC236}">
                  <ns2:creationId id="{94ACD3B0-B2CD-3D5B-281D-32AA96668871}"/>
                </a:ext>
              </a:extLst>
            </p:cNvPr>
            <p:cNvCxnSpPr/>
            <p:nvPr/>
          </p:nvCxnSpPr>
          <p:spPr>
            <a:xfrm>
              <a:off x="7633976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4" name="フローチャート: 判断 713">
              <a:extLst>
                <a:ext uri="{FF2B5EF4-FFF2-40B4-BE49-F238E27FC236}">
                  <ns2:creationId id="{9813F1EA-A9F4-79A2-BEF3-CFE27294E4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5983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5" name="正方形/長方形 714">
              <a:extLst>
                <a:ext uri="{FF2B5EF4-FFF2-40B4-BE49-F238E27FC236}">
                  <ns2:creationId id="{07AACA09-09B7-8290-4F2C-A4FD1DE9294D}"/>
                </a:ext>
              </a:extLst>
            </p:cNvPr>
            <p:cNvSpPr/>
            <p:nvPr/>
          </p:nvSpPr>
          <p:spPr>
            <a:xfrm>
              <a:off x="7662547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16" name="直線コネクタ 715">
              <a:extLst>
                <a:ext uri="{FF2B5EF4-FFF2-40B4-BE49-F238E27FC236}">
                  <ns2:creationId id="{077A9FA0-07E6-51BE-EA8F-0CF9BE104ED6}"/>
                </a:ext>
              </a:extLst>
            </p:cNvPr>
            <p:cNvCxnSpPr/>
            <p:nvPr/>
          </p:nvCxnSpPr>
          <p:spPr>
            <a:xfrm>
              <a:off x="7633976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7" name="フローチャート: 判断 716">
              <a:extLst>
                <a:ext uri="{FF2B5EF4-FFF2-40B4-BE49-F238E27FC236}">
                  <ns2:creationId id="{5AC313F0-8BE5-872C-2059-29EFF9F3973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5983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18" name="グループ化 717">
              <a:extLst>
                <a:ext uri="{FF2B5EF4-FFF2-40B4-BE49-F238E27FC236}">
                  <ns2:creationId id="{782D32A7-C00C-AE9A-6146-46B8E08CBC43}"/>
                </a:ext>
              </a:extLst>
            </p:cNvPr>
            <p:cNvGrpSpPr/>
            <p:nvPr/>
          </p:nvGrpSpPr>
          <p:grpSpPr>
            <a:xfrm>
              <a:off x="8518164" y="4022744"/>
              <a:ext cx="199793" cy="421010"/>
              <a:chOff x="1666874" y="4022744"/>
              <a:chExt cx="199793" cy="421010"/>
            </a:xfrm>
          </p:grpSpPr>
          <p:sp>
            <p:nvSpPr>
              <p:cNvPr id="719" name="正方形/長方形 718">
                <a:extLst>
                  <a:ext uri="{FF2B5EF4-FFF2-40B4-BE49-F238E27FC236}">
                    <ns2:creationId id="{79D8AC5E-622E-51AC-5730-B7D8E5B7B866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0" name="正方形/長方形 719">
                <a:extLst>
                  <a:ext uri="{FF2B5EF4-FFF2-40B4-BE49-F238E27FC236}">
                    <ns2:creationId id="{7E21E21D-0D14-D587-FB36-475D693EAB23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21" name="直線コネクタ 720">
              <a:extLst>
                <a:ext uri="{FF2B5EF4-FFF2-40B4-BE49-F238E27FC236}">
                  <ns2:creationId id="{B44EC553-79CA-855D-FEF7-6FE364043E9F}"/>
                </a:ext>
              </a:extLst>
            </p:cNvPr>
            <p:cNvCxnSpPr/>
            <p:nvPr/>
          </p:nvCxnSpPr>
          <p:spPr>
            <a:xfrm>
              <a:off x="8489593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2" name="フローチャート: 判断 721">
              <a:extLst>
                <a:ext uri="{FF2B5EF4-FFF2-40B4-BE49-F238E27FC236}">
                  <ns2:creationId id="{DAC7088B-A357-3029-5E77-BB429552B8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1600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3" name="正方形/長方形 722">
              <a:extLst>
                <a:ext uri="{FF2B5EF4-FFF2-40B4-BE49-F238E27FC236}">
                  <ns2:creationId id="{E844B2D0-7C4F-003F-E7A9-8AF8740C396B}"/>
                </a:ext>
              </a:extLst>
            </p:cNvPr>
            <p:cNvSpPr/>
            <p:nvPr/>
          </p:nvSpPr>
          <p:spPr>
            <a:xfrm>
              <a:off x="8518164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24" name="直線コネクタ 723">
              <a:extLst>
                <a:ext uri="{FF2B5EF4-FFF2-40B4-BE49-F238E27FC236}">
                  <ns2:creationId id="{59321546-9253-C5B9-C363-4371FFD74F77}"/>
                </a:ext>
              </a:extLst>
            </p:cNvPr>
            <p:cNvCxnSpPr/>
            <p:nvPr/>
          </p:nvCxnSpPr>
          <p:spPr>
            <a:xfrm>
              <a:off x="8489593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5" name="フローチャート: 判断 724">
              <a:extLst>
                <a:ext uri="{FF2B5EF4-FFF2-40B4-BE49-F238E27FC236}">
                  <ns2:creationId id="{F69EBD87-FA62-31D0-A5D8-95842115417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1600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26" name="グループ化 725">
              <a:extLst>
                <a:ext uri="{FF2B5EF4-FFF2-40B4-BE49-F238E27FC236}">
                  <ns2:creationId id="{09457E29-90C9-D9F8-C6F3-13066FEE9736}"/>
                </a:ext>
              </a:extLst>
            </p:cNvPr>
            <p:cNvGrpSpPr/>
            <p:nvPr/>
          </p:nvGrpSpPr>
          <p:grpSpPr>
            <a:xfrm>
              <a:off x="9362208" y="4022744"/>
              <a:ext cx="199793" cy="421010"/>
              <a:chOff x="1666874" y="4022744"/>
              <a:chExt cx="199793" cy="421010"/>
            </a:xfrm>
          </p:grpSpPr>
          <p:sp>
            <p:nvSpPr>
              <p:cNvPr id="727" name="正方形/長方形 726">
                <a:extLst>
                  <a:ext uri="{FF2B5EF4-FFF2-40B4-BE49-F238E27FC236}">
                    <ns2:creationId id="{3A18157D-6F88-573B-A630-00777D80A8B7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8" name="正方形/長方形 727">
                <a:extLst>
                  <a:ext uri="{FF2B5EF4-FFF2-40B4-BE49-F238E27FC236}">
                    <ns2:creationId id="{CAF4952D-147B-7DE7-94A0-E71E1DEB2C16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29" name="直線コネクタ 728">
              <a:extLst>
                <a:ext uri="{FF2B5EF4-FFF2-40B4-BE49-F238E27FC236}">
                  <ns2:creationId id="{7B9E5C3B-B3F0-8895-DF1F-F329FA96B9D9}"/>
                </a:ext>
              </a:extLst>
            </p:cNvPr>
            <p:cNvCxnSpPr/>
            <p:nvPr/>
          </p:nvCxnSpPr>
          <p:spPr>
            <a:xfrm>
              <a:off x="9333637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0" name="フローチャート: 判断 729">
              <a:extLst>
                <a:ext uri="{FF2B5EF4-FFF2-40B4-BE49-F238E27FC236}">
                  <ns2:creationId id="{F01B67FA-04A6-A931-E7DF-C7425234E6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85644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1" name="正方形/長方形 730">
              <a:extLst>
                <a:ext uri="{FF2B5EF4-FFF2-40B4-BE49-F238E27FC236}">
                  <ns2:creationId id="{93347F99-AE9F-A9E7-46A6-380748B807EB}"/>
                </a:ext>
              </a:extLst>
            </p:cNvPr>
            <p:cNvSpPr/>
            <p:nvPr/>
          </p:nvSpPr>
          <p:spPr>
            <a:xfrm>
              <a:off x="9362208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32" name="直線コネクタ 731">
              <a:extLst>
                <a:ext uri="{FF2B5EF4-FFF2-40B4-BE49-F238E27FC236}">
                  <ns2:creationId id="{8D88F57B-BBE3-F2A3-B610-DF2C552D8357}"/>
                </a:ext>
              </a:extLst>
            </p:cNvPr>
            <p:cNvCxnSpPr/>
            <p:nvPr/>
          </p:nvCxnSpPr>
          <p:spPr>
            <a:xfrm>
              <a:off x="9333637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3" name="フローチャート: 判断 732">
              <a:extLst>
                <a:ext uri="{FF2B5EF4-FFF2-40B4-BE49-F238E27FC236}">
                  <ns2:creationId id="{FC4DBFE8-441E-4B00-0AA4-EB08D7EAE1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85644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34" name="グループ化 733">
              <a:extLst>
                <a:ext uri="{FF2B5EF4-FFF2-40B4-BE49-F238E27FC236}">
                  <ns2:creationId id="{E25AB95C-F17E-0980-9341-DB2D34E7CB43}"/>
                </a:ext>
              </a:extLst>
            </p:cNvPr>
            <p:cNvGrpSpPr/>
            <p:nvPr/>
          </p:nvGrpSpPr>
          <p:grpSpPr>
            <a:xfrm>
              <a:off x="10225381" y="4022744"/>
              <a:ext cx="199793" cy="421010"/>
              <a:chOff x="1666874" y="4022744"/>
              <a:chExt cx="199793" cy="421010"/>
            </a:xfrm>
          </p:grpSpPr>
          <p:sp>
            <p:nvSpPr>
              <p:cNvPr id="735" name="正方形/長方形 734">
                <a:extLst>
                  <a:ext uri="{FF2B5EF4-FFF2-40B4-BE49-F238E27FC236}">
                    <ns2:creationId id="{03A467AB-DD2C-EC3C-565F-5323A4EBF3A0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6" name="正方形/長方形 735">
                <a:extLst>
                  <a:ext uri="{FF2B5EF4-FFF2-40B4-BE49-F238E27FC236}">
                    <ns2:creationId id="{1536CAB9-A7D9-79CA-2E76-5AAAFF43EED7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37" name="直線コネクタ 736">
              <a:extLst>
                <a:ext uri="{FF2B5EF4-FFF2-40B4-BE49-F238E27FC236}">
                  <ns2:creationId id="{F62415A6-0213-76BA-C208-8715A2D9462C}"/>
                </a:ext>
              </a:extLst>
            </p:cNvPr>
            <p:cNvCxnSpPr/>
            <p:nvPr/>
          </p:nvCxnSpPr>
          <p:spPr>
            <a:xfrm>
              <a:off x="10196810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8" name="フローチャート: 判断 737">
              <a:extLst>
                <a:ext uri="{FF2B5EF4-FFF2-40B4-BE49-F238E27FC236}">
                  <ns2:creationId id="{FDA698F8-B25E-CB7B-FA7B-3E45496C3B8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48817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9" name="正方形/長方形 738">
              <a:extLst>
                <a:ext uri="{FF2B5EF4-FFF2-40B4-BE49-F238E27FC236}">
                  <ns2:creationId id="{4B6AB569-0C44-EF55-CD99-7111F829F67B}"/>
                </a:ext>
              </a:extLst>
            </p:cNvPr>
            <p:cNvSpPr/>
            <p:nvPr/>
          </p:nvSpPr>
          <p:spPr>
            <a:xfrm>
              <a:off x="10225381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40" name="直線コネクタ 739">
              <a:extLst>
                <a:ext uri="{FF2B5EF4-FFF2-40B4-BE49-F238E27FC236}">
                  <ns2:creationId id="{7DACB79C-0388-69A3-646E-1C5B423BCCD4}"/>
                </a:ext>
              </a:extLst>
            </p:cNvPr>
            <p:cNvCxnSpPr/>
            <p:nvPr/>
          </p:nvCxnSpPr>
          <p:spPr>
            <a:xfrm>
              <a:off x="10196810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1" name="フローチャート: 判断 740">
              <a:extLst>
                <a:ext uri="{FF2B5EF4-FFF2-40B4-BE49-F238E27FC236}">
                  <ns2:creationId id="{2242EEC4-293F-8CDB-B195-0B83FE3AE2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48817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42" name="グループ化 741">
              <a:extLst>
                <a:ext uri="{FF2B5EF4-FFF2-40B4-BE49-F238E27FC236}">
                  <ns2:creationId id="{1B435DAF-AEF4-10F7-28C6-D51F6E6839ED}"/>
                </a:ext>
              </a:extLst>
            </p:cNvPr>
            <p:cNvGrpSpPr/>
            <p:nvPr/>
          </p:nvGrpSpPr>
          <p:grpSpPr>
            <a:xfrm>
              <a:off x="11201400" y="4022744"/>
              <a:ext cx="115159" cy="421010"/>
              <a:chOff x="1666874" y="4022744"/>
              <a:chExt cx="199793" cy="421010"/>
            </a:xfrm>
          </p:grpSpPr>
          <p:sp>
            <p:nvSpPr>
              <p:cNvPr id="743" name="正方形/長方形 742">
                <a:extLst>
                  <a:ext uri="{FF2B5EF4-FFF2-40B4-BE49-F238E27FC236}">
                    <ns2:creationId id="{9331502F-E9FA-A5F6-64DD-007381BDB717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4" name="正方形/長方形 743">
                <a:extLst>
                  <a:ext uri="{FF2B5EF4-FFF2-40B4-BE49-F238E27FC236}">
                    <ns2:creationId id="{70D1C3E7-3E9C-B3A4-A1AA-376A413C80D8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45" name="直線コネクタ 744">
              <a:extLst>
                <a:ext uri="{FF2B5EF4-FFF2-40B4-BE49-F238E27FC236}">
                  <ns2:creationId id="{3AB2F530-6E0D-F3B8-72F6-7E8BF34176B9}"/>
                </a:ext>
              </a:extLst>
            </p:cNvPr>
            <p:cNvCxnSpPr/>
            <p:nvPr/>
          </p:nvCxnSpPr>
          <p:spPr>
            <a:xfrm>
              <a:off x="11172015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6" name="フローチャート: 判断 745">
              <a:extLst>
                <a:ext uri="{FF2B5EF4-FFF2-40B4-BE49-F238E27FC236}">
                  <ns2:creationId id="{21A76D6F-1135-3D5D-1F9C-B29A8235B3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340202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7" name="正方形/長方形 746">
              <a:extLst>
                <a:ext uri="{FF2B5EF4-FFF2-40B4-BE49-F238E27FC236}">
                  <ns2:creationId id="{0CD1C26C-97AF-41BE-D25B-0056A7EBDEE1}"/>
                </a:ext>
              </a:extLst>
            </p:cNvPr>
            <p:cNvSpPr/>
            <p:nvPr/>
          </p:nvSpPr>
          <p:spPr>
            <a:xfrm>
              <a:off x="11201400" y="4457373"/>
              <a:ext cx="115159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48" name="直線コネクタ 747">
              <a:extLst>
                <a:ext uri="{FF2B5EF4-FFF2-40B4-BE49-F238E27FC236}">
                  <ns2:creationId id="{7489FA42-CA1B-E502-3714-0918DFDD9920}"/>
                </a:ext>
              </a:extLst>
            </p:cNvPr>
            <p:cNvCxnSpPr/>
            <p:nvPr/>
          </p:nvCxnSpPr>
          <p:spPr>
            <a:xfrm>
              <a:off x="11172015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9" name="フローチャート: 判断 748">
              <a:extLst>
                <a:ext uri="{FF2B5EF4-FFF2-40B4-BE49-F238E27FC236}">
                  <ns2:creationId id="{11A85AB6-CE22-2F00-DE5E-5DFF0FFDA7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340202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50" name="グループ化 749">
              <a:extLst>
                <a:ext uri="{FF2B5EF4-FFF2-40B4-BE49-F238E27FC236}">
                  <ns2:creationId id="{F4D5A46C-A8DE-66ED-4AD6-0C76098924A7}"/>
                </a:ext>
              </a:extLst>
            </p:cNvPr>
            <p:cNvGrpSpPr/>
            <p:nvPr/>
          </p:nvGrpSpPr>
          <p:grpSpPr>
            <a:xfrm>
              <a:off x="6364032" y="4022744"/>
              <a:ext cx="199793" cy="421010"/>
              <a:chOff x="1666874" y="4022744"/>
              <a:chExt cx="199793" cy="421010"/>
            </a:xfrm>
          </p:grpSpPr>
          <p:sp>
            <p:nvSpPr>
              <p:cNvPr id="751" name="正方形/長方形 750">
                <a:extLst>
                  <a:ext uri="{FF2B5EF4-FFF2-40B4-BE49-F238E27FC236}">
                    <ns2:creationId id="{D935CF59-6FC0-442B-A672-CCAC1F654FFA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2" name="正方形/長方形 751">
                <a:extLst>
                  <a:ext uri="{FF2B5EF4-FFF2-40B4-BE49-F238E27FC236}">
                    <ns2:creationId id="{798DAB3E-8A1C-9313-BEEE-0D2CECF8DBE2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53" name="直線コネクタ 752">
              <a:extLst>
                <a:ext uri="{FF2B5EF4-FFF2-40B4-BE49-F238E27FC236}">
                  <ns2:creationId id="{451A844A-BAF3-8D2E-4759-34BAA374BB3B}"/>
                </a:ext>
              </a:extLst>
            </p:cNvPr>
            <p:cNvCxnSpPr/>
            <p:nvPr/>
          </p:nvCxnSpPr>
          <p:spPr>
            <a:xfrm>
              <a:off x="6335461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4" name="正方形/長方形 753">
              <a:extLst>
                <a:ext uri="{FF2B5EF4-FFF2-40B4-BE49-F238E27FC236}">
                  <ns2:creationId id="{7601C00E-617F-AFA7-3CED-5E80F05B023D}"/>
                </a:ext>
              </a:extLst>
            </p:cNvPr>
            <p:cNvSpPr/>
            <p:nvPr/>
          </p:nvSpPr>
          <p:spPr>
            <a:xfrm>
              <a:off x="6364032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55" name="直線コネクタ 754">
              <a:extLst>
                <a:ext uri="{FF2B5EF4-FFF2-40B4-BE49-F238E27FC236}">
                  <ns2:creationId id="{02B0225D-B686-F2DC-0EAD-E2EB309123BC}"/>
                </a:ext>
              </a:extLst>
            </p:cNvPr>
            <p:cNvCxnSpPr/>
            <p:nvPr/>
          </p:nvCxnSpPr>
          <p:spPr>
            <a:xfrm>
              <a:off x="6335461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6" name="楕円 755">
              <a:extLst>
                <a:ext uri="{FF2B5EF4-FFF2-40B4-BE49-F238E27FC236}">
                  <ns2:creationId id="{8823EEF4-8BB1-A166-F39E-19DE68EFCD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15171" y="4179249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7" name="楕円 756">
              <a:extLst>
                <a:ext uri="{FF2B5EF4-FFF2-40B4-BE49-F238E27FC236}">
                  <ns2:creationId id="{FF660706-EFC7-B23A-8495-773674C6790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15171" y="4613878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8" name="正方形/長方形 757">
              <a:extLst>
                <a:ext uri="{FF2B5EF4-FFF2-40B4-BE49-F238E27FC236}">
                  <ns2:creationId id="{DC0E153F-E73E-8E00-EB30-B5E9B27D075F}"/>
                </a:ext>
              </a:extLst>
            </p:cNvPr>
            <p:cNvSpPr/>
            <p:nvPr/>
          </p:nvSpPr>
          <p:spPr>
            <a:xfrm>
              <a:off x="6437087" y="412690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9" name="正方形/長方形 758">
              <a:extLst>
                <a:ext uri="{FF2B5EF4-FFF2-40B4-BE49-F238E27FC236}">
                  <ns2:creationId id="{17DEB24D-FD3B-D3CC-55F9-1694778357F5}"/>
                </a:ext>
              </a:extLst>
            </p:cNvPr>
            <p:cNvSpPr/>
            <p:nvPr/>
          </p:nvSpPr>
          <p:spPr>
            <a:xfrm>
              <a:off x="6437087" y="456788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60" name="直線コネクタ 759">
              <a:extLst>
                <a:ext uri="{FF2B5EF4-FFF2-40B4-BE49-F238E27FC236}">
                  <ns2:creationId id="{62A287F8-33E3-B25F-A30E-577EAD7E0816}"/>
                </a:ext>
              </a:extLst>
            </p:cNvPr>
            <p:cNvCxnSpPr/>
            <p:nvPr/>
          </p:nvCxnSpPr>
          <p:spPr>
            <a:xfrm>
              <a:off x="6778326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1" name="直線コネクタ 760">
              <a:extLst>
                <a:ext uri="{FF2B5EF4-FFF2-40B4-BE49-F238E27FC236}">
                  <ns2:creationId id="{31CFD06F-DB33-BA16-F430-30A9196D3EAB}"/>
                </a:ext>
              </a:extLst>
            </p:cNvPr>
            <p:cNvCxnSpPr/>
            <p:nvPr/>
          </p:nvCxnSpPr>
          <p:spPr>
            <a:xfrm>
              <a:off x="6778326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2" name="グループ化 761">
              <a:extLst>
                <a:ext uri="{FF2B5EF4-FFF2-40B4-BE49-F238E27FC236}">
                  <ns2:creationId id="{467DF939-4A1E-B24B-C673-0995BC870DB4}"/>
                </a:ext>
              </a:extLst>
            </p:cNvPr>
            <p:cNvGrpSpPr/>
            <p:nvPr/>
          </p:nvGrpSpPr>
          <p:grpSpPr>
            <a:xfrm>
              <a:off x="7232435" y="4022744"/>
              <a:ext cx="199793" cy="421010"/>
              <a:chOff x="1666874" y="4022744"/>
              <a:chExt cx="199793" cy="421010"/>
            </a:xfrm>
          </p:grpSpPr>
          <p:sp>
            <p:nvSpPr>
              <p:cNvPr id="763" name="正方形/長方形 762">
                <a:extLst>
                  <a:ext uri="{FF2B5EF4-FFF2-40B4-BE49-F238E27FC236}">
                    <ns2:creationId id="{0706CD94-55EA-4DFF-574E-1BF0C3E9C6EC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4" name="正方形/長方形 763">
                <a:extLst>
                  <a:ext uri="{FF2B5EF4-FFF2-40B4-BE49-F238E27FC236}">
                    <ns2:creationId id="{C5D81288-7C2F-21F3-1AB4-592892A432B4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65" name="直線コネクタ 764">
              <a:extLst>
                <a:ext uri="{FF2B5EF4-FFF2-40B4-BE49-F238E27FC236}">
                  <ns2:creationId id="{98E089FF-3876-6CAB-475D-BF18FD2A112F}"/>
                </a:ext>
              </a:extLst>
            </p:cNvPr>
            <p:cNvCxnSpPr/>
            <p:nvPr/>
          </p:nvCxnSpPr>
          <p:spPr>
            <a:xfrm>
              <a:off x="720386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6" name="正方形/長方形 765">
              <a:extLst>
                <a:ext uri="{FF2B5EF4-FFF2-40B4-BE49-F238E27FC236}">
                  <ns2:creationId id="{15D3D180-8809-64CF-1B67-6D6BBA8FD1C7}"/>
                </a:ext>
              </a:extLst>
            </p:cNvPr>
            <p:cNvSpPr/>
            <p:nvPr/>
          </p:nvSpPr>
          <p:spPr>
            <a:xfrm>
              <a:off x="723243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67" name="直線コネクタ 766">
              <a:extLst>
                <a:ext uri="{FF2B5EF4-FFF2-40B4-BE49-F238E27FC236}">
                  <ns2:creationId id="{6DE68F24-28BD-739B-B014-74DF939F40A2}"/>
                </a:ext>
              </a:extLst>
            </p:cNvPr>
            <p:cNvCxnSpPr/>
            <p:nvPr/>
          </p:nvCxnSpPr>
          <p:spPr>
            <a:xfrm>
              <a:off x="720386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8" name="楕円 767">
              <a:extLst>
                <a:ext uri="{FF2B5EF4-FFF2-40B4-BE49-F238E27FC236}">
                  <ns2:creationId id="{E618115F-221E-3544-5C73-3B44B3FD35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83574" y="4179249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9" name="楕円 768">
              <a:extLst>
                <a:ext uri="{FF2B5EF4-FFF2-40B4-BE49-F238E27FC236}">
                  <ns2:creationId id="{1DA7073A-8835-BDD7-622C-9DBD129F79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83574" y="4613878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0" name="正方形/長方形 769">
              <a:extLst>
                <a:ext uri="{FF2B5EF4-FFF2-40B4-BE49-F238E27FC236}">
                  <ns2:creationId id="{2FF1C5F4-480D-D95B-F5B0-2746EF0384BA}"/>
                </a:ext>
              </a:extLst>
            </p:cNvPr>
            <p:cNvSpPr/>
            <p:nvPr/>
          </p:nvSpPr>
          <p:spPr>
            <a:xfrm>
              <a:off x="7305490" y="412690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1" name="正方形/長方形 770">
              <a:extLst>
                <a:ext uri="{FF2B5EF4-FFF2-40B4-BE49-F238E27FC236}">
                  <ns2:creationId id="{6462EF43-6995-CF50-FBEA-E562486E0B95}"/>
                </a:ext>
              </a:extLst>
            </p:cNvPr>
            <p:cNvSpPr/>
            <p:nvPr/>
          </p:nvSpPr>
          <p:spPr>
            <a:xfrm>
              <a:off x="7305490" y="456788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74" name="直線コネクタ 773">
              <a:extLst>
                <a:ext uri="{FF2B5EF4-FFF2-40B4-BE49-F238E27FC236}">
                  <ns2:creationId id="{DD14C4F8-88B8-AAF1-C578-BD543D38DC25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3818131"/>
              <a:ext cx="0" cy="10386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7" name="グループ化 776">
              <a:extLst>
                <a:ext uri="{FF2B5EF4-FFF2-40B4-BE49-F238E27FC236}">
                  <ns2:creationId id="{079CD236-56C7-C895-EFCD-B7105909552E}"/>
                </a:ext>
              </a:extLst>
            </p:cNvPr>
            <p:cNvGrpSpPr/>
            <p:nvPr/>
          </p:nvGrpSpPr>
          <p:grpSpPr>
            <a:xfrm>
              <a:off x="4661036" y="4022199"/>
              <a:ext cx="361490" cy="630514"/>
              <a:chOff x="4629450" y="4179248"/>
              <a:chExt cx="361490" cy="630514"/>
            </a:xfrm>
          </p:grpSpPr>
          <p:sp>
            <p:nvSpPr>
              <p:cNvPr id="775" name="正方形/長方形 774">
                <a:extLst>
                  <a:ext uri="{FF2B5EF4-FFF2-40B4-BE49-F238E27FC236}">
                    <ns2:creationId id="{536A783A-3BF1-B4ED-C9D6-9872B96BAD7A}"/>
                  </a:ext>
                </a:extLst>
              </p:cNvPr>
              <p:cNvSpPr/>
              <p:nvPr/>
            </p:nvSpPr>
            <p:spPr>
              <a:xfrm>
                <a:off x="4629450" y="4317984"/>
                <a:ext cx="361490" cy="49177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76" name="楕円 775">
                <a:extLst>
                  <a:ext uri="{FF2B5EF4-FFF2-40B4-BE49-F238E27FC236}">
                    <ns2:creationId id="{22DFF256-8763-7C0C-C0D0-ABBFCE4D5E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29450" y="4179248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78" name="直線コネクタ 777">
              <a:extLst>
                <a:ext uri="{FF2B5EF4-FFF2-40B4-BE49-F238E27FC236}">
                  <ns2:creationId id="{E97E7CED-EE56-CB7A-8EAC-AD10A066DE89}"/>
                </a:ext>
              </a:extLst>
            </p:cNvPr>
            <p:cNvCxnSpPr>
              <a:cxnSpLocks/>
            </p:cNvCxnSpPr>
            <p:nvPr/>
          </p:nvCxnSpPr>
          <p:spPr>
            <a:xfrm>
              <a:off x="8067641" y="3818131"/>
              <a:ext cx="0" cy="1038649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2" name="直線コネクタ 781">
              <a:extLst>
                <a:ext uri="{FF2B5EF4-FFF2-40B4-BE49-F238E27FC236}">
                  <ns2:creationId id="{E63004D6-3103-4A91-B500-49164B303B36}"/>
                </a:ext>
              </a:extLst>
            </p:cNvPr>
            <p:cNvCxnSpPr>
              <a:cxnSpLocks/>
            </p:cNvCxnSpPr>
            <p:nvPr/>
          </p:nvCxnSpPr>
          <p:spPr>
            <a:xfrm>
              <a:off x="9798051" y="3818131"/>
              <a:ext cx="0" cy="1038649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直線コネクタ 785">
              <a:extLst>
                <a:ext uri="{FF2B5EF4-FFF2-40B4-BE49-F238E27FC236}">
                  <ns2:creationId id="{41A364AD-BA14-8B8B-036E-D9030BA337B6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286" y="3818131"/>
              <a:ext cx="0" cy="1038649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87" name="グループ化 786">
              <a:extLst>
                <a:ext uri="{FF2B5EF4-FFF2-40B4-BE49-F238E27FC236}">
                  <ns2:creationId id="{4ECCECD6-91F2-68A6-7B36-423A07F11B0A}"/>
                </a:ext>
              </a:extLst>
            </p:cNvPr>
            <p:cNvGrpSpPr/>
            <p:nvPr/>
          </p:nvGrpSpPr>
          <p:grpSpPr>
            <a:xfrm>
              <a:off x="11083887" y="3842441"/>
              <a:ext cx="949821" cy="185350"/>
              <a:chOff x="4629450" y="4862569"/>
              <a:chExt cx="949821" cy="185350"/>
            </a:xfrm>
          </p:grpSpPr>
          <p:sp>
            <p:nvSpPr>
              <p:cNvPr id="788" name="正方形/長方形 787">
                <a:extLst>
                  <a:ext uri="{FF2B5EF4-FFF2-40B4-BE49-F238E27FC236}">
                    <ns2:creationId id="{CBF54DF7-44AD-8747-153E-729275F5848F}"/>
                  </a:ext>
                </a:extLst>
              </p:cNvPr>
              <p:cNvSpPr/>
              <p:nvPr/>
            </p:nvSpPr>
            <p:spPr>
              <a:xfrm>
                <a:off x="4732174" y="4862569"/>
                <a:ext cx="847097" cy="18535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89" name="楕円 788">
                <a:extLst>
                  <a:ext uri="{FF2B5EF4-FFF2-40B4-BE49-F238E27FC236}">
                    <ns2:creationId id="{02A1A968-1955-9DCC-E62E-BAC3B2363F9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29450" y="4901244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90" name="グループ化 789">
              <a:extLst>
                <a:ext uri="{FF2B5EF4-FFF2-40B4-BE49-F238E27FC236}">
                  <ns2:creationId id="{053C24BE-EC43-E453-0C60-11D47943BE9E}"/>
                </a:ext>
              </a:extLst>
            </p:cNvPr>
            <p:cNvGrpSpPr/>
            <p:nvPr/>
          </p:nvGrpSpPr>
          <p:grpSpPr>
            <a:xfrm>
              <a:off x="2098674" y="5282396"/>
              <a:ext cx="199793" cy="421010"/>
              <a:chOff x="1666874" y="4022744"/>
              <a:chExt cx="199793" cy="421010"/>
            </a:xfrm>
          </p:grpSpPr>
          <p:sp>
            <p:nvSpPr>
              <p:cNvPr id="791" name="正方形/長方形 790">
                <a:extLst>
                  <a:ext uri="{FF2B5EF4-FFF2-40B4-BE49-F238E27FC236}">
                    <ns2:creationId id="{B042724F-D717-9D7C-260C-AD730B6707B5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92" name="正方形/長方形 791">
                <a:extLst>
                  <a:ext uri="{FF2B5EF4-FFF2-40B4-BE49-F238E27FC236}">
                    <ns2:creationId id="{571DBB8C-DA5D-C51A-88F4-8BC6401210E5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93" name="直線コネクタ 792">
              <a:extLst>
                <a:ext uri="{FF2B5EF4-FFF2-40B4-BE49-F238E27FC236}">
                  <ns2:creationId id="{101C4A31-19C0-201D-EE2F-B3EEA548E0A6}"/>
                </a:ext>
              </a:extLst>
            </p:cNvPr>
            <p:cNvCxnSpPr>
              <a:cxnSpLocks/>
            </p:cNvCxnSpPr>
            <p:nvPr/>
          </p:nvCxnSpPr>
          <p:spPr>
            <a:xfrm>
              <a:off x="2070103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5" name="正方形/長方形 794">
              <a:extLst>
                <a:ext uri="{FF2B5EF4-FFF2-40B4-BE49-F238E27FC236}">
                  <ns2:creationId id="{8D9FA0D3-2A63-EC9D-6750-D387C16A4418}"/>
                </a:ext>
              </a:extLst>
            </p:cNvPr>
            <p:cNvSpPr/>
            <p:nvPr/>
          </p:nvSpPr>
          <p:spPr>
            <a:xfrm>
              <a:off x="2070531" y="5096139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7" name="正方形/長方形 796">
              <a:extLst>
                <a:ext uri="{FF2B5EF4-FFF2-40B4-BE49-F238E27FC236}">
                  <ns2:creationId id="{F43648BF-DD09-AF85-68E8-2FEA9BE30FF6}"/>
                </a:ext>
              </a:extLst>
            </p:cNvPr>
            <p:cNvSpPr/>
            <p:nvPr/>
          </p:nvSpPr>
          <p:spPr>
            <a:xfrm>
              <a:off x="2098674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8" name="正方形/長方形 797">
              <a:extLst>
                <a:ext uri="{FF2B5EF4-FFF2-40B4-BE49-F238E27FC236}">
                  <ns2:creationId id="{5348CBEC-3AED-118D-CAB4-B43F729C6B4C}"/>
                </a:ext>
              </a:extLst>
            </p:cNvPr>
            <p:cNvSpPr/>
            <p:nvPr/>
          </p:nvSpPr>
          <p:spPr>
            <a:xfrm>
              <a:off x="2098674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9" name="正方形/長方形 798">
              <a:extLst>
                <a:ext uri="{FF2B5EF4-FFF2-40B4-BE49-F238E27FC236}">
                  <ns2:creationId id="{963ECFEB-2B90-C8C3-4487-F4EA08C36904}"/>
                </a:ext>
              </a:extLst>
            </p:cNvPr>
            <p:cNvSpPr/>
            <p:nvPr/>
          </p:nvSpPr>
          <p:spPr>
            <a:xfrm>
              <a:off x="2275881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0" name="正方形/長方形 799">
              <a:extLst>
                <a:ext uri="{FF2B5EF4-FFF2-40B4-BE49-F238E27FC236}">
                  <ns2:creationId id="{3591B44D-685E-D592-C74D-592B463AD7B8}"/>
                </a:ext>
              </a:extLst>
            </p:cNvPr>
            <p:cNvSpPr/>
            <p:nvPr/>
          </p:nvSpPr>
          <p:spPr>
            <a:xfrm>
              <a:off x="2263182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01" name="直線コネクタ 800">
              <a:extLst>
                <a:ext uri="{FF2B5EF4-FFF2-40B4-BE49-F238E27FC236}">
                  <ns2:creationId id="{E49B8EAA-3C88-CAC1-E95F-6A054EFEEB76}"/>
                </a:ext>
              </a:extLst>
            </p:cNvPr>
            <p:cNvCxnSpPr/>
            <p:nvPr/>
          </p:nvCxnSpPr>
          <p:spPr>
            <a:xfrm>
              <a:off x="2070103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2" name="グループ化 801">
              <a:extLst>
                <a:ext uri="{FF2B5EF4-FFF2-40B4-BE49-F238E27FC236}">
                  <ns2:creationId id="{438A8DE3-2752-A5A5-F2BD-1F67E17D31B6}"/>
                </a:ext>
              </a:extLst>
            </p:cNvPr>
            <p:cNvGrpSpPr/>
            <p:nvPr/>
          </p:nvGrpSpPr>
          <p:grpSpPr>
            <a:xfrm>
              <a:off x="3863070" y="5282396"/>
              <a:ext cx="199793" cy="421010"/>
              <a:chOff x="1666874" y="4022744"/>
              <a:chExt cx="199793" cy="421010"/>
            </a:xfrm>
          </p:grpSpPr>
          <p:sp>
            <p:nvSpPr>
              <p:cNvPr id="803" name="正方形/長方形 802">
                <a:extLst>
                  <a:ext uri="{FF2B5EF4-FFF2-40B4-BE49-F238E27FC236}">
                    <ns2:creationId id="{27E674D7-B2DA-8A8F-1EC4-3AA5B74480B5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4" name="正方形/長方形 803">
                <a:extLst>
                  <a:ext uri="{FF2B5EF4-FFF2-40B4-BE49-F238E27FC236}">
                    <ns2:creationId id="{377ABEF8-C3B5-0935-C8AB-1F5A1C82D2C8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05" name="直線コネクタ 804">
              <a:extLst>
                <a:ext uri="{FF2B5EF4-FFF2-40B4-BE49-F238E27FC236}">
                  <ns2:creationId id="{DD548556-67FA-D5AA-4A97-952ABC05FE5B}"/>
                </a:ext>
              </a:extLst>
            </p:cNvPr>
            <p:cNvCxnSpPr>
              <a:cxnSpLocks/>
            </p:cNvCxnSpPr>
            <p:nvPr/>
          </p:nvCxnSpPr>
          <p:spPr>
            <a:xfrm>
              <a:off x="3834499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6" name="正方形/長方形 805">
              <a:extLst>
                <a:ext uri="{FF2B5EF4-FFF2-40B4-BE49-F238E27FC236}">
                  <ns2:creationId id="{486303AF-7DB9-66E6-E49E-0FD3DB04BBBF}"/>
                </a:ext>
              </a:extLst>
            </p:cNvPr>
            <p:cNvSpPr/>
            <p:nvPr/>
          </p:nvSpPr>
          <p:spPr>
            <a:xfrm>
              <a:off x="3821203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7" name="正方形/長方形 806">
              <a:extLst>
                <a:ext uri="{FF2B5EF4-FFF2-40B4-BE49-F238E27FC236}">
                  <ns2:creationId id="{B2F382EF-0F35-1B60-65AB-FC5F45066430}"/>
                </a:ext>
              </a:extLst>
            </p:cNvPr>
            <p:cNvSpPr/>
            <p:nvPr/>
          </p:nvSpPr>
          <p:spPr>
            <a:xfrm>
              <a:off x="3863070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8" name="正方形/長方形 807">
              <a:extLst>
                <a:ext uri="{FF2B5EF4-FFF2-40B4-BE49-F238E27FC236}">
                  <ns2:creationId id="{9BB15343-98DF-08C6-D559-B5B1C3C9BDCD}"/>
                </a:ext>
              </a:extLst>
            </p:cNvPr>
            <p:cNvSpPr/>
            <p:nvPr/>
          </p:nvSpPr>
          <p:spPr>
            <a:xfrm>
              <a:off x="3863070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09" name="正方形/長方形 808">
              <a:extLst>
                <a:ext uri="{FF2B5EF4-FFF2-40B4-BE49-F238E27FC236}">
                  <ns2:creationId id="{91ACDAE5-36EC-8642-740C-7040C6AAD7A4}"/>
                </a:ext>
              </a:extLst>
            </p:cNvPr>
            <p:cNvSpPr/>
            <p:nvPr/>
          </p:nvSpPr>
          <p:spPr>
            <a:xfrm>
              <a:off x="4040277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0" name="正方形/長方形 809">
              <a:extLst>
                <a:ext uri="{FF2B5EF4-FFF2-40B4-BE49-F238E27FC236}">
                  <ns2:creationId id="{FBABDE68-EF74-ED3E-2793-7D3C7EABDC99}"/>
                </a:ext>
              </a:extLst>
            </p:cNvPr>
            <p:cNvSpPr/>
            <p:nvPr/>
          </p:nvSpPr>
          <p:spPr>
            <a:xfrm>
              <a:off x="4027578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11" name="直線コネクタ 810">
              <a:extLst>
                <a:ext uri="{FF2B5EF4-FFF2-40B4-BE49-F238E27FC236}">
                  <ns2:creationId id="{A7CBDFBF-D2B3-8A39-B4F2-1E1800CAA619}"/>
                </a:ext>
              </a:extLst>
            </p:cNvPr>
            <p:cNvCxnSpPr/>
            <p:nvPr/>
          </p:nvCxnSpPr>
          <p:spPr>
            <a:xfrm>
              <a:off x="3834499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12" name="グループ化 811">
              <a:extLst>
                <a:ext uri="{FF2B5EF4-FFF2-40B4-BE49-F238E27FC236}">
                  <ns2:creationId id="{CEBAB97C-9369-56A6-9B14-0C674E917D09}"/>
                </a:ext>
              </a:extLst>
            </p:cNvPr>
            <p:cNvGrpSpPr/>
            <p:nvPr/>
          </p:nvGrpSpPr>
          <p:grpSpPr>
            <a:xfrm>
              <a:off x="5520422" y="5282396"/>
              <a:ext cx="199793" cy="421010"/>
              <a:chOff x="1666874" y="4022744"/>
              <a:chExt cx="199793" cy="421010"/>
            </a:xfrm>
          </p:grpSpPr>
          <p:sp>
            <p:nvSpPr>
              <p:cNvPr id="813" name="正方形/長方形 812">
                <a:extLst>
                  <a:ext uri="{FF2B5EF4-FFF2-40B4-BE49-F238E27FC236}">
                    <ns2:creationId id="{1F3088C1-14B7-AEB0-CBB3-7FC1D4DC61FD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4" name="正方形/長方形 813">
                <a:extLst>
                  <a:ext uri="{FF2B5EF4-FFF2-40B4-BE49-F238E27FC236}">
                    <ns2:creationId id="{21A9268D-1BE1-9D33-6E03-F29D162F6EAB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15" name="直線コネクタ 814">
              <a:extLst>
                <a:ext uri="{FF2B5EF4-FFF2-40B4-BE49-F238E27FC236}">
                  <ns2:creationId id="{7ABB6F4B-727C-36CA-4296-4D0D54727EEF}"/>
                </a:ext>
              </a:extLst>
            </p:cNvPr>
            <p:cNvCxnSpPr>
              <a:cxnSpLocks/>
            </p:cNvCxnSpPr>
            <p:nvPr/>
          </p:nvCxnSpPr>
          <p:spPr>
            <a:xfrm>
              <a:off x="5491851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6" name="正方形/長方形 815">
              <a:extLst>
                <a:ext uri="{FF2B5EF4-FFF2-40B4-BE49-F238E27FC236}">
                  <ns2:creationId id="{CC95B078-986E-45E6-5285-17E0FC81551C}"/>
                </a:ext>
              </a:extLst>
            </p:cNvPr>
            <p:cNvSpPr/>
            <p:nvPr/>
          </p:nvSpPr>
          <p:spPr>
            <a:xfrm>
              <a:off x="5482867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7" name="正方形/長方形 816">
              <a:extLst>
                <a:ext uri="{FF2B5EF4-FFF2-40B4-BE49-F238E27FC236}">
                  <ns2:creationId id="{85B7C8AD-FCF5-C491-680F-FC7184D999B4}"/>
                </a:ext>
              </a:extLst>
            </p:cNvPr>
            <p:cNvSpPr/>
            <p:nvPr/>
          </p:nvSpPr>
          <p:spPr>
            <a:xfrm>
              <a:off x="5520422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8" name="正方形/長方形 817">
              <a:extLst>
                <a:ext uri="{FF2B5EF4-FFF2-40B4-BE49-F238E27FC236}">
                  <ns2:creationId id="{31266B64-2729-E72B-0095-710F79ACEAA6}"/>
                </a:ext>
              </a:extLst>
            </p:cNvPr>
            <p:cNvSpPr/>
            <p:nvPr/>
          </p:nvSpPr>
          <p:spPr>
            <a:xfrm>
              <a:off x="5520422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19" name="正方形/長方形 818">
              <a:extLst>
                <a:ext uri="{FF2B5EF4-FFF2-40B4-BE49-F238E27FC236}">
                  <ns2:creationId id="{9AB9DE4C-3CEF-5787-2332-13C82F983334}"/>
                </a:ext>
              </a:extLst>
            </p:cNvPr>
            <p:cNvSpPr/>
            <p:nvPr/>
          </p:nvSpPr>
          <p:spPr>
            <a:xfrm>
              <a:off x="5697629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0" name="正方形/長方形 819">
              <a:extLst>
                <a:ext uri="{FF2B5EF4-FFF2-40B4-BE49-F238E27FC236}">
                  <ns2:creationId id="{16EEBF96-68BE-734E-B1A6-7F93D01757A1}"/>
                </a:ext>
              </a:extLst>
            </p:cNvPr>
            <p:cNvSpPr/>
            <p:nvPr/>
          </p:nvSpPr>
          <p:spPr>
            <a:xfrm>
              <a:off x="5684930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21" name="直線コネクタ 820">
              <a:extLst>
                <a:ext uri="{FF2B5EF4-FFF2-40B4-BE49-F238E27FC236}">
                  <ns2:creationId id="{FADAEC3C-F249-26F3-4F92-9F6C19AA1E4A}"/>
                </a:ext>
              </a:extLst>
            </p:cNvPr>
            <p:cNvCxnSpPr/>
            <p:nvPr/>
          </p:nvCxnSpPr>
          <p:spPr>
            <a:xfrm>
              <a:off x="5491851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2" name="グループ化 821">
              <a:extLst>
                <a:ext uri="{FF2B5EF4-FFF2-40B4-BE49-F238E27FC236}">
                  <ns2:creationId id="{41D3A8E5-15CB-696B-26B4-A79990A42509}"/>
                </a:ext>
              </a:extLst>
            </p:cNvPr>
            <p:cNvGrpSpPr/>
            <p:nvPr/>
          </p:nvGrpSpPr>
          <p:grpSpPr>
            <a:xfrm>
              <a:off x="7291257" y="5282396"/>
              <a:ext cx="199793" cy="421010"/>
              <a:chOff x="1666874" y="4022744"/>
              <a:chExt cx="199793" cy="421010"/>
            </a:xfrm>
          </p:grpSpPr>
          <p:sp>
            <p:nvSpPr>
              <p:cNvPr id="823" name="正方形/長方形 822">
                <a:extLst>
                  <a:ext uri="{FF2B5EF4-FFF2-40B4-BE49-F238E27FC236}">
                    <ns2:creationId id="{E33FA36C-7FB3-F7DF-B61D-0A456478E1C3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4" name="正方形/長方形 823">
                <a:extLst>
                  <a:ext uri="{FF2B5EF4-FFF2-40B4-BE49-F238E27FC236}">
                    <ns2:creationId id="{6F0FFB02-1324-7F68-4D2C-F159E8743E31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25" name="直線コネクタ 824">
              <a:extLst>
                <a:ext uri="{FF2B5EF4-FFF2-40B4-BE49-F238E27FC236}">
                  <ns2:creationId id="{64D45ECD-75F9-5E74-FF5B-E63E47D8AC71}"/>
                </a:ext>
              </a:extLst>
            </p:cNvPr>
            <p:cNvCxnSpPr>
              <a:cxnSpLocks/>
            </p:cNvCxnSpPr>
            <p:nvPr/>
          </p:nvCxnSpPr>
          <p:spPr>
            <a:xfrm>
              <a:off x="7262686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6" name="正方形/長方形 825">
              <a:extLst>
                <a:ext uri="{FF2B5EF4-FFF2-40B4-BE49-F238E27FC236}">
                  <ns2:creationId id="{D7C4492C-94B2-A247-CDDF-E3D65D571905}"/>
                </a:ext>
              </a:extLst>
            </p:cNvPr>
            <p:cNvSpPr/>
            <p:nvPr/>
          </p:nvSpPr>
          <p:spPr>
            <a:xfrm>
              <a:off x="7253702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7" name="正方形/長方形 826">
              <a:extLst>
                <a:ext uri="{FF2B5EF4-FFF2-40B4-BE49-F238E27FC236}">
                  <ns2:creationId id="{A733EBEA-A4CF-03E5-A546-057E5CC4493F}"/>
                </a:ext>
              </a:extLst>
            </p:cNvPr>
            <p:cNvSpPr/>
            <p:nvPr/>
          </p:nvSpPr>
          <p:spPr>
            <a:xfrm>
              <a:off x="7291257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8" name="正方形/長方形 827">
              <a:extLst>
                <a:ext uri="{FF2B5EF4-FFF2-40B4-BE49-F238E27FC236}">
                  <ns2:creationId id="{2FA48658-3BB0-6B5D-30CB-20ED1EB65E80}"/>
                </a:ext>
              </a:extLst>
            </p:cNvPr>
            <p:cNvSpPr/>
            <p:nvPr/>
          </p:nvSpPr>
          <p:spPr>
            <a:xfrm>
              <a:off x="7291257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29" name="正方形/長方形 828">
              <a:extLst>
                <a:ext uri="{FF2B5EF4-FFF2-40B4-BE49-F238E27FC236}">
                  <ns2:creationId id="{AE221EDC-2842-D584-4E84-34D57B86357B}"/>
                </a:ext>
              </a:extLst>
            </p:cNvPr>
            <p:cNvSpPr/>
            <p:nvPr/>
          </p:nvSpPr>
          <p:spPr>
            <a:xfrm>
              <a:off x="7468464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0" name="正方形/長方形 829">
              <a:extLst>
                <a:ext uri="{FF2B5EF4-FFF2-40B4-BE49-F238E27FC236}">
                  <ns2:creationId id="{9E3AF28E-33D1-9D02-E14F-4C023921A838}"/>
                </a:ext>
              </a:extLst>
            </p:cNvPr>
            <p:cNvSpPr/>
            <p:nvPr/>
          </p:nvSpPr>
          <p:spPr>
            <a:xfrm>
              <a:off x="7455765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31" name="直線コネクタ 830">
              <a:extLst>
                <a:ext uri="{FF2B5EF4-FFF2-40B4-BE49-F238E27FC236}">
                  <ns2:creationId id="{0815B31B-4D8E-8D10-9D23-0B52D6EB1C1E}"/>
                </a:ext>
              </a:extLst>
            </p:cNvPr>
            <p:cNvCxnSpPr/>
            <p:nvPr/>
          </p:nvCxnSpPr>
          <p:spPr>
            <a:xfrm>
              <a:off x="7262686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32" name="グループ化 831">
              <a:extLst>
                <a:ext uri="{FF2B5EF4-FFF2-40B4-BE49-F238E27FC236}">
                  <ns2:creationId id="{3458F6E5-CF7C-C83B-72AF-AEE058C89B5C}"/>
                </a:ext>
              </a:extLst>
            </p:cNvPr>
            <p:cNvGrpSpPr/>
            <p:nvPr/>
          </p:nvGrpSpPr>
          <p:grpSpPr>
            <a:xfrm>
              <a:off x="8933367" y="5282396"/>
              <a:ext cx="199793" cy="421010"/>
              <a:chOff x="1666874" y="4022744"/>
              <a:chExt cx="199793" cy="421010"/>
            </a:xfrm>
          </p:grpSpPr>
          <p:sp>
            <p:nvSpPr>
              <p:cNvPr id="833" name="正方形/長方形 832">
                <a:extLst>
                  <a:ext uri="{FF2B5EF4-FFF2-40B4-BE49-F238E27FC236}">
                    <ns2:creationId id="{224556A3-DFC1-8AE8-A24E-69F70EBE6F51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4" name="正方形/長方形 833">
                <a:extLst>
                  <a:ext uri="{FF2B5EF4-FFF2-40B4-BE49-F238E27FC236}">
                    <ns2:creationId id="{489CF3E6-B1B6-6CF5-C8CD-1ACCAC752059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35" name="直線コネクタ 834">
              <a:extLst>
                <a:ext uri="{FF2B5EF4-FFF2-40B4-BE49-F238E27FC236}">
                  <ns2:creationId id="{866AAA53-BB5F-829A-66BB-5C061DAC2D38}"/>
                </a:ext>
              </a:extLst>
            </p:cNvPr>
            <p:cNvCxnSpPr>
              <a:cxnSpLocks/>
            </p:cNvCxnSpPr>
            <p:nvPr/>
          </p:nvCxnSpPr>
          <p:spPr>
            <a:xfrm>
              <a:off x="8904796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6" name="正方形/長方形 835">
              <a:extLst>
                <a:ext uri="{FF2B5EF4-FFF2-40B4-BE49-F238E27FC236}">
                  <ns2:creationId id="{D65E860B-9A75-7958-67A2-1B563341DCCC}"/>
                </a:ext>
              </a:extLst>
            </p:cNvPr>
            <p:cNvSpPr/>
            <p:nvPr/>
          </p:nvSpPr>
          <p:spPr>
            <a:xfrm>
              <a:off x="8895812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7" name="正方形/長方形 836">
              <a:extLst>
                <a:ext uri="{FF2B5EF4-FFF2-40B4-BE49-F238E27FC236}">
                  <ns2:creationId id="{A5988AB8-03E5-3678-D29B-21ADB1D9B176}"/>
                </a:ext>
              </a:extLst>
            </p:cNvPr>
            <p:cNvSpPr/>
            <p:nvPr/>
          </p:nvSpPr>
          <p:spPr>
            <a:xfrm>
              <a:off x="8933367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8" name="正方形/長方形 837">
              <a:extLst>
                <a:ext uri="{FF2B5EF4-FFF2-40B4-BE49-F238E27FC236}">
                  <ns2:creationId id="{7653A27A-9D42-824D-0C38-0BBDF98D23EE}"/>
                </a:ext>
              </a:extLst>
            </p:cNvPr>
            <p:cNvSpPr/>
            <p:nvPr/>
          </p:nvSpPr>
          <p:spPr>
            <a:xfrm>
              <a:off x="8933367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39" name="正方形/長方形 838">
              <a:extLst>
                <a:ext uri="{FF2B5EF4-FFF2-40B4-BE49-F238E27FC236}">
                  <ns2:creationId id="{2424E2D3-B444-C71A-6D13-4CF0781BE3FB}"/>
                </a:ext>
              </a:extLst>
            </p:cNvPr>
            <p:cNvSpPr/>
            <p:nvPr/>
          </p:nvSpPr>
          <p:spPr>
            <a:xfrm>
              <a:off x="9110574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0" name="正方形/長方形 839">
              <a:extLst>
                <a:ext uri="{FF2B5EF4-FFF2-40B4-BE49-F238E27FC236}">
                  <ns2:creationId id="{FA48FA3B-8970-FFBF-905A-9F5FB9ADE5C7}"/>
                </a:ext>
              </a:extLst>
            </p:cNvPr>
            <p:cNvSpPr/>
            <p:nvPr/>
          </p:nvSpPr>
          <p:spPr>
            <a:xfrm>
              <a:off x="9097875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41" name="直線コネクタ 840">
              <a:extLst>
                <a:ext uri="{FF2B5EF4-FFF2-40B4-BE49-F238E27FC236}">
                  <ns2:creationId id="{146558DA-5604-31BC-D8E9-98635917AA22}"/>
                </a:ext>
              </a:extLst>
            </p:cNvPr>
            <p:cNvCxnSpPr/>
            <p:nvPr/>
          </p:nvCxnSpPr>
          <p:spPr>
            <a:xfrm>
              <a:off x="8904796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2" name="グループ化 841">
              <a:extLst>
                <a:ext uri="{FF2B5EF4-FFF2-40B4-BE49-F238E27FC236}">
                  <ns2:creationId id="{0BC3B99B-91C3-BE9E-160A-9DFCC63FC2EE}"/>
                </a:ext>
              </a:extLst>
            </p:cNvPr>
            <p:cNvGrpSpPr/>
            <p:nvPr/>
          </p:nvGrpSpPr>
          <p:grpSpPr>
            <a:xfrm>
              <a:off x="10647867" y="5282396"/>
              <a:ext cx="199793" cy="421010"/>
              <a:chOff x="1666874" y="4022744"/>
              <a:chExt cx="199793" cy="421010"/>
            </a:xfrm>
          </p:grpSpPr>
          <p:sp>
            <p:nvSpPr>
              <p:cNvPr id="843" name="正方形/長方形 842">
                <a:extLst>
                  <a:ext uri="{FF2B5EF4-FFF2-40B4-BE49-F238E27FC236}">
                    <ns2:creationId id="{DB9BDE74-E7BD-6B80-9506-9420B03D4BD1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4" name="正方形/長方形 843">
                <a:extLst>
                  <a:ext uri="{FF2B5EF4-FFF2-40B4-BE49-F238E27FC236}">
                    <ns2:creationId id="{760F8589-1745-CA98-C13F-FA50BBF05414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45" name="直線コネクタ 844">
              <a:extLst>
                <a:ext uri="{FF2B5EF4-FFF2-40B4-BE49-F238E27FC236}">
                  <ns2:creationId id="{C91B4DDC-AB36-FE27-59DF-1D87C5F14C8E}"/>
                </a:ext>
              </a:extLst>
            </p:cNvPr>
            <p:cNvCxnSpPr>
              <a:cxnSpLocks/>
            </p:cNvCxnSpPr>
            <p:nvPr/>
          </p:nvCxnSpPr>
          <p:spPr>
            <a:xfrm>
              <a:off x="10619296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6" name="正方形/長方形 845">
              <a:extLst>
                <a:ext uri="{FF2B5EF4-FFF2-40B4-BE49-F238E27FC236}">
                  <ns2:creationId id="{63D140A1-43FC-84EB-262B-BBA524B9D7BD}"/>
                </a:ext>
              </a:extLst>
            </p:cNvPr>
            <p:cNvSpPr/>
            <p:nvPr/>
          </p:nvSpPr>
          <p:spPr>
            <a:xfrm>
              <a:off x="10610312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7" name="正方形/長方形 846">
              <a:extLst>
                <a:ext uri="{FF2B5EF4-FFF2-40B4-BE49-F238E27FC236}">
                  <ns2:creationId id="{6556C33D-C36A-7E78-5630-27814A6453A4}"/>
                </a:ext>
              </a:extLst>
            </p:cNvPr>
            <p:cNvSpPr/>
            <p:nvPr/>
          </p:nvSpPr>
          <p:spPr>
            <a:xfrm>
              <a:off x="10647867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8" name="正方形/長方形 847">
              <a:extLst>
                <a:ext uri="{FF2B5EF4-FFF2-40B4-BE49-F238E27FC236}">
                  <ns2:creationId id="{09A127ED-88BF-D11A-D79A-1D1923539573}"/>
                </a:ext>
              </a:extLst>
            </p:cNvPr>
            <p:cNvSpPr/>
            <p:nvPr/>
          </p:nvSpPr>
          <p:spPr>
            <a:xfrm>
              <a:off x="10647867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9" name="正方形/長方形 848">
              <a:extLst>
                <a:ext uri="{FF2B5EF4-FFF2-40B4-BE49-F238E27FC236}">
                  <ns2:creationId id="{50B54289-335B-BA56-94B9-663AC9BCF3C2}"/>
                </a:ext>
              </a:extLst>
            </p:cNvPr>
            <p:cNvSpPr/>
            <p:nvPr/>
          </p:nvSpPr>
          <p:spPr>
            <a:xfrm>
              <a:off x="10825074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0" name="正方形/長方形 849">
              <a:extLst>
                <a:ext uri="{FF2B5EF4-FFF2-40B4-BE49-F238E27FC236}">
                  <ns2:creationId id="{7B6AC03A-5870-A55F-6547-2163804469DD}"/>
                </a:ext>
              </a:extLst>
            </p:cNvPr>
            <p:cNvSpPr/>
            <p:nvPr/>
          </p:nvSpPr>
          <p:spPr>
            <a:xfrm>
              <a:off x="10812375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51" name="直線コネクタ 850">
              <a:extLst>
                <a:ext uri="{FF2B5EF4-FFF2-40B4-BE49-F238E27FC236}">
                  <ns2:creationId id="{4197817E-453C-9224-964D-ED15BB3DAD5B}"/>
                </a:ext>
              </a:extLst>
            </p:cNvPr>
            <p:cNvCxnSpPr/>
            <p:nvPr/>
          </p:nvCxnSpPr>
          <p:spPr>
            <a:xfrm>
              <a:off x="10619296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2" name="直線コネクタ 851">
              <a:extLst>
                <a:ext uri="{FF2B5EF4-FFF2-40B4-BE49-F238E27FC236}">
                  <ns2:creationId id="{80721114-BF1A-4286-0E8B-1098C4848C71}"/>
                </a:ext>
              </a:extLst>
            </p:cNvPr>
            <p:cNvCxnSpPr>
              <a:cxnSpLocks/>
            </p:cNvCxnSpPr>
            <p:nvPr/>
          </p:nvCxnSpPr>
          <p:spPr>
            <a:xfrm>
              <a:off x="2510787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3" name="正方形/長方形 852">
              <a:extLst>
                <a:ext uri="{FF2B5EF4-FFF2-40B4-BE49-F238E27FC236}">
                  <ns2:creationId id="{1C73E8E7-1647-EA26-37F1-1D6B44DF7436}"/>
                </a:ext>
              </a:extLst>
            </p:cNvPr>
            <p:cNvSpPr/>
            <p:nvPr/>
          </p:nvSpPr>
          <p:spPr>
            <a:xfrm>
              <a:off x="2467400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54" name="直線コネクタ 853">
              <a:extLst>
                <a:ext uri="{FF2B5EF4-FFF2-40B4-BE49-F238E27FC236}">
                  <ns2:creationId id="{3FF6D862-E9EC-535D-C86E-47CF33AED49E}"/>
                </a:ext>
              </a:extLst>
            </p:cNvPr>
            <p:cNvCxnSpPr>
              <a:cxnSpLocks/>
            </p:cNvCxnSpPr>
            <p:nvPr/>
          </p:nvCxnSpPr>
          <p:spPr>
            <a:xfrm>
              <a:off x="2929885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8" name="正方形/長方形 857">
              <a:extLst>
                <a:ext uri="{FF2B5EF4-FFF2-40B4-BE49-F238E27FC236}">
                  <ns2:creationId id="{A70659E3-4010-E1A4-580D-482EEC11CCCE}"/>
                </a:ext>
              </a:extLst>
            </p:cNvPr>
            <p:cNvSpPr/>
            <p:nvPr/>
          </p:nvSpPr>
          <p:spPr>
            <a:xfrm>
              <a:off x="2943224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60" name="直線コネクタ 859">
              <a:extLst>
                <a:ext uri="{FF2B5EF4-FFF2-40B4-BE49-F238E27FC236}">
                  <ns2:creationId id="{17D63916-A121-56A5-557E-60BC23149D07}"/>
                </a:ext>
              </a:extLst>
            </p:cNvPr>
            <p:cNvCxnSpPr>
              <a:cxnSpLocks/>
            </p:cNvCxnSpPr>
            <p:nvPr/>
          </p:nvCxnSpPr>
          <p:spPr>
            <a:xfrm>
              <a:off x="2929885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1" name="正方形/長方形 860">
              <a:extLst>
                <a:ext uri="{FF2B5EF4-FFF2-40B4-BE49-F238E27FC236}">
                  <ns2:creationId id="{AD82AF9C-D0C2-2CE8-B42A-079FE809EF2A}"/>
                </a:ext>
              </a:extLst>
            </p:cNvPr>
            <p:cNvSpPr/>
            <p:nvPr/>
          </p:nvSpPr>
          <p:spPr>
            <a:xfrm>
              <a:off x="2914646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64" name="直線コネクタ 863">
              <a:extLst>
                <a:ext uri="{FF2B5EF4-FFF2-40B4-BE49-F238E27FC236}">
                  <ns2:creationId id="{C7ABA974-12A4-B72F-5AC9-F01DA8D125BC}"/>
                </a:ext>
              </a:extLst>
            </p:cNvPr>
            <p:cNvCxnSpPr/>
            <p:nvPr/>
          </p:nvCxnSpPr>
          <p:spPr>
            <a:xfrm>
              <a:off x="3773534" y="5102094"/>
              <a:ext cx="0" cy="1014344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72" name="グループ化 871">
              <a:extLst>
                <a:ext uri="{FF2B5EF4-FFF2-40B4-BE49-F238E27FC236}">
                  <ns2:creationId id="{F6B49346-53ED-9CCE-B16C-44050FDAD79C}"/>
                </a:ext>
              </a:extLst>
            </p:cNvPr>
            <p:cNvGrpSpPr/>
            <p:nvPr/>
          </p:nvGrpSpPr>
          <p:grpSpPr>
            <a:xfrm>
              <a:off x="3577443" y="6123177"/>
              <a:ext cx="951695" cy="185350"/>
              <a:chOff x="3577443" y="6113652"/>
              <a:chExt cx="951695" cy="185350"/>
            </a:xfrm>
          </p:grpSpPr>
          <p:sp>
            <p:nvSpPr>
              <p:cNvPr id="865" name="正方形/長方形 864">
                <a:extLst>
                  <a:ext uri="{FF2B5EF4-FFF2-40B4-BE49-F238E27FC236}">
                    <ns2:creationId id="{50F74A8D-4EFB-D5A6-1A65-388F23B55B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77443" y="6152327"/>
                <a:ext cx="108000" cy="108000"/>
              </a:xfrm>
              <a:prstGeom prst="rect">
                <a:avLst/>
              </a:prstGeom>
              <a:solidFill>
                <a:schemeClr val="tx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6" name="正方形/長方形 865">
                <a:extLst>
                  <a:ext uri="{FF2B5EF4-FFF2-40B4-BE49-F238E27FC236}">
                    <ns2:creationId id="{0CCAD571-7CEE-3A09-7CB6-8DD8D362E787}"/>
                  </a:ext>
                </a:extLst>
              </p:cNvPr>
              <p:cNvSpPr/>
              <p:nvPr/>
            </p:nvSpPr>
            <p:spPr>
              <a:xfrm>
                <a:off x="3650144" y="6113652"/>
                <a:ext cx="878994" cy="18535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870" name="直線コネクタ 869">
              <a:extLst>
                <a:ext uri="{FF2B5EF4-FFF2-40B4-BE49-F238E27FC236}">
                  <ns2:creationId id="{C0B106DA-F298-D9EC-D4D8-4A3F1522FCBA}"/>
                </a:ext>
              </a:extLst>
            </p:cNvPr>
            <p:cNvCxnSpPr>
              <a:cxnSpLocks/>
            </p:cNvCxnSpPr>
            <p:nvPr/>
          </p:nvCxnSpPr>
          <p:spPr>
            <a:xfrm>
              <a:off x="4224207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1" name="正方形/長方形 870">
              <a:extLst>
                <a:ext uri="{FF2B5EF4-FFF2-40B4-BE49-F238E27FC236}">
                  <ns2:creationId id="{899535BF-3BE1-B6EF-2A94-CD867B47DD8A}"/>
                </a:ext>
              </a:extLst>
            </p:cNvPr>
            <p:cNvSpPr/>
            <p:nvPr/>
          </p:nvSpPr>
          <p:spPr>
            <a:xfrm>
              <a:off x="4171482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76" name="直線コネクタ 875">
              <a:extLst>
                <a:ext uri="{FF2B5EF4-FFF2-40B4-BE49-F238E27FC236}">
                  <ns2:creationId id="{4E94767A-B668-4CF5-90AB-70150FFE7FFE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7" name="正方形/長方形 876">
              <a:extLst>
                <a:ext uri="{FF2B5EF4-FFF2-40B4-BE49-F238E27FC236}">
                  <ns2:creationId id="{E8BEF1AF-1E26-ED6B-7EDE-88146BD7B68B}"/>
                </a:ext>
              </a:extLst>
            </p:cNvPr>
            <p:cNvSpPr/>
            <p:nvPr/>
          </p:nvSpPr>
          <p:spPr>
            <a:xfrm>
              <a:off x="4624567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78" name="直線コネクタ 877">
              <a:extLst>
                <a:ext uri="{FF2B5EF4-FFF2-40B4-BE49-F238E27FC236}">
                  <ns2:creationId id="{4E718246-2266-DF5D-08CC-7D5D0FEE7F66}"/>
                </a:ext>
              </a:extLst>
            </p:cNvPr>
            <p:cNvCxnSpPr>
              <a:cxnSpLocks/>
            </p:cNvCxnSpPr>
            <p:nvPr/>
          </p:nvCxnSpPr>
          <p:spPr>
            <a:xfrm>
              <a:off x="5931203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9" name="正方形/長方形 878">
              <a:extLst>
                <a:ext uri="{FF2B5EF4-FFF2-40B4-BE49-F238E27FC236}">
                  <ns2:creationId id="{B98B4C49-EEAD-D4FA-1D43-7359487B40A4}"/>
                </a:ext>
              </a:extLst>
            </p:cNvPr>
            <p:cNvSpPr/>
            <p:nvPr/>
          </p:nvSpPr>
          <p:spPr>
            <a:xfrm>
              <a:off x="5887816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80" name="直線コネクタ 879">
              <a:extLst>
                <a:ext uri="{FF2B5EF4-FFF2-40B4-BE49-F238E27FC236}">
                  <ns2:creationId id="{59E89E55-C08F-B3E6-EF87-732B85E5C754}"/>
                </a:ext>
              </a:extLst>
            </p:cNvPr>
            <p:cNvCxnSpPr>
              <a:cxnSpLocks/>
            </p:cNvCxnSpPr>
            <p:nvPr/>
          </p:nvCxnSpPr>
          <p:spPr>
            <a:xfrm>
              <a:off x="6361828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1" name="正方形/長方形 880">
              <a:extLst>
                <a:ext uri="{FF2B5EF4-FFF2-40B4-BE49-F238E27FC236}">
                  <ns2:creationId id="{55372DAB-0194-D23E-9CB6-F44564A220C2}"/>
                </a:ext>
              </a:extLst>
            </p:cNvPr>
            <p:cNvSpPr/>
            <p:nvPr/>
          </p:nvSpPr>
          <p:spPr>
            <a:xfrm>
              <a:off x="6375167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82" name="直線コネクタ 881">
              <a:extLst>
                <a:ext uri="{FF2B5EF4-FFF2-40B4-BE49-F238E27FC236}">
                  <ns2:creationId id="{D8E654BC-B4A6-04CF-05B5-CE7800BD0063}"/>
                </a:ext>
              </a:extLst>
            </p:cNvPr>
            <p:cNvCxnSpPr>
              <a:cxnSpLocks/>
            </p:cNvCxnSpPr>
            <p:nvPr/>
          </p:nvCxnSpPr>
          <p:spPr>
            <a:xfrm>
              <a:off x="6365330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3" name="正方形/長方形 882">
              <a:extLst>
                <a:ext uri="{FF2B5EF4-FFF2-40B4-BE49-F238E27FC236}">
                  <ns2:creationId id="{D7C13FD8-60BC-E01C-238C-B8AD3C3DC7EE}"/>
                </a:ext>
              </a:extLst>
            </p:cNvPr>
            <p:cNvSpPr/>
            <p:nvPr/>
          </p:nvSpPr>
          <p:spPr>
            <a:xfrm>
              <a:off x="6350091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84" name="直線コネクタ 883">
              <a:extLst>
                <a:ext uri="{FF2B5EF4-FFF2-40B4-BE49-F238E27FC236}">
                  <ns2:creationId id="{BA3B2250-83B9-D689-F002-1954B6F5B150}"/>
                </a:ext>
              </a:extLst>
            </p:cNvPr>
            <p:cNvCxnSpPr>
              <a:cxnSpLocks/>
            </p:cNvCxnSpPr>
            <p:nvPr/>
          </p:nvCxnSpPr>
          <p:spPr>
            <a:xfrm>
              <a:off x="7686855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5" name="正方形/長方形 884">
              <a:extLst>
                <a:ext uri="{FF2B5EF4-FFF2-40B4-BE49-F238E27FC236}">
                  <ns2:creationId id="{62B7FFB5-FB06-023A-4EDE-D4C1889A29A3}"/>
                </a:ext>
              </a:extLst>
            </p:cNvPr>
            <p:cNvSpPr/>
            <p:nvPr/>
          </p:nvSpPr>
          <p:spPr>
            <a:xfrm>
              <a:off x="7647278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86" name="直線コネクタ 885">
              <a:extLst>
                <a:ext uri="{FF2B5EF4-FFF2-40B4-BE49-F238E27FC236}">
                  <ns2:creationId id="{A23F95C9-686C-234C-2366-BE5E80A307EA}"/>
                </a:ext>
              </a:extLst>
            </p:cNvPr>
            <p:cNvCxnSpPr>
              <a:cxnSpLocks/>
            </p:cNvCxnSpPr>
            <p:nvPr/>
          </p:nvCxnSpPr>
          <p:spPr>
            <a:xfrm>
              <a:off x="8064140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7" name="正方形/長方形 886">
              <a:extLst>
                <a:ext uri="{FF2B5EF4-FFF2-40B4-BE49-F238E27FC236}">
                  <ns2:creationId id="{4A1633C9-7A26-9014-EB13-37F3346BAB2F}"/>
                </a:ext>
              </a:extLst>
            </p:cNvPr>
            <p:cNvSpPr/>
            <p:nvPr/>
          </p:nvSpPr>
          <p:spPr>
            <a:xfrm>
              <a:off x="8077479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88" name="直線コネクタ 887">
              <a:extLst>
                <a:ext uri="{FF2B5EF4-FFF2-40B4-BE49-F238E27FC236}">
                  <ns2:creationId id="{42755914-0408-78F3-3C93-8AF2F33D7C71}"/>
                </a:ext>
              </a:extLst>
            </p:cNvPr>
            <p:cNvCxnSpPr>
              <a:cxnSpLocks/>
            </p:cNvCxnSpPr>
            <p:nvPr/>
          </p:nvCxnSpPr>
          <p:spPr>
            <a:xfrm>
              <a:off x="8067642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9" name="正方形/長方形 888">
              <a:extLst>
                <a:ext uri="{FF2B5EF4-FFF2-40B4-BE49-F238E27FC236}">
                  <ns2:creationId id="{1D1A90C7-8C5D-32CA-5FE7-7C150B139C2C}"/>
                </a:ext>
              </a:extLst>
            </p:cNvPr>
            <p:cNvSpPr/>
            <p:nvPr/>
          </p:nvSpPr>
          <p:spPr>
            <a:xfrm>
              <a:off x="8052403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90" name="直線コネクタ 889">
              <a:extLst>
                <a:ext uri="{FF2B5EF4-FFF2-40B4-BE49-F238E27FC236}">
                  <ns2:creationId id="{C8E58356-ACE7-59B5-0A72-32D4CF57D68D}"/>
                </a:ext>
              </a:extLst>
            </p:cNvPr>
            <p:cNvCxnSpPr>
              <a:cxnSpLocks/>
            </p:cNvCxnSpPr>
            <p:nvPr/>
          </p:nvCxnSpPr>
          <p:spPr>
            <a:xfrm>
              <a:off x="9353672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1" name="正方形/長方形 890">
              <a:extLst>
                <a:ext uri="{FF2B5EF4-FFF2-40B4-BE49-F238E27FC236}">
                  <ns2:creationId id="{0621F792-F1CA-7F6E-CF1E-8790B63EDABF}"/>
                </a:ext>
              </a:extLst>
            </p:cNvPr>
            <p:cNvSpPr/>
            <p:nvPr/>
          </p:nvSpPr>
          <p:spPr>
            <a:xfrm>
              <a:off x="9310285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92" name="直線コネクタ 891">
              <a:extLst>
                <a:ext uri="{FF2B5EF4-FFF2-40B4-BE49-F238E27FC236}">
                  <ns2:creationId id="{D71A5C5F-2C3C-6071-1F74-DB43BAA88F31}"/>
                </a:ext>
              </a:extLst>
            </p:cNvPr>
            <p:cNvCxnSpPr>
              <a:cxnSpLocks/>
            </p:cNvCxnSpPr>
            <p:nvPr/>
          </p:nvCxnSpPr>
          <p:spPr>
            <a:xfrm>
              <a:off x="9784297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3" name="正方形/長方形 892">
              <a:extLst>
                <a:ext uri="{FF2B5EF4-FFF2-40B4-BE49-F238E27FC236}">
                  <ns2:creationId id="{A2E43E70-38C7-53E4-401E-506DE1AFA338}"/>
                </a:ext>
              </a:extLst>
            </p:cNvPr>
            <p:cNvSpPr/>
            <p:nvPr/>
          </p:nvSpPr>
          <p:spPr>
            <a:xfrm>
              <a:off x="9797636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94" name="直線コネクタ 893">
              <a:extLst>
                <a:ext uri="{FF2B5EF4-FFF2-40B4-BE49-F238E27FC236}">
                  <ns2:creationId id="{32AC5CD0-9707-5AA2-B9AD-2D74534E82CE}"/>
                </a:ext>
              </a:extLst>
            </p:cNvPr>
            <p:cNvCxnSpPr>
              <a:cxnSpLocks/>
            </p:cNvCxnSpPr>
            <p:nvPr/>
          </p:nvCxnSpPr>
          <p:spPr>
            <a:xfrm>
              <a:off x="9787799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5" name="正方形/長方形 894">
              <a:extLst>
                <a:ext uri="{FF2B5EF4-FFF2-40B4-BE49-F238E27FC236}">
                  <ns2:creationId id="{1E5E0675-0548-5E79-EF41-461A1335542D}"/>
                </a:ext>
              </a:extLst>
            </p:cNvPr>
            <p:cNvSpPr/>
            <p:nvPr/>
          </p:nvSpPr>
          <p:spPr>
            <a:xfrm>
              <a:off x="9772560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96" name="直線コネクタ 895">
              <a:extLst>
                <a:ext uri="{FF2B5EF4-FFF2-40B4-BE49-F238E27FC236}">
                  <ns2:creationId id="{8A039FB6-BCAD-F798-B4F7-9AABE983F954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287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7" name="正方形/長方形 896">
              <a:extLst>
                <a:ext uri="{FF2B5EF4-FFF2-40B4-BE49-F238E27FC236}">
                  <ns2:creationId id="{7C604858-B57A-91A5-6515-07BE45280B02}"/>
                </a:ext>
              </a:extLst>
            </p:cNvPr>
            <p:cNvSpPr/>
            <p:nvPr/>
          </p:nvSpPr>
          <p:spPr>
            <a:xfrm>
              <a:off x="11013900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98" name="直線コネクタ 897">
              <a:extLst>
                <a:ext uri="{FF2B5EF4-FFF2-40B4-BE49-F238E27FC236}">
                  <ns2:creationId id="{0F54EF17-C99B-4017-08CD-84015608C231}"/>
                </a:ext>
              </a:extLst>
            </p:cNvPr>
            <p:cNvCxnSpPr>
              <a:cxnSpLocks/>
            </p:cNvCxnSpPr>
            <p:nvPr/>
          </p:nvCxnSpPr>
          <p:spPr>
            <a:xfrm>
              <a:off x="11487912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9" name="正方形/長方形 898">
              <a:extLst>
                <a:ext uri="{FF2B5EF4-FFF2-40B4-BE49-F238E27FC236}">
                  <ns2:creationId id="{F265B913-DFF4-EF71-1B4B-752232F52CF5}"/>
                </a:ext>
              </a:extLst>
            </p:cNvPr>
            <p:cNvSpPr/>
            <p:nvPr/>
          </p:nvSpPr>
          <p:spPr>
            <a:xfrm>
              <a:off x="11501251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00" name="直線コネクタ 899">
              <a:extLst>
                <a:ext uri="{FF2B5EF4-FFF2-40B4-BE49-F238E27FC236}">
                  <ns2:creationId id="{931DE948-3C7D-0E57-AFBC-B24B97DAB3F2}"/>
                </a:ext>
              </a:extLst>
            </p:cNvPr>
            <p:cNvCxnSpPr>
              <a:cxnSpLocks/>
            </p:cNvCxnSpPr>
            <p:nvPr/>
          </p:nvCxnSpPr>
          <p:spPr>
            <a:xfrm>
              <a:off x="11491414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1" name="正方形/長方形 900">
              <a:extLst>
                <a:ext uri="{FF2B5EF4-FFF2-40B4-BE49-F238E27FC236}">
                  <ns2:creationId id="{E6A70029-6768-9B6F-9D4D-2B920719FE37}"/>
                </a:ext>
              </a:extLst>
            </p:cNvPr>
            <p:cNvSpPr/>
            <p:nvPr/>
          </p:nvSpPr>
          <p:spPr>
            <a:xfrm>
              <a:off x="11476175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02" name="直線コネクタ 901">
              <a:extLst>
                <a:ext uri="{FF2B5EF4-FFF2-40B4-BE49-F238E27FC236}">
                  <ns2:creationId id="{1F0C7361-2975-0776-4FF2-130083F95065}"/>
                </a:ext>
              </a:extLst>
            </p:cNvPr>
            <p:cNvCxnSpPr/>
            <p:nvPr/>
          </p:nvCxnSpPr>
          <p:spPr>
            <a:xfrm>
              <a:off x="7202534" y="5102094"/>
              <a:ext cx="0" cy="1014344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3" name="グループ化 902">
              <a:extLst>
                <a:ext uri="{FF2B5EF4-FFF2-40B4-BE49-F238E27FC236}">
                  <ns2:creationId id="{608AA948-7B34-59F9-C416-8E30C8820AE1}"/>
                </a:ext>
              </a:extLst>
            </p:cNvPr>
            <p:cNvGrpSpPr/>
            <p:nvPr/>
          </p:nvGrpSpPr>
          <p:grpSpPr>
            <a:xfrm>
              <a:off x="8882477" y="6123177"/>
              <a:ext cx="951695" cy="185350"/>
              <a:chOff x="3577443" y="6113652"/>
              <a:chExt cx="951695" cy="185350"/>
            </a:xfrm>
          </p:grpSpPr>
          <p:sp>
            <p:nvSpPr>
              <p:cNvPr id="904" name="正方形/長方形 903">
                <a:extLst>
                  <a:ext uri="{FF2B5EF4-FFF2-40B4-BE49-F238E27FC236}">
                    <ns2:creationId id="{CC9CED3C-B07D-5F72-865A-6DC8308C203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77443" y="6152327"/>
                <a:ext cx="108000" cy="108000"/>
              </a:xfrm>
              <a:prstGeom prst="rect">
                <a:avLst/>
              </a:prstGeom>
              <a:solidFill>
                <a:schemeClr val="tx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5" name="正方形/長方形 904">
                <a:extLst>
                  <a:ext uri="{FF2B5EF4-FFF2-40B4-BE49-F238E27FC236}">
                    <ns2:creationId id="{28822BDC-DC9D-2991-BA6B-87D81EEFE650}"/>
                  </a:ext>
                </a:extLst>
              </p:cNvPr>
              <p:cNvSpPr/>
              <p:nvPr/>
            </p:nvSpPr>
            <p:spPr>
              <a:xfrm>
                <a:off x="3650144" y="6113652"/>
                <a:ext cx="878994" cy="18535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2" name="グループ化 31">
              <a:extLst>
                <a:ext uri="{FF2B5EF4-FFF2-40B4-BE49-F238E27FC236}">
                  <ns2:creationId id="{3E94535A-3000-925C-7E83-A2D46DF2BCE8}"/>
                </a:ext>
              </a:extLst>
            </p:cNvPr>
            <p:cNvGrpSpPr/>
            <p:nvPr/>
          </p:nvGrpSpPr>
          <p:grpSpPr>
            <a:xfrm>
              <a:off x="658502" y="4845608"/>
              <a:ext cx="582914" cy="199990"/>
              <a:chOff x="658502" y="4845608"/>
              <a:chExt cx="582914" cy="199990"/>
            </a:xfrm>
          </p:grpSpPr>
          <p:cxnSp>
            <p:nvCxnSpPr>
              <p:cNvPr id="7" name="直線コネクタ 6">
                <a:extLst>
                  <a:ext uri="{FF2B5EF4-FFF2-40B4-BE49-F238E27FC236}">
                    <ns2:creationId id="{82404ED5-F36D-E18E-807D-CAB8E9AD9A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正方形/長方形 9">
                <a:extLst>
                  <a:ext uri="{FF2B5EF4-FFF2-40B4-BE49-F238E27FC236}">
                    <ns2:creationId id="{B5BC2B10-1B47-765D-1F22-3E4F51AF67BC}"/>
                  </a:ext>
                </a:extLst>
              </p:cNvPr>
              <p:cNvSpPr/>
              <p:nvPr/>
            </p:nvSpPr>
            <p:spPr>
              <a:xfrm>
                <a:off x="839745" y="4845608"/>
                <a:ext cx="4016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410D3495-CB81-910D-B5F1-29B78E987045}"/>
                </a:ext>
              </a:extLst>
            </p:cNvPr>
            <p:cNvGrpSpPr/>
            <p:nvPr/>
          </p:nvGrpSpPr>
          <p:grpSpPr>
            <a:xfrm>
              <a:off x="1233121" y="4845608"/>
              <a:ext cx="538191" cy="199990"/>
              <a:chOff x="1371240" y="4845608"/>
              <a:chExt cx="538191" cy="199990"/>
            </a:xfrm>
          </p:grpSpPr>
          <p:cxnSp>
            <p:nvCxnSpPr>
              <p:cNvPr id="13" name="直線コネクタ 12">
                <a:extLst>
                  <a:ext uri="{FF2B5EF4-FFF2-40B4-BE49-F238E27FC236}">
                    <ns2:creationId id="{8B2094C4-E21B-8ECD-0CA9-4B27B244E3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1240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ns2:creationId id="{66961EA0-42FA-80FA-FF68-7118C644881A}"/>
                  </a:ext>
                </a:extLst>
              </p:cNvPr>
              <p:cNvSpPr/>
              <p:nvPr/>
            </p:nvSpPr>
            <p:spPr>
              <a:xfrm>
                <a:off x="1576298" y="4845608"/>
                <a:ext cx="3331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it-IT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ns2:creationId id="{80AD4E0A-FD41-332A-BEDD-AEF53499D522}"/>
                </a:ext>
              </a:extLst>
            </p:cNvPr>
            <p:cNvGrpSpPr/>
            <p:nvPr/>
          </p:nvGrpSpPr>
          <p:grpSpPr>
            <a:xfrm>
              <a:off x="658502" y="6101029"/>
              <a:ext cx="989314" cy="199990"/>
              <a:chOff x="658502" y="6101029"/>
              <a:chExt cx="989314" cy="199990"/>
            </a:xfrm>
          </p:grpSpPr>
          <p:cxnSp>
            <p:nvCxnSpPr>
              <p:cNvPr id="26" name="直線コネクタ 25">
                <a:extLst>
                  <a:ext uri="{FF2B5EF4-FFF2-40B4-BE49-F238E27FC236}">
                    <ns2:creationId id="{FA9FD656-5CEB-14B2-3459-DCE27E8DB4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正方形/長方形 26">
                <a:extLst>
                  <a:ext uri="{FF2B5EF4-FFF2-40B4-BE49-F238E27FC236}">
                    <ns2:creationId id="{22AD4287-7751-728B-FBF6-0C874CC7D247}"/>
                  </a:ext>
                </a:extLst>
              </p:cNvPr>
              <p:cNvSpPr/>
              <p:nvPr/>
            </p:nvSpPr>
            <p:spPr>
              <a:xfrm>
                <a:off x="839745" y="6101029"/>
                <a:ext cx="8080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ns2:creationId id="{445D952E-D07D-60E8-6522-05ABCA628C15}"/>
                </a:ext>
              </a:extLst>
            </p:cNvPr>
            <p:cNvGrpSpPr/>
            <p:nvPr/>
          </p:nvGrpSpPr>
          <p:grpSpPr>
            <a:xfrm>
              <a:off x="1623266" y="6101029"/>
              <a:ext cx="1282724" cy="199990"/>
              <a:chOff x="1794720" y="6101029"/>
              <a:chExt cx="1282724" cy="199990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8B472B4B-6D4E-3DBA-1752-8BCA6D808C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4720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正方形/長方形 30">
                <a:extLst>
                  <a:ext uri="{FF2B5EF4-FFF2-40B4-BE49-F238E27FC236}">
                    <ns2:creationId id="{9FD9B97D-C254-889F-E5E7-EB9FAF183BDA}"/>
                  </a:ext>
                </a:extLst>
              </p:cNvPr>
              <p:cNvSpPr/>
              <p:nvPr/>
            </p:nvSpPr>
            <p:spPr>
              <a:xfrm>
                <a:off x="1956911" y="6101029"/>
                <a:ext cx="11205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7" name="グループ化 66">
              <a:extLst>
                <a:ext uri="{FF2B5EF4-FFF2-40B4-BE49-F238E27FC236}">
                  <ns2:creationId id="{977AFE75-B19F-E2AA-CF60-6CD7A4352F13}"/>
                </a:ext>
              </a:extLst>
            </p:cNvPr>
            <p:cNvGrpSpPr/>
            <p:nvPr/>
          </p:nvGrpSpPr>
          <p:grpSpPr>
            <a:xfrm>
              <a:off x="11099892" y="3139849"/>
              <a:ext cx="108002" cy="247464"/>
              <a:chOff x="11130036" y="3322691"/>
              <a:chExt cx="108002" cy="247464"/>
            </a:xfrm>
          </p:grpSpPr>
          <p:sp>
            <p:nvSpPr>
              <p:cNvPr id="68" name="楕円 67">
                <a:extLst>
                  <a:ext uri="{FF2B5EF4-FFF2-40B4-BE49-F238E27FC236}">
                    <ns2:creationId id="{9A106658-A69C-64A2-15DC-92C6215FB0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130036" y="3322691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星: 5 pt 68">
                <a:extLst>
                  <a:ext uri="{FF2B5EF4-FFF2-40B4-BE49-F238E27FC236}">
                    <ns2:creationId id="{74C5BE6D-268D-3C77-4A16-3E41247EB97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130038" y="3462155"/>
                <a:ext cx="108000" cy="108000"/>
              </a:xfrm>
              <a:prstGeom prst="star5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ns2:creationId id="{3C353928-6C8C-2BB1-FFEC-D5046E87DACC}"/>
                </a:ext>
              </a:extLst>
            </p:cNvPr>
            <p:cNvGrpSpPr/>
            <p:nvPr/>
          </p:nvGrpSpPr>
          <p:grpSpPr>
            <a:xfrm>
              <a:off x="8103934" y="4089579"/>
              <a:ext cx="361490" cy="495754"/>
              <a:chOff x="4629450" y="4179248"/>
              <a:chExt cx="361490" cy="495754"/>
            </a:xfrm>
          </p:grpSpPr>
          <p:sp>
            <p:nvSpPr>
              <p:cNvPr id="12" name="正方形/長方形 11">
                <a:extLst>
                  <a:ext uri="{FF2B5EF4-FFF2-40B4-BE49-F238E27FC236}">
                    <ns2:creationId id="{63C76FA4-45C4-E701-CB69-D0AC421E003B}"/>
                  </a:ext>
                </a:extLst>
              </p:cNvPr>
              <p:cNvSpPr/>
              <p:nvPr/>
            </p:nvSpPr>
            <p:spPr>
              <a:xfrm>
                <a:off x="4629450" y="4317984"/>
                <a:ext cx="361490" cy="3570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楕円 14">
                <a:extLst>
                  <a:ext uri="{FF2B5EF4-FFF2-40B4-BE49-F238E27FC236}">
                    <ns2:creationId id="{503FB789-58EB-6878-C990-663B012BE85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29450" y="4179248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9" name="グループ化 28">
              <a:extLst>
                <a:ext uri="{FF2B5EF4-FFF2-40B4-BE49-F238E27FC236}">
                  <ns2:creationId id="{C27D873B-5836-464C-05B1-B8C3891D63E1}"/>
                </a:ext>
              </a:extLst>
            </p:cNvPr>
            <p:cNvGrpSpPr/>
            <p:nvPr/>
          </p:nvGrpSpPr>
          <p:grpSpPr>
            <a:xfrm>
              <a:off x="9828786" y="4089578"/>
              <a:ext cx="361490" cy="495754"/>
              <a:chOff x="4629450" y="4179248"/>
              <a:chExt cx="361490" cy="495754"/>
            </a:xfrm>
          </p:grpSpPr>
          <p:sp>
            <p:nvSpPr>
              <p:cNvPr id="66" name="正方形/長方形 65">
                <a:extLst>
                  <a:ext uri="{FF2B5EF4-FFF2-40B4-BE49-F238E27FC236}">
                    <ns2:creationId id="{C31688CC-15EA-6E6C-2C79-7DC8DD99A6E8}"/>
                  </a:ext>
                </a:extLst>
              </p:cNvPr>
              <p:cNvSpPr/>
              <p:nvPr/>
            </p:nvSpPr>
            <p:spPr>
              <a:xfrm>
                <a:off x="4629450" y="4317984"/>
                <a:ext cx="361490" cy="3570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0" name="楕円 69">
                <a:extLst>
                  <a:ext uri="{FF2B5EF4-FFF2-40B4-BE49-F238E27FC236}">
                    <ns2:creationId id="{59320394-CA70-8795-2D36-35B546D6A12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29450" y="4179248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9" name="正方形/長方形 8">
              <a:extLst>
                <a:ext uri="{FF2B5EF4-FFF2-40B4-BE49-F238E27FC236}">
                  <ns2:creationId id="{3D62101E-0AE3-951B-BDE4-E05B95D0032E}"/>
                </a:ext>
              </a:extLst>
            </p:cNvPr>
            <p:cNvSpPr/>
            <p:nvPr/>
          </p:nvSpPr>
          <p:spPr>
            <a:xfrm>
              <a:off x="9951720" y="3149179"/>
              <a:ext cx="838197" cy="2288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it-IT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it-IT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it-IT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it-IT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71" name="楕円 70">
              <a:extLst>
                <a:ext uri="{FF2B5EF4-FFF2-40B4-BE49-F238E27FC236}">
                  <ns2:creationId id="{0B2C0020-1273-C47F-583D-74DC36339B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33910" y="3209581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3" name="直線コネクタ 72">
              <a:extLst>
                <a:ext uri="{FF2B5EF4-FFF2-40B4-BE49-F238E27FC236}">
                  <ns2:creationId id="{F90A6E5C-B29C-1CF3-3B5F-A8BFE4BECE09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正方形/長方形 73">
              <a:extLst>
                <a:ext uri="{FF2B5EF4-FFF2-40B4-BE49-F238E27FC236}">
                  <ns2:creationId id="{A89B173E-E4E2-BAD1-B4F0-5CEB1CBA9A54}"/>
                </a:ext>
              </a:extLst>
            </p:cNvPr>
            <p:cNvSpPr/>
            <p:nvPr/>
          </p:nvSpPr>
          <p:spPr>
            <a:xfrm>
              <a:off x="4649643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3:creationId val="137569323"/>
      </p:ext>
    </p:extLst>
  </p:cSld>
  <p:clrMapOvr>
    <a:masterClrMapping/>
  </p:clrMapOvr>
</p:sld>
</file>

<file path=ppt/slides/slide9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0DE72F07-12A0-5BA8-4162-B3EDCB50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D196718-28BF-E82C-63F8-F5A5E67CC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633993" cy="914400"/>
          </a:xfrm>
        </p:spPr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</a:t>
            </a:r>
            <a:r>
              <a:rPr lang="ja-JP" altLang="en-US"/>
              <a:t> 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)</a:t>
            </a:r>
            <a:endParaRPr kumimoji="1" lang="ja-JP" altLang="en-US"/>
          </a:p>
        </p:txBody>
      </p:sp>
      <p:grpSp>
        <p:nvGrpSpPr>
          <p:cNvPr id="6" name="グループ化 5">
            <a:extLst>
              <a:ext uri="{FF2B5EF4-FFF2-40B4-BE49-F238E27FC236}">
                <ns2:creationId id="{9A234E83-4A66-1001-6AD4-9C9A4B30FA2C}"/>
              </a:ext>
            </a:extLst>
          </p:cNvPr>
          <p:cNvGrpSpPr/>
          <p:nvPr/>
        </p:nvGrpSpPr>
        <p:grpSpPr>
          <a:xfrm>
            <a:off x="341013" y="979968"/>
            <a:ext cx="4039384" cy="122356"/>
            <a:chOff x="341013" y="954568"/>
            <a:chExt cx="4039384" cy="122356"/>
          </a:xfrm>
        </p:grpSpPr>
        <p:grpSp>
          <p:nvGrpSpPr>
            <p:cNvPr id="919" name="グループ化 918">
              <a:extLst>
                <a:ext uri="{FF2B5EF4-FFF2-40B4-BE49-F238E27FC236}">
                  <ns2:creationId id="{C8604FCF-EB17-A7B9-5C8D-71AE9D91796C}"/>
                </a:ext>
              </a:extLst>
            </p:cNvPr>
            <p:cNvGrpSpPr/>
            <p:nvPr/>
          </p:nvGrpSpPr>
          <p:grpSpPr>
            <a:xfrm>
              <a:off x="341013" y="955168"/>
              <a:ext cx="624187" cy="121157"/>
              <a:chOff x="341013" y="955168"/>
              <a:chExt cx="624187" cy="121157"/>
            </a:xfrm>
          </p:grpSpPr>
          <p:sp>
            <p:nvSpPr>
              <p:cNvPr id="906" name="正方形/長方形 905">
                <a:extLst>
                  <a:ext uri="{FF2B5EF4-FFF2-40B4-BE49-F238E27FC236}">
                    <ns2:creationId id="{234DC6FD-9A2A-DDB5-E3BF-5BA1E0F23CCF}"/>
                  </a:ext>
                </a:extLst>
              </p:cNvPr>
              <p:cNvSpPr/>
              <p:nvPr/>
            </p:nvSpPr>
            <p:spPr>
              <a:xfrm>
                <a:off x="341013" y="955168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7" name="正方形/長方形 906">
                <a:extLst>
                  <a:ext uri="{FF2B5EF4-FFF2-40B4-BE49-F238E27FC236}">
                    <ns2:creationId id="{3A05C732-65FD-1F7E-6669-1E37B2411AB2}"/>
                  </a:ext>
                </a:extLst>
              </p:cNvPr>
              <p:cNvSpPr/>
              <p:nvPr/>
            </p:nvSpPr>
            <p:spPr>
              <a:xfrm>
                <a:off x="444788" y="955168"/>
                <a:ext cx="520412" cy="12115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18" name="グループ化 917">
              <a:extLst>
                <a:ext uri="{FF2B5EF4-FFF2-40B4-BE49-F238E27FC236}">
                  <ns2:creationId id="{25667DF9-3742-8A24-4447-39CAB9817009}"/>
                </a:ext>
              </a:extLst>
            </p:cNvPr>
            <p:cNvGrpSpPr/>
            <p:nvPr/>
          </p:nvGrpSpPr>
          <p:grpSpPr>
            <a:xfrm>
              <a:off x="979852" y="955168"/>
              <a:ext cx="449559" cy="121157"/>
              <a:chOff x="341013" y="1099733"/>
              <a:chExt cx="449559" cy="121157"/>
            </a:xfrm>
          </p:grpSpPr>
          <p:sp>
            <p:nvSpPr>
              <p:cNvPr id="908" name="正方形/長方形 907">
                <a:extLst>
                  <a:ext uri="{FF2B5EF4-FFF2-40B4-BE49-F238E27FC236}">
                    <ns2:creationId id="{E9EE31B5-1A4B-3C0A-656D-7F8626933E5B}"/>
                  </a:ext>
                </a:extLst>
              </p:cNvPr>
              <p:cNvSpPr/>
              <p:nvPr/>
            </p:nvSpPr>
            <p:spPr>
              <a:xfrm>
                <a:off x="341013" y="1099733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9" name="正方形/長方形 908">
                <a:extLst>
                  <a:ext uri="{FF2B5EF4-FFF2-40B4-BE49-F238E27FC236}">
                    <ns2:creationId id="{D44D218A-A7B3-22E8-67C6-E943FDCE309D}"/>
                  </a:ext>
                </a:extLst>
              </p:cNvPr>
              <p:cNvSpPr/>
              <p:nvPr/>
            </p:nvSpPr>
            <p:spPr>
              <a:xfrm>
                <a:off x="444788" y="1099733"/>
                <a:ext cx="345784" cy="12115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917" name="グループ化 916">
              <a:extLst>
                <a:ext uri="{FF2B5EF4-FFF2-40B4-BE49-F238E27FC236}">
                  <ns2:creationId id="{D920DB41-3142-1D07-E57E-CA64AB26BBBD}"/>
                </a:ext>
              </a:extLst>
            </p:cNvPr>
            <p:cNvGrpSpPr/>
            <p:nvPr/>
          </p:nvGrpSpPr>
          <p:grpSpPr>
            <a:xfrm>
              <a:off x="1444063" y="955168"/>
              <a:ext cx="270407" cy="121157"/>
              <a:chOff x="341013" y="1243764"/>
              <a:chExt cx="270407" cy="121157"/>
            </a:xfrm>
          </p:grpSpPr>
          <p:sp>
            <p:nvSpPr>
              <p:cNvPr id="910" name="正方形/長方形 909">
                <a:extLst>
                  <a:ext uri="{FF2B5EF4-FFF2-40B4-BE49-F238E27FC236}">
                    <ns2:creationId id="{81D367D3-9AB9-D63B-D231-A3C5914E047B}"/>
                  </a:ext>
                </a:extLst>
              </p:cNvPr>
              <p:cNvSpPr/>
              <p:nvPr/>
            </p:nvSpPr>
            <p:spPr>
              <a:xfrm>
                <a:off x="341013" y="1243764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11" name="正方形/長方形 910">
                <a:extLst>
                  <a:ext uri="{FF2B5EF4-FFF2-40B4-BE49-F238E27FC236}">
                    <ns2:creationId id="{7B6A7ED8-83B7-DAB6-14F1-5F927BBFC56C}"/>
                  </a:ext>
                </a:extLst>
              </p:cNvPr>
              <p:cNvSpPr/>
              <p:nvPr/>
            </p:nvSpPr>
            <p:spPr>
              <a:xfrm>
                <a:off x="444788" y="1243764"/>
                <a:ext cx="166632" cy="12115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20" name="グループ化 919">
              <a:extLst>
                <a:ext uri="{FF2B5EF4-FFF2-40B4-BE49-F238E27FC236}">
                  <ns2:creationId id="{839DE997-93EF-A297-77FF-6EC304912D33}"/>
                </a:ext>
              </a:extLst>
            </p:cNvPr>
            <p:cNvGrpSpPr/>
            <p:nvPr/>
          </p:nvGrpSpPr>
          <p:grpSpPr>
            <a:xfrm>
              <a:off x="1729122" y="954568"/>
              <a:ext cx="1318312" cy="122356"/>
              <a:chOff x="781667" y="1099733"/>
              <a:chExt cx="1318312" cy="122356"/>
            </a:xfrm>
          </p:grpSpPr>
          <p:sp>
            <p:nvSpPr>
              <p:cNvPr id="915" name="正方形/長方形 914">
                <a:extLst>
                  <a:ext uri="{FF2B5EF4-FFF2-40B4-BE49-F238E27FC236}">
                    <ns2:creationId id="{CC1C09A0-52B9-F5FA-0C03-8BD35D98DAAA}"/>
                  </a:ext>
                </a:extLst>
              </p:cNvPr>
              <p:cNvSpPr/>
              <p:nvPr/>
            </p:nvSpPr>
            <p:spPr>
              <a:xfrm>
                <a:off x="781667" y="1099733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16" name="正方形/長方形 915">
                <a:extLst>
                  <a:ext uri="{FF2B5EF4-FFF2-40B4-BE49-F238E27FC236}">
                    <ns2:creationId id="{EFF948DD-A3DC-D0B0-AF05-76B487D7676B}"/>
                  </a:ext>
                </a:extLst>
              </p:cNvPr>
              <p:cNvSpPr/>
              <p:nvPr/>
            </p:nvSpPr>
            <p:spPr>
              <a:xfrm>
                <a:off x="914016" y="1099733"/>
                <a:ext cx="1185963" cy="12235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" name="グループ化 2">
              <a:extLst>
                <a:ext uri="{FF2B5EF4-FFF2-40B4-BE49-F238E27FC236}">
                  <ns2:creationId id="{782CC760-11E9-B190-CE6E-0D17F7FED2A3}"/>
                </a:ext>
              </a:extLst>
            </p:cNvPr>
            <p:cNvGrpSpPr/>
            <p:nvPr/>
          </p:nvGrpSpPr>
          <p:grpSpPr>
            <a:xfrm>
              <a:off x="3062085" y="954568"/>
              <a:ext cx="1318312" cy="122356"/>
              <a:chOff x="781667" y="1099733"/>
              <a:chExt cx="1318312" cy="122356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DF7E064B-F7D6-DD80-F5B7-5EE858CE7037}"/>
                  </a:ext>
                </a:extLst>
              </p:cNvPr>
              <p:cNvSpPr/>
              <p:nvPr/>
            </p:nvSpPr>
            <p:spPr>
              <a:xfrm>
                <a:off x="781667" y="1099733"/>
                <a:ext cx="132062" cy="121157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86AC5107-B59B-700D-A440-BBE9D5561BC7}"/>
                  </a:ext>
                </a:extLst>
              </p:cNvPr>
              <p:cNvSpPr/>
              <p:nvPr/>
            </p:nvSpPr>
            <p:spPr>
              <a:xfrm>
                <a:off x="914016" y="1099733"/>
                <a:ext cx="1185963" cy="12235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94" name="グループ化 93">
            <a:extLst>
              <a:ext uri="{FF2B5EF4-FFF2-40B4-BE49-F238E27FC236}">
                <ns2:creationId id="{7A5A1D21-753C-A417-A0EB-E6CA53881286}"/>
              </a:ext>
            </a:extLst>
          </p:cNvPr>
          <p:cNvGrpSpPr/>
          <p:nvPr/>
        </p:nvGrpSpPr>
        <p:grpSpPr>
          <a:xfrm>
            <a:off x="340208" y="1150070"/>
            <a:ext cx="11693500" cy="5158457"/>
            <a:chOff x="340208" y="1150070"/>
            <a:chExt cx="11693500" cy="5158457"/>
          </a:xfrm>
        </p:grpSpPr>
        <p:sp>
          <p:nvSpPr>
            <p:cNvPr id="16" name="正方形/長方形 15">
              <a:extLst>
                <a:ext uri="{FF2B5EF4-FFF2-40B4-BE49-F238E27FC236}">
                  <ns2:creationId id="{31B152F6-D8AA-8DBE-07EA-1746D7F2F3BE}"/>
                </a:ext>
              </a:extLst>
            </p:cNvPr>
            <p:cNvSpPr/>
            <p:nvPr/>
          </p:nvSpPr>
          <p:spPr>
            <a:xfrm>
              <a:off x="1609728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7DD2B5FA-9CFF-546C-585F-685948FCDDAC}"/>
                </a:ext>
              </a:extLst>
            </p:cNvPr>
            <p:cNvSpPr/>
            <p:nvPr/>
          </p:nvSpPr>
          <p:spPr>
            <a:xfrm>
              <a:off x="5032269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DA9033ED-E884-E266-97ED-9083599C9924}"/>
                </a:ext>
              </a:extLst>
            </p:cNvPr>
            <p:cNvSpPr/>
            <p:nvPr/>
          </p:nvSpPr>
          <p:spPr>
            <a:xfrm>
              <a:off x="6743451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F49F3D5-562F-8CA1-2BD1-C5066186781D}"/>
                </a:ext>
              </a:extLst>
            </p:cNvPr>
            <p:cNvSpPr/>
            <p:nvPr/>
          </p:nvSpPr>
          <p:spPr>
            <a:xfrm>
              <a:off x="8454633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85E34738-9B6F-7641-8381-7CDC8B2F889E}"/>
                </a:ext>
              </a:extLst>
            </p:cNvPr>
            <p:cNvSpPr/>
            <p:nvPr/>
          </p:nvSpPr>
          <p:spPr>
            <a:xfrm>
              <a:off x="3321088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74CA3242-F591-CA78-93CF-1545B81F33F8}"/>
                </a:ext>
              </a:extLst>
            </p:cNvPr>
            <p:cNvSpPr/>
            <p:nvPr/>
          </p:nvSpPr>
          <p:spPr>
            <a:xfrm>
              <a:off x="1609906" y="1150070"/>
              <a:ext cx="1690828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D2AED398-789F-0F2D-DCD1-3F450986D946}"/>
                </a:ext>
              </a:extLst>
            </p:cNvPr>
            <p:cNvSpPr/>
            <p:nvPr/>
          </p:nvSpPr>
          <p:spPr>
            <a:xfrm>
              <a:off x="2037537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357265E4-027D-E143-2AAC-1CDDE65FE161}"/>
                </a:ext>
              </a:extLst>
            </p:cNvPr>
            <p:cNvSpPr/>
            <p:nvPr/>
          </p:nvSpPr>
          <p:spPr>
            <a:xfrm>
              <a:off x="246534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1BF6F925-346E-5C3E-913B-70B982E56856}"/>
                </a:ext>
              </a:extLst>
            </p:cNvPr>
            <p:cNvSpPr/>
            <p:nvPr/>
          </p:nvSpPr>
          <p:spPr>
            <a:xfrm>
              <a:off x="289315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CA8372F8-E60E-382B-A629-1D14E3CBA7D4}"/>
                </a:ext>
              </a:extLst>
            </p:cNvPr>
            <p:cNvSpPr/>
            <p:nvPr/>
          </p:nvSpPr>
          <p:spPr>
            <a:xfrm>
              <a:off x="3320964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9946D03B-09E0-FE8B-1A21-13D901E349D9}"/>
                </a:ext>
              </a:extLst>
            </p:cNvPr>
            <p:cNvSpPr/>
            <p:nvPr/>
          </p:nvSpPr>
          <p:spPr>
            <a:xfrm>
              <a:off x="3748772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5259497E-CCEE-1F9F-5C99-15DABE6018DA}"/>
                </a:ext>
              </a:extLst>
            </p:cNvPr>
            <p:cNvSpPr/>
            <p:nvPr/>
          </p:nvSpPr>
          <p:spPr>
            <a:xfrm>
              <a:off x="4176581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B3C03429-086C-7CAA-A397-BF1FBF258ABC}"/>
                </a:ext>
              </a:extLst>
            </p:cNvPr>
            <p:cNvSpPr/>
            <p:nvPr/>
          </p:nvSpPr>
          <p:spPr>
            <a:xfrm>
              <a:off x="4604390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FF1817A8-8A2B-ACCE-AEAF-F0060E4FDE9E}"/>
                </a:ext>
              </a:extLst>
            </p:cNvPr>
            <p:cNvSpPr/>
            <p:nvPr/>
          </p:nvSpPr>
          <p:spPr>
            <a:xfrm>
              <a:off x="5032199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32204992-C899-BDB5-801D-87473804D5F9}"/>
                </a:ext>
              </a:extLst>
            </p:cNvPr>
            <p:cNvSpPr/>
            <p:nvPr/>
          </p:nvSpPr>
          <p:spPr>
            <a:xfrm>
              <a:off x="5460007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DED0145F-CFDC-32DF-69F5-FF8740392602}"/>
                </a:ext>
              </a:extLst>
            </p:cNvPr>
            <p:cNvSpPr/>
            <p:nvPr/>
          </p:nvSpPr>
          <p:spPr>
            <a:xfrm>
              <a:off x="5887816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EF99F7B2-CCCE-40C1-B36F-6AC1E9D0236E}"/>
                </a:ext>
              </a:extLst>
            </p:cNvPr>
            <p:cNvSpPr/>
            <p:nvPr/>
          </p:nvSpPr>
          <p:spPr>
            <a:xfrm>
              <a:off x="631562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D94E045C-4B4F-9A6E-7013-202AEC8EBB0B}"/>
                </a:ext>
              </a:extLst>
            </p:cNvPr>
            <p:cNvSpPr/>
            <p:nvPr/>
          </p:nvSpPr>
          <p:spPr>
            <a:xfrm>
              <a:off x="6743433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DFB6750E-F6E6-E8E2-CC72-3D1E1007A2C8}"/>
                </a:ext>
              </a:extLst>
            </p:cNvPr>
            <p:cNvSpPr/>
            <p:nvPr/>
          </p:nvSpPr>
          <p:spPr>
            <a:xfrm>
              <a:off x="7171242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B9053FDD-912C-8FFA-0E1F-B41E0212B928}"/>
                </a:ext>
              </a:extLst>
            </p:cNvPr>
            <p:cNvSpPr/>
            <p:nvPr/>
          </p:nvSpPr>
          <p:spPr>
            <a:xfrm>
              <a:off x="7599051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A7602601-E7D4-F550-C4A8-77DB13FF5E7C}"/>
                </a:ext>
              </a:extLst>
            </p:cNvPr>
            <p:cNvSpPr/>
            <p:nvPr/>
          </p:nvSpPr>
          <p:spPr>
            <a:xfrm>
              <a:off x="8026859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3814B304-9C4E-4DED-B50F-40BE746E1E7C}"/>
                </a:ext>
              </a:extLst>
            </p:cNvPr>
            <p:cNvSpPr/>
            <p:nvPr/>
          </p:nvSpPr>
          <p:spPr>
            <a:xfrm>
              <a:off x="8454668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E44014E6-3502-9ADD-BF12-55D5E813ABE8}"/>
                </a:ext>
              </a:extLst>
            </p:cNvPr>
            <p:cNvSpPr/>
            <p:nvPr/>
          </p:nvSpPr>
          <p:spPr>
            <a:xfrm>
              <a:off x="8882477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8031828A-5F4E-AC11-89D7-7370C75CE63E}"/>
                </a:ext>
              </a:extLst>
            </p:cNvPr>
            <p:cNvSpPr/>
            <p:nvPr/>
          </p:nvSpPr>
          <p:spPr>
            <a:xfrm>
              <a:off x="9310285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A689D26B-2A3A-6998-2D10-DB9ACF8194BF}"/>
                </a:ext>
              </a:extLst>
            </p:cNvPr>
            <p:cNvSpPr/>
            <p:nvPr/>
          </p:nvSpPr>
          <p:spPr>
            <a:xfrm>
              <a:off x="9738094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F211D39C-5A7D-8A6E-2104-2772647910C5}"/>
                </a:ext>
              </a:extLst>
            </p:cNvPr>
            <p:cNvSpPr/>
            <p:nvPr/>
          </p:nvSpPr>
          <p:spPr>
            <a:xfrm>
              <a:off x="10165814" y="1150070"/>
              <a:ext cx="1691224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D1D0F72A-C176-FAF9-8FAE-8B6357D6BD2A}"/>
                </a:ext>
              </a:extLst>
            </p:cNvPr>
            <p:cNvSpPr/>
            <p:nvPr/>
          </p:nvSpPr>
          <p:spPr>
            <a:xfrm>
              <a:off x="10165903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14734074-20F6-53A3-020E-892A0DB921DE}"/>
                </a:ext>
              </a:extLst>
            </p:cNvPr>
            <p:cNvSpPr/>
            <p:nvPr/>
          </p:nvSpPr>
          <p:spPr>
            <a:xfrm>
              <a:off x="10593711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74EE0060-FB46-EE53-6608-4DB2C70957F4}"/>
                </a:ext>
              </a:extLst>
            </p:cNvPr>
            <p:cNvSpPr/>
            <p:nvPr/>
          </p:nvSpPr>
          <p:spPr>
            <a:xfrm>
              <a:off x="11021520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559BF68D-D311-5C3D-3FEF-A12F3759B2BA}"/>
                </a:ext>
              </a:extLst>
            </p:cNvPr>
            <p:cNvSpPr/>
            <p:nvPr/>
          </p:nvSpPr>
          <p:spPr>
            <a:xfrm>
              <a:off x="11449329" y="1317968"/>
              <a:ext cx="407632" cy="15427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5FBC545C-C66C-D58F-3F1B-B61579042161}"/>
                </a:ext>
              </a:extLst>
            </p:cNvPr>
            <p:cNvSpPr/>
            <p:nvPr/>
          </p:nvSpPr>
          <p:spPr>
            <a:xfrm>
              <a:off x="1406525" y="1317968"/>
              <a:ext cx="166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6314E708-EE55-8D65-5664-B1B47C8606BF}"/>
                </a:ext>
              </a:extLst>
            </p:cNvPr>
            <p:cNvSpPr/>
            <p:nvPr/>
          </p:nvSpPr>
          <p:spPr>
            <a:xfrm>
              <a:off x="340208" y="1485867"/>
              <a:ext cx="1232949" cy="741074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6E66C998-8429-09EC-65C1-EB4E2845F622}"/>
                </a:ext>
              </a:extLst>
            </p:cNvPr>
            <p:cNvSpPr/>
            <p:nvPr/>
          </p:nvSpPr>
          <p:spPr>
            <a:xfrm>
              <a:off x="340208" y="2240561"/>
              <a:ext cx="1232949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139C7018-63C5-34B5-7366-1107D4CCD9D8}"/>
                </a:ext>
              </a:extLst>
            </p:cNvPr>
            <p:cNvSpPr/>
            <p:nvPr/>
          </p:nvSpPr>
          <p:spPr>
            <a:xfrm>
              <a:off x="340208" y="2408459"/>
              <a:ext cx="1232949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FE6652D9-FFCE-1AC8-871B-BBDE3328248C}"/>
                </a:ext>
              </a:extLst>
            </p:cNvPr>
            <p:cNvSpPr/>
            <p:nvPr/>
          </p:nvSpPr>
          <p:spPr>
            <a:xfrm>
              <a:off x="340208" y="2576357"/>
              <a:ext cx="1232949" cy="154278"/>
            </a:xfrm>
            <a:prstGeom prst="rect">
              <a:avLst/>
            </a:prstGeom>
            <a:solidFill>
              <a:srgbClr val="00953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07C0CFAE-CECA-C6B8-9CF7-2271154530FB}"/>
                </a:ext>
              </a:extLst>
            </p:cNvPr>
            <p:cNvSpPr/>
            <p:nvPr/>
          </p:nvSpPr>
          <p:spPr>
            <a:xfrm>
              <a:off x="658802" y="2744256"/>
              <a:ext cx="914355" cy="1909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668D7CDB-9C1E-E380-1694-5DFB3BDBBB61}"/>
                </a:ext>
              </a:extLst>
            </p:cNvPr>
            <p:cNvSpPr/>
            <p:nvPr/>
          </p:nvSpPr>
          <p:spPr>
            <a:xfrm>
              <a:off x="658802" y="2948870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1BC0542F-3A03-F1FF-1481-4778349A638D}"/>
                </a:ext>
              </a:extLst>
            </p:cNvPr>
            <p:cNvSpPr/>
            <p:nvPr/>
          </p:nvSpPr>
          <p:spPr>
            <a:xfrm>
              <a:off x="658802" y="3383500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C0A9A79B-14D8-C420-7F84-8B3B5F81A5B1}"/>
                </a:ext>
              </a:extLst>
            </p:cNvPr>
            <p:cNvSpPr/>
            <p:nvPr/>
          </p:nvSpPr>
          <p:spPr>
            <a:xfrm>
              <a:off x="1406525" y="1150070"/>
              <a:ext cx="166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41E87044-0E56-A8EC-B0BD-39E98BC22E3D}"/>
                </a:ext>
              </a:extLst>
            </p:cNvPr>
            <p:cNvSpPr/>
            <p:nvPr/>
          </p:nvSpPr>
          <p:spPr>
            <a:xfrm>
              <a:off x="658802" y="3818130"/>
              <a:ext cx="914355" cy="1909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2A000A9C-F0C9-1C2C-0D54-2F372281C9F6}"/>
                </a:ext>
              </a:extLst>
            </p:cNvPr>
            <p:cNvSpPr/>
            <p:nvPr/>
          </p:nvSpPr>
          <p:spPr>
            <a:xfrm>
              <a:off x="658802" y="4022744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E7FD63F0-B2D3-50F8-2D11-B0D345EE447C}"/>
                </a:ext>
              </a:extLst>
            </p:cNvPr>
            <p:cNvSpPr/>
            <p:nvPr/>
          </p:nvSpPr>
          <p:spPr>
            <a:xfrm>
              <a:off x="658802" y="4457374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4" name="直線コネクタ 83">
              <a:extLst>
                <a:ext uri="{FF2B5EF4-FFF2-40B4-BE49-F238E27FC236}">
                  <ns2:creationId id="{6FA64ADE-BB31-E740-B400-57F0341982ED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1155977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コネクタ 84">
              <a:extLst>
                <a:ext uri="{FF2B5EF4-FFF2-40B4-BE49-F238E27FC236}">
                  <ns2:creationId id="{9540081F-7AC3-DA02-9CEF-2269504CD704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1317968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69E71C2A-71E8-811C-3C83-3974539DF77A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8" y="3842441"/>
              <a:ext cx="0" cy="1011635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コネクタ 89">
              <a:extLst>
                <a:ext uri="{FF2B5EF4-FFF2-40B4-BE49-F238E27FC236}">
                  <ns2:creationId id="{2EEBDCFA-B518-1D7E-C615-B5E261B8F3DE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8" y="2768566"/>
              <a:ext cx="0" cy="1011635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ns2:creationId id="{D4D1A9AE-59DC-051D-6D8D-9E33BFF8FA65}"/>
                </a:ext>
              </a:extLst>
            </p:cNvPr>
            <p:cNvSpPr/>
            <p:nvPr/>
          </p:nvSpPr>
          <p:spPr>
            <a:xfrm>
              <a:off x="658802" y="5077782"/>
              <a:ext cx="914355" cy="19099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41BEE857-4C5F-C671-DC87-44B9B5CC9132}"/>
                </a:ext>
              </a:extLst>
            </p:cNvPr>
            <p:cNvSpPr/>
            <p:nvPr/>
          </p:nvSpPr>
          <p:spPr>
            <a:xfrm>
              <a:off x="658802" y="5282396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D1F1285B-1A13-F210-0911-7E45F7184E17}"/>
                </a:ext>
              </a:extLst>
            </p:cNvPr>
            <p:cNvSpPr/>
            <p:nvPr/>
          </p:nvSpPr>
          <p:spPr>
            <a:xfrm>
              <a:off x="658802" y="5717031"/>
              <a:ext cx="914355" cy="4210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1" name="直線コネクタ 90">
              <a:extLst>
                <a:ext uri="{FF2B5EF4-FFF2-40B4-BE49-F238E27FC236}">
                  <ns2:creationId id="{288BED18-DE40-4FD5-31BE-0A2646FBAB86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8" y="5102094"/>
              <a:ext cx="0" cy="1011635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正方形/長方形 95">
              <a:extLst>
                <a:ext uri="{FF2B5EF4-FFF2-40B4-BE49-F238E27FC236}">
                  <ns2:creationId id="{30BE9E0A-B96C-565E-9B7B-C89059031B61}"/>
                </a:ext>
              </a:extLst>
            </p:cNvPr>
            <p:cNvSpPr/>
            <p:nvPr/>
          </p:nvSpPr>
          <p:spPr>
            <a:xfrm>
              <a:off x="340208" y="2744256"/>
              <a:ext cx="266311" cy="10602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953C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1C0020FB-A66A-8141-EB45-90FB02B1A993}"/>
                </a:ext>
              </a:extLst>
            </p:cNvPr>
            <p:cNvSpPr/>
            <p:nvPr/>
          </p:nvSpPr>
          <p:spPr>
            <a:xfrm>
              <a:off x="340208" y="3818130"/>
              <a:ext cx="266311" cy="10602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953C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2155D9A6-9983-DCA6-F8B2-A6A6636F10E4}"/>
                </a:ext>
              </a:extLst>
            </p:cNvPr>
            <p:cNvSpPr/>
            <p:nvPr/>
          </p:nvSpPr>
          <p:spPr>
            <a:xfrm>
              <a:off x="340208" y="5077784"/>
              <a:ext cx="266311" cy="10602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953C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36EC402D-13ED-E5C4-F83B-214332C72476}"/>
                </a:ext>
              </a:extLst>
            </p:cNvPr>
            <p:cNvSpPr/>
            <p:nvPr/>
          </p:nvSpPr>
          <p:spPr>
            <a:xfrm>
              <a:off x="1609728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6F5130C5-7AEA-70F0-D9B4-248E4694E05A}"/>
                </a:ext>
              </a:extLst>
            </p:cNvPr>
            <p:cNvSpPr/>
            <p:nvPr/>
          </p:nvSpPr>
          <p:spPr>
            <a:xfrm>
              <a:off x="2037537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D0E6E870-635C-5A21-44D8-224E781CAC42}"/>
                </a:ext>
              </a:extLst>
            </p:cNvPr>
            <p:cNvSpPr/>
            <p:nvPr/>
          </p:nvSpPr>
          <p:spPr>
            <a:xfrm>
              <a:off x="246534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39C499AC-CF34-B367-B4FF-0F719EAF6DFC}"/>
                </a:ext>
              </a:extLst>
            </p:cNvPr>
            <p:cNvSpPr/>
            <p:nvPr/>
          </p:nvSpPr>
          <p:spPr>
            <a:xfrm>
              <a:off x="289315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1FD10C95-8D02-C4AE-F7A9-DE1C6B268BAF}"/>
                </a:ext>
              </a:extLst>
            </p:cNvPr>
            <p:cNvSpPr/>
            <p:nvPr/>
          </p:nvSpPr>
          <p:spPr>
            <a:xfrm>
              <a:off x="3320964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2ABE9378-6225-C062-C644-CF66A5C33427}"/>
                </a:ext>
              </a:extLst>
            </p:cNvPr>
            <p:cNvSpPr/>
            <p:nvPr/>
          </p:nvSpPr>
          <p:spPr>
            <a:xfrm>
              <a:off x="3748772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5DFD4136-5D13-16F0-7F79-0B0A67C45DB7}"/>
                </a:ext>
              </a:extLst>
            </p:cNvPr>
            <p:cNvSpPr/>
            <p:nvPr/>
          </p:nvSpPr>
          <p:spPr>
            <a:xfrm>
              <a:off x="4176581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9B0B6E52-8E8E-10A3-1D23-D9D780CB6CB9}"/>
                </a:ext>
              </a:extLst>
            </p:cNvPr>
            <p:cNvSpPr/>
            <p:nvPr/>
          </p:nvSpPr>
          <p:spPr>
            <a:xfrm>
              <a:off x="4604390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26835E10-5F78-12EF-F4F8-3C613697A6EF}"/>
                </a:ext>
              </a:extLst>
            </p:cNvPr>
            <p:cNvSpPr/>
            <p:nvPr/>
          </p:nvSpPr>
          <p:spPr>
            <a:xfrm>
              <a:off x="5032199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D4887D8C-4F6D-A03C-B009-B939E2E696F2}"/>
                </a:ext>
              </a:extLst>
            </p:cNvPr>
            <p:cNvSpPr/>
            <p:nvPr/>
          </p:nvSpPr>
          <p:spPr>
            <a:xfrm>
              <a:off x="5460007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868D6C3E-6350-56A8-E625-101EE3182227}"/>
                </a:ext>
              </a:extLst>
            </p:cNvPr>
            <p:cNvSpPr/>
            <p:nvPr/>
          </p:nvSpPr>
          <p:spPr>
            <a:xfrm>
              <a:off x="5887816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71CDA559-EBC0-7893-63EE-37C48ECCFAB0}"/>
                </a:ext>
              </a:extLst>
            </p:cNvPr>
            <p:cNvSpPr/>
            <p:nvPr/>
          </p:nvSpPr>
          <p:spPr>
            <a:xfrm>
              <a:off x="631562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CC36D456-D0DC-F25B-E8B5-619339B88CB3}"/>
                </a:ext>
              </a:extLst>
            </p:cNvPr>
            <p:cNvSpPr/>
            <p:nvPr/>
          </p:nvSpPr>
          <p:spPr>
            <a:xfrm>
              <a:off x="6743433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84B43122-8863-28BB-3B6C-4B73999BB3D9}"/>
                </a:ext>
              </a:extLst>
            </p:cNvPr>
            <p:cNvSpPr/>
            <p:nvPr/>
          </p:nvSpPr>
          <p:spPr>
            <a:xfrm>
              <a:off x="7171242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C8182A6B-2D58-8D8C-71C6-58F4B06BAD5E}"/>
                </a:ext>
              </a:extLst>
            </p:cNvPr>
            <p:cNvSpPr/>
            <p:nvPr/>
          </p:nvSpPr>
          <p:spPr>
            <a:xfrm>
              <a:off x="7599051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BE766DA6-D614-6622-47FD-5816A2AEB2BB}"/>
                </a:ext>
              </a:extLst>
            </p:cNvPr>
            <p:cNvSpPr/>
            <p:nvPr/>
          </p:nvSpPr>
          <p:spPr>
            <a:xfrm>
              <a:off x="8026859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5DF028EE-4398-5D38-E89F-B63EC814AFA4}"/>
                </a:ext>
              </a:extLst>
            </p:cNvPr>
            <p:cNvSpPr/>
            <p:nvPr/>
          </p:nvSpPr>
          <p:spPr>
            <a:xfrm>
              <a:off x="8454668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50FCB119-647E-F285-DF83-966BD7A2FACE}"/>
                </a:ext>
              </a:extLst>
            </p:cNvPr>
            <p:cNvSpPr/>
            <p:nvPr/>
          </p:nvSpPr>
          <p:spPr>
            <a:xfrm>
              <a:off x="8882477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0F58B221-62AF-E421-0956-A72F15B0CBF3}"/>
                </a:ext>
              </a:extLst>
            </p:cNvPr>
            <p:cNvSpPr/>
            <p:nvPr/>
          </p:nvSpPr>
          <p:spPr>
            <a:xfrm>
              <a:off x="9310285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FD3A9ECC-027D-DBF6-9CD3-9800A06F0237}"/>
                </a:ext>
              </a:extLst>
            </p:cNvPr>
            <p:cNvSpPr/>
            <p:nvPr/>
          </p:nvSpPr>
          <p:spPr>
            <a:xfrm>
              <a:off x="9738094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F6471EFE-05FE-2A61-CA24-CBD10E26F892}"/>
                </a:ext>
              </a:extLst>
            </p:cNvPr>
            <p:cNvSpPr/>
            <p:nvPr/>
          </p:nvSpPr>
          <p:spPr>
            <a:xfrm>
              <a:off x="10165903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E1B0420A-CC58-CFF7-D14B-3A4783B36775}"/>
                </a:ext>
              </a:extLst>
            </p:cNvPr>
            <p:cNvSpPr/>
            <p:nvPr/>
          </p:nvSpPr>
          <p:spPr>
            <a:xfrm>
              <a:off x="10593711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7657973F-EBDD-2DA0-EE28-53E2B0C95300}"/>
                </a:ext>
              </a:extLst>
            </p:cNvPr>
            <p:cNvSpPr/>
            <p:nvPr/>
          </p:nvSpPr>
          <p:spPr>
            <a:xfrm>
              <a:off x="11021520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05AB80FE-A3CC-B2AD-4C27-90989805EDD2}"/>
                </a:ext>
              </a:extLst>
            </p:cNvPr>
            <p:cNvSpPr/>
            <p:nvPr/>
          </p:nvSpPr>
          <p:spPr>
            <a:xfrm>
              <a:off x="11449329" y="1485866"/>
              <a:ext cx="407632" cy="74107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09349A24-AF30-FBEE-30B8-1E77BFCB8B4B}"/>
                </a:ext>
              </a:extLst>
            </p:cNvPr>
            <p:cNvSpPr/>
            <p:nvPr/>
          </p:nvSpPr>
          <p:spPr>
            <a:xfrm>
              <a:off x="1609728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32D05663-2BCE-9527-830C-BDB6BB316738}"/>
                </a:ext>
              </a:extLst>
            </p:cNvPr>
            <p:cNvSpPr/>
            <p:nvPr/>
          </p:nvSpPr>
          <p:spPr>
            <a:xfrm>
              <a:off x="2037537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E2BB955C-D021-C11C-3E96-80CC21C193EE}"/>
                </a:ext>
              </a:extLst>
            </p:cNvPr>
            <p:cNvSpPr/>
            <p:nvPr/>
          </p:nvSpPr>
          <p:spPr>
            <a:xfrm>
              <a:off x="246534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202FF0C7-B47C-BEC6-1D7A-380F609CBC0F}"/>
                </a:ext>
              </a:extLst>
            </p:cNvPr>
            <p:cNvSpPr/>
            <p:nvPr/>
          </p:nvSpPr>
          <p:spPr>
            <a:xfrm>
              <a:off x="289315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A7B925FC-A7E4-841E-A05A-3ED463527223}"/>
                </a:ext>
              </a:extLst>
            </p:cNvPr>
            <p:cNvSpPr/>
            <p:nvPr/>
          </p:nvSpPr>
          <p:spPr>
            <a:xfrm>
              <a:off x="3320964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FB861E1C-845C-D01D-B6C6-68E13C05B44A}"/>
                </a:ext>
              </a:extLst>
            </p:cNvPr>
            <p:cNvSpPr/>
            <p:nvPr/>
          </p:nvSpPr>
          <p:spPr>
            <a:xfrm>
              <a:off x="3748772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5A8B7E71-E004-F5C6-4790-754143653B8E}"/>
                </a:ext>
              </a:extLst>
            </p:cNvPr>
            <p:cNvSpPr/>
            <p:nvPr/>
          </p:nvSpPr>
          <p:spPr>
            <a:xfrm>
              <a:off x="4176581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4FC77924-D742-E8C5-8FF9-2E44164A0E37}"/>
                </a:ext>
              </a:extLst>
            </p:cNvPr>
            <p:cNvSpPr/>
            <p:nvPr/>
          </p:nvSpPr>
          <p:spPr>
            <a:xfrm>
              <a:off x="4604390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1F3D23DD-C723-1172-4AFA-B318A1DF138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32199" y="2240561"/>
              <a:ext cx="108000" cy="108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317AEF02-9E17-52C4-940E-29B71198A454}"/>
                </a:ext>
              </a:extLst>
            </p:cNvPr>
            <p:cNvSpPr/>
            <p:nvPr/>
          </p:nvSpPr>
          <p:spPr>
            <a:xfrm>
              <a:off x="5460007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3EE2DA71-E0AD-BA58-D873-342D9795B0EE}"/>
                </a:ext>
              </a:extLst>
            </p:cNvPr>
            <p:cNvSpPr/>
            <p:nvPr/>
          </p:nvSpPr>
          <p:spPr>
            <a:xfrm>
              <a:off x="5887816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9B339B78-C772-187E-2E8C-240ACBA214E6}"/>
                </a:ext>
              </a:extLst>
            </p:cNvPr>
            <p:cNvSpPr/>
            <p:nvPr/>
          </p:nvSpPr>
          <p:spPr>
            <a:xfrm>
              <a:off x="631562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EBD10953-3A7F-D964-CD11-83B49585137C}"/>
                </a:ext>
              </a:extLst>
            </p:cNvPr>
            <p:cNvSpPr/>
            <p:nvPr/>
          </p:nvSpPr>
          <p:spPr>
            <a:xfrm>
              <a:off x="6743433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103BCF2A-C71E-3EF3-1BB6-26553FA8ADE9}"/>
                </a:ext>
              </a:extLst>
            </p:cNvPr>
            <p:cNvSpPr/>
            <p:nvPr/>
          </p:nvSpPr>
          <p:spPr>
            <a:xfrm>
              <a:off x="7171242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7109EB7D-A283-7506-C067-C48DE5845818}"/>
                </a:ext>
              </a:extLst>
            </p:cNvPr>
            <p:cNvSpPr/>
            <p:nvPr/>
          </p:nvSpPr>
          <p:spPr>
            <a:xfrm>
              <a:off x="7599051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7CD5D488-2926-A8C0-20BF-3B16F3AF94D5}"/>
                </a:ext>
              </a:extLst>
            </p:cNvPr>
            <p:cNvSpPr/>
            <p:nvPr/>
          </p:nvSpPr>
          <p:spPr>
            <a:xfrm>
              <a:off x="8026859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DF63F3E0-448A-8856-3ED7-D82E1BDDEC22}"/>
                </a:ext>
              </a:extLst>
            </p:cNvPr>
            <p:cNvSpPr/>
            <p:nvPr/>
          </p:nvSpPr>
          <p:spPr>
            <a:xfrm>
              <a:off x="8454668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25D57A56-90B5-9625-FA76-BC1CCFC63EA2}"/>
                </a:ext>
              </a:extLst>
            </p:cNvPr>
            <p:cNvSpPr/>
            <p:nvPr/>
          </p:nvSpPr>
          <p:spPr>
            <a:xfrm>
              <a:off x="8882477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9C7BEE7F-1EF5-B299-53D9-0E0928620982}"/>
                </a:ext>
              </a:extLst>
            </p:cNvPr>
            <p:cNvSpPr/>
            <p:nvPr/>
          </p:nvSpPr>
          <p:spPr>
            <a:xfrm>
              <a:off x="9310285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DDDAA396-DF72-966E-9697-49B3A50BDFB9}"/>
                </a:ext>
              </a:extLst>
            </p:cNvPr>
            <p:cNvSpPr/>
            <p:nvPr/>
          </p:nvSpPr>
          <p:spPr>
            <a:xfrm>
              <a:off x="9738094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E12355CC-1BF4-A9D8-DFC5-C1AC91A0C5CB}"/>
                </a:ext>
              </a:extLst>
            </p:cNvPr>
            <p:cNvSpPr/>
            <p:nvPr/>
          </p:nvSpPr>
          <p:spPr>
            <a:xfrm>
              <a:off x="10165903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39CB8AC7-11E0-BF69-C439-E6A8C37981C3}"/>
                </a:ext>
              </a:extLst>
            </p:cNvPr>
            <p:cNvSpPr/>
            <p:nvPr/>
          </p:nvSpPr>
          <p:spPr>
            <a:xfrm>
              <a:off x="10593711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7" name="正方形/長方形 146">
              <a:extLst>
                <a:ext uri="{FF2B5EF4-FFF2-40B4-BE49-F238E27FC236}">
                  <ns2:creationId id="{D18D6D40-250F-59C4-1CF3-0DCCCCD8D15B}"/>
                </a:ext>
              </a:extLst>
            </p:cNvPr>
            <p:cNvSpPr/>
            <p:nvPr/>
          </p:nvSpPr>
          <p:spPr>
            <a:xfrm>
              <a:off x="11021520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FF6BFA1C-DCD5-DB2C-1703-DAE37E03149B}"/>
                </a:ext>
              </a:extLst>
            </p:cNvPr>
            <p:cNvSpPr/>
            <p:nvPr/>
          </p:nvSpPr>
          <p:spPr>
            <a:xfrm>
              <a:off x="11449329" y="2240561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49" name="直線コネクタ 148">
              <a:extLst>
                <a:ext uri="{FF2B5EF4-FFF2-40B4-BE49-F238E27FC236}">
                  <ns2:creationId id="{EDF90F83-26D3-E911-BA1B-93E47862DC49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2240561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正方形/長方形 149">
              <a:extLst>
                <a:ext uri="{FF2B5EF4-FFF2-40B4-BE49-F238E27FC236}">
                  <ns2:creationId id="{E9CEECCD-DE35-2999-59E2-6E8DA80AA3DC}"/>
                </a:ext>
              </a:extLst>
            </p:cNvPr>
            <p:cNvSpPr/>
            <p:nvPr/>
          </p:nvSpPr>
          <p:spPr>
            <a:xfrm>
              <a:off x="1609728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821B0E94-A14A-F63E-D75B-B896C225B2BE}"/>
                </a:ext>
              </a:extLst>
            </p:cNvPr>
            <p:cNvSpPr/>
            <p:nvPr/>
          </p:nvSpPr>
          <p:spPr>
            <a:xfrm>
              <a:off x="2037537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8E549A99-17DE-6D32-F03C-C3247B0B8EC1}"/>
                </a:ext>
              </a:extLst>
            </p:cNvPr>
            <p:cNvSpPr/>
            <p:nvPr/>
          </p:nvSpPr>
          <p:spPr>
            <a:xfrm>
              <a:off x="246534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1F62783B-486C-9548-3A4E-59765DB804F0}"/>
                </a:ext>
              </a:extLst>
            </p:cNvPr>
            <p:cNvSpPr/>
            <p:nvPr/>
          </p:nvSpPr>
          <p:spPr>
            <a:xfrm>
              <a:off x="289315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D768973B-055F-8AD3-CD1A-C3E0081EF2B9}"/>
                </a:ext>
              </a:extLst>
            </p:cNvPr>
            <p:cNvSpPr/>
            <p:nvPr/>
          </p:nvSpPr>
          <p:spPr>
            <a:xfrm>
              <a:off x="3320964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9CA32583-E2F6-2B76-74E0-E7AC043B51D4}"/>
                </a:ext>
              </a:extLst>
            </p:cNvPr>
            <p:cNvSpPr/>
            <p:nvPr/>
          </p:nvSpPr>
          <p:spPr>
            <a:xfrm>
              <a:off x="3748772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E4FE4C83-0AC9-490D-88C8-11031261082A}"/>
                </a:ext>
              </a:extLst>
            </p:cNvPr>
            <p:cNvSpPr/>
            <p:nvPr/>
          </p:nvSpPr>
          <p:spPr>
            <a:xfrm>
              <a:off x="4176581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5F8D7BB9-1A6C-7A50-536B-D17A204325F1}"/>
                </a:ext>
              </a:extLst>
            </p:cNvPr>
            <p:cNvSpPr/>
            <p:nvPr/>
          </p:nvSpPr>
          <p:spPr>
            <a:xfrm>
              <a:off x="4604390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D5A7AB06-9C08-03D4-17E1-A2EE862F9012}"/>
                </a:ext>
              </a:extLst>
            </p:cNvPr>
            <p:cNvSpPr/>
            <p:nvPr/>
          </p:nvSpPr>
          <p:spPr>
            <a:xfrm>
              <a:off x="5032199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B748C2B0-4F3C-2A45-EB49-38132E1A22AC}"/>
                </a:ext>
              </a:extLst>
            </p:cNvPr>
            <p:cNvSpPr/>
            <p:nvPr/>
          </p:nvSpPr>
          <p:spPr>
            <a:xfrm>
              <a:off x="5460007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2C8ABC63-B6F0-CAC5-8368-5594443AC3DE}"/>
                </a:ext>
              </a:extLst>
            </p:cNvPr>
            <p:cNvSpPr/>
            <p:nvPr/>
          </p:nvSpPr>
          <p:spPr>
            <a:xfrm>
              <a:off x="5887816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5A7F7526-81E0-6AB9-6626-E5F248A0951E}"/>
                </a:ext>
              </a:extLst>
            </p:cNvPr>
            <p:cNvSpPr/>
            <p:nvPr/>
          </p:nvSpPr>
          <p:spPr>
            <a:xfrm>
              <a:off x="631562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9B612397-4547-DBB7-04E8-D7EB3E9FE34F}"/>
                </a:ext>
              </a:extLst>
            </p:cNvPr>
            <p:cNvSpPr/>
            <p:nvPr/>
          </p:nvSpPr>
          <p:spPr>
            <a:xfrm>
              <a:off x="6743433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1E7AEF7F-F22A-41A2-72FA-0B269848C1E2}"/>
                </a:ext>
              </a:extLst>
            </p:cNvPr>
            <p:cNvSpPr/>
            <p:nvPr/>
          </p:nvSpPr>
          <p:spPr>
            <a:xfrm>
              <a:off x="7171242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F1E4AA6E-46AA-100A-3787-4771CB3DB16D}"/>
                </a:ext>
              </a:extLst>
            </p:cNvPr>
            <p:cNvSpPr/>
            <p:nvPr/>
          </p:nvSpPr>
          <p:spPr>
            <a:xfrm>
              <a:off x="7599051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2BA92593-676D-EDE6-65EA-0CE85F13A246}"/>
                </a:ext>
              </a:extLst>
            </p:cNvPr>
            <p:cNvSpPr/>
            <p:nvPr/>
          </p:nvSpPr>
          <p:spPr>
            <a:xfrm>
              <a:off x="8026859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DED9B880-518A-E6C3-241D-CA883D43F55B}"/>
                </a:ext>
              </a:extLst>
            </p:cNvPr>
            <p:cNvSpPr/>
            <p:nvPr/>
          </p:nvSpPr>
          <p:spPr>
            <a:xfrm>
              <a:off x="8454668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7AB1E3A4-73D8-8861-AAD6-A33F64C94DB5}"/>
                </a:ext>
              </a:extLst>
            </p:cNvPr>
            <p:cNvSpPr/>
            <p:nvPr/>
          </p:nvSpPr>
          <p:spPr>
            <a:xfrm>
              <a:off x="8882477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955D83EC-8999-2F8E-FC51-E665B2B44D44}"/>
                </a:ext>
              </a:extLst>
            </p:cNvPr>
            <p:cNvSpPr/>
            <p:nvPr/>
          </p:nvSpPr>
          <p:spPr>
            <a:xfrm>
              <a:off x="9310285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158E6D75-564D-0D12-A582-901FB88D505D}"/>
                </a:ext>
              </a:extLst>
            </p:cNvPr>
            <p:cNvSpPr/>
            <p:nvPr/>
          </p:nvSpPr>
          <p:spPr>
            <a:xfrm>
              <a:off x="9738094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7BEB45A7-37D4-B5CE-9875-F8AF454B1207}"/>
                </a:ext>
              </a:extLst>
            </p:cNvPr>
            <p:cNvSpPr/>
            <p:nvPr/>
          </p:nvSpPr>
          <p:spPr>
            <a:xfrm>
              <a:off x="10165903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68CC9EFE-906D-25C8-20A1-853555E4F80F}"/>
                </a:ext>
              </a:extLst>
            </p:cNvPr>
            <p:cNvSpPr/>
            <p:nvPr/>
          </p:nvSpPr>
          <p:spPr>
            <a:xfrm>
              <a:off x="10593711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9C72F419-69C6-32EE-F1C6-9E0B8B43DA48}"/>
                </a:ext>
              </a:extLst>
            </p:cNvPr>
            <p:cNvSpPr/>
            <p:nvPr/>
          </p:nvSpPr>
          <p:spPr>
            <a:xfrm>
              <a:off x="11021520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B1FA9059-2A7F-7F5A-EABA-46E00C745F51}"/>
                </a:ext>
              </a:extLst>
            </p:cNvPr>
            <p:cNvSpPr/>
            <p:nvPr/>
          </p:nvSpPr>
          <p:spPr>
            <a:xfrm>
              <a:off x="11449329" y="2408459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4" name="直線コネクタ 173">
              <a:extLst>
                <a:ext uri="{FF2B5EF4-FFF2-40B4-BE49-F238E27FC236}">
                  <ns2:creationId id="{025EBA9F-338F-91E5-1BC2-3300FF820297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2408459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正方形/長方形 174">
              <a:extLst>
                <a:ext uri="{FF2B5EF4-FFF2-40B4-BE49-F238E27FC236}">
                  <ns2:creationId id="{26915225-32F5-211D-BC06-65A9B91A4819}"/>
                </a:ext>
              </a:extLst>
            </p:cNvPr>
            <p:cNvSpPr/>
            <p:nvPr/>
          </p:nvSpPr>
          <p:spPr>
            <a:xfrm>
              <a:off x="1609728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5C7AD429-37AD-FBF2-35F3-2ACC0F462E48}"/>
                </a:ext>
              </a:extLst>
            </p:cNvPr>
            <p:cNvSpPr/>
            <p:nvPr/>
          </p:nvSpPr>
          <p:spPr>
            <a:xfrm>
              <a:off x="2037537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80C4204A-86B5-52D4-A8A2-C090D1B1057A}"/>
                </a:ext>
              </a:extLst>
            </p:cNvPr>
            <p:cNvSpPr/>
            <p:nvPr/>
          </p:nvSpPr>
          <p:spPr>
            <a:xfrm>
              <a:off x="246534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CD2477E9-3D36-AC05-14E7-C6DB630654D7}"/>
                </a:ext>
              </a:extLst>
            </p:cNvPr>
            <p:cNvSpPr/>
            <p:nvPr/>
          </p:nvSpPr>
          <p:spPr>
            <a:xfrm>
              <a:off x="289315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0E9FDA7E-AC71-6532-964C-6518360458BC}"/>
                </a:ext>
              </a:extLst>
            </p:cNvPr>
            <p:cNvSpPr/>
            <p:nvPr/>
          </p:nvSpPr>
          <p:spPr>
            <a:xfrm>
              <a:off x="3320964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FD7AD976-3CDC-6D5D-4887-AE498DE2BD78}"/>
                </a:ext>
              </a:extLst>
            </p:cNvPr>
            <p:cNvSpPr/>
            <p:nvPr/>
          </p:nvSpPr>
          <p:spPr>
            <a:xfrm>
              <a:off x="3748772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02D92151-69D5-D904-C011-E8758553B4AC}"/>
                </a:ext>
              </a:extLst>
            </p:cNvPr>
            <p:cNvSpPr/>
            <p:nvPr/>
          </p:nvSpPr>
          <p:spPr>
            <a:xfrm>
              <a:off x="4176581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1F95BA5C-9ABF-EF6F-E4B4-2F5EFE13BCB3}"/>
                </a:ext>
              </a:extLst>
            </p:cNvPr>
            <p:cNvSpPr/>
            <p:nvPr/>
          </p:nvSpPr>
          <p:spPr>
            <a:xfrm>
              <a:off x="4604390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63394862-BF3B-CC44-2321-B85983838186}"/>
                </a:ext>
              </a:extLst>
            </p:cNvPr>
            <p:cNvSpPr/>
            <p:nvPr/>
          </p:nvSpPr>
          <p:spPr>
            <a:xfrm>
              <a:off x="5032199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6394D233-95BE-B9B2-5B2D-C8FA51A69C33}"/>
                </a:ext>
              </a:extLst>
            </p:cNvPr>
            <p:cNvSpPr/>
            <p:nvPr/>
          </p:nvSpPr>
          <p:spPr>
            <a:xfrm>
              <a:off x="5460007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222DA37E-B673-5870-35CF-E8ACDBBC45E3}"/>
                </a:ext>
              </a:extLst>
            </p:cNvPr>
            <p:cNvSpPr/>
            <p:nvPr/>
          </p:nvSpPr>
          <p:spPr>
            <a:xfrm>
              <a:off x="5887816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C5E56906-A7B8-11FA-0AA6-BF7FD863CA22}"/>
                </a:ext>
              </a:extLst>
            </p:cNvPr>
            <p:cNvSpPr/>
            <p:nvPr/>
          </p:nvSpPr>
          <p:spPr>
            <a:xfrm>
              <a:off x="631562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82C493DC-F26A-A975-53A1-FA7F4D84AD36}"/>
                </a:ext>
              </a:extLst>
            </p:cNvPr>
            <p:cNvSpPr/>
            <p:nvPr/>
          </p:nvSpPr>
          <p:spPr>
            <a:xfrm>
              <a:off x="6743433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3A9FDFC4-1F73-961A-8D74-9BA6995ED0E7}"/>
                </a:ext>
              </a:extLst>
            </p:cNvPr>
            <p:cNvSpPr/>
            <p:nvPr/>
          </p:nvSpPr>
          <p:spPr>
            <a:xfrm>
              <a:off x="7171242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FB0543B3-AF9F-696A-A5CD-28FB1155001E}"/>
                </a:ext>
              </a:extLst>
            </p:cNvPr>
            <p:cNvSpPr/>
            <p:nvPr/>
          </p:nvSpPr>
          <p:spPr>
            <a:xfrm>
              <a:off x="7599051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04A04963-969A-31C9-6909-2DC0B1935BBD}"/>
                </a:ext>
              </a:extLst>
            </p:cNvPr>
            <p:cNvSpPr/>
            <p:nvPr/>
          </p:nvSpPr>
          <p:spPr>
            <a:xfrm>
              <a:off x="8026859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843A3F78-9313-A2AE-4DE9-8F6F2F498E09}"/>
                </a:ext>
              </a:extLst>
            </p:cNvPr>
            <p:cNvSpPr/>
            <p:nvPr/>
          </p:nvSpPr>
          <p:spPr>
            <a:xfrm>
              <a:off x="8454668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6450760D-4D77-EE61-6C91-67AC5C80E45A}"/>
                </a:ext>
              </a:extLst>
            </p:cNvPr>
            <p:cNvSpPr/>
            <p:nvPr/>
          </p:nvSpPr>
          <p:spPr>
            <a:xfrm>
              <a:off x="8882477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DE6CC4E0-13BA-AA32-7947-1CFEFEF10B9C}"/>
                </a:ext>
              </a:extLst>
            </p:cNvPr>
            <p:cNvSpPr/>
            <p:nvPr/>
          </p:nvSpPr>
          <p:spPr>
            <a:xfrm>
              <a:off x="9310285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C02D1FA5-3EBE-E3E6-968B-FA3398ACCA99}"/>
                </a:ext>
              </a:extLst>
            </p:cNvPr>
            <p:cNvSpPr/>
            <p:nvPr/>
          </p:nvSpPr>
          <p:spPr>
            <a:xfrm>
              <a:off x="9738094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77DC751B-0393-0589-8030-AF8D6307005C}"/>
                </a:ext>
              </a:extLst>
            </p:cNvPr>
            <p:cNvSpPr/>
            <p:nvPr/>
          </p:nvSpPr>
          <p:spPr>
            <a:xfrm>
              <a:off x="10165903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ABB32D0F-D853-A1FF-848E-38CF72F404CA}"/>
                </a:ext>
              </a:extLst>
            </p:cNvPr>
            <p:cNvSpPr/>
            <p:nvPr/>
          </p:nvSpPr>
          <p:spPr>
            <a:xfrm>
              <a:off x="10593711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7" name="正方形/長方形 196">
              <a:extLst>
                <a:ext uri="{FF2B5EF4-FFF2-40B4-BE49-F238E27FC236}">
                  <ns2:creationId id="{53C720CE-9DBD-78EC-AC21-0369EAD35788}"/>
                </a:ext>
              </a:extLst>
            </p:cNvPr>
            <p:cNvSpPr/>
            <p:nvPr/>
          </p:nvSpPr>
          <p:spPr>
            <a:xfrm>
              <a:off x="11021520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8" name="正方形/長方形 197">
              <a:extLst>
                <a:ext uri="{FF2B5EF4-FFF2-40B4-BE49-F238E27FC236}">
                  <ns2:creationId id="{380EE7E7-0CA0-2E61-24F6-61F1B845B2D8}"/>
                </a:ext>
              </a:extLst>
            </p:cNvPr>
            <p:cNvSpPr/>
            <p:nvPr/>
          </p:nvSpPr>
          <p:spPr>
            <a:xfrm>
              <a:off x="11449329" y="2576357"/>
              <a:ext cx="407632" cy="15427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9" name="直線コネクタ 198">
              <a:extLst>
                <a:ext uri="{FF2B5EF4-FFF2-40B4-BE49-F238E27FC236}">
                  <ns2:creationId id="{BEE25DE3-77B1-4476-CDEA-F5E6F4E6AECE}"/>
                </a:ext>
              </a:extLst>
            </p:cNvPr>
            <p:cNvCxnSpPr>
              <a:cxnSpLocks/>
            </p:cNvCxnSpPr>
            <p:nvPr/>
          </p:nvCxnSpPr>
          <p:spPr>
            <a:xfrm>
              <a:off x="1563442" y="2576357"/>
              <a:ext cx="0" cy="154278"/>
            </a:xfrm>
            <a:prstGeom prst="line">
              <a:avLst/>
            </a:prstGeom>
            <a:ln w="9525">
              <a:solidFill>
                <a:srgbClr val="00953C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3" name="グループ化 242">
              <a:extLst>
                <a:ext uri="{FF2B5EF4-FFF2-40B4-BE49-F238E27FC236}">
                  <ns2:creationId id="{9EFE20A5-3A04-9C22-D89C-121F98B09580}"/>
                </a:ext>
              </a:extLst>
            </p:cNvPr>
            <p:cNvGrpSpPr/>
            <p:nvPr/>
          </p:nvGrpSpPr>
          <p:grpSpPr>
            <a:xfrm>
              <a:off x="1615544" y="2737446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01" name="直線コネクタ 200">
                <a:extLst>
                  <a:ext uri="{FF2B5EF4-FFF2-40B4-BE49-F238E27FC236}">
                    <ns2:creationId id="{7D1595F4-0835-D68F-AF3A-F50B43D4F0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線コネクタ 204">
                <a:extLst>
                  <a:ext uri="{FF2B5EF4-FFF2-40B4-BE49-F238E27FC236}">
                    <ns2:creationId id="{E3E20542-2E6A-6D27-7B3F-B264A05730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ns2:creationId id="{4B539E75-1BC8-5F6D-EF45-629BA80C5F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線コネクタ 206">
                <a:extLst>
                  <a:ext uri="{FF2B5EF4-FFF2-40B4-BE49-F238E27FC236}">
                    <ns2:creationId id="{D83BBAE9-5739-ACCF-5A17-C90DB52375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直線コネクタ 209">
                <a:extLst>
                  <a:ext uri="{FF2B5EF4-FFF2-40B4-BE49-F238E27FC236}">
                    <ns2:creationId id="{C9D70856-64FD-A297-115D-859CDABA0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直線コネクタ 210">
                <a:extLst>
                  <a:ext uri="{FF2B5EF4-FFF2-40B4-BE49-F238E27FC236}">
                    <ns2:creationId id="{F9290A6A-6A99-912E-6237-3E66D4D628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直線コネクタ 211">
                <a:extLst>
                  <a:ext uri="{FF2B5EF4-FFF2-40B4-BE49-F238E27FC236}">
                    <ns2:creationId id="{DB6C2F21-DF26-FD39-0D2C-399F0B3E79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線コネクタ 212">
                <a:extLst>
                  <a:ext uri="{FF2B5EF4-FFF2-40B4-BE49-F238E27FC236}">
                    <ns2:creationId id="{18D4470A-37BF-9C97-5328-0BC5736C68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直線コネクタ 224">
                <a:extLst>
                  <a:ext uri="{FF2B5EF4-FFF2-40B4-BE49-F238E27FC236}">
                    <ns2:creationId id="{BC6EB4A2-8BA5-9839-147D-14472A8AE9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直線コネクタ 225">
                <a:extLst>
                  <a:ext uri="{FF2B5EF4-FFF2-40B4-BE49-F238E27FC236}">
                    <ns2:creationId id="{2D274A39-BDFD-9342-7CEA-5F277D0AEB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線コネクタ 226">
                <a:extLst>
                  <a:ext uri="{FF2B5EF4-FFF2-40B4-BE49-F238E27FC236}">
                    <ns2:creationId id="{F901A13C-A36C-6A52-CA21-EA4C8F78C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線コネクタ 227">
                <a:extLst>
                  <a:ext uri="{FF2B5EF4-FFF2-40B4-BE49-F238E27FC236}">
                    <ns2:creationId id="{84D91769-80CB-4FEE-22ED-BE862F8D96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直線コネクタ 230">
                <a:extLst>
                  <a:ext uri="{FF2B5EF4-FFF2-40B4-BE49-F238E27FC236}">
                    <ns2:creationId id="{7E914E83-9FE5-7F20-282F-BAB74E679A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直線コネクタ 231">
                <a:extLst>
                  <a:ext uri="{FF2B5EF4-FFF2-40B4-BE49-F238E27FC236}">
                    <ns2:creationId id="{0846D0F8-7664-62FA-6163-B17E010BE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直線コネクタ 232">
                <a:extLst>
                  <a:ext uri="{FF2B5EF4-FFF2-40B4-BE49-F238E27FC236}">
                    <ns2:creationId id="{A3087DDE-89B7-7CD7-D826-30013150FF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線コネクタ 233">
                <a:extLst>
                  <a:ext uri="{FF2B5EF4-FFF2-40B4-BE49-F238E27FC236}">
                    <ns2:creationId id="{73BBCFB1-ED56-01FA-57BE-2CF460D7D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直線コネクタ 234">
                <a:extLst>
                  <a:ext uri="{FF2B5EF4-FFF2-40B4-BE49-F238E27FC236}">
                    <ns2:creationId id="{E9364893-1892-3191-F954-B078A698BE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コネクタ 235">
                <a:extLst>
                  <a:ext uri="{FF2B5EF4-FFF2-40B4-BE49-F238E27FC236}">
                    <ns2:creationId id="{FAFD6D18-402B-B106-46B3-9307C92E4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直線コネクタ 236">
                <a:extLst>
                  <a:ext uri="{FF2B5EF4-FFF2-40B4-BE49-F238E27FC236}">
                    <ns2:creationId id="{3B1C7248-5586-D9EE-7CCF-B5493888B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直線コネクタ 237">
                <a:extLst>
                  <a:ext uri="{FF2B5EF4-FFF2-40B4-BE49-F238E27FC236}">
                    <ns2:creationId id="{BCA9878A-190A-498D-716E-EB58A8213D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ns2:creationId id="{14C8C7E1-2269-BF9F-A864-470575ED2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ns2:creationId id="{A7085464-6888-D944-4922-C634DEF67F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ns2:creationId id="{27993D0A-37DC-25A0-3CA3-636AE68EF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ns2:creationId id="{BEDA7038-CBFC-8356-2B4E-E7055E305B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4" name="グループ化 243">
              <a:extLst>
                <a:ext uri="{FF2B5EF4-FFF2-40B4-BE49-F238E27FC236}">
                  <ns2:creationId id="{5FC6A7CF-16F0-95F3-C207-07B7311C192D}"/>
                </a:ext>
              </a:extLst>
            </p:cNvPr>
            <p:cNvGrpSpPr/>
            <p:nvPr/>
          </p:nvGrpSpPr>
          <p:grpSpPr>
            <a:xfrm>
              <a:off x="1615544" y="2569547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45" name="直線コネクタ 244">
                <a:extLst>
                  <a:ext uri="{FF2B5EF4-FFF2-40B4-BE49-F238E27FC236}">
                    <ns2:creationId id="{AA86526F-49D3-5CFC-34E8-0BD1F264A8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直線コネクタ 245">
                <a:extLst>
                  <a:ext uri="{FF2B5EF4-FFF2-40B4-BE49-F238E27FC236}">
                    <ns2:creationId id="{1DB9C4F5-3BF0-5264-B986-862AA032B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ns2:creationId id="{B7FEEEF7-FE86-31D8-9F80-F055D0E4EF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ns2:creationId id="{A99AFC26-4BA6-DC91-3004-C09E75B715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ns2:creationId id="{FA9DED6A-4905-C575-80D4-16162DC717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ns2:creationId id="{C305D794-FB42-3485-2E7A-2ADE1F671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直線コネクタ 250">
                <a:extLst>
                  <a:ext uri="{FF2B5EF4-FFF2-40B4-BE49-F238E27FC236}">
                    <ns2:creationId id="{0AF3F6C8-B1E9-D75E-513A-6D827C80CF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直線コネクタ 251">
                <a:extLst>
                  <a:ext uri="{FF2B5EF4-FFF2-40B4-BE49-F238E27FC236}">
                    <ns2:creationId id="{23352391-846A-ED5E-848D-5ABA97CD57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ns2:creationId id="{19053AF9-AAE8-1765-EB20-1E28E13E08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ns2:creationId id="{CEC5C93B-D0E4-600E-C823-6D42CDCEE4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ns2:creationId id="{B0195E3E-5B56-573A-EEBE-5288CED45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ns2:creationId id="{CA3BDD47-7908-0BAC-13C9-9014479F85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直線コネクタ 256">
                <a:extLst>
                  <a:ext uri="{FF2B5EF4-FFF2-40B4-BE49-F238E27FC236}">
                    <ns2:creationId id="{4149ACF1-9E8A-9262-5658-E68E5DA833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直線コネクタ 257">
                <a:extLst>
                  <a:ext uri="{FF2B5EF4-FFF2-40B4-BE49-F238E27FC236}">
                    <ns2:creationId id="{A19B233A-D63D-DFB8-125B-770E750BF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ns2:creationId id="{DEC14D82-698A-2916-AE39-6B17F1797B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ns2:creationId id="{A401FD9A-3C7A-0373-5483-65EF20476C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ns2:creationId id="{55E67819-6E06-4219-59C6-D65BF4A061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ns2:creationId id="{FB1F41C0-C226-3301-3507-EA975CB8CD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直線コネクタ 262">
                <a:extLst>
                  <a:ext uri="{FF2B5EF4-FFF2-40B4-BE49-F238E27FC236}">
                    <ns2:creationId id="{86E8DEBD-5C8C-DF92-24A9-AEF07DD8AC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直線コネクタ 263">
                <a:extLst>
                  <a:ext uri="{FF2B5EF4-FFF2-40B4-BE49-F238E27FC236}">
                    <ns2:creationId id="{52B8F2CE-4F0A-570D-148A-AF8D30F7DE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直線コネクタ 264">
                <a:extLst>
                  <a:ext uri="{FF2B5EF4-FFF2-40B4-BE49-F238E27FC236}">
                    <ns2:creationId id="{85328AC8-ED62-CE53-329D-037AFD2139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直線コネクタ 265">
                <a:extLst>
                  <a:ext uri="{FF2B5EF4-FFF2-40B4-BE49-F238E27FC236}">
                    <ns2:creationId id="{385EB551-3A37-BB73-1770-2A3FA07663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コネクタ 266">
                <a:extLst>
                  <a:ext uri="{FF2B5EF4-FFF2-40B4-BE49-F238E27FC236}">
                    <ns2:creationId id="{69CDC229-4BB1-4618-4C8E-5CC1D7A39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直線コネクタ 267">
                <a:extLst>
                  <a:ext uri="{FF2B5EF4-FFF2-40B4-BE49-F238E27FC236}">
                    <ns2:creationId id="{9DA40868-277B-EE2F-8386-AD614C37FD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9" name="グループ化 268">
              <a:extLst>
                <a:ext uri="{FF2B5EF4-FFF2-40B4-BE49-F238E27FC236}">
                  <ns2:creationId id="{3FA0C948-DAE5-0469-1CBB-04BF6051095C}"/>
                </a:ext>
              </a:extLst>
            </p:cNvPr>
            <p:cNvGrpSpPr/>
            <p:nvPr/>
          </p:nvGrpSpPr>
          <p:grpSpPr>
            <a:xfrm>
              <a:off x="1615544" y="2401649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70" name="直線コネクタ 269">
                <a:extLst>
                  <a:ext uri="{FF2B5EF4-FFF2-40B4-BE49-F238E27FC236}">
                    <ns2:creationId id="{9E847F3F-E39C-A82D-B8B6-AAB7B47779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直線コネクタ 270">
                <a:extLst>
                  <a:ext uri="{FF2B5EF4-FFF2-40B4-BE49-F238E27FC236}">
                    <ns2:creationId id="{A4D2B825-8C4F-593B-2AA0-1151F96B62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直線コネクタ 271">
                <a:extLst>
                  <a:ext uri="{FF2B5EF4-FFF2-40B4-BE49-F238E27FC236}">
                    <ns2:creationId id="{E21F27E1-3F34-CB0B-9F16-0D87F7C2D7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コネクタ 272">
                <a:extLst>
                  <a:ext uri="{FF2B5EF4-FFF2-40B4-BE49-F238E27FC236}">
                    <ns2:creationId id="{C2875810-4C87-E66F-B86A-A84A0377D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直線コネクタ 273">
                <a:extLst>
                  <a:ext uri="{FF2B5EF4-FFF2-40B4-BE49-F238E27FC236}">
                    <ns2:creationId id="{C5469A0E-C8ED-2C11-D3C6-69340C85A8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直線コネクタ 274">
                <a:extLst>
                  <a:ext uri="{FF2B5EF4-FFF2-40B4-BE49-F238E27FC236}">
                    <ns2:creationId id="{2137C964-544E-1ACF-9B51-12AD43274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直線コネクタ 275">
                <a:extLst>
                  <a:ext uri="{FF2B5EF4-FFF2-40B4-BE49-F238E27FC236}">
                    <ns2:creationId id="{5D0D7D89-E995-FFCF-E8BB-B88F1A2F5F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直線コネクタ 276">
                <a:extLst>
                  <a:ext uri="{FF2B5EF4-FFF2-40B4-BE49-F238E27FC236}">
                    <ns2:creationId id="{EDDB25B1-9340-1097-99D5-83F1554F5D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直線コネクタ 277">
                <a:extLst>
                  <a:ext uri="{FF2B5EF4-FFF2-40B4-BE49-F238E27FC236}">
                    <ns2:creationId id="{5E213753-DDFE-9C2D-FF23-D685034708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線コネクタ 278">
                <a:extLst>
                  <a:ext uri="{FF2B5EF4-FFF2-40B4-BE49-F238E27FC236}">
                    <ns2:creationId id="{EDB00BCD-4612-FF1D-6048-8E69C9614F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直線コネクタ 279">
                <a:extLst>
                  <a:ext uri="{FF2B5EF4-FFF2-40B4-BE49-F238E27FC236}">
                    <ns2:creationId id="{C14BE409-7BD8-B45F-8A63-B1E3EBD0D0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直線コネクタ 280">
                <a:extLst>
                  <a:ext uri="{FF2B5EF4-FFF2-40B4-BE49-F238E27FC236}">
                    <ns2:creationId id="{9C2B8CBE-D835-8B0D-48D1-03C7C0FABC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直線コネクタ 281">
                <a:extLst>
                  <a:ext uri="{FF2B5EF4-FFF2-40B4-BE49-F238E27FC236}">
                    <ns2:creationId id="{DFFF18CD-A2D1-D50B-F28B-80B1A1C18F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直線コネクタ 282">
                <a:extLst>
                  <a:ext uri="{FF2B5EF4-FFF2-40B4-BE49-F238E27FC236}">
                    <ns2:creationId id="{ACC1BD9A-EB12-44D6-2AF3-0DBE811AAF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直線コネクタ 283">
                <a:extLst>
                  <a:ext uri="{FF2B5EF4-FFF2-40B4-BE49-F238E27FC236}">
                    <ns2:creationId id="{96CE3FE1-3F7D-777D-C70B-13C0C00D8B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5" name="直線コネクタ 284">
                <a:extLst>
                  <a:ext uri="{FF2B5EF4-FFF2-40B4-BE49-F238E27FC236}">
                    <ns2:creationId id="{F3EE5A0E-15BC-7830-C1B0-CCA1203E1D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直線コネクタ 285">
                <a:extLst>
                  <a:ext uri="{FF2B5EF4-FFF2-40B4-BE49-F238E27FC236}">
                    <ns2:creationId id="{5F187D06-58A5-4B3D-920B-F060619453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7" name="直線コネクタ 286">
                <a:extLst>
                  <a:ext uri="{FF2B5EF4-FFF2-40B4-BE49-F238E27FC236}">
                    <ns2:creationId id="{E341795B-60A5-F863-DD00-ADA1F1A382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直線コネクタ 287">
                <a:extLst>
                  <a:ext uri="{FF2B5EF4-FFF2-40B4-BE49-F238E27FC236}">
                    <ns2:creationId id="{AD1DB9A2-34B2-AD6A-CD31-77464164CD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直線コネクタ 288">
                <a:extLst>
                  <a:ext uri="{FF2B5EF4-FFF2-40B4-BE49-F238E27FC236}">
                    <ns2:creationId id="{60B8DA13-67AF-D624-C33D-AEBA9D3A12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直線コネクタ 289">
                <a:extLst>
                  <a:ext uri="{FF2B5EF4-FFF2-40B4-BE49-F238E27FC236}">
                    <ns2:creationId id="{F54E2019-7026-C2CE-2726-71A0EF6CD9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直線コネクタ 290">
                <a:extLst>
                  <a:ext uri="{FF2B5EF4-FFF2-40B4-BE49-F238E27FC236}">
                    <ns2:creationId id="{A64A1480-045C-48C2-B1D9-CF2F3766E0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直線コネクタ 291">
                <a:extLst>
                  <a:ext uri="{FF2B5EF4-FFF2-40B4-BE49-F238E27FC236}">
                    <ns2:creationId id="{7EF297D8-E6D1-37F2-8620-E07D17855E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3" name="直線コネクタ 292">
                <a:extLst>
                  <a:ext uri="{FF2B5EF4-FFF2-40B4-BE49-F238E27FC236}">
                    <ns2:creationId id="{3A52328A-7105-FF3F-BBBF-E9749F161B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4" name="グループ化 293">
              <a:extLst>
                <a:ext uri="{FF2B5EF4-FFF2-40B4-BE49-F238E27FC236}">
                  <ns2:creationId id="{8D526824-CB41-2B17-FBD8-7565F3B983D6}"/>
                </a:ext>
              </a:extLst>
            </p:cNvPr>
            <p:cNvGrpSpPr/>
            <p:nvPr/>
          </p:nvGrpSpPr>
          <p:grpSpPr>
            <a:xfrm>
              <a:off x="1615544" y="2233751"/>
              <a:ext cx="10235427" cy="0"/>
              <a:chOff x="1615544" y="2874010"/>
              <a:chExt cx="10235427" cy="0"/>
            </a:xfrm>
            <a:solidFill>
              <a:schemeClr val="bg1"/>
            </a:solidFill>
          </p:grpSpPr>
          <p:cxnSp>
            <p:nvCxnSpPr>
              <p:cNvPr id="295" name="直線コネクタ 294">
                <a:extLst>
                  <a:ext uri="{FF2B5EF4-FFF2-40B4-BE49-F238E27FC236}">
                    <ns2:creationId id="{07A730D2-F50C-8FC1-B76F-85CDE63FB4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直線コネクタ 295">
                <a:extLst>
                  <a:ext uri="{FF2B5EF4-FFF2-40B4-BE49-F238E27FC236}">
                    <ns2:creationId id="{6FD7AF2B-B836-5ADD-71A0-B3988DBF1F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直線コネクタ 296">
                <a:extLst>
                  <a:ext uri="{FF2B5EF4-FFF2-40B4-BE49-F238E27FC236}">
                    <ns2:creationId id="{4EE35740-E4C4-82DD-6B01-106DCC8C2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直線コネクタ 297">
                <a:extLst>
                  <a:ext uri="{FF2B5EF4-FFF2-40B4-BE49-F238E27FC236}">
                    <ns2:creationId id="{11CC0603-7569-99EC-8419-50EF14D45D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直線コネクタ 298">
                <a:extLst>
                  <a:ext uri="{FF2B5EF4-FFF2-40B4-BE49-F238E27FC236}">
                    <ns2:creationId id="{36E41932-54CB-7A28-5A05-05095FC0B6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直線コネクタ 299">
                <a:extLst>
                  <a:ext uri="{FF2B5EF4-FFF2-40B4-BE49-F238E27FC236}">
                    <ns2:creationId id="{E2C25A4C-0EE4-ACAC-F093-68817650E1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直線コネクタ 300">
                <a:extLst>
                  <a:ext uri="{FF2B5EF4-FFF2-40B4-BE49-F238E27FC236}">
                    <ns2:creationId id="{6B3AF1F9-7CF4-DF80-9751-77BF669971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直線コネクタ 301">
                <a:extLst>
                  <a:ext uri="{FF2B5EF4-FFF2-40B4-BE49-F238E27FC236}">
                    <ns2:creationId id="{C8F1429A-C5A6-6D8F-ED53-81C5FA65AC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直線コネクタ 302">
                <a:extLst>
                  <a:ext uri="{FF2B5EF4-FFF2-40B4-BE49-F238E27FC236}">
                    <ns2:creationId id="{B0570587-FF85-D37C-7D37-B8A839594B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直線コネクタ 303">
                <a:extLst>
                  <a:ext uri="{FF2B5EF4-FFF2-40B4-BE49-F238E27FC236}">
                    <ns2:creationId id="{FD17036C-96C3-7512-C16B-6BBE2052B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直線コネクタ 304">
                <a:extLst>
                  <a:ext uri="{FF2B5EF4-FFF2-40B4-BE49-F238E27FC236}">
                    <ns2:creationId id="{AE41E589-9066-A251-A716-C6CD9F32B2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直線コネクタ 305">
                <a:extLst>
                  <a:ext uri="{FF2B5EF4-FFF2-40B4-BE49-F238E27FC236}">
                    <ns2:creationId id="{27339D9B-4D8C-B7C7-80C8-BF64552842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直線コネクタ 306">
                <a:extLst>
                  <a:ext uri="{FF2B5EF4-FFF2-40B4-BE49-F238E27FC236}">
                    <ns2:creationId id="{ADA3B3A3-AE8E-2759-C11C-DB39CBCE91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" name="直線コネクタ 307">
                <a:extLst>
                  <a:ext uri="{FF2B5EF4-FFF2-40B4-BE49-F238E27FC236}">
                    <ns2:creationId id="{B7464EE9-8AEC-1665-9F3D-3AD9AC39AC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9" name="直線コネクタ 308">
                <a:extLst>
                  <a:ext uri="{FF2B5EF4-FFF2-40B4-BE49-F238E27FC236}">
                    <ns2:creationId id="{475CD50E-26F1-CC11-E48D-9ACBB01C41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直線コネクタ 309">
                <a:extLst>
                  <a:ext uri="{FF2B5EF4-FFF2-40B4-BE49-F238E27FC236}">
                    <ns2:creationId id="{636F5F61-D442-C1C2-5831-19C107554E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直線コネクタ 310">
                <a:extLst>
                  <a:ext uri="{FF2B5EF4-FFF2-40B4-BE49-F238E27FC236}">
                    <ns2:creationId id="{BAE35F1D-FF0E-7CF2-5821-5480CC8737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直線コネクタ 311">
                <a:extLst>
                  <a:ext uri="{FF2B5EF4-FFF2-40B4-BE49-F238E27FC236}">
                    <ns2:creationId id="{C6EC9776-F825-965E-191C-AC578CBC54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直線コネクタ 312">
                <a:extLst>
                  <a:ext uri="{FF2B5EF4-FFF2-40B4-BE49-F238E27FC236}">
                    <ns2:creationId id="{EA40A12A-A233-8634-35D0-B3EF55592A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直線コネクタ 313">
                <a:extLst>
                  <a:ext uri="{FF2B5EF4-FFF2-40B4-BE49-F238E27FC236}">
                    <ns2:creationId id="{C9D6D5BB-1523-7036-F1B1-5D33C8B3FB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直線コネクタ 314">
                <a:extLst>
                  <a:ext uri="{FF2B5EF4-FFF2-40B4-BE49-F238E27FC236}">
                    <ns2:creationId id="{B0449459-55AC-F9A0-33B7-3E477D4671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直線コネクタ 315">
                <a:extLst>
                  <a:ext uri="{FF2B5EF4-FFF2-40B4-BE49-F238E27FC236}">
                    <ns2:creationId id="{C37A0CC5-1BBB-E964-9394-B3C6C072A2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直線コネクタ 316">
                <a:extLst>
                  <a:ext uri="{FF2B5EF4-FFF2-40B4-BE49-F238E27FC236}">
                    <ns2:creationId id="{9D0D4124-36B7-712C-B5CA-8BFD18BF92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直線コネクタ 317">
                <a:extLst>
                  <a:ext uri="{FF2B5EF4-FFF2-40B4-BE49-F238E27FC236}">
                    <ns2:creationId id="{789F1E0C-083D-A720-2FEE-3FABE37990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grp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4" name="グループ化 343">
              <a:extLst>
                <a:ext uri="{FF2B5EF4-FFF2-40B4-BE49-F238E27FC236}">
                  <ns2:creationId id="{0D3005BA-42A2-17DE-A58E-22E1AACEDCE0}"/>
                </a:ext>
              </a:extLst>
            </p:cNvPr>
            <p:cNvGrpSpPr/>
            <p:nvPr/>
          </p:nvGrpSpPr>
          <p:grpSpPr>
            <a:xfrm>
              <a:off x="1615544" y="2942060"/>
              <a:ext cx="10235427" cy="0"/>
              <a:chOff x="1615544" y="2874010"/>
              <a:chExt cx="10235427" cy="0"/>
            </a:xfrm>
          </p:grpSpPr>
          <p:cxnSp>
            <p:nvCxnSpPr>
              <p:cNvPr id="345" name="直線コネクタ 344">
                <a:extLst>
                  <a:ext uri="{FF2B5EF4-FFF2-40B4-BE49-F238E27FC236}">
                    <ns2:creationId id="{77AD19B7-CBE8-7079-2391-BAC56FB1FB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直線コネクタ 345">
                <a:extLst>
                  <a:ext uri="{FF2B5EF4-FFF2-40B4-BE49-F238E27FC236}">
                    <ns2:creationId id="{0AA3FB00-0995-4969-9683-B9945C22EE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直線コネクタ 346">
                <a:extLst>
                  <a:ext uri="{FF2B5EF4-FFF2-40B4-BE49-F238E27FC236}">
                    <ns2:creationId id="{3C575E8D-D551-304F-8A60-E33EBD968D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347">
                <a:extLst>
                  <a:ext uri="{FF2B5EF4-FFF2-40B4-BE49-F238E27FC236}">
                    <ns2:creationId id="{FFEC031B-E235-FA14-C923-B1CA568846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直線コネクタ 348">
                <a:extLst>
                  <a:ext uri="{FF2B5EF4-FFF2-40B4-BE49-F238E27FC236}">
                    <ns2:creationId id="{FF198200-A7A9-827C-5C9D-E617B2CB81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直線コネクタ 349">
                <a:extLst>
                  <a:ext uri="{FF2B5EF4-FFF2-40B4-BE49-F238E27FC236}">
                    <ns2:creationId id="{B32AD820-6693-9BCB-4CB4-62D83E4778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350">
                <a:extLst>
                  <a:ext uri="{FF2B5EF4-FFF2-40B4-BE49-F238E27FC236}">
                    <ns2:creationId id="{FE146B34-E891-BC41-98B3-0D5CBF9AB8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線コネクタ 351">
                <a:extLst>
                  <a:ext uri="{FF2B5EF4-FFF2-40B4-BE49-F238E27FC236}">
                    <ns2:creationId id="{CEE8498D-D84A-4104-9709-4D9AA72DFA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直線コネクタ 352">
                <a:extLst>
                  <a:ext uri="{FF2B5EF4-FFF2-40B4-BE49-F238E27FC236}">
                    <ns2:creationId id="{D26C47DF-7ECA-429B-9DB7-ACC30A3C38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線コネクタ 353">
                <a:extLst>
                  <a:ext uri="{FF2B5EF4-FFF2-40B4-BE49-F238E27FC236}">
                    <ns2:creationId id="{14E786AE-7CD3-27FB-C15E-571F605E08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直線コネクタ 354">
                <a:extLst>
                  <a:ext uri="{FF2B5EF4-FFF2-40B4-BE49-F238E27FC236}">
                    <ns2:creationId id="{9EA552D8-1B7C-9BE8-09C0-38E5BF4E3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直線コネクタ 355">
                <a:extLst>
                  <a:ext uri="{FF2B5EF4-FFF2-40B4-BE49-F238E27FC236}">
                    <ns2:creationId id="{E3F0490F-37B1-1924-856C-AA51AEE850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7" name="直線コネクタ 356">
                <a:extLst>
                  <a:ext uri="{FF2B5EF4-FFF2-40B4-BE49-F238E27FC236}">
                    <ns2:creationId id="{2A3198F7-6775-C186-3D38-2E0723E7D0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8" name="直線コネクタ 357">
                <a:extLst>
                  <a:ext uri="{FF2B5EF4-FFF2-40B4-BE49-F238E27FC236}">
                    <ns2:creationId id="{58318614-D86E-B06C-CE3B-9EBBCCBFBF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直線コネクタ 358">
                <a:extLst>
                  <a:ext uri="{FF2B5EF4-FFF2-40B4-BE49-F238E27FC236}">
                    <ns2:creationId id="{DE482D44-B51F-1773-4689-91E6950CF3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直線コネクタ 359">
                <a:extLst>
                  <a:ext uri="{FF2B5EF4-FFF2-40B4-BE49-F238E27FC236}">
                    <ns2:creationId id="{8F791A47-C1E7-CAB4-D106-9B0D8BBE2C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線コネクタ 360">
                <a:extLst>
                  <a:ext uri="{FF2B5EF4-FFF2-40B4-BE49-F238E27FC236}">
                    <ns2:creationId id="{A2343746-0940-4615-E3D6-997CF9EFD0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線コネクタ 361">
                <a:extLst>
                  <a:ext uri="{FF2B5EF4-FFF2-40B4-BE49-F238E27FC236}">
                    <ns2:creationId id="{66A330BA-90D5-B62C-3F95-0979E74016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直線コネクタ 362">
                <a:extLst>
                  <a:ext uri="{FF2B5EF4-FFF2-40B4-BE49-F238E27FC236}">
                    <ns2:creationId id="{B084C0BD-A854-9D71-0CED-8AF780F4F0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直線コネクタ 363">
                <a:extLst>
                  <a:ext uri="{FF2B5EF4-FFF2-40B4-BE49-F238E27FC236}">
                    <ns2:creationId id="{C53BC069-5BBF-3664-62E3-75D966C128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直線コネクタ 364">
                <a:extLst>
                  <a:ext uri="{FF2B5EF4-FFF2-40B4-BE49-F238E27FC236}">
                    <ns2:creationId id="{06A072D8-DE63-943E-5C33-4699C266A5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6" name="直線コネクタ 365">
                <a:extLst>
                  <a:ext uri="{FF2B5EF4-FFF2-40B4-BE49-F238E27FC236}">
                    <ns2:creationId id="{E18DB1A0-8365-161D-BD40-75AC53CF84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直線コネクタ 366">
                <a:extLst>
                  <a:ext uri="{FF2B5EF4-FFF2-40B4-BE49-F238E27FC236}">
                    <ns2:creationId id="{96A0240D-513A-6BB5-E512-BE811058E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8" name="直線コネクタ 367">
                <a:extLst>
                  <a:ext uri="{FF2B5EF4-FFF2-40B4-BE49-F238E27FC236}">
                    <ns2:creationId id="{24570445-2597-10BA-6266-ED65583C62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9" name="グループ化 368">
              <a:extLst>
                <a:ext uri="{FF2B5EF4-FFF2-40B4-BE49-F238E27FC236}">
                  <ns2:creationId id="{BDE4424E-EB3E-F68D-F38B-A4464079AA2A}"/>
                </a:ext>
              </a:extLst>
            </p:cNvPr>
            <p:cNvGrpSpPr/>
            <p:nvPr/>
          </p:nvGrpSpPr>
          <p:grpSpPr>
            <a:xfrm>
              <a:off x="1615544" y="3376690"/>
              <a:ext cx="10235427" cy="0"/>
              <a:chOff x="1615544" y="2874010"/>
              <a:chExt cx="10235427" cy="0"/>
            </a:xfrm>
          </p:grpSpPr>
          <p:cxnSp>
            <p:nvCxnSpPr>
              <p:cNvPr id="370" name="直線コネクタ 369">
                <a:extLst>
                  <a:ext uri="{FF2B5EF4-FFF2-40B4-BE49-F238E27FC236}">
                    <ns2:creationId id="{F048E621-BA6D-8C36-F99B-B7FFA08B69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1" name="直線コネクタ 370">
                <a:extLst>
                  <a:ext uri="{FF2B5EF4-FFF2-40B4-BE49-F238E27FC236}">
                    <ns2:creationId id="{207BEF92-6CAD-B2B2-26CC-E004E91308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2" name="直線コネクタ 371">
                <a:extLst>
                  <a:ext uri="{FF2B5EF4-FFF2-40B4-BE49-F238E27FC236}">
                    <ns2:creationId id="{69585D7E-34B7-9D75-AB29-A6FDF3D7FD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" name="直線コネクタ 372">
                <a:extLst>
                  <a:ext uri="{FF2B5EF4-FFF2-40B4-BE49-F238E27FC236}">
                    <ns2:creationId id="{13B54B43-C060-E320-A234-DA7546AF14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" name="直線コネクタ 373">
                <a:extLst>
                  <a:ext uri="{FF2B5EF4-FFF2-40B4-BE49-F238E27FC236}">
                    <ns2:creationId id="{616C0788-01EF-88ED-F06B-5B83E3E9B1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5" name="直線コネクタ 374">
                <a:extLst>
                  <a:ext uri="{FF2B5EF4-FFF2-40B4-BE49-F238E27FC236}">
                    <ns2:creationId id="{ADF2C72E-93B5-3B14-B513-8550320A79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直線コネクタ 375">
                <a:extLst>
                  <a:ext uri="{FF2B5EF4-FFF2-40B4-BE49-F238E27FC236}">
                    <ns2:creationId id="{AC94FF62-6F7C-7C60-8091-65E8CE9D20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直線コネクタ 376">
                <a:extLst>
                  <a:ext uri="{FF2B5EF4-FFF2-40B4-BE49-F238E27FC236}">
                    <ns2:creationId id="{AFE726F1-1A51-E27F-C45A-76FB2C158E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8" name="直線コネクタ 377">
                <a:extLst>
                  <a:ext uri="{FF2B5EF4-FFF2-40B4-BE49-F238E27FC236}">
                    <ns2:creationId id="{B0B05185-6E00-EC62-E497-611126CE69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直線コネクタ 378">
                <a:extLst>
                  <a:ext uri="{FF2B5EF4-FFF2-40B4-BE49-F238E27FC236}">
                    <ns2:creationId id="{8E609534-EA67-C757-6B67-45713F6024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直線コネクタ 379">
                <a:extLst>
                  <a:ext uri="{FF2B5EF4-FFF2-40B4-BE49-F238E27FC236}">
                    <ns2:creationId id="{17852EC1-9975-A167-1683-F96FED37F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直線コネクタ 380">
                <a:extLst>
                  <a:ext uri="{FF2B5EF4-FFF2-40B4-BE49-F238E27FC236}">
                    <ns2:creationId id="{DAB407B9-DE71-4FF0-F50A-90D499C982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直線コネクタ 381">
                <a:extLst>
                  <a:ext uri="{FF2B5EF4-FFF2-40B4-BE49-F238E27FC236}">
                    <ns2:creationId id="{AC45E5A7-8E4C-40E5-C3D4-A0D9945A5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直線コネクタ 382">
                <a:extLst>
                  <a:ext uri="{FF2B5EF4-FFF2-40B4-BE49-F238E27FC236}">
                    <ns2:creationId id="{F19EFAA3-D0FB-FF4B-557D-B772F5EA2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線コネクタ 383">
                <a:extLst>
                  <a:ext uri="{FF2B5EF4-FFF2-40B4-BE49-F238E27FC236}">
                    <ns2:creationId id="{49733A5A-EE9C-226E-B7BD-2287D61944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線コネクタ 384">
                <a:extLst>
                  <a:ext uri="{FF2B5EF4-FFF2-40B4-BE49-F238E27FC236}">
                    <ns2:creationId id="{67013297-03EA-6B0D-7C7F-1944F003A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線コネクタ 385">
                <a:extLst>
                  <a:ext uri="{FF2B5EF4-FFF2-40B4-BE49-F238E27FC236}">
                    <ns2:creationId id="{03802FA2-92D4-9F82-BB1D-BAAFAF679F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コネクタ 386">
                <a:extLst>
                  <a:ext uri="{FF2B5EF4-FFF2-40B4-BE49-F238E27FC236}">
                    <ns2:creationId id="{03FCEB5D-1B91-808C-4B4D-C39F0A4997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コネクタ 387">
                <a:extLst>
                  <a:ext uri="{FF2B5EF4-FFF2-40B4-BE49-F238E27FC236}">
                    <ns2:creationId id="{0191E7E4-59EB-D628-140F-3A322AD72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線コネクタ 388">
                <a:extLst>
                  <a:ext uri="{FF2B5EF4-FFF2-40B4-BE49-F238E27FC236}">
                    <ns2:creationId id="{05872A5F-49D3-5910-3C61-FA427C358E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直線コネクタ 389">
                <a:extLst>
                  <a:ext uri="{FF2B5EF4-FFF2-40B4-BE49-F238E27FC236}">
                    <ns2:creationId id="{F10DBFBE-70E3-640A-BFB7-F609D4D86C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直線コネクタ 390">
                <a:extLst>
                  <a:ext uri="{FF2B5EF4-FFF2-40B4-BE49-F238E27FC236}">
                    <ns2:creationId id="{366BB869-71D9-13DC-A891-87D58508BC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線コネクタ 391">
                <a:extLst>
                  <a:ext uri="{FF2B5EF4-FFF2-40B4-BE49-F238E27FC236}">
                    <ns2:creationId id="{1138B2E5-47C0-F139-0871-58B999C4A3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直線コネクタ 392">
                <a:extLst>
                  <a:ext uri="{FF2B5EF4-FFF2-40B4-BE49-F238E27FC236}">
                    <ns2:creationId id="{34D3E566-3B6D-3204-BB47-676D2AD35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4" name="グループ化 393">
              <a:extLst>
                <a:ext uri="{FF2B5EF4-FFF2-40B4-BE49-F238E27FC236}">
                  <ns2:creationId id="{22551865-9DF1-6AC5-8874-8B788814DB4E}"/>
                </a:ext>
              </a:extLst>
            </p:cNvPr>
            <p:cNvGrpSpPr/>
            <p:nvPr/>
          </p:nvGrpSpPr>
          <p:grpSpPr>
            <a:xfrm>
              <a:off x="1615544" y="3811320"/>
              <a:ext cx="10235427" cy="0"/>
              <a:chOff x="1615544" y="2874010"/>
              <a:chExt cx="10235427" cy="0"/>
            </a:xfrm>
          </p:grpSpPr>
          <p:cxnSp>
            <p:nvCxnSpPr>
              <p:cNvPr id="395" name="直線コネクタ 394">
                <a:extLst>
                  <a:ext uri="{FF2B5EF4-FFF2-40B4-BE49-F238E27FC236}">
                    <ns2:creationId id="{786B928D-873D-58E1-A9ED-2F3DACA2D1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直線コネクタ 395">
                <a:extLst>
                  <a:ext uri="{FF2B5EF4-FFF2-40B4-BE49-F238E27FC236}">
                    <ns2:creationId id="{7C2CD51C-53D6-5A4A-C65E-7B464ECC0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直線コネクタ 396">
                <a:extLst>
                  <a:ext uri="{FF2B5EF4-FFF2-40B4-BE49-F238E27FC236}">
                    <ns2:creationId id="{ACA3B49C-2FE9-7826-77B7-9C8CDAB6E6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直線コネクタ 397">
                <a:extLst>
                  <a:ext uri="{FF2B5EF4-FFF2-40B4-BE49-F238E27FC236}">
                    <ns2:creationId id="{1AD18B6B-6D6B-2A55-E6F5-5BDC4F3B71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直線コネクタ 398">
                <a:extLst>
                  <a:ext uri="{FF2B5EF4-FFF2-40B4-BE49-F238E27FC236}">
                    <ns2:creationId id="{62989488-FB88-C097-BE2B-15750646E7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直線コネクタ 399">
                <a:extLst>
                  <a:ext uri="{FF2B5EF4-FFF2-40B4-BE49-F238E27FC236}">
                    <ns2:creationId id="{B2C113A0-9498-6456-0D19-FC56127392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直線コネクタ 400">
                <a:extLst>
                  <a:ext uri="{FF2B5EF4-FFF2-40B4-BE49-F238E27FC236}">
                    <ns2:creationId id="{F38DE8AB-0E40-E5C1-6D62-5ECD92953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直線コネクタ 401">
                <a:extLst>
                  <a:ext uri="{FF2B5EF4-FFF2-40B4-BE49-F238E27FC236}">
                    <ns2:creationId id="{2FDCB90C-3D74-0449-6C7B-CF83D00637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直線コネクタ 402">
                <a:extLst>
                  <a:ext uri="{FF2B5EF4-FFF2-40B4-BE49-F238E27FC236}">
                    <ns2:creationId id="{05C7C927-0D12-B260-D05E-13C8EE6183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直線コネクタ 403">
                <a:extLst>
                  <a:ext uri="{FF2B5EF4-FFF2-40B4-BE49-F238E27FC236}">
                    <ns2:creationId id="{D7BFA67E-0AC7-9755-D9D2-04BFFB081A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直線コネクタ 404">
                <a:extLst>
                  <a:ext uri="{FF2B5EF4-FFF2-40B4-BE49-F238E27FC236}">
                    <ns2:creationId id="{1CAE6298-649E-75E2-9761-F734B386C2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直線コネクタ 405">
                <a:extLst>
                  <a:ext uri="{FF2B5EF4-FFF2-40B4-BE49-F238E27FC236}">
                    <ns2:creationId id="{22B2CBB2-2C32-989B-3030-0CD469F73E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直線コネクタ 406">
                <a:extLst>
                  <a:ext uri="{FF2B5EF4-FFF2-40B4-BE49-F238E27FC236}">
                    <ns2:creationId id="{8E28EF0E-CDB6-F78D-80B1-5C830B7C9D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8" name="直線コネクタ 407">
                <a:extLst>
                  <a:ext uri="{FF2B5EF4-FFF2-40B4-BE49-F238E27FC236}">
                    <ns2:creationId id="{B5306B0E-870A-1C4D-A444-C3F809B8FC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直線コネクタ 408">
                <a:extLst>
                  <a:ext uri="{FF2B5EF4-FFF2-40B4-BE49-F238E27FC236}">
                    <ns2:creationId id="{7DDA4075-9D4A-7D3A-7C37-CA37BA2A5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直線コネクタ 409">
                <a:extLst>
                  <a:ext uri="{FF2B5EF4-FFF2-40B4-BE49-F238E27FC236}">
                    <ns2:creationId id="{B43221A2-94FF-34C4-FA5E-B1B388264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直線コネクタ 410">
                <a:extLst>
                  <a:ext uri="{FF2B5EF4-FFF2-40B4-BE49-F238E27FC236}">
                    <ns2:creationId id="{504E18B6-03BC-6CB2-392A-AC3E08AACB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2" name="直線コネクタ 411">
                <a:extLst>
                  <a:ext uri="{FF2B5EF4-FFF2-40B4-BE49-F238E27FC236}">
                    <ns2:creationId id="{434F52A2-96BB-765F-498E-35FC03AA67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3" name="直線コネクタ 412">
                <a:extLst>
                  <a:ext uri="{FF2B5EF4-FFF2-40B4-BE49-F238E27FC236}">
                    <ns2:creationId id="{8047BD85-4C03-2A22-3E1C-E0A271C15C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4" name="直線コネクタ 413">
                <a:extLst>
                  <a:ext uri="{FF2B5EF4-FFF2-40B4-BE49-F238E27FC236}">
                    <ns2:creationId id="{1FE29C6F-6D04-7EB1-488B-5144880FF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直線コネクタ 414">
                <a:extLst>
                  <a:ext uri="{FF2B5EF4-FFF2-40B4-BE49-F238E27FC236}">
                    <ns2:creationId id="{E070FD38-5CD5-9E93-1E35-01829E0784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直線コネクタ 415">
                <a:extLst>
                  <a:ext uri="{FF2B5EF4-FFF2-40B4-BE49-F238E27FC236}">
                    <ns2:creationId id="{CB75D3CE-53F3-9FC2-80C9-515A4D4EE3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直線コネクタ 416">
                <a:extLst>
                  <a:ext uri="{FF2B5EF4-FFF2-40B4-BE49-F238E27FC236}">
                    <ns2:creationId id="{96776001-B342-0FEF-056A-B47B7B1725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直線コネクタ 417">
                <a:extLst>
                  <a:ext uri="{FF2B5EF4-FFF2-40B4-BE49-F238E27FC236}">
                    <ns2:creationId id="{D7D9107D-3BEC-C2C6-B8BB-3FB8091418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9" name="グループ化 418">
              <a:extLst>
                <a:ext uri="{FF2B5EF4-FFF2-40B4-BE49-F238E27FC236}">
                  <ns2:creationId id="{74E1B722-8196-25D4-3625-54A33CE3DCC2}"/>
                </a:ext>
              </a:extLst>
            </p:cNvPr>
            <p:cNvGrpSpPr/>
            <p:nvPr/>
          </p:nvGrpSpPr>
          <p:grpSpPr>
            <a:xfrm>
              <a:off x="1615544" y="4015934"/>
              <a:ext cx="10235427" cy="0"/>
              <a:chOff x="1615544" y="2874010"/>
              <a:chExt cx="10235427" cy="0"/>
            </a:xfrm>
          </p:grpSpPr>
          <p:cxnSp>
            <p:nvCxnSpPr>
              <p:cNvPr id="420" name="直線コネクタ 419">
                <a:extLst>
                  <a:ext uri="{FF2B5EF4-FFF2-40B4-BE49-F238E27FC236}">
                    <ns2:creationId id="{BD0B08BA-78DD-F320-F40C-05DD672AE1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直線コネクタ 420">
                <a:extLst>
                  <a:ext uri="{FF2B5EF4-FFF2-40B4-BE49-F238E27FC236}">
                    <ns2:creationId id="{BF333840-B431-EC12-7128-5432E2B32F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コネクタ 421">
                <a:extLst>
                  <a:ext uri="{FF2B5EF4-FFF2-40B4-BE49-F238E27FC236}">
                    <ns2:creationId id="{06CBAFB0-D605-49F7-7414-E710515068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直線コネクタ 422">
                <a:extLst>
                  <a:ext uri="{FF2B5EF4-FFF2-40B4-BE49-F238E27FC236}">
                    <ns2:creationId id="{E898EDF0-A08E-F4A9-5EEF-FCD3864AC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直線コネクタ 423">
                <a:extLst>
                  <a:ext uri="{FF2B5EF4-FFF2-40B4-BE49-F238E27FC236}">
                    <ns2:creationId id="{E1430367-ED3D-3DBD-6560-F1D5A7E9F3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F61FE90D-B5E0-253F-7E0C-B861584318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直線コネクタ 425">
                <a:extLst>
                  <a:ext uri="{FF2B5EF4-FFF2-40B4-BE49-F238E27FC236}">
                    <ns2:creationId id="{01D764D6-AB90-2DF4-5889-E24B84F122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直線コネクタ 426">
                <a:extLst>
                  <a:ext uri="{FF2B5EF4-FFF2-40B4-BE49-F238E27FC236}">
                    <ns2:creationId id="{CB877FC0-7802-0098-04E3-178A19F730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直線コネクタ 427">
                <a:extLst>
                  <a:ext uri="{FF2B5EF4-FFF2-40B4-BE49-F238E27FC236}">
                    <ns2:creationId id="{490807E5-CCC5-8DAE-B60E-E5486936CF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直線コネクタ 428">
                <a:extLst>
                  <a:ext uri="{FF2B5EF4-FFF2-40B4-BE49-F238E27FC236}">
                    <ns2:creationId id="{A7A49A77-C159-A06E-C142-6E3D4B76D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直線コネクタ 429">
                <a:extLst>
                  <a:ext uri="{FF2B5EF4-FFF2-40B4-BE49-F238E27FC236}">
                    <ns2:creationId id="{5AB89054-366B-C8F2-D22A-552D5A479C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直線コネクタ 430">
                <a:extLst>
                  <a:ext uri="{FF2B5EF4-FFF2-40B4-BE49-F238E27FC236}">
                    <ns2:creationId id="{A2C592FA-EC35-2B0C-CA7E-D31E2AC0B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直線コネクタ 431">
                <a:extLst>
                  <a:ext uri="{FF2B5EF4-FFF2-40B4-BE49-F238E27FC236}">
                    <ns2:creationId id="{76C33E3A-D49B-FE8B-06C7-249DAF3BCC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直線コネクタ 432">
                <a:extLst>
                  <a:ext uri="{FF2B5EF4-FFF2-40B4-BE49-F238E27FC236}">
                    <ns2:creationId id="{B5D4D91A-CF4C-A42D-23D2-AD740B6043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直線コネクタ 433">
                <a:extLst>
                  <a:ext uri="{FF2B5EF4-FFF2-40B4-BE49-F238E27FC236}">
                    <ns2:creationId id="{ECCB5B79-378D-CF8C-566D-C161AE6801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直線コネクタ 434">
                <a:extLst>
                  <a:ext uri="{FF2B5EF4-FFF2-40B4-BE49-F238E27FC236}">
                    <ns2:creationId id="{8C9801B3-89BF-41B0-9674-797F31ED75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6" name="直線コネクタ 435">
                <a:extLst>
                  <a:ext uri="{FF2B5EF4-FFF2-40B4-BE49-F238E27FC236}">
                    <ns2:creationId id="{EEB42B5A-2343-FA97-C7AA-C45977D3B3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直線コネクタ 436">
                <a:extLst>
                  <a:ext uri="{FF2B5EF4-FFF2-40B4-BE49-F238E27FC236}">
                    <ns2:creationId id="{9DF7816D-1F88-392F-58F3-9F292EA199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8" name="直線コネクタ 437">
                <a:extLst>
                  <a:ext uri="{FF2B5EF4-FFF2-40B4-BE49-F238E27FC236}">
                    <ns2:creationId id="{EB6CEBFF-A508-EEC4-D97C-0500BC367C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直線コネクタ 438">
                <a:extLst>
                  <a:ext uri="{FF2B5EF4-FFF2-40B4-BE49-F238E27FC236}">
                    <ns2:creationId id="{78AC9F6C-A9F7-5F92-8F72-6A6870D93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0" name="直線コネクタ 439">
                <a:extLst>
                  <a:ext uri="{FF2B5EF4-FFF2-40B4-BE49-F238E27FC236}">
                    <ns2:creationId id="{3BBB5921-40BA-9355-A145-76FB7142DA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直線コネクタ 440">
                <a:extLst>
                  <a:ext uri="{FF2B5EF4-FFF2-40B4-BE49-F238E27FC236}">
                    <ns2:creationId id="{7FC85128-6033-94D2-3BCE-0C3B6A3710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直線コネクタ 441">
                <a:extLst>
                  <a:ext uri="{FF2B5EF4-FFF2-40B4-BE49-F238E27FC236}">
                    <ns2:creationId id="{17D69017-EBBD-74CE-79B9-2E4AF62E98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直線コネクタ 442">
                <a:extLst>
                  <a:ext uri="{FF2B5EF4-FFF2-40B4-BE49-F238E27FC236}">
                    <ns2:creationId id="{774FCC5B-A265-3E60-5AC2-1DD78FF03C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4" name="グループ化 443">
              <a:extLst>
                <a:ext uri="{FF2B5EF4-FFF2-40B4-BE49-F238E27FC236}">
                  <ns2:creationId id="{6F4D97CE-5478-10A1-A40E-5B09BC3A1F59}"/>
                </a:ext>
              </a:extLst>
            </p:cNvPr>
            <p:cNvGrpSpPr/>
            <p:nvPr/>
          </p:nvGrpSpPr>
          <p:grpSpPr>
            <a:xfrm>
              <a:off x="1615544" y="4450564"/>
              <a:ext cx="10235427" cy="0"/>
              <a:chOff x="1615544" y="2874010"/>
              <a:chExt cx="10235427" cy="0"/>
            </a:xfrm>
          </p:grpSpPr>
          <p:cxnSp>
            <p:nvCxnSpPr>
              <p:cNvPr id="445" name="直線コネクタ 444">
                <a:extLst>
                  <a:ext uri="{FF2B5EF4-FFF2-40B4-BE49-F238E27FC236}">
                    <ns2:creationId id="{F1F54C22-2A65-3870-37CE-47F9C51AA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直線コネクタ 445">
                <a:extLst>
                  <a:ext uri="{FF2B5EF4-FFF2-40B4-BE49-F238E27FC236}">
                    <ns2:creationId id="{00FE713E-B92B-6A27-4B31-1B85F0AFE3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直線コネクタ 446">
                <a:extLst>
                  <a:ext uri="{FF2B5EF4-FFF2-40B4-BE49-F238E27FC236}">
                    <ns2:creationId id="{1BBF75F5-61CF-4459-C39A-00236D6480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" name="直線コネクタ 447">
                <a:extLst>
                  <a:ext uri="{FF2B5EF4-FFF2-40B4-BE49-F238E27FC236}">
                    <ns2:creationId id="{74D648BA-00C7-B9B4-8E6C-943A317DA8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9" name="直線コネクタ 448">
                <a:extLst>
                  <a:ext uri="{FF2B5EF4-FFF2-40B4-BE49-F238E27FC236}">
                    <ns2:creationId id="{FDD08E80-6A2A-44D1-61C0-59BDAD6D81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直線コネクタ 449">
                <a:extLst>
                  <a:ext uri="{FF2B5EF4-FFF2-40B4-BE49-F238E27FC236}">
                    <ns2:creationId id="{75539CFC-FDF7-899A-5CEB-141EEC2439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直線コネクタ 450">
                <a:extLst>
                  <a:ext uri="{FF2B5EF4-FFF2-40B4-BE49-F238E27FC236}">
                    <ns2:creationId id="{0DADF4FB-5524-D702-204C-608C4C6943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直線コネクタ 451">
                <a:extLst>
                  <a:ext uri="{FF2B5EF4-FFF2-40B4-BE49-F238E27FC236}">
                    <ns2:creationId id="{A9EEF269-7347-144E-1190-AA307B642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直線コネクタ 452">
                <a:extLst>
                  <a:ext uri="{FF2B5EF4-FFF2-40B4-BE49-F238E27FC236}">
                    <ns2:creationId id="{8B63DDA5-CD96-DA13-436C-CC9C6E125E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直線コネクタ 453">
                <a:extLst>
                  <a:ext uri="{FF2B5EF4-FFF2-40B4-BE49-F238E27FC236}">
                    <ns2:creationId id="{9D692A67-C59A-7CAE-BF56-3C5AEF0FB7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" name="直線コネクタ 454">
                <a:extLst>
                  <a:ext uri="{FF2B5EF4-FFF2-40B4-BE49-F238E27FC236}">
                    <ns2:creationId id="{509921B1-D206-62A2-562E-4F780C8FE5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直線コネクタ 455">
                <a:extLst>
                  <a:ext uri="{FF2B5EF4-FFF2-40B4-BE49-F238E27FC236}">
                    <ns2:creationId id="{F17479C5-429A-DD6B-3544-E14499FA79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直線コネクタ 456">
                <a:extLst>
                  <a:ext uri="{FF2B5EF4-FFF2-40B4-BE49-F238E27FC236}">
                    <ns2:creationId id="{13670039-B712-FF8F-CABF-E5D4948BEB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直線コネクタ 457">
                <a:extLst>
                  <a:ext uri="{FF2B5EF4-FFF2-40B4-BE49-F238E27FC236}">
                    <ns2:creationId id="{33514758-BFD7-93F0-521C-F42C206108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直線コネクタ 458">
                <a:extLst>
                  <a:ext uri="{FF2B5EF4-FFF2-40B4-BE49-F238E27FC236}">
                    <ns2:creationId id="{334AE575-88BF-2746-679A-B6294A0EAD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直線コネクタ 459">
                <a:extLst>
                  <a:ext uri="{FF2B5EF4-FFF2-40B4-BE49-F238E27FC236}">
                    <ns2:creationId id="{77E9FE3B-1447-065E-6922-C0807C86B2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直線コネクタ 460">
                <a:extLst>
                  <a:ext uri="{FF2B5EF4-FFF2-40B4-BE49-F238E27FC236}">
                    <ns2:creationId id="{F3B3E77D-58CD-3D72-4E1C-5243AECFE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2" name="直線コネクタ 461">
                <a:extLst>
                  <a:ext uri="{FF2B5EF4-FFF2-40B4-BE49-F238E27FC236}">
                    <ns2:creationId id="{3A5F45CE-4761-2075-4BA6-FF45491156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3" name="直線コネクタ 462">
                <a:extLst>
                  <a:ext uri="{FF2B5EF4-FFF2-40B4-BE49-F238E27FC236}">
                    <ns2:creationId id="{7D0C2D68-7E2A-A6D0-827D-28CE5ADD7C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4" name="直線コネクタ 463">
                <a:extLst>
                  <a:ext uri="{FF2B5EF4-FFF2-40B4-BE49-F238E27FC236}">
                    <ns2:creationId id="{0B64628E-AEBC-E43B-A0DE-BF60AE8662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5" name="直線コネクタ 464">
                <a:extLst>
                  <a:ext uri="{FF2B5EF4-FFF2-40B4-BE49-F238E27FC236}">
                    <ns2:creationId id="{9ABF5A41-D1BC-7119-A463-83D6ADD461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直線コネクタ 465">
                <a:extLst>
                  <a:ext uri="{FF2B5EF4-FFF2-40B4-BE49-F238E27FC236}">
                    <ns2:creationId id="{4A2A54F1-76FB-079D-11C0-F052A57DCB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直線コネクタ 466">
                <a:extLst>
                  <a:ext uri="{FF2B5EF4-FFF2-40B4-BE49-F238E27FC236}">
                    <ns2:creationId id="{9F235510-5035-906E-6F6C-FC2DA3FAD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直線コネクタ 467">
                <a:extLst>
                  <a:ext uri="{FF2B5EF4-FFF2-40B4-BE49-F238E27FC236}">
                    <ns2:creationId id="{1CDCE505-6249-C7A9-5522-855F853B9B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9" name="グループ化 468">
              <a:extLst>
                <a:ext uri="{FF2B5EF4-FFF2-40B4-BE49-F238E27FC236}">
                  <ns2:creationId id="{2B1D742E-BE94-6F76-69C7-A63E1E5F7F9F}"/>
                </a:ext>
              </a:extLst>
            </p:cNvPr>
            <p:cNvGrpSpPr/>
            <p:nvPr/>
          </p:nvGrpSpPr>
          <p:grpSpPr>
            <a:xfrm>
              <a:off x="1615544" y="5070972"/>
              <a:ext cx="10235427" cy="0"/>
              <a:chOff x="1615544" y="2874010"/>
              <a:chExt cx="10235427" cy="0"/>
            </a:xfrm>
          </p:grpSpPr>
          <p:cxnSp>
            <p:nvCxnSpPr>
              <p:cNvPr id="470" name="直線コネクタ 469">
                <a:extLst>
                  <a:ext uri="{FF2B5EF4-FFF2-40B4-BE49-F238E27FC236}">
                    <ns2:creationId id="{EF686C77-3CA4-6D6F-C38D-D49473A600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1" name="直線コネクタ 470">
                <a:extLst>
                  <a:ext uri="{FF2B5EF4-FFF2-40B4-BE49-F238E27FC236}">
                    <ns2:creationId id="{60388AE0-FE76-8D57-8BF7-F26DA0E2E5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直線コネクタ 471">
                <a:extLst>
                  <a:ext uri="{FF2B5EF4-FFF2-40B4-BE49-F238E27FC236}">
                    <ns2:creationId id="{B2547898-C0B5-9EDE-B35A-2653A9CFE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直線コネクタ 472">
                <a:extLst>
                  <a:ext uri="{FF2B5EF4-FFF2-40B4-BE49-F238E27FC236}">
                    <ns2:creationId id="{79D41828-A54B-F047-E1D0-708A51A832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直線コネクタ 473">
                <a:extLst>
                  <a:ext uri="{FF2B5EF4-FFF2-40B4-BE49-F238E27FC236}">
                    <ns2:creationId id="{CF52FE92-EEAF-1F28-24DC-7500471D83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直線コネクタ 474">
                <a:extLst>
                  <a:ext uri="{FF2B5EF4-FFF2-40B4-BE49-F238E27FC236}">
                    <ns2:creationId id="{C10191D7-62FB-0491-53B6-9416D6ACB8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直線コネクタ 475">
                <a:extLst>
                  <a:ext uri="{FF2B5EF4-FFF2-40B4-BE49-F238E27FC236}">
                    <ns2:creationId id="{E9A2CAF7-D520-BC30-C85E-7250E325D1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7" name="直線コネクタ 476">
                <a:extLst>
                  <a:ext uri="{FF2B5EF4-FFF2-40B4-BE49-F238E27FC236}">
                    <ns2:creationId id="{DE22EA5D-29B3-BBCE-92C5-5AA2D43367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8" name="直線コネクタ 477">
                <a:extLst>
                  <a:ext uri="{FF2B5EF4-FFF2-40B4-BE49-F238E27FC236}">
                    <ns2:creationId id="{518CBBF8-7495-664C-2B77-80A0B7D336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直線コネクタ 478">
                <a:extLst>
                  <a:ext uri="{FF2B5EF4-FFF2-40B4-BE49-F238E27FC236}">
                    <ns2:creationId id="{5399386C-782D-1000-6DD0-159EC260AB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直線コネクタ 479">
                <a:extLst>
                  <a:ext uri="{FF2B5EF4-FFF2-40B4-BE49-F238E27FC236}">
                    <ns2:creationId id="{F7EAA841-BBCD-ADCF-9F0E-FDAEA5D388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直線コネクタ 480">
                <a:extLst>
                  <a:ext uri="{FF2B5EF4-FFF2-40B4-BE49-F238E27FC236}">
                    <ns2:creationId id="{31A6FDB0-C1ED-21B6-2771-A6EED03A9B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直線コネクタ 481">
                <a:extLst>
                  <a:ext uri="{FF2B5EF4-FFF2-40B4-BE49-F238E27FC236}">
                    <ns2:creationId id="{17D00E08-4FD3-AADF-EA2B-122EE3533F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直線コネクタ 482">
                <a:extLst>
                  <a:ext uri="{FF2B5EF4-FFF2-40B4-BE49-F238E27FC236}">
                    <ns2:creationId id="{72226DD7-E5EC-DF86-EBDD-F01CEB2DB9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直線コネクタ 483">
                <a:extLst>
                  <a:ext uri="{FF2B5EF4-FFF2-40B4-BE49-F238E27FC236}">
                    <ns2:creationId id="{052A553C-AD90-18F0-EC30-8B6D125271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5" name="直線コネクタ 484">
                <a:extLst>
                  <a:ext uri="{FF2B5EF4-FFF2-40B4-BE49-F238E27FC236}">
                    <ns2:creationId id="{B3F6B48C-C9DD-C4A2-8F34-C5EC25A557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直線コネクタ 485">
                <a:extLst>
                  <a:ext uri="{FF2B5EF4-FFF2-40B4-BE49-F238E27FC236}">
                    <ns2:creationId id="{07E78A14-6CF5-75A8-D4E6-9778F50F6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直線コネクタ 486">
                <a:extLst>
                  <a:ext uri="{FF2B5EF4-FFF2-40B4-BE49-F238E27FC236}">
                    <ns2:creationId id="{7710BBB6-AAF8-89AA-6CD0-5895FCAC1D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線コネクタ 487">
                <a:extLst>
                  <a:ext uri="{FF2B5EF4-FFF2-40B4-BE49-F238E27FC236}">
                    <ns2:creationId id="{8E8E9AE6-351B-33BD-1830-B397911D54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直線コネクタ 488">
                <a:extLst>
                  <a:ext uri="{FF2B5EF4-FFF2-40B4-BE49-F238E27FC236}">
                    <ns2:creationId id="{61A26203-A25B-49AC-7598-433CF1A02F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0" name="直線コネクタ 489">
                <a:extLst>
                  <a:ext uri="{FF2B5EF4-FFF2-40B4-BE49-F238E27FC236}">
                    <ns2:creationId id="{6BD6C8FA-3842-A575-D736-72B2A363D7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1" name="直線コネクタ 490">
                <a:extLst>
                  <a:ext uri="{FF2B5EF4-FFF2-40B4-BE49-F238E27FC236}">
                    <ns2:creationId id="{8FDE8FCE-CFAD-2931-F614-FDA5C7F170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2" name="直線コネクタ 491">
                <a:extLst>
                  <a:ext uri="{FF2B5EF4-FFF2-40B4-BE49-F238E27FC236}">
                    <ns2:creationId id="{B45B4883-8697-3E9F-0167-0B090BFE9C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直線コネクタ 492">
                <a:extLst>
                  <a:ext uri="{FF2B5EF4-FFF2-40B4-BE49-F238E27FC236}">
                    <ns2:creationId id="{99D7C1C5-EBFD-518B-F3B2-12A155706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4" name="グループ化 493">
              <a:extLst>
                <a:ext uri="{FF2B5EF4-FFF2-40B4-BE49-F238E27FC236}">
                  <ns2:creationId id="{5C09CA86-A559-0371-615A-5C22915B31D3}"/>
                </a:ext>
              </a:extLst>
            </p:cNvPr>
            <p:cNvGrpSpPr/>
            <p:nvPr/>
          </p:nvGrpSpPr>
          <p:grpSpPr>
            <a:xfrm>
              <a:off x="1615544" y="5275586"/>
              <a:ext cx="10235427" cy="0"/>
              <a:chOff x="1615544" y="2874010"/>
              <a:chExt cx="10235427" cy="0"/>
            </a:xfrm>
          </p:grpSpPr>
          <p:cxnSp>
            <p:nvCxnSpPr>
              <p:cNvPr id="495" name="直線コネクタ 494">
                <a:extLst>
                  <a:ext uri="{FF2B5EF4-FFF2-40B4-BE49-F238E27FC236}">
                    <ns2:creationId id="{A76EDFE2-5603-8548-2E0A-305D118F37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直線コネクタ 495">
                <a:extLst>
                  <a:ext uri="{FF2B5EF4-FFF2-40B4-BE49-F238E27FC236}">
                    <ns2:creationId id="{892880BA-3D51-61E1-1986-22DEB740B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直線コネクタ 496">
                <a:extLst>
                  <a:ext uri="{FF2B5EF4-FFF2-40B4-BE49-F238E27FC236}">
                    <ns2:creationId id="{3F90EAEB-3CED-4F64-66E6-8FD8FF0F63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8" name="直線コネクタ 497">
                <a:extLst>
                  <a:ext uri="{FF2B5EF4-FFF2-40B4-BE49-F238E27FC236}">
                    <ns2:creationId id="{FCEF0469-5819-C70D-E135-893A2D573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9" name="直線コネクタ 498">
                <a:extLst>
                  <a:ext uri="{FF2B5EF4-FFF2-40B4-BE49-F238E27FC236}">
                    <ns2:creationId id="{0C62BE58-FE92-772C-C773-3D1F6A8B0E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直線コネクタ 499">
                <a:extLst>
                  <a:ext uri="{FF2B5EF4-FFF2-40B4-BE49-F238E27FC236}">
                    <ns2:creationId id="{354C2D39-3265-A4D3-E203-E4E93DEBFC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1" name="直線コネクタ 500">
                <a:extLst>
                  <a:ext uri="{FF2B5EF4-FFF2-40B4-BE49-F238E27FC236}">
                    <ns2:creationId id="{5CAC387A-5147-9F69-B25B-CF17409D08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2" name="直線コネクタ 501">
                <a:extLst>
                  <a:ext uri="{FF2B5EF4-FFF2-40B4-BE49-F238E27FC236}">
                    <ns2:creationId id="{C8484F8B-61FE-2752-7064-351CE4B608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直線コネクタ 502">
                <a:extLst>
                  <a:ext uri="{FF2B5EF4-FFF2-40B4-BE49-F238E27FC236}">
                    <ns2:creationId id="{41C4ACB4-DC4C-3015-35BE-8E05A56941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4" name="直線コネクタ 503">
                <a:extLst>
                  <a:ext uri="{FF2B5EF4-FFF2-40B4-BE49-F238E27FC236}">
                    <ns2:creationId id="{CF94D6B8-7E7B-8F60-7BB5-1BF3C06865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5" name="直線コネクタ 504">
                <a:extLst>
                  <a:ext uri="{FF2B5EF4-FFF2-40B4-BE49-F238E27FC236}">
                    <ns2:creationId id="{1B8A44CB-B42F-52C7-8615-FBF8961234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6" name="直線コネクタ 505">
                <a:extLst>
                  <a:ext uri="{FF2B5EF4-FFF2-40B4-BE49-F238E27FC236}">
                    <ns2:creationId id="{6805E7FE-1AD9-43FA-E069-9129A8097B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7" name="直線コネクタ 506">
                <a:extLst>
                  <a:ext uri="{FF2B5EF4-FFF2-40B4-BE49-F238E27FC236}">
                    <ns2:creationId id="{531562F1-F40B-D1CE-F332-D1E58ED5B0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8" name="直線コネクタ 507">
                <a:extLst>
                  <a:ext uri="{FF2B5EF4-FFF2-40B4-BE49-F238E27FC236}">
                    <ns2:creationId id="{4159575E-EE5D-1209-6DA2-CA945867F0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9" name="直線コネクタ 508">
                <a:extLst>
                  <a:ext uri="{FF2B5EF4-FFF2-40B4-BE49-F238E27FC236}">
                    <ns2:creationId id="{7141FBCF-E715-5FD4-1297-998B1C0844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0" name="直線コネクタ 509">
                <a:extLst>
                  <a:ext uri="{FF2B5EF4-FFF2-40B4-BE49-F238E27FC236}">
                    <ns2:creationId id="{B0CB5D8F-6F41-819F-EEA9-52F3E6CE50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1" name="直線コネクタ 510">
                <a:extLst>
                  <a:ext uri="{FF2B5EF4-FFF2-40B4-BE49-F238E27FC236}">
                    <ns2:creationId id="{9B3EC967-5C83-2160-26DD-516CA4062C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2" name="直線コネクタ 511">
                <a:extLst>
                  <a:ext uri="{FF2B5EF4-FFF2-40B4-BE49-F238E27FC236}">
                    <ns2:creationId id="{E7F5A323-CF2F-FF9D-A72A-26E8861711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" name="直線コネクタ 512">
                <a:extLst>
                  <a:ext uri="{FF2B5EF4-FFF2-40B4-BE49-F238E27FC236}">
                    <ns2:creationId id="{9D39932A-017E-6332-254F-A71DC26C48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" name="直線コネクタ 513">
                <a:extLst>
                  <a:ext uri="{FF2B5EF4-FFF2-40B4-BE49-F238E27FC236}">
                    <ns2:creationId id="{6CE91F5E-B6E6-9C15-A54B-6DBFFD3DFE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5" name="直線コネクタ 514">
                <a:extLst>
                  <a:ext uri="{FF2B5EF4-FFF2-40B4-BE49-F238E27FC236}">
                    <ns2:creationId id="{DBC072D7-C1F8-22DF-2EB2-914594BADC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6" name="直線コネクタ 515">
                <a:extLst>
                  <a:ext uri="{FF2B5EF4-FFF2-40B4-BE49-F238E27FC236}">
                    <ns2:creationId id="{00A83B5F-10A3-B48B-6F3B-CB663CDE24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7" name="直線コネクタ 516">
                <a:extLst>
                  <a:ext uri="{FF2B5EF4-FFF2-40B4-BE49-F238E27FC236}">
                    <ns2:creationId id="{7C46D15F-021E-A806-7FCD-FC78479FBE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8" name="直線コネクタ 517">
                <a:extLst>
                  <a:ext uri="{FF2B5EF4-FFF2-40B4-BE49-F238E27FC236}">
                    <ns2:creationId id="{441EABDC-7EAB-E64D-633F-1E5F602AA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9" name="グループ化 518">
              <a:extLst>
                <a:ext uri="{FF2B5EF4-FFF2-40B4-BE49-F238E27FC236}">
                  <ns2:creationId id="{2EA2ED27-DD5D-1902-DD57-6038E7621CA0}"/>
                </a:ext>
              </a:extLst>
            </p:cNvPr>
            <p:cNvGrpSpPr/>
            <p:nvPr/>
          </p:nvGrpSpPr>
          <p:grpSpPr>
            <a:xfrm>
              <a:off x="1615544" y="5710216"/>
              <a:ext cx="10235427" cy="0"/>
              <a:chOff x="1615544" y="2874010"/>
              <a:chExt cx="10235427" cy="0"/>
            </a:xfrm>
          </p:grpSpPr>
          <p:cxnSp>
            <p:nvCxnSpPr>
              <p:cNvPr id="520" name="直線コネクタ 519">
                <a:extLst>
                  <a:ext uri="{FF2B5EF4-FFF2-40B4-BE49-F238E27FC236}">
                    <ns2:creationId id="{4C840AE7-C7A7-93FA-426D-1CF8043B4D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直線コネクタ 520">
                <a:extLst>
                  <a:ext uri="{FF2B5EF4-FFF2-40B4-BE49-F238E27FC236}">
                    <ns2:creationId id="{8E54FD5F-DD71-7AF8-5E32-8204269BD1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2" name="直線コネクタ 521">
                <a:extLst>
                  <a:ext uri="{FF2B5EF4-FFF2-40B4-BE49-F238E27FC236}">
                    <ns2:creationId id="{01C28B80-241A-624C-3F25-CA7C9215E2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3" name="直線コネクタ 522">
                <a:extLst>
                  <a:ext uri="{FF2B5EF4-FFF2-40B4-BE49-F238E27FC236}">
                    <ns2:creationId id="{8854770F-F411-A591-C4B6-54B6816DE9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4" name="直線コネクタ 523">
                <a:extLst>
                  <a:ext uri="{FF2B5EF4-FFF2-40B4-BE49-F238E27FC236}">
                    <ns2:creationId id="{6973FE64-08F1-0664-13C2-A3052BD9FB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5" name="直線コネクタ 524">
                <a:extLst>
                  <a:ext uri="{FF2B5EF4-FFF2-40B4-BE49-F238E27FC236}">
                    <ns2:creationId id="{FBF5294B-7453-4788-4F4E-D0607E9630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6" name="直線コネクタ 525">
                <a:extLst>
                  <a:ext uri="{FF2B5EF4-FFF2-40B4-BE49-F238E27FC236}">
                    <ns2:creationId id="{E1C82FED-CDEB-642C-88A8-04EAA3E4DA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7" name="直線コネクタ 526">
                <a:extLst>
                  <a:ext uri="{FF2B5EF4-FFF2-40B4-BE49-F238E27FC236}">
                    <ns2:creationId id="{8D7EBE16-8444-E039-2FC6-4FECDDF505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8" name="直線コネクタ 527">
                <a:extLst>
                  <a:ext uri="{FF2B5EF4-FFF2-40B4-BE49-F238E27FC236}">
                    <ns2:creationId id="{B823817B-2C07-DC2F-8A54-E238094C41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9" name="直線コネクタ 528">
                <a:extLst>
                  <a:ext uri="{FF2B5EF4-FFF2-40B4-BE49-F238E27FC236}">
                    <ns2:creationId id="{B03631DC-ABE5-438B-AA6B-CD09247C26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0" name="直線コネクタ 529">
                <a:extLst>
                  <a:ext uri="{FF2B5EF4-FFF2-40B4-BE49-F238E27FC236}">
                    <ns2:creationId id="{6614AE9B-6AD1-3FFA-9A69-B21AD9D3CF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1" name="直線コネクタ 530">
                <a:extLst>
                  <a:ext uri="{FF2B5EF4-FFF2-40B4-BE49-F238E27FC236}">
                    <ns2:creationId id="{FF8B0CAB-5424-3759-7BA7-A087B0115C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2" name="直線コネクタ 531">
                <a:extLst>
                  <a:ext uri="{FF2B5EF4-FFF2-40B4-BE49-F238E27FC236}">
                    <ns2:creationId id="{33E029E9-70FF-7219-2B7E-7136163E9D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直線コネクタ 532">
                <a:extLst>
                  <a:ext uri="{FF2B5EF4-FFF2-40B4-BE49-F238E27FC236}">
                    <ns2:creationId id="{FF9DEA73-0B70-454A-5AE6-1AD46DE7AB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4" name="直線コネクタ 533">
                <a:extLst>
                  <a:ext uri="{FF2B5EF4-FFF2-40B4-BE49-F238E27FC236}">
                    <ns2:creationId id="{4B5249BC-26CF-4202-71D4-79CCFBB8E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5" name="直線コネクタ 534">
                <a:extLst>
                  <a:ext uri="{FF2B5EF4-FFF2-40B4-BE49-F238E27FC236}">
                    <ns2:creationId id="{5D644F65-EFBB-EFF5-E0E9-BEBAE78358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6" name="直線コネクタ 535">
                <a:extLst>
                  <a:ext uri="{FF2B5EF4-FFF2-40B4-BE49-F238E27FC236}">
                    <ns2:creationId id="{D4C26B61-EFB5-7A7C-35D0-2C334A0106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7" name="直線コネクタ 536">
                <a:extLst>
                  <a:ext uri="{FF2B5EF4-FFF2-40B4-BE49-F238E27FC236}">
                    <ns2:creationId id="{3A3865BA-6828-FAE2-9448-ABA7993CA5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8" name="直線コネクタ 537">
                <a:extLst>
                  <a:ext uri="{FF2B5EF4-FFF2-40B4-BE49-F238E27FC236}">
                    <ns2:creationId id="{1256D300-B92F-8141-7AFD-1618FDAB08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9" name="直線コネクタ 538">
                <a:extLst>
                  <a:ext uri="{FF2B5EF4-FFF2-40B4-BE49-F238E27FC236}">
                    <ns2:creationId id="{74C4FC90-1209-FDFE-33AC-A9F53F9A38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直線コネクタ 539">
                <a:extLst>
                  <a:ext uri="{FF2B5EF4-FFF2-40B4-BE49-F238E27FC236}">
                    <ns2:creationId id="{FEBD0AC5-EE13-14B1-A9E2-287A80C91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線コネクタ 540">
                <a:extLst>
                  <a:ext uri="{FF2B5EF4-FFF2-40B4-BE49-F238E27FC236}">
                    <ns2:creationId id="{83C150CB-5C58-A3EA-71F1-050B763A24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直線コネクタ 541">
                <a:extLst>
                  <a:ext uri="{FF2B5EF4-FFF2-40B4-BE49-F238E27FC236}">
                    <ns2:creationId id="{3800CBCA-DC8A-4292-13A1-9D3FBC95DB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3" name="直線コネクタ 542">
                <a:extLst>
                  <a:ext uri="{FF2B5EF4-FFF2-40B4-BE49-F238E27FC236}">
                    <ns2:creationId id="{1C7EB763-0C99-6345-4DBD-0F4CFB014B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4" name="楕円 543">
              <a:extLst>
                <a:ext uri="{FF2B5EF4-FFF2-40B4-BE49-F238E27FC236}">
                  <ns2:creationId id="{C48496F9-E362-6DAC-FB3E-75FA2D4D2D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59544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6" name="楕円 545">
              <a:extLst>
                <a:ext uri="{FF2B5EF4-FFF2-40B4-BE49-F238E27FC236}">
                  <ns2:creationId id="{125AE7D9-2D8E-13C7-92C6-08AB865B50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42971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7" name="楕円 546">
              <a:extLst>
                <a:ext uri="{FF2B5EF4-FFF2-40B4-BE49-F238E27FC236}">
                  <ns2:creationId id="{CC32058E-1372-43FE-C8A5-6DF719F040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0780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8" name="星: 5 pt 547">
              <a:extLst>
                <a:ext uri="{FF2B5EF4-FFF2-40B4-BE49-F238E27FC236}">
                  <ns2:creationId id="{A871EF79-5A33-2C8D-8FD7-1AD7243FD5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98588" y="2263700"/>
              <a:ext cx="108000" cy="108000"/>
            </a:xfrm>
            <a:prstGeom prst="star5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9" name="楕円 548">
              <a:extLst>
                <a:ext uri="{FF2B5EF4-FFF2-40B4-BE49-F238E27FC236}">
                  <ns2:creationId id="{BDD3D0B4-1F57-18C7-2F46-843E41FCC5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54206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0" name="楕円 549">
              <a:extLst>
                <a:ext uri="{FF2B5EF4-FFF2-40B4-BE49-F238E27FC236}">
                  <ns2:creationId id="{BF5B3B2F-DEB0-5D1B-FAD9-B63679A0E8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85779" y="2267463"/>
              <a:ext cx="100474" cy="10047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1" name="楕円 550">
              <a:extLst>
                <a:ext uri="{FF2B5EF4-FFF2-40B4-BE49-F238E27FC236}">
                  <ns2:creationId id="{C9DA17C9-0C2D-5240-0670-2D734BE980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65441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2" name="楕円 551">
              <a:extLst>
                <a:ext uri="{FF2B5EF4-FFF2-40B4-BE49-F238E27FC236}">
                  <ns2:creationId id="{2D7319B7-9D90-4A71-AF8E-619D0626CD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93249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3" name="楕円 552">
              <a:extLst>
                <a:ext uri="{FF2B5EF4-FFF2-40B4-BE49-F238E27FC236}">
                  <ns2:creationId id="{F7DFFAF4-1689-AED4-EA4F-FBA3F326C3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76675" y="2267464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5" name="楕円 554">
              <a:extLst>
                <a:ext uri="{FF2B5EF4-FFF2-40B4-BE49-F238E27FC236}">
                  <ns2:creationId id="{26B9AEE4-5FFF-94E4-6FE9-830F4FF534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4485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6" name="星: 5 pt 555">
              <a:extLst>
                <a:ext uri="{FF2B5EF4-FFF2-40B4-BE49-F238E27FC236}">
                  <ns2:creationId id="{77904D9E-521C-4B46-F7E0-AF65F32BCE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32294" y="2263700"/>
              <a:ext cx="108000" cy="108000"/>
            </a:xfrm>
            <a:prstGeom prst="star5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7" name="楕円 556">
              <a:extLst>
                <a:ext uri="{FF2B5EF4-FFF2-40B4-BE49-F238E27FC236}">
                  <ns2:creationId id="{27B95A6A-B020-6A9E-5F72-7A98B33412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87910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8" name="楕円 557">
              <a:extLst>
                <a:ext uri="{FF2B5EF4-FFF2-40B4-BE49-F238E27FC236}">
                  <ns2:creationId id="{4E6F29B3-3AD2-4034-E7E7-6A0D72C499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5719" y="2263700"/>
              <a:ext cx="108000" cy="10800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9" name="楕円 558">
              <a:extLst>
                <a:ext uri="{FF2B5EF4-FFF2-40B4-BE49-F238E27FC236}">
                  <ns2:creationId id="{745C3060-0A40-6B10-863B-5B69D33F63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71337" y="2263700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0" name="星: 5 pt 559">
              <a:extLst>
                <a:ext uri="{FF2B5EF4-FFF2-40B4-BE49-F238E27FC236}">
                  <ns2:creationId id="{F9CBBB54-0416-7D9C-0591-E65C196B0C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99145" y="2263700"/>
              <a:ext cx="108000" cy="108000"/>
            </a:xfrm>
            <a:prstGeom prst="star5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1" name="フローチャート: 判断 560">
              <a:extLst>
                <a:ext uri="{FF2B5EF4-FFF2-40B4-BE49-F238E27FC236}">
                  <ns2:creationId id="{B90FCD7E-FD47-E007-A291-0E64C481CB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59544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2" name="フローチャート: 判断 561">
              <a:extLst>
                <a:ext uri="{FF2B5EF4-FFF2-40B4-BE49-F238E27FC236}">
                  <ns2:creationId id="{8AA2F75D-923D-C801-FBCA-9769EA1481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15161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3" name="フローチャート: 判断 562">
              <a:extLst>
                <a:ext uri="{FF2B5EF4-FFF2-40B4-BE49-F238E27FC236}">
                  <ns2:creationId id="{48ACD345-CBF1-B617-F174-133B1C7681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0780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4" name="フローチャート: 判断 563">
              <a:extLst>
                <a:ext uri="{FF2B5EF4-FFF2-40B4-BE49-F238E27FC236}">
                  <ns2:creationId id="{66B1B73E-208F-7B59-7AA7-2D1A1ECD7D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26397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5" name="フローチャート: 判断 564">
              <a:extLst>
                <a:ext uri="{FF2B5EF4-FFF2-40B4-BE49-F238E27FC236}">
                  <ns2:creationId id="{48026FDB-8BA5-40FB-7501-470A8E211AC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82015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6" name="フローチャート: 判断 565">
              <a:extLst>
                <a:ext uri="{FF2B5EF4-FFF2-40B4-BE49-F238E27FC236}">
                  <ns2:creationId id="{5E3E79A8-83B8-FECD-CB41-5F6F28AB55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37632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7" name="フローチャート: 判断 566">
              <a:extLst>
                <a:ext uri="{FF2B5EF4-FFF2-40B4-BE49-F238E27FC236}">
                  <ns2:creationId id="{A8D8D276-7E7D-E440-A9F9-8BED8574DA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93248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8" name="フローチャート: 判断 567">
              <a:extLst>
                <a:ext uri="{FF2B5EF4-FFF2-40B4-BE49-F238E27FC236}">
                  <ns2:creationId id="{29CFE093-AAF7-475F-9D01-A16D07F80B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48867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9" name="フローチャート: 判断 568">
              <a:extLst>
                <a:ext uri="{FF2B5EF4-FFF2-40B4-BE49-F238E27FC236}">
                  <ns2:creationId id="{9CF23CE5-BE40-EE61-2C28-2BCA29828F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4483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0" name="フローチャート: 判断 569">
              <a:extLst>
                <a:ext uri="{FF2B5EF4-FFF2-40B4-BE49-F238E27FC236}">
                  <ns2:creationId id="{B70DB352-991F-4B8E-F4D6-F87B54076E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460102" y="243159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3" name="正方形/長方形 572">
              <a:extLst>
                <a:ext uri="{FF2B5EF4-FFF2-40B4-BE49-F238E27FC236}">
                  <ns2:creationId id="{9F19060C-8C86-B097-E4EC-70006F7215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98588" y="2599496"/>
              <a:ext cx="108000" cy="108000"/>
            </a:xfrm>
            <a:prstGeom prst="rect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4" name="正方形/長方形 573">
              <a:extLst>
                <a:ext uri="{FF2B5EF4-FFF2-40B4-BE49-F238E27FC236}">
                  <ns2:creationId id="{ED3C8D86-1F10-D741-A1A5-7F19E9F362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32294" y="2599496"/>
              <a:ext cx="108000" cy="108000"/>
            </a:xfrm>
            <a:prstGeom prst="rect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1" name="正方形/長方形 580">
              <a:extLst>
                <a:ext uri="{FF2B5EF4-FFF2-40B4-BE49-F238E27FC236}">
                  <ns2:creationId id="{DCBDECE3-0BDF-A3AE-E4B8-358F3834CA9A}"/>
                </a:ext>
              </a:extLst>
            </p:cNvPr>
            <p:cNvSpPr/>
            <p:nvPr/>
          </p:nvSpPr>
          <p:spPr>
            <a:xfrm>
              <a:off x="4682205" y="294887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2" name="正方形/長方形 581">
              <a:extLst>
                <a:ext uri="{FF2B5EF4-FFF2-40B4-BE49-F238E27FC236}">
                  <ns2:creationId id="{A80FC1C7-0D81-B3B8-5CC9-8468962EF177}"/>
                </a:ext>
              </a:extLst>
            </p:cNvPr>
            <p:cNvSpPr/>
            <p:nvPr/>
          </p:nvSpPr>
          <p:spPr>
            <a:xfrm>
              <a:off x="4257009" y="3184531"/>
              <a:ext cx="1102392" cy="18535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4" name="正方形/長方形 583">
              <a:extLst>
                <a:ext uri="{FF2B5EF4-FFF2-40B4-BE49-F238E27FC236}">
                  <ns2:creationId id="{95CF4C2B-47AD-7623-CB87-422190CB1077}"/>
                </a:ext>
              </a:extLst>
            </p:cNvPr>
            <p:cNvSpPr/>
            <p:nvPr/>
          </p:nvSpPr>
          <p:spPr>
            <a:xfrm>
              <a:off x="7249058" y="294887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6" name="正方形/長方形 585">
              <a:extLst>
                <a:ext uri="{FF2B5EF4-FFF2-40B4-BE49-F238E27FC236}">
                  <ns2:creationId id="{95E476C5-D983-BA9B-84D3-91AAC23D0D1C}"/>
                </a:ext>
              </a:extLst>
            </p:cNvPr>
            <p:cNvSpPr/>
            <p:nvPr/>
          </p:nvSpPr>
          <p:spPr>
            <a:xfrm>
              <a:off x="7361215" y="3184531"/>
              <a:ext cx="645468" cy="185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8" name="正方形/長方形 587">
              <a:extLst>
                <a:ext uri="{FF2B5EF4-FFF2-40B4-BE49-F238E27FC236}">
                  <ns2:creationId id="{4322A693-E91D-5292-182D-CE0B221FA220}"/>
                </a:ext>
              </a:extLst>
            </p:cNvPr>
            <p:cNvSpPr/>
            <p:nvPr/>
          </p:nvSpPr>
          <p:spPr>
            <a:xfrm>
              <a:off x="8960293" y="294887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9" name="正方形/長方形 588">
              <a:extLst>
                <a:ext uri="{FF2B5EF4-FFF2-40B4-BE49-F238E27FC236}">
                  <ns2:creationId id="{9BCC4428-9D06-6905-2CC6-3D8135435A56}"/>
                </a:ext>
              </a:extLst>
            </p:cNvPr>
            <p:cNvSpPr/>
            <p:nvPr/>
          </p:nvSpPr>
          <p:spPr>
            <a:xfrm>
              <a:off x="8727779" y="3184531"/>
              <a:ext cx="717030" cy="18535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0" name="正方形/長方形 589">
              <a:extLst>
                <a:ext uri="{FF2B5EF4-FFF2-40B4-BE49-F238E27FC236}">
                  <ns2:creationId id="{2217018D-94DE-D6FC-9515-707CD984CCDA}"/>
                </a:ext>
              </a:extLst>
            </p:cNvPr>
            <p:cNvSpPr/>
            <p:nvPr/>
          </p:nvSpPr>
          <p:spPr>
            <a:xfrm>
              <a:off x="7249058" y="3383500"/>
              <a:ext cx="252000" cy="234756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94" name="直線コネクタ 593">
              <a:extLst>
                <a:ext uri="{FF2B5EF4-FFF2-40B4-BE49-F238E27FC236}">
                  <ns2:creationId id="{0024052D-3D8E-834E-2DDB-18CDFEFE58D2}"/>
                </a:ext>
              </a:extLst>
            </p:cNvPr>
            <p:cNvCxnSpPr>
              <a:cxnSpLocks/>
            </p:cNvCxnSpPr>
            <p:nvPr/>
          </p:nvCxnSpPr>
          <p:spPr>
            <a:xfrm>
              <a:off x="8064140" y="2744256"/>
              <a:ext cx="0" cy="1038651"/>
            </a:xfrm>
            <a:prstGeom prst="line">
              <a:avLst/>
            </a:prstGeom>
            <a:ln w="9525">
              <a:solidFill>
                <a:srgbClr val="00953C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6" name="正方形/長方形 595">
              <a:extLst>
                <a:ext uri="{FF2B5EF4-FFF2-40B4-BE49-F238E27FC236}">
                  <ns2:creationId id="{1767AF3B-457D-3C70-C5B7-A01AD13ED3FE}"/>
                </a:ext>
              </a:extLst>
            </p:cNvPr>
            <p:cNvSpPr/>
            <p:nvPr/>
          </p:nvSpPr>
          <p:spPr>
            <a:xfrm>
              <a:off x="8216961" y="3185342"/>
              <a:ext cx="612000" cy="1564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it-IT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98" name="直線コネクタ 597">
              <a:extLst>
                <a:ext uri="{FF2B5EF4-FFF2-40B4-BE49-F238E27FC236}">
                  <ns2:creationId id="{DA44CF73-48B4-CFDF-AA49-9EF9E9B9D7A9}"/>
                </a:ext>
              </a:extLst>
            </p:cNvPr>
            <p:cNvCxnSpPr>
              <a:cxnSpLocks/>
            </p:cNvCxnSpPr>
            <p:nvPr/>
          </p:nvCxnSpPr>
          <p:spPr>
            <a:xfrm>
              <a:off x="9798050" y="2744256"/>
              <a:ext cx="0" cy="1038651"/>
            </a:xfrm>
            <a:prstGeom prst="line">
              <a:avLst/>
            </a:prstGeom>
            <a:ln w="9525">
              <a:solidFill>
                <a:srgbClr val="00953C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9" name="正方形/長方形 598">
              <a:extLst>
                <a:ext uri="{FF2B5EF4-FFF2-40B4-BE49-F238E27FC236}">
                  <ns2:creationId id="{D649C7D1-0342-9D3B-ABEF-D1BEE30602A5}"/>
                </a:ext>
              </a:extLst>
            </p:cNvPr>
            <p:cNvSpPr/>
            <p:nvPr/>
          </p:nvSpPr>
          <p:spPr>
            <a:xfrm>
              <a:off x="9951720" y="3149179"/>
              <a:ext cx="777239" cy="2288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04" name="グループ化 603">
              <a:extLst>
                <a:ext uri="{FF2B5EF4-FFF2-40B4-BE49-F238E27FC236}">
                  <ns2:creationId id="{09B2CED4-5D0A-C809-A8B1-02676D591FAC}"/>
                </a:ext>
              </a:extLst>
            </p:cNvPr>
            <p:cNvGrpSpPr/>
            <p:nvPr/>
          </p:nvGrpSpPr>
          <p:grpSpPr>
            <a:xfrm>
              <a:off x="1615544" y="4888162"/>
              <a:ext cx="10235427" cy="0"/>
              <a:chOff x="1615544" y="2874010"/>
              <a:chExt cx="10235427" cy="0"/>
            </a:xfrm>
          </p:grpSpPr>
          <p:cxnSp>
            <p:nvCxnSpPr>
              <p:cNvPr id="605" name="直線コネクタ 604">
                <a:extLst>
                  <a:ext uri="{FF2B5EF4-FFF2-40B4-BE49-F238E27FC236}">
                    <ns2:creationId id="{73A6E063-F49A-E025-2CF6-7727F1B26A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5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6" name="直線コネクタ 605">
                <a:extLst>
                  <a:ext uri="{FF2B5EF4-FFF2-40B4-BE49-F238E27FC236}">
                    <ns2:creationId id="{ED068F83-72B1-BA71-32BF-28608E21C9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3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7" name="直線コネクタ 606">
                <a:extLst>
                  <a:ext uri="{FF2B5EF4-FFF2-40B4-BE49-F238E27FC236}">
                    <ns2:creationId id="{0BEEF279-5678-C454-0B46-A4FF053276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71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8" name="直線コネクタ 607">
                <a:extLst>
                  <a:ext uri="{FF2B5EF4-FFF2-40B4-BE49-F238E27FC236}">
                    <ns2:creationId id="{1D800059-B534-F3E3-1B3A-E709BB2DD3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8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9" name="直線コネクタ 608">
                <a:extLst>
                  <a:ext uri="{FF2B5EF4-FFF2-40B4-BE49-F238E27FC236}">
                    <ns2:creationId id="{05DBB588-8961-1E80-2C10-882EF2A852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2678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0" name="直線コネクタ 609">
                <a:extLst>
                  <a:ext uri="{FF2B5EF4-FFF2-40B4-BE49-F238E27FC236}">
                    <ns2:creationId id="{4866C894-B212-59A2-DFE7-9C495DAC5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4597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1" name="直線コネクタ 610">
                <a:extLst>
                  <a:ext uri="{FF2B5EF4-FFF2-40B4-BE49-F238E27FC236}">
                    <ns2:creationId id="{70F43FF3-2376-73F5-D3EC-C80E5C0F1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240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2" name="直線コネクタ 611">
                <a:extLst>
                  <a:ext uri="{FF2B5EF4-FFF2-40B4-BE49-F238E27FC236}">
                    <ns2:creationId id="{32D4D9BA-B4D1-5083-45C6-9FE6F746A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0215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3" name="直線コネクタ 612">
                <a:extLst>
                  <a:ext uri="{FF2B5EF4-FFF2-40B4-BE49-F238E27FC236}">
                    <ns2:creationId id="{1A48A83E-73A4-ECBF-032A-9DDF2163B7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3796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4" name="直線コネクタ 613">
                <a:extLst>
                  <a:ext uri="{FF2B5EF4-FFF2-40B4-BE49-F238E27FC236}">
                    <ns2:creationId id="{8603D8E0-583E-08A1-1D89-40FDE7EF10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577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5" name="直線コネクタ 614">
                <a:extLst>
                  <a:ext uri="{FF2B5EF4-FFF2-40B4-BE49-F238E27FC236}">
                    <ns2:creationId id="{EB8D877C-DA2A-97A1-524D-7C8A354328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358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6" name="直線コネクタ 615">
                <a:extLst>
                  <a:ext uri="{FF2B5EF4-FFF2-40B4-BE49-F238E27FC236}">
                    <ns2:creationId id="{D0E18482-7099-FF44-7BE6-3F2E70661F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139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7" name="直線コネクタ 616">
                <a:extLst>
                  <a:ext uri="{FF2B5EF4-FFF2-40B4-BE49-F238E27FC236}">
                    <ns2:creationId id="{BCAC4A4D-D842-22EA-31AE-B87BC2FAE0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9119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8" name="直線コネクタ 617">
                <a:extLst>
                  <a:ext uri="{FF2B5EF4-FFF2-40B4-BE49-F238E27FC236}">
                    <ns2:creationId id="{B0FDB7FB-9BD9-8FA5-D210-21DC770579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6928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9" name="直線コネクタ 618">
                <a:extLst>
                  <a:ext uri="{FF2B5EF4-FFF2-40B4-BE49-F238E27FC236}">
                    <ns2:creationId id="{E3CDB735-F030-80FC-4917-61C8D76D44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473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0" name="直線コネクタ 619">
                <a:extLst>
                  <a:ext uri="{FF2B5EF4-FFF2-40B4-BE49-F238E27FC236}">
                    <ns2:creationId id="{9FB7DC41-B0A2-1C85-7706-4882ECD460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546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1" name="直線コネクタ 620">
                <a:extLst>
                  <a:ext uri="{FF2B5EF4-FFF2-40B4-BE49-F238E27FC236}">
                    <ns2:creationId id="{8379F13E-9A63-DAF7-EC13-2583561CEF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036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2" name="直線コネクタ 621">
                <a:extLst>
                  <a:ext uri="{FF2B5EF4-FFF2-40B4-BE49-F238E27FC236}">
                    <ns2:creationId id="{56037CDF-B0C2-D901-78A2-6EF090EFB4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88172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3" name="直線コネクタ 622">
                <a:extLst>
                  <a:ext uri="{FF2B5EF4-FFF2-40B4-BE49-F238E27FC236}">
                    <ns2:creationId id="{02BF5780-CA01-BD60-C8CD-BA087C511E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598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4" name="直線コネクタ 623">
                <a:extLst>
                  <a:ext uri="{FF2B5EF4-FFF2-40B4-BE49-F238E27FC236}">
                    <ns2:creationId id="{160CFA22-5813-4592-FD1D-981EDB8E09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790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5" name="直線コネクタ 624">
                <a:extLst>
                  <a:ext uri="{FF2B5EF4-FFF2-40B4-BE49-F238E27FC236}">
                    <ns2:creationId id="{C6538867-15BF-ADA3-980C-AAF31BE39D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1544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直線コネクタ 625">
                <a:extLst>
                  <a:ext uri="{FF2B5EF4-FFF2-40B4-BE49-F238E27FC236}">
                    <ns2:creationId id="{57E68438-4EF2-4CD1-DC90-2AA3E2A123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9353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7" name="直線コネクタ 626">
                <a:extLst>
                  <a:ext uri="{FF2B5EF4-FFF2-40B4-BE49-F238E27FC236}">
                    <ns2:creationId id="{A234FC57-8F5E-1866-ABCE-59C4C544AE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716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8" name="直線コネクタ 627">
                <a:extLst>
                  <a:ext uri="{FF2B5EF4-FFF2-40B4-BE49-F238E27FC236}">
                    <ns2:creationId id="{885046A9-5C30-9D19-84F5-CBDD548AC7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54971" y="2874010"/>
                <a:ext cx="39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5" name="二等辺三角形 634">
              <a:extLst>
                <a:ext uri="{FF2B5EF4-FFF2-40B4-BE49-F238E27FC236}">
                  <ns2:creationId id="{5FA332B0-72F8-5D4F-13A8-ECFC5E45BC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1873" y="2263230"/>
              <a:ext cx="126369" cy="108939"/>
            </a:xfrm>
            <a:prstGeom prst="triangl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6" name="二等辺三角形 635">
              <a:extLst>
                <a:ext uri="{FF2B5EF4-FFF2-40B4-BE49-F238E27FC236}">
                  <ns2:creationId id="{F44209EE-7E1D-42F2-9EFA-C2E7BCB6A0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1873" y="3222737"/>
              <a:ext cx="126369" cy="108939"/>
            </a:xfrm>
            <a:prstGeom prst="triangl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7" name="二等辺三角形 636">
              <a:extLst>
                <a:ext uri="{FF2B5EF4-FFF2-40B4-BE49-F238E27FC236}">
                  <ns2:creationId id="{807E0CFA-83B9-A734-58FF-875C7FFE2E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1873" y="3661470"/>
              <a:ext cx="126369" cy="108939"/>
            </a:xfrm>
            <a:prstGeom prst="triangl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8" name="楕円 637">
              <a:extLst>
                <a:ext uri="{FF2B5EF4-FFF2-40B4-BE49-F238E27FC236}">
                  <ns2:creationId id="{B06D7B51-411B-3EE7-71D0-033E6B7799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1403" y="3209582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9" name="楕円 638">
              <a:extLst>
                <a:ext uri="{FF2B5EF4-FFF2-40B4-BE49-F238E27FC236}">
                  <ns2:creationId id="{C7B2FBB7-B9A2-69B7-7B34-20169CC270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33910" y="3209581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44" name="グループ化 643">
              <a:extLst>
                <a:ext uri="{FF2B5EF4-FFF2-40B4-BE49-F238E27FC236}">
                  <ns2:creationId id="{E0833DDA-809C-FD4C-9AD0-2FD811F7E66C}"/>
                </a:ext>
              </a:extLst>
            </p:cNvPr>
            <p:cNvGrpSpPr/>
            <p:nvPr/>
          </p:nvGrpSpPr>
          <p:grpSpPr>
            <a:xfrm>
              <a:off x="1666874" y="4022744"/>
              <a:ext cx="199793" cy="421010"/>
              <a:chOff x="1666874" y="4022744"/>
              <a:chExt cx="199793" cy="421010"/>
            </a:xfrm>
          </p:grpSpPr>
          <p:sp>
            <p:nvSpPr>
              <p:cNvPr id="631" name="正方形/長方形 630">
                <a:extLst>
                  <a:ext uri="{FF2B5EF4-FFF2-40B4-BE49-F238E27FC236}">
                    <ns2:creationId id="{81382E18-5616-0521-3C6D-C78790B6F81E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1" name="正方形/長方形 640">
                <a:extLst>
                  <a:ext uri="{FF2B5EF4-FFF2-40B4-BE49-F238E27FC236}">
                    <ns2:creationId id="{0E8CD74A-C29A-1851-3B2C-E9A1AD71A5BA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43" name="直線コネクタ 642">
              <a:extLst>
                <a:ext uri="{FF2B5EF4-FFF2-40B4-BE49-F238E27FC236}">
                  <ns2:creationId id="{8B6B7E65-7B20-88F2-AD86-0D281C5FED33}"/>
                </a:ext>
              </a:extLst>
            </p:cNvPr>
            <p:cNvCxnSpPr/>
            <p:nvPr/>
          </p:nvCxnSpPr>
          <p:spPr>
            <a:xfrm>
              <a:off x="1638303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フローチャート: 判断 645">
              <a:extLst>
                <a:ext uri="{FF2B5EF4-FFF2-40B4-BE49-F238E27FC236}">
                  <ns2:creationId id="{8142A98E-C5B1-AF04-7ADF-4144ADBE2C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90310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7" name="正方形/長方形 646">
              <a:extLst>
                <a:ext uri="{FF2B5EF4-FFF2-40B4-BE49-F238E27FC236}">
                  <ns2:creationId id="{3829CC77-BDB3-A1EE-BF5E-7CDD4B821AC7}"/>
                </a:ext>
              </a:extLst>
            </p:cNvPr>
            <p:cNvSpPr/>
            <p:nvPr/>
          </p:nvSpPr>
          <p:spPr>
            <a:xfrm>
              <a:off x="1666874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48" name="直線コネクタ 647">
              <a:extLst>
                <a:ext uri="{FF2B5EF4-FFF2-40B4-BE49-F238E27FC236}">
                  <ns2:creationId id="{C36B19E0-7FD4-5D95-5935-F5C34BE52630}"/>
                </a:ext>
              </a:extLst>
            </p:cNvPr>
            <p:cNvCxnSpPr/>
            <p:nvPr/>
          </p:nvCxnSpPr>
          <p:spPr>
            <a:xfrm>
              <a:off x="1638303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0" name="フローチャート: 判断 649">
              <a:extLst>
                <a:ext uri="{FF2B5EF4-FFF2-40B4-BE49-F238E27FC236}">
                  <ns2:creationId id="{A378597C-A1F1-85D6-3453-E4183E210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90310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51" name="グループ化 650">
              <a:extLst>
                <a:ext uri="{FF2B5EF4-FFF2-40B4-BE49-F238E27FC236}">
                  <ns2:creationId id="{F0437D9A-67AD-4B4D-9A40-900CCFDBCC65}"/>
                </a:ext>
              </a:extLst>
            </p:cNvPr>
            <p:cNvGrpSpPr/>
            <p:nvPr/>
          </p:nvGrpSpPr>
          <p:grpSpPr>
            <a:xfrm>
              <a:off x="2528845" y="4022744"/>
              <a:ext cx="199793" cy="421010"/>
              <a:chOff x="1666874" y="4022744"/>
              <a:chExt cx="199793" cy="421010"/>
            </a:xfrm>
          </p:grpSpPr>
          <p:sp>
            <p:nvSpPr>
              <p:cNvPr id="652" name="正方形/長方形 651">
                <a:extLst>
                  <a:ext uri="{FF2B5EF4-FFF2-40B4-BE49-F238E27FC236}">
                    <ns2:creationId id="{B7991560-F091-E16B-9415-EF9D91E287C2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3" name="正方形/長方形 652">
                <a:extLst>
                  <a:ext uri="{FF2B5EF4-FFF2-40B4-BE49-F238E27FC236}">
                    <ns2:creationId id="{1C02A446-5604-47C5-73A8-3D30C16EF30A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54" name="直線コネクタ 653">
              <a:extLst>
                <a:ext uri="{FF2B5EF4-FFF2-40B4-BE49-F238E27FC236}">
                  <ns2:creationId id="{F0E99700-75A5-356B-03E9-0A3D86EBAAB5}"/>
                </a:ext>
              </a:extLst>
            </p:cNvPr>
            <p:cNvCxnSpPr/>
            <p:nvPr/>
          </p:nvCxnSpPr>
          <p:spPr>
            <a:xfrm>
              <a:off x="250027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5" name="フローチャート: 判断 654">
              <a:extLst>
                <a:ext uri="{FF2B5EF4-FFF2-40B4-BE49-F238E27FC236}">
                  <ns2:creationId id="{AED39E07-7A21-29B6-E073-54968AD89E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228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6" name="正方形/長方形 655">
              <a:extLst>
                <a:ext uri="{FF2B5EF4-FFF2-40B4-BE49-F238E27FC236}">
                  <ns2:creationId id="{5B438FFA-1707-857F-719C-82C56C56E1C0}"/>
                </a:ext>
              </a:extLst>
            </p:cNvPr>
            <p:cNvSpPr/>
            <p:nvPr/>
          </p:nvSpPr>
          <p:spPr>
            <a:xfrm>
              <a:off x="252884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57" name="直線コネクタ 656">
              <a:extLst>
                <a:ext uri="{FF2B5EF4-FFF2-40B4-BE49-F238E27FC236}">
                  <ns2:creationId id="{C9FADE9C-180C-159F-A282-245A159E8BA7}"/>
                </a:ext>
              </a:extLst>
            </p:cNvPr>
            <p:cNvCxnSpPr/>
            <p:nvPr/>
          </p:nvCxnSpPr>
          <p:spPr>
            <a:xfrm>
              <a:off x="250027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8" name="フローチャート: 判断 657">
              <a:extLst>
                <a:ext uri="{FF2B5EF4-FFF2-40B4-BE49-F238E27FC236}">
                  <ns2:creationId id="{22FEE195-C1E0-47E9-4C40-1153042C59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2281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60" name="グループ化 659">
              <a:extLst>
                <a:ext uri="{FF2B5EF4-FFF2-40B4-BE49-F238E27FC236}">
                  <ns2:creationId id="{E8F12A29-B74F-7844-BE83-38419B3A5876}"/>
                </a:ext>
              </a:extLst>
            </p:cNvPr>
            <p:cNvGrpSpPr/>
            <p:nvPr/>
          </p:nvGrpSpPr>
          <p:grpSpPr>
            <a:xfrm>
              <a:off x="2954295" y="4022744"/>
              <a:ext cx="199793" cy="421010"/>
              <a:chOff x="1666874" y="4022744"/>
              <a:chExt cx="199793" cy="421010"/>
            </a:xfrm>
          </p:grpSpPr>
          <p:sp>
            <p:nvSpPr>
              <p:cNvPr id="661" name="正方形/長方形 660">
                <a:extLst>
                  <a:ext uri="{FF2B5EF4-FFF2-40B4-BE49-F238E27FC236}">
                    <ns2:creationId id="{9817626F-BE5C-5DD3-D9C8-79DC438340D5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2" name="正方形/長方形 661">
                <a:extLst>
                  <a:ext uri="{FF2B5EF4-FFF2-40B4-BE49-F238E27FC236}">
                    <ns2:creationId id="{01B88C21-18E1-6539-671E-CD3BBD61DEEF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63" name="直線コネクタ 662">
              <a:extLst>
                <a:ext uri="{FF2B5EF4-FFF2-40B4-BE49-F238E27FC236}">
                  <ns2:creationId id="{F8CEFD9B-1F0E-C889-CE95-920436091197}"/>
                </a:ext>
              </a:extLst>
            </p:cNvPr>
            <p:cNvCxnSpPr/>
            <p:nvPr/>
          </p:nvCxnSpPr>
          <p:spPr>
            <a:xfrm>
              <a:off x="292572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4" name="正方形/長方形 663">
              <a:extLst>
                <a:ext uri="{FF2B5EF4-FFF2-40B4-BE49-F238E27FC236}">
                  <ns2:creationId id="{6CD4B0DB-B7A8-4147-7FD4-EB00F62FAA32}"/>
                </a:ext>
              </a:extLst>
            </p:cNvPr>
            <p:cNvSpPr/>
            <p:nvPr/>
          </p:nvSpPr>
          <p:spPr>
            <a:xfrm>
              <a:off x="295429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65" name="直線コネクタ 664">
              <a:extLst>
                <a:ext uri="{FF2B5EF4-FFF2-40B4-BE49-F238E27FC236}">
                  <ns2:creationId id="{432D343E-B8E5-47AB-F019-105836F36FEA}"/>
                </a:ext>
              </a:extLst>
            </p:cNvPr>
            <p:cNvCxnSpPr/>
            <p:nvPr/>
          </p:nvCxnSpPr>
          <p:spPr>
            <a:xfrm>
              <a:off x="292572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6" name="楕円 665">
              <a:extLst>
                <a:ext uri="{FF2B5EF4-FFF2-40B4-BE49-F238E27FC236}">
                  <ns2:creationId id="{69C2E102-B102-1D0E-683D-EED8D8F238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05434" y="4179249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7" name="楕円 666">
              <a:extLst>
                <a:ext uri="{FF2B5EF4-FFF2-40B4-BE49-F238E27FC236}">
                  <ns2:creationId id="{3142E6C6-79D4-4AD7-0735-E219A7D252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05434" y="4613878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8" name="正方形/長方形 667">
              <a:extLst>
                <a:ext uri="{FF2B5EF4-FFF2-40B4-BE49-F238E27FC236}">
                  <ns2:creationId id="{D1131E34-180E-11D3-4FFE-A7AB7D6A11DF}"/>
                </a:ext>
              </a:extLst>
            </p:cNvPr>
            <p:cNvSpPr/>
            <p:nvPr/>
          </p:nvSpPr>
          <p:spPr>
            <a:xfrm>
              <a:off x="3027350" y="412690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9" name="正方形/長方形 668">
              <a:extLst>
                <a:ext uri="{FF2B5EF4-FFF2-40B4-BE49-F238E27FC236}">
                  <ns2:creationId id="{893FA907-27ED-883C-FF3E-F02EACA9FF93}"/>
                </a:ext>
              </a:extLst>
            </p:cNvPr>
            <p:cNvSpPr/>
            <p:nvPr/>
          </p:nvSpPr>
          <p:spPr>
            <a:xfrm>
              <a:off x="3027350" y="456788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70" name="グループ化 669">
              <a:extLst>
                <a:ext uri="{FF2B5EF4-FFF2-40B4-BE49-F238E27FC236}">
                  <ns2:creationId id="{8C0265F2-14E5-E8DC-FB60-8930C07FF5F5}"/>
                </a:ext>
              </a:extLst>
            </p:cNvPr>
            <p:cNvGrpSpPr/>
            <p:nvPr/>
          </p:nvGrpSpPr>
          <p:grpSpPr>
            <a:xfrm>
              <a:off x="3397160" y="4022744"/>
              <a:ext cx="199793" cy="421010"/>
              <a:chOff x="1666874" y="4022744"/>
              <a:chExt cx="199793" cy="421010"/>
            </a:xfrm>
          </p:grpSpPr>
          <p:sp>
            <p:nvSpPr>
              <p:cNvPr id="671" name="正方形/長方形 670">
                <a:extLst>
                  <a:ext uri="{FF2B5EF4-FFF2-40B4-BE49-F238E27FC236}">
                    <ns2:creationId id="{EEC7FA2F-7E63-867F-DD5A-6E053BB00C0C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2" name="正方形/長方形 671">
                <a:extLst>
                  <a:ext uri="{FF2B5EF4-FFF2-40B4-BE49-F238E27FC236}">
                    <ns2:creationId id="{F6927453-34C6-4AA1-412D-5128A4268E91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73" name="直線コネクタ 672">
              <a:extLst>
                <a:ext uri="{FF2B5EF4-FFF2-40B4-BE49-F238E27FC236}">
                  <ns2:creationId id="{881A2FC5-5295-221E-0A71-69AE0517558A}"/>
                </a:ext>
              </a:extLst>
            </p:cNvPr>
            <p:cNvCxnSpPr/>
            <p:nvPr/>
          </p:nvCxnSpPr>
          <p:spPr>
            <a:xfrm>
              <a:off x="3368589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4" name="フローチャート: 判断 673">
              <a:extLst>
                <a:ext uri="{FF2B5EF4-FFF2-40B4-BE49-F238E27FC236}">
                  <ns2:creationId id="{A254DB4C-E364-2E17-D91C-1B41D76204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596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5" name="正方形/長方形 674">
              <a:extLst>
                <a:ext uri="{FF2B5EF4-FFF2-40B4-BE49-F238E27FC236}">
                  <ns2:creationId id="{05ED2D22-4A6C-BE5E-D4F8-C1014EF8F97A}"/>
                </a:ext>
              </a:extLst>
            </p:cNvPr>
            <p:cNvSpPr/>
            <p:nvPr/>
          </p:nvSpPr>
          <p:spPr>
            <a:xfrm>
              <a:off x="3397160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76" name="直線コネクタ 675">
              <a:extLst>
                <a:ext uri="{FF2B5EF4-FFF2-40B4-BE49-F238E27FC236}">
                  <ns2:creationId id="{8513F1DA-2EDA-AE0C-BD6A-3AABDA96265B}"/>
                </a:ext>
              </a:extLst>
            </p:cNvPr>
            <p:cNvCxnSpPr/>
            <p:nvPr/>
          </p:nvCxnSpPr>
          <p:spPr>
            <a:xfrm>
              <a:off x="3368589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" name="フローチャート: 判断 676">
              <a:extLst>
                <a:ext uri="{FF2B5EF4-FFF2-40B4-BE49-F238E27FC236}">
                  <ns2:creationId id="{9ABD6D2E-4198-7D78-8CFA-AC4868A62C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596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78" name="グループ化 677">
              <a:extLst>
                <a:ext uri="{FF2B5EF4-FFF2-40B4-BE49-F238E27FC236}">
                  <ns2:creationId id="{64655E0A-92F4-2DE5-889D-CCEAFCB327F2}"/>
                </a:ext>
              </a:extLst>
            </p:cNvPr>
            <p:cNvGrpSpPr/>
            <p:nvPr/>
          </p:nvGrpSpPr>
          <p:grpSpPr>
            <a:xfrm>
              <a:off x="4252777" y="4022744"/>
              <a:ext cx="199793" cy="421010"/>
              <a:chOff x="1666874" y="4022744"/>
              <a:chExt cx="199793" cy="421010"/>
            </a:xfrm>
          </p:grpSpPr>
          <p:sp>
            <p:nvSpPr>
              <p:cNvPr id="679" name="正方形/長方形 678">
                <a:extLst>
                  <a:ext uri="{FF2B5EF4-FFF2-40B4-BE49-F238E27FC236}">
                    <ns2:creationId id="{C23D55F0-8EAA-D56F-95F2-A5FDC95D65F7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0" name="正方形/長方形 679">
                <a:extLst>
                  <a:ext uri="{FF2B5EF4-FFF2-40B4-BE49-F238E27FC236}">
                    <ns2:creationId id="{4B154D7B-5A30-6C99-959E-04059F27468C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81" name="直線コネクタ 680">
              <a:extLst>
                <a:ext uri="{FF2B5EF4-FFF2-40B4-BE49-F238E27FC236}">
                  <ns2:creationId id="{58106B0D-C4E0-3FE5-6386-AF0F7D17A085}"/>
                </a:ext>
              </a:extLst>
            </p:cNvPr>
            <p:cNvCxnSpPr/>
            <p:nvPr/>
          </p:nvCxnSpPr>
          <p:spPr>
            <a:xfrm>
              <a:off x="4224206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2" name="フローチャート: 判断 681">
              <a:extLst>
                <a:ext uri="{FF2B5EF4-FFF2-40B4-BE49-F238E27FC236}">
                  <ns2:creationId id="{6EA8C7B3-DB55-5AA2-3F81-975EAA1230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76213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3" name="正方形/長方形 682">
              <a:extLst>
                <a:ext uri="{FF2B5EF4-FFF2-40B4-BE49-F238E27FC236}">
                  <ns2:creationId id="{279447F9-2708-38C4-2FFB-9796AB41F826}"/>
                </a:ext>
              </a:extLst>
            </p:cNvPr>
            <p:cNvSpPr/>
            <p:nvPr/>
          </p:nvSpPr>
          <p:spPr>
            <a:xfrm>
              <a:off x="4252777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84" name="直線コネクタ 683">
              <a:extLst>
                <a:ext uri="{FF2B5EF4-FFF2-40B4-BE49-F238E27FC236}">
                  <ns2:creationId id="{5D911192-8A5D-581D-50DC-C6089F929862}"/>
                </a:ext>
              </a:extLst>
            </p:cNvPr>
            <p:cNvCxnSpPr/>
            <p:nvPr/>
          </p:nvCxnSpPr>
          <p:spPr>
            <a:xfrm>
              <a:off x="4224206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5" name="フローチャート: 判断 684">
              <a:extLst>
                <a:ext uri="{FF2B5EF4-FFF2-40B4-BE49-F238E27FC236}">
                  <ns2:creationId id="{073707F4-7057-CD04-06F2-9E98401DB9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76213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86" name="グループ化 685">
              <a:extLst>
                <a:ext uri="{FF2B5EF4-FFF2-40B4-BE49-F238E27FC236}">
                  <ns2:creationId id="{9844360F-37D8-F1CD-31C4-CE79E48EADC2}"/>
                </a:ext>
              </a:extLst>
            </p:cNvPr>
            <p:cNvGrpSpPr/>
            <p:nvPr/>
          </p:nvGrpSpPr>
          <p:grpSpPr>
            <a:xfrm>
              <a:off x="5095695" y="4022744"/>
              <a:ext cx="199793" cy="421010"/>
              <a:chOff x="1666874" y="4022744"/>
              <a:chExt cx="199793" cy="421010"/>
            </a:xfrm>
          </p:grpSpPr>
          <p:sp>
            <p:nvSpPr>
              <p:cNvPr id="687" name="正方形/長方形 686">
                <a:extLst>
                  <a:ext uri="{FF2B5EF4-FFF2-40B4-BE49-F238E27FC236}">
                    <ns2:creationId id="{E6DCA848-CF3A-0662-798B-0F2F8A0CF466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8" name="正方形/長方形 687">
                <a:extLst>
                  <a:ext uri="{FF2B5EF4-FFF2-40B4-BE49-F238E27FC236}">
                    <ns2:creationId id="{4942A0E6-F5F1-FC1D-438D-204AC11DE6F1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89" name="直線コネクタ 688">
              <a:extLst>
                <a:ext uri="{FF2B5EF4-FFF2-40B4-BE49-F238E27FC236}">
                  <ns2:creationId id="{9EC74AD7-5CE7-2000-13A6-66F39388F132}"/>
                </a:ext>
              </a:extLst>
            </p:cNvPr>
            <p:cNvCxnSpPr/>
            <p:nvPr/>
          </p:nvCxnSpPr>
          <p:spPr>
            <a:xfrm>
              <a:off x="506712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0" name="フローチャート: 判断 689">
              <a:extLst>
                <a:ext uri="{FF2B5EF4-FFF2-40B4-BE49-F238E27FC236}">
                  <ns2:creationId id="{313E28BD-1904-900F-0E56-D27F365288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9131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1" name="正方形/長方形 690">
              <a:extLst>
                <a:ext uri="{FF2B5EF4-FFF2-40B4-BE49-F238E27FC236}">
                  <ns2:creationId id="{AC106A34-5EB8-8900-929C-A16E44A6E6CD}"/>
                </a:ext>
              </a:extLst>
            </p:cNvPr>
            <p:cNvSpPr/>
            <p:nvPr/>
          </p:nvSpPr>
          <p:spPr>
            <a:xfrm>
              <a:off x="509569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92" name="直線コネクタ 691">
              <a:extLst>
                <a:ext uri="{FF2B5EF4-FFF2-40B4-BE49-F238E27FC236}">
                  <ns2:creationId id="{4DE65AE4-2E8D-94AF-033C-6AEDCE2C3DC0}"/>
                </a:ext>
              </a:extLst>
            </p:cNvPr>
            <p:cNvCxnSpPr/>
            <p:nvPr/>
          </p:nvCxnSpPr>
          <p:spPr>
            <a:xfrm>
              <a:off x="506712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3" name="フローチャート: 判断 692">
              <a:extLst>
                <a:ext uri="{FF2B5EF4-FFF2-40B4-BE49-F238E27FC236}">
                  <ns2:creationId id="{722769A9-7494-2E97-FC5F-D9E7965C94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9131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94" name="グループ化 693">
              <a:extLst>
                <a:ext uri="{FF2B5EF4-FFF2-40B4-BE49-F238E27FC236}">
                  <ns2:creationId id="{2B5C7B68-6E5A-BD78-D1CC-A8F9D9D9596A}"/>
                </a:ext>
              </a:extLst>
            </p:cNvPr>
            <p:cNvGrpSpPr/>
            <p:nvPr/>
          </p:nvGrpSpPr>
          <p:grpSpPr>
            <a:xfrm>
              <a:off x="5951312" y="4022744"/>
              <a:ext cx="199793" cy="421010"/>
              <a:chOff x="1666874" y="4022744"/>
              <a:chExt cx="199793" cy="421010"/>
            </a:xfrm>
          </p:grpSpPr>
          <p:sp>
            <p:nvSpPr>
              <p:cNvPr id="695" name="正方形/長方形 694">
                <a:extLst>
                  <a:ext uri="{FF2B5EF4-FFF2-40B4-BE49-F238E27FC236}">
                    <ns2:creationId id="{41AE7EF0-D022-443C-1172-A9FD5C7F349C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6" name="正方形/長方形 695">
                <a:extLst>
                  <a:ext uri="{FF2B5EF4-FFF2-40B4-BE49-F238E27FC236}">
                    <ns2:creationId id="{7FA8AEA6-670C-6F65-D89C-86568094EC48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697" name="直線コネクタ 696">
              <a:extLst>
                <a:ext uri="{FF2B5EF4-FFF2-40B4-BE49-F238E27FC236}">
                  <ns2:creationId id="{E886C8A6-1C1C-83F8-5DF6-7ED088243451}"/>
                </a:ext>
              </a:extLst>
            </p:cNvPr>
            <p:cNvCxnSpPr/>
            <p:nvPr/>
          </p:nvCxnSpPr>
          <p:spPr>
            <a:xfrm>
              <a:off x="5922741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8" name="フローチャート: 判断 697">
              <a:extLst>
                <a:ext uri="{FF2B5EF4-FFF2-40B4-BE49-F238E27FC236}">
                  <ns2:creationId id="{C4F74A33-5376-D26C-7E09-D6196A0F64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74748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9" name="正方形/長方形 698">
              <a:extLst>
                <a:ext uri="{FF2B5EF4-FFF2-40B4-BE49-F238E27FC236}">
                  <ns2:creationId id="{F5B2444E-86EA-EDA0-83FB-741586F2C90F}"/>
                </a:ext>
              </a:extLst>
            </p:cNvPr>
            <p:cNvSpPr/>
            <p:nvPr/>
          </p:nvSpPr>
          <p:spPr>
            <a:xfrm>
              <a:off x="5951312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00" name="直線コネクタ 699">
              <a:extLst>
                <a:ext uri="{FF2B5EF4-FFF2-40B4-BE49-F238E27FC236}">
                  <ns2:creationId id="{0E1BE0F7-B653-FF65-848C-60AE2EF64EA9}"/>
                </a:ext>
              </a:extLst>
            </p:cNvPr>
            <p:cNvCxnSpPr/>
            <p:nvPr/>
          </p:nvCxnSpPr>
          <p:spPr>
            <a:xfrm>
              <a:off x="5922741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1" name="フローチャート: 判断 700">
              <a:extLst>
                <a:ext uri="{FF2B5EF4-FFF2-40B4-BE49-F238E27FC236}">
                  <ns2:creationId id="{43874B52-6862-EC75-0195-8FC25F678D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74748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02" name="グループ化 701">
              <a:extLst>
                <a:ext uri="{FF2B5EF4-FFF2-40B4-BE49-F238E27FC236}">
                  <ns2:creationId id="{98273E76-E46C-B188-3408-6359CE1D3F84}"/>
                </a:ext>
              </a:extLst>
            </p:cNvPr>
            <p:cNvGrpSpPr/>
            <p:nvPr/>
          </p:nvGrpSpPr>
          <p:grpSpPr>
            <a:xfrm>
              <a:off x="6813279" y="4022744"/>
              <a:ext cx="199793" cy="421010"/>
              <a:chOff x="1666874" y="4022744"/>
              <a:chExt cx="199793" cy="421010"/>
            </a:xfrm>
          </p:grpSpPr>
          <p:sp>
            <p:nvSpPr>
              <p:cNvPr id="703" name="正方形/長方形 702">
                <a:extLst>
                  <a:ext uri="{FF2B5EF4-FFF2-40B4-BE49-F238E27FC236}">
                    <ns2:creationId id="{9E015A8B-0C88-D4CE-B91C-24C234017C1F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4" name="正方形/長方形 703">
                <a:extLst>
                  <a:ext uri="{FF2B5EF4-FFF2-40B4-BE49-F238E27FC236}">
                    <ns2:creationId id="{D9472EB0-C0E2-4A01-F885-47BF27E6ECFB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706" name="フローチャート: 判断 705">
              <a:extLst>
                <a:ext uri="{FF2B5EF4-FFF2-40B4-BE49-F238E27FC236}">
                  <ns2:creationId id="{73A2360E-9FEA-A729-C6B6-0BEC6E47D8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36715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7" name="正方形/長方形 706">
              <a:extLst>
                <a:ext uri="{FF2B5EF4-FFF2-40B4-BE49-F238E27FC236}">
                  <ns2:creationId id="{3976BC36-E1FE-C752-F556-3C815A5FE7BA}"/>
                </a:ext>
              </a:extLst>
            </p:cNvPr>
            <p:cNvSpPr/>
            <p:nvPr/>
          </p:nvSpPr>
          <p:spPr>
            <a:xfrm>
              <a:off x="6813279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9" name="フローチャート: 判断 708">
              <a:extLst>
                <a:ext uri="{FF2B5EF4-FFF2-40B4-BE49-F238E27FC236}">
                  <ns2:creationId id="{C6BBE1AD-9D56-86E8-8ABB-F44107E71F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36715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10" name="グループ化 709">
              <a:extLst>
                <a:ext uri="{FF2B5EF4-FFF2-40B4-BE49-F238E27FC236}">
                  <ns2:creationId id="{0DEBC96A-CCC8-75D0-1C50-261E034ED1A8}"/>
                </a:ext>
              </a:extLst>
            </p:cNvPr>
            <p:cNvGrpSpPr/>
            <p:nvPr/>
          </p:nvGrpSpPr>
          <p:grpSpPr>
            <a:xfrm>
              <a:off x="7662547" y="4022744"/>
              <a:ext cx="199793" cy="421010"/>
              <a:chOff x="1666874" y="4022744"/>
              <a:chExt cx="199793" cy="421010"/>
            </a:xfrm>
          </p:grpSpPr>
          <p:sp>
            <p:nvSpPr>
              <p:cNvPr id="711" name="正方形/長方形 710">
                <a:extLst>
                  <a:ext uri="{FF2B5EF4-FFF2-40B4-BE49-F238E27FC236}">
                    <ns2:creationId id="{57AB0369-20EE-F62F-6211-EC56AB04D28F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2" name="正方形/長方形 711">
                <a:extLst>
                  <a:ext uri="{FF2B5EF4-FFF2-40B4-BE49-F238E27FC236}">
                    <ns2:creationId id="{3865FF69-3491-9C34-EDD6-760D6C265069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13" name="直線コネクタ 712">
              <a:extLst>
                <a:ext uri="{FF2B5EF4-FFF2-40B4-BE49-F238E27FC236}">
                  <ns2:creationId id="{A1E827DB-21DA-5860-83C0-47E536813229}"/>
                </a:ext>
              </a:extLst>
            </p:cNvPr>
            <p:cNvCxnSpPr/>
            <p:nvPr/>
          </p:nvCxnSpPr>
          <p:spPr>
            <a:xfrm>
              <a:off x="7633976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4" name="フローチャート: 判断 713">
              <a:extLst>
                <a:ext uri="{FF2B5EF4-FFF2-40B4-BE49-F238E27FC236}">
                  <ns2:creationId id="{0052F293-C0B7-5A45-C959-05FC4D5D6F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5983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5" name="正方形/長方形 714">
              <a:extLst>
                <a:ext uri="{FF2B5EF4-FFF2-40B4-BE49-F238E27FC236}">
                  <ns2:creationId id="{8E361FF3-3D9E-9295-BDC8-250DC850FBC6}"/>
                </a:ext>
              </a:extLst>
            </p:cNvPr>
            <p:cNvSpPr/>
            <p:nvPr/>
          </p:nvSpPr>
          <p:spPr>
            <a:xfrm>
              <a:off x="7662547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16" name="直線コネクタ 715">
              <a:extLst>
                <a:ext uri="{FF2B5EF4-FFF2-40B4-BE49-F238E27FC236}">
                  <ns2:creationId id="{E42ABB75-6A51-4E34-7823-3ADF9557AF07}"/>
                </a:ext>
              </a:extLst>
            </p:cNvPr>
            <p:cNvCxnSpPr/>
            <p:nvPr/>
          </p:nvCxnSpPr>
          <p:spPr>
            <a:xfrm>
              <a:off x="7633976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7" name="フローチャート: 判断 716">
              <a:extLst>
                <a:ext uri="{FF2B5EF4-FFF2-40B4-BE49-F238E27FC236}">
                  <ns2:creationId id="{1FDBC745-5E17-0806-529E-EC247A4883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5983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18" name="グループ化 717">
              <a:extLst>
                <a:ext uri="{FF2B5EF4-FFF2-40B4-BE49-F238E27FC236}">
                  <ns2:creationId id="{4312369B-1D8A-BDEC-9E8A-C3CD15E5E6DB}"/>
                </a:ext>
              </a:extLst>
            </p:cNvPr>
            <p:cNvGrpSpPr/>
            <p:nvPr/>
          </p:nvGrpSpPr>
          <p:grpSpPr>
            <a:xfrm>
              <a:off x="8518164" y="4022744"/>
              <a:ext cx="199793" cy="421010"/>
              <a:chOff x="1666874" y="4022744"/>
              <a:chExt cx="199793" cy="421010"/>
            </a:xfrm>
          </p:grpSpPr>
          <p:sp>
            <p:nvSpPr>
              <p:cNvPr id="719" name="正方形/長方形 718">
                <a:extLst>
                  <a:ext uri="{FF2B5EF4-FFF2-40B4-BE49-F238E27FC236}">
                    <ns2:creationId id="{B64279A0-D42A-44B4-DB92-21096A9A0778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0" name="正方形/長方形 719">
                <a:extLst>
                  <a:ext uri="{FF2B5EF4-FFF2-40B4-BE49-F238E27FC236}">
                    <ns2:creationId id="{773EC074-C079-522C-91CF-0BC2CD70A144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21" name="直線コネクタ 720">
              <a:extLst>
                <a:ext uri="{FF2B5EF4-FFF2-40B4-BE49-F238E27FC236}">
                  <ns2:creationId id="{CF1AFF33-41AC-148F-872B-B4ACEABBAF4F}"/>
                </a:ext>
              </a:extLst>
            </p:cNvPr>
            <p:cNvCxnSpPr/>
            <p:nvPr/>
          </p:nvCxnSpPr>
          <p:spPr>
            <a:xfrm>
              <a:off x="8489593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2" name="フローチャート: 判断 721">
              <a:extLst>
                <a:ext uri="{FF2B5EF4-FFF2-40B4-BE49-F238E27FC236}">
                  <ns2:creationId id="{5CC79EE7-EC56-585F-3620-9387D46B3B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1600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3" name="正方形/長方形 722">
              <a:extLst>
                <a:ext uri="{FF2B5EF4-FFF2-40B4-BE49-F238E27FC236}">
                  <ns2:creationId id="{16C77954-E027-CC6A-80B8-B802CAF0D20A}"/>
                </a:ext>
              </a:extLst>
            </p:cNvPr>
            <p:cNvSpPr/>
            <p:nvPr/>
          </p:nvSpPr>
          <p:spPr>
            <a:xfrm>
              <a:off x="8518164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24" name="直線コネクタ 723">
              <a:extLst>
                <a:ext uri="{FF2B5EF4-FFF2-40B4-BE49-F238E27FC236}">
                  <ns2:creationId id="{D3715CA4-590D-9B1A-B0C0-58660EED795A}"/>
                </a:ext>
              </a:extLst>
            </p:cNvPr>
            <p:cNvCxnSpPr/>
            <p:nvPr/>
          </p:nvCxnSpPr>
          <p:spPr>
            <a:xfrm>
              <a:off x="8489593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5" name="フローチャート: 判断 724">
              <a:extLst>
                <a:ext uri="{FF2B5EF4-FFF2-40B4-BE49-F238E27FC236}">
                  <ns2:creationId id="{B24FFCC4-38B8-5E77-0550-E4BB382EA1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1600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26" name="グループ化 725">
              <a:extLst>
                <a:ext uri="{FF2B5EF4-FFF2-40B4-BE49-F238E27FC236}">
                  <ns2:creationId id="{E047938B-401C-D596-482D-9F28989F5408}"/>
                </a:ext>
              </a:extLst>
            </p:cNvPr>
            <p:cNvGrpSpPr/>
            <p:nvPr/>
          </p:nvGrpSpPr>
          <p:grpSpPr>
            <a:xfrm>
              <a:off x="9362208" y="4022744"/>
              <a:ext cx="199793" cy="421010"/>
              <a:chOff x="1666874" y="4022744"/>
              <a:chExt cx="199793" cy="421010"/>
            </a:xfrm>
          </p:grpSpPr>
          <p:sp>
            <p:nvSpPr>
              <p:cNvPr id="727" name="正方形/長方形 726">
                <a:extLst>
                  <a:ext uri="{FF2B5EF4-FFF2-40B4-BE49-F238E27FC236}">
                    <ns2:creationId id="{3205D2D3-F9AA-3815-6D01-76072395569B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8" name="正方形/長方形 727">
                <a:extLst>
                  <a:ext uri="{FF2B5EF4-FFF2-40B4-BE49-F238E27FC236}">
                    <ns2:creationId id="{B14F8691-8A32-475F-3A97-F9B907BE7293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29" name="直線コネクタ 728">
              <a:extLst>
                <a:ext uri="{FF2B5EF4-FFF2-40B4-BE49-F238E27FC236}">
                  <ns2:creationId id="{8CEF1605-2464-AF3E-6C69-66957F735770}"/>
                </a:ext>
              </a:extLst>
            </p:cNvPr>
            <p:cNvCxnSpPr/>
            <p:nvPr/>
          </p:nvCxnSpPr>
          <p:spPr>
            <a:xfrm>
              <a:off x="9333637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0" name="フローチャート: 判断 729">
              <a:extLst>
                <a:ext uri="{FF2B5EF4-FFF2-40B4-BE49-F238E27FC236}">
                  <ns2:creationId id="{EAB2C26B-FF45-6F51-89E6-460489AD07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85644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1" name="正方形/長方形 730">
              <a:extLst>
                <a:ext uri="{FF2B5EF4-FFF2-40B4-BE49-F238E27FC236}">
                  <ns2:creationId id="{B12D1E29-6DB3-A04F-CA4D-1C2738FB788C}"/>
                </a:ext>
              </a:extLst>
            </p:cNvPr>
            <p:cNvSpPr/>
            <p:nvPr/>
          </p:nvSpPr>
          <p:spPr>
            <a:xfrm>
              <a:off x="9362208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32" name="直線コネクタ 731">
              <a:extLst>
                <a:ext uri="{FF2B5EF4-FFF2-40B4-BE49-F238E27FC236}">
                  <ns2:creationId id="{B26CC5A8-BB7F-E450-1C87-E71ACAD2221E}"/>
                </a:ext>
              </a:extLst>
            </p:cNvPr>
            <p:cNvCxnSpPr/>
            <p:nvPr/>
          </p:nvCxnSpPr>
          <p:spPr>
            <a:xfrm>
              <a:off x="9333637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3" name="フローチャート: 判断 732">
              <a:extLst>
                <a:ext uri="{FF2B5EF4-FFF2-40B4-BE49-F238E27FC236}">
                  <ns2:creationId id="{BADD4D22-D685-5CC0-A5D1-5E9E2A0D35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85644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34" name="グループ化 733">
              <a:extLst>
                <a:ext uri="{FF2B5EF4-FFF2-40B4-BE49-F238E27FC236}">
                  <ns2:creationId id="{2454CF0C-99B3-5293-0E99-5C9FC0F952A2}"/>
                </a:ext>
              </a:extLst>
            </p:cNvPr>
            <p:cNvGrpSpPr/>
            <p:nvPr/>
          </p:nvGrpSpPr>
          <p:grpSpPr>
            <a:xfrm>
              <a:off x="10225381" y="4022744"/>
              <a:ext cx="199793" cy="421010"/>
              <a:chOff x="1666874" y="4022744"/>
              <a:chExt cx="199793" cy="421010"/>
            </a:xfrm>
          </p:grpSpPr>
          <p:sp>
            <p:nvSpPr>
              <p:cNvPr id="735" name="正方形/長方形 734">
                <a:extLst>
                  <a:ext uri="{FF2B5EF4-FFF2-40B4-BE49-F238E27FC236}">
                    <ns2:creationId id="{07526051-32C7-975D-0489-659761E0B483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6" name="正方形/長方形 735">
                <a:extLst>
                  <a:ext uri="{FF2B5EF4-FFF2-40B4-BE49-F238E27FC236}">
                    <ns2:creationId id="{2164A7A5-06F1-2A20-2B2E-ECD7960F85EA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37" name="直線コネクタ 736">
              <a:extLst>
                <a:ext uri="{FF2B5EF4-FFF2-40B4-BE49-F238E27FC236}">
                  <ns2:creationId id="{45E5E69B-87FA-C5DF-352D-F9E602587DEB}"/>
                </a:ext>
              </a:extLst>
            </p:cNvPr>
            <p:cNvCxnSpPr/>
            <p:nvPr/>
          </p:nvCxnSpPr>
          <p:spPr>
            <a:xfrm>
              <a:off x="10196810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8" name="フローチャート: 判断 737">
              <a:extLst>
                <a:ext uri="{FF2B5EF4-FFF2-40B4-BE49-F238E27FC236}">
                  <ns2:creationId id="{54840822-34FC-1136-CFF5-3D10A556618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48817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9" name="正方形/長方形 738">
              <a:extLst>
                <a:ext uri="{FF2B5EF4-FFF2-40B4-BE49-F238E27FC236}">
                  <ns2:creationId id="{CD7C8C1D-E4A7-8C16-96E0-093B09EF5849}"/>
                </a:ext>
              </a:extLst>
            </p:cNvPr>
            <p:cNvSpPr/>
            <p:nvPr/>
          </p:nvSpPr>
          <p:spPr>
            <a:xfrm>
              <a:off x="10225381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40" name="直線コネクタ 739">
              <a:extLst>
                <a:ext uri="{FF2B5EF4-FFF2-40B4-BE49-F238E27FC236}">
                  <ns2:creationId id="{BD68B990-A40C-66F2-6A2B-2FD8236BD80F}"/>
                </a:ext>
              </a:extLst>
            </p:cNvPr>
            <p:cNvCxnSpPr/>
            <p:nvPr/>
          </p:nvCxnSpPr>
          <p:spPr>
            <a:xfrm>
              <a:off x="10196810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1" name="フローチャート: 判断 740">
              <a:extLst>
                <a:ext uri="{FF2B5EF4-FFF2-40B4-BE49-F238E27FC236}">
                  <ns2:creationId id="{9597728A-5A2E-D93E-485D-6FAA0762DB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48817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42" name="グループ化 741">
              <a:extLst>
                <a:ext uri="{FF2B5EF4-FFF2-40B4-BE49-F238E27FC236}">
                  <ns2:creationId id="{7D6DA763-C75D-86F4-C754-9857471316F0}"/>
                </a:ext>
              </a:extLst>
            </p:cNvPr>
            <p:cNvGrpSpPr/>
            <p:nvPr/>
          </p:nvGrpSpPr>
          <p:grpSpPr>
            <a:xfrm>
              <a:off x="11201400" y="4022744"/>
              <a:ext cx="115159" cy="421010"/>
              <a:chOff x="1666874" y="4022744"/>
              <a:chExt cx="199793" cy="421010"/>
            </a:xfrm>
          </p:grpSpPr>
          <p:sp>
            <p:nvSpPr>
              <p:cNvPr id="743" name="正方形/長方形 742">
                <a:extLst>
                  <a:ext uri="{FF2B5EF4-FFF2-40B4-BE49-F238E27FC236}">
                    <ns2:creationId id="{E7563EA5-72B6-AA4F-6D20-9AE30FD81A34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4" name="正方形/長方形 743">
                <a:extLst>
                  <a:ext uri="{FF2B5EF4-FFF2-40B4-BE49-F238E27FC236}">
                    <ns2:creationId id="{9E7EBDDE-3B94-B58E-7E25-4482DF874D85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45" name="直線コネクタ 744">
              <a:extLst>
                <a:ext uri="{FF2B5EF4-FFF2-40B4-BE49-F238E27FC236}">
                  <ns2:creationId id="{01543FE7-A3BE-D103-8D24-F476CD3A5B67}"/>
                </a:ext>
              </a:extLst>
            </p:cNvPr>
            <p:cNvCxnSpPr/>
            <p:nvPr/>
          </p:nvCxnSpPr>
          <p:spPr>
            <a:xfrm>
              <a:off x="11172015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6" name="フローチャート: 判断 745">
              <a:extLst>
                <a:ext uri="{FF2B5EF4-FFF2-40B4-BE49-F238E27FC236}">
                  <ns2:creationId id="{637013D0-0731-E999-0C7A-3DCFC23663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340202" y="417924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7" name="正方形/長方形 746">
              <a:extLst>
                <a:ext uri="{FF2B5EF4-FFF2-40B4-BE49-F238E27FC236}">
                  <ns2:creationId id="{5E1968C3-1D7B-476C-8F35-546C4C499E7E}"/>
                </a:ext>
              </a:extLst>
            </p:cNvPr>
            <p:cNvSpPr/>
            <p:nvPr/>
          </p:nvSpPr>
          <p:spPr>
            <a:xfrm>
              <a:off x="11201400" y="4457373"/>
              <a:ext cx="115159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48" name="直線コネクタ 747">
              <a:extLst>
                <a:ext uri="{FF2B5EF4-FFF2-40B4-BE49-F238E27FC236}">
                  <ns2:creationId id="{6E1732BF-45E8-0D65-52A4-DDF16A0F8014}"/>
                </a:ext>
              </a:extLst>
            </p:cNvPr>
            <p:cNvCxnSpPr/>
            <p:nvPr/>
          </p:nvCxnSpPr>
          <p:spPr>
            <a:xfrm>
              <a:off x="11172015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9" name="フローチャート: 判断 748">
              <a:extLst>
                <a:ext uri="{FF2B5EF4-FFF2-40B4-BE49-F238E27FC236}">
                  <ns2:creationId id="{E2F0C7FF-A164-5D78-845D-FB5E975D98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340202" y="4613878"/>
              <a:ext cx="108000" cy="108000"/>
            </a:xfrm>
            <a:prstGeom prst="flowChartDecision">
              <a:avLst/>
            </a:prstGeom>
            <a:noFill/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50" name="グループ化 749">
              <a:extLst>
                <a:ext uri="{FF2B5EF4-FFF2-40B4-BE49-F238E27FC236}">
                  <ns2:creationId id="{AC6259CF-6B8D-0CF0-BFD0-D9C06225D08C}"/>
                </a:ext>
              </a:extLst>
            </p:cNvPr>
            <p:cNvGrpSpPr/>
            <p:nvPr/>
          </p:nvGrpSpPr>
          <p:grpSpPr>
            <a:xfrm>
              <a:off x="6364032" y="4022744"/>
              <a:ext cx="199793" cy="421010"/>
              <a:chOff x="1666874" y="4022744"/>
              <a:chExt cx="199793" cy="421010"/>
            </a:xfrm>
          </p:grpSpPr>
          <p:sp>
            <p:nvSpPr>
              <p:cNvPr id="751" name="正方形/長方形 750">
                <a:extLst>
                  <a:ext uri="{FF2B5EF4-FFF2-40B4-BE49-F238E27FC236}">
                    <ns2:creationId id="{50375E76-75BE-C728-E4F3-FA20715FBC82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2" name="正方形/長方形 751">
                <a:extLst>
                  <a:ext uri="{FF2B5EF4-FFF2-40B4-BE49-F238E27FC236}">
                    <ns2:creationId id="{333B95BA-16FE-5D69-D627-9384BEE48309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53" name="直線コネクタ 752">
              <a:extLst>
                <a:ext uri="{FF2B5EF4-FFF2-40B4-BE49-F238E27FC236}">
                  <ns2:creationId id="{CA49A040-2D70-077E-FB79-5A7D57C860D7}"/>
                </a:ext>
              </a:extLst>
            </p:cNvPr>
            <p:cNvCxnSpPr/>
            <p:nvPr/>
          </p:nvCxnSpPr>
          <p:spPr>
            <a:xfrm>
              <a:off x="6335461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4" name="正方形/長方形 753">
              <a:extLst>
                <a:ext uri="{FF2B5EF4-FFF2-40B4-BE49-F238E27FC236}">
                  <ns2:creationId id="{8F322FB3-4B96-B63B-5D8E-3F4E49D7297E}"/>
                </a:ext>
              </a:extLst>
            </p:cNvPr>
            <p:cNvSpPr/>
            <p:nvPr/>
          </p:nvSpPr>
          <p:spPr>
            <a:xfrm>
              <a:off x="6364032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55" name="直線コネクタ 754">
              <a:extLst>
                <a:ext uri="{FF2B5EF4-FFF2-40B4-BE49-F238E27FC236}">
                  <ns2:creationId id="{EEC151EC-CC73-562E-FBEF-D7F63E200386}"/>
                </a:ext>
              </a:extLst>
            </p:cNvPr>
            <p:cNvCxnSpPr/>
            <p:nvPr/>
          </p:nvCxnSpPr>
          <p:spPr>
            <a:xfrm>
              <a:off x="6335461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6" name="楕円 755">
              <a:extLst>
                <a:ext uri="{FF2B5EF4-FFF2-40B4-BE49-F238E27FC236}">
                  <ns2:creationId id="{09A42AFD-8096-772C-B722-CD0793C458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15171" y="4179249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7" name="楕円 756">
              <a:extLst>
                <a:ext uri="{FF2B5EF4-FFF2-40B4-BE49-F238E27FC236}">
                  <ns2:creationId id="{367990B6-C7ED-C785-447E-2620EEA804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15171" y="4613878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8" name="正方形/長方形 757">
              <a:extLst>
                <a:ext uri="{FF2B5EF4-FFF2-40B4-BE49-F238E27FC236}">
                  <ns2:creationId id="{ECD62FF5-807C-C87F-AC27-A48BA75C2361}"/>
                </a:ext>
              </a:extLst>
            </p:cNvPr>
            <p:cNvSpPr/>
            <p:nvPr/>
          </p:nvSpPr>
          <p:spPr>
            <a:xfrm>
              <a:off x="6437087" y="412690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9" name="正方形/長方形 758">
              <a:extLst>
                <a:ext uri="{FF2B5EF4-FFF2-40B4-BE49-F238E27FC236}">
                  <ns2:creationId id="{8D0DC84D-3324-F617-40F4-377FDC5F66F6}"/>
                </a:ext>
              </a:extLst>
            </p:cNvPr>
            <p:cNvSpPr/>
            <p:nvPr/>
          </p:nvSpPr>
          <p:spPr>
            <a:xfrm>
              <a:off x="6437087" y="456788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60" name="直線コネクタ 759">
              <a:extLst>
                <a:ext uri="{FF2B5EF4-FFF2-40B4-BE49-F238E27FC236}">
                  <ns2:creationId id="{C53C740E-E0AE-47E8-EBA1-2AEBA5EE8550}"/>
                </a:ext>
              </a:extLst>
            </p:cNvPr>
            <p:cNvCxnSpPr/>
            <p:nvPr/>
          </p:nvCxnSpPr>
          <p:spPr>
            <a:xfrm>
              <a:off x="6778326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1" name="直線コネクタ 760">
              <a:extLst>
                <a:ext uri="{FF2B5EF4-FFF2-40B4-BE49-F238E27FC236}">
                  <ns2:creationId id="{19379E38-CB7D-4898-BA31-2811B1887C98}"/>
                </a:ext>
              </a:extLst>
            </p:cNvPr>
            <p:cNvCxnSpPr/>
            <p:nvPr/>
          </p:nvCxnSpPr>
          <p:spPr>
            <a:xfrm>
              <a:off x="6778326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2" name="グループ化 761">
              <a:extLst>
                <a:ext uri="{FF2B5EF4-FFF2-40B4-BE49-F238E27FC236}">
                  <ns2:creationId id="{9C5FCE0F-339C-59C1-241E-8ABD5FDEC457}"/>
                </a:ext>
              </a:extLst>
            </p:cNvPr>
            <p:cNvGrpSpPr/>
            <p:nvPr/>
          </p:nvGrpSpPr>
          <p:grpSpPr>
            <a:xfrm>
              <a:off x="7232435" y="4022744"/>
              <a:ext cx="199793" cy="421010"/>
              <a:chOff x="1666874" y="4022744"/>
              <a:chExt cx="199793" cy="421010"/>
            </a:xfrm>
          </p:grpSpPr>
          <p:sp>
            <p:nvSpPr>
              <p:cNvPr id="763" name="正方形/長方形 762">
                <a:extLst>
                  <a:ext uri="{FF2B5EF4-FFF2-40B4-BE49-F238E27FC236}">
                    <ns2:creationId id="{2F822321-8FE6-DFFE-2EE0-A1EC21F25CA5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4" name="正方形/長方形 763">
                <a:extLst>
                  <a:ext uri="{FF2B5EF4-FFF2-40B4-BE49-F238E27FC236}">
                    <ns2:creationId id="{7323BC24-EEC3-EB8A-693C-FDFFBBB4454F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65" name="直線コネクタ 764">
              <a:extLst>
                <a:ext uri="{FF2B5EF4-FFF2-40B4-BE49-F238E27FC236}">
                  <ns2:creationId id="{094D5D0E-5837-22E6-F33E-452A8FBAD870}"/>
                </a:ext>
              </a:extLst>
            </p:cNvPr>
            <p:cNvCxnSpPr/>
            <p:nvPr/>
          </p:nvCxnSpPr>
          <p:spPr>
            <a:xfrm>
              <a:off x="7203864" y="4044347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6" name="正方形/長方形 765">
              <a:extLst>
                <a:ext uri="{FF2B5EF4-FFF2-40B4-BE49-F238E27FC236}">
                  <ns2:creationId id="{1EC6644C-271E-E1FA-A197-3C2422108F66}"/>
                </a:ext>
              </a:extLst>
            </p:cNvPr>
            <p:cNvSpPr/>
            <p:nvPr/>
          </p:nvSpPr>
          <p:spPr>
            <a:xfrm>
              <a:off x="7232435" y="4457373"/>
              <a:ext cx="199793" cy="421010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67" name="直線コネクタ 766">
              <a:extLst>
                <a:ext uri="{FF2B5EF4-FFF2-40B4-BE49-F238E27FC236}">
                  <ns2:creationId id="{958A0817-88EF-4183-FF5A-15A4B1280CBB}"/>
                </a:ext>
              </a:extLst>
            </p:cNvPr>
            <p:cNvCxnSpPr/>
            <p:nvPr/>
          </p:nvCxnSpPr>
          <p:spPr>
            <a:xfrm>
              <a:off x="7203864" y="4478975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8" name="楕円 767">
              <a:extLst>
                <a:ext uri="{FF2B5EF4-FFF2-40B4-BE49-F238E27FC236}">
                  <ns2:creationId id="{A000852C-FD36-16E0-7F89-1FAD9120F4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83574" y="4179249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9" name="楕円 768">
              <a:extLst>
                <a:ext uri="{FF2B5EF4-FFF2-40B4-BE49-F238E27FC236}">
                  <ns2:creationId id="{32EA9801-8066-8538-85C2-53B89299ABC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83574" y="4613878"/>
              <a:ext cx="108000" cy="108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0" name="正方形/長方形 769">
              <a:extLst>
                <a:ext uri="{FF2B5EF4-FFF2-40B4-BE49-F238E27FC236}">
                  <ns2:creationId id="{4DD3CE17-90D8-249B-7E22-49742B5B8006}"/>
                </a:ext>
              </a:extLst>
            </p:cNvPr>
            <p:cNvSpPr/>
            <p:nvPr/>
          </p:nvSpPr>
          <p:spPr>
            <a:xfrm>
              <a:off x="7305490" y="412690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1" name="正方形/長方形 770">
              <a:extLst>
                <a:ext uri="{FF2B5EF4-FFF2-40B4-BE49-F238E27FC236}">
                  <ns2:creationId id="{9E86D0A2-E683-BE5E-75CC-837121A7D146}"/>
                </a:ext>
              </a:extLst>
            </p:cNvPr>
            <p:cNvSpPr/>
            <p:nvPr/>
          </p:nvSpPr>
          <p:spPr>
            <a:xfrm>
              <a:off x="7305490" y="4567884"/>
              <a:ext cx="464167" cy="19999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78" name="直線コネクタ 777">
              <a:extLst>
                <a:ext uri="{FF2B5EF4-FFF2-40B4-BE49-F238E27FC236}">
                  <ns2:creationId id="{D4DEF74F-1B9D-715D-E017-B48C3EE1C7EE}"/>
                </a:ext>
              </a:extLst>
            </p:cNvPr>
            <p:cNvCxnSpPr>
              <a:cxnSpLocks/>
            </p:cNvCxnSpPr>
            <p:nvPr/>
          </p:nvCxnSpPr>
          <p:spPr>
            <a:xfrm>
              <a:off x="8064140" y="3818131"/>
              <a:ext cx="0" cy="10386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2" name="直線コネクタ 781">
              <a:extLst>
                <a:ext uri="{FF2B5EF4-FFF2-40B4-BE49-F238E27FC236}">
                  <ns2:creationId id="{FAB3430F-47AD-C6C6-3E51-933C93E2F4A8}"/>
                </a:ext>
              </a:extLst>
            </p:cNvPr>
            <p:cNvCxnSpPr>
              <a:cxnSpLocks/>
            </p:cNvCxnSpPr>
            <p:nvPr/>
          </p:nvCxnSpPr>
          <p:spPr>
            <a:xfrm>
              <a:off x="9798051" y="3818131"/>
              <a:ext cx="0" cy="10386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直線コネクタ 785">
              <a:extLst>
                <a:ext uri="{FF2B5EF4-FFF2-40B4-BE49-F238E27FC236}">
                  <ns2:creationId id="{61D5A117-7CED-A9EE-18FD-3C5133599364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288" y="3818131"/>
              <a:ext cx="0" cy="1038649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90" name="グループ化 789">
              <a:extLst>
                <a:ext uri="{FF2B5EF4-FFF2-40B4-BE49-F238E27FC236}">
                  <ns2:creationId id="{6833216C-2717-C4F4-6F53-470A1FAE3AA6}"/>
                </a:ext>
              </a:extLst>
            </p:cNvPr>
            <p:cNvGrpSpPr/>
            <p:nvPr/>
          </p:nvGrpSpPr>
          <p:grpSpPr>
            <a:xfrm>
              <a:off x="2098674" y="5282396"/>
              <a:ext cx="199793" cy="421010"/>
              <a:chOff x="1666874" y="4022744"/>
              <a:chExt cx="199793" cy="421010"/>
            </a:xfrm>
          </p:grpSpPr>
          <p:sp>
            <p:nvSpPr>
              <p:cNvPr id="791" name="正方形/長方形 790">
                <a:extLst>
                  <a:ext uri="{FF2B5EF4-FFF2-40B4-BE49-F238E27FC236}">
                    <ns2:creationId id="{9D146560-9BDA-7BF8-2BA6-5CFFE270BF4F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92" name="正方形/長方形 791">
                <a:extLst>
                  <a:ext uri="{FF2B5EF4-FFF2-40B4-BE49-F238E27FC236}">
                    <ns2:creationId id="{4A47AF51-4FD0-592A-E9BC-638D67593B52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93" name="直線コネクタ 792">
              <a:extLst>
                <a:ext uri="{FF2B5EF4-FFF2-40B4-BE49-F238E27FC236}">
                  <ns2:creationId id="{61315A7D-37BD-B28B-C952-85EE8DF76B84}"/>
                </a:ext>
              </a:extLst>
            </p:cNvPr>
            <p:cNvCxnSpPr>
              <a:cxnSpLocks/>
            </p:cNvCxnSpPr>
            <p:nvPr/>
          </p:nvCxnSpPr>
          <p:spPr>
            <a:xfrm>
              <a:off x="2070103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5" name="正方形/長方形 794">
              <a:extLst>
                <a:ext uri="{FF2B5EF4-FFF2-40B4-BE49-F238E27FC236}">
                  <ns2:creationId id="{6297181B-3CAD-AC54-CC09-597D86966A10}"/>
                </a:ext>
              </a:extLst>
            </p:cNvPr>
            <p:cNvSpPr/>
            <p:nvPr/>
          </p:nvSpPr>
          <p:spPr>
            <a:xfrm>
              <a:off x="2070531" y="5096139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7" name="正方形/長方形 796">
              <a:extLst>
                <a:ext uri="{FF2B5EF4-FFF2-40B4-BE49-F238E27FC236}">
                  <ns2:creationId id="{D1270574-B130-FA25-C7A2-5D73A78E9EAD}"/>
                </a:ext>
              </a:extLst>
            </p:cNvPr>
            <p:cNvSpPr/>
            <p:nvPr/>
          </p:nvSpPr>
          <p:spPr>
            <a:xfrm>
              <a:off x="2098674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8" name="正方形/長方形 797">
              <a:extLst>
                <a:ext uri="{FF2B5EF4-FFF2-40B4-BE49-F238E27FC236}">
                  <ns2:creationId id="{4E8C1E98-5C60-6912-64A3-DEC51514EF01}"/>
                </a:ext>
              </a:extLst>
            </p:cNvPr>
            <p:cNvSpPr/>
            <p:nvPr/>
          </p:nvSpPr>
          <p:spPr>
            <a:xfrm>
              <a:off x="2098674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9" name="正方形/長方形 798">
              <a:extLst>
                <a:ext uri="{FF2B5EF4-FFF2-40B4-BE49-F238E27FC236}">
                  <ns2:creationId id="{2F76E91E-3C87-CF96-7239-53512B88014E}"/>
                </a:ext>
              </a:extLst>
            </p:cNvPr>
            <p:cNvSpPr/>
            <p:nvPr/>
          </p:nvSpPr>
          <p:spPr>
            <a:xfrm>
              <a:off x="2275881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0" name="正方形/長方形 799">
              <a:extLst>
                <a:ext uri="{FF2B5EF4-FFF2-40B4-BE49-F238E27FC236}">
                  <ns2:creationId id="{46AD90CF-EAD6-055D-BF4B-996247826C96}"/>
                </a:ext>
              </a:extLst>
            </p:cNvPr>
            <p:cNvSpPr/>
            <p:nvPr/>
          </p:nvSpPr>
          <p:spPr>
            <a:xfrm>
              <a:off x="2263182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01" name="直線コネクタ 800">
              <a:extLst>
                <a:ext uri="{FF2B5EF4-FFF2-40B4-BE49-F238E27FC236}">
                  <ns2:creationId id="{0F69AD06-45FC-EAB6-4001-075A9D061080}"/>
                </a:ext>
              </a:extLst>
            </p:cNvPr>
            <p:cNvCxnSpPr/>
            <p:nvPr/>
          </p:nvCxnSpPr>
          <p:spPr>
            <a:xfrm>
              <a:off x="2070103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2" name="グループ化 801">
              <a:extLst>
                <a:ext uri="{FF2B5EF4-FFF2-40B4-BE49-F238E27FC236}">
                  <ns2:creationId id="{C729E730-D543-2545-344D-0176C756E86D}"/>
                </a:ext>
              </a:extLst>
            </p:cNvPr>
            <p:cNvGrpSpPr/>
            <p:nvPr/>
          </p:nvGrpSpPr>
          <p:grpSpPr>
            <a:xfrm>
              <a:off x="3863070" y="5282396"/>
              <a:ext cx="199793" cy="421010"/>
              <a:chOff x="1666874" y="4022744"/>
              <a:chExt cx="199793" cy="421010"/>
            </a:xfrm>
          </p:grpSpPr>
          <p:sp>
            <p:nvSpPr>
              <p:cNvPr id="803" name="正方形/長方形 802">
                <a:extLst>
                  <a:ext uri="{FF2B5EF4-FFF2-40B4-BE49-F238E27FC236}">
                    <ns2:creationId id="{926BEC0C-4740-85DE-0AE4-FEB14F50A6DC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4" name="正方形/長方形 803">
                <a:extLst>
                  <a:ext uri="{FF2B5EF4-FFF2-40B4-BE49-F238E27FC236}">
                    <ns2:creationId id="{28B77AC8-E2BD-3267-4402-1D8CA9DA5C01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05" name="直線コネクタ 804">
              <a:extLst>
                <a:ext uri="{FF2B5EF4-FFF2-40B4-BE49-F238E27FC236}">
                  <ns2:creationId id="{62930F0A-ADB7-CCCF-A7B4-E3D2A89B7C85}"/>
                </a:ext>
              </a:extLst>
            </p:cNvPr>
            <p:cNvCxnSpPr>
              <a:cxnSpLocks/>
            </p:cNvCxnSpPr>
            <p:nvPr/>
          </p:nvCxnSpPr>
          <p:spPr>
            <a:xfrm>
              <a:off x="3834499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6" name="正方形/長方形 805">
              <a:extLst>
                <a:ext uri="{FF2B5EF4-FFF2-40B4-BE49-F238E27FC236}">
                  <ns2:creationId id="{B2536231-D083-4D3E-CA31-8F32B5860EDF}"/>
                </a:ext>
              </a:extLst>
            </p:cNvPr>
            <p:cNvSpPr/>
            <p:nvPr/>
          </p:nvSpPr>
          <p:spPr>
            <a:xfrm>
              <a:off x="3821203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7" name="正方形/長方形 806">
              <a:extLst>
                <a:ext uri="{FF2B5EF4-FFF2-40B4-BE49-F238E27FC236}">
                  <ns2:creationId id="{04627A08-6B83-AFEB-5513-AC28D79EDD1F}"/>
                </a:ext>
              </a:extLst>
            </p:cNvPr>
            <p:cNvSpPr/>
            <p:nvPr/>
          </p:nvSpPr>
          <p:spPr>
            <a:xfrm>
              <a:off x="3863070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8" name="正方形/長方形 807">
              <a:extLst>
                <a:ext uri="{FF2B5EF4-FFF2-40B4-BE49-F238E27FC236}">
                  <ns2:creationId id="{F85FB615-A49B-90B0-849C-304F657D463F}"/>
                </a:ext>
              </a:extLst>
            </p:cNvPr>
            <p:cNvSpPr/>
            <p:nvPr/>
          </p:nvSpPr>
          <p:spPr>
            <a:xfrm>
              <a:off x="3863070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09" name="正方形/長方形 808">
              <a:extLst>
                <a:ext uri="{FF2B5EF4-FFF2-40B4-BE49-F238E27FC236}">
                  <ns2:creationId id="{161A125F-8402-90FA-09F0-1A0054372830}"/>
                </a:ext>
              </a:extLst>
            </p:cNvPr>
            <p:cNvSpPr/>
            <p:nvPr/>
          </p:nvSpPr>
          <p:spPr>
            <a:xfrm>
              <a:off x="4040277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0" name="正方形/長方形 809">
              <a:extLst>
                <a:ext uri="{FF2B5EF4-FFF2-40B4-BE49-F238E27FC236}">
                  <ns2:creationId id="{B9A27EC6-38B2-3AB1-357D-CA7BABDE5493}"/>
                </a:ext>
              </a:extLst>
            </p:cNvPr>
            <p:cNvSpPr/>
            <p:nvPr/>
          </p:nvSpPr>
          <p:spPr>
            <a:xfrm>
              <a:off x="4027578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11" name="直線コネクタ 810">
              <a:extLst>
                <a:ext uri="{FF2B5EF4-FFF2-40B4-BE49-F238E27FC236}">
                  <ns2:creationId id="{5E07C92C-1321-4656-3A0B-FFE4ACBE19F8}"/>
                </a:ext>
              </a:extLst>
            </p:cNvPr>
            <p:cNvCxnSpPr/>
            <p:nvPr/>
          </p:nvCxnSpPr>
          <p:spPr>
            <a:xfrm>
              <a:off x="3834499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12" name="グループ化 811">
              <a:extLst>
                <a:ext uri="{FF2B5EF4-FFF2-40B4-BE49-F238E27FC236}">
                  <ns2:creationId id="{97A4581C-026E-7BFD-DD66-414581DF4B3E}"/>
                </a:ext>
              </a:extLst>
            </p:cNvPr>
            <p:cNvGrpSpPr/>
            <p:nvPr/>
          </p:nvGrpSpPr>
          <p:grpSpPr>
            <a:xfrm>
              <a:off x="5520422" y="5282396"/>
              <a:ext cx="199793" cy="421010"/>
              <a:chOff x="1666874" y="4022744"/>
              <a:chExt cx="199793" cy="421010"/>
            </a:xfrm>
          </p:grpSpPr>
          <p:sp>
            <p:nvSpPr>
              <p:cNvPr id="813" name="正方形/長方形 812">
                <a:extLst>
                  <a:ext uri="{FF2B5EF4-FFF2-40B4-BE49-F238E27FC236}">
                    <ns2:creationId id="{A75EB06A-4327-64E3-6B81-487609D772BE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4" name="正方形/長方形 813">
                <a:extLst>
                  <a:ext uri="{FF2B5EF4-FFF2-40B4-BE49-F238E27FC236}">
                    <ns2:creationId id="{774A875A-5CAE-7A28-D205-2EB049CE63DA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15" name="直線コネクタ 814">
              <a:extLst>
                <a:ext uri="{FF2B5EF4-FFF2-40B4-BE49-F238E27FC236}">
                  <ns2:creationId id="{395D8E55-22F3-5F4E-5C9D-6C85EC7FCCFE}"/>
                </a:ext>
              </a:extLst>
            </p:cNvPr>
            <p:cNvCxnSpPr>
              <a:cxnSpLocks/>
            </p:cNvCxnSpPr>
            <p:nvPr/>
          </p:nvCxnSpPr>
          <p:spPr>
            <a:xfrm>
              <a:off x="5491851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6" name="正方形/長方形 815">
              <a:extLst>
                <a:ext uri="{FF2B5EF4-FFF2-40B4-BE49-F238E27FC236}">
                  <ns2:creationId id="{F3ACBF64-9C3E-7DE8-0053-CEEC2AD82C13}"/>
                </a:ext>
              </a:extLst>
            </p:cNvPr>
            <p:cNvSpPr/>
            <p:nvPr/>
          </p:nvSpPr>
          <p:spPr>
            <a:xfrm>
              <a:off x="5482867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7" name="正方形/長方形 816">
              <a:extLst>
                <a:ext uri="{FF2B5EF4-FFF2-40B4-BE49-F238E27FC236}">
                  <ns2:creationId id="{4F0BE7E1-B1D7-20FB-38FA-A4C9335D9AD8}"/>
                </a:ext>
              </a:extLst>
            </p:cNvPr>
            <p:cNvSpPr/>
            <p:nvPr/>
          </p:nvSpPr>
          <p:spPr>
            <a:xfrm>
              <a:off x="5520422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8" name="正方形/長方形 817">
              <a:extLst>
                <a:ext uri="{FF2B5EF4-FFF2-40B4-BE49-F238E27FC236}">
                  <ns2:creationId id="{48EECC1A-24BE-D121-DF17-272F5A2FAD57}"/>
                </a:ext>
              </a:extLst>
            </p:cNvPr>
            <p:cNvSpPr/>
            <p:nvPr/>
          </p:nvSpPr>
          <p:spPr>
            <a:xfrm>
              <a:off x="5520422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19" name="正方形/長方形 818">
              <a:extLst>
                <a:ext uri="{FF2B5EF4-FFF2-40B4-BE49-F238E27FC236}">
                  <ns2:creationId id="{C7506B10-9FA6-3EE0-B21E-98AEF5D840CB}"/>
                </a:ext>
              </a:extLst>
            </p:cNvPr>
            <p:cNvSpPr/>
            <p:nvPr/>
          </p:nvSpPr>
          <p:spPr>
            <a:xfrm>
              <a:off x="5697629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0" name="正方形/長方形 819">
              <a:extLst>
                <a:ext uri="{FF2B5EF4-FFF2-40B4-BE49-F238E27FC236}">
                  <ns2:creationId id="{7D143E6A-8D63-784D-5F6F-293261F72BB1}"/>
                </a:ext>
              </a:extLst>
            </p:cNvPr>
            <p:cNvSpPr/>
            <p:nvPr/>
          </p:nvSpPr>
          <p:spPr>
            <a:xfrm>
              <a:off x="5684930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21" name="直線コネクタ 820">
              <a:extLst>
                <a:ext uri="{FF2B5EF4-FFF2-40B4-BE49-F238E27FC236}">
                  <ns2:creationId id="{98B3074D-D3C2-4A61-440B-3232D5A02E9B}"/>
                </a:ext>
              </a:extLst>
            </p:cNvPr>
            <p:cNvCxnSpPr/>
            <p:nvPr/>
          </p:nvCxnSpPr>
          <p:spPr>
            <a:xfrm>
              <a:off x="5491851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2" name="グループ化 821">
              <a:extLst>
                <a:ext uri="{FF2B5EF4-FFF2-40B4-BE49-F238E27FC236}">
                  <ns2:creationId id="{FC8424A0-1084-90E5-8FE9-F3592F0B01A8}"/>
                </a:ext>
              </a:extLst>
            </p:cNvPr>
            <p:cNvGrpSpPr/>
            <p:nvPr/>
          </p:nvGrpSpPr>
          <p:grpSpPr>
            <a:xfrm>
              <a:off x="7224575" y="5282396"/>
              <a:ext cx="199793" cy="421010"/>
              <a:chOff x="1666874" y="4022744"/>
              <a:chExt cx="199793" cy="421010"/>
            </a:xfrm>
          </p:grpSpPr>
          <p:sp>
            <p:nvSpPr>
              <p:cNvPr id="823" name="正方形/長方形 822">
                <a:extLst>
                  <a:ext uri="{FF2B5EF4-FFF2-40B4-BE49-F238E27FC236}">
                    <ns2:creationId id="{2E4D274F-12A7-D4A4-B32E-4629B0FD0439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4" name="正方形/長方形 823">
                <a:extLst>
                  <a:ext uri="{FF2B5EF4-FFF2-40B4-BE49-F238E27FC236}">
                    <ns2:creationId id="{F15D25DB-8CFD-0D40-1111-3DADA885ECC8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25" name="直線コネクタ 824">
              <a:extLst>
                <a:ext uri="{FF2B5EF4-FFF2-40B4-BE49-F238E27FC236}">
                  <ns2:creationId id="{5BD5F600-D418-80E9-F11D-3EA69D4ED22F}"/>
                </a:ext>
              </a:extLst>
            </p:cNvPr>
            <p:cNvCxnSpPr>
              <a:cxnSpLocks/>
            </p:cNvCxnSpPr>
            <p:nvPr/>
          </p:nvCxnSpPr>
          <p:spPr>
            <a:xfrm>
              <a:off x="7196004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6" name="正方形/長方形 825">
              <a:extLst>
                <a:ext uri="{FF2B5EF4-FFF2-40B4-BE49-F238E27FC236}">
                  <ns2:creationId id="{2001AF2D-15E9-E059-7B96-06162EC77299}"/>
                </a:ext>
              </a:extLst>
            </p:cNvPr>
            <p:cNvSpPr/>
            <p:nvPr/>
          </p:nvSpPr>
          <p:spPr>
            <a:xfrm>
              <a:off x="7187020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7" name="正方形/長方形 826">
              <a:extLst>
                <a:ext uri="{FF2B5EF4-FFF2-40B4-BE49-F238E27FC236}">
                  <ns2:creationId id="{E0B91B68-6C75-CD6D-A535-4156FCBA2D6E}"/>
                </a:ext>
              </a:extLst>
            </p:cNvPr>
            <p:cNvSpPr/>
            <p:nvPr/>
          </p:nvSpPr>
          <p:spPr>
            <a:xfrm>
              <a:off x="7224575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8" name="正方形/長方形 827">
              <a:extLst>
                <a:ext uri="{FF2B5EF4-FFF2-40B4-BE49-F238E27FC236}">
                  <ns2:creationId id="{4B62183E-7484-3024-5262-3B35C6439A3E}"/>
                </a:ext>
              </a:extLst>
            </p:cNvPr>
            <p:cNvSpPr/>
            <p:nvPr/>
          </p:nvSpPr>
          <p:spPr>
            <a:xfrm>
              <a:off x="7224575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29" name="正方形/長方形 828">
              <a:extLst>
                <a:ext uri="{FF2B5EF4-FFF2-40B4-BE49-F238E27FC236}">
                  <ns2:creationId id="{DADF269C-53B9-B18E-E750-DCE1E3C4D847}"/>
                </a:ext>
              </a:extLst>
            </p:cNvPr>
            <p:cNvSpPr/>
            <p:nvPr/>
          </p:nvSpPr>
          <p:spPr>
            <a:xfrm>
              <a:off x="7401782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0" name="正方形/長方形 829">
              <a:extLst>
                <a:ext uri="{FF2B5EF4-FFF2-40B4-BE49-F238E27FC236}">
                  <ns2:creationId id="{8252A332-AB6C-65DB-1E47-74404DB8DD4A}"/>
                </a:ext>
              </a:extLst>
            </p:cNvPr>
            <p:cNvSpPr/>
            <p:nvPr/>
          </p:nvSpPr>
          <p:spPr>
            <a:xfrm>
              <a:off x="7389083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31" name="直線コネクタ 830">
              <a:extLst>
                <a:ext uri="{FF2B5EF4-FFF2-40B4-BE49-F238E27FC236}">
                  <ns2:creationId id="{B2262C42-ED3C-EE69-679F-5D6DE69CC402}"/>
                </a:ext>
              </a:extLst>
            </p:cNvPr>
            <p:cNvCxnSpPr/>
            <p:nvPr/>
          </p:nvCxnSpPr>
          <p:spPr>
            <a:xfrm>
              <a:off x="7196004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32" name="グループ化 831">
              <a:extLst>
                <a:ext uri="{FF2B5EF4-FFF2-40B4-BE49-F238E27FC236}">
                  <ns2:creationId id="{A3ACB3CD-C5C5-C7AD-58EE-30E0806EFCF6}"/>
                </a:ext>
              </a:extLst>
            </p:cNvPr>
            <p:cNvGrpSpPr/>
            <p:nvPr/>
          </p:nvGrpSpPr>
          <p:grpSpPr>
            <a:xfrm>
              <a:off x="9000045" y="5282396"/>
              <a:ext cx="199793" cy="421010"/>
              <a:chOff x="1666874" y="4022744"/>
              <a:chExt cx="199793" cy="421010"/>
            </a:xfrm>
          </p:grpSpPr>
          <p:sp>
            <p:nvSpPr>
              <p:cNvPr id="833" name="正方形/長方形 832">
                <a:extLst>
                  <a:ext uri="{FF2B5EF4-FFF2-40B4-BE49-F238E27FC236}">
                    <ns2:creationId id="{3BEF19A7-D9B1-7C3B-69F3-BC6F0627A3B2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4" name="正方形/長方形 833">
                <a:extLst>
                  <a:ext uri="{FF2B5EF4-FFF2-40B4-BE49-F238E27FC236}">
                    <ns2:creationId id="{801225B8-1D24-1E84-3B79-B212AFD88A4F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35" name="直線コネクタ 834">
              <a:extLst>
                <a:ext uri="{FF2B5EF4-FFF2-40B4-BE49-F238E27FC236}">
                  <ns2:creationId id="{043074E2-FF67-AF03-E430-7472B6111CE4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74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6" name="正方形/長方形 835">
              <a:extLst>
                <a:ext uri="{FF2B5EF4-FFF2-40B4-BE49-F238E27FC236}">
                  <ns2:creationId id="{2EE7C6DB-2545-30F8-8FC3-5A093A127D40}"/>
                </a:ext>
              </a:extLst>
            </p:cNvPr>
            <p:cNvSpPr/>
            <p:nvPr/>
          </p:nvSpPr>
          <p:spPr>
            <a:xfrm>
              <a:off x="8962490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7" name="正方形/長方形 836">
              <a:extLst>
                <a:ext uri="{FF2B5EF4-FFF2-40B4-BE49-F238E27FC236}">
                  <ns2:creationId id="{23EBBA8C-D013-37DF-D459-4FB69395CE51}"/>
                </a:ext>
              </a:extLst>
            </p:cNvPr>
            <p:cNvSpPr/>
            <p:nvPr/>
          </p:nvSpPr>
          <p:spPr>
            <a:xfrm>
              <a:off x="9000045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8" name="正方形/長方形 837">
              <a:extLst>
                <a:ext uri="{FF2B5EF4-FFF2-40B4-BE49-F238E27FC236}">
                  <ns2:creationId id="{5F09443C-6EDA-D922-FE90-626A12615474}"/>
                </a:ext>
              </a:extLst>
            </p:cNvPr>
            <p:cNvSpPr/>
            <p:nvPr/>
          </p:nvSpPr>
          <p:spPr>
            <a:xfrm>
              <a:off x="9000045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39" name="正方形/長方形 838">
              <a:extLst>
                <a:ext uri="{FF2B5EF4-FFF2-40B4-BE49-F238E27FC236}">
                  <ns2:creationId id="{3500616F-1B59-CAE2-34F4-35B9C950E92A}"/>
                </a:ext>
              </a:extLst>
            </p:cNvPr>
            <p:cNvSpPr/>
            <p:nvPr/>
          </p:nvSpPr>
          <p:spPr>
            <a:xfrm>
              <a:off x="9177252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0" name="正方形/長方形 839">
              <a:extLst>
                <a:ext uri="{FF2B5EF4-FFF2-40B4-BE49-F238E27FC236}">
                  <ns2:creationId id="{7848B6B8-CEFC-8438-5F24-8868C9A9B29D}"/>
                </a:ext>
              </a:extLst>
            </p:cNvPr>
            <p:cNvSpPr/>
            <p:nvPr/>
          </p:nvSpPr>
          <p:spPr>
            <a:xfrm>
              <a:off x="9164553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41" name="直線コネクタ 840">
              <a:extLst>
                <a:ext uri="{FF2B5EF4-FFF2-40B4-BE49-F238E27FC236}">
                  <ns2:creationId id="{5C0796B9-020E-00BF-A029-CE3898497D32}"/>
                </a:ext>
              </a:extLst>
            </p:cNvPr>
            <p:cNvCxnSpPr/>
            <p:nvPr/>
          </p:nvCxnSpPr>
          <p:spPr>
            <a:xfrm>
              <a:off x="8971474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2" name="グループ化 841">
              <a:extLst>
                <a:ext uri="{FF2B5EF4-FFF2-40B4-BE49-F238E27FC236}">
                  <ns2:creationId id="{7D95073F-D7C0-E956-8C01-02DF4D72CD1F}"/>
                </a:ext>
              </a:extLst>
            </p:cNvPr>
            <p:cNvGrpSpPr/>
            <p:nvPr/>
          </p:nvGrpSpPr>
          <p:grpSpPr>
            <a:xfrm>
              <a:off x="10647867" y="5282396"/>
              <a:ext cx="199793" cy="421010"/>
              <a:chOff x="1666874" y="4022744"/>
              <a:chExt cx="199793" cy="421010"/>
            </a:xfrm>
          </p:grpSpPr>
          <p:sp>
            <p:nvSpPr>
              <p:cNvPr id="843" name="正方形/長方形 842">
                <a:extLst>
                  <a:ext uri="{FF2B5EF4-FFF2-40B4-BE49-F238E27FC236}">
                    <ns2:creationId id="{6F667B42-82EA-50E4-17A5-90074C480233}"/>
                  </a:ext>
                </a:extLst>
              </p:cNvPr>
              <p:cNvSpPr/>
              <p:nvPr/>
            </p:nvSpPr>
            <p:spPr>
              <a:xfrm>
                <a:off x="1666874" y="4022744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4" name="正方形/長方形 843">
                <a:extLst>
                  <a:ext uri="{FF2B5EF4-FFF2-40B4-BE49-F238E27FC236}">
                    <ns2:creationId id="{23942B1C-DEEE-DC4B-3949-0440365CAC0B}"/>
                  </a:ext>
                </a:extLst>
              </p:cNvPr>
              <p:cNvSpPr/>
              <p:nvPr/>
            </p:nvSpPr>
            <p:spPr>
              <a:xfrm>
                <a:off x="1666874" y="4246923"/>
                <a:ext cx="199793" cy="196831"/>
              </a:xfrm>
              <a:prstGeom prst="rect">
                <a:avLst/>
              </a:prstGeom>
              <a:solidFill>
                <a:srgbClr val="00953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45" name="直線コネクタ 844">
              <a:extLst>
                <a:ext uri="{FF2B5EF4-FFF2-40B4-BE49-F238E27FC236}">
                  <ns2:creationId id="{7D19E010-8954-D4D6-CCB2-15F9994B1C28}"/>
                </a:ext>
              </a:extLst>
            </p:cNvPr>
            <p:cNvCxnSpPr>
              <a:cxnSpLocks/>
            </p:cNvCxnSpPr>
            <p:nvPr/>
          </p:nvCxnSpPr>
          <p:spPr>
            <a:xfrm>
              <a:off x="10619296" y="5102094"/>
              <a:ext cx="0" cy="579710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6" name="正方形/長方形 845">
              <a:extLst>
                <a:ext uri="{FF2B5EF4-FFF2-40B4-BE49-F238E27FC236}">
                  <ns2:creationId id="{D9331EFC-F25C-EC33-ABCB-C84B303CC262}"/>
                </a:ext>
              </a:extLst>
            </p:cNvPr>
            <p:cNvSpPr/>
            <p:nvPr/>
          </p:nvSpPr>
          <p:spPr>
            <a:xfrm>
              <a:off x="10610312" y="5096140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7" name="正方形/長方形 846">
              <a:extLst>
                <a:ext uri="{FF2B5EF4-FFF2-40B4-BE49-F238E27FC236}">
                  <ns2:creationId id="{B6F6DF78-4DD7-4A0E-16A8-9B80E11D1EEF}"/>
                </a:ext>
              </a:extLst>
            </p:cNvPr>
            <p:cNvSpPr/>
            <p:nvPr/>
          </p:nvSpPr>
          <p:spPr>
            <a:xfrm>
              <a:off x="10647867" y="5717031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8" name="正方形/長方形 847">
              <a:extLst>
                <a:ext uri="{FF2B5EF4-FFF2-40B4-BE49-F238E27FC236}">
                  <ns2:creationId id="{309DEB92-8689-1DDF-9684-45E2EF87EE0D}"/>
                </a:ext>
              </a:extLst>
            </p:cNvPr>
            <p:cNvSpPr/>
            <p:nvPr/>
          </p:nvSpPr>
          <p:spPr>
            <a:xfrm>
              <a:off x="10647867" y="5941210"/>
              <a:ext cx="199793" cy="196831"/>
            </a:xfrm>
            <a:prstGeom prst="rect">
              <a:avLst/>
            </a:prstGeom>
            <a:solidFill>
              <a:srgbClr val="00953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9" name="正方形/長方形 848">
              <a:extLst>
                <a:ext uri="{FF2B5EF4-FFF2-40B4-BE49-F238E27FC236}">
                  <ns2:creationId id="{B6836E9B-5135-EDC7-5699-4B22B35CF7FA}"/>
                </a:ext>
              </a:extLst>
            </p:cNvPr>
            <p:cNvSpPr/>
            <p:nvPr/>
          </p:nvSpPr>
          <p:spPr>
            <a:xfrm>
              <a:off x="10825074" y="5738307"/>
              <a:ext cx="454620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0" name="正方形/長方形 849">
              <a:extLst>
                <a:ext uri="{FF2B5EF4-FFF2-40B4-BE49-F238E27FC236}">
                  <ns2:creationId id="{F8E2ECEC-0D63-2DAC-89AC-E7A510E8C071}"/>
                </a:ext>
              </a:extLst>
            </p:cNvPr>
            <p:cNvSpPr/>
            <p:nvPr/>
          </p:nvSpPr>
          <p:spPr>
            <a:xfrm>
              <a:off x="10812375" y="5962486"/>
              <a:ext cx="505418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51" name="直線コネクタ 850">
              <a:extLst>
                <a:ext uri="{FF2B5EF4-FFF2-40B4-BE49-F238E27FC236}">
                  <ns2:creationId id="{4C1A187F-59AF-B418-2921-0A31DAF31C5D}"/>
                </a:ext>
              </a:extLst>
            </p:cNvPr>
            <p:cNvCxnSpPr/>
            <p:nvPr/>
          </p:nvCxnSpPr>
          <p:spPr>
            <a:xfrm>
              <a:off x="10619296" y="5741183"/>
              <a:ext cx="0" cy="377806"/>
            </a:xfrm>
            <a:prstGeom prst="line">
              <a:avLst/>
            </a:prstGeom>
            <a:ln w="9525">
              <a:solidFill>
                <a:schemeClr val="accent2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2" name="直線コネクタ 851">
              <a:extLst>
                <a:ext uri="{FF2B5EF4-FFF2-40B4-BE49-F238E27FC236}">
                  <ns2:creationId id="{70DA4A27-5ABB-48B2-3FBB-EA91D0A676AA}"/>
                </a:ext>
              </a:extLst>
            </p:cNvPr>
            <p:cNvCxnSpPr>
              <a:cxnSpLocks/>
            </p:cNvCxnSpPr>
            <p:nvPr/>
          </p:nvCxnSpPr>
          <p:spPr>
            <a:xfrm>
              <a:off x="2510787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3" name="正方形/長方形 852">
              <a:extLst>
                <a:ext uri="{FF2B5EF4-FFF2-40B4-BE49-F238E27FC236}">
                  <ns2:creationId id="{A3B50C7D-9B2F-0803-15A7-0F8FD08B033E}"/>
                </a:ext>
              </a:extLst>
            </p:cNvPr>
            <p:cNvSpPr/>
            <p:nvPr/>
          </p:nvSpPr>
          <p:spPr>
            <a:xfrm>
              <a:off x="2467400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54" name="直線コネクタ 853">
              <a:extLst>
                <a:ext uri="{FF2B5EF4-FFF2-40B4-BE49-F238E27FC236}">
                  <ns2:creationId id="{7BA4A57D-7C3C-5677-A172-4A2D40ACDDE2}"/>
                </a:ext>
              </a:extLst>
            </p:cNvPr>
            <p:cNvCxnSpPr>
              <a:cxnSpLocks/>
            </p:cNvCxnSpPr>
            <p:nvPr/>
          </p:nvCxnSpPr>
          <p:spPr>
            <a:xfrm>
              <a:off x="2929885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8" name="正方形/長方形 857">
              <a:extLst>
                <a:ext uri="{FF2B5EF4-FFF2-40B4-BE49-F238E27FC236}">
                  <ns2:creationId id="{228A419C-EEC9-BC81-99DE-47577AA26ABB}"/>
                </a:ext>
              </a:extLst>
            </p:cNvPr>
            <p:cNvSpPr/>
            <p:nvPr/>
          </p:nvSpPr>
          <p:spPr>
            <a:xfrm>
              <a:off x="2943224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60" name="直線コネクタ 859">
              <a:extLst>
                <a:ext uri="{FF2B5EF4-FFF2-40B4-BE49-F238E27FC236}">
                  <ns2:creationId id="{FAC0867D-922F-4BF6-9607-FC9BF77FD252}"/>
                </a:ext>
              </a:extLst>
            </p:cNvPr>
            <p:cNvCxnSpPr>
              <a:cxnSpLocks/>
            </p:cNvCxnSpPr>
            <p:nvPr/>
          </p:nvCxnSpPr>
          <p:spPr>
            <a:xfrm>
              <a:off x="2929885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1" name="正方形/長方形 860">
              <a:extLst>
                <a:ext uri="{FF2B5EF4-FFF2-40B4-BE49-F238E27FC236}">
                  <ns2:creationId id="{2F0974E7-11B3-180D-D17D-E029E7063A00}"/>
                </a:ext>
              </a:extLst>
            </p:cNvPr>
            <p:cNvSpPr/>
            <p:nvPr/>
          </p:nvSpPr>
          <p:spPr>
            <a:xfrm>
              <a:off x="2914646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64" name="直線コネクタ 863">
              <a:extLst>
                <a:ext uri="{FF2B5EF4-FFF2-40B4-BE49-F238E27FC236}">
                  <ns2:creationId id="{91899021-70A4-1158-DD8C-47A971B30DD8}"/>
                </a:ext>
              </a:extLst>
            </p:cNvPr>
            <p:cNvCxnSpPr/>
            <p:nvPr/>
          </p:nvCxnSpPr>
          <p:spPr>
            <a:xfrm>
              <a:off x="3773534" y="5102094"/>
              <a:ext cx="0" cy="1014344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72" name="グループ化 871">
              <a:extLst>
                <a:ext uri="{FF2B5EF4-FFF2-40B4-BE49-F238E27FC236}">
                  <ns2:creationId id="{6581E9D4-764A-47A9-05E8-C811FB26E7B0}"/>
                </a:ext>
              </a:extLst>
            </p:cNvPr>
            <p:cNvGrpSpPr/>
            <p:nvPr/>
          </p:nvGrpSpPr>
          <p:grpSpPr>
            <a:xfrm>
              <a:off x="3577443" y="6123177"/>
              <a:ext cx="1026947" cy="185350"/>
              <a:chOff x="3577443" y="6113652"/>
              <a:chExt cx="1026947" cy="185350"/>
            </a:xfrm>
          </p:grpSpPr>
          <p:sp>
            <p:nvSpPr>
              <p:cNvPr id="865" name="正方形/長方形 864">
                <a:extLst>
                  <a:ext uri="{FF2B5EF4-FFF2-40B4-BE49-F238E27FC236}">
                    <ns2:creationId id="{1532C6DD-838C-F7FC-6E35-4CA19468B9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77443" y="6152327"/>
                <a:ext cx="108000" cy="108000"/>
              </a:xfrm>
              <a:prstGeom prst="rect">
                <a:avLst/>
              </a:prstGeom>
              <a:solidFill>
                <a:schemeClr val="tx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6" name="正方形/長方形 865">
                <a:extLst>
                  <a:ext uri="{FF2B5EF4-FFF2-40B4-BE49-F238E27FC236}">
                    <ns2:creationId id="{4FB8FE14-FD87-4935-2A5C-A12EE62D9BBF}"/>
                  </a:ext>
                </a:extLst>
              </p:cNvPr>
              <p:cNvSpPr/>
              <p:nvPr/>
            </p:nvSpPr>
            <p:spPr>
              <a:xfrm>
                <a:off x="3650144" y="6113652"/>
                <a:ext cx="954246" cy="18535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zh-TW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kumimoji="1" lang="zh-TW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870" name="直線コネクタ 869">
              <a:extLst>
                <a:ext uri="{FF2B5EF4-FFF2-40B4-BE49-F238E27FC236}">
                  <ns2:creationId id="{AD7B6F9B-4C0F-FA70-A225-C47A4DE0A2C3}"/>
                </a:ext>
              </a:extLst>
            </p:cNvPr>
            <p:cNvCxnSpPr>
              <a:cxnSpLocks/>
            </p:cNvCxnSpPr>
            <p:nvPr/>
          </p:nvCxnSpPr>
          <p:spPr>
            <a:xfrm>
              <a:off x="4224207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3" name="直線コネクタ 872">
              <a:extLst>
                <a:ext uri="{FF2B5EF4-FFF2-40B4-BE49-F238E27FC236}">
                  <ns2:creationId id="{CFEDBD4B-21F9-F2D6-2C6C-73C654644C35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4" name="正方形/長方形 873">
              <a:extLst>
                <a:ext uri="{FF2B5EF4-FFF2-40B4-BE49-F238E27FC236}">
                  <ns2:creationId id="{1D220EA9-8F69-EABC-ACFE-51892211A1CA}"/>
                </a:ext>
              </a:extLst>
            </p:cNvPr>
            <p:cNvSpPr/>
            <p:nvPr/>
          </p:nvSpPr>
          <p:spPr>
            <a:xfrm>
              <a:off x="4649643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76" name="直線コネクタ 875">
              <a:extLst>
                <a:ext uri="{FF2B5EF4-FFF2-40B4-BE49-F238E27FC236}">
                  <ns2:creationId id="{4773B781-EFA8-6778-3BAA-921832A48C00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7" name="正方形/長方形 876">
              <a:extLst>
                <a:ext uri="{FF2B5EF4-FFF2-40B4-BE49-F238E27FC236}">
                  <ns2:creationId id="{FAE35902-9E5B-5639-88D8-26EE9FAD6524}"/>
                </a:ext>
              </a:extLst>
            </p:cNvPr>
            <p:cNvSpPr/>
            <p:nvPr/>
          </p:nvSpPr>
          <p:spPr>
            <a:xfrm>
              <a:off x="4624567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78" name="直線コネクタ 877">
              <a:extLst>
                <a:ext uri="{FF2B5EF4-FFF2-40B4-BE49-F238E27FC236}">
                  <ns2:creationId id="{8D9A22E0-C9DD-CAAA-36FC-8D396DCB7AF5}"/>
                </a:ext>
              </a:extLst>
            </p:cNvPr>
            <p:cNvCxnSpPr>
              <a:cxnSpLocks/>
            </p:cNvCxnSpPr>
            <p:nvPr/>
          </p:nvCxnSpPr>
          <p:spPr>
            <a:xfrm>
              <a:off x="5931203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9" name="正方形/長方形 878">
              <a:extLst>
                <a:ext uri="{FF2B5EF4-FFF2-40B4-BE49-F238E27FC236}">
                  <ns2:creationId id="{D017B0A2-0050-8154-10A1-D4C1F9497DCD}"/>
                </a:ext>
              </a:extLst>
            </p:cNvPr>
            <p:cNvSpPr/>
            <p:nvPr/>
          </p:nvSpPr>
          <p:spPr>
            <a:xfrm>
              <a:off x="5887816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80" name="直線コネクタ 879">
              <a:extLst>
                <a:ext uri="{FF2B5EF4-FFF2-40B4-BE49-F238E27FC236}">
                  <ns2:creationId id="{9C90169A-64C9-9FAC-C61D-E7EBA8E61A8B}"/>
                </a:ext>
              </a:extLst>
            </p:cNvPr>
            <p:cNvCxnSpPr>
              <a:cxnSpLocks/>
            </p:cNvCxnSpPr>
            <p:nvPr/>
          </p:nvCxnSpPr>
          <p:spPr>
            <a:xfrm>
              <a:off x="6361828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1" name="正方形/長方形 880">
              <a:extLst>
                <a:ext uri="{FF2B5EF4-FFF2-40B4-BE49-F238E27FC236}">
                  <ns2:creationId id="{DC0216F0-0063-832D-6FF2-B0489FA84BE7}"/>
                </a:ext>
              </a:extLst>
            </p:cNvPr>
            <p:cNvSpPr/>
            <p:nvPr/>
          </p:nvSpPr>
          <p:spPr>
            <a:xfrm>
              <a:off x="6375167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82" name="直線コネクタ 881">
              <a:extLst>
                <a:ext uri="{FF2B5EF4-FFF2-40B4-BE49-F238E27FC236}">
                  <ns2:creationId id="{BF5AD63A-4B78-4513-9BB7-D6287BA7D85A}"/>
                </a:ext>
              </a:extLst>
            </p:cNvPr>
            <p:cNvCxnSpPr>
              <a:cxnSpLocks/>
            </p:cNvCxnSpPr>
            <p:nvPr/>
          </p:nvCxnSpPr>
          <p:spPr>
            <a:xfrm>
              <a:off x="6365330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3" name="正方形/長方形 882">
              <a:extLst>
                <a:ext uri="{FF2B5EF4-FFF2-40B4-BE49-F238E27FC236}">
                  <ns2:creationId id="{C93D6594-9A30-D50A-5E15-D0B98359578A}"/>
                </a:ext>
              </a:extLst>
            </p:cNvPr>
            <p:cNvSpPr/>
            <p:nvPr/>
          </p:nvSpPr>
          <p:spPr>
            <a:xfrm>
              <a:off x="6350091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84" name="直線コネクタ 883">
              <a:extLst>
                <a:ext uri="{FF2B5EF4-FFF2-40B4-BE49-F238E27FC236}">
                  <ns2:creationId id="{96673956-4F6E-7BB3-8A7B-98528C451B41}"/>
                </a:ext>
              </a:extLst>
            </p:cNvPr>
            <p:cNvCxnSpPr>
              <a:cxnSpLocks/>
            </p:cNvCxnSpPr>
            <p:nvPr/>
          </p:nvCxnSpPr>
          <p:spPr>
            <a:xfrm>
              <a:off x="7686855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5" name="正方形/長方形 884">
              <a:extLst>
                <a:ext uri="{FF2B5EF4-FFF2-40B4-BE49-F238E27FC236}">
                  <ns2:creationId id="{183E77DD-1A3A-3918-0BA2-BE21ABB5CDE8}"/>
                </a:ext>
              </a:extLst>
            </p:cNvPr>
            <p:cNvSpPr/>
            <p:nvPr/>
          </p:nvSpPr>
          <p:spPr>
            <a:xfrm>
              <a:off x="7647278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86" name="直線コネクタ 885">
              <a:extLst>
                <a:ext uri="{FF2B5EF4-FFF2-40B4-BE49-F238E27FC236}">
                  <ns2:creationId id="{720DD615-0F71-1AA9-FE72-4505D357A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64140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7" name="正方形/長方形 886">
              <a:extLst>
                <a:ext uri="{FF2B5EF4-FFF2-40B4-BE49-F238E27FC236}">
                  <ns2:creationId id="{96612E58-42C9-E937-9A0F-062C717EEF01}"/>
                </a:ext>
              </a:extLst>
            </p:cNvPr>
            <p:cNvSpPr/>
            <p:nvPr/>
          </p:nvSpPr>
          <p:spPr>
            <a:xfrm>
              <a:off x="8077479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88" name="直線コネクタ 887">
              <a:extLst>
                <a:ext uri="{FF2B5EF4-FFF2-40B4-BE49-F238E27FC236}">
                  <ns2:creationId id="{E0992615-187A-46EE-7B99-2EFE4B3FABE5}"/>
                </a:ext>
              </a:extLst>
            </p:cNvPr>
            <p:cNvCxnSpPr>
              <a:cxnSpLocks/>
            </p:cNvCxnSpPr>
            <p:nvPr/>
          </p:nvCxnSpPr>
          <p:spPr>
            <a:xfrm>
              <a:off x="8067642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9" name="正方形/長方形 888">
              <a:extLst>
                <a:ext uri="{FF2B5EF4-FFF2-40B4-BE49-F238E27FC236}">
                  <ns2:creationId id="{DA9A4716-8B40-CC57-701D-18FE39A4682E}"/>
                </a:ext>
              </a:extLst>
            </p:cNvPr>
            <p:cNvSpPr/>
            <p:nvPr/>
          </p:nvSpPr>
          <p:spPr>
            <a:xfrm>
              <a:off x="8052403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90" name="直線コネクタ 889">
              <a:extLst>
                <a:ext uri="{FF2B5EF4-FFF2-40B4-BE49-F238E27FC236}">
                  <ns2:creationId id="{CD743095-3EB1-A116-DC81-D6ACD9F5AAD7}"/>
                </a:ext>
              </a:extLst>
            </p:cNvPr>
            <p:cNvCxnSpPr>
              <a:cxnSpLocks/>
            </p:cNvCxnSpPr>
            <p:nvPr/>
          </p:nvCxnSpPr>
          <p:spPr>
            <a:xfrm>
              <a:off x="9353672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1" name="正方形/長方形 890">
              <a:extLst>
                <a:ext uri="{FF2B5EF4-FFF2-40B4-BE49-F238E27FC236}">
                  <ns2:creationId id="{117FC88C-E56A-0C6B-CA57-DB4F05EE4505}"/>
                </a:ext>
              </a:extLst>
            </p:cNvPr>
            <p:cNvSpPr/>
            <p:nvPr/>
          </p:nvSpPr>
          <p:spPr>
            <a:xfrm>
              <a:off x="9310285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92" name="直線コネクタ 891">
              <a:extLst>
                <a:ext uri="{FF2B5EF4-FFF2-40B4-BE49-F238E27FC236}">
                  <ns2:creationId id="{0482EF78-D3EB-D68C-0170-63BCB0F72159}"/>
                </a:ext>
              </a:extLst>
            </p:cNvPr>
            <p:cNvCxnSpPr>
              <a:cxnSpLocks/>
            </p:cNvCxnSpPr>
            <p:nvPr/>
          </p:nvCxnSpPr>
          <p:spPr>
            <a:xfrm>
              <a:off x="9784297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3" name="正方形/長方形 892">
              <a:extLst>
                <a:ext uri="{FF2B5EF4-FFF2-40B4-BE49-F238E27FC236}">
                  <ns2:creationId id="{97B41F7C-AA92-3917-1D8D-620AF3307FDC}"/>
                </a:ext>
              </a:extLst>
            </p:cNvPr>
            <p:cNvSpPr/>
            <p:nvPr/>
          </p:nvSpPr>
          <p:spPr>
            <a:xfrm>
              <a:off x="9797636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94" name="直線コネクタ 893">
              <a:extLst>
                <a:ext uri="{FF2B5EF4-FFF2-40B4-BE49-F238E27FC236}">
                  <ns2:creationId id="{2C8DB1DA-5855-E8B4-6E69-1366510AA3FF}"/>
                </a:ext>
              </a:extLst>
            </p:cNvPr>
            <p:cNvCxnSpPr>
              <a:cxnSpLocks/>
            </p:cNvCxnSpPr>
            <p:nvPr/>
          </p:nvCxnSpPr>
          <p:spPr>
            <a:xfrm>
              <a:off x="9787799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5" name="正方形/長方形 894">
              <a:extLst>
                <a:ext uri="{FF2B5EF4-FFF2-40B4-BE49-F238E27FC236}">
                  <ns2:creationId id="{D41819AC-3BCC-C198-A50A-BFDDE1FE41AD}"/>
                </a:ext>
              </a:extLst>
            </p:cNvPr>
            <p:cNvSpPr/>
            <p:nvPr/>
          </p:nvSpPr>
          <p:spPr>
            <a:xfrm>
              <a:off x="9772560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96" name="直線コネクタ 895">
              <a:extLst>
                <a:ext uri="{FF2B5EF4-FFF2-40B4-BE49-F238E27FC236}">
                  <ns2:creationId id="{52D70841-2874-1767-63A7-19284740938E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289" y="5303998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7" name="正方形/長方形 896">
              <a:extLst>
                <a:ext uri="{FF2B5EF4-FFF2-40B4-BE49-F238E27FC236}">
                  <ns2:creationId id="{D177A0ED-FB31-DA6D-10DE-898E943E8FA6}"/>
                </a:ext>
              </a:extLst>
            </p:cNvPr>
            <p:cNvSpPr/>
            <p:nvPr/>
          </p:nvSpPr>
          <p:spPr>
            <a:xfrm>
              <a:off x="11013900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98" name="直線コネクタ 897">
              <a:extLst>
                <a:ext uri="{FF2B5EF4-FFF2-40B4-BE49-F238E27FC236}">
                  <ns2:creationId id="{A394702E-E8C0-4103-FBE5-D8E8CE8EFA98}"/>
                </a:ext>
              </a:extLst>
            </p:cNvPr>
            <p:cNvCxnSpPr>
              <a:cxnSpLocks/>
            </p:cNvCxnSpPr>
            <p:nvPr/>
          </p:nvCxnSpPr>
          <p:spPr>
            <a:xfrm>
              <a:off x="11487912" y="5101254"/>
              <a:ext cx="0" cy="1440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9" name="正方形/長方形 898">
              <a:extLst>
                <a:ext uri="{FF2B5EF4-FFF2-40B4-BE49-F238E27FC236}">
                  <ns2:creationId id="{601384FF-BE9E-B4D9-01DF-7068D5F8200A}"/>
                </a:ext>
              </a:extLst>
            </p:cNvPr>
            <p:cNvSpPr/>
            <p:nvPr/>
          </p:nvSpPr>
          <p:spPr>
            <a:xfrm>
              <a:off x="11501251" y="5096140"/>
              <a:ext cx="362273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00" name="直線コネクタ 899">
              <a:extLst>
                <a:ext uri="{FF2B5EF4-FFF2-40B4-BE49-F238E27FC236}">
                  <ns2:creationId id="{E9031B57-77D9-E191-9248-8FD930C53CD6}"/>
                </a:ext>
              </a:extLst>
            </p:cNvPr>
            <p:cNvCxnSpPr>
              <a:cxnSpLocks/>
            </p:cNvCxnSpPr>
            <p:nvPr/>
          </p:nvCxnSpPr>
          <p:spPr>
            <a:xfrm>
              <a:off x="11491414" y="5738632"/>
              <a:ext cx="0" cy="377806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1" name="正方形/長方形 900">
              <a:extLst>
                <a:ext uri="{FF2B5EF4-FFF2-40B4-BE49-F238E27FC236}">
                  <ns2:creationId id="{467893FE-2087-1467-A374-C799B1B6E287}"/>
                </a:ext>
              </a:extLst>
            </p:cNvPr>
            <p:cNvSpPr/>
            <p:nvPr/>
          </p:nvSpPr>
          <p:spPr>
            <a:xfrm>
              <a:off x="11476175" y="5850397"/>
              <a:ext cx="407632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02" name="直線コネクタ 901">
              <a:extLst>
                <a:ext uri="{FF2B5EF4-FFF2-40B4-BE49-F238E27FC236}">
                  <ns2:creationId id="{D337AAC2-DB2C-267E-B4E3-12DAFB8229D1}"/>
                </a:ext>
              </a:extLst>
            </p:cNvPr>
            <p:cNvCxnSpPr/>
            <p:nvPr/>
          </p:nvCxnSpPr>
          <p:spPr>
            <a:xfrm>
              <a:off x="8917033" y="5102094"/>
              <a:ext cx="0" cy="1014344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3" name="グループ化 902">
              <a:extLst>
                <a:ext uri="{FF2B5EF4-FFF2-40B4-BE49-F238E27FC236}">
                  <ns2:creationId id="{B085791E-C3BB-78E8-4868-42F4ADA92CC3}"/>
                </a:ext>
              </a:extLst>
            </p:cNvPr>
            <p:cNvGrpSpPr/>
            <p:nvPr/>
          </p:nvGrpSpPr>
          <p:grpSpPr>
            <a:xfrm>
              <a:off x="8882476" y="6123177"/>
              <a:ext cx="951695" cy="185350"/>
              <a:chOff x="3577443" y="6113652"/>
              <a:chExt cx="951695" cy="185350"/>
            </a:xfrm>
          </p:grpSpPr>
          <p:sp>
            <p:nvSpPr>
              <p:cNvPr id="904" name="正方形/長方形 903">
                <a:extLst>
                  <a:ext uri="{FF2B5EF4-FFF2-40B4-BE49-F238E27FC236}">
                    <ns2:creationId id="{C4DC6C51-C9D3-A341-8536-1807A7CEA35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77443" y="6152327"/>
                <a:ext cx="108000" cy="108000"/>
              </a:xfrm>
              <a:prstGeom prst="rect">
                <a:avLst/>
              </a:prstGeom>
              <a:solidFill>
                <a:schemeClr val="tx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05" name="正方形/長方形 904">
                <a:extLst>
                  <a:ext uri="{FF2B5EF4-FFF2-40B4-BE49-F238E27FC236}">
                    <ns2:creationId id="{9E182699-B4A6-7E19-60C9-044E6AAE2198}"/>
                  </a:ext>
                </a:extLst>
              </p:cNvPr>
              <p:cNvSpPr/>
              <p:nvPr/>
            </p:nvSpPr>
            <p:spPr>
              <a:xfrm>
                <a:off x="3650144" y="6113652"/>
                <a:ext cx="878994" cy="18535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2" name="グループ化 31">
              <a:extLst>
                <a:ext uri="{FF2B5EF4-FFF2-40B4-BE49-F238E27FC236}">
                  <ns2:creationId id="{6AA26EA7-4077-9936-7457-D725EA788F7B}"/>
                </a:ext>
              </a:extLst>
            </p:cNvPr>
            <p:cNvGrpSpPr/>
            <p:nvPr/>
          </p:nvGrpSpPr>
          <p:grpSpPr>
            <a:xfrm>
              <a:off x="658502" y="4845608"/>
              <a:ext cx="582914" cy="199990"/>
              <a:chOff x="658502" y="4845608"/>
              <a:chExt cx="582914" cy="199990"/>
            </a:xfrm>
          </p:grpSpPr>
          <p:cxnSp>
            <p:nvCxnSpPr>
              <p:cNvPr id="7" name="直線コネクタ 6">
                <a:extLst>
                  <a:ext uri="{FF2B5EF4-FFF2-40B4-BE49-F238E27FC236}">
                    <ns2:creationId id="{472DD5B3-D6BC-291D-0629-F2E76346D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正方形/長方形 9">
                <a:extLst>
                  <a:ext uri="{FF2B5EF4-FFF2-40B4-BE49-F238E27FC236}">
                    <ns2:creationId id="{F80189E5-02E3-6F9F-57DA-81D1BBF10F0E}"/>
                  </a:ext>
                </a:extLst>
              </p:cNvPr>
              <p:cNvSpPr/>
              <p:nvPr/>
            </p:nvSpPr>
            <p:spPr>
              <a:xfrm>
                <a:off x="839745" y="4845608"/>
                <a:ext cx="4016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9046626A-69DD-E332-609F-9600D9716EEE}"/>
                </a:ext>
              </a:extLst>
            </p:cNvPr>
            <p:cNvGrpSpPr/>
            <p:nvPr/>
          </p:nvGrpSpPr>
          <p:grpSpPr>
            <a:xfrm>
              <a:off x="1233121" y="4845608"/>
              <a:ext cx="538191" cy="199990"/>
              <a:chOff x="1371240" y="4845608"/>
              <a:chExt cx="538191" cy="199990"/>
            </a:xfrm>
          </p:grpSpPr>
          <p:cxnSp>
            <p:nvCxnSpPr>
              <p:cNvPr id="13" name="直線コネクタ 12">
                <a:extLst>
                  <a:ext uri="{FF2B5EF4-FFF2-40B4-BE49-F238E27FC236}">
                    <ns2:creationId id="{7F9F2FE1-08CD-F704-C8C3-21F614D3A4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1240" y="4945603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ns2:creationId id="{89C9FAAC-6494-4842-D1AF-BC9E7C307B91}"/>
                  </a:ext>
                </a:extLst>
              </p:cNvPr>
              <p:cNvSpPr/>
              <p:nvPr/>
            </p:nvSpPr>
            <p:spPr>
              <a:xfrm>
                <a:off x="1576298" y="4845608"/>
                <a:ext cx="3331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ns2:creationId id="{AD34CD00-00D7-2898-286A-6F35334A08D3}"/>
                </a:ext>
              </a:extLst>
            </p:cNvPr>
            <p:cNvGrpSpPr/>
            <p:nvPr/>
          </p:nvGrpSpPr>
          <p:grpSpPr>
            <a:xfrm>
              <a:off x="658502" y="6101029"/>
              <a:ext cx="989314" cy="199990"/>
              <a:chOff x="658502" y="6101029"/>
              <a:chExt cx="989314" cy="199990"/>
            </a:xfrm>
          </p:grpSpPr>
          <p:cxnSp>
            <p:nvCxnSpPr>
              <p:cNvPr id="26" name="直線コネクタ 25">
                <a:extLst>
                  <a:ext uri="{FF2B5EF4-FFF2-40B4-BE49-F238E27FC236}">
                    <ns2:creationId id="{51C2812C-E586-41B6-9DF7-36AEE872D4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502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2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正方形/長方形 26">
                <a:extLst>
                  <a:ext uri="{FF2B5EF4-FFF2-40B4-BE49-F238E27FC236}">
                    <ns2:creationId id="{7D6971B0-BFE9-6FA8-49C4-5A3BBD6BDE74}"/>
                  </a:ext>
                </a:extLst>
              </p:cNvPr>
              <p:cNvSpPr/>
              <p:nvPr/>
            </p:nvSpPr>
            <p:spPr>
              <a:xfrm>
                <a:off x="839745" y="6101029"/>
                <a:ext cx="808071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ns2:creationId id="{C628DF7C-BD83-663A-A514-094A8C280CA7}"/>
                </a:ext>
              </a:extLst>
            </p:cNvPr>
            <p:cNvGrpSpPr/>
            <p:nvPr/>
          </p:nvGrpSpPr>
          <p:grpSpPr>
            <a:xfrm>
              <a:off x="1623266" y="6101029"/>
              <a:ext cx="1282724" cy="199990"/>
              <a:chOff x="1794720" y="6101029"/>
              <a:chExt cx="1282724" cy="199990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1777EA15-0B34-8428-AA3B-C5D4200719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4720" y="6201024"/>
                <a:ext cx="252000" cy="0"/>
              </a:xfrm>
              <a:prstGeom prst="line">
                <a:avLst/>
              </a:prstGeom>
              <a:ln w="9525">
                <a:solidFill>
                  <a:schemeClr val="accent1"/>
                </a:solidFill>
                <a:headEnd type="oval" w="sm" len="sm"/>
                <a:tailEnd type="oval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正方形/長方形 30">
                <a:extLst>
                  <a:ext uri="{FF2B5EF4-FFF2-40B4-BE49-F238E27FC236}">
                    <ns2:creationId id="{543F3405-9728-AB74-0D94-23DA4ED40A2F}"/>
                  </a:ext>
                </a:extLst>
              </p:cNvPr>
              <p:cNvSpPr/>
              <p:nvPr/>
            </p:nvSpPr>
            <p:spPr>
              <a:xfrm>
                <a:off x="1956911" y="6101029"/>
                <a:ext cx="1120533" cy="19999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ns2:creationId id="{BBE969F2-BE44-42E1-D544-568A3A89E0EE}"/>
                </a:ext>
              </a:extLst>
            </p:cNvPr>
            <p:cNvSpPr/>
            <p:nvPr/>
          </p:nvSpPr>
          <p:spPr>
            <a:xfrm>
              <a:off x="7361215" y="3608024"/>
              <a:ext cx="645468" cy="18535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E39C2519-DDA7-AF24-C179-FA26B6D37843}"/>
                </a:ext>
              </a:extLst>
            </p:cNvPr>
            <p:cNvGrpSpPr/>
            <p:nvPr/>
          </p:nvGrpSpPr>
          <p:grpSpPr>
            <a:xfrm>
              <a:off x="4661036" y="4022199"/>
              <a:ext cx="361490" cy="630514"/>
              <a:chOff x="4629450" y="4179248"/>
              <a:chExt cx="361490" cy="630514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50E618B7-13F2-6DB3-6059-02FF8A857FF7}"/>
                  </a:ext>
                </a:extLst>
              </p:cNvPr>
              <p:cNvSpPr/>
              <p:nvPr/>
            </p:nvSpPr>
            <p:spPr>
              <a:xfrm>
                <a:off x="4629450" y="4317984"/>
                <a:ext cx="361490" cy="49177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it-IT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6" name="楕円 65">
                <a:extLst>
                  <a:ext uri="{FF2B5EF4-FFF2-40B4-BE49-F238E27FC236}">
                    <ns2:creationId id="{34C1E1BE-CB33-F2BD-6273-07389A822F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29450" y="4179248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7" name="グループ化 66">
              <a:extLst>
                <a:ext uri="{FF2B5EF4-FFF2-40B4-BE49-F238E27FC236}">
                  <ns2:creationId id="{280BA40B-8D3F-A2A0-A277-B2D4BA0280B9}"/>
                </a:ext>
              </a:extLst>
            </p:cNvPr>
            <p:cNvGrpSpPr/>
            <p:nvPr/>
          </p:nvGrpSpPr>
          <p:grpSpPr>
            <a:xfrm>
              <a:off x="8103934" y="4089579"/>
              <a:ext cx="361490" cy="495754"/>
              <a:chOff x="4629450" y="4179248"/>
              <a:chExt cx="361490" cy="495754"/>
            </a:xfrm>
          </p:grpSpPr>
          <p:sp>
            <p:nvSpPr>
              <p:cNvPr id="68" name="正方形/長方形 67">
                <a:extLst>
                  <a:ext uri="{FF2B5EF4-FFF2-40B4-BE49-F238E27FC236}">
                    <ns2:creationId id="{A7457A1E-CA38-66B9-78EF-9D797CFF5912}"/>
                  </a:ext>
                </a:extLst>
              </p:cNvPr>
              <p:cNvSpPr/>
              <p:nvPr/>
            </p:nvSpPr>
            <p:spPr>
              <a:xfrm>
                <a:off x="4629450" y="4317984"/>
                <a:ext cx="361490" cy="3570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it-IT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楕円 68">
                <a:extLst>
                  <a:ext uri="{FF2B5EF4-FFF2-40B4-BE49-F238E27FC236}">
                    <ns2:creationId id="{DAEEB4E4-C5A6-0E26-10CC-5DFAF78F13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29450" y="4179248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3" name="グループ化 92">
              <a:extLst>
                <a:ext uri="{FF2B5EF4-FFF2-40B4-BE49-F238E27FC236}">
                  <ns2:creationId id="{0E393CD7-09BC-6A79-9E65-6C4E6E657136}"/>
                </a:ext>
              </a:extLst>
            </p:cNvPr>
            <p:cNvGrpSpPr/>
            <p:nvPr/>
          </p:nvGrpSpPr>
          <p:grpSpPr>
            <a:xfrm>
              <a:off x="9828786" y="4089578"/>
              <a:ext cx="361490" cy="714736"/>
              <a:chOff x="9828786" y="4089578"/>
              <a:chExt cx="361490" cy="714736"/>
            </a:xfrm>
          </p:grpSpPr>
          <p:sp>
            <p:nvSpPr>
              <p:cNvPr id="71" name="正方形/長方形 70">
                <a:extLst>
                  <a:ext uri="{FF2B5EF4-FFF2-40B4-BE49-F238E27FC236}">
                    <ns2:creationId id="{8F26C4CD-7E09-5037-E345-91E7B6E285E8}"/>
                  </a:ext>
                </a:extLst>
              </p:cNvPr>
              <p:cNvSpPr/>
              <p:nvPr/>
            </p:nvSpPr>
            <p:spPr>
              <a:xfrm>
                <a:off x="9828786" y="4228314"/>
                <a:ext cx="361490" cy="576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it-IT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楕円 71">
                <a:extLst>
                  <a:ext uri="{FF2B5EF4-FFF2-40B4-BE49-F238E27FC236}">
                    <ns2:creationId id="{65EE8E19-354B-52E6-388A-9166985A6C8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28786" y="4089578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3" name="グループ化 72">
              <a:extLst>
                <a:ext uri="{FF2B5EF4-FFF2-40B4-BE49-F238E27FC236}">
                  <ns2:creationId id="{9207B9F7-EAF0-F1B3-E7DC-F3CE733B10D0}"/>
                </a:ext>
              </a:extLst>
            </p:cNvPr>
            <p:cNvGrpSpPr/>
            <p:nvPr/>
          </p:nvGrpSpPr>
          <p:grpSpPr>
            <a:xfrm>
              <a:off x="11083887" y="3842441"/>
              <a:ext cx="949821" cy="185350"/>
              <a:chOff x="4629450" y="4862569"/>
              <a:chExt cx="949821" cy="185350"/>
            </a:xfrm>
          </p:grpSpPr>
          <p:sp>
            <p:nvSpPr>
              <p:cNvPr id="74" name="正方形/長方形 73">
                <a:extLst>
                  <a:ext uri="{FF2B5EF4-FFF2-40B4-BE49-F238E27FC236}">
                    <ns2:creationId id="{DEB3A63D-0E33-35AA-FEDE-C7F5C75A0EA5}"/>
                  </a:ext>
                </a:extLst>
              </p:cNvPr>
              <p:cNvSpPr/>
              <p:nvPr/>
            </p:nvSpPr>
            <p:spPr>
              <a:xfrm>
                <a:off x="4732174" y="4862569"/>
                <a:ext cx="847097" cy="18535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it-IT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it-IT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楕円 74">
                <a:extLst>
                  <a:ext uri="{FF2B5EF4-FFF2-40B4-BE49-F238E27FC236}">
                    <ns2:creationId id="{459B6D4F-AA64-2033-9BEC-4F5B592CC5A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29450" y="4901244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76" name="正方形/長方形 75">
              <a:extLst>
                <a:ext uri="{FF2B5EF4-FFF2-40B4-BE49-F238E27FC236}">
                  <ns2:creationId id="{4BE84B3A-94E5-20B0-5E8B-1EDA7373AA9C}"/>
                </a:ext>
              </a:extLst>
            </p:cNvPr>
            <p:cNvSpPr/>
            <p:nvPr/>
          </p:nvSpPr>
          <p:spPr>
            <a:xfrm>
              <a:off x="4171482" y="5415762"/>
              <a:ext cx="783714" cy="1542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9" name="直線コネクタ 78">
              <a:extLst>
                <a:ext uri="{FF2B5EF4-FFF2-40B4-BE49-F238E27FC236}">
                  <ns2:creationId id="{89E56FBE-8C5D-F016-3E7E-9979AD470A2B}"/>
                </a:ext>
              </a:extLst>
            </p:cNvPr>
            <p:cNvCxnSpPr>
              <a:cxnSpLocks/>
            </p:cNvCxnSpPr>
            <p:nvPr/>
          </p:nvCxnSpPr>
          <p:spPr>
            <a:xfrm>
              <a:off x="4639806" y="3818131"/>
              <a:ext cx="0" cy="103865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ns2:creationId id="{F8F42AE9-DF95-AE09-D6E5-04E08F6C6DFC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288" y="2744256"/>
              <a:ext cx="0" cy="1038651"/>
            </a:xfrm>
            <a:prstGeom prst="line">
              <a:avLst/>
            </a:prstGeom>
            <a:ln w="9525">
              <a:solidFill>
                <a:srgbClr val="00953C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2" name="正方形/長方形 601">
              <a:extLst>
                <a:ext uri="{FF2B5EF4-FFF2-40B4-BE49-F238E27FC236}">
                  <ns2:creationId id="{872B84F8-9693-C761-7248-BCA7D0A6C171}"/>
                </a:ext>
              </a:extLst>
            </p:cNvPr>
            <p:cNvSpPr/>
            <p:nvPr/>
          </p:nvSpPr>
          <p:spPr>
            <a:xfrm>
              <a:off x="11198640" y="3088219"/>
              <a:ext cx="597051" cy="3507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6" name="グループ化 85">
              <a:extLst>
                <a:ext uri="{FF2B5EF4-FFF2-40B4-BE49-F238E27FC236}">
                  <ns2:creationId id="{176B713F-BEFF-DD5E-F656-F25F3D65D6E0}"/>
                </a:ext>
              </a:extLst>
            </p:cNvPr>
            <p:cNvGrpSpPr/>
            <p:nvPr/>
          </p:nvGrpSpPr>
          <p:grpSpPr>
            <a:xfrm>
              <a:off x="11099892" y="3139849"/>
              <a:ext cx="108002" cy="247464"/>
              <a:chOff x="11130036" y="3322691"/>
              <a:chExt cx="108002" cy="247464"/>
            </a:xfrm>
          </p:grpSpPr>
          <p:sp>
            <p:nvSpPr>
              <p:cNvPr id="88" name="楕円 87">
                <a:extLst>
                  <a:ext uri="{FF2B5EF4-FFF2-40B4-BE49-F238E27FC236}">
                    <ns2:creationId id="{4B07D89B-CC8F-9DAA-B6DD-EBECC6054A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130036" y="3322691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9" name="星: 5 pt 88">
                <a:extLst>
                  <a:ext uri="{FF2B5EF4-FFF2-40B4-BE49-F238E27FC236}">
                    <ns2:creationId id="{A4D2BF4B-92A2-2C9F-125E-EAE79B47870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130038" y="3462155"/>
                <a:ext cx="108000" cy="108000"/>
              </a:xfrm>
              <a:prstGeom prst="star5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761567166"/>
      </p:ext>
    </p:extLst>
  </p:cSld>
  <p:clrMapOvr>
    <a:masterClrMapping/>
  </p:clrMapOvr>
</p:sld>
</file>

<file path=ppt/slides/slide10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7D32DBF-4EA6-26C2-7647-06E6EA5A3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>
            <a:norm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BI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6B46842-0C0E-C250-17A8-BEF4D48403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531709" cy="427038"/>
          </a:xfrm>
        </p:spPr>
        <p:txBody>
          <a:bodyPr/>
          <a:lstStyle/>
          <a:p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88" name="グループ化 387">
            <a:extLst>
              <a:ext uri="{FF2B5EF4-FFF2-40B4-BE49-F238E27FC236}">
                <ns2:creationId id="{52BB020D-6357-6DBA-07E1-3B85A427399C}"/>
              </a:ext>
            </a:extLst>
          </p:cNvPr>
          <p:cNvGrpSpPr/>
          <p:nvPr/>
        </p:nvGrpSpPr>
        <p:grpSpPr>
          <a:xfrm>
            <a:off x="334963" y="5320509"/>
            <a:ext cx="11522075" cy="324000"/>
            <a:chOff x="334963" y="5320509"/>
            <a:chExt cx="11522075" cy="324000"/>
          </a:xfrm>
        </p:grpSpPr>
        <p:cxnSp>
          <p:nvCxnSpPr>
            <p:cNvPr id="26" name="直線コネクタ 25">
              <a:extLst>
                <a:ext uri="{FF2B5EF4-FFF2-40B4-BE49-F238E27FC236}">
                  <ns2:creationId id="{B8F061E7-9FF5-4BC8-BB9D-F3A7F0FED83C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5500509"/>
              <a:ext cx="11522075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円/楕円 26">
              <a:extLst>
                <a:ext uri="{FF2B5EF4-FFF2-40B4-BE49-F238E27FC236}">
                  <ns2:creationId id="{94AEFF38-B3C0-285E-7E6D-D270120F8F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34001" y="5320509"/>
              <a:ext cx="324000" cy="324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28" name="グラフィックス 27" descr="キャレットを下へ 枠線">
              <a:extLst>
                <a:ext uri="{FF2B5EF4-FFF2-40B4-BE49-F238E27FC236}">
                  <ns2:creationId id="{6909E8F7-A16B-7D30-9044-B849CBBE10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934001" y="5320509"/>
              <a:ext cx="324000" cy="324000"/>
            </a:xfrm>
            <a:prstGeom prst="rect">
              <a:avLst/>
            </a:prstGeom>
          </p:spPr>
        </p:pic>
      </p:grpSp>
      <p:grpSp>
        <p:nvGrpSpPr>
          <p:cNvPr id="1007" name="グループ化 1006">
            <a:extLst>
              <a:ext uri="{FF2B5EF4-FFF2-40B4-BE49-F238E27FC236}">
                <ns2:creationId id="{49519CF3-9467-AA18-5A1F-AA8B845C899B}"/>
              </a:ext>
            </a:extLst>
          </p:cNvPr>
          <p:cNvGrpSpPr/>
          <p:nvPr/>
        </p:nvGrpSpPr>
        <p:grpSpPr>
          <a:xfrm>
            <a:off x="4852291" y="285055"/>
            <a:ext cx="5852541" cy="518317"/>
            <a:chOff x="4617519" y="203585"/>
            <a:chExt cx="5852541" cy="518317"/>
          </a:xfrm>
        </p:grpSpPr>
        <p:sp>
          <p:nvSpPr>
            <p:cNvPr id="501" name="正方形/長方形 500">
              <a:extLst>
                <a:ext uri="{FF2B5EF4-FFF2-40B4-BE49-F238E27FC236}">
                  <ns2:creationId id="{8A8207F6-DEC0-50BD-F192-CC03237496A7}"/>
                </a:ext>
              </a:extLst>
            </p:cNvPr>
            <p:cNvSpPr/>
            <p:nvPr/>
          </p:nvSpPr>
          <p:spPr>
            <a:xfrm>
              <a:off x="4617519" y="203585"/>
              <a:ext cx="5734981" cy="518317"/>
            </a:xfrm>
            <a:prstGeom prst="rect">
              <a:avLst/>
            </a:prstGeom>
            <a:noFill/>
            <a:ln w="9525" cap="flat" cmpd="sng" algn="ctr">
              <a:solidFill>
                <a:srgbClr val="9A9A9A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502" name="直線コネクタ 501">
              <a:extLst>
                <a:ext uri="{FF2B5EF4-FFF2-40B4-BE49-F238E27FC236}">
                  <ns2:creationId id="{03EA39D5-A4E7-0E55-44A7-F03BFFC86CA1}"/>
                </a:ext>
              </a:extLst>
            </p:cNvPr>
            <p:cNvCxnSpPr>
              <a:cxnSpLocks/>
            </p:cNvCxnSpPr>
            <p:nvPr/>
          </p:nvCxnSpPr>
          <p:spPr>
            <a:xfrm>
              <a:off x="5137353" y="362744"/>
              <a:ext cx="0" cy="200000"/>
            </a:xfrm>
            <a:prstGeom prst="line">
              <a:avLst/>
            </a:prstGeom>
            <a:ln w="38100" cap="flat" cmpd="sng" algn="ctr">
              <a:solidFill>
                <a:srgbClr val="9A9A9A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3" name="正方形/長方形 502">
              <a:extLst>
                <a:ext uri="{FF2B5EF4-FFF2-40B4-BE49-F238E27FC236}">
                  <ns2:creationId id="{C8950CBD-D7F8-996B-F220-AEE6EB6F91DA}"/>
                </a:ext>
              </a:extLst>
            </p:cNvPr>
            <p:cNvSpPr/>
            <p:nvPr/>
          </p:nvSpPr>
          <p:spPr>
            <a:xfrm>
              <a:off x="5255231" y="203586"/>
              <a:ext cx="5214829" cy="427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24000" rtlCol="0" anchor="ctr"/>
            <a:lstStyle/>
            <a:p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" name="TextBox 26">
              <a:extLst>
                <a:ext uri="{FF2B5EF4-FFF2-40B4-BE49-F238E27FC236}">
                  <ns2:creationId id="{64F0C458-CC2B-A8EF-843D-4FF1EE4F9098}"/>
                </a:ext>
              </a:extLst>
            </p:cNvPr>
            <p:cNvSpPr txBox="1"/>
            <p:nvPr/>
          </p:nvSpPr>
          <p:spPr>
            <a:xfrm>
              <a:off x="5231966" y="318743"/>
              <a:ext cx="432000" cy="288000"/>
            </a:xfrm>
            <a:prstGeom prst="rect">
              <a:avLst/>
            </a:prstGeom>
            <a:solidFill>
              <a:srgbClr val="4A9A43"/>
            </a:solidFill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402" name="グラフィックス 239" descr="笑顔 (塗りつぶし) 単色塗りつぶし">
              <a:extLst>
                <a:ext uri="{FF2B5EF4-FFF2-40B4-BE49-F238E27FC236}">
                  <ns2:creationId id="{89AD8F42-AA54-7355-C86E-77B38ADD82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303966" y="318743"/>
              <a:ext cx="288000" cy="288000"/>
            </a:xfrm>
            <a:prstGeom prst="rect">
              <a:avLst/>
            </a:prstGeom>
          </p:spPr>
        </p:pic>
        <p:sp>
          <p:nvSpPr>
            <p:cNvPr id="508" name="TextBox 26">
              <a:extLst>
                <a:ext uri="{FF2B5EF4-FFF2-40B4-BE49-F238E27FC236}">
                  <ns2:creationId id="{D85FF290-35CE-BE4F-2E54-5C4FCCDA56EA}"/>
                </a:ext>
              </a:extLst>
            </p:cNvPr>
            <p:cNvSpPr txBox="1"/>
            <p:nvPr/>
          </p:nvSpPr>
          <p:spPr>
            <a:xfrm>
              <a:off x="5663765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1" name="TextBox 26">
              <a:extLst>
                <a:ext uri="{FF2B5EF4-FFF2-40B4-BE49-F238E27FC236}">
                  <ns2:creationId id="{A12745FD-B508-114C-674D-EAE89FB888BF}"/>
                </a:ext>
              </a:extLst>
            </p:cNvPr>
            <p:cNvSpPr txBox="1"/>
            <p:nvPr/>
          </p:nvSpPr>
          <p:spPr>
            <a:xfrm>
              <a:off x="6540382" y="318743"/>
              <a:ext cx="432000" cy="288000"/>
            </a:xfrm>
            <a:prstGeom prst="rect">
              <a:avLst/>
            </a:prstGeom>
            <a:solidFill>
              <a:srgbClr val="008000">
                <a:alpha val="40000"/>
              </a:srgbClr>
            </a:solidFill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512" name="グラフィックス 239" descr="バッジ: フォロー解除 単色塗りつぶし">
              <a:extLst>
                <a:ext uri="{FF2B5EF4-FFF2-40B4-BE49-F238E27FC236}">
                  <ns2:creationId id="{DDB73D73-61D7-4162-4B35-F4F6B4168F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6612382" y="318743"/>
              <a:ext cx="288000" cy="288000"/>
            </a:xfrm>
            <a:prstGeom prst="rect">
              <a:avLst/>
            </a:prstGeom>
          </p:spPr>
        </p:pic>
        <p:sp>
          <p:nvSpPr>
            <p:cNvPr id="513" name="TextBox 26">
              <a:extLst>
                <a:ext uri="{FF2B5EF4-FFF2-40B4-BE49-F238E27FC236}">
                  <ns2:creationId id="{8F12CB4A-6F52-C157-CEBB-15A116108006}"/>
                </a:ext>
              </a:extLst>
            </p:cNvPr>
            <p:cNvSpPr txBox="1"/>
            <p:nvPr/>
          </p:nvSpPr>
          <p:spPr>
            <a:xfrm>
              <a:off x="6972181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9" name="TextBox 26">
              <a:extLst>
                <a:ext uri="{FF2B5EF4-FFF2-40B4-BE49-F238E27FC236}">
                  <ns2:creationId id="{8865D849-0D9E-D517-236F-D8667922C83B}"/>
                </a:ext>
              </a:extLst>
            </p:cNvPr>
            <p:cNvSpPr txBox="1"/>
            <p:nvPr/>
          </p:nvSpPr>
          <p:spPr>
            <a:xfrm>
              <a:off x="9157213" y="318743"/>
              <a:ext cx="432000" cy="288000"/>
            </a:xfrm>
            <a:prstGeom prst="rect">
              <a:avLst/>
            </a:prstGeom>
            <a:solidFill>
              <a:srgbClr val="9A9A9A">
                <a:alpha val="40378"/>
              </a:srgbClr>
            </a:solidFill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520" name="グラフィックス 239" descr="速度計: 低速 単色塗りつぶし">
              <a:extLst>
                <a:ext uri="{FF2B5EF4-FFF2-40B4-BE49-F238E27FC236}">
                  <ns2:creationId id="{7CE9EE38-34D8-328D-6B56-25D53D1369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9229213" y="318743"/>
              <a:ext cx="288000" cy="288000"/>
            </a:xfrm>
            <a:prstGeom prst="rect">
              <a:avLst/>
            </a:prstGeom>
          </p:spPr>
        </p:pic>
        <p:sp>
          <p:nvSpPr>
            <p:cNvPr id="521" name="TextBox 26">
              <a:extLst>
                <a:ext uri="{FF2B5EF4-FFF2-40B4-BE49-F238E27FC236}">
                  <ns2:creationId id="{038025D8-7D2E-336C-7791-05A499EC40D7}"/>
                </a:ext>
              </a:extLst>
            </p:cNvPr>
            <p:cNvSpPr txBox="1"/>
            <p:nvPr/>
          </p:nvSpPr>
          <p:spPr>
            <a:xfrm>
              <a:off x="9589012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2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17" name="TextBox 26">
              <a:extLst>
                <a:ext uri="{FF2B5EF4-FFF2-40B4-BE49-F238E27FC236}">
                  <ns2:creationId id="{6404084E-573F-B3BF-ABEA-4406FD51D286}"/>
                </a:ext>
              </a:extLst>
            </p:cNvPr>
            <p:cNvSpPr txBox="1"/>
            <p:nvPr/>
          </p:nvSpPr>
          <p:spPr>
            <a:xfrm>
              <a:off x="8280597" y="318743"/>
              <a:ext cx="792269" cy="288000"/>
            </a:xfrm>
            <a:prstGeom prst="rect">
              <a:avLst/>
            </a:prstGeom>
            <a:noFill/>
            <a:extLst>
              <a:ext uri="{909E8E84-426E-40DD-AFC4-6F175D3DCCD1}">
                <ns5:hiddenFill>
                  <a:solidFill>
                    <a:srgbClr val="94E0C8"/>
                  </a:solidFill>
                </ns5:hiddenFill>
              </a:ext>
            </a:extLst>
          </p:spPr>
          <p:txBody>
            <a:bodyPr wrap="square" lIns="0" tIns="36000" rIns="0" bIns="0" rtlCol="0" anchor="ctr" anchorCtr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541" name="グループ化 540">
              <a:extLst>
                <a:ext uri="{FF2B5EF4-FFF2-40B4-BE49-F238E27FC236}">
                  <ns2:creationId id="{DDB9936D-9857-9298-F487-47F3466B9FAE}"/>
                </a:ext>
              </a:extLst>
            </p:cNvPr>
            <p:cNvGrpSpPr/>
            <p:nvPr/>
          </p:nvGrpSpPr>
          <p:grpSpPr>
            <a:xfrm>
              <a:off x="7842416" y="318743"/>
              <a:ext cx="432000" cy="300102"/>
              <a:chOff x="8936334" y="-488802"/>
              <a:chExt cx="432000" cy="300102"/>
            </a:xfrm>
          </p:grpSpPr>
          <p:sp>
            <p:nvSpPr>
              <p:cNvPr id="539" name="TextBox 26">
                <a:extLst>
                  <a:ext uri="{FF2B5EF4-FFF2-40B4-BE49-F238E27FC236}">
                    <ns2:creationId id="{70D5F9D1-DF4E-AE4A-6D49-224F1FA6782C}"/>
                  </a:ext>
                </a:extLst>
              </p:cNvPr>
              <p:cNvSpPr txBox="1"/>
              <p:nvPr/>
            </p:nvSpPr>
            <p:spPr>
              <a:xfrm>
                <a:off x="8936334" y="-476700"/>
                <a:ext cx="432000" cy="288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</p:spPr>
            <p:txBody>
              <a:bodyPr wrap="square" lIns="0" tIns="36000" rIns="0" bIns="0" rtlCol="0" anchor="ctr" anchorCtr="0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540" name="グラフィックス 239" descr="分岐路 単色塗りつぶし">
                <a:extLst>
                  <a:ext uri="{FF2B5EF4-FFF2-40B4-BE49-F238E27FC236}">
                    <ns2:creationId id="{46D64EFF-C2D1-5410-D804-C4378AB5F3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9006535" y="-488802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6" name="グループ化 5">
            <a:extLst>
              <a:ext uri="{FF2B5EF4-FFF2-40B4-BE49-F238E27FC236}">
                <ns2:creationId id="{278630D9-3485-CE5B-D82D-DEC752471660}"/>
              </a:ext>
            </a:extLst>
          </p:cNvPr>
          <p:cNvGrpSpPr/>
          <p:nvPr/>
        </p:nvGrpSpPr>
        <p:grpSpPr>
          <a:xfrm>
            <a:off x="3959692" y="1626972"/>
            <a:ext cx="7897346" cy="3657603"/>
            <a:chOff x="3959692" y="1626972"/>
            <a:chExt cx="7897346" cy="3657603"/>
          </a:xfrm>
        </p:grpSpPr>
        <p:sp>
          <p:nvSpPr>
            <p:cNvPr id="33" name="正方形/長方形 32">
              <a:extLst>
                <a:ext uri="{FF2B5EF4-FFF2-40B4-BE49-F238E27FC236}">
                  <ns2:creationId id="{D4AF42A0-F7CD-504C-EE99-4BBB69F2A0C8}"/>
                </a:ext>
              </a:extLst>
            </p:cNvPr>
            <p:cNvSpPr/>
            <p:nvPr/>
          </p:nvSpPr>
          <p:spPr>
            <a:xfrm>
              <a:off x="3959692" y="1626972"/>
              <a:ext cx="7897344" cy="427033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34" name="直線コネクタ 33">
              <a:extLst>
                <a:ext uri="{FF2B5EF4-FFF2-40B4-BE49-F238E27FC236}">
                  <ns2:creationId id="{18A210E3-66BA-665F-D103-BBB19840DAF9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26" y="1740489"/>
              <a:ext cx="0" cy="200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ns2:creationId id="{61FA954A-8696-ED9B-413E-364A1C422527}"/>
                </a:ext>
              </a:extLst>
            </p:cNvPr>
            <p:cNvSpPr/>
            <p:nvPr/>
          </p:nvSpPr>
          <p:spPr>
            <a:xfrm>
              <a:off x="4597404" y="1626973"/>
              <a:ext cx="7259632" cy="427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24000" rtlCol="0" anchor="ctr"/>
            <a:lstStyle/>
            <a:p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5169A45E-9E1F-751F-214C-5593DAA000AD}"/>
                </a:ext>
              </a:extLst>
            </p:cNvPr>
            <p:cNvSpPr/>
            <p:nvPr/>
          </p:nvSpPr>
          <p:spPr>
            <a:xfrm>
              <a:off x="10407866" y="1626972"/>
              <a:ext cx="1449170" cy="427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/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7" name="グラフィックス 36" descr="クリップボード 単色塗りつぶし">
              <a:extLst>
                <a:ext uri="{FF2B5EF4-FFF2-40B4-BE49-F238E27FC236}">
                  <ns2:creationId id="{14D41D4C-0D43-E124-9368-5283C96FD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4617519" y="1709657"/>
              <a:ext cx="252000" cy="252000"/>
            </a:xfrm>
            <a:prstGeom prst="rect">
              <a:avLst/>
            </a:prstGeom>
          </p:spPr>
        </p:pic>
        <p:grpSp>
          <p:nvGrpSpPr>
            <p:cNvPr id="1009" name="グループ化 1008">
              <a:extLst>
                <a:ext uri="{FF2B5EF4-FFF2-40B4-BE49-F238E27FC236}">
                  <ns2:creationId id="{68593240-A664-CC89-8559-B324810145A4}"/>
                </a:ext>
              </a:extLst>
            </p:cNvPr>
            <p:cNvGrpSpPr/>
            <p:nvPr/>
          </p:nvGrpSpPr>
          <p:grpSpPr>
            <a:xfrm>
              <a:off x="3959692" y="2130900"/>
              <a:ext cx="7897346" cy="3108218"/>
              <a:chOff x="3959692" y="2130900"/>
              <a:chExt cx="7897346" cy="3108218"/>
            </a:xfrm>
          </p:grpSpPr>
          <p:grpSp>
            <p:nvGrpSpPr>
              <p:cNvPr id="984" name="グループ化 983">
                <a:extLst>
                  <a:ext uri="{FF2B5EF4-FFF2-40B4-BE49-F238E27FC236}">
                    <ns2:creationId id="{0A38E34D-F1BE-2133-D019-8452960CDFA9}"/>
                  </a:ext>
                </a:extLst>
              </p:cNvPr>
              <p:cNvGrpSpPr/>
              <p:nvPr/>
            </p:nvGrpSpPr>
            <p:grpSpPr>
              <a:xfrm>
                <a:off x="3959692" y="2463430"/>
                <a:ext cx="890302" cy="264020"/>
                <a:chOff x="3959692" y="2463430"/>
                <a:chExt cx="890302" cy="264020"/>
              </a:xfrm>
            </p:grpSpPr>
            <p:sp>
              <p:nvSpPr>
                <p:cNvPr id="38" name="TextBox 4">
                  <a:extLst>
                    <a:ext uri="{FF2B5EF4-FFF2-40B4-BE49-F238E27FC236}">
                      <ns2:creationId id="{F9CAAF05-A329-CB88-0769-0640B772E88C}"/>
                    </a:ext>
                  </a:extLst>
                </p:cNvPr>
                <p:cNvSpPr txBox="1"/>
                <p:nvPr/>
              </p:nvSpPr>
              <p:spPr>
                <a:xfrm>
                  <a:off x="3959692" y="2463430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en-US" altLang="ja-JP" sz="9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4" name="Straight Connector 12">
                  <a:extLst>
                    <a:ext uri="{FF2B5EF4-FFF2-40B4-BE49-F238E27FC236}">
                      <ns2:creationId id="{3817A95A-F1FF-6D58-A8F6-F425E46925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2463431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5" name="グループ化 984">
                <a:extLst>
                  <a:ext uri="{FF2B5EF4-FFF2-40B4-BE49-F238E27FC236}">
                    <ns2:creationId id="{50D085E6-5557-D73E-9FED-BEF0A6CBF28B}"/>
                  </a:ext>
                </a:extLst>
              </p:cNvPr>
              <p:cNvGrpSpPr/>
              <p:nvPr/>
            </p:nvGrpSpPr>
            <p:grpSpPr>
              <a:xfrm>
                <a:off x="3959692" y="2818815"/>
                <a:ext cx="890302" cy="264019"/>
                <a:chOff x="3959692" y="2818815"/>
                <a:chExt cx="890302" cy="264019"/>
              </a:xfrm>
            </p:grpSpPr>
            <p:sp>
              <p:nvSpPr>
                <p:cNvPr id="39" name="TextBox 5">
                  <a:extLst>
                    <a:ext uri="{FF2B5EF4-FFF2-40B4-BE49-F238E27FC236}">
                      <ns2:creationId id="{5E4C0592-785F-8CD3-AA47-4C7CA3064864}"/>
                    </a:ext>
                  </a:extLst>
                </p:cNvPr>
                <p:cNvSpPr txBox="1"/>
                <p:nvPr/>
              </p:nvSpPr>
              <p:spPr>
                <a:xfrm>
                  <a:off x="3959692" y="2818815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ROIC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5" name="Straight Connector 21">
                  <a:extLst>
                    <a:ext uri="{FF2B5EF4-FFF2-40B4-BE49-F238E27FC236}">
                      <ns2:creationId id="{9347C90D-73DF-F9AD-1ED5-4CB86FE921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2818815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6" name="グループ化 985">
                <a:extLst>
                  <a:ext uri="{FF2B5EF4-FFF2-40B4-BE49-F238E27FC236}">
                    <ns2:creationId id="{822739BB-1E65-F2D1-8D21-6D23CC54E998}"/>
                  </a:ext>
                </a:extLst>
              </p:cNvPr>
              <p:cNvGrpSpPr/>
              <p:nvPr/>
            </p:nvGrpSpPr>
            <p:grpSpPr>
              <a:xfrm>
                <a:off x="3959692" y="3174200"/>
                <a:ext cx="890302" cy="264019"/>
                <a:chOff x="3959692" y="3174200"/>
                <a:chExt cx="890302" cy="264019"/>
              </a:xfrm>
            </p:grpSpPr>
            <p:sp>
              <p:nvSpPr>
                <p:cNvPr id="40" name="TextBox 6">
                  <a:extLst>
                    <a:ext uri="{FF2B5EF4-FFF2-40B4-BE49-F238E27FC236}">
                      <ns2:creationId id="{ECCF3F4D-03B7-FFA1-D54E-243F1ADCDDF3}"/>
                    </a:ext>
                  </a:extLst>
                </p:cNvPr>
                <p:cNvSpPr txBox="1"/>
                <p:nvPr/>
              </p:nvSpPr>
              <p:spPr>
                <a:xfrm>
                  <a:off x="3959692" y="3174200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ROIC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6" name="Straight Connector 22">
                  <a:extLst>
                    <a:ext uri="{FF2B5EF4-FFF2-40B4-BE49-F238E27FC236}">
                      <ns2:creationId id="{BF819DBE-0B02-3E92-C092-1D2AF6FE79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3174200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8" name="グループ化 987">
                <a:extLst>
                  <a:ext uri="{FF2B5EF4-FFF2-40B4-BE49-F238E27FC236}">
                    <ns2:creationId id="{D30A0981-F505-2D65-76EB-D164330CA781}"/>
                  </a:ext>
                </a:extLst>
              </p:cNvPr>
              <p:cNvGrpSpPr/>
              <p:nvPr/>
            </p:nvGrpSpPr>
            <p:grpSpPr>
              <a:xfrm>
                <a:off x="3959692" y="3884968"/>
                <a:ext cx="890302" cy="264019"/>
                <a:chOff x="3959692" y="3884968"/>
                <a:chExt cx="890302" cy="264019"/>
              </a:xfrm>
            </p:grpSpPr>
            <p:sp>
              <p:nvSpPr>
                <p:cNvPr id="41" name="TextBox 7">
                  <a:extLst>
                    <a:ext uri="{FF2B5EF4-FFF2-40B4-BE49-F238E27FC236}">
                      <ns2:creationId id="{64E27C88-A213-6DDA-C676-E1F54C2F51AB}"/>
                    </a:ext>
                  </a:extLst>
                </p:cNvPr>
                <p:cNvSpPr txBox="1"/>
                <p:nvPr/>
              </p:nvSpPr>
              <p:spPr>
                <a:xfrm>
                  <a:off x="3959692" y="3884968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EBITDA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en-US" altLang="ja-JP" sz="9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7" name="Straight Connector 23">
                  <a:extLst>
                    <a:ext uri="{FF2B5EF4-FFF2-40B4-BE49-F238E27FC236}">
                      <ns2:creationId id="{31267E8C-5A1E-AC97-FC56-D00D608791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3884968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7" name="グループ化 986">
                <a:extLst>
                  <a:ext uri="{FF2B5EF4-FFF2-40B4-BE49-F238E27FC236}">
                    <ns2:creationId id="{38DE3FAD-DE03-1729-BC78-27C93AC1F887}"/>
                  </a:ext>
                </a:extLst>
              </p:cNvPr>
              <p:cNvGrpSpPr/>
              <p:nvPr/>
            </p:nvGrpSpPr>
            <p:grpSpPr>
              <a:xfrm>
                <a:off x="3959692" y="3529584"/>
                <a:ext cx="890302" cy="264019"/>
                <a:chOff x="3959692" y="3529584"/>
                <a:chExt cx="890302" cy="264019"/>
              </a:xfrm>
            </p:grpSpPr>
            <p:sp>
              <p:nvSpPr>
                <p:cNvPr id="42" name="TextBox 8">
                  <a:extLst>
                    <a:ext uri="{FF2B5EF4-FFF2-40B4-BE49-F238E27FC236}">
                      <ns2:creationId id="{156E3593-6BFB-8A5E-6933-EB9356851400}"/>
                    </a:ext>
                  </a:extLst>
                </p:cNvPr>
                <p:cNvSpPr txBox="1"/>
                <p:nvPr/>
              </p:nvSpPr>
              <p:spPr>
                <a:xfrm>
                  <a:off x="3959692" y="3529584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" altLang="ja-JP" sz="9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8" name="Straight Connector 24">
                  <a:extLst>
                    <a:ext uri="{FF2B5EF4-FFF2-40B4-BE49-F238E27FC236}">
                      <ns2:creationId id="{EB8C681C-5FB3-BFA4-48DF-90D7AAF1BA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3529584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9" name="グループ化 988">
                <a:extLst>
                  <a:ext uri="{FF2B5EF4-FFF2-40B4-BE49-F238E27FC236}">
                    <ns2:creationId id="{91AAB6B5-2705-5763-4A57-7313AC319DE5}"/>
                  </a:ext>
                </a:extLst>
              </p:cNvPr>
              <p:cNvGrpSpPr/>
              <p:nvPr/>
            </p:nvGrpSpPr>
            <p:grpSpPr>
              <a:xfrm>
                <a:off x="3959692" y="4240352"/>
                <a:ext cx="890302" cy="264020"/>
                <a:chOff x="3959692" y="4240352"/>
                <a:chExt cx="890302" cy="264020"/>
              </a:xfrm>
            </p:grpSpPr>
            <p:sp>
              <p:nvSpPr>
                <p:cNvPr id="43" name="TextBox 10">
                  <a:extLst>
                    <a:ext uri="{FF2B5EF4-FFF2-40B4-BE49-F238E27FC236}">
                      <ns2:creationId id="{C7457BE0-8194-2876-4EA0-F52D85CD0649}"/>
                    </a:ext>
                  </a:extLst>
                </p:cNvPr>
                <p:cNvSpPr txBox="1"/>
                <p:nvPr/>
              </p:nvSpPr>
              <p:spPr>
                <a:xfrm>
                  <a:off x="3959692" y="4240353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49" name="Straight Connector 25">
                  <a:extLst>
                    <a:ext uri="{FF2B5EF4-FFF2-40B4-BE49-F238E27FC236}">
                      <ns2:creationId id="{9C51B370-7635-41BE-8597-ED1B6DFAEC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4240352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0" name="グループ化 989">
                <a:extLst>
                  <a:ext uri="{FF2B5EF4-FFF2-40B4-BE49-F238E27FC236}">
                    <ns2:creationId id="{25154927-8672-5510-9058-4A8F7B43AF3E}"/>
                  </a:ext>
                </a:extLst>
              </p:cNvPr>
              <p:cNvGrpSpPr/>
              <p:nvPr/>
            </p:nvGrpSpPr>
            <p:grpSpPr>
              <a:xfrm>
                <a:off x="3959692" y="4595737"/>
                <a:ext cx="890302" cy="264019"/>
                <a:chOff x="3959692" y="4595737"/>
                <a:chExt cx="890302" cy="264019"/>
              </a:xfrm>
            </p:grpSpPr>
            <p:sp>
              <p:nvSpPr>
                <p:cNvPr id="128" name="TextBox 8">
                  <a:extLst>
                    <a:ext uri="{FF2B5EF4-FFF2-40B4-BE49-F238E27FC236}">
                      <ns2:creationId id="{54F01E81-B371-49E7-0F85-1E6CE200A1F0}"/>
                    </a:ext>
                  </a:extLst>
                </p:cNvPr>
                <p:cNvSpPr txBox="1"/>
                <p:nvPr/>
              </p:nvSpPr>
              <p:spPr>
                <a:xfrm>
                  <a:off x="3959692" y="4595737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130" name="Straight Connector 24">
                  <a:extLst>
                    <a:ext uri="{FF2B5EF4-FFF2-40B4-BE49-F238E27FC236}">
                      <ns2:creationId id="{B2A17FB0-6933-F658-5EE0-1D649A292F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4595737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1" name="グループ化 990">
                <a:extLst>
                  <a:ext uri="{FF2B5EF4-FFF2-40B4-BE49-F238E27FC236}">
                    <ns2:creationId id="{278AB375-0D0D-5164-A104-6165FB7665FF}"/>
                  </a:ext>
                </a:extLst>
              </p:cNvPr>
              <p:cNvGrpSpPr/>
              <p:nvPr/>
            </p:nvGrpSpPr>
            <p:grpSpPr>
              <a:xfrm>
                <a:off x="3959692" y="4951118"/>
                <a:ext cx="890302" cy="264020"/>
                <a:chOff x="3959692" y="4951118"/>
                <a:chExt cx="890302" cy="264020"/>
              </a:xfrm>
            </p:grpSpPr>
            <p:sp>
              <p:nvSpPr>
                <p:cNvPr id="129" name="TextBox 10">
                  <a:extLst>
                    <a:ext uri="{FF2B5EF4-FFF2-40B4-BE49-F238E27FC236}">
                      <ns2:creationId id="{2D897CD3-8BA9-6462-9D28-5DB7036B18A5}"/>
                    </a:ext>
                  </a:extLst>
                </p:cNvPr>
                <p:cNvSpPr txBox="1"/>
                <p:nvPr/>
              </p:nvSpPr>
              <p:spPr>
                <a:xfrm>
                  <a:off x="3959692" y="4951119"/>
                  <a:ext cx="827217" cy="264019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ja-JP" altLang="en-US" sz="9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131" name="Straight Connector 25">
                  <a:extLst>
                    <a:ext uri="{FF2B5EF4-FFF2-40B4-BE49-F238E27FC236}">
                      <ns2:creationId id="{C676599A-F102-5C15-DDAF-AFCEAC4C61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49994" y="4951118"/>
                  <a:ext cx="0" cy="264019"/>
                </a:xfrm>
                <a:prstGeom prst="line">
                  <a:avLst/>
                </a:prstGeom>
                <a:ln w="38100" cap="rnd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6" name="Rounded Rectangle 95">
                <a:extLst>
                  <a:ext uri="{FF2B5EF4-FFF2-40B4-BE49-F238E27FC236}">
                    <ns2:creationId id="{D8B66179-009B-6F1A-F7E9-E0715D1AB04C}"/>
                  </a:ext>
                </a:extLst>
              </p:cNvPr>
              <p:cNvSpPr/>
              <p:nvPr/>
            </p:nvSpPr>
            <p:spPr>
              <a:xfrm>
                <a:off x="4980000" y="2130900"/>
                <a:ext cx="1116000" cy="28660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8" name="Rounded Rectangle 104">
                <a:extLst>
                  <a:ext uri="{FF2B5EF4-FFF2-40B4-BE49-F238E27FC236}">
                    <ns2:creationId id="{7F73A026-F1B5-79A8-F83C-64EFB3631D7B}"/>
                  </a:ext>
                </a:extLst>
              </p:cNvPr>
              <p:cNvSpPr/>
              <p:nvPr/>
            </p:nvSpPr>
            <p:spPr>
              <a:xfrm>
                <a:off x="6132208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0" name="Rounded Rectangle 107">
                <a:extLst>
                  <a:ext uri="{FF2B5EF4-FFF2-40B4-BE49-F238E27FC236}">
                    <ns2:creationId id="{0F32506A-9F08-FD24-4692-CB45738BE50F}"/>
                  </a:ext>
                </a:extLst>
              </p:cNvPr>
              <p:cNvSpPr/>
              <p:nvPr/>
            </p:nvSpPr>
            <p:spPr>
              <a:xfrm>
                <a:off x="7284416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2" name="Rounded Rectangle 110">
                <a:extLst>
                  <a:ext uri="{FF2B5EF4-FFF2-40B4-BE49-F238E27FC236}">
                    <ns2:creationId id="{3670E5B1-965D-61AB-EA3B-B0F48078964D}"/>
                  </a:ext>
                </a:extLst>
              </p:cNvPr>
              <p:cNvSpPr/>
              <p:nvPr/>
            </p:nvSpPr>
            <p:spPr>
              <a:xfrm>
                <a:off x="8436624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4" name="Rounded Rectangle 113">
                <a:extLst>
                  <a:ext uri="{FF2B5EF4-FFF2-40B4-BE49-F238E27FC236}">
                    <ns2:creationId id="{EB0A3991-DB55-3E61-FB25-7171BEFD809D}"/>
                  </a:ext>
                </a:extLst>
              </p:cNvPr>
              <p:cNvSpPr/>
              <p:nvPr/>
            </p:nvSpPr>
            <p:spPr>
              <a:xfrm>
                <a:off x="9588832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 ) 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6" name="Rounded Rectangle 116">
                <a:extLst>
                  <a:ext uri="{FF2B5EF4-FFF2-40B4-BE49-F238E27FC236}">
                    <ns2:creationId id="{C61CA922-D588-CEEB-BCA1-1618BA32A9C3}"/>
                  </a:ext>
                </a:extLst>
              </p:cNvPr>
              <p:cNvSpPr/>
              <p:nvPr/>
            </p:nvSpPr>
            <p:spPr>
              <a:xfrm>
                <a:off x="10741038" y="2130900"/>
                <a:ext cx="1116000" cy="286848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403" name="グラフィックス 239" descr="笑顔 (塗りつぶし) 単色塗りつぶし">
                <a:extLst>
                  <a:ext uri="{FF2B5EF4-FFF2-40B4-BE49-F238E27FC236}">
                    <ns2:creationId id="{9A24BDB2-7DFB-068A-FDD9-CC94168283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4951118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04" name="グラフィックス 239" descr="笑顔 (塗りつぶし) 単色塗りつぶし">
                <a:extLst>
                  <a:ext uri="{FF2B5EF4-FFF2-40B4-BE49-F238E27FC236}">
                    <ns2:creationId id="{6A60FE50-1BC5-64A7-8970-886A756DB5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459573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08" name="グラフィックス 239" descr="笑顔 (塗りつぶし) 単色塗りつぶし">
                <a:extLst>
                  <a:ext uri="{FF2B5EF4-FFF2-40B4-BE49-F238E27FC236}">
                    <ns2:creationId id="{7A0E7978-D1A0-F61D-E50C-3611AEDF7A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424035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09" name="グラフィックス 239" descr="笑顔 (塗りつぶし) 単色塗りつぶし">
                <a:extLst>
                  <a:ext uri="{FF2B5EF4-FFF2-40B4-BE49-F238E27FC236}">
                    <ns2:creationId id="{E6C60C96-8126-35C0-B604-91130CDE7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3884968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0" name="グラフィックス 239" descr="笑顔 (塗りつぶし) 単色塗りつぶし">
                <a:extLst>
                  <a:ext uri="{FF2B5EF4-FFF2-40B4-BE49-F238E27FC236}">
                    <ns2:creationId id="{CBB64BFC-AC2D-D9D9-4C79-060EA80E1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3529584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1" name="グラフィックス 239" descr="笑顔 (塗りつぶし) 単色塗りつぶし">
                <a:extLst>
                  <a:ext uri="{FF2B5EF4-FFF2-40B4-BE49-F238E27FC236}">
                    <ns2:creationId id="{4614CB46-86DE-BCF9-D802-A209837809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3174200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4" name="グラフィックス 239" descr="笑顔 (塗りつぶし) 単色塗りつぶし">
                <a:extLst>
                  <a:ext uri="{FF2B5EF4-FFF2-40B4-BE49-F238E27FC236}">
                    <ns2:creationId id="{3849BF1A-5A72-9F23-740E-0489541B72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5394000" y="2818815"/>
                <a:ext cx="288000" cy="288000"/>
              </a:xfrm>
              <a:prstGeom prst="rect">
                <a:avLst/>
              </a:prstGeom>
            </p:spPr>
          </p:pic>
          <p:grpSp>
            <p:nvGrpSpPr>
              <p:cNvPr id="921" name="グループ化 920">
                <a:extLst>
                  <a:ext uri="{FF2B5EF4-FFF2-40B4-BE49-F238E27FC236}">
                    <ns2:creationId id="{4FB0B021-F900-7E3F-7C3A-7F8D534FD6E5}"/>
                  </a:ext>
                </a:extLst>
              </p:cNvPr>
              <p:cNvGrpSpPr/>
              <p:nvPr/>
            </p:nvGrpSpPr>
            <p:grpSpPr>
              <a:xfrm>
                <a:off x="10741038" y="2463430"/>
                <a:ext cx="1116000" cy="288000"/>
                <a:chOff x="10745800" y="2451043"/>
                <a:chExt cx="1116000" cy="288000"/>
              </a:xfrm>
            </p:grpSpPr>
            <p:sp>
              <p:nvSpPr>
                <p:cNvPr id="415" name="TextBox 26">
                  <a:extLst>
                    <a:ext uri="{FF2B5EF4-FFF2-40B4-BE49-F238E27FC236}">
                      <ns2:creationId id="{64BE9614-14FE-84B4-658A-7E154A9D26C7}"/>
                    </a:ext>
                  </a:extLst>
                </p:cNvPr>
                <p:cNvSpPr txBox="1"/>
                <p:nvPr/>
              </p:nvSpPr>
              <p:spPr>
                <a:xfrm>
                  <a:off x="10745800" y="246314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23" name="グラフィックス 239" descr="分岐路 単色塗りつぶし">
                  <a:extLst>
                    <a:ext uri="{FF2B5EF4-FFF2-40B4-BE49-F238E27FC236}">
                      <ns2:creationId id="{41588E21-E913-9F34-D0C9-2ED9959340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59800" y="245104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1001" name="グループ化 1000">
                <a:extLst>
                  <a:ext uri="{FF2B5EF4-FFF2-40B4-BE49-F238E27FC236}">
                    <ns2:creationId id="{3B4CE750-2004-E2CC-A479-C9D26D0816F0}"/>
                  </a:ext>
                </a:extLst>
              </p:cNvPr>
              <p:cNvGrpSpPr/>
              <p:nvPr/>
            </p:nvGrpSpPr>
            <p:grpSpPr>
              <a:xfrm>
                <a:off x="10741038" y="4951118"/>
                <a:ext cx="1116000" cy="288000"/>
                <a:chOff x="10745800" y="4924500"/>
                <a:chExt cx="1116000" cy="288000"/>
              </a:xfrm>
            </p:grpSpPr>
            <p:sp>
              <p:nvSpPr>
                <p:cNvPr id="422" name="TextBox 89">
                  <a:extLst>
                    <a:ext uri="{FF2B5EF4-FFF2-40B4-BE49-F238E27FC236}">
                      <ns2:creationId id="{6FBEEEE4-68F8-A813-D1C1-BF6602A75771}"/>
                    </a:ext>
                  </a:extLst>
                </p:cNvPr>
                <p:cNvSpPr txBox="1"/>
                <p:nvPr/>
              </p:nvSpPr>
              <p:spPr>
                <a:xfrm>
                  <a:off x="1074580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24" name="グラフィックス 239" descr="速度計: 低速 単色塗りつぶし">
                  <a:extLst>
                    <a:ext uri="{FF2B5EF4-FFF2-40B4-BE49-F238E27FC236}">
                      <ns2:creationId id="{C6B0D0A8-C11A-48B0-7DD3-412D70967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115980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1002" name="グループ化 1001">
                <a:extLst>
                  <a:ext uri="{FF2B5EF4-FFF2-40B4-BE49-F238E27FC236}">
                    <ns2:creationId id="{7FB92596-C466-CF03-E512-F0317AFAA0D6}"/>
                  </a:ext>
                </a:extLst>
              </p:cNvPr>
              <p:cNvGrpSpPr/>
              <p:nvPr/>
            </p:nvGrpSpPr>
            <p:grpSpPr>
              <a:xfrm>
                <a:off x="10741038" y="3174200"/>
                <a:ext cx="1116000" cy="288000"/>
                <a:chOff x="10753294" y="3186974"/>
                <a:chExt cx="1116000" cy="288000"/>
              </a:xfrm>
            </p:grpSpPr>
            <p:sp>
              <p:nvSpPr>
                <p:cNvPr id="417" name="TextBox 71">
                  <a:extLst>
                    <a:ext uri="{FF2B5EF4-FFF2-40B4-BE49-F238E27FC236}">
                      <ns2:creationId id="{E8127B4E-BB83-ACBC-4F92-65CE5BE4159E}"/>
                    </a:ext>
                  </a:extLst>
                </p:cNvPr>
                <p:cNvSpPr txBox="1"/>
                <p:nvPr/>
              </p:nvSpPr>
              <p:spPr>
                <a:xfrm>
                  <a:off x="10753294" y="3202536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29" name="グラフィックス 239" descr="分岐路 単色塗りつぶし">
                  <a:extLst>
                    <a:ext uri="{FF2B5EF4-FFF2-40B4-BE49-F238E27FC236}">
                      <ns2:creationId id="{F6356CC6-5085-A2B2-0F03-99CAC89229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67294" y="318697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22" name="グループ化 921">
                <a:extLst>
                  <a:ext uri="{FF2B5EF4-FFF2-40B4-BE49-F238E27FC236}">
                    <ns2:creationId id="{FBEC1346-996A-8DF7-04E2-82EF00126B6D}"/>
                  </a:ext>
                </a:extLst>
              </p:cNvPr>
              <p:cNvGrpSpPr/>
              <p:nvPr/>
            </p:nvGrpSpPr>
            <p:grpSpPr>
              <a:xfrm>
                <a:off x="10741038" y="2818815"/>
                <a:ext cx="1116000" cy="288000"/>
                <a:chOff x="10745800" y="2804394"/>
                <a:chExt cx="1116000" cy="288000"/>
              </a:xfrm>
            </p:grpSpPr>
            <p:sp>
              <p:nvSpPr>
                <p:cNvPr id="416" name="TextBox 65">
                  <a:extLst>
                    <a:ext uri="{FF2B5EF4-FFF2-40B4-BE49-F238E27FC236}">
                      <ns2:creationId id="{03C55EAA-E9A7-D2DE-0861-698B14998AE6}"/>
                    </a:ext>
                  </a:extLst>
                </p:cNvPr>
                <p:cNvSpPr txBox="1"/>
                <p:nvPr/>
              </p:nvSpPr>
              <p:spPr>
                <a:xfrm>
                  <a:off x="10745800" y="281822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30" name="グラフィックス 239" descr="分岐路 単色塗りつぶし">
                  <a:extLst>
                    <a:ext uri="{FF2B5EF4-FFF2-40B4-BE49-F238E27FC236}">
                      <ns2:creationId id="{7593251A-E3D4-73D8-3DCA-6BA0CC5638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59800" y="280439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36" name="グループ化 935">
                <a:extLst>
                  <a:ext uri="{FF2B5EF4-FFF2-40B4-BE49-F238E27FC236}">
                    <ns2:creationId id="{68025A59-DA93-0B63-E49B-89DDEF5E4ACE}"/>
                  </a:ext>
                </a:extLst>
              </p:cNvPr>
              <p:cNvGrpSpPr/>
              <p:nvPr/>
            </p:nvGrpSpPr>
            <p:grpSpPr>
              <a:xfrm>
                <a:off x="9588832" y="4951118"/>
                <a:ext cx="1116000" cy="288000"/>
                <a:chOff x="9592640" y="4924500"/>
                <a:chExt cx="1116000" cy="288000"/>
              </a:xfrm>
            </p:grpSpPr>
            <p:sp>
              <p:nvSpPr>
                <p:cNvPr id="441" name="TextBox 89">
                  <a:extLst>
                    <a:ext uri="{FF2B5EF4-FFF2-40B4-BE49-F238E27FC236}">
                      <ns2:creationId id="{22731F0E-8E63-2937-B23F-F6FB5B9C91E4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43" name="グラフィックス 239" descr="速度計: 低速 単色塗りつぶし">
                  <a:extLst>
                    <a:ext uri="{FF2B5EF4-FFF2-40B4-BE49-F238E27FC236}">
                      <ns2:creationId id="{3BCB1A20-912D-29E6-F80E-E8C657E3B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8" name="グループ化 957">
                <a:extLst>
                  <a:ext uri="{FF2B5EF4-FFF2-40B4-BE49-F238E27FC236}">
                    <ns2:creationId id="{ED92B4AE-8544-F5C5-45C7-ECC37CD6500C}"/>
                  </a:ext>
                </a:extLst>
              </p:cNvPr>
              <p:cNvGrpSpPr/>
              <p:nvPr/>
            </p:nvGrpSpPr>
            <p:grpSpPr>
              <a:xfrm>
                <a:off x="8436624" y="4951118"/>
                <a:ext cx="1116000" cy="288000"/>
                <a:chOff x="8439480" y="4936603"/>
                <a:chExt cx="1116000" cy="288000"/>
              </a:xfrm>
            </p:grpSpPr>
            <p:sp>
              <p:nvSpPr>
                <p:cNvPr id="458" name="TextBox 89">
                  <a:extLst>
                    <a:ext uri="{FF2B5EF4-FFF2-40B4-BE49-F238E27FC236}">
                      <ns2:creationId id="{BD337716-B54D-5153-7D5F-DCF3152E66EA}"/>
                    </a:ext>
                  </a:extLst>
                </p:cNvPr>
                <p:cNvSpPr txBox="1"/>
                <p:nvPr/>
              </p:nvSpPr>
              <p:spPr>
                <a:xfrm>
                  <a:off x="843948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60" name="グラフィックス 239" descr="笑顔 (塗りつぶし) 単色塗りつぶし">
                  <a:extLst>
                    <a:ext uri="{FF2B5EF4-FFF2-40B4-BE49-F238E27FC236}">
                      <ns2:creationId id="{70AB4920-8BD3-60D3-CF6B-FF328E5C41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885348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9" name="グループ化 958">
                <a:extLst>
                  <a:ext uri="{FF2B5EF4-FFF2-40B4-BE49-F238E27FC236}">
                    <ns2:creationId id="{9E14AA55-07F4-E1F3-FD35-CC1CF5C5AA48}"/>
                  </a:ext>
                </a:extLst>
              </p:cNvPr>
              <p:cNvGrpSpPr/>
              <p:nvPr/>
            </p:nvGrpSpPr>
            <p:grpSpPr>
              <a:xfrm>
                <a:off x="7284416" y="4951118"/>
                <a:ext cx="1116000" cy="288000"/>
                <a:chOff x="7286320" y="4936603"/>
                <a:chExt cx="1116000" cy="288000"/>
              </a:xfrm>
            </p:grpSpPr>
            <p:sp>
              <p:nvSpPr>
                <p:cNvPr id="475" name="TextBox 89">
                  <a:extLst>
                    <a:ext uri="{FF2B5EF4-FFF2-40B4-BE49-F238E27FC236}">
                      <ns2:creationId id="{26898A5F-9154-2F27-A58E-73DD4E9B5C13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77" name="グラフィックス 239" descr="笑顔 (塗りつぶし) 単色塗りつぶし">
                  <a:extLst>
                    <a:ext uri="{FF2B5EF4-FFF2-40B4-BE49-F238E27FC236}">
                      <ns2:creationId id="{69E10DD3-554B-7F7E-EF7C-154F6EA01A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675" name="グループ化 674">
                <a:extLst>
                  <a:ext uri="{FF2B5EF4-FFF2-40B4-BE49-F238E27FC236}">
                    <ns2:creationId id="{9C2AAC9A-6951-4A1A-8E13-7FAAB855C55F}"/>
                  </a:ext>
                </a:extLst>
              </p:cNvPr>
              <p:cNvGrpSpPr/>
              <p:nvPr/>
            </p:nvGrpSpPr>
            <p:grpSpPr>
              <a:xfrm>
                <a:off x="8436624" y="2463430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67" name="グループ化 666">
                  <a:extLst>
                    <a:ext uri="{FF2B5EF4-FFF2-40B4-BE49-F238E27FC236}">
                      <ns2:creationId id="{22CBC9EC-687B-2F43-10D4-130413005C51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557" name="TextBox 26">
                    <a:extLst>
                      <a:ext uri="{FF2B5EF4-FFF2-40B4-BE49-F238E27FC236}">
                        <ns2:creationId id="{4268720C-0A52-2CFB-C354-B389227354A4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558" name="グラフィックス 239" descr="分岐路 単色塗りつぶし">
                    <a:extLst>
                      <a:ext uri="{FF2B5EF4-FFF2-40B4-BE49-F238E27FC236}">
                        <ns2:creationId id="{5CCB6BFA-669A-8E06-5420-E0B884361B3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68" name="グループ化 667">
                  <a:extLst>
                    <a:ext uri="{FF2B5EF4-FFF2-40B4-BE49-F238E27FC236}">
                      <ns2:creationId id="{FD6F4213-082F-EE00-A202-96C2DD11D8D0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560" name="TextBox 26">
                    <a:extLst>
                      <a:ext uri="{FF2B5EF4-FFF2-40B4-BE49-F238E27FC236}">
                        <ns2:creationId id="{05087684-69DA-790F-C44C-15C97CE13221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561" name="グラフィックス 239" descr="笑顔 (塗りつぶし) 単色塗りつぶし">
                    <a:extLst>
                      <a:ext uri="{FF2B5EF4-FFF2-40B4-BE49-F238E27FC236}">
                        <ns2:creationId id="{F1BEE910-F339-3096-11DB-84E2E62C535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77" name="グループ化 676">
                <a:extLst>
                  <a:ext uri="{FF2B5EF4-FFF2-40B4-BE49-F238E27FC236}">
                    <ns2:creationId id="{D2590F95-3B3A-41D0-A20E-325A8682FBBA}"/>
                  </a:ext>
                </a:extLst>
              </p:cNvPr>
              <p:cNvGrpSpPr/>
              <p:nvPr/>
            </p:nvGrpSpPr>
            <p:grpSpPr>
              <a:xfrm>
                <a:off x="8436624" y="2818815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78" name="グループ化 677">
                  <a:extLst>
                    <a:ext uri="{FF2B5EF4-FFF2-40B4-BE49-F238E27FC236}">
                      <ns2:creationId id="{B2174C96-A629-9588-CC20-9F7F9DC4CCDE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682" name="TextBox 26">
                    <a:extLst>
                      <a:ext uri="{FF2B5EF4-FFF2-40B4-BE49-F238E27FC236}">
                        <ns2:creationId id="{4FA65B3A-0B00-443E-4D56-7EBA662F7FD1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83" name="グラフィックス 239" descr="分岐路 単色塗りつぶし">
                    <a:extLst>
                      <a:ext uri="{FF2B5EF4-FFF2-40B4-BE49-F238E27FC236}">
                        <ns2:creationId id="{392D3A9E-E004-5777-AE0F-2ED2E124A1D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79" name="グループ化 678">
                  <a:extLst>
                    <a:ext uri="{FF2B5EF4-FFF2-40B4-BE49-F238E27FC236}">
                      <ns2:creationId id="{BB302A87-BDA2-7CE0-57FC-C84A6F9F7082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680" name="TextBox 26">
                    <a:extLst>
                      <a:ext uri="{FF2B5EF4-FFF2-40B4-BE49-F238E27FC236}">
                        <ns2:creationId id="{57B60186-4180-4B29-146E-2A2235E6E4C1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81" name="グラフィックス 239" descr="笑顔 (塗りつぶし) 単色塗りつぶし">
                    <a:extLst>
                      <a:ext uri="{FF2B5EF4-FFF2-40B4-BE49-F238E27FC236}">
                        <ns2:creationId id="{D7E689E5-0981-E1AB-464E-014BE421A2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84" name="グループ化 683">
                <a:extLst>
                  <a:ext uri="{FF2B5EF4-FFF2-40B4-BE49-F238E27FC236}">
                    <ns2:creationId id="{A029433C-265A-D6F5-1F2C-0B94A3507AF0}"/>
                  </a:ext>
                </a:extLst>
              </p:cNvPr>
              <p:cNvGrpSpPr/>
              <p:nvPr/>
            </p:nvGrpSpPr>
            <p:grpSpPr>
              <a:xfrm>
                <a:off x="8436624" y="3174200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85" name="グループ化 684">
                  <a:extLst>
                    <a:ext uri="{FF2B5EF4-FFF2-40B4-BE49-F238E27FC236}">
                      <ns2:creationId id="{ABBADB10-A24A-A042-0E2E-32B9E674725A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689" name="TextBox 26">
                    <a:extLst>
                      <a:ext uri="{FF2B5EF4-FFF2-40B4-BE49-F238E27FC236}">
                        <ns2:creationId id="{17DDED01-57B7-7223-684D-ECB229B90CC0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90" name="グラフィックス 239" descr="分岐路 単色塗りつぶし">
                    <a:extLst>
                      <a:ext uri="{FF2B5EF4-FFF2-40B4-BE49-F238E27FC236}">
                        <ns2:creationId id="{D175F1FF-5EC6-0F93-347F-5A403DE8320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86" name="グループ化 685">
                  <a:extLst>
                    <a:ext uri="{FF2B5EF4-FFF2-40B4-BE49-F238E27FC236}">
                      <ns2:creationId id="{3D38ABB1-3B62-C6C9-9D30-1620E3E94B23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687" name="TextBox 26">
                    <a:extLst>
                      <a:ext uri="{FF2B5EF4-FFF2-40B4-BE49-F238E27FC236}">
                        <ns2:creationId id="{F6C2AABF-334B-218C-6340-80D603C221B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88" name="グラフィックス 239" descr="笑顔 (塗りつぶし) 単色塗りつぶし">
                    <a:extLst>
                      <a:ext uri="{FF2B5EF4-FFF2-40B4-BE49-F238E27FC236}">
                        <ns2:creationId id="{0AA64EA7-FEE9-F8E2-27AF-1D0588E4FE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91" name="グループ化 690">
                <a:extLst>
                  <a:ext uri="{FF2B5EF4-FFF2-40B4-BE49-F238E27FC236}">
                    <ns2:creationId id="{7E94BD34-63E1-B520-6EF9-EBADD9EF0CDA}"/>
                  </a:ext>
                </a:extLst>
              </p:cNvPr>
              <p:cNvGrpSpPr/>
              <p:nvPr/>
            </p:nvGrpSpPr>
            <p:grpSpPr>
              <a:xfrm>
                <a:off x="8436624" y="3529584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92" name="グループ化 691">
                  <a:extLst>
                    <a:ext uri="{FF2B5EF4-FFF2-40B4-BE49-F238E27FC236}">
                      <ns2:creationId id="{CEC475B5-277D-8901-08D2-E8EB33A48B50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696" name="TextBox 26">
                    <a:extLst>
                      <a:ext uri="{FF2B5EF4-FFF2-40B4-BE49-F238E27FC236}">
                        <ns2:creationId id="{947FFCD9-1415-7090-2AEE-2E9223C0429D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97" name="グラフィックス 239" descr="分岐路 単色塗りつぶし">
                    <a:extLst>
                      <a:ext uri="{FF2B5EF4-FFF2-40B4-BE49-F238E27FC236}">
                        <ns2:creationId id="{3CC21878-9A9D-0D22-844A-6F2B9F58E1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93" name="グループ化 692">
                  <a:extLst>
                    <a:ext uri="{FF2B5EF4-FFF2-40B4-BE49-F238E27FC236}">
                      <ns2:creationId id="{FD0F6E8C-125E-1E5C-8A77-842F50F7C2F5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694" name="TextBox 26">
                    <a:extLst>
                      <a:ext uri="{FF2B5EF4-FFF2-40B4-BE49-F238E27FC236}">
                        <ns2:creationId id="{70AAEA6B-694C-7760-B0C2-688833D0EC50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695" name="グラフィックス 239" descr="笑顔 (塗りつぶし) 単色塗りつぶし">
                    <a:extLst>
                      <a:ext uri="{FF2B5EF4-FFF2-40B4-BE49-F238E27FC236}">
                        <ns2:creationId id="{AC75B281-16B9-A828-B74F-4A79AB071E4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98" name="グループ化 697">
                <a:extLst>
                  <a:ext uri="{FF2B5EF4-FFF2-40B4-BE49-F238E27FC236}">
                    <ns2:creationId id="{15CC5B46-640F-8D3C-BBE5-E22B00A969CA}"/>
                  </a:ext>
                </a:extLst>
              </p:cNvPr>
              <p:cNvGrpSpPr/>
              <p:nvPr/>
            </p:nvGrpSpPr>
            <p:grpSpPr>
              <a:xfrm>
                <a:off x="8436624" y="388496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699" name="グループ化 698">
                  <a:extLst>
                    <a:ext uri="{FF2B5EF4-FFF2-40B4-BE49-F238E27FC236}">
                      <ns2:creationId id="{65539AD6-CA42-D340-4843-35BE0507A7DC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03" name="TextBox 26">
                    <a:extLst>
                      <a:ext uri="{FF2B5EF4-FFF2-40B4-BE49-F238E27FC236}">
                        <ns2:creationId id="{BB1B576A-39F5-BEC7-FE42-514AACDC42C7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04" name="グラフィックス 239" descr="分岐路 単色塗りつぶし">
                    <a:extLst>
                      <a:ext uri="{FF2B5EF4-FFF2-40B4-BE49-F238E27FC236}">
                        <ns2:creationId id="{3E43DE8A-F3DF-E5C9-8333-54384F670E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00" name="グループ化 699">
                  <a:extLst>
                    <a:ext uri="{FF2B5EF4-FFF2-40B4-BE49-F238E27FC236}">
                      <ns2:creationId id="{62C4010C-E66D-B835-2B9B-F7F7B1EC5081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01" name="TextBox 26">
                    <a:extLst>
                      <a:ext uri="{FF2B5EF4-FFF2-40B4-BE49-F238E27FC236}">
                        <ns2:creationId id="{1DC72D30-17B9-AA51-EAF4-CEB859802505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02" name="グラフィックス 239" descr="笑顔 (塗りつぶし) 単色塗りつぶし">
                    <a:extLst>
                      <a:ext uri="{FF2B5EF4-FFF2-40B4-BE49-F238E27FC236}">
                        <ns2:creationId id="{F7A4EB32-9205-3CB4-C1BC-6BAAB213D11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05" name="グループ化 704">
                <a:extLst>
                  <a:ext uri="{FF2B5EF4-FFF2-40B4-BE49-F238E27FC236}">
                    <ns2:creationId id="{7685F8BE-69A6-A24C-2DAE-477CAD47BDEE}"/>
                  </a:ext>
                </a:extLst>
              </p:cNvPr>
              <p:cNvGrpSpPr/>
              <p:nvPr/>
            </p:nvGrpSpPr>
            <p:grpSpPr>
              <a:xfrm>
                <a:off x="8436624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06" name="グループ化 705">
                  <a:extLst>
                    <a:ext uri="{FF2B5EF4-FFF2-40B4-BE49-F238E27FC236}">
                      <ns2:creationId id="{6A747644-5A64-63C0-F142-FDF532F07B85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10" name="TextBox 26">
                    <a:extLst>
                      <a:ext uri="{FF2B5EF4-FFF2-40B4-BE49-F238E27FC236}">
                        <ns2:creationId id="{BCCAC96E-CF9F-3A9F-C2E2-46196BBDD38F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11" name="グラフィックス 239" descr="分岐路 単色塗りつぶし">
                    <a:extLst>
                      <a:ext uri="{FF2B5EF4-FFF2-40B4-BE49-F238E27FC236}">
                        <ns2:creationId id="{3600BEBB-5B33-198C-1386-69BEC9E0FD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07" name="グループ化 706">
                  <a:extLst>
                    <a:ext uri="{FF2B5EF4-FFF2-40B4-BE49-F238E27FC236}">
                      <ns2:creationId id="{96088C0F-3211-0B43-409E-9A9C3CAADC16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08" name="TextBox 26">
                    <a:extLst>
                      <a:ext uri="{FF2B5EF4-FFF2-40B4-BE49-F238E27FC236}">
                        <ns2:creationId id="{6AB029EE-A59C-9B9E-DB46-C3014E9C821A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09" name="グラフィックス 239" descr="笑顔 (塗りつぶし) 単色塗りつぶし">
                    <a:extLst>
                      <a:ext uri="{FF2B5EF4-FFF2-40B4-BE49-F238E27FC236}">
                        <ns2:creationId id="{9832C12D-DF60-A441-AC6E-23ECE94F84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12" name="グループ化 711">
                <a:extLst>
                  <a:ext uri="{FF2B5EF4-FFF2-40B4-BE49-F238E27FC236}">
                    <ns2:creationId id="{25A3474E-BCB4-5987-3273-3A6ACC8D5453}"/>
                  </a:ext>
                </a:extLst>
              </p:cNvPr>
              <p:cNvGrpSpPr/>
              <p:nvPr/>
            </p:nvGrpSpPr>
            <p:grpSpPr>
              <a:xfrm>
                <a:off x="8436624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13" name="グループ化 712">
                  <a:extLst>
                    <a:ext uri="{FF2B5EF4-FFF2-40B4-BE49-F238E27FC236}">
                      <ns2:creationId id="{52C63678-0AF2-76C3-7FD0-6565B1453691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17" name="TextBox 26">
                    <a:extLst>
                      <a:ext uri="{FF2B5EF4-FFF2-40B4-BE49-F238E27FC236}">
                        <ns2:creationId id="{5B6A2B90-7E86-B799-E2FE-9FAF02FB1648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18" name="グラフィックス 239" descr="分岐路 単色塗りつぶし">
                    <a:extLst>
                      <a:ext uri="{FF2B5EF4-FFF2-40B4-BE49-F238E27FC236}">
                        <ns2:creationId id="{507F5E76-8D79-C37C-1FEA-360F489A269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14" name="グループ化 713">
                  <a:extLst>
                    <a:ext uri="{FF2B5EF4-FFF2-40B4-BE49-F238E27FC236}">
                      <ns2:creationId id="{BFE02D31-EDCD-4DF6-BC5A-8FD6C7B878A3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15" name="TextBox 26">
                    <a:extLst>
                      <a:ext uri="{FF2B5EF4-FFF2-40B4-BE49-F238E27FC236}">
                        <ns2:creationId id="{E148C3AB-4B49-74C5-473F-26F3842AC30F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16" name="グラフィックス 239" descr="笑顔 (塗りつぶし) 単色塗りつぶし">
                    <a:extLst>
                      <a:ext uri="{FF2B5EF4-FFF2-40B4-BE49-F238E27FC236}">
                        <ns2:creationId id="{FAE61757-5014-CE86-5D68-F67FD963BCE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26" name="グループ化 825">
                <a:extLst>
                  <a:ext uri="{FF2B5EF4-FFF2-40B4-BE49-F238E27FC236}">
                    <ns2:creationId id="{87D8E698-C9E5-B3D0-5279-FEA0FD496B46}"/>
                  </a:ext>
                </a:extLst>
              </p:cNvPr>
              <p:cNvGrpSpPr/>
              <p:nvPr/>
            </p:nvGrpSpPr>
            <p:grpSpPr>
              <a:xfrm>
                <a:off x="6132208" y="246343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720" name="グループ化 719">
                  <a:extLst>
                    <a:ext uri="{FF2B5EF4-FFF2-40B4-BE49-F238E27FC236}">
                      <ns2:creationId id="{0818FDD6-2E82-ADF7-80A5-BD25C8D93C22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721" name="TextBox 26">
                    <a:extLst>
                      <a:ext uri="{FF2B5EF4-FFF2-40B4-BE49-F238E27FC236}">
                        <ns2:creationId id="{9AE5783D-3AC1-1967-454A-FA1A0F98C8B0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22" name="グラフィックス 239" descr="バッジ: フォロー解除 単色塗りつぶし">
                    <a:extLst>
                      <a:ext uri="{FF2B5EF4-FFF2-40B4-BE49-F238E27FC236}">
                        <ns2:creationId id="{9A423EB9-B76F-1389-2BC0-F294D114D9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23" name="グループ化 722">
                  <a:extLst>
                    <a:ext uri="{FF2B5EF4-FFF2-40B4-BE49-F238E27FC236}">
                      <ns2:creationId id="{368B390D-C15D-FC81-4F06-A87F14D9EA58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24" name="TextBox 26">
                    <a:extLst>
                      <a:ext uri="{FF2B5EF4-FFF2-40B4-BE49-F238E27FC236}">
                        <ns2:creationId id="{E18A7550-BDBC-85F7-9872-9DFC3643AD76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25" name="グラフィックス 239" descr="分岐路 単色塗りつぶし">
                    <a:extLst>
                      <a:ext uri="{FF2B5EF4-FFF2-40B4-BE49-F238E27FC236}">
                        <ns2:creationId id="{A2BD01BC-6960-369A-C122-5E403387908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84" name="グループ化 783">
                <a:extLst>
                  <a:ext uri="{FF2B5EF4-FFF2-40B4-BE49-F238E27FC236}">
                    <ns2:creationId id="{E0EB2603-3AE2-8F5A-6855-3675C75DBFF8}"/>
                  </a:ext>
                </a:extLst>
              </p:cNvPr>
              <p:cNvGrpSpPr/>
              <p:nvPr/>
            </p:nvGrpSpPr>
            <p:grpSpPr>
              <a:xfrm>
                <a:off x="7284416" y="388496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85" name="グループ化 784">
                  <a:extLst>
                    <a:ext uri="{FF2B5EF4-FFF2-40B4-BE49-F238E27FC236}">
                      <ns2:creationId id="{88CA2710-B334-54C8-3454-93C87F0D8E31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89" name="TextBox 26">
                    <a:extLst>
                      <a:ext uri="{FF2B5EF4-FFF2-40B4-BE49-F238E27FC236}">
                        <ns2:creationId id="{2241E2F2-2075-C420-7C9E-88F00BB1F1D7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90" name="グラフィックス 239" descr="分岐路 単色塗りつぶし">
                    <a:extLst>
                      <a:ext uri="{FF2B5EF4-FFF2-40B4-BE49-F238E27FC236}">
                        <ns2:creationId id="{2EB009C4-529E-6E39-6F3E-80BAE501451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86" name="グループ化 785">
                  <a:extLst>
                    <a:ext uri="{FF2B5EF4-FFF2-40B4-BE49-F238E27FC236}">
                      <ns2:creationId id="{FE1BC99E-6C56-29D9-3918-A4C0939ACFE2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87" name="TextBox 26">
                    <a:extLst>
                      <a:ext uri="{FF2B5EF4-FFF2-40B4-BE49-F238E27FC236}">
                        <ns2:creationId id="{A46482FE-D7B2-85C6-63D9-6A3EEF23E565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88" name="グラフィックス 239" descr="笑顔 (塗りつぶし) 単色塗りつぶし">
                    <a:extLst>
                      <a:ext uri="{FF2B5EF4-FFF2-40B4-BE49-F238E27FC236}">
                        <ns2:creationId id="{E13774B4-CD7B-0D7F-C022-3EFA62A41A6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91" name="グループ化 790">
                <a:extLst>
                  <a:ext uri="{FF2B5EF4-FFF2-40B4-BE49-F238E27FC236}">
                    <ns2:creationId id="{2D66F94F-7E66-C3EA-1C08-BF5963549C1A}"/>
                  </a:ext>
                </a:extLst>
              </p:cNvPr>
              <p:cNvGrpSpPr/>
              <p:nvPr/>
            </p:nvGrpSpPr>
            <p:grpSpPr>
              <a:xfrm>
                <a:off x="7284416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92" name="グループ化 791">
                  <a:extLst>
                    <a:ext uri="{FF2B5EF4-FFF2-40B4-BE49-F238E27FC236}">
                      <ns2:creationId id="{DF41D878-52E4-DCE3-23C3-6BFBBC04FEEE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796" name="TextBox 26">
                    <a:extLst>
                      <a:ext uri="{FF2B5EF4-FFF2-40B4-BE49-F238E27FC236}">
                        <ns2:creationId id="{6E200438-AEDB-40C1-4A11-68A435C2B45C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97" name="グラフィックス 239" descr="分岐路 単色塗りつぶし">
                    <a:extLst>
                      <a:ext uri="{FF2B5EF4-FFF2-40B4-BE49-F238E27FC236}">
                        <ns2:creationId id="{AA940B00-A59D-30A0-9883-5C796A9A535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93" name="グループ化 792">
                  <a:extLst>
                    <a:ext uri="{FF2B5EF4-FFF2-40B4-BE49-F238E27FC236}">
                      <ns2:creationId id="{F14DCABA-93F3-5348-7C5B-BB99CE1A2566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794" name="TextBox 26">
                    <a:extLst>
                      <a:ext uri="{FF2B5EF4-FFF2-40B4-BE49-F238E27FC236}">
                        <ns2:creationId id="{1C133F1C-7C5F-D454-CD46-1EE70CBDF297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795" name="グラフィックス 239" descr="笑顔 (塗りつぶし) 単色塗りつぶし">
                    <a:extLst>
                      <a:ext uri="{FF2B5EF4-FFF2-40B4-BE49-F238E27FC236}">
                        <ns2:creationId id="{8804E460-9338-D5C6-E771-279A1336FDB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798" name="グループ化 797">
                <a:extLst>
                  <a:ext uri="{FF2B5EF4-FFF2-40B4-BE49-F238E27FC236}">
                    <ns2:creationId id="{C69B3FD4-C121-E7BC-47BA-BC75E50D1051}"/>
                  </a:ext>
                </a:extLst>
              </p:cNvPr>
              <p:cNvGrpSpPr/>
              <p:nvPr/>
            </p:nvGrpSpPr>
            <p:grpSpPr>
              <a:xfrm>
                <a:off x="7284416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799" name="グループ化 798">
                  <a:extLst>
                    <a:ext uri="{FF2B5EF4-FFF2-40B4-BE49-F238E27FC236}">
                      <ns2:creationId id="{CEC72336-D798-A6A9-C6D8-FB57F4323EC9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03" name="TextBox 26">
                    <a:extLst>
                      <a:ext uri="{FF2B5EF4-FFF2-40B4-BE49-F238E27FC236}">
                        <ns2:creationId id="{DA21B434-5C3A-C975-9CBC-ED59AC7AFE77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04" name="グラフィックス 239" descr="分岐路 単色塗りつぶし">
                    <a:extLst>
                      <a:ext uri="{FF2B5EF4-FFF2-40B4-BE49-F238E27FC236}">
                        <ns2:creationId id="{DCB9C556-667A-A78D-39A4-5CEB6EDC0F8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00" name="グループ化 799">
                  <a:extLst>
                    <a:ext uri="{FF2B5EF4-FFF2-40B4-BE49-F238E27FC236}">
                      <ns2:creationId id="{E1BBB93C-D4D9-86C7-840D-72D31FDDE5ED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01" name="TextBox 26">
                    <a:extLst>
                      <a:ext uri="{FF2B5EF4-FFF2-40B4-BE49-F238E27FC236}">
                        <ns2:creationId id="{B430B68E-0FDB-9CF6-F080-1FBB8705FEF9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02" name="グラフィックス 239" descr="笑顔 (塗りつぶし) 単色塗りつぶし">
                    <a:extLst>
                      <a:ext uri="{FF2B5EF4-FFF2-40B4-BE49-F238E27FC236}">
                        <ns2:creationId id="{1F8C62F5-0AC3-593F-AEFB-576018FE4D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05" name="グループ化 804">
                <a:extLst>
                  <a:ext uri="{FF2B5EF4-FFF2-40B4-BE49-F238E27FC236}">
                    <ns2:creationId id="{F8A00B43-2391-AC33-CF27-B92E69FFAA6B}"/>
                  </a:ext>
                </a:extLst>
              </p:cNvPr>
              <p:cNvGrpSpPr/>
              <p:nvPr/>
            </p:nvGrpSpPr>
            <p:grpSpPr>
              <a:xfrm>
                <a:off x="6132208" y="388496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06" name="グループ化 805">
                  <a:extLst>
                    <a:ext uri="{FF2B5EF4-FFF2-40B4-BE49-F238E27FC236}">
                      <ns2:creationId id="{0DD7A6A4-8F4E-4FAF-A16D-FD4E5DE24D69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10" name="TextBox 26">
                    <a:extLst>
                      <a:ext uri="{FF2B5EF4-FFF2-40B4-BE49-F238E27FC236}">
                        <ns2:creationId id="{90F0C114-F809-1285-DE05-D6C2171E1C0E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11" name="グラフィックス 239" descr="分岐路 単色塗りつぶし">
                    <a:extLst>
                      <a:ext uri="{FF2B5EF4-FFF2-40B4-BE49-F238E27FC236}">
                        <ns2:creationId id="{276EC260-7D73-7F38-ED1C-B444B0AFC3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07" name="グループ化 806">
                  <a:extLst>
                    <a:ext uri="{FF2B5EF4-FFF2-40B4-BE49-F238E27FC236}">
                      <ns2:creationId id="{F5620F5A-0AA8-6A80-1CE0-BA1160060C7D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08" name="TextBox 26">
                    <a:extLst>
                      <a:ext uri="{FF2B5EF4-FFF2-40B4-BE49-F238E27FC236}">
                        <ns2:creationId id="{9C2BD471-47B0-D573-D4C8-7474E6CFF09D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09" name="グラフィックス 239" descr="笑顔 (塗りつぶし) 単色塗りつぶし">
                    <a:extLst>
                      <a:ext uri="{FF2B5EF4-FFF2-40B4-BE49-F238E27FC236}">
                        <ns2:creationId id="{2CBD525F-6D8D-C548-8B8D-C938FA087A7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12" name="グループ化 811">
                <a:extLst>
                  <a:ext uri="{FF2B5EF4-FFF2-40B4-BE49-F238E27FC236}">
                    <ns2:creationId id="{0A3519BD-C93D-4862-59A1-4372820A3F9E}"/>
                  </a:ext>
                </a:extLst>
              </p:cNvPr>
              <p:cNvGrpSpPr/>
              <p:nvPr/>
            </p:nvGrpSpPr>
            <p:grpSpPr>
              <a:xfrm>
                <a:off x="6132208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13" name="グループ化 812">
                  <a:extLst>
                    <a:ext uri="{FF2B5EF4-FFF2-40B4-BE49-F238E27FC236}">
                      <ns2:creationId id="{D53C15E0-4680-ED4A-947B-E1C51A19689E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17" name="TextBox 26">
                    <a:extLst>
                      <a:ext uri="{FF2B5EF4-FFF2-40B4-BE49-F238E27FC236}">
                        <ns2:creationId id="{704FC3AA-C54F-329E-0AFE-9A1C11FABC36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18" name="グラフィックス 239" descr="分岐路 単色塗りつぶし">
                    <a:extLst>
                      <a:ext uri="{FF2B5EF4-FFF2-40B4-BE49-F238E27FC236}">
                        <ns2:creationId id="{74DAB748-964C-08DC-7C8E-BBFAD3FD103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14" name="グループ化 813">
                  <a:extLst>
                    <a:ext uri="{FF2B5EF4-FFF2-40B4-BE49-F238E27FC236}">
                      <ns2:creationId id="{378B3FB4-A7FA-DEAA-7FD5-D791E5398975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15" name="TextBox 26">
                    <a:extLst>
                      <a:ext uri="{FF2B5EF4-FFF2-40B4-BE49-F238E27FC236}">
                        <ns2:creationId id="{F29AF48E-5EEF-BD80-2FC9-D9CEA635F66F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16" name="グラフィックス 239" descr="笑顔 (塗りつぶし) 単色塗りつぶし">
                    <a:extLst>
                      <a:ext uri="{FF2B5EF4-FFF2-40B4-BE49-F238E27FC236}">
                        <ns2:creationId id="{3E4CB72A-495F-BC3D-B7E9-E5EABF95D02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19" name="グループ化 818">
                <a:extLst>
                  <a:ext uri="{FF2B5EF4-FFF2-40B4-BE49-F238E27FC236}">
                    <ns2:creationId id="{14699703-F135-C549-CD4E-F86A499A3DE7}"/>
                  </a:ext>
                </a:extLst>
              </p:cNvPr>
              <p:cNvGrpSpPr/>
              <p:nvPr/>
            </p:nvGrpSpPr>
            <p:grpSpPr>
              <a:xfrm>
                <a:off x="6132208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20" name="グループ化 819">
                  <a:extLst>
                    <a:ext uri="{FF2B5EF4-FFF2-40B4-BE49-F238E27FC236}">
                      <ns2:creationId id="{F4104029-9569-F038-A752-61406700D3E4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24" name="TextBox 26">
                    <a:extLst>
                      <a:ext uri="{FF2B5EF4-FFF2-40B4-BE49-F238E27FC236}">
                        <ns2:creationId id="{BF5F7374-9D7B-169A-3AE4-31EF7B3D69E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25" name="グラフィックス 239" descr="分岐路 単色塗りつぶし">
                    <a:extLst>
                      <a:ext uri="{FF2B5EF4-FFF2-40B4-BE49-F238E27FC236}">
                        <ns2:creationId id="{3E4A9427-E984-1243-A02E-AF2BCCC1B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21" name="グループ化 820">
                  <a:extLst>
                    <a:ext uri="{FF2B5EF4-FFF2-40B4-BE49-F238E27FC236}">
                      <ns2:creationId id="{D13CB35D-EF8B-F4EA-34F4-61EEC994311B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22" name="TextBox 26">
                    <a:extLst>
                      <a:ext uri="{FF2B5EF4-FFF2-40B4-BE49-F238E27FC236}">
                        <ns2:creationId id="{5D7F149A-24BC-BD50-6248-5EFB81669C4B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23" name="グラフィックス 239" descr="笑顔 (塗りつぶし) 単色塗りつぶし">
                    <a:extLst>
                      <a:ext uri="{FF2B5EF4-FFF2-40B4-BE49-F238E27FC236}">
                        <ns2:creationId id="{254E51CC-64FB-FAE2-E9B7-FAA6A601063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34" name="グループ化 833">
                <a:extLst>
                  <a:ext uri="{FF2B5EF4-FFF2-40B4-BE49-F238E27FC236}">
                    <ns2:creationId id="{2DE46D81-62E4-0DA5-9E9A-8B570336921F}"/>
                  </a:ext>
                </a:extLst>
              </p:cNvPr>
              <p:cNvGrpSpPr/>
              <p:nvPr/>
            </p:nvGrpSpPr>
            <p:grpSpPr>
              <a:xfrm>
                <a:off x="7284416" y="246343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35" name="グループ化 834">
                  <a:extLst>
                    <a:ext uri="{FF2B5EF4-FFF2-40B4-BE49-F238E27FC236}">
                      <ns2:creationId id="{3C1D0D39-E72B-9867-DB2D-A98781200900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39" name="TextBox 26">
                    <a:extLst>
                      <a:ext uri="{FF2B5EF4-FFF2-40B4-BE49-F238E27FC236}">
                        <ns2:creationId id="{C95201FF-D5E4-8255-FECE-AC106BFBE02E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40" name="グラフィックス 239" descr="バッジ: フォロー解除 単色塗りつぶし">
                    <a:extLst>
                      <a:ext uri="{FF2B5EF4-FFF2-40B4-BE49-F238E27FC236}">
                        <ns2:creationId id="{2CDEE2E5-B55F-BFE0-BC50-1D992378DFF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36" name="グループ化 835">
                  <a:extLst>
                    <a:ext uri="{FF2B5EF4-FFF2-40B4-BE49-F238E27FC236}">
                      <ns2:creationId id="{91CB01FE-A411-3F85-9A04-DACC526F8719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37" name="TextBox 26">
                    <a:extLst>
                      <a:ext uri="{FF2B5EF4-FFF2-40B4-BE49-F238E27FC236}">
                        <ns2:creationId id="{76FEDFB3-9FA8-CCE6-A6CB-5A3FD4F6802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38" name="グラフィックス 239" descr="分岐路 単色塗りつぶし">
                    <a:extLst>
                      <a:ext uri="{FF2B5EF4-FFF2-40B4-BE49-F238E27FC236}">
                        <ns2:creationId id="{389292DE-5105-773C-A87F-F1390EAE77F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41" name="グループ化 840">
                <a:extLst>
                  <a:ext uri="{FF2B5EF4-FFF2-40B4-BE49-F238E27FC236}">
                    <ns2:creationId id="{171B0738-86ED-8E7A-D20C-37605CC5D1E4}"/>
                  </a:ext>
                </a:extLst>
              </p:cNvPr>
              <p:cNvGrpSpPr/>
              <p:nvPr/>
            </p:nvGrpSpPr>
            <p:grpSpPr>
              <a:xfrm>
                <a:off x="6132208" y="2818815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42" name="グループ化 841">
                  <a:extLst>
                    <a:ext uri="{FF2B5EF4-FFF2-40B4-BE49-F238E27FC236}">
                      <ns2:creationId id="{1482EF84-8740-22CB-004E-EB79B6F905BE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46" name="TextBox 26">
                    <a:extLst>
                      <a:ext uri="{FF2B5EF4-FFF2-40B4-BE49-F238E27FC236}">
                        <ns2:creationId id="{6FD53DF8-88D1-60FD-0784-4560EAF45F76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47" name="グラフィックス 239" descr="バッジ: フォロー解除 単色塗りつぶし">
                    <a:extLst>
                      <a:ext uri="{FF2B5EF4-FFF2-40B4-BE49-F238E27FC236}">
                        <ns2:creationId id="{CFB8A81F-829E-8208-8250-22E40FD8CC6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43" name="グループ化 842">
                  <a:extLst>
                    <a:ext uri="{FF2B5EF4-FFF2-40B4-BE49-F238E27FC236}">
                      <ns2:creationId id="{1FA5890B-BFF6-1EDF-1929-1C5D02A1727B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44" name="TextBox 26">
                    <a:extLst>
                      <a:ext uri="{FF2B5EF4-FFF2-40B4-BE49-F238E27FC236}">
                        <ns2:creationId id="{BB5DF688-821F-8853-F8A1-075C5AE7AB8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45" name="グラフィックス 239" descr="分岐路 単色塗りつぶし">
                    <a:extLst>
                      <a:ext uri="{FF2B5EF4-FFF2-40B4-BE49-F238E27FC236}">
                        <ns2:creationId id="{53F327B2-DA98-0F8D-BFB0-10373605DF3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48" name="グループ化 847">
                <a:extLst>
                  <a:ext uri="{FF2B5EF4-FFF2-40B4-BE49-F238E27FC236}">
                    <ns2:creationId id="{563A6848-4407-E3D2-CC3B-F9AF4C246A5B}"/>
                  </a:ext>
                </a:extLst>
              </p:cNvPr>
              <p:cNvGrpSpPr/>
              <p:nvPr/>
            </p:nvGrpSpPr>
            <p:grpSpPr>
              <a:xfrm>
                <a:off x="7284416" y="2818815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49" name="グループ化 848">
                  <a:extLst>
                    <a:ext uri="{FF2B5EF4-FFF2-40B4-BE49-F238E27FC236}">
                      <ns2:creationId id="{744FB7A8-5F70-4EFB-454F-99AEC2E4614A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53" name="TextBox 26">
                    <a:extLst>
                      <a:ext uri="{FF2B5EF4-FFF2-40B4-BE49-F238E27FC236}">
                        <ns2:creationId id="{5C4428D3-3BC4-C404-8A1B-0DACB4D663BC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54" name="グラフィックス 239" descr="バッジ: フォロー解除 単色塗りつぶし">
                    <a:extLst>
                      <a:ext uri="{FF2B5EF4-FFF2-40B4-BE49-F238E27FC236}">
                        <ns2:creationId id="{9FDD3D94-28C4-9FCF-9FE4-C4E24BC4914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50" name="グループ化 849">
                  <a:extLst>
                    <a:ext uri="{FF2B5EF4-FFF2-40B4-BE49-F238E27FC236}">
                      <ns2:creationId id="{814FAB48-1C6F-F7C3-C6DB-47A288BA03AB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51" name="TextBox 26">
                    <a:extLst>
                      <a:ext uri="{FF2B5EF4-FFF2-40B4-BE49-F238E27FC236}">
                        <ns2:creationId id="{C10FFFFE-B735-FECE-BE36-EB00447EDA2F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52" name="グラフィックス 239" descr="分岐路 単色塗りつぶし">
                    <a:extLst>
                      <a:ext uri="{FF2B5EF4-FFF2-40B4-BE49-F238E27FC236}">
                        <ns2:creationId id="{DC1480DB-52E5-A2F9-2BAB-291CBA74AF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55" name="グループ化 854">
                <a:extLst>
                  <a:ext uri="{FF2B5EF4-FFF2-40B4-BE49-F238E27FC236}">
                    <ns2:creationId id="{6A8A0ED2-96BC-61FB-5D3F-8C567611208D}"/>
                  </a:ext>
                </a:extLst>
              </p:cNvPr>
              <p:cNvGrpSpPr/>
              <p:nvPr/>
            </p:nvGrpSpPr>
            <p:grpSpPr>
              <a:xfrm>
                <a:off x="6132208" y="317420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56" name="グループ化 855">
                  <a:extLst>
                    <a:ext uri="{FF2B5EF4-FFF2-40B4-BE49-F238E27FC236}">
                      <ns2:creationId id="{BF304277-3D8D-4182-2827-22861DE8D3EC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60" name="TextBox 26">
                    <a:extLst>
                      <a:ext uri="{FF2B5EF4-FFF2-40B4-BE49-F238E27FC236}">
                        <ns2:creationId id="{8CB1F34B-4BB5-D9B8-DE76-00897965C1DA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61" name="グラフィックス 239" descr="バッジ: フォロー解除 単色塗りつぶし">
                    <a:extLst>
                      <a:ext uri="{FF2B5EF4-FFF2-40B4-BE49-F238E27FC236}">
                        <ns2:creationId id="{14BAEABC-9608-082B-FA55-288A947A6B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57" name="グループ化 856">
                  <a:extLst>
                    <a:ext uri="{FF2B5EF4-FFF2-40B4-BE49-F238E27FC236}">
                      <ns2:creationId id="{7A902390-273E-974E-171B-DE999D255184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58" name="TextBox 26">
                    <a:extLst>
                      <a:ext uri="{FF2B5EF4-FFF2-40B4-BE49-F238E27FC236}">
                        <ns2:creationId id="{E90EF728-F8FA-64B2-6200-00726905D1AE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59" name="グラフィックス 239" descr="分岐路 単色塗りつぶし">
                    <a:extLst>
                      <a:ext uri="{FF2B5EF4-FFF2-40B4-BE49-F238E27FC236}">
                        <ns2:creationId id="{0945E111-68F7-FAE7-7E39-A7646E49A7E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62" name="グループ化 861">
                <a:extLst>
                  <a:ext uri="{FF2B5EF4-FFF2-40B4-BE49-F238E27FC236}">
                    <ns2:creationId id="{1CCFE1C6-6362-964D-79F4-BACEF20839F1}"/>
                  </a:ext>
                </a:extLst>
              </p:cNvPr>
              <p:cNvGrpSpPr/>
              <p:nvPr/>
            </p:nvGrpSpPr>
            <p:grpSpPr>
              <a:xfrm>
                <a:off x="7284416" y="3174200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63" name="グループ化 862">
                  <a:extLst>
                    <a:ext uri="{FF2B5EF4-FFF2-40B4-BE49-F238E27FC236}">
                      <ns2:creationId id="{DA74467D-7B43-E73B-77A9-C07215E51F7F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67" name="TextBox 26">
                    <a:extLst>
                      <a:ext uri="{FF2B5EF4-FFF2-40B4-BE49-F238E27FC236}">
                        <ns2:creationId id="{AAC37632-04B7-1B8C-A252-A4F6FE74D88F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68" name="グラフィックス 239" descr="バッジ: フォロー解除 単色塗りつぶし">
                    <a:extLst>
                      <a:ext uri="{FF2B5EF4-FFF2-40B4-BE49-F238E27FC236}">
                        <ns2:creationId id="{AA6E5202-3C3B-8B92-3CF5-1EC480E756D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64" name="グループ化 863">
                  <a:extLst>
                    <a:ext uri="{FF2B5EF4-FFF2-40B4-BE49-F238E27FC236}">
                      <ns2:creationId id="{207B90ED-6E12-28CE-801E-DABCCD3697B3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65" name="TextBox 26">
                    <a:extLst>
                      <a:ext uri="{FF2B5EF4-FFF2-40B4-BE49-F238E27FC236}">
                        <ns2:creationId id="{7F06E392-A21C-3347-87C6-97EE5AD6F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66" name="グラフィックス 239" descr="分岐路 単色塗りつぶし">
                    <a:extLst>
                      <a:ext uri="{FF2B5EF4-FFF2-40B4-BE49-F238E27FC236}">
                        <ns2:creationId id="{DB2E593D-43E1-E9FE-2289-18E695BEC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69" name="グループ化 868">
                <a:extLst>
                  <a:ext uri="{FF2B5EF4-FFF2-40B4-BE49-F238E27FC236}">
                    <ns2:creationId id="{1B88C98A-128D-1B39-D799-B348AA4D54B6}"/>
                  </a:ext>
                </a:extLst>
              </p:cNvPr>
              <p:cNvGrpSpPr/>
              <p:nvPr/>
            </p:nvGrpSpPr>
            <p:grpSpPr>
              <a:xfrm>
                <a:off x="6132208" y="3529584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70" name="グループ化 869">
                  <a:extLst>
                    <a:ext uri="{FF2B5EF4-FFF2-40B4-BE49-F238E27FC236}">
                      <ns2:creationId id="{C462C504-2602-C3BD-B059-0B0C2C6B8EA3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74" name="TextBox 26">
                    <a:extLst>
                      <a:ext uri="{FF2B5EF4-FFF2-40B4-BE49-F238E27FC236}">
                        <ns2:creationId id="{5545FA67-F1DE-AA4F-501B-6C0B4E214029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75" name="グラフィックス 239" descr="バッジ: フォロー解除 単色塗りつぶし">
                    <a:extLst>
                      <a:ext uri="{FF2B5EF4-FFF2-40B4-BE49-F238E27FC236}">
                        <ns2:creationId id="{D2F2FEC5-7ADF-688B-A694-BD546D8C4B4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71" name="グループ化 870">
                  <a:extLst>
                    <a:ext uri="{FF2B5EF4-FFF2-40B4-BE49-F238E27FC236}">
                      <ns2:creationId id="{09E1D331-1320-6FBB-D785-17132D835C8F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72" name="TextBox 26">
                    <a:extLst>
                      <a:ext uri="{FF2B5EF4-FFF2-40B4-BE49-F238E27FC236}">
                        <ns2:creationId id="{41BF7935-98A7-6F86-190B-5F8346836AB4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73" name="グラフィックス 239" descr="分岐路 単色塗りつぶし">
                    <a:extLst>
                      <a:ext uri="{FF2B5EF4-FFF2-40B4-BE49-F238E27FC236}">
                        <ns2:creationId id="{E6BC2814-02B4-DA58-13C3-BB0DC3256BE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76" name="グループ化 875">
                <a:extLst>
                  <a:ext uri="{FF2B5EF4-FFF2-40B4-BE49-F238E27FC236}">
                    <ns2:creationId id="{F02895E8-CBAA-D10C-7C29-F950EE6FB6B3}"/>
                  </a:ext>
                </a:extLst>
              </p:cNvPr>
              <p:cNvGrpSpPr/>
              <p:nvPr/>
            </p:nvGrpSpPr>
            <p:grpSpPr>
              <a:xfrm>
                <a:off x="7284416" y="3529584"/>
                <a:ext cx="1116000" cy="288000"/>
                <a:chOff x="4240991" y="-621583"/>
                <a:chExt cx="1116000" cy="288000"/>
              </a:xfrm>
            </p:grpSpPr>
            <p:grpSp>
              <p:nvGrpSpPr>
                <p:cNvPr id="877" name="グループ化 876">
                  <a:extLst>
                    <a:ext uri="{FF2B5EF4-FFF2-40B4-BE49-F238E27FC236}">
                      <ns2:creationId id="{3E4C6E27-3FF2-728F-85AB-243E041704AF}"/>
                    </a:ext>
                  </a:extLst>
                </p:cNvPr>
                <p:cNvGrpSpPr/>
                <p:nvPr/>
              </p:nvGrpSpPr>
              <p:grpSpPr>
                <a:xfrm>
                  <a:off x="4240991" y="-621583"/>
                  <a:ext cx="558000" cy="288000"/>
                  <a:chOff x="6467550" y="-566160"/>
                  <a:chExt cx="558000" cy="288000"/>
                </a:xfrm>
              </p:grpSpPr>
              <p:sp>
                <p:nvSpPr>
                  <p:cNvPr id="881" name="TextBox 26">
                    <a:extLst>
                      <a:ext uri="{FF2B5EF4-FFF2-40B4-BE49-F238E27FC236}">
                        <ns2:creationId id="{2E63F33B-594F-5DEB-B138-FD3DD20720B2}"/>
                      </a:ext>
                    </a:extLst>
                  </p:cNvPr>
                  <p:cNvSpPr txBox="1"/>
                  <p:nvPr/>
                </p:nvSpPr>
                <p:spPr>
                  <a:xfrm>
                    <a:off x="6467550" y="-553560"/>
                    <a:ext cx="558000" cy="262800"/>
                  </a:xfrm>
                  <a:prstGeom prst="rect">
                    <a:avLst/>
                  </a:prstGeom>
                  <a:solidFill>
                    <a:srgbClr val="008000">
                      <a:alpha val="4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2" name="グラフィックス 239" descr="バッジ: フォロー解除 単色塗りつぶし">
                    <a:extLst>
                      <a:ext uri="{FF2B5EF4-FFF2-40B4-BE49-F238E27FC236}">
                        <ns2:creationId id="{6A84C89C-847D-AEA4-46B4-C1B8455CAB5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6602550" y="-566160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78" name="グループ化 877">
                  <a:extLst>
                    <a:ext uri="{FF2B5EF4-FFF2-40B4-BE49-F238E27FC236}">
                      <ns2:creationId id="{DC914AEF-E0EB-FBA5-DEC1-86A4DEE375A1}"/>
                    </a:ext>
                  </a:extLst>
                </p:cNvPr>
                <p:cNvGrpSpPr/>
                <p:nvPr/>
              </p:nvGrpSpPr>
              <p:grpSpPr>
                <a:xfrm>
                  <a:off x="4798991" y="-62158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79" name="TextBox 26">
                    <a:extLst>
                      <a:ext uri="{FF2B5EF4-FFF2-40B4-BE49-F238E27FC236}">
                        <ns2:creationId id="{34BD4932-733F-9946-BC06-C7D8677F2E7E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0" name="グラフィックス 239" descr="分岐路 単色塗りつぶし">
                    <a:extLst>
                      <a:ext uri="{FF2B5EF4-FFF2-40B4-BE49-F238E27FC236}">
                        <ns2:creationId id="{DE2B3808-6267-05DE-4774-9A11A4C5ED3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83" name="グループ化 882">
                <a:extLst>
                  <a:ext uri="{FF2B5EF4-FFF2-40B4-BE49-F238E27FC236}">
                    <ns2:creationId id="{EAE1F84E-7750-FDE8-7886-1CC1C3839EDF}"/>
                  </a:ext>
                </a:extLst>
              </p:cNvPr>
              <p:cNvGrpSpPr/>
              <p:nvPr/>
            </p:nvGrpSpPr>
            <p:grpSpPr>
              <a:xfrm>
                <a:off x="10741038" y="3529584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84" name="グループ化 883">
                  <a:extLst>
                    <a:ext uri="{FF2B5EF4-FFF2-40B4-BE49-F238E27FC236}">
                      <ns2:creationId id="{BA40BB56-CF6B-BDAD-0A3F-E7D512704FEF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88" name="TextBox 26">
                    <a:extLst>
                      <a:ext uri="{FF2B5EF4-FFF2-40B4-BE49-F238E27FC236}">
                        <ns2:creationId id="{B639F340-683B-321D-B16B-C380B333E4C8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9" name="グラフィックス 239" descr="分岐路 単色塗りつぶし">
                    <a:extLst>
                      <a:ext uri="{FF2B5EF4-FFF2-40B4-BE49-F238E27FC236}">
                        <ns2:creationId id="{C64A9014-01FB-4CA4-0BFE-54B2E6893EB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85" name="グループ化 884">
                  <a:extLst>
                    <a:ext uri="{FF2B5EF4-FFF2-40B4-BE49-F238E27FC236}">
                      <ns2:creationId id="{648BA551-EB43-4063-35F5-FD494BEF4E57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86" name="TextBox 26">
                    <a:extLst>
                      <a:ext uri="{FF2B5EF4-FFF2-40B4-BE49-F238E27FC236}">
                        <ns2:creationId id="{0834527B-75C3-CA23-5A89-63DEB58DD27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87" name="グラフィックス 239" descr="笑顔 (塗りつぶし) 単色塗りつぶし">
                    <a:extLst>
                      <a:ext uri="{FF2B5EF4-FFF2-40B4-BE49-F238E27FC236}">
                        <ns2:creationId id="{459E76B4-1A72-A2B2-20A4-0015AE814BB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90" name="グループ化 889">
                <a:extLst>
                  <a:ext uri="{FF2B5EF4-FFF2-40B4-BE49-F238E27FC236}">
                    <ns2:creationId id="{125ED388-A655-73DD-707F-B685BE9C9570}"/>
                  </a:ext>
                </a:extLst>
              </p:cNvPr>
              <p:cNvGrpSpPr/>
              <p:nvPr/>
            </p:nvGrpSpPr>
            <p:grpSpPr>
              <a:xfrm>
                <a:off x="10741038" y="4240352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91" name="グループ化 890">
                  <a:extLst>
                    <a:ext uri="{FF2B5EF4-FFF2-40B4-BE49-F238E27FC236}">
                      <ns2:creationId id="{2A9A7B4C-DC41-1BF0-C4EC-981B2E889C5D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895" name="TextBox 26">
                    <a:extLst>
                      <a:ext uri="{FF2B5EF4-FFF2-40B4-BE49-F238E27FC236}">
                        <ns2:creationId id="{EB98DEC0-DAFE-104C-4324-876A3FD3C09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96" name="グラフィックス 239" descr="分岐路 単色塗りつぶし">
                    <a:extLst>
                      <a:ext uri="{FF2B5EF4-FFF2-40B4-BE49-F238E27FC236}">
                        <ns2:creationId id="{FD1768CA-4FFA-E64D-4A95-4F3386C47E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92" name="グループ化 891">
                  <a:extLst>
                    <a:ext uri="{FF2B5EF4-FFF2-40B4-BE49-F238E27FC236}">
                      <ns2:creationId id="{0358F2F0-C905-3242-F292-0A14389364BC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893" name="TextBox 26">
                    <a:extLst>
                      <a:ext uri="{FF2B5EF4-FFF2-40B4-BE49-F238E27FC236}">
                        <ns2:creationId id="{80C78DDF-563E-2ADF-90A8-7D7EB383600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894" name="グラフィックス 239" descr="笑顔 (塗りつぶし) 単色塗りつぶし">
                    <a:extLst>
                      <a:ext uri="{FF2B5EF4-FFF2-40B4-BE49-F238E27FC236}">
                        <ns2:creationId id="{AE3E4DE0-3F8B-48D3-1221-C108CDFD40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897" name="グループ化 896">
                <a:extLst>
                  <a:ext uri="{FF2B5EF4-FFF2-40B4-BE49-F238E27FC236}">
                    <ns2:creationId id="{982DE6F7-A9D2-DCFB-2173-7F3E049EF02F}"/>
                  </a:ext>
                </a:extLst>
              </p:cNvPr>
              <p:cNvGrpSpPr/>
              <p:nvPr/>
            </p:nvGrpSpPr>
            <p:grpSpPr>
              <a:xfrm>
                <a:off x="10741038" y="4595737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898" name="グループ化 897">
                  <a:extLst>
                    <a:ext uri="{FF2B5EF4-FFF2-40B4-BE49-F238E27FC236}">
                      <ns2:creationId id="{1E81EEDE-18F4-F488-673D-F0230842C4B4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902" name="TextBox 26">
                    <a:extLst>
                      <a:ext uri="{FF2B5EF4-FFF2-40B4-BE49-F238E27FC236}">
                        <ns2:creationId id="{718BB468-24B9-E1A5-9DF6-E761031E24F0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03" name="グラフィックス 239" descr="分岐路 単色塗りつぶし">
                    <a:extLst>
                      <a:ext uri="{FF2B5EF4-FFF2-40B4-BE49-F238E27FC236}">
                        <ns2:creationId id="{AA4CE10A-6428-7150-BE6F-9C33DD23768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99" name="グループ化 898">
                  <a:extLst>
                    <a:ext uri="{FF2B5EF4-FFF2-40B4-BE49-F238E27FC236}">
                      <ns2:creationId id="{E4B18214-0B52-3B23-7FBA-9FA253A872B7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900" name="TextBox 26">
                    <a:extLst>
                      <a:ext uri="{FF2B5EF4-FFF2-40B4-BE49-F238E27FC236}">
                        <ns2:creationId id="{F01053D3-C4E3-DBCF-7C80-E4215AEE35A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01" name="グラフィックス 239" descr="笑顔 (塗りつぶし) 単色塗りつぶし">
                    <a:extLst>
                      <a:ext uri="{FF2B5EF4-FFF2-40B4-BE49-F238E27FC236}">
                        <ns2:creationId id="{46349165-B615-E0B7-2548-6C19C335419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904" name="グループ化 903">
                <a:extLst>
                  <a:ext uri="{FF2B5EF4-FFF2-40B4-BE49-F238E27FC236}">
                    <ns2:creationId id="{5999668E-4FAB-D1A2-DC32-3BA3C1DC5BCC}"/>
                  </a:ext>
                </a:extLst>
              </p:cNvPr>
              <p:cNvGrpSpPr/>
              <p:nvPr/>
            </p:nvGrpSpPr>
            <p:grpSpPr>
              <a:xfrm>
                <a:off x="6132208" y="4951118"/>
                <a:ext cx="1116000" cy="288000"/>
                <a:chOff x="4765800" y="-552123"/>
                <a:chExt cx="1116000" cy="288000"/>
              </a:xfrm>
            </p:grpSpPr>
            <p:grpSp>
              <p:nvGrpSpPr>
                <p:cNvPr id="905" name="グループ化 904">
                  <a:extLst>
                    <a:ext uri="{FF2B5EF4-FFF2-40B4-BE49-F238E27FC236}">
                      <ns2:creationId id="{FEE34970-B475-D912-10C6-44D224562CA4}"/>
                    </a:ext>
                  </a:extLst>
                </p:cNvPr>
                <p:cNvGrpSpPr/>
                <p:nvPr/>
              </p:nvGrpSpPr>
              <p:grpSpPr>
                <a:xfrm>
                  <a:off x="5323800" y="-552123"/>
                  <a:ext cx="558000" cy="288000"/>
                  <a:chOff x="5323800" y="-552123"/>
                  <a:chExt cx="558000" cy="288000"/>
                </a:xfrm>
              </p:grpSpPr>
              <p:sp>
                <p:nvSpPr>
                  <p:cNvPr id="909" name="TextBox 26">
                    <a:extLst>
                      <a:ext uri="{FF2B5EF4-FFF2-40B4-BE49-F238E27FC236}">
                        <ns2:creationId id="{2E7DEF01-0053-AE90-463C-0C044C25633F}"/>
                      </a:ext>
                    </a:extLst>
                  </p:cNvPr>
                  <p:cNvSpPr txBox="1"/>
                  <p:nvPr/>
                </p:nvSpPr>
                <p:spPr>
                  <a:xfrm>
                    <a:off x="5323800" y="-541323"/>
                    <a:ext cx="558000" cy="266400"/>
                  </a:xfrm>
                  <a:prstGeom prst="rect">
                    <a:avLst/>
                  </a:prstGeom>
                  <a:solidFill>
                    <a:srgbClr val="008000">
                      <a:alpha val="20000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4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10" name="グラフィックス 239" descr="分岐路 単色塗りつぶし">
                    <a:extLst>
                      <a:ext uri="{FF2B5EF4-FFF2-40B4-BE49-F238E27FC236}">
                        <ns2:creationId id="{5E914627-EE47-FDC2-3595-75AE020FA3A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5458800" y="-552123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906" name="グループ化 905">
                  <a:extLst>
                    <a:ext uri="{FF2B5EF4-FFF2-40B4-BE49-F238E27FC236}">
                      <ns2:creationId id="{B502EBFB-AFD8-620D-B744-E7B8A82EC62A}"/>
                    </a:ext>
                  </a:extLst>
                </p:cNvPr>
                <p:cNvGrpSpPr/>
                <p:nvPr/>
              </p:nvGrpSpPr>
              <p:grpSpPr>
                <a:xfrm>
                  <a:off x="4765800" y="-552123"/>
                  <a:ext cx="558000" cy="288000"/>
                  <a:chOff x="4701000" y="-409425"/>
                  <a:chExt cx="558000" cy="288000"/>
                </a:xfrm>
              </p:grpSpPr>
              <p:sp>
                <p:nvSpPr>
                  <p:cNvPr id="907" name="TextBox 26">
                    <a:extLst>
                      <a:ext uri="{FF2B5EF4-FFF2-40B4-BE49-F238E27FC236}">
                        <ns2:creationId id="{8DE62112-06C3-8F6A-69F8-506B41FFA7BB}"/>
                      </a:ext>
                    </a:extLst>
                  </p:cNvPr>
                  <p:cNvSpPr txBox="1"/>
                  <p:nvPr/>
                </p:nvSpPr>
                <p:spPr>
                  <a:xfrm>
                    <a:off x="4701000" y="-398625"/>
                    <a:ext cx="558000" cy="266400"/>
                  </a:xfrm>
                  <a:prstGeom prst="rect">
                    <a:avLst/>
                  </a:prstGeom>
                  <a:solidFill>
                    <a:srgbClr val="008D2E">
                      <a:alpha val="80233"/>
                    </a:srgbClr>
                  </a:solidFill>
                </p:spPr>
                <p:txBody>
                  <a:bodyPr wrap="square" lIns="0" tIns="36000" rIns="0" bIns="0" rtlCol="0" anchor="ctr" anchorCtr="0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sz="12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pic>
                <p:nvPicPr>
                  <p:cNvPr id="908" name="グラフィックス 239" descr="笑顔 (塗りつぶし) 単色塗りつぶし">
                    <a:extLst>
                      <a:ext uri="{FF2B5EF4-FFF2-40B4-BE49-F238E27FC236}">
                        <ns2:creationId id="{2B21C9B7-A5A8-251B-7D84-B14F085AF26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4836000" y="-409425"/>
                    <a:ext cx="288000" cy="2880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937" name="グループ化 936">
                <a:extLst>
                  <a:ext uri="{FF2B5EF4-FFF2-40B4-BE49-F238E27FC236}">
                    <ns2:creationId id="{24B17E4D-3EEA-FE6B-E92B-C1CD8039680D}"/>
                  </a:ext>
                </a:extLst>
              </p:cNvPr>
              <p:cNvGrpSpPr/>
              <p:nvPr/>
            </p:nvGrpSpPr>
            <p:grpSpPr>
              <a:xfrm>
                <a:off x="9588832" y="4595737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38" name="TextBox 89">
                  <a:extLst>
                    <a:ext uri="{FF2B5EF4-FFF2-40B4-BE49-F238E27FC236}">
                      <ns2:creationId id="{67FA57D5-35A5-8827-09B3-27F8F8ADAF9A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39" name="グラフィックス 239" descr="速度計: 低速 単色塗りつぶし">
                  <a:extLst>
                    <a:ext uri="{FF2B5EF4-FFF2-40B4-BE49-F238E27FC236}">
                      <ns2:creationId id="{BC0A704D-3A3A-A326-87B4-3CA86169A0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0" name="グループ化 939">
                <a:extLst>
                  <a:ext uri="{FF2B5EF4-FFF2-40B4-BE49-F238E27FC236}">
                    <ns2:creationId id="{433AC721-1ED2-5A24-2F27-3D1ACD52440D}"/>
                  </a:ext>
                </a:extLst>
              </p:cNvPr>
              <p:cNvGrpSpPr/>
              <p:nvPr/>
            </p:nvGrpSpPr>
            <p:grpSpPr>
              <a:xfrm>
                <a:off x="9588832" y="4240352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41" name="TextBox 89">
                  <a:extLst>
                    <a:ext uri="{FF2B5EF4-FFF2-40B4-BE49-F238E27FC236}">
                      <ns2:creationId id="{30A0D3A8-7BE3-0C83-8943-E3EABD80C3BF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42" name="グラフィックス 239" descr="速度計: 低速 単色塗りつぶし">
                  <a:extLst>
                    <a:ext uri="{FF2B5EF4-FFF2-40B4-BE49-F238E27FC236}">
                      <ns2:creationId id="{94FDA54C-F03E-745D-D3E6-C4AB1EDC26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3" name="グループ化 942">
                <a:extLst>
                  <a:ext uri="{FF2B5EF4-FFF2-40B4-BE49-F238E27FC236}">
                    <ns2:creationId id="{0B82EA62-EE6E-E725-D707-3D7615499B26}"/>
                  </a:ext>
                </a:extLst>
              </p:cNvPr>
              <p:cNvGrpSpPr/>
              <p:nvPr/>
            </p:nvGrpSpPr>
            <p:grpSpPr>
              <a:xfrm>
                <a:off x="9588832" y="3884968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44" name="TextBox 89">
                  <a:extLst>
                    <a:ext uri="{FF2B5EF4-FFF2-40B4-BE49-F238E27FC236}">
                      <ns2:creationId id="{1183C4E0-7C55-862F-D938-4C22327FE990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45" name="グラフィックス 239" descr="速度計: 低速 単色塗りつぶし">
                  <a:extLst>
                    <a:ext uri="{FF2B5EF4-FFF2-40B4-BE49-F238E27FC236}">
                      <ns2:creationId id="{C8648EEC-FFE3-88BA-D0B0-081B45ED5B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6" name="グループ化 945">
                <a:extLst>
                  <a:ext uri="{FF2B5EF4-FFF2-40B4-BE49-F238E27FC236}">
                    <ns2:creationId id="{A84D8301-DBE7-42C2-673A-7F950AC6C4BC}"/>
                  </a:ext>
                </a:extLst>
              </p:cNvPr>
              <p:cNvGrpSpPr/>
              <p:nvPr/>
            </p:nvGrpSpPr>
            <p:grpSpPr>
              <a:xfrm>
                <a:off x="9588832" y="3529584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47" name="TextBox 89">
                  <a:extLst>
                    <a:ext uri="{FF2B5EF4-FFF2-40B4-BE49-F238E27FC236}">
                      <ns2:creationId id="{A42CAD55-124A-19CB-5C26-51EE6A3699C1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48" name="グラフィックス 239" descr="速度計: 低速 単色塗りつぶし">
                  <a:extLst>
                    <a:ext uri="{FF2B5EF4-FFF2-40B4-BE49-F238E27FC236}">
                      <ns2:creationId id="{01A2608A-DDC7-BCD2-6D50-FC8E7FA02A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49" name="グループ化 948">
                <a:extLst>
                  <a:ext uri="{FF2B5EF4-FFF2-40B4-BE49-F238E27FC236}">
                    <ns2:creationId id="{12C123E7-0448-2E04-B3EE-76DA14324645}"/>
                  </a:ext>
                </a:extLst>
              </p:cNvPr>
              <p:cNvGrpSpPr/>
              <p:nvPr/>
            </p:nvGrpSpPr>
            <p:grpSpPr>
              <a:xfrm>
                <a:off x="9588832" y="3174200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50" name="TextBox 89">
                  <a:extLst>
                    <a:ext uri="{FF2B5EF4-FFF2-40B4-BE49-F238E27FC236}">
                      <ns2:creationId id="{025C41F0-09D7-808C-B0E9-FA2B263B6066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51" name="グラフィックス 239" descr="速度計: 低速 単色塗りつぶし">
                  <a:extLst>
                    <a:ext uri="{FF2B5EF4-FFF2-40B4-BE49-F238E27FC236}">
                      <ns2:creationId id="{B63CC924-F51A-9A4B-D3E1-CF381E12BA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2" name="グループ化 951">
                <a:extLst>
                  <a:ext uri="{FF2B5EF4-FFF2-40B4-BE49-F238E27FC236}">
                    <ns2:creationId id="{59BE7B0A-289D-0266-16B5-9B8D163171E3}"/>
                  </a:ext>
                </a:extLst>
              </p:cNvPr>
              <p:cNvGrpSpPr/>
              <p:nvPr/>
            </p:nvGrpSpPr>
            <p:grpSpPr>
              <a:xfrm>
                <a:off x="9588832" y="2818815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53" name="TextBox 89">
                  <a:extLst>
                    <a:ext uri="{FF2B5EF4-FFF2-40B4-BE49-F238E27FC236}">
                      <ns2:creationId id="{A2FC6A43-DCEB-1F45-CCA1-C034BD831DB4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54" name="グラフィックス 239" descr="速度計: 低速 単色塗りつぶし">
                  <a:extLst>
                    <a:ext uri="{FF2B5EF4-FFF2-40B4-BE49-F238E27FC236}">
                      <ns2:creationId id="{29F4949C-41A3-2C29-36DE-3F6ED17006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55" name="グループ化 954">
                <a:extLst>
                  <a:ext uri="{FF2B5EF4-FFF2-40B4-BE49-F238E27FC236}">
                    <ns2:creationId id="{FE303A91-9CF6-A423-ED47-0C6E83C9A6DB}"/>
                  </a:ext>
                </a:extLst>
              </p:cNvPr>
              <p:cNvGrpSpPr/>
              <p:nvPr/>
            </p:nvGrpSpPr>
            <p:grpSpPr>
              <a:xfrm>
                <a:off x="9588832" y="2463430"/>
                <a:ext cx="1116000" cy="288000"/>
                <a:chOff x="9592640" y="4924500"/>
                <a:chExt cx="1116000" cy="288000"/>
              </a:xfrm>
            </p:grpSpPr>
            <p:sp>
              <p:nvSpPr>
                <p:cNvPr id="956" name="TextBox 89">
                  <a:extLst>
                    <a:ext uri="{FF2B5EF4-FFF2-40B4-BE49-F238E27FC236}">
                      <ns2:creationId id="{EC69D888-230F-B2BB-F56E-20FC89651B64}"/>
                    </a:ext>
                  </a:extLst>
                </p:cNvPr>
                <p:cNvSpPr txBox="1"/>
                <p:nvPr/>
              </p:nvSpPr>
              <p:spPr>
                <a:xfrm>
                  <a:off x="9592640" y="4948707"/>
                  <a:ext cx="1116000" cy="263793"/>
                </a:xfrm>
                <a:prstGeom prst="rect">
                  <a:avLst/>
                </a:prstGeom>
                <a:solidFill>
                  <a:srgbClr val="7F7F7F">
                    <a:alpha val="4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57" name="グラフィックス 239" descr="速度計: 低速 単色塗りつぶし">
                  <a:extLst>
                    <a:ext uri="{FF2B5EF4-FFF2-40B4-BE49-F238E27FC236}">
                      <ns2:creationId id="{6533233B-D11E-1727-4EA6-091C1F3431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0006640" y="4924500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0" name="グループ化 959">
                <a:extLst>
                  <a:ext uri="{FF2B5EF4-FFF2-40B4-BE49-F238E27FC236}">
                    <ns2:creationId id="{7A533DE9-845A-49F5-6D83-EF4A084E3301}"/>
                  </a:ext>
                </a:extLst>
              </p:cNvPr>
              <p:cNvGrpSpPr/>
              <p:nvPr/>
            </p:nvGrpSpPr>
            <p:grpSpPr>
              <a:xfrm>
                <a:off x="4980000" y="4951118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61" name="TextBox 89">
                  <a:extLst>
                    <a:ext uri="{FF2B5EF4-FFF2-40B4-BE49-F238E27FC236}">
                      <ns2:creationId id="{41D9C54C-25E1-8726-E946-BB69091C5F6E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62" name="グラフィックス 239" descr="笑顔 (塗りつぶし) 単色塗りつぶし">
                  <a:extLst>
                    <a:ext uri="{FF2B5EF4-FFF2-40B4-BE49-F238E27FC236}">
                      <ns2:creationId id="{E8744EBD-6ADC-FCDD-9DF7-F9A6C5D71F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3" name="グループ化 962">
                <a:extLst>
                  <a:ext uri="{FF2B5EF4-FFF2-40B4-BE49-F238E27FC236}">
                    <ns2:creationId id="{891B7215-0D7A-7E0B-1719-EA3A630B9976}"/>
                  </a:ext>
                </a:extLst>
              </p:cNvPr>
              <p:cNvGrpSpPr/>
              <p:nvPr/>
            </p:nvGrpSpPr>
            <p:grpSpPr>
              <a:xfrm>
                <a:off x="4980000" y="4595737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64" name="TextBox 89">
                  <a:extLst>
                    <a:ext uri="{FF2B5EF4-FFF2-40B4-BE49-F238E27FC236}">
                      <ns2:creationId id="{A4C8C530-F669-2E9F-897C-1DD47E9BD106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65" name="グラフィックス 239" descr="笑顔 (塗りつぶし) 単色塗りつぶし">
                  <a:extLst>
                    <a:ext uri="{FF2B5EF4-FFF2-40B4-BE49-F238E27FC236}">
                      <ns2:creationId id="{BDFC81BC-14C1-161A-4D7F-62D4EDAABA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6" name="グループ化 965">
                <a:extLst>
                  <a:ext uri="{FF2B5EF4-FFF2-40B4-BE49-F238E27FC236}">
                    <ns2:creationId id="{59B29511-7EF4-D1F3-C63D-10F1F6A5E444}"/>
                  </a:ext>
                </a:extLst>
              </p:cNvPr>
              <p:cNvGrpSpPr/>
              <p:nvPr/>
            </p:nvGrpSpPr>
            <p:grpSpPr>
              <a:xfrm>
                <a:off x="4980000" y="4240352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67" name="TextBox 89">
                  <a:extLst>
                    <a:ext uri="{FF2B5EF4-FFF2-40B4-BE49-F238E27FC236}">
                      <ns2:creationId id="{ABC0BBA6-7A20-294B-BDAB-4B41F20A0A54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68" name="グラフィックス 239" descr="笑顔 (塗りつぶし) 単色塗りつぶし">
                  <a:extLst>
                    <a:ext uri="{FF2B5EF4-FFF2-40B4-BE49-F238E27FC236}">
                      <ns2:creationId id="{E0B657FD-0D4C-E252-1CB4-103E7AB90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9" name="グループ化 968">
                <a:extLst>
                  <a:ext uri="{FF2B5EF4-FFF2-40B4-BE49-F238E27FC236}">
                    <ns2:creationId id="{9BE286DE-2078-2410-E751-4D774BE163E5}"/>
                  </a:ext>
                </a:extLst>
              </p:cNvPr>
              <p:cNvGrpSpPr/>
              <p:nvPr/>
            </p:nvGrpSpPr>
            <p:grpSpPr>
              <a:xfrm>
                <a:off x="4980000" y="3884968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0" name="TextBox 89">
                  <a:extLst>
                    <a:ext uri="{FF2B5EF4-FFF2-40B4-BE49-F238E27FC236}">
                      <ns2:creationId id="{BA42322E-368C-C72A-4050-C618B4359EC5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71" name="グラフィックス 239" descr="笑顔 (塗りつぶし) 単色塗りつぶし">
                  <a:extLst>
                    <a:ext uri="{FF2B5EF4-FFF2-40B4-BE49-F238E27FC236}">
                      <ns2:creationId id="{F74642D8-E214-5E36-BF39-B96BFA8D7F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72" name="グループ化 971">
                <a:extLst>
                  <a:ext uri="{FF2B5EF4-FFF2-40B4-BE49-F238E27FC236}">
                    <ns2:creationId id="{D2D3CEB3-13A7-5293-2A31-F7FA8959514B}"/>
                  </a:ext>
                </a:extLst>
              </p:cNvPr>
              <p:cNvGrpSpPr/>
              <p:nvPr/>
            </p:nvGrpSpPr>
            <p:grpSpPr>
              <a:xfrm>
                <a:off x="4980000" y="3529584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3" name="TextBox 89">
                  <a:extLst>
                    <a:ext uri="{FF2B5EF4-FFF2-40B4-BE49-F238E27FC236}">
                      <ns2:creationId id="{663987E3-C10E-7484-6B21-1EFE51D53947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74" name="グラフィックス 239" descr="笑顔 (塗りつぶし) 単色塗りつぶし">
                  <a:extLst>
                    <a:ext uri="{FF2B5EF4-FFF2-40B4-BE49-F238E27FC236}">
                      <ns2:creationId id="{F4DE1D71-8430-BBA9-27BB-8A3BF1A32C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75" name="グループ化 974">
                <a:extLst>
                  <a:ext uri="{FF2B5EF4-FFF2-40B4-BE49-F238E27FC236}">
                    <ns2:creationId id="{ED35B3C4-27A6-EFB1-4B46-91D06D0FBD73}"/>
                  </a:ext>
                </a:extLst>
              </p:cNvPr>
              <p:cNvGrpSpPr/>
              <p:nvPr/>
            </p:nvGrpSpPr>
            <p:grpSpPr>
              <a:xfrm>
                <a:off x="4980000" y="3174200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6" name="TextBox 89">
                  <a:extLst>
                    <a:ext uri="{FF2B5EF4-FFF2-40B4-BE49-F238E27FC236}">
                      <ns2:creationId id="{819EA59E-922A-5281-1ED4-9F6DDDD5F49B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77" name="グラフィックス 239" descr="笑顔 (塗りつぶし) 単色塗りつぶし">
                  <a:extLst>
                    <a:ext uri="{FF2B5EF4-FFF2-40B4-BE49-F238E27FC236}">
                      <ns2:creationId id="{529A9E54-06FB-E7FD-950E-C1E4BA5A8F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78" name="グループ化 977">
                <a:extLst>
                  <a:ext uri="{FF2B5EF4-FFF2-40B4-BE49-F238E27FC236}">
                    <ns2:creationId id="{B810CC77-46A7-A9E1-0FBC-E0FB6743022E}"/>
                  </a:ext>
                </a:extLst>
              </p:cNvPr>
              <p:cNvGrpSpPr/>
              <p:nvPr/>
            </p:nvGrpSpPr>
            <p:grpSpPr>
              <a:xfrm>
                <a:off x="4980000" y="2818815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79" name="TextBox 89">
                  <a:extLst>
                    <a:ext uri="{FF2B5EF4-FFF2-40B4-BE49-F238E27FC236}">
                      <ns2:creationId id="{EE17B325-6619-5527-15FC-64F94C2F45C6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80" name="グラフィックス 239" descr="笑顔 (塗りつぶし) 単色塗りつぶし">
                  <a:extLst>
                    <a:ext uri="{FF2B5EF4-FFF2-40B4-BE49-F238E27FC236}">
                      <ns2:creationId id="{A50C6C8C-DE76-B7DE-EF8A-CE139CDC4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81" name="グループ化 980">
                <a:extLst>
                  <a:ext uri="{FF2B5EF4-FFF2-40B4-BE49-F238E27FC236}">
                    <ns2:creationId id="{5C88AA18-BC67-AE8C-2586-53C0DB0AE915}"/>
                  </a:ext>
                </a:extLst>
              </p:cNvPr>
              <p:cNvGrpSpPr/>
              <p:nvPr/>
            </p:nvGrpSpPr>
            <p:grpSpPr>
              <a:xfrm>
                <a:off x="4980000" y="2463430"/>
                <a:ext cx="1116000" cy="288000"/>
                <a:chOff x="7286320" y="4936603"/>
                <a:chExt cx="1116000" cy="288000"/>
              </a:xfrm>
            </p:grpSpPr>
            <p:sp>
              <p:nvSpPr>
                <p:cNvPr id="982" name="TextBox 89">
                  <a:extLst>
                    <a:ext uri="{FF2B5EF4-FFF2-40B4-BE49-F238E27FC236}">
                      <ns2:creationId id="{FC59B105-87FA-B00C-FFFF-2D5FCEFB510B}"/>
                    </a:ext>
                  </a:extLst>
                </p:cNvPr>
                <p:cNvSpPr txBox="1"/>
                <p:nvPr/>
              </p:nvSpPr>
              <p:spPr>
                <a:xfrm>
                  <a:off x="7286320" y="4948707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983" name="グラフィックス 239" descr="笑顔 (塗りつぶし) 単色塗りつぶし">
                  <a:extLst>
                    <a:ext uri="{FF2B5EF4-FFF2-40B4-BE49-F238E27FC236}">
                      <ns2:creationId id="{EC658DFD-A7C6-5D40-9FD8-453FF73828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700321" y="4936603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1003" name="グループ化 1002">
                <a:extLst>
                  <a:ext uri="{FF2B5EF4-FFF2-40B4-BE49-F238E27FC236}">
                    <ns2:creationId id="{2F46E1AF-218D-5C56-D9DD-C389B66A3042}"/>
                  </a:ext>
                </a:extLst>
              </p:cNvPr>
              <p:cNvGrpSpPr/>
              <p:nvPr/>
            </p:nvGrpSpPr>
            <p:grpSpPr>
              <a:xfrm>
                <a:off x="10741038" y="3884968"/>
                <a:ext cx="1116000" cy="288000"/>
                <a:chOff x="10753294" y="3186974"/>
                <a:chExt cx="1116000" cy="288000"/>
              </a:xfrm>
            </p:grpSpPr>
            <p:sp>
              <p:nvSpPr>
                <p:cNvPr id="1004" name="TextBox 71">
                  <a:extLst>
                    <a:ext uri="{FF2B5EF4-FFF2-40B4-BE49-F238E27FC236}">
                      <ns2:creationId id="{C79BD6E5-FEEB-5C08-9722-ADE5C6505CEC}"/>
                    </a:ext>
                  </a:extLst>
                </p:cNvPr>
                <p:cNvSpPr txBox="1"/>
                <p:nvPr/>
              </p:nvSpPr>
              <p:spPr>
                <a:xfrm>
                  <a:off x="10753294" y="3202536"/>
                  <a:ext cx="1116000" cy="263793"/>
                </a:xfrm>
                <a:prstGeom prst="rect">
                  <a:avLst/>
                </a:prstGeom>
                <a:solidFill>
                  <a:srgbClr val="008000">
                    <a:alpha val="20000"/>
                  </a:srgbClr>
                </a:solidFill>
              </p:spPr>
              <p:txBody>
                <a:bodyPr wrap="square" lIns="0" tIns="36000" rIns="0" bIns="0" rtlCol="0" anchor="ctr" anchorCtr="0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005" name="グラフィックス 239" descr="分岐路 単色塗りつぶし">
                  <a:extLst>
                    <a:ext uri="{FF2B5EF4-FFF2-40B4-BE49-F238E27FC236}">
                      <ns2:creationId id="{459B51AD-7071-F83E-28E7-BDBD1BCBC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1167294" y="3186974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1008" name="角丸四角形 1007">
              <a:extLst>
                <a:ext uri="{FF2B5EF4-FFF2-40B4-BE49-F238E27FC236}">
                  <ns2:creationId id="{6825CFD2-5C6A-4FED-62B7-45030CEAB74E}"/>
                </a:ext>
              </a:extLst>
            </p:cNvPr>
            <p:cNvSpPr/>
            <p:nvPr/>
          </p:nvSpPr>
          <p:spPr>
            <a:xfrm>
              <a:off x="6145085" y="2567851"/>
              <a:ext cx="2234727" cy="1277930"/>
            </a:xfrm>
            <a:prstGeom prst="roundRect">
              <a:avLst>
                <a:gd name="adj" fmla="val 5634"/>
              </a:avLst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0" name="角丸四角形 1009">
              <a:extLst>
                <a:ext uri="{FF2B5EF4-FFF2-40B4-BE49-F238E27FC236}">
                  <ns2:creationId id="{F94B8424-2F43-115A-A189-4D6FAEFA809B}"/>
                </a:ext>
              </a:extLst>
            </p:cNvPr>
            <p:cNvSpPr/>
            <p:nvPr/>
          </p:nvSpPr>
          <p:spPr>
            <a:xfrm>
              <a:off x="6087935" y="2453550"/>
              <a:ext cx="3469189" cy="2468051"/>
            </a:xfrm>
            <a:prstGeom prst="roundRect">
              <a:avLst>
                <a:gd name="adj" fmla="val 2917"/>
              </a:avLst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1" name="角丸四角形 1010">
              <a:extLst>
                <a:ext uri="{FF2B5EF4-FFF2-40B4-BE49-F238E27FC236}">
                  <ns2:creationId id="{B7C219F3-A8E3-90B1-33E2-19EEA0B92938}"/>
                </a:ext>
              </a:extLst>
            </p:cNvPr>
            <p:cNvSpPr/>
            <p:nvPr/>
          </p:nvSpPr>
          <p:spPr>
            <a:xfrm>
              <a:off x="10704832" y="2453550"/>
              <a:ext cx="1146843" cy="2831025"/>
            </a:xfrm>
            <a:prstGeom prst="roundRect">
              <a:avLst>
                <a:gd name="adj" fmla="val 6278"/>
              </a:avLst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3" name="正方形/長方形 1012">
              <a:extLst>
                <a:ext uri="{FF2B5EF4-FFF2-40B4-BE49-F238E27FC236}">
                  <ns2:creationId id="{D8FD9B91-8751-74D5-7586-531F235AD2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72448" y="2531757"/>
              <a:ext cx="144000" cy="144000"/>
            </a:xfrm>
            <a:prstGeom prst="rect">
              <a:avLst/>
            </a:prstGeom>
            <a:solidFill>
              <a:srgbClr val="7F7F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7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endParaRPr kumimoji="1" lang="ja-JP" altLang="en-US" sz="700" dirty="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4" name="正方形/長方形 1013">
              <a:extLst>
                <a:ext uri="{FF2B5EF4-FFF2-40B4-BE49-F238E27FC236}">
                  <ns2:creationId id="{E99B0C12-C133-E538-7A3F-B89366E38B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2530" y="2419405"/>
              <a:ext cx="144000" cy="144000"/>
            </a:xfrm>
            <a:prstGeom prst="rect">
              <a:avLst/>
            </a:prstGeom>
            <a:solidFill>
              <a:srgbClr val="7F7F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endParaRPr kumimoji="1" lang="ja-JP" altLang="en-US" sz="700" dirty="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15" name="正方形/長方形 1014">
              <a:extLst>
                <a:ext uri="{FF2B5EF4-FFF2-40B4-BE49-F238E27FC236}">
                  <ns2:creationId id="{6D03FEFD-4A9C-E1FA-2F20-6D708CED4D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45378" y="2432841"/>
              <a:ext cx="144000" cy="144000"/>
            </a:xfrm>
            <a:prstGeom prst="rect">
              <a:avLst/>
            </a:prstGeom>
            <a:solidFill>
              <a:srgbClr val="7F7F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7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endParaRPr kumimoji="1" lang="ja-JP" altLang="en-US" sz="700" dirty="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grpSp>
        <p:nvGrpSpPr>
          <p:cNvPr id="9" name="グループ化 8">
            <a:extLst>
              <a:ext uri="{FF2B5EF4-FFF2-40B4-BE49-F238E27FC236}">
                <ns2:creationId id="{BAF68610-4FDB-C7A7-7EA6-E7B518354B8F}"/>
              </a:ext>
            </a:extLst>
          </p:cNvPr>
          <p:cNvGrpSpPr/>
          <p:nvPr/>
        </p:nvGrpSpPr>
        <p:grpSpPr>
          <a:xfrm>
            <a:off x="334963" y="5740401"/>
            <a:ext cx="11531709" cy="573878"/>
            <a:chOff x="334963" y="5740401"/>
            <a:chExt cx="11531709" cy="573878"/>
          </a:xfrm>
        </p:grpSpPr>
        <p:sp>
          <p:nvSpPr>
            <p:cNvPr id="381" name="正方形/長方形 380">
              <a:extLst>
                <a:ext uri="{FF2B5EF4-FFF2-40B4-BE49-F238E27FC236}">
                  <ns2:creationId id="{29ECFE21-0C17-3A92-EB8E-3D1387662B53}"/>
                </a:ext>
              </a:extLst>
            </p:cNvPr>
            <p:cNvSpPr/>
            <p:nvPr/>
          </p:nvSpPr>
          <p:spPr>
            <a:xfrm>
              <a:off x="334963" y="5745479"/>
              <a:ext cx="922337" cy="568800"/>
            </a:xfrm>
            <a:prstGeom prst="rect">
              <a:avLst/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8" name="グループ化 7">
              <a:extLst>
                <a:ext uri="{FF2B5EF4-FFF2-40B4-BE49-F238E27FC236}">
                  <ns2:creationId id="{F1166C00-F99C-AE2C-3B87-D8A84362DF8B}"/>
                </a:ext>
              </a:extLst>
            </p:cNvPr>
            <p:cNvGrpSpPr/>
            <p:nvPr/>
          </p:nvGrpSpPr>
          <p:grpSpPr>
            <a:xfrm>
              <a:off x="1354077" y="5740401"/>
              <a:ext cx="10512595" cy="568324"/>
              <a:chOff x="1354077" y="5740401"/>
              <a:chExt cx="10512595" cy="568324"/>
            </a:xfrm>
          </p:grpSpPr>
          <p:sp>
            <p:nvSpPr>
              <p:cNvPr id="384" name="角丸四角形 383">
                <a:extLst>
                  <a:ext uri="{FF2B5EF4-FFF2-40B4-BE49-F238E27FC236}">
                    <ns2:creationId id="{4F726281-AE3E-BC02-2D21-CD4A42DCE322}"/>
                  </a:ext>
                </a:extLst>
              </p:cNvPr>
              <p:cNvSpPr/>
              <p:nvPr/>
            </p:nvSpPr>
            <p:spPr>
              <a:xfrm>
                <a:off x="1354077" y="5740401"/>
                <a:ext cx="3439680" cy="568324"/>
              </a:xfrm>
              <a:prstGeom prst="roundRect">
                <a:avLst>
                  <a:gd name="adj" fmla="val 1266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6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4" name="角丸四角形 393">
                <a:extLst>
                  <a:ext uri="{FF2B5EF4-FFF2-40B4-BE49-F238E27FC236}">
                    <ns2:creationId id="{AF2D74EA-F343-19E1-6229-F3EACD956589}"/>
                  </a:ext>
                </a:extLst>
              </p:cNvPr>
              <p:cNvSpPr/>
              <p:nvPr/>
            </p:nvSpPr>
            <p:spPr>
              <a:xfrm>
                <a:off x="4890534" y="5740401"/>
                <a:ext cx="3439680" cy="568324"/>
              </a:xfrm>
              <a:prstGeom prst="roundRect">
                <a:avLst>
                  <a:gd name="adj" fmla="val 1266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6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5" name="正方形/長方形 394">
                <a:extLst>
                  <a:ext uri="{FF2B5EF4-FFF2-40B4-BE49-F238E27FC236}">
                    <ns2:creationId id="{36BF68E0-F01D-EC52-E355-69524A8CF89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0534" y="5740401"/>
                <a:ext cx="252000" cy="252000"/>
              </a:xfrm>
              <a:prstGeom prst="rect">
                <a:avLst/>
              </a:prstGeom>
              <a:solidFill>
                <a:srgbClr val="7F7F7F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2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97" name="角丸四角形 396">
                <a:extLst>
                  <a:ext uri="{FF2B5EF4-FFF2-40B4-BE49-F238E27FC236}">
                    <ns2:creationId id="{08E0DC62-B3A6-500D-B2F8-64694929D955}"/>
                  </a:ext>
                </a:extLst>
              </p:cNvPr>
              <p:cNvSpPr/>
              <p:nvPr/>
            </p:nvSpPr>
            <p:spPr>
              <a:xfrm>
                <a:off x="8426992" y="5740401"/>
                <a:ext cx="3439680" cy="568324"/>
              </a:xfrm>
              <a:prstGeom prst="roundRect">
                <a:avLst>
                  <a:gd name="adj" fmla="val 12669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6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4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</a:t>
                </a:r>
                <a:r>
                  <a:rPr kumimoji="1" lang="ja-JP" altLang="en-US" sz="14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8" name="正方形/長方形 397">
                <a:extLst>
                  <a:ext uri="{FF2B5EF4-FFF2-40B4-BE49-F238E27FC236}">
                    <ns2:creationId id="{A6E31ABD-B97E-231C-BE91-191A53105C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426992" y="5740401"/>
                <a:ext cx="252000" cy="252000"/>
              </a:xfrm>
              <a:prstGeom prst="rect">
                <a:avLst/>
              </a:prstGeom>
              <a:solidFill>
                <a:srgbClr val="7F7F7F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3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399" name="グラフィックス 239" descr="バッジ: フォロー解除 単色塗りつぶし">
                <a:extLst>
                  <a:ext uri="{FF2B5EF4-FFF2-40B4-BE49-F238E27FC236}">
                    <ns2:creationId id="{29F262A7-6F00-60C9-3664-0979DD7C3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799331" y="5808563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400" name="グラフィックス 239" descr="分岐路 単色塗りつぶし">
                <a:extLst>
                  <a:ext uri="{FF2B5EF4-FFF2-40B4-BE49-F238E27FC236}">
                    <ns2:creationId id="{A0740447-C439-A326-0330-1C8EFE776D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5317231" y="5808563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401" name="グラフィックス 239" descr="速度計: 低速 単色塗りつぶし">
                <a:extLst>
                  <a:ext uri="{FF2B5EF4-FFF2-40B4-BE49-F238E27FC236}">
                    <ns2:creationId id="{86FE8C72-65BC-DCDB-DFC1-C0DB282037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8809731" y="5808563"/>
                <a:ext cx="432000" cy="432000"/>
              </a:xfrm>
              <a:prstGeom prst="rect">
                <a:avLst/>
              </a:prstGeom>
            </p:spPr>
          </p:pic>
          <p:sp>
            <p:nvSpPr>
              <p:cNvPr id="1012" name="正方形/長方形 1011">
                <a:extLst>
                  <a:ext uri="{FF2B5EF4-FFF2-40B4-BE49-F238E27FC236}">
                    <ns2:creationId id="{27BE5DEF-04DE-2AAF-13CA-38E6775915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60154" y="5740401"/>
                <a:ext cx="252000" cy="252000"/>
              </a:xfrm>
              <a:prstGeom prst="rect">
                <a:avLst/>
              </a:prstGeom>
              <a:solidFill>
                <a:srgbClr val="7F7F7F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1</a:t>
                </a:r>
                <a:endParaRPr kumimoji="1" lang="ja-JP" altLang="en-US" sz="1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pic>
          <p:nvPicPr>
            <p:cNvPr id="380" name="Graphic 187" descr="悲しそうな顔 (塗りつぶし) 単色塗りつぶし">
              <a:extLst>
                <a:ext uri="{FF2B5EF4-FFF2-40B4-BE49-F238E27FC236}">
                  <ns2:creationId id="{36A734BE-2E0E-FFAE-10F8-EEAAD66F68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16132" y="5745479"/>
              <a:ext cx="359999" cy="359999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ns2:creationId id="{6D44A661-C25B-1686-F368-6B0D4D73E962}"/>
              </a:ext>
            </a:extLst>
          </p:cNvPr>
          <p:cNvGrpSpPr/>
          <p:nvPr/>
        </p:nvGrpSpPr>
        <p:grpSpPr>
          <a:xfrm>
            <a:off x="334963" y="1628535"/>
            <a:ext cx="3494720" cy="3600690"/>
            <a:chOff x="334963" y="1628535"/>
            <a:chExt cx="3494720" cy="3600690"/>
          </a:xfrm>
        </p:grpSpPr>
        <p:sp>
          <p:nvSpPr>
            <p:cNvPr id="357" name="正方形/長方形 356">
              <a:extLst>
                <a:ext uri="{FF2B5EF4-FFF2-40B4-BE49-F238E27FC236}">
                  <ns2:creationId id="{EEEC78A3-65F8-0EAE-15C1-B0B64616FCE8}"/>
                </a:ext>
              </a:extLst>
            </p:cNvPr>
            <p:cNvSpPr/>
            <p:nvPr/>
          </p:nvSpPr>
          <p:spPr>
            <a:xfrm>
              <a:off x="417972" y="2141701"/>
              <a:ext cx="429821" cy="1025507"/>
            </a:xfrm>
            <a:prstGeom prst="rect">
              <a:avLst/>
            </a:prstGeom>
            <a:solidFill>
              <a:srgbClr val="8DBE88">
                <a:alpha val="50000"/>
              </a:srgbClr>
            </a:solidFill>
            <a:ln w="9525">
              <a:solidFill>
                <a:srgbClr val="8DBE8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612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rgbClr val="41414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00" dirty="0">
                <a:solidFill>
                  <a:srgbClr val="41414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0" name="正方形/長方形 359">
              <a:extLst>
                <a:ext uri="{FF2B5EF4-FFF2-40B4-BE49-F238E27FC236}">
                  <ns2:creationId id="{257C2702-98E9-4484-420F-BE4B75C05FA6}"/>
                </a:ext>
              </a:extLst>
            </p:cNvPr>
            <p:cNvSpPr/>
            <p:nvPr/>
          </p:nvSpPr>
          <p:spPr>
            <a:xfrm>
              <a:off x="417972" y="3257461"/>
              <a:ext cx="429821" cy="563245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solidFill>
                <a:srgbClr val="008000">
                  <a:alpha val="8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9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7" name="正方形/長方形 366">
              <a:extLst>
                <a:ext uri="{FF2B5EF4-FFF2-40B4-BE49-F238E27FC236}">
                  <ns2:creationId id="{BF59ED82-7003-09C2-3604-9D683483E400}"/>
                </a:ext>
              </a:extLst>
            </p:cNvPr>
            <p:cNvSpPr/>
            <p:nvPr/>
          </p:nvSpPr>
          <p:spPr>
            <a:xfrm>
              <a:off x="417972" y="3917059"/>
              <a:ext cx="429821" cy="563245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solidFill>
                <a:srgbClr val="008000">
                  <a:alpha val="8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9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</a:p>
          </p:txBody>
        </p:sp>
        <p:sp>
          <p:nvSpPr>
            <p:cNvPr id="370" name="正方形/長方形 369">
              <a:extLst>
                <a:ext uri="{FF2B5EF4-FFF2-40B4-BE49-F238E27FC236}">
                  <ns2:creationId id="{F44D8DB7-AD67-144D-2695-CDE100963B38}"/>
                </a:ext>
              </a:extLst>
            </p:cNvPr>
            <p:cNvSpPr/>
            <p:nvPr/>
          </p:nvSpPr>
          <p:spPr>
            <a:xfrm>
              <a:off x="417972" y="4570559"/>
              <a:ext cx="429821" cy="563245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solidFill>
                <a:srgbClr val="008000">
                  <a:alpha val="8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9600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" name="Text Placeholder 7">
              <a:extLst>
                <a:ext uri="{FF2B5EF4-FFF2-40B4-BE49-F238E27FC236}">
                  <ns2:creationId id="{C61B3565-3C4D-75E7-E4EF-1F7573629878}"/>
                </a:ext>
              </a:extLst>
            </p:cNvPr>
            <p:cNvSpPr txBox="1">
              <a:spLocks/>
            </p:cNvSpPr>
            <p:nvPr>
              <p:custDataLst>
                <p:tags r:id="rId1"/>
              </p:custDataLst>
            </p:nvPr>
          </p:nvSpPr>
          <p:spPr>
            <a:xfrm>
              <a:off x="334963" y="2042535"/>
              <a:ext cx="3494720" cy="3186690"/>
            </a:xfrm>
            <a:prstGeom prst="rect">
              <a:avLst/>
            </a:prstGeom>
            <a:ln w="9525" cmpd="sng">
              <a:solidFill>
                <a:srgbClr val="008000"/>
              </a:solidFill>
              <a:prstDash val="solid"/>
            </a:ln>
          </p:spPr>
          <p:txBody>
            <a:bodyPr vert="horz" lIns="72000" tIns="72000" rIns="36000" bIns="0" rtlCol="0">
              <a:norm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1800" b="0" i="0" kern="1200">
                  <a:solidFill>
                    <a:schemeClr val="accent1"/>
                  </a:solidFill>
                  <a:latin typeface="Meiryo" panose="020B0604030504040204" pitchFamily="34" charset="-128"/>
                  <a:ea typeface="Meiryo" panose="020B0604030504040204" pitchFamily="34" charset="-128"/>
                  <a:cs typeface="+mn-cs"/>
                </a:defRPr>
              </a:lvl1pPr>
              <a:lvl2pPr marL="176400" marR="0" indent="-1764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Char char="•"/>
                <a:tabLst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2pPr>
              <a:lvl3pPr marL="356400" indent="-1778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3pPr>
              <a:lvl4pPr marL="536400" indent="-1764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4pPr>
              <a:lvl5pPr marL="7128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50000"/>
                <a:buFont typeface="Symbol" panose="05050102010706020507" pitchFamily="18" charset="2"/>
                <a:buChar char="-"/>
                <a:defRPr kumimoji="1" sz="1400" b="0" i="0" kern="1200">
                  <a:solidFill>
                    <a:schemeClr val="tx1"/>
                  </a:solidFill>
                  <a:latin typeface="+mn-lt"/>
                  <a:ea typeface="Meiryo" panose="020B0604030504040204" pitchFamily="34" charset="-128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8600" lvl="2" indent="0">
                <a:buNone/>
              </a:pPr>
              <a:endParaRPr lang="ja-JP" altLang="en-US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3" name="Rechteck 19">
              <a:extLst>
                <a:ext uri="{FF2B5EF4-FFF2-40B4-BE49-F238E27FC236}">
                  <ns2:creationId id="{71751985-6141-B961-C588-30B48EE22ADF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334963" y="1628775"/>
              <a:ext cx="3494720" cy="41376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612000" tIns="0" rIns="36000" bIns="0" anchor="ctr"/>
            <a:lstStyle/>
            <a:p>
              <a:pPr eaLnBrk="0" hangingPunct="0">
                <a:spcAft>
                  <a:spcPct val="0"/>
                </a:spcAft>
              </a:pPr>
              <a:r>
                <a:rPr lang="en" altLang="ja-JP" sz="16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BI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1" name="グラフィックス 30" descr="地球 単色塗りつぶし">
              <a:extLst>
                <a:ext uri="{FF2B5EF4-FFF2-40B4-BE49-F238E27FC236}">
                  <ns2:creationId id="{A66DD5B3-6CCE-B14B-C4E2-2419E5308B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rcRect/>
            <a:stretch/>
          </p:blipFill>
          <p:spPr>
            <a:xfrm>
              <a:off x="595793" y="1691655"/>
              <a:ext cx="288000" cy="288000"/>
            </a:xfrm>
            <a:prstGeom prst="rect">
              <a:avLst/>
            </a:prstGeom>
          </p:spPr>
        </p:pic>
        <p:pic>
          <p:nvPicPr>
            <p:cNvPr id="359" name="Graphic 187" descr="需要と供給 単色塗りつぶし">
              <a:extLst>
                <a:ext uri="{FF2B5EF4-FFF2-40B4-BE49-F238E27FC236}">
                  <ns2:creationId id="{14A3C94B-60C7-CFA4-B35D-6CC16E7F04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rcRect/>
            <a:stretch/>
          </p:blipFill>
          <p:spPr>
            <a:xfrm>
              <a:off x="452883" y="3293173"/>
              <a:ext cx="359999" cy="359999"/>
            </a:xfrm>
            <a:prstGeom prst="rect">
              <a:avLst/>
            </a:prstGeom>
          </p:spPr>
        </p:pic>
        <p:sp>
          <p:nvSpPr>
            <p:cNvPr id="361" name="正方形/長方形 360">
              <a:extLst>
                <a:ext uri="{FF2B5EF4-FFF2-40B4-BE49-F238E27FC236}">
                  <ns2:creationId id="{4EB398F1-A575-0A79-84EA-02771E8CD88D}"/>
                </a:ext>
              </a:extLst>
            </p:cNvPr>
            <p:cNvSpPr/>
            <p:nvPr/>
          </p:nvSpPr>
          <p:spPr>
            <a:xfrm>
              <a:off x="847792" y="3257460"/>
              <a:ext cx="2822507" cy="5652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  <a:buClr>
                  <a:schemeClr val="accent1"/>
                </a:buClr>
              </a:pPr>
              <a:r>
                <a:rPr lang="ja-JP" altLang="en-US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rgbClr val="01800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71450" indent="-171450">
                <a:buClr>
                  <a:srgbClr val="008000"/>
                </a:buClr>
                <a:buFont typeface="Wingdings" pitchFamily="2" charset="2"/>
                <a:buChar char="Ø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56" name="Graphic 187" descr="都市 単色塗りつぶし">
              <a:extLst>
                <a:ext uri="{FF2B5EF4-FFF2-40B4-BE49-F238E27FC236}">
                  <ns2:creationId id="{7056BD90-975F-FE4C-02C3-30D5FBBEAB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rcRect/>
            <a:stretch/>
          </p:blipFill>
          <p:spPr>
            <a:xfrm>
              <a:off x="452883" y="2386286"/>
              <a:ext cx="359999" cy="359999"/>
            </a:xfrm>
            <a:prstGeom prst="rect">
              <a:avLst/>
            </a:prstGeom>
          </p:spPr>
        </p:pic>
        <p:sp>
          <p:nvSpPr>
            <p:cNvPr id="358" name="正方形/長方形 357">
              <a:extLst>
                <a:ext uri="{FF2B5EF4-FFF2-40B4-BE49-F238E27FC236}">
                  <ns2:creationId id="{2CFC815C-89D7-2919-AED8-FC9B04F70579}"/>
                </a:ext>
              </a:extLst>
            </p:cNvPr>
            <p:cNvSpPr/>
            <p:nvPr/>
          </p:nvSpPr>
          <p:spPr>
            <a:xfrm>
              <a:off x="847792" y="2141700"/>
              <a:ext cx="2822507" cy="1025505"/>
            </a:xfrm>
            <a:prstGeom prst="rect">
              <a:avLst/>
            </a:prstGeom>
            <a:noFill/>
            <a:ln w="9525" cap="flat" cmpd="sng" algn="ctr">
              <a:solidFill>
                <a:srgbClr val="8DBE88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9600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1"/>
                </a:buClr>
              </a:pPr>
              <a:endPara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2" name="正方形/長方形 361">
              <a:extLst>
                <a:ext uri="{FF2B5EF4-FFF2-40B4-BE49-F238E27FC236}">
                  <ns2:creationId id="{4C600309-2201-BF5C-EBB3-D8001E6A7C8A}"/>
                </a:ext>
              </a:extLst>
            </p:cNvPr>
            <p:cNvSpPr/>
            <p:nvPr/>
          </p:nvSpPr>
          <p:spPr>
            <a:xfrm>
              <a:off x="919626" y="2209033"/>
              <a:ext cx="394619" cy="210375"/>
            </a:xfrm>
            <a:prstGeom prst="rect">
              <a:avLst/>
            </a:prstGeom>
            <a:solidFill>
              <a:srgbClr val="8DBE88">
                <a:alpha val="50000"/>
              </a:srgb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41414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3" name="正方形/長方形 362">
              <a:extLst>
                <a:ext uri="{FF2B5EF4-FFF2-40B4-BE49-F238E27FC236}">
                  <ns2:creationId id="{EB9B8947-F26B-607D-662C-794D01E64716}"/>
                </a:ext>
              </a:extLst>
            </p:cNvPr>
            <p:cNvSpPr/>
            <p:nvPr/>
          </p:nvSpPr>
          <p:spPr>
            <a:xfrm>
              <a:off x="919626" y="2463032"/>
              <a:ext cx="394619" cy="618987"/>
            </a:xfrm>
            <a:prstGeom prst="rect">
              <a:avLst/>
            </a:prstGeom>
            <a:solidFill>
              <a:srgbClr val="8DBE88">
                <a:alpha val="50000"/>
              </a:srgb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41414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4" name="正方形/長方形 363">
              <a:extLst>
                <a:ext uri="{FF2B5EF4-FFF2-40B4-BE49-F238E27FC236}">
                  <ns2:creationId id="{C743C02D-4812-A423-CA0D-D1F50D341855}"/>
                </a:ext>
              </a:extLst>
            </p:cNvPr>
            <p:cNvSpPr/>
            <p:nvPr/>
          </p:nvSpPr>
          <p:spPr>
            <a:xfrm>
              <a:off x="1359892" y="2209033"/>
              <a:ext cx="2319740" cy="210375"/>
            </a:xfrm>
            <a:prstGeom prst="rect">
              <a:avLst/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5:hiddenFill>
                  <a:solidFill>
                    <a:schemeClr val="bg1"/>
                  </a:solidFill>
                </ns5:hiddenFill>
              </a:ext>
              <a:ext uri="{91240B29-F687-4F45-9708-019B960494DF}">
                <ns5:hiddenLine w="9525" cap="flat" cmpd="sng" algn="ctr">
                  <a:solidFill>
                    <a:schemeClr val="accent5">
                      <a:alpha val="75000"/>
                    </a:schemeClr>
                  </a:solidFill>
                  <a:prstDash val="solid"/>
                  <a:miter lim="800000"/>
                </ns5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" altLang="ja-JP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、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5" name="正方形/長方形 364">
              <a:extLst>
                <a:ext uri="{FF2B5EF4-FFF2-40B4-BE49-F238E27FC236}">
                  <ns2:creationId id="{317F0517-C2CB-6BFC-A8A2-B70A8C4C119B}"/>
                </a:ext>
              </a:extLst>
            </p:cNvPr>
            <p:cNvSpPr/>
            <p:nvPr/>
          </p:nvSpPr>
          <p:spPr>
            <a:xfrm>
              <a:off x="1359892" y="2463032"/>
              <a:ext cx="2310408" cy="618987"/>
            </a:xfrm>
            <a:prstGeom prst="rect">
              <a:avLst/>
            </a:prstGeom>
            <a:noFill/>
            <a:ln w="9525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ns5:hiddenFill>
                  <a:solidFill>
                    <a:schemeClr val="bg1"/>
                  </a:solidFill>
                </ns5:hiddenFill>
              </a:ext>
              <a:ext uri="{91240B29-F687-4F45-9708-019B960494DF}">
                <ns5:hiddenLine w="9525" cap="flat" cmpd="sng" algn="ctr">
                  <a:solidFill>
                    <a:schemeClr val="accent5">
                      <a:alpha val="75000"/>
                    </a:schemeClr>
                  </a:solidFill>
                  <a:prstDash val="solid"/>
                  <a:miter lim="800000"/>
                </ns5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9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indent="134938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indent="134938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366" name="Graphic 187" descr="的中 単色塗りつぶし">
              <a:extLst>
                <a:ext uri="{FF2B5EF4-FFF2-40B4-BE49-F238E27FC236}">
                  <ns2:creationId id="{6600A0DB-D133-21F7-AED4-885550DE08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452883" y="3946672"/>
              <a:ext cx="359999" cy="359999"/>
            </a:xfrm>
            <a:prstGeom prst="rect">
              <a:avLst/>
            </a:prstGeom>
          </p:spPr>
        </p:pic>
        <p:pic>
          <p:nvPicPr>
            <p:cNvPr id="369" name="Graphic 187" descr="日毎カレンダー 単色塗りつぶし">
              <a:extLst>
                <a:ext uri="{FF2B5EF4-FFF2-40B4-BE49-F238E27FC236}">
                  <ns2:creationId id="{195F3C1F-01D2-7052-52F4-47AD1067D0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rcRect/>
            <a:stretch/>
          </p:blipFill>
          <p:spPr>
            <a:xfrm>
              <a:off x="452883" y="4600172"/>
              <a:ext cx="359999" cy="359999"/>
            </a:xfrm>
            <a:prstGeom prst="rect">
              <a:avLst/>
            </a:prstGeom>
          </p:spPr>
        </p:pic>
        <p:sp>
          <p:nvSpPr>
            <p:cNvPr id="378" name="正方形/長方形 377">
              <a:extLst>
                <a:ext uri="{FF2B5EF4-FFF2-40B4-BE49-F238E27FC236}">
                  <ns2:creationId id="{C8B15F48-C4E2-55B3-0E22-094A8A94C31B}"/>
                </a:ext>
              </a:extLst>
            </p:cNvPr>
            <p:cNvSpPr/>
            <p:nvPr/>
          </p:nvSpPr>
          <p:spPr>
            <a:xfrm>
              <a:off x="847792" y="3916679"/>
              <a:ext cx="2822507" cy="5652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  <a:buClr>
                  <a:schemeClr val="accent1"/>
                </a:buClr>
              </a:pP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200" dirty="0">
                <a:solidFill>
                  <a:srgbClr val="01800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171450" indent="-171450">
                <a:buClr>
                  <a:srgbClr val="008000"/>
                </a:buClr>
                <a:buFont typeface="Wingdings" pitchFamily="2" charset="2"/>
                <a:buChar char="Ø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9" name="正方形/長方形 378">
              <a:extLst>
                <a:ext uri="{FF2B5EF4-FFF2-40B4-BE49-F238E27FC236}">
                  <ns2:creationId id="{84B1A5A3-D738-F8A0-B798-D27A5A49D5C7}"/>
                </a:ext>
              </a:extLst>
            </p:cNvPr>
            <p:cNvSpPr/>
            <p:nvPr/>
          </p:nvSpPr>
          <p:spPr>
            <a:xfrm>
              <a:off x="847792" y="4568809"/>
              <a:ext cx="2822507" cy="565200"/>
            </a:xfrm>
            <a:prstGeom prst="rect">
              <a:avLst/>
            </a:prstGeom>
            <a:noFill/>
            <a:ln w="9525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50000"/>
                </a:lnSpc>
                <a:buClr>
                  <a:schemeClr val="accent1"/>
                </a:buClr>
              </a:pP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200" dirty="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1200">
                  <a:solidFill>
                    <a:srgbClr val="01800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382" name="直線コネクタ 381">
              <a:extLst>
                <a:ext uri="{FF2B5EF4-FFF2-40B4-BE49-F238E27FC236}">
                  <ns2:creationId id="{284BF7E0-2340-1C42-5855-B104B9923184}"/>
                </a:ext>
              </a:extLst>
            </p:cNvPr>
            <p:cNvCxnSpPr>
              <a:cxnSpLocks/>
            </p:cNvCxnSpPr>
            <p:nvPr/>
          </p:nvCxnSpPr>
          <p:spPr>
            <a:xfrm>
              <a:off x="1437876" y="2726940"/>
              <a:ext cx="0" cy="270260"/>
            </a:xfrm>
            <a:prstGeom prst="line">
              <a:avLst/>
            </a:prstGeom>
            <a:solidFill>
              <a:srgbClr val="008000"/>
            </a:solidFill>
            <a:ln w="38100" cap="flat" cmpd="sng" algn="ctr">
              <a:solidFill>
                <a:srgbClr val="8DBE88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ns2:creationId id="{033B843B-53A5-6086-DC4E-394EBF79506A}"/>
                </a:ext>
              </a:extLst>
            </p:cNvPr>
            <p:cNvSpPr/>
            <p:nvPr/>
          </p:nvSpPr>
          <p:spPr>
            <a:xfrm>
              <a:off x="2389683" y="1628535"/>
              <a:ext cx="1440000" cy="41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08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PH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PH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6:creationId val="1788484729"/>
      </p:ext>
    </p:extLst>
  </p:cSld>
  <p:clrMapOvr>
    <a:masterClrMapping/>
  </p:clrMapOvr>
</p:sld>
</file>

<file path=ppt/slides/slide10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FF301C9-F8DB-E270-A2C2-B46895C4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A869905-52C9-FB90-F32F-B6F1B750C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A8BB3E25-BEF8-1953-C0BE-D0EC23DCEB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31636"/>
            <a:ext cx="11520000" cy="360000"/>
          </a:xfrm>
        </p:spPr>
        <p:txBody>
          <a:bodyPr anchor="ctr">
            <a:normAutofit/>
          </a:bodyPr>
          <a:lstStyle/>
          <a:p>
            <a:r>
              <a:rPr lang="ja-JP" altLang="en-US" sz="1800" b="1">
                <a:solidFill>
                  <a:srgbClr val="008000"/>
                </a:solidFill>
              </a:rPr>
              <a:t>XX</a:t>
            </a:r>
            <a:r>
              <a:rPr lang="ja-JP" altLang="en-US" sz="1800"/>
              <a:t>XX</a:t>
            </a:r>
          </a:p>
        </p:txBody>
      </p:sp>
      <p:grpSp>
        <p:nvGrpSpPr>
          <p:cNvPr id="33" name="グループ化 32">
            <a:extLst>
              <a:ext uri="{FF2B5EF4-FFF2-40B4-BE49-F238E27FC236}">
                <ns2:creationId id="{5B8D538F-C3E2-D4C1-8CF8-E3B7B06EE9E5}"/>
              </a:ext>
            </a:extLst>
          </p:cNvPr>
          <p:cNvGrpSpPr/>
          <p:nvPr/>
        </p:nvGrpSpPr>
        <p:grpSpPr>
          <a:xfrm>
            <a:off x="3072914" y="1629153"/>
            <a:ext cx="4377785" cy="810587"/>
            <a:chOff x="3072914" y="1629153"/>
            <a:chExt cx="4377785" cy="810587"/>
          </a:xfrm>
        </p:grpSpPr>
        <p:sp>
          <p:nvSpPr>
            <p:cNvPr id="127" name="矢印: 五方向 126">
              <a:extLst>
                <a:ext uri="{FF2B5EF4-FFF2-40B4-BE49-F238E27FC236}">
                  <ns2:creationId id="{926777F3-6D53-24B5-C71A-1F63015F109C}"/>
                </a:ext>
              </a:extLst>
            </p:cNvPr>
            <p:cNvSpPr/>
            <p:nvPr/>
          </p:nvSpPr>
          <p:spPr>
            <a:xfrm>
              <a:off x="3072914" y="1629153"/>
              <a:ext cx="4356000" cy="400856"/>
            </a:xfrm>
            <a:prstGeom prst="homePlate">
              <a:avLst>
                <a:gd name="adj" fmla="val 18199"/>
              </a:avLst>
            </a:prstGeom>
            <a:solidFill>
              <a:srgbClr val="4CA64C">
                <a:alpha val="7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252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pic>
          <p:nvPicPr>
            <p:cNvPr id="50" name="グラフィックス 49" descr="会議 単色塗りつぶし">
              <a:extLst>
                <a:ext uri="{FF2B5EF4-FFF2-40B4-BE49-F238E27FC236}">
                  <ns2:creationId id="{6DF82750-9755-8928-A262-BD25EB656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973244" y="1676556"/>
              <a:ext cx="306050" cy="306050"/>
            </a:xfrm>
            <a:prstGeom prst="rect">
              <a:avLst/>
            </a:prstGeom>
          </p:spPr>
        </p:pic>
        <p:sp>
          <p:nvSpPr>
            <p:cNvPr id="13" name="正方形/長方形 12">
              <a:extLst>
                <a:ext uri="{FF2B5EF4-FFF2-40B4-BE49-F238E27FC236}">
                  <ns2:creationId id="{AEC74104-F745-522F-8618-2F95DEF4E5E9}"/>
                </a:ext>
              </a:extLst>
            </p:cNvPr>
            <p:cNvSpPr/>
            <p:nvPr/>
          </p:nvSpPr>
          <p:spPr>
            <a:xfrm>
              <a:off x="3093934" y="2072050"/>
              <a:ext cx="2154620" cy="36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3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3" name="グラフィックス 62" descr="イラストレーター 単色塗りつぶし">
              <a:extLst>
                <a:ext uri="{FF2B5EF4-FFF2-40B4-BE49-F238E27FC236}">
                  <ns2:creationId id="{B5379489-03C1-4808-F44B-E9B5C697BC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983554" y="2064360"/>
              <a:ext cx="375380" cy="375380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ns2:creationId id="{046D4F61-4E12-47A2-1675-9D5F0748B14A}"/>
                </a:ext>
              </a:extLst>
            </p:cNvPr>
            <p:cNvSpPr/>
            <p:nvPr/>
          </p:nvSpPr>
          <p:spPr>
            <a:xfrm>
              <a:off x="5296079" y="2072050"/>
              <a:ext cx="2154620" cy="36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3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5" name="グラフィックス 64" descr="ノート PC 単色塗りつぶし">
              <a:extLst>
                <a:ext uri="{FF2B5EF4-FFF2-40B4-BE49-F238E27FC236}">
                  <ns2:creationId id="{59DEA48B-1BE4-3E6B-3FB0-82FCF1298B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6185699" y="2064360"/>
              <a:ext cx="375380" cy="375380"/>
            </a:xfrm>
            <a:prstGeom prst="rect">
              <a:avLst/>
            </a:prstGeom>
          </p:spPr>
        </p:pic>
      </p:grpSp>
      <p:grpSp>
        <p:nvGrpSpPr>
          <p:cNvPr id="31" name="グループ化 30">
            <a:extLst>
              <a:ext uri="{FF2B5EF4-FFF2-40B4-BE49-F238E27FC236}">
                <ns2:creationId id="{778CE22B-1AC8-3652-C385-20E59275AB24}"/>
              </a:ext>
            </a:extLst>
          </p:cNvPr>
          <p:cNvGrpSpPr/>
          <p:nvPr/>
        </p:nvGrpSpPr>
        <p:grpSpPr>
          <a:xfrm>
            <a:off x="7492935" y="1629153"/>
            <a:ext cx="4362053" cy="810587"/>
            <a:chOff x="7492935" y="1629153"/>
            <a:chExt cx="4362053" cy="810587"/>
          </a:xfrm>
        </p:grpSpPr>
        <p:sp>
          <p:nvSpPr>
            <p:cNvPr id="21" name="矢印: 五方向 20">
              <a:extLst>
                <a:ext uri="{FF2B5EF4-FFF2-40B4-BE49-F238E27FC236}">
                  <ns2:creationId id="{2487EAE6-1972-B3D3-E132-5790A8EAFDD1}"/>
                </a:ext>
              </a:extLst>
            </p:cNvPr>
            <p:cNvSpPr/>
            <p:nvPr/>
          </p:nvSpPr>
          <p:spPr>
            <a:xfrm>
              <a:off x="7492935" y="1629153"/>
              <a:ext cx="4356000" cy="400856"/>
            </a:xfrm>
            <a:prstGeom prst="homePlate">
              <a:avLst>
                <a:gd name="adj" fmla="val 18199"/>
              </a:avLst>
            </a:prstGeom>
            <a:solidFill>
              <a:srgbClr val="4CA6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252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pic>
          <p:nvPicPr>
            <p:cNvPr id="52" name="グラフィックス 51" descr="取締役会 単色塗りつぶし">
              <a:extLst>
                <a:ext uri="{FF2B5EF4-FFF2-40B4-BE49-F238E27FC236}">
                  <ns2:creationId id="{04D0DB48-D49D-8553-F854-CEBC50F084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8376716" y="1676556"/>
              <a:ext cx="306050" cy="306050"/>
            </a:xfrm>
            <a:prstGeom prst="rect">
              <a:avLst/>
            </a:prstGeom>
          </p:spPr>
        </p:pic>
        <p:sp>
          <p:nvSpPr>
            <p:cNvPr id="15" name="正方形/長方形 14">
              <a:extLst>
                <a:ext uri="{FF2B5EF4-FFF2-40B4-BE49-F238E27FC236}">
                  <ns2:creationId id="{3CFF5F0F-9428-CD5F-A3D4-E8E7F99173AA}"/>
                </a:ext>
              </a:extLst>
            </p:cNvPr>
            <p:cNvSpPr/>
            <p:nvPr/>
          </p:nvSpPr>
          <p:spPr>
            <a:xfrm>
              <a:off x="7498224" y="2072050"/>
              <a:ext cx="2154620" cy="360000"/>
            </a:xfrm>
            <a:prstGeom prst="rect">
              <a:avLst/>
            </a:prstGeom>
            <a:solidFill>
              <a:srgbClr val="B2D9B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2" name="グラフィックス 61" descr="イラストレーター 単色塗りつぶし">
              <a:extLst>
                <a:ext uri="{FF2B5EF4-FFF2-40B4-BE49-F238E27FC236}">
                  <ns2:creationId id="{22697F39-7F78-AA91-9731-7BA9D18950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387844" y="2064360"/>
              <a:ext cx="375380" cy="375380"/>
            </a:xfrm>
            <a:prstGeom prst="rect">
              <a:avLst/>
            </a:prstGeom>
          </p:spPr>
        </p:pic>
        <p:sp>
          <p:nvSpPr>
            <p:cNvPr id="19" name="正方形/長方形 18">
              <a:extLst>
                <a:ext uri="{FF2B5EF4-FFF2-40B4-BE49-F238E27FC236}">
                  <ns2:creationId id="{DA2C3A1E-F58A-1FF6-F28D-D73C3A099847}"/>
                </a:ext>
              </a:extLst>
            </p:cNvPr>
            <p:cNvSpPr/>
            <p:nvPr/>
          </p:nvSpPr>
          <p:spPr>
            <a:xfrm>
              <a:off x="9700368" y="2072050"/>
              <a:ext cx="2154620" cy="360000"/>
            </a:xfrm>
            <a:prstGeom prst="rect">
              <a:avLst/>
            </a:prstGeom>
            <a:solidFill>
              <a:srgbClr val="B2D9B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3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6" name="グラフィックス 65" descr="ノート PC 単色塗りつぶし">
              <a:extLst>
                <a:ext uri="{FF2B5EF4-FFF2-40B4-BE49-F238E27FC236}">
                  <ns2:creationId id="{79683226-D788-7672-D804-2279379BAF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10589988" y="2064360"/>
              <a:ext cx="375380" cy="375380"/>
            </a:xfrm>
            <a:prstGeom prst="rect">
              <a:avLst/>
            </a:prstGeom>
          </p:spPr>
        </p:pic>
      </p:grpSp>
      <p:sp>
        <p:nvSpPr>
          <p:cNvPr id="27" name="テキスト ボックス 26">
            <a:extLst>
              <a:ext uri="{FF2B5EF4-FFF2-40B4-BE49-F238E27FC236}">
                <ns2:creationId id="{AC2FAD15-68BC-AC6C-36BA-13DEC0525173}"/>
              </a:ext>
            </a:extLst>
          </p:cNvPr>
          <p:cNvSpPr txBox="1"/>
          <p:nvPr/>
        </p:nvSpPr>
        <p:spPr>
          <a:xfrm>
            <a:off x="3093934" y="2474091"/>
            <a:ext cx="2154620" cy="12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9388" lvl="3" indent="-179388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9388" lvl="3" indent="-179388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9388" lvl="3" indent="-179388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9388" lvl="3" indent="-179388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</a:p>
          <a:p>
            <a:pPr marL="179388" lvl="3" indent="-179388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ns2:creationId id="{CD72BBBE-483F-8666-67E8-00B9A884E0B5}"/>
              </a:ext>
            </a:extLst>
          </p:cNvPr>
          <p:cNvSpPr txBox="1"/>
          <p:nvPr/>
        </p:nvSpPr>
        <p:spPr>
          <a:xfrm>
            <a:off x="5295670" y="2474091"/>
            <a:ext cx="2154620" cy="1224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ns2:creationId id="{51775F72-E6E6-E03C-DF92-ECFC84BA9DBD}"/>
              </a:ext>
            </a:extLst>
          </p:cNvPr>
          <p:cNvSpPr txBox="1"/>
          <p:nvPr/>
        </p:nvSpPr>
        <p:spPr>
          <a:xfrm>
            <a:off x="7497406" y="2474091"/>
            <a:ext cx="2154620" cy="1224000"/>
          </a:xfrm>
          <a:prstGeom prst="rect">
            <a:avLst/>
          </a:prstGeom>
          <a:noFill/>
        </p:spPr>
        <p:txBody>
          <a:bodyPr wrap="square" bIns="108000" rtlCol="0">
            <a:noAutofit/>
          </a:bodyPr>
          <a:lstStyle/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</a:p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solidFill>
                <a:srgbClr val="01800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de-DE" altLang="ja-JP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endParaRPr lang="en-US" altLang="ja-JP" sz="1100">
              <a:solidFill>
                <a:srgbClr val="01800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 sz="11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ns2:creationId id="{0E7D256F-95FC-2B04-BC00-CDFFEDB31BC7}"/>
              </a:ext>
            </a:extLst>
          </p:cNvPr>
          <p:cNvSpPr txBox="1"/>
          <p:nvPr/>
        </p:nvSpPr>
        <p:spPr>
          <a:xfrm>
            <a:off x="9699143" y="2474091"/>
            <a:ext cx="2154620" cy="12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solidFill>
                <a:srgbClr val="01800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ns2:creationId id="{01D0FE8D-283B-F78C-E852-59DE7356E353}"/>
              </a:ext>
            </a:extLst>
          </p:cNvPr>
          <p:cNvSpPr txBox="1"/>
          <p:nvPr/>
        </p:nvSpPr>
        <p:spPr>
          <a:xfrm>
            <a:off x="3093934" y="3738810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de-DE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endParaRPr lang="en-US" altLang="ja-JP" sz="11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de-DE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endParaRPr lang="en-US" altLang="ja-JP" sz="11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ns2:creationId id="{DF814D66-9B36-5FC5-596C-D6D9C2B583C2}"/>
              </a:ext>
            </a:extLst>
          </p:cNvPr>
          <p:cNvSpPr txBox="1"/>
          <p:nvPr/>
        </p:nvSpPr>
        <p:spPr>
          <a:xfrm>
            <a:off x="5295670" y="3738810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ns2:creationId id="{F55F2FF7-3C45-6E82-C79D-E0E9D8CFF6ED}"/>
              </a:ext>
            </a:extLst>
          </p:cNvPr>
          <p:cNvSpPr txBox="1"/>
          <p:nvPr/>
        </p:nvSpPr>
        <p:spPr>
          <a:xfrm>
            <a:off x="7497406" y="3738810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de-DE" altLang="ja-JP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endParaRPr lang="en-US" altLang="ja-JP" sz="1100">
              <a:solidFill>
                <a:srgbClr val="01800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ns2:creationId id="{194C48EE-CE43-3D59-51C5-3B3390A0554E}"/>
              </a:ext>
            </a:extLst>
          </p:cNvPr>
          <p:cNvSpPr txBox="1"/>
          <p:nvPr/>
        </p:nvSpPr>
        <p:spPr>
          <a:xfrm>
            <a:off x="9699143" y="3738810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1800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solidFill>
                <a:srgbClr val="01800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ns2:creationId id="{14CCF7AA-E1E3-78CA-3E7F-1D2E0808DA89}"/>
              </a:ext>
            </a:extLst>
          </p:cNvPr>
          <p:cNvSpPr txBox="1"/>
          <p:nvPr/>
        </p:nvSpPr>
        <p:spPr>
          <a:xfrm>
            <a:off x="3093934" y="4607529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de-DE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SCM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ns2:creationId id="{CF859D65-2D58-4C77-ACD2-D01D9B8AF6F6}"/>
              </a:ext>
            </a:extLst>
          </p:cNvPr>
          <p:cNvSpPr txBox="1"/>
          <p:nvPr/>
        </p:nvSpPr>
        <p:spPr>
          <a:xfrm>
            <a:off x="5295670" y="4607529"/>
            <a:ext cx="2154620" cy="828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ns2:creationId id="{C4F0C285-F053-CDEB-C5A4-5D306DBA3100}"/>
              </a:ext>
            </a:extLst>
          </p:cNvPr>
          <p:cNvSpPr txBox="1"/>
          <p:nvPr/>
        </p:nvSpPr>
        <p:spPr>
          <a:xfrm>
            <a:off x="7497406" y="4607529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de-DE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  <a:t>SCM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ns2:creationId id="{5D37351D-8917-B35C-A869-17EBDCDFC014}"/>
              </a:ext>
            </a:extLst>
          </p:cNvPr>
          <p:cNvSpPr txBox="1"/>
          <p:nvPr/>
        </p:nvSpPr>
        <p:spPr>
          <a:xfrm>
            <a:off x="9699143" y="4607529"/>
            <a:ext cx="2154620" cy="828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ns2:creationId id="{0EF93F06-3497-5E41-DC48-59866CD9DA74}"/>
              </a:ext>
            </a:extLst>
          </p:cNvPr>
          <p:cNvSpPr txBox="1"/>
          <p:nvPr/>
        </p:nvSpPr>
        <p:spPr>
          <a:xfrm>
            <a:off x="3093934" y="5476248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B2D9B2"/>
              </a:buClr>
              <a:buFont typeface="Arial" panose="020B0604020202020204" pitchFamily="34" charset="0"/>
              <a:buChar char="•"/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ns2:creationId id="{D0F6896E-1DF5-EA4E-390C-8CC3B4A688CB}"/>
              </a:ext>
            </a:extLst>
          </p:cNvPr>
          <p:cNvSpPr txBox="1"/>
          <p:nvPr/>
        </p:nvSpPr>
        <p:spPr>
          <a:xfrm>
            <a:off x="5295670" y="5476248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Clr>
                <a:srgbClr val="008000"/>
              </a:buClr>
              <a:buFont typeface="Arial" panose="020B0604020202020204" pitchFamily="34" charset="0"/>
              <a:buChar char="•"/>
            </a:pP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ns2:creationId id="{DA58065F-10D7-F89C-65AF-E235036F2F67}"/>
              </a:ext>
            </a:extLst>
          </p:cNvPr>
          <p:cNvSpPr txBox="1"/>
          <p:nvPr/>
        </p:nvSpPr>
        <p:spPr>
          <a:xfrm>
            <a:off x="7497406" y="5476248"/>
            <a:ext cx="2154620" cy="828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lvl="3" indent="-171450">
              <a:buClr>
                <a:srgbClr val="B2D9B2"/>
              </a:buClr>
              <a:buFont typeface="Arial" panose="020B0604020202020204" pitchFamily="34" charset="0"/>
              <a:buChar char="•"/>
            </a:pP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ns2:creationId id="{0B65E37F-28CF-8D40-4F9C-9A1D2464F6B7}"/>
              </a:ext>
            </a:extLst>
          </p:cNvPr>
          <p:cNvSpPr txBox="1"/>
          <p:nvPr/>
        </p:nvSpPr>
        <p:spPr>
          <a:xfrm>
            <a:off x="9699143" y="5476248"/>
            <a:ext cx="2154620" cy="828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>
              <a:buClr>
                <a:srgbClr val="008000"/>
              </a:buClr>
            </a:pP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-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2" name="グループ化 21">
            <a:extLst>
              <a:ext uri="{FF2B5EF4-FFF2-40B4-BE49-F238E27FC236}">
                <ns2:creationId id="{DBFB1CEE-3D22-7E71-00F1-A82E898483A3}"/>
              </a:ext>
            </a:extLst>
          </p:cNvPr>
          <p:cNvGrpSpPr/>
          <p:nvPr/>
        </p:nvGrpSpPr>
        <p:grpSpPr>
          <a:xfrm>
            <a:off x="3072913" y="3719109"/>
            <a:ext cx="8787193" cy="1"/>
            <a:chOff x="3072913" y="3719109"/>
            <a:chExt cx="8787193" cy="1"/>
          </a:xfrm>
        </p:grpSpPr>
        <p:cxnSp>
          <p:nvCxnSpPr>
            <p:cNvPr id="68" name="直線コネクタ 67">
              <a:extLst>
                <a:ext uri="{FF2B5EF4-FFF2-40B4-BE49-F238E27FC236}">
                  <ns2:creationId id="{23E5EDA4-8F9F-D9FC-D198-0D2B913DA8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2913" y="371910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ns2:creationId id="{402632EB-E2AB-EDF3-B346-C273E8061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6106" y="371910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ns2:creationId id="{30ECFC53-A39C-1FFF-798C-3AA1E91FA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5041" y="371910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線コネクタ 78">
              <a:extLst>
                <a:ext uri="{FF2B5EF4-FFF2-40B4-BE49-F238E27FC236}">
                  <ns2:creationId id="{4E625319-EEF0-C15D-5B0D-296FC2D209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3977" y="371910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ns2:creationId id="{23BA9BED-D282-BFC1-181F-CEAE90AA2BB6}"/>
              </a:ext>
            </a:extLst>
          </p:cNvPr>
          <p:cNvGrpSpPr/>
          <p:nvPr/>
        </p:nvGrpSpPr>
        <p:grpSpPr>
          <a:xfrm>
            <a:off x="3072913" y="4584229"/>
            <a:ext cx="8787193" cy="1"/>
            <a:chOff x="3072913" y="4584229"/>
            <a:chExt cx="8787193" cy="1"/>
          </a:xfrm>
        </p:grpSpPr>
        <p:cxnSp>
          <p:nvCxnSpPr>
            <p:cNvPr id="71" name="直線コネクタ 70">
              <a:extLst>
                <a:ext uri="{FF2B5EF4-FFF2-40B4-BE49-F238E27FC236}">
                  <ns2:creationId id="{9BCB8E15-6CAB-CE2F-0667-CDBB7C1C49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2913" y="458422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ns2:creationId id="{10337584-B3B3-174C-8D18-F5E0D131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6106" y="458422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コネクタ 76">
              <a:extLst>
                <a:ext uri="{FF2B5EF4-FFF2-40B4-BE49-F238E27FC236}">
                  <ns2:creationId id="{50A3FE06-CEE8-C386-9AAC-5303EA3DF8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5041" y="458422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ns2:creationId id="{CA87B9E6-F67F-AB0B-F96E-A32A482DF1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3977" y="4584229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グループ化 27">
            <a:extLst>
              <a:ext uri="{FF2B5EF4-FFF2-40B4-BE49-F238E27FC236}">
                <ns2:creationId id="{604FF06B-05EC-2632-9459-8503DC9B7BEE}"/>
              </a:ext>
            </a:extLst>
          </p:cNvPr>
          <p:cNvGrpSpPr/>
          <p:nvPr/>
        </p:nvGrpSpPr>
        <p:grpSpPr>
          <a:xfrm>
            <a:off x="3072913" y="5455822"/>
            <a:ext cx="8787193" cy="1"/>
            <a:chOff x="3072913" y="5455822"/>
            <a:chExt cx="8787193" cy="1"/>
          </a:xfrm>
        </p:grpSpPr>
        <p:cxnSp>
          <p:nvCxnSpPr>
            <p:cNvPr id="72" name="直線コネクタ 71">
              <a:extLst>
                <a:ext uri="{FF2B5EF4-FFF2-40B4-BE49-F238E27FC236}">
                  <ns2:creationId id="{96F7AAB0-A14E-BEAE-B303-DFEADEDF56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2913" y="5455822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ns2:creationId id="{5F07E224-25B5-B22E-FBB8-D17BC32F95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6106" y="5455822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コネクタ 77">
              <a:extLst>
                <a:ext uri="{FF2B5EF4-FFF2-40B4-BE49-F238E27FC236}">
                  <ns2:creationId id="{8854CC3A-48AA-AEC0-9C51-D3C406C8A9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5041" y="5455822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線コネクタ 80">
              <a:extLst>
                <a:ext uri="{FF2B5EF4-FFF2-40B4-BE49-F238E27FC236}">
                  <ns2:creationId id="{9A65A48E-0CCA-2879-F5DC-453D0EF291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3977" y="5455822"/>
              <a:ext cx="2124000" cy="1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グループ化 33">
            <a:extLst>
              <a:ext uri="{FF2B5EF4-FFF2-40B4-BE49-F238E27FC236}">
                <ns2:creationId id="{F4D51F61-3DAF-0F92-911D-8A39047275E7}"/>
              </a:ext>
            </a:extLst>
          </p:cNvPr>
          <p:cNvGrpSpPr/>
          <p:nvPr/>
        </p:nvGrpSpPr>
        <p:grpSpPr>
          <a:xfrm>
            <a:off x="363349" y="2435190"/>
            <a:ext cx="2695774" cy="3867968"/>
            <a:chOff x="363349" y="2435190"/>
            <a:chExt cx="2695774" cy="3867968"/>
          </a:xfrm>
        </p:grpSpPr>
        <p:pic>
          <p:nvPicPr>
            <p:cNvPr id="56" name="グラフィックス 55" descr="熱望 単色塗りつぶし">
              <a:extLst>
                <a:ext uri="{FF2B5EF4-FFF2-40B4-BE49-F238E27FC236}">
                  <ns2:creationId id="{31124C62-4B8D-5A24-F491-059CDB97D3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453348" y="3158090"/>
              <a:ext cx="540000" cy="540000"/>
            </a:xfrm>
            <a:prstGeom prst="rect">
              <a:avLst/>
            </a:prstGeom>
          </p:spPr>
        </p:pic>
        <p:pic>
          <p:nvPicPr>
            <p:cNvPr id="58" name="グラフィックス 57" descr="ブレーンストーミング 単色塗りつぶし">
              <a:extLst>
                <a:ext uri="{FF2B5EF4-FFF2-40B4-BE49-F238E27FC236}">
                  <ns2:creationId id="{0DCF6BAD-0463-D7C8-5790-915D93D692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2453348" y="3982462"/>
              <a:ext cx="540000" cy="540000"/>
            </a:xfrm>
            <a:prstGeom prst="rect">
              <a:avLst/>
            </a:prstGeom>
          </p:spPr>
        </p:pic>
        <p:pic>
          <p:nvPicPr>
            <p:cNvPr id="54" name="グラフィックス 53" descr="手のひら 単色塗りつぶし">
              <a:extLst>
                <a:ext uri="{FF2B5EF4-FFF2-40B4-BE49-F238E27FC236}">
                  <ns2:creationId id="{48507B3D-F1A4-240E-1C3B-9E6B2C877C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2453348" y="4850818"/>
              <a:ext cx="540000" cy="540000"/>
            </a:xfrm>
            <a:prstGeom prst="rect">
              <a:avLst/>
            </a:prstGeom>
          </p:spPr>
        </p:pic>
        <p:pic>
          <p:nvPicPr>
            <p:cNvPr id="60" name="グラフィックス 59" descr="リサーチ 単色塗りつぶし">
              <a:extLst>
                <a:ext uri="{FF2B5EF4-FFF2-40B4-BE49-F238E27FC236}">
                  <ns2:creationId id="{7529378A-C3E1-7578-99A8-4D70DD0E32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2453348" y="5719174"/>
              <a:ext cx="540000" cy="540000"/>
            </a:xfrm>
            <a:prstGeom prst="rect">
              <a:avLst/>
            </a:prstGeom>
          </p:spPr>
        </p:pic>
        <p:sp>
          <p:nvSpPr>
            <p:cNvPr id="12" name="正方形/長方形 11">
              <a:extLst>
                <a:ext uri="{FF2B5EF4-FFF2-40B4-BE49-F238E27FC236}">
                  <ns2:creationId id="{1601012B-1448-E043-17F9-6E7C49420DBE}"/>
                </a:ext>
              </a:extLst>
            </p:cNvPr>
            <p:cNvSpPr/>
            <p:nvPr/>
          </p:nvSpPr>
          <p:spPr>
            <a:xfrm>
              <a:off x="503123" y="2474090"/>
              <a:ext cx="2556000" cy="1224000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楕円 81">
              <a:extLst>
                <a:ext uri="{FF2B5EF4-FFF2-40B4-BE49-F238E27FC236}">
                  <ns2:creationId id="{941FBA64-1924-7E70-E370-92AD341FF9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3349" y="2435190"/>
              <a:ext cx="288000" cy="28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B7EC21DC-2BF0-18AA-4FB6-53E88BA309A8}"/>
                </a:ext>
              </a:extLst>
            </p:cNvPr>
            <p:cNvSpPr/>
            <p:nvPr/>
          </p:nvSpPr>
          <p:spPr>
            <a:xfrm>
              <a:off x="503123" y="3738446"/>
              <a:ext cx="2556000" cy="828000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楕円 82">
              <a:extLst>
                <a:ext uri="{FF2B5EF4-FFF2-40B4-BE49-F238E27FC236}">
                  <ns2:creationId id="{D27640B0-D119-4D58-052F-D572B73AC7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3349" y="3707758"/>
              <a:ext cx="288000" cy="28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0BBCB120-9076-2381-A35A-3CCECEB6C5F7}"/>
                </a:ext>
              </a:extLst>
            </p:cNvPr>
            <p:cNvSpPr/>
            <p:nvPr/>
          </p:nvSpPr>
          <p:spPr>
            <a:xfrm>
              <a:off x="503123" y="4606802"/>
              <a:ext cx="2556000" cy="828000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/ </a:t>
              </a: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楕円 83">
              <a:extLst>
                <a:ext uri="{FF2B5EF4-FFF2-40B4-BE49-F238E27FC236}">
                  <ns2:creationId id="{DABFEDB6-1B4D-7D0D-011D-8D244777F3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3349" y="4582034"/>
              <a:ext cx="288000" cy="28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EF8D7D75-9B9C-AA56-C5A7-E81918016D23}"/>
                </a:ext>
              </a:extLst>
            </p:cNvPr>
            <p:cNvSpPr/>
            <p:nvPr/>
          </p:nvSpPr>
          <p:spPr>
            <a:xfrm>
              <a:off x="503123" y="5475158"/>
              <a:ext cx="2556000" cy="828000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/ </a:t>
              </a: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楕円 84">
              <a:extLst>
                <a:ext uri="{FF2B5EF4-FFF2-40B4-BE49-F238E27FC236}">
                  <ns2:creationId id="{A8A9173D-89CC-6FB6-13BE-39F7ED506A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3349" y="5445312"/>
              <a:ext cx="288000" cy="28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8" name="グループ化 7">
            <a:extLst>
              <a:ext uri="{FF2B5EF4-FFF2-40B4-BE49-F238E27FC236}">
                <ns2:creationId id="{870890D6-48D6-63A2-4EEB-DB6103E56EE8}"/>
              </a:ext>
            </a:extLst>
          </p:cNvPr>
          <p:cNvGrpSpPr>
            <a:grpSpLocks/>
          </p:cNvGrpSpPr>
          <p:nvPr/>
        </p:nvGrpSpPr>
        <p:grpSpPr>
          <a:xfrm>
            <a:off x="8682766" y="1119350"/>
            <a:ext cx="3346512" cy="345600"/>
            <a:chOff x="7665795" y="1243764"/>
            <a:chExt cx="4183140" cy="432000"/>
          </a:xfrm>
        </p:grpSpPr>
        <p:pic>
          <p:nvPicPr>
            <p:cNvPr id="3" name="グラフィックス 2" descr="イラストレーター 単色塗りつぶし">
              <a:extLst>
                <a:ext uri="{FF2B5EF4-FFF2-40B4-BE49-F238E27FC236}">
                  <ns2:creationId id="{9BA7CD14-555A-756D-5DDC-A4EC9160CB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944342" y="1243764"/>
              <a:ext cx="432000" cy="432000"/>
            </a:xfrm>
            <a:prstGeom prst="rect">
              <a:avLst/>
            </a:prstGeom>
          </p:spPr>
        </p:pic>
        <p:pic>
          <p:nvPicPr>
            <p:cNvPr id="5" name="グラフィックス 4" descr="ノート PC 単色塗りつぶし">
              <a:extLst>
                <a:ext uri="{FF2B5EF4-FFF2-40B4-BE49-F238E27FC236}">
                  <ns2:creationId id="{EE1D7E82-6832-E583-DA19-B95932AAAD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10049850" y="1243764"/>
              <a:ext cx="432000" cy="432000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ns2:creationId id="{9E35723F-B5C2-FA6A-CCC4-2D5946C6F6F8}"/>
                </a:ext>
              </a:extLst>
            </p:cNvPr>
            <p:cNvSpPr/>
            <p:nvPr/>
          </p:nvSpPr>
          <p:spPr>
            <a:xfrm>
              <a:off x="7665795" y="1276021"/>
              <a:ext cx="2154620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28800" rIns="28800" bIns="28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4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4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104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4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91BA31AE-F859-0549-5F59-5FA7EBF9D4C0}"/>
                </a:ext>
              </a:extLst>
            </p:cNvPr>
            <p:cNvSpPr/>
            <p:nvPr/>
          </p:nvSpPr>
          <p:spPr>
            <a:xfrm>
              <a:off x="9694315" y="1276021"/>
              <a:ext cx="2154620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4400" tIns="28800" rIns="28800" bIns="28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4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4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9" name="グループ化 8">
            <a:extLst>
              <a:ext uri="{FF2B5EF4-FFF2-40B4-BE49-F238E27FC236}">
                <ns2:creationId id="{0F4C8C09-68E8-1CD5-1AFC-94E81F55E0CC}"/>
              </a:ext>
            </a:extLst>
          </p:cNvPr>
          <p:cNvGrpSpPr/>
          <p:nvPr/>
        </p:nvGrpSpPr>
        <p:grpSpPr>
          <a:xfrm>
            <a:off x="8733453" y="1000547"/>
            <a:ext cx="3123584" cy="458300"/>
            <a:chOff x="10132019" y="1333020"/>
            <a:chExt cx="3460374" cy="458300"/>
          </a:xfrm>
        </p:grpSpPr>
        <p:sp>
          <p:nvSpPr>
            <p:cNvPr id="16" name="正方形/長方形 15">
              <a:extLst>
                <a:ext uri="{FF2B5EF4-FFF2-40B4-BE49-F238E27FC236}">
                  <ns2:creationId id="{878A20DE-8D19-B12A-EB01-7743E7FC2B91}"/>
                </a:ext>
              </a:extLst>
            </p:cNvPr>
            <p:cNvSpPr/>
            <p:nvPr/>
          </p:nvSpPr>
          <p:spPr>
            <a:xfrm>
              <a:off x="10132019" y="1393318"/>
              <a:ext cx="3460374" cy="398002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C7D079DD-3B67-EFE2-B65E-A28B26BF7171}"/>
                </a:ext>
              </a:extLst>
            </p:cNvPr>
            <p:cNvSpPr/>
            <p:nvPr/>
          </p:nvSpPr>
          <p:spPr>
            <a:xfrm>
              <a:off x="10192175" y="1333020"/>
              <a:ext cx="403851" cy="14311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1532722146"/>
      </p:ext>
    </p:extLst>
  </p:cSld>
  <p:clrMapOvr>
    <a:masterClrMapping/>
  </p:clrMapOvr>
</p:sld>
</file>

<file path=ppt/slides/slide10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BB39476-BC9D-A577-20F4-D655ADB9F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ns2:creationId id="{0B248F1D-EAC9-704E-0105-D8A52BBDEFA3}"/>
              </a:ext>
            </a:extLst>
          </p:cNvPr>
          <p:cNvSpPr/>
          <p:nvPr/>
        </p:nvSpPr>
        <p:spPr>
          <a:xfrm>
            <a:off x="334962" y="0"/>
            <a:ext cx="11522076" cy="914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2400" dirty="0">
                <a:solidFill>
                  <a:schemeClr val="tx1"/>
                </a:solidFill>
              </a:rPr>
              <a:t>XX</a:t>
            </a:r>
            <a:r>
              <a:rPr lang="ja-JP" altLang="en-US" sz="2400" dirty="0">
                <a:solidFill>
                  <a:schemeClr val="tx1"/>
                </a:solidFill>
              </a:rPr>
              <a:t>XX</a:t>
            </a:r>
            <a:r>
              <a:rPr lang="en-US" altLang="ja-JP" sz="2400" dirty="0">
                <a:solidFill>
                  <a:schemeClr val="tx1"/>
                </a:solidFill>
              </a:rPr>
              <a:t>) </a:t>
            </a:r>
            <a:r>
              <a:rPr lang="ja-JP" altLang="en-US" sz="2400" dirty="0">
                <a:solidFill>
                  <a:schemeClr val="tx1"/>
                </a:solidFill>
              </a:rPr>
              <a:t>XX</a:t>
            </a:r>
            <a:endParaRPr lang="en-US" sz="2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ns2:creationId id="{AD27DE0E-68A2-95A8-DBB6-3332AEF25982}"/>
              </a:ext>
            </a:extLst>
          </p:cNvPr>
          <p:cNvSpPr/>
          <p:nvPr/>
        </p:nvSpPr>
        <p:spPr>
          <a:xfrm>
            <a:off x="8115030" y="5117044"/>
            <a:ext cx="3738693" cy="119327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  <a:buClr>
                <a:schemeClr val="accent5"/>
              </a:buClr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 </a:t>
            </a:r>
            <a:r>
              <a:rPr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ns2:creationId id="{2E459019-7850-C244-5884-F92440083797}"/>
              </a:ext>
            </a:extLst>
          </p:cNvPr>
          <p:cNvSpPr/>
          <p:nvPr/>
        </p:nvSpPr>
        <p:spPr>
          <a:xfrm>
            <a:off x="345474" y="1647874"/>
            <a:ext cx="3832500" cy="107246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  <a:buClr>
                <a:schemeClr val="accent5"/>
              </a:buClr>
            </a:pPr>
            <a:r>
              <a:rPr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Rectangle 13">
            <a:extLst>
              <a:ext uri="{FF2B5EF4-FFF2-40B4-BE49-F238E27FC236}">
                <ns2:creationId id="{34B1AE76-0BB8-84A2-C3E9-D9EA2372BB99}"/>
              </a:ext>
            </a:extLst>
          </p:cNvPr>
          <p:cNvSpPr/>
          <p:nvPr/>
        </p:nvSpPr>
        <p:spPr>
          <a:xfrm>
            <a:off x="345473" y="4933399"/>
            <a:ext cx="3459177" cy="137532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300"/>
              </a:spcAft>
              <a:buClr>
                <a:schemeClr val="accent5"/>
              </a:buClr>
            </a:pPr>
            <a:r>
              <a:rPr lang="ja-JP" altLang="en-US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15888" indent="-115888">
              <a:spcAft>
                <a:spcPts val="3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b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5" name="グループ化 54">
            <a:extLst>
              <a:ext uri="{FF2B5EF4-FFF2-40B4-BE49-F238E27FC236}">
                <ns2:creationId id="{F8200C50-4B96-5756-43D9-AC4D5E79B7BB}"/>
              </a:ext>
            </a:extLst>
          </p:cNvPr>
          <p:cNvGrpSpPr/>
          <p:nvPr/>
        </p:nvGrpSpPr>
        <p:grpSpPr>
          <a:xfrm>
            <a:off x="4073654" y="1985268"/>
            <a:ext cx="4044691" cy="4170441"/>
            <a:chOff x="4073654" y="1985268"/>
            <a:chExt cx="4044691" cy="4170441"/>
          </a:xfrm>
        </p:grpSpPr>
        <p:sp>
          <p:nvSpPr>
            <p:cNvPr id="4" name="Hexagon 3">
              <a:extLst>
                <a:ext uri="{FF2B5EF4-FFF2-40B4-BE49-F238E27FC236}">
                  <ns2:creationId id="{295CE01A-EAE4-DD93-EFA5-9DF8E4329199}"/>
                </a:ext>
              </a:extLst>
            </p:cNvPr>
            <p:cNvSpPr/>
            <p:nvPr/>
          </p:nvSpPr>
          <p:spPr>
            <a:xfrm>
              <a:off x="5421885" y="1985268"/>
              <a:ext cx="1348230" cy="1162267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01</a:t>
              </a:r>
            </a:p>
          </p:txBody>
        </p:sp>
        <p:sp>
          <p:nvSpPr>
            <p:cNvPr id="5" name="Hexagon 4">
              <a:extLst>
                <a:ext uri="{FF2B5EF4-FFF2-40B4-BE49-F238E27FC236}">
                  <ns2:creationId id="{19FB5739-BF52-A157-A411-8B81A5B92871}"/>
                </a:ext>
              </a:extLst>
            </p:cNvPr>
            <p:cNvSpPr/>
            <p:nvPr/>
          </p:nvSpPr>
          <p:spPr>
            <a:xfrm>
              <a:off x="5421884" y="4993441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04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ns2:creationId id="{00AAE7F1-B8F7-14E7-5726-63232D025A15}"/>
                </a:ext>
              </a:extLst>
            </p:cNvPr>
            <p:cNvSpPr/>
            <p:nvPr/>
          </p:nvSpPr>
          <p:spPr>
            <a:xfrm>
              <a:off x="4073654" y="2888069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06</a:t>
              </a:r>
            </a:p>
          </p:txBody>
        </p:sp>
        <p:sp>
          <p:nvSpPr>
            <p:cNvPr id="7" name="Hexagon 6">
              <a:extLst>
                <a:ext uri="{FF2B5EF4-FFF2-40B4-BE49-F238E27FC236}">
                  <ns2:creationId id="{8FE52059-BA80-0B34-7791-4742276A97B7}"/>
                </a:ext>
              </a:extLst>
            </p:cNvPr>
            <p:cNvSpPr/>
            <p:nvPr/>
          </p:nvSpPr>
          <p:spPr>
            <a:xfrm>
              <a:off x="6770115" y="2888069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02</a:t>
              </a:r>
            </a:p>
          </p:txBody>
        </p:sp>
        <p:sp>
          <p:nvSpPr>
            <p:cNvPr id="8" name="Hexagon 7">
              <a:extLst>
                <a:ext uri="{FF2B5EF4-FFF2-40B4-BE49-F238E27FC236}">
                  <ns2:creationId id="{A488D8C3-C79D-1E72-C19D-90186166DEFC}"/>
                </a:ext>
              </a:extLst>
            </p:cNvPr>
            <p:cNvSpPr/>
            <p:nvPr/>
          </p:nvSpPr>
          <p:spPr>
            <a:xfrm>
              <a:off x="4073654" y="4200642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05</a:t>
              </a:r>
            </a:p>
          </p:txBody>
        </p:sp>
        <p:sp>
          <p:nvSpPr>
            <p:cNvPr id="9" name="Hexagon 8">
              <a:extLst>
                <a:ext uri="{FF2B5EF4-FFF2-40B4-BE49-F238E27FC236}">
                  <ns2:creationId id="{8EA5523D-679B-E867-A29D-71B0967CC7AA}"/>
                </a:ext>
              </a:extLst>
            </p:cNvPr>
            <p:cNvSpPr/>
            <p:nvPr/>
          </p:nvSpPr>
          <p:spPr>
            <a:xfrm>
              <a:off x="6770115" y="4203123"/>
              <a:ext cx="1348230" cy="1162268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b="1" dirty="0">
                  <a:solidFill>
                    <a:srgbClr val="008000">
                      <a:alpha val="7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03</a:t>
              </a:r>
            </a:p>
          </p:txBody>
        </p:sp>
        <p:pic>
          <p:nvPicPr>
            <p:cNvPr id="16" name="Graphic 15" descr="Circles with arrows with solid fill">
              <a:extLst>
                <a:ext uri="{FF2B5EF4-FFF2-40B4-BE49-F238E27FC236}">
                  <ns2:creationId id="{35F560D6-7B69-5A1C-0E01-DA0FCCFAD4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5734562" y="2360257"/>
              <a:ext cx="731520" cy="731520"/>
            </a:xfrm>
            <a:prstGeom prst="rect">
              <a:avLst/>
            </a:prstGeom>
          </p:spPr>
        </p:pic>
        <p:pic>
          <p:nvPicPr>
            <p:cNvPr id="25" name="Graphic 24" descr="Comment Fire with solid fill">
              <a:extLst>
                <a:ext uri="{FF2B5EF4-FFF2-40B4-BE49-F238E27FC236}">
                  <ns2:creationId id="{7AD50F59-04C2-BE7B-A37D-B80514A1E4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078470" y="3276693"/>
              <a:ext cx="731520" cy="731520"/>
            </a:xfrm>
            <a:prstGeom prst="rect">
              <a:avLst/>
            </a:prstGeom>
          </p:spPr>
        </p:pic>
        <p:pic>
          <p:nvPicPr>
            <p:cNvPr id="26" name="Graphic 25" descr="Blueprint with solid fill">
              <a:extLst>
                <a:ext uri="{FF2B5EF4-FFF2-40B4-BE49-F238E27FC236}">
                  <ns2:creationId id="{742302E2-9E65-BF56-EE9C-4AFBA28BBB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382009" y="3254588"/>
              <a:ext cx="731520" cy="731520"/>
            </a:xfrm>
            <a:prstGeom prst="rect">
              <a:avLst/>
            </a:prstGeom>
          </p:spPr>
        </p:pic>
        <p:pic>
          <p:nvPicPr>
            <p:cNvPr id="28" name="Graphic 27" descr="Venn diagram with solid fill">
              <a:extLst>
                <a:ext uri="{FF2B5EF4-FFF2-40B4-BE49-F238E27FC236}">
                  <ns2:creationId id="{97E1C13E-1750-A965-B239-CD7CBD893D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78470" y="4592039"/>
              <a:ext cx="731520" cy="731520"/>
            </a:xfrm>
            <a:prstGeom prst="rect">
              <a:avLst/>
            </a:prstGeom>
          </p:spPr>
        </p:pic>
        <p:pic>
          <p:nvPicPr>
            <p:cNvPr id="29" name="Graphic 28" descr="Scales of justice with solid fill">
              <a:extLst>
                <a:ext uri="{FF2B5EF4-FFF2-40B4-BE49-F238E27FC236}">
                  <ns2:creationId id="{72317D08-9A17-35A4-2CB8-83D6172F8F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382009" y="4573143"/>
              <a:ext cx="731520" cy="731520"/>
            </a:xfrm>
            <a:prstGeom prst="rect">
              <a:avLst/>
            </a:prstGeom>
          </p:spPr>
        </p:pic>
        <p:pic>
          <p:nvPicPr>
            <p:cNvPr id="30" name="Graphic 29" descr="Siren with solid fill">
              <a:extLst>
                <a:ext uri="{FF2B5EF4-FFF2-40B4-BE49-F238E27FC236}">
                  <ns2:creationId id="{29D65AF5-C524-5152-63DF-CDFC1EF524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5730239" y="5362910"/>
              <a:ext cx="731520" cy="731520"/>
            </a:xfrm>
            <a:prstGeom prst="rect">
              <a:avLst/>
            </a:prstGeom>
          </p:spPr>
        </p:pic>
      </p:grpSp>
      <p:grpSp>
        <p:nvGrpSpPr>
          <p:cNvPr id="59" name="グループ化 58">
            <a:extLst>
              <a:ext uri="{FF2B5EF4-FFF2-40B4-BE49-F238E27FC236}">
                <ns2:creationId id="{0830A533-2675-3F43-C47A-A9F94F0340D3}"/>
              </a:ext>
            </a:extLst>
          </p:cNvPr>
          <p:cNvGrpSpPr/>
          <p:nvPr/>
        </p:nvGrpSpPr>
        <p:grpSpPr>
          <a:xfrm>
            <a:off x="6872526" y="1630692"/>
            <a:ext cx="4984512" cy="1191680"/>
            <a:chOff x="6872526" y="1630692"/>
            <a:chExt cx="4984512" cy="1191680"/>
          </a:xfrm>
        </p:grpSpPr>
        <p:sp>
          <p:nvSpPr>
            <p:cNvPr id="2" name="Rectangle 1">
              <a:extLst>
                <a:ext uri="{FF2B5EF4-FFF2-40B4-BE49-F238E27FC236}">
                  <ns2:creationId id="{EE241039-4583-19F5-F526-7729A6AFF5AA}"/>
                </a:ext>
              </a:extLst>
            </p:cNvPr>
            <p:cNvSpPr/>
            <p:nvPr/>
          </p:nvSpPr>
          <p:spPr>
            <a:xfrm>
              <a:off x="6936767" y="1647875"/>
              <a:ext cx="4920271" cy="10669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de-DE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de-DE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ns2:creationId id="{EF0D8C9A-84B7-AEE1-3BCE-EA5BC872FA51}"/>
                </a:ext>
              </a:extLst>
            </p:cNvPr>
            <p:cNvCxnSpPr>
              <a:cxnSpLocks/>
            </p:cNvCxnSpPr>
            <p:nvPr/>
          </p:nvCxnSpPr>
          <p:spPr>
            <a:xfrm>
              <a:off x="6872526" y="1630692"/>
              <a:ext cx="0" cy="1191680"/>
            </a:xfrm>
            <a:prstGeom prst="line">
              <a:avLst/>
            </a:prstGeom>
            <a:ln w="38100">
              <a:solidFill>
                <a:srgbClr val="008000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直線コネクタ 19">
            <a:extLst>
              <a:ext uri="{FF2B5EF4-FFF2-40B4-BE49-F238E27FC236}">
                <ns2:creationId id="{ACD3851F-CC23-3E18-2C54-67231AEB058F}"/>
              </a:ext>
            </a:extLst>
          </p:cNvPr>
          <p:cNvCxnSpPr>
            <a:cxnSpLocks/>
          </p:cNvCxnSpPr>
          <p:nvPr/>
        </p:nvCxnSpPr>
        <p:spPr>
          <a:xfrm>
            <a:off x="4177974" y="1628775"/>
            <a:ext cx="0" cy="1191680"/>
          </a:xfrm>
          <a:prstGeom prst="line">
            <a:avLst/>
          </a:prstGeom>
          <a:ln w="38100">
            <a:solidFill>
              <a:srgbClr val="008000">
                <a:alpha val="7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グループ化 59">
            <a:extLst>
              <a:ext uri="{FF2B5EF4-FFF2-40B4-BE49-F238E27FC236}">
                <ns2:creationId id="{EC5F2DFB-31BE-2FFE-9F5F-792754B55AFD}"/>
              </a:ext>
            </a:extLst>
          </p:cNvPr>
          <p:cNvGrpSpPr/>
          <p:nvPr/>
        </p:nvGrpSpPr>
        <p:grpSpPr>
          <a:xfrm>
            <a:off x="334963" y="3167172"/>
            <a:ext cx="3317318" cy="1319389"/>
            <a:chOff x="334963" y="3254588"/>
            <a:chExt cx="3317318" cy="1319389"/>
          </a:xfrm>
        </p:grpSpPr>
        <p:sp>
          <p:nvSpPr>
            <p:cNvPr id="13" name="Rectangle 12">
              <a:extLst>
                <a:ext uri="{FF2B5EF4-FFF2-40B4-BE49-F238E27FC236}">
                  <ns2:creationId id="{5D18A4EF-1A38-9E4B-76DD-D11617979E09}"/>
                </a:ext>
              </a:extLst>
            </p:cNvPr>
            <p:cNvSpPr/>
            <p:nvPr/>
          </p:nvSpPr>
          <p:spPr>
            <a:xfrm>
              <a:off x="334963" y="3254588"/>
              <a:ext cx="3312364" cy="131938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" name="直線コネクタ 20">
              <a:extLst>
                <a:ext uri="{FF2B5EF4-FFF2-40B4-BE49-F238E27FC236}">
                  <ns2:creationId id="{9A4553E0-1674-EB45-4FE5-4086C000D649}"/>
                </a:ext>
              </a:extLst>
            </p:cNvPr>
            <p:cNvCxnSpPr>
              <a:cxnSpLocks/>
            </p:cNvCxnSpPr>
            <p:nvPr/>
          </p:nvCxnSpPr>
          <p:spPr>
            <a:xfrm>
              <a:off x="3652281" y="3306050"/>
              <a:ext cx="0" cy="1191680"/>
            </a:xfrm>
            <a:prstGeom prst="line">
              <a:avLst/>
            </a:prstGeom>
            <a:ln w="38100">
              <a:solidFill>
                <a:srgbClr val="008000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直線コネクタ 21">
            <a:extLst>
              <a:ext uri="{FF2B5EF4-FFF2-40B4-BE49-F238E27FC236}">
                <ns2:creationId id="{C4EB8492-F447-1C06-28C6-A323258194DC}"/>
              </a:ext>
            </a:extLst>
          </p:cNvPr>
          <p:cNvCxnSpPr>
            <a:cxnSpLocks/>
          </p:cNvCxnSpPr>
          <p:nvPr/>
        </p:nvCxnSpPr>
        <p:spPr>
          <a:xfrm>
            <a:off x="3851403" y="4933399"/>
            <a:ext cx="0" cy="1375325"/>
          </a:xfrm>
          <a:prstGeom prst="line">
            <a:avLst/>
          </a:prstGeom>
          <a:ln w="38100">
            <a:solidFill>
              <a:srgbClr val="008000">
                <a:alpha val="7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" name="グループ化 57">
            <a:extLst>
              <a:ext uri="{FF2B5EF4-FFF2-40B4-BE49-F238E27FC236}">
                <ns2:creationId id="{A2A8357B-2C6F-8148-F7CF-74DE3BCCA903}"/>
              </a:ext>
            </a:extLst>
          </p:cNvPr>
          <p:cNvGrpSpPr/>
          <p:nvPr/>
        </p:nvGrpSpPr>
        <p:grpSpPr>
          <a:xfrm>
            <a:off x="8300476" y="3047776"/>
            <a:ext cx="3556561" cy="1843864"/>
            <a:chOff x="8300476" y="2839554"/>
            <a:chExt cx="3556561" cy="1843864"/>
          </a:xfrm>
        </p:grpSpPr>
        <p:sp>
          <p:nvSpPr>
            <p:cNvPr id="3" name="Rectangle 2">
              <a:extLst>
                <a:ext uri="{FF2B5EF4-FFF2-40B4-BE49-F238E27FC236}">
                  <ns2:creationId id="{EA1BF19C-0ADA-612F-5007-C374BB0ADE9B}"/>
                </a:ext>
              </a:extLst>
            </p:cNvPr>
            <p:cNvSpPr/>
            <p:nvPr/>
          </p:nvSpPr>
          <p:spPr>
            <a:xfrm>
              <a:off x="8344020" y="2839554"/>
              <a:ext cx="3513017" cy="184386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15888" indent="-115888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3" name="直線コネクタ 22">
              <a:extLst>
                <a:ext uri="{FF2B5EF4-FFF2-40B4-BE49-F238E27FC236}">
                  <ns2:creationId id="{02053BC9-F1A8-C70D-369D-89F424E36196}"/>
                </a:ext>
              </a:extLst>
            </p:cNvPr>
            <p:cNvCxnSpPr>
              <a:cxnSpLocks/>
            </p:cNvCxnSpPr>
            <p:nvPr/>
          </p:nvCxnSpPr>
          <p:spPr>
            <a:xfrm>
              <a:off x="8300476" y="2889250"/>
              <a:ext cx="0" cy="1794168"/>
            </a:xfrm>
            <a:prstGeom prst="line">
              <a:avLst/>
            </a:prstGeom>
            <a:ln w="38100">
              <a:solidFill>
                <a:srgbClr val="008000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" name="直線コネクタ 30">
            <a:extLst>
              <a:ext uri="{FF2B5EF4-FFF2-40B4-BE49-F238E27FC236}">
                <ns2:creationId id="{78AD9A38-E2B7-1B32-1B57-F81B0F978EC8}"/>
              </a:ext>
            </a:extLst>
          </p:cNvPr>
          <p:cNvCxnSpPr>
            <a:cxnSpLocks/>
          </p:cNvCxnSpPr>
          <p:nvPr/>
        </p:nvCxnSpPr>
        <p:spPr>
          <a:xfrm>
            <a:off x="8068276" y="5134282"/>
            <a:ext cx="0" cy="1191680"/>
          </a:xfrm>
          <a:prstGeom prst="line">
            <a:avLst/>
          </a:prstGeom>
          <a:ln w="38100">
            <a:solidFill>
              <a:srgbClr val="008000">
                <a:alpha val="7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ns2:creationId id="{DED22FBC-8E2E-9976-3B84-3C9AB6A15280}"/>
              </a:ext>
            </a:extLst>
          </p:cNvPr>
          <p:cNvCxnSpPr>
            <a:stCxn id="4" idx="0"/>
          </p:cNvCxnSpPr>
          <p:nvPr/>
        </p:nvCxnSpPr>
        <p:spPr>
          <a:xfrm flipV="1">
            <a:off x="6770115" y="2558374"/>
            <a:ext cx="10241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ns2:creationId id="{6152D123-1AD4-318B-DD76-BB689D42956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118345" y="3467100"/>
            <a:ext cx="180000" cy="2103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A1379079-42AA-4192-0750-03BECDB8C36F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3851403" y="5574575"/>
            <a:ext cx="157048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カギ線コネクタ 40">
            <a:extLst>
              <a:ext uri="{FF2B5EF4-FFF2-40B4-BE49-F238E27FC236}">
                <ns2:creationId id="{F04E8447-312E-B570-19FB-6F4163399DF0}"/>
              </a:ext>
            </a:extLst>
          </p:cNvPr>
          <p:cNvCxnSpPr>
            <a:cxnSpLocks/>
          </p:cNvCxnSpPr>
          <p:nvPr/>
        </p:nvCxnSpPr>
        <p:spPr>
          <a:xfrm>
            <a:off x="7428322" y="5362910"/>
            <a:ext cx="639954" cy="266365"/>
          </a:xfrm>
          <a:prstGeom prst="bentConnector3">
            <a:avLst>
              <a:gd name="adj1" fmla="val 139"/>
            </a:avLst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カギ線コネクタ 46">
            <a:extLst>
              <a:ext uri="{FF2B5EF4-FFF2-40B4-BE49-F238E27FC236}">
                <ns2:creationId id="{A2C7B7EB-4A86-86D6-3032-E7EEC718EB80}"/>
              </a:ext>
            </a:extLst>
          </p:cNvPr>
          <p:cNvCxnSpPr>
            <a:cxnSpLocks/>
            <a:stCxn id="13" idx="3"/>
            <a:endCxn id="8" idx="3"/>
          </p:cNvCxnSpPr>
          <p:nvPr/>
        </p:nvCxnSpPr>
        <p:spPr>
          <a:xfrm>
            <a:off x="3647327" y="3826867"/>
            <a:ext cx="426327" cy="95490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カギ線コネクタ 50">
            <a:extLst>
              <a:ext uri="{FF2B5EF4-FFF2-40B4-BE49-F238E27FC236}">
                <ns2:creationId id="{C18DF53C-54BC-EA74-54E7-458E1CA7A2E8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4177974" y="2184105"/>
            <a:ext cx="589969" cy="731520"/>
          </a:xfrm>
          <a:prstGeom prst="bentConnector2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3721772021"/>
      </p:ext>
    </p:extLst>
  </p:cSld>
  <p:clrMapOvr>
    <a:masterClrMapping/>
  </p:clrMapOvr>
</p:sld>
</file>

<file path=ppt/slides/slide10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ns2:creationId id="{E3B1F1C3-BBDD-9127-7F57-9A5E6B5400E0}"/>
              </a:ext>
            </a:extLst>
          </p:cNvPr>
          <p:cNvSpPr txBox="1">
            <a:spLocks/>
          </p:cNvSpPr>
          <p:nvPr/>
        </p:nvSpPr>
        <p:spPr>
          <a:xfrm>
            <a:off x="334963" y="0"/>
            <a:ext cx="11522075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7" name="テキスト プレースホルダー 3">
            <a:extLst>
              <a:ext uri="{FF2B5EF4-FFF2-40B4-BE49-F238E27FC236}">
                <ns2:creationId id="{89154BBC-E660-68EF-C8AF-DEA0AB8679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2627" y="949757"/>
            <a:ext cx="11477480" cy="687889"/>
          </a:xfrm>
        </p:spPr>
        <p:txBody>
          <a:bodyPr/>
          <a:lstStyle/>
          <a:p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10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17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</a:p>
          <a:p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26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BI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201" name="Group 200">
            <a:extLst>
              <a:ext uri="{FF2B5EF4-FFF2-40B4-BE49-F238E27FC236}">
                <ns2:creationId id="{B8ECD092-20FF-F474-C7B5-669A3EED9605}"/>
              </a:ext>
            </a:extLst>
          </p:cNvPr>
          <p:cNvGrpSpPr/>
          <p:nvPr/>
        </p:nvGrpSpPr>
        <p:grpSpPr>
          <a:xfrm>
            <a:off x="1455642" y="2185003"/>
            <a:ext cx="10402762" cy="275550"/>
            <a:chOff x="1455642" y="2185003"/>
            <a:chExt cx="10402762" cy="275550"/>
          </a:xfrm>
        </p:grpSpPr>
        <p:sp>
          <p:nvSpPr>
            <p:cNvPr id="16" name="ホームベース 64">
              <a:extLst>
                <a:ext uri="{FF2B5EF4-FFF2-40B4-BE49-F238E27FC236}">
                  <ns2:creationId id="{632339D4-21AA-8707-04D6-BD6FB742948B}"/>
                </a:ext>
              </a:extLst>
            </p:cNvPr>
            <p:cNvSpPr/>
            <p:nvPr/>
          </p:nvSpPr>
          <p:spPr>
            <a:xfrm>
              <a:off x="1455642" y="2185003"/>
              <a:ext cx="356616" cy="274320"/>
            </a:xfrm>
            <a:prstGeom prst="homePlate">
              <a:avLst>
                <a:gd name="adj" fmla="val 18206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7" name="山形 65">
              <a:extLst>
                <a:ext uri="{FF2B5EF4-FFF2-40B4-BE49-F238E27FC236}">
                  <ns2:creationId id="{FF2A3791-7A21-8D0B-33EE-10A1832B9406}"/>
                </a:ext>
              </a:extLst>
            </p:cNvPr>
            <p:cNvSpPr/>
            <p:nvPr/>
          </p:nvSpPr>
          <p:spPr>
            <a:xfrm>
              <a:off x="1790514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山形 66">
              <a:extLst>
                <a:ext uri="{FF2B5EF4-FFF2-40B4-BE49-F238E27FC236}">
                  <ns2:creationId id="{14221525-C312-DEB9-0890-7E0A3F19D7C9}"/>
                </a:ext>
              </a:extLst>
            </p:cNvPr>
            <p:cNvSpPr/>
            <p:nvPr/>
          </p:nvSpPr>
          <p:spPr>
            <a:xfrm>
              <a:off x="2125386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1" name="山形 65">
              <a:extLst>
                <a:ext uri="{FF2B5EF4-FFF2-40B4-BE49-F238E27FC236}">
                  <ns2:creationId id="{2E6CFCF8-0B50-DA2B-5BEF-8AF161E61EF9}"/>
                </a:ext>
              </a:extLst>
            </p:cNvPr>
            <p:cNvSpPr/>
            <p:nvPr/>
          </p:nvSpPr>
          <p:spPr>
            <a:xfrm>
              <a:off x="2460258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4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2" name="山形 66">
              <a:extLst>
                <a:ext uri="{FF2B5EF4-FFF2-40B4-BE49-F238E27FC236}">
                  <ns2:creationId id="{87D81A79-A6DF-49D2-152F-9A270007CCAD}"/>
                </a:ext>
              </a:extLst>
            </p:cNvPr>
            <p:cNvSpPr/>
            <p:nvPr/>
          </p:nvSpPr>
          <p:spPr>
            <a:xfrm>
              <a:off x="2795130" y="2185550"/>
              <a:ext cx="356616" cy="274320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5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5</a:t>
              </a:r>
              <a:r>
                <a:rPr kumimoji="1" lang="ja-JP" altLang="en-US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" name="山形 65">
              <a:extLst>
                <a:ext uri="{FF2B5EF4-FFF2-40B4-BE49-F238E27FC236}">
                  <ns2:creationId id="{928A88DD-E366-0F90-0F74-1923E71FB7D3}"/>
                </a:ext>
              </a:extLst>
            </p:cNvPr>
            <p:cNvSpPr/>
            <p:nvPr/>
          </p:nvSpPr>
          <p:spPr>
            <a:xfrm>
              <a:off x="3130002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6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" name="山形 66">
              <a:extLst>
                <a:ext uri="{FF2B5EF4-FFF2-40B4-BE49-F238E27FC236}">
                  <ns2:creationId id="{9034BF1F-4F8B-7DF2-CE12-B2B8A6A036ED}"/>
                </a:ext>
              </a:extLst>
            </p:cNvPr>
            <p:cNvSpPr/>
            <p:nvPr/>
          </p:nvSpPr>
          <p:spPr>
            <a:xfrm>
              <a:off x="3464874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7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" name="山形 65">
              <a:extLst>
                <a:ext uri="{FF2B5EF4-FFF2-40B4-BE49-F238E27FC236}">
                  <ns2:creationId id="{85A0BACC-743B-9BF2-AA7A-CB0D0AF7ED8B}"/>
                </a:ext>
              </a:extLst>
            </p:cNvPr>
            <p:cNvSpPr/>
            <p:nvPr/>
          </p:nvSpPr>
          <p:spPr>
            <a:xfrm>
              <a:off x="3799746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8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6" name="山形 66">
              <a:extLst>
                <a:ext uri="{FF2B5EF4-FFF2-40B4-BE49-F238E27FC236}">
                  <ns2:creationId id="{0C8B8B18-C951-F1E1-0A8E-1599D059AC08}"/>
                </a:ext>
              </a:extLst>
            </p:cNvPr>
            <p:cNvSpPr/>
            <p:nvPr/>
          </p:nvSpPr>
          <p:spPr>
            <a:xfrm>
              <a:off x="4134618" y="2185550"/>
              <a:ext cx="356616" cy="274320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9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7</a:t>
              </a:r>
              <a:r>
                <a:rPr kumimoji="1" lang="ja-JP" altLang="en-US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7" name="山形 65">
              <a:extLst>
                <a:ext uri="{FF2B5EF4-FFF2-40B4-BE49-F238E27FC236}">
                  <ns2:creationId id="{376B4ED3-DE7D-D305-7475-C0145035F213}"/>
                </a:ext>
              </a:extLst>
            </p:cNvPr>
            <p:cNvSpPr/>
            <p:nvPr/>
          </p:nvSpPr>
          <p:spPr>
            <a:xfrm>
              <a:off x="4469490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10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8" name="山形 66">
              <a:extLst>
                <a:ext uri="{FF2B5EF4-FFF2-40B4-BE49-F238E27FC236}">
                  <ns2:creationId id="{AC45FB53-48EC-D4FA-010D-A8ABD655D05B}"/>
                </a:ext>
              </a:extLst>
            </p:cNvPr>
            <p:cNvSpPr/>
            <p:nvPr/>
          </p:nvSpPr>
          <p:spPr>
            <a:xfrm>
              <a:off x="4804362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11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" name="山形 65">
              <a:extLst>
                <a:ext uri="{FF2B5EF4-FFF2-40B4-BE49-F238E27FC236}">
                  <ns2:creationId id="{96E77E5F-5607-5026-1197-3C7A8210D598}"/>
                </a:ext>
              </a:extLst>
            </p:cNvPr>
            <p:cNvSpPr/>
            <p:nvPr/>
          </p:nvSpPr>
          <p:spPr>
            <a:xfrm>
              <a:off x="5139234" y="2185550"/>
              <a:ext cx="356616" cy="274320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12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10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" name="山形 66">
              <a:extLst>
                <a:ext uri="{FF2B5EF4-FFF2-40B4-BE49-F238E27FC236}">
                  <ns2:creationId id="{ED719B9B-4AAF-AF4E-95B9-1B028B15993E}"/>
                </a:ext>
              </a:extLst>
            </p:cNvPr>
            <p:cNvSpPr/>
            <p:nvPr/>
          </p:nvSpPr>
          <p:spPr>
            <a:xfrm>
              <a:off x="5474106" y="2186233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13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" name="山形 66">
              <a:extLst>
                <a:ext uri="{FF2B5EF4-FFF2-40B4-BE49-F238E27FC236}">
                  <ns2:creationId id="{AD269D63-68BB-8561-0D39-8E3DFF02FBD8}"/>
                </a:ext>
              </a:extLst>
            </p:cNvPr>
            <p:cNvSpPr/>
            <p:nvPr/>
          </p:nvSpPr>
          <p:spPr>
            <a:xfrm>
              <a:off x="5808978" y="2186233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14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2" name="山形 65">
              <a:extLst>
                <a:ext uri="{FF2B5EF4-FFF2-40B4-BE49-F238E27FC236}">
                  <ns2:creationId id="{101C0413-E3F8-7EEB-C348-A01473CE6595}"/>
                </a:ext>
              </a:extLst>
            </p:cNvPr>
            <p:cNvSpPr/>
            <p:nvPr/>
          </p:nvSpPr>
          <p:spPr>
            <a:xfrm>
              <a:off x="6143850" y="2186233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15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3" name="山形 66">
              <a:extLst>
                <a:ext uri="{FF2B5EF4-FFF2-40B4-BE49-F238E27FC236}">
                  <ns2:creationId id="{28659FCA-E880-8768-D0A7-E7B921EB34B5}"/>
                </a:ext>
              </a:extLst>
            </p:cNvPr>
            <p:cNvSpPr/>
            <p:nvPr/>
          </p:nvSpPr>
          <p:spPr>
            <a:xfrm>
              <a:off x="6478722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16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4" name="山形 65">
              <a:extLst>
                <a:ext uri="{FF2B5EF4-FFF2-40B4-BE49-F238E27FC236}">
                  <ns2:creationId id="{FF208C7D-723D-C449-AB91-F0A883D7B980}"/>
                </a:ext>
              </a:extLst>
            </p:cNvPr>
            <p:cNvSpPr/>
            <p:nvPr/>
          </p:nvSpPr>
          <p:spPr>
            <a:xfrm>
              <a:off x="6813594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17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" name="山形 66">
              <a:extLst>
                <a:ext uri="{FF2B5EF4-FFF2-40B4-BE49-F238E27FC236}">
                  <ns2:creationId id="{9025FEEF-2532-1CDC-F2AD-24CAD3F67F1C}"/>
                </a:ext>
              </a:extLst>
            </p:cNvPr>
            <p:cNvSpPr/>
            <p:nvPr/>
          </p:nvSpPr>
          <p:spPr>
            <a:xfrm>
              <a:off x="7148466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18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6" name="山形 65">
              <a:extLst>
                <a:ext uri="{FF2B5EF4-FFF2-40B4-BE49-F238E27FC236}">
                  <ns2:creationId id="{CEF3B29C-B9C0-95A6-3ABE-C7DDE225B07B}"/>
                </a:ext>
              </a:extLst>
            </p:cNvPr>
            <p:cNvSpPr/>
            <p:nvPr/>
          </p:nvSpPr>
          <p:spPr>
            <a:xfrm>
              <a:off x="7483338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19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" name="山形 66">
              <a:extLst>
                <a:ext uri="{FF2B5EF4-FFF2-40B4-BE49-F238E27FC236}">
                  <ns2:creationId id="{8637F875-B80C-FECD-EAE3-7012C0D571C4}"/>
                </a:ext>
              </a:extLst>
            </p:cNvPr>
            <p:cNvSpPr/>
            <p:nvPr/>
          </p:nvSpPr>
          <p:spPr>
            <a:xfrm>
              <a:off x="7818210" y="2185550"/>
              <a:ext cx="356616" cy="274320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20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15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" name="山形 65">
              <a:extLst>
                <a:ext uri="{FF2B5EF4-FFF2-40B4-BE49-F238E27FC236}">
                  <ns2:creationId id="{239D6D8E-CEAF-F9A4-E889-759ABFC3B1E7}"/>
                </a:ext>
              </a:extLst>
            </p:cNvPr>
            <p:cNvSpPr/>
            <p:nvPr/>
          </p:nvSpPr>
          <p:spPr>
            <a:xfrm>
              <a:off x="8153082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21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" name="山形 66">
              <a:extLst>
                <a:ext uri="{FF2B5EF4-FFF2-40B4-BE49-F238E27FC236}">
                  <ns2:creationId id="{C54C8397-D44E-9B9E-04A3-1DA8D779D675}"/>
                </a:ext>
              </a:extLst>
            </p:cNvPr>
            <p:cNvSpPr/>
            <p:nvPr/>
          </p:nvSpPr>
          <p:spPr>
            <a:xfrm>
              <a:off x="8487954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22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" name="山形 65">
              <a:extLst>
                <a:ext uri="{FF2B5EF4-FFF2-40B4-BE49-F238E27FC236}">
                  <ns2:creationId id="{C6EBFA47-7F67-506C-931A-C6A4917FB09F}"/>
                </a:ext>
              </a:extLst>
            </p:cNvPr>
            <p:cNvSpPr/>
            <p:nvPr/>
          </p:nvSpPr>
          <p:spPr>
            <a:xfrm>
              <a:off x="8822826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23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1" name="山形 66">
              <a:extLst>
                <a:ext uri="{FF2B5EF4-FFF2-40B4-BE49-F238E27FC236}">
                  <ns2:creationId id="{2F72642D-2642-C9D8-EA01-4AED0F4DC869}"/>
                </a:ext>
              </a:extLst>
            </p:cNvPr>
            <p:cNvSpPr/>
            <p:nvPr/>
          </p:nvSpPr>
          <p:spPr>
            <a:xfrm>
              <a:off x="9157698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24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" name="山形 65">
              <a:extLst>
                <a:ext uri="{FF2B5EF4-FFF2-40B4-BE49-F238E27FC236}">
                  <ns2:creationId id="{8AEDECE6-DF1B-993A-FC30-78F520C9766C}"/>
                </a:ext>
              </a:extLst>
            </p:cNvPr>
            <p:cNvSpPr/>
            <p:nvPr/>
          </p:nvSpPr>
          <p:spPr>
            <a:xfrm>
              <a:off x="9492570" y="2185550"/>
              <a:ext cx="356616" cy="274320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25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17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3" name="山形 66">
              <a:extLst>
                <a:ext uri="{FF2B5EF4-FFF2-40B4-BE49-F238E27FC236}">
                  <ns2:creationId id="{CA54E790-4D3A-B7C5-533F-EE67E7F85B47}"/>
                </a:ext>
              </a:extLst>
            </p:cNvPr>
            <p:cNvSpPr/>
            <p:nvPr/>
          </p:nvSpPr>
          <p:spPr>
            <a:xfrm>
              <a:off x="9827442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26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" name="山形 65">
              <a:extLst>
                <a:ext uri="{FF2B5EF4-FFF2-40B4-BE49-F238E27FC236}">
                  <ns2:creationId id="{DDFB1889-9A19-39C1-C287-12A20534EF3B}"/>
                </a:ext>
              </a:extLst>
            </p:cNvPr>
            <p:cNvSpPr/>
            <p:nvPr/>
          </p:nvSpPr>
          <p:spPr>
            <a:xfrm>
              <a:off x="10497186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28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" name="山形 66">
              <a:extLst>
                <a:ext uri="{FF2B5EF4-FFF2-40B4-BE49-F238E27FC236}">
                  <ns2:creationId id="{53A3376F-8B4F-C602-F0F4-3CED51F575A0}"/>
                </a:ext>
              </a:extLst>
            </p:cNvPr>
            <p:cNvSpPr/>
            <p:nvPr/>
          </p:nvSpPr>
          <p:spPr>
            <a:xfrm>
              <a:off x="10832058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29</a:t>
              </a:r>
            </a:p>
          </p:txBody>
        </p:sp>
        <p:sp>
          <p:nvSpPr>
            <p:cNvPr id="46" name="山形 65">
              <a:extLst>
                <a:ext uri="{FF2B5EF4-FFF2-40B4-BE49-F238E27FC236}">
                  <ns2:creationId id="{2D4ED552-D2C0-0747-2E45-42318CFC8AC3}"/>
                </a:ext>
              </a:extLst>
            </p:cNvPr>
            <p:cNvSpPr/>
            <p:nvPr/>
          </p:nvSpPr>
          <p:spPr>
            <a:xfrm>
              <a:off x="10162314" y="2185550"/>
              <a:ext cx="356616" cy="274320"/>
            </a:xfrm>
            <a:prstGeom prst="chevron">
              <a:avLst>
                <a:gd name="adj" fmla="val 18094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27</a:t>
              </a:r>
              <a:endParaRPr kumimoji="1" lang="en-US" altLang="ja-JP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" name="山形 66">
              <a:extLst>
                <a:ext uri="{FF2B5EF4-FFF2-40B4-BE49-F238E27FC236}">
                  <ns2:creationId id="{B13204D5-66F4-DE63-5BC8-E090B5017CAB}"/>
                </a:ext>
              </a:extLst>
            </p:cNvPr>
            <p:cNvSpPr/>
            <p:nvPr/>
          </p:nvSpPr>
          <p:spPr>
            <a:xfrm>
              <a:off x="11166930" y="2185550"/>
              <a:ext cx="356616" cy="274320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30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en-US" altLang="ja-JP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20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4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" name="山形 65">
              <a:extLst>
                <a:ext uri="{FF2B5EF4-FFF2-40B4-BE49-F238E27FC236}">
                  <ns2:creationId id="{6A685174-D51E-1643-1E10-142BF80D4E61}"/>
                </a:ext>
              </a:extLst>
            </p:cNvPr>
            <p:cNvSpPr/>
            <p:nvPr/>
          </p:nvSpPr>
          <p:spPr>
            <a:xfrm>
              <a:off x="11501788" y="2185003"/>
              <a:ext cx="356616" cy="274320"/>
            </a:xfrm>
            <a:prstGeom prst="chevron">
              <a:avLst>
                <a:gd name="adj" fmla="val 18094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endParaRPr kumimoji="1" lang="en-US" altLang="ja-JP" sz="7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  <p:sp>
        <p:nvSpPr>
          <p:cNvPr id="67" name="Rectangle 66">
            <a:extLst>
              <a:ext uri="{FF2B5EF4-FFF2-40B4-BE49-F238E27FC236}">
                <ns2:creationId id="{1E41070C-FE71-7D76-3CBB-825AA15D754F}"/>
              </a:ext>
            </a:extLst>
          </p:cNvPr>
          <p:cNvSpPr/>
          <p:nvPr/>
        </p:nvSpPr>
        <p:spPr>
          <a:xfrm>
            <a:off x="334963" y="3059376"/>
            <a:ext cx="1109879" cy="745692"/>
          </a:xfrm>
          <a:prstGeom prst="rect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576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8" name="Rectangle 67">
            <a:extLst>
              <a:ext uri="{FF2B5EF4-FFF2-40B4-BE49-F238E27FC236}">
                <ns2:creationId id="{4F9DC0E7-6874-51E7-7606-E0C49A21EC99}"/>
              </a:ext>
            </a:extLst>
          </p:cNvPr>
          <p:cNvSpPr/>
          <p:nvPr/>
        </p:nvSpPr>
        <p:spPr>
          <a:xfrm>
            <a:off x="339987" y="3862094"/>
            <a:ext cx="365282" cy="2026987"/>
          </a:xfrm>
          <a:prstGeom prst="rect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7432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BI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endParaRPr lang="en-US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0" name="Rectangle 69">
            <a:extLst>
              <a:ext uri="{FF2B5EF4-FFF2-40B4-BE49-F238E27FC236}">
                <ns2:creationId id="{9C840DA7-D2E4-5E6A-3289-5D7CFE1F2E0F}"/>
              </a:ext>
            </a:extLst>
          </p:cNvPr>
          <p:cNvSpPr/>
          <p:nvPr/>
        </p:nvSpPr>
        <p:spPr>
          <a:xfrm>
            <a:off x="718866" y="3862095"/>
            <a:ext cx="375394" cy="11120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8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ctr">
              <a:defRPr/>
            </a:pPr>
            <a:r>
              <a:rPr lang="en-US" altLang="ja-JP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</a:p>
        </p:txBody>
      </p:sp>
      <p:sp>
        <p:nvSpPr>
          <p:cNvPr id="71" name="Rectangle 70">
            <a:extLst>
              <a:ext uri="{FF2B5EF4-FFF2-40B4-BE49-F238E27FC236}">
                <ns2:creationId id="{638D8024-7615-25E8-28F1-85DDD0127C00}"/>
              </a:ext>
            </a:extLst>
          </p:cNvPr>
          <p:cNvSpPr/>
          <p:nvPr/>
        </p:nvSpPr>
        <p:spPr>
          <a:xfrm>
            <a:off x="719673" y="5000610"/>
            <a:ext cx="375394" cy="8895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8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lvl="0" algn="ctr">
              <a:defRPr/>
            </a:pPr>
            <a:r>
              <a:rPr lang="en-US" altLang="ja-JP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</a:p>
        </p:txBody>
      </p:sp>
      <p:sp>
        <p:nvSpPr>
          <p:cNvPr id="72" name="Rectangle 71">
            <a:extLst>
              <a:ext uri="{FF2B5EF4-FFF2-40B4-BE49-F238E27FC236}">
                <ns2:creationId id="{DF98E781-310F-7311-4D21-DB2F5F8B3291}"/>
              </a:ext>
            </a:extLst>
          </p:cNvPr>
          <p:cNvSpPr/>
          <p:nvPr/>
        </p:nvSpPr>
        <p:spPr>
          <a:xfrm>
            <a:off x="1113924" y="4080888"/>
            <a:ext cx="338989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73" name="Rectangle 72">
            <a:extLst>
              <a:ext uri="{FF2B5EF4-FFF2-40B4-BE49-F238E27FC236}">
                <ns2:creationId id="{748DC814-4818-AEE0-B95B-E9A926E311DF}"/>
              </a:ext>
            </a:extLst>
          </p:cNvPr>
          <p:cNvSpPr/>
          <p:nvPr/>
        </p:nvSpPr>
        <p:spPr>
          <a:xfrm>
            <a:off x="1108811" y="4394701"/>
            <a:ext cx="338989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4" name="Rectangle 73">
            <a:extLst>
              <a:ext uri="{FF2B5EF4-FFF2-40B4-BE49-F238E27FC236}">
                <ns2:creationId id="{0F285563-8510-8BB1-4F66-32308E04F81F}"/>
              </a:ext>
            </a:extLst>
          </p:cNvPr>
          <p:cNvSpPr/>
          <p:nvPr/>
        </p:nvSpPr>
        <p:spPr>
          <a:xfrm>
            <a:off x="1113923" y="4699850"/>
            <a:ext cx="338989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5" name="Rectangle 74">
            <a:extLst>
              <a:ext uri="{FF2B5EF4-FFF2-40B4-BE49-F238E27FC236}">
                <ns2:creationId id="{C0B2F586-8BFF-883D-F450-CD5B2254C5A1}"/>
              </a:ext>
            </a:extLst>
          </p:cNvPr>
          <p:cNvSpPr/>
          <p:nvPr/>
        </p:nvSpPr>
        <p:spPr>
          <a:xfrm>
            <a:off x="1106514" y="5002289"/>
            <a:ext cx="338328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76" name="Rectangle 75">
            <a:extLst>
              <a:ext uri="{FF2B5EF4-FFF2-40B4-BE49-F238E27FC236}">
                <ns2:creationId id="{EBAD2FD6-A67E-DFB1-A853-4FC656AB97C0}"/>
              </a:ext>
            </a:extLst>
          </p:cNvPr>
          <p:cNvSpPr/>
          <p:nvPr/>
        </p:nvSpPr>
        <p:spPr>
          <a:xfrm>
            <a:off x="1109472" y="5314868"/>
            <a:ext cx="338328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ns2:creationId id="{BF1EA61F-7629-7CC1-4288-D40F5702EFEF}"/>
              </a:ext>
            </a:extLst>
          </p:cNvPr>
          <p:cNvSpPr/>
          <p:nvPr/>
        </p:nvSpPr>
        <p:spPr>
          <a:xfrm>
            <a:off x="1116728" y="5614764"/>
            <a:ext cx="338328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ns2:creationId id="{5C5FDA96-2AF4-43F5-8902-48AD5601042E}"/>
              </a:ext>
            </a:extLst>
          </p:cNvPr>
          <p:cNvSpPr/>
          <p:nvPr/>
        </p:nvSpPr>
        <p:spPr>
          <a:xfrm>
            <a:off x="334963" y="5933687"/>
            <a:ext cx="1099636" cy="377278"/>
          </a:xfrm>
          <a:prstGeom prst="rect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ns2:creationId id="{A4B9092F-2B2B-9BD7-D9B3-875C54D92D2A}"/>
              </a:ext>
            </a:extLst>
          </p:cNvPr>
          <p:cNvSpPr/>
          <p:nvPr/>
        </p:nvSpPr>
        <p:spPr>
          <a:xfrm>
            <a:off x="2065244" y="1634091"/>
            <a:ext cx="1739417" cy="3772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0" name="Rectangle 79">
            <a:extLst>
              <a:ext uri="{FF2B5EF4-FFF2-40B4-BE49-F238E27FC236}">
                <ns2:creationId id="{8E9E0AC5-7AAF-DB7A-2C33-62F1759B077D}"/>
              </a:ext>
            </a:extLst>
          </p:cNvPr>
          <p:cNvSpPr/>
          <p:nvPr/>
        </p:nvSpPr>
        <p:spPr>
          <a:xfrm>
            <a:off x="4090284" y="1634091"/>
            <a:ext cx="2714771" cy="3772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11125" indent="-111125">
              <a:buClr>
                <a:srgbClr val="008000"/>
              </a:buClr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5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360363" indent="-182563">
              <a:buClr>
                <a:srgbClr val="008000"/>
              </a:buClr>
              <a:buFont typeface="Meiryo" panose="020B0604030504040204" pitchFamily="34" charset="-128"/>
              <a:buChar char="※"/>
              <a:defRPr/>
            </a:pPr>
            <a:r>
              <a:rPr lang="ja-JP" altLang="en-US" sz="105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6</a:t>
            </a:r>
            <a:r>
              <a:rPr lang="ja-JP" altLang="en-US" sz="105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5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1" name="Rectangle 80">
            <a:extLst>
              <a:ext uri="{FF2B5EF4-FFF2-40B4-BE49-F238E27FC236}">
                <ns2:creationId id="{3B45B068-D212-6B3E-9369-FB17A13CC15E}"/>
              </a:ext>
            </a:extLst>
          </p:cNvPr>
          <p:cNvSpPr/>
          <p:nvPr/>
        </p:nvSpPr>
        <p:spPr>
          <a:xfrm>
            <a:off x="6960238" y="1628775"/>
            <a:ext cx="2007476" cy="3772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11125" lvl="0" indent="-111125">
              <a:buClr>
                <a:srgbClr val="008000"/>
              </a:buClr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5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11125" lvl="0" indent="-111125">
              <a:buClr>
                <a:srgbClr val="008000"/>
              </a:buClr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5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2" name="Rectangle 81">
            <a:extLst>
              <a:ext uri="{FF2B5EF4-FFF2-40B4-BE49-F238E27FC236}">
                <ns2:creationId id="{A5D24687-D9A5-669A-22D7-1F53B0F91041}"/>
              </a:ext>
            </a:extLst>
          </p:cNvPr>
          <p:cNvSpPr/>
          <p:nvPr/>
        </p:nvSpPr>
        <p:spPr>
          <a:xfrm>
            <a:off x="9241565" y="1636318"/>
            <a:ext cx="1295914" cy="3772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11125" indent="-1111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11125" indent="-1111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66" name="Rectangle 65">
            <a:extLst>
              <a:ext uri="{FF2B5EF4-FFF2-40B4-BE49-F238E27FC236}">
                <ns2:creationId id="{F031F449-E2B6-EB5D-9CE5-2FA3D2F4BDF2}"/>
              </a:ext>
            </a:extLst>
          </p:cNvPr>
          <p:cNvSpPr/>
          <p:nvPr/>
        </p:nvSpPr>
        <p:spPr>
          <a:xfrm>
            <a:off x="340183" y="2625071"/>
            <a:ext cx="1107618" cy="377278"/>
          </a:xfrm>
          <a:prstGeom prst="rect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576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ja-JP" altLang="en-US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</a:p>
          <a:p>
            <a:pPr algn="ctr">
              <a:defRPr/>
            </a:pPr>
            <a:r>
              <a:rPr lang="ja-JP" altLang="en-US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3" name="Rectangle 82">
            <a:extLst>
              <a:ext uri="{FF2B5EF4-FFF2-40B4-BE49-F238E27FC236}">
                <ns2:creationId id="{3A56EC36-D7C2-3497-A14C-BC62D97FE43E}"/>
              </a:ext>
            </a:extLst>
          </p:cNvPr>
          <p:cNvSpPr/>
          <p:nvPr/>
        </p:nvSpPr>
        <p:spPr>
          <a:xfrm>
            <a:off x="1483250" y="2625071"/>
            <a:ext cx="3401568" cy="3772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BI</a:t>
            </a:r>
            <a:r>
              <a:rPr lang="ja-JP" altLang="en-US" sz="14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4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4" name="Rectangle 83">
            <a:extLst>
              <a:ext uri="{FF2B5EF4-FFF2-40B4-BE49-F238E27FC236}">
                <ns2:creationId id="{52C8A0F4-118B-B7D8-A1A5-19B2E97868CF}"/>
              </a:ext>
            </a:extLst>
          </p:cNvPr>
          <p:cNvSpPr/>
          <p:nvPr/>
        </p:nvSpPr>
        <p:spPr>
          <a:xfrm>
            <a:off x="4966750" y="2625071"/>
            <a:ext cx="3401568" cy="3772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4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4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ns2:creationId id="{43CD72F1-2C7E-95F7-A418-F79D04E3D09B}"/>
              </a:ext>
            </a:extLst>
          </p:cNvPr>
          <p:cNvSpPr/>
          <p:nvPr/>
        </p:nvSpPr>
        <p:spPr>
          <a:xfrm>
            <a:off x="8450250" y="2625071"/>
            <a:ext cx="3401568" cy="3772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4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4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6" name="正方形/長方形 58">
            <a:extLst>
              <a:ext uri="{FF2B5EF4-FFF2-40B4-BE49-F238E27FC236}">
                <ns2:creationId id="{D9BD32F3-D80D-2464-6BD7-DFDCBDBFBB67}"/>
              </a:ext>
            </a:extLst>
          </p:cNvPr>
          <p:cNvSpPr/>
          <p:nvPr/>
        </p:nvSpPr>
        <p:spPr>
          <a:xfrm>
            <a:off x="1483250" y="3059376"/>
            <a:ext cx="3401568" cy="7498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b="1" baseline="30000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※</a:t>
            </a:r>
            <a:r>
              <a:rPr lang="ja-JP" altLang="en-US" sz="12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」</a:t>
            </a: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347663" indent="-171450">
              <a:buClr>
                <a:srgbClr val="008000"/>
              </a:buClr>
              <a:buFont typeface="Meiryo" panose="020B0604030504040204" pitchFamily="34" charset="-128"/>
              <a:buChar char="※"/>
              <a:defRPr/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7" name="正方形/長方形 64">
            <a:extLst>
              <a:ext uri="{FF2B5EF4-FFF2-40B4-BE49-F238E27FC236}">
                <ns2:creationId id="{9C14858D-E31F-EC9F-1F18-5E7B36F2813D}"/>
              </a:ext>
            </a:extLst>
          </p:cNvPr>
          <p:cNvSpPr/>
          <p:nvPr/>
        </p:nvSpPr>
        <p:spPr>
          <a:xfrm>
            <a:off x="4986045" y="3059376"/>
            <a:ext cx="3401568" cy="7498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b="1" baseline="30000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※</a:t>
            </a:r>
            <a:r>
              <a:rPr lang="ja-JP" altLang="en-US" sz="12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」</a:t>
            </a: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360363" indent="-184150">
              <a:buClr>
                <a:srgbClr val="008000"/>
              </a:buClr>
              <a:buFont typeface="Meiryo" panose="020B0604030504040204" pitchFamily="34" charset="-128"/>
              <a:buChar char="※"/>
              <a:defRPr/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8" name="正方形/長方形 69">
            <a:extLst>
              <a:ext uri="{FF2B5EF4-FFF2-40B4-BE49-F238E27FC236}">
                <ns2:creationId id="{4A6F4FAF-8709-7E8A-981E-5ABA56D13E0B}"/>
              </a:ext>
            </a:extLst>
          </p:cNvPr>
          <p:cNvSpPr/>
          <p:nvPr/>
        </p:nvSpPr>
        <p:spPr>
          <a:xfrm>
            <a:off x="8455470" y="3059376"/>
            <a:ext cx="3401568" cy="7498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b="1" baseline="30000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※</a:t>
            </a:r>
            <a:r>
              <a:rPr lang="ja-JP" altLang="en-US" sz="12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」</a:t>
            </a: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2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360363" indent="-184150">
              <a:buClr>
                <a:srgbClr val="008000"/>
              </a:buClr>
              <a:buFont typeface="Meiryo" panose="020B0604030504040204" pitchFamily="34" charset="-128"/>
              <a:buChar char="※"/>
              <a:defRPr/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ns2:creationId id="{5160BC31-19E6-FC5D-6373-796CB7426031}"/>
              </a:ext>
            </a:extLst>
          </p:cNvPr>
          <p:cNvSpPr/>
          <p:nvPr/>
        </p:nvSpPr>
        <p:spPr>
          <a:xfrm>
            <a:off x="1483248" y="3862095"/>
            <a:ext cx="3401569" cy="19581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  <a:alpha val="7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b="1" dirty="0">
              <a:solidFill>
                <a:srgbClr val="008D2E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0" name="Rectangle: Rounded Corners 89">
            <a:extLst>
              <a:ext uri="{FF2B5EF4-FFF2-40B4-BE49-F238E27FC236}">
                <ns2:creationId id="{CD2EA0FC-0E70-2C5A-0EFA-DD3FB27C8B20}"/>
              </a:ext>
            </a:extLst>
          </p:cNvPr>
          <p:cNvSpPr/>
          <p:nvPr/>
        </p:nvSpPr>
        <p:spPr>
          <a:xfrm>
            <a:off x="4986045" y="3862095"/>
            <a:ext cx="3401568" cy="192024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  <a:alpha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b="1" dirty="0">
              <a:solidFill>
                <a:srgbClr val="008D2E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1" name="Rectangle: Rounded Corners 90">
            <a:extLst>
              <a:ext uri="{FF2B5EF4-FFF2-40B4-BE49-F238E27FC236}">
                <ns2:creationId id="{7ECE180D-F33F-8CAD-07E4-3F1D9EE375F6}"/>
              </a:ext>
            </a:extLst>
          </p:cNvPr>
          <p:cNvSpPr/>
          <p:nvPr/>
        </p:nvSpPr>
        <p:spPr>
          <a:xfrm>
            <a:off x="8455470" y="3862095"/>
            <a:ext cx="3401568" cy="192024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  <a:alpha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b="1" dirty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b="1" dirty="0">
              <a:solidFill>
                <a:srgbClr val="008D2E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2" name="Rectangle 91">
            <a:extLst>
              <a:ext uri="{FF2B5EF4-FFF2-40B4-BE49-F238E27FC236}">
                <ns2:creationId id="{A00984FD-7DF0-7587-F40A-2872EAA29CD1}"/>
              </a:ext>
            </a:extLst>
          </p:cNvPr>
          <p:cNvSpPr/>
          <p:nvPr/>
        </p:nvSpPr>
        <p:spPr>
          <a:xfrm>
            <a:off x="1488363" y="4078747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3" name="Rectangle 92">
            <a:extLst>
              <a:ext uri="{FF2B5EF4-FFF2-40B4-BE49-F238E27FC236}">
                <ns2:creationId id="{5435F651-BC70-98A3-024C-56A148D61659}"/>
              </a:ext>
            </a:extLst>
          </p:cNvPr>
          <p:cNvSpPr/>
          <p:nvPr/>
        </p:nvSpPr>
        <p:spPr>
          <a:xfrm>
            <a:off x="1969335" y="4394701"/>
            <a:ext cx="2915483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4" name="Rectangle 93">
            <a:extLst>
              <a:ext uri="{FF2B5EF4-FFF2-40B4-BE49-F238E27FC236}">
                <ns2:creationId id="{06A78E1F-DF8A-EA2A-9670-44A562F8943B}"/>
              </a:ext>
            </a:extLst>
          </p:cNvPr>
          <p:cNvSpPr/>
          <p:nvPr/>
        </p:nvSpPr>
        <p:spPr>
          <a:xfrm>
            <a:off x="1488363" y="4699850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5" name="Rectangle 94">
            <a:extLst>
              <a:ext uri="{FF2B5EF4-FFF2-40B4-BE49-F238E27FC236}">
                <ns2:creationId id="{D68694FE-F7C2-E8BB-C316-59C2F299C1F6}"/>
              </a:ext>
            </a:extLst>
          </p:cNvPr>
          <p:cNvSpPr/>
          <p:nvPr/>
        </p:nvSpPr>
        <p:spPr>
          <a:xfrm>
            <a:off x="1483250" y="5007163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6" name="Rectangle 95">
            <a:extLst>
              <a:ext uri="{FF2B5EF4-FFF2-40B4-BE49-F238E27FC236}">
                <ns2:creationId id="{7BFEDBC4-54D7-1D5C-CCDF-D022E0C79D54}"/>
              </a:ext>
            </a:extLst>
          </p:cNvPr>
          <p:cNvSpPr/>
          <p:nvPr/>
        </p:nvSpPr>
        <p:spPr>
          <a:xfrm>
            <a:off x="1967113" y="5312162"/>
            <a:ext cx="2917705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7" name="Rectangle 96">
            <a:extLst>
              <a:ext uri="{FF2B5EF4-FFF2-40B4-BE49-F238E27FC236}">
                <ns2:creationId id="{E311B438-9188-F999-38DC-63B37E861CE3}"/>
              </a:ext>
            </a:extLst>
          </p:cNvPr>
          <p:cNvSpPr/>
          <p:nvPr/>
        </p:nvSpPr>
        <p:spPr>
          <a:xfrm>
            <a:off x="1483249" y="5614764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10" name="Rectangle 109">
            <a:extLst>
              <a:ext uri="{FF2B5EF4-FFF2-40B4-BE49-F238E27FC236}">
                <ns2:creationId id="{EA0642FD-7890-D329-C421-607223334056}"/>
              </a:ext>
            </a:extLst>
          </p:cNvPr>
          <p:cNvSpPr/>
          <p:nvPr/>
        </p:nvSpPr>
        <p:spPr>
          <a:xfrm>
            <a:off x="1483250" y="5933687"/>
            <a:ext cx="3401568" cy="37490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11" name="Rectangle 110">
            <a:extLst>
              <a:ext uri="{FF2B5EF4-FFF2-40B4-BE49-F238E27FC236}">
                <ns2:creationId id="{1764A519-9474-F3E4-E1B5-AA6C6004A7F6}"/>
              </a:ext>
            </a:extLst>
          </p:cNvPr>
          <p:cNvSpPr/>
          <p:nvPr/>
        </p:nvSpPr>
        <p:spPr>
          <a:xfrm>
            <a:off x="4994292" y="5933687"/>
            <a:ext cx="3401569" cy="37490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12" name="Rectangle 111">
            <a:extLst>
              <a:ext uri="{FF2B5EF4-FFF2-40B4-BE49-F238E27FC236}">
                <ns2:creationId id="{8E67BEAF-E4EC-48F1-E07C-9994B3B57800}"/>
              </a:ext>
            </a:extLst>
          </p:cNvPr>
          <p:cNvSpPr/>
          <p:nvPr/>
        </p:nvSpPr>
        <p:spPr>
          <a:xfrm>
            <a:off x="8458713" y="5933687"/>
            <a:ext cx="3401568" cy="37490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prstClr val="black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ns2:creationId id="{B0068CC2-DD33-CF33-D636-050C6DFD37CC}"/>
              </a:ext>
            </a:extLst>
          </p:cNvPr>
          <p:cNvCxnSpPr>
            <a:cxnSpLocks/>
          </p:cNvCxnSpPr>
          <p:nvPr/>
        </p:nvCxnSpPr>
        <p:spPr>
          <a:xfrm>
            <a:off x="1462968" y="3832983"/>
            <a:ext cx="3421850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ns2:creationId id="{87937541-5503-4CE1-771B-19A89AD94810}"/>
              </a:ext>
            </a:extLst>
          </p:cNvPr>
          <p:cNvCxnSpPr>
            <a:cxnSpLocks/>
          </p:cNvCxnSpPr>
          <p:nvPr/>
        </p:nvCxnSpPr>
        <p:spPr>
          <a:xfrm>
            <a:off x="4994292" y="3832983"/>
            <a:ext cx="3393321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ns2:creationId id="{B0D44529-E263-9AD9-2A2B-9CA58CB0D534}"/>
              </a:ext>
            </a:extLst>
          </p:cNvPr>
          <p:cNvCxnSpPr>
            <a:cxnSpLocks/>
          </p:cNvCxnSpPr>
          <p:nvPr/>
        </p:nvCxnSpPr>
        <p:spPr>
          <a:xfrm>
            <a:off x="8455470" y="3832983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ns2:creationId id="{5ED14537-955B-877B-A716-E38ECFFAE2CE}"/>
              </a:ext>
            </a:extLst>
          </p:cNvPr>
          <p:cNvCxnSpPr>
            <a:cxnSpLocks/>
          </p:cNvCxnSpPr>
          <p:nvPr/>
        </p:nvCxnSpPr>
        <p:spPr>
          <a:xfrm>
            <a:off x="1483625" y="4367926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ns2:creationId id="{62865BE2-B67F-72D0-E052-274EB1866414}"/>
              </a:ext>
            </a:extLst>
          </p:cNvPr>
          <p:cNvCxnSpPr>
            <a:cxnSpLocks/>
          </p:cNvCxnSpPr>
          <p:nvPr/>
        </p:nvCxnSpPr>
        <p:spPr>
          <a:xfrm>
            <a:off x="1488363" y="4691028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ns2:creationId id="{A32EDAC2-9822-1451-D4A4-599277F64B45}"/>
              </a:ext>
            </a:extLst>
          </p:cNvPr>
          <p:cNvCxnSpPr>
            <a:cxnSpLocks/>
          </p:cNvCxnSpPr>
          <p:nvPr/>
        </p:nvCxnSpPr>
        <p:spPr>
          <a:xfrm>
            <a:off x="1492943" y="4993021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ns2:creationId id="{D12DA897-F6C1-E8DE-8348-0D10A0A0C049}"/>
              </a:ext>
            </a:extLst>
          </p:cNvPr>
          <p:cNvCxnSpPr>
            <a:cxnSpLocks/>
          </p:cNvCxnSpPr>
          <p:nvPr/>
        </p:nvCxnSpPr>
        <p:spPr>
          <a:xfrm>
            <a:off x="1492943" y="5297432"/>
            <a:ext cx="3397335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ns2:creationId id="{A05C883D-1E28-395D-D294-4BAB790A156C}"/>
              </a:ext>
            </a:extLst>
          </p:cNvPr>
          <p:cNvCxnSpPr>
            <a:cxnSpLocks/>
          </p:cNvCxnSpPr>
          <p:nvPr/>
        </p:nvCxnSpPr>
        <p:spPr>
          <a:xfrm>
            <a:off x="1490826" y="5611519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ns2:creationId id="{0F9B90BB-C5BB-076E-C573-A21643926958}"/>
              </a:ext>
            </a:extLst>
          </p:cNvPr>
          <p:cNvCxnSpPr>
            <a:cxnSpLocks/>
          </p:cNvCxnSpPr>
          <p:nvPr/>
        </p:nvCxnSpPr>
        <p:spPr>
          <a:xfrm>
            <a:off x="1477560" y="5912696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ns2:creationId id="{5C38A7EE-DEDF-5348-5CE9-23735CE69BCB}"/>
              </a:ext>
            </a:extLst>
          </p:cNvPr>
          <p:cNvCxnSpPr>
            <a:cxnSpLocks/>
          </p:cNvCxnSpPr>
          <p:nvPr/>
        </p:nvCxnSpPr>
        <p:spPr>
          <a:xfrm>
            <a:off x="4994293" y="5912696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ns2:creationId id="{57EF0FDF-73A4-9F95-8345-77EE77390C53}"/>
              </a:ext>
            </a:extLst>
          </p:cNvPr>
          <p:cNvCxnSpPr>
            <a:cxnSpLocks/>
          </p:cNvCxnSpPr>
          <p:nvPr/>
        </p:nvCxnSpPr>
        <p:spPr>
          <a:xfrm>
            <a:off x="8455470" y="5912696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ns2:creationId id="{E541A200-042B-C66C-EF82-274B19900BEC}"/>
              </a:ext>
            </a:extLst>
          </p:cNvPr>
          <p:cNvCxnSpPr>
            <a:cxnSpLocks/>
          </p:cNvCxnSpPr>
          <p:nvPr/>
        </p:nvCxnSpPr>
        <p:spPr>
          <a:xfrm flipH="1">
            <a:off x="2934952" y="2011369"/>
            <a:ext cx="276" cy="141769"/>
          </a:xfrm>
          <a:prstGeom prst="straightConnector1">
            <a:avLst/>
          </a:prstGeom>
          <a:ln w="9525">
            <a:headEnd type="none" w="med" len="med"/>
            <a:tailEnd type="oval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ns2:creationId id="{C152ACCD-006B-4F87-BAAC-2A6E71137202}"/>
              </a:ext>
            </a:extLst>
          </p:cNvPr>
          <p:cNvCxnSpPr>
            <a:cxnSpLocks/>
          </p:cNvCxnSpPr>
          <p:nvPr/>
        </p:nvCxnSpPr>
        <p:spPr>
          <a:xfrm flipH="1">
            <a:off x="4297215" y="2011369"/>
            <a:ext cx="276" cy="141769"/>
          </a:xfrm>
          <a:prstGeom prst="straightConnector1">
            <a:avLst/>
          </a:prstGeom>
          <a:ln w="9525">
            <a:headEnd type="none" w="med" len="med"/>
            <a:tailEnd type="oval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ns2:creationId id="{962E4E56-D943-DC2F-5146-DF19A6751B8E}"/>
              </a:ext>
            </a:extLst>
          </p:cNvPr>
          <p:cNvCxnSpPr>
            <a:cxnSpLocks/>
            <a:stCxn id="81" idx="2"/>
          </p:cNvCxnSpPr>
          <p:nvPr/>
        </p:nvCxnSpPr>
        <p:spPr>
          <a:xfrm>
            <a:off x="7963976" y="2006053"/>
            <a:ext cx="0" cy="144919"/>
          </a:xfrm>
          <a:prstGeom prst="straightConnector1">
            <a:avLst/>
          </a:prstGeom>
          <a:ln w="9525">
            <a:headEnd type="none" w="med" len="med"/>
            <a:tailEnd type="oval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ns2:creationId id="{374783FD-138C-EFBD-7275-323E3347AE11}"/>
              </a:ext>
            </a:extLst>
          </p:cNvPr>
          <p:cNvCxnSpPr>
            <a:cxnSpLocks/>
          </p:cNvCxnSpPr>
          <p:nvPr/>
        </p:nvCxnSpPr>
        <p:spPr>
          <a:xfrm>
            <a:off x="9666659" y="2013596"/>
            <a:ext cx="0" cy="144919"/>
          </a:xfrm>
          <a:prstGeom prst="straightConnector1">
            <a:avLst/>
          </a:prstGeom>
          <a:ln w="9525">
            <a:headEnd type="none" w="med" len="med"/>
            <a:tailEnd type="oval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185" name="Group 184">
            <a:extLst>
              <a:ext uri="{FF2B5EF4-FFF2-40B4-BE49-F238E27FC236}">
                <ns2:creationId id="{8A781966-0845-9C82-7213-DDE9A061F185}"/>
              </a:ext>
            </a:extLst>
          </p:cNvPr>
          <p:cNvGrpSpPr/>
          <p:nvPr/>
        </p:nvGrpSpPr>
        <p:grpSpPr>
          <a:xfrm>
            <a:off x="3178747" y="2487810"/>
            <a:ext cx="2125463" cy="137261"/>
            <a:chOff x="3178747" y="2487810"/>
            <a:chExt cx="2125463" cy="137261"/>
          </a:xfrm>
        </p:grpSpPr>
        <p:cxnSp>
          <p:nvCxnSpPr>
            <p:cNvPr id="162" name="Straight Connector 161">
              <a:extLst>
                <a:ext uri="{FF2B5EF4-FFF2-40B4-BE49-F238E27FC236}">
                  <ns2:creationId id="{D9DFD097-6F57-9BF3-FD5C-55BEA4E743AF}"/>
                </a:ext>
              </a:extLst>
            </p:cNvPr>
            <p:cNvCxnSpPr>
              <a:cxnSpLocks/>
              <a:endCxn id="83" idx="0"/>
            </p:cNvCxnSpPr>
            <p:nvPr/>
          </p:nvCxnSpPr>
          <p:spPr>
            <a:xfrm>
              <a:off x="3178747" y="2570480"/>
              <a:ext cx="5287" cy="54591"/>
            </a:xfrm>
            <a:prstGeom prst="line">
              <a:avLst/>
            </a:prstGeom>
            <a:ln w="9525">
              <a:headEnd type="none" w="med" len="med"/>
              <a:tailEnd type="none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ns2:creationId id="{FBF22008-5057-8129-A36E-607E22921F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0402" y="2487810"/>
              <a:ext cx="0" cy="88193"/>
            </a:xfrm>
            <a:prstGeom prst="straightConnector1">
              <a:avLst/>
            </a:prstGeom>
            <a:ln w="9525">
              <a:headEnd type="none" w="med" len="med"/>
              <a:tailEnd type="oval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ns2:creationId id="{009C2CC9-9230-D2E0-C1B6-CF92BEB4B63A}"/>
                </a:ext>
              </a:extLst>
            </p:cNvPr>
            <p:cNvCxnSpPr>
              <a:cxnSpLocks/>
            </p:cNvCxnSpPr>
            <p:nvPr/>
          </p:nvCxnSpPr>
          <p:spPr>
            <a:xfrm>
              <a:off x="3178747" y="2570849"/>
              <a:ext cx="2125463" cy="0"/>
            </a:xfrm>
            <a:prstGeom prst="line">
              <a:avLst/>
            </a:prstGeom>
            <a:ln w="9525">
              <a:headEnd type="none" w="med" len="med"/>
              <a:tailEnd type="none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cxnSp>
        <p:nvCxnSpPr>
          <p:cNvPr id="188" name="Straight Connector 187">
            <a:extLst>
              <a:ext uri="{FF2B5EF4-FFF2-40B4-BE49-F238E27FC236}">
                <ns2:creationId id="{188CBA4E-D81D-A1B3-4C08-5BC202E18073}"/>
              </a:ext>
            </a:extLst>
          </p:cNvPr>
          <p:cNvCxnSpPr>
            <a:cxnSpLocks/>
          </p:cNvCxnSpPr>
          <p:nvPr/>
        </p:nvCxnSpPr>
        <p:spPr>
          <a:xfrm>
            <a:off x="6640271" y="2579460"/>
            <a:ext cx="0" cy="54591"/>
          </a:xfrm>
          <a:prstGeom prst="line">
            <a:avLst/>
          </a:prstGeom>
          <a:ln w="9525"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ns2:creationId id="{EFA19F48-B25B-67B5-4646-6460F840EADA}"/>
              </a:ext>
            </a:extLst>
          </p:cNvPr>
          <p:cNvCxnSpPr>
            <a:cxnSpLocks/>
          </p:cNvCxnSpPr>
          <p:nvPr/>
        </p:nvCxnSpPr>
        <p:spPr>
          <a:xfrm flipV="1">
            <a:off x="7984986" y="2486516"/>
            <a:ext cx="0" cy="88193"/>
          </a:xfrm>
          <a:prstGeom prst="straightConnector1">
            <a:avLst/>
          </a:prstGeom>
          <a:ln w="9525">
            <a:headEnd type="none" w="med" len="med"/>
            <a:tailEnd type="oval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ns2:creationId id="{72C655BA-2E87-CF15-9C3C-BAFF96A91383}"/>
              </a:ext>
            </a:extLst>
          </p:cNvPr>
          <p:cNvCxnSpPr>
            <a:cxnSpLocks/>
          </p:cNvCxnSpPr>
          <p:nvPr/>
        </p:nvCxnSpPr>
        <p:spPr>
          <a:xfrm>
            <a:off x="6642109" y="2579829"/>
            <a:ext cx="1346685" cy="0"/>
          </a:xfrm>
          <a:prstGeom prst="line">
            <a:avLst/>
          </a:prstGeom>
          <a:ln w="9525"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ns2:creationId id="{57F340B9-6611-1BD0-08D1-F0452F3A0613}"/>
              </a:ext>
            </a:extLst>
          </p:cNvPr>
          <p:cNvCxnSpPr>
            <a:cxnSpLocks/>
          </p:cNvCxnSpPr>
          <p:nvPr/>
        </p:nvCxnSpPr>
        <p:spPr>
          <a:xfrm>
            <a:off x="10169325" y="2573276"/>
            <a:ext cx="0" cy="54591"/>
          </a:xfrm>
          <a:prstGeom prst="line">
            <a:avLst/>
          </a:prstGeom>
          <a:ln w="9525"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ns2:creationId id="{49BC955A-D46D-D9AD-886D-0792FB90EB14}"/>
              </a:ext>
            </a:extLst>
          </p:cNvPr>
          <p:cNvCxnSpPr>
            <a:cxnSpLocks/>
          </p:cNvCxnSpPr>
          <p:nvPr/>
        </p:nvCxnSpPr>
        <p:spPr>
          <a:xfrm flipV="1">
            <a:off x="11340716" y="2490606"/>
            <a:ext cx="0" cy="88193"/>
          </a:xfrm>
          <a:prstGeom prst="straightConnector1">
            <a:avLst/>
          </a:prstGeom>
          <a:ln w="9525">
            <a:headEnd type="none" w="med" len="med"/>
            <a:tailEnd type="oval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ns2:creationId id="{5BE5093D-3117-8E67-E84C-034A8A53526B}"/>
              </a:ext>
            </a:extLst>
          </p:cNvPr>
          <p:cNvCxnSpPr>
            <a:cxnSpLocks/>
          </p:cNvCxnSpPr>
          <p:nvPr/>
        </p:nvCxnSpPr>
        <p:spPr>
          <a:xfrm>
            <a:off x="10159497" y="2573645"/>
            <a:ext cx="1185027" cy="0"/>
          </a:xfrm>
          <a:prstGeom prst="line">
            <a:avLst/>
          </a:prstGeom>
          <a:ln w="9525"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3" name="Rectangle 232">
            <a:extLst>
              <a:ext uri="{FF2B5EF4-FFF2-40B4-BE49-F238E27FC236}">
                <ns2:creationId id="{AC383B7F-BC9F-841C-3D04-79B055A9521E}"/>
              </a:ext>
            </a:extLst>
          </p:cNvPr>
          <p:cNvSpPr/>
          <p:nvPr/>
        </p:nvSpPr>
        <p:spPr>
          <a:xfrm>
            <a:off x="4996848" y="4077481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35" name="Rectangle 234">
            <a:extLst>
              <a:ext uri="{FF2B5EF4-FFF2-40B4-BE49-F238E27FC236}">
                <ns2:creationId id="{D79B4862-B9EA-84A3-D172-9DCC91AEB39D}"/>
              </a:ext>
            </a:extLst>
          </p:cNvPr>
          <p:cNvSpPr/>
          <p:nvPr/>
        </p:nvSpPr>
        <p:spPr>
          <a:xfrm>
            <a:off x="4996848" y="4699850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36" name="Rectangle 235">
            <a:extLst>
              <a:ext uri="{FF2B5EF4-FFF2-40B4-BE49-F238E27FC236}">
                <ns2:creationId id="{C102CF86-29C5-2DE0-5B9B-5C36BD748DB6}"/>
              </a:ext>
            </a:extLst>
          </p:cNvPr>
          <p:cNvSpPr/>
          <p:nvPr/>
        </p:nvSpPr>
        <p:spPr>
          <a:xfrm>
            <a:off x="4991735" y="5002289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237" name="Rectangle 236">
            <a:extLst>
              <a:ext uri="{FF2B5EF4-FFF2-40B4-BE49-F238E27FC236}">
                <ns2:creationId id="{FF255393-D48C-A2A6-2E5C-851FA578F98F}"/>
              </a:ext>
            </a:extLst>
          </p:cNvPr>
          <p:cNvSpPr/>
          <p:nvPr/>
        </p:nvSpPr>
        <p:spPr>
          <a:xfrm>
            <a:off x="5475597" y="5312162"/>
            <a:ext cx="2917706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38" name="Rectangle 237">
            <a:extLst>
              <a:ext uri="{FF2B5EF4-FFF2-40B4-BE49-F238E27FC236}">
                <ns2:creationId id="{CF440E08-4508-DE3B-6B1E-8E0A71F7905E}"/>
              </a:ext>
            </a:extLst>
          </p:cNvPr>
          <p:cNvSpPr/>
          <p:nvPr/>
        </p:nvSpPr>
        <p:spPr>
          <a:xfrm>
            <a:off x="4991735" y="5614764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239" name="Straight Connector 238">
            <a:extLst>
              <a:ext uri="{FF2B5EF4-FFF2-40B4-BE49-F238E27FC236}">
                <ns2:creationId id="{36F00DBC-FD38-32FE-0730-06CEA8DFE20D}"/>
              </a:ext>
            </a:extLst>
          </p:cNvPr>
          <p:cNvCxnSpPr>
            <a:cxnSpLocks/>
          </p:cNvCxnSpPr>
          <p:nvPr/>
        </p:nvCxnSpPr>
        <p:spPr>
          <a:xfrm>
            <a:off x="4996848" y="4365290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ns2:creationId id="{271E5838-E341-C5D3-1523-3E4F079DC626}"/>
              </a:ext>
            </a:extLst>
          </p:cNvPr>
          <p:cNvCxnSpPr>
            <a:cxnSpLocks/>
          </p:cNvCxnSpPr>
          <p:nvPr/>
        </p:nvCxnSpPr>
        <p:spPr>
          <a:xfrm>
            <a:off x="4996848" y="4691028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ns2:creationId id="{C6AB4FFA-32EF-987E-49CA-6B2282A4D818}"/>
              </a:ext>
            </a:extLst>
          </p:cNvPr>
          <p:cNvCxnSpPr>
            <a:cxnSpLocks/>
          </p:cNvCxnSpPr>
          <p:nvPr/>
        </p:nvCxnSpPr>
        <p:spPr>
          <a:xfrm>
            <a:off x="4994293" y="4993021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ns2:creationId id="{A9AB4F7D-C336-055E-A256-AB2F2DDAFCB2}"/>
              </a:ext>
            </a:extLst>
          </p:cNvPr>
          <p:cNvCxnSpPr>
            <a:cxnSpLocks/>
          </p:cNvCxnSpPr>
          <p:nvPr/>
        </p:nvCxnSpPr>
        <p:spPr>
          <a:xfrm>
            <a:off x="4995968" y="5298024"/>
            <a:ext cx="3397335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>
            <a:extLst>
              <a:ext uri="{FF2B5EF4-FFF2-40B4-BE49-F238E27FC236}">
                <ns2:creationId id="{3CEBC5AC-3F72-3502-AE42-1FCB8D721B73}"/>
              </a:ext>
            </a:extLst>
          </p:cNvPr>
          <p:cNvCxnSpPr>
            <a:cxnSpLocks/>
          </p:cNvCxnSpPr>
          <p:nvPr/>
        </p:nvCxnSpPr>
        <p:spPr>
          <a:xfrm>
            <a:off x="4991735" y="5618943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Rectangle 243">
            <a:extLst>
              <a:ext uri="{FF2B5EF4-FFF2-40B4-BE49-F238E27FC236}">
                <ns2:creationId id="{337FF4E8-8FEA-9B50-4ADA-3AF3E15A76BD}"/>
              </a:ext>
            </a:extLst>
          </p:cNvPr>
          <p:cNvSpPr/>
          <p:nvPr/>
        </p:nvSpPr>
        <p:spPr>
          <a:xfrm>
            <a:off x="8455470" y="4077481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46" name="Rectangle 245">
            <a:extLst>
              <a:ext uri="{FF2B5EF4-FFF2-40B4-BE49-F238E27FC236}">
                <ns2:creationId id="{B01CB027-8641-1360-972B-889DD86D7D30}"/>
              </a:ext>
            </a:extLst>
          </p:cNvPr>
          <p:cNvSpPr/>
          <p:nvPr/>
        </p:nvSpPr>
        <p:spPr>
          <a:xfrm>
            <a:off x="8455470" y="4699850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47" name="Rectangle 246">
            <a:extLst>
              <a:ext uri="{FF2B5EF4-FFF2-40B4-BE49-F238E27FC236}">
                <ns2:creationId id="{3BBDE355-3D00-C39A-08ED-3A17B328E38D}"/>
              </a:ext>
            </a:extLst>
          </p:cNvPr>
          <p:cNvSpPr/>
          <p:nvPr/>
        </p:nvSpPr>
        <p:spPr>
          <a:xfrm>
            <a:off x="8455470" y="5002289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48" name="Rectangle 247">
            <a:extLst>
              <a:ext uri="{FF2B5EF4-FFF2-40B4-BE49-F238E27FC236}">
                <ns2:creationId id="{06BE8207-9E10-DF28-AF13-4E654819651A}"/>
              </a:ext>
            </a:extLst>
          </p:cNvPr>
          <p:cNvSpPr/>
          <p:nvPr/>
        </p:nvSpPr>
        <p:spPr>
          <a:xfrm>
            <a:off x="8952403" y="5312162"/>
            <a:ext cx="2917705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49" name="Rectangle 248">
            <a:extLst>
              <a:ext uri="{FF2B5EF4-FFF2-40B4-BE49-F238E27FC236}">
                <ns2:creationId id="{4D109D0A-2BBF-D266-CEA2-D82B65AADF05}"/>
              </a:ext>
            </a:extLst>
          </p:cNvPr>
          <p:cNvSpPr/>
          <p:nvPr/>
        </p:nvSpPr>
        <p:spPr>
          <a:xfrm>
            <a:off x="8455470" y="5614764"/>
            <a:ext cx="3401568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250" name="Straight Connector 249">
            <a:extLst>
              <a:ext uri="{FF2B5EF4-FFF2-40B4-BE49-F238E27FC236}">
                <ns2:creationId id="{ED9AE21A-32FF-E315-7146-1474ADEA57CD}"/>
              </a:ext>
            </a:extLst>
          </p:cNvPr>
          <p:cNvCxnSpPr>
            <a:cxnSpLocks/>
          </p:cNvCxnSpPr>
          <p:nvPr/>
        </p:nvCxnSpPr>
        <p:spPr>
          <a:xfrm>
            <a:off x="8464178" y="4365290"/>
            <a:ext cx="340156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ns2:creationId id="{8A399BE5-877A-9149-F8B8-8313DADD16A2}"/>
              </a:ext>
            </a:extLst>
          </p:cNvPr>
          <p:cNvCxnSpPr>
            <a:cxnSpLocks/>
          </p:cNvCxnSpPr>
          <p:nvPr/>
        </p:nvCxnSpPr>
        <p:spPr>
          <a:xfrm>
            <a:off x="8473654" y="4691028"/>
            <a:ext cx="337816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ns2:creationId id="{1ED37464-A527-3B66-65F1-4A87D325A6AA}"/>
              </a:ext>
            </a:extLst>
          </p:cNvPr>
          <p:cNvCxnSpPr>
            <a:cxnSpLocks/>
          </p:cNvCxnSpPr>
          <p:nvPr/>
        </p:nvCxnSpPr>
        <p:spPr>
          <a:xfrm>
            <a:off x="8475790" y="4993021"/>
            <a:ext cx="3376028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ns2:creationId id="{FA146D8E-F275-9E06-EA6F-678E24A5F885}"/>
              </a:ext>
            </a:extLst>
          </p:cNvPr>
          <p:cNvCxnSpPr>
            <a:cxnSpLocks/>
          </p:cNvCxnSpPr>
          <p:nvPr/>
        </p:nvCxnSpPr>
        <p:spPr>
          <a:xfrm>
            <a:off x="8472774" y="5298024"/>
            <a:ext cx="338750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ns2:creationId id="{D7F0D17C-2A07-BA89-EF09-B7E59E48D3F3}"/>
              </a:ext>
            </a:extLst>
          </p:cNvPr>
          <p:cNvCxnSpPr>
            <a:cxnSpLocks/>
          </p:cNvCxnSpPr>
          <p:nvPr/>
        </p:nvCxnSpPr>
        <p:spPr>
          <a:xfrm>
            <a:off x="8468541" y="5618943"/>
            <a:ext cx="338327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Rectangle 254">
            <a:extLst>
              <a:ext uri="{FF2B5EF4-FFF2-40B4-BE49-F238E27FC236}">
                <ns2:creationId id="{2958B2D7-025A-75C2-4740-28D9CDEC9051}"/>
              </a:ext>
            </a:extLst>
          </p:cNvPr>
          <p:cNvSpPr/>
          <p:nvPr/>
        </p:nvSpPr>
        <p:spPr>
          <a:xfrm>
            <a:off x="1498919" y="4394701"/>
            <a:ext cx="457200" cy="274320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6</a:t>
            </a:r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56" name="Rectangle 255">
            <a:extLst>
              <a:ext uri="{FF2B5EF4-FFF2-40B4-BE49-F238E27FC236}">
                <ns2:creationId id="{945FFF8C-5EFC-4601-DF45-0444013DF0B8}"/>
              </a:ext>
            </a:extLst>
          </p:cNvPr>
          <p:cNvSpPr/>
          <p:nvPr/>
        </p:nvSpPr>
        <p:spPr>
          <a:xfrm>
            <a:off x="5469909" y="4394701"/>
            <a:ext cx="2916936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57" name="Rectangle 256">
            <a:extLst>
              <a:ext uri="{FF2B5EF4-FFF2-40B4-BE49-F238E27FC236}">
                <ns2:creationId id="{80E54684-37FA-DB27-6AC3-BBFE4C443BED}"/>
              </a:ext>
            </a:extLst>
          </p:cNvPr>
          <p:cNvSpPr/>
          <p:nvPr/>
        </p:nvSpPr>
        <p:spPr>
          <a:xfrm>
            <a:off x="5004495" y="4394701"/>
            <a:ext cx="457200" cy="274320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58" name="Rectangle 257">
            <a:extLst>
              <a:ext uri="{FF2B5EF4-FFF2-40B4-BE49-F238E27FC236}">
                <ns2:creationId id="{25E79561-D08D-5F7F-82F8-7A43C1F33A5A}"/>
              </a:ext>
            </a:extLst>
          </p:cNvPr>
          <p:cNvSpPr/>
          <p:nvPr/>
        </p:nvSpPr>
        <p:spPr>
          <a:xfrm>
            <a:off x="8928999" y="4394701"/>
            <a:ext cx="2916936" cy="27432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105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60" name="Rectangle 259">
            <a:extLst>
              <a:ext uri="{FF2B5EF4-FFF2-40B4-BE49-F238E27FC236}">
                <ns2:creationId id="{0D04FE80-33AC-22D7-071E-A395E530E2D6}"/>
              </a:ext>
            </a:extLst>
          </p:cNvPr>
          <p:cNvSpPr/>
          <p:nvPr/>
        </p:nvSpPr>
        <p:spPr>
          <a:xfrm>
            <a:off x="1488363" y="5320927"/>
            <a:ext cx="457200" cy="274320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6</a:t>
            </a:r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61" name="Rectangle 260">
            <a:extLst>
              <a:ext uri="{FF2B5EF4-FFF2-40B4-BE49-F238E27FC236}">
                <ns2:creationId id="{575513FE-A67D-07A2-BF6E-9BC5A99066A2}"/>
              </a:ext>
            </a:extLst>
          </p:cNvPr>
          <p:cNvSpPr/>
          <p:nvPr/>
        </p:nvSpPr>
        <p:spPr>
          <a:xfrm>
            <a:off x="5006266" y="5319846"/>
            <a:ext cx="457200" cy="274320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62" name="Rectangle 261">
            <a:extLst>
              <a:ext uri="{FF2B5EF4-FFF2-40B4-BE49-F238E27FC236}">
                <ns2:creationId id="{7D3686BE-0CCF-2F47-3524-402CC0A105C5}"/>
              </a:ext>
            </a:extLst>
          </p:cNvPr>
          <p:cNvSpPr/>
          <p:nvPr/>
        </p:nvSpPr>
        <p:spPr>
          <a:xfrm>
            <a:off x="8455470" y="4394701"/>
            <a:ext cx="457200" cy="274320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63" name="Rectangle 262">
            <a:extLst>
              <a:ext uri="{FF2B5EF4-FFF2-40B4-BE49-F238E27FC236}">
                <ns2:creationId id="{7119ED0B-950B-5185-B7F5-4B18AAF0EFA4}"/>
              </a:ext>
            </a:extLst>
          </p:cNvPr>
          <p:cNvSpPr/>
          <p:nvPr/>
        </p:nvSpPr>
        <p:spPr>
          <a:xfrm>
            <a:off x="8455470" y="5319846"/>
            <a:ext cx="457200" cy="274320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sz="8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271" name="Graphic 270" descr="Stopwatch with solid fill">
            <a:extLst>
              <a:ext uri="{FF2B5EF4-FFF2-40B4-BE49-F238E27FC236}">
                <ns2:creationId id="{BC86BF1A-8A48-261C-3BE7-06BCBFD171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345358" y="2636441"/>
            <a:ext cx="365760" cy="365760"/>
          </a:xfrm>
          <a:prstGeom prst="rect">
            <a:avLst/>
          </a:prstGeom>
        </p:spPr>
      </p:pic>
      <p:pic>
        <p:nvPicPr>
          <p:cNvPr id="273" name="Graphic 272" descr="Bullseye with solid fill">
            <a:extLst>
              <a:ext uri="{FF2B5EF4-FFF2-40B4-BE49-F238E27FC236}">
                <ns2:creationId id="{F54B21DB-EDD7-1439-BD51-E85798FBFD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45352" y="3154680"/>
            <a:ext cx="548640" cy="548640"/>
          </a:xfrm>
          <a:prstGeom prst="rect">
            <a:avLst/>
          </a:prstGeom>
        </p:spPr>
      </p:pic>
      <p:pic>
        <p:nvPicPr>
          <p:cNvPr id="275" name="Graphic 274" descr="Clipboard with solid fill">
            <a:extLst>
              <a:ext uri="{FF2B5EF4-FFF2-40B4-BE49-F238E27FC236}">
                <ns2:creationId id="{F785C0E5-DCBA-036A-7B41-815E53DE11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385468" y="4042461"/>
            <a:ext cx="274320" cy="274320"/>
          </a:xfrm>
          <a:prstGeom prst="rect">
            <a:avLst/>
          </a:prstGeom>
        </p:spPr>
      </p:pic>
      <p:pic>
        <p:nvPicPr>
          <p:cNvPr id="278" name="グラフィックス 230" descr="リサーチ 単色塗りつぶし">
            <a:extLst>
              <a:ext uri="{FF2B5EF4-FFF2-40B4-BE49-F238E27FC236}">
                <ns2:creationId id="{7A29E18B-6299-AA70-24CF-4CB03D435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382464" y="5987603"/>
            <a:ext cx="269447" cy="269447"/>
          </a:xfrm>
          <a:prstGeom prst="rect">
            <a:avLst/>
          </a:prstGeom>
        </p:spPr>
      </p:pic>
    </p:spTree>
    <p:extLst>
      <p:ext uri="{BB962C8B-B14F-4D97-AF65-F5344CB8AC3E}">
        <ns5:creationId val="3417458890"/>
      </p:ext>
    </p:extLst>
  </p:cSld>
  <p:clrMapOvr>
    <a:masterClrMapping/>
  </p:clrMapOvr>
</p:sld>
</file>

<file path=ppt/slides/slide10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テキスト ボックス 51">
            <a:extLst>
              <a:ext uri="{FF2B5EF4-FFF2-40B4-BE49-F238E27FC236}">
                <ns2:creationId id="{FE0EBFD4-EA83-FD20-5F17-EC7C53E73A95}"/>
              </a:ext>
            </a:extLst>
          </p:cNvPr>
          <p:cNvSpPr txBox="1"/>
          <p:nvPr/>
        </p:nvSpPr>
        <p:spPr>
          <a:xfrm>
            <a:off x="9093684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ns2:creationId id="{893AAAA9-1894-9FDA-059C-7BF543806AFF}"/>
              </a:ext>
            </a:extLst>
          </p:cNvPr>
          <p:cNvSpPr txBox="1"/>
          <p:nvPr/>
        </p:nvSpPr>
        <p:spPr>
          <a:xfrm>
            <a:off x="1668660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960B68F7-69C7-DFBA-E6D8-7A326853B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56C351D-43C6-9E9D-9718-7DDA46F044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B6A0E62D-8B95-67F4-C8DE-1AD2BB6037ED}"/>
              </a:ext>
            </a:extLst>
          </p:cNvPr>
          <p:cNvSpPr/>
          <p:nvPr/>
        </p:nvSpPr>
        <p:spPr>
          <a:xfrm>
            <a:off x="849856" y="1753496"/>
            <a:ext cx="11000271" cy="328707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9DB93B5C-B397-662A-12E3-BCA125603486}"/>
              </a:ext>
            </a:extLst>
          </p:cNvPr>
          <p:cNvSpPr/>
          <p:nvPr/>
        </p:nvSpPr>
        <p:spPr>
          <a:xfrm>
            <a:off x="849856" y="2109659"/>
            <a:ext cx="3290138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183C93FC-F11E-3BB8-013A-3E55BE8E435B}"/>
              </a:ext>
            </a:extLst>
          </p:cNvPr>
          <p:cNvSpPr/>
          <p:nvPr/>
        </p:nvSpPr>
        <p:spPr>
          <a:xfrm>
            <a:off x="4190692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F807D4B9-6A0A-9C5A-6323-D3F7B6DB6915}"/>
              </a:ext>
            </a:extLst>
          </p:cNvPr>
          <p:cNvSpPr/>
          <p:nvPr/>
        </p:nvSpPr>
        <p:spPr>
          <a:xfrm>
            <a:off x="8053400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" name="正方形/長方形 8">
            <a:extLst>
              <a:ext uri="{FF2B5EF4-FFF2-40B4-BE49-F238E27FC236}">
                <ns2:creationId id="{93077AA1-0780-84BD-B03F-C4D78CE7CCD5}"/>
              </a:ext>
            </a:extLst>
          </p:cNvPr>
          <p:cNvSpPr/>
          <p:nvPr/>
        </p:nvSpPr>
        <p:spPr>
          <a:xfrm>
            <a:off x="338105" y="2109659"/>
            <a:ext cx="356424" cy="275476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02B4B80D-3E49-60EB-A2DF-B892FE7BCF49}"/>
              </a:ext>
            </a:extLst>
          </p:cNvPr>
          <p:cNvSpPr/>
          <p:nvPr/>
        </p:nvSpPr>
        <p:spPr>
          <a:xfrm>
            <a:off x="338105" y="5084861"/>
            <a:ext cx="364795" cy="1223853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1" name="グラフィックス 10" descr="評価 単色塗りつぶし">
            <a:extLst>
              <a:ext uri="{FF2B5EF4-FFF2-40B4-BE49-F238E27FC236}">
                <ns2:creationId id="{BF735AE4-2DA7-5ABD-01F6-02ADDD73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394503" y="5123892"/>
            <a:ext cx="252000" cy="264477"/>
          </a:xfrm>
          <a:prstGeom prst="rect">
            <a:avLst/>
          </a:prstGeom>
        </p:spPr>
      </p:pic>
      <p:pic>
        <p:nvPicPr>
          <p:cNvPr id="12" name="グラフィックス 11" descr="クリップボード: チェックマーク 単色塗りつぶし">
            <a:extLst>
              <a:ext uri="{FF2B5EF4-FFF2-40B4-BE49-F238E27FC236}">
                <ns2:creationId id="{C2AB8D6D-16F4-4092-0508-4F06DD970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94503" y="2724131"/>
            <a:ext cx="252000" cy="264477"/>
          </a:xfrm>
          <a:prstGeom prst="rect">
            <a:avLst/>
          </a:prstGeom>
        </p:spPr>
      </p:pic>
      <p:sp>
        <p:nvSpPr>
          <p:cNvPr id="17" name="正方形/長方形 16">
            <a:extLst>
              <a:ext uri="{FF2B5EF4-FFF2-40B4-BE49-F238E27FC236}">
                <ns2:creationId id="{320FAFC3-CBB3-0CAD-FA66-B00FF0B0D2DA}"/>
              </a:ext>
            </a:extLst>
          </p:cNvPr>
          <p:cNvSpPr/>
          <p:nvPr/>
        </p:nvSpPr>
        <p:spPr>
          <a:xfrm>
            <a:off x="8053398" y="2730271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3D259DB4-607C-C216-332D-FB1DBD7ACC0A}"/>
              </a:ext>
            </a:extLst>
          </p:cNvPr>
          <p:cNvSpPr/>
          <p:nvPr/>
        </p:nvSpPr>
        <p:spPr>
          <a:xfrm>
            <a:off x="8053398" y="4191984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4C14FE89-E294-BB91-DDD9-D295E5E0D6A6}"/>
              </a:ext>
            </a:extLst>
          </p:cNvPr>
          <p:cNvSpPr/>
          <p:nvPr/>
        </p:nvSpPr>
        <p:spPr>
          <a:xfrm>
            <a:off x="8053398" y="3467937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7AC1F477-C957-ED3E-3A99-689600DC966F}"/>
              </a:ext>
            </a:extLst>
          </p:cNvPr>
          <p:cNvSpPr/>
          <p:nvPr/>
        </p:nvSpPr>
        <p:spPr>
          <a:xfrm>
            <a:off x="849854" y="4997343"/>
            <a:ext cx="3290138" cy="13115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E003CF33-E9DE-CBD4-B758-1B5853993181}"/>
              </a:ext>
            </a:extLst>
          </p:cNvPr>
          <p:cNvSpPr/>
          <p:nvPr/>
        </p:nvSpPr>
        <p:spPr>
          <a:xfrm>
            <a:off x="4190694" y="4997345"/>
            <a:ext cx="3812008" cy="131158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3E533E9F-94D4-382E-0B6D-91364357DDCB}"/>
              </a:ext>
            </a:extLst>
          </p:cNvPr>
          <p:cNvSpPr/>
          <p:nvPr/>
        </p:nvSpPr>
        <p:spPr>
          <a:xfrm>
            <a:off x="8053400" y="4997345"/>
            <a:ext cx="3812010" cy="6394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3" name="直線コネクタ 22">
            <a:extLst>
              <a:ext uri="{FF2B5EF4-FFF2-40B4-BE49-F238E27FC236}">
                <ns2:creationId id="{09EE04DC-E8EE-0230-D5B7-F26428D12E30}"/>
              </a:ext>
            </a:extLst>
          </p:cNvPr>
          <p:cNvCxnSpPr>
            <a:cxnSpLocks/>
          </p:cNvCxnSpPr>
          <p:nvPr/>
        </p:nvCxnSpPr>
        <p:spPr>
          <a:xfrm>
            <a:off x="849854" y="5006914"/>
            <a:ext cx="329013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01718BA1-2097-3A05-490C-8F8E7B87D600}"/>
              </a:ext>
            </a:extLst>
          </p:cNvPr>
          <p:cNvCxnSpPr>
            <a:cxnSpLocks/>
          </p:cNvCxnSpPr>
          <p:nvPr/>
        </p:nvCxnSpPr>
        <p:spPr>
          <a:xfrm>
            <a:off x="4190688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ns2:creationId id="{F7136C1B-FB27-E3A1-BBB8-459A87B6ED20}"/>
              </a:ext>
            </a:extLst>
          </p:cNvPr>
          <p:cNvCxnSpPr>
            <a:cxnSpLocks/>
          </p:cNvCxnSpPr>
          <p:nvPr/>
        </p:nvCxnSpPr>
        <p:spPr>
          <a:xfrm>
            <a:off x="805339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角を丸くする 25">
            <a:extLst>
              <a:ext uri="{FF2B5EF4-FFF2-40B4-BE49-F238E27FC236}">
                <ns2:creationId id="{27004597-0CF6-5078-0688-D379B142252B}"/>
              </a:ext>
            </a:extLst>
          </p:cNvPr>
          <p:cNvSpPr/>
          <p:nvPr/>
        </p:nvSpPr>
        <p:spPr>
          <a:xfrm>
            <a:off x="8053400" y="2815625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ns2:creationId id="{536AF61C-E0F5-1097-8FCF-78E9E69CBEF7}"/>
              </a:ext>
            </a:extLst>
          </p:cNvPr>
          <p:cNvSpPr/>
          <p:nvPr/>
        </p:nvSpPr>
        <p:spPr>
          <a:xfrm>
            <a:off x="8053398" y="4282431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ns2:creationId id="{6F6AD8C5-A26A-24A9-4701-3D19B4DB63AA}"/>
              </a:ext>
            </a:extLst>
          </p:cNvPr>
          <p:cNvSpPr/>
          <p:nvPr/>
        </p:nvSpPr>
        <p:spPr>
          <a:xfrm>
            <a:off x="8053398" y="3572727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E48B10A3-847D-A307-56EB-82A068747B47}"/>
              </a:ext>
            </a:extLst>
          </p:cNvPr>
          <p:cNvSpPr/>
          <p:nvPr/>
        </p:nvSpPr>
        <p:spPr>
          <a:xfrm>
            <a:off x="4190688" y="2730271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35E2CBAE-5DC0-9258-7145-B7D36510FB65}"/>
              </a:ext>
            </a:extLst>
          </p:cNvPr>
          <p:cNvSpPr/>
          <p:nvPr/>
        </p:nvSpPr>
        <p:spPr>
          <a:xfrm>
            <a:off x="4190688" y="4191984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8EC94DDD-9D72-41AD-FF96-8ED87F8DF66B}"/>
              </a:ext>
            </a:extLst>
          </p:cNvPr>
          <p:cNvSpPr/>
          <p:nvPr/>
        </p:nvSpPr>
        <p:spPr>
          <a:xfrm>
            <a:off x="4190688" y="3467937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ns2:creationId id="{48FC3222-AF82-C501-A909-06D1560C9B50}"/>
              </a:ext>
            </a:extLst>
          </p:cNvPr>
          <p:cNvSpPr/>
          <p:nvPr/>
        </p:nvSpPr>
        <p:spPr>
          <a:xfrm>
            <a:off x="4190690" y="2815625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ns2:creationId id="{F6AAADF5-8BE5-C2BB-C4B8-253B7142877B}"/>
              </a:ext>
            </a:extLst>
          </p:cNvPr>
          <p:cNvSpPr/>
          <p:nvPr/>
        </p:nvSpPr>
        <p:spPr>
          <a:xfrm>
            <a:off x="4190688" y="4282431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ns2:creationId id="{29F02129-1AAA-3DAE-D3AB-46012D499E49}"/>
              </a:ext>
            </a:extLst>
          </p:cNvPr>
          <p:cNvSpPr/>
          <p:nvPr/>
        </p:nvSpPr>
        <p:spPr>
          <a:xfrm>
            <a:off x="4190688" y="3572727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ns2:creationId id="{ECD520B3-076C-1223-F1AC-C6015A76A15D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3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9998257F-B876-87C4-4D0D-52E02B633C15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ns2:creationId id="{EE4C8EA3-D28C-2AD5-85DF-2C31D00C183D}"/>
              </a:ext>
            </a:extLst>
          </p:cNvPr>
          <p:cNvSpPr/>
          <p:nvPr/>
        </p:nvSpPr>
        <p:spPr>
          <a:xfrm>
            <a:off x="834171" y="2730271"/>
            <a:ext cx="3304428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0488" indent="-9048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C15FD18D-B91D-40C4-D498-B01B8A8F2ECB}"/>
              </a:ext>
            </a:extLst>
          </p:cNvPr>
          <p:cNvSpPr/>
          <p:nvPr/>
        </p:nvSpPr>
        <p:spPr>
          <a:xfrm>
            <a:off x="834171" y="4191984"/>
            <a:ext cx="3304428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0AF09F8A-1083-8034-E457-1CD48B3CA610}"/>
              </a:ext>
            </a:extLst>
          </p:cNvPr>
          <p:cNvSpPr/>
          <p:nvPr/>
        </p:nvSpPr>
        <p:spPr>
          <a:xfrm>
            <a:off x="834171" y="3467937"/>
            <a:ext cx="3304428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90488" indent="-9048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2" name="四角形: 角を丸くする 41">
            <a:extLst>
              <a:ext uri="{FF2B5EF4-FFF2-40B4-BE49-F238E27FC236}">
                <ns2:creationId id="{F3F48683-CE9A-386A-48FD-D5FFFDF0C0D0}"/>
              </a:ext>
            </a:extLst>
          </p:cNvPr>
          <p:cNvSpPr/>
          <p:nvPr/>
        </p:nvSpPr>
        <p:spPr>
          <a:xfrm>
            <a:off x="834172" y="2815625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ns2:creationId id="{7EE46D56-3A73-B136-EB3E-3D337571D133}"/>
              </a:ext>
            </a:extLst>
          </p:cNvPr>
          <p:cNvSpPr/>
          <p:nvPr/>
        </p:nvSpPr>
        <p:spPr>
          <a:xfrm>
            <a:off x="834171" y="4282431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4" name="四角形: 角を丸くする 43">
            <a:extLst>
              <a:ext uri="{FF2B5EF4-FFF2-40B4-BE49-F238E27FC236}">
                <ns2:creationId id="{BF0ACB2C-DD9F-D5F9-AF00-2DE3C8EE6B73}"/>
              </a:ext>
            </a:extLst>
          </p:cNvPr>
          <p:cNvSpPr/>
          <p:nvPr/>
        </p:nvSpPr>
        <p:spPr>
          <a:xfrm>
            <a:off x="834171" y="3572727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A29D2305-75B5-D736-4F79-45C3B6F0BB70}"/>
              </a:ext>
            </a:extLst>
          </p:cNvPr>
          <p:cNvSpPr/>
          <p:nvPr/>
        </p:nvSpPr>
        <p:spPr>
          <a:xfrm>
            <a:off x="860815" y="2530446"/>
            <a:ext cx="3250526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135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ns2:creationId id="{763BAA4E-7E37-39F6-E612-EC65F3AC7C40}"/>
              </a:ext>
            </a:extLst>
          </p:cNvPr>
          <p:cNvSpPr/>
          <p:nvPr/>
        </p:nvSpPr>
        <p:spPr>
          <a:xfrm>
            <a:off x="4205346" y="2531945"/>
            <a:ext cx="3775388" cy="187987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ns2:creationId id="{3640539B-8DCC-D44E-D282-F5E7FED485B8}"/>
              </a:ext>
            </a:extLst>
          </p:cNvPr>
          <p:cNvSpPr/>
          <p:nvPr/>
        </p:nvSpPr>
        <p:spPr>
          <a:xfrm>
            <a:off x="8074739" y="2530446"/>
            <a:ext cx="3775388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50" name="Oval 301">
            <a:extLst>
              <a:ext uri="{FF2B5EF4-FFF2-40B4-BE49-F238E27FC236}">
                <ns2:creationId id="{4413A259-9B70-7B9B-B351-501AE244142A}"/>
              </a:ext>
            </a:extLst>
          </p:cNvPr>
          <p:cNvSpPr/>
          <p:nvPr/>
        </p:nvSpPr>
        <p:spPr>
          <a:xfrm>
            <a:off x="5550046" y="5236581"/>
            <a:ext cx="799945" cy="800383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2188673505"/>
      </p:ext>
    </p:extLst>
  </p:cSld>
  <p:clrMapOvr>
    <a:masterClrMapping/>
  </p:clrMapOvr>
</p:sld>
</file>

<file path=ppt/slides/slide10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テキスト ボックス 94">
            <a:extLst>
              <a:ext uri="{FF2B5EF4-FFF2-40B4-BE49-F238E27FC236}">
                <ns2:creationId id="{764B5BD9-37BC-FF93-7AA3-DB58BF9CE0BA}"/>
              </a:ext>
            </a:extLst>
          </p:cNvPr>
          <p:cNvSpPr txBox="1"/>
          <p:nvPr/>
        </p:nvSpPr>
        <p:spPr>
          <a:xfrm>
            <a:off x="1668660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96" name="テキスト ボックス 95">
            <a:extLst>
              <a:ext uri="{FF2B5EF4-FFF2-40B4-BE49-F238E27FC236}">
                <ns2:creationId id="{6318C38E-EC60-E339-53CB-A237AA62ED2B}"/>
              </a:ext>
            </a:extLst>
          </p:cNvPr>
          <p:cNvSpPr txBox="1"/>
          <p:nvPr/>
        </p:nvSpPr>
        <p:spPr>
          <a:xfrm>
            <a:off x="5264238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ns2:creationId id="{7822A9DB-6A1B-0259-7EF1-B101545F0A0D}"/>
              </a:ext>
            </a:extLst>
          </p:cNvPr>
          <p:cNvSpPr txBox="1"/>
          <p:nvPr/>
        </p:nvSpPr>
        <p:spPr>
          <a:xfrm>
            <a:off x="9093684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3ABC031A-A8ED-39C5-C8B9-6CA12B36B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742EA24-E671-7DED-1DD2-D405279759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正方形/長方形 3">
            <a:extLst>
              <a:ext uri="{FF2B5EF4-FFF2-40B4-BE49-F238E27FC236}">
                <ns2:creationId id="{A78330DC-C0C1-BFAD-3ED8-5A205797C61C}"/>
              </a:ext>
            </a:extLst>
          </p:cNvPr>
          <p:cNvSpPr/>
          <p:nvPr/>
        </p:nvSpPr>
        <p:spPr>
          <a:xfrm>
            <a:off x="849856" y="1753496"/>
            <a:ext cx="11000271" cy="328707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AD3FDCBD-3A5E-976F-4488-E8B332F07239}"/>
              </a:ext>
            </a:extLst>
          </p:cNvPr>
          <p:cNvSpPr/>
          <p:nvPr/>
        </p:nvSpPr>
        <p:spPr>
          <a:xfrm>
            <a:off x="849856" y="2109659"/>
            <a:ext cx="3290138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80CB20D2-8DF2-38A9-7D37-04EDCB1B09CB}"/>
              </a:ext>
            </a:extLst>
          </p:cNvPr>
          <p:cNvSpPr/>
          <p:nvPr/>
        </p:nvSpPr>
        <p:spPr>
          <a:xfrm>
            <a:off x="4190692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" name="正方形/長方形 6">
            <a:extLst>
              <a:ext uri="{FF2B5EF4-FFF2-40B4-BE49-F238E27FC236}">
                <ns2:creationId id="{BF5BF446-C814-2C49-09F5-287FA69369D3}"/>
              </a:ext>
            </a:extLst>
          </p:cNvPr>
          <p:cNvSpPr/>
          <p:nvPr/>
        </p:nvSpPr>
        <p:spPr>
          <a:xfrm>
            <a:off x="8053400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E31ADFC1-B25C-7B32-A31A-B894639369F2}"/>
              </a:ext>
            </a:extLst>
          </p:cNvPr>
          <p:cNvSpPr/>
          <p:nvPr/>
        </p:nvSpPr>
        <p:spPr>
          <a:xfrm>
            <a:off x="338105" y="2109659"/>
            <a:ext cx="356424" cy="275476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CE4AE67B-DCB5-0ED9-72C9-2D89C4E99107}"/>
              </a:ext>
            </a:extLst>
          </p:cNvPr>
          <p:cNvSpPr/>
          <p:nvPr/>
        </p:nvSpPr>
        <p:spPr>
          <a:xfrm>
            <a:off x="338105" y="5084862"/>
            <a:ext cx="364795" cy="1223852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48" name="グラフィックス 47" descr="評価 単色塗りつぶし">
            <a:extLst>
              <a:ext uri="{FF2B5EF4-FFF2-40B4-BE49-F238E27FC236}">
                <ns2:creationId id="{D6ADD1C2-2583-CB9B-0A2B-75D2D54EB5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394503" y="5123890"/>
            <a:ext cx="252000" cy="264477"/>
          </a:xfrm>
          <a:prstGeom prst="rect">
            <a:avLst/>
          </a:prstGeom>
        </p:spPr>
      </p:pic>
      <p:pic>
        <p:nvPicPr>
          <p:cNvPr id="49" name="グラフィックス 48" descr="クリップボード: チェックマーク 単色塗りつぶし">
            <a:extLst>
              <a:ext uri="{FF2B5EF4-FFF2-40B4-BE49-F238E27FC236}">
                <ns2:creationId id="{4D8F2570-3909-4A94-19A9-E8E8306EA6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94503" y="2724131"/>
            <a:ext cx="252000" cy="264477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ns2:creationId id="{A6EF9492-BFF9-4215-21C4-1CBCAD8FA956}"/>
              </a:ext>
            </a:extLst>
          </p:cNvPr>
          <p:cNvSpPr/>
          <p:nvPr/>
        </p:nvSpPr>
        <p:spPr>
          <a:xfrm>
            <a:off x="8053398" y="2762545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0257F929-1907-1170-3396-4DFBF1F30204}"/>
              </a:ext>
            </a:extLst>
          </p:cNvPr>
          <p:cNvSpPr/>
          <p:nvPr/>
        </p:nvSpPr>
        <p:spPr>
          <a:xfrm>
            <a:off x="8053398" y="4245775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908144CB-FF92-C57C-3FF6-967C40F0640E}"/>
              </a:ext>
            </a:extLst>
          </p:cNvPr>
          <p:cNvSpPr/>
          <p:nvPr/>
        </p:nvSpPr>
        <p:spPr>
          <a:xfrm>
            <a:off x="8053398" y="3500212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9BEBB1F7-FDDA-92B3-F135-38DEDD07FEF1}"/>
              </a:ext>
            </a:extLst>
          </p:cNvPr>
          <p:cNvSpPr/>
          <p:nvPr/>
        </p:nvSpPr>
        <p:spPr>
          <a:xfrm>
            <a:off x="849854" y="4997343"/>
            <a:ext cx="3290138" cy="13115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27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C0F3BB88-6027-5590-FE84-DA9CCA45577C}"/>
              </a:ext>
            </a:extLst>
          </p:cNvPr>
          <p:cNvSpPr/>
          <p:nvPr/>
        </p:nvSpPr>
        <p:spPr>
          <a:xfrm>
            <a:off x="4190694" y="4997345"/>
            <a:ext cx="3812008" cy="131158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B46D9993-6701-B5BB-28DF-C0472A438CFD}"/>
              </a:ext>
            </a:extLst>
          </p:cNvPr>
          <p:cNvSpPr/>
          <p:nvPr/>
        </p:nvSpPr>
        <p:spPr>
          <a:xfrm>
            <a:off x="8053400" y="4997345"/>
            <a:ext cx="3812010" cy="6394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2" name="直線コネクタ 21">
            <a:extLst>
              <a:ext uri="{FF2B5EF4-FFF2-40B4-BE49-F238E27FC236}">
                <ns2:creationId id="{7D52A968-5BE6-CDEC-2629-99F9DAB98628}"/>
              </a:ext>
            </a:extLst>
          </p:cNvPr>
          <p:cNvCxnSpPr>
            <a:cxnSpLocks/>
          </p:cNvCxnSpPr>
          <p:nvPr/>
        </p:nvCxnSpPr>
        <p:spPr>
          <a:xfrm>
            <a:off x="849854" y="5006914"/>
            <a:ext cx="329013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ns2:creationId id="{6E039110-1AD8-2E93-8D9D-E337CD303168}"/>
              </a:ext>
            </a:extLst>
          </p:cNvPr>
          <p:cNvCxnSpPr>
            <a:cxnSpLocks/>
          </p:cNvCxnSpPr>
          <p:nvPr/>
        </p:nvCxnSpPr>
        <p:spPr>
          <a:xfrm>
            <a:off x="4190688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C9EB31BF-A6B0-66B6-1E77-E173F2A9AB7C}"/>
              </a:ext>
            </a:extLst>
          </p:cNvPr>
          <p:cNvCxnSpPr>
            <a:cxnSpLocks/>
          </p:cNvCxnSpPr>
          <p:nvPr/>
        </p:nvCxnSpPr>
        <p:spPr>
          <a:xfrm>
            <a:off x="805339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ns2:creationId id="{3407A8E9-0E82-8C11-6FB0-DAB30B39DA4F}"/>
              </a:ext>
            </a:extLst>
          </p:cNvPr>
          <p:cNvSpPr/>
          <p:nvPr/>
        </p:nvSpPr>
        <p:spPr>
          <a:xfrm>
            <a:off x="8053400" y="2815625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ns2:creationId id="{8C2AC20C-2038-A4F9-A292-C2ABDB4D5C4A}"/>
              </a:ext>
            </a:extLst>
          </p:cNvPr>
          <p:cNvSpPr/>
          <p:nvPr/>
        </p:nvSpPr>
        <p:spPr>
          <a:xfrm>
            <a:off x="8053398" y="4282431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ns2:creationId id="{19781778-5A96-2122-5096-7D1C90B5F0F8}"/>
              </a:ext>
            </a:extLst>
          </p:cNvPr>
          <p:cNvSpPr/>
          <p:nvPr/>
        </p:nvSpPr>
        <p:spPr>
          <a:xfrm>
            <a:off x="8053398" y="3572727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1B38B717-A527-B3C1-3F5A-E64E46784FAE}"/>
              </a:ext>
            </a:extLst>
          </p:cNvPr>
          <p:cNvSpPr/>
          <p:nvPr/>
        </p:nvSpPr>
        <p:spPr>
          <a:xfrm>
            <a:off x="4190688" y="2762545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7C175483-BE2F-8048-5CE4-661EA2DC0B4E}"/>
              </a:ext>
            </a:extLst>
          </p:cNvPr>
          <p:cNvSpPr/>
          <p:nvPr/>
        </p:nvSpPr>
        <p:spPr>
          <a:xfrm>
            <a:off x="4190688" y="4245775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ETL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8BF9F146-8696-1F8B-C78B-B82889AA6ACC}"/>
              </a:ext>
            </a:extLst>
          </p:cNvPr>
          <p:cNvSpPr/>
          <p:nvPr/>
        </p:nvSpPr>
        <p:spPr>
          <a:xfrm>
            <a:off x="4190688" y="3500212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53" name="直線コネクタ 52">
            <a:extLst>
              <a:ext uri="{FF2B5EF4-FFF2-40B4-BE49-F238E27FC236}">
                <ns2:creationId id="{018163D8-12A2-F19A-6731-7755C1785D75}"/>
              </a:ext>
            </a:extLst>
          </p:cNvPr>
          <p:cNvCxnSpPr>
            <a:cxnSpLocks/>
          </p:cNvCxnSpPr>
          <p:nvPr/>
        </p:nvCxnSpPr>
        <p:spPr>
          <a:xfrm>
            <a:off x="419068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四角形: 角を丸くする 55">
            <a:extLst>
              <a:ext uri="{FF2B5EF4-FFF2-40B4-BE49-F238E27FC236}">
                <ns2:creationId id="{9F08166E-931B-8EAF-859D-D23CC3459E0B}"/>
              </a:ext>
            </a:extLst>
          </p:cNvPr>
          <p:cNvSpPr/>
          <p:nvPr/>
        </p:nvSpPr>
        <p:spPr>
          <a:xfrm>
            <a:off x="4190690" y="2815625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8AAD6F65-EBBF-4EB9-8D62-AE9ABF12736B}"/>
              </a:ext>
            </a:extLst>
          </p:cNvPr>
          <p:cNvSpPr/>
          <p:nvPr/>
        </p:nvSpPr>
        <p:spPr>
          <a:xfrm>
            <a:off x="4190688" y="4282431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GCP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ns2:creationId id="{6C953872-F1BA-3880-E069-942520904399}"/>
              </a:ext>
            </a:extLst>
          </p:cNvPr>
          <p:cNvSpPr/>
          <p:nvPr/>
        </p:nvSpPr>
        <p:spPr>
          <a:xfrm>
            <a:off x="4190688" y="3572727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2" name="直線コネクタ 61">
            <a:extLst>
              <a:ext uri="{FF2B5EF4-FFF2-40B4-BE49-F238E27FC236}">
                <ns2:creationId id="{CBFC6BBC-AFF6-F4B3-25CD-8593177C9997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3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>
            <a:extLst>
              <a:ext uri="{FF2B5EF4-FFF2-40B4-BE49-F238E27FC236}">
                <ns2:creationId id="{DD7F9DD4-9395-7AA3-D361-27727ED356D5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正方形/長方形 73">
            <a:extLst>
              <a:ext uri="{FF2B5EF4-FFF2-40B4-BE49-F238E27FC236}">
                <ns2:creationId id="{6DD768E9-00B1-9A7F-49B0-B7B2932479C6}"/>
              </a:ext>
            </a:extLst>
          </p:cNvPr>
          <p:cNvSpPr/>
          <p:nvPr/>
        </p:nvSpPr>
        <p:spPr>
          <a:xfrm>
            <a:off x="834171" y="2762545"/>
            <a:ext cx="3304428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5" name="正方形/長方形 74">
            <a:extLst>
              <a:ext uri="{FF2B5EF4-FFF2-40B4-BE49-F238E27FC236}">
                <ns2:creationId id="{A43E8638-F0EC-0494-03EA-7C6725295A7A}"/>
              </a:ext>
            </a:extLst>
          </p:cNvPr>
          <p:cNvSpPr/>
          <p:nvPr/>
        </p:nvSpPr>
        <p:spPr>
          <a:xfrm>
            <a:off x="834171" y="4245775"/>
            <a:ext cx="3304428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791C2025-5655-47F3-5F00-AF2F683C091B}"/>
              </a:ext>
            </a:extLst>
          </p:cNvPr>
          <p:cNvSpPr/>
          <p:nvPr/>
        </p:nvSpPr>
        <p:spPr>
          <a:xfrm>
            <a:off x="834171" y="3500212"/>
            <a:ext cx="3304428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CRM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77" name="直線コネクタ 76">
            <a:extLst>
              <a:ext uri="{FF2B5EF4-FFF2-40B4-BE49-F238E27FC236}">
                <ns2:creationId id="{26AE3782-A201-BD06-FE92-B9E567C9BD70}"/>
              </a:ext>
            </a:extLst>
          </p:cNvPr>
          <p:cNvCxnSpPr>
            <a:cxnSpLocks/>
          </p:cNvCxnSpPr>
          <p:nvPr/>
        </p:nvCxnSpPr>
        <p:spPr>
          <a:xfrm>
            <a:off x="834169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四角形: 角を丸くする 77">
            <a:extLst>
              <a:ext uri="{FF2B5EF4-FFF2-40B4-BE49-F238E27FC236}">
                <ns2:creationId id="{07E4D1A9-B5E5-974D-D0E6-699CC395CDF5}"/>
              </a:ext>
            </a:extLst>
          </p:cNvPr>
          <p:cNvSpPr/>
          <p:nvPr/>
        </p:nvSpPr>
        <p:spPr>
          <a:xfrm>
            <a:off x="834172" y="2815625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9" name="四角形: 角を丸くする 78">
            <a:extLst>
              <a:ext uri="{FF2B5EF4-FFF2-40B4-BE49-F238E27FC236}">
                <ns2:creationId id="{1706284C-BB82-4E0A-8485-E54651A0AC2F}"/>
              </a:ext>
            </a:extLst>
          </p:cNvPr>
          <p:cNvSpPr/>
          <p:nvPr/>
        </p:nvSpPr>
        <p:spPr>
          <a:xfrm>
            <a:off x="834171" y="4282431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0" name="四角形: 角を丸くする 79">
            <a:extLst>
              <a:ext uri="{FF2B5EF4-FFF2-40B4-BE49-F238E27FC236}">
                <ns2:creationId id="{D7844DE1-940D-D798-40FA-C043729C7B48}"/>
              </a:ext>
            </a:extLst>
          </p:cNvPr>
          <p:cNvSpPr/>
          <p:nvPr/>
        </p:nvSpPr>
        <p:spPr>
          <a:xfrm>
            <a:off x="834171" y="3572727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2" name="直線コネクタ 91">
            <a:extLst>
              <a:ext uri="{FF2B5EF4-FFF2-40B4-BE49-F238E27FC236}">
                <ns2:creationId id="{BA0389C3-0DBD-A41A-9768-1EFAE14708AA}"/>
              </a:ext>
            </a:extLst>
          </p:cNvPr>
          <p:cNvCxnSpPr>
            <a:cxnSpLocks/>
          </p:cNvCxnSpPr>
          <p:nvPr/>
        </p:nvCxnSpPr>
        <p:spPr>
          <a:xfrm>
            <a:off x="584379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四角形: 角を丸くする 98">
            <a:extLst>
              <a:ext uri="{FF2B5EF4-FFF2-40B4-BE49-F238E27FC236}">
                <ns2:creationId id="{1ACAA286-EF1B-6C75-92B3-15C427D9934D}"/>
              </a:ext>
            </a:extLst>
          </p:cNvPr>
          <p:cNvSpPr/>
          <p:nvPr/>
        </p:nvSpPr>
        <p:spPr>
          <a:xfrm>
            <a:off x="860815" y="2530446"/>
            <a:ext cx="3250526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ns2:creationId id="{F605E722-C806-4E52-9A1B-094CEABF85BF}"/>
              </a:ext>
            </a:extLst>
          </p:cNvPr>
          <p:cNvSpPr/>
          <p:nvPr/>
        </p:nvSpPr>
        <p:spPr>
          <a:xfrm>
            <a:off x="4205346" y="2531945"/>
            <a:ext cx="3775388" cy="187987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01" name="四角形: 角を丸くする 100">
            <a:extLst>
              <a:ext uri="{FF2B5EF4-FFF2-40B4-BE49-F238E27FC236}">
                <ns2:creationId id="{2A22A72F-59B9-A604-BFF4-3A0E79F06217}"/>
              </a:ext>
            </a:extLst>
          </p:cNvPr>
          <p:cNvSpPr/>
          <p:nvPr/>
        </p:nvSpPr>
        <p:spPr>
          <a:xfrm>
            <a:off x="8074739" y="2530446"/>
            <a:ext cx="3775388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</p:spTree>
    <p:extLst>
      <p:ext uri="{BB962C8B-B14F-4D97-AF65-F5344CB8AC3E}">
        <ns5:creationId val="3355135571"/>
      </p:ext>
    </p:extLst>
  </p:cSld>
  <p:clrMapOvr>
    <a:masterClrMapping/>
  </p:clrMapOvr>
</p:sld>
</file>

<file path=ppt/slides/slide10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B7518BA-B617-4A52-F342-EE9363634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996AE23-7016-0287-97E2-170C1D7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F520B2F7-150A-8F31-09DF-4557865240D2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XX</a:t>
            </a:r>
            <a:endParaRPr lang="ja-JP" altLang="en-US"/>
          </a:p>
        </p:txBody>
      </p:sp>
      <p:grpSp>
        <p:nvGrpSpPr>
          <p:cNvPr id="79" name="グループ化 78">
            <a:extLst>
              <a:ext uri="{FF2B5EF4-FFF2-40B4-BE49-F238E27FC236}">
                <ns2:creationId id="{B9396915-5DD6-720E-E32B-906ACDF30756}"/>
              </a:ext>
            </a:extLst>
          </p:cNvPr>
          <p:cNvGrpSpPr/>
          <p:nvPr/>
        </p:nvGrpSpPr>
        <p:grpSpPr>
          <a:xfrm>
            <a:off x="338105" y="1631853"/>
            <a:ext cx="11527305" cy="4677072"/>
            <a:chOff x="338105" y="1631853"/>
            <a:chExt cx="11527305" cy="4677072"/>
          </a:xfrm>
        </p:grpSpPr>
        <p:sp>
          <p:nvSpPr>
            <p:cNvPr id="12" name="正方形/長方形 11">
              <a:extLst>
                <a:ext uri="{FF2B5EF4-FFF2-40B4-BE49-F238E27FC236}">
                  <ns2:creationId id="{BFE7AA52-3032-1ABA-F480-25D72A6BC40B}"/>
                </a:ext>
              </a:extLst>
            </p:cNvPr>
            <p:cNvSpPr/>
            <p:nvPr/>
          </p:nvSpPr>
          <p:spPr>
            <a:xfrm>
              <a:off x="720968" y="1631853"/>
              <a:ext cx="11136070" cy="311945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93A2071A-A6BD-B714-1549-EEBDB214AE3B}"/>
                </a:ext>
              </a:extLst>
            </p:cNvPr>
            <p:cNvSpPr/>
            <p:nvPr/>
          </p:nvSpPr>
          <p:spPr>
            <a:xfrm>
              <a:off x="338105" y="2708702"/>
              <a:ext cx="356424" cy="222386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FB3353BF-ABF4-FD34-1AAF-B35454366D6E}"/>
                </a:ext>
              </a:extLst>
            </p:cNvPr>
            <p:cNvSpPr/>
            <p:nvPr/>
          </p:nvSpPr>
          <p:spPr>
            <a:xfrm>
              <a:off x="338105" y="4979561"/>
              <a:ext cx="364795" cy="1329163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ED66EA16-48C8-3091-43C3-3B83C31FC9A8}"/>
                </a:ext>
              </a:extLst>
            </p:cNvPr>
            <p:cNvSpPr/>
            <p:nvPr/>
          </p:nvSpPr>
          <p:spPr>
            <a:xfrm>
              <a:off x="722074" y="1968408"/>
              <a:ext cx="5075475" cy="311945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B21D47C7-0A9D-3871-FA73-FB50269DCDF6}"/>
                </a:ext>
              </a:extLst>
            </p:cNvPr>
            <p:cNvSpPr/>
            <p:nvPr/>
          </p:nvSpPr>
          <p:spPr>
            <a:xfrm>
              <a:off x="720967" y="2307767"/>
              <a:ext cx="2241803" cy="37352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3469D107-9753-EE9C-111E-CCCDADA0E9B8}"/>
                </a:ext>
              </a:extLst>
            </p:cNvPr>
            <p:cNvSpPr/>
            <p:nvPr/>
          </p:nvSpPr>
          <p:spPr>
            <a:xfrm>
              <a:off x="3000486" y="2309195"/>
              <a:ext cx="1400606" cy="37352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73372F7F-76D8-13A1-7075-AB91651DA5BD}"/>
                </a:ext>
              </a:extLst>
            </p:cNvPr>
            <p:cNvSpPr/>
            <p:nvPr/>
          </p:nvSpPr>
          <p:spPr>
            <a:xfrm>
              <a:off x="4438808" y="2307767"/>
              <a:ext cx="1352788" cy="37352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1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DF46BA63-1A0B-6839-12A9-BFCFA1346559}"/>
                </a:ext>
              </a:extLst>
            </p:cNvPr>
            <p:cNvSpPr/>
            <p:nvPr/>
          </p:nvSpPr>
          <p:spPr>
            <a:xfrm>
              <a:off x="5831723" y="1968407"/>
              <a:ext cx="6025316" cy="3132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1B414737-ADD2-5A33-52C1-00C23D283A61}"/>
                </a:ext>
              </a:extLst>
            </p:cNvPr>
            <p:cNvSpPr/>
            <p:nvPr/>
          </p:nvSpPr>
          <p:spPr>
            <a:xfrm>
              <a:off x="5831723" y="2307767"/>
              <a:ext cx="1802148" cy="37352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60E5A971-5D1A-FB6D-0EFC-957257462346}"/>
                </a:ext>
              </a:extLst>
            </p:cNvPr>
            <p:cNvSpPr/>
            <p:nvPr/>
          </p:nvSpPr>
          <p:spPr>
            <a:xfrm>
              <a:off x="7661641" y="2307767"/>
              <a:ext cx="2088000" cy="37352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A7E60B42-D961-2370-69D5-8F343BC9C0F5}"/>
                </a:ext>
              </a:extLst>
            </p:cNvPr>
            <p:cNvSpPr/>
            <p:nvPr/>
          </p:nvSpPr>
          <p:spPr>
            <a:xfrm>
              <a:off x="9777410" y="2307767"/>
              <a:ext cx="2088000" cy="37352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1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04E06236-3098-8D08-1B87-0F4A6CF84F1D}"/>
                </a:ext>
              </a:extLst>
            </p:cNvPr>
            <p:cNvSpPr/>
            <p:nvPr/>
          </p:nvSpPr>
          <p:spPr>
            <a:xfrm>
              <a:off x="720967" y="2708703"/>
              <a:ext cx="2241803" cy="218808"/>
            </a:xfrm>
            <a:prstGeom prst="roundRect">
              <a:avLst>
                <a:gd name="adj" fmla="val 41132"/>
              </a:avLst>
            </a:prstGeom>
            <a:solidFill>
              <a:schemeClr val="bg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ns2:creationId id="{835E765D-7DE4-85E6-5BEB-70FAC52C25D8}"/>
                </a:ext>
              </a:extLst>
            </p:cNvPr>
            <p:cNvSpPr/>
            <p:nvPr/>
          </p:nvSpPr>
          <p:spPr>
            <a:xfrm>
              <a:off x="3000486" y="2710131"/>
              <a:ext cx="1400606" cy="218808"/>
            </a:xfrm>
            <a:prstGeom prst="roundRect">
              <a:avLst>
                <a:gd name="adj" fmla="val 41132"/>
              </a:avLst>
            </a:prstGeom>
            <a:solidFill>
              <a:schemeClr val="bg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1D02968F-088E-D529-F7A2-196D96E90C05}"/>
                </a:ext>
              </a:extLst>
            </p:cNvPr>
            <p:cNvSpPr/>
            <p:nvPr/>
          </p:nvSpPr>
          <p:spPr>
            <a:xfrm>
              <a:off x="4438650" y="2708703"/>
              <a:ext cx="1351837" cy="218808"/>
            </a:xfrm>
            <a:prstGeom prst="roundRect">
              <a:avLst>
                <a:gd name="adj" fmla="val 41132"/>
              </a:avLst>
            </a:prstGeom>
            <a:solidFill>
              <a:schemeClr val="bg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35" name="四角形: 角を丸くする 34">
              <a:extLst>
                <a:ext uri="{FF2B5EF4-FFF2-40B4-BE49-F238E27FC236}">
                  <ns2:creationId id="{85659766-4FA0-C8CC-F91D-4C4490FAE929}"/>
                </a:ext>
              </a:extLst>
            </p:cNvPr>
            <p:cNvSpPr/>
            <p:nvPr/>
          </p:nvSpPr>
          <p:spPr>
            <a:xfrm>
              <a:off x="5905871" y="2768796"/>
              <a:ext cx="1728000" cy="468000"/>
            </a:xfrm>
            <a:prstGeom prst="roundRect">
              <a:avLst>
                <a:gd name="adj" fmla="val 7692"/>
              </a:avLst>
            </a:prstGeom>
            <a:noFill/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6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en-US" altLang="zh-TW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四角形: 角を丸くする 35">
              <a:extLst>
                <a:ext uri="{FF2B5EF4-FFF2-40B4-BE49-F238E27FC236}">
                  <ns2:creationId id="{6B66A36C-9114-46C7-E582-8E18EE4CFDA9}"/>
                </a:ext>
              </a:extLst>
            </p:cNvPr>
            <p:cNvSpPr/>
            <p:nvPr/>
          </p:nvSpPr>
          <p:spPr>
            <a:xfrm>
              <a:off x="7733641" y="2768796"/>
              <a:ext cx="2016000" cy="648000"/>
            </a:xfrm>
            <a:prstGeom prst="roundRect">
              <a:avLst>
                <a:gd name="adj" fmla="val 5556"/>
              </a:avLst>
            </a:prstGeom>
            <a:noFill/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9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四角形: 角を丸くする 37">
              <a:extLst>
                <a:ext uri="{FF2B5EF4-FFF2-40B4-BE49-F238E27FC236}">
                  <ns2:creationId id="{AE8B5F08-3CD7-50AD-8A4B-4D60E79F2DC5}"/>
                </a:ext>
              </a:extLst>
            </p:cNvPr>
            <p:cNvSpPr/>
            <p:nvPr/>
          </p:nvSpPr>
          <p:spPr>
            <a:xfrm>
              <a:off x="5905871" y="3322846"/>
              <a:ext cx="1728000" cy="468000"/>
            </a:xfrm>
            <a:prstGeom prst="roundRect">
              <a:avLst>
                <a:gd name="adj" fmla="val 7692"/>
              </a:avLst>
            </a:prstGeom>
            <a:noFill/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16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1" name="四角形: 角を丸くする 40">
              <a:extLst>
                <a:ext uri="{FF2B5EF4-FFF2-40B4-BE49-F238E27FC236}">
                  <ns2:creationId id="{8A17AB97-5AB6-2117-C396-F1755D1C7593}"/>
                </a:ext>
              </a:extLst>
            </p:cNvPr>
            <p:cNvSpPr/>
            <p:nvPr/>
          </p:nvSpPr>
          <p:spPr>
            <a:xfrm>
              <a:off x="5905872" y="3876896"/>
              <a:ext cx="1728000" cy="468000"/>
            </a:xfrm>
            <a:prstGeom prst="roundRect">
              <a:avLst>
                <a:gd name="adj" fmla="val 7692"/>
              </a:avLst>
            </a:prstGeom>
            <a:noFill/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6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四角形: 角を丸くする 43">
              <a:extLst>
                <a:ext uri="{FF2B5EF4-FFF2-40B4-BE49-F238E27FC236}">
                  <ns2:creationId id="{9EA65A5C-66E1-CBB9-1740-EDEE825817F3}"/>
                </a:ext>
              </a:extLst>
            </p:cNvPr>
            <p:cNvSpPr/>
            <p:nvPr/>
          </p:nvSpPr>
          <p:spPr>
            <a:xfrm>
              <a:off x="5905871" y="4430945"/>
              <a:ext cx="1728000" cy="468000"/>
            </a:xfrm>
            <a:prstGeom prst="roundRect">
              <a:avLst>
                <a:gd name="adj" fmla="val 7692"/>
              </a:avLst>
            </a:prstGeom>
            <a:noFill/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6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四角形: 角を丸くする 62">
              <a:extLst>
                <a:ext uri="{FF2B5EF4-FFF2-40B4-BE49-F238E27FC236}">
                  <ns2:creationId id="{180150F5-ECB0-8E35-6654-A8FE9F879044}"/>
                </a:ext>
              </a:extLst>
            </p:cNvPr>
            <p:cNvSpPr/>
            <p:nvPr/>
          </p:nvSpPr>
          <p:spPr>
            <a:xfrm>
              <a:off x="7733640" y="4250946"/>
              <a:ext cx="2016000" cy="648000"/>
            </a:xfrm>
            <a:prstGeom prst="roundRect">
              <a:avLst>
                <a:gd name="adj" fmla="val 5556"/>
              </a:avLst>
            </a:prstGeom>
            <a:noFill/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9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GCP</a:t>
              </a:r>
              <a:r>
                <a:rPr kumimoji="1" lang="ja-JP" altLang="en-US" sz="9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ETL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四角形: 角を丸くする 63">
              <a:extLst>
                <a:ext uri="{FF2B5EF4-FFF2-40B4-BE49-F238E27FC236}">
                  <ns2:creationId id="{68CCB521-DF3F-00F7-DF31-E1848942D5C1}"/>
                </a:ext>
              </a:extLst>
            </p:cNvPr>
            <p:cNvSpPr/>
            <p:nvPr/>
          </p:nvSpPr>
          <p:spPr>
            <a:xfrm>
              <a:off x="7733641" y="3509871"/>
              <a:ext cx="2016000" cy="648000"/>
            </a:xfrm>
            <a:prstGeom prst="roundRect">
              <a:avLst>
                <a:gd name="adj" fmla="val 5556"/>
              </a:avLst>
            </a:prstGeom>
            <a:noFill/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A2695248-237F-CFE2-D4E9-E92B4255DF07}"/>
                </a:ext>
              </a:extLst>
            </p:cNvPr>
            <p:cNvSpPr/>
            <p:nvPr/>
          </p:nvSpPr>
          <p:spPr>
            <a:xfrm>
              <a:off x="9777409" y="2715004"/>
              <a:ext cx="2088000" cy="7139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A6FD7CC4-DB3A-10E5-9952-B4AD4C1BBB7F}"/>
                </a:ext>
              </a:extLst>
            </p:cNvPr>
            <p:cNvSpPr/>
            <p:nvPr/>
          </p:nvSpPr>
          <p:spPr>
            <a:xfrm>
              <a:off x="9777409" y="4218117"/>
              <a:ext cx="2088000" cy="7218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2C885FD9-ADC6-30B3-8576-D795B6F04880}"/>
                </a:ext>
              </a:extLst>
            </p:cNvPr>
            <p:cNvSpPr/>
            <p:nvPr/>
          </p:nvSpPr>
          <p:spPr>
            <a:xfrm>
              <a:off x="9777409" y="3462560"/>
              <a:ext cx="2088000" cy="72199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F8CE4BB6-CAD1-BF96-79E1-2369C8950479}"/>
                </a:ext>
              </a:extLst>
            </p:cNvPr>
            <p:cNvSpPr/>
            <p:nvPr/>
          </p:nvSpPr>
          <p:spPr>
            <a:xfrm>
              <a:off x="720967" y="2983863"/>
              <a:ext cx="2241803" cy="61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10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4EE14AAF-227C-7894-C364-752D9C62BF61}"/>
                </a:ext>
              </a:extLst>
            </p:cNvPr>
            <p:cNvSpPr/>
            <p:nvPr/>
          </p:nvSpPr>
          <p:spPr>
            <a:xfrm>
              <a:off x="720967" y="3652215"/>
              <a:ext cx="2241803" cy="61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48F3FD4F-51AD-E801-1DAD-962A2E1E9561}"/>
                </a:ext>
              </a:extLst>
            </p:cNvPr>
            <p:cNvSpPr/>
            <p:nvPr/>
          </p:nvSpPr>
          <p:spPr>
            <a:xfrm>
              <a:off x="720967" y="4320566"/>
              <a:ext cx="2241803" cy="61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29194751-C9E1-BCDC-C164-B5EA9403E57C}"/>
                </a:ext>
              </a:extLst>
            </p:cNvPr>
            <p:cNvSpPr/>
            <p:nvPr/>
          </p:nvSpPr>
          <p:spPr>
            <a:xfrm>
              <a:off x="3000486" y="2983863"/>
              <a:ext cx="1400606" cy="95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6C0FF609-8460-1E93-16C6-E62523FBC7FF}"/>
                </a:ext>
              </a:extLst>
            </p:cNvPr>
            <p:cNvSpPr/>
            <p:nvPr/>
          </p:nvSpPr>
          <p:spPr>
            <a:xfrm>
              <a:off x="3000486" y="3978566"/>
              <a:ext cx="1400606" cy="95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C8B0D2E3-B7B7-3612-B528-31ABA815E15A}"/>
                </a:ext>
              </a:extLst>
            </p:cNvPr>
            <p:cNvSpPr/>
            <p:nvPr/>
          </p:nvSpPr>
          <p:spPr>
            <a:xfrm>
              <a:off x="4438650" y="2983863"/>
              <a:ext cx="1351837" cy="95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69C4A16B-3EA9-CC25-8686-BDE2D909B18B}"/>
                </a:ext>
              </a:extLst>
            </p:cNvPr>
            <p:cNvSpPr/>
            <p:nvPr/>
          </p:nvSpPr>
          <p:spPr>
            <a:xfrm>
              <a:off x="4438650" y="3978566"/>
              <a:ext cx="1351837" cy="95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2" name="直線コネクタ 101">
              <a:extLst>
                <a:ext uri="{FF2B5EF4-FFF2-40B4-BE49-F238E27FC236}">
                  <ns2:creationId id="{88B3DC4C-49D1-98B6-CF9C-22B0E829D264}"/>
                </a:ext>
              </a:extLst>
            </p:cNvPr>
            <p:cNvCxnSpPr>
              <a:cxnSpLocks/>
            </p:cNvCxnSpPr>
            <p:nvPr/>
          </p:nvCxnSpPr>
          <p:spPr>
            <a:xfrm>
              <a:off x="722075" y="4956753"/>
              <a:ext cx="2241803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正方形/長方形 103">
              <a:extLst>
                <a:ext uri="{FF2B5EF4-FFF2-40B4-BE49-F238E27FC236}">
                  <ns2:creationId id="{BD17DF39-BFDD-9843-81DC-E9AA7FCA0777}"/>
                </a:ext>
              </a:extLst>
            </p:cNvPr>
            <p:cNvSpPr/>
            <p:nvPr/>
          </p:nvSpPr>
          <p:spPr>
            <a:xfrm>
              <a:off x="722075" y="4981045"/>
              <a:ext cx="2241803" cy="132768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E8843AEF-356C-5970-BAD4-FA4C9F9B8D02}"/>
                </a:ext>
              </a:extLst>
            </p:cNvPr>
            <p:cNvSpPr/>
            <p:nvPr/>
          </p:nvSpPr>
          <p:spPr>
            <a:xfrm>
              <a:off x="3005114" y="4979761"/>
              <a:ext cx="1399622" cy="132916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06C7E5A8-2329-4A0D-001D-16E002945355}"/>
                </a:ext>
              </a:extLst>
            </p:cNvPr>
            <p:cNvSpPr/>
            <p:nvPr/>
          </p:nvSpPr>
          <p:spPr>
            <a:xfrm>
              <a:off x="4438650" y="4979761"/>
              <a:ext cx="1351837" cy="132916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3EAAE8FC-DEF2-3500-6965-6F13047777EB}"/>
                </a:ext>
              </a:extLst>
            </p:cNvPr>
            <p:cNvSpPr/>
            <p:nvPr/>
          </p:nvSpPr>
          <p:spPr>
            <a:xfrm>
              <a:off x="5831722" y="4979761"/>
              <a:ext cx="1802148" cy="13291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18E55602-8188-A6B3-A260-5357EE2CDFC1}"/>
                </a:ext>
              </a:extLst>
            </p:cNvPr>
            <p:cNvSpPr/>
            <p:nvPr/>
          </p:nvSpPr>
          <p:spPr>
            <a:xfrm>
              <a:off x="7661642" y="4979763"/>
              <a:ext cx="2087999" cy="13291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718185DB-25EF-B451-F637-2932415EB216}"/>
                </a:ext>
              </a:extLst>
            </p:cNvPr>
            <p:cNvSpPr/>
            <p:nvPr/>
          </p:nvSpPr>
          <p:spPr>
            <a:xfrm>
              <a:off x="9777410" y="4979763"/>
              <a:ext cx="2088000" cy="64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620D2C89-FF88-558D-AC95-75A89271D856}"/>
                </a:ext>
              </a:extLst>
            </p:cNvPr>
            <p:cNvSpPr/>
            <p:nvPr/>
          </p:nvSpPr>
          <p:spPr>
            <a:xfrm>
              <a:off x="9777408" y="5660724"/>
              <a:ext cx="2088002" cy="64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0488" indent="-90488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4" name="直線コネクタ 3">
              <a:extLst>
                <a:ext uri="{FF2B5EF4-FFF2-40B4-BE49-F238E27FC236}">
                  <ns2:creationId id="{A53BD087-1969-DBBB-AF87-EBDD7847256B}"/>
                </a:ext>
              </a:extLst>
            </p:cNvPr>
            <p:cNvCxnSpPr>
              <a:cxnSpLocks/>
            </p:cNvCxnSpPr>
            <p:nvPr/>
          </p:nvCxnSpPr>
          <p:spPr>
            <a:xfrm>
              <a:off x="720967" y="3624039"/>
              <a:ext cx="2241803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ns2:creationId id="{E945ABB7-10A3-1B02-C79A-1552DBE297F5}"/>
                </a:ext>
              </a:extLst>
            </p:cNvPr>
            <p:cNvCxnSpPr>
              <a:cxnSpLocks/>
            </p:cNvCxnSpPr>
            <p:nvPr/>
          </p:nvCxnSpPr>
          <p:spPr>
            <a:xfrm>
              <a:off x="720967" y="4292391"/>
              <a:ext cx="2241803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ns2:creationId id="{730BE7A6-C812-0148-DC79-5B0C98AAA24E}"/>
                </a:ext>
              </a:extLst>
            </p:cNvPr>
            <p:cNvCxnSpPr>
              <a:cxnSpLocks/>
            </p:cNvCxnSpPr>
            <p:nvPr/>
          </p:nvCxnSpPr>
          <p:spPr>
            <a:xfrm>
              <a:off x="3000486" y="3958215"/>
              <a:ext cx="1400606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ns2:creationId id="{D5B045C2-0C41-37B5-2A78-CD0F322E34FF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1" y="3958215"/>
              <a:ext cx="1351837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コネクタ 8">
              <a:extLst>
                <a:ext uri="{FF2B5EF4-FFF2-40B4-BE49-F238E27FC236}">
                  <ns2:creationId id="{A2E2CD44-2EDC-DC83-24F7-873ABD11EEA6}"/>
                </a:ext>
              </a:extLst>
            </p:cNvPr>
            <p:cNvCxnSpPr>
              <a:cxnSpLocks/>
            </p:cNvCxnSpPr>
            <p:nvPr/>
          </p:nvCxnSpPr>
          <p:spPr>
            <a:xfrm>
              <a:off x="4438650" y="4956753"/>
              <a:ext cx="1351837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コネクタ 9">
              <a:extLst>
                <a:ext uri="{FF2B5EF4-FFF2-40B4-BE49-F238E27FC236}">
                  <ns2:creationId id="{A040C72B-E31F-8900-D554-11B1CB0361EC}"/>
                </a:ext>
              </a:extLst>
            </p:cNvPr>
            <p:cNvCxnSpPr>
              <a:cxnSpLocks/>
            </p:cNvCxnSpPr>
            <p:nvPr/>
          </p:nvCxnSpPr>
          <p:spPr>
            <a:xfrm>
              <a:off x="3000486" y="4956753"/>
              <a:ext cx="1400606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ns2:creationId id="{EC0CB817-02C9-224A-2828-31ECD312242D}"/>
                </a:ext>
              </a:extLst>
            </p:cNvPr>
            <p:cNvCxnSpPr>
              <a:cxnSpLocks/>
            </p:cNvCxnSpPr>
            <p:nvPr/>
          </p:nvCxnSpPr>
          <p:spPr>
            <a:xfrm>
              <a:off x="5831722" y="4956753"/>
              <a:ext cx="180214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>
              <a:extLst>
                <a:ext uri="{FF2B5EF4-FFF2-40B4-BE49-F238E27FC236}">
                  <ns2:creationId id="{57A80FF9-010F-3EA8-473E-2EB21DF00F38}"/>
                </a:ext>
              </a:extLst>
            </p:cNvPr>
            <p:cNvCxnSpPr>
              <a:cxnSpLocks/>
            </p:cNvCxnSpPr>
            <p:nvPr/>
          </p:nvCxnSpPr>
          <p:spPr>
            <a:xfrm>
              <a:off x="7661639" y="4956753"/>
              <a:ext cx="2088000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ns2:creationId id="{2D45277C-3E8F-CE8C-F331-DDA751BA33CF}"/>
                </a:ext>
              </a:extLst>
            </p:cNvPr>
            <p:cNvCxnSpPr>
              <a:cxnSpLocks/>
            </p:cNvCxnSpPr>
            <p:nvPr/>
          </p:nvCxnSpPr>
          <p:spPr>
            <a:xfrm>
              <a:off x="9777408" y="4956753"/>
              <a:ext cx="2088000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ns2:creationId id="{18C58BB5-D049-66EA-83F4-2A5E7CB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9777408" y="5644244"/>
              <a:ext cx="208800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コネクタ 26">
              <a:extLst>
                <a:ext uri="{FF2B5EF4-FFF2-40B4-BE49-F238E27FC236}">
                  <ns2:creationId id="{9645DAB6-4112-F308-FC8D-5FDAB4E9751D}"/>
                </a:ext>
              </a:extLst>
            </p:cNvPr>
            <p:cNvCxnSpPr>
              <a:cxnSpLocks/>
            </p:cNvCxnSpPr>
            <p:nvPr/>
          </p:nvCxnSpPr>
          <p:spPr>
            <a:xfrm>
              <a:off x="9777408" y="3445780"/>
              <a:ext cx="2088000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ns2:creationId id="{8187E7BA-A6E1-279C-C294-5D8557EA8288}"/>
                </a:ext>
              </a:extLst>
            </p:cNvPr>
            <p:cNvCxnSpPr>
              <a:cxnSpLocks/>
            </p:cNvCxnSpPr>
            <p:nvPr/>
          </p:nvCxnSpPr>
          <p:spPr>
            <a:xfrm>
              <a:off x="9777408" y="4201337"/>
              <a:ext cx="2088000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楕円 28">
              <a:extLst>
                <a:ext uri="{FF2B5EF4-FFF2-40B4-BE49-F238E27FC236}">
                  <ns2:creationId id="{361A8930-6FB5-48F3-4E8C-CED80C247A83}"/>
                </a:ext>
              </a:extLst>
            </p:cNvPr>
            <p:cNvSpPr/>
            <p:nvPr/>
          </p:nvSpPr>
          <p:spPr>
            <a:xfrm>
              <a:off x="5831723" y="2708701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楕円 29">
              <a:extLst>
                <a:ext uri="{FF2B5EF4-FFF2-40B4-BE49-F238E27FC236}">
                  <ns2:creationId id="{FDEA4657-2A27-84DB-1FB4-14CA35909C45}"/>
                </a:ext>
              </a:extLst>
            </p:cNvPr>
            <p:cNvSpPr/>
            <p:nvPr/>
          </p:nvSpPr>
          <p:spPr>
            <a:xfrm>
              <a:off x="5831723" y="3255549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楕円 30">
              <a:extLst>
                <a:ext uri="{FF2B5EF4-FFF2-40B4-BE49-F238E27FC236}">
                  <ns2:creationId id="{91D4B6B5-A821-7BA2-20EB-EA4C2E4E6448}"/>
                </a:ext>
              </a:extLst>
            </p:cNvPr>
            <p:cNvSpPr/>
            <p:nvPr/>
          </p:nvSpPr>
          <p:spPr>
            <a:xfrm>
              <a:off x="5831723" y="3802397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楕円 36">
              <a:extLst>
                <a:ext uri="{FF2B5EF4-FFF2-40B4-BE49-F238E27FC236}">
                  <ns2:creationId id="{5D837B79-37BE-04BC-DF99-70D551CAD5D5}"/>
                </a:ext>
              </a:extLst>
            </p:cNvPr>
            <p:cNvSpPr/>
            <p:nvPr/>
          </p:nvSpPr>
          <p:spPr>
            <a:xfrm>
              <a:off x="5831723" y="4349245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楕円 38">
              <a:extLst>
                <a:ext uri="{FF2B5EF4-FFF2-40B4-BE49-F238E27FC236}">
                  <ns2:creationId id="{9E7AD081-1BF8-898D-9029-A51CB49D51F1}"/>
                </a:ext>
              </a:extLst>
            </p:cNvPr>
            <p:cNvSpPr/>
            <p:nvPr/>
          </p:nvSpPr>
          <p:spPr>
            <a:xfrm>
              <a:off x="7661641" y="2708701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楕円 39">
              <a:extLst>
                <a:ext uri="{FF2B5EF4-FFF2-40B4-BE49-F238E27FC236}">
                  <ns2:creationId id="{B6ADDF01-5EEF-E011-BA1A-066E76FF06D2}"/>
                </a:ext>
              </a:extLst>
            </p:cNvPr>
            <p:cNvSpPr/>
            <p:nvPr/>
          </p:nvSpPr>
          <p:spPr>
            <a:xfrm>
              <a:off x="7661641" y="3441569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楕円 41">
              <a:extLst>
                <a:ext uri="{FF2B5EF4-FFF2-40B4-BE49-F238E27FC236}">
                  <ns2:creationId id="{B88B034A-FBEF-3884-B330-0206FAF94355}"/>
                </a:ext>
              </a:extLst>
            </p:cNvPr>
            <p:cNvSpPr/>
            <p:nvPr/>
          </p:nvSpPr>
          <p:spPr>
            <a:xfrm>
              <a:off x="7661641" y="4174437"/>
              <a:ext cx="180000" cy="180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5" name="グラフィックス 44" descr="評価 単色塗りつぶし">
              <a:extLst>
                <a:ext uri="{FF2B5EF4-FFF2-40B4-BE49-F238E27FC236}">
                  <ns2:creationId id="{4ACFAA2B-26C8-6E9E-6957-862A8EF49B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94503" y="5269921"/>
              <a:ext cx="252000" cy="252000"/>
            </a:xfrm>
            <a:prstGeom prst="rect">
              <a:avLst/>
            </a:prstGeom>
          </p:spPr>
        </p:pic>
        <p:pic>
          <p:nvPicPr>
            <p:cNvPr id="47" name="グラフィックス 46" descr="クリップボード: チェックマーク 単色塗りつぶし">
              <a:extLst>
                <a:ext uri="{FF2B5EF4-FFF2-40B4-BE49-F238E27FC236}">
                  <ns2:creationId id="{B34C5571-CBB2-9BD8-4208-5D45B6F11F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94503" y="3248258"/>
              <a:ext cx="252000" cy="252000"/>
            </a:xfrm>
            <a:prstGeom prst="rect">
              <a:avLst/>
            </a:prstGeom>
          </p:spPr>
        </p:pic>
        <p:sp>
          <p:nvSpPr>
            <p:cNvPr id="48" name="正方形/長方形 47">
              <a:extLst>
                <a:ext uri="{FF2B5EF4-FFF2-40B4-BE49-F238E27FC236}">
                  <ns2:creationId id="{EE5B893E-70BE-F0D1-97E2-95667E264028}"/>
                </a:ext>
              </a:extLst>
            </p:cNvPr>
            <p:cNvSpPr/>
            <p:nvPr/>
          </p:nvSpPr>
          <p:spPr>
            <a:xfrm>
              <a:off x="838770" y="3451863"/>
              <a:ext cx="2124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3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0488" indent="-9048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0488" indent="-9048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C54AF81E-C13C-8D06-66FC-70596F9A038F}"/>
                </a:ext>
              </a:extLst>
            </p:cNvPr>
            <p:cNvGrpSpPr/>
            <p:nvPr/>
          </p:nvGrpSpPr>
          <p:grpSpPr>
            <a:xfrm>
              <a:off x="874770" y="3832215"/>
              <a:ext cx="2088000" cy="432000"/>
              <a:chOff x="874770" y="3832215"/>
              <a:chExt cx="2088000" cy="432000"/>
            </a:xfrm>
          </p:grpSpPr>
          <p:sp>
            <p:nvSpPr>
              <p:cNvPr id="49" name="正方形/長方形 48">
                <a:extLst>
                  <a:ext uri="{FF2B5EF4-FFF2-40B4-BE49-F238E27FC236}">
                    <ns2:creationId id="{89F231DA-993B-D378-BE8E-3C39AD9BCC96}"/>
                  </a:ext>
                </a:extLst>
              </p:cNvPr>
              <p:cNvSpPr/>
              <p:nvPr/>
            </p:nvSpPr>
            <p:spPr>
              <a:xfrm>
                <a:off x="874770" y="3832215"/>
                <a:ext cx="900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3672A18-580E-E21B-AC85-59429B25FB24}"/>
                  </a:ext>
                </a:extLst>
              </p:cNvPr>
              <p:cNvSpPr/>
              <p:nvPr/>
            </p:nvSpPr>
            <p:spPr>
              <a:xfrm>
                <a:off x="1774770" y="3832215"/>
                <a:ext cx="118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ns2:creationId id="{4B5D938A-02DF-3347-28EA-7ED1A2042A65}"/>
                </a:ext>
              </a:extLst>
            </p:cNvPr>
            <p:cNvGrpSpPr/>
            <p:nvPr/>
          </p:nvGrpSpPr>
          <p:grpSpPr>
            <a:xfrm>
              <a:off x="874770" y="4500566"/>
              <a:ext cx="2088000" cy="432000"/>
              <a:chOff x="874770" y="3832215"/>
              <a:chExt cx="2088000" cy="432000"/>
            </a:xfrm>
          </p:grpSpPr>
          <p:sp>
            <p:nvSpPr>
              <p:cNvPr id="53" name="正方形/長方形 52">
                <a:extLst>
                  <a:ext uri="{FF2B5EF4-FFF2-40B4-BE49-F238E27FC236}">
                    <ns2:creationId id="{BC437C3C-12B3-D514-3430-64891591C9A1}"/>
                  </a:ext>
                </a:extLst>
              </p:cNvPr>
              <p:cNvSpPr/>
              <p:nvPr/>
            </p:nvSpPr>
            <p:spPr>
              <a:xfrm>
                <a:off x="874770" y="3832215"/>
                <a:ext cx="900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ns2:creationId id="{5FC8A018-9E44-0068-06DA-4E98D0C5617F}"/>
                  </a:ext>
                </a:extLst>
              </p:cNvPr>
              <p:cNvSpPr/>
              <p:nvPr/>
            </p:nvSpPr>
            <p:spPr>
              <a:xfrm>
                <a:off x="1774770" y="3832215"/>
                <a:ext cx="118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71" name="四角形: 角を丸くする 70">
              <a:extLst>
                <a:ext uri="{FF2B5EF4-FFF2-40B4-BE49-F238E27FC236}">
                  <ns2:creationId id="{55DDE2E2-B96A-6818-1249-4819CA3B9879}"/>
                </a:ext>
              </a:extLst>
            </p:cNvPr>
            <p:cNvSpPr/>
            <p:nvPr/>
          </p:nvSpPr>
          <p:spPr>
            <a:xfrm>
              <a:off x="9777410" y="2768796"/>
              <a:ext cx="1025610" cy="200301"/>
            </a:xfrm>
            <a:prstGeom prst="roundRect">
              <a:avLst>
                <a:gd name="adj" fmla="val 26959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四角形: 角を丸くする 75">
              <a:extLst>
                <a:ext uri="{FF2B5EF4-FFF2-40B4-BE49-F238E27FC236}">
                  <ns2:creationId id="{1ADB8662-653A-66F8-34F3-D08EC3978287}"/>
                </a:ext>
              </a:extLst>
            </p:cNvPr>
            <p:cNvSpPr/>
            <p:nvPr/>
          </p:nvSpPr>
          <p:spPr>
            <a:xfrm>
              <a:off x="9777409" y="4255265"/>
              <a:ext cx="1025610" cy="200301"/>
            </a:xfrm>
            <a:prstGeom prst="roundRect">
              <a:avLst>
                <a:gd name="adj" fmla="val 26959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四角形: 角を丸くする 76">
              <a:extLst>
                <a:ext uri="{FF2B5EF4-FFF2-40B4-BE49-F238E27FC236}">
                  <ns2:creationId id="{883DC0CE-CD31-3E41-D90D-EAA79A566BC6}"/>
                </a:ext>
              </a:extLst>
            </p:cNvPr>
            <p:cNvSpPr/>
            <p:nvPr/>
          </p:nvSpPr>
          <p:spPr>
            <a:xfrm>
              <a:off x="9777409" y="3536047"/>
              <a:ext cx="1025610" cy="200301"/>
            </a:xfrm>
            <a:prstGeom prst="roundRect">
              <a:avLst>
                <a:gd name="adj" fmla="val 26959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3588345182"/>
      </p:ext>
    </p:extLst>
  </p:cSld>
  <p:clrMapOvr>
    <a:masterClrMapping/>
  </p:clrMapOvr>
</p:sld>
</file>

<file path=ppt/slides/slide107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22F6A9A-FED4-EE6D-B933-784811B4A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lang="en-AU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80D94EC-48EB-D4E0-A973-69416DC44D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 </a:t>
            </a:r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ja-JP" altLang="en-US" sz="1800" dirty="0"/>
              <a:t>XX</a:t>
            </a:r>
            <a:r>
              <a:rPr lang="en-US" altLang="ja-JP" sz="1800" dirty="0"/>
              <a:t>) </a:t>
            </a:r>
            <a:r>
              <a:rPr lang="ja-JP" altLang="en-US" sz="1800" dirty="0"/>
              <a:t>XX</a:t>
            </a:r>
            <a:r>
              <a:rPr lang="en-US" altLang="ja-JP" sz="1800" dirty="0"/>
              <a:t>(</a:t>
            </a:r>
            <a:r>
              <a:rPr lang="en-US" altLang="ja-JP" sz="1800" dirty="0">
                <a:solidFill>
                  <a:srgbClr val="008000"/>
                </a:solidFill>
              </a:rPr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en-US" altLang="ja-JP" sz="1800" dirty="0">
                <a:solidFill>
                  <a:srgbClr val="008000"/>
                </a:solidFill>
              </a:rPr>
              <a:t>XX</a:t>
            </a:r>
            <a:r>
              <a:rPr lang="en-US" altLang="ja-JP" sz="1800" dirty="0"/>
              <a:t>)</a:t>
            </a:r>
            <a:r>
              <a:rPr lang="ja-JP" altLang="en-US" sz="1800" dirty="0"/>
              <a:t>XX</a:t>
            </a:r>
            <a:r>
              <a:rPr lang="en-US" altLang="ja-JP" sz="1800" dirty="0"/>
              <a:t>1</a:t>
            </a:r>
            <a:r>
              <a:rPr lang="ja-JP" altLang="en-US" sz="1800" dirty="0"/>
              <a:t>XX</a:t>
            </a:r>
          </a:p>
        </p:txBody>
      </p:sp>
      <p:grpSp>
        <p:nvGrpSpPr>
          <p:cNvPr id="101" name="グループ化 100">
            <a:extLst>
              <a:ext uri="{FF2B5EF4-FFF2-40B4-BE49-F238E27FC236}">
                <ns2:creationId id="{9E0B60CF-8774-87B2-8690-E7AF8002BAC0}"/>
              </a:ext>
            </a:extLst>
          </p:cNvPr>
          <p:cNvGrpSpPr/>
          <p:nvPr/>
        </p:nvGrpSpPr>
        <p:grpSpPr>
          <a:xfrm>
            <a:off x="5989735" y="1648926"/>
            <a:ext cx="5860452" cy="4669686"/>
            <a:chOff x="5989735" y="1648926"/>
            <a:chExt cx="5860452" cy="4669686"/>
          </a:xfrm>
        </p:grpSpPr>
        <p:sp>
          <p:nvSpPr>
            <p:cNvPr id="69" name="Rechteck 19">
              <a:extLst>
                <a:ext uri="{FF2B5EF4-FFF2-40B4-BE49-F238E27FC236}">
                  <ns2:creationId id="{59973D66-471B-012C-B296-C2799EF574D9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 bwMode="auto">
            <a:xfrm>
              <a:off x="6234091" y="1648926"/>
              <a:ext cx="5616000" cy="288000"/>
            </a:xfrm>
            <a:prstGeom prst="rect">
              <a:avLst/>
            </a:prstGeom>
            <a:solidFill>
              <a:srgbClr val="008000"/>
            </a:solidFill>
            <a:ln w="9525" cmpd="sng">
              <a:solidFill>
                <a:srgbClr val="008000"/>
              </a:solidFill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algn="ctr" eaLnBrk="0" hangingPunct="0">
                <a:spcAft>
                  <a:spcPct val="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AU" altLang="ja-JP" sz="14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AU" altLang="ja-JP" sz="14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088C8EF7-2639-5C8A-315F-7A5BB98D8DBC}"/>
                </a:ext>
              </a:extLst>
            </p:cNvPr>
            <p:cNvSpPr/>
            <p:nvPr/>
          </p:nvSpPr>
          <p:spPr>
            <a:xfrm>
              <a:off x="6289237" y="2018649"/>
              <a:ext cx="678491" cy="36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ABBA4BA3-2423-FA53-3C1C-7859086C4DEE}"/>
                </a:ext>
              </a:extLst>
            </p:cNvPr>
            <p:cNvSpPr/>
            <p:nvPr/>
          </p:nvSpPr>
          <p:spPr>
            <a:xfrm>
              <a:off x="6289237" y="2412785"/>
              <a:ext cx="678491" cy="82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AU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67BBDBD1-68EE-FBB2-F778-4181D54DAB60}"/>
                </a:ext>
              </a:extLst>
            </p:cNvPr>
            <p:cNvSpPr/>
            <p:nvPr/>
          </p:nvSpPr>
          <p:spPr>
            <a:xfrm>
              <a:off x="6289237" y="3274921"/>
              <a:ext cx="678491" cy="54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Rechteck 19">
              <a:extLst>
                <a:ext uri="{FF2B5EF4-FFF2-40B4-BE49-F238E27FC236}">
                  <ns2:creationId id="{F8A0ECE8-F015-0C8F-BAD9-5AF604BC95C0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 bwMode="auto">
            <a:xfrm>
              <a:off x="6270187" y="3848769"/>
              <a:ext cx="5580000" cy="28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0" tIns="0" rIns="36000" bIns="0" anchor="ctr"/>
            <a:lstStyle/>
            <a:p>
              <a:pPr eaLnBrk="0" hangingPunct="0">
                <a:spcAft>
                  <a:spcPct val="0"/>
                </a:spcAft>
              </a:pP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8" name="グラフィックス 77" descr="質問 単色塗りつぶし">
              <a:extLst>
                <a:ext uri="{FF2B5EF4-FFF2-40B4-BE49-F238E27FC236}">
                  <ns2:creationId id="{C18A38C5-F532-902B-77BA-5FE1D813B7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9"/>
                </a:ext>
              </a:extLst>
            </a:blip>
            <a:stretch>
              <a:fillRect/>
            </a:stretch>
          </p:blipFill>
          <p:spPr>
            <a:xfrm>
              <a:off x="7377920" y="1657046"/>
              <a:ext cx="288000" cy="288000"/>
            </a:xfrm>
            <a:prstGeom prst="rect">
              <a:avLst/>
            </a:prstGeom>
          </p:spPr>
        </p:pic>
        <p:pic>
          <p:nvPicPr>
            <p:cNvPr id="80" name="グラフィックス 79" descr="プレイブック 単色塗りつぶし">
              <a:extLst>
                <a:ext uri="{FF2B5EF4-FFF2-40B4-BE49-F238E27FC236}">
                  <ns2:creationId id="{A3AE6338-AFE0-3BC4-19E3-C1CCFA07EF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0"/>
                </a:ext>
              </a:extLst>
            </a:blip>
            <a:stretch>
              <a:fillRect/>
            </a:stretch>
          </p:blipFill>
          <p:spPr>
            <a:xfrm>
              <a:off x="6299077" y="3848769"/>
              <a:ext cx="288000" cy="288000"/>
            </a:xfrm>
            <a:prstGeom prst="rect">
              <a:avLst/>
            </a:prstGeom>
          </p:spPr>
        </p:pic>
        <p:sp>
          <p:nvSpPr>
            <p:cNvPr id="81" name="ホームベース 64">
              <a:extLst>
                <a:ext uri="{FF2B5EF4-FFF2-40B4-BE49-F238E27FC236}">
                  <ns2:creationId id="{378F0B64-3D6A-F705-CC8F-4BD943D8F561}"/>
                </a:ext>
              </a:extLst>
            </p:cNvPr>
            <p:cNvSpPr/>
            <p:nvPr/>
          </p:nvSpPr>
          <p:spPr>
            <a:xfrm>
              <a:off x="6289237" y="4191233"/>
              <a:ext cx="1440000" cy="540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2" name="山形 65">
              <a:extLst>
                <a:ext uri="{FF2B5EF4-FFF2-40B4-BE49-F238E27FC236}">
                  <ns2:creationId id="{55CE4583-F4A6-1035-01E2-64BBDA2FEECC}"/>
                </a:ext>
              </a:extLst>
            </p:cNvPr>
            <p:cNvSpPr/>
            <p:nvPr/>
          </p:nvSpPr>
          <p:spPr>
            <a:xfrm>
              <a:off x="7655798" y="4191233"/>
              <a:ext cx="1440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kumimoji="1"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kumimoji="1"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3" name="山形 66">
              <a:extLst>
                <a:ext uri="{FF2B5EF4-FFF2-40B4-BE49-F238E27FC236}">
                  <ns2:creationId id="{38BD6020-D6FC-DE4B-32C6-B7C634073485}"/>
                </a:ext>
              </a:extLst>
            </p:cNvPr>
            <p:cNvSpPr/>
            <p:nvPr/>
          </p:nvSpPr>
          <p:spPr>
            <a:xfrm>
              <a:off x="9022359" y="4191233"/>
              <a:ext cx="1440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4" name="山形 66">
              <a:extLst>
                <a:ext uri="{FF2B5EF4-FFF2-40B4-BE49-F238E27FC236}">
                  <ns2:creationId id="{820709EF-0116-DC96-8444-3CED8182A39F}"/>
                </a:ext>
              </a:extLst>
            </p:cNvPr>
            <p:cNvSpPr/>
            <p:nvPr/>
          </p:nvSpPr>
          <p:spPr>
            <a:xfrm>
              <a:off x="10388921" y="4191233"/>
              <a:ext cx="1440000" cy="540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AU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>
                <a:buClr>
                  <a:schemeClr val="accent1"/>
                </a:buClr>
              </a:pP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AU" altLang="ja-JP" sz="1000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AU" altLang="ja-JP" sz="1000" dirty="0">
                <a:solidFill>
                  <a:schemeClr val="bg1"/>
                </a:solidFill>
                <a:latin typeface="+mn-ea"/>
              </a:endParaRPr>
            </a:p>
          </p:txBody>
        </p:sp>
        <p:cxnSp>
          <p:nvCxnSpPr>
            <p:cNvPr id="85" name="直線コネクタ 84">
              <a:extLst>
                <a:ext uri="{FF2B5EF4-FFF2-40B4-BE49-F238E27FC236}">
                  <ns2:creationId id="{59099159-5D78-8252-75B4-1A6906C0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9237" y="5575768"/>
              <a:ext cx="136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ns2:creationId id="{33B1C593-B36A-4F4C-3202-4047630F4F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1797" y="5575768"/>
              <a:ext cx="136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コネクタ: カギ線 87">
              <a:extLst>
                <a:ext uri="{FF2B5EF4-FFF2-40B4-BE49-F238E27FC236}">
                  <ns2:creationId id="{18B4F01F-D10B-557E-24C3-841FA3E8ECCD}"/>
                </a:ext>
              </a:extLst>
            </p:cNvPr>
            <p:cNvCxnSpPr>
              <a:stCxn id="69" idx="1"/>
              <a:endCxn id="46" idx="3"/>
            </p:cNvCxnSpPr>
            <p:nvPr/>
          </p:nvCxnSpPr>
          <p:spPr>
            <a:xfrm rot="10800000" flipV="1">
              <a:off x="5989735" y="1792926"/>
              <a:ext cx="244357" cy="19329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Rechteck 19">
              <a:extLst>
                <a:ext uri="{FF2B5EF4-FFF2-40B4-BE49-F238E27FC236}">
                  <ns2:creationId id="{3024CA7E-011A-C564-838A-7CA2E95090CD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 bwMode="auto">
            <a:xfrm>
              <a:off x="6289237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URL</a:t>
              </a: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90" name="Rechteck 19">
              <a:extLst>
                <a:ext uri="{FF2B5EF4-FFF2-40B4-BE49-F238E27FC236}">
                  <ns2:creationId id="{82459EF7-7899-6B16-C169-480BF4DEE2DD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 bwMode="auto">
            <a:xfrm>
              <a:off x="6289237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・</a:t>
              </a:r>
              <a:r>
                <a:rPr lang="en-AU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91" name="Rechteck 19">
              <a:extLst>
                <a:ext uri="{FF2B5EF4-FFF2-40B4-BE49-F238E27FC236}">
                  <ns2:creationId id="{BDCEF0A2-7CA4-2CDB-8173-9E88E87484CF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 bwMode="auto">
            <a:xfrm>
              <a:off x="7691797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D227E99-7569-23CE-1A03-A38DBD2D2ACF}"/>
                </a:ext>
              </a:extLst>
            </p:cNvPr>
            <p:cNvSpPr/>
            <p:nvPr/>
          </p:nvSpPr>
          <p:spPr>
            <a:xfrm>
              <a:off x="6234092" y="1657046"/>
              <a:ext cx="5616000" cy="466156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5" name="グループ化 94">
              <a:extLst>
                <a:ext uri="{FF2B5EF4-FFF2-40B4-BE49-F238E27FC236}">
                  <ns2:creationId id="{C344328A-E1E0-95B6-4ECD-E67229BE5A83}"/>
                </a:ext>
              </a:extLst>
            </p:cNvPr>
            <p:cNvGrpSpPr/>
            <p:nvPr/>
          </p:nvGrpSpPr>
          <p:grpSpPr>
            <a:xfrm>
              <a:off x="6967729" y="2018649"/>
              <a:ext cx="4880000" cy="1796272"/>
              <a:chOff x="7170187" y="2018649"/>
              <a:chExt cx="4677541" cy="1796272"/>
            </a:xfrm>
          </p:grpSpPr>
          <p:sp>
            <p:nvSpPr>
              <p:cNvPr id="73" name="Rechteck 19">
                <a:extLst>
                  <a:ext uri="{FF2B5EF4-FFF2-40B4-BE49-F238E27FC236}">
                    <ns2:creationId id="{8C1475F0-A671-33F6-88E8-7F74D14FEFB7}"/>
                  </a:ext>
                </a:extLst>
              </p:cNvPr>
              <p:cNvSpPr/>
              <p:nvPr>
                <p:custDataLst>
                  <p:tags r:id="rId44"/>
                </p:custDataLst>
              </p:nvPr>
            </p:nvSpPr>
            <p:spPr bwMode="auto">
              <a:xfrm>
                <a:off x="7203727" y="2018649"/>
                <a:ext cx="4644000" cy="360000"/>
              </a:xfrm>
              <a:prstGeom prst="rect">
                <a:avLst/>
              </a:prstGeom>
              <a:noFill/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eaLnBrk="0" hangingPunct="0">
                  <a:spcAft>
                    <a:spcPct val="0"/>
                  </a:spcAft>
                  <a:buClr>
                    <a:srgbClr val="008000"/>
                  </a:buClr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 </a:t>
                </a:r>
                <a:br>
                  <a:rPr lang="en-AU" altLang="ja-JP" sz="1000" dirty="0">
                    <a:latin typeface="+mn-ea"/>
                  </a:rPr>
                </a:b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74" name="Rechteck 19">
                <a:extLst>
                  <a:ext uri="{FF2B5EF4-FFF2-40B4-BE49-F238E27FC236}">
                    <ns2:creationId id="{BAD8F346-A2D4-9CC5-DACA-49FD3EE7D87B}"/>
                  </a:ext>
                </a:extLst>
              </p:cNvPr>
              <p:cNvSpPr/>
              <p:nvPr>
                <p:custDataLst>
                  <p:tags r:id="rId45"/>
                </p:custDataLst>
              </p:nvPr>
            </p:nvSpPr>
            <p:spPr bwMode="auto">
              <a:xfrm>
                <a:off x="7203727" y="2412785"/>
                <a:ext cx="4644000" cy="828000"/>
              </a:xfrm>
              <a:prstGeom prst="rect">
                <a:avLst/>
              </a:prstGeom>
              <a:noFill/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/ 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 </a:t>
                </a:r>
                <a:r>
                  <a:rPr lang="ja-JP" altLang="en-US" sz="1000" dirty="0">
                    <a:latin typeface="+mn-ea"/>
                  </a:rPr>
                  <a:t>XX</a:t>
                </a:r>
                <a:br>
                  <a:rPr lang="en-AU" altLang="ja-JP" sz="1000" dirty="0">
                    <a:latin typeface="+mn-ea"/>
                  </a:rPr>
                </a:br>
                <a:r>
                  <a:rPr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75" name="Rechteck 19">
                <a:extLst>
                  <a:ext uri="{FF2B5EF4-FFF2-40B4-BE49-F238E27FC236}">
                    <ns2:creationId id="{B44578C5-EFA8-E27D-99A2-20D64B3B7BFD}"/>
                  </a:ext>
                </a:extLst>
              </p:cNvPr>
              <p:cNvSpPr/>
              <p:nvPr>
                <p:custDataLst>
                  <p:tags r:id="rId46"/>
                </p:custDataLst>
              </p:nvPr>
            </p:nvSpPr>
            <p:spPr bwMode="auto">
              <a:xfrm>
                <a:off x="7203728" y="3274921"/>
                <a:ext cx="4644000" cy="540000"/>
              </a:xfrm>
              <a:prstGeom prst="rect">
                <a:avLst/>
              </a:prstGeom>
              <a:noFill/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 </a:t>
                </a:r>
                <a:r>
                  <a:rPr lang="en-AU" altLang="ja-JP" sz="1000" dirty="0">
                    <a:latin typeface="+mn-ea"/>
                  </a:rPr>
                  <a:t>(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en-AU" altLang="ja-JP" sz="1000" dirty="0">
                    <a:latin typeface="+mn-ea"/>
                  </a:rPr>
                  <a:t>)</a:t>
                </a:r>
                <a:r>
                  <a:rPr lang="ja-JP" altLang="en-US" sz="1000" dirty="0">
                    <a:latin typeface="+mn-ea"/>
                  </a:rPr>
                  <a:t> </a:t>
                </a:r>
                <a:endParaRPr lang="en-AU" altLang="ja-JP" sz="1000" dirty="0">
                  <a:latin typeface="+mn-ea"/>
                </a:endParaRPr>
              </a:p>
              <a:p>
                <a:pPr marL="360363" indent="-179388" eaLnBrk="0" hangingPunct="0">
                  <a:spcAft>
                    <a:spcPct val="0"/>
                  </a:spcAft>
                  <a:buClr>
                    <a:srgbClr val="008000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000" dirty="0">
                    <a:latin typeface="+mn-ea"/>
                  </a:rPr>
                  <a:t>XX</a:t>
                </a:r>
                <a:endParaRPr lang="en-AU" altLang="ja-JP" sz="1000" dirty="0">
                  <a:latin typeface="+mn-ea"/>
                </a:endParaRPr>
              </a:p>
              <a:p>
                <a:pPr marL="176213" indent="-176213" eaLnBrk="0" hangingPunct="0">
                  <a:spcAft>
                    <a:spcPct val="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US" altLang="ja-JP" sz="1000" dirty="0" err="1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98F5E19A-31E8-EF82-9643-C98E50B68CAA}"/>
                  </a:ext>
                </a:extLst>
              </p:cNvPr>
              <p:cNvCxnSpPr/>
              <p:nvPr/>
            </p:nvCxnSpPr>
            <p:spPr>
              <a:xfrm flipV="1">
                <a:off x="7175152" y="2393790"/>
                <a:ext cx="46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線コネクタ 93">
                <a:extLst>
                  <a:ext uri="{FF2B5EF4-FFF2-40B4-BE49-F238E27FC236}">
                    <ns2:creationId id="{2272928F-3F07-1CD0-B4E0-5FE660CFEEC1}"/>
                  </a:ext>
                </a:extLst>
              </p:cNvPr>
              <p:cNvCxnSpPr/>
              <p:nvPr/>
            </p:nvCxnSpPr>
            <p:spPr>
              <a:xfrm flipV="1">
                <a:off x="7170187" y="3253948"/>
                <a:ext cx="46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6" name="Rechteck 19">
              <a:extLst>
                <a:ext uri="{FF2B5EF4-FFF2-40B4-BE49-F238E27FC236}">
                  <ns2:creationId id="{201E1435-98CE-183D-EF37-93EEC70A1226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 bwMode="auto">
            <a:xfrm>
              <a:off x="7691797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pic>
          <p:nvPicPr>
            <p:cNvPr id="98" name="グラフィックス 97" descr="新型コロナウイルス感染症 単色塗りつぶし">
              <a:extLst>
                <a:ext uri="{FF2B5EF4-FFF2-40B4-BE49-F238E27FC236}">
                  <ns2:creationId id="{771A4570-C89C-D003-B8FF-A6A7CAD9C1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8376180" y="4742439"/>
              <a:ext cx="288000" cy="288000"/>
            </a:xfrm>
            <a:prstGeom prst="rect">
              <a:avLst/>
            </a:prstGeom>
          </p:spPr>
        </p:pic>
        <p:pic>
          <p:nvPicPr>
            <p:cNvPr id="100" name="グラフィックス 99" descr="プログラマー男性 単色塗りつぶし">
              <a:extLst>
                <a:ext uri="{FF2B5EF4-FFF2-40B4-BE49-F238E27FC236}">
                  <ns2:creationId id="{AC4947BD-CE7B-614F-145B-00DBCBA1D0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2"/>
                </a:ext>
              </a:extLst>
            </a:blip>
            <a:stretch>
              <a:fillRect/>
            </a:stretch>
          </p:blipFill>
          <p:spPr>
            <a:xfrm>
              <a:off x="6829238" y="5599511"/>
              <a:ext cx="288000" cy="288000"/>
            </a:xfrm>
            <a:prstGeom prst="rect">
              <a:avLst/>
            </a:prstGeom>
          </p:spPr>
        </p:pic>
        <p:pic>
          <p:nvPicPr>
            <p:cNvPr id="102" name="グラフィックス 101" descr="封筒を開く 単色塗りつぶし">
              <a:extLst>
                <a:ext uri="{FF2B5EF4-FFF2-40B4-BE49-F238E27FC236}">
                  <ns2:creationId id="{9F7F36CF-847A-3DE2-D3A1-C2D2EAFA4B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3"/>
                </a:ext>
              </a:extLst>
            </a:blip>
            <a:stretch>
              <a:fillRect/>
            </a:stretch>
          </p:blipFill>
          <p:spPr>
            <a:xfrm>
              <a:off x="6829237" y="4742439"/>
              <a:ext cx="288000" cy="288000"/>
            </a:xfrm>
            <a:prstGeom prst="rect">
              <a:avLst/>
            </a:prstGeom>
          </p:spPr>
        </p:pic>
        <p:sp>
          <p:nvSpPr>
            <p:cNvPr id="103" name="Rechteck 19">
              <a:extLst>
                <a:ext uri="{FF2B5EF4-FFF2-40B4-BE49-F238E27FC236}">
                  <ns2:creationId id="{15D5C76D-05C8-1899-A3DC-4FB30D3665C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 bwMode="auto">
            <a:xfrm>
              <a:off x="9058359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104" name="Rechteck 19">
              <a:extLst>
                <a:ext uri="{FF2B5EF4-FFF2-40B4-BE49-F238E27FC236}">
                  <ns2:creationId id="{EA933C8E-B870-C525-550D-4E435F018F51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 bwMode="auto">
            <a:xfrm>
              <a:off x="9058359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pic>
          <p:nvPicPr>
            <p:cNvPr id="106" name="グラフィックス 105" descr="ノート PC 単色塗りつぶし">
              <a:extLst>
                <a:ext uri="{FF2B5EF4-FFF2-40B4-BE49-F238E27FC236}">
                  <ns2:creationId id="{1677F6C2-E79B-8A11-0BF6-B8E9B33EF6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4"/>
                </a:ext>
              </a:extLst>
            </a:blip>
            <a:stretch>
              <a:fillRect/>
            </a:stretch>
          </p:blipFill>
          <p:spPr>
            <a:xfrm>
              <a:off x="8071333" y="5599511"/>
              <a:ext cx="288000" cy="288000"/>
            </a:xfrm>
            <a:prstGeom prst="rect">
              <a:avLst/>
            </a:prstGeom>
          </p:spPr>
        </p:pic>
        <p:pic>
          <p:nvPicPr>
            <p:cNvPr id="107" name="グラフィックス 106" descr="新型コロナウイルス感染症 単色塗りつぶし">
              <a:extLst>
                <a:ext uri="{FF2B5EF4-FFF2-40B4-BE49-F238E27FC236}">
                  <ns2:creationId id="{EE7A35FD-1D93-BF90-13A6-527EEC90C9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9707755" y="4742439"/>
              <a:ext cx="288000" cy="288000"/>
            </a:xfrm>
            <a:prstGeom prst="rect">
              <a:avLst/>
            </a:prstGeom>
          </p:spPr>
        </p:pic>
        <p:pic>
          <p:nvPicPr>
            <p:cNvPr id="108" name="グラフィックス 107" descr="プログラマー男性 単色塗りつぶし">
              <a:extLst>
                <a:ext uri="{FF2B5EF4-FFF2-40B4-BE49-F238E27FC236}">
                  <ns2:creationId id="{E0E25628-1A5B-8BF2-7CA9-94D6CDEE2C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2"/>
                </a:ext>
              </a:extLst>
            </a:blip>
            <a:stretch>
              <a:fillRect/>
            </a:stretch>
          </p:blipFill>
          <p:spPr>
            <a:xfrm>
              <a:off x="9429855" y="5599511"/>
              <a:ext cx="288000" cy="288000"/>
            </a:xfrm>
            <a:prstGeom prst="rect">
              <a:avLst/>
            </a:prstGeom>
          </p:spPr>
        </p:pic>
        <p:pic>
          <p:nvPicPr>
            <p:cNvPr id="109" name="グラフィックス 108" descr="新型コロナウイルス感染症 単色塗りつぶし">
              <a:extLst>
                <a:ext uri="{FF2B5EF4-FFF2-40B4-BE49-F238E27FC236}">
                  <ns2:creationId id="{B97E2AE4-CA78-337F-8E43-9FD912A1C2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9707755" y="5627134"/>
              <a:ext cx="288000" cy="288000"/>
            </a:xfrm>
            <a:prstGeom prst="rect">
              <a:avLst/>
            </a:prstGeom>
          </p:spPr>
        </p:pic>
        <p:pic>
          <p:nvPicPr>
            <p:cNvPr id="111" name="グラフィックス 110" descr="モノのインターネット 単色塗りつぶし">
              <a:extLst>
                <a:ext uri="{FF2B5EF4-FFF2-40B4-BE49-F238E27FC236}">
                  <ns2:creationId id="{4C74FCA8-A510-75F0-A769-4B5487D475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5"/>
                </a:ext>
              </a:extLst>
            </a:blip>
            <a:stretch>
              <a:fillRect/>
            </a:stretch>
          </p:blipFill>
          <p:spPr>
            <a:xfrm>
              <a:off x="8071333" y="4742439"/>
              <a:ext cx="288000" cy="288000"/>
            </a:xfrm>
            <a:prstGeom prst="rect">
              <a:avLst/>
            </a:prstGeom>
          </p:spPr>
        </p:pic>
        <p:pic>
          <p:nvPicPr>
            <p:cNvPr id="113" name="グラフィックス 112" descr="サーバー 単色塗りつぶし">
              <a:extLst>
                <a:ext uri="{FF2B5EF4-FFF2-40B4-BE49-F238E27FC236}">
                  <ns2:creationId id="{0278F595-23B9-95A6-33C4-6E48AFC1AA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6"/>
                </a:ext>
              </a:extLst>
            </a:blip>
            <a:stretch>
              <a:fillRect/>
            </a:stretch>
          </p:blipFill>
          <p:spPr>
            <a:xfrm>
              <a:off x="9429855" y="4742439"/>
              <a:ext cx="288000" cy="288000"/>
            </a:xfrm>
            <a:prstGeom prst="rect">
              <a:avLst/>
            </a:prstGeom>
          </p:spPr>
        </p:pic>
        <p:pic>
          <p:nvPicPr>
            <p:cNvPr id="114" name="グラフィックス 113" descr="新型コロナウイルス感染症 単色塗りつぶし">
              <a:extLst>
                <a:ext uri="{FF2B5EF4-FFF2-40B4-BE49-F238E27FC236}">
                  <ns2:creationId id="{A0506276-C6F8-3CFC-BAB7-52D8B678C1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1"/>
                </a:ext>
              </a:extLst>
            </a:blip>
            <a:stretch>
              <a:fillRect/>
            </a:stretch>
          </p:blipFill>
          <p:spPr>
            <a:xfrm>
              <a:off x="8376179" y="5599511"/>
              <a:ext cx="288000" cy="288000"/>
            </a:xfrm>
            <a:prstGeom prst="rect">
              <a:avLst/>
            </a:prstGeom>
          </p:spPr>
        </p:pic>
        <p:sp>
          <p:nvSpPr>
            <p:cNvPr id="116" name="矢印: 下 115">
              <a:extLst>
                <a:ext uri="{FF2B5EF4-FFF2-40B4-BE49-F238E27FC236}">
                  <ns2:creationId id="{1CE5D444-35FC-751F-9086-6576427B8178}"/>
                </a:ext>
              </a:extLst>
            </p:cNvPr>
            <p:cNvSpPr/>
            <p:nvPr/>
          </p:nvSpPr>
          <p:spPr>
            <a:xfrm rot="10800000">
              <a:off x="9562359" y="5374846"/>
              <a:ext cx="360000" cy="252000"/>
            </a:xfrm>
            <a:prstGeom prst="downArrow">
              <a:avLst/>
            </a:prstGeom>
            <a:solidFill>
              <a:srgbClr val="FF0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7" name="Rechteck 19">
              <a:extLst>
                <a:ext uri="{FF2B5EF4-FFF2-40B4-BE49-F238E27FC236}">
                  <ns2:creationId id="{2CCC1427-B2AE-00DA-9012-49B49CB534F8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 bwMode="auto">
            <a:xfrm>
              <a:off x="10424919" y="5021875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36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118" name="Rechteck 19">
              <a:extLst>
                <a:ext uri="{FF2B5EF4-FFF2-40B4-BE49-F238E27FC236}">
                  <ns2:creationId id="{CE4D86DB-5768-CB3B-DDD2-ECABF9CF8064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 bwMode="auto">
            <a:xfrm>
              <a:off x="10424919" y="5826740"/>
              <a:ext cx="1368000" cy="468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72000" rIns="36000" bIns="0" anchor="t" anchorCtr="0"/>
            <a:lstStyle/>
            <a:p>
              <a:pPr algn="ctr" eaLnBrk="0" hangingPunct="0">
                <a:spcAft>
                  <a:spcPct val="0"/>
                </a:spcAft>
                <a:buClr>
                  <a:srgbClr val="008000"/>
                </a:buClr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pic>
          <p:nvPicPr>
            <p:cNvPr id="120" name="グラフィックス 119" descr="ロック 単色塗りつぶし">
              <a:extLst>
                <a:ext uri="{FF2B5EF4-FFF2-40B4-BE49-F238E27FC236}">
                  <ns2:creationId id="{10F32309-455A-14B7-6A8D-725530032C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7"/>
                </a:ext>
              </a:extLst>
            </a:blip>
            <a:stretch>
              <a:fillRect/>
            </a:stretch>
          </p:blipFill>
          <p:spPr>
            <a:xfrm>
              <a:off x="11084857" y="5627134"/>
              <a:ext cx="288000" cy="288000"/>
            </a:xfrm>
            <a:prstGeom prst="rect">
              <a:avLst/>
            </a:prstGeom>
          </p:spPr>
        </p:pic>
        <p:pic>
          <p:nvPicPr>
            <p:cNvPr id="122" name="グラフィックス 121" descr="データベース 単色塗りつぶし">
              <a:extLst>
                <a:ext uri="{FF2B5EF4-FFF2-40B4-BE49-F238E27FC236}">
                  <ns2:creationId id="{E6C3D7F0-06FC-4A99-9B3F-3E2C9E11A2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8"/>
                </a:ext>
              </a:extLst>
            </a:blip>
            <a:stretch>
              <a:fillRect/>
            </a:stretch>
          </p:blipFill>
          <p:spPr>
            <a:xfrm>
              <a:off x="10820921" y="5627134"/>
              <a:ext cx="288000" cy="288000"/>
            </a:xfrm>
            <a:prstGeom prst="rect">
              <a:avLst/>
            </a:prstGeom>
          </p:spPr>
        </p:pic>
        <p:pic>
          <p:nvPicPr>
            <p:cNvPr id="123" name="グラフィックス 122" descr="プログラマー男性 単色塗りつぶし">
              <a:extLst>
                <a:ext uri="{FF2B5EF4-FFF2-40B4-BE49-F238E27FC236}">
                  <ns2:creationId id="{759A4AAA-4C84-A126-07C3-798E64A562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2"/>
                </a:ext>
              </a:extLst>
            </a:blip>
            <a:stretch>
              <a:fillRect/>
            </a:stretch>
          </p:blipFill>
          <p:spPr>
            <a:xfrm>
              <a:off x="10829733" y="4742439"/>
              <a:ext cx="288000" cy="288000"/>
            </a:xfrm>
            <a:prstGeom prst="rect">
              <a:avLst/>
            </a:prstGeom>
          </p:spPr>
        </p:pic>
        <p:pic>
          <p:nvPicPr>
            <p:cNvPr id="124" name="グラフィックス 123" descr="ロック 単色塗りつぶし">
              <a:extLst>
                <a:ext uri="{FF2B5EF4-FFF2-40B4-BE49-F238E27FC236}">
                  <ns2:creationId id="{D845CDA2-ACC9-3AC4-D0D4-C41DBEA833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7"/>
                </a:ext>
              </a:extLst>
            </a:blip>
            <a:stretch>
              <a:fillRect/>
            </a:stretch>
          </p:blipFill>
          <p:spPr>
            <a:xfrm>
              <a:off x="11096889" y="4742439"/>
              <a:ext cx="288000" cy="288000"/>
            </a:xfrm>
            <a:prstGeom prst="rect">
              <a:avLst/>
            </a:prstGeom>
          </p:spPr>
        </p:pic>
      </p:grpSp>
      <p:sp>
        <p:nvSpPr>
          <p:cNvPr id="4" name="Rechteck 19">
            <a:extLst>
              <a:ext uri="{FF2B5EF4-FFF2-40B4-BE49-F238E27FC236}">
                <ns2:creationId id="{B64453C8-EAD3-937C-31F6-9C8B1BE272FE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337734" y="2014172"/>
            <a:ext cx="1368000" cy="252000"/>
          </a:xfrm>
          <a:prstGeom prst="rect">
            <a:avLst/>
          </a:prstGeom>
          <a:solidFill>
            <a:srgbClr val="008000"/>
          </a:soli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6" name="Rectangle 2">
            <a:extLst>
              <a:ext uri="{FF2B5EF4-FFF2-40B4-BE49-F238E27FC236}">
                <ns2:creationId id="{62CAC243-680B-8E74-6445-ABCE8EB04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734" y="1640205"/>
            <a:ext cx="5652000" cy="288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ja-JP" sz="1600" dirty="0">
                <a:latin typeface="+mn-ea"/>
              </a:rPr>
              <a:t>XX</a:t>
            </a:r>
          </a:p>
        </p:txBody>
      </p:sp>
      <p:pic>
        <p:nvPicPr>
          <p:cNvPr id="8" name="グラフィックス 7" descr="新型コロナウイルス感染症 枠線">
            <a:extLst>
              <a:ext uri="{FF2B5EF4-FFF2-40B4-BE49-F238E27FC236}">
                <ns2:creationId id="{C6D4D2FF-F085-68CC-29D7-14D18A15B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59"/>
              </a:ext>
            </a:extLst>
          </a:blip>
          <a:stretch>
            <a:fillRect/>
          </a:stretch>
        </p:blipFill>
        <p:spPr>
          <a:xfrm>
            <a:off x="1498690" y="1640205"/>
            <a:ext cx="288000" cy="288000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ns2:creationId id="{61545D7E-5CA9-2F97-BD49-2DC3FEBE9476}"/>
              </a:ext>
            </a:extLst>
          </p:cNvPr>
          <p:cNvCxnSpPr/>
          <p:nvPr/>
        </p:nvCxnSpPr>
        <p:spPr>
          <a:xfrm>
            <a:off x="337734" y="1941743"/>
            <a:ext cx="5652000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9">
            <a:extLst>
              <a:ext uri="{FF2B5EF4-FFF2-40B4-BE49-F238E27FC236}">
                <ns2:creationId id="{C0643C03-54F6-37DB-A126-723EAC21481E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1723734" y="2014172"/>
            <a:ext cx="2376000" cy="252000"/>
          </a:xfrm>
          <a:prstGeom prst="rect">
            <a:avLst/>
          </a:prstGeom>
          <a:solidFill>
            <a:srgbClr val="008000"/>
          </a:soli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2" name="Rechteck 19">
            <a:extLst>
              <a:ext uri="{FF2B5EF4-FFF2-40B4-BE49-F238E27FC236}">
                <ns2:creationId id="{B918A5BD-74BB-21FD-4464-758C587EBF47}"/>
              </a:ext>
            </a:extLst>
          </p:cNvPr>
          <p:cNvSpPr/>
          <p:nvPr>
            <p:custDataLst>
              <p:tags r:id="rId3"/>
            </p:custDataLst>
          </p:nvPr>
        </p:nvSpPr>
        <p:spPr bwMode="auto">
          <a:xfrm>
            <a:off x="4117734" y="2014172"/>
            <a:ext cx="1872000" cy="252000"/>
          </a:xfrm>
          <a:prstGeom prst="rect">
            <a:avLst/>
          </a:prstGeom>
          <a:solidFill>
            <a:srgbClr val="008000"/>
          </a:soli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0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C07699BE-A160-5776-6644-A91AF69A0CC7}"/>
              </a:ext>
            </a:extLst>
          </p:cNvPr>
          <p:cNvSpPr/>
          <p:nvPr/>
        </p:nvSpPr>
        <p:spPr>
          <a:xfrm>
            <a:off x="445734" y="235054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AU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9336CAC6-0710-92D3-A415-7304C951AAF8}"/>
              </a:ext>
            </a:extLst>
          </p:cNvPr>
          <p:cNvSpPr/>
          <p:nvPr/>
        </p:nvSpPr>
        <p:spPr>
          <a:xfrm>
            <a:off x="445734" y="274898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AU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AFCC52D1-5F9E-D759-B418-ABD9FA323E46}"/>
              </a:ext>
            </a:extLst>
          </p:cNvPr>
          <p:cNvSpPr/>
          <p:nvPr/>
        </p:nvSpPr>
        <p:spPr>
          <a:xfrm>
            <a:off x="445734" y="394430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AU" altLang="ja-JP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A1BEBE1F-3A5C-61DA-A3FB-86D3DFB38488}"/>
              </a:ext>
            </a:extLst>
          </p:cNvPr>
          <p:cNvSpPr/>
          <p:nvPr/>
        </p:nvSpPr>
        <p:spPr>
          <a:xfrm>
            <a:off x="445734" y="474118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1000" dirty="0">
                <a:solidFill>
                  <a:schemeClr val="tx1"/>
                </a:solidFill>
                <a:latin typeface="+mn-ea"/>
              </a:rPr>
              <a:t>/ 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50" dirty="0">
                <a:solidFill>
                  <a:schemeClr val="tx1"/>
                </a:solidFill>
                <a:latin typeface="+mn-ea"/>
              </a:rPr>
            </a:br>
            <a:r>
              <a:rPr lang="en-AU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E8D3A655-3F11-819C-79B9-9D5C4833074B}"/>
              </a:ext>
            </a:extLst>
          </p:cNvPr>
          <p:cNvSpPr/>
          <p:nvPr/>
        </p:nvSpPr>
        <p:spPr>
          <a:xfrm>
            <a:off x="445734" y="513962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F40BDC34-59DB-6D5F-283C-CA5E84CCD680}"/>
              </a:ext>
            </a:extLst>
          </p:cNvPr>
          <p:cNvSpPr/>
          <p:nvPr/>
        </p:nvSpPr>
        <p:spPr>
          <a:xfrm>
            <a:off x="445734" y="553806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72000" tIns="0" rIns="0" bIns="0" rtlCol="0" anchor="ctr"/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B93B4C35-E583-ACA6-C093-B31DB8FFAEE1}"/>
              </a:ext>
            </a:extLst>
          </p:cNvPr>
          <p:cNvSpPr/>
          <p:nvPr/>
        </p:nvSpPr>
        <p:spPr>
          <a:xfrm>
            <a:off x="445734" y="5936503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en-AU" altLang="ja-JP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13D99487-3C69-A8EC-C45D-7972948A541A}"/>
              </a:ext>
            </a:extLst>
          </p:cNvPr>
          <p:cNvSpPr/>
          <p:nvPr/>
        </p:nvSpPr>
        <p:spPr>
          <a:xfrm>
            <a:off x="445734" y="314742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00" dirty="0">
                <a:solidFill>
                  <a:schemeClr val="tx1"/>
                </a:solidFill>
                <a:latin typeface="+mn-ea"/>
              </a:rPr>
            </a:b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ns2:creationId id="{8784BBA3-7137-43B3-AE36-85CAA293DAC6}"/>
              </a:ext>
            </a:extLst>
          </p:cNvPr>
          <p:cNvSpPr/>
          <p:nvPr/>
        </p:nvSpPr>
        <p:spPr>
          <a:xfrm>
            <a:off x="445734" y="3545866"/>
            <a:ext cx="1260000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D2A1C707-9AAD-1895-E96C-E2E3AA762311}"/>
              </a:ext>
            </a:extLst>
          </p:cNvPr>
          <p:cNvSpPr/>
          <p:nvPr/>
        </p:nvSpPr>
        <p:spPr>
          <a:xfrm>
            <a:off x="445734" y="4342746"/>
            <a:ext cx="1260000" cy="3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ctr"/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1000" dirty="0">
                <a:solidFill>
                  <a:schemeClr val="tx1"/>
                </a:solidFill>
                <a:latin typeface="+mn-ea"/>
              </a:rPr>
            </a:b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3" name="background">
            <a:extLst>
              <a:ext uri="{FF2B5EF4-FFF2-40B4-BE49-F238E27FC236}">
                <ns2:creationId id="{3A6BE289-B448-D9E5-10B6-2E77E7AA3FBA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337734" y="2273722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 dirty="0">
                <a:solidFill>
                  <a:schemeClr val="bg1"/>
                </a:solidFill>
                <a:latin typeface="+mn-ea"/>
              </a:rPr>
              <a:t>1</a:t>
            </a:r>
          </a:p>
        </p:txBody>
      </p:sp>
      <p:sp>
        <p:nvSpPr>
          <p:cNvPr id="24" name="background">
            <a:extLst>
              <a:ext uri="{FF2B5EF4-FFF2-40B4-BE49-F238E27FC236}">
                <ns2:creationId id="{D58CCB32-AF46-6418-1833-511358CB9FFD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337734" y="2717948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2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background">
            <a:extLst>
              <a:ext uri="{FF2B5EF4-FFF2-40B4-BE49-F238E27FC236}">
                <ns2:creationId id="{1EDF9F08-AF44-9B70-6B38-DA198BA2C257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337734" y="3092992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3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6" name="background">
            <a:extLst>
              <a:ext uri="{FF2B5EF4-FFF2-40B4-BE49-F238E27FC236}">
                <ns2:creationId id="{5E29343B-9195-B58C-067E-BC4A7BEBD0D5}"/>
              </a:ext>
            </a:extLst>
          </p:cNvPr>
          <p:cNvSpPr>
            <a:spLocks noChangeAspect="1"/>
          </p:cNvSpPr>
          <p:nvPr>
            <p:custDataLst>
              <p:tags r:id="rId7"/>
            </p:custDataLst>
          </p:nvPr>
        </p:nvSpPr>
        <p:spPr>
          <a:xfrm>
            <a:off x="337734" y="3487086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4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7" name="background">
            <a:extLst>
              <a:ext uri="{FF2B5EF4-FFF2-40B4-BE49-F238E27FC236}">
                <ns2:creationId id="{09E561E3-2C61-D2FB-FEFA-574593DE0B83}"/>
              </a:ext>
            </a:extLst>
          </p:cNvPr>
          <p:cNvSpPr>
            <a:spLocks noChangeAspect="1"/>
          </p:cNvSpPr>
          <p:nvPr>
            <p:custDataLst>
              <p:tags r:id="rId8"/>
            </p:custDataLst>
          </p:nvPr>
        </p:nvSpPr>
        <p:spPr>
          <a:xfrm>
            <a:off x="337734" y="3890705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5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" name="background">
            <a:extLst>
              <a:ext uri="{FF2B5EF4-FFF2-40B4-BE49-F238E27FC236}">
                <ns2:creationId id="{0EEBEEF5-70B9-27B6-8A90-C7583B72343D}"/>
              </a:ext>
            </a:extLst>
          </p:cNvPr>
          <p:cNvSpPr>
            <a:spLocks noChangeAspect="1"/>
          </p:cNvSpPr>
          <p:nvPr>
            <p:custDataLst>
              <p:tags r:id="rId9"/>
            </p:custDataLst>
          </p:nvPr>
        </p:nvSpPr>
        <p:spPr>
          <a:xfrm>
            <a:off x="337734" y="4294324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6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" name="background">
            <a:extLst>
              <a:ext uri="{FF2B5EF4-FFF2-40B4-BE49-F238E27FC236}">
                <ns2:creationId id="{F3739894-1F0F-AC7F-A03C-EC9AD35E98E7}"/>
              </a:ext>
            </a:extLst>
          </p:cNvPr>
          <p:cNvSpPr>
            <a:spLocks noChangeAspect="1"/>
          </p:cNvSpPr>
          <p:nvPr>
            <p:custDataLst>
              <p:tags r:id="rId10"/>
            </p:custDataLst>
          </p:nvPr>
        </p:nvSpPr>
        <p:spPr>
          <a:xfrm>
            <a:off x="337734" y="4697943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 dirty="0">
                <a:solidFill>
                  <a:schemeClr val="bg1"/>
                </a:solidFill>
                <a:latin typeface="+mn-ea"/>
              </a:rPr>
              <a:t>7</a:t>
            </a:r>
          </a:p>
        </p:txBody>
      </p:sp>
      <p:sp>
        <p:nvSpPr>
          <p:cNvPr id="30" name="background">
            <a:extLst>
              <a:ext uri="{FF2B5EF4-FFF2-40B4-BE49-F238E27FC236}">
                <ns2:creationId id="{7B1748D8-EED1-8542-807F-19F30EB1D310}"/>
              </a:ext>
            </a:extLst>
          </p:cNvPr>
          <p:cNvSpPr>
            <a:spLocks noChangeAspect="1"/>
          </p:cNvSpPr>
          <p:nvPr>
            <p:custDataLst>
              <p:tags r:id="rId11"/>
            </p:custDataLst>
          </p:nvPr>
        </p:nvSpPr>
        <p:spPr>
          <a:xfrm>
            <a:off x="337734" y="5072987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8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" name="background">
            <a:extLst>
              <a:ext uri="{FF2B5EF4-FFF2-40B4-BE49-F238E27FC236}">
                <ns2:creationId id="{745A4311-CD5C-A359-7518-D9A546297FC2}"/>
              </a:ext>
            </a:extLst>
          </p:cNvPr>
          <p:cNvSpPr>
            <a:spLocks noChangeAspect="1"/>
          </p:cNvSpPr>
          <p:nvPr>
            <p:custDataLst>
              <p:tags r:id="rId12"/>
            </p:custDataLst>
          </p:nvPr>
        </p:nvSpPr>
        <p:spPr>
          <a:xfrm>
            <a:off x="337734" y="5457556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>
                <a:solidFill>
                  <a:schemeClr val="bg1"/>
                </a:solidFill>
                <a:latin typeface="+mn-ea"/>
              </a:rPr>
              <a:t>9</a:t>
            </a:r>
            <a:endParaRPr lang="en-AU" altLang="ja-JP" sz="1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2" name="background">
            <a:extLst>
              <a:ext uri="{FF2B5EF4-FFF2-40B4-BE49-F238E27FC236}">
                <ns2:creationId id="{31103806-9084-97EC-4D6B-022F8002C07C}"/>
              </a:ext>
            </a:extLst>
          </p:cNvPr>
          <p:cNvSpPr>
            <a:spLocks noChangeAspect="1"/>
          </p:cNvSpPr>
          <p:nvPr>
            <p:custDataLst>
              <p:tags r:id="rId13"/>
            </p:custDataLst>
          </p:nvPr>
        </p:nvSpPr>
        <p:spPr>
          <a:xfrm>
            <a:off x="337734" y="5870700"/>
            <a:ext cx="288000" cy="288000"/>
          </a:xfrm>
          <a:prstGeom prst="ellipse">
            <a:avLst/>
          </a:prstGeom>
          <a:solidFill>
            <a:srgbClr val="008000"/>
          </a:solidFill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000" dirty="0">
                <a:solidFill>
                  <a:schemeClr val="bg1"/>
                </a:solidFill>
                <a:latin typeface="+mn-ea"/>
              </a:rPr>
              <a:t>10</a:t>
            </a:r>
          </a:p>
        </p:txBody>
      </p:sp>
      <p:grpSp>
        <p:nvGrpSpPr>
          <p:cNvPr id="79" name="グループ化 78">
            <a:extLst>
              <a:ext uri="{FF2B5EF4-FFF2-40B4-BE49-F238E27FC236}">
                <ns2:creationId id="{746A14B0-510F-59AF-01C9-0175A50D6B2E}"/>
              </a:ext>
            </a:extLst>
          </p:cNvPr>
          <p:cNvGrpSpPr/>
          <p:nvPr/>
        </p:nvGrpSpPr>
        <p:grpSpPr>
          <a:xfrm>
            <a:off x="1723734" y="2350546"/>
            <a:ext cx="2376000" cy="3945957"/>
            <a:chOff x="1723734" y="2350546"/>
            <a:chExt cx="2376000" cy="3945957"/>
          </a:xfrm>
        </p:grpSpPr>
        <p:sp>
          <p:nvSpPr>
            <p:cNvPr id="33" name="Rechteck 19">
              <a:extLst>
                <a:ext uri="{FF2B5EF4-FFF2-40B4-BE49-F238E27FC236}">
                  <ns2:creationId id="{C18C81C8-38DC-2923-474F-B2C1D1E08490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 bwMode="auto">
            <a:xfrm>
              <a:off x="1723734" y="235054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4" name="Rechteck 19">
              <a:extLst>
                <a:ext uri="{FF2B5EF4-FFF2-40B4-BE49-F238E27FC236}">
                  <ns2:creationId id="{A660C018-506C-A8A1-8956-C59C490D67EE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 bwMode="auto">
            <a:xfrm>
              <a:off x="1723734" y="274898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5" name="Rechteck 19">
              <a:extLst>
                <a:ext uri="{FF2B5EF4-FFF2-40B4-BE49-F238E27FC236}">
                  <ns2:creationId id="{BFD80918-0A75-21FF-4123-7568FA6BE60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 bwMode="auto">
            <a:xfrm>
              <a:off x="1723734" y="314742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6" name="Rechteck 19">
              <a:extLst>
                <a:ext uri="{FF2B5EF4-FFF2-40B4-BE49-F238E27FC236}">
                  <ns2:creationId id="{6E8623F4-3865-12D0-A942-817A837F62B4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 bwMode="auto">
            <a:xfrm>
              <a:off x="1723734" y="354586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Rechteck 19">
              <a:extLst>
                <a:ext uri="{FF2B5EF4-FFF2-40B4-BE49-F238E27FC236}">
                  <ns2:creationId id="{DF6A9C74-F8E1-C99A-9A0F-4BA79211D15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 bwMode="auto">
            <a:xfrm>
              <a:off x="1723734" y="394430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(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)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8" name="Rechteck 19">
              <a:extLst>
                <a:ext uri="{FF2B5EF4-FFF2-40B4-BE49-F238E27FC236}">
                  <ns2:creationId id="{203259C0-A37E-CF6D-FFB4-FF537E576CD7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 bwMode="auto">
            <a:xfrm>
              <a:off x="1723734" y="434274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9" name="Rechteck 19">
              <a:extLst>
                <a:ext uri="{FF2B5EF4-FFF2-40B4-BE49-F238E27FC236}">
                  <ns2:creationId id="{F6B44A20-617C-259C-9C5C-01BC5D0BBF45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 bwMode="auto">
            <a:xfrm>
              <a:off x="1723734" y="474118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zh-TW" altLang="en-US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zh-TW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(</a:t>
              </a:r>
              <a:r>
                <a:rPr lang="en-US" altLang="ja-JP" sz="1000" dirty="0" err="1">
                  <a:latin typeface="+mn-ea"/>
                </a:rPr>
                <a:t>XX</a:t>
              </a:r>
              <a:r>
                <a:rPr lang="en-AU" altLang="ja-JP" sz="1000" dirty="0">
                  <a:latin typeface="+mn-ea"/>
                </a:rPr>
                <a:t>)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zh-TW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zh-TW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40" name="Rechteck 19">
              <a:extLst>
                <a:ext uri="{FF2B5EF4-FFF2-40B4-BE49-F238E27FC236}">
                  <ns2:creationId id="{18D9DA89-4F12-9BF2-8CA6-397A4CFA38C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 bwMode="auto">
            <a:xfrm>
              <a:off x="1723734" y="513962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41" name="Rechteck 19">
              <a:extLst>
                <a:ext uri="{FF2B5EF4-FFF2-40B4-BE49-F238E27FC236}">
                  <ns2:creationId id="{1DBCF4A5-9051-8AC3-6CBB-1F644F9E0E19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 bwMode="auto">
            <a:xfrm>
              <a:off x="1723734" y="5538066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・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42" name="Rechteck 19">
              <a:extLst>
                <a:ext uri="{FF2B5EF4-FFF2-40B4-BE49-F238E27FC236}">
                  <ns2:creationId id="{5E6D137E-25EF-A05E-1064-DBCD853C5EEA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 bwMode="auto">
            <a:xfrm>
              <a:off x="1723734" y="5936503"/>
              <a:ext cx="2376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br>
                <a:rPr lang="en-AU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ns2:creationId id="{93E675B2-5E73-112D-867B-AE9BB43E610F}"/>
                </a:ext>
              </a:extLst>
            </p:cNvPr>
            <p:cNvCxnSpPr/>
            <p:nvPr/>
          </p:nvCxnSpPr>
          <p:spPr>
            <a:xfrm flipV="1">
              <a:off x="1741734" y="272976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B59528AD-8679-2311-0FC4-402250680E99}"/>
                </a:ext>
              </a:extLst>
            </p:cNvPr>
            <p:cNvCxnSpPr/>
            <p:nvPr/>
          </p:nvCxnSpPr>
          <p:spPr>
            <a:xfrm flipV="1">
              <a:off x="1741734" y="312820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F34AF84C-C53D-0951-43C3-6DD474331286}"/>
                </a:ext>
              </a:extLst>
            </p:cNvPr>
            <p:cNvCxnSpPr/>
            <p:nvPr/>
          </p:nvCxnSpPr>
          <p:spPr>
            <a:xfrm flipV="1">
              <a:off x="1741734" y="352664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A815009B-ACB2-DDA9-6B31-018478D7E4CD}"/>
                </a:ext>
              </a:extLst>
            </p:cNvPr>
            <p:cNvCxnSpPr/>
            <p:nvPr/>
          </p:nvCxnSpPr>
          <p:spPr>
            <a:xfrm flipV="1">
              <a:off x="1741734" y="392508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084B5361-E2A7-54E8-5A47-596BFBD90606}"/>
                </a:ext>
              </a:extLst>
            </p:cNvPr>
            <p:cNvCxnSpPr/>
            <p:nvPr/>
          </p:nvCxnSpPr>
          <p:spPr>
            <a:xfrm flipV="1">
              <a:off x="1741734" y="432352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707E1196-6C4B-1AB9-F800-A45D1E7DF838}"/>
                </a:ext>
              </a:extLst>
            </p:cNvPr>
            <p:cNvCxnSpPr/>
            <p:nvPr/>
          </p:nvCxnSpPr>
          <p:spPr>
            <a:xfrm flipV="1">
              <a:off x="1741734" y="472196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ns2:creationId id="{769BC9AB-BC3D-0CFA-46E7-EA392DEB76CC}"/>
                </a:ext>
              </a:extLst>
            </p:cNvPr>
            <p:cNvCxnSpPr/>
            <p:nvPr/>
          </p:nvCxnSpPr>
          <p:spPr>
            <a:xfrm flipV="1">
              <a:off x="1741734" y="512040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ns2:creationId id="{D938CD0E-32F2-41AE-2CF1-6D15DFA11D97}"/>
                </a:ext>
              </a:extLst>
            </p:cNvPr>
            <p:cNvCxnSpPr/>
            <p:nvPr/>
          </p:nvCxnSpPr>
          <p:spPr>
            <a:xfrm flipV="1">
              <a:off x="1741734" y="551884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9694A697-F4FC-D243-157E-56D8443783EE}"/>
                </a:ext>
              </a:extLst>
            </p:cNvPr>
            <p:cNvCxnSpPr/>
            <p:nvPr/>
          </p:nvCxnSpPr>
          <p:spPr>
            <a:xfrm flipV="1">
              <a:off x="1741734" y="5917286"/>
              <a:ext cx="235482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グループ化 86">
            <a:extLst>
              <a:ext uri="{FF2B5EF4-FFF2-40B4-BE49-F238E27FC236}">
                <ns2:creationId id="{AB436B09-6E0B-7010-0225-DD04E46C1980}"/>
              </a:ext>
            </a:extLst>
          </p:cNvPr>
          <p:cNvGrpSpPr/>
          <p:nvPr/>
        </p:nvGrpSpPr>
        <p:grpSpPr>
          <a:xfrm>
            <a:off x="4117734" y="2350546"/>
            <a:ext cx="1872000" cy="3945957"/>
            <a:chOff x="4117734" y="2350546"/>
            <a:chExt cx="1872000" cy="3945957"/>
          </a:xfrm>
        </p:grpSpPr>
        <p:sp>
          <p:nvSpPr>
            <p:cNvPr id="43" name="Rechteck 19">
              <a:extLst>
                <a:ext uri="{FF2B5EF4-FFF2-40B4-BE49-F238E27FC236}">
                  <ns2:creationId id="{B3AA091D-A88D-2226-03E9-FE5CAC2745C0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 bwMode="auto">
            <a:xfrm>
              <a:off x="4117734" y="235054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 </a:t>
              </a:r>
              <a:r>
                <a:rPr lang="en-AU" altLang="ja-JP" sz="1000" dirty="0">
                  <a:latin typeface="+mn-ea"/>
                </a:rPr>
                <a:t>XX</a:t>
              </a: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44" name="Rechteck 19">
              <a:extLst>
                <a:ext uri="{FF2B5EF4-FFF2-40B4-BE49-F238E27FC236}">
                  <ns2:creationId id="{79F43A38-956D-D1CF-AEF6-E00584A0A524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 bwMode="auto">
            <a:xfrm>
              <a:off x="4117734" y="274898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AU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45" name="Rechteck 19">
              <a:extLst>
                <a:ext uri="{FF2B5EF4-FFF2-40B4-BE49-F238E27FC236}">
                  <ns2:creationId id="{CB8B7BC8-4A4E-CBEB-15C8-D79391E7BA41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 bwMode="auto">
            <a:xfrm>
              <a:off x="4117734" y="314742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46" name="Rechteck 19">
              <a:extLst>
                <a:ext uri="{FF2B5EF4-FFF2-40B4-BE49-F238E27FC236}">
                  <ns2:creationId id="{A589B8B0-F7AD-FC74-803F-A78C753C94B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 bwMode="auto">
            <a:xfrm>
              <a:off x="4117734" y="354586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AU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AU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Rechteck 19">
              <a:extLst>
                <a:ext uri="{FF2B5EF4-FFF2-40B4-BE49-F238E27FC236}">
                  <ns2:creationId id="{BAA16607-0B56-BB65-2714-57E48ED0522E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 bwMode="auto">
            <a:xfrm>
              <a:off x="4117734" y="394430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48" name="Rechteck 19">
              <a:extLst>
                <a:ext uri="{FF2B5EF4-FFF2-40B4-BE49-F238E27FC236}">
                  <ns2:creationId id="{AC15125C-972C-E012-FB8C-416E9F5CA94B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 bwMode="auto">
            <a:xfrm>
              <a:off x="4117734" y="434274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51" name="Rechteck 19">
              <a:extLst>
                <a:ext uri="{FF2B5EF4-FFF2-40B4-BE49-F238E27FC236}">
                  <ns2:creationId id="{83F6F9C3-E6A7-3761-FBF1-0C4096AF7259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 bwMode="auto">
            <a:xfrm>
              <a:off x="4117734" y="474118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52" name="Rechteck 19">
              <a:extLst>
                <a:ext uri="{FF2B5EF4-FFF2-40B4-BE49-F238E27FC236}">
                  <ns2:creationId id="{14ABB209-1D90-7ECD-371E-35D9033B93E9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 bwMode="auto">
            <a:xfrm>
              <a:off x="4117734" y="513962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53" name="Rechteck 19">
              <a:extLst>
                <a:ext uri="{FF2B5EF4-FFF2-40B4-BE49-F238E27FC236}">
                  <ns2:creationId id="{FC5988F2-EC24-DBC0-D274-DB8388D3497A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 bwMode="auto">
            <a:xfrm>
              <a:off x="4117734" y="5538066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sp>
          <p:nvSpPr>
            <p:cNvPr id="54" name="Rechteck 19">
              <a:extLst>
                <a:ext uri="{FF2B5EF4-FFF2-40B4-BE49-F238E27FC236}">
                  <ns2:creationId id="{7BCDF330-FBD0-851A-95C8-8BDCEE9D082C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 bwMode="auto">
            <a:xfrm>
              <a:off x="4117734" y="5936503"/>
              <a:ext cx="1872000" cy="360000"/>
            </a:xfrm>
            <a:prstGeom prst="rect">
              <a:avLst/>
            </a:prstGeom>
            <a:noFill/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36000" tIns="0" rIns="36000" bIns="0" anchor="ctr"/>
            <a:lstStyle/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endParaRPr lang="en-AU" altLang="ja-JP" sz="1000" dirty="0">
                <a:latin typeface="+mn-ea"/>
              </a:endParaRPr>
            </a:p>
            <a:p>
              <a:pPr marL="85725" indent="-85725" eaLnBrk="0" hangingPunct="0">
                <a:spcAft>
                  <a:spcPct val="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 err="1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</a:p>
          </p:txBody>
        </p:sp>
        <p:cxnSp>
          <p:nvCxnSpPr>
            <p:cNvPr id="9" name="直線コネクタ 8">
              <a:extLst>
                <a:ext uri="{FF2B5EF4-FFF2-40B4-BE49-F238E27FC236}">
                  <ns2:creationId id="{CF7D2B5E-40C8-7D26-E740-8CFAB1DBFD46}"/>
                </a:ext>
              </a:extLst>
            </p:cNvPr>
            <p:cNvCxnSpPr/>
            <p:nvPr/>
          </p:nvCxnSpPr>
          <p:spPr>
            <a:xfrm flipV="1">
              <a:off x="4117735" y="272976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1DD61C5B-0709-B4A3-8DFA-FBA2559480DE}"/>
                </a:ext>
              </a:extLst>
            </p:cNvPr>
            <p:cNvCxnSpPr/>
            <p:nvPr/>
          </p:nvCxnSpPr>
          <p:spPr>
            <a:xfrm flipV="1">
              <a:off x="4117735" y="312820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ns2:creationId id="{987F99CC-79BC-F46A-8D1E-C04BB705E331}"/>
                </a:ext>
              </a:extLst>
            </p:cNvPr>
            <p:cNvCxnSpPr/>
            <p:nvPr/>
          </p:nvCxnSpPr>
          <p:spPr>
            <a:xfrm flipV="1">
              <a:off x="4117735" y="352664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864D342C-E6CC-BA8B-0292-4BC222512B4A}"/>
                </a:ext>
              </a:extLst>
            </p:cNvPr>
            <p:cNvCxnSpPr/>
            <p:nvPr/>
          </p:nvCxnSpPr>
          <p:spPr>
            <a:xfrm flipV="1">
              <a:off x="4117735" y="392508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120CCDAC-0962-116F-6056-76E4B54285F8}"/>
                </a:ext>
              </a:extLst>
            </p:cNvPr>
            <p:cNvCxnSpPr/>
            <p:nvPr/>
          </p:nvCxnSpPr>
          <p:spPr>
            <a:xfrm flipV="1">
              <a:off x="4117735" y="432352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ns2:creationId id="{8099B14C-7F35-05A8-7366-F049F93500F9}"/>
                </a:ext>
              </a:extLst>
            </p:cNvPr>
            <p:cNvCxnSpPr/>
            <p:nvPr/>
          </p:nvCxnSpPr>
          <p:spPr>
            <a:xfrm flipV="1">
              <a:off x="4117735" y="472196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ns2:creationId id="{48DE126A-F8E7-83D9-452C-D1FA83359DBC}"/>
                </a:ext>
              </a:extLst>
            </p:cNvPr>
            <p:cNvCxnSpPr/>
            <p:nvPr/>
          </p:nvCxnSpPr>
          <p:spPr>
            <a:xfrm flipV="1">
              <a:off x="4117735" y="512040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ns2:creationId id="{C61403B1-8F2F-CD06-AA5D-A6945B055F56}"/>
                </a:ext>
              </a:extLst>
            </p:cNvPr>
            <p:cNvCxnSpPr/>
            <p:nvPr/>
          </p:nvCxnSpPr>
          <p:spPr>
            <a:xfrm flipV="1">
              <a:off x="4117735" y="551884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コネクタ 76">
              <a:extLst>
                <a:ext uri="{FF2B5EF4-FFF2-40B4-BE49-F238E27FC236}">
                  <ns2:creationId id="{63F08659-F207-49A2-B54E-455239E48345}"/>
                </a:ext>
              </a:extLst>
            </p:cNvPr>
            <p:cNvCxnSpPr/>
            <p:nvPr/>
          </p:nvCxnSpPr>
          <p:spPr>
            <a:xfrm flipV="1">
              <a:off x="4117735" y="5917286"/>
              <a:ext cx="18696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213636932"/>
      </p:ext>
    </p:extLst>
  </p:cSld>
  <p:clrMapOvr>
    <a:masterClrMapping/>
  </p:clrMapOvr>
</p:sld>
</file>

<file path=ppt/slides/slide108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617FF2B-4B35-CD0C-8177-46002DB68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lang="en-AU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18A28ED-E7EE-C211-24C7-6A9A9FDC02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10</a:t>
            </a:r>
            <a:r>
              <a:rPr lang="ja-JP" altLang="en-US" sz="1800" dirty="0"/>
              <a:t>XX</a:t>
            </a:r>
            <a:r>
              <a:rPr lang="en-US" altLang="ja-JP" sz="1800" dirty="0"/>
              <a:t>1</a:t>
            </a:r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lang="ja-JP" altLang="en-US" sz="1800" dirty="0"/>
              <a:t>XX</a:t>
            </a:r>
            <a:endParaRPr lang="en-AU" sz="1800" dirty="0"/>
          </a:p>
        </p:txBody>
      </p:sp>
      <p:sp>
        <p:nvSpPr>
          <p:cNvPr id="38" name="正方形/長方形 37">
            <a:extLst>
              <a:ext uri="{FF2B5EF4-FFF2-40B4-BE49-F238E27FC236}">
                <ns2:creationId id="{E001D499-C7D9-31FA-FAD5-5C21AA1D6DD7}"/>
              </a:ext>
            </a:extLst>
          </p:cNvPr>
          <p:cNvSpPr/>
          <p:nvPr/>
        </p:nvSpPr>
        <p:spPr>
          <a:xfrm>
            <a:off x="4249271" y="1639921"/>
            <a:ext cx="7621163" cy="4661566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40" name="直線コネクタ 39">
            <a:extLst>
              <a:ext uri="{FF2B5EF4-FFF2-40B4-BE49-F238E27FC236}">
                <ns2:creationId id="{794DECA1-E47F-A142-E5E0-B6F3AE00EC08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4089187" y="2198320"/>
            <a:ext cx="555384" cy="0"/>
          </a:xfrm>
          <a:prstGeom prst="line">
            <a:avLst/>
          </a:prstGeom>
          <a:ln w="9525">
            <a:solidFill>
              <a:schemeClr val="tx1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グループ化 94">
            <a:extLst>
              <a:ext uri="{FF2B5EF4-FFF2-40B4-BE49-F238E27FC236}">
                <ns2:creationId id="{22F055D0-550C-37B9-3BB7-3941B3B747EB}"/>
              </a:ext>
            </a:extLst>
          </p:cNvPr>
          <p:cNvGrpSpPr/>
          <p:nvPr/>
        </p:nvGrpSpPr>
        <p:grpSpPr>
          <a:xfrm>
            <a:off x="4412548" y="4648472"/>
            <a:ext cx="7385648" cy="1599707"/>
            <a:chOff x="4824252" y="4648472"/>
            <a:chExt cx="6973943" cy="1599707"/>
          </a:xfrm>
        </p:grpSpPr>
        <p:sp>
          <p:nvSpPr>
            <p:cNvPr id="7" name="正方形/長方形 6">
              <a:extLst>
                <a:ext uri="{FF2B5EF4-FFF2-40B4-BE49-F238E27FC236}">
                  <ns2:creationId id="{7D0797CE-BA10-402D-8393-AF18044AF62C}"/>
                </a:ext>
              </a:extLst>
            </p:cNvPr>
            <p:cNvSpPr/>
            <p:nvPr/>
          </p:nvSpPr>
          <p:spPr>
            <a:xfrm>
              <a:off x="4824252" y="4648472"/>
              <a:ext cx="900000" cy="158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144000" rIns="0" bIns="0" rtlCol="0" anchor="ctr"/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43" name="グラフィックス 42" descr="警告 単色塗りつぶし">
              <a:extLst>
                <a:ext uri="{FF2B5EF4-FFF2-40B4-BE49-F238E27FC236}">
                  <ns2:creationId id="{CC2CEFB1-3CDA-9F28-B579-2C201435CC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tretch>
              <a:fillRect/>
            </a:stretch>
          </p:blipFill>
          <p:spPr>
            <a:xfrm>
              <a:off x="5040252" y="4841331"/>
              <a:ext cx="468000" cy="468000"/>
            </a:xfrm>
            <a:prstGeom prst="rect">
              <a:avLst/>
            </a:prstGeom>
          </p:spPr>
        </p:pic>
        <p:sp>
          <p:nvSpPr>
            <p:cNvPr id="45" name="四角形: 角を丸くする 44">
              <a:extLst>
                <a:ext uri="{FF2B5EF4-FFF2-40B4-BE49-F238E27FC236}">
                  <ns2:creationId id="{0D1BBDB8-22B4-0D2B-76C6-6F39780CD4E0}"/>
                </a:ext>
              </a:extLst>
            </p:cNvPr>
            <p:cNvSpPr/>
            <p:nvPr/>
          </p:nvSpPr>
          <p:spPr>
            <a:xfrm>
              <a:off x="5803819" y="4648472"/>
              <a:ext cx="1980000" cy="288000"/>
            </a:xfrm>
            <a:prstGeom prst="roundRect">
              <a:avLst>
                <a:gd name="adj" fmla="val 5308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AU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FB2804B8-9563-78AC-4965-4645499455EA}"/>
                </a:ext>
              </a:extLst>
            </p:cNvPr>
            <p:cNvSpPr/>
            <p:nvPr/>
          </p:nvSpPr>
          <p:spPr>
            <a:xfrm>
              <a:off x="7811007" y="4648472"/>
              <a:ext cx="1980000" cy="288000"/>
            </a:xfrm>
            <a:prstGeom prst="roundRect">
              <a:avLst>
                <a:gd name="adj" fmla="val 5308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AU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52885FEC-6D1E-1E15-F0A0-951F6910FA70}"/>
                </a:ext>
              </a:extLst>
            </p:cNvPr>
            <p:cNvSpPr/>
            <p:nvPr/>
          </p:nvSpPr>
          <p:spPr>
            <a:xfrm>
              <a:off x="9818195" y="4648472"/>
              <a:ext cx="1980000" cy="288000"/>
            </a:xfrm>
            <a:prstGeom prst="roundRect">
              <a:avLst>
                <a:gd name="adj" fmla="val 5308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AU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ns2:creationId id="{621D29ED-C4E3-3686-49B8-3C56DD2450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3819" y="5008472"/>
              <a:ext cx="1980000" cy="1224000"/>
            </a:xfrm>
            <a:prstGeom prst="rect">
              <a:avLst/>
            </a:prstGeom>
            <a:solidFill>
              <a:schemeClr val="bg1">
                <a:lumMod val="95000"/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36000" tIns="72000" rIns="36000" bIns="0" numCol="1" anchor="t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50" name="Rectangle 2">
              <a:extLst>
                <a:ext uri="{FF2B5EF4-FFF2-40B4-BE49-F238E27FC236}">
                  <ns2:creationId id="{D1E97F5E-F053-978E-2303-A632817F14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11007" y="5008472"/>
              <a:ext cx="1980000" cy="1224000"/>
            </a:xfrm>
            <a:prstGeom prst="rect">
              <a:avLst/>
            </a:prstGeom>
            <a:solidFill>
              <a:schemeClr val="bg1">
                <a:lumMod val="95000"/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36000" tIns="72000" rIns="36000" bIns="0" numCol="1" anchor="t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000" dirty="0">
                  <a:latin typeface="+mn-ea"/>
                </a:rPr>
                <a:t>XX</a:t>
              </a:r>
              <a:br>
                <a:rPr kumimoji="0" lang="en-AU" altLang="ja-JP" sz="1000" dirty="0">
                  <a:latin typeface="+mn-ea"/>
                </a:rPr>
              </a:br>
              <a:r>
                <a:rPr kumimoji="0" lang="ja-JP" altLang="en-US" sz="1000" dirty="0">
                  <a:latin typeface="+mn-ea"/>
                </a:rPr>
                <a:t>XX</a:t>
              </a:r>
              <a:br>
                <a:rPr kumimoji="0" lang="en-AU" altLang="ja-JP" sz="1000" dirty="0">
                  <a:latin typeface="+mn-ea"/>
                </a:rPr>
              </a:br>
              <a:r>
                <a:rPr kumimoji="0"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67" name="Rectangle 2">
              <a:extLst>
                <a:ext uri="{FF2B5EF4-FFF2-40B4-BE49-F238E27FC236}">
                  <ns2:creationId id="{1BEF1205-EFBD-F54A-DF89-A99646A0E7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18195" y="5008472"/>
              <a:ext cx="1980000" cy="1224000"/>
            </a:xfrm>
            <a:prstGeom prst="rect">
              <a:avLst/>
            </a:prstGeom>
            <a:solidFill>
              <a:schemeClr val="bg1">
                <a:lumMod val="95000"/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36000" tIns="72000" rIns="36000" bIns="0" numCol="1" anchor="t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000" dirty="0">
                  <a:latin typeface="+mn-ea"/>
                </a:rPr>
                <a:t>XX</a:t>
              </a:r>
            </a:p>
          </p:txBody>
        </p:sp>
        <p:pic>
          <p:nvPicPr>
            <p:cNvPr id="83" name="グラフィックス 82" descr="都市 単色塗りつぶし">
              <a:extLst>
                <a:ext uri="{FF2B5EF4-FFF2-40B4-BE49-F238E27FC236}">
                  <ns2:creationId id="{22076079-6CF2-052F-08DA-FE8F5439D9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0"/>
                </a:ext>
              </a:extLst>
            </a:blip>
            <a:stretch>
              <a:fillRect/>
            </a:stretch>
          </p:blipFill>
          <p:spPr>
            <a:xfrm>
              <a:off x="11485204" y="5960179"/>
              <a:ext cx="288000" cy="288000"/>
            </a:xfrm>
            <a:prstGeom prst="rect">
              <a:avLst/>
            </a:prstGeom>
          </p:spPr>
        </p:pic>
        <p:pic>
          <p:nvPicPr>
            <p:cNvPr id="85" name="グラフィックス 84" descr="翼の付いたお金 単色塗りつぶし">
              <a:extLst>
                <a:ext uri="{FF2B5EF4-FFF2-40B4-BE49-F238E27FC236}">
                  <ns2:creationId id="{0FFBBBDB-325F-7ECD-F458-A774415C73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1"/>
                </a:ext>
              </a:extLst>
            </a:blip>
            <a:stretch>
              <a:fillRect/>
            </a:stretch>
          </p:blipFill>
          <p:spPr>
            <a:xfrm>
              <a:off x="9494194" y="5960178"/>
              <a:ext cx="288000" cy="288000"/>
            </a:xfrm>
            <a:prstGeom prst="rect">
              <a:avLst/>
            </a:prstGeom>
          </p:spPr>
        </p:pic>
        <p:pic>
          <p:nvPicPr>
            <p:cNvPr id="87" name="グラフィックス 86" descr="No の記号 単色塗りつぶし">
              <a:extLst>
                <a:ext uri="{FF2B5EF4-FFF2-40B4-BE49-F238E27FC236}">
                  <ns2:creationId id="{71438C4D-4025-648D-AC27-129DD02024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2"/>
                </a:ext>
              </a:extLst>
            </a:blip>
            <a:stretch>
              <a:fillRect/>
            </a:stretch>
          </p:blipFill>
          <p:spPr>
            <a:xfrm>
              <a:off x="7491563" y="5960179"/>
              <a:ext cx="288000" cy="288000"/>
            </a:xfrm>
            <a:prstGeom prst="rect">
              <a:avLst/>
            </a:prstGeom>
          </p:spPr>
        </p:pic>
      </p:grpSp>
      <p:sp>
        <p:nvSpPr>
          <p:cNvPr id="42" name="四角形: 角を丸くする 41">
            <a:extLst>
              <a:ext uri="{FF2B5EF4-FFF2-40B4-BE49-F238E27FC236}">
                <ns2:creationId id="{A75BB262-06D2-29CE-96BE-E9BF6460CC00}"/>
              </a:ext>
            </a:extLst>
          </p:cNvPr>
          <p:cNvSpPr/>
          <p:nvPr/>
        </p:nvSpPr>
        <p:spPr>
          <a:xfrm>
            <a:off x="7478194" y="1717806"/>
            <a:ext cx="4320000" cy="360000"/>
          </a:xfrm>
          <a:prstGeom prst="roundRect">
            <a:avLst>
              <a:gd name="adj" fmla="val 53080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AU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48" name="グラフィックス 47" descr="質問 単色塗りつぶし">
            <a:extLst>
              <a:ext uri="{FF2B5EF4-FFF2-40B4-BE49-F238E27FC236}">
                <ns2:creationId id="{C8525CDE-89BD-9344-9530-B49449E6F0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3"/>
              </a:ext>
            </a:extLst>
          </a:blip>
          <a:stretch>
            <a:fillRect/>
          </a:stretch>
        </p:blipFill>
        <p:spPr>
          <a:xfrm>
            <a:off x="8911395" y="1717806"/>
            <a:ext cx="360000" cy="360000"/>
          </a:xfrm>
          <a:prstGeom prst="rect">
            <a:avLst/>
          </a:prstGeom>
        </p:spPr>
      </p:pic>
      <p:sp>
        <p:nvSpPr>
          <p:cNvPr id="53" name="正方形/長方形 52">
            <a:extLst>
              <a:ext uri="{FF2B5EF4-FFF2-40B4-BE49-F238E27FC236}">
                <ns2:creationId id="{13D3669F-79BA-659C-4460-2DC065FCD177}"/>
              </a:ext>
            </a:extLst>
          </p:cNvPr>
          <p:cNvSpPr/>
          <p:nvPr/>
        </p:nvSpPr>
        <p:spPr>
          <a:xfrm>
            <a:off x="7478192" y="2155260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9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4" name="background">
            <a:extLst>
              <a:ext uri="{FF2B5EF4-FFF2-40B4-BE49-F238E27FC236}">
                <ns2:creationId id="{8A6ED279-C7AD-8657-110E-310881B8656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7597036" y="2209260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1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F31B9C7A-70E7-CE67-5821-965F5B3A2447}"/>
              </a:ext>
            </a:extLst>
          </p:cNvPr>
          <p:cNvSpPr/>
          <p:nvPr/>
        </p:nvSpPr>
        <p:spPr>
          <a:xfrm>
            <a:off x="7478194" y="2557442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216000" tIns="0" rIns="0" bIns="0" rtlCol="0" anchor="ctr"/>
          <a:lstStyle/>
          <a:p>
            <a:pPr algn="ctr"/>
            <a:r>
              <a: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endParaRPr lang="en-US" altLang="ja-JP" sz="900" dirty="0">
              <a:solidFill>
                <a:srgbClr val="31333F"/>
              </a:solidFill>
              <a:latin typeface="Source Sans Pro" panose="020B0503030403020204" pitchFamily="34" charset="0"/>
            </a:endParaRPr>
          </a:p>
          <a:p>
            <a:pPr algn="ctr"/>
            <a:r>
              <a:rPr lang="en-US" altLang="ja-JP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r>
              <a: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・</a:t>
            </a:r>
            <a:r>
              <a:rPr lang="en-US" altLang="ja-JP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r>
              <a: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rPr>
              <a:t>XX</a:t>
            </a:r>
            <a:endParaRPr lang="ja-JP" altLang="en-US" sz="9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background">
            <a:extLst>
              <a:ext uri="{FF2B5EF4-FFF2-40B4-BE49-F238E27FC236}">
                <ns2:creationId id="{DF60ABB9-809B-1E3E-00AA-8C45EDA1EAA6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7597036" y="2611442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2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04D22304-088A-4F76-6503-85DCC94CBC76}"/>
              </a:ext>
            </a:extLst>
          </p:cNvPr>
          <p:cNvSpPr/>
          <p:nvPr/>
        </p:nvSpPr>
        <p:spPr>
          <a:xfrm>
            <a:off x="7478192" y="2959624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252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900" dirty="0">
                <a:solidFill>
                  <a:schemeClr val="tx1"/>
                </a:solidFill>
                <a:latin typeface="+mn-ea"/>
              </a:rPr>
              <a:t>/ </a:t>
            </a:r>
            <a:r>
              <a:rPr lang="en-US" altLang="ja-JP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AU" altLang="ja-JP" sz="900" dirty="0">
                <a:solidFill>
                  <a:schemeClr val="tx1"/>
                </a:solidFill>
                <a:latin typeface="+mn-ea"/>
              </a:rPr>
            </a:b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9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AU" altLang="ja-JP" sz="900" dirty="0">
                <a:solidFill>
                  <a:schemeClr val="tx1"/>
                </a:solidFill>
                <a:latin typeface="+mn-ea"/>
              </a:rPr>
              <a:t>)</a:t>
            </a:r>
            <a:endParaRPr lang="ja-JP" altLang="en-US" sz="9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8" name="background">
            <a:extLst>
              <a:ext uri="{FF2B5EF4-FFF2-40B4-BE49-F238E27FC236}">
                <ns2:creationId id="{91C9F0A9-91BE-A5C2-8CC9-2037C6033A31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597036" y="3013624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3</a:t>
            </a:r>
          </a:p>
        </p:txBody>
      </p:sp>
      <p:sp>
        <p:nvSpPr>
          <p:cNvPr id="59" name="正方形/長方形 58">
            <a:extLst>
              <a:ext uri="{FF2B5EF4-FFF2-40B4-BE49-F238E27FC236}">
                <ns2:creationId id="{EB30B886-B3BE-1FF4-D335-8D84610B7A6F}"/>
              </a:ext>
            </a:extLst>
          </p:cNvPr>
          <p:cNvSpPr/>
          <p:nvPr/>
        </p:nvSpPr>
        <p:spPr>
          <a:xfrm>
            <a:off x="7478192" y="3361806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60" name="background">
            <a:extLst>
              <a:ext uri="{FF2B5EF4-FFF2-40B4-BE49-F238E27FC236}">
                <ns2:creationId id="{3B58B9AB-FD4A-3365-BF09-A7E6CC0DD27F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7597036" y="3415806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4</a:t>
            </a:r>
          </a:p>
        </p:txBody>
      </p:sp>
      <p:sp>
        <p:nvSpPr>
          <p:cNvPr id="61" name="正方形/長方形 60">
            <a:extLst>
              <a:ext uri="{FF2B5EF4-FFF2-40B4-BE49-F238E27FC236}">
                <ns2:creationId id="{081F239D-0522-C53B-A9E2-F64233FBF0E1}"/>
              </a:ext>
            </a:extLst>
          </p:cNvPr>
          <p:cNvSpPr/>
          <p:nvPr/>
        </p:nvSpPr>
        <p:spPr>
          <a:xfrm>
            <a:off x="7478194" y="3763988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0" tIns="0" rIns="0" bIns="0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62" name="background">
            <a:extLst>
              <a:ext uri="{FF2B5EF4-FFF2-40B4-BE49-F238E27FC236}">
                <ns2:creationId id="{4CB98283-419E-716D-48C9-2C8A0D5A684F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7597036" y="3817988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5</a:t>
            </a:r>
          </a:p>
        </p:txBody>
      </p:sp>
      <p:sp>
        <p:nvSpPr>
          <p:cNvPr id="63" name="正方形/長方形 62">
            <a:extLst>
              <a:ext uri="{FF2B5EF4-FFF2-40B4-BE49-F238E27FC236}">
                <ns2:creationId id="{D7E16CED-A756-A9DC-EEC4-03EFFD6B651A}"/>
              </a:ext>
            </a:extLst>
          </p:cNvPr>
          <p:cNvSpPr/>
          <p:nvPr/>
        </p:nvSpPr>
        <p:spPr>
          <a:xfrm>
            <a:off x="7478192" y="4166172"/>
            <a:ext cx="1870203" cy="360000"/>
          </a:xfrm>
          <a:prstGeom prst="rect">
            <a:avLst/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0" rIns="0" bIns="0"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9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64" name="background">
            <a:extLst>
              <a:ext uri="{FF2B5EF4-FFF2-40B4-BE49-F238E27FC236}">
                <ns2:creationId id="{8B578CAD-36C3-5B81-5C0F-C15BBB63E978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7597036" y="4220172"/>
            <a:ext cx="252000" cy="252000"/>
          </a:xfrm>
          <a:prstGeom prst="ellipse">
            <a:avLst/>
          </a:prstGeom>
          <a:solidFill>
            <a:srgbClr val="008000">
              <a:alpha val="70000"/>
            </a:srgbClr>
          </a:solidFill>
          <a:ln w="9525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900" dirty="0">
                <a:solidFill>
                  <a:schemeClr val="bg1"/>
                </a:solidFill>
                <a:latin typeface="+mn-ea"/>
              </a:rPr>
              <a:t>6</a:t>
            </a:r>
          </a:p>
        </p:txBody>
      </p:sp>
      <p:grpSp>
        <p:nvGrpSpPr>
          <p:cNvPr id="94" name="グループ化 93">
            <a:extLst>
              <a:ext uri="{FF2B5EF4-FFF2-40B4-BE49-F238E27FC236}">
                <ns2:creationId id="{18663793-5FCC-4B48-B709-6B46DDA79D3D}"/>
              </a:ext>
            </a:extLst>
          </p:cNvPr>
          <p:cNvGrpSpPr/>
          <p:nvPr/>
        </p:nvGrpSpPr>
        <p:grpSpPr>
          <a:xfrm>
            <a:off x="9348395" y="2155260"/>
            <a:ext cx="2449799" cy="2362065"/>
            <a:chOff x="9760527" y="2155260"/>
            <a:chExt cx="2037667" cy="2362065"/>
          </a:xfrm>
        </p:grpSpPr>
        <p:sp>
          <p:nvSpPr>
            <p:cNvPr id="65" name="Rectangle 2">
              <a:extLst>
                <a:ext uri="{FF2B5EF4-FFF2-40B4-BE49-F238E27FC236}">
                  <ns2:creationId id="{EC4ECAD9-E50A-95B1-D4E7-C963BE682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2155260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endParaRPr lang="ja-JP" altLang="en-US" sz="900" dirty="0">
                <a:solidFill>
                  <a:srgbClr val="31333F"/>
                </a:solidFill>
                <a:latin typeface="Source Sans Pro" panose="020B0503030403020204" pitchFamily="34" charset="0"/>
              </a:endParaRPr>
            </a:p>
          </p:txBody>
        </p:sp>
        <p:sp>
          <p:nvSpPr>
            <p:cNvPr id="66" name="Rectangle 2">
              <a:extLst>
                <a:ext uri="{FF2B5EF4-FFF2-40B4-BE49-F238E27FC236}">
                  <ns2:creationId id="{71513670-A69A-DDD9-78EB-1B2B40FAD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2555678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(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)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68" name="Rectangle 2">
              <a:extLst>
                <a:ext uri="{FF2B5EF4-FFF2-40B4-BE49-F238E27FC236}">
                  <ns2:creationId id="{13641969-F337-E627-8797-B59C2A7A8C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2" y="2956096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69" name="Rectangle 2">
              <a:extLst>
                <a:ext uri="{FF2B5EF4-FFF2-40B4-BE49-F238E27FC236}">
                  <ns2:creationId id="{3E815878-160E-4FB7-0405-C7B3E3A4F5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2" y="3356514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(</a:t>
              </a:r>
              <a:r>
                <a:rPr kumimoji="0" lang="ja-JP" altLang="en-US" sz="900" dirty="0">
                  <a:latin typeface="+mn-ea"/>
                </a:rPr>
                <a:t>例 </a:t>
              </a:r>
              <a:r>
                <a:rPr kumimoji="0" lang="en-AU" altLang="ja-JP" sz="900" dirty="0">
                  <a:latin typeface="+mn-ea"/>
                </a:rPr>
                <a:t>: 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AU" altLang="ja-JP" sz="900" dirty="0">
                  <a:latin typeface="+mn-ea"/>
                </a:rPr>
                <a:t>)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70" name="Rectangle 2">
              <a:extLst>
                <a:ext uri="{FF2B5EF4-FFF2-40B4-BE49-F238E27FC236}">
                  <ns2:creationId id="{4B5A1F44-4EDA-587E-7CB4-6CEEAC3085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3756932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88" name="直線コネクタ 87">
              <a:extLst>
                <a:ext uri="{FF2B5EF4-FFF2-40B4-BE49-F238E27FC236}">
                  <ns2:creationId id="{1B1FFDCC-CFFB-27AE-96AF-60C36845FD29}"/>
                </a:ext>
              </a:extLst>
            </p:cNvPr>
            <p:cNvCxnSpPr/>
            <p:nvPr/>
          </p:nvCxnSpPr>
          <p:spPr>
            <a:xfrm flipV="1">
              <a:off x="9760528" y="2535469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F6E03899-5746-29A6-17BA-BFAB95D0F15C}"/>
                </a:ext>
              </a:extLst>
            </p:cNvPr>
            <p:cNvCxnSpPr/>
            <p:nvPr/>
          </p:nvCxnSpPr>
          <p:spPr>
            <a:xfrm flipV="1">
              <a:off x="9760527" y="2935887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コネクタ 89">
              <a:extLst>
                <a:ext uri="{FF2B5EF4-FFF2-40B4-BE49-F238E27FC236}">
                  <ns2:creationId id="{E212C616-87BC-0638-E7D7-A505A9DAE485}"/>
                </a:ext>
              </a:extLst>
            </p:cNvPr>
            <p:cNvCxnSpPr/>
            <p:nvPr/>
          </p:nvCxnSpPr>
          <p:spPr>
            <a:xfrm flipV="1">
              <a:off x="9760528" y="3336305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ns2:creationId id="{B59B3B2A-40DE-7CC2-8A94-34EEFEA1CF9E}"/>
                </a:ext>
              </a:extLst>
            </p:cNvPr>
            <p:cNvCxnSpPr/>
            <p:nvPr/>
          </p:nvCxnSpPr>
          <p:spPr>
            <a:xfrm flipV="1">
              <a:off x="9760527" y="3736723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コネクタ 91">
              <a:extLst>
                <a:ext uri="{FF2B5EF4-FFF2-40B4-BE49-F238E27FC236}">
                  <ns2:creationId id="{9F7BE1B7-53A2-D2F2-9BCA-0545F1621616}"/>
                </a:ext>
              </a:extLst>
            </p:cNvPr>
            <p:cNvCxnSpPr/>
            <p:nvPr/>
          </p:nvCxnSpPr>
          <p:spPr>
            <a:xfrm flipV="1">
              <a:off x="9760527" y="4137143"/>
              <a:ext cx="20332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Rectangle 2">
              <a:extLst>
                <a:ext uri="{FF2B5EF4-FFF2-40B4-BE49-F238E27FC236}">
                  <ns2:creationId id="{6C93AEC6-E433-C854-AADE-8E4F9E1B6E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4961" y="4157325"/>
              <a:ext cx="2033232" cy="360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3600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900" dirty="0">
                  <a:latin typeface="+mn-ea"/>
                </a:rPr>
                <a:t>XX</a:t>
              </a:r>
              <a:r>
                <a:rPr kumimoji="0" lang="en-US" altLang="ja-JP" sz="900" dirty="0">
                  <a:latin typeface="+mn-ea"/>
                </a:rPr>
                <a:t>XX</a:t>
              </a:r>
              <a:r>
                <a:rPr kumimoji="0" lang="ja-JP" altLang="en-US" sz="900" dirty="0">
                  <a:latin typeface="+mn-ea"/>
                </a:rPr>
                <a:t>。</a:t>
              </a:r>
              <a:r>
                <a:rPr kumimoji="0" lang="en-US" altLang="ja-JP" sz="900" dirty="0">
                  <a:latin typeface="+mn-ea"/>
                </a:rPr>
                <a:t> </a:t>
              </a:r>
              <a:r>
                <a:rPr kumimoji="0" lang="ja-JP" altLang="en-US" sz="900" dirty="0">
                  <a:latin typeface="+mn-ea"/>
                </a:rPr>
                <a:t>XX</a:t>
              </a:r>
            </a:p>
          </p:txBody>
        </p:sp>
      </p:grpSp>
      <p:grpSp>
        <p:nvGrpSpPr>
          <p:cNvPr id="101" name="グループ化 100">
            <a:extLst>
              <a:ext uri="{FF2B5EF4-FFF2-40B4-BE49-F238E27FC236}">
                <ns2:creationId id="{12FA7A0A-EC46-1D7E-80BC-0C8D5189D2CB}"/>
              </a:ext>
            </a:extLst>
          </p:cNvPr>
          <p:cNvGrpSpPr/>
          <p:nvPr/>
        </p:nvGrpSpPr>
        <p:grpSpPr>
          <a:xfrm>
            <a:off x="335070" y="1640205"/>
            <a:ext cx="3754118" cy="4668520"/>
            <a:chOff x="335069" y="1640205"/>
            <a:chExt cx="3981715" cy="4668520"/>
          </a:xfrm>
        </p:grpSpPr>
        <p:grpSp>
          <p:nvGrpSpPr>
            <p:cNvPr id="99" name="グループ化 98">
              <a:extLst>
                <a:ext uri="{FF2B5EF4-FFF2-40B4-BE49-F238E27FC236}">
                  <ns2:creationId id="{F98A41C4-DDE6-B631-E996-15CBC8E6E7E6}"/>
                </a:ext>
              </a:extLst>
            </p:cNvPr>
            <p:cNvGrpSpPr/>
            <p:nvPr/>
          </p:nvGrpSpPr>
          <p:grpSpPr>
            <a:xfrm>
              <a:off x="335069" y="2014172"/>
              <a:ext cx="3981715" cy="4294553"/>
              <a:chOff x="335069" y="2096060"/>
              <a:chExt cx="3981715" cy="4197833"/>
            </a:xfrm>
          </p:grpSpPr>
          <p:sp>
            <p:nvSpPr>
              <p:cNvPr id="9" name="Rechteck 19">
                <a:extLst>
                  <a:ext uri="{FF2B5EF4-FFF2-40B4-BE49-F238E27FC236}">
                    <ns2:creationId id="{7C1D191D-13E0-1BF7-693F-8DB54197F023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 bwMode="auto">
              <a:xfrm>
                <a:off x="335069" y="2096060"/>
                <a:ext cx="900000" cy="360000"/>
              </a:xfrm>
              <a:prstGeom prst="rect">
                <a:avLst/>
              </a:prstGeom>
              <a:solidFill>
                <a:srgbClr val="008000"/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solidFill>
                      <a:schemeClr val="bg1"/>
                    </a:solidFill>
                    <a:latin typeface="+mn-ea"/>
                  </a:rPr>
                  <a:t>1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" name="Rechteck 19">
                <a:extLst>
                  <a:ext uri="{FF2B5EF4-FFF2-40B4-BE49-F238E27FC236}">
                    <ns2:creationId id="{B3325A8E-E7C9-9726-78E8-C8F5DB0F66CB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 bwMode="auto">
              <a:xfrm>
                <a:off x="335069" y="2522486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2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1" name="Rechteck 19">
                <a:extLst>
                  <a:ext uri="{FF2B5EF4-FFF2-40B4-BE49-F238E27FC236}">
                    <ns2:creationId id="{5A698093-E10D-FDE6-CEE0-1D1DA935B1D1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 bwMode="auto">
              <a:xfrm>
                <a:off x="335069" y="2948912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3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2" name="Rechteck 19">
                <a:extLst>
                  <a:ext uri="{FF2B5EF4-FFF2-40B4-BE49-F238E27FC236}">
                    <ns2:creationId id="{ACCB04AA-A4DC-8445-625B-6A7129E55BC4}"/>
                  </a:ext>
                </a:extLst>
              </p:cNvPr>
              <p:cNvSpPr/>
              <p:nvPr>
                <p:custDataLst>
                  <p:tags r:id="rId10"/>
                </p:custDataLst>
              </p:nvPr>
            </p:nvSpPr>
            <p:spPr bwMode="auto">
              <a:xfrm>
                <a:off x="335069" y="3375338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4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3" name="Rechteck 19">
                <a:extLst>
                  <a:ext uri="{FF2B5EF4-FFF2-40B4-BE49-F238E27FC236}">
                    <ns2:creationId id="{82815B1C-B7F0-ED0E-1EEC-CFC574CCB4D4}"/>
                  </a:ext>
                </a:extLst>
              </p:cNvPr>
              <p:cNvSpPr/>
              <p:nvPr>
                <p:custDataLst>
                  <p:tags r:id="rId11"/>
                </p:custDataLst>
              </p:nvPr>
            </p:nvSpPr>
            <p:spPr bwMode="auto">
              <a:xfrm>
                <a:off x="335069" y="3801764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5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4" name="Rechteck 19">
                <a:extLst>
                  <a:ext uri="{FF2B5EF4-FFF2-40B4-BE49-F238E27FC236}">
                    <ns2:creationId id="{6BB8482C-B94C-02C0-9406-6F786695FDDA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 bwMode="auto">
              <a:xfrm>
                <a:off x="335069" y="4228190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6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5" name="Rechteck 19">
                <a:extLst>
                  <a:ext uri="{FF2B5EF4-FFF2-40B4-BE49-F238E27FC236}">
                    <ns2:creationId id="{D69610B8-6659-F23D-4AD3-0A700FFFC564}"/>
                  </a:ext>
                </a:extLst>
              </p:cNvPr>
              <p:cNvSpPr/>
              <p:nvPr>
                <p:custDataLst>
                  <p:tags r:id="rId13"/>
                </p:custDataLst>
              </p:nvPr>
            </p:nvSpPr>
            <p:spPr bwMode="auto">
              <a:xfrm>
                <a:off x="335069" y="5507468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9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6" name="Rechteck 19">
                <a:extLst>
                  <a:ext uri="{FF2B5EF4-FFF2-40B4-BE49-F238E27FC236}">
                    <ns2:creationId id="{CA4D9354-2BD4-AF0E-5653-398D4019BE5C}"/>
                  </a:ext>
                </a:extLst>
              </p:cNvPr>
              <p:cNvSpPr/>
              <p:nvPr>
                <p:custDataLst>
                  <p:tags r:id="rId14"/>
                </p:custDataLst>
              </p:nvPr>
            </p:nvSpPr>
            <p:spPr bwMode="auto">
              <a:xfrm>
                <a:off x="335069" y="5933893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10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7" name="Rechteck 19">
                <a:extLst>
                  <a:ext uri="{FF2B5EF4-FFF2-40B4-BE49-F238E27FC236}">
                    <ns2:creationId id="{9AB0C4B6-BBA8-BEA0-CEF7-13F85DD69B05}"/>
                  </a:ext>
                </a:extLst>
              </p:cNvPr>
              <p:cNvSpPr/>
              <p:nvPr>
                <p:custDataLst>
                  <p:tags r:id="rId15"/>
                </p:custDataLst>
              </p:nvPr>
            </p:nvSpPr>
            <p:spPr bwMode="auto">
              <a:xfrm>
                <a:off x="335069" y="4654616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7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8" name="Rechteck 19">
                <a:extLst>
                  <a:ext uri="{FF2B5EF4-FFF2-40B4-BE49-F238E27FC236}">
                    <ns2:creationId id="{B22400AD-0BED-163C-8E70-6D80583175DD}"/>
                  </a:ext>
                </a:extLst>
              </p:cNvPr>
              <p:cNvSpPr/>
              <p:nvPr>
                <p:custDataLst>
                  <p:tags r:id="rId16"/>
                </p:custDataLst>
              </p:nvPr>
            </p:nvSpPr>
            <p:spPr bwMode="auto">
              <a:xfrm>
                <a:off x="335069" y="5081042"/>
                <a:ext cx="900000" cy="36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36000" tIns="0" rIns="36000" bIns="0" anchor="ctr"/>
              <a:lstStyle/>
              <a:p>
                <a:pPr algn="ctr" eaLnBrk="0" hangingPunct="0">
                  <a:spcAft>
                    <a:spcPct val="0"/>
                  </a:spcAft>
                </a:pPr>
                <a:r>
                  <a:rPr lang="en-AU" altLang="ja-JP" sz="1200" dirty="0">
                    <a:latin typeface="+mn-ea"/>
                  </a:rPr>
                  <a:t>8</a:t>
                </a: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19" name="Rectangle 2">
                <a:extLst>
                  <a:ext uri="{FF2B5EF4-FFF2-40B4-BE49-F238E27FC236}">
                    <ns2:creationId id="{CA65EFAA-B220-0911-9A2D-A2A421182D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2096060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0" lang="ja-JP" altLang="ja-JP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20" name="Rectangle 2">
                <a:extLst>
                  <a:ext uri="{FF2B5EF4-FFF2-40B4-BE49-F238E27FC236}">
                    <ns2:creationId id="{6F18112A-D68E-1889-8535-F0CEC890CE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2522486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1" name="Rectangle 2">
                <a:extLst>
                  <a:ext uri="{FF2B5EF4-FFF2-40B4-BE49-F238E27FC236}">
                    <ns2:creationId id="{DBA18315-E39F-29DD-4BD1-5250BE43CA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2948912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2" name="Rectangle 2">
                <a:extLst>
                  <a:ext uri="{FF2B5EF4-FFF2-40B4-BE49-F238E27FC236}">
                    <ns2:creationId id="{6F037E07-46CB-3BDC-CFA1-CFE83BAD6E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3375338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3" name="Rectangle 2">
                <a:extLst>
                  <a:ext uri="{FF2B5EF4-FFF2-40B4-BE49-F238E27FC236}">
                    <ns2:creationId id="{68ABBF9A-479D-0EF2-C08A-B8AFC87545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3801764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4" name="Rectangle 2">
                <a:extLst>
                  <a:ext uri="{FF2B5EF4-FFF2-40B4-BE49-F238E27FC236}">
                    <ns2:creationId id="{224D1209-E59F-6952-1C73-7E2FDAF85E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4228190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5" name="Rectangle 2">
                <a:extLst>
                  <a:ext uri="{FF2B5EF4-FFF2-40B4-BE49-F238E27FC236}">
                    <ns2:creationId id="{6A0F7CEA-5471-962A-6E34-3981780C6C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4654616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6" name="Rectangle 2">
                <a:extLst>
                  <a:ext uri="{FF2B5EF4-FFF2-40B4-BE49-F238E27FC236}">
                    <ns2:creationId id="{05AF8CB2-293F-C407-B48C-1FC3CBEF4C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5081042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r>
                  <a:rPr kumimoji="0" lang="en-AU" altLang="ja-JP" sz="1200" dirty="0">
                    <a:latin typeface="+mn-ea"/>
                  </a:rPr>
                  <a:t>XX</a:t>
                </a:r>
                <a:r>
                  <a:rPr kumimoji="0" lang="ja-JP" altLang="en-US" sz="1200" dirty="0">
                    <a:latin typeface="+mn-ea"/>
                  </a:rPr>
                  <a:t>XX</a:t>
                </a:r>
                <a:r>
                  <a:rPr kumimoji="0" lang="en-AU" altLang="ja-JP" sz="1200" dirty="0">
                    <a:latin typeface="+mn-ea"/>
                  </a:rPr>
                  <a:t>)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7" name="Rectangle 2">
                <a:extLst>
                  <a:ext uri="{FF2B5EF4-FFF2-40B4-BE49-F238E27FC236}">
                    <ns2:creationId id="{4741239E-BE00-2FEC-7CFF-526CCA615D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5507468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sp>
            <p:nvSpPr>
              <p:cNvPr id="28" name="Rectangle 2">
                <a:extLst>
                  <a:ext uri="{FF2B5EF4-FFF2-40B4-BE49-F238E27FC236}">
                    <ns2:creationId id="{A91927FF-CB9B-C704-99FB-4B6949D5C5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56783" y="5933892"/>
                <a:ext cx="3060000" cy="36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108000" tIns="0" rIns="0" bIns="0" numCol="1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200" dirty="0">
                    <a:latin typeface="+mn-ea"/>
                  </a:rPr>
                  <a:t>XX</a:t>
                </a:r>
                <a:endParaRPr kumimoji="0" lang="ja-JP" altLang="ja-JP" sz="1200" dirty="0">
                  <a:latin typeface="+mn-ea"/>
                </a:endParaRPr>
              </a:p>
            </p:txBody>
          </p:sp>
          <p:cxnSp>
            <p:nvCxnSpPr>
              <p:cNvPr id="29" name="直線コネクタ 28">
                <a:extLst>
                  <a:ext uri="{FF2B5EF4-FFF2-40B4-BE49-F238E27FC236}">
                    <ns2:creationId id="{27FB4C06-3FE2-2BFE-CAE6-B69011822A78}"/>
                  </a:ext>
                </a:extLst>
              </p:cNvPr>
              <p:cNvCxnSpPr/>
              <p:nvPr/>
            </p:nvCxnSpPr>
            <p:spPr>
              <a:xfrm flipV="1">
                <a:off x="1256784" y="2489273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29">
                <a:extLst>
                  <a:ext uri="{FF2B5EF4-FFF2-40B4-BE49-F238E27FC236}">
                    <ns2:creationId id="{ED31ADC8-83CB-B8C2-484F-A106C70DCCE2}"/>
                  </a:ext>
                </a:extLst>
              </p:cNvPr>
              <p:cNvCxnSpPr/>
              <p:nvPr/>
            </p:nvCxnSpPr>
            <p:spPr>
              <a:xfrm flipV="1">
                <a:off x="1256784" y="2915699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コネクタ 30">
                <a:extLst>
                  <a:ext uri="{FF2B5EF4-FFF2-40B4-BE49-F238E27FC236}">
                    <ns2:creationId id="{DC3434EF-E708-83FF-D11F-8B90F3086D7F}"/>
                  </a:ext>
                </a:extLst>
              </p:cNvPr>
              <p:cNvCxnSpPr/>
              <p:nvPr/>
            </p:nvCxnSpPr>
            <p:spPr>
              <a:xfrm flipV="1">
                <a:off x="1256784" y="3342125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892611D9-7B09-3ECA-5820-16D37CCF920C}"/>
                  </a:ext>
                </a:extLst>
              </p:cNvPr>
              <p:cNvCxnSpPr/>
              <p:nvPr/>
            </p:nvCxnSpPr>
            <p:spPr>
              <a:xfrm flipV="1">
                <a:off x="1256784" y="3768551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コネクタ 32">
                <a:extLst>
                  <a:ext uri="{FF2B5EF4-FFF2-40B4-BE49-F238E27FC236}">
                    <ns2:creationId id="{1C1AC2C0-494D-1A6A-C533-BFC92022732E}"/>
                  </a:ext>
                </a:extLst>
              </p:cNvPr>
              <p:cNvCxnSpPr/>
              <p:nvPr/>
            </p:nvCxnSpPr>
            <p:spPr>
              <a:xfrm flipV="1">
                <a:off x="1256784" y="4194977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ns2:creationId id="{BED96156-ECBB-DA4B-19A7-7AB8D710B0A6}"/>
                  </a:ext>
                </a:extLst>
              </p:cNvPr>
              <p:cNvCxnSpPr/>
              <p:nvPr/>
            </p:nvCxnSpPr>
            <p:spPr>
              <a:xfrm flipV="1">
                <a:off x="1256784" y="4621403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272ABDED-E1AF-9C50-3A03-64577105CB06}"/>
                  </a:ext>
                </a:extLst>
              </p:cNvPr>
              <p:cNvCxnSpPr/>
              <p:nvPr/>
            </p:nvCxnSpPr>
            <p:spPr>
              <a:xfrm flipV="1">
                <a:off x="1256784" y="5047829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5A188127-022B-249D-22EE-139B889281AB}"/>
                  </a:ext>
                </a:extLst>
              </p:cNvPr>
              <p:cNvCxnSpPr/>
              <p:nvPr/>
            </p:nvCxnSpPr>
            <p:spPr>
              <a:xfrm flipV="1">
                <a:off x="1256784" y="5474255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E1B7C4F4-5EB0-60F4-DEA0-C2D1AB80F2C5}"/>
                  </a:ext>
                </a:extLst>
              </p:cNvPr>
              <p:cNvCxnSpPr/>
              <p:nvPr/>
            </p:nvCxnSpPr>
            <p:spPr>
              <a:xfrm flipV="1">
                <a:off x="1256784" y="5900681"/>
                <a:ext cx="30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75" name="グラフィックス 74" descr="チェックマークの付いた盾 枠線">
              <a:extLst>
                <a:ext uri="{FF2B5EF4-FFF2-40B4-BE49-F238E27FC236}">
                  <ns2:creationId id="{2872966A-40F1-7A0A-FD1E-41F6A4868F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4"/>
                </a:ext>
              </a:extLst>
            </a:blip>
            <a:srcRect/>
            <a:stretch/>
          </p:blipFill>
          <p:spPr>
            <a:xfrm>
              <a:off x="902335" y="1640205"/>
              <a:ext cx="288000" cy="288000"/>
            </a:xfrm>
            <a:prstGeom prst="rect">
              <a:avLst/>
            </a:prstGeom>
          </p:spPr>
        </p:pic>
        <p:sp>
          <p:nvSpPr>
            <p:cNvPr id="39" name="Rectangle 2">
              <a:extLst>
                <a:ext uri="{FF2B5EF4-FFF2-40B4-BE49-F238E27FC236}">
                  <ns2:creationId id="{6E0D6237-44AD-B4EC-351E-865B965562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7734" y="1640205"/>
              <a:ext cx="3979049" cy="2880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en-US" sz="1600" dirty="0">
                  <a:latin typeface="+mn-ea"/>
                </a:rPr>
                <a:t>XX</a:t>
              </a:r>
              <a:r>
                <a:rPr kumimoji="0" lang="en-AU" altLang="ja-JP" sz="1600" dirty="0">
                  <a:latin typeface="+mn-ea"/>
                </a:rPr>
                <a:t>10</a:t>
              </a:r>
              <a:r>
                <a:rPr kumimoji="0" lang="ja-JP" altLang="en-US" sz="1600" dirty="0">
                  <a:latin typeface="+mn-ea"/>
                </a:rPr>
                <a:t>XX</a:t>
              </a:r>
              <a:endParaRPr kumimoji="0" lang="ja-JP" altLang="ja-JP" sz="1600" dirty="0">
                <a:latin typeface="+mn-ea"/>
              </a:endParaRPr>
            </a:p>
          </p:txBody>
        </p:sp>
        <p:cxnSp>
          <p:nvCxnSpPr>
            <p:cNvPr id="76" name="直線コネクタ 75">
              <a:extLst>
                <a:ext uri="{FF2B5EF4-FFF2-40B4-BE49-F238E27FC236}">
                  <ns2:creationId id="{E0AC4848-EA9E-7D94-0535-6E2B7621D16A}"/>
                </a:ext>
              </a:extLst>
            </p:cNvPr>
            <p:cNvCxnSpPr/>
            <p:nvPr/>
          </p:nvCxnSpPr>
          <p:spPr>
            <a:xfrm>
              <a:off x="337734" y="1941743"/>
              <a:ext cx="3979049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四角形: 角を丸くする 40">
            <a:extLst>
              <a:ext uri="{FF2B5EF4-FFF2-40B4-BE49-F238E27FC236}">
                <ns2:creationId id="{A32E9B79-BEF5-B0D8-0B81-8A96EE65F769}"/>
              </a:ext>
            </a:extLst>
          </p:cNvPr>
          <p:cNvSpPr/>
          <p:nvPr/>
        </p:nvSpPr>
        <p:spPr>
          <a:xfrm>
            <a:off x="4824252" y="1717806"/>
            <a:ext cx="2520000" cy="360000"/>
          </a:xfrm>
          <a:prstGeom prst="roundRect">
            <a:avLst>
              <a:gd name="adj" fmla="val 53080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AU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44" name="グラフィックス 43" descr="原因と結果 単色塗りつぶし">
            <a:extLst>
              <a:ext uri="{FF2B5EF4-FFF2-40B4-BE49-F238E27FC236}">
                <ns2:creationId id="{45034DC4-359C-572E-4F54-1E14AEB899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5"/>
              </a:ext>
            </a:extLst>
          </a:blip>
          <a:stretch>
            <a:fillRect/>
          </a:stretch>
        </p:blipFill>
        <p:spPr>
          <a:xfrm>
            <a:off x="5341728" y="1717806"/>
            <a:ext cx="360000" cy="360000"/>
          </a:xfrm>
          <a:prstGeom prst="rect">
            <a:avLst/>
          </a:prstGeom>
        </p:spPr>
      </p:pic>
      <p:graphicFrame>
        <p:nvGraphicFramePr>
          <p:cNvPr id="51" name="グラフ 50">
            <a:extLst>
              <a:ext uri="{FF2B5EF4-FFF2-40B4-BE49-F238E27FC236}">
                <ns2:creationId id="{5FC394D7-C8A5-2A3A-402D-69BA0B780ACF}"/>
              </a:ext>
            </a:extLst>
          </p:cNvPr>
          <p:cNvGraphicFramePr/>
          <p:nvPr/>
        </p:nvGraphicFramePr>
        <p:xfrm>
          <a:off x="4412547" y="2028116"/>
          <a:ext cx="2931705" cy="2090366"/>
        </p:xfrm>
        <a:graphic>
          <a:graphicData uri="http://schemas.openxmlformats.org/drawingml/2006/chart">
            <ns5:chart r:id="rId26"/>
          </a:graphicData>
        </a:graphic>
      </p:graphicFrame>
      <p:sp>
        <p:nvSpPr>
          <p:cNvPr id="52" name="正方形/長方形 51">
            <a:extLst>
              <a:ext uri="{FF2B5EF4-FFF2-40B4-BE49-F238E27FC236}">
                <ns2:creationId id="{2805498C-0D3D-3668-55A2-7F306AC8790F}"/>
              </a:ext>
            </a:extLst>
          </p:cNvPr>
          <p:cNvSpPr/>
          <p:nvPr/>
        </p:nvSpPr>
        <p:spPr>
          <a:xfrm>
            <a:off x="4412547" y="4093828"/>
            <a:ext cx="2931705" cy="432000"/>
          </a:xfrm>
          <a:prstGeom prst="rect">
            <a:avLst/>
          </a:prstGeom>
          <a:solidFill>
            <a:srgbClr val="008000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4138" indent="-841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rgbClr val="008000"/>
                </a:solidFill>
                <a:latin typeface="+mn-ea"/>
              </a:rPr>
              <a:t>XX</a:t>
            </a:r>
            <a:endParaRPr lang="en-AU" altLang="ja-JP" sz="1000" dirty="0">
              <a:solidFill>
                <a:srgbClr val="008000"/>
              </a:solidFill>
              <a:latin typeface="+mn-ea"/>
            </a:endParaRPr>
          </a:p>
          <a:p>
            <a:pPr marL="84138" indent="-841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rgbClr val="008000"/>
                </a:solidFill>
                <a:latin typeface="+mn-ea"/>
              </a:rPr>
              <a:t>8</a:t>
            </a:r>
            <a:r>
              <a:rPr lang="ja-JP" altLang="en-US" sz="1000" dirty="0">
                <a:solidFill>
                  <a:srgbClr val="008000"/>
                </a:solidFill>
                <a:latin typeface="+mn-ea"/>
              </a:rPr>
              <a:t>XX</a:t>
            </a:r>
            <a:endParaRPr lang="en-AU" sz="10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4" name="Rectangle 2">
            <a:extLst>
              <a:ext uri="{FF2B5EF4-FFF2-40B4-BE49-F238E27FC236}">
                <ns2:creationId id="{4D56CE97-F074-571F-A110-60C15780A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4399" y="2764824"/>
            <a:ext cx="648000" cy="360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en-US" sz="900" dirty="0">
                <a:latin typeface="+mn-ea"/>
              </a:rPr>
              <a:t>XX</a:t>
            </a:r>
            <a:endParaRPr kumimoji="0" lang="en-AU" altLang="ja-JP" sz="900" dirty="0">
              <a:latin typeface="+mn-ea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AU" altLang="ja-JP" sz="900" dirty="0">
                <a:solidFill>
                  <a:srgbClr val="008000"/>
                </a:solidFill>
                <a:latin typeface="+mn-ea"/>
              </a:rPr>
              <a:t>100</a:t>
            </a:r>
            <a:r>
              <a:rPr kumimoji="0" lang="ja-JP" altLang="en-US" sz="900" dirty="0">
                <a:solidFill>
                  <a:srgbClr val="008000"/>
                </a:solidFill>
                <a:latin typeface="+mn-ea"/>
              </a:rPr>
              <a:t>XX</a:t>
            </a:r>
            <a:endParaRPr kumimoji="0" lang="ja-JP" altLang="ja-JP" sz="900" dirty="0">
              <a:solidFill>
                <a:srgbClr val="008000"/>
              </a:solidFill>
              <a:latin typeface="+mn-ea"/>
            </a:endParaRPr>
          </a:p>
        </p:txBody>
      </p:sp>
    </p:spTree>
    <p:extLst>
      <p:ext uri="{BB962C8B-B14F-4D97-AF65-F5344CB8AC3E}">
        <ns6:creationId val="3847169179"/>
      </p:ext>
    </p:extLst>
  </p:cSld>
  <p:clrMapOvr>
    <a:masterClrMapping/>
  </p:clrMapOvr>
</p:sld>
</file>

<file path=ppt/slides/slide110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6B77843-CF3E-8D94-DEAE-FA108198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9C96C48-52D6-1489-0EC9-30D0EDFF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6" name="テキスト プレースホルダー 2">
            <a:extLst>
              <a:ext uri="{FF2B5EF4-FFF2-40B4-BE49-F238E27FC236}">
                <ns2:creationId id="{BCAA684E-B503-79FE-5EFA-71A76AE7FF98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  <a:endParaRPr lang="en-US" altLang="ja-JP" sz="1800" dirty="0"/>
          </a:p>
          <a:p>
            <a:r>
              <a:rPr lang="ja-JP" altLang="en-US" sz="1800" dirty="0"/>
              <a:t>XX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ns2:creationId id="{D1FC9DBA-9CC2-58C8-3AFC-4D378F7C428F}"/>
              </a:ext>
            </a:extLst>
          </p:cNvPr>
          <p:cNvSpPr txBox="1"/>
          <p:nvPr/>
        </p:nvSpPr>
        <p:spPr>
          <a:xfrm>
            <a:off x="1057727" y="1636471"/>
            <a:ext cx="10675836" cy="288147"/>
          </a:xfrm>
          <a:prstGeom prst="homePlate">
            <a:avLst/>
          </a:prstGeom>
          <a:solidFill>
            <a:srgbClr val="008000">
              <a:alpha val="58000"/>
            </a:srgbClr>
          </a:solidFill>
        </p:spPr>
        <p:txBody>
          <a:bodyPr wrap="square" lIns="36000" tIns="36000" rIns="36000" bIns="36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" name="矢印: 五方向 6">
            <a:extLst>
              <a:ext uri="{FF2B5EF4-FFF2-40B4-BE49-F238E27FC236}">
                <ns2:creationId id="{35CC2518-3DB2-92D1-9F8E-68E1EFC87D25}"/>
              </a:ext>
            </a:extLst>
          </p:cNvPr>
          <p:cNvSpPr/>
          <p:nvPr/>
        </p:nvSpPr>
        <p:spPr>
          <a:xfrm rot="5400000">
            <a:off x="-229387" y="2594750"/>
            <a:ext cx="2198121" cy="281566"/>
          </a:xfrm>
          <a:prstGeom prst="homePlate">
            <a:avLst>
              <a:gd name="adj" fmla="val 15765"/>
            </a:avLst>
          </a:prstGeom>
          <a:solidFill>
            <a:srgbClr val="008000">
              <a:alpha val="7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4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ns2:creationId id="{1DAAEC63-8BCA-C1F2-8E59-7273DB75BF3A}"/>
              </a:ext>
            </a:extLst>
          </p:cNvPr>
          <p:cNvSpPr txBox="1"/>
          <p:nvPr/>
        </p:nvSpPr>
        <p:spPr>
          <a:xfrm>
            <a:off x="1057727" y="2431826"/>
            <a:ext cx="230989" cy="140276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eaVert" wrap="square" lIns="36000" tIns="36000" rIns="36000" bIns="3600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E7B99F46-483B-A10A-FD97-0C7CC5C72564}"/>
              </a:ext>
            </a:extLst>
          </p:cNvPr>
          <p:cNvSpPr/>
          <p:nvPr/>
        </p:nvSpPr>
        <p:spPr>
          <a:xfrm>
            <a:off x="2412761" y="2431825"/>
            <a:ext cx="964264" cy="903700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en-US" altLang="ja-JP" sz="1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5555DE65-D52E-4371-DDB3-360F61AAE8D1}"/>
              </a:ext>
            </a:extLst>
          </p:cNvPr>
          <p:cNvSpPr/>
          <p:nvPr/>
        </p:nvSpPr>
        <p:spPr>
          <a:xfrm>
            <a:off x="2412761" y="3469500"/>
            <a:ext cx="964264" cy="349702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2" name="矢印: 上 31">
            <a:extLst>
              <a:ext uri="{FF2B5EF4-FFF2-40B4-BE49-F238E27FC236}">
                <ns2:creationId id="{535BC24E-7DBE-15D4-B9D2-BE2D0A8B2BD4}"/>
              </a:ext>
            </a:extLst>
          </p:cNvPr>
          <p:cNvSpPr/>
          <p:nvPr/>
        </p:nvSpPr>
        <p:spPr>
          <a:xfrm>
            <a:off x="2785456" y="3346896"/>
            <a:ext cx="218876" cy="111233"/>
          </a:xfrm>
          <a:prstGeom prst="upArrow">
            <a:avLst/>
          </a:prstGeom>
          <a:solidFill>
            <a:srgbClr val="969696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ns2:creationId id="{87CFAE37-C3CF-D574-FDF1-CB9132C4009F}"/>
              </a:ext>
            </a:extLst>
          </p:cNvPr>
          <p:cNvSpPr/>
          <p:nvPr/>
        </p:nvSpPr>
        <p:spPr>
          <a:xfrm>
            <a:off x="2291001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9" name="二等辺三角形 38">
            <a:extLst>
              <a:ext uri="{FF2B5EF4-FFF2-40B4-BE49-F238E27FC236}">
                <ns2:creationId id="{75A11E48-27AF-D8C8-2060-112B783793C4}"/>
              </a:ext>
            </a:extLst>
          </p:cNvPr>
          <p:cNvSpPr/>
          <p:nvPr/>
        </p:nvSpPr>
        <p:spPr>
          <a:xfrm rot="10800000">
            <a:off x="2819570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Freeform 5">
            <a:extLst>
              <a:ext uri="{FF2B5EF4-FFF2-40B4-BE49-F238E27FC236}">
                <ns2:creationId id="{1D7F547E-A3CA-AB08-3F0C-4FA6CADB0997}"/>
              </a:ext>
            </a:extLst>
          </p:cNvPr>
          <p:cNvSpPr>
            <a:spLocks/>
          </p:cNvSpPr>
          <p:nvPr>
            <p:custDataLst>
              <p:tags r:id="rId1"/>
            </p:custDataLst>
          </p:nvPr>
        </p:nvSpPr>
        <p:spPr bwMode="gray">
          <a:xfrm>
            <a:off x="1358375" y="2431826"/>
            <a:ext cx="960449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3" name="ホームベース 64">
            <a:extLst>
              <a:ext uri="{FF2B5EF4-FFF2-40B4-BE49-F238E27FC236}">
                <ns2:creationId id="{24D1297C-AFA0-AF9B-6EE6-4335603E1016}"/>
              </a:ext>
            </a:extLst>
          </p:cNvPr>
          <p:cNvSpPr/>
          <p:nvPr/>
        </p:nvSpPr>
        <p:spPr>
          <a:xfrm>
            <a:off x="1358375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0" rIns="0" bIns="0" rtlCol="0" anchor="t"/>
          <a:lstStyle/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URL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3" name="background">
            <a:extLst>
              <a:ext uri="{FF2B5EF4-FFF2-40B4-BE49-F238E27FC236}">
                <ns2:creationId id="{6769CF60-01CD-2F31-B4D4-A986CE6C12F4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1306473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8" name="グループ化 47">
            <a:extLst>
              <a:ext uri="{FF2B5EF4-FFF2-40B4-BE49-F238E27FC236}">
                <ns2:creationId id="{38EED7FA-927D-CD79-E7E3-17E85A085AC4}"/>
              </a:ext>
            </a:extLst>
          </p:cNvPr>
          <p:cNvGrpSpPr/>
          <p:nvPr/>
        </p:nvGrpSpPr>
        <p:grpSpPr>
          <a:xfrm>
            <a:off x="1607745" y="1985492"/>
            <a:ext cx="461709" cy="483677"/>
            <a:chOff x="1249437" y="1985492"/>
            <a:chExt cx="483677" cy="483677"/>
          </a:xfrm>
        </p:grpSpPr>
        <p:sp>
          <p:nvSpPr>
            <p:cNvPr id="45" name="楕円 44">
              <a:extLst>
                <a:ext uri="{FF2B5EF4-FFF2-40B4-BE49-F238E27FC236}">
                  <ns2:creationId id="{500854E3-AF80-72E5-16D4-A13120C5E0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9437" y="1985492"/>
              <a:ext cx="483677" cy="483677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47" name="グラフィックス 46" descr="入口 単色塗りつぶし">
              <a:extLst>
                <a:ext uri="{FF2B5EF4-FFF2-40B4-BE49-F238E27FC236}">
                  <ns2:creationId id="{037D49DF-1B14-FCD6-C879-78BC796B27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2"/>
                </a:ext>
              </a:extLst>
            </a:blip>
            <a:stretch>
              <a:fillRect/>
            </a:stretch>
          </p:blipFill>
          <p:spPr>
            <a:xfrm>
              <a:off x="1311275" y="2047330"/>
              <a:ext cx="360000" cy="360000"/>
            </a:xfrm>
            <a:prstGeom prst="rect">
              <a:avLst/>
            </a:prstGeom>
          </p:spPr>
        </p:pic>
      </p:grpSp>
      <p:sp>
        <p:nvSpPr>
          <p:cNvPr id="40" name="Freeform 5">
            <a:extLst>
              <a:ext uri="{FF2B5EF4-FFF2-40B4-BE49-F238E27FC236}">
                <ns2:creationId id="{E834D291-CFE4-0AF5-F174-84613A4602B3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gray">
          <a:xfrm>
            <a:off x="3501310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" name="ホームベース 64">
            <a:extLst>
              <a:ext uri="{FF2B5EF4-FFF2-40B4-BE49-F238E27FC236}">
                <ns2:creationId id="{14D3B250-51BB-0941-759D-C4DD91EDA480}"/>
              </a:ext>
            </a:extLst>
          </p:cNvPr>
          <p:cNvSpPr/>
          <p:nvPr/>
        </p:nvSpPr>
        <p:spPr>
          <a:xfrm>
            <a:off x="3501310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360000" rIns="36000" bIns="0" rtlCol="0" anchor="t"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-6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-6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8313EBF6-C056-18FE-1205-A0F0EC7D104B}"/>
              </a:ext>
            </a:extLst>
          </p:cNvPr>
          <p:cNvSpPr/>
          <p:nvPr/>
        </p:nvSpPr>
        <p:spPr>
          <a:xfrm>
            <a:off x="4555696" y="2431826"/>
            <a:ext cx="86685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3" name="background">
            <a:extLst>
              <a:ext uri="{FF2B5EF4-FFF2-40B4-BE49-F238E27FC236}">
                <ns2:creationId id="{0E953593-234C-8913-D7E5-5F547E7532C4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3449408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9" name="グループ化 48">
            <a:extLst>
              <a:ext uri="{FF2B5EF4-FFF2-40B4-BE49-F238E27FC236}">
                <ns2:creationId id="{62FBB5B6-AE64-865B-EEA3-AFCADEA4AC37}"/>
              </a:ext>
            </a:extLst>
          </p:cNvPr>
          <p:cNvGrpSpPr/>
          <p:nvPr/>
        </p:nvGrpSpPr>
        <p:grpSpPr>
          <a:xfrm>
            <a:off x="3750679" y="1985492"/>
            <a:ext cx="461709" cy="483677"/>
            <a:chOff x="1249437" y="1985492"/>
            <a:chExt cx="483677" cy="483677"/>
          </a:xfrm>
        </p:grpSpPr>
        <p:sp>
          <p:nvSpPr>
            <p:cNvPr id="50" name="楕円 49">
              <a:extLst>
                <a:ext uri="{FF2B5EF4-FFF2-40B4-BE49-F238E27FC236}">
                  <ns2:creationId id="{10B5DBD5-FE6A-5CBE-FEAD-674C3FDC61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9437" y="1985492"/>
              <a:ext cx="483677" cy="483677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51" name="グラフィックス 50" descr="原因と結果 単色塗りつぶし">
              <a:extLst>
                <a:ext uri="{FF2B5EF4-FFF2-40B4-BE49-F238E27FC236}">
                  <ns2:creationId id="{788CF145-63D6-D7E1-CBB0-5BDCACCDB9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3"/>
                </a:ext>
              </a:extLst>
            </a:blip>
            <a:srcRect/>
            <a:stretch/>
          </p:blipFill>
          <p:spPr>
            <a:xfrm>
              <a:off x="1311275" y="2047330"/>
              <a:ext cx="360000" cy="360000"/>
            </a:xfrm>
            <a:prstGeom prst="rect">
              <a:avLst/>
            </a:prstGeom>
          </p:spPr>
        </p:pic>
      </p:grpSp>
      <p:sp>
        <p:nvSpPr>
          <p:cNvPr id="56" name="四角形: 角を丸くする 55">
            <a:extLst>
              <a:ext uri="{FF2B5EF4-FFF2-40B4-BE49-F238E27FC236}">
                <ns2:creationId id="{68E48596-7031-AD64-4A17-DA2025D32E73}"/>
              </a:ext>
            </a:extLst>
          </p:cNvPr>
          <p:cNvSpPr/>
          <p:nvPr/>
        </p:nvSpPr>
        <p:spPr>
          <a:xfrm>
            <a:off x="4345204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7" name="二等辺三角形 56">
            <a:extLst>
              <a:ext uri="{FF2B5EF4-FFF2-40B4-BE49-F238E27FC236}">
                <ns2:creationId id="{039DFF8A-26F8-7962-C875-7EEAE847B3D1}"/>
              </a:ext>
            </a:extLst>
          </p:cNvPr>
          <p:cNvSpPr/>
          <p:nvPr/>
        </p:nvSpPr>
        <p:spPr>
          <a:xfrm rot="10800000">
            <a:off x="4873773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2" name="Freeform 5">
            <a:extLst>
              <a:ext uri="{FF2B5EF4-FFF2-40B4-BE49-F238E27FC236}">
                <ns2:creationId id="{118E6915-08B0-F7BC-48F0-1202101202AE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gray">
          <a:xfrm>
            <a:off x="5555298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14"/>
              <a:gd name="connsiteY0" fmla="*/ 0 h 288148"/>
              <a:gd name="connsiteX1" fmla="*/ 1695 w 1714"/>
              <a:gd name="connsiteY1" fmla="*/ 0 h 288148"/>
              <a:gd name="connsiteX2" fmla="*/ 1714 w 1714"/>
              <a:gd name="connsiteY2" fmla="*/ 288148 h 288148"/>
              <a:gd name="connsiteX0" fmla="*/ 48 w 1762"/>
              <a:gd name="connsiteY0" fmla="*/ 0 h 288148"/>
              <a:gd name="connsiteX1" fmla="*/ 1743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48 w 1762"/>
              <a:gd name="connsiteY0" fmla="*/ 0 h 288148"/>
              <a:gd name="connsiteX1" fmla="*/ 1743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48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696"/>
              <a:gd name="connsiteY0" fmla="*/ 0 h 0"/>
              <a:gd name="connsiteX1" fmla="*/ 1696 w 1696"/>
              <a:gd name="connsiteY1" fmla="*/ 0 h 0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6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6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3" name="ホームベース 64">
            <a:extLst>
              <a:ext uri="{FF2B5EF4-FFF2-40B4-BE49-F238E27FC236}">
                <ns2:creationId id="{35A31AAA-314A-7F2D-46BB-4E9D1C38E8E1}"/>
              </a:ext>
            </a:extLst>
          </p:cNvPr>
          <p:cNvSpPr/>
          <p:nvPr/>
        </p:nvSpPr>
        <p:spPr>
          <a:xfrm>
            <a:off x="5555513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360000" rIns="36000" bIns="0" rtlCol="0" anchor="t"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-6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99B886DC-88F6-88DA-5FED-326C5DD254C7}"/>
              </a:ext>
            </a:extLst>
          </p:cNvPr>
          <p:cNvSpPr/>
          <p:nvPr/>
        </p:nvSpPr>
        <p:spPr>
          <a:xfrm>
            <a:off x="6609902" y="2431826"/>
            <a:ext cx="786801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" name="background">
            <a:extLst>
              <a:ext uri="{FF2B5EF4-FFF2-40B4-BE49-F238E27FC236}">
                <ns2:creationId id="{72E02153-9583-A70F-FA3D-040C03940A7D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5503612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ns2:creationId id="{9BC18496-E534-5CF4-98F4-F8F5CB38BFCF}"/>
              </a:ext>
            </a:extLst>
          </p:cNvPr>
          <p:cNvSpPr/>
          <p:nvPr/>
        </p:nvSpPr>
        <p:spPr>
          <a:xfrm>
            <a:off x="6399409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0" name="二等辺三角形 59">
            <a:extLst>
              <a:ext uri="{FF2B5EF4-FFF2-40B4-BE49-F238E27FC236}">
                <ns2:creationId id="{6814C6FE-9D03-3703-9608-58527806FCD4}"/>
              </a:ext>
            </a:extLst>
          </p:cNvPr>
          <p:cNvSpPr/>
          <p:nvPr/>
        </p:nvSpPr>
        <p:spPr>
          <a:xfrm rot="10800000">
            <a:off x="6927979" y="2308964"/>
            <a:ext cx="150648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7" name="楕円 86">
            <a:extLst>
              <a:ext uri="{FF2B5EF4-FFF2-40B4-BE49-F238E27FC236}">
                <ns2:creationId id="{4F89824D-724A-205B-AC18-36647837B8E5}"/>
              </a:ext>
            </a:extLst>
          </p:cNvPr>
          <p:cNvSpPr>
            <a:spLocks noChangeAspect="1"/>
          </p:cNvSpPr>
          <p:nvPr/>
        </p:nvSpPr>
        <p:spPr>
          <a:xfrm>
            <a:off x="5830833" y="1985492"/>
            <a:ext cx="461709" cy="48367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88" name="グラフィックス 87" descr="ロック 単色塗りつぶし">
            <a:extLst>
              <a:ext uri="{FF2B5EF4-FFF2-40B4-BE49-F238E27FC236}">
                <ns2:creationId id="{5217FD15-0BFE-9FDF-7B5E-ACA993DCBA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24"/>
              </a:ext>
            </a:extLst>
          </a:blip>
          <a:srcRect/>
          <a:stretch/>
        </p:blipFill>
        <p:spPr>
          <a:xfrm>
            <a:off x="5889862" y="2047330"/>
            <a:ext cx="343649" cy="360000"/>
          </a:xfrm>
          <a:prstGeom prst="rect">
            <a:avLst/>
          </a:prstGeom>
        </p:spPr>
      </p:pic>
      <p:sp>
        <p:nvSpPr>
          <p:cNvPr id="63" name="Freeform 5">
            <a:extLst>
              <a:ext uri="{FF2B5EF4-FFF2-40B4-BE49-F238E27FC236}">
                <ns2:creationId id="{42945025-496C-AC9B-EC15-2DEAF26CA6D8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gray">
          <a:xfrm>
            <a:off x="7564737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5" name="正方形/長方形 64">
            <a:extLst>
              <a:ext uri="{FF2B5EF4-FFF2-40B4-BE49-F238E27FC236}">
                <ns2:creationId id="{74809BB3-57D1-4B06-27BD-E011B72F43E8}"/>
              </a:ext>
            </a:extLst>
          </p:cNvPr>
          <p:cNvSpPr/>
          <p:nvPr/>
        </p:nvSpPr>
        <p:spPr>
          <a:xfrm>
            <a:off x="8619125" y="2431826"/>
            <a:ext cx="43463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7" name="四角形: 角を丸くする 66">
            <a:extLst>
              <a:ext uri="{FF2B5EF4-FFF2-40B4-BE49-F238E27FC236}">
                <ns2:creationId id="{6123EF3D-658B-1F9F-96CF-C7A50AD1BAAC}"/>
              </a:ext>
            </a:extLst>
          </p:cNvPr>
          <p:cNvSpPr/>
          <p:nvPr/>
        </p:nvSpPr>
        <p:spPr>
          <a:xfrm>
            <a:off x="8490394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8" name="二等辺三角形 67">
            <a:extLst>
              <a:ext uri="{FF2B5EF4-FFF2-40B4-BE49-F238E27FC236}">
                <ns2:creationId id="{4FCA3EBA-A935-F2A5-FD84-E2184AAC452D}"/>
              </a:ext>
            </a:extLst>
          </p:cNvPr>
          <p:cNvSpPr/>
          <p:nvPr/>
        </p:nvSpPr>
        <p:spPr>
          <a:xfrm rot="10800000">
            <a:off x="9018962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4" name="ホームベース 64">
            <a:extLst>
              <a:ext uri="{FF2B5EF4-FFF2-40B4-BE49-F238E27FC236}">
                <ns2:creationId id="{4EE6CF97-44EA-A962-03A3-E2081EA2115B}"/>
              </a:ext>
            </a:extLst>
          </p:cNvPr>
          <p:cNvSpPr/>
          <p:nvPr/>
        </p:nvSpPr>
        <p:spPr>
          <a:xfrm>
            <a:off x="7564737" y="2431826"/>
            <a:ext cx="1012350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360000" rIns="36000" bIns="0" rtlCol="0" anchor="t"/>
          <a:lstStyle/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・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9" name="正方形/長方形 68">
            <a:extLst>
              <a:ext uri="{FF2B5EF4-FFF2-40B4-BE49-F238E27FC236}">
                <ns2:creationId id="{64A144AA-A734-62D6-45FD-DA01496A84F9}"/>
              </a:ext>
            </a:extLst>
          </p:cNvPr>
          <p:cNvSpPr/>
          <p:nvPr/>
        </p:nvSpPr>
        <p:spPr>
          <a:xfrm>
            <a:off x="9134818" y="2431826"/>
            <a:ext cx="43463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71" name="直線矢印コネクタ 70">
            <a:extLst>
              <a:ext uri="{FF2B5EF4-FFF2-40B4-BE49-F238E27FC236}">
                <ns2:creationId id="{348289BE-3509-03BC-D62E-243B0769633C}"/>
              </a:ext>
            </a:extLst>
          </p:cNvPr>
          <p:cNvCxnSpPr>
            <a:cxnSpLocks/>
            <a:stCxn id="65" idx="3"/>
            <a:endCxn id="69" idx="1"/>
          </p:cNvCxnSpPr>
          <p:nvPr/>
        </p:nvCxnSpPr>
        <p:spPr>
          <a:xfrm>
            <a:off x="9053754" y="3133209"/>
            <a:ext cx="81064" cy="0"/>
          </a:xfrm>
          <a:prstGeom prst="straightConnector1">
            <a:avLst/>
          </a:prstGeom>
          <a:ln w="9525">
            <a:solidFill>
              <a:schemeClr val="tx1"/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グループ化 88">
            <a:extLst>
              <a:ext uri="{FF2B5EF4-FFF2-40B4-BE49-F238E27FC236}">
                <ns2:creationId id="{C5DE03C2-7573-291A-5390-1FBB510530A3}"/>
              </a:ext>
            </a:extLst>
          </p:cNvPr>
          <p:cNvGrpSpPr/>
          <p:nvPr/>
        </p:nvGrpSpPr>
        <p:grpSpPr>
          <a:xfrm>
            <a:off x="7814108" y="1985492"/>
            <a:ext cx="461709" cy="483677"/>
            <a:chOff x="1249437" y="1985492"/>
            <a:chExt cx="483677" cy="483677"/>
          </a:xfrm>
        </p:grpSpPr>
        <p:sp>
          <p:nvSpPr>
            <p:cNvPr id="90" name="楕円 89">
              <a:extLst>
                <a:ext uri="{FF2B5EF4-FFF2-40B4-BE49-F238E27FC236}">
                  <ns2:creationId id="{E1E2C9EE-A6AC-CF92-0B4E-E03ABD2197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9437" y="1985492"/>
              <a:ext cx="483677" cy="483677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91" name="グラフィックス 90" descr="切断 単色塗りつぶし">
              <a:extLst>
                <a:ext uri="{FF2B5EF4-FFF2-40B4-BE49-F238E27FC236}">
                  <ns2:creationId id="{952B464B-752B-4883-6992-EB4DB23B0F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5"/>
                </a:ext>
              </a:extLst>
            </a:blip>
            <a:srcRect/>
            <a:stretch/>
          </p:blipFill>
          <p:spPr>
            <a:xfrm>
              <a:off x="1311275" y="2047330"/>
              <a:ext cx="360000" cy="360000"/>
            </a:xfrm>
            <a:prstGeom prst="rect">
              <a:avLst/>
            </a:prstGeom>
          </p:spPr>
        </p:pic>
      </p:grpSp>
      <p:sp>
        <p:nvSpPr>
          <p:cNvPr id="80" name="Freeform 5">
            <a:extLst>
              <a:ext uri="{FF2B5EF4-FFF2-40B4-BE49-F238E27FC236}">
                <ns2:creationId id="{5245280A-7325-01D7-C662-3EDC36FF8946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gray">
          <a:xfrm>
            <a:off x="9700701" y="2431826"/>
            <a:ext cx="960448" cy="288148"/>
          </a:xfrm>
          <a:custGeom>
            <a:avLst/>
            <a:gdLst>
              <a:gd name="T0" fmla="*/ 0 w 2569"/>
              <a:gd name="T1" fmla="*/ 0 h 292"/>
              <a:gd name="T2" fmla="*/ 0 w 2569"/>
              <a:gd name="T3" fmla="*/ 292 h 292"/>
              <a:gd name="T4" fmla="*/ 2569 w 2569"/>
              <a:gd name="T5" fmla="*/ 292 h 292"/>
              <a:gd name="T6" fmla="*/ 2500 w 2569"/>
              <a:gd name="T7" fmla="*/ 0 h 292"/>
              <a:gd name="T8" fmla="*/ 0 w 2569"/>
              <a:gd name="T9" fmla="*/ 0 h 292"/>
              <a:gd name="connsiteX0" fmla="*/ 0 w 2569"/>
              <a:gd name="connsiteY0" fmla="*/ 0 h 292"/>
              <a:gd name="connsiteX1" fmla="*/ 0 w 2569"/>
              <a:gd name="connsiteY1" fmla="*/ 292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69"/>
              <a:gd name="connsiteY0" fmla="*/ 0 h 292"/>
              <a:gd name="connsiteX1" fmla="*/ 2478 w 2569"/>
              <a:gd name="connsiteY1" fmla="*/ 0 h 292"/>
              <a:gd name="connsiteX2" fmla="*/ 2569 w 2569"/>
              <a:gd name="connsiteY2" fmla="*/ 292 h 292"/>
              <a:gd name="connsiteX3" fmla="*/ 2500 w 2569"/>
              <a:gd name="connsiteY3" fmla="*/ 0 h 292"/>
              <a:gd name="connsiteX4" fmla="*/ 0 w 2569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2500 w 2548"/>
              <a:gd name="connsiteY3" fmla="*/ 0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4" fmla="*/ 0 w 2548"/>
              <a:gd name="connsiteY4" fmla="*/ 0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3" fmla="*/ 0 w 2548"/>
              <a:gd name="connsiteY3" fmla="*/ 292 h 292"/>
              <a:gd name="connsiteX0" fmla="*/ 0 w 2548"/>
              <a:gd name="connsiteY0" fmla="*/ 0 h 292"/>
              <a:gd name="connsiteX1" fmla="*/ 2478 w 2548"/>
              <a:gd name="connsiteY1" fmla="*/ 0 h 292"/>
              <a:gd name="connsiteX2" fmla="*/ 2548 w 2548"/>
              <a:gd name="connsiteY2" fmla="*/ 292 h 292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4" fmla="*/ 0 w 2548"/>
              <a:gd name="connsiteY4" fmla="*/ 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3" fmla="*/ 0 w 2548"/>
              <a:gd name="connsiteY3" fmla="*/ 463550 h 463550"/>
              <a:gd name="connsiteX0" fmla="*/ 0 w 2548"/>
              <a:gd name="connsiteY0" fmla="*/ 0 h 463550"/>
              <a:gd name="connsiteX1" fmla="*/ 2478 w 2548"/>
              <a:gd name="connsiteY1" fmla="*/ 0 h 463550"/>
              <a:gd name="connsiteX2" fmla="*/ 2548 w 2548"/>
              <a:gd name="connsiteY2" fmla="*/ 463550 h 463550"/>
              <a:gd name="connsiteX0" fmla="*/ 0 w 2478"/>
              <a:gd name="connsiteY0" fmla="*/ 0 h 0"/>
              <a:gd name="connsiteX1" fmla="*/ 2478 w 2478"/>
              <a:gd name="connsiteY1" fmla="*/ 0 h 0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0" fmla="*/ 0 w 2615"/>
              <a:gd name="connsiteY0" fmla="*/ 0 h 462232"/>
              <a:gd name="connsiteX1" fmla="*/ 2478 w 2615"/>
              <a:gd name="connsiteY1" fmla="*/ 0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2"/>
              <a:gd name="connsiteX1" fmla="*/ 2563 w 2615"/>
              <a:gd name="connsiteY1" fmla="*/ 1 h 462232"/>
              <a:gd name="connsiteX2" fmla="*/ 2615 w 2615"/>
              <a:gd name="connsiteY2" fmla="*/ 462232 h 462232"/>
              <a:gd name="connsiteX3" fmla="*/ 0 w 2615"/>
              <a:gd name="connsiteY3" fmla="*/ 462232 h 462232"/>
              <a:gd name="connsiteX4" fmla="*/ 0 w 2615"/>
              <a:gd name="connsiteY4" fmla="*/ 1 h 462232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4" fmla="*/ 0 w 2615"/>
              <a:gd name="connsiteY4" fmla="*/ 0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3" fmla="*/ 0 w 2615"/>
              <a:gd name="connsiteY3" fmla="*/ 462231 h 462231"/>
              <a:gd name="connsiteX0" fmla="*/ 0 w 2615"/>
              <a:gd name="connsiteY0" fmla="*/ 0 h 462231"/>
              <a:gd name="connsiteX1" fmla="*/ 2563 w 2615"/>
              <a:gd name="connsiteY1" fmla="*/ 0 h 462231"/>
              <a:gd name="connsiteX2" fmla="*/ 2615 w 2615"/>
              <a:gd name="connsiteY2" fmla="*/ 462231 h 462231"/>
              <a:gd name="connsiteX0" fmla="*/ 0 w 2563"/>
              <a:gd name="connsiteY0" fmla="*/ 0 h 0"/>
              <a:gd name="connsiteX1" fmla="*/ 2563 w 2563"/>
              <a:gd name="connsiteY1" fmla="*/ 0 h 0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63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4" fmla="*/ 0 w 2570"/>
              <a:gd name="connsiteY4" fmla="*/ 0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3" fmla="*/ 0 w 2570"/>
              <a:gd name="connsiteY3" fmla="*/ 462231 h 462231"/>
              <a:gd name="connsiteX0" fmla="*/ 0 w 2570"/>
              <a:gd name="connsiteY0" fmla="*/ 0 h 462231"/>
              <a:gd name="connsiteX1" fmla="*/ 2518 w 2570"/>
              <a:gd name="connsiteY1" fmla="*/ 0 h 462231"/>
              <a:gd name="connsiteX2" fmla="*/ 2570 w 2570"/>
              <a:gd name="connsiteY2" fmla="*/ 462231 h 462231"/>
              <a:gd name="connsiteX0" fmla="*/ 0 w 2518"/>
              <a:gd name="connsiteY0" fmla="*/ 0 h 0"/>
              <a:gd name="connsiteX1" fmla="*/ 2518 w 2518"/>
              <a:gd name="connsiteY1" fmla="*/ 0 h 0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518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4" fmla="*/ 0 w 2535"/>
              <a:gd name="connsiteY4" fmla="*/ 0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3" fmla="*/ 0 w 2535"/>
              <a:gd name="connsiteY3" fmla="*/ 462231 h 462231"/>
              <a:gd name="connsiteX0" fmla="*/ 0 w 2535"/>
              <a:gd name="connsiteY0" fmla="*/ 0 h 462231"/>
              <a:gd name="connsiteX1" fmla="*/ 2484 w 2535"/>
              <a:gd name="connsiteY1" fmla="*/ 0 h 462231"/>
              <a:gd name="connsiteX2" fmla="*/ 2535 w 2535"/>
              <a:gd name="connsiteY2" fmla="*/ 462231 h 462231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4" fmla="*/ 0 w 2536"/>
              <a:gd name="connsiteY4" fmla="*/ 0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3" fmla="*/ 0 w 2536"/>
              <a:gd name="connsiteY3" fmla="*/ 461737 h 461737"/>
              <a:gd name="connsiteX0" fmla="*/ 0 w 2536"/>
              <a:gd name="connsiteY0" fmla="*/ 0 h 461737"/>
              <a:gd name="connsiteX1" fmla="*/ 2484 w 2536"/>
              <a:gd name="connsiteY1" fmla="*/ 0 h 461737"/>
              <a:gd name="connsiteX2" fmla="*/ 2536 w 2536"/>
              <a:gd name="connsiteY2" fmla="*/ 461737 h 461737"/>
              <a:gd name="connsiteX0" fmla="*/ 0 w 2484"/>
              <a:gd name="connsiteY0" fmla="*/ 0 h 0"/>
              <a:gd name="connsiteX1" fmla="*/ 2484 w 2484"/>
              <a:gd name="connsiteY1" fmla="*/ 0 h 0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484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4" fmla="*/ 0 w 2686"/>
              <a:gd name="connsiteY4" fmla="*/ 0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3" fmla="*/ 0 w 2686"/>
              <a:gd name="connsiteY3" fmla="*/ 461737 h 461737"/>
              <a:gd name="connsiteX0" fmla="*/ 0 w 2686"/>
              <a:gd name="connsiteY0" fmla="*/ 0 h 461737"/>
              <a:gd name="connsiteX1" fmla="*/ 2632 w 2686"/>
              <a:gd name="connsiteY1" fmla="*/ 0 h 461737"/>
              <a:gd name="connsiteX2" fmla="*/ 2686 w 2686"/>
              <a:gd name="connsiteY2" fmla="*/ 461737 h 461737"/>
              <a:gd name="connsiteX0" fmla="*/ 0 w 2632"/>
              <a:gd name="connsiteY0" fmla="*/ 0 h 0"/>
              <a:gd name="connsiteX1" fmla="*/ 2632 w 2632"/>
              <a:gd name="connsiteY1" fmla="*/ 0 h 0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32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4" fmla="*/ 0 w 2668"/>
              <a:gd name="connsiteY4" fmla="*/ 0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3" fmla="*/ 0 w 2668"/>
              <a:gd name="connsiteY3" fmla="*/ 515788 h 515788"/>
              <a:gd name="connsiteX0" fmla="*/ 0 w 2668"/>
              <a:gd name="connsiteY0" fmla="*/ 0 h 515788"/>
              <a:gd name="connsiteX1" fmla="*/ 2608 w 2668"/>
              <a:gd name="connsiteY1" fmla="*/ 0 h 515788"/>
              <a:gd name="connsiteX2" fmla="*/ 2668 w 2668"/>
              <a:gd name="connsiteY2" fmla="*/ 515788 h 515788"/>
              <a:gd name="connsiteX0" fmla="*/ 0 w 2608"/>
              <a:gd name="connsiteY0" fmla="*/ 0 h 0"/>
              <a:gd name="connsiteX1" fmla="*/ 2608 w 2608"/>
              <a:gd name="connsiteY1" fmla="*/ 0 h 0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0" fmla="*/ 0 w 2608"/>
              <a:gd name="connsiteY0" fmla="*/ 0 h 515788"/>
              <a:gd name="connsiteX1" fmla="*/ 2608 w 2608"/>
              <a:gd name="connsiteY1" fmla="*/ 0 h 515788"/>
              <a:gd name="connsiteX2" fmla="*/ 2547 w 2608"/>
              <a:gd name="connsiteY2" fmla="*/ 515788 h 515788"/>
              <a:gd name="connsiteX3" fmla="*/ 0 w 2608"/>
              <a:gd name="connsiteY3" fmla="*/ 515788 h 515788"/>
              <a:gd name="connsiteX4" fmla="*/ 0 w 2608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4" fmla="*/ 0 w 2547"/>
              <a:gd name="connsiteY4" fmla="*/ 0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3" fmla="*/ 0 w 2547"/>
              <a:gd name="connsiteY3" fmla="*/ 515788 h 515788"/>
              <a:gd name="connsiteX0" fmla="*/ 0 w 2547"/>
              <a:gd name="connsiteY0" fmla="*/ 0 h 515788"/>
              <a:gd name="connsiteX1" fmla="*/ 2456 w 2547"/>
              <a:gd name="connsiteY1" fmla="*/ 0 h 515788"/>
              <a:gd name="connsiteX2" fmla="*/ 2547 w 2547"/>
              <a:gd name="connsiteY2" fmla="*/ 515788 h 515788"/>
              <a:gd name="connsiteX0" fmla="*/ 0 w 2456"/>
              <a:gd name="connsiteY0" fmla="*/ 0 h 0"/>
              <a:gd name="connsiteX1" fmla="*/ 2456 w 2456"/>
              <a:gd name="connsiteY1" fmla="*/ 0 h 0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56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4" fmla="*/ 0 w 2575"/>
              <a:gd name="connsiteY4" fmla="*/ 0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3" fmla="*/ 0 w 2575"/>
              <a:gd name="connsiteY3" fmla="*/ 515788 h 515788"/>
              <a:gd name="connsiteX0" fmla="*/ 0 w 2575"/>
              <a:gd name="connsiteY0" fmla="*/ 0 h 515788"/>
              <a:gd name="connsiteX1" fmla="*/ 2483 w 2575"/>
              <a:gd name="connsiteY1" fmla="*/ 0 h 515788"/>
              <a:gd name="connsiteX2" fmla="*/ 2575 w 2575"/>
              <a:gd name="connsiteY2" fmla="*/ 515788 h 515788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4" fmla="*/ 0 w 2579"/>
              <a:gd name="connsiteY4" fmla="*/ 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3" fmla="*/ 0 w 2579"/>
              <a:gd name="connsiteY3" fmla="*/ 540000 h 540000"/>
              <a:gd name="connsiteX0" fmla="*/ 0 w 2579"/>
              <a:gd name="connsiteY0" fmla="*/ 0 h 540000"/>
              <a:gd name="connsiteX1" fmla="*/ 2483 w 2579"/>
              <a:gd name="connsiteY1" fmla="*/ 0 h 540000"/>
              <a:gd name="connsiteX2" fmla="*/ 2579 w 2579"/>
              <a:gd name="connsiteY2" fmla="*/ 540000 h 540000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0" fmla="*/ 0 w 2575"/>
              <a:gd name="connsiteY0" fmla="*/ 0 h 540000"/>
              <a:gd name="connsiteX1" fmla="*/ 2483 w 2575"/>
              <a:gd name="connsiteY1" fmla="*/ 0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40000"/>
              <a:gd name="connsiteX1" fmla="*/ 2483 w 2575"/>
              <a:gd name="connsiteY1" fmla="*/ 24211 h 540000"/>
              <a:gd name="connsiteX2" fmla="*/ 2575 w 2575"/>
              <a:gd name="connsiteY2" fmla="*/ 540000 h 540000"/>
              <a:gd name="connsiteX3" fmla="*/ 0 w 2575"/>
              <a:gd name="connsiteY3" fmla="*/ 540000 h 540000"/>
              <a:gd name="connsiteX4" fmla="*/ 0 w 2575"/>
              <a:gd name="connsiteY4" fmla="*/ 24211 h 540000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4" fmla="*/ 0 w 2575"/>
              <a:gd name="connsiteY4" fmla="*/ 0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3" fmla="*/ 0 w 2575"/>
              <a:gd name="connsiteY3" fmla="*/ 515789 h 515789"/>
              <a:gd name="connsiteX0" fmla="*/ 0 w 2575"/>
              <a:gd name="connsiteY0" fmla="*/ 0 h 515789"/>
              <a:gd name="connsiteX1" fmla="*/ 2483 w 2575"/>
              <a:gd name="connsiteY1" fmla="*/ 0 h 515789"/>
              <a:gd name="connsiteX2" fmla="*/ 2575 w 2575"/>
              <a:gd name="connsiteY2" fmla="*/ 515789 h 515789"/>
              <a:gd name="connsiteX0" fmla="*/ 0 w 2483"/>
              <a:gd name="connsiteY0" fmla="*/ 0 h 0"/>
              <a:gd name="connsiteX1" fmla="*/ 2483 w 2483"/>
              <a:gd name="connsiteY1" fmla="*/ 0 h 0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0" fmla="*/ 0 w 2577"/>
              <a:gd name="connsiteY0" fmla="*/ 0 h 515789"/>
              <a:gd name="connsiteX1" fmla="*/ 2483 w 2577"/>
              <a:gd name="connsiteY1" fmla="*/ 0 h 515789"/>
              <a:gd name="connsiteX2" fmla="*/ 2577 w 2577"/>
              <a:gd name="connsiteY2" fmla="*/ 515789 h 515789"/>
              <a:gd name="connsiteX3" fmla="*/ 0 w 2577"/>
              <a:gd name="connsiteY3" fmla="*/ 515789 h 515789"/>
              <a:gd name="connsiteX0" fmla="*/ 0 w 2577"/>
              <a:gd name="connsiteY0" fmla="*/ 24211 h 540000"/>
              <a:gd name="connsiteX1" fmla="*/ 2483 w 2577"/>
              <a:gd name="connsiteY1" fmla="*/ 24211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24211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4" fmla="*/ 0 w 2577"/>
              <a:gd name="connsiteY4" fmla="*/ 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3" fmla="*/ 0 w 2577"/>
              <a:gd name="connsiteY3" fmla="*/ 540000 h 540000"/>
              <a:gd name="connsiteX0" fmla="*/ 0 w 2577"/>
              <a:gd name="connsiteY0" fmla="*/ 0 h 540000"/>
              <a:gd name="connsiteX1" fmla="*/ 2481 w 2577"/>
              <a:gd name="connsiteY1" fmla="*/ 0 h 540000"/>
              <a:gd name="connsiteX2" fmla="*/ 2577 w 2577"/>
              <a:gd name="connsiteY2" fmla="*/ 540000 h 540000"/>
              <a:gd name="connsiteX0" fmla="*/ 0 w 2481"/>
              <a:gd name="connsiteY0" fmla="*/ 0 h 0"/>
              <a:gd name="connsiteX1" fmla="*/ 2481 w 2481"/>
              <a:gd name="connsiteY1" fmla="*/ 0 h 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481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4" fmla="*/ 0 w 2653"/>
              <a:gd name="connsiteY4" fmla="*/ 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3" fmla="*/ 0 w 2653"/>
              <a:gd name="connsiteY3" fmla="*/ 540000 h 540000"/>
              <a:gd name="connsiteX0" fmla="*/ 0 w 2653"/>
              <a:gd name="connsiteY0" fmla="*/ 0 h 540000"/>
              <a:gd name="connsiteX1" fmla="*/ 2580 w 2653"/>
              <a:gd name="connsiteY1" fmla="*/ 0 h 540000"/>
              <a:gd name="connsiteX2" fmla="*/ 2653 w 2653"/>
              <a:gd name="connsiteY2" fmla="*/ 540000 h 540000"/>
              <a:gd name="connsiteX0" fmla="*/ 0 w 2580"/>
              <a:gd name="connsiteY0" fmla="*/ 0 h 0"/>
              <a:gd name="connsiteX1" fmla="*/ 2580 w 2580"/>
              <a:gd name="connsiteY1" fmla="*/ 0 h 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580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4" fmla="*/ 0 w 2702"/>
              <a:gd name="connsiteY4" fmla="*/ 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3" fmla="*/ 0 w 2702"/>
              <a:gd name="connsiteY3" fmla="*/ 540000 h 540000"/>
              <a:gd name="connsiteX0" fmla="*/ 0 w 2702"/>
              <a:gd name="connsiteY0" fmla="*/ 0 h 540000"/>
              <a:gd name="connsiteX1" fmla="*/ 2643 w 2702"/>
              <a:gd name="connsiteY1" fmla="*/ 0 h 540000"/>
              <a:gd name="connsiteX2" fmla="*/ 2702 w 2702"/>
              <a:gd name="connsiteY2" fmla="*/ 540000 h 54000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4" fmla="*/ 0 w 2688"/>
              <a:gd name="connsiteY4" fmla="*/ 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3" fmla="*/ 0 w 2688"/>
              <a:gd name="connsiteY3" fmla="*/ 413760 h 413760"/>
              <a:gd name="connsiteX0" fmla="*/ 0 w 2688"/>
              <a:gd name="connsiteY0" fmla="*/ 0 h 413760"/>
              <a:gd name="connsiteX1" fmla="*/ 2643 w 2688"/>
              <a:gd name="connsiteY1" fmla="*/ 0 h 413760"/>
              <a:gd name="connsiteX2" fmla="*/ 2688 w 2688"/>
              <a:gd name="connsiteY2" fmla="*/ 413760 h 413760"/>
              <a:gd name="connsiteX0" fmla="*/ 0 w 2643"/>
              <a:gd name="connsiteY0" fmla="*/ 0 h 0"/>
              <a:gd name="connsiteX1" fmla="*/ 2643 w 2643"/>
              <a:gd name="connsiteY1" fmla="*/ 0 h 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43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4" fmla="*/ 0 w 2695"/>
              <a:gd name="connsiteY4" fmla="*/ 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3" fmla="*/ 0 w 2695"/>
              <a:gd name="connsiteY3" fmla="*/ 413760 h 413760"/>
              <a:gd name="connsiteX0" fmla="*/ 0 w 2695"/>
              <a:gd name="connsiteY0" fmla="*/ 0 h 413760"/>
              <a:gd name="connsiteX1" fmla="*/ 2651 w 2695"/>
              <a:gd name="connsiteY1" fmla="*/ 0 h 413760"/>
              <a:gd name="connsiteX2" fmla="*/ 2695 w 2695"/>
              <a:gd name="connsiteY2" fmla="*/ 413760 h 413760"/>
              <a:gd name="connsiteX0" fmla="*/ 0 w 2651"/>
              <a:gd name="connsiteY0" fmla="*/ 0 h 0"/>
              <a:gd name="connsiteX1" fmla="*/ 2651 w 2651"/>
              <a:gd name="connsiteY1" fmla="*/ 0 h 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651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4" fmla="*/ 0 w 2738"/>
              <a:gd name="connsiteY4" fmla="*/ 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3" fmla="*/ 0 w 2738"/>
              <a:gd name="connsiteY3" fmla="*/ 413760 h 413760"/>
              <a:gd name="connsiteX0" fmla="*/ 0 w 2738"/>
              <a:gd name="connsiteY0" fmla="*/ 0 h 413760"/>
              <a:gd name="connsiteX1" fmla="*/ 2704 w 2738"/>
              <a:gd name="connsiteY1" fmla="*/ 0 h 413760"/>
              <a:gd name="connsiteX2" fmla="*/ 2738 w 2738"/>
              <a:gd name="connsiteY2" fmla="*/ 413760 h 413760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4" fmla="*/ 0 w 2738"/>
              <a:gd name="connsiteY4" fmla="*/ 0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3" fmla="*/ 0 w 2738"/>
              <a:gd name="connsiteY3" fmla="*/ 111455 h 111455"/>
              <a:gd name="connsiteX0" fmla="*/ 0 w 2738"/>
              <a:gd name="connsiteY0" fmla="*/ 0 h 111455"/>
              <a:gd name="connsiteX1" fmla="*/ 2704 w 2738"/>
              <a:gd name="connsiteY1" fmla="*/ 0 h 111455"/>
              <a:gd name="connsiteX2" fmla="*/ 2738 w 2738"/>
              <a:gd name="connsiteY2" fmla="*/ 111455 h 111455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0" fmla="*/ 0 w 2744"/>
              <a:gd name="connsiteY0" fmla="*/ 0 h 111455"/>
              <a:gd name="connsiteX1" fmla="*/ 2704 w 2744"/>
              <a:gd name="connsiteY1" fmla="*/ 0 h 111455"/>
              <a:gd name="connsiteX2" fmla="*/ 2744 w 2744"/>
              <a:gd name="connsiteY2" fmla="*/ 111455 h 111455"/>
              <a:gd name="connsiteX3" fmla="*/ 0 w 2744"/>
              <a:gd name="connsiteY3" fmla="*/ 111455 h 111455"/>
              <a:gd name="connsiteX0" fmla="*/ 0 w 2744"/>
              <a:gd name="connsiteY0" fmla="*/ 21192 h 132647"/>
              <a:gd name="connsiteX1" fmla="*/ 2704 w 2744"/>
              <a:gd name="connsiteY1" fmla="*/ 21192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21192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4" fmla="*/ 0 w 2744"/>
              <a:gd name="connsiteY4" fmla="*/ 0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3" fmla="*/ 0 w 2744"/>
              <a:gd name="connsiteY3" fmla="*/ 132647 h 132647"/>
              <a:gd name="connsiteX0" fmla="*/ 0 w 2744"/>
              <a:gd name="connsiteY0" fmla="*/ 0 h 132647"/>
              <a:gd name="connsiteX1" fmla="*/ 2704 w 2744"/>
              <a:gd name="connsiteY1" fmla="*/ 0 h 132647"/>
              <a:gd name="connsiteX2" fmla="*/ 2744 w 2744"/>
              <a:gd name="connsiteY2" fmla="*/ 132647 h 132647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0" fmla="*/ 0 w 2747"/>
              <a:gd name="connsiteY0" fmla="*/ 0 h 153888"/>
              <a:gd name="connsiteX1" fmla="*/ 2704 w 2747"/>
              <a:gd name="connsiteY1" fmla="*/ 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53888"/>
              <a:gd name="connsiteX1" fmla="*/ 2704 w 2747"/>
              <a:gd name="connsiteY1" fmla="*/ 10620 h 153888"/>
              <a:gd name="connsiteX2" fmla="*/ 2747 w 2747"/>
              <a:gd name="connsiteY2" fmla="*/ 153888 h 153888"/>
              <a:gd name="connsiteX3" fmla="*/ 0 w 2747"/>
              <a:gd name="connsiteY3" fmla="*/ 153888 h 153888"/>
              <a:gd name="connsiteX4" fmla="*/ 0 w 2747"/>
              <a:gd name="connsiteY4" fmla="*/ 10620 h 15388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4" fmla="*/ 0 w 2747"/>
              <a:gd name="connsiteY4" fmla="*/ 0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3" fmla="*/ 0 w 2747"/>
              <a:gd name="connsiteY3" fmla="*/ 143268 h 143268"/>
              <a:gd name="connsiteX0" fmla="*/ 0 w 2747"/>
              <a:gd name="connsiteY0" fmla="*/ 0 h 143268"/>
              <a:gd name="connsiteX1" fmla="*/ 2704 w 2747"/>
              <a:gd name="connsiteY1" fmla="*/ 0 h 143268"/>
              <a:gd name="connsiteX2" fmla="*/ 2747 w 2747"/>
              <a:gd name="connsiteY2" fmla="*/ 143268 h 14326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0" fmla="*/ 0 w 2749"/>
              <a:gd name="connsiteY0" fmla="*/ 0 h 153888"/>
              <a:gd name="connsiteX1" fmla="*/ 2704 w 2749"/>
              <a:gd name="connsiteY1" fmla="*/ 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53888"/>
              <a:gd name="connsiteX1" fmla="*/ 2704 w 2749"/>
              <a:gd name="connsiteY1" fmla="*/ 5310 h 153888"/>
              <a:gd name="connsiteX2" fmla="*/ 2749 w 2749"/>
              <a:gd name="connsiteY2" fmla="*/ 153888 h 153888"/>
              <a:gd name="connsiteX3" fmla="*/ 0 w 2749"/>
              <a:gd name="connsiteY3" fmla="*/ 153888 h 153888"/>
              <a:gd name="connsiteX4" fmla="*/ 0 w 2749"/>
              <a:gd name="connsiteY4" fmla="*/ 5310 h 15388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4" fmla="*/ 0 w 2749"/>
              <a:gd name="connsiteY4" fmla="*/ 0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3" fmla="*/ 0 w 2749"/>
              <a:gd name="connsiteY3" fmla="*/ 148578 h 148578"/>
              <a:gd name="connsiteX0" fmla="*/ 0 w 2749"/>
              <a:gd name="connsiteY0" fmla="*/ 0 h 148578"/>
              <a:gd name="connsiteX1" fmla="*/ 2704 w 2749"/>
              <a:gd name="connsiteY1" fmla="*/ 0 h 148578"/>
              <a:gd name="connsiteX2" fmla="*/ 2749 w 2749"/>
              <a:gd name="connsiteY2" fmla="*/ 148578 h 148578"/>
              <a:gd name="connsiteX0" fmla="*/ 0 w 2704"/>
              <a:gd name="connsiteY0" fmla="*/ 0 h 0"/>
              <a:gd name="connsiteX1" fmla="*/ 2704 w 2704"/>
              <a:gd name="connsiteY1" fmla="*/ 0 h 0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0" fmla="*/ 0 w 2704"/>
              <a:gd name="connsiteY0" fmla="*/ 0 h 148578"/>
              <a:gd name="connsiteX1" fmla="*/ 2704 w 2704"/>
              <a:gd name="connsiteY1" fmla="*/ 0 h 148578"/>
              <a:gd name="connsiteX2" fmla="*/ 2268 w 2704"/>
              <a:gd name="connsiteY2" fmla="*/ 148578 h 148578"/>
              <a:gd name="connsiteX3" fmla="*/ 0 w 2704"/>
              <a:gd name="connsiteY3" fmla="*/ 148578 h 148578"/>
              <a:gd name="connsiteX4" fmla="*/ 0 w 2704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4" fmla="*/ 0 w 2268"/>
              <a:gd name="connsiteY4" fmla="*/ 0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3" fmla="*/ 0 w 2268"/>
              <a:gd name="connsiteY3" fmla="*/ 148578 h 148578"/>
              <a:gd name="connsiteX0" fmla="*/ 0 w 2268"/>
              <a:gd name="connsiteY0" fmla="*/ 0 h 148578"/>
              <a:gd name="connsiteX1" fmla="*/ 2222 w 2268"/>
              <a:gd name="connsiteY1" fmla="*/ 0 h 148578"/>
              <a:gd name="connsiteX2" fmla="*/ 2268 w 2268"/>
              <a:gd name="connsiteY2" fmla="*/ 148578 h 14857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4" fmla="*/ 0 w 2310"/>
              <a:gd name="connsiteY4" fmla="*/ 0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3" fmla="*/ 0 w 2310"/>
              <a:gd name="connsiteY3" fmla="*/ 288148 h 288148"/>
              <a:gd name="connsiteX0" fmla="*/ 0 w 2310"/>
              <a:gd name="connsiteY0" fmla="*/ 0 h 288148"/>
              <a:gd name="connsiteX1" fmla="*/ 2222 w 2310"/>
              <a:gd name="connsiteY1" fmla="*/ 0 h 288148"/>
              <a:gd name="connsiteX2" fmla="*/ 2310 w 2310"/>
              <a:gd name="connsiteY2" fmla="*/ 288148 h 288148"/>
              <a:gd name="connsiteX0" fmla="*/ 0 w 2222"/>
              <a:gd name="connsiteY0" fmla="*/ 0 h 0"/>
              <a:gd name="connsiteX1" fmla="*/ 2222 w 2222"/>
              <a:gd name="connsiteY1" fmla="*/ 0 h 0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0" fmla="*/ 0 w 2222"/>
              <a:gd name="connsiteY0" fmla="*/ 0 h 288148"/>
              <a:gd name="connsiteX1" fmla="*/ 2222 w 2222"/>
              <a:gd name="connsiteY1" fmla="*/ 0 h 288148"/>
              <a:gd name="connsiteX2" fmla="*/ 1769 w 2222"/>
              <a:gd name="connsiteY2" fmla="*/ 288148 h 288148"/>
              <a:gd name="connsiteX3" fmla="*/ 0 w 2222"/>
              <a:gd name="connsiteY3" fmla="*/ 288148 h 288148"/>
              <a:gd name="connsiteX4" fmla="*/ 0 w 2222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4" fmla="*/ 0 w 1769"/>
              <a:gd name="connsiteY4" fmla="*/ 0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3" fmla="*/ 0 w 1769"/>
              <a:gd name="connsiteY3" fmla="*/ 288148 h 288148"/>
              <a:gd name="connsiteX0" fmla="*/ 0 w 1769"/>
              <a:gd name="connsiteY0" fmla="*/ 0 h 288148"/>
              <a:gd name="connsiteX1" fmla="*/ 1695 w 1769"/>
              <a:gd name="connsiteY1" fmla="*/ 0 h 288148"/>
              <a:gd name="connsiteX2" fmla="*/ 1769 w 1769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695"/>
              <a:gd name="connsiteY0" fmla="*/ 0 h 0"/>
              <a:gd name="connsiteX1" fmla="*/ 1695 w 1695"/>
              <a:gd name="connsiteY1" fmla="*/ 0 h 0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  <a:gd name="connsiteX0" fmla="*/ 0 w 1762"/>
              <a:gd name="connsiteY0" fmla="*/ 0 h 288148"/>
              <a:gd name="connsiteX1" fmla="*/ 1695 w 1762"/>
              <a:gd name="connsiteY1" fmla="*/ 0 h 288148"/>
              <a:gd name="connsiteX2" fmla="*/ 1762 w 1762"/>
              <a:gd name="connsiteY2" fmla="*/ 288148 h 288148"/>
              <a:gd name="connsiteX3" fmla="*/ 0 w 1762"/>
              <a:gd name="connsiteY3" fmla="*/ 288148 h 288148"/>
              <a:gd name="connsiteX4" fmla="*/ 0 w 1762"/>
              <a:gd name="connsiteY4" fmla="*/ 0 h 288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62" h="288148">
                <a:moveTo>
                  <a:pt x="0" y="0"/>
                </a:moveTo>
                <a:lnTo>
                  <a:pt x="1695" y="0"/>
                </a:lnTo>
                <a:lnTo>
                  <a:pt x="1762" y="288148"/>
                </a:lnTo>
                <a:lnTo>
                  <a:pt x="0" y="288148"/>
                </a:lnTo>
                <a:lnTo>
                  <a:pt x="0" y="0"/>
                </a:lnTo>
                <a:close/>
              </a:path>
            </a:pathLst>
          </a:custGeom>
          <a:solidFill>
            <a:srgbClr val="008000">
              <a:alpha val="70000"/>
            </a:srgbClr>
          </a:solidFill>
          <a:ln w="9525" cap="flat" cmpd="sng">
            <a:solidFill>
              <a:srgbClr val="4CA64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1" name="ホームベース 64">
            <a:extLst>
              <a:ext uri="{FF2B5EF4-FFF2-40B4-BE49-F238E27FC236}">
                <ns2:creationId id="{35978911-1822-F3A8-B81B-184C644C00FE}"/>
              </a:ext>
            </a:extLst>
          </p:cNvPr>
          <p:cNvSpPr/>
          <p:nvPr/>
        </p:nvSpPr>
        <p:spPr>
          <a:xfrm>
            <a:off x="9700701" y="2431826"/>
            <a:ext cx="1012349" cy="1402766"/>
          </a:xfrm>
          <a:prstGeom prst="homePlate">
            <a:avLst>
              <a:gd name="adj" fmla="val 8711"/>
            </a:avLst>
          </a:prstGeom>
          <a:noFill/>
          <a:ln w="9525">
            <a:solidFill>
              <a:srgbClr val="4CA6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0" rIns="36000" bIns="0" rtlCol="0" anchor="t"/>
          <a:lstStyle/>
          <a:p>
            <a:pPr marL="87313" marR="0" lvl="1" indent="-873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2" name="正方形/長方形 81">
            <a:extLst>
              <a:ext uri="{FF2B5EF4-FFF2-40B4-BE49-F238E27FC236}">
                <ns2:creationId id="{2C06489A-FBE5-3A9B-A53D-69DB6FCB8D8F}"/>
              </a:ext>
            </a:extLst>
          </p:cNvPr>
          <p:cNvSpPr/>
          <p:nvPr/>
        </p:nvSpPr>
        <p:spPr>
          <a:xfrm>
            <a:off x="10736271" y="2431826"/>
            <a:ext cx="786800" cy="1402766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3" name="background">
            <a:extLst>
              <a:ext uri="{FF2B5EF4-FFF2-40B4-BE49-F238E27FC236}">
                <ns2:creationId id="{8DB9FE40-8842-627D-1DE6-F5CBEA7D81EA}"/>
              </a:ext>
            </a:extLst>
          </p:cNvPr>
          <p:cNvSpPr>
            <a:spLocks noChangeAspect="1"/>
          </p:cNvSpPr>
          <p:nvPr>
            <p:custDataLst>
              <p:tags r:id="rId9"/>
            </p:custDataLst>
          </p:nvPr>
        </p:nvSpPr>
        <p:spPr>
          <a:xfrm>
            <a:off x="9648799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5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4" name="四角形: 角を丸くする 83">
            <a:extLst>
              <a:ext uri="{FF2B5EF4-FFF2-40B4-BE49-F238E27FC236}">
                <ns2:creationId id="{D908DD40-5B0C-FD7B-FED7-77383FF71C5A}"/>
              </a:ext>
            </a:extLst>
          </p:cNvPr>
          <p:cNvSpPr/>
          <p:nvPr/>
        </p:nvSpPr>
        <p:spPr>
          <a:xfrm>
            <a:off x="10525778" y="1985492"/>
            <a:ext cx="1207785" cy="32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5" name="二等辺三角形 84">
            <a:extLst>
              <a:ext uri="{FF2B5EF4-FFF2-40B4-BE49-F238E27FC236}">
                <ns2:creationId id="{A61C9F53-B1D0-0312-4A00-5C8A833E5315}"/>
              </a:ext>
            </a:extLst>
          </p:cNvPr>
          <p:cNvSpPr/>
          <p:nvPr/>
        </p:nvSpPr>
        <p:spPr>
          <a:xfrm rot="10800000">
            <a:off x="11054347" y="2308964"/>
            <a:ext cx="150647" cy="136047"/>
          </a:xfrm>
          <a:prstGeom prst="triangle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93" name="楕円 92">
            <a:extLst>
              <a:ext uri="{FF2B5EF4-FFF2-40B4-BE49-F238E27FC236}">
                <ns2:creationId id="{3B8F9C0F-48DA-E377-600C-DA4A694CDFE4}"/>
              </a:ext>
            </a:extLst>
          </p:cNvPr>
          <p:cNvSpPr>
            <a:spLocks noChangeAspect="1"/>
          </p:cNvSpPr>
          <p:nvPr/>
        </p:nvSpPr>
        <p:spPr>
          <a:xfrm>
            <a:off x="9950070" y="1985492"/>
            <a:ext cx="461709" cy="48367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94" name="グラフィックス 93" descr="更新 単色塗りつぶし">
            <a:extLst>
              <a:ext uri="{FF2B5EF4-FFF2-40B4-BE49-F238E27FC236}">
                <ns2:creationId id="{232457F5-9149-A289-DFD0-368904FEE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26"/>
              </a:ext>
            </a:extLst>
          </a:blip>
          <a:srcRect/>
          <a:stretch/>
        </p:blipFill>
        <p:spPr>
          <a:xfrm>
            <a:off x="10009099" y="2047330"/>
            <a:ext cx="343649" cy="360000"/>
          </a:xfrm>
          <a:prstGeom prst="rect">
            <a:avLst/>
          </a:prstGeom>
        </p:spPr>
      </p:pic>
      <p:pic>
        <p:nvPicPr>
          <p:cNvPr id="112" name="グラフィックス 111" descr="インターネット 単色塗りつぶし">
            <a:extLst>
              <a:ext uri="{FF2B5EF4-FFF2-40B4-BE49-F238E27FC236}">
                <ns2:creationId id="{39947630-E963-AAFA-6DE4-8CD8421894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27"/>
              </a:ext>
            </a:extLst>
          </a:blip>
          <a:stretch>
            <a:fillRect/>
          </a:stretch>
        </p:blipFill>
        <p:spPr>
          <a:xfrm>
            <a:off x="1057727" y="2431826"/>
            <a:ext cx="230989" cy="241980"/>
          </a:xfrm>
          <a:prstGeom prst="rect">
            <a:avLst/>
          </a:prstGeom>
        </p:spPr>
      </p:pic>
      <p:sp>
        <p:nvSpPr>
          <p:cNvPr id="9" name="矢印: 山形 8">
            <a:extLst>
              <a:ext uri="{FF2B5EF4-FFF2-40B4-BE49-F238E27FC236}">
                <ns2:creationId id="{F08C7F27-45D3-4CB7-683C-AB9B536ED101}"/>
              </a:ext>
            </a:extLst>
          </p:cNvPr>
          <p:cNvSpPr/>
          <p:nvPr/>
        </p:nvSpPr>
        <p:spPr>
          <a:xfrm rot="5400000">
            <a:off x="-345307" y="4955706"/>
            <a:ext cx="2433125" cy="272908"/>
          </a:xfrm>
          <a:prstGeom prst="chevron">
            <a:avLst>
              <a:gd name="adj" fmla="val 15765"/>
            </a:avLst>
          </a:prstGeom>
          <a:solidFill>
            <a:srgbClr val="40A04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4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6" name="background">
            <a:extLst>
              <a:ext uri="{FF2B5EF4-FFF2-40B4-BE49-F238E27FC236}">
                <ns2:creationId id="{30B70DA3-249A-8E72-8246-D85539E37868}"/>
              </a:ext>
            </a:extLst>
          </p:cNvPr>
          <p:cNvSpPr>
            <a:spLocks noChangeAspect="1"/>
          </p:cNvSpPr>
          <p:nvPr>
            <p:custDataLst>
              <p:tags r:id="rId10"/>
            </p:custDataLst>
          </p:nvPr>
        </p:nvSpPr>
        <p:spPr>
          <a:xfrm>
            <a:off x="7439172" y="2352599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ns2:creationId id="{CCFFFC43-EA54-50FC-B66E-7F25FD41A75E}"/>
              </a:ext>
            </a:extLst>
          </p:cNvPr>
          <p:cNvGrpSpPr/>
          <p:nvPr/>
        </p:nvGrpSpPr>
        <p:grpSpPr>
          <a:xfrm>
            <a:off x="1047456" y="4184402"/>
            <a:ext cx="10732168" cy="2124318"/>
            <a:chOff x="1047456" y="4013403"/>
            <a:chExt cx="10732168" cy="2295318"/>
          </a:xfrm>
        </p:grpSpPr>
        <p:sp>
          <p:nvSpPr>
            <p:cNvPr id="98" name="Freeform 5">
              <a:extLst>
                <a:ext uri="{FF2B5EF4-FFF2-40B4-BE49-F238E27FC236}">
                  <ns2:creationId id="{1F2EDEB3-0E37-605A-14AA-8DBE833963C2}"/>
                </a:ext>
              </a:extLst>
            </p:cNvPr>
            <p:cNvSpPr>
              <a:spLocks/>
            </p:cNvSpPr>
            <p:nvPr>
              <p:custDataLst>
                <p:tags r:id="rId16"/>
              </p:custDataLst>
            </p:nvPr>
          </p:nvSpPr>
          <p:spPr bwMode="gray">
            <a:xfrm>
              <a:off x="1057726" y="4013403"/>
              <a:ext cx="1957121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</a:p>
            <a:p>
              <a:pPr algn="ctr">
                <a:defRPr/>
              </a:pPr>
              <a:r>
                <a:rPr lang="ja-JP" altLang="en-US" sz="11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Freeform 5">
              <a:extLst>
                <a:ext uri="{FF2B5EF4-FFF2-40B4-BE49-F238E27FC236}">
                  <ns2:creationId id="{C639CF2B-6DAB-C453-1E6A-5874613C04BB}"/>
                </a:ext>
              </a:extLst>
            </p:cNvPr>
            <p:cNvSpPr>
              <a:spLocks/>
            </p:cNvSpPr>
            <p:nvPr>
              <p:custDataLst>
                <p:tags r:id="rId17"/>
              </p:custDataLst>
            </p:nvPr>
          </p:nvSpPr>
          <p:spPr bwMode="gray">
            <a:xfrm>
              <a:off x="3222816" y="4013403"/>
              <a:ext cx="1950197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813"/>
                <a:gd name="connsiteY0" fmla="*/ 0 h 288148"/>
                <a:gd name="connsiteX1" fmla="*/ 1758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43"/>
                <a:gd name="connsiteY0" fmla="*/ 0 h 288148"/>
                <a:gd name="connsiteX1" fmla="*/ 1723 w 1743"/>
                <a:gd name="connsiteY1" fmla="*/ 0 h 288148"/>
                <a:gd name="connsiteX2" fmla="*/ 1743 w 1743"/>
                <a:gd name="connsiteY2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35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4" name="Freeform 5">
              <a:extLst>
                <a:ext uri="{FF2B5EF4-FFF2-40B4-BE49-F238E27FC236}">
                  <ns2:creationId id="{BBCEE902-DEA6-3DBA-7605-91B71CF3C75F}"/>
                </a:ext>
              </a:extLst>
            </p:cNvPr>
            <p:cNvSpPr>
              <a:spLocks/>
            </p:cNvSpPr>
            <p:nvPr>
              <p:custDataLst>
                <p:tags r:id="rId18"/>
              </p:custDataLst>
            </p:nvPr>
          </p:nvSpPr>
          <p:spPr bwMode="gray">
            <a:xfrm>
              <a:off x="5390111" y="4013403"/>
              <a:ext cx="1941070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1" name="Freeform 5">
              <a:extLst>
                <a:ext uri="{FF2B5EF4-FFF2-40B4-BE49-F238E27FC236}">
                  <ns2:creationId id="{05297199-B26D-799A-0AB5-4DA52D7932DF}"/>
                </a:ext>
              </a:extLst>
            </p:cNvPr>
            <p:cNvSpPr>
              <a:spLocks/>
            </p:cNvSpPr>
            <p:nvPr>
              <p:custDataLst>
                <p:tags r:id="rId19"/>
              </p:custDataLst>
            </p:nvPr>
          </p:nvSpPr>
          <p:spPr bwMode="gray">
            <a:xfrm>
              <a:off x="7571118" y="4013403"/>
              <a:ext cx="1918229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8" name="Freeform 5">
              <a:extLst>
                <a:ext uri="{FF2B5EF4-FFF2-40B4-BE49-F238E27FC236}">
                  <ns2:creationId id="{8DDE9895-6B2F-3FF9-7506-893E095BFA2F}"/>
                </a:ext>
              </a:extLst>
            </p:cNvPr>
            <p:cNvSpPr>
              <a:spLocks/>
            </p:cNvSpPr>
            <p:nvPr>
              <p:custDataLst>
                <p:tags r:id="rId20"/>
              </p:custDataLst>
            </p:nvPr>
          </p:nvSpPr>
          <p:spPr bwMode="gray">
            <a:xfrm>
              <a:off x="9746478" y="4013403"/>
              <a:ext cx="1901038" cy="349952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PDCA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）</a:t>
              </a:r>
              <a:endParaRPr kumimoji="1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9" name="ホームベース 64">
              <a:extLst>
                <a:ext uri="{FF2B5EF4-FFF2-40B4-BE49-F238E27FC236}">
                  <ns2:creationId id="{81C86F6A-2758-54B8-6B10-0C216BD74FDA}"/>
                </a:ext>
              </a:extLst>
            </p:cNvPr>
            <p:cNvSpPr/>
            <p:nvPr/>
          </p:nvSpPr>
          <p:spPr>
            <a:xfrm>
              <a:off x="1047456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ホームベース 64">
              <a:extLst>
                <a:ext uri="{FF2B5EF4-FFF2-40B4-BE49-F238E27FC236}">
                  <ns2:creationId id="{45D52987-92C2-1EA9-50F0-C320F7CC1075}"/>
                </a:ext>
              </a:extLst>
            </p:cNvPr>
            <p:cNvSpPr/>
            <p:nvPr/>
          </p:nvSpPr>
          <p:spPr>
            <a:xfrm>
              <a:off x="3214750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ホームベース 64">
              <a:extLst>
                <a:ext uri="{FF2B5EF4-FFF2-40B4-BE49-F238E27FC236}">
                  <ns2:creationId id="{769C49CD-E86C-4E49-17E7-A1234FB2EC0B}"/>
                </a:ext>
              </a:extLst>
            </p:cNvPr>
            <p:cNvSpPr/>
            <p:nvPr/>
          </p:nvSpPr>
          <p:spPr>
            <a:xfrm>
              <a:off x="5395758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1" name="ホームベース 64">
              <a:extLst>
                <a:ext uri="{FF2B5EF4-FFF2-40B4-BE49-F238E27FC236}">
                  <ns2:creationId id="{083FCA7A-8F04-E48B-21C6-C578B41AFC83}"/>
                </a:ext>
              </a:extLst>
            </p:cNvPr>
            <p:cNvSpPr/>
            <p:nvPr/>
          </p:nvSpPr>
          <p:spPr>
            <a:xfrm>
              <a:off x="7571118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ホームベース 64">
              <a:extLst>
                <a:ext uri="{FF2B5EF4-FFF2-40B4-BE49-F238E27FC236}">
                  <ns2:creationId id="{8BFC554F-207D-A95F-7D7E-F0E1EC4BFF76}"/>
                </a:ext>
              </a:extLst>
            </p:cNvPr>
            <p:cNvSpPr/>
            <p:nvPr/>
          </p:nvSpPr>
          <p:spPr>
            <a:xfrm>
              <a:off x="9725270" y="4013403"/>
              <a:ext cx="2054354" cy="2295318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）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26" name="background">
            <a:extLst>
              <a:ext uri="{FF2B5EF4-FFF2-40B4-BE49-F238E27FC236}">
                <ns2:creationId id="{5200A88B-9DB7-A441-E15F-D9D6D90E36B4}"/>
              </a:ext>
            </a:extLst>
          </p:cNvPr>
          <p:cNvSpPr>
            <a:spLocks noChangeAspect="1"/>
          </p:cNvSpPr>
          <p:nvPr>
            <p:custDataLst>
              <p:tags r:id="rId11"/>
            </p:custDataLst>
          </p:nvPr>
        </p:nvSpPr>
        <p:spPr>
          <a:xfrm>
            <a:off x="5343553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3" name="background">
            <a:extLst>
              <a:ext uri="{FF2B5EF4-FFF2-40B4-BE49-F238E27FC236}">
                <ns2:creationId id="{91B5BDBE-F51F-9383-EEEE-F3036CB08856}"/>
              </a:ext>
            </a:extLst>
          </p:cNvPr>
          <p:cNvSpPr>
            <a:spLocks noChangeAspect="1"/>
          </p:cNvSpPr>
          <p:nvPr>
            <p:custDataLst>
              <p:tags r:id="rId12"/>
            </p:custDataLst>
          </p:nvPr>
        </p:nvSpPr>
        <p:spPr>
          <a:xfrm>
            <a:off x="7500128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0" name="background">
            <a:extLst>
              <a:ext uri="{FF2B5EF4-FFF2-40B4-BE49-F238E27FC236}">
                <ns2:creationId id="{28FC80C2-9E38-603C-2178-62E1D2BFFFEC}"/>
              </a:ext>
            </a:extLst>
          </p:cNvPr>
          <p:cNvSpPr>
            <a:spLocks noChangeAspect="1"/>
          </p:cNvSpPr>
          <p:nvPr>
            <p:custDataLst>
              <p:tags r:id="rId13"/>
            </p:custDataLst>
          </p:nvPr>
        </p:nvSpPr>
        <p:spPr>
          <a:xfrm>
            <a:off x="9656706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5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00" name="background">
            <a:extLst>
              <a:ext uri="{FF2B5EF4-FFF2-40B4-BE49-F238E27FC236}">
                <ns2:creationId id="{B239D465-305E-D8B8-B591-F8D92DAD9279}"/>
              </a:ext>
            </a:extLst>
          </p:cNvPr>
          <p:cNvSpPr>
            <a:spLocks noChangeAspect="1"/>
          </p:cNvSpPr>
          <p:nvPr>
            <p:custDataLst>
              <p:tags r:id="rId14"/>
            </p:custDataLst>
          </p:nvPr>
        </p:nvSpPr>
        <p:spPr>
          <a:xfrm>
            <a:off x="1030400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9" name="background">
            <a:extLst>
              <a:ext uri="{FF2B5EF4-FFF2-40B4-BE49-F238E27FC236}">
                <ns2:creationId id="{6E867293-1830-737C-B8F2-FC11D2D8EEF8}"/>
              </a:ext>
            </a:extLst>
          </p:cNvPr>
          <p:cNvSpPr>
            <a:spLocks noChangeAspect="1"/>
          </p:cNvSpPr>
          <p:nvPr>
            <p:custDataLst>
              <p:tags r:id="rId15"/>
            </p:custDataLst>
          </p:nvPr>
        </p:nvSpPr>
        <p:spPr>
          <a:xfrm>
            <a:off x="3186977" y="4138234"/>
            <a:ext cx="174942" cy="183266"/>
          </a:xfrm>
          <a:prstGeom prst="ellipse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7" name="矢印: 五方向 26">
            <a:extLst>
              <a:ext uri="{FF2B5EF4-FFF2-40B4-BE49-F238E27FC236}">
                <ns2:creationId id="{1405B1F2-36A9-5AA5-F656-BD8D153E8170}"/>
              </a:ext>
            </a:extLst>
          </p:cNvPr>
          <p:cNvSpPr/>
          <p:nvPr/>
        </p:nvSpPr>
        <p:spPr>
          <a:xfrm rot="5400000">
            <a:off x="-1825298" y="3796732"/>
            <a:ext cx="4672252" cy="351730"/>
          </a:xfrm>
          <a:prstGeom prst="homePlate">
            <a:avLst>
              <a:gd name="adj" fmla="val 15765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4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ns2:creationId id="{8E30AC9F-DD11-1DE0-9796-D770AA1B9814}"/>
              </a:ext>
            </a:extLst>
          </p:cNvPr>
          <p:cNvSpPr txBox="1"/>
          <p:nvPr/>
        </p:nvSpPr>
        <p:spPr>
          <a:xfrm>
            <a:off x="1057727" y="3875597"/>
            <a:ext cx="10675836" cy="288147"/>
          </a:xfrm>
          <a:prstGeom prst="homePlate">
            <a:avLst/>
          </a:prstGeom>
          <a:solidFill>
            <a:srgbClr val="008000">
              <a:alpha val="58000"/>
            </a:srgbClr>
          </a:solidFill>
        </p:spPr>
        <p:txBody>
          <a:bodyPr wrap="square" lIns="36000" tIns="36000" rIns="36000" bIns="36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5" name="吹き出し: 線 (枠付き、強調線付き) 34">
            <a:extLst>
              <a:ext uri="{FF2B5EF4-FFF2-40B4-BE49-F238E27FC236}">
                <ns2:creationId id="{BB7E8EE5-6C38-C42E-973F-B264EA10FA28}"/>
              </a:ext>
            </a:extLst>
          </p:cNvPr>
          <p:cNvSpPr/>
          <p:nvPr/>
        </p:nvSpPr>
        <p:spPr>
          <a:xfrm>
            <a:off x="6460567" y="6476104"/>
            <a:ext cx="1785208" cy="978946"/>
          </a:xfrm>
          <a:prstGeom prst="accentBorderCallout1">
            <a:avLst>
              <a:gd name="adj1" fmla="val 18750"/>
              <a:gd name="adj2" fmla="val -8333"/>
              <a:gd name="adj3" fmla="val -26276"/>
              <a:gd name="adj4" fmla="val -35922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kumimoji="1"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747216826"/>
      </p:ext>
    </p:extLst>
  </p:cSld>
  <p:clrMapOvr>
    <a:masterClrMapping/>
  </p:clrMapOvr>
</p:sld>
</file>

<file path=ppt/slides/slide11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F376FD6-E523-8C7D-2B20-5390817D3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1183DA4-05F8-0AE0-E048-E42459837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20" name="テキスト ボックス 19">
            <a:extLst>
              <a:ext uri="{FF2B5EF4-FFF2-40B4-BE49-F238E27FC236}">
                <ns2:creationId id="{2DC9977D-650C-6E08-7328-16193E18685C}"/>
              </a:ext>
            </a:extLst>
          </p:cNvPr>
          <p:cNvSpPr txBox="1"/>
          <p:nvPr/>
        </p:nvSpPr>
        <p:spPr>
          <a:xfrm>
            <a:off x="673250" y="1642701"/>
            <a:ext cx="11183787" cy="288147"/>
          </a:xfrm>
          <a:prstGeom prst="homePlate">
            <a:avLst/>
          </a:prstGeom>
          <a:solidFill>
            <a:srgbClr val="008000">
              <a:alpha val="60000"/>
            </a:srgbClr>
          </a:solidFill>
        </p:spPr>
        <p:txBody>
          <a:bodyPr wrap="square" lIns="36000" tIns="36000" rIns="36000" bIns="36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" name="矢印: 山形 8">
            <a:extLst>
              <a:ext uri="{FF2B5EF4-FFF2-40B4-BE49-F238E27FC236}">
                <ns2:creationId id="{508780C8-1473-4968-CFD3-7AC67E33D99D}"/>
              </a:ext>
            </a:extLst>
          </p:cNvPr>
          <p:cNvSpPr/>
          <p:nvPr/>
        </p:nvSpPr>
        <p:spPr>
          <a:xfrm rot="5400000">
            <a:off x="-1644252" y="4053273"/>
            <a:ext cx="4234660" cy="276236"/>
          </a:xfrm>
          <a:prstGeom prst="chevron">
            <a:avLst>
              <a:gd name="adj" fmla="val 15765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05" name="四角形: 角を丸くする 104">
            <a:extLst>
              <a:ext uri="{FF2B5EF4-FFF2-40B4-BE49-F238E27FC236}">
                <ns2:creationId id="{8CF26D9A-C2D6-28F1-48A2-6741C697E38E}"/>
              </a:ext>
            </a:extLst>
          </p:cNvPr>
          <p:cNvSpPr/>
          <p:nvPr/>
        </p:nvSpPr>
        <p:spPr>
          <a:xfrm>
            <a:off x="685862" y="2074059"/>
            <a:ext cx="1191666" cy="4234657"/>
          </a:xfrm>
          <a:prstGeom prst="roundRect">
            <a:avLst>
              <a:gd name="adj" fmla="val 5104"/>
            </a:avLst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n-US" altLang="ja-JP" sz="10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44000" marR="0" lvl="1" indent="-144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108" name="グループ化 107">
            <a:extLst>
              <a:ext uri="{FF2B5EF4-FFF2-40B4-BE49-F238E27FC236}">
                <ns2:creationId id="{88B76CBC-3C21-ECE1-17BE-551203246965}"/>
              </a:ext>
            </a:extLst>
          </p:cNvPr>
          <p:cNvGrpSpPr/>
          <p:nvPr/>
        </p:nvGrpSpPr>
        <p:grpSpPr>
          <a:xfrm>
            <a:off x="782684" y="2819616"/>
            <a:ext cx="874756" cy="1223643"/>
            <a:chOff x="689372" y="4709008"/>
            <a:chExt cx="1066733" cy="520126"/>
          </a:xfrm>
        </p:grpSpPr>
        <p:sp>
          <p:nvSpPr>
            <p:cNvPr id="106" name="楕円 105">
              <a:extLst>
                <a:ext uri="{FF2B5EF4-FFF2-40B4-BE49-F238E27FC236}">
                  <ns2:creationId id="{536B10B9-46E7-8AE2-5CC8-D13834874420}"/>
                </a:ext>
              </a:extLst>
            </p:cNvPr>
            <p:cNvSpPr/>
            <p:nvPr/>
          </p:nvSpPr>
          <p:spPr>
            <a:xfrm>
              <a:off x="689372" y="4709008"/>
              <a:ext cx="1066733" cy="393125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7" name="二等辺三角形 106">
              <a:extLst>
                <a:ext uri="{FF2B5EF4-FFF2-40B4-BE49-F238E27FC236}">
                  <ns2:creationId id="{8A317A49-C29C-1A36-767B-99C5614C27E0}"/>
                </a:ext>
              </a:extLst>
            </p:cNvPr>
            <p:cNvSpPr/>
            <p:nvPr/>
          </p:nvSpPr>
          <p:spPr>
            <a:xfrm rot="9625429">
              <a:off x="1277678" y="5021549"/>
              <a:ext cx="122099" cy="207585"/>
            </a:xfrm>
            <a:prstGeom prst="triangl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110" name="テキスト ボックス 109">
            <a:extLst>
              <a:ext uri="{FF2B5EF4-FFF2-40B4-BE49-F238E27FC236}">
                <ns2:creationId id="{6246D453-61C9-4920-73A3-B0A7E5AE11E4}"/>
              </a:ext>
            </a:extLst>
          </p:cNvPr>
          <p:cNvSpPr txBox="1"/>
          <p:nvPr/>
        </p:nvSpPr>
        <p:spPr>
          <a:xfrm>
            <a:off x="1925639" y="2074061"/>
            <a:ext cx="198432" cy="423465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36000" tIns="36000" rIns="36000" bIns="36000" rtlCol="0" anchor="b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1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1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100" dirty="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4" name="矢印: 右 113">
            <a:extLst>
              <a:ext uri="{FF2B5EF4-FFF2-40B4-BE49-F238E27FC236}">
                <ns2:creationId id="{1511248A-B766-525C-D6A7-1738DC6BCEA8}"/>
              </a:ext>
            </a:extLst>
          </p:cNvPr>
          <p:cNvSpPr/>
          <p:nvPr/>
        </p:nvSpPr>
        <p:spPr>
          <a:xfrm>
            <a:off x="2186151" y="3917411"/>
            <a:ext cx="275850" cy="940659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15" name="テキスト ボックス 114">
            <a:extLst>
              <a:ext uri="{FF2B5EF4-FFF2-40B4-BE49-F238E27FC236}">
                <ns2:creationId id="{AC5FEE40-0F81-8688-90F3-2CECDE3BEB2D}"/>
              </a:ext>
            </a:extLst>
          </p:cNvPr>
          <p:cNvSpPr txBox="1"/>
          <p:nvPr/>
        </p:nvSpPr>
        <p:spPr>
          <a:xfrm>
            <a:off x="2152485" y="2074061"/>
            <a:ext cx="198432" cy="4234660"/>
          </a:xfrm>
          <a:prstGeom prst="rect">
            <a:avLst/>
          </a:prstGeom>
          <a:noFill/>
        </p:spPr>
        <p:txBody>
          <a:bodyPr vert="eaVert" wrap="square" lIns="36000" tIns="36000" rIns="36000" bIns="36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" name="テキスト プレースホルダー 2">
            <a:extLst>
              <a:ext uri="{FF2B5EF4-FFF2-40B4-BE49-F238E27FC236}">
                <ns2:creationId id="{874B1820-2808-2186-6807-F4FC19D8F33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</a:p>
        </p:txBody>
      </p:sp>
      <p:grpSp>
        <p:nvGrpSpPr>
          <p:cNvPr id="14" name="グループ化 13">
            <a:extLst>
              <a:ext uri="{FF2B5EF4-FFF2-40B4-BE49-F238E27FC236}">
                <ns2:creationId id="{A192EA24-54AF-CFED-01D8-6D70EE42CD7E}"/>
              </a:ext>
            </a:extLst>
          </p:cNvPr>
          <p:cNvGrpSpPr/>
          <p:nvPr/>
        </p:nvGrpSpPr>
        <p:grpSpPr>
          <a:xfrm>
            <a:off x="2586723" y="2065468"/>
            <a:ext cx="9351623" cy="4243250"/>
            <a:chOff x="2859945" y="2065468"/>
            <a:chExt cx="9073833" cy="4243250"/>
          </a:xfrm>
        </p:grpSpPr>
        <p:grpSp>
          <p:nvGrpSpPr>
            <p:cNvPr id="10" name="グループ化 9">
              <a:extLst>
                <a:ext uri="{FF2B5EF4-FFF2-40B4-BE49-F238E27FC236}">
                  <ns2:creationId id="{99C64F3C-D504-A134-2A97-3B92964F963B}"/>
                </a:ext>
              </a:extLst>
            </p:cNvPr>
            <p:cNvGrpSpPr/>
            <p:nvPr/>
          </p:nvGrpSpPr>
          <p:grpSpPr>
            <a:xfrm>
              <a:off x="2859945" y="2065468"/>
              <a:ext cx="8924661" cy="505610"/>
              <a:chOff x="2859945" y="2065468"/>
              <a:chExt cx="8924661" cy="871625"/>
            </a:xfrm>
          </p:grpSpPr>
          <p:sp>
            <p:nvSpPr>
              <p:cNvPr id="98" name="Freeform 5">
                <a:extLst>
                  <a:ext uri="{FF2B5EF4-FFF2-40B4-BE49-F238E27FC236}">
                    <ns2:creationId id="{DA548DA5-E397-4FD7-7698-3519E8C12535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2859945" y="2065468"/>
                <a:ext cx="1658154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17" name="Freeform 5">
                <a:extLst>
                  <a:ext uri="{FF2B5EF4-FFF2-40B4-BE49-F238E27FC236}">
                    <ns2:creationId id="{E8AA6D1B-9664-A9BC-FA42-C17FB954A6EA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4687329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813"/>
                  <a:gd name="connsiteY0" fmla="*/ 0 h 288148"/>
                  <a:gd name="connsiteX1" fmla="*/ 1723 w 1813"/>
                  <a:gd name="connsiteY1" fmla="*/ 0 h 288148"/>
                  <a:gd name="connsiteX2" fmla="*/ 1813 w 1813"/>
                  <a:gd name="connsiteY2" fmla="*/ 288148 h 288148"/>
                  <a:gd name="connsiteX0" fmla="*/ 0 w 1813"/>
                  <a:gd name="connsiteY0" fmla="*/ 0 h 288148"/>
                  <a:gd name="connsiteX1" fmla="*/ 1723 w 1813"/>
                  <a:gd name="connsiteY1" fmla="*/ 0 h 288148"/>
                  <a:gd name="connsiteX2" fmla="*/ 1813 w 1813"/>
                  <a:gd name="connsiteY2" fmla="*/ 288148 h 288148"/>
                  <a:gd name="connsiteX3" fmla="*/ 35 w 1813"/>
                  <a:gd name="connsiteY3" fmla="*/ 288148 h 288148"/>
                  <a:gd name="connsiteX0" fmla="*/ 0 w 1813"/>
                  <a:gd name="connsiteY0" fmla="*/ 0 h 288148"/>
                  <a:gd name="connsiteX1" fmla="*/ 1723 w 1813"/>
                  <a:gd name="connsiteY1" fmla="*/ 0 h 288148"/>
                  <a:gd name="connsiteX2" fmla="*/ 1813 w 1813"/>
                  <a:gd name="connsiteY2" fmla="*/ 288148 h 288148"/>
                  <a:gd name="connsiteX3" fmla="*/ 35 w 1813"/>
                  <a:gd name="connsiteY3" fmla="*/ 288148 h 288148"/>
                  <a:gd name="connsiteX4" fmla="*/ 35 w 1813"/>
                  <a:gd name="connsiteY4" fmla="*/ 0 h 288148"/>
                  <a:gd name="connsiteX0" fmla="*/ 0 w 1813"/>
                  <a:gd name="connsiteY0" fmla="*/ 0 h 288148"/>
                  <a:gd name="connsiteX1" fmla="*/ 1758 w 1813"/>
                  <a:gd name="connsiteY1" fmla="*/ 0 h 288148"/>
                  <a:gd name="connsiteX2" fmla="*/ 1813 w 1813"/>
                  <a:gd name="connsiteY2" fmla="*/ 288148 h 288148"/>
                  <a:gd name="connsiteX3" fmla="*/ 35 w 1813"/>
                  <a:gd name="connsiteY3" fmla="*/ 288148 h 288148"/>
                  <a:gd name="connsiteX4" fmla="*/ 35 w 1813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43"/>
                  <a:gd name="connsiteY0" fmla="*/ 0 h 288148"/>
                  <a:gd name="connsiteX1" fmla="*/ 1723 w 1743"/>
                  <a:gd name="connsiteY1" fmla="*/ 0 h 288148"/>
                  <a:gd name="connsiteX2" fmla="*/ 1743 w 1743"/>
                  <a:gd name="connsiteY2" fmla="*/ 288148 h 288148"/>
                  <a:gd name="connsiteX0" fmla="*/ 35 w 1778"/>
                  <a:gd name="connsiteY0" fmla="*/ 0 h 288148"/>
                  <a:gd name="connsiteX1" fmla="*/ 1758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35 w 1778"/>
                  <a:gd name="connsiteY0" fmla="*/ 0 h 288148"/>
                  <a:gd name="connsiteX1" fmla="*/ 1758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35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24" name="Freeform 5">
                <a:extLst>
                  <a:ext uri="{FF2B5EF4-FFF2-40B4-BE49-F238E27FC236}">
                    <ns2:creationId id="{F9DF3613-525B-49D6-CE39-D3833B2B41EA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6503956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1" name="Freeform 5">
                <a:extLst>
                  <a:ext uri="{FF2B5EF4-FFF2-40B4-BE49-F238E27FC236}">
                    <ns2:creationId id="{F71169FD-9841-6F25-BBD5-87F151564B67}"/>
                  </a:ext>
                </a:extLst>
              </p:cNvPr>
              <p:cNvSpPr>
                <a:spLocks/>
              </p:cNvSpPr>
              <p:nvPr>
                <p:custDataLst>
                  <p:tags r:id="rId4"/>
                </p:custDataLst>
              </p:nvPr>
            </p:nvSpPr>
            <p:spPr bwMode="gray">
              <a:xfrm>
                <a:off x="8320582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: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8" name="Freeform 5">
                <a:extLst>
                  <a:ext uri="{FF2B5EF4-FFF2-40B4-BE49-F238E27FC236}">
                    <ns2:creationId id="{08849502-9F05-7B89-F950-4D5E35A12368}"/>
                  </a:ext>
                </a:extLst>
              </p:cNvPr>
              <p:cNvSpPr>
                <a:spLocks/>
              </p:cNvSpPr>
              <p:nvPr>
                <p:custDataLst>
                  <p:tags r:id="rId5"/>
                </p:custDataLst>
              </p:nvPr>
            </p:nvSpPr>
            <p:spPr bwMode="gray">
              <a:xfrm>
                <a:off x="10137209" y="2065468"/>
                <a:ext cx="1647397" cy="871625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695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4" fmla="*/ 0 w 1778"/>
                  <a:gd name="connsiteY4" fmla="*/ 0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3" fmla="*/ 0 w 1778"/>
                  <a:gd name="connsiteY3" fmla="*/ 288148 h 288148"/>
                  <a:gd name="connsiteX0" fmla="*/ 0 w 1778"/>
                  <a:gd name="connsiteY0" fmla="*/ 0 h 288148"/>
                  <a:gd name="connsiteX1" fmla="*/ 1723 w 1778"/>
                  <a:gd name="connsiteY1" fmla="*/ 0 h 288148"/>
                  <a:gd name="connsiteX2" fmla="*/ 1778 w 1778"/>
                  <a:gd name="connsiteY2" fmla="*/ 288148 h 288148"/>
                  <a:gd name="connsiteX0" fmla="*/ 0 w 1723"/>
                  <a:gd name="connsiteY0" fmla="*/ 0 h 0"/>
                  <a:gd name="connsiteX1" fmla="*/ 1723 w 1723"/>
                  <a:gd name="connsiteY1" fmla="*/ 0 h 0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3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25"/>
                  <a:gd name="connsiteY0" fmla="*/ 0 h 0"/>
                  <a:gd name="connsiteX1" fmla="*/ 1725 w 1725"/>
                  <a:gd name="connsiteY1" fmla="*/ 0 h 0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  <a:gd name="connsiteX0" fmla="*/ 0 w 1779"/>
                  <a:gd name="connsiteY0" fmla="*/ 0 h 288148"/>
                  <a:gd name="connsiteX1" fmla="*/ 1725 w 1779"/>
                  <a:gd name="connsiteY1" fmla="*/ 0 h 288148"/>
                  <a:gd name="connsiteX2" fmla="*/ 1779 w 1779"/>
                  <a:gd name="connsiteY2" fmla="*/ 288148 h 288148"/>
                  <a:gd name="connsiteX3" fmla="*/ 0 w 1779"/>
                  <a:gd name="connsiteY3" fmla="*/ 288148 h 288148"/>
                  <a:gd name="connsiteX4" fmla="*/ 0 w 1779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288148">
                    <a:moveTo>
                      <a:pt x="0" y="0"/>
                    </a:moveTo>
                    <a:lnTo>
                      <a:pt x="1725" y="0"/>
                    </a:lnTo>
                    <a:lnTo>
                      <a:pt x="1779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square" lIns="36000" tIns="36000" rIns="3600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zh-TW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zh-TW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</p:grpSp>
        <p:sp>
          <p:nvSpPr>
            <p:cNvPr id="8" name="ホームベース 64">
              <a:extLst>
                <a:ext uri="{FF2B5EF4-FFF2-40B4-BE49-F238E27FC236}">
                  <ns2:creationId id="{CA916C04-887C-FCC8-7AB2-8ED10A6BDEE3}"/>
                </a:ext>
              </a:extLst>
            </p:cNvPr>
            <p:cNvSpPr/>
            <p:nvPr/>
          </p:nvSpPr>
          <p:spPr>
            <a:xfrm>
              <a:off x="2866066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ホームベース 64">
              <a:extLst>
                <a:ext uri="{FF2B5EF4-FFF2-40B4-BE49-F238E27FC236}">
                  <ns2:creationId id="{C60DFBBB-0321-E9A8-C04C-ECCBEA3FC8CC}"/>
                </a:ext>
              </a:extLst>
            </p:cNvPr>
            <p:cNvSpPr/>
            <p:nvPr/>
          </p:nvSpPr>
          <p:spPr>
            <a:xfrm>
              <a:off x="4692071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1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lang="ja-JP" altLang="en-US" sz="11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ホームベース 64">
              <a:extLst>
                <a:ext uri="{FF2B5EF4-FFF2-40B4-BE49-F238E27FC236}">
                  <ns2:creationId id="{C4C60D0B-02CF-D6D0-6E57-1F9D6F6EC8B7}"/>
                </a:ext>
              </a:extLst>
            </p:cNvPr>
            <p:cNvSpPr/>
            <p:nvPr/>
          </p:nvSpPr>
          <p:spPr>
            <a:xfrm>
              <a:off x="6511211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 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ホームベース 64">
              <a:extLst>
                <a:ext uri="{FF2B5EF4-FFF2-40B4-BE49-F238E27FC236}">
                  <ns2:creationId id="{C2052778-6C14-8A2C-C58F-7023C1F5A3A8}"/>
                </a:ext>
              </a:extLst>
            </p:cNvPr>
            <p:cNvSpPr/>
            <p:nvPr/>
          </p:nvSpPr>
          <p:spPr>
            <a:xfrm>
              <a:off x="8320582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lang="ja-JP" altLang="en-US" sz="11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ホームベース 64">
              <a:extLst>
                <a:ext uri="{FF2B5EF4-FFF2-40B4-BE49-F238E27FC236}">
                  <ns2:creationId id="{BF830BAB-67A5-1FC6-0240-2D067EB4B994}"/>
                </a:ext>
              </a:extLst>
            </p:cNvPr>
            <p:cNvSpPr/>
            <p:nvPr/>
          </p:nvSpPr>
          <p:spPr>
            <a:xfrm>
              <a:off x="10141644" y="2571077"/>
              <a:ext cx="1792134" cy="3737641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２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PDCA</a:t>
              </a:r>
              <a:r>
                <a:rPr lang="ja-JP" altLang="en-US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）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lang="ja-JP" altLang="en-US" sz="11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4:creationId val="341978476"/>
      </p:ext>
    </p:extLst>
  </p:cSld>
  <p:clrMapOvr>
    <a:masterClrMapping/>
  </p:clrMapOvr>
</p:sld>
</file>

<file path=ppt/slides/slide113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 show="0">
  <p:cSld>
    <p:spTree>
      <p:nvGrpSpPr>
        <p:cNvPr id="1" name="">
          <a:extLst>
            <a:ext uri="{FF2B5EF4-FFF2-40B4-BE49-F238E27FC236}">
              <ns2:creationId id="{07106384-6E96-A654-E147-F93CC7A92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4CEBC6B-E06A-EB65-90C5-A543CDD4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15" name="グループ化 14">
            <a:extLst>
              <a:ext uri="{FF2B5EF4-FFF2-40B4-BE49-F238E27FC236}">
                <ns2:creationId id="{7CB3D61A-CF82-23E5-E992-E4D0EEC84AD8}"/>
              </a:ext>
            </a:extLst>
          </p:cNvPr>
          <p:cNvGrpSpPr/>
          <p:nvPr/>
        </p:nvGrpSpPr>
        <p:grpSpPr>
          <a:xfrm>
            <a:off x="334960" y="1636471"/>
            <a:ext cx="11522078" cy="4672252"/>
            <a:chOff x="334960" y="1636471"/>
            <a:chExt cx="11522078" cy="4672252"/>
          </a:xfrm>
        </p:grpSpPr>
        <p:sp>
          <p:nvSpPr>
            <p:cNvPr id="17" name="テキスト ボックス 16">
              <a:extLst>
                <a:ext uri="{FF2B5EF4-FFF2-40B4-BE49-F238E27FC236}">
                  <ns2:creationId id="{FBF4C174-79EE-E0C2-0901-692B93E8E547}"/>
                </a:ext>
              </a:extLst>
            </p:cNvPr>
            <p:cNvSpPr txBox="1"/>
            <p:nvPr/>
          </p:nvSpPr>
          <p:spPr>
            <a:xfrm>
              <a:off x="673250" y="1636471"/>
              <a:ext cx="11183788" cy="288147"/>
            </a:xfrm>
            <a:prstGeom prst="homePlate">
              <a:avLst/>
            </a:prstGeom>
            <a:solidFill>
              <a:srgbClr val="008000">
                <a:alpha val="58000"/>
              </a:srgbClr>
            </a:solidFill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" name="矢印: 五方向 6">
              <a:extLst>
                <a:ext uri="{FF2B5EF4-FFF2-40B4-BE49-F238E27FC236}">
                  <ns2:creationId id="{11CC0B72-FF44-9880-5B8A-1E4AEA511EDC}"/>
                </a:ext>
              </a:extLst>
            </p:cNvPr>
            <p:cNvSpPr/>
            <p:nvPr/>
          </p:nvSpPr>
          <p:spPr>
            <a:xfrm rot="5400000">
              <a:off x="-705200" y="2676632"/>
              <a:ext cx="2380362" cy="300040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7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ns2:creationId id="{73A59F90-25FD-3991-C302-9F1DB02BA3F9}"/>
                </a:ext>
              </a:extLst>
            </p:cNvPr>
            <p:cNvSpPr txBox="1"/>
            <p:nvPr/>
          </p:nvSpPr>
          <p:spPr>
            <a:xfrm>
              <a:off x="673250" y="2431826"/>
              <a:ext cx="241980" cy="140276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vert="eaVert" wrap="square" lIns="36000" tIns="36000" rIns="36000" bIns="36000" rtlCol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56" name="グループ化 155">
              <a:extLst>
                <a:ext uri="{FF2B5EF4-FFF2-40B4-BE49-F238E27FC236}">
                  <ns2:creationId id="{A98C80E6-31E1-F634-9184-A038916AE093}"/>
                </a:ext>
              </a:extLst>
            </p:cNvPr>
            <p:cNvGrpSpPr/>
            <p:nvPr/>
          </p:nvGrpSpPr>
          <p:grpSpPr>
            <a:xfrm>
              <a:off x="933831" y="1985492"/>
              <a:ext cx="2296622" cy="1849100"/>
              <a:chOff x="933831" y="1985492"/>
              <a:chExt cx="2296622" cy="1849100"/>
            </a:xfrm>
          </p:grpSpPr>
          <p:sp>
            <p:nvSpPr>
              <p:cNvPr id="18" name="正方形/長方形 17">
                <a:extLst>
                  <a:ext uri="{FF2B5EF4-FFF2-40B4-BE49-F238E27FC236}">
                    <ns2:creationId id="{874EF6BC-EDFB-B223-486E-BA306B2CA1DA}"/>
                  </a:ext>
                </a:extLst>
              </p:cNvPr>
              <p:cNvSpPr/>
              <p:nvPr/>
            </p:nvSpPr>
            <p:spPr>
              <a:xfrm>
                <a:off x="2092756" y="2431825"/>
                <a:ext cx="1010143" cy="9037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en-US" altLang="ja-JP" sz="10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E7CFF898-38FA-E3A4-8962-4DED94C4E8DA}"/>
                  </a:ext>
                </a:extLst>
              </p:cNvPr>
              <p:cNvSpPr/>
              <p:nvPr/>
            </p:nvSpPr>
            <p:spPr>
              <a:xfrm>
                <a:off x="2092756" y="3469500"/>
                <a:ext cx="1010143" cy="349702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2" name="矢印: 上 31">
                <a:extLst>
                  <a:ext uri="{FF2B5EF4-FFF2-40B4-BE49-F238E27FC236}">
                    <ns2:creationId id="{E82B6A5A-8334-F2BE-870E-BD29C478BF15}"/>
                  </a:ext>
                </a:extLst>
              </p:cNvPr>
              <p:cNvSpPr/>
              <p:nvPr/>
            </p:nvSpPr>
            <p:spPr>
              <a:xfrm>
                <a:off x="2483183" y="3346896"/>
                <a:ext cx="229290" cy="111233"/>
              </a:xfrm>
              <a:prstGeom prst="upArrow">
                <a:avLst/>
              </a:prstGeom>
              <a:solidFill>
                <a:srgbClr val="96969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9A9251CD-BBAD-EEED-1AE7-4F9F23677D1A}"/>
                  </a:ext>
                </a:extLst>
              </p:cNvPr>
              <p:cNvSpPr/>
              <p:nvPr/>
            </p:nvSpPr>
            <p:spPr>
              <a:xfrm>
                <a:off x="1965202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" name="二等辺三角形 38">
                <a:extLst>
                  <a:ext uri="{FF2B5EF4-FFF2-40B4-BE49-F238E27FC236}">
                    <ns2:creationId id="{6E2322C3-682A-CA5F-18D8-0B5397E36DD6}"/>
                  </a:ext>
                </a:extLst>
              </p:cNvPr>
              <p:cNvSpPr/>
              <p:nvPr/>
            </p:nvSpPr>
            <p:spPr>
              <a:xfrm rot="10800000">
                <a:off x="2518920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96" name="グループ化 95">
                <a:extLst>
                  <a:ext uri="{FF2B5EF4-FFF2-40B4-BE49-F238E27FC236}">
                    <ns2:creationId id="{6F869AD0-5039-B7B1-9330-E4CB8561A40F}"/>
                  </a:ext>
                </a:extLst>
              </p:cNvPr>
              <p:cNvGrpSpPr/>
              <p:nvPr/>
            </p:nvGrpSpPr>
            <p:grpSpPr>
              <a:xfrm>
                <a:off x="933831" y="1985492"/>
                <a:ext cx="1114888" cy="1849100"/>
                <a:chOff x="933831" y="1985492"/>
                <a:chExt cx="1114888" cy="1849100"/>
              </a:xfrm>
            </p:grpSpPr>
            <p:sp>
              <p:nvSpPr>
                <p:cNvPr id="12" name="Freeform 5">
                  <a:extLst>
                    <a:ext uri="{FF2B5EF4-FFF2-40B4-BE49-F238E27FC236}">
                      <ns2:creationId id="{0F089113-C7DD-365A-3AF1-79E30918C293}"/>
                    </a:ext>
                  </a:extLst>
                </p:cNvPr>
                <p:cNvSpPr>
                  <a:spLocks/>
                </p:cNvSpPr>
                <p:nvPr>
                  <p:custDataLst>
                    <p:tags r:id="rId19"/>
                  </p:custDataLst>
                </p:nvPr>
              </p:nvSpPr>
              <p:spPr bwMode="gray">
                <a:xfrm>
                  <a:off x="988202" y="2431826"/>
                  <a:ext cx="1006146" cy="288148"/>
                </a:xfrm>
                <a:custGeom>
                  <a:avLst/>
                  <a:gdLst>
                    <a:gd name="T0" fmla="*/ 0 w 2569"/>
                    <a:gd name="T1" fmla="*/ 0 h 292"/>
                    <a:gd name="T2" fmla="*/ 0 w 2569"/>
                    <a:gd name="T3" fmla="*/ 292 h 292"/>
                    <a:gd name="T4" fmla="*/ 2569 w 2569"/>
                    <a:gd name="T5" fmla="*/ 292 h 292"/>
                    <a:gd name="T6" fmla="*/ 2500 w 2569"/>
                    <a:gd name="T7" fmla="*/ 0 h 292"/>
                    <a:gd name="T8" fmla="*/ 0 w 2569"/>
                    <a:gd name="T9" fmla="*/ 0 h 292"/>
                    <a:gd name="connsiteX0" fmla="*/ 0 w 2569"/>
                    <a:gd name="connsiteY0" fmla="*/ 0 h 292"/>
                    <a:gd name="connsiteX1" fmla="*/ 0 w 2569"/>
                    <a:gd name="connsiteY1" fmla="*/ 292 h 292"/>
                    <a:gd name="connsiteX2" fmla="*/ 2569 w 2569"/>
                    <a:gd name="connsiteY2" fmla="*/ 292 h 292"/>
                    <a:gd name="connsiteX3" fmla="*/ 2500 w 2569"/>
                    <a:gd name="connsiteY3" fmla="*/ 0 h 292"/>
                    <a:gd name="connsiteX4" fmla="*/ 0 w 2569"/>
                    <a:gd name="connsiteY4" fmla="*/ 0 h 292"/>
                    <a:gd name="connsiteX0" fmla="*/ 0 w 2569"/>
                    <a:gd name="connsiteY0" fmla="*/ 0 h 292"/>
                    <a:gd name="connsiteX1" fmla="*/ 2478 w 2569"/>
                    <a:gd name="connsiteY1" fmla="*/ 0 h 292"/>
                    <a:gd name="connsiteX2" fmla="*/ 2569 w 2569"/>
                    <a:gd name="connsiteY2" fmla="*/ 292 h 292"/>
                    <a:gd name="connsiteX3" fmla="*/ 2500 w 2569"/>
                    <a:gd name="connsiteY3" fmla="*/ 0 h 292"/>
                    <a:gd name="connsiteX4" fmla="*/ 0 w 2569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2500 w 2548"/>
                    <a:gd name="connsiteY3" fmla="*/ 0 h 292"/>
                    <a:gd name="connsiteX4" fmla="*/ 0 w 2548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0 w 2548"/>
                    <a:gd name="connsiteY3" fmla="*/ 292 h 292"/>
                    <a:gd name="connsiteX4" fmla="*/ 0 w 2548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0 w 2548"/>
                    <a:gd name="connsiteY3" fmla="*/ 292 h 292"/>
                    <a:gd name="connsiteX4" fmla="*/ 0 w 2548"/>
                    <a:gd name="connsiteY4" fmla="*/ 0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3" fmla="*/ 0 w 2548"/>
                    <a:gd name="connsiteY3" fmla="*/ 292 h 292"/>
                    <a:gd name="connsiteX0" fmla="*/ 0 w 2548"/>
                    <a:gd name="connsiteY0" fmla="*/ 0 h 292"/>
                    <a:gd name="connsiteX1" fmla="*/ 2478 w 2548"/>
                    <a:gd name="connsiteY1" fmla="*/ 0 h 292"/>
                    <a:gd name="connsiteX2" fmla="*/ 2548 w 2548"/>
                    <a:gd name="connsiteY2" fmla="*/ 292 h 292"/>
                    <a:gd name="connsiteX0" fmla="*/ 0 w 2478"/>
                    <a:gd name="connsiteY0" fmla="*/ 0 h 0"/>
                    <a:gd name="connsiteX1" fmla="*/ 2478 w 2478"/>
                    <a:gd name="connsiteY1" fmla="*/ 0 h 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4" fmla="*/ 0 w 2548"/>
                    <a:gd name="connsiteY4" fmla="*/ 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4" fmla="*/ 0 w 2548"/>
                    <a:gd name="connsiteY4" fmla="*/ 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4" fmla="*/ 0 w 2548"/>
                    <a:gd name="connsiteY4" fmla="*/ 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3" fmla="*/ 0 w 2548"/>
                    <a:gd name="connsiteY3" fmla="*/ 463550 h 463550"/>
                    <a:gd name="connsiteX0" fmla="*/ 0 w 2548"/>
                    <a:gd name="connsiteY0" fmla="*/ 0 h 463550"/>
                    <a:gd name="connsiteX1" fmla="*/ 2478 w 2548"/>
                    <a:gd name="connsiteY1" fmla="*/ 0 h 463550"/>
                    <a:gd name="connsiteX2" fmla="*/ 2548 w 2548"/>
                    <a:gd name="connsiteY2" fmla="*/ 463550 h 463550"/>
                    <a:gd name="connsiteX0" fmla="*/ 0 w 2478"/>
                    <a:gd name="connsiteY0" fmla="*/ 0 h 0"/>
                    <a:gd name="connsiteX1" fmla="*/ 2478 w 2478"/>
                    <a:gd name="connsiteY1" fmla="*/ 0 h 0"/>
                    <a:gd name="connsiteX0" fmla="*/ 0 w 2615"/>
                    <a:gd name="connsiteY0" fmla="*/ 0 h 462232"/>
                    <a:gd name="connsiteX1" fmla="*/ 2478 w 2615"/>
                    <a:gd name="connsiteY1" fmla="*/ 0 h 462232"/>
                    <a:gd name="connsiteX2" fmla="*/ 2615 w 2615"/>
                    <a:gd name="connsiteY2" fmla="*/ 462232 h 462232"/>
                    <a:gd name="connsiteX0" fmla="*/ 0 w 2615"/>
                    <a:gd name="connsiteY0" fmla="*/ 0 h 462232"/>
                    <a:gd name="connsiteX1" fmla="*/ 2478 w 2615"/>
                    <a:gd name="connsiteY1" fmla="*/ 0 h 462232"/>
                    <a:gd name="connsiteX2" fmla="*/ 2615 w 2615"/>
                    <a:gd name="connsiteY2" fmla="*/ 462232 h 462232"/>
                    <a:gd name="connsiteX3" fmla="*/ 0 w 2615"/>
                    <a:gd name="connsiteY3" fmla="*/ 462232 h 462232"/>
                    <a:gd name="connsiteX0" fmla="*/ 0 w 2615"/>
                    <a:gd name="connsiteY0" fmla="*/ 0 h 462232"/>
                    <a:gd name="connsiteX1" fmla="*/ 2478 w 2615"/>
                    <a:gd name="connsiteY1" fmla="*/ 0 h 462232"/>
                    <a:gd name="connsiteX2" fmla="*/ 2615 w 2615"/>
                    <a:gd name="connsiteY2" fmla="*/ 462232 h 462232"/>
                    <a:gd name="connsiteX3" fmla="*/ 0 w 2615"/>
                    <a:gd name="connsiteY3" fmla="*/ 462232 h 462232"/>
                    <a:gd name="connsiteX4" fmla="*/ 0 w 2615"/>
                    <a:gd name="connsiteY4" fmla="*/ 1 h 462232"/>
                    <a:gd name="connsiteX0" fmla="*/ 0 w 2615"/>
                    <a:gd name="connsiteY0" fmla="*/ 0 h 462232"/>
                    <a:gd name="connsiteX1" fmla="*/ 2563 w 2615"/>
                    <a:gd name="connsiteY1" fmla="*/ 1 h 462232"/>
                    <a:gd name="connsiteX2" fmla="*/ 2615 w 2615"/>
                    <a:gd name="connsiteY2" fmla="*/ 462232 h 462232"/>
                    <a:gd name="connsiteX3" fmla="*/ 0 w 2615"/>
                    <a:gd name="connsiteY3" fmla="*/ 462232 h 462232"/>
                    <a:gd name="connsiteX4" fmla="*/ 0 w 2615"/>
                    <a:gd name="connsiteY4" fmla="*/ 1 h 462232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4" fmla="*/ 0 w 2615"/>
                    <a:gd name="connsiteY4" fmla="*/ 0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3" fmla="*/ 0 w 2615"/>
                    <a:gd name="connsiteY3" fmla="*/ 462231 h 462231"/>
                    <a:gd name="connsiteX0" fmla="*/ 0 w 2615"/>
                    <a:gd name="connsiteY0" fmla="*/ 0 h 462231"/>
                    <a:gd name="connsiteX1" fmla="*/ 2563 w 2615"/>
                    <a:gd name="connsiteY1" fmla="*/ 0 h 462231"/>
                    <a:gd name="connsiteX2" fmla="*/ 2615 w 2615"/>
                    <a:gd name="connsiteY2" fmla="*/ 462231 h 462231"/>
                    <a:gd name="connsiteX0" fmla="*/ 0 w 2563"/>
                    <a:gd name="connsiteY0" fmla="*/ 0 h 0"/>
                    <a:gd name="connsiteX1" fmla="*/ 2563 w 2563"/>
                    <a:gd name="connsiteY1" fmla="*/ 0 h 0"/>
                    <a:gd name="connsiteX0" fmla="*/ 0 w 2570"/>
                    <a:gd name="connsiteY0" fmla="*/ 0 h 462231"/>
                    <a:gd name="connsiteX1" fmla="*/ 2563 w 2570"/>
                    <a:gd name="connsiteY1" fmla="*/ 0 h 462231"/>
                    <a:gd name="connsiteX2" fmla="*/ 2570 w 2570"/>
                    <a:gd name="connsiteY2" fmla="*/ 462231 h 462231"/>
                    <a:gd name="connsiteX0" fmla="*/ 0 w 2570"/>
                    <a:gd name="connsiteY0" fmla="*/ 0 h 462231"/>
                    <a:gd name="connsiteX1" fmla="*/ 2563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0" fmla="*/ 0 w 2570"/>
                    <a:gd name="connsiteY0" fmla="*/ 0 h 462231"/>
                    <a:gd name="connsiteX1" fmla="*/ 2563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4" fmla="*/ 0 w 2570"/>
                    <a:gd name="connsiteY4" fmla="*/ 0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4" fmla="*/ 0 w 2570"/>
                    <a:gd name="connsiteY4" fmla="*/ 0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4" fmla="*/ 0 w 2570"/>
                    <a:gd name="connsiteY4" fmla="*/ 0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3" fmla="*/ 0 w 2570"/>
                    <a:gd name="connsiteY3" fmla="*/ 462231 h 462231"/>
                    <a:gd name="connsiteX0" fmla="*/ 0 w 2570"/>
                    <a:gd name="connsiteY0" fmla="*/ 0 h 462231"/>
                    <a:gd name="connsiteX1" fmla="*/ 2518 w 2570"/>
                    <a:gd name="connsiteY1" fmla="*/ 0 h 462231"/>
                    <a:gd name="connsiteX2" fmla="*/ 2570 w 2570"/>
                    <a:gd name="connsiteY2" fmla="*/ 462231 h 462231"/>
                    <a:gd name="connsiteX0" fmla="*/ 0 w 2518"/>
                    <a:gd name="connsiteY0" fmla="*/ 0 h 0"/>
                    <a:gd name="connsiteX1" fmla="*/ 2518 w 2518"/>
                    <a:gd name="connsiteY1" fmla="*/ 0 h 0"/>
                    <a:gd name="connsiteX0" fmla="*/ 0 w 2535"/>
                    <a:gd name="connsiteY0" fmla="*/ 0 h 462231"/>
                    <a:gd name="connsiteX1" fmla="*/ 2518 w 2535"/>
                    <a:gd name="connsiteY1" fmla="*/ 0 h 462231"/>
                    <a:gd name="connsiteX2" fmla="*/ 2535 w 2535"/>
                    <a:gd name="connsiteY2" fmla="*/ 462231 h 462231"/>
                    <a:gd name="connsiteX0" fmla="*/ 0 w 2535"/>
                    <a:gd name="connsiteY0" fmla="*/ 0 h 462231"/>
                    <a:gd name="connsiteX1" fmla="*/ 2518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0" fmla="*/ 0 w 2535"/>
                    <a:gd name="connsiteY0" fmla="*/ 0 h 462231"/>
                    <a:gd name="connsiteX1" fmla="*/ 2518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4" fmla="*/ 0 w 2535"/>
                    <a:gd name="connsiteY4" fmla="*/ 0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4" fmla="*/ 0 w 2535"/>
                    <a:gd name="connsiteY4" fmla="*/ 0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4" fmla="*/ 0 w 2535"/>
                    <a:gd name="connsiteY4" fmla="*/ 0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3" fmla="*/ 0 w 2535"/>
                    <a:gd name="connsiteY3" fmla="*/ 462231 h 462231"/>
                    <a:gd name="connsiteX0" fmla="*/ 0 w 2535"/>
                    <a:gd name="connsiteY0" fmla="*/ 0 h 462231"/>
                    <a:gd name="connsiteX1" fmla="*/ 2484 w 2535"/>
                    <a:gd name="connsiteY1" fmla="*/ 0 h 462231"/>
                    <a:gd name="connsiteX2" fmla="*/ 2535 w 2535"/>
                    <a:gd name="connsiteY2" fmla="*/ 462231 h 462231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4" fmla="*/ 0 w 2536"/>
                    <a:gd name="connsiteY4" fmla="*/ 0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3" fmla="*/ 0 w 2536"/>
                    <a:gd name="connsiteY3" fmla="*/ 461737 h 461737"/>
                    <a:gd name="connsiteX0" fmla="*/ 0 w 2536"/>
                    <a:gd name="connsiteY0" fmla="*/ 0 h 461737"/>
                    <a:gd name="connsiteX1" fmla="*/ 2484 w 2536"/>
                    <a:gd name="connsiteY1" fmla="*/ 0 h 461737"/>
                    <a:gd name="connsiteX2" fmla="*/ 2536 w 2536"/>
                    <a:gd name="connsiteY2" fmla="*/ 461737 h 461737"/>
                    <a:gd name="connsiteX0" fmla="*/ 0 w 2484"/>
                    <a:gd name="connsiteY0" fmla="*/ 0 h 0"/>
                    <a:gd name="connsiteX1" fmla="*/ 2484 w 2484"/>
                    <a:gd name="connsiteY1" fmla="*/ 0 h 0"/>
                    <a:gd name="connsiteX0" fmla="*/ 0 w 2686"/>
                    <a:gd name="connsiteY0" fmla="*/ 0 h 461737"/>
                    <a:gd name="connsiteX1" fmla="*/ 2484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484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484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4" fmla="*/ 0 w 2686"/>
                    <a:gd name="connsiteY4" fmla="*/ 0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3" fmla="*/ 0 w 2686"/>
                    <a:gd name="connsiteY3" fmla="*/ 461737 h 461737"/>
                    <a:gd name="connsiteX0" fmla="*/ 0 w 2686"/>
                    <a:gd name="connsiteY0" fmla="*/ 0 h 461737"/>
                    <a:gd name="connsiteX1" fmla="*/ 2632 w 2686"/>
                    <a:gd name="connsiteY1" fmla="*/ 0 h 461737"/>
                    <a:gd name="connsiteX2" fmla="*/ 2686 w 2686"/>
                    <a:gd name="connsiteY2" fmla="*/ 461737 h 461737"/>
                    <a:gd name="connsiteX0" fmla="*/ 0 w 2632"/>
                    <a:gd name="connsiteY0" fmla="*/ 0 h 0"/>
                    <a:gd name="connsiteX1" fmla="*/ 2632 w 2632"/>
                    <a:gd name="connsiteY1" fmla="*/ 0 h 0"/>
                    <a:gd name="connsiteX0" fmla="*/ 0 w 2668"/>
                    <a:gd name="connsiteY0" fmla="*/ 0 h 515788"/>
                    <a:gd name="connsiteX1" fmla="*/ 2632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32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32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4" fmla="*/ 0 w 2668"/>
                    <a:gd name="connsiteY4" fmla="*/ 0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3" fmla="*/ 0 w 2668"/>
                    <a:gd name="connsiteY3" fmla="*/ 515788 h 515788"/>
                    <a:gd name="connsiteX0" fmla="*/ 0 w 2668"/>
                    <a:gd name="connsiteY0" fmla="*/ 0 h 515788"/>
                    <a:gd name="connsiteX1" fmla="*/ 2608 w 2668"/>
                    <a:gd name="connsiteY1" fmla="*/ 0 h 515788"/>
                    <a:gd name="connsiteX2" fmla="*/ 2668 w 2668"/>
                    <a:gd name="connsiteY2" fmla="*/ 515788 h 515788"/>
                    <a:gd name="connsiteX0" fmla="*/ 0 w 2608"/>
                    <a:gd name="connsiteY0" fmla="*/ 0 h 0"/>
                    <a:gd name="connsiteX1" fmla="*/ 2608 w 2608"/>
                    <a:gd name="connsiteY1" fmla="*/ 0 h 0"/>
                    <a:gd name="connsiteX0" fmla="*/ 0 w 2608"/>
                    <a:gd name="connsiteY0" fmla="*/ 0 h 515788"/>
                    <a:gd name="connsiteX1" fmla="*/ 2608 w 2608"/>
                    <a:gd name="connsiteY1" fmla="*/ 0 h 515788"/>
                    <a:gd name="connsiteX2" fmla="*/ 2547 w 2608"/>
                    <a:gd name="connsiteY2" fmla="*/ 515788 h 515788"/>
                    <a:gd name="connsiteX0" fmla="*/ 0 w 2608"/>
                    <a:gd name="connsiteY0" fmla="*/ 0 h 515788"/>
                    <a:gd name="connsiteX1" fmla="*/ 2608 w 2608"/>
                    <a:gd name="connsiteY1" fmla="*/ 0 h 515788"/>
                    <a:gd name="connsiteX2" fmla="*/ 2547 w 2608"/>
                    <a:gd name="connsiteY2" fmla="*/ 515788 h 515788"/>
                    <a:gd name="connsiteX3" fmla="*/ 0 w 2608"/>
                    <a:gd name="connsiteY3" fmla="*/ 515788 h 515788"/>
                    <a:gd name="connsiteX0" fmla="*/ 0 w 2608"/>
                    <a:gd name="connsiteY0" fmla="*/ 0 h 515788"/>
                    <a:gd name="connsiteX1" fmla="*/ 2608 w 2608"/>
                    <a:gd name="connsiteY1" fmla="*/ 0 h 515788"/>
                    <a:gd name="connsiteX2" fmla="*/ 2547 w 2608"/>
                    <a:gd name="connsiteY2" fmla="*/ 515788 h 515788"/>
                    <a:gd name="connsiteX3" fmla="*/ 0 w 2608"/>
                    <a:gd name="connsiteY3" fmla="*/ 515788 h 515788"/>
                    <a:gd name="connsiteX4" fmla="*/ 0 w 2608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4" fmla="*/ 0 w 2547"/>
                    <a:gd name="connsiteY4" fmla="*/ 0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3" fmla="*/ 0 w 2547"/>
                    <a:gd name="connsiteY3" fmla="*/ 515788 h 515788"/>
                    <a:gd name="connsiteX0" fmla="*/ 0 w 2547"/>
                    <a:gd name="connsiteY0" fmla="*/ 0 h 515788"/>
                    <a:gd name="connsiteX1" fmla="*/ 2456 w 2547"/>
                    <a:gd name="connsiteY1" fmla="*/ 0 h 515788"/>
                    <a:gd name="connsiteX2" fmla="*/ 2547 w 2547"/>
                    <a:gd name="connsiteY2" fmla="*/ 515788 h 515788"/>
                    <a:gd name="connsiteX0" fmla="*/ 0 w 2456"/>
                    <a:gd name="connsiteY0" fmla="*/ 0 h 0"/>
                    <a:gd name="connsiteX1" fmla="*/ 2456 w 2456"/>
                    <a:gd name="connsiteY1" fmla="*/ 0 h 0"/>
                    <a:gd name="connsiteX0" fmla="*/ 0 w 2575"/>
                    <a:gd name="connsiteY0" fmla="*/ 0 h 515788"/>
                    <a:gd name="connsiteX1" fmla="*/ 2456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56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56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4" fmla="*/ 0 w 2575"/>
                    <a:gd name="connsiteY4" fmla="*/ 0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3" fmla="*/ 0 w 2575"/>
                    <a:gd name="connsiteY3" fmla="*/ 515788 h 515788"/>
                    <a:gd name="connsiteX0" fmla="*/ 0 w 2575"/>
                    <a:gd name="connsiteY0" fmla="*/ 0 h 515788"/>
                    <a:gd name="connsiteX1" fmla="*/ 2483 w 2575"/>
                    <a:gd name="connsiteY1" fmla="*/ 0 h 515788"/>
                    <a:gd name="connsiteX2" fmla="*/ 2575 w 2575"/>
                    <a:gd name="connsiteY2" fmla="*/ 515788 h 515788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4" fmla="*/ 0 w 2579"/>
                    <a:gd name="connsiteY4" fmla="*/ 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3" fmla="*/ 0 w 2579"/>
                    <a:gd name="connsiteY3" fmla="*/ 540000 h 540000"/>
                    <a:gd name="connsiteX0" fmla="*/ 0 w 2579"/>
                    <a:gd name="connsiteY0" fmla="*/ 0 h 540000"/>
                    <a:gd name="connsiteX1" fmla="*/ 2483 w 2579"/>
                    <a:gd name="connsiteY1" fmla="*/ 0 h 540000"/>
                    <a:gd name="connsiteX2" fmla="*/ 2579 w 2579"/>
                    <a:gd name="connsiteY2" fmla="*/ 540000 h 540000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5"/>
                    <a:gd name="connsiteY0" fmla="*/ 0 h 540000"/>
                    <a:gd name="connsiteX1" fmla="*/ 2483 w 2575"/>
                    <a:gd name="connsiteY1" fmla="*/ 0 h 540000"/>
                    <a:gd name="connsiteX2" fmla="*/ 2575 w 2575"/>
                    <a:gd name="connsiteY2" fmla="*/ 540000 h 540000"/>
                    <a:gd name="connsiteX0" fmla="*/ 0 w 2575"/>
                    <a:gd name="connsiteY0" fmla="*/ 0 h 540000"/>
                    <a:gd name="connsiteX1" fmla="*/ 2483 w 2575"/>
                    <a:gd name="connsiteY1" fmla="*/ 0 h 540000"/>
                    <a:gd name="connsiteX2" fmla="*/ 2575 w 2575"/>
                    <a:gd name="connsiteY2" fmla="*/ 540000 h 540000"/>
                    <a:gd name="connsiteX3" fmla="*/ 0 w 2575"/>
                    <a:gd name="connsiteY3" fmla="*/ 540000 h 540000"/>
                    <a:gd name="connsiteX0" fmla="*/ 0 w 2575"/>
                    <a:gd name="connsiteY0" fmla="*/ 0 h 540000"/>
                    <a:gd name="connsiteX1" fmla="*/ 2483 w 2575"/>
                    <a:gd name="connsiteY1" fmla="*/ 0 h 540000"/>
                    <a:gd name="connsiteX2" fmla="*/ 2575 w 2575"/>
                    <a:gd name="connsiteY2" fmla="*/ 540000 h 540000"/>
                    <a:gd name="connsiteX3" fmla="*/ 0 w 2575"/>
                    <a:gd name="connsiteY3" fmla="*/ 540000 h 540000"/>
                    <a:gd name="connsiteX4" fmla="*/ 0 w 2575"/>
                    <a:gd name="connsiteY4" fmla="*/ 24211 h 540000"/>
                    <a:gd name="connsiteX0" fmla="*/ 0 w 2575"/>
                    <a:gd name="connsiteY0" fmla="*/ 0 h 540000"/>
                    <a:gd name="connsiteX1" fmla="*/ 2483 w 2575"/>
                    <a:gd name="connsiteY1" fmla="*/ 24211 h 540000"/>
                    <a:gd name="connsiteX2" fmla="*/ 2575 w 2575"/>
                    <a:gd name="connsiteY2" fmla="*/ 540000 h 540000"/>
                    <a:gd name="connsiteX3" fmla="*/ 0 w 2575"/>
                    <a:gd name="connsiteY3" fmla="*/ 540000 h 540000"/>
                    <a:gd name="connsiteX4" fmla="*/ 0 w 2575"/>
                    <a:gd name="connsiteY4" fmla="*/ 24211 h 540000"/>
                    <a:gd name="connsiteX0" fmla="*/ 0 w 2575"/>
                    <a:gd name="connsiteY0" fmla="*/ 0 h 515789"/>
                    <a:gd name="connsiteX1" fmla="*/ 2483 w 2575"/>
                    <a:gd name="connsiteY1" fmla="*/ 0 h 515789"/>
                    <a:gd name="connsiteX2" fmla="*/ 2575 w 2575"/>
                    <a:gd name="connsiteY2" fmla="*/ 515789 h 515789"/>
                    <a:gd name="connsiteX3" fmla="*/ 0 w 2575"/>
                    <a:gd name="connsiteY3" fmla="*/ 515789 h 515789"/>
                    <a:gd name="connsiteX4" fmla="*/ 0 w 2575"/>
                    <a:gd name="connsiteY4" fmla="*/ 0 h 515789"/>
                    <a:gd name="connsiteX0" fmla="*/ 0 w 2575"/>
                    <a:gd name="connsiteY0" fmla="*/ 0 h 515789"/>
                    <a:gd name="connsiteX1" fmla="*/ 2483 w 2575"/>
                    <a:gd name="connsiteY1" fmla="*/ 0 h 515789"/>
                    <a:gd name="connsiteX2" fmla="*/ 2575 w 2575"/>
                    <a:gd name="connsiteY2" fmla="*/ 515789 h 515789"/>
                    <a:gd name="connsiteX3" fmla="*/ 0 w 2575"/>
                    <a:gd name="connsiteY3" fmla="*/ 515789 h 515789"/>
                    <a:gd name="connsiteX0" fmla="*/ 0 w 2575"/>
                    <a:gd name="connsiteY0" fmla="*/ 0 h 515789"/>
                    <a:gd name="connsiteX1" fmla="*/ 2483 w 2575"/>
                    <a:gd name="connsiteY1" fmla="*/ 0 h 515789"/>
                    <a:gd name="connsiteX2" fmla="*/ 2575 w 2575"/>
                    <a:gd name="connsiteY2" fmla="*/ 515789 h 515789"/>
                    <a:gd name="connsiteX0" fmla="*/ 0 w 2483"/>
                    <a:gd name="connsiteY0" fmla="*/ 0 h 0"/>
                    <a:gd name="connsiteX1" fmla="*/ 2483 w 2483"/>
                    <a:gd name="connsiteY1" fmla="*/ 0 h 0"/>
                    <a:gd name="connsiteX0" fmla="*/ 0 w 2577"/>
                    <a:gd name="connsiteY0" fmla="*/ 0 h 515789"/>
                    <a:gd name="connsiteX1" fmla="*/ 2483 w 2577"/>
                    <a:gd name="connsiteY1" fmla="*/ 0 h 515789"/>
                    <a:gd name="connsiteX2" fmla="*/ 2577 w 2577"/>
                    <a:gd name="connsiteY2" fmla="*/ 515789 h 515789"/>
                    <a:gd name="connsiteX0" fmla="*/ 0 w 2577"/>
                    <a:gd name="connsiteY0" fmla="*/ 0 h 515789"/>
                    <a:gd name="connsiteX1" fmla="*/ 2483 w 2577"/>
                    <a:gd name="connsiteY1" fmla="*/ 0 h 515789"/>
                    <a:gd name="connsiteX2" fmla="*/ 2577 w 2577"/>
                    <a:gd name="connsiteY2" fmla="*/ 515789 h 515789"/>
                    <a:gd name="connsiteX3" fmla="*/ 0 w 2577"/>
                    <a:gd name="connsiteY3" fmla="*/ 515789 h 515789"/>
                    <a:gd name="connsiteX0" fmla="*/ 0 w 2577"/>
                    <a:gd name="connsiteY0" fmla="*/ 24211 h 540000"/>
                    <a:gd name="connsiteX1" fmla="*/ 2483 w 2577"/>
                    <a:gd name="connsiteY1" fmla="*/ 24211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24211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4" fmla="*/ 0 w 2577"/>
                    <a:gd name="connsiteY4" fmla="*/ 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3" fmla="*/ 0 w 2577"/>
                    <a:gd name="connsiteY3" fmla="*/ 540000 h 540000"/>
                    <a:gd name="connsiteX0" fmla="*/ 0 w 2577"/>
                    <a:gd name="connsiteY0" fmla="*/ 0 h 540000"/>
                    <a:gd name="connsiteX1" fmla="*/ 2481 w 2577"/>
                    <a:gd name="connsiteY1" fmla="*/ 0 h 540000"/>
                    <a:gd name="connsiteX2" fmla="*/ 2577 w 2577"/>
                    <a:gd name="connsiteY2" fmla="*/ 540000 h 540000"/>
                    <a:gd name="connsiteX0" fmla="*/ 0 w 2481"/>
                    <a:gd name="connsiteY0" fmla="*/ 0 h 0"/>
                    <a:gd name="connsiteX1" fmla="*/ 2481 w 2481"/>
                    <a:gd name="connsiteY1" fmla="*/ 0 h 0"/>
                    <a:gd name="connsiteX0" fmla="*/ 0 w 2653"/>
                    <a:gd name="connsiteY0" fmla="*/ 0 h 540000"/>
                    <a:gd name="connsiteX1" fmla="*/ 2481 w 2653"/>
                    <a:gd name="connsiteY1" fmla="*/ 0 h 540000"/>
                    <a:gd name="connsiteX2" fmla="*/ 2653 w 2653"/>
                    <a:gd name="connsiteY2" fmla="*/ 540000 h 540000"/>
                    <a:gd name="connsiteX0" fmla="*/ 0 w 2653"/>
                    <a:gd name="connsiteY0" fmla="*/ 0 h 540000"/>
                    <a:gd name="connsiteX1" fmla="*/ 2481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481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580"/>
                    <a:gd name="connsiteY0" fmla="*/ 0 h 0"/>
                    <a:gd name="connsiteX1" fmla="*/ 2580 w 2580"/>
                    <a:gd name="connsiteY1" fmla="*/ 0 h 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580"/>
                    <a:gd name="connsiteY0" fmla="*/ 0 h 0"/>
                    <a:gd name="connsiteX1" fmla="*/ 2580 w 2580"/>
                    <a:gd name="connsiteY1" fmla="*/ 0 h 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4" fmla="*/ 0 w 2653"/>
                    <a:gd name="connsiteY4" fmla="*/ 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3" fmla="*/ 0 w 2653"/>
                    <a:gd name="connsiteY3" fmla="*/ 540000 h 540000"/>
                    <a:gd name="connsiteX0" fmla="*/ 0 w 2653"/>
                    <a:gd name="connsiteY0" fmla="*/ 0 h 540000"/>
                    <a:gd name="connsiteX1" fmla="*/ 2580 w 2653"/>
                    <a:gd name="connsiteY1" fmla="*/ 0 h 540000"/>
                    <a:gd name="connsiteX2" fmla="*/ 2653 w 2653"/>
                    <a:gd name="connsiteY2" fmla="*/ 540000 h 540000"/>
                    <a:gd name="connsiteX0" fmla="*/ 0 w 2580"/>
                    <a:gd name="connsiteY0" fmla="*/ 0 h 0"/>
                    <a:gd name="connsiteX1" fmla="*/ 2580 w 2580"/>
                    <a:gd name="connsiteY1" fmla="*/ 0 h 0"/>
                    <a:gd name="connsiteX0" fmla="*/ 0 w 2702"/>
                    <a:gd name="connsiteY0" fmla="*/ 0 h 540000"/>
                    <a:gd name="connsiteX1" fmla="*/ 2580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580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580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4" fmla="*/ 0 w 2702"/>
                    <a:gd name="connsiteY4" fmla="*/ 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3" fmla="*/ 0 w 2702"/>
                    <a:gd name="connsiteY3" fmla="*/ 540000 h 540000"/>
                    <a:gd name="connsiteX0" fmla="*/ 0 w 2702"/>
                    <a:gd name="connsiteY0" fmla="*/ 0 h 540000"/>
                    <a:gd name="connsiteX1" fmla="*/ 2643 w 2702"/>
                    <a:gd name="connsiteY1" fmla="*/ 0 h 540000"/>
                    <a:gd name="connsiteX2" fmla="*/ 2702 w 2702"/>
                    <a:gd name="connsiteY2" fmla="*/ 540000 h 54000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4" fmla="*/ 0 w 2688"/>
                    <a:gd name="connsiteY4" fmla="*/ 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3" fmla="*/ 0 w 2688"/>
                    <a:gd name="connsiteY3" fmla="*/ 413760 h 413760"/>
                    <a:gd name="connsiteX0" fmla="*/ 0 w 2688"/>
                    <a:gd name="connsiteY0" fmla="*/ 0 h 413760"/>
                    <a:gd name="connsiteX1" fmla="*/ 2643 w 2688"/>
                    <a:gd name="connsiteY1" fmla="*/ 0 h 413760"/>
                    <a:gd name="connsiteX2" fmla="*/ 2688 w 2688"/>
                    <a:gd name="connsiteY2" fmla="*/ 413760 h 413760"/>
                    <a:gd name="connsiteX0" fmla="*/ 0 w 2643"/>
                    <a:gd name="connsiteY0" fmla="*/ 0 h 0"/>
                    <a:gd name="connsiteX1" fmla="*/ 2643 w 2643"/>
                    <a:gd name="connsiteY1" fmla="*/ 0 h 0"/>
                    <a:gd name="connsiteX0" fmla="*/ 0 w 2695"/>
                    <a:gd name="connsiteY0" fmla="*/ 0 h 413760"/>
                    <a:gd name="connsiteX1" fmla="*/ 2643 w 2695"/>
                    <a:gd name="connsiteY1" fmla="*/ 0 h 413760"/>
                    <a:gd name="connsiteX2" fmla="*/ 2695 w 2695"/>
                    <a:gd name="connsiteY2" fmla="*/ 413760 h 413760"/>
                    <a:gd name="connsiteX0" fmla="*/ 0 w 2695"/>
                    <a:gd name="connsiteY0" fmla="*/ 0 h 413760"/>
                    <a:gd name="connsiteX1" fmla="*/ 2643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43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51"/>
                    <a:gd name="connsiteY0" fmla="*/ 0 h 0"/>
                    <a:gd name="connsiteX1" fmla="*/ 2651 w 2651"/>
                    <a:gd name="connsiteY1" fmla="*/ 0 h 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51"/>
                    <a:gd name="connsiteY0" fmla="*/ 0 h 0"/>
                    <a:gd name="connsiteX1" fmla="*/ 2651 w 2651"/>
                    <a:gd name="connsiteY1" fmla="*/ 0 h 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4" fmla="*/ 0 w 2695"/>
                    <a:gd name="connsiteY4" fmla="*/ 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3" fmla="*/ 0 w 2695"/>
                    <a:gd name="connsiteY3" fmla="*/ 413760 h 413760"/>
                    <a:gd name="connsiteX0" fmla="*/ 0 w 2695"/>
                    <a:gd name="connsiteY0" fmla="*/ 0 h 413760"/>
                    <a:gd name="connsiteX1" fmla="*/ 2651 w 2695"/>
                    <a:gd name="connsiteY1" fmla="*/ 0 h 413760"/>
                    <a:gd name="connsiteX2" fmla="*/ 2695 w 2695"/>
                    <a:gd name="connsiteY2" fmla="*/ 413760 h 413760"/>
                    <a:gd name="connsiteX0" fmla="*/ 0 w 2651"/>
                    <a:gd name="connsiteY0" fmla="*/ 0 h 0"/>
                    <a:gd name="connsiteX1" fmla="*/ 2651 w 2651"/>
                    <a:gd name="connsiteY1" fmla="*/ 0 h 0"/>
                    <a:gd name="connsiteX0" fmla="*/ 0 w 2738"/>
                    <a:gd name="connsiteY0" fmla="*/ 0 h 413760"/>
                    <a:gd name="connsiteX1" fmla="*/ 2651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651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651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4" fmla="*/ 0 w 2738"/>
                    <a:gd name="connsiteY4" fmla="*/ 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3" fmla="*/ 0 w 2738"/>
                    <a:gd name="connsiteY3" fmla="*/ 413760 h 413760"/>
                    <a:gd name="connsiteX0" fmla="*/ 0 w 2738"/>
                    <a:gd name="connsiteY0" fmla="*/ 0 h 413760"/>
                    <a:gd name="connsiteX1" fmla="*/ 2704 w 2738"/>
                    <a:gd name="connsiteY1" fmla="*/ 0 h 413760"/>
                    <a:gd name="connsiteX2" fmla="*/ 2738 w 2738"/>
                    <a:gd name="connsiteY2" fmla="*/ 413760 h 413760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4" fmla="*/ 0 w 2738"/>
                    <a:gd name="connsiteY4" fmla="*/ 0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4" fmla="*/ 0 w 2738"/>
                    <a:gd name="connsiteY4" fmla="*/ 0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4" fmla="*/ 0 w 2738"/>
                    <a:gd name="connsiteY4" fmla="*/ 0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3" fmla="*/ 0 w 2738"/>
                    <a:gd name="connsiteY3" fmla="*/ 111455 h 111455"/>
                    <a:gd name="connsiteX0" fmla="*/ 0 w 2738"/>
                    <a:gd name="connsiteY0" fmla="*/ 0 h 111455"/>
                    <a:gd name="connsiteX1" fmla="*/ 2704 w 2738"/>
                    <a:gd name="connsiteY1" fmla="*/ 0 h 111455"/>
                    <a:gd name="connsiteX2" fmla="*/ 2738 w 2738"/>
                    <a:gd name="connsiteY2" fmla="*/ 111455 h 111455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4"/>
                    <a:gd name="connsiteY0" fmla="*/ 0 h 111455"/>
                    <a:gd name="connsiteX1" fmla="*/ 2704 w 2744"/>
                    <a:gd name="connsiteY1" fmla="*/ 0 h 111455"/>
                    <a:gd name="connsiteX2" fmla="*/ 2744 w 2744"/>
                    <a:gd name="connsiteY2" fmla="*/ 111455 h 111455"/>
                    <a:gd name="connsiteX0" fmla="*/ 0 w 2744"/>
                    <a:gd name="connsiteY0" fmla="*/ 0 h 111455"/>
                    <a:gd name="connsiteX1" fmla="*/ 2704 w 2744"/>
                    <a:gd name="connsiteY1" fmla="*/ 0 h 111455"/>
                    <a:gd name="connsiteX2" fmla="*/ 2744 w 2744"/>
                    <a:gd name="connsiteY2" fmla="*/ 111455 h 111455"/>
                    <a:gd name="connsiteX3" fmla="*/ 0 w 2744"/>
                    <a:gd name="connsiteY3" fmla="*/ 111455 h 111455"/>
                    <a:gd name="connsiteX0" fmla="*/ 0 w 2744"/>
                    <a:gd name="connsiteY0" fmla="*/ 21192 h 132647"/>
                    <a:gd name="connsiteX1" fmla="*/ 2704 w 2744"/>
                    <a:gd name="connsiteY1" fmla="*/ 21192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21192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4" fmla="*/ 0 w 2744"/>
                    <a:gd name="connsiteY4" fmla="*/ 0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3" fmla="*/ 0 w 2744"/>
                    <a:gd name="connsiteY3" fmla="*/ 132647 h 132647"/>
                    <a:gd name="connsiteX0" fmla="*/ 0 w 2744"/>
                    <a:gd name="connsiteY0" fmla="*/ 0 h 132647"/>
                    <a:gd name="connsiteX1" fmla="*/ 2704 w 2744"/>
                    <a:gd name="connsiteY1" fmla="*/ 0 h 132647"/>
                    <a:gd name="connsiteX2" fmla="*/ 2744 w 2744"/>
                    <a:gd name="connsiteY2" fmla="*/ 132647 h 132647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7"/>
                    <a:gd name="connsiteY0" fmla="*/ 0 h 153888"/>
                    <a:gd name="connsiteX1" fmla="*/ 2704 w 2747"/>
                    <a:gd name="connsiteY1" fmla="*/ 0 h 153888"/>
                    <a:gd name="connsiteX2" fmla="*/ 2747 w 2747"/>
                    <a:gd name="connsiteY2" fmla="*/ 153888 h 153888"/>
                    <a:gd name="connsiteX0" fmla="*/ 0 w 2747"/>
                    <a:gd name="connsiteY0" fmla="*/ 0 h 153888"/>
                    <a:gd name="connsiteX1" fmla="*/ 2704 w 2747"/>
                    <a:gd name="connsiteY1" fmla="*/ 0 h 153888"/>
                    <a:gd name="connsiteX2" fmla="*/ 2747 w 2747"/>
                    <a:gd name="connsiteY2" fmla="*/ 153888 h 153888"/>
                    <a:gd name="connsiteX3" fmla="*/ 0 w 2747"/>
                    <a:gd name="connsiteY3" fmla="*/ 153888 h 153888"/>
                    <a:gd name="connsiteX0" fmla="*/ 0 w 2747"/>
                    <a:gd name="connsiteY0" fmla="*/ 0 h 153888"/>
                    <a:gd name="connsiteX1" fmla="*/ 2704 w 2747"/>
                    <a:gd name="connsiteY1" fmla="*/ 0 h 153888"/>
                    <a:gd name="connsiteX2" fmla="*/ 2747 w 2747"/>
                    <a:gd name="connsiteY2" fmla="*/ 153888 h 153888"/>
                    <a:gd name="connsiteX3" fmla="*/ 0 w 2747"/>
                    <a:gd name="connsiteY3" fmla="*/ 153888 h 153888"/>
                    <a:gd name="connsiteX4" fmla="*/ 0 w 2747"/>
                    <a:gd name="connsiteY4" fmla="*/ 10620 h 153888"/>
                    <a:gd name="connsiteX0" fmla="*/ 0 w 2747"/>
                    <a:gd name="connsiteY0" fmla="*/ 0 h 153888"/>
                    <a:gd name="connsiteX1" fmla="*/ 2704 w 2747"/>
                    <a:gd name="connsiteY1" fmla="*/ 10620 h 153888"/>
                    <a:gd name="connsiteX2" fmla="*/ 2747 w 2747"/>
                    <a:gd name="connsiteY2" fmla="*/ 153888 h 153888"/>
                    <a:gd name="connsiteX3" fmla="*/ 0 w 2747"/>
                    <a:gd name="connsiteY3" fmla="*/ 153888 h 153888"/>
                    <a:gd name="connsiteX4" fmla="*/ 0 w 2747"/>
                    <a:gd name="connsiteY4" fmla="*/ 10620 h 153888"/>
                    <a:gd name="connsiteX0" fmla="*/ 0 w 2747"/>
                    <a:gd name="connsiteY0" fmla="*/ 0 h 143268"/>
                    <a:gd name="connsiteX1" fmla="*/ 2704 w 2747"/>
                    <a:gd name="connsiteY1" fmla="*/ 0 h 143268"/>
                    <a:gd name="connsiteX2" fmla="*/ 2747 w 2747"/>
                    <a:gd name="connsiteY2" fmla="*/ 143268 h 143268"/>
                    <a:gd name="connsiteX3" fmla="*/ 0 w 2747"/>
                    <a:gd name="connsiteY3" fmla="*/ 143268 h 143268"/>
                    <a:gd name="connsiteX4" fmla="*/ 0 w 2747"/>
                    <a:gd name="connsiteY4" fmla="*/ 0 h 143268"/>
                    <a:gd name="connsiteX0" fmla="*/ 0 w 2747"/>
                    <a:gd name="connsiteY0" fmla="*/ 0 h 143268"/>
                    <a:gd name="connsiteX1" fmla="*/ 2704 w 2747"/>
                    <a:gd name="connsiteY1" fmla="*/ 0 h 143268"/>
                    <a:gd name="connsiteX2" fmla="*/ 2747 w 2747"/>
                    <a:gd name="connsiteY2" fmla="*/ 143268 h 143268"/>
                    <a:gd name="connsiteX3" fmla="*/ 0 w 2747"/>
                    <a:gd name="connsiteY3" fmla="*/ 143268 h 143268"/>
                    <a:gd name="connsiteX0" fmla="*/ 0 w 2747"/>
                    <a:gd name="connsiteY0" fmla="*/ 0 h 143268"/>
                    <a:gd name="connsiteX1" fmla="*/ 2704 w 2747"/>
                    <a:gd name="connsiteY1" fmla="*/ 0 h 143268"/>
                    <a:gd name="connsiteX2" fmla="*/ 2747 w 2747"/>
                    <a:gd name="connsiteY2" fmla="*/ 143268 h 14326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53888"/>
                    <a:gd name="connsiteX1" fmla="*/ 2704 w 2749"/>
                    <a:gd name="connsiteY1" fmla="*/ 0 h 153888"/>
                    <a:gd name="connsiteX2" fmla="*/ 2749 w 2749"/>
                    <a:gd name="connsiteY2" fmla="*/ 153888 h 153888"/>
                    <a:gd name="connsiteX0" fmla="*/ 0 w 2749"/>
                    <a:gd name="connsiteY0" fmla="*/ 0 h 153888"/>
                    <a:gd name="connsiteX1" fmla="*/ 2704 w 2749"/>
                    <a:gd name="connsiteY1" fmla="*/ 0 h 153888"/>
                    <a:gd name="connsiteX2" fmla="*/ 2749 w 2749"/>
                    <a:gd name="connsiteY2" fmla="*/ 153888 h 153888"/>
                    <a:gd name="connsiteX3" fmla="*/ 0 w 2749"/>
                    <a:gd name="connsiteY3" fmla="*/ 153888 h 153888"/>
                    <a:gd name="connsiteX0" fmla="*/ 0 w 2749"/>
                    <a:gd name="connsiteY0" fmla="*/ 0 h 153888"/>
                    <a:gd name="connsiteX1" fmla="*/ 2704 w 2749"/>
                    <a:gd name="connsiteY1" fmla="*/ 0 h 153888"/>
                    <a:gd name="connsiteX2" fmla="*/ 2749 w 2749"/>
                    <a:gd name="connsiteY2" fmla="*/ 153888 h 153888"/>
                    <a:gd name="connsiteX3" fmla="*/ 0 w 2749"/>
                    <a:gd name="connsiteY3" fmla="*/ 153888 h 153888"/>
                    <a:gd name="connsiteX4" fmla="*/ 0 w 2749"/>
                    <a:gd name="connsiteY4" fmla="*/ 5310 h 153888"/>
                    <a:gd name="connsiteX0" fmla="*/ 0 w 2749"/>
                    <a:gd name="connsiteY0" fmla="*/ 0 h 153888"/>
                    <a:gd name="connsiteX1" fmla="*/ 2704 w 2749"/>
                    <a:gd name="connsiteY1" fmla="*/ 5310 h 153888"/>
                    <a:gd name="connsiteX2" fmla="*/ 2749 w 2749"/>
                    <a:gd name="connsiteY2" fmla="*/ 153888 h 153888"/>
                    <a:gd name="connsiteX3" fmla="*/ 0 w 2749"/>
                    <a:gd name="connsiteY3" fmla="*/ 153888 h 153888"/>
                    <a:gd name="connsiteX4" fmla="*/ 0 w 2749"/>
                    <a:gd name="connsiteY4" fmla="*/ 5310 h 15388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4" fmla="*/ 0 w 2749"/>
                    <a:gd name="connsiteY4" fmla="*/ 0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3" fmla="*/ 0 w 2749"/>
                    <a:gd name="connsiteY3" fmla="*/ 148578 h 148578"/>
                    <a:gd name="connsiteX0" fmla="*/ 0 w 2749"/>
                    <a:gd name="connsiteY0" fmla="*/ 0 h 148578"/>
                    <a:gd name="connsiteX1" fmla="*/ 2704 w 2749"/>
                    <a:gd name="connsiteY1" fmla="*/ 0 h 148578"/>
                    <a:gd name="connsiteX2" fmla="*/ 2749 w 2749"/>
                    <a:gd name="connsiteY2" fmla="*/ 148578 h 148578"/>
                    <a:gd name="connsiteX0" fmla="*/ 0 w 2704"/>
                    <a:gd name="connsiteY0" fmla="*/ 0 h 0"/>
                    <a:gd name="connsiteX1" fmla="*/ 2704 w 2704"/>
                    <a:gd name="connsiteY1" fmla="*/ 0 h 0"/>
                    <a:gd name="connsiteX0" fmla="*/ 0 w 2704"/>
                    <a:gd name="connsiteY0" fmla="*/ 0 h 148578"/>
                    <a:gd name="connsiteX1" fmla="*/ 2704 w 2704"/>
                    <a:gd name="connsiteY1" fmla="*/ 0 h 148578"/>
                    <a:gd name="connsiteX2" fmla="*/ 2268 w 2704"/>
                    <a:gd name="connsiteY2" fmla="*/ 148578 h 148578"/>
                    <a:gd name="connsiteX0" fmla="*/ 0 w 2704"/>
                    <a:gd name="connsiteY0" fmla="*/ 0 h 148578"/>
                    <a:gd name="connsiteX1" fmla="*/ 2704 w 2704"/>
                    <a:gd name="connsiteY1" fmla="*/ 0 h 148578"/>
                    <a:gd name="connsiteX2" fmla="*/ 2268 w 2704"/>
                    <a:gd name="connsiteY2" fmla="*/ 148578 h 148578"/>
                    <a:gd name="connsiteX3" fmla="*/ 0 w 2704"/>
                    <a:gd name="connsiteY3" fmla="*/ 148578 h 148578"/>
                    <a:gd name="connsiteX0" fmla="*/ 0 w 2704"/>
                    <a:gd name="connsiteY0" fmla="*/ 0 h 148578"/>
                    <a:gd name="connsiteX1" fmla="*/ 2704 w 2704"/>
                    <a:gd name="connsiteY1" fmla="*/ 0 h 148578"/>
                    <a:gd name="connsiteX2" fmla="*/ 2268 w 2704"/>
                    <a:gd name="connsiteY2" fmla="*/ 148578 h 148578"/>
                    <a:gd name="connsiteX3" fmla="*/ 0 w 2704"/>
                    <a:gd name="connsiteY3" fmla="*/ 148578 h 148578"/>
                    <a:gd name="connsiteX4" fmla="*/ 0 w 2704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4" fmla="*/ 0 w 2268"/>
                    <a:gd name="connsiteY4" fmla="*/ 0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3" fmla="*/ 0 w 2268"/>
                    <a:gd name="connsiteY3" fmla="*/ 148578 h 148578"/>
                    <a:gd name="connsiteX0" fmla="*/ 0 w 2268"/>
                    <a:gd name="connsiteY0" fmla="*/ 0 h 148578"/>
                    <a:gd name="connsiteX1" fmla="*/ 2222 w 2268"/>
                    <a:gd name="connsiteY1" fmla="*/ 0 h 148578"/>
                    <a:gd name="connsiteX2" fmla="*/ 2268 w 2268"/>
                    <a:gd name="connsiteY2" fmla="*/ 148578 h 14857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4" fmla="*/ 0 w 2310"/>
                    <a:gd name="connsiteY4" fmla="*/ 0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3" fmla="*/ 0 w 2310"/>
                    <a:gd name="connsiteY3" fmla="*/ 288148 h 288148"/>
                    <a:gd name="connsiteX0" fmla="*/ 0 w 2310"/>
                    <a:gd name="connsiteY0" fmla="*/ 0 h 288148"/>
                    <a:gd name="connsiteX1" fmla="*/ 2222 w 2310"/>
                    <a:gd name="connsiteY1" fmla="*/ 0 h 288148"/>
                    <a:gd name="connsiteX2" fmla="*/ 2310 w 2310"/>
                    <a:gd name="connsiteY2" fmla="*/ 288148 h 288148"/>
                    <a:gd name="connsiteX0" fmla="*/ 0 w 2222"/>
                    <a:gd name="connsiteY0" fmla="*/ 0 h 0"/>
                    <a:gd name="connsiteX1" fmla="*/ 2222 w 2222"/>
                    <a:gd name="connsiteY1" fmla="*/ 0 h 0"/>
                    <a:gd name="connsiteX0" fmla="*/ 0 w 2222"/>
                    <a:gd name="connsiteY0" fmla="*/ 0 h 288148"/>
                    <a:gd name="connsiteX1" fmla="*/ 2222 w 2222"/>
                    <a:gd name="connsiteY1" fmla="*/ 0 h 288148"/>
                    <a:gd name="connsiteX2" fmla="*/ 1769 w 2222"/>
                    <a:gd name="connsiteY2" fmla="*/ 288148 h 288148"/>
                    <a:gd name="connsiteX0" fmla="*/ 0 w 2222"/>
                    <a:gd name="connsiteY0" fmla="*/ 0 h 288148"/>
                    <a:gd name="connsiteX1" fmla="*/ 2222 w 2222"/>
                    <a:gd name="connsiteY1" fmla="*/ 0 h 288148"/>
                    <a:gd name="connsiteX2" fmla="*/ 1769 w 2222"/>
                    <a:gd name="connsiteY2" fmla="*/ 288148 h 288148"/>
                    <a:gd name="connsiteX3" fmla="*/ 0 w 2222"/>
                    <a:gd name="connsiteY3" fmla="*/ 288148 h 288148"/>
                    <a:gd name="connsiteX0" fmla="*/ 0 w 2222"/>
                    <a:gd name="connsiteY0" fmla="*/ 0 h 288148"/>
                    <a:gd name="connsiteX1" fmla="*/ 2222 w 2222"/>
                    <a:gd name="connsiteY1" fmla="*/ 0 h 288148"/>
                    <a:gd name="connsiteX2" fmla="*/ 1769 w 2222"/>
                    <a:gd name="connsiteY2" fmla="*/ 288148 h 288148"/>
                    <a:gd name="connsiteX3" fmla="*/ 0 w 2222"/>
                    <a:gd name="connsiteY3" fmla="*/ 288148 h 288148"/>
                    <a:gd name="connsiteX4" fmla="*/ 0 w 2222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4" fmla="*/ 0 w 1769"/>
                    <a:gd name="connsiteY4" fmla="*/ 0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3" fmla="*/ 0 w 1769"/>
                    <a:gd name="connsiteY3" fmla="*/ 288148 h 288148"/>
                    <a:gd name="connsiteX0" fmla="*/ 0 w 1769"/>
                    <a:gd name="connsiteY0" fmla="*/ 0 h 288148"/>
                    <a:gd name="connsiteX1" fmla="*/ 1695 w 1769"/>
                    <a:gd name="connsiteY1" fmla="*/ 0 h 288148"/>
                    <a:gd name="connsiteX2" fmla="*/ 1769 w 1769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695"/>
                    <a:gd name="connsiteY0" fmla="*/ 0 h 0"/>
                    <a:gd name="connsiteX1" fmla="*/ 1695 w 1695"/>
                    <a:gd name="connsiteY1" fmla="*/ 0 h 0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  <a:gd name="connsiteX0" fmla="*/ 0 w 1762"/>
                    <a:gd name="connsiteY0" fmla="*/ 0 h 288148"/>
                    <a:gd name="connsiteX1" fmla="*/ 1695 w 1762"/>
                    <a:gd name="connsiteY1" fmla="*/ 0 h 288148"/>
                    <a:gd name="connsiteX2" fmla="*/ 1762 w 1762"/>
                    <a:gd name="connsiteY2" fmla="*/ 288148 h 288148"/>
                    <a:gd name="connsiteX3" fmla="*/ 0 w 1762"/>
                    <a:gd name="connsiteY3" fmla="*/ 288148 h 288148"/>
                    <a:gd name="connsiteX4" fmla="*/ 0 w 1762"/>
                    <a:gd name="connsiteY4" fmla="*/ 0 h 2881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62" h="288148">
                      <a:moveTo>
                        <a:pt x="0" y="0"/>
                      </a:moveTo>
                      <a:lnTo>
                        <a:pt x="1695" y="0"/>
                      </a:lnTo>
                      <a:lnTo>
                        <a:pt x="1762" y="288148"/>
                      </a:lnTo>
                      <a:lnTo>
                        <a:pt x="0" y="28814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000">
                    <a:alpha val="70000"/>
                  </a:srgbClr>
                </a:solidFill>
                <a:ln w="9525" cap="flat" cmpd="sng">
                  <a:solidFill>
                    <a:srgbClr val="4CA64C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lIns="36000" tIns="36000" rIns="36000" bIns="36000" anchor="b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13" name="ホームベース 64">
                  <a:extLst>
                    <a:ext uri="{FF2B5EF4-FFF2-40B4-BE49-F238E27FC236}">
                      <ns2:creationId id="{87DB2459-3778-2CFA-FCBF-DE1ADC092FA8}"/>
                    </a:ext>
                  </a:extLst>
                </p:cNvPr>
                <p:cNvSpPr/>
                <p:nvPr/>
              </p:nvSpPr>
              <p:spPr>
                <a:xfrm>
                  <a:off x="988202" y="2431826"/>
                  <a:ext cx="1060517" cy="1402766"/>
                </a:xfrm>
                <a:prstGeom prst="homePlate">
                  <a:avLst>
                    <a:gd name="adj" fmla="val 8711"/>
                  </a:avLst>
                </a:prstGeom>
                <a:noFill/>
                <a:ln w="9525">
                  <a:solidFill>
                    <a:srgbClr val="4CA64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360000" rIns="0" bIns="0" rtlCol="0" anchor="t"/>
                <a:lstStyle/>
                <a:p>
                  <a:pPr marL="87313" marR="0" lvl="1" indent="-87313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40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en-US" altLang="ja-JP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  <a:p>
                  <a:pPr marL="87313" marR="0" lvl="1" indent="-87313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40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en-US" altLang="ja-JP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URL</a:t>
                  </a: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  <a:p>
                  <a:pPr marL="87313" marR="0" lvl="1" indent="-87313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br>
                    <a:rPr kumimoji="1" lang="en-US" altLang="ja-JP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</a:br>
                  <a:r>
                    <a:rPr kumimoji="1" lang="ja-JP" altLang="en-US" sz="11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3" name="background">
                  <a:extLst>
                    <a:ext uri="{FF2B5EF4-FFF2-40B4-BE49-F238E27FC236}">
                      <ns2:creationId id="{C0DD7AA7-362B-C5A5-A3B4-DDC4689822FC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0"/>
                  </p:custDataLst>
                </p:nvPr>
              </p:nvSpPr>
              <p:spPr>
                <a:xfrm>
                  <a:off x="933831" y="2352599"/>
                  <a:ext cx="183266" cy="183266"/>
                </a:xfrm>
                <a:prstGeom prst="ellipse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9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1</a:t>
                  </a:r>
                  <a:endPara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grpSp>
              <p:nvGrpSpPr>
                <p:cNvPr id="48" name="グループ化 47">
                  <a:extLst>
                    <a:ext uri="{FF2B5EF4-FFF2-40B4-BE49-F238E27FC236}">
                      <ns2:creationId id="{E1C50763-F98C-13AC-1846-EB670FB8FC2E}"/>
                    </a:ext>
                  </a:extLst>
                </p:cNvPr>
                <p:cNvGrpSpPr/>
                <p:nvPr/>
              </p:nvGrpSpPr>
              <p:grpSpPr>
                <a:xfrm>
                  <a:off x="1249437" y="1985492"/>
                  <a:ext cx="483677" cy="483677"/>
                  <a:chOff x="1249437" y="1985492"/>
                  <a:chExt cx="483677" cy="483677"/>
                </a:xfrm>
              </p:grpSpPr>
              <p:sp>
                <p:nvSpPr>
                  <p:cNvPr id="45" name="楕円 44">
                    <a:extLst>
                      <a:ext uri="{FF2B5EF4-FFF2-40B4-BE49-F238E27FC236}">
                        <ns2:creationId id="{8C70E8F7-CB5D-3DAE-72C2-EA7992CCE5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249437" y="1985492"/>
                    <a:ext cx="483677" cy="483677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47" name="グラフィックス 46" descr="入口 単色塗りつぶし">
                    <a:extLst>
                      <a:ext uri="{FF2B5EF4-FFF2-40B4-BE49-F238E27FC236}">
                        <ns2:creationId id="{A2B95C7D-BC87-0465-9511-10F7E160C4F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4:svgBlip r:embed="rId2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11275" y="2047330"/>
                    <a:ext cx="360000" cy="360000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55" name="グループ化 154">
              <a:extLst>
                <a:ext uri="{FF2B5EF4-FFF2-40B4-BE49-F238E27FC236}">
                  <ns2:creationId id="{6A93DF12-52B4-D300-2098-E498E65CB581}"/>
                </a:ext>
              </a:extLst>
            </p:cNvPr>
            <p:cNvGrpSpPr/>
            <p:nvPr/>
          </p:nvGrpSpPr>
          <p:grpSpPr>
            <a:xfrm>
              <a:off x="3178726" y="1985492"/>
              <a:ext cx="2203669" cy="1849100"/>
              <a:chOff x="3138636" y="1985492"/>
              <a:chExt cx="2203669" cy="1849100"/>
            </a:xfrm>
          </p:grpSpPr>
          <p:sp>
            <p:nvSpPr>
              <p:cNvPr id="40" name="Freeform 5">
                <a:extLst>
                  <a:ext uri="{FF2B5EF4-FFF2-40B4-BE49-F238E27FC236}">
                    <ns2:creationId id="{E1AE47F0-15B1-03E4-D037-D7623DAB340E}"/>
                  </a:ext>
                </a:extLst>
              </p:cNvPr>
              <p:cNvSpPr>
                <a:spLocks/>
              </p:cNvSpPr>
              <p:nvPr>
                <p:custDataLst>
                  <p:tags r:id="rId17"/>
                </p:custDataLst>
              </p:nvPr>
            </p:nvSpPr>
            <p:spPr bwMode="gray">
              <a:xfrm>
                <a:off x="3193007" y="2431826"/>
                <a:ext cx="1006146" cy="288148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2" h="288148">
                    <a:moveTo>
                      <a:pt x="0" y="0"/>
                    </a:moveTo>
                    <a:lnTo>
                      <a:pt x="1695" y="0"/>
                    </a:lnTo>
                    <a:lnTo>
                      <a:pt x="1762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" tIns="36000" rIns="36000" bIns="3600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" name="ホームベース 64">
                <a:extLst>
                  <a:ext uri="{FF2B5EF4-FFF2-40B4-BE49-F238E27FC236}">
                    <ns2:creationId id="{6925F9FB-CF16-9408-3546-D7C871FA0988}"/>
                  </a:ext>
                </a:extLst>
              </p:cNvPr>
              <p:cNvSpPr/>
              <p:nvPr/>
            </p:nvSpPr>
            <p:spPr>
              <a:xfrm>
                <a:off x="3193007" y="2431826"/>
                <a:ext cx="1060517" cy="1402766"/>
              </a:xfrm>
              <a:prstGeom prst="homePlate">
                <a:avLst>
                  <a:gd name="adj" fmla="val 8711"/>
                </a:avLst>
              </a:prstGeom>
              <a:noFill/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72000" tIns="360000" rIns="36000" bIns="0" rtlCol="0" anchor="t"/>
              <a:lstStyle/>
              <a:p>
                <a:pPr marL="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-6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-6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029A6439-EF86-8710-2DA3-70CC64129616}"/>
                  </a:ext>
                </a:extLst>
              </p:cNvPr>
              <p:cNvSpPr/>
              <p:nvPr/>
            </p:nvSpPr>
            <p:spPr>
              <a:xfrm>
                <a:off x="4297561" y="2431826"/>
                <a:ext cx="908095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  <a:p>
                <a:pPr marL="144000" marR="0" lvl="1" indent="-1440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3" name="background">
                <a:extLst>
                  <a:ext uri="{FF2B5EF4-FFF2-40B4-BE49-F238E27FC236}">
                    <ns2:creationId id="{60B3C8D5-C0E6-D68E-7F2C-D87761D30825}"/>
                  </a:ext>
                </a:extLst>
              </p:cNvPr>
              <p:cNvSpPr>
                <a:spLocks noChangeAspect="1"/>
              </p:cNvSpPr>
              <p:nvPr>
                <p:custDataLst>
                  <p:tags r:id="rId18"/>
                </p:custDataLst>
              </p:nvPr>
            </p:nvSpPr>
            <p:spPr>
              <a:xfrm>
                <a:off x="3138636" y="2352599"/>
                <a:ext cx="183266" cy="183266"/>
              </a:xfrm>
              <a:prstGeom prst="ellipse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2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49" name="グループ化 48">
                <a:extLst>
                  <a:ext uri="{FF2B5EF4-FFF2-40B4-BE49-F238E27FC236}">
                    <ns2:creationId id="{3143C0D2-7E0C-61C3-1C98-67CC5AD79E67}"/>
                  </a:ext>
                </a:extLst>
              </p:cNvPr>
              <p:cNvGrpSpPr/>
              <p:nvPr/>
            </p:nvGrpSpPr>
            <p:grpSpPr>
              <a:xfrm>
                <a:off x="3454241" y="1985492"/>
                <a:ext cx="483677" cy="483677"/>
                <a:chOff x="1249437" y="1985492"/>
                <a:chExt cx="483677" cy="483677"/>
              </a:xfrm>
            </p:grpSpPr>
            <p:sp>
              <p:nvSpPr>
                <p:cNvPr id="50" name="楕円 49">
                  <a:extLst>
                    <a:ext uri="{FF2B5EF4-FFF2-40B4-BE49-F238E27FC236}">
                      <ns2:creationId id="{1F6FE214-7675-ADAE-0B0F-568A6E8ADD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249437" y="1985492"/>
                  <a:ext cx="483677" cy="483677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51" name="グラフィックス 50" descr="原因と結果 単色塗りつぶし">
                  <a:extLst>
                    <a:ext uri="{FF2B5EF4-FFF2-40B4-BE49-F238E27FC236}">
                      <ns2:creationId id="{F4FFA50F-5F57-B59D-327B-B704F1656F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3"/>
                    </a:ext>
                  </a:extLst>
                </a:blip>
                <a:srcRect/>
                <a:stretch/>
              </p:blipFill>
              <p:spPr>
                <a:xfrm>
                  <a:off x="1311275" y="2047330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56" name="四角形: 角を丸くする 55">
                <a:extLst>
                  <a:ext uri="{FF2B5EF4-FFF2-40B4-BE49-F238E27FC236}">
                    <ns2:creationId id="{290761B8-8B85-0512-01FF-04DAB5959F49}"/>
                  </a:ext>
                </a:extLst>
              </p:cNvPr>
              <p:cNvSpPr/>
              <p:nvPr/>
            </p:nvSpPr>
            <p:spPr>
              <a:xfrm>
                <a:off x="4077054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57" name="二等辺三角形 56">
                <a:extLst>
                  <a:ext uri="{FF2B5EF4-FFF2-40B4-BE49-F238E27FC236}">
                    <ns2:creationId id="{ADB922F3-8CB3-B21B-D492-7FBAA574E9A7}"/>
                  </a:ext>
                </a:extLst>
              </p:cNvPr>
              <p:cNvSpPr/>
              <p:nvPr/>
            </p:nvSpPr>
            <p:spPr>
              <a:xfrm rot="10800000">
                <a:off x="4630772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52" name="Freeform 5">
              <a:extLst>
                <a:ext uri="{FF2B5EF4-FFF2-40B4-BE49-F238E27FC236}">
                  <ns2:creationId id="{3103E5D1-1DFB-1FBD-CB54-DE0C37597AAF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5384814" y="2431826"/>
              <a:ext cx="1006145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14"/>
                <a:gd name="connsiteY0" fmla="*/ 0 h 288148"/>
                <a:gd name="connsiteX1" fmla="*/ 1695 w 1714"/>
                <a:gd name="connsiteY1" fmla="*/ 0 h 288148"/>
                <a:gd name="connsiteX2" fmla="*/ 1714 w 1714"/>
                <a:gd name="connsiteY2" fmla="*/ 288148 h 288148"/>
                <a:gd name="connsiteX0" fmla="*/ 48 w 1762"/>
                <a:gd name="connsiteY0" fmla="*/ 0 h 288148"/>
                <a:gd name="connsiteX1" fmla="*/ 1743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48 w 1762"/>
                <a:gd name="connsiteY0" fmla="*/ 0 h 288148"/>
                <a:gd name="connsiteX1" fmla="*/ 1743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48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696"/>
                <a:gd name="connsiteY0" fmla="*/ 0 h 0"/>
                <a:gd name="connsiteX1" fmla="*/ 1696 w 1696"/>
                <a:gd name="connsiteY1" fmla="*/ 0 h 0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6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2" h="288148">
                  <a:moveTo>
                    <a:pt x="0" y="0"/>
                  </a:moveTo>
                  <a:lnTo>
                    <a:pt x="1696" y="0"/>
                  </a:lnTo>
                  <a:lnTo>
                    <a:pt x="1762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3" name="ホームベース 64">
              <a:extLst>
                <a:ext uri="{FF2B5EF4-FFF2-40B4-BE49-F238E27FC236}">
                  <ns2:creationId id="{952E208F-92F2-FBE7-DE8F-3C0DACB2F7D4}"/>
                </a:ext>
              </a:extLst>
            </p:cNvPr>
            <p:cNvSpPr/>
            <p:nvPr/>
          </p:nvSpPr>
          <p:spPr>
            <a:xfrm>
              <a:off x="5385039" y="2431826"/>
              <a:ext cx="106051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0" rIns="36000" bIns="0" rtlCol="0" anchor="t"/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-6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F925D2F-F3B6-7ACF-A710-C25CB02AF6FE}"/>
                </a:ext>
              </a:extLst>
            </p:cNvPr>
            <p:cNvSpPr/>
            <p:nvPr/>
          </p:nvSpPr>
          <p:spPr>
            <a:xfrm>
              <a:off x="6489594" y="2431826"/>
              <a:ext cx="824236" cy="1402766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5" name="background">
              <a:extLst>
                <a:ext uri="{FF2B5EF4-FFF2-40B4-BE49-F238E27FC236}">
                  <ns2:creationId id="{BFB8C719-D571-772B-8BF0-051DF75852E6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5330668" y="2352599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3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4FAB88DB-BC72-90F9-AFD6-E4E86F91E4E3}"/>
                </a:ext>
              </a:extLst>
            </p:cNvPr>
            <p:cNvSpPr/>
            <p:nvPr/>
          </p:nvSpPr>
          <p:spPr>
            <a:xfrm>
              <a:off x="6269087" y="1985492"/>
              <a:ext cx="1265251" cy="324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0" name="二等辺三角形 59">
              <a:extLst>
                <a:ext uri="{FF2B5EF4-FFF2-40B4-BE49-F238E27FC236}">
                  <ns2:creationId id="{84162E90-5EB7-2EE5-2573-697340FBC87D}"/>
                </a:ext>
              </a:extLst>
            </p:cNvPr>
            <p:cNvSpPr/>
            <p:nvPr/>
          </p:nvSpPr>
          <p:spPr>
            <a:xfrm rot="10800000">
              <a:off x="6822805" y="2308964"/>
              <a:ext cx="157815" cy="136047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86" name="グループ化 85">
              <a:extLst>
                <a:ext uri="{FF2B5EF4-FFF2-40B4-BE49-F238E27FC236}">
                  <ns2:creationId id="{8780B1E7-F314-2ABF-8AE3-464DF263FC7D}"/>
                </a:ext>
              </a:extLst>
            </p:cNvPr>
            <p:cNvGrpSpPr/>
            <p:nvPr/>
          </p:nvGrpSpPr>
          <p:grpSpPr>
            <a:xfrm>
              <a:off x="5673458" y="1985492"/>
              <a:ext cx="483677" cy="483677"/>
              <a:chOff x="1249437" y="1985492"/>
              <a:chExt cx="483677" cy="483677"/>
            </a:xfrm>
          </p:grpSpPr>
          <p:sp>
            <p:nvSpPr>
              <p:cNvPr id="87" name="楕円 86">
                <a:extLst>
                  <a:ext uri="{FF2B5EF4-FFF2-40B4-BE49-F238E27FC236}">
                    <ns2:creationId id="{C401B649-45B6-7255-3BEB-D79A578033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88" name="グラフィックス 87" descr="ロック 単色塗りつぶし">
                <a:extLst>
                  <a:ext uri="{FF2B5EF4-FFF2-40B4-BE49-F238E27FC236}">
                    <ns2:creationId id="{FC9356EA-BBB2-99AB-9316-E3B5457C80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4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53" name="グループ化 152">
              <a:extLst>
                <a:ext uri="{FF2B5EF4-FFF2-40B4-BE49-F238E27FC236}">
                  <ns2:creationId id="{D40D125A-42F5-2F80-ECBE-39129503D340}"/>
                </a:ext>
              </a:extLst>
            </p:cNvPr>
            <p:cNvGrpSpPr/>
            <p:nvPr/>
          </p:nvGrpSpPr>
          <p:grpSpPr>
            <a:xfrm>
              <a:off x="7489860" y="1985492"/>
              <a:ext cx="2234950" cy="1849100"/>
              <a:chOff x="7247860" y="1985492"/>
              <a:chExt cx="2234950" cy="1849100"/>
            </a:xfrm>
          </p:grpSpPr>
          <p:sp>
            <p:nvSpPr>
              <p:cNvPr id="63" name="Freeform 5">
                <a:extLst>
                  <a:ext uri="{FF2B5EF4-FFF2-40B4-BE49-F238E27FC236}">
                    <ns2:creationId id="{7127AC49-8520-4683-81B4-505A9653C22A}"/>
                  </a:ext>
                </a:extLst>
              </p:cNvPr>
              <p:cNvSpPr>
                <a:spLocks/>
              </p:cNvSpPr>
              <p:nvPr>
                <p:custDataLst>
                  <p:tags r:id="rId16"/>
                </p:custDataLst>
              </p:nvPr>
            </p:nvSpPr>
            <p:spPr bwMode="gray">
              <a:xfrm>
                <a:off x="7247860" y="2431826"/>
                <a:ext cx="1006146" cy="288148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2" h="288148">
                    <a:moveTo>
                      <a:pt x="0" y="0"/>
                    </a:moveTo>
                    <a:lnTo>
                      <a:pt x="1695" y="0"/>
                    </a:lnTo>
                    <a:lnTo>
                      <a:pt x="1762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" tIns="36000" rIns="36000" bIns="3600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92FE02E2-203F-312F-65BE-705296EB9EB0}"/>
                  </a:ext>
                </a:extLst>
              </p:cNvPr>
              <p:cNvSpPr/>
              <p:nvPr/>
            </p:nvSpPr>
            <p:spPr>
              <a:xfrm>
                <a:off x="8352415" y="2431826"/>
                <a:ext cx="455309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7" name="四角形: 角を丸くする 66">
                <a:extLst>
                  <a:ext uri="{FF2B5EF4-FFF2-40B4-BE49-F238E27FC236}">
                    <ns2:creationId id="{DC1A2FAB-4BA1-8268-AFA0-FC145803818F}"/>
                  </a:ext>
                </a:extLst>
              </p:cNvPr>
              <p:cNvSpPr/>
              <p:nvPr/>
            </p:nvSpPr>
            <p:spPr>
              <a:xfrm>
                <a:off x="8217559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8" name="二等辺三角形 67">
                <a:extLst>
                  <a:ext uri="{FF2B5EF4-FFF2-40B4-BE49-F238E27FC236}">
                    <ns2:creationId id="{BE075A66-F955-A259-A95D-D78970F14623}"/>
                  </a:ext>
                </a:extLst>
              </p:cNvPr>
              <p:cNvSpPr/>
              <p:nvPr/>
            </p:nvSpPr>
            <p:spPr>
              <a:xfrm rot="10800000">
                <a:off x="8771276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" name="ホームベース 64">
                <a:extLst>
                  <a:ext uri="{FF2B5EF4-FFF2-40B4-BE49-F238E27FC236}">
                    <ns2:creationId id="{EC9C54AA-95E8-B850-F347-61237E5893A2}"/>
                  </a:ext>
                </a:extLst>
              </p:cNvPr>
              <p:cNvSpPr/>
              <p:nvPr/>
            </p:nvSpPr>
            <p:spPr>
              <a:xfrm>
                <a:off x="7247860" y="2431826"/>
                <a:ext cx="1060517" cy="1402766"/>
              </a:xfrm>
              <a:prstGeom prst="homePlate">
                <a:avLst>
                  <a:gd name="adj" fmla="val 8711"/>
                </a:avLst>
              </a:prstGeom>
              <a:noFill/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72000" tIns="360000" rIns="36000" bIns="0" rtlCol="0" anchor="t"/>
              <a:lstStyle/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・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-6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-6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6BE72B00-753A-918A-B48D-E989ED5B3A5E}"/>
                  </a:ext>
                </a:extLst>
              </p:cNvPr>
              <p:cNvSpPr/>
              <p:nvPr/>
            </p:nvSpPr>
            <p:spPr>
              <a:xfrm>
                <a:off x="8892645" y="2431826"/>
                <a:ext cx="455309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71" name="直線矢印コネクタ 70">
                <a:extLst>
                  <a:ext uri="{FF2B5EF4-FFF2-40B4-BE49-F238E27FC236}">
                    <ns2:creationId id="{1F0C3B9F-A558-3710-E7DF-C9F013366DCB}"/>
                  </a:ext>
                </a:extLst>
              </p:cNvPr>
              <p:cNvCxnSpPr>
                <a:cxnSpLocks/>
                <a:stCxn id="65" idx="3"/>
                <a:endCxn id="69" idx="1"/>
              </p:cNvCxnSpPr>
              <p:nvPr/>
            </p:nvCxnSpPr>
            <p:spPr>
              <a:xfrm>
                <a:off x="8807724" y="3133209"/>
                <a:ext cx="8492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9" name="グループ化 88">
                <a:extLst>
                  <a:ext uri="{FF2B5EF4-FFF2-40B4-BE49-F238E27FC236}">
                    <ns2:creationId id="{35558CB5-E95C-F0E6-0FD3-6513EC5F64A3}"/>
                  </a:ext>
                </a:extLst>
              </p:cNvPr>
              <p:cNvGrpSpPr/>
              <p:nvPr/>
            </p:nvGrpSpPr>
            <p:grpSpPr>
              <a:xfrm>
                <a:off x="7509096" y="1985492"/>
                <a:ext cx="483677" cy="483677"/>
                <a:chOff x="1249437" y="1985492"/>
                <a:chExt cx="483677" cy="483677"/>
              </a:xfrm>
            </p:grpSpPr>
            <p:sp>
              <p:nvSpPr>
                <p:cNvPr id="90" name="楕円 89">
                  <a:extLst>
                    <a:ext uri="{FF2B5EF4-FFF2-40B4-BE49-F238E27FC236}">
                      <ns2:creationId id="{F6EE7C28-9225-55E8-89F1-84D43F351A4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249437" y="1985492"/>
                  <a:ext cx="483677" cy="483677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91" name="グラフィックス 90" descr="切断 単色塗りつぶし">
                  <a:extLst>
                    <a:ext uri="{FF2B5EF4-FFF2-40B4-BE49-F238E27FC236}">
                      <ns2:creationId id="{356D4449-59DC-8A03-E217-96D490DD7D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5"/>
                    </a:ext>
                  </a:extLst>
                </a:blip>
                <a:srcRect/>
                <a:stretch/>
              </p:blipFill>
              <p:spPr>
                <a:xfrm>
                  <a:off x="1311275" y="2047330"/>
                  <a:ext cx="360000" cy="360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2" name="グループ化 151">
              <a:extLst>
                <a:ext uri="{FF2B5EF4-FFF2-40B4-BE49-F238E27FC236}">
                  <ns2:creationId id="{5366D303-BD20-1D6F-9015-E01326A86CF4}"/>
                </a:ext>
              </a:extLst>
            </p:cNvPr>
            <p:cNvGrpSpPr/>
            <p:nvPr/>
          </p:nvGrpSpPr>
          <p:grpSpPr>
            <a:xfrm>
              <a:off x="9673081" y="1985492"/>
              <a:ext cx="2183957" cy="1849100"/>
              <a:chOff x="9673081" y="1985492"/>
              <a:chExt cx="2183957" cy="1849100"/>
            </a:xfrm>
          </p:grpSpPr>
          <p:sp>
            <p:nvSpPr>
              <p:cNvPr id="80" name="Freeform 5">
                <a:extLst>
                  <a:ext uri="{FF2B5EF4-FFF2-40B4-BE49-F238E27FC236}">
                    <ns2:creationId id="{4C0EF018-6C9B-746D-7BB5-F8C0D61E95DE}"/>
                  </a:ext>
                </a:extLst>
              </p:cNvPr>
              <p:cNvSpPr>
                <a:spLocks/>
              </p:cNvSpPr>
              <p:nvPr>
                <p:custDataLst>
                  <p:tags r:id="rId14"/>
                </p:custDataLst>
              </p:nvPr>
            </p:nvSpPr>
            <p:spPr bwMode="gray">
              <a:xfrm>
                <a:off x="9727452" y="2431826"/>
                <a:ext cx="1006146" cy="288148"/>
              </a:xfrm>
              <a:custGeom>
                <a:avLst/>
                <a:gdLst>
                  <a:gd name="T0" fmla="*/ 0 w 2569"/>
                  <a:gd name="T1" fmla="*/ 0 h 292"/>
                  <a:gd name="T2" fmla="*/ 0 w 2569"/>
                  <a:gd name="T3" fmla="*/ 292 h 292"/>
                  <a:gd name="T4" fmla="*/ 2569 w 2569"/>
                  <a:gd name="T5" fmla="*/ 292 h 292"/>
                  <a:gd name="T6" fmla="*/ 2500 w 2569"/>
                  <a:gd name="T7" fmla="*/ 0 h 292"/>
                  <a:gd name="T8" fmla="*/ 0 w 2569"/>
                  <a:gd name="T9" fmla="*/ 0 h 292"/>
                  <a:gd name="connsiteX0" fmla="*/ 0 w 2569"/>
                  <a:gd name="connsiteY0" fmla="*/ 0 h 292"/>
                  <a:gd name="connsiteX1" fmla="*/ 0 w 2569"/>
                  <a:gd name="connsiteY1" fmla="*/ 292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69"/>
                  <a:gd name="connsiteY0" fmla="*/ 0 h 292"/>
                  <a:gd name="connsiteX1" fmla="*/ 2478 w 2569"/>
                  <a:gd name="connsiteY1" fmla="*/ 0 h 292"/>
                  <a:gd name="connsiteX2" fmla="*/ 2569 w 2569"/>
                  <a:gd name="connsiteY2" fmla="*/ 292 h 292"/>
                  <a:gd name="connsiteX3" fmla="*/ 2500 w 2569"/>
                  <a:gd name="connsiteY3" fmla="*/ 0 h 292"/>
                  <a:gd name="connsiteX4" fmla="*/ 0 w 2569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2500 w 2548"/>
                  <a:gd name="connsiteY3" fmla="*/ 0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4" fmla="*/ 0 w 2548"/>
                  <a:gd name="connsiteY4" fmla="*/ 0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3" fmla="*/ 0 w 2548"/>
                  <a:gd name="connsiteY3" fmla="*/ 292 h 292"/>
                  <a:gd name="connsiteX0" fmla="*/ 0 w 2548"/>
                  <a:gd name="connsiteY0" fmla="*/ 0 h 292"/>
                  <a:gd name="connsiteX1" fmla="*/ 2478 w 2548"/>
                  <a:gd name="connsiteY1" fmla="*/ 0 h 292"/>
                  <a:gd name="connsiteX2" fmla="*/ 2548 w 2548"/>
                  <a:gd name="connsiteY2" fmla="*/ 292 h 292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4" fmla="*/ 0 w 2548"/>
                  <a:gd name="connsiteY4" fmla="*/ 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3" fmla="*/ 0 w 2548"/>
                  <a:gd name="connsiteY3" fmla="*/ 463550 h 463550"/>
                  <a:gd name="connsiteX0" fmla="*/ 0 w 2548"/>
                  <a:gd name="connsiteY0" fmla="*/ 0 h 463550"/>
                  <a:gd name="connsiteX1" fmla="*/ 2478 w 2548"/>
                  <a:gd name="connsiteY1" fmla="*/ 0 h 463550"/>
                  <a:gd name="connsiteX2" fmla="*/ 2548 w 2548"/>
                  <a:gd name="connsiteY2" fmla="*/ 463550 h 463550"/>
                  <a:gd name="connsiteX0" fmla="*/ 0 w 2478"/>
                  <a:gd name="connsiteY0" fmla="*/ 0 h 0"/>
                  <a:gd name="connsiteX1" fmla="*/ 2478 w 2478"/>
                  <a:gd name="connsiteY1" fmla="*/ 0 h 0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0" fmla="*/ 0 w 2615"/>
                  <a:gd name="connsiteY0" fmla="*/ 0 h 462232"/>
                  <a:gd name="connsiteX1" fmla="*/ 2478 w 2615"/>
                  <a:gd name="connsiteY1" fmla="*/ 0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2"/>
                  <a:gd name="connsiteX1" fmla="*/ 2563 w 2615"/>
                  <a:gd name="connsiteY1" fmla="*/ 1 h 462232"/>
                  <a:gd name="connsiteX2" fmla="*/ 2615 w 2615"/>
                  <a:gd name="connsiteY2" fmla="*/ 462232 h 462232"/>
                  <a:gd name="connsiteX3" fmla="*/ 0 w 2615"/>
                  <a:gd name="connsiteY3" fmla="*/ 462232 h 462232"/>
                  <a:gd name="connsiteX4" fmla="*/ 0 w 2615"/>
                  <a:gd name="connsiteY4" fmla="*/ 1 h 462232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4" fmla="*/ 0 w 2615"/>
                  <a:gd name="connsiteY4" fmla="*/ 0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3" fmla="*/ 0 w 2615"/>
                  <a:gd name="connsiteY3" fmla="*/ 462231 h 462231"/>
                  <a:gd name="connsiteX0" fmla="*/ 0 w 2615"/>
                  <a:gd name="connsiteY0" fmla="*/ 0 h 462231"/>
                  <a:gd name="connsiteX1" fmla="*/ 2563 w 2615"/>
                  <a:gd name="connsiteY1" fmla="*/ 0 h 462231"/>
                  <a:gd name="connsiteX2" fmla="*/ 2615 w 2615"/>
                  <a:gd name="connsiteY2" fmla="*/ 462231 h 462231"/>
                  <a:gd name="connsiteX0" fmla="*/ 0 w 2563"/>
                  <a:gd name="connsiteY0" fmla="*/ 0 h 0"/>
                  <a:gd name="connsiteX1" fmla="*/ 2563 w 2563"/>
                  <a:gd name="connsiteY1" fmla="*/ 0 h 0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63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4" fmla="*/ 0 w 2570"/>
                  <a:gd name="connsiteY4" fmla="*/ 0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3" fmla="*/ 0 w 2570"/>
                  <a:gd name="connsiteY3" fmla="*/ 462231 h 462231"/>
                  <a:gd name="connsiteX0" fmla="*/ 0 w 2570"/>
                  <a:gd name="connsiteY0" fmla="*/ 0 h 462231"/>
                  <a:gd name="connsiteX1" fmla="*/ 2518 w 2570"/>
                  <a:gd name="connsiteY1" fmla="*/ 0 h 462231"/>
                  <a:gd name="connsiteX2" fmla="*/ 2570 w 2570"/>
                  <a:gd name="connsiteY2" fmla="*/ 462231 h 462231"/>
                  <a:gd name="connsiteX0" fmla="*/ 0 w 2518"/>
                  <a:gd name="connsiteY0" fmla="*/ 0 h 0"/>
                  <a:gd name="connsiteX1" fmla="*/ 2518 w 2518"/>
                  <a:gd name="connsiteY1" fmla="*/ 0 h 0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518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4" fmla="*/ 0 w 2535"/>
                  <a:gd name="connsiteY4" fmla="*/ 0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3" fmla="*/ 0 w 2535"/>
                  <a:gd name="connsiteY3" fmla="*/ 462231 h 462231"/>
                  <a:gd name="connsiteX0" fmla="*/ 0 w 2535"/>
                  <a:gd name="connsiteY0" fmla="*/ 0 h 462231"/>
                  <a:gd name="connsiteX1" fmla="*/ 2484 w 2535"/>
                  <a:gd name="connsiteY1" fmla="*/ 0 h 462231"/>
                  <a:gd name="connsiteX2" fmla="*/ 2535 w 2535"/>
                  <a:gd name="connsiteY2" fmla="*/ 462231 h 462231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4" fmla="*/ 0 w 2536"/>
                  <a:gd name="connsiteY4" fmla="*/ 0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3" fmla="*/ 0 w 2536"/>
                  <a:gd name="connsiteY3" fmla="*/ 461737 h 461737"/>
                  <a:gd name="connsiteX0" fmla="*/ 0 w 2536"/>
                  <a:gd name="connsiteY0" fmla="*/ 0 h 461737"/>
                  <a:gd name="connsiteX1" fmla="*/ 2484 w 2536"/>
                  <a:gd name="connsiteY1" fmla="*/ 0 h 461737"/>
                  <a:gd name="connsiteX2" fmla="*/ 2536 w 2536"/>
                  <a:gd name="connsiteY2" fmla="*/ 461737 h 461737"/>
                  <a:gd name="connsiteX0" fmla="*/ 0 w 2484"/>
                  <a:gd name="connsiteY0" fmla="*/ 0 h 0"/>
                  <a:gd name="connsiteX1" fmla="*/ 2484 w 2484"/>
                  <a:gd name="connsiteY1" fmla="*/ 0 h 0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484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4" fmla="*/ 0 w 2686"/>
                  <a:gd name="connsiteY4" fmla="*/ 0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3" fmla="*/ 0 w 2686"/>
                  <a:gd name="connsiteY3" fmla="*/ 461737 h 461737"/>
                  <a:gd name="connsiteX0" fmla="*/ 0 w 2686"/>
                  <a:gd name="connsiteY0" fmla="*/ 0 h 461737"/>
                  <a:gd name="connsiteX1" fmla="*/ 2632 w 2686"/>
                  <a:gd name="connsiteY1" fmla="*/ 0 h 461737"/>
                  <a:gd name="connsiteX2" fmla="*/ 2686 w 2686"/>
                  <a:gd name="connsiteY2" fmla="*/ 461737 h 461737"/>
                  <a:gd name="connsiteX0" fmla="*/ 0 w 2632"/>
                  <a:gd name="connsiteY0" fmla="*/ 0 h 0"/>
                  <a:gd name="connsiteX1" fmla="*/ 2632 w 2632"/>
                  <a:gd name="connsiteY1" fmla="*/ 0 h 0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32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4" fmla="*/ 0 w 2668"/>
                  <a:gd name="connsiteY4" fmla="*/ 0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3" fmla="*/ 0 w 2668"/>
                  <a:gd name="connsiteY3" fmla="*/ 515788 h 515788"/>
                  <a:gd name="connsiteX0" fmla="*/ 0 w 2668"/>
                  <a:gd name="connsiteY0" fmla="*/ 0 h 515788"/>
                  <a:gd name="connsiteX1" fmla="*/ 2608 w 2668"/>
                  <a:gd name="connsiteY1" fmla="*/ 0 h 515788"/>
                  <a:gd name="connsiteX2" fmla="*/ 2668 w 2668"/>
                  <a:gd name="connsiteY2" fmla="*/ 515788 h 515788"/>
                  <a:gd name="connsiteX0" fmla="*/ 0 w 2608"/>
                  <a:gd name="connsiteY0" fmla="*/ 0 h 0"/>
                  <a:gd name="connsiteX1" fmla="*/ 2608 w 2608"/>
                  <a:gd name="connsiteY1" fmla="*/ 0 h 0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0" fmla="*/ 0 w 2608"/>
                  <a:gd name="connsiteY0" fmla="*/ 0 h 515788"/>
                  <a:gd name="connsiteX1" fmla="*/ 2608 w 2608"/>
                  <a:gd name="connsiteY1" fmla="*/ 0 h 515788"/>
                  <a:gd name="connsiteX2" fmla="*/ 2547 w 2608"/>
                  <a:gd name="connsiteY2" fmla="*/ 515788 h 515788"/>
                  <a:gd name="connsiteX3" fmla="*/ 0 w 2608"/>
                  <a:gd name="connsiteY3" fmla="*/ 515788 h 515788"/>
                  <a:gd name="connsiteX4" fmla="*/ 0 w 2608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4" fmla="*/ 0 w 2547"/>
                  <a:gd name="connsiteY4" fmla="*/ 0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3" fmla="*/ 0 w 2547"/>
                  <a:gd name="connsiteY3" fmla="*/ 515788 h 515788"/>
                  <a:gd name="connsiteX0" fmla="*/ 0 w 2547"/>
                  <a:gd name="connsiteY0" fmla="*/ 0 h 515788"/>
                  <a:gd name="connsiteX1" fmla="*/ 2456 w 2547"/>
                  <a:gd name="connsiteY1" fmla="*/ 0 h 515788"/>
                  <a:gd name="connsiteX2" fmla="*/ 2547 w 2547"/>
                  <a:gd name="connsiteY2" fmla="*/ 515788 h 515788"/>
                  <a:gd name="connsiteX0" fmla="*/ 0 w 2456"/>
                  <a:gd name="connsiteY0" fmla="*/ 0 h 0"/>
                  <a:gd name="connsiteX1" fmla="*/ 2456 w 2456"/>
                  <a:gd name="connsiteY1" fmla="*/ 0 h 0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56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4" fmla="*/ 0 w 2575"/>
                  <a:gd name="connsiteY4" fmla="*/ 0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3" fmla="*/ 0 w 2575"/>
                  <a:gd name="connsiteY3" fmla="*/ 515788 h 515788"/>
                  <a:gd name="connsiteX0" fmla="*/ 0 w 2575"/>
                  <a:gd name="connsiteY0" fmla="*/ 0 h 515788"/>
                  <a:gd name="connsiteX1" fmla="*/ 2483 w 2575"/>
                  <a:gd name="connsiteY1" fmla="*/ 0 h 515788"/>
                  <a:gd name="connsiteX2" fmla="*/ 2575 w 2575"/>
                  <a:gd name="connsiteY2" fmla="*/ 515788 h 515788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4" fmla="*/ 0 w 2579"/>
                  <a:gd name="connsiteY4" fmla="*/ 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3" fmla="*/ 0 w 2579"/>
                  <a:gd name="connsiteY3" fmla="*/ 540000 h 540000"/>
                  <a:gd name="connsiteX0" fmla="*/ 0 w 2579"/>
                  <a:gd name="connsiteY0" fmla="*/ 0 h 540000"/>
                  <a:gd name="connsiteX1" fmla="*/ 2483 w 2579"/>
                  <a:gd name="connsiteY1" fmla="*/ 0 h 540000"/>
                  <a:gd name="connsiteX2" fmla="*/ 2579 w 2579"/>
                  <a:gd name="connsiteY2" fmla="*/ 540000 h 540000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0" fmla="*/ 0 w 2575"/>
                  <a:gd name="connsiteY0" fmla="*/ 0 h 540000"/>
                  <a:gd name="connsiteX1" fmla="*/ 2483 w 2575"/>
                  <a:gd name="connsiteY1" fmla="*/ 0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40000"/>
                  <a:gd name="connsiteX1" fmla="*/ 2483 w 2575"/>
                  <a:gd name="connsiteY1" fmla="*/ 24211 h 540000"/>
                  <a:gd name="connsiteX2" fmla="*/ 2575 w 2575"/>
                  <a:gd name="connsiteY2" fmla="*/ 540000 h 540000"/>
                  <a:gd name="connsiteX3" fmla="*/ 0 w 2575"/>
                  <a:gd name="connsiteY3" fmla="*/ 540000 h 540000"/>
                  <a:gd name="connsiteX4" fmla="*/ 0 w 2575"/>
                  <a:gd name="connsiteY4" fmla="*/ 24211 h 540000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4" fmla="*/ 0 w 2575"/>
                  <a:gd name="connsiteY4" fmla="*/ 0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3" fmla="*/ 0 w 2575"/>
                  <a:gd name="connsiteY3" fmla="*/ 515789 h 515789"/>
                  <a:gd name="connsiteX0" fmla="*/ 0 w 2575"/>
                  <a:gd name="connsiteY0" fmla="*/ 0 h 515789"/>
                  <a:gd name="connsiteX1" fmla="*/ 2483 w 2575"/>
                  <a:gd name="connsiteY1" fmla="*/ 0 h 515789"/>
                  <a:gd name="connsiteX2" fmla="*/ 2575 w 2575"/>
                  <a:gd name="connsiteY2" fmla="*/ 515789 h 515789"/>
                  <a:gd name="connsiteX0" fmla="*/ 0 w 2483"/>
                  <a:gd name="connsiteY0" fmla="*/ 0 h 0"/>
                  <a:gd name="connsiteX1" fmla="*/ 2483 w 2483"/>
                  <a:gd name="connsiteY1" fmla="*/ 0 h 0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0" fmla="*/ 0 w 2577"/>
                  <a:gd name="connsiteY0" fmla="*/ 0 h 515789"/>
                  <a:gd name="connsiteX1" fmla="*/ 2483 w 2577"/>
                  <a:gd name="connsiteY1" fmla="*/ 0 h 515789"/>
                  <a:gd name="connsiteX2" fmla="*/ 2577 w 2577"/>
                  <a:gd name="connsiteY2" fmla="*/ 515789 h 515789"/>
                  <a:gd name="connsiteX3" fmla="*/ 0 w 2577"/>
                  <a:gd name="connsiteY3" fmla="*/ 515789 h 515789"/>
                  <a:gd name="connsiteX0" fmla="*/ 0 w 2577"/>
                  <a:gd name="connsiteY0" fmla="*/ 24211 h 540000"/>
                  <a:gd name="connsiteX1" fmla="*/ 2483 w 2577"/>
                  <a:gd name="connsiteY1" fmla="*/ 24211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24211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4" fmla="*/ 0 w 2577"/>
                  <a:gd name="connsiteY4" fmla="*/ 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3" fmla="*/ 0 w 2577"/>
                  <a:gd name="connsiteY3" fmla="*/ 540000 h 540000"/>
                  <a:gd name="connsiteX0" fmla="*/ 0 w 2577"/>
                  <a:gd name="connsiteY0" fmla="*/ 0 h 540000"/>
                  <a:gd name="connsiteX1" fmla="*/ 2481 w 2577"/>
                  <a:gd name="connsiteY1" fmla="*/ 0 h 540000"/>
                  <a:gd name="connsiteX2" fmla="*/ 2577 w 2577"/>
                  <a:gd name="connsiteY2" fmla="*/ 540000 h 540000"/>
                  <a:gd name="connsiteX0" fmla="*/ 0 w 2481"/>
                  <a:gd name="connsiteY0" fmla="*/ 0 h 0"/>
                  <a:gd name="connsiteX1" fmla="*/ 2481 w 2481"/>
                  <a:gd name="connsiteY1" fmla="*/ 0 h 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481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4" fmla="*/ 0 w 2653"/>
                  <a:gd name="connsiteY4" fmla="*/ 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3" fmla="*/ 0 w 2653"/>
                  <a:gd name="connsiteY3" fmla="*/ 540000 h 540000"/>
                  <a:gd name="connsiteX0" fmla="*/ 0 w 2653"/>
                  <a:gd name="connsiteY0" fmla="*/ 0 h 540000"/>
                  <a:gd name="connsiteX1" fmla="*/ 2580 w 2653"/>
                  <a:gd name="connsiteY1" fmla="*/ 0 h 540000"/>
                  <a:gd name="connsiteX2" fmla="*/ 2653 w 2653"/>
                  <a:gd name="connsiteY2" fmla="*/ 540000 h 540000"/>
                  <a:gd name="connsiteX0" fmla="*/ 0 w 2580"/>
                  <a:gd name="connsiteY0" fmla="*/ 0 h 0"/>
                  <a:gd name="connsiteX1" fmla="*/ 2580 w 2580"/>
                  <a:gd name="connsiteY1" fmla="*/ 0 h 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580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4" fmla="*/ 0 w 2702"/>
                  <a:gd name="connsiteY4" fmla="*/ 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3" fmla="*/ 0 w 2702"/>
                  <a:gd name="connsiteY3" fmla="*/ 540000 h 540000"/>
                  <a:gd name="connsiteX0" fmla="*/ 0 w 2702"/>
                  <a:gd name="connsiteY0" fmla="*/ 0 h 540000"/>
                  <a:gd name="connsiteX1" fmla="*/ 2643 w 2702"/>
                  <a:gd name="connsiteY1" fmla="*/ 0 h 540000"/>
                  <a:gd name="connsiteX2" fmla="*/ 2702 w 2702"/>
                  <a:gd name="connsiteY2" fmla="*/ 540000 h 54000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4" fmla="*/ 0 w 2688"/>
                  <a:gd name="connsiteY4" fmla="*/ 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3" fmla="*/ 0 w 2688"/>
                  <a:gd name="connsiteY3" fmla="*/ 413760 h 413760"/>
                  <a:gd name="connsiteX0" fmla="*/ 0 w 2688"/>
                  <a:gd name="connsiteY0" fmla="*/ 0 h 413760"/>
                  <a:gd name="connsiteX1" fmla="*/ 2643 w 2688"/>
                  <a:gd name="connsiteY1" fmla="*/ 0 h 413760"/>
                  <a:gd name="connsiteX2" fmla="*/ 2688 w 2688"/>
                  <a:gd name="connsiteY2" fmla="*/ 413760 h 413760"/>
                  <a:gd name="connsiteX0" fmla="*/ 0 w 2643"/>
                  <a:gd name="connsiteY0" fmla="*/ 0 h 0"/>
                  <a:gd name="connsiteX1" fmla="*/ 2643 w 2643"/>
                  <a:gd name="connsiteY1" fmla="*/ 0 h 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43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4" fmla="*/ 0 w 2695"/>
                  <a:gd name="connsiteY4" fmla="*/ 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3" fmla="*/ 0 w 2695"/>
                  <a:gd name="connsiteY3" fmla="*/ 413760 h 413760"/>
                  <a:gd name="connsiteX0" fmla="*/ 0 w 2695"/>
                  <a:gd name="connsiteY0" fmla="*/ 0 h 413760"/>
                  <a:gd name="connsiteX1" fmla="*/ 2651 w 2695"/>
                  <a:gd name="connsiteY1" fmla="*/ 0 h 413760"/>
                  <a:gd name="connsiteX2" fmla="*/ 2695 w 2695"/>
                  <a:gd name="connsiteY2" fmla="*/ 413760 h 413760"/>
                  <a:gd name="connsiteX0" fmla="*/ 0 w 2651"/>
                  <a:gd name="connsiteY0" fmla="*/ 0 h 0"/>
                  <a:gd name="connsiteX1" fmla="*/ 2651 w 2651"/>
                  <a:gd name="connsiteY1" fmla="*/ 0 h 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651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4" fmla="*/ 0 w 2738"/>
                  <a:gd name="connsiteY4" fmla="*/ 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3" fmla="*/ 0 w 2738"/>
                  <a:gd name="connsiteY3" fmla="*/ 413760 h 413760"/>
                  <a:gd name="connsiteX0" fmla="*/ 0 w 2738"/>
                  <a:gd name="connsiteY0" fmla="*/ 0 h 413760"/>
                  <a:gd name="connsiteX1" fmla="*/ 2704 w 2738"/>
                  <a:gd name="connsiteY1" fmla="*/ 0 h 413760"/>
                  <a:gd name="connsiteX2" fmla="*/ 2738 w 2738"/>
                  <a:gd name="connsiteY2" fmla="*/ 413760 h 413760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4" fmla="*/ 0 w 2738"/>
                  <a:gd name="connsiteY4" fmla="*/ 0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3" fmla="*/ 0 w 2738"/>
                  <a:gd name="connsiteY3" fmla="*/ 111455 h 111455"/>
                  <a:gd name="connsiteX0" fmla="*/ 0 w 2738"/>
                  <a:gd name="connsiteY0" fmla="*/ 0 h 111455"/>
                  <a:gd name="connsiteX1" fmla="*/ 2704 w 2738"/>
                  <a:gd name="connsiteY1" fmla="*/ 0 h 111455"/>
                  <a:gd name="connsiteX2" fmla="*/ 2738 w 2738"/>
                  <a:gd name="connsiteY2" fmla="*/ 111455 h 111455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0" fmla="*/ 0 w 2744"/>
                  <a:gd name="connsiteY0" fmla="*/ 0 h 111455"/>
                  <a:gd name="connsiteX1" fmla="*/ 2704 w 2744"/>
                  <a:gd name="connsiteY1" fmla="*/ 0 h 111455"/>
                  <a:gd name="connsiteX2" fmla="*/ 2744 w 2744"/>
                  <a:gd name="connsiteY2" fmla="*/ 111455 h 111455"/>
                  <a:gd name="connsiteX3" fmla="*/ 0 w 2744"/>
                  <a:gd name="connsiteY3" fmla="*/ 111455 h 111455"/>
                  <a:gd name="connsiteX0" fmla="*/ 0 w 2744"/>
                  <a:gd name="connsiteY0" fmla="*/ 21192 h 132647"/>
                  <a:gd name="connsiteX1" fmla="*/ 2704 w 2744"/>
                  <a:gd name="connsiteY1" fmla="*/ 21192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21192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4" fmla="*/ 0 w 2744"/>
                  <a:gd name="connsiteY4" fmla="*/ 0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3" fmla="*/ 0 w 2744"/>
                  <a:gd name="connsiteY3" fmla="*/ 132647 h 132647"/>
                  <a:gd name="connsiteX0" fmla="*/ 0 w 2744"/>
                  <a:gd name="connsiteY0" fmla="*/ 0 h 132647"/>
                  <a:gd name="connsiteX1" fmla="*/ 2704 w 2744"/>
                  <a:gd name="connsiteY1" fmla="*/ 0 h 132647"/>
                  <a:gd name="connsiteX2" fmla="*/ 2744 w 2744"/>
                  <a:gd name="connsiteY2" fmla="*/ 132647 h 132647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0" fmla="*/ 0 w 2747"/>
                  <a:gd name="connsiteY0" fmla="*/ 0 h 153888"/>
                  <a:gd name="connsiteX1" fmla="*/ 2704 w 2747"/>
                  <a:gd name="connsiteY1" fmla="*/ 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53888"/>
                  <a:gd name="connsiteX1" fmla="*/ 2704 w 2747"/>
                  <a:gd name="connsiteY1" fmla="*/ 10620 h 153888"/>
                  <a:gd name="connsiteX2" fmla="*/ 2747 w 2747"/>
                  <a:gd name="connsiteY2" fmla="*/ 153888 h 153888"/>
                  <a:gd name="connsiteX3" fmla="*/ 0 w 2747"/>
                  <a:gd name="connsiteY3" fmla="*/ 153888 h 153888"/>
                  <a:gd name="connsiteX4" fmla="*/ 0 w 2747"/>
                  <a:gd name="connsiteY4" fmla="*/ 10620 h 15388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4" fmla="*/ 0 w 2747"/>
                  <a:gd name="connsiteY4" fmla="*/ 0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3" fmla="*/ 0 w 2747"/>
                  <a:gd name="connsiteY3" fmla="*/ 143268 h 143268"/>
                  <a:gd name="connsiteX0" fmla="*/ 0 w 2747"/>
                  <a:gd name="connsiteY0" fmla="*/ 0 h 143268"/>
                  <a:gd name="connsiteX1" fmla="*/ 2704 w 2747"/>
                  <a:gd name="connsiteY1" fmla="*/ 0 h 143268"/>
                  <a:gd name="connsiteX2" fmla="*/ 2747 w 2747"/>
                  <a:gd name="connsiteY2" fmla="*/ 143268 h 14326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0" fmla="*/ 0 w 2749"/>
                  <a:gd name="connsiteY0" fmla="*/ 0 h 153888"/>
                  <a:gd name="connsiteX1" fmla="*/ 2704 w 2749"/>
                  <a:gd name="connsiteY1" fmla="*/ 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53888"/>
                  <a:gd name="connsiteX1" fmla="*/ 2704 w 2749"/>
                  <a:gd name="connsiteY1" fmla="*/ 5310 h 153888"/>
                  <a:gd name="connsiteX2" fmla="*/ 2749 w 2749"/>
                  <a:gd name="connsiteY2" fmla="*/ 153888 h 153888"/>
                  <a:gd name="connsiteX3" fmla="*/ 0 w 2749"/>
                  <a:gd name="connsiteY3" fmla="*/ 153888 h 153888"/>
                  <a:gd name="connsiteX4" fmla="*/ 0 w 2749"/>
                  <a:gd name="connsiteY4" fmla="*/ 5310 h 15388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4" fmla="*/ 0 w 2749"/>
                  <a:gd name="connsiteY4" fmla="*/ 0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3" fmla="*/ 0 w 2749"/>
                  <a:gd name="connsiteY3" fmla="*/ 148578 h 148578"/>
                  <a:gd name="connsiteX0" fmla="*/ 0 w 2749"/>
                  <a:gd name="connsiteY0" fmla="*/ 0 h 148578"/>
                  <a:gd name="connsiteX1" fmla="*/ 2704 w 2749"/>
                  <a:gd name="connsiteY1" fmla="*/ 0 h 148578"/>
                  <a:gd name="connsiteX2" fmla="*/ 2749 w 2749"/>
                  <a:gd name="connsiteY2" fmla="*/ 148578 h 148578"/>
                  <a:gd name="connsiteX0" fmla="*/ 0 w 2704"/>
                  <a:gd name="connsiteY0" fmla="*/ 0 h 0"/>
                  <a:gd name="connsiteX1" fmla="*/ 2704 w 2704"/>
                  <a:gd name="connsiteY1" fmla="*/ 0 h 0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0" fmla="*/ 0 w 2704"/>
                  <a:gd name="connsiteY0" fmla="*/ 0 h 148578"/>
                  <a:gd name="connsiteX1" fmla="*/ 2704 w 2704"/>
                  <a:gd name="connsiteY1" fmla="*/ 0 h 148578"/>
                  <a:gd name="connsiteX2" fmla="*/ 2268 w 2704"/>
                  <a:gd name="connsiteY2" fmla="*/ 148578 h 148578"/>
                  <a:gd name="connsiteX3" fmla="*/ 0 w 2704"/>
                  <a:gd name="connsiteY3" fmla="*/ 148578 h 148578"/>
                  <a:gd name="connsiteX4" fmla="*/ 0 w 2704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4" fmla="*/ 0 w 2268"/>
                  <a:gd name="connsiteY4" fmla="*/ 0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3" fmla="*/ 0 w 2268"/>
                  <a:gd name="connsiteY3" fmla="*/ 148578 h 148578"/>
                  <a:gd name="connsiteX0" fmla="*/ 0 w 2268"/>
                  <a:gd name="connsiteY0" fmla="*/ 0 h 148578"/>
                  <a:gd name="connsiteX1" fmla="*/ 2222 w 2268"/>
                  <a:gd name="connsiteY1" fmla="*/ 0 h 148578"/>
                  <a:gd name="connsiteX2" fmla="*/ 2268 w 2268"/>
                  <a:gd name="connsiteY2" fmla="*/ 148578 h 14857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4" fmla="*/ 0 w 2310"/>
                  <a:gd name="connsiteY4" fmla="*/ 0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3" fmla="*/ 0 w 2310"/>
                  <a:gd name="connsiteY3" fmla="*/ 288148 h 288148"/>
                  <a:gd name="connsiteX0" fmla="*/ 0 w 2310"/>
                  <a:gd name="connsiteY0" fmla="*/ 0 h 288148"/>
                  <a:gd name="connsiteX1" fmla="*/ 2222 w 2310"/>
                  <a:gd name="connsiteY1" fmla="*/ 0 h 288148"/>
                  <a:gd name="connsiteX2" fmla="*/ 2310 w 2310"/>
                  <a:gd name="connsiteY2" fmla="*/ 288148 h 288148"/>
                  <a:gd name="connsiteX0" fmla="*/ 0 w 2222"/>
                  <a:gd name="connsiteY0" fmla="*/ 0 h 0"/>
                  <a:gd name="connsiteX1" fmla="*/ 2222 w 2222"/>
                  <a:gd name="connsiteY1" fmla="*/ 0 h 0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0" fmla="*/ 0 w 2222"/>
                  <a:gd name="connsiteY0" fmla="*/ 0 h 288148"/>
                  <a:gd name="connsiteX1" fmla="*/ 2222 w 2222"/>
                  <a:gd name="connsiteY1" fmla="*/ 0 h 288148"/>
                  <a:gd name="connsiteX2" fmla="*/ 1769 w 2222"/>
                  <a:gd name="connsiteY2" fmla="*/ 288148 h 288148"/>
                  <a:gd name="connsiteX3" fmla="*/ 0 w 2222"/>
                  <a:gd name="connsiteY3" fmla="*/ 288148 h 288148"/>
                  <a:gd name="connsiteX4" fmla="*/ 0 w 2222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4" fmla="*/ 0 w 1769"/>
                  <a:gd name="connsiteY4" fmla="*/ 0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3" fmla="*/ 0 w 1769"/>
                  <a:gd name="connsiteY3" fmla="*/ 288148 h 288148"/>
                  <a:gd name="connsiteX0" fmla="*/ 0 w 1769"/>
                  <a:gd name="connsiteY0" fmla="*/ 0 h 288148"/>
                  <a:gd name="connsiteX1" fmla="*/ 1695 w 1769"/>
                  <a:gd name="connsiteY1" fmla="*/ 0 h 288148"/>
                  <a:gd name="connsiteX2" fmla="*/ 1769 w 1769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695"/>
                  <a:gd name="connsiteY0" fmla="*/ 0 h 0"/>
                  <a:gd name="connsiteX1" fmla="*/ 1695 w 1695"/>
                  <a:gd name="connsiteY1" fmla="*/ 0 h 0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  <a:gd name="connsiteX0" fmla="*/ 0 w 1762"/>
                  <a:gd name="connsiteY0" fmla="*/ 0 h 288148"/>
                  <a:gd name="connsiteX1" fmla="*/ 1695 w 1762"/>
                  <a:gd name="connsiteY1" fmla="*/ 0 h 288148"/>
                  <a:gd name="connsiteX2" fmla="*/ 1762 w 1762"/>
                  <a:gd name="connsiteY2" fmla="*/ 288148 h 288148"/>
                  <a:gd name="connsiteX3" fmla="*/ 0 w 1762"/>
                  <a:gd name="connsiteY3" fmla="*/ 288148 h 288148"/>
                  <a:gd name="connsiteX4" fmla="*/ 0 w 1762"/>
                  <a:gd name="connsiteY4" fmla="*/ 0 h 288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2" h="288148">
                    <a:moveTo>
                      <a:pt x="0" y="0"/>
                    </a:moveTo>
                    <a:lnTo>
                      <a:pt x="1695" y="0"/>
                    </a:lnTo>
                    <a:lnTo>
                      <a:pt x="1762" y="288148"/>
                    </a:lnTo>
                    <a:lnTo>
                      <a:pt x="0" y="28814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>
                <a:solidFill>
                  <a:srgbClr val="4CA64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lIns="36000" tIns="36000" rIns="36000" bIns="3600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1" name="ホームベース 64">
                <a:extLst>
                  <a:ext uri="{FF2B5EF4-FFF2-40B4-BE49-F238E27FC236}">
                    <ns2:creationId id="{831B29E6-2107-141E-F03B-06694B8807D1}"/>
                  </a:ext>
                </a:extLst>
              </p:cNvPr>
              <p:cNvSpPr/>
              <p:nvPr/>
            </p:nvSpPr>
            <p:spPr>
              <a:xfrm>
                <a:off x="9727452" y="2431826"/>
                <a:ext cx="1060517" cy="1402766"/>
              </a:xfrm>
              <a:prstGeom prst="homePlate">
                <a:avLst>
                  <a:gd name="adj" fmla="val 8711"/>
                </a:avLst>
              </a:prstGeom>
              <a:noFill/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60000" rIns="36000" bIns="0" rtlCol="0" anchor="t"/>
              <a:lstStyle/>
              <a:p>
                <a:pPr marL="87313" marR="0" lvl="1" indent="-87313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2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787A27C6-476A-F03E-4B03-64AC13D20E16}"/>
                  </a:ext>
                </a:extLst>
              </p:cNvPr>
              <p:cNvSpPr/>
              <p:nvPr/>
            </p:nvSpPr>
            <p:spPr>
              <a:xfrm>
                <a:off x="10812295" y="2431826"/>
                <a:ext cx="824236" cy="140276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83" name="background">
                <a:extLst>
                  <a:ext uri="{FF2B5EF4-FFF2-40B4-BE49-F238E27FC236}">
                    <ns2:creationId id="{CCE64FA0-9C98-90C9-797F-3189758044CE}"/>
                  </a:ext>
                </a:extLst>
              </p:cNvPr>
              <p:cNvSpPr>
                <a:spLocks noChangeAspec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9673081" y="2352599"/>
                <a:ext cx="183266" cy="183266"/>
              </a:xfrm>
              <a:prstGeom prst="ellipse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5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4" name="四角形: 角を丸くする 83">
                <a:extLst>
                  <a:ext uri="{FF2B5EF4-FFF2-40B4-BE49-F238E27FC236}">
                    <ns2:creationId id="{C5C556A5-EBB8-BC42-5D6B-9EEE2944F3E9}"/>
                  </a:ext>
                </a:extLst>
              </p:cNvPr>
              <p:cNvSpPr/>
              <p:nvPr/>
            </p:nvSpPr>
            <p:spPr>
              <a:xfrm>
                <a:off x="10591787" y="1985492"/>
                <a:ext cx="1265251" cy="324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1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5" name="二等辺三角形 84">
                <a:extLst>
                  <a:ext uri="{FF2B5EF4-FFF2-40B4-BE49-F238E27FC236}">
                    <ns2:creationId id="{9AA7206D-3772-3241-C5A9-8BA4E4BF2C19}"/>
                  </a:ext>
                </a:extLst>
              </p:cNvPr>
              <p:cNvSpPr/>
              <p:nvPr/>
            </p:nvSpPr>
            <p:spPr>
              <a:xfrm rot="10800000">
                <a:off x="11145505" y="2308964"/>
                <a:ext cx="157815" cy="136047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92" name="グループ化 91">
                <a:extLst>
                  <a:ext uri="{FF2B5EF4-FFF2-40B4-BE49-F238E27FC236}">
                    <ns2:creationId id="{225B6D1D-6B98-E0BA-09F7-59B32323DEB7}"/>
                  </a:ext>
                </a:extLst>
              </p:cNvPr>
              <p:cNvGrpSpPr/>
              <p:nvPr/>
            </p:nvGrpSpPr>
            <p:grpSpPr>
              <a:xfrm>
                <a:off x="9988686" y="1985492"/>
                <a:ext cx="483677" cy="483677"/>
                <a:chOff x="1249437" y="1985492"/>
                <a:chExt cx="483677" cy="483677"/>
              </a:xfrm>
            </p:grpSpPr>
            <p:sp>
              <p:nvSpPr>
                <p:cNvPr id="93" name="楕円 92">
                  <a:extLst>
                    <a:ext uri="{FF2B5EF4-FFF2-40B4-BE49-F238E27FC236}">
                      <ns2:creationId id="{1BAADF89-9496-0AEF-1943-3723651ED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249437" y="1985492"/>
                  <a:ext cx="483677" cy="483677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94" name="グラフィックス 93" descr="更新 単色塗りつぶし">
                  <a:extLst>
                    <a:ext uri="{FF2B5EF4-FFF2-40B4-BE49-F238E27FC236}">
                      <ns2:creationId id="{5CB9D483-7953-5E27-AD7F-BC5E9278C5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6"/>
                    </a:ext>
                  </a:extLst>
                </a:blip>
                <a:srcRect/>
                <a:stretch/>
              </p:blipFill>
              <p:spPr>
                <a:xfrm>
                  <a:off x="1311275" y="2047330"/>
                  <a:ext cx="360000" cy="3600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112" name="グラフィックス 111" descr="インターネット 単色塗りつぶし">
              <a:extLst>
                <a:ext uri="{FF2B5EF4-FFF2-40B4-BE49-F238E27FC236}">
                  <ns2:creationId id="{CEE9DAAA-F20E-4496-C021-87A5B4C402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7"/>
                </a:ext>
              </a:extLst>
            </a:blip>
            <a:stretch>
              <a:fillRect/>
            </a:stretch>
          </p:blipFill>
          <p:spPr>
            <a:xfrm>
              <a:off x="673250" y="2431826"/>
              <a:ext cx="241980" cy="241980"/>
            </a:xfrm>
            <a:prstGeom prst="rect">
              <a:avLst/>
            </a:prstGeom>
          </p:spPr>
        </p:pic>
        <p:sp>
          <p:nvSpPr>
            <p:cNvPr id="20" name="テキスト ボックス 19">
              <a:extLst>
                <a:ext uri="{FF2B5EF4-FFF2-40B4-BE49-F238E27FC236}">
                  <ns2:creationId id="{64A37121-8A41-3C89-5166-1C45DCA1D2C5}"/>
                </a:ext>
              </a:extLst>
            </p:cNvPr>
            <p:cNvSpPr txBox="1"/>
            <p:nvPr/>
          </p:nvSpPr>
          <p:spPr>
            <a:xfrm>
              <a:off x="673250" y="4084687"/>
              <a:ext cx="11183787" cy="288147"/>
            </a:xfrm>
            <a:prstGeom prst="homePlate">
              <a:avLst/>
            </a:prstGeom>
            <a:solidFill>
              <a:srgbClr val="008000">
                <a:alpha val="60000"/>
              </a:srgbClr>
            </a:solidFill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" name="矢印: 山形 8">
              <a:extLst>
                <a:ext uri="{FF2B5EF4-FFF2-40B4-BE49-F238E27FC236}">
                  <ns2:creationId id="{05F7E66D-9C44-2559-78FA-99CB653E95C1}"/>
                </a:ext>
              </a:extLst>
            </p:cNvPr>
            <p:cNvSpPr/>
            <p:nvPr/>
          </p:nvSpPr>
          <p:spPr>
            <a:xfrm rot="5400000">
              <a:off x="-627037" y="5046684"/>
              <a:ext cx="2224034" cy="300040"/>
            </a:xfrm>
            <a:prstGeom prst="chevron">
              <a:avLst>
                <a:gd name="adj" fmla="val 15765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5" name="四角形: 角を丸くする 104">
              <a:extLst>
                <a:ext uri="{FF2B5EF4-FFF2-40B4-BE49-F238E27FC236}">
                  <ns2:creationId id="{37D8BA44-AD92-C25F-044F-CD9DCEC5A4EB}"/>
                </a:ext>
              </a:extLst>
            </p:cNvPr>
            <p:cNvSpPr/>
            <p:nvPr/>
          </p:nvSpPr>
          <p:spPr>
            <a:xfrm>
              <a:off x="689372" y="4508721"/>
              <a:ext cx="1453193" cy="1799999"/>
            </a:xfrm>
            <a:prstGeom prst="roundRect">
              <a:avLst>
                <a:gd name="adj" fmla="val 5104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144000" marR="0" lvl="1" indent="-1440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08" name="グループ化 107">
              <a:extLst>
                <a:ext uri="{FF2B5EF4-FFF2-40B4-BE49-F238E27FC236}">
                  <ns2:creationId id="{1046B4D5-FD5C-D7F7-EEDC-78E39A9E0A88}"/>
                </a:ext>
              </a:extLst>
            </p:cNvPr>
            <p:cNvGrpSpPr/>
            <p:nvPr/>
          </p:nvGrpSpPr>
          <p:grpSpPr>
            <a:xfrm>
              <a:off x="669865" y="4447847"/>
              <a:ext cx="1114463" cy="517460"/>
              <a:chOff x="669865" y="4280925"/>
              <a:chExt cx="1114463" cy="517460"/>
            </a:xfrm>
          </p:grpSpPr>
          <p:sp>
            <p:nvSpPr>
              <p:cNvPr id="106" name="楕円 105">
                <a:extLst>
                  <a:ext uri="{FF2B5EF4-FFF2-40B4-BE49-F238E27FC236}">
                    <ns2:creationId id="{15CF0A34-2888-6016-6608-528AEAB67180}"/>
                  </a:ext>
                </a:extLst>
              </p:cNvPr>
              <p:cNvSpPr/>
              <p:nvPr/>
            </p:nvSpPr>
            <p:spPr>
              <a:xfrm>
                <a:off x="669865" y="4280925"/>
                <a:ext cx="1114463" cy="458563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07" name="二等辺三角形 106">
                <a:extLst>
                  <a:ext uri="{FF2B5EF4-FFF2-40B4-BE49-F238E27FC236}">
                    <ns2:creationId id="{3568BE42-4405-50CF-A258-94E5A10CE2F6}"/>
                  </a:ext>
                </a:extLst>
              </p:cNvPr>
              <p:cNvSpPr/>
              <p:nvPr/>
            </p:nvSpPr>
            <p:spPr>
              <a:xfrm rot="8656182">
                <a:off x="843361" y="4590800"/>
                <a:ext cx="122099" cy="207585"/>
              </a:xfrm>
              <a:prstGeom prst="triangl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110" name="テキスト ボックス 109">
              <a:extLst>
                <a:ext uri="{FF2B5EF4-FFF2-40B4-BE49-F238E27FC236}">
                  <ns2:creationId id="{050D2812-DE6F-D4A6-6087-9D4AC417DC40}"/>
                </a:ext>
              </a:extLst>
            </p:cNvPr>
            <p:cNvSpPr txBox="1"/>
            <p:nvPr/>
          </p:nvSpPr>
          <p:spPr>
            <a:xfrm>
              <a:off x="2201234" y="4508722"/>
              <a:ext cx="241980" cy="179999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vert="horz" wrap="square" lIns="36000" tIns="36000" rIns="36000" bIns="36000" rtlCol="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矢印: 右 113">
              <a:extLst>
                <a:ext uri="{FF2B5EF4-FFF2-40B4-BE49-F238E27FC236}">
                  <ns2:creationId id="{14E94CF9-5D62-98AD-A2EB-1DB0BE897D08}"/>
                </a:ext>
              </a:extLst>
            </p:cNvPr>
            <p:cNvSpPr/>
            <p:nvPr/>
          </p:nvSpPr>
          <p:spPr>
            <a:xfrm>
              <a:off x="2518919" y="5292263"/>
              <a:ext cx="336389" cy="399840"/>
            </a:xfrm>
            <a:prstGeom prst="rightArrow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B64AC390-1BA7-5309-6E8D-1C2277FB3B7B}"/>
                </a:ext>
              </a:extLst>
            </p:cNvPr>
            <p:cNvSpPr txBox="1"/>
            <p:nvPr/>
          </p:nvSpPr>
          <p:spPr>
            <a:xfrm>
              <a:off x="2477865" y="4508722"/>
              <a:ext cx="241980" cy="1800000"/>
            </a:xfrm>
            <a:prstGeom prst="rect">
              <a:avLst/>
            </a:prstGeom>
            <a:noFill/>
          </p:spPr>
          <p:txBody>
            <a:bodyPr vert="eaVert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8" name="Freeform 5">
              <a:extLst>
                <a:ext uri="{FF2B5EF4-FFF2-40B4-BE49-F238E27FC236}">
                  <ns2:creationId id="{FD2B0CEC-F60C-0F24-6121-63BA04D162B2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2870703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9" name="ホームベース 64">
              <a:extLst>
                <a:ext uri="{FF2B5EF4-FFF2-40B4-BE49-F238E27FC236}">
                  <ns2:creationId id="{58F4E70F-6528-6A6D-440E-728E9D1FB86A}"/>
                </a:ext>
              </a:extLst>
            </p:cNvPr>
            <p:cNvSpPr/>
            <p:nvPr/>
          </p:nvSpPr>
          <p:spPr>
            <a:xfrm>
              <a:off x="2870703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17" name="Freeform 5">
              <a:extLst>
                <a:ext uri="{FF2B5EF4-FFF2-40B4-BE49-F238E27FC236}">
                  <ns2:creationId id="{54F5E7BF-42D8-0EDE-0EA7-83A843AC031A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 bwMode="gray">
            <a:xfrm>
              <a:off x="4687329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0" fmla="*/ 0 w 1813"/>
                <a:gd name="connsiteY0" fmla="*/ 0 h 288148"/>
                <a:gd name="connsiteX1" fmla="*/ 1723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813"/>
                <a:gd name="connsiteY0" fmla="*/ 0 h 288148"/>
                <a:gd name="connsiteX1" fmla="*/ 1758 w 1813"/>
                <a:gd name="connsiteY1" fmla="*/ 0 h 288148"/>
                <a:gd name="connsiteX2" fmla="*/ 1813 w 1813"/>
                <a:gd name="connsiteY2" fmla="*/ 288148 h 288148"/>
                <a:gd name="connsiteX3" fmla="*/ 35 w 1813"/>
                <a:gd name="connsiteY3" fmla="*/ 288148 h 288148"/>
                <a:gd name="connsiteX4" fmla="*/ 35 w 1813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43"/>
                <a:gd name="connsiteY0" fmla="*/ 0 h 288148"/>
                <a:gd name="connsiteX1" fmla="*/ 1723 w 1743"/>
                <a:gd name="connsiteY1" fmla="*/ 0 h 288148"/>
                <a:gd name="connsiteX2" fmla="*/ 1743 w 1743"/>
                <a:gd name="connsiteY2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35 w 1778"/>
                <a:gd name="connsiteY0" fmla="*/ 0 h 288148"/>
                <a:gd name="connsiteX1" fmla="*/ 1758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35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18" name="ホームベース 64">
              <a:extLst>
                <a:ext uri="{FF2B5EF4-FFF2-40B4-BE49-F238E27FC236}">
                  <ns2:creationId id="{08F7C8A8-0610-60DD-DC0D-206420C6A5FC}"/>
                </a:ext>
              </a:extLst>
            </p:cNvPr>
            <p:cNvSpPr/>
            <p:nvPr/>
          </p:nvSpPr>
          <p:spPr>
            <a:xfrm>
              <a:off x="4687329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4" name="Freeform 5">
              <a:extLst>
                <a:ext uri="{FF2B5EF4-FFF2-40B4-BE49-F238E27FC236}">
                  <ns2:creationId id="{5093FEE7-2002-7DDB-9F24-86DCF8CB7E3A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gray">
            <a:xfrm>
              <a:off x="6503956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5" name="ホームベース 64">
              <a:extLst>
                <a:ext uri="{FF2B5EF4-FFF2-40B4-BE49-F238E27FC236}">
                  <ns2:creationId id="{A58D749C-17B2-813A-A48D-1D0B13FDD0C8}"/>
                </a:ext>
              </a:extLst>
            </p:cNvPr>
            <p:cNvSpPr/>
            <p:nvPr/>
          </p:nvSpPr>
          <p:spPr>
            <a:xfrm>
              <a:off x="6503956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1" name="Freeform 5">
              <a:extLst>
                <a:ext uri="{FF2B5EF4-FFF2-40B4-BE49-F238E27FC236}">
                  <ns2:creationId id="{C741A413-B673-D548-C3DA-EA59DDD71245}"/>
                </a:ext>
              </a:extLst>
            </p:cNvPr>
            <p:cNvSpPr>
              <a:spLocks/>
            </p:cNvSpPr>
            <p:nvPr>
              <p:custDataLst>
                <p:tags r:id="rId6"/>
              </p:custDataLst>
            </p:nvPr>
          </p:nvSpPr>
          <p:spPr bwMode="gray">
            <a:xfrm>
              <a:off x="8320582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: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2" name="ホームベース 64">
              <a:extLst>
                <a:ext uri="{FF2B5EF4-FFF2-40B4-BE49-F238E27FC236}">
                  <ns2:creationId id="{6588D945-8C1F-77DE-3E41-9CE1BF0EA238}"/>
                </a:ext>
              </a:extLst>
            </p:cNvPr>
            <p:cNvSpPr/>
            <p:nvPr/>
          </p:nvSpPr>
          <p:spPr>
            <a:xfrm>
              <a:off x="8320582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8" name="Freeform 5">
              <a:extLst>
                <a:ext uri="{FF2B5EF4-FFF2-40B4-BE49-F238E27FC236}">
                  <ns2:creationId id="{AE5646DF-6D42-4D9E-808A-794DBD40A4B6}"/>
                </a:ext>
              </a:extLst>
            </p:cNvPr>
            <p:cNvSpPr>
              <a:spLocks/>
            </p:cNvSpPr>
            <p:nvPr>
              <p:custDataLst>
                <p:tags r:id="rId7"/>
              </p:custDataLst>
            </p:nvPr>
          </p:nvSpPr>
          <p:spPr bwMode="gray">
            <a:xfrm>
              <a:off x="10137209" y="4905957"/>
              <a:ext cx="1647397" cy="288148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4" fmla="*/ 0 w 2738"/>
                <a:gd name="connsiteY4" fmla="*/ 0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3" fmla="*/ 0 w 2738"/>
                <a:gd name="connsiteY3" fmla="*/ 111455 h 111455"/>
                <a:gd name="connsiteX0" fmla="*/ 0 w 2738"/>
                <a:gd name="connsiteY0" fmla="*/ 0 h 111455"/>
                <a:gd name="connsiteX1" fmla="*/ 2704 w 2738"/>
                <a:gd name="connsiteY1" fmla="*/ 0 h 111455"/>
                <a:gd name="connsiteX2" fmla="*/ 2738 w 2738"/>
                <a:gd name="connsiteY2" fmla="*/ 111455 h 111455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0" fmla="*/ 0 w 2744"/>
                <a:gd name="connsiteY0" fmla="*/ 0 h 111455"/>
                <a:gd name="connsiteX1" fmla="*/ 2704 w 2744"/>
                <a:gd name="connsiteY1" fmla="*/ 0 h 111455"/>
                <a:gd name="connsiteX2" fmla="*/ 2744 w 2744"/>
                <a:gd name="connsiteY2" fmla="*/ 111455 h 111455"/>
                <a:gd name="connsiteX3" fmla="*/ 0 w 2744"/>
                <a:gd name="connsiteY3" fmla="*/ 111455 h 111455"/>
                <a:gd name="connsiteX0" fmla="*/ 0 w 2744"/>
                <a:gd name="connsiteY0" fmla="*/ 21192 h 132647"/>
                <a:gd name="connsiteX1" fmla="*/ 2704 w 2744"/>
                <a:gd name="connsiteY1" fmla="*/ 21192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21192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4" fmla="*/ 0 w 2744"/>
                <a:gd name="connsiteY4" fmla="*/ 0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3" fmla="*/ 0 w 2744"/>
                <a:gd name="connsiteY3" fmla="*/ 132647 h 132647"/>
                <a:gd name="connsiteX0" fmla="*/ 0 w 2744"/>
                <a:gd name="connsiteY0" fmla="*/ 0 h 132647"/>
                <a:gd name="connsiteX1" fmla="*/ 2704 w 2744"/>
                <a:gd name="connsiteY1" fmla="*/ 0 h 132647"/>
                <a:gd name="connsiteX2" fmla="*/ 2744 w 2744"/>
                <a:gd name="connsiteY2" fmla="*/ 132647 h 132647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0" fmla="*/ 0 w 2747"/>
                <a:gd name="connsiteY0" fmla="*/ 0 h 153888"/>
                <a:gd name="connsiteX1" fmla="*/ 2704 w 2747"/>
                <a:gd name="connsiteY1" fmla="*/ 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53888"/>
                <a:gd name="connsiteX1" fmla="*/ 2704 w 2747"/>
                <a:gd name="connsiteY1" fmla="*/ 10620 h 153888"/>
                <a:gd name="connsiteX2" fmla="*/ 2747 w 2747"/>
                <a:gd name="connsiteY2" fmla="*/ 153888 h 153888"/>
                <a:gd name="connsiteX3" fmla="*/ 0 w 2747"/>
                <a:gd name="connsiteY3" fmla="*/ 153888 h 153888"/>
                <a:gd name="connsiteX4" fmla="*/ 0 w 2747"/>
                <a:gd name="connsiteY4" fmla="*/ 10620 h 15388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4" fmla="*/ 0 w 2747"/>
                <a:gd name="connsiteY4" fmla="*/ 0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3" fmla="*/ 0 w 2747"/>
                <a:gd name="connsiteY3" fmla="*/ 143268 h 143268"/>
                <a:gd name="connsiteX0" fmla="*/ 0 w 2747"/>
                <a:gd name="connsiteY0" fmla="*/ 0 h 143268"/>
                <a:gd name="connsiteX1" fmla="*/ 2704 w 2747"/>
                <a:gd name="connsiteY1" fmla="*/ 0 h 143268"/>
                <a:gd name="connsiteX2" fmla="*/ 2747 w 2747"/>
                <a:gd name="connsiteY2" fmla="*/ 143268 h 14326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0" fmla="*/ 0 w 2749"/>
                <a:gd name="connsiteY0" fmla="*/ 0 h 153888"/>
                <a:gd name="connsiteX1" fmla="*/ 2704 w 2749"/>
                <a:gd name="connsiteY1" fmla="*/ 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53888"/>
                <a:gd name="connsiteX1" fmla="*/ 2704 w 2749"/>
                <a:gd name="connsiteY1" fmla="*/ 5310 h 153888"/>
                <a:gd name="connsiteX2" fmla="*/ 2749 w 2749"/>
                <a:gd name="connsiteY2" fmla="*/ 153888 h 153888"/>
                <a:gd name="connsiteX3" fmla="*/ 0 w 2749"/>
                <a:gd name="connsiteY3" fmla="*/ 153888 h 153888"/>
                <a:gd name="connsiteX4" fmla="*/ 0 w 2749"/>
                <a:gd name="connsiteY4" fmla="*/ 5310 h 15388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4" fmla="*/ 0 w 2749"/>
                <a:gd name="connsiteY4" fmla="*/ 0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3" fmla="*/ 0 w 2749"/>
                <a:gd name="connsiteY3" fmla="*/ 148578 h 148578"/>
                <a:gd name="connsiteX0" fmla="*/ 0 w 2749"/>
                <a:gd name="connsiteY0" fmla="*/ 0 h 148578"/>
                <a:gd name="connsiteX1" fmla="*/ 2704 w 2749"/>
                <a:gd name="connsiteY1" fmla="*/ 0 h 148578"/>
                <a:gd name="connsiteX2" fmla="*/ 2749 w 2749"/>
                <a:gd name="connsiteY2" fmla="*/ 148578 h 148578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0" fmla="*/ 0 w 2704"/>
                <a:gd name="connsiteY0" fmla="*/ 0 h 148578"/>
                <a:gd name="connsiteX1" fmla="*/ 2704 w 2704"/>
                <a:gd name="connsiteY1" fmla="*/ 0 h 148578"/>
                <a:gd name="connsiteX2" fmla="*/ 2268 w 2704"/>
                <a:gd name="connsiteY2" fmla="*/ 148578 h 148578"/>
                <a:gd name="connsiteX3" fmla="*/ 0 w 2704"/>
                <a:gd name="connsiteY3" fmla="*/ 148578 h 148578"/>
                <a:gd name="connsiteX4" fmla="*/ 0 w 2704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4" fmla="*/ 0 w 2268"/>
                <a:gd name="connsiteY4" fmla="*/ 0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3" fmla="*/ 0 w 2268"/>
                <a:gd name="connsiteY3" fmla="*/ 148578 h 148578"/>
                <a:gd name="connsiteX0" fmla="*/ 0 w 2268"/>
                <a:gd name="connsiteY0" fmla="*/ 0 h 148578"/>
                <a:gd name="connsiteX1" fmla="*/ 2222 w 2268"/>
                <a:gd name="connsiteY1" fmla="*/ 0 h 148578"/>
                <a:gd name="connsiteX2" fmla="*/ 2268 w 2268"/>
                <a:gd name="connsiteY2" fmla="*/ 148578 h 14857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4" fmla="*/ 0 w 2310"/>
                <a:gd name="connsiteY4" fmla="*/ 0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3" fmla="*/ 0 w 2310"/>
                <a:gd name="connsiteY3" fmla="*/ 288148 h 288148"/>
                <a:gd name="connsiteX0" fmla="*/ 0 w 2310"/>
                <a:gd name="connsiteY0" fmla="*/ 0 h 288148"/>
                <a:gd name="connsiteX1" fmla="*/ 2222 w 2310"/>
                <a:gd name="connsiteY1" fmla="*/ 0 h 288148"/>
                <a:gd name="connsiteX2" fmla="*/ 2310 w 2310"/>
                <a:gd name="connsiteY2" fmla="*/ 288148 h 288148"/>
                <a:gd name="connsiteX0" fmla="*/ 0 w 2222"/>
                <a:gd name="connsiteY0" fmla="*/ 0 h 0"/>
                <a:gd name="connsiteX1" fmla="*/ 2222 w 2222"/>
                <a:gd name="connsiteY1" fmla="*/ 0 h 0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0" fmla="*/ 0 w 2222"/>
                <a:gd name="connsiteY0" fmla="*/ 0 h 288148"/>
                <a:gd name="connsiteX1" fmla="*/ 2222 w 2222"/>
                <a:gd name="connsiteY1" fmla="*/ 0 h 288148"/>
                <a:gd name="connsiteX2" fmla="*/ 1769 w 2222"/>
                <a:gd name="connsiteY2" fmla="*/ 288148 h 288148"/>
                <a:gd name="connsiteX3" fmla="*/ 0 w 2222"/>
                <a:gd name="connsiteY3" fmla="*/ 288148 h 288148"/>
                <a:gd name="connsiteX4" fmla="*/ 0 w 2222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4" fmla="*/ 0 w 1769"/>
                <a:gd name="connsiteY4" fmla="*/ 0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3" fmla="*/ 0 w 1769"/>
                <a:gd name="connsiteY3" fmla="*/ 288148 h 288148"/>
                <a:gd name="connsiteX0" fmla="*/ 0 w 1769"/>
                <a:gd name="connsiteY0" fmla="*/ 0 h 288148"/>
                <a:gd name="connsiteX1" fmla="*/ 1695 w 1769"/>
                <a:gd name="connsiteY1" fmla="*/ 0 h 288148"/>
                <a:gd name="connsiteX2" fmla="*/ 1769 w 1769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4" fmla="*/ 0 w 1762"/>
                <a:gd name="connsiteY4" fmla="*/ 0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3" fmla="*/ 0 w 1762"/>
                <a:gd name="connsiteY3" fmla="*/ 288148 h 288148"/>
                <a:gd name="connsiteX0" fmla="*/ 0 w 1762"/>
                <a:gd name="connsiteY0" fmla="*/ 0 h 288148"/>
                <a:gd name="connsiteX1" fmla="*/ 1695 w 1762"/>
                <a:gd name="connsiteY1" fmla="*/ 0 h 288148"/>
                <a:gd name="connsiteX2" fmla="*/ 1762 w 1762"/>
                <a:gd name="connsiteY2" fmla="*/ 288148 h 288148"/>
                <a:gd name="connsiteX0" fmla="*/ 0 w 1695"/>
                <a:gd name="connsiteY0" fmla="*/ 0 h 0"/>
                <a:gd name="connsiteX1" fmla="*/ 1695 w 1695"/>
                <a:gd name="connsiteY1" fmla="*/ 0 h 0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695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4" fmla="*/ 0 w 1778"/>
                <a:gd name="connsiteY4" fmla="*/ 0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3" fmla="*/ 0 w 1778"/>
                <a:gd name="connsiteY3" fmla="*/ 288148 h 288148"/>
                <a:gd name="connsiteX0" fmla="*/ 0 w 1778"/>
                <a:gd name="connsiteY0" fmla="*/ 0 h 288148"/>
                <a:gd name="connsiteX1" fmla="*/ 1723 w 1778"/>
                <a:gd name="connsiteY1" fmla="*/ 0 h 288148"/>
                <a:gd name="connsiteX2" fmla="*/ 1778 w 1778"/>
                <a:gd name="connsiteY2" fmla="*/ 288148 h 288148"/>
                <a:gd name="connsiteX0" fmla="*/ 0 w 1723"/>
                <a:gd name="connsiteY0" fmla="*/ 0 h 0"/>
                <a:gd name="connsiteX1" fmla="*/ 1723 w 1723"/>
                <a:gd name="connsiteY1" fmla="*/ 0 h 0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3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25"/>
                <a:gd name="connsiteY0" fmla="*/ 0 h 0"/>
                <a:gd name="connsiteX1" fmla="*/ 1725 w 1725"/>
                <a:gd name="connsiteY1" fmla="*/ 0 h 0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  <a:gd name="connsiteX0" fmla="*/ 0 w 1779"/>
                <a:gd name="connsiteY0" fmla="*/ 0 h 288148"/>
                <a:gd name="connsiteX1" fmla="*/ 1725 w 1779"/>
                <a:gd name="connsiteY1" fmla="*/ 0 h 288148"/>
                <a:gd name="connsiteX2" fmla="*/ 1779 w 1779"/>
                <a:gd name="connsiteY2" fmla="*/ 288148 h 288148"/>
                <a:gd name="connsiteX3" fmla="*/ 0 w 1779"/>
                <a:gd name="connsiteY3" fmla="*/ 288148 h 288148"/>
                <a:gd name="connsiteX4" fmla="*/ 0 w 1779"/>
                <a:gd name="connsiteY4" fmla="*/ 0 h 28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9" h="288148">
                  <a:moveTo>
                    <a:pt x="0" y="0"/>
                  </a:moveTo>
                  <a:lnTo>
                    <a:pt x="1725" y="0"/>
                  </a:lnTo>
                  <a:lnTo>
                    <a:pt x="1779" y="288148"/>
                  </a:lnTo>
                  <a:lnTo>
                    <a:pt x="0" y="288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>
                <a:alpha val="70000"/>
              </a:srgbClr>
            </a:solidFill>
            <a:ln w="9525" cap="flat" cmpd="sng">
              <a:solidFill>
                <a:srgbClr val="4CA64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36000" tIns="36000" rIns="36000" bIns="36000" anchor="b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zh-TW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zh-TW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9" name="ホームベース 64">
              <a:extLst>
                <a:ext uri="{FF2B5EF4-FFF2-40B4-BE49-F238E27FC236}">
                  <ns2:creationId id="{308F7E13-F16F-5EA0-7B74-67CCA4CE400F}"/>
                </a:ext>
              </a:extLst>
            </p:cNvPr>
            <p:cNvSpPr/>
            <p:nvPr/>
          </p:nvSpPr>
          <p:spPr>
            <a:xfrm>
              <a:off x="10137209" y="4905957"/>
              <a:ext cx="1719827" cy="1402766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4CA6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0" rIns="36000" bIns="0" rtlCol="0" anchor="t"/>
            <a:lstStyle/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87313" marR="0" lvl="1" indent="-8731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/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41" name="グループ化 140">
              <a:extLst>
                <a:ext uri="{FF2B5EF4-FFF2-40B4-BE49-F238E27FC236}">
                  <ns2:creationId id="{128D80C3-1664-2E48-7E7C-FCC25DEEA039}"/>
                </a:ext>
              </a:extLst>
            </p:cNvPr>
            <p:cNvGrpSpPr/>
            <p:nvPr/>
          </p:nvGrpSpPr>
          <p:grpSpPr>
            <a:xfrm>
              <a:off x="10719071" y="4459623"/>
              <a:ext cx="483677" cy="483677"/>
              <a:chOff x="1249437" y="1985492"/>
              <a:chExt cx="483677" cy="483677"/>
            </a:xfrm>
          </p:grpSpPr>
          <p:sp>
            <p:nvSpPr>
              <p:cNvPr id="142" name="楕円 141">
                <a:extLst>
                  <a:ext uri="{FF2B5EF4-FFF2-40B4-BE49-F238E27FC236}">
                    <ns2:creationId id="{6FFAC3A3-C060-0B3D-DAF9-DC0AAEAB0E2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43" name="グラフィックス 142" descr="目のスキャン 単色塗りつぶし">
                <a:extLst>
                  <a:ext uri="{FF2B5EF4-FFF2-40B4-BE49-F238E27FC236}">
                    <ns2:creationId id="{F640BF59-5FC0-110F-A8AC-05C6687BE7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8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46" name="四角形: 角を丸くする 145">
              <a:extLst>
                <a:ext uri="{FF2B5EF4-FFF2-40B4-BE49-F238E27FC236}">
                  <ns2:creationId id="{8A02978E-9BA0-1FEF-7303-811A412BAAE7}"/>
                </a:ext>
              </a:extLst>
            </p:cNvPr>
            <p:cNvSpPr/>
            <p:nvPr/>
          </p:nvSpPr>
          <p:spPr>
            <a:xfrm>
              <a:off x="2950397" y="5875735"/>
              <a:ext cx="1488009" cy="386904"/>
            </a:xfrm>
            <a:prstGeom prst="roundRect">
              <a:avLst>
                <a:gd name="adj" fmla="val 13957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1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6" name="background">
              <a:extLst>
                <a:ext uri="{FF2B5EF4-FFF2-40B4-BE49-F238E27FC236}">
                  <ns2:creationId id="{9820868A-C019-CD47-2CED-0E509FBBBE41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6427446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3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3" name="background">
              <a:extLst>
                <a:ext uri="{FF2B5EF4-FFF2-40B4-BE49-F238E27FC236}">
                  <ns2:creationId id="{1DCE7337-FFFC-1AEA-A51A-AAF71B593F4C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8233002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40" name="background">
              <a:extLst>
                <a:ext uri="{FF2B5EF4-FFF2-40B4-BE49-F238E27FC236}">
                  <ns2:creationId id="{C62A3F0D-B2D7-1505-E9A9-0FD184809ACF}"/>
                </a:ext>
              </a:extLst>
            </p:cNvPr>
            <p:cNvSpPr>
              <a:spLocks noChangeAspect="1"/>
            </p:cNvSpPr>
            <p:nvPr>
              <p:custDataLst>
                <p:tags r:id="rId10"/>
              </p:custDataLst>
            </p:nvPr>
          </p:nvSpPr>
          <p:spPr>
            <a:xfrm>
              <a:off x="10038558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5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0" name="background">
              <a:extLst>
                <a:ext uri="{FF2B5EF4-FFF2-40B4-BE49-F238E27FC236}">
                  <ns2:creationId id="{1CCD5452-BBD9-4475-D5C7-D3C8DE7924D6}"/>
                </a:ext>
              </a:extLst>
            </p:cNvPr>
            <p:cNvSpPr>
              <a:spLocks noChangeAspect="1"/>
            </p:cNvSpPr>
            <p:nvPr>
              <p:custDataLst>
                <p:tags r:id="rId11"/>
              </p:custDataLst>
            </p:nvPr>
          </p:nvSpPr>
          <p:spPr>
            <a:xfrm>
              <a:off x="2816334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9" name="background">
              <a:extLst>
                <a:ext uri="{FF2B5EF4-FFF2-40B4-BE49-F238E27FC236}">
                  <ns2:creationId id="{0FED6643-F060-63E3-78B8-EFF203A38872}"/>
                </a:ext>
              </a:extLst>
            </p:cNvPr>
            <p:cNvSpPr>
              <a:spLocks noChangeAspect="1"/>
            </p:cNvSpPr>
            <p:nvPr>
              <p:custDataLst>
                <p:tags r:id="rId12"/>
              </p:custDataLst>
            </p:nvPr>
          </p:nvSpPr>
          <p:spPr>
            <a:xfrm>
              <a:off x="4621890" y="4826730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01" name="グループ化 100">
              <a:extLst>
                <a:ext uri="{FF2B5EF4-FFF2-40B4-BE49-F238E27FC236}">
                  <ns2:creationId id="{5B896246-C1FC-76C8-EAFF-44B22E4BED2B}"/>
                </a:ext>
              </a:extLst>
            </p:cNvPr>
            <p:cNvGrpSpPr/>
            <p:nvPr/>
          </p:nvGrpSpPr>
          <p:grpSpPr>
            <a:xfrm>
              <a:off x="3452564" y="4459623"/>
              <a:ext cx="483677" cy="483677"/>
              <a:chOff x="1249437" y="1985492"/>
              <a:chExt cx="483677" cy="483677"/>
            </a:xfrm>
          </p:grpSpPr>
          <p:sp>
            <p:nvSpPr>
              <p:cNvPr id="102" name="楕円 101">
                <a:extLst>
                  <a:ext uri="{FF2B5EF4-FFF2-40B4-BE49-F238E27FC236}">
                    <ns2:creationId id="{6A831D69-C455-0B8B-E553-658DE9624DB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3" name="グラフィックス 102" descr="再生 単色塗りつぶし">
                <a:extLst>
                  <a:ext uri="{FF2B5EF4-FFF2-40B4-BE49-F238E27FC236}">
                    <ns2:creationId id="{35665FDE-6FFD-FC90-BA8D-910F5248B5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9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0" name="グループ化 119">
              <a:extLst>
                <a:ext uri="{FF2B5EF4-FFF2-40B4-BE49-F238E27FC236}">
                  <ns2:creationId id="{4C1B57DA-189C-4C6E-BEA9-4F61D8E1E901}"/>
                </a:ext>
              </a:extLst>
            </p:cNvPr>
            <p:cNvGrpSpPr/>
            <p:nvPr/>
          </p:nvGrpSpPr>
          <p:grpSpPr>
            <a:xfrm>
              <a:off x="5269191" y="4459623"/>
              <a:ext cx="483677" cy="483677"/>
              <a:chOff x="1249437" y="1985492"/>
              <a:chExt cx="483677" cy="483677"/>
            </a:xfrm>
          </p:grpSpPr>
          <p:sp>
            <p:nvSpPr>
              <p:cNvPr id="121" name="楕円 120">
                <a:extLst>
                  <a:ext uri="{FF2B5EF4-FFF2-40B4-BE49-F238E27FC236}">
                    <ns2:creationId id="{7DD6184C-65AA-DF41-2DA0-B9DB4A1C8B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22" name="グラフィックス 121" descr="拡大鏡 単色塗りつぶし">
                <a:extLst>
                  <a:ext uri="{FF2B5EF4-FFF2-40B4-BE49-F238E27FC236}">
                    <ns2:creationId id="{EBB889D9-8BC3-729B-C374-334FA51B67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0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03DE5E50-20E1-C2C5-9E1D-182EC6EA4A64}"/>
                </a:ext>
              </a:extLst>
            </p:cNvPr>
            <p:cNvGrpSpPr/>
            <p:nvPr/>
          </p:nvGrpSpPr>
          <p:grpSpPr>
            <a:xfrm>
              <a:off x="7085818" y="4459623"/>
              <a:ext cx="483677" cy="483677"/>
              <a:chOff x="1249437" y="1985492"/>
              <a:chExt cx="483677" cy="483677"/>
            </a:xfrm>
          </p:grpSpPr>
          <p:sp>
            <p:nvSpPr>
              <p:cNvPr id="128" name="楕円 127">
                <a:extLst>
                  <a:ext uri="{FF2B5EF4-FFF2-40B4-BE49-F238E27FC236}">
                    <ns2:creationId id="{131AA201-707A-50E9-ECD1-913FED84B41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29" name="グラフィックス 128" descr="ツール 単色塗りつぶし">
                <a:extLst>
                  <a:ext uri="{FF2B5EF4-FFF2-40B4-BE49-F238E27FC236}">
                    <ns2:creationId id="{69CC8016-3B9C-917E-AFA0-7241B35274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1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4" name="グループ化 133">
              <a:extLst>
                <a:ext uri="{FF2B5EF4-FFF2-40B4-BE49-F238E27FC236}">
                  <ns2:creationId id="{12A1BC8F-D85B-8116-5B5D-DC759DA69304}"/>
                </a:ext>
              </a:extLst>
            </p:cNvPr>
            <p:cNvGrpSpPr/>
            <p:nvPr/>
          </p:nvGrpSpPr>
          <p:grpSpPr>
            <a:xfrm>
              <a:off x="8902445" y="4459623"/>
              <a:ext cx="483677" cy="483677"/>
              <a:chOff x="1249437" y="1985492"/>
              <a:chExt cx="483677" cy="483677"/>
            </a:xfrm>
          </p:grpSpPr>
          <p:sp>
            <p:nvSpPr>
              <p:cNvPr id="135" name="楕円 134">
                <a:extLst>
                  <a:ext uri="{FF2B5EF4-FFF2-40B4-BE49-F238E27FC236}">
                    <ns2:creationId id="{230DF177-D7A5-FF1A-CEF9-7EC10EC6DB5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49437" y="1985492"/>
                <a:ext cx="483677" cy="483677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36" name="グラフィックス 135" descr="チェックマークの付いた盾 単色塗りつぶし">
                <a:extLst>
                  <a:ext uri="{FF2B5EF4-FFF2-40B4-BE49-F238E27FC236}">
                    <ns2:creationId id="{AD3E944B-840B-4F4A-20AC-4A474C0194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2"/>
                  </a:ext>
                </a:extLst>
              </a:blip>
              <a:srcRect/>
              <a:stretch/>
            </p:blipFill>
            <p:spPr>
              <a:xfrm>
                <a:off x="1311275" y="2047330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66" name="background">
              <a:extLst>
                <a:ext uri="{FF2B5EF4-FFF2-40B4-BE49-F238E27FC236}">
                  <ns2:creationId id="{5983ADC8-7C45-40D9-5764-0966DDDEFCC4}"/>
                </a:ext>
              </a:extLst>
            </p:cNvPr>
            <p:cNvSpPr>
              <a:spLocks noChangeAspect="1"/>
            </p:cNvSpPr>
            <p:nvPr>
              <p:custDataLst>
                <p:tags r:id="rId13"/>
              </p:custDataLst>
            </p:nvPr>
          </p:nvSpPr>
          <p:spPr>
            <a:xfrm>
              <a:off x="7358321" y="2352599"/>
              <a:ext cx="183266" cy="183266"/>
            </a:xfrm>
            <a:prstGeom prst="ellipse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4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6" name="テキスト プレースホルダー 2">
            <a:extLst>
              <a:ext uri="{FF2B5EF4-FFF2-40B4-BE49-F238E27FC236}">
                <ns2:creationId id="{2C319421-03C6-6098-D102-BF343AD9E073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/>
              <a:t>XX</a:t>
            </a:r>
          </a:p>
          <a:p>
            <a:r>
              <a:rPr lang="ja-JP" altLang="en-US" sz="1800" dirty="0"/>
              <a:t>XX</a:t>
            </a:r>
          </a:p>
        </p:txBody>
      </p:sp>
    </p:spTree>
    <p:extLst>
      <p:ext uri="{BB962C8B-B14F-4D97-AF65-F5344CB8AC3E}">
        <ns5:creationId val="1011861773"/>
      </p:ext>
    </p:extLst>
  </p:cSld>
  <p:clrMapOvr>
    <a:masterClrMapping/>
  </p:clrMapOvr>
</p:sld>
</file>

<file path=ppt/slides/slide114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29A691C-ABC7-8617-C0E2-67DAD7AD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 err="1">
                <a:cs typeface="Cascadia Code ExtraLight" panose="020B0609020000020004" pitchFamily="49" charset="0"/>
              </a:rPr>
              <a:t>XX</a:t>
            </a:r>
            <a:br>
              <a:rPr lang="en-US" altLang="ja-JP" dirty="0">
                <a:cs typeface="Cascadia Code ExtraLight" panose="020B0609020000020004" pitchFamily="49" charset="0"/>
              </a:rPr>
            </a:b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2ECF3BBD-D93B-112D-C7D6-5DF784A1AD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3" y="487363"/>
            <a:ext cx="11745912" cy="427038"/>
          </a:xfrm>
        </p:spPr>
        <p:txBody>
          <a:bodyPr>
            <a:normAutofit/>
          </a:bodyPr>
          <a:lstStyle/>
          <a:p>
            <a:r>
              <a:rPr kumimoji="1" lang="en-US" altLang="ja-JP" sz="1800" dirty="0"/>
              <a:t>XX</a:t>
            </a:r>
            <a:endParaRPr kumimoji="1" lang="ja-JP" altLang="en-US" sz="1800" dirty="0"/>
          </a:p>
        </p:txBody>
      </p:sp>
      <p:grpSp>
        <p:nvGrpSpPr>
          <p:cNvPr id="116" name="グループ化 115">
            <a:extLst>
              <a:ext uri="{FF2B5EF4-FFF2-40B4-BE49-F238E27FC236}">
                <ns2:creationId id="{A1EFFB55-85F7-0937-9E2A-259179BE6809}"/>
              </a:ext>
            </a:extLst>
          </p:cNvPr>
          <p:cNvGrpSpPr/>
          <p:nvPr/>
        </p:nvGrpSpPr>
        <p:grpSpPr>
          <a:xfrm>
            <a:off x="334961" y="993440"/>
            <a:ext cx="5588414" cy="5319196"/>
            <a:chOff x="334961" y="993440"/>
            <a:chExt cx="5588414" cy="5319196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89A7032C-A5A3-9298-B152-18621C316F1B}"/>
                </a:ext>
              </a:extLst>
            </p:cNvPr>
            <p:cNvSpPr txBox="1"/>
            <p:nvPr/>
          </p:nvSpPr>
          <p:spPr>
            <a:xfrm>
              <a:off x="344868" y="1889026"/>
              <a:ext cx="2730104" cy="1011555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noFill/>
            </a:ln>
          </p:spPr>
          <p:txBody>
            <a:bodyPr wrap="square" tIns="252000" anchor="t" anchorCtr="0">
              <a:noAutofit/>
            </a:bodyPr>
            <a:lstStyle/>
            <a:p>
              <a:pPr marL="0" lvl="2">
                <a:lnSpc>
                  <a:spcPct val="150000"/>
                </a:lnSpc>
              </a:pP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0" lvl="2"/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ns2:creationId id="{FC407F3E-AC33-BB67-5BFA-8B329674C770}"/>
                </a:ext>
              </a:extLst>
            </p:cNvPr>
            <p:cNvSpPr txBox="1"/>
            <p:nvPr/>
          </p:nvSpPr>
          <p:spPr>
            <a:xfrm>
              <a:off x="334963" y="993440"/>
              <a:ext cx="5580000" cy="276999"/>
            </a:xfrm>
            <a:prstGeom prst="rect">
              <a:avLst/>
            </a:prstGeom>
            <a:solidFill>
              <a:srgbClr val="008000"/>
            </a:solidFill>
            <a:ln>
              <a:solidFill>
                <a:srgbClr val="008000"/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ns2:creationId id="{54BDF75D-DCB9-1ADA-FE0C-9698E673DA7C}"/>
                </a:ext>
              </a:extLst>
            </p:cNvPr>
            <p:cNvSpPr txBox="1"/>
            <p:nvPr/>
          </p:nvSpPr>
          <p:spPr>
            <a:xfrm>
              <a:off x="334962" y="1304106"/>
              <a:ext cx="5579999" cy="591622"/>
            </a:xfrm>
            <a:prstGeom prst="rect">
              <a:avLst/>
            </a:prstGeom>
            <a:noFill/>
          </p:spPr>
          <p:txBody>
            <a:bodyPr wrap="square" lIns="36000" tIns="0" anchor="t" anchorCtr="0">
              <a:noAutofit/>
            </a:bodyPr>
            <a:lstStyle/>
            <a:p>
              <a:pPr marL="0" lvl="1">
                <a:spcAft>
                  <a:spcPts val="300"/>
                </a:spcAft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marL="0" lvl="1" defTabSz="179388">
                <a:spcAft>
                  <a:spcPts val="3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en-US" altLang="ja-JP" sz="1000" dirty="0">
                  <a:latin typeface="+mn-ea"/>
                </a:rPr>
                <a:t>	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9" name="AutoShape 2">
              <a:extLst>
                <a:ext uri="{FF2B5EF4-FFF2-40B4-BE49-F238E27FC236}">
                  <ns2:creationId id="{42606E78-D867-3D18-D9A5-D208D8E2B58C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6200000" flipH="1">
              <a:off x="3066214" y="2315894"/>
              <a:ext cx="128408" cy="1462360"/>
            </a:xfrm>
            <a:prstGeom prst="homePlate">
              <a:avLst>
                <a:gd name="adj" fmla="val 100000"/>
              </a:avLst>
            </a:prstGeom>
            <a:solidFill>
              <a:srgbClr val="008000"/>
            </a:solidFill>
            <a:ln>
              <a:noFill/>
            </a:ln>
            <a:effectLst/>
          </p:spPr>
          <p:txBody>
            <a:bodyPr wrap="none" lIns="0" tIns="0" rIns="0" bIns="0" anchor="ctr">
              <a:noAutofit/>
            </a:bodyPr>
            <a:lstStyle/>
            <a:p>
              <a:endParaRPr lang="ja-JP" altLang="en-US" dirty="0">
                <a:latin typeface="+mn-ea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5805871F-4477-EB8C-4C1F-800D6BADDFAD}"/>
                </a:ext>
              </a:extLst>
            </p:cNvPr>
            <p:cNvGrpSpPr/>
            <p:nvPr/>
          </p:nvGrpSpPr>
          <p:grpSpPr>
            <a:xfrm>
              <a:off x="398006" y="3123278"/>
              <a:ext cx="5525369" cy="788084"/>
              <a:chOff x="398006" y="3123272"/>
              <a:chExt cx="5525369" cy="595978"/>
            </a:xfrm>
          </p:grpSpPr>
          <p:sp>
            <p:nvSpPr>
              <p:cNvPr id="21" name="テキスト ボックス 20">
                <a:extLst>
                  <a:ext uri="{FF2B5EF4-FFF2-40B4-BE49-F238E27FC236}">
                    <ns2:creationId id="{E5C1C99B-3581-F3D8-106C-10794593F6D2}"/>
                  </a:ext>
                </a:extLst>
              </p:cNvPr>
              <p:cNvSpPr txBox="1"/>
              <p:nvPr/>
            </p:nvSpPr>
            <p:spPr>
              <a:xfrm>
                <a:off x="2808916" y="3334943"/>
                <a:ext cx="3114459" cy="369332"/>
              </a:xfrm>
              <a:prstGeom prst="rect">
                <a:avLst/>
              </a:prstGeom>
              <a:noFill/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24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27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147" name="グループ化 146">
                <a:extLst>
                  <a:ext uri="{FF2B5EF4-FFF2-40B4-BE49-F238E27FC236}">
                    <ns2:creationId id="{4C5825AA-6462-6D02-0367-D50B780688BB}"/>
                  </a:ext>
                </a:extLst>
              </p:cNvPr>
              <p:cNvGrpSpPr/>
              <p:nvPr/>
            </p:nvGrpSpPr>
            <p:grpSpPr>
              <a:xfrm>
                <a:off x="398006" y="3123272"/>
                <a:ext cx="2430538" cy="595978"/>
                <a:chOff x="1099046" y="2242623"/>
                <a:chExt cx="1349695" cy="1178767"/>
              </a:xfrm>
            </p:grpSpPr>
            <p:sp>
              <p:nvSpPr>
                <p:cNvPr id="22" name="正方形/長方形 21">
                  <a:extLst>
                    <a:ext uri="{FF2B5EF4-FFF2-40B4-BE49-F238E27FC236}">
                      <ns2:creationId id="{DD393526-F498-F385-57B3-A1470AD9B24B}"/>
                    </a:ext>
                  </a:extLst>
                </p:cNvPr>
                <p:cNvSpPr/>
                <p:nvPr/>
              </p:nvSpPr>
              <p:spPr>
                <a:xfrm>
                  <a:off x="1160450" y="2545254"/>
                  <a:ext cx="295124" cy="634818"/>
                </a:xfrm>
                <a:prstGeom prst="rect">
                  <a:avLst/>
                </a:prstGeom>
                <a:solidFill>
                  <a:srgbClr val="008000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23E27D2B-B9C5-CE2F-2618-45AC9BAC463D}"/>
                    </a:ext>
                  </a:extLst>
                </p:cNvPr>
                <p:cNvSpPr/>
                <p:nvPr/>
              </p:nvSpPr>
              <p:spPr>
                <a:xfrm>
                  <a:off x="2080980" y="2862663"/>
                  <a:ext cx="295124" cy="317409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25" name="直線矢印コネクタ 24">
                  <a:extLst>
                    <a:ext uri="{FF2B5EF4-FFF2-40B4-BE49-F238E27FC236}">
                      <ns2:creationId id="{8C0830C9-A619-2577-6D26-0AD7F60AE5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68445" y="2565725"/>
                  <a:ext cx="594388" cy="281381"/>
                </a:xfrm>
                <a:prstGeom prst="straightConnector1">
                  <a:avLst/>
                </a:prstGeom>
                <a:ln w="9525">
                  <a:solidFill>
                    <a:srgbClr val="008000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" name="正方形/長方形 25">
                  <a:extLst>
                    <a:ext uri="{FF2B5EF4-FFF2-40B4-BE49-F238E27FC236}">
                      <ns2:creationId id="{CA70949A-F958-8BF7-C5A8-4D0833640E5E}"/>
                    </a:ext>
                  </a:extLst>
                </p:cNvPr>
                <p:cNvSpPr/>
                <p:nvPr/>
              </p:nvSpPr>
              <p:spPr>
                <a:xfrm>
                  <a:off x="1624835" y="2242623"/>
                  <a:ext cx="272622" cy="58677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8" name="テキスト ボックス 27">
                  <a:extLst>
                    <a:ext uri="{FF2B5EF4-FFF2-40B4-BE49-F238E27FC236}">
                      <ns2:creationId id="{7AF9D453-8BAE-42A9-46DD-15EA6528171C}"/>
                    </a:ext>
                  </a:extLst>
                </p:cNvPr>
                <p:cNvSpPr txBox="1"/>
                <p:nvPr/>
              </p:nvSpPr>
              <p:spPr>
                <a:xfrm>
                  <a:off x="1099046" y="3217866"/>
                  <a:ext cx="440398" cy="2035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kumimoji="1" lang="en-US" altLang="ja-JP" sz="900" dirty="0">
                      <a:latin typeface="+mn-ea"/>
                    </a:rPr>
                    <a:t>24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9" name="テキスト ボックス 28">
                  <a:extLst>
                    <a:ext uri="{FF2B5EF4-FFF2-40B4-BE49-F238E27FC236}">
                      <ns2:creationId id="{D04FEA3B-0B4B-1787-6C66-78C2C66F0E75}"/>
                    </a:ext>
                  </a:extLst>
                </p:cNvPr>
                <p:cNvSpPr txBox="1"/>
                <p:nvPr/>
              </p:nvSpPr>
              <p:spPr>
                <a:xfrm>
                  <a:off x="2008343" y="3215941"/>
                  <a:ext cx="440398" cy="2035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kumimoji="1" lang="en-US" altLang="ja-JP" sz="900" dirty="0">
                      <a:latin typeface="+mn-ea"/>
                    </a:rPr>
                    <a:t>27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</p:grpSp>
        </p:grpSp>
        <p:sp>
          <p:nvSpPr>
            <p:cNvPr id="33" name="テキスト ボックス 32">
              <a:extLst>
                <a:ext uri="{FF2B5EF4-FFF2-40B4-BE49-F238E27FC236}">
                  <ns2:creationId id="{6320CFD2-CC8E-B41F-0B2B-4865331AD47E}"/>
                </a:ext>
              </a:extLst>
            </p:cNvPr>
            <p:cNvSpPr txBox="1"/>
            <p:nvPr/>
          </p:nvSpPr>
          <p:spPr>
            <a:xfrm>
              <a:off x="334961" y="4024360"/>
              <a:ext cx="5579999" cy="499436"/>
            </a:xfrm>
            <a:prstGeom prst="rect">
              <a:avLst/>
            </a:prstGeom>
            <a:noFill/>
          </p:spPr>
          <p:txBody>
            <a:bodyPr wrap="square" lIns="36000" anchor="ctr" anchorCtr="0">
              <a:noAutofit/>
            </a:bodyPr>
            <a:lstStyle/>
            <a:p>
              <a:pPr marL="0" lvl="1">
                <a:spcAft>
                  <a:spcPts val="300"/>
                </a:spcAft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marL="0" lvl="1" defTabSz="179388">
                <a:spcAft>
                  <a:spcPts val="3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37" name="テキスト ボックス 36">
              <a:extLst>
                <a:ext uri="{FF2B5EF4-FFF2-40B4-BE49-F238E27FC236}">
                  <ns2:creationId id="{87FF5A63-B78C-414F-8C5B-44063F0F815A}"/>
                </a:ext>
              </a:extLst>
            </p:cNvPr>
            <p:cNvSpPr txBox="1"/>
            <p:nvPr/>
          </p:nvSpPr>
          <p:spPr>
            <a:xfrm>
              <a:off x="344868" y="4622185"/>
              <a:ext cx="2728800" cy="88305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noFill/>
            </a:ln>
          </p:spPr>
          <p:txBody>
            <a:bodyPr wrap="square" tIns="144000">
              <a:noAutofit/>
            </a:bodyPr>
            <a:lstStyle/>
            <a:p>
              <a:pPr marL="0" lvl="2">
                <a:spcAft>
                  <a:spcPts val="300"/>
                </a:spcAft>
              </a:pPr>
              <a:endParaRPr lang="en-US" altLang="ja-JP" sz="1050" dirty="0">
                <a:latin typeface="+mn-ea"/>
              </a:endParaRPr>
            </a:p>
            <a:p>
              <a:pPr marL="0" lvl="2" defTabSz="179388">
                <a:spcAft>
                  <a:spcPts val="300"/>
                </a:spcAft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  <a:p>
              <a:pPr marL="0" lvl="2" defTabSz="179388">
                <a:spcAft>
                  <a:spcPts val="300"/>
                </a:spcAft>
              </a:pP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en-US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	</a:t>
              </a: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38" name="テキスト ボックス 37">
              <a:extLst>
                <a:ext uri="{FF2B5EF4-FFF2-40B4-BE49-F238E27FC236}">
                  <ns2:creationId id="{DE75EC15-27A6-4A5A-4568-62E819C5C9BF}"/>
                </a:ext>
              </a:extLst>
            </p:cNvPr>
            <p:cNvSpPr txBox="1"/>
            <p:nvPr/>
          </p:nvSpPr>
          <p:spPr>
            <a:xfrm>
              <a:off x="916960" y="4677049"/>
              <a:ext cx="1587600" cy="180000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9" name="テキスト ボックス 38">
              <a:extLst>
                <a:ext uri="{FF2B5EF4-FFF2-40B4-BE49-F238E27FC236}">
                  <ns2:creationId id="{A680543B-B140-C9E2-62C8-FC9656868FA3}"/>
                </a:ext>
              </a:extLst>
            </p:cNvPr>
            <p:cNvSpPr txBox="1"/>
            <p:nvPr/>
          </p:nvSpPr>
          <p:spPr>
            <a:xfrm>
              <a:off x="3184856" y="4627835"/>
              <a:ext cx="2728800" cy="883051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noFill/>
            </a:ln>
          </p:spPr>
          <p:txBody>
            <a:bodyPr wrap="square" tIns="144000">
              <a:noAutofit/>
            </a:bodyPr>
            <a:lstStyle/>
            <a:p>
              <a:pPr marL="0" lvl="2">
                <a:spcAft>
                  <a:spcPts val="300"/>
                </a:spcAft>
              </a:pPr>
              <a:endParaRPr lang="en-US" altLang="ja-JP" sz="1050" dirty="0">
                <a:latin typeface="+mn-ea"/>
              </a:endParaRPr>
            </a:p>
            <a:p>
              <a:pPr marL="0" lvl="2">
                <a:spcAft>
                  <a:spcPts val="300"/>
                </a:spcAft>
              </a:pP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  <a:p>
              <a:pPr marL="0" lvl="2">
                <a:spcAft>
                  <a:spcPts val="300"/>
                </a:spcAft>
                <a:tabLst>
                  <a:tab pos="177800" algn="l"/>
                </a:tabLst>
              </a:pP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en-US" altLang="ja-JP" sz="900" dirty="0">
                  <a:latin typeface="+mn-ea"/>
                </a:rPr>
                <a:t>25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9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86</a:t>
              </a: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  <a:p>
              <a:pPr marL="0" lvl="2">
                <a:spcAft>
                  <a:spcPts val="300"/>
                </a:spcAft>
              </a:pPr>
              <a:endParaRPr lang="ja-JP" altLang="en-US" sz="900" dirty="0">
                <a:latin typeface="+mn-ea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ns2:creationId id="{70DF4C14-448C-D801-845F-F8CCA5E36E80}"/>
                </a:ext>
              </a:extLst>
            </p:cNvPr>
            <p:cNvSpPr txBox="1"/>
            <p:nvPr/>
          </p:nvSpPr>
          <p:spPr>
            <a:xfrm>
              <a:off x="3756949" y="4681800"/>
              <a:ext cx="1587600" cy="180000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3" name="AutoShape 2">
              <a:extLst>
                <a:ext uri="{FF2B5EF4-FFF2-40B4-BE49-F238E27FC236}">
                  <ns2:creationId id="{E2B43184-B9F7-EDD2-5FBD-46E3B89E78AA}"/>
                </a:ext>
              </a:extLst>
            </p:cNvPr>
            <p:cNvSpPr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 rot="16200000" flipH="1">
              <a:off x="3056054" y="4901316"/>
              <a:ext cx="128408" cy="1462360"/>
            </a:xfrm>
            <a:prstGeom prst="homePlate">
              <a:avLst>
                <a:gd name="adj" fmla="val 100000"/>
              </a:avLst>
            </a:prstGeom>
            <a:solidFill>
              <a:srgbClr val="008000"/>
            </a:solidFill>
            <a:ln>
              <a:noFill/>
            </a:ln>
            <a:effectLst/>
          </p:spPr>
          <p:txBody>
            <a:bodyPr wrap="none" lIns="0" tIns="0" rIns="0" bIns="0" anchor="ctr">
              <a:noAutofit/>
            </a:bodyPr>
            <a:lstStyle/>
            <a:p>
              <a:endParaRPr lang="ja-JP" altLang="en-US" dirty="0">
                <a:latin typeface="+mn-ea"/>
              </a:endParaRPr>
            </a:p>
          </p:txBody>
        </p:sp>
        <p:sp>
          <p:nvSpPr>
            <p:cNvPr id="45" name="テキスト ボックス 44">
              <a:extLst>
                <a:ext uri="{FF2B5EF4-FFF2-40B4-BE49-F238E27FC236}">
                  <ns2:creationId id="{63DC26C6-C4BB-1370-19EC-ACAC875B4CFE}"/>
                </a:ext>
              </a:extLst>
            </p:cNvPr>
            <p:cNvSpPr txBox="1"/>
            <p:nvPr/>
          </p:nvSpPr>
          <p:spPr>
            <a:xfrm>
              <a:off x="347256" y="5754105"/>
              <a:ext cx="5567704" cy="558531"/>
            </a:xfrm>
            <a:prstGeom prst="rect">
              <a:avLst/>
            </a:prstGeom>
            <a:noFill/>
          </p:spPr>
          <p:txBody>
            <a:bodyPr wrap="square" lIns="72000" anchor="ctr">
              <a:noAutofit/>
            </a:bodyPr>
            <a:lstStyle/>
            <a:p>
              <a:pPr marL="0" lvl="2" algn="ctr">
                <a:spcAft>
                  <a:spcPts val="800"/>
                </a:spcAft>
              </a:pP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50" dirty="0">
                <a:solidFill>
                  <a:schemeClr val="tx1"/>
                </a:solidFill>
                <a:latin typeface="+mn-ea"/>
              </a:endParaRPr>
            </a:p>
            <a:p>
              <a:pPr marL="0" lvl="2" algn="ctr">
                <a:spcAft>
                  <a:spcPts val="800"/>
                </a:spcAft>
              </a:pPr>
              <a:r>
                <a:rPr lang="ja-JP" altLang="en-US" sz="1200" dirty="0">
                  <a:latin typeface="+mn-ea"/>
                </a:rPr>
                <a:t>      </a:t>
              </a: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12614F79-EB1B-3579-8D1A-919B1022B75B}"/>
                </a:ext>
              </a:extLst>
            </p:cNvPr>
            <p:cNvSpPr txBox="1"/>
            <p:nvPr/>
          </p:nvSpPr>
          <p:spPr>
            <a:xfrm>
              <a:off x="916960" y="1944218"/>
              <a:ext cx="1585920" cy="180000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txBody>
            <a:bodyPr wrap="square" rtlCol="0" anchor="ctr" anchorCtr="0">
              <a:noAutofit/>
            </a:bodyPr>
            <a:lstStyle/>
            <a:p>
              <a:pPr marL="0" lvl="2"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ED899977-1531-AABB-E506-CEE9540A1A61}"/>
                </a:ext>
              </a:extLst>
            </p:cNvPr>
            <p:cNvSpPr txBox="1"/>
            <p:nvPr/>
          </p:nvSpPr>
          <p:spPr>
            <a:xfrm>
              <a:off x="3184856" y="1894463"/>
              <a:ext cx="2730104" cy="1011555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noFill/>
            </a:ln>
          </p:spPr>
          <p:txBody>
            <a:bodyPr wrap="square" lIns="288000" tIns="108000" anchor="t" anchorCtr="0">
              <a:noAutofit/>
            </a:bodyPr>
            <a:lstStyle/>
            <a:p>
              <a:pPr>
                <a:spcAft>
                  <a:spcPts val="500"/>
                </a:spcAft>
              </a:pPr>
              <a:endParaRPr lang="en-US" altLang="ja-JP" sz="900" dirty="0">
                <a:latin typeface="+mn-ea"/>
              </a:endParaRPr>
            </a:p>
            <a:p>
              <a:pPr>
                <a:spcAft>
                  <a:spcPts val="500"/>
                </a:spcAft>
              </a:pP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  <a:p>
              <a:pPr>
                <a:spcAft>
                  <a:spcPts val="500"/>
                </a:spcAft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  <a:p>
              <a:pPr defTabSz="179388">
                <a:spcAft>
                  <a:spcPts val="500"/>
                </a:spcAft>
              </a:pP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en-US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	</a:t>
              </a: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48" name="テキスト ボックス 47">
              <a:extLst>
                <a:ext uri="{FF2B5EF4-FFF2-40B4-BE49-F238E27FC236}">
                  <ns2:creationId id="{DE33B319-8731-6364-39D3-4B50B939ADD6}"/>
                </a:ext>
              </a:extLst>
            </p:cNvPr>
            <p:cNvSpPr txBox="1"/>
            <p:nvPr/>
          </p:nvSpPr>
          <p:spPr>
            <a:xfrm>
              <a:off x="3756949" y="1944218"/>
              <a:ext cx="1585920" cy="180000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52" name="グラフィックス 151" descr="電球と歯車 単色塗りつぶし">
              <a:extLst>
                <a:ext uri="{FF2B5EF4-FFF2-40B4-BE49-F238E27FC236}">
                  <ns2:creationId id="{08A0559E-70CE-0EE0-B6E5-20BA656898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1342217" y="6020475"/>
              <a:ext cx="288000" cy="288000"/>
            </a:xfrm>
            <a:prstGeom prst="rect">
              <a:avLst/>
            </a:prstGeom>
          </p:spPr>
        </p:pic>
        <p:pic>
          <p:nvPicPr>
            <p:cNvPr id="20" name="グラフィックス 19" descr="リサーチ 単色塗りつぶし">
              <a:extLst>
                <a:ext uri="{FF2B5EF4-FFF2-40B4-BE49-F238E27FC236}">
                  <ns2:creationId id="{4D198765-E360-F8D2-436C-C1B3C8EA91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5581304" y="5172148"/>
              <a:ext cx="324000" cy="324000"/>
            </a:xfrm>
            <a:prstGeom prst="rect">
              <a:avLst/>
            </a:prstGeom>
          </p:spPr>
        </p:pic>
        <p:pic>
          <p:nvPicPr>
            <p:cNvPr id="27" name="グラフィックス 26" descr="統計 単色塗りつぶし">
              <a:extLst>
                <a:ext uri="{FF2B5EF4-FFF2-40B4-BE49-F238E27FC236}">
                  <ns2:creationId id="{21C000AE-841A-8AAB-D952-50CDCAC397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2731018" y="5164298"/>
              <a:ext cx="324000" cy="324000"/>
            </a:xfrm>
            <a:prstGeom prst="rect">
              <a:avLst/>
            </a:prstGeom>
          </p:spPr>
        </p:pic>
        <p:pic>
          <p:nvPicPr>
            <p:cNvPr id="34" name="グラフィックス 33" descr="歯車 単色塗りつぶし">
              <a:extLst>
                <a:ext uri="{FF2B5EF4-FFF2-40B4-BE49-F238E27FC236}">
                  <ns2:creationId id="{89ADCB8B-DE8E-9B96-2580-D74E08A6B4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581304" y="2563451"/>
              <a:ext cx="324000" cy="324000"/>
            </a:xfrm>
            <a:prstGeom prst="rect">
              <a:avLst/>
            </a:prstGeom>
          </p:spPr>
        </p:pic>
        <p:pic>
          <p:nvPicPr>
            <p:cNvPr id="41" name="グラフィックス 40" descr="下降基調のグラフ 単色塗りつぶし">
              <a:extLst>
                <a:ext uri="{FF2B5EF4-FFF2-40B4-BE49-F238E27FC236}">
                  <ns2:creationId id="{40A1D844-5004-A90B-7D37-2F6828840D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3239404" y="2383451"/>
              <a:ext cx="180000" cy="180000"/>
            </a:xfrm>
            <a:prstGeom prst="rect">
              <a:avLst/>
            </a:prstGeom>
          </p:spPr>
        </p:pic>
        <p:pic>
          <p:nvPicPr>
            <p:cNvPr id="44" name="グラフィックス 43" descr="ホッケー スティック曲線のグラフ 単色塗りつぶし">
              <a:extLst>
                <a:ext uri="{FF2B5EF4-FFF2-40B4-BE49-F238E27FC236}">
                  <ns2:creationId id="{027D2957-342D-3B36-EA1D-F4469C1F51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3239404" y="2182830"/>
              <a:ext cx="180000" cy="180000"/>
            </a:xfrm>
            <a:prstGeom prst="rect">
              <a:avLst/>
            </a:prstGeom>
          </p:spPr>
        </p:pic>
        <p:pic>
          <p:nvPicPr>
            <p:cNvPr id="50" name="グラフィックス 49" descr="左脳 単色塗りつぶし">
              <a:extLst>
                <a:ext uri="{FF2B5EF4-FFF2-40B4-BE49-F238E27FC236}">
                  <ns2:creationId id="{6267B4F8-C038-A22E-14F5-4BE4728B03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rcRect/>
            <a:stretch/>
          </p:blipFill>
          <p:spPr>
            <a:xfrm>
              <a:off x="2743004" y="2565250"/>
              <a:ext cx="324000" cy="324000"/>
            </a:xfrm>
            <a:prstGeom prst="rect">
              <a:avLst/>
            </a:prstGeom>
          </p:spPr>
        </p:pic>
      </p:grpSp>
      <p:grpSp>
        <p:nvGrpSpPr>
          <p:cNvPr id="115" name="グループ化 114">
            <a:extLst>
              <a:ext uri="{FF2B5EF4-FFF2-40B4-BE49-F238E27FC236}">
                <ns2:creationId id="{EEDC8D65-437E-52CB-64AF-48FAF06B7ECA}"/>
              </a:ext>
            </a:extLst>
          </p:cNvPr>
          <p:cNvGrpSpPr/>
          <p:nvPr/>
        </p:nvGrpSpPr>
        <p:grpSpPr>
          <a:xfrm>
            <a:off x="6256580" y="1000728"/>
            <a:ext cx="5612655" cy="5308004"/>
            <a:chOff x="6256580" y="1000728"/>
            <a:chExt cx="5612655" cy="5308004"/>
          </a:xfrm>
        </p:grpSpPr>
        <p:sp>
          <p:nvSpPr>
            <p:cNvPr id="72" name="テキスト ボックス 71">
              <a:extLst>
                <a:ext uri="{FF2B5EF4-FFF2-40B4-BE49-F238E27FC236}">
                  <ns2:creationId id="{0260B770-2AB3-0285-09A7-3D43B616ECDF}"/>
                </a:ext>
              </a:extLst>
            </p:cNvPr>
            <p:cNvSpPr txBox="1"/>
            <p:nvPr/>
          </p:nvSpPr>
          <p:spPr>
            <a:xfrm>
              <a:off x="9127507" y="1894463"/>
              <a:ext cx="2728800" cy="10116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noFill/>
            </a:ln>
          </p:spPr>
          <p:txBody>
            <a:bodyPr wrap="square" tIns="180000" bIns="36000" anchor="t" anchorCtr="0">
              <a:noAutofit/>
            </a:bodyPr>
            <a:lstStyle/>
            <a:p>
              <a:pPr marL="0" lvl="2" algn="ctr"/>
              <a:endParaRPr lang="en-US" altLang="ja-JP" sz="900" dirty="0">
                <a:latin typeface="+mn-ea"/>
              </a:endParaRPr>
            </a:p>
            <a:p>
              <a:pPr marL="0" lvl="2" algn="ctr"/>
              <a:endParaRPr lang="en-US" altLang="ja-JP" sz="900" dirty="0">
                <a:latin typeface="+mn-ea"/>
              </a:endParaRPr>
            </a:p>
            <a:p>
              <a:pPr marL="0" lvl="2" algn="ctr"/>
              <a:r>
                <a:rPr lang="ja-JP" altLang="en-US" sz="900" dirty="0">
                  <a:latin typeface="+mn-ea"/>
                </a:rPr>
                <a:t>XX</a:t>
              </a:r>
              <a:br>
                <a:rPr lang="en-US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DX</a:t>
              </a:r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ns2:creationId id="{C9A3D3D6-1571-CAF8-8A49-062A18827C15}"/>
                </a:ext>
              </a:extLst>
            </p:cNvPr>
            <p:cNvSpPr txBox="1"/>
            <p:nvPr/>
          </p:nvSpPr>
          <p:spPr>
            <a:xfrm>
              <a:off x="6268499" y="1894463"/>
              <a:ext cx="2728800" cy="10116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noFill/>
            </a:ln>
          </p:spPr>
          <p:txBody>
            <a:bodyPr wrap="square" tIns="180000" bIns="36000" anchor="t" anchorCtr="0">
              <a:noAutofit/>
            </a:bodyPr>
            <a:lstStyle/>
            <a:p>
              <a:pPr marL="0" lvl="2" algn="ctr"/>
              <a:endParaRPr lang="en-US" altLang="ja-JP" sz="900" dirty="0">
                <a:latin typeface="+mn-ea"/>
              </a:endParaRPr>
            </a:p>
            <a:p>
              <a:pPr marL="0" lvl="2" algn="ctr"/>
              <a:endParaRPr lang="en-US" altLang="ja-JP" sz="900" dirty="0">
                <a:latin typeface="+mn-ea"/>
              </a:endParaRPr>
            </a:p>
            <a:p>
              <a:pPr marL="0" lvl="2" algn="ctr"/>
              <a:r>
                <a:rPr lang="ja-JP" altLang="en-US" sz="900" dirty="0"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ns2:creationId id="{1230CA28-9C95-F718-B43B-A82F14F5D719}"/>
                </a:ext>
              </a:extLst>
            </p:cNvPr>
            <p:cNvSpPr txBox="1"/>
            <p:nvPr/>
          </p:nvSpPr>
          <p:spPr>
            <a:xfrm>
              <a:off x="6268498" y="5541731"/>
              <a:ext cx="5600737" cy="276999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txBody>
            <a:bodyPr wrap="square" rtlCol="0" anchor="ctr" anchorCtr="0">
              <a:noAutofit/>
            </a:bodyPr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3" name="グループ化 2">
              <a:extLst>
                <a:ext uri="{FF2B5EF4-FFF2-40B4-BE49-F238E27FC236}">
                  <ns2:creationId id="{936CCD66-A1A8-A917-8050-31EA7ACB236B}"/>
                </a:ext>
              </a:extLst>
            </p:cNvPr>
            <p:cNvGrpSpPr/>
            <p:nvPr/>
          </p:nvGrpSpPr>
          <p:grpSpPr>
            <a:xfrm>
              <a:off x="6268498" y="5926057"/>
              <a:ext cx="5588540" cy="382675"/>
              <a:chOff x="627997" y="5668763"/>
              <a:chExt cx="4953554" cy="639962"/>
            </a:xfrm>
          </p:grpSpPr>
          <p:sp>
            <p:nvSpPr>
              <p:cNvPr id="55" name="矢印: 山形 54">
                <a:extLst>
                  <a:ext uri="{FF2B5EF4-FFF2-40B4-BE49-F238E27FC236}">
                    <ns2:creationId id="{A442B98E-3464-03DB-4EC0-DBC4391982BC}"/>
                  </a:ext>
                </a:extLst>
              </p:cNvPr>
              <p:cNvSpPr/>
              <p:nvPr/>
            </p:nvSpPr>
            <p:spPr>
              <a:xfrm>
                <a:off x="627997" y="5668765"/>
                <a:ext cx="1402177" cy="639960"/>
              </a:xfrm>
              <a:prstGeom prst="chevron">
                <a:avLst>
                  <a:gd name="adj" fmla="val 18199"/>
                </a:avLst>
              </a:prstGeom>
              <a:solidFill>
                <a:srgbClr val="008000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35402B0E-EB06-E6B2-EC60-02EF926D300A}"/>
                  </a:ext>
                </a:extLst>
              </p:cNvPr>
              <p:cNvSpPr txBox="1"/>
              <p:nvPr/>
            </p:nvSpPr>
            <p:spPr>
              <a:xfrm>
                <a:off x="2039437" y="5668765"/>
                <a:ext cx="1011017" cy="638168"/>
              </a:xfrm>
              <a:prstGeom prst="rect">
                <a:avLst/>
              </a:prstGeom>
              <a:noFill/>
            </p:spPr>
            <p:txBody>
              <a:bodyPr wrap="square" anchor="ctr"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4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000" dirty="0">
                  <a:latin typeface="+mn-ea"/>
                </a:endParaRPr>
              </a:p>
            </p:txBody>
          </p:sp>
          <p:sp>
            <p:nvSpPr>
              <p:cNvPr id="58" name="矢印: 山形 57">
                <a:extLst>
                  <a:ext uri="{FF2B5EF4-FFF2-40B4-BE49-F238E27FC236}">
                    <ns2:creationId id="{A893B5E1-7D6F-7764-A646-AB4D0CFF2DFA}"/>
                  </a:ext>
                </a:extLst>
              </p:cNvPr>
              <p:cNvSpPr/>
              <p:nvPr/>
            </p:nvSpPr>
            <p:spPr>
              <a:xfrm>
                <a:off x="3153541" y="5668765"/>
                <a:ext cx="1402177" cy="639960"/>
              </a:xfrm>
              <a:prstGeom prst="chevron">
                <a:avLst>
                  <a:gd name="adj" fmla="val 18199"/>
                </a:avLst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EABCADB5-4D64-2A8D-07E2-49BBB70BCE49}"/>
                  </a:ext>
                </a:extLst>
              </p:cNvPr>
              <p:cNvSpPr txBox="1"/>
              <p:nvPr/>
            </p:nvSpPr>
            <p:spPr>
              <a:xfrm>
                <a:off x="4570534" y="5668763"/>
                <a:ext cx="1011017" cy="638164"/>
              </a:xfrm>
              <a:prstGeom prst="rect">
                <a:avLst/>
              </a:prstGeom>
              <a:noFill/>
            </p:spPr>
            <p:txBody>
              <a:bodyPr wrap="square" anchor="ctr"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26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10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000" dirty="0">
                  <a:latin typeface="+mn-ea"/>
                </a:endParaRPr>
              </a:p>
            </p:txBody>
          </p:sp>
        </p:grpSp>
        <p:sp>
          <p:nvSpPr>
            <p:cNvPr id="61" name="テキスト ボックス 60">
              <a:extLst>
                <a:ext uri="{FF2B5EF4-FFF2-40B4-BE49-F238E27FC236}">
                  <ns2:creationId id="{EAC405E2-BA06-4F92-F871-3C2E3A216068}"/>
                </a:ext>
              </a:extLst>
            </p:cNvPr>
            <p:cNvSpPr txBox="1"/>
            <p:nvPr/>
          </p:nvSpPr>
          <p:spPr>
            <a:xfrm>
              <a:off x="6268499" y="1000728"/>
              <a:ext cx="5580000" cy="276999"/>
            </a:xfrm>
            <a:prstGeom prst="rect">
              <a:avLst/>
            </a:prstGeom>
            <a:solidFill>
              <a:srgbClr val="008000"/>
            </a:solidFill>
            <a:ln>
              <a:solidFill>
                <a:srgbClr val="008000"/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2" name="テキスト ボックス 61">
              <a:extLst>
                <a:ext uri="{FF2B5EF4-FFF2-40B4-BE49-F238E27FC236}">
                  <ns2:creationId id="{FC057527-CC28-AE02-6A13-E3120F603DB0}"/>
                </a:ext>
              </a:extLst>
            </p:cNvPr>
            <p:cNvSpPr txBox="1"/>
            <p:nvPr/>
          </p:nvSpPr>
          <p:spPr>
            <a:xfrm>
              <a:off x="6269198" y="1304108"/>
              <a:ext cx="5579999" cy="590400"/>
            </a:xfrm>
            <a:prstGeom prst="rect">
              <a:avLst/>
            </a:prstGeom>
            <a:noFill/>
          </p:spPr>
          <p:txBody>
            <a:bodyPr wrap="square" lIns="36000" tIns="0" anchor="t" anchorCtr="0">
              <a:noAutofit/>
            </a:bodyPr>
            <a:lstStyle/>
            <a:p>
              <a:pPr marL="0" lvl="1">
                <a:spcAft>
                  <a:spcPts val="300"/>
                </a:spcAft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  <a:tabLst>
                  <a:tab pos="182563" algn="l"/>
                </a:tabLs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:</a:t>
              </a: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en-US" altLang="ja-JP" sz="1000" dirty="0">
                  <a:latin typeface="+mn-ea"/>
                </a:rPr>
                <a:t>	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3681D3A8-2D4D-7BE3-7AB5-83B7C8BFAF0A}"/>
                </a:ext>
              </a:extLst>
            </p:cNvPr>
            <p:cNvSpPr txBox="1"/>
            <p:nvPr/>
          </p:nvSpPr>
          <p:spPr>
            <a:xfrm>
              <a:off x="6839099" y="1944218"/>
              <a:ext cx="1587600" cy="180000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txBody>
            <a:bodyPr wrap="square" rtlCol="0" anchor="ctr" anchorCtr="0">
              <a:noAutofit/>
            </a:bodyPr>
            <a:lstStyle/>
            <a:p>
              <a:pPr marL="0" lvl="2"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3" name="テキスト ボックス 72">
              <a:extLst>
                <a:ext uri="{FF2B5EF4-FFF2-40B4-BE49-F238E27FC236}">
                  <ns2:creationId id="{41F9CBD5-E5BD-CC88-7DB4-C980156A2AFB}"/>
                </a:ext>
              </a:extLst>
            </p:cNvPr>
            <p:cNvSpPr txBox="1"/>
            <p:nvPr/>
          </p:nvSpPr>
          <p:spPr>
            <a:xfrm>
              <a:off x="9704707" y="1944218"/>
              <a:ext cx="1587600" cy="180000"/>
            </a:xfrm>
            <a:prstGeom prst="rect">
              <a:avLst/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txBody>
            <a:bodyPr wrap="square" rtlCol="0" anchor="ctr" anchorCtr="0">
              <a:noAutofit/>
            </a:bodyPr>
            <a:lstStyle/>
            <a:p>
              <a:pPr marL="0" lvl="2"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66" name="グループ化 65">
              <a:extLst>
                <a:ext uri="{FF2B5EF4-FFF2-40B4-BE49-F238E27FC236}">
                  <ns2:creationId id="{B54B4016-867C-C05E-6E61-094D231ABE7E}"/>
                </a:ext>
              </a:extLst>
            </p:cNvPr>
            <p:cNvGrpSpPr/>
            <p:nvPr/>
          </p:nvGrpSpPr>
          <p:grpSpPr>
            <a:xfrm>
              <a:off x="6256580" y="2982236"/>
              <a:ext cx="5600458" cy="216000"/>
              <a:chOff x="6256580" y="2982236"/>
              <a:chExt cx="5600458" cy="216000"/>
            </a:xfrm>
          </p:grpSpPr>
          <p:cxnSp>
            <p:nvCxnSpPr>
              <p:cNvPr id="74" name="直線コネクタ 73">
                <a:extLst>
                  <a:ext uri="{FF2B5EF4-FFF2-40B4-BE49-F238E27FC236}">
                    <ns2:creationId id="{41815056-28A7-F8CF-8CF6-15C19A1136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56580" y="3090236"/>
                <a:ext cx="5600458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グループ化 74">
                <a:extLst>
                  <a:ext uri="{FF2B5EF4-FFF2-40B4-BE49-F238E27FC236}">
                    <ns2:creationId id="{E34E2439-6D6B-B892-0163-6C6BA054E02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 rot="5400000">
                <a:off x="8948809" y="2982236"/>
                <a:ext cx="216000" cy="216000"/>
                <a:chOff x="4481975" y="4552638"/>
                <a:chExt cx="369527" cy="360000"/>
              </a:xfrm>
            </p:grpSpPr>
            <p:sp>
              <p:nvSpPr>
                <p:cNvPr id="76" name="円/楕円 8">
                  <a:extLst>
                    <a:ext uri="{FF2B5EF4-FFF2-40B4-BE49-F238E27FC236}">
                      <ns2:creationId id="{BFAAEC45-1198-35C4-3435-0F9CB1536CC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75" y="4552638"/>
                  <a:ext cx="36000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+mn-ea"/>
                  </a:endParaRPr>
                </a:p>
              </p:txBody>
            </p:sp>
            <p:pic>
              <p:nvPicPr>
                <p:cNvPr id="77" name="グラフィックス 76">
                  <a:extLst>
                    <a:ext uri="{FF2B5EF4-FFF2-40B4-BE49-F238E27FC236}">
                      <ns2:creationId id="{98DB7310-03E1-E876-C63D-FB777528F008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1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</p:grpSp>
        <p:sp>
          <p:nvSpPr>
            <p:cNvPr id="80" name="テキスト ボックス 79">
              <a:extLst>
                <a:ext uri="{FF2B5EF4-FFF2-40B4-BE49-F238E27FC236}">
                  <ns2:creationId id="{A370EB0D-F34D-C854-92EC-8ED31A42F15C}"/>
                </a:ext>
              </a:extLst>
            </p:cNvPr>
            <p:cNvSpPr txBox="1"/>
            <p:nvPr/>
          </p:nvSpPr>
          <p:spPr>
            <a:xfrm>
              <a:off x="6268499" y="3294914"/>
              <a:ext cx="5400000" cy="622340"/>
            </a:xfrm>
            <a:prstGeom prst="rect">
              <a:avLst/>
            </a:prstGeom>
            <a:noFill/>
          </p:spPr>
          <p:txBody>
            <a:bodyPr wrap="square" lIns="36000">
              <a:noAutofit/>
            </a:bodyPr>
            <a:lstStyle/>
            <a:p>
              <a:pPr marL="0" lvl="1">
                <a:spcAft>
                  <a:spcPts val="300"/>
                </a:spcAft>
              </a:pP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  <a:p>
              <a:pPr marL="0" lvl="1">
                <a:tabLst>
                  <a:tab pos="176213" algn="l"/>
                </a:tabLs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	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5</a:t>
              </a: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	</a:t>
              </a:r>
              <a:r>
                <a:rPr lang="ja-JP" altLang="en-US" sz="1000" dirty="0">
                  <a:latin typeface="+mn-ea"/>
                </a:rPr>
                <a:t>XX</a:t>
              </a:r>
            </a:p>
          </p:txBody>
        </p:sp>
        <p:sp>
          <p:nvSpPr>
            <p:cNvPr id="67" name="テキスト ボックス 66">
              <a:extLst>
                <a:ext uri="{FF2B5EF4-FFF2-40B4-BE49-F238E27FC236}">
                  <ns2:creationId id="{2A8E7D43-02C0-CEE7-8049-6AAEB2439273}"/>
                </a:ext>
              </a:extLst>
            </p:cNvPr>
            <p:cNvSpPr txBox="1"/>
            <p:nvPr/>
          </p:nvSpPr>
          <p:spPr>
            <a:xfrm>
              <a:off x="6268499" y="3970282"/>
              <a:ext cx="3505421" cy="201879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marL="0" lvl="2">
                <a:lnSpc>
                  <a:spcPct val="150000"/>
                </a:lnSpc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en-US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08" name="グループ化 107">
              <a:extLst>
                <a:ext uri="{FF2B5EF4-FFF2-40B4-BE49-F238E27FC236}">
                  <ns2:creationId id="{F39137C0-644D-093A-7F2C-DEFA2C6D661E}"/>
                </a:ext>
              </a:extLst>
            </p:cNvPr>
            <p:cNvGrpSpPr/>
            <p:nvPr/>
          </p:nvGrpSpPr>
          <p:grpSpPr>
            <a:xfrm>
              <a:off x="6368055" y="4298241"/>
              <a:ext cx="5478504" cy="1059317"/>
              <a:chOff x="6368055" y="4298241"/>
              <a:chExt cx="5478504" cy="1059317"/>
            </a:xfrm>
          </p:grpSpPr>
          <p:sp>
            <p:nvSpPr>
              <p:cNvPr id="86" name="正方形/長方形 85">
                <a:extLst>
                  <a:ext uri="{FF2B5EF4-FFF2-40B4-BE49-F238E27FC236}">
                    <ns2:creationId id="{60A6C114-E82D-E4FA-B632-D3A9BC0C7B6E}"/>
                  </a:ext>
                </a:extLst>
              </p:cNvPr>
              <p:cNvSpPr/>
              <p:nvPr/>
            </p:nvSpPr>
            <p:spPr>
              <a:xfrm>
                <a:off x="6368055" y="4309714"/>
                <a:ext cx="1248654" cy="1047844"/>
              </a:xfrm>
              <a:prstGeom prst="rect">
                <a:avLst/>
              </a:prstGeom>
              <a:solidFill>
                <a:srgbClr val="D9D9D9">
                  <a:alpha val="3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tIns="46800" rtlCol="0" anchor="ctr"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95" name="テキスト ボックス 94">
                <a:extLst>
                  <a:ext uri="{FF2B5EF4-FFF2-40B4-BE49-F238E27FC236}">
                    <ns2:creationId id="{091270E6-9B9A-8FC5-0A73-65CA9BBF7239}"/>
                  </a:ext>
                </a:extLst>
              </p:cNvPr>
              <p:cNvSpPr txBox="1"/>
              <p:nvPr/>
            </p:nvSpPr>
            <p:spPr>
              <a:xfrm>
                <a:off x="10576666" y="4636119"/>
                <a:ext cx="1269893" cy="383558"/>
              </a:xfrm>
              <a:prstGeom prst="rect">
                <a:avLst/>
              </a:prstGeom>
              <a:noFill/>
            </p:spPr>
            <p:txBody>
              <a:bodyPr wrap="square" anchor="ctr">
                <a:noAutofit/>
              </a:bodyPr>
              <a:lstStyle/>
              <a:p>
                <a:pPr marL="0" lvl="2" algn="ctr"/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" name="テキスト ボックス 84">
                <a:extLst>
                  <a:ext uri="{FF2B5EF4-FFF2-40B4-BE49-F238E27FC236}">
                    <ns2:creationId id="{6A2ED96E-6ABE-9D9C-2EB3-EA2F4152ADF8}"/>
                  </a:ext>
                </a:extLst>
              </p:cNvPr>
              <p:cNvSpPr txBox="1"/>
              <p:nvPr/>
            </p:nvSpPr>
            <p:spPr>
              <a:xfrm>
                <a:off x="8752853" y="4298241"/>
                <a:ext cx="1688254" cy="2220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0" name="テキスト ボックス 89">
                <a:extLst>
                  <a:ext uri="{FF2B5EF4-FFF2-40B4-BE49-F238E27FC236}">
                    <ns2:creationId id="{ABDD742A-577C-829A-7F50-CDC395FA9928}"/>
                  </a:ext>
                </a:extLst>
              </p:cNvPr>
              <p:cNvSpPr txBox="1"/>
              <p:nvPr/>
            </p:nvSpPr>
            <p:spPr>
              <a:xfrm>
                <a:off x="8752853" y="4507760"/>
                <a:ext cx="1688254" cy="2212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1" name="テキスト ボックス 90">
                <a:extLst>
                  <a:ext uri="{FF2B5EF4-FFF2-40B4-BE49-F238E27FC236}">
                    <ns2:creationId id="{9DA4C902-7B37-673F-9124-75150510E53C}"/>
                  </a:ext>
                </a:extLst>
              </p:cNvPr>
              <p:cNvSpPr txBox="1"/>
              <p:nvPr/>
            </p:nvSpPr>
            <p:spPr>
              <a:xfrm>
                <a:off x="8752853" y="4716430"/>
                <a:ext cx="1688254" cy="2220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DX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2" name="テキスト ボックス 91">
                <a:extLst>
                  <a:ext uri="{FF2B5EF4-FFF2-40B4-BE49-F238E27FC236}">
                    <ns2:creationId id="{C8906248-7095-66F7-E56B-BB93B8E63F6E}"/>
                  </a:ext>
                </a:extLst>
              </p:cNvPr>
              <p:cNvSpPr txBox="1"/>
              <p:nvPr/>
            </p:nvSpPr>
            <p:spPr>
              <a:xfrm>
                <a:off x="8752853" y="4925949"/>
                <a:ext cx="1688254" cy="2220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3" name="テキスト ボックス 92">
                <a:extLst>
                  <a:ext uri="{FF2B5EF4-FFF2-40B4-BE49-F238E27FC236}">
                    <ns2:creationId id="{346EA3CA-1B8D-A875-3EA0-CEBDB4A18003}"/>
                  </a:ext>
                </a:extLst>
              </p:cNvPr>
              <p:cNvSpPr txBox="1"/>
              <p:nvPr/>
            </p:nvSpPr>
            <p:spPr>
              <a:xfrm>
                <a:off x="8752853" y="5135466"/>
                <a:ext cx="1688254" cy="2220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anchor="ctr">
                <a:noAutofit/>
              </a:bodyPr>
              <a:lstStyle/>
              <a:p>
                <a:pPr marL="0" lvl="2"/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DX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97" name="グラフィックス 96" descr="筋骨たくましい腕 単色塗りつぶし">
                <a:extLst>
                  <a:ext uri="{FF2B5EF4-FFF2-40B4-BE49-F238E27FC236}">
                    <ns2:creationId id="{C79C69D0-4A20-6DE3-3884-51EB90303F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2"/>
                  </a:ext>
                </a:extLst>
              </a:blip>
              <a:srcRect/>
              <a:stretch/>
            </p:blipFill>
            <p:spPr>
              <a:xfrm>
                <a:off x="8547747" y="431423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98" name="グラフィックス 97" descr="繰り返し 単色塗りつぶし">
                <a:extLst>
                  <a:ext uri="{FF2B5EF4-FFF2-40B4-BE49-F238E27FC236}">
                    <ns2:creationId id="{7BC405F9-3E44-9378-1168-F2F31842FD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8547747" y="4527611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99" name="グラフィックス 98" descr="非常に良い 単色塗りつぶし">
                <a:extLst>
                  <a:ext uri="{FF2B5EF4-FFF2-40B4-BE49-F238E27FC236}">
                    <ns2:creationId id="{83E516A1-E7FE-DA2A-A5CC-433278206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4"/>
                  </a:ext>
                </a:extLst>
              </a:blip>
              <a:srcRect/>
              <a:stretch/>
            </p:blipFill>
            <p:spPr>
              <a:xfrm>
                <a:off x="8547747" y="5167744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00" name="グラフィックス 99" descr="グループでのブレーンストーミング 単色塗りつぶし">
                <a:extLst>
                  <a:ext uri="{FF2B5EF4-FFF2-40B4-BE49-F238E27FC236}">
                    <ns2:creationId id="{DB047556-E891-8D1E-72C7-BE1E135D0E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5"/>
                  </a:ext>
                </a:extLst>
              </a:blip>
              <a:srcRect/>
              <a:stretch/>
            </p:blipFill>
            <p:spPr>
              <a:xfrm>
                <a:off x="8547747" y="474098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01" name="グラフィックス 100" descr="アイデア 単色塗りつぶし">
                <a:extLst>
                  <a:ext uri="{FF2B5EF4-FFF2-40B4-BE49-F238E27FC236}">
                    <ns2:creationId id="{2819C229-9D12-C1CE-70AD-68CDECA52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6"/>
                  </a:ext>
                </a:extLst>
              </a:blip>
              <a:srcRect/>
              <a:stretch/>
            </p:blipFill>
            <p:spPr>
              <a:xfrm>
                <a:off x="8547747" y="495436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79" name="コネクタ: カギ線 78">
                <a:extLst>
                  <a:ext uri="{FF2B5EF4-FFF2-40B4-BE49-F238E27FC236}">
                    <ns2:creationId id="{4855B000-F77E-5F14-1461-6C8B999C3205}"/>
                  </a:ext>
                </a:extLst>
              </p:cNvPr>
              <p:cNvCxnSpPr>
                <a:stCxn id="86" idx="3"/>
                <a:endCxn id="97" idx="1"/>
              </p:cNvCxnSpPr>
              <p:nvPr/>
            </p:nvCxnSpPr>
            <p:spPr>
              <a:xfrm flipV="1">
                <a:off x="7616709" y="4404233"/>
                <a:ext cx="931038" cy="42940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コネクタ: カギ線 80">
                <a:extLst>
                  <a:ext uri="{FF2B5EF4-FFF2-40B4-BE49-F238E27FC236}">
                    <ns2:creationId id="{7C76D6F2-884B-A58E-D121-5D403BFD60DD}"/>
                  </a:ext>
                </a:extLst>
              </p:cNvPr>
              <p:cNvCxnSpPr>
                <a:cxnSpLocks/>
                <a:stCxn id="86" idx="3"/>
                <a:endCxn id="99" idx="1"/>
              </p:cNvCxnSpPr>
              <p:nvPr/>
            </p:nvCxnSpPr>
            <p:spPr>
              <a:xfrm>
                <a:off x="7616709" y="4833636"/>
                <a:ext cx="931038" cy="424108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コネクタ: カギ線 86">
                <a:extLst>
                  <a:ext uri="{FF2B5EF4-FFF2-40B4-BE49-F238E27FC236}">
                    <ns2:creationId id="{C3DE9530-D153-E7AF-D509-4B88360CCCF8}"/>
                  </a:ext>
                </a:extLst>
              </p:cNvPr>
              <p:cNvCxnSpPr>
                <a:cxnSpLocks/>
                <a:stCxn id="98" idx="1"/>
                <a:endCxn id="86" idx="3"/>
              </p:cNvCxnSpPr>
              <p:nvPr/>
            </p:nvCxnSpPr>
            <p:spPr>
              <a:xfrm rot="10800000" flipV="1">
                <a:off x="7616709" y="4617610"/>
                <a:ext cx="931038" cy="21602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コネクタ: カギ線 101">
                <a:extLst>
                  <a:ext uri="{FF2B5EF4-FFF2-40B4-BE49-F238E27FC236}">
                    <ns2:creationId id="{86B4E9DC-AF20-E361-730D-7A9C99B2B82A}"/>
                  </a:ext>
                </a:extLst>
              </p:cNvPr>
              <p:cNvCxnSpPr>
                <a:cxnSpLocks/>
                <a:stCxn id="101" idx="1"/>
                <a:endCxn id="86" idx="3"/>
              </p:cNvCxnSpPr>
              <p:nvPr/>
            </p:nvCxnSpPr>
            <p:spPr>
              <a:xfrm rot="10800000">
                <a:off x="7616709" y="4833637"/>
                <a:ext cx="931038" cy="21073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直線コネクタ 105">
                <a:extLst>
                  <a:ext uri="{FF2B5EF4-FFF2-40B4-BE49-F238E27FC236}">
                    <ns2:creationId id="{583C81F7-D5DE-82BC-6541-D49DCD692F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16709" y="4832894"/>
                <a:ext cx="34175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11" name="グラフィックス 110" descr="チェックリスト 単色塗りつぶし">
              <a:extLst>
                <a:ext uri="{FF2B5EF4-FFF2-40B4-BE49-F238E27FC236}">
                  <ns2:creationId id="{32757D8E-D0A0-5406-FE16-6FCB3A44C8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7"/>
                </a:ext>
              </a:extLst>
            </a:blip>
            <a:srcRect/>
            <a:stretch/>
          </p:blipFill>
          <p:spPr>
            <a:xfrm>
              <a:off x="11533169" y="2563451"/>
              <a:ext cx="324000" cy="324000"/>
            </a:xfrm>
            <a:prstGeom prst="rect">
              <a:avLst/>
            </a:prstGeom>
          </p:spPr>
        </p:pic>
        <p:pic>
          <p:nvPicPr>
            <p:cNvPr id="112" name="グラフィックス 111" descr="バッジ: チェックマーク 単色塗りつぶし">
              <a:extLst>
                <a:ext uri="{FF2B5EF4-FFF2-40B4-BE49-F238E27FC236}">
                  <ns2:creationId id="{DF1A5085-2799-D8D9-402E-DB9C9F25AF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8"/>
                </a:ext>
              </a:extLst>
            </a:blip>
            <a:srcRect/>
            <a:stretch/>
          </p:blipFill>
          <p:spPr>
            <a:xfrm>
              <a:off x="8652959" y="2563451"/>
              <a:ext cx="324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840672675"/>
      </p:ext>
    </p:extLst>
  </p:cSld>
  <p:clrMapOvr>
    <a:masterClrMapping/>
  </p:clrMapOvr>
</p:sld>
</file>

<file path=ppt/slides/slide1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064A74C-568E-60E6-2AD8-92C2B5027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ja-JP" dirty="0"/>
              <a:t>XX</a:t>
            </a:r>
            <a:br>
              <a:rPr lang="en-US" altLang="ja-JP"/>
            </a:br>
            <a:r>
              <a:rPr lang="ja-JP" altLang="en-US"/>
              <a:t> </a:t>
            </a:r>
            <a:r>
              <a:rPr lang="en-US" altLang="ja-JP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A6FE226-7DEA-F26F-0C2C-BC0956B65A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55" name="グループ化 54">
            <a:extLst>
              <a:ext uri="{FF2B5EF4-FFF2-40B4-BE49-F238E27FC236}">
                <ns2:creationId id="{F17A1B04-ACF1-6112-FD5D-0E10433F357D}"/>
              </a:ext>
            </a:extLst>
          </p:cNvPr>
          <p:cNvGrpSpPr/>
          <p:nvPr/>
        </p:nvGrpSpPr>
        <p:grpSpPr>
          <a:xfrm>
            <a:off x="1079070" y="1639435"/>
            <a:ext cx="10779318" cy="635492"/>
            <a:chOff x="1079070" y="1639435"/>
            <a:chExt cx="10779318" cy="635492"/>
          </a:xfrm>
        </p:grpSpPr>
        <p:sp>
          <p:nvSpPr>
            <p:cNvPr id="16" name="正方形/長方形 22">
              <a:extLst>
                <a:ext uri="{FF2B5EF4-FFF2-40B4-BE49-F238E27FC236}">
                  <ns2:creationId id="{B791520E-3F3A-C698-DAC9-625913B1685C}"/>
                </a:ext>
              </a:extLst>
            </p:cNvPr>
            <p:cNvSpPr/>
            <p:nvPr/>
          </p:nvSpPr>
          <p:spPr>
            <a:xfrm>
              <a:off x="1079070" y="1639435"/>
              <a:ext cx="2456552" cy="306214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/>
                  </a:solidFill>
                </a:rPr>
                <a:t>XX</a:t>
              </a:r>
              <a:r>
                <a:rPr lang="ja-JP" altLang="ja-JP" sz="1600" dirty="0">
                  <a:solidFill>
                    <a:schemeClr val="tx1"/>
                  </a:solidFill>
                </a:rPr>
                <a:t>XX</a:t>
              </a:r>
              <a:endParaRPr kumimoji="1" lang="ja-JP" altLang="en-US" sz="1600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7" name="正方形/長方形 22">
              <a:extLst>
                <a:ext uri="{FF2B5EF4-FFF2-40B4-BE49-F238E27FC236}">
                  <ns2:creationId id="{EBAAB371-A482-9B27-D1BF-A9C3609AAF33}"/>
                </a:ext>
              </a:extLst>
            </p:cNvPr>
            <p:cNvSpPr/>
            <p:nvPr/>
          </p:nvSpPr>
          <p:spPr>
            <a:xfrm>
              <a:off x="3575899" y="1639435"/>
              <a:ext cx="8281140" cy="306214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/>
                  </a:solidFill>
                </a:rPr>
                <a:t>XX</a:t>
              </a:r>
              <a:r>
                <a:rPr lang="ja-JP" altLang="ja-JP" sz="1600" dirty="0">
                  <a:solidFill>
                    <a:schemeClr val="tx1"/>
                  </a:solidFill>
                </a:rPr>
                <a:t>XX</a:t>
              </a:r>
              <a:endParaRPr kumimoji="1" lang="ja-JP" altLang="en-US" sz="1600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D332ABAB-2D45-B347-9777-9F74542864E4}"/>
                </a:ext>
              </a:extLst>
            </p:cNvPr>
            <p:cNvSpPr/>
            <p:nvPr/>
          </p:nvSpPr>
          <p:spPr>
            <a:xfrm>
              <a:off x="5240450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3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4" name="正方形/長方形 22">
              <a:extLst>
                <a:ext uri="{FF2B5EF4-FFF2-40B4-BE49-F238E27FC236}">
                  <ns2:creationId id="{3D239A39-9E82-0382-7211-CDB2DE4A23EA}"/>
                </a:ext>
              </a:extLst>
            </p:cNvPr>
            <p:cNvSpPr/>
            <p:nvPr/>
          </p:nvSpPr>
          <p:spPr>
            <a:xfrm>
              <a:off x="6072726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4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5" name="正方形/長方形 22">
              <a:extLst>
                <a:ext uri="{FF2B5EF4-FFF2-40B4-BE49-F238E27FC236}">
                  <ns2:creationId id="{84479EA9-8243-0AE9-8818-1DCE5BA9E50A}"/>
                </a:ext>
              </a:extLst>
            </p:cNvPr>
            <p:cNvSpPr/>
            <p:nvPr/>
          </p:nvSpPr>
          <p:spPr>
            <a:xfrm>
              <a:off x="6905002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5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6" name="正方形/長方形 22">
              <a:extLst>
                <a:ext uri="{FF2B5EF4-FFF2-40B4-BE49-F238E27FC236}">
                  <ns2:creationId id="{E249CBBC-1B09-B572-18AD-49CCD2AFA37E}"/>
                </a:ext>
              </a:extLst>
            </p:cNvPr>
            <p:cNvSpPr/>
            <p:nvPr/>
          </p:nvSpPr>
          <p:spPr>
            <a:xfrm>
              <a:off x="7737278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6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7" name="正方形/長方形 22">
              <a:extLst>
                <a:ext uri="{FF2B5EF4-FFF2-40B4-BE49-F238E27FC236}">
                  <ns2:creationId id="{98BAA34F-ABDB-9B1E-3239-7467E54A16A3}"/>
                </a:ext>
              </a:extLst>
            </p:cNvPr>
            <p:cNvSpPr/>
            <p:nvPr/>
          </p:nvSpPr>
          <p:spPr>
            <a:xfrm>
              <a:off x="8569554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7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8" name="正方形/長方形 22">
              <a:extLst>
                <a:ext uri="{FF2B5EF4-FFF2-40B4-BE49-F238E27FC236}">
                  <ns2:creationId id="{10EF0D31-FD3D-7C3A-9927-515FB20F5398}"/>
                </a:ext>
              </a:extLst>
            </p:cNvPr>
            <p:cNvSpPr/>
            <p:nvPr/>
          </p:nvSpPr>
          <p:spPr>
            <a:xfrm>
              <a:off x="9401830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8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9" name="正方形/長方形 22">
              <a:extLst>
                <a:ext uri="{FF2B5EF4-FFF2-40B4-BE49-F238E27FC236}">
                  <ns2:creationId id="{A64F12EA-F1E9-1038-EC29-EAA500CE6EA4}"/>
                </a:ext>
              </a:extLst>
            </p:cNvPr>
            <p:cNvSpPr/>
            <p:nvPr/>
          </p:nvSpPr>
          <p:spPr>
            <a:xfrm>
              <a:off x="10234106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9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0" name="正方形/長方形 22">
              <a:extLst>
                <a:ext uri="{FF2B5EF4-FFF2-40B4-BE49-F238E27FC236}">
                  <ns2:creationId id="{3A76EDF4-6EAE-7EC9-1931-0FE6C99643B9}"/>
                </a:ext>
              </a:extLst>
            </p:cNvPr>
            <p:cNvSpPr/>
            <p:nvPr/>
          </p:nvSpPr>
          <p:spPr>
            <a:xfrm>
              <a:off x="11066388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10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9" name="正方形/長方形 22">
              <a:extLst>
                <a:ext uri="{FF2B5EF4-FFF2-40B4-BE49-F238E27FC236}">
                  <ns2:creationId id="{17D5A96C-318D-4602-F983-0ED701ADCDF4}"/>
                </a:ext>
              </a:extLst>
            </p:cNvPr>
            <p:cNvSpPr/>
            <p:nvPr/>
          </p:nvSpPr>
          <p:spPr>
            <a:xfrm>
              <a:off x="1911346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11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0" name="正方形/長方形 22">
              <a:extLst>
                <a:ext uri="{FF2B5EF4-FFF2-40B4-BE49-F238E27FC236}">
                  <ns2:creationId id="{911AC526-B061-055F-D1D7-813D7ADD6C20}"/>
                </a:ext>
              </a:extLst>
            </p:cNvPr>
            <p:cNvSpPr/>
            <p:nvPr/>
          </p:nvSpPr>
          <p:spPr>
            <a:xfrm>
              <a:off x="2743622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12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1" name="正方形/長方形 22">
              <a:extLst>
                <a:ext uri="{FF2B5EF4-FFF2-40B4-BE49-F238E27FC236}">
                  <ns2:creationId id="{482C6796-4838-DB4E-8357-C80770414C50}"/>
                </a:ext>
              </a:extLst>
            </p:cNvPr>
            <p:cNvSpPr/>
            <p:nvPr/>
          </p:nvSpPr>
          <p:spPr>
            <a:xfrm>
              <a:off x="3575898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22" name="正方形/長方形 22">
              <a:extLst>
                <a:ext uri="{FF2B5EF4-FFF2-40B4-BE49-F238E27FC236}">
                  <ns2:creationId id="{571F052D-11AB-987A-CA61-D82B3EBB2538}"/>
                </a:ext>
              </a:extLst>
            </p:cNvPr>
            <p:cNvSpPr/>
            <p:nvPr/>
          </p:nvSpPr>
          <p:spPr>
            <a:xfrm>
              <a:off x="4408174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8" name="正方形/長方形 22">
              <a:extLst>
                <a:ext uri="{FF2B5EF4-FFF2-40B4-BE49-F238E27FC236}">
                  <ns2:creationId id="{034163EA-3C38-8125-DF80-0FFC0EF76FF0}"/>
                </a:ext>
              </a:extLst>
            </p:cNvPr>
            <p:cNvSpPr/>
            <p:nvPr/>
          </p:nvSpPr>
          <p:spPr>
            <a:xfrm>
              <a:off x="1079070" y="1968713"/>
              <a:ext cx="792000" cy="306214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10</a:t>
              </a:r>
              <a:r>
                <a:rPr lang="ja-JP" altLang="ja-JP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</p:grpSp>
      <p:grpSp>
        <p:nvGrpSpPr>
          <p:cNvPr id="58" name="グループ化 57">
            <a:extLst>
              <a:ext uri="{FF2B5EF4-FFF2-40B4-BE49-F238E27FC236}">
                <ns2:creationId id="{BC430F1B-EF87-DB0C-280E-64D9375E1289}"/>
              </a:ext>
            </a:extLst>
          </p:cNvPr>
          <p:cNvGrpSpPr/>
          <p:nvPr/>
        </p:nvGrpSpPr>
        <p:grpSpPr>
          <a:xfrm>
            <a:off x="1144804" y="2319037"/>
            <a:ext cx="3197252" cy="306214"/>
            <a:chOff x="1144804" y="2319037"/>
            <a:chExt cx="3197252" cy="306214"/>
          </a:xfrm>
        </p:grpSpPr>
        <p:sp>
          <p:nvSpPr>
            <p:cNvPr id="45" name="正方形/長方形 22">
              <a:extLst>
                <a:ext uri="{FF2B5EF4-FFF2-40B4-BE49-F238E27FC236}">
                  <ns2:creationId id="{D9D0408C-5F70-4AD7-52DB-2F784E63161C}"/>
                </a:ext>
              </a:extLst>
            </p:cNvPr>
            <p:cNvSpPr/>
            <p:nvPr/>
          </p:nvSpPr>
          <p:spPr>
            <a:xfrm>
              <a:off x="1507242" y="2319037"/>
              <a:ext cx="2472375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</a:rPr>
                <a:t>①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65" name="直線コネクタ 64">
              <a:extLst>
                <a:ext uri="{FF2B5EF4-FFF2-40B4-BE49-F238E27FC236}">
                  <ns2:creationId id="{1BDE4A92-BA35-AE8E-8524-10B57EA4F560}"/>
                </a:ext>
              </a:extLst>
            </p:cNvPr>
            <p:cNvCxnSpPr>
              <a:cxnSpLocks/>
            </p:cNvCxnSpPr>
            <p:nvPr/>
          </p:nvCxnSpPr>
          <p:spPr>
            <a:xfrm>
              <a:off x="1144804" y="2625251"/>
              <a:ext cx="319725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>
            <a:extLst>
              <a:ext uri="{FF2B5EF4-FFF2-40B4-BE49-F238E27FC236}">
                <ns2:creationId id="{20BE7DD5-7EE7-5F75-084C-4FAB7DB7284B}"/>
              </a:ext>
            </a:extLst>
          </p:cNvPr>
          <p:cNvGrpSpPr/>
          <p:nvPr/>
        </p:nvGrpSpPr>
        <p:grpSpPr>
          <a:xfrm>
            <a:off x="338686" y="2332281"/>
            <a:ext cx="698400" cy="2149438"/>
            <a:chOff x="338686" y="2332281"/>
            <a:chExt cx="698400" cy="2149438"/>
          </a:xfrm>
        </p:grpSpPr>
        <p:sp>
          <p:nvSpPr>
            <p:cNvPr id="7" name="正方形/長方形 6">
              <a:extLst>
                <a:ext uri="{FF2B5EF4-FFF2-40B4-BE49-F238E27FC236}">
                  <ns2:creationId id="{C9A09698-7505-797D-AFA7-934BAAEBCF35}"/>
                </a:ext>
              </a:extLst>
            </p:cNvPr>
            <p:cNvSpPr/>
            <p:nvPr/>
          </p:nvSpPr>
          <p:spPr>
            <a:xfrm>
              <a:off x="338686" y="2332281"/>
              <a:ext cx="698400" cy="2149438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1800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ja-JP" sz="1400" dirty="0">
                  <a:solidFill>
                    <a:schemeClr val="bg1"/>
                  </a:solidFill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</a:rPr>
              </a:br>
              <a:r>
                <a:rPr lang="ja-JP" altLang="ja-JP" sz="1400" dirty="0">
                  <a:solidFill>
                    <a:schemeClr val="bg1"/>
                  </a:solidFill>
                </a:rPr>
                <a:t>XX</a:t>
              </a:r>
              <a:endParaRPr lang="en-US" altLang="ja-JP" sz="1400" dirty="0">
                <a:solidFill>
                  <a:schemeClr val="bg1"/>
                </a:solidFill>
              </a:endParaRPr>
            </a:p>
          </p:txBody>
        </p:sp>
        <p:pic>
          <p:nvPicPr>
            <p:cNvPr id="6" name="Graphic 187" descr="握手 単色塗りつぶし">
              <a:extLst>
                <a:ext uri="{FF2B5EF4-FFF2-40B4-BE49-F238E27FC236}">
                  <ns2:creationId id="{1AA26060-EEDA-84E3-3C51-B88AF835E6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687886" y="4175505"/>
              <a:ext cx="306214" cy="306214"/>
            </a:xfrm>
            <a:prstGeom prst="rect">
              <a:avLst/>
            </a:prstGeom>
          </p:spPr>
        </p:pic>
      </p:grpSp>
      <p:grpSp>
        <p:nvGrpSpPr>
          <p:cNvPr id="67" name="グループ化 66">
            <a:extLst>
              <a:ext uri="{FF2B5EF4-FFF2-40B4-BE49-F238E27FC236}">
                <ns2:creationId id="{80EB3553-9AB7-70B4-1D72-124B2EAC4F77}"/>
              </a:ext>
            </a:extLst>
          </p:cNvPr>
          <p:cNvGrpSpPr/>
          <p:nvPr/>
        </p:nvGrpSpPr>
        <p:grpSpPr>
          <a:xfrm>
            <a:off x="3354649" y="3719418"/>
            <a:ext cx="3675684" cy="306214"/>
            <a:chOff x="3354649" y="3719418"/>
            <a:chExt cx="3675684" cy="306214"/>
          </a:xfrm>
        </p:grpSpPr>
        <p:sp>
          <p:nvSpPr>
            <p:cNvPr id="48" name="正方形/長方形 22">
              <a:extLst>
                <a:ext uri="{FF2B5EF4-FFF2-40B4-BE49-F238E27FC236}">
                  <ns2:creationId id="{86AFD305-9387-1AE4-8A99-DB5D403E9E06}"/>
                </a:ext>
              </a:extLst>
            </p:cNvPr>
            <p:cNvSpPr/>
            <p:nvPr/>
          </p:nvSpPr>
          <p:spPr>
            <a:xfrm>
              <a:off x="3354649" y="3719418"/>
              <a:ext cx="3675684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</a:rPr>
                <a:t>④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r>
                <a:rPr lang="ja-JP" altLang="en-US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r>
                <a:rPr lang="en-US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)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68" name="直線コネクタ 67">
              <a:extLst>
                <a:ext uri="{FF2B5EF4-FFF2-40B4-BE49-F238E27FC236}">
                  <ns2:creationId id="{0882490B-6470-49AD-A3C7-7A8A7704E950}"/>
                </a:ext>
              </a:extLst>
            </p:cNvPr>
            <p:cNvCxnSpPr>
              <a:cxnSpLocks/>
            </p:cNvCxnSpPr>
            <p:nvPr/>
          </p:nvCxnSpPr>
          <p:spPr>
            <a:xfrm>
              <a:off x="3575898" y="4025632"/>
              <a:ext cx="328882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グループ化 65">
            <a:extLst>
              <a:ext uri="{FF2B5EF4-FFF2-40B4-BE49-F238E27FC236}">
                <ns2:creationId id="{D8046921-060E-E134-281E-15378DA2A468}"/>
              </a:ext>
            </a:extLst>
          </p:cNvPr>
          <p:cNvGrpSpPr/>
          <p:nvPr/>
        </p:nvGrpSpPr>
        <p:grpSpPr>
          <a:xfrm>
            <a:off x="1738056" y="3263328"/>
            <a:ext cx="3675684" cy="306214"/>
            <a:chOff x="1738056" y="3263328"/>
            <a:chExt cx="3675684" cy="306214"/>
          </a:xfrm>
        </p:grpSpPr>
        <p:sp>
          <p:nvSpPr>
            <p:cNvPr id="47" name="正方形/長方形 22">
              <a:extLst>
                <a:ext uri="{FF2B5EF4-FFF2-40B4-BE49-F238E27FC236}">
                  <ns2:creationId id="{A228EFDF-A839-DC47-A1C2-24114969257A}"/>
                </a:ext>
              </a:extLst>
            </p:cNvPr>
            <p:cNvSpPr/>
            <p:nvPr/>
          </p:nvSpPr>
          <p:spPr>
            <a:xfrm>
              <a:off x="1738056" y="3263328"/>
              <a:ext cx="3675684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</a:rPr>
                <a:t>③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69" name="直線コネクタ 68">
              <a:extLst>
                <a:ext uri="{FF2B5EF4-FFF2-40B4-BE49-F238E27FC236}">
                  <ns2:creationId id="{B16610FB-A444-4848-1E6B-0BDF52E7F76B}"/>
                </a:ext>
              </a:extLst>
            </p:cNvPr>
            <p:cNvCxnSpPr>
              <a:cxnSpLocks/>
            </p:cNvCxnSpPr>
            <p:nvPr/>
          </p:nvCxnSpPr>
          <p:spPr>
            <a:xfrm>
              <a:off x="1911346" y="3569542"/>
              <a:ext cx="328882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グループ化 75">
            <a:extLst>
              <a:ext uri="{FF2B5EF4-FFF2-40B4-BE49-F238E27FC236}">
                <ns2:creationId id="{6232BA35-D6F6-275E-4631-54ED192F3EE0}"/>
              </a:ext>
            </a:extLst>
          </p:cNvPr>
          <p:cNvGrpSpPr/>
          <p:nvPr/>
        </p:nvGrpSpPr>
        <p:grpSpPr>
          <a:xfrm>
            <a:off x="3575898" y="5543778"/>
            <a:ext cx="3288828" cy="306214"/>
            <a:chOff x="3575898" y="5543778"/>
            <a:chExt cx="3288828" cy="306214"/>
          </a:xfrm>
        </p:grpSpPr>
        <p:sp>
          <p:nvSpPr>
            <p:cNvPr id="52" name="正方形/長方形 22">
              <a:extLst>
                <a:ext uri="{FF2B5EF4-FFF2-40B4-BE49-F238E27FC236}">
                  <ns2:creationId id="{5312C5EA-5D66-3E58-B654-9955ECC26F9D}"/>
                </a:ext>
              </a:extLst>
            </p:cNvPr>
            <p:cNvSpPr/>
            <p:nvPr/>
          </p:nvSpPr>
          <p:spPr>
            <a:xfrm>
              <a:off x="3835451" y="5543778"/>
              <a:ext cx="2714079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>
                      <a:alpha val="80000"/>
                    </a:srgbClr>
                  </a:solidFill>
                </a:rPr>
                <a:t>③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70" name="直線コネクタ 69">
              <a:extLst>
                <a:ext uri="{FF2B5EF4-FFF2-40B4-BE49-F238E27FC236}">
                  <ns2:creationId id="{A306EBE3-C668-3D1E-B64B-403CA8CF99E4}"/>
                </a:ext>
              </a:extLst>
            </p:cNvPr>
            <p:cNvCxnSpPr>
              <a:cxnSpLocks/>
            </p:cNvCxnSpPr>
            <p:nvPr/>
          </p:nvCxnSpPr>
          <p:spPr>
            <a:xfrm>
              <a:off x="3575898" y="5849992"/>
              <a:ext cx="3288828" cy="0"/>
            </a:xfrm>
            <a:prstGeom prst="line">
              <a:avLst/>
            </a:prstGeom>
            <a:ln w="9525">
              <a:solidFill>
                <a:srgbClr val="008000">
                  <a:alpha val="80000"/>
                </a:srgb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グループ化 73">
            <a:extLst>
              <a:ext uri="{FF2B5EF4-FFF2-40B4-BE49-F238E27FC236}">
                <ns2:creationId id="{125363F4-1617-5E52-4C8E-75851D697628}"/>
              </a:ext>
            </a:extLst>
          </p:cNvPr>
          <p:cNvGrpSpPr/>
          <p:nvPr/>
        </p:nvGrpSpPr>
        <p:grpSpPr>
          <a:xfrm>
            <a:off x="3575898" y="4175508"/>
            <a:ext cx="3288828" cy="306214"/>
            <a:chOff x="3575898" y="4175508"/>
            <a:chExt cx="3288828" cy="306214"/>
          </a:xfrm>
        </p:grpSpPr>
        <p:sp>
          <p:nvSpPr>
            <p:cNvPr id="49" name="正方形/長方形 22">
              <a:extLst>
                <a:ext uri="{FF2B5EF4-FFF2-40B4-BE49-F238E27FC236}">
                  <ns2:creationId id="{C28D195A-17FF-7B2D-4C87-776C40880155}"/>
                </a:ext>
              </a:extLst>
            </p:cNvPr>
            <p:cNvSpPr/>
            <p:nvPr/>
          </p:nvSpPr>
          <p:spPr>
            <a:xfrm>
              <a:off x="3835618" y="4175508"/>
              <a:ext cx="2713746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</a:rPr>
                <a:t>⑤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71" name="直線コネクタ 70">
              <a:extLst>
                <a:ext uri="{FF2B5EF4-FFF2-40B4-BE49-F238E27FC236}">
                  <ns2:creationId id="{029B7F59-9F6B-BA3B-50C0-15C6781433AA}"/>
                </a:ext>
              </a:extLst>
            </p:cNvPr>
            <p:cNvCxnSpPr>
              <a:cxnSpLocks/>
            </p:cNvCxnSpPr>
            <p:nvPr/>
          </p:nvCxnSpPr>
          <p:spPr>
            <a:xfrm>
              <a:off x="3575898" y="4481721"/>
              <a:ext cx="328882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グループ化 74">
            <a:extLst>
              <a:ext uri="{FF2B5EF4-FFF2-40B4-BE49-F238E27FC236}">
                <ns2:creationId id="{5E89B79A-BF8B-6E1C-85D2-565FA598E5C2}"/>
              </a:ext>
            </a:extLst>
          </p:cNvPr>
          <p:cNvGrpSpPr/>
          <p:nvPr/>
        </p:nvGrpSpPr>
        <p:grpSpPr>
          <a:xfrm>
            <a:off x="1911346" y="4631598"/>
            <a:ext cx="4953380" cy="306214"/>
            <a:chOff x="1911346" y="4631598"/>
            <a:chExt cx="4953380" cy="306214"/>
          </a:xfrm>
        </p:grpSpPr>
        <p:sp>
          <p:nvSpPr>
            <p:cNvPr id="50" name="正方形/長方形 22">
              <a:extLst>
                <a:ext uri="{FF2B5EF4-FFF2-40B4-BE49-F238E27FC236}">
                  <ns2:creationId id="{73E7F6CB-DB5F-E072-29F7-B18F42B13171}"/>
                </a:ext>
              </a:extLst>
            </p:cNvPr>
            <p:cNvSpPr/>
            <p:nvPr/>
          </p:nvSpPr>
          <p:spPr>
            <a:xfrm>
              <a:off x="2069948" y="4631598"/>
              <a:ext cx="4544219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>
                      <a:alpha val="80000"/>
                    </a:srgbClr>
                  </a:solidFill>
                </a:rPr>
                <a:t>①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72" name="直線コネクタ 71">
              <a:extLst>
                <a:ext uri="{FF2B5EF4-FFF2-40B4-BE49-F238E27FC236}">
                  <ns2:creationId id="{D519A612-5EC1-6030-F508-F60A7F2A5206}"/>
                </a:ext>
              </a:extLst>
            </p:cNvPr>
            <p:cNvCxnSpPr>
              <a:cxnSpLocks/>
            </p:cNvCxnSpPr>
            <p:nvPr/>
          </p:nvCxnSpPr>
          <p:spPr>
            <a:xfrm>
              <a:off x="1911346" y="4937812"/>
              <a:ext cx="4953380" cy="0"/>
            </a:xfrm>
            <a:prstGeom prst="line">
              <a:avLst/>
            </a:prstGeom>
            <a:ln w="9525">
              <a:solidFill>
                <a:srgbClr val="008000">
                  <a:alpha val="80000"/>
                </a:srgb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グループ化 79">
            <a:extLst>
              <a:ext uri="{FF2B5EF4-FFF2-40B4-BE49-F238E27FC236}">
                <ns2:creationId id="{F4F583F7-6618-FD94-DC8A-38178B63E899}"/>
              </a:ext>
            </a:extLst>
          </p:cNvPr>
          <p:cNvGrpSpPr/>
          <p:nvPr/>
        </p:nvGrpSpPr>
        <p:grpSpPr>
          <a:xfrm>
            <a:off x="7746767" y="5948108"/>
            <a:ext cx="4110271" cy="306214"/>
            <a:chOff x="7746767" y="5948108"/>
            <a:chExt cx="4110271" cy="306214"/>
          </a:xfrm>
        </p:grpSpPr>
        <p:sp>
          <p:nvSpPr>
            <p:cNvPr id="53" name="正方形/長方形 22">
              <a:extLst>
                <a:ext uri="{FF2B5EF4-FFF2-40B4-BE49-F238E27FC236}">
                  <ns2:creationId id="{C17A3613-ED73-6643-2CC3-6200ABC5CCD2}"/>
                </a:ext>
              </a:extLst>
            </p:cNvPr>
            <p:cNvSpPr/>
            <p:nvPr/>
          </p:nvSpPr>
          <p:spPr>
            <a:xfrm>
              <a:off x="7746767" y="5948108"/>
              <a:ext cx="4104526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>
                      <a:alpha val="80000"/>
                    </a:srgbClr>
                  </a:solidFill>
                </a:rPr>
                <a:t>④</a:t>
              </a:r>
              <a:r>
                <a:rPr lang="en-US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DX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77" name="直線コネクタ 76">
              <a:extLst>
                <a:ext uri="{FF2B5EF4-FFF2-40B4-BE49-F238E27FC236}">
                  <ns2:creationId id="{121F4399-8820-8311-5873-2E8C285CBD56}"/>
                </a:ext>
              </a:extLst>
            </p:cNvPr>
            <p:cNvCxnSpPr>
              <a:cxnSpLocks/>
            </p:cNvCxnSpPr>
            <p:nvPr/>
          </p:nvCxnSpPr>
          <p:spPr>
            <a:xfrm>
              <a:off x="7806267" y="6254322"/>
              <a:ext cx="4050771" cy="0"/>
            </a:xfrm>
            <a:prstGeom prst="line">
              <a:avLst/>
            </a:prstGeom>
            <a:ln w="9525">
              <a:solidFill>
                <a:srgbClr val="008000">
                  <a:alpha val="80000"/>
                </a:srgb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グループ化 63">
            <a:extLst>
              <a:ext uri="{FF2B5EF4-FFF2-40B4-BE49-F238E27FC236}">
                <ns2:creationId id="{1B941142-A1E2-125A-0B65-7155D4D6BF8F}"/>
              </a:ext>
            </a:extLst>
          </p:cNvPr>
          <p:cNvGrpSpPr/>
          <p:nvPr/>
        </p:nvGrpSpPr>
        <p:grpSpPr>
          <a:xfrm>
            <a:off x="2693911" y="2807238"/>
            <a:ext cx="1763974" cy="306214"/>
            <a:chOff x="2693911" y="2807238"/>
            <a:chExt cx="1763974" cy="306214"/>
          </a:xfrm>
        </p:grpSpPr>
        <p:sp>
          <p:nvSpPr>
            <p:cNvPr id="46" name="正方形/長方形 22">
              <a:extLst>
                <a:ext uri="{FF2B5EF4-FFF2-40B4-BE49-F238E27FC236}">
                  <ns2:creationId id="{479CED25-AC88-AF24-3EEA-D26648E03353}"/>
                </a:ext>
              </a:extLst>
            </p:cNvPr>
            <p:cNvSpPr/>
            <p:nvPr/>
          </p:nvSpPr>
          <p:spPr>
            <a:xfrm>
              <a:off x="2693911" y="2807238"/>
              <a:ext cx="1763974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</a:rPr>
                <a:t>②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78" name="直線コネクタ 77">
              <a:extLst>
                <a:ext uri="{FF2B5EF4-FFF2-40B4-BE49-F238E27FC236}">
                  <ns2:creationId id="{3F06A26C-FD8C-B1AD-A2B8-2E26373508C9}"/>
                </a:ext>
              </a:extLst>
            </p:cNvPr>
            <p:cNvCxnSpPr>
              <a:cxnSpLocks/>
            </p:cNvCxnSpPr>
            <p:nvPr/>
          </p:nvCxnSpPr>
          <p:spPr>
            <a:xfrm>
              <a:off x="2816028" y="3113452"/>
              <a:ext cx="152602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グループ化 80">
            <a:extLst>
              <a:ext uri="{FF2B5EF4-FFF2-40B4-BE49-F238E27FC236}">
                <ns2:creationId id="{DB0C500F-9576-5E75-2D21-8A7CFBE764D5}"/>
              </a:ext>
            </a:extLst>
          </p:cNvPr>
          <p:cNvGrpSpPr/>
          <p:nvPr/>
        </p:nvGrpSpPr>
        <p:grpSpPr>
          <a:xfrm>
            <a:off x="3575898" y="5087688"/>
            <a:ext cx="8275395" cy="306214"/>
            <a:chOff x="3575898" y="5087688"/>
            <a:chExt cx="8275395" cy="306214"/>
          </a:xfrm>
        </p:grpSpPr>
        <p:sp>
          <p:nvSpPr>
            <p:cNvPr id="51" name="正方形/長方形 22">
              <a:extLst>
                <a:ext uri="{FF2B5EF4-FFF2-40B4-BE49-F238E27FC236}">
                  <ns2:creationId id="{73BCB505-1E3E-BC80-22B3-63F784C02417}"/>
                </a:ext>
              </a:extLst>
            </p:cNvPr>
            <p:cNvSpPr/>
            <p:nvPr/>
          </p:nvSpPr>
          <p:spPr>
            <a:xfrm>
              <a:off x="5418613" y="5087688"/>
              <a:ext cx="4650185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>
                      <a:alpha val="80000"/>
                    </a:srgbClr>
                  </a:solidFill>
                </a:rPr>
                <a:t>②</a:t>
              </a:r>
              <a:r>
                <a:rPr lang="en-US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DX</a:t>
              </a:r>
              <a:r>
                <a:rPr lang="ja-JP" altLang="ja-JP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XX</a:t>
              </a:r>
              <a:endParaRPr kumimoji="1" lang="ja-JP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79" name="直線コネクタ 78">
              <a:extLst>
                <a:ext uri="{FF2B5EF4-FFF2-40B4-BE49-F238E27FC236}">
                  <ns2:creationId id="{138FC517-2F65-9C6A-C026-ECDAC1335EB0}"/>
                </a:ext>
              </a:extLst>
            </p:cNvPr>
            <p:cNvCxnSpPr>
              <a:cxnSpLocks/>
            </p:cNvCxnSpPr>
            <p:nvPr/>
          </p:nvCxnSpPr>
          <p:spPr>
            <a:xfrm>
              <a:off x="3575898" y="5393901"/>
              <a:ext cx="8275395" cy="0"/>
            </a:xfrm>
            <a:prstGeom prst="line">
              <a:avLst/>
            </a:prstGeom>
            <a:ln w="9525">
              <a:solidFill>
                <a:srgbClr val="008000">
                  <a:alpha val="80000"/>
                </a:srgb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グループ化 56">
            <a:extLst>
              <a:ext uri="{FF2B5EF4-FFF2-40B4-BE49-F238E27FC236}">
                <ns2:creationId id="{F87CF213-2E19-9B9C-DB63-2FB3DF02FF6A}"/>
              </a:ext>
            </a:extLst>
          </p:cNvPr>
          <p:cNvGrpSpPr/>
          <p:nvPr/>
        </p:nvGrpSpPr>
        <p:grpSpPr>
          <a:xfrm>
            <a:off x="338688" y="4631598"/>
            <a:ext cx="698400" cy="1691998"/>
            <a:chOff x="338688" y="4631598"/>
            <a:chExt cx="698400" cy="1691998"/>
          </a:xfrm>
        </p:grpSpPr>
        <p:sp>
          <p:nvSpPr>
            <p:cNvPr id="15" name="正方形/長方形 14">
              <a:extLst>
                <a:ext uri="{FF2B5EF4-FFF2-40B4-BE49-F238E27FC236}">
                  <ns2:creationId id="{2D205485-3456-C946-7A07-ED64CB6F5F56}"/>
                </a:ext>
              </a:extLst>
            </p:cNvPr>
            <p:cNvSpPr/>
            <p:nvPr/>
          </p:nvSpPr>
          <p:spPr>
            <a:xfrm>
              <a:off x="338688" y="4631598"/>
              <a:ext cx="698400" cy="1691998"/>
            </a:xfrm>
            <a:prstGeom prst="rect">
              <a:avLst/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108000" tIns="36000" rIns="36000" bIns="180000" rtlCol="0" anchor="b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ja-JP" sz="1400" dirty="0">
                  <a:solidFill>
                    <a:schemeClr val="bg1"/>
                  </a:solidFill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</a:rPr>
              </a:br>
              <a:r>
                <a:rPr lang="ja-JP" altLang="ja-JP" sz="1400" dirty="0">
                  <a:solidFill>
                    <a:schemeClr val="bg1"/>
                  </a:solidFill>
                </a:rPr>
                <a:t>XX</a:t>
              </a:r>
              <a:endParaRPr lang="en-US" altLang="ja-JP" sz="1400" dirty="0">
                <a:solidFill>
                  <a:schemeClr val="bg1"/>
                </a:solidFill>
              </a:endParaRPr>
            </a:p>
          </p:txBody>
        </p:sp>
        <p:pic>
          <p:nvPicPr>
            <p:cNvPr id="14" name="Graphic 187" descr="植物 単色塗りつぶし">
              <a:extLst>
                <a:ext uri="{FF2B5EF4-FFF2-40B4-BE49-F238E27FC236}">
                  <ns2:creationId id="{7EBAC98F-E596-EAF2-3B03-F353E3B318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10124" y="6006365"/>
              <a:ext cx="306214" cy="306214"/>
            </a:xfrm>
            <a:prstGeom prst="rect">
              <a:avLst/>
            </a:prstGeom>
          </p:spPr>
        </p:pic>
        <p:sp>
          <p:nvSpPr>
            <p:cNvPr id="82" name="正方形/長方形 22">
              <a:extLst>
                <a:ext uri="{FF2B5EF4-FFF2-40B4-BE49-F238E27FC236}">
                  <ns2:creationId id="{880AC0B3-689F-C032-AA70-47CD3F16899C}"/>
                </a:ext>
              </a:extLst>
            </p:cNvPr>
            <p:cNvSpPr/>
            <p:nvPr/>
          </p:nvSpPr>
          <p:spPr>
            <a:xfrm>
              <a:off x="338688" y="6017382"/>
              <a:ext cx="412296" cy="306214"/>
            </a:xfrm>
            <a:prstGeom prst="rect">
              <a:avLst/>
            </a:prstGeom>
            <a:noFill/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4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</p:grpSp>
      <p:grpSp>
        <p:nvGrpSpPr>
          <p:cNvPr id="73" name="グループ化 72">
            <a:extLst>
              <a:ext uri="{FF2B5EF4-FFF2-40B4-BE49-F238E27FC236}">
                <ns2:creationId id="{43840133-147D-C7F8-C7EE-61AA42497840}"/>
              </a:ext>
            </a:extLst>
          </p:cNvPr>
          <p:cNvGrpSpPr/>
          <p:nvPr/>
        </p:nvGrpSpPr>
        <p:grpSpPr>
          <a:xfrm>
            <a:off x="1079070" y="2732300"/>
            <a:ext cx="10777968" cy="3192629"/>
            <a:chOff x="1079070" y="2732300"/>
            <a:chExt cx="10777968" cy="3192629"/>
          </a:xfrm>
        </p:grpSpPr>
        <p:cxnSp>
          <p:nvCxnSpPr>
            <p:cNvPr id="254" name="直線コネクタ 253">
              <a:extLst>
                <a:ext uri="{FF2B5EF4-FFF2-40B4-BE49-F238E27FC236}">
                  <ns2:creationId id="{A129818D-849C-8FE8-758A-532D563822F6}"/>
                </a:ext>
              </a:extLst>
            </p:cNvPr>
            <p:cNvCxnSpPr/>
            <p:nvPr/>
          </p:nvCxnSpPr>
          <p:spPr>
            <a:xfrm>
              <a:off x="1079070" y="2732300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直線コネクタ 254">
              <a:extLst>
                <a:ext uri="{FF2B5EF4-FFF2-40B4-BE49-F238E27FC236}">
                  <ns2:creationId id="{C25767AC-091D-54B7-4B39-F4E663B2B4BF}"/>
                </a:ext>
              </a:extLst>
            </p:cNvPr>
            <p:cNvCxnSpPr/>
            <p:nvPr/>
          </p:nvCxnSpPr>
          <p:spPr>
            <a:xfrm>
              <a:off x="1079070" y="3188390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直線コネクタ 255">
              <a:extLst>
                <a:ext uri="{FF2B5EF4-FFF2-40B4-BE49-F238E27FC236}">
                  <ns2:creationId id="{F6981036-EF08-1465-316F-3F16ACF99ADB}"/>
                </a:ext>
              </a:extLst>
            </p:cNvPr>
            <p:cNvCxnSpPr/>
            <p:nvPr/>
          </p:nvCxnSpPr>
          <p:spPr>
            <a:xfrm>
              <a:off x="1079070" y="3644480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直線コネクタ 256">
              <a:extLst>
                <a:ext uri="{FF2B5EF4-FFF2-40B4-BE49-F238E27FC236}">
                  <ns2:creationId id="{784BAE2A-30FB-DEDB-3BD7-61EA2278FE96}"/>
                </a:ext>
              </a:extLst>
            </p:cNvPr>
            <p:cNvCxnSpPr/>
            <p:nvPr/>
          </p:nvCxnSpPr>
          <p:spPr>
            <a:xfrm>
              <a:off x="1079070" y="4100570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線コネクタ 257">
              <a:extLst>
                <a:ext uri="{FF2B5EF4-FFF2-40B4-BE49-F238E27FC236}">
                  <ns2:creationId id="{C6464FDE-41B7-D90D-E987-70AF8B0492EC}"/>
                </a:ext>
              </a:extLst>
            </p:cNvPr>
            <p:cNvCxnSpPr/>
            <p:nvPr/>
          </p:nvCxnSpPr>
          <p:spPr>
            <a:xfrm>
              <a:off x="1079070" y="4556660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直線コネクタ 258">
              <a:extLst>
                <a:ext uri="{FF2B5EF4-FFF2-40B4-BE49-F238E27FC236}">
                  <ns2:creationId id="{9C85353E-722D-BAE2-F27C-927EC22AEF05}"/>
                </a:ext>
              </a:extLst>
            </p:cNvPr>
            <p:cNvCxnSpPr/>
            <p:nvPr/>
          </p:nvCxnSpPr>
          <p:spPr>
            <a:xfrm>
              <a:off x="1079070" y="5012750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直線コネクタ 259">
              <a:extLst>
                <a:ext uri="{FF2B5EF4-FFF2-40B4-BE49-F238E27FC236}">
                  <ns2:creationId id="{DAE87C87-C220-45F2-2587-BFAE9001FCD5}"/>
                </a:ext>
              </a:extLst>
            </p:cNvPr>
            <p:cNvCxnSpPr/>
            <p:nvPr/>
          </p:nvCxnSpPr>
          <p:spPr>
            <a:xfrm>
              <a:off x="1079070" y="5468840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線コネクタ 260">
              <a:extLst>
                <a:ext uri="{FF2B5EF4-FFF2-40B4-BE49-F238E27FC236}">
                  <ns2:creationId id="{B70866AE-1A7E-DC70-A1F6-B70B31F8733E}"/>
                </a:ext>
              </a:extLst>
            </p:cNvPr>
            <p:cNvCxnSpPr/>
            <p:nvPr/>
          </p:nvCxnSpPr>
          <p:spPr>
            <a:xfrm>
              <a:off x="1079070" y="5924929"/>
              <a:ext cx="10777968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006426550"/>
      </p:ext>
    </p:extLst>
  </p:cSld>
  <p:clrMapOvr>
    <a:masterClrMapping/>
  </p:clrMapOvr>
</p:sld>
</file>

<file path=ppt/slides/slide11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7C31FC7-5D20-1443-2F89-B1AF712E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112382F-A88B-FC03-0981-1DE8A47B3849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/>
              <a:t>XX</a:t>
            </a:r>
          </a:p>
        </p:txBody>
      </p:sp>
      <p:cxnSp>
        <p:nvCxnSpPr>
          <p:cNvPr id="32" name="直線コネクタ 31">
            <a:extLst>
              <a:ext uri="{FF2B5EF4-FFF2-40B4-BE49-F238E27FC236}">
                <ns2:creationId id="{ABA768A5-BF12-03A7-A2F1-A71AB83BB1CC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7039" y="-260106"/>
            <a:ext cx="0" cy="1152000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化 32">
            <a:extLst>
              <a:ext uri="{FF2B5EF4-FFF2-40B4-BE49-F238E27FC236}">
                <ns2:creationId id="{8FA62BC3-240E-F7E2-5744-C2E31FD08CB7}"/>
              </a:ext>
            </a:extLst>
          </p:cNvPr>
          <p:cNvGrpSpPr/>
          <p:nvPr/>
        </p:nvGrpSpPr>
        <p:grpSpPr>
          <a:xfrm rot="5400000">
            <a:off x="5915517" y="5329425"/>
            <a:ext cx="360000" cy="360000"/>
            <a:chOff x="4491502" y="4552638"/>
            <a:chExt cx="360000" cy="360000"/>
          </a:xfrm>
        </p:grpSpPr>
        <p:sp>
          <p:nvSpPr>
            <p:cNvPr id="34" name="円/楕円 8">
              <a:extLst>
                <a:ext uri="{FF2B5EF4-FFF2-40B4-BE49-F238E27FC236}">
                  <ns2:creationId id="{C0137CD7-7924-824C-21EA-CCF2CA0770DF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4520353" y="4588154"/>
              <a:ext cx="288000" cy="288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pic>
          <p:nvPicPr>
            <p:cNvPr id="35" name="グラフィックス 34">
              <a:extLst>
                <a:ext uri="{FF2B5EF4-FFF2-40B4-BE49-F238E27FC236}">
                  <ns2:creationId id="{0DC77D79-009C-E23C-A2C4-66E86124FEBE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 rot="16200000">
              <a:off x="4491502" y="4552638"/>
              <a:ext cx="360000" cy="360000"/>
            </a:xfrm>
            <a:prstGeom prst="rect">
              <a:avLst/>
            </a:prstGeom>
          </p:spPr>
        </p:pic>
      </p:grpSp>
      <p:grpSp>
        <p:nvGrpSpPr>
          <p:cNvPr id="3" name="グループ化 2">
            <a:extLst>
              <a:ext uri="{FF2B5EF4-FFF2-40B4-BE49-F238E27FC236}">
                <ns2:creationId id="{84C9ED9F-4F5D-54D2-7550-25E1FAF04768}"/>
              </a:ext>
            </a:extLst>
          </p:cNvPr>
          <p:cNvGrpSpPr/>
          <p:nvPr/>
        </p:nvGrpSpPr>
        <p:grpSpPr>
          <a:xfrm>
            <a:off x="6161102" y="1500842"/>
            <a:ext cx="5696611" cy="3754324"/>
            <a:chOff x="6161102" y="1500842"/>
            <a:chExt cx="5696611" cy="3754324"/>
          </a:xfrm>
        </p:grpSpPr>
        <p:grpSp>
          <p:nvGrpSpPr>
            <p:cNvPr id="15" name="グループ化 14">
              <a:extLst>
                <a:ext uri="{FF2B5EF4-FFF2-40B4-BE49-F238E27FC236}">
                  <ns2:creationId id="{2AD3A818-9310-2C2E-B164-153F09C7AF18}"/>
                </a:ext>
              </a:extLst>
            </p:cNvPr>
            <p:cNvGrpSpPr/>
            <p:nvPr/>
          </p:nvGrpSpPr>
          <p:grpSpPr>
            <a:xfrm>
              <a:off x="6169038" y="1500842"/>
              <a:ext cx="5688000" cy="468000"/>
              <a:chOff x="371475" y="1160463"/>
              <a:chExt cx="5635625" cy="828675"/>
            </a:xfrm>
          </p:grpSpPr>
          <p:sp>
            <p:nvSpPr>
              <p:cNvPr id="16" name="テキスト ボックス 10">
                <a:extLst>
                  <a:ext uri="{FF2B5EF4-FFF2-40B4-BE49-F238E27FC236}">
                    <ns2:creationId id="{4EE62859-6F03-5141-8B54-CE13B484990E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600">
                    <a:latin typeface="+mn-ea"/>
                  </a:rPr>
                  <a:t>XX</a:t>
                </a:r>
                <a:endParaRPr kumimoji="1" lang="ja-JP" altLang="en-US" sz="1600">
                  <a:solidFill>
                    <a:schemeClr val="accent1"/>
                  </a:solidFill>
                  <a:latin typeface="+mj-lt"/>
                  <a:ea typeface="Meiryo" panose="020B0604030504040204" pitchFamily="34" charset="-128"/>
                </a:endParaRPr>
              </a:p>
            </p:txBody>
          </p:sp>
          <p:cxnSp>
            <p:nvCxnSpPr>
              <p:cNvPr id="17" name="直線コネクタ 11">
                <a:extLst>
                  <a:ext uri="{FF2B5EF4-FFF2-40B4-BE49-F238E27FC236}">
                    <ns2:creationId id="{DF517CED-17AC-474D-4733-DA3A4E9FC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正方形/長方形 62">
              <a:extLst>
                <a:ext uri="{FF2B5EF4-FFF2-40B4-BE49-F238E27FC236}">
                  <ns2:creationId id="{0E4EB421-EE7F-1761-3BB8-C7DC4BAB8DDC}"/>
                </a:ext>
              </a:extLst>
            </p:cNvPr>
            <p:cNvSpPr/>
            <p:nvPr/>
          </p:nvSpPr>
          <p:spPr>
            <a:xfrm>
              <a:off x="6169038" y="2030368"/>
              <a:ext cx="792000" cy="504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" name="正方形/長方形 62">
              <a:extLst>
                <a:ext uri="{FF2B5EF4-FFF2-40B4-BE49-F238E27FC236}">
                  <ns2:creationId id="{A382E4E4-7078-C753-82B0-047B2A611135}"/>
                </a:ext>
              </a:extLst>
            </p:cNvPr>
            <p:cNvSpPr/>
            <p:nvPr/>
          </p:nvSpPr>
          <p:spPr>
            <a:xfrm>
              <a:off x="6997713" y="2030368"/>
              <a:ext cx="4860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楕円 21">
              <a:extLst>
                <a:ext uri="{FF2B5EF4-FFF2-40B4-BE49-F238E27FC236}">
                  <ns2:creationId id="{C6079490-B9B1-2280-316E-DC927886AE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257452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01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楕円 22">
              <a:extLst>
                <a:ext uri="{FF2B5EF4-FFF2-40B4-BE49-F238E27FC236}">
                  <ns2:creationId id="{5CF6BBC3-A655-7F7D-C511-90B96764F8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311868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02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8D723D3A-65BA-4224-FEDA-26E8AD49FE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366284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03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F62C9CA2-8AB6-9EF3-8A8E-AADA5F83190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4207008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04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楕円 25">
              <a:extLst>
                <a:ext uri="{FF2B5EF4-FFF2-40B4-BE49-F238E27FC236}">
                  <ns2:creationId id="{7447FDB0-93C2-46D7-0B10-9015BFEF30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61102" y="4751166"/>
              <a:ext cx="504000" cy="504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252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05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62">
              <a:extLst>
                <a:ext uri="{FF2B5EF4-FFF2-40B4-BE49-F238E27FC236}">
                  <ns2:creationId id="{EA962902-4649-36F2-3302-02E823D0D01D}"/>
                </a:ext>
              </a:extLst>
            </p:cNvPr>
            <p:cNvSpPr/>
            <p:nvPr/>
          </p:nvSpPr>
          <p:spPr>
            <a:xfrm>
              <a:off x="6665102" y="2574528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AAB7E169-84D5-FF56-FAF5-96637C94CA9C}"/>
                </a:ext>
              </a:extLst>
            </p:cNvPr>
            <p:cNvSpPr/>
            <p:nvPr/>
          </p:nvSpPr>
          <p:spPr>
            <a:xfrm>
              <a:off x="6665102" y="3118687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正方形/長方形 62">
              <a:extLst>
                <a:ext uri="{FF2B5EF4-FFF2-40B4-BE49-F238E27FC236}">
                  <ns2:creationId id="{03D77E24-2968-82C8-51AE-0482E1C2F8E0}"/>
                </a:ext>
              </a:extLst>
            </p:cNvPr>
            <p:cNvSpPr/>
            <p:nvPr/>
          </p:nvSpPr>
          <p:spPr>
            <a:xfrm>
              <a:off x="6665102" y="3662846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 </a:t>
              </a:r>
            </a:p>
          </p:txBody>
        </p:sp>
        <p:sp>
          <p:nvSpPr>
            <p:cNvPr id="30" name="正方形/長方形 62">
              <a:extLst>
                <a:ext uri="{FF2B5EF4-FFF2-40B4-BE49-F238E27FC236}">
                  <ns2:creationId id="{3DA3F3DC-418E-3114-FF41-C4861579432B}"/>
                </a:ext>
              </a:extLst>
            </p:cNvPr>
            <p:cNvSpPr/>
            <p:nvPr/>
          </p:nvSpPr>
          <p:spPr>
            <a:xfrm>
              <a:off x="6665102" y="4207006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正方形/長方形 62">
              <a:extLst>
                <a:ext uri="{FF2B5EF4-FFF2-40B4-BE49-F238E27FC236}">
                  <ns2:creationId id="{22C8AC1B-2A1A-1936-1603-23E9FC24797B}"/>
                </a:ext>
              </a:extLst>
            </p:cNvPr>
            <p:cNvSpPr/>
            <p:nvPr/>
          </p:nvSpPr>
          <p:spPr>
            <a:xfrm>
              <a:off x="6665102" y="4751166"/>
              <a:ext cx="5184000" cy="504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92" name="グラフィックス 91" descr="チェックマークを付けたチェック ボックス 枠線">
              <a:extLst>
                <a:ext uri="{FF2B5EF4-FFF2-40B4-BE49-F238E27FC236}">
                  <ns2:creationId id="{3BCBF6FC-50D3-F96B-7C8A-1908E3BB38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8165175" y="1613047"/>
              <a:ext cx="396000" cy="396000"/>
            </a:xfrm>
            <a:prstGeom prst="rect">
              <a:avLst/>
            </a:prstGeom>
          </p:spPr>
        </p:pic>
        <p:pic>
          <p:nvPicPr>
            <p:cNvPr id="94" name="グラフィックス 93" descr="チェックリスト 単色塗りつぶし">
              <a:extLst>
                <a:ext uri="{FF2B5EF4-FFF2-40B4-BE49-F238E27FC236}">
                  <ns2:creationId id="{7437DE08-D7FE-A1B0-7F6F-BE046C2E17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6287102" y="2767210"/>
              <a:ext cx="252000" cy="252000"/>
            </a:xfrm>
            <a:prstGeom prst="rect">
              <a:avLst/>
            </a:prstGeom>
          </p:spPr>
        </p:pic>
        <p:pic>
          <p:nvPicPr>
            <p:cNvPr id="112" name="グラフィックス 111" descr="バツを付けたチェック ボックス 単色塗りつぶし">
              <a:extLst>
                <a:ext uri="{FF2B5EF4-FFF2-40B4-BE49-F238E27FC236}">
                  <ns2:creationId id="{7E3BD860-C369-EDA9-C8F1-9FF46454FD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6269102" y="3293370"/>
              <a:ext cx="288000" cy="288000"/>
            </a:xfrm>
            <a:prstGeom prst="rect">
              <a:avLst/>
            </a:prstGeom>
          </p:spPr>
        </p:pic>
        <p:pic>
          <p:nvPicPr>
            <p:cNvPr id="114" name="グラフィックス 113" descr="矢印付きの円 単色塗りつぶし">
              <a:extLst>
                <a:ext uri="{FF2B5EF4-FFF2-40B4-BE49-F238E27FC236}">
                  <ns2:creationId id="{111FBF7F-FB8A-CA7F-8260-33BF6DE01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269102" y="3837530"/>
              <a:ext cx="288000" cy="288000"/>
            </a:xfrm>
            <a:prstGeom prst="rect">
              <a:avLst/>
            </a:prstGeom>
          </p:spPr>
        </p:pic>
        <p:pic>
          <p:nvPicPr>
            <p:cNvPr id="116" name="グラフィックス 115" descr="教室 単色塗りつぶし">
              <a:extLst>
                <a:ext uri="{FF2B5EF4-FFF2-40B4-BE49-F238E27FC236}">
                  <ns2:creationId id="{4090C283-E2B8-91CB-CD99-F625D1146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269101" y="4381690"/>
              <a:ext cx="288000" cy="288000"/>
            </a:xfrm>
            <a:prstGeom prst="rect">
              <a:avLst/>
            </a:prstGeom>
          </p:spPr>
        </p:pic>
        <p:pic>
          <p:nvPicPr>
            <p:cNvPr id="126" name="グラフィックス 125" descr="受信箱: バツ 単色塗りつぶし">
              <a:extLst>
                <a:ext uri="{FF2B5EF4-FFF2-40B4-BE49-F238E27FC236}">
                  <ns2:creationId id="{AF7AB8C2-BCA4-0C81-312E-D998198589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269101" y="4925849"/>
              <a:ext cx="288000" cy="288000"/>
            </a:xfrm>
            <a:prstGeom prst="rect">
              <a:avLst/>
            </a:prstGeom>
          </p:spPr>
        </p:pic>
      </p:grpSp>
      <p:grpSp>
        <p:nvGrpSpPr>
          <p:cNvPr id="20" name="グループ化 19">
            <a:extLst>
              <a:ext uri="{FF2B5EF4-FFF2-40B4-BE49-F238E27FC236}">
                <ns2:creationId id="{D53F0CC1-05AA-D024-BA60-70C199463CB4}"/>
              </a:ext>
            </a:extLst>
          </p:cNvPr>
          <p:cNvGrpSpPr/>
          <p:nvPr/>
        </p:nvGrpSpPr>
        <p:grpSpPr>
          <a:xfrm>
            <a:off x="342900" y="5592722"/>
            <a:ext cx="11507018" cy="720000"/>
            <a:chOff x="342900" y="5592722"/>
            <a:chExt cx="11507018" cy="720000"/>
          </a:xfrm>
        </p:grpSpPr>
        <p:sp>
          <p:nvSpPr>
            <p:cNvPr id="36" name="正方形/長方形 62">
              <a:extLst>
                <a:ext uri="{FF2B5EF4-FFF2-40B4-BE49-F238E27FC236}">
                  <ns2:creationId id="{121024BD-7BD6-A2AC-2C4A-4687FD35EF9A}"/>
                </a:ext>
              </a:extLst>
            </p:cNvPr>
            <p:cNvSpPr/>
            <p:nvPr/>
          </p:nvSpPr>
          <p:spPr>
            <a:xfrm>
              <a:off x="342900" y="5592722"/>
              <a:ext cx="1440000" cy="72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24000" rIns="36000" bIns="36000" rtlCol="0" anchor="ctr"/>
            <a:lstStyle/>
            <a:p>
              <a:pPr algn="ctr"/>
              <a:r>
                <a:rPr lang="ja-JP" altLang="en-US" sz="1600" dirty="0">
                  <a:latin typeface="+mn-ea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8" name="テキスト ボックス 18">
              <a:extLst>
                <a:ext uri="{FF2B5EF4-FFF2-40B4-BE49-F238E27FC236}">
                  <ns2:creationId id="{0472569A-D270-4F9E-8E77-7076AD07B89A}"/>
                </a:ext>
              </a:extLst>
            </p:cNvPr>
            <p:cNvSpPr txBox="1"/>
            <p:nvPr/>
          </p:nvSpPr>
          <p:spPr>
            <a:xfrm>
              <a:off x="2420518" y="5592722"/>
              <a:ext cx="4320000" cy="720000"/>
            </a:xfrm>
            <a:prstGeom prst="rect">
              <a:avLst/>
            </a:prstGeom>
            <a:noFill/>
          </p:spPr>
          <p:txBody>
            <a:bodyPr wrap="none" lIns="36000" tIns="36000" rIns="72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) </a:t>
              </a:r>
              <a:br>
                <a:rPr lang="en-US" altLang="ja-JP" sz="1400" dirty="0">
                  <a:latin typeface="+mn-ea"/>
                </a:rPr>
              </a:br>
              <a:r>
                <a:rPr lang="ja-JP" altLang="en-US" sz="1400" dirty="0">
                  <a:latin typeface="+mn-ea"/>
                </a:rPr>
                <a:t>XX</a:t>
              </a:r>
              <a:br>
                <a:rPr lang="en-US" altLang="ja-JP" sz="1400" dirty="0">
                  <a:latin typeface="+mn-ea"/>
                </a:rPr>
              </a:br>
              <a:r>
                <a:rPr lang="ja-JP" altLang="en-US" sz="1400" dirty="0"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accent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39" name="直線コネクタ 19">
              <a:extLst>
                <a:ext uri="{FF2B5EF4-FFF2-40B4-BE49-F238E27FC236}">
                  <ns2:creationId id="{DAC16F1E-68F4-92A6-8545-CBD90C21873A}"/>
                </a:ext>
              </a:extLst>
            </p:cNvPr>
            <p:cNvCxnSpPr>
              <a:cxnSpLocks/>
            </p:cNvCxnSpPr>
            <p:nvPr/>
          </p:nvCxnSpPr>
          <p:spPr>
            <a:xfrm>
              <a:off x="2357018" y="5592722"/>
              <a:ext cx="0" cy="720000"/>
            </a:xfrm>
            <a:prstGeom prst="line">
              <a:avLst/>
            </a:prstGeom>
            <a:ln w="38100">
              <a:solidFill>
                <a:srgbClr val="E2F0D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18">
              <a:extLst>
                <a:ext uri="{FF2B5EF4-FFF2-40B4-BE49-F238E27FC236}">
                  <ns2:creationId id="{6CAF4F4A-CA01-E772-BF87-576115530B3A}"/>
                </a:ext>
              </a:extLst>
            </p:cNvPr>
            <p:cNvSpPr txBox="1"/>
            <p:nvPr/>
          </p:nvSpPr>
          <p:spPr>
            <a:xfrm>
              <a:off x="7529918" y="5592722"/>
              <a:ext cx="4320000" cy="720000"/>
            </a:xfrm>
            <a:prstGeom prst="rect">
              <a:avLst/>
            </a:prstGeom>
            <a:noFill/>
          </p:spPr>
          <p:txBody>
            <a:bodyPr wrap="none" lIns="36000" tIns="36000" rIns="72000" bIns="36000" rtlCol="0" anchor="t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400">
                  <a:latin typeface="+mn-ea"/>
                </a:rPr>
              </a:br>
              <a:r>
                <a:rPr lang="ja-JP" altLang="en-US" sz="1400">
                  <a:latin typeface="+mn-ea"/>
                </a:rPr>
                <a:t>XX</a:t>
              </a:r>
              <a:r>
                <a:rPr lang="en-US" altLang="ja-JP" sz="1400">
                  <a:latin typeface="+mn-ea"/>
                </a:rPr>
                <a:t>DX</a:t>
              </a:r>
              <a:r>
                <a:rPr lang="ja-JP" altLang="en-US" sz="1400">
                  <a:latin typeface="+mn-ea"/>
                </a:rPr>
                <a:t>XX</a:t>
              </a:r>
              <a:br>
                <a:rPr lang="en-US" altLang="ja-JP" sz="1400">
                  <a:latin typeface="+mn-ea"/>
                </a:rPr>
              </a:br>
              <a:r>
                <a:rPr lang="ja-JP" altLang="en-US" sz="1400">
                  <a:latin typeface="+mn-ea"/>
                </a:rPr>
                <a:t>XX</a:t>
              </a:r>
              <a:endParaRPr kumimoji="1" lang="ja-JP" altLang="en-US" sz="1400">
                <a:solidFill>
                  <a:schemeClr val="accent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41" name="直線コネクタ 19">
              <a:extLst>
                <a:ext uri="{FF2B5EF4-FFF2-40B4-BE49-F238E27FC236}">
                  <ns2:creationId id="{3C450765-2A1B-B064-D088-8E1C7983BCC3}"/>
                </a:ext>
              </a:extLst>
            </p:cNvPr>
            <p:cNvCxnSpPr>
              <a:cxnSpLocks/>
            </p:cNvCxnSpPr>
            <p:nvPr/>
          </p:nvCxnSpPr>
          <p:spPr>
            <a:xfrm>
              <a:off x="7466418" y="5592722"/>
              <a:ext cx="0" cy="720000"/>
            </a:xfrm>
            <a:prstGeom prst="line">
              <a:avLst/>
            </a:prstGeom>
            <a:ln w="38100">
              <a:solidFill>
                <a:srgbClr val="E2F0D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グラフィックス 109" descr="手当て 単色塗りつぶし">
              <a:extLst>
                <a:ext uri="{FF2B5EF4-FFF2-40B4-BE49-F238E27FC236}">
                  <ns2:creationId id="{645AA946-4567-0F80-DBFD-92488C21A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6915975" y="5700722"/>
              <a:ext cx="504000" cy="504000"/>
            </a:xfrm>
            <a:prstGeom prst="rect">
              <a:avLst/>
            </a:prstGeom>
          </p:spPr>
        </p:pic>
        <p:pic>
          <p:nvPicPr>
            <p:cNvPr id="124" name="グラフィックス 123" descr="ホールド ジェスチャ 単色塗りつぶし">
              <a:extLst>
                <a:ext uri="{FF2B5EF4-FFF2-40B4-BE49-F238E27FC236}">
                  <ns2:creationId id="{EC25A926-940C-4B61-B2AA-A439AE0E2B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823149" y="5700722"/>
              <a:ext cx="504000" cy="504000"/>
            </a:xfrm>
            <a:prstGeom prst="rect">
              <a:avLst/>
            </a:prstGeom>
          </p:spPr>
        </p:pic>
        <p:pic>
          <p:nvPicPr>
            <p:cNvPr id="134" name="グラフィックス 133" descr="評価 単色塗りつぶし">
              <a:extLst>
                <a:ext uri="{FF2B5EF4-FFF2-40B4-BE49-F238E27FC236}">
                  <ns2:creationId id="{6704F00E-C99E-E769-C166-1178D19091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857940" y="5611010"/>
              <a:ext cx="396000" cy="396000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C908A521-4AB4-5064-11E5-7324893AE92B}"/>
              </a:ext>
            </a:extLst>
          </p:cNvPr>
          <p:cNvGrpSpPr/>
          <p:nvPr/>
        </p:nvGrpSpPr>
        <p:grpSpPr>
          <a:xfrm>
            <a:off x="336550" y="1500842"/>
            <a:ext cx="5694350" cy="3754324"/>
            <a:chOff x="336550" y="1500842"/>
            <a:chExt cx="5694350" cy="3754324"/>
          </a:xfrm>
        </p:grpSpPr>
        <p:sp>
          <p:nvSpPr>
            <p:cNvPr id="6" name="正方形/長方形 62">
              <a:extLst>
                <a:ext uri="{FF2B5EF4-FFF2-40B4-BE49-F238E27FC236}">
                  <ns2:creationId id="{B7E43157-6791-9364-C845-1A317AFA7CFA}"/>
                </a:ext>
              </a:extLst>
            </p:cNvPr>
            <p:cNvSpPr/>
            <p:nvPr/>
          </p:nvSpPr>
          <p:spPr>
            <a:xfrm>
              <a:off x="336550" y="2030368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8" name="グループ化 7">
              <a:extLst>
                <a:ext uri="{FF2B5EF4-FFF2-40B4-BE49-F238E27FC236}">
                  <ns2:creationId id="{7A247EF7-BAC8-ADB4-DAE0-B6D6F8371DB7}"/>
                </a:ext>
              </a:extLst>
            </p:cNvPr>
            <p:cNvGrpSpPr/>
            <p:nvPr/>
          </p:nvGrpSpPr>
          <p:grpSpPr>
            <a:xfrm>
              <a:off x="342900" y="1500842"/>
              <a:ext cx="5688000" cy="468000"/>
              <a:chOff x="371475" y="1160463"/>
              <a:chExt cx="5635625" cy="828675"/>
            </a:xfrm>
          </p:grpSpPr>
          <p:sp>
            <p:nvSpPr>
              <p:cNvPr id="9" name="テキスト ボックス 10">
                <a:extLst>
                  <a:ext uri="{FF2B5EF4-FFF2-40B4-BE49-F238E27FC236}">
                    <ns2:creationId id="{1887BDFA-B0EF-7478-AFF0-3B3CB195BD1C}"/>
                  </a:ext>
                </a:extLst>
              </p:cNvPr>
              <p:cNvSpPr txBox="1"/>
              <p:nvPr/>
            </p:nvSpPr>
            <p:spPr>
              <a:xfrm>
                <a:off x="371475" y="1160463"/>
                <a:ext cx="5635625" cy="828675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b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600">
                    <a:latin typeface="+mn-ea"/>
                  </a:rPr>
                  <a:t>XX</a:t>
                </a:r>
                <a:endParaRPr kumimoji="1" lang="ja-JP" altLang="en-US" sz="1600">
                  <a:solidFill>
                    <a:schemeClr val="accent1"/>
                  </a:solidFill>
                  <a:latin typeface="+mj-lt"/>
                  <a:ea typeface="Meiryo" panose="020B0604030504040204" pitchFamily="34" charset="-128"/>
                </a:endParaRPr>
              </a:p>
            </p:txBody>
          </p:sp>
          <p:cxnSp>
            <p:nvCxnSpPr>
              <p:cNvPr id="10" name="直線コネクタ 11">
                <a:extLst>
                  <a:ext uri="{FF2B5EF4-FFF2-40B4-BE49-F238E27FC236}">
                    <ns2:creationId id="{3BD86404-1AD0-D46A-8DAC-C7EEC75FC3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475" y="1989138"/>
                <a:ext cx="563562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正方形/長方形 62">
              <a:extLst>
                <a:ext uri="{FF2B5EF4-FFF2-40B4-BE49-F238E27FC236}">
                  <ns2:creationId id="{776B9D71-3E9A-B477-8B1B-269279EF7CD6}"/>
                </a:ext>
              </a:extLst>
            </p:cNvPr>
            <p:cNvSpPr/>
            <p:nvPr/>
          </p:nvSpPr>
          <p:spPr>
            <a:xfrm>
              <a:off x="336550" y="2683567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" name="正方形/長方形 62">
              <a:extLst>
                <a:ext uri="{FF2B5EF4-FFF2-40B4-BE49-F238E27FC236}">
                  <ns2:creationId id="{7EB6C11A-7B00-4DCB-A432-1341A0C60D34}"/>
                </a:ext>
              </a:extLst>
            </p:cNvPr>
            <p:cNvSpPr/>
            <p:nvPr/>
          </p:nvSpPr>
          <p:spPr>
            <a:xfrm>
              <a:off x="336550" y="3989965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62">
              <a:extLst>
                <a:ext uri="{FF2B5EF4-FFF2-40B4-BE49-F238E27FC236}">
                  <ns2:creationId id="{A7EB1ABF-C460-6117-3B0B-B727BA4F7B19}"/>
                </a:ext>
              </a:extLst>
            </p:cNvPr>
            <p:cNvSpPr/>
            <p:nvPr/>
          </p:nvSpPr>
          <p:spPr>
            <a:xfrm>
              <a:off x="336550" y="4643166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25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4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" name="正方形/長方形 62">
              <a:extLst>
                <a:ext uri="{FF2B5EF4-FFF2-40B4-BE49-F238E27FC236}">
                  <ns2:creationId id="{64C5EA46-236D-120F-EEDB-C94318D7DEE2}"/>
                </a:ext>
              </a:extLst>
            </p:cNvPr>
            <p:cNvSpPr/>
            <p:nvPr/>
          </p:nvSpPr>
          <p:spPr>
            <a:xfrm>
              <a:off x="336550" y="3336766"/>
              <a:ext cx="5688000" cy="612000"/>
            </a:xfrm>
            <a:prstGeom prst="rect">
              <a:avLst/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76000" tIns="36000" rIns="36000" bIns="36000" rtlCol="0" anchor="ctr"/>
            <a:lstStyle/>
            <a:p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2" name="二等辺三角形 41">
              <a:extLst>
                <a:ext uri="{FF2B5EF4-FFF2-40B4-BE49-F238E27FC236}">
                  <ns2:creationId id="{01193C00-10F4-2FEF-02A8-B5E6592A3F8F}"/>
                </a:ext>
              </a:extLst>
            </p:cNvPr>
            <p:cNvSpPr/>
            <p:nvPr/>
          </p:nvSpPr>
          <p:spPr>
            <a:xfrm rot="5400000">
              <a:off x="264550" y="2102368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二等辺三角形 42">
              <a:extLst>
                <a:ext uri="{FF2B5EF4-FFF2-40B4-BE49-F238E27FC236}">
                  <ns2:creationId id="{1784CEF9-A47C-41CB-8774-DB9BE495FFEF}"/>
                </a:ext>
              </a:extLst>
            </p:cNvPr>
            <p:cNvSpPr/>
            <p:nvPr/>
          </p:nvSpPr>
          <p:spPr>
            <a:xfrm rot="5400000">
              <a:off x="264550" y="2755567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二等辺三角形 43">
              <a:extLst>
                <a:ext uri="{FF2B5EF4-FFF2-40B4-BE49-F238E27FC236}">
                  <ns2:creationId id="{7BE0DEC5-DB4B-E72F-45CF-0A804D37779C}"/>
                </a:ext>
              </a:extLst>
            </p:cNvPr>
            <p:cNvSpPr/>
            <p:nvPr/>
          </p:nvSpPr>
          <p:spPr>
            <a:xfrm rot="5400000">
              <a:off x="264551" y="3408766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二等辺三角形 44">
              <a:extLst>
                <a:ext uri="{FF2B5EF4-FFF2-40B4-BE49-F238E27FC236}">
                  <ns2:creationId id="{66B9DC8E-3EB8-FBBF-2BB5-ED1863FDBE5E}"/>
                </a:ext>
              </a:extLst>
            </p:cNvPr>
            <p:cNvSpPr/>
            <p:nvPr/>
          </p:nvSpPr>
          <p:spPr>
            <a:xfrm rot="5400000">
              <a:off x="264551" y="4061965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二等辺三角形 45">
              <a:extLst>
                <a:ext uri="{FF2B5EF4-FFF2-40B4-BE49-F238E27FC236}">
                  <ns2:creationId id="{61BA1F73-4CB2-D997-D0E8-62479B1DA588}"/>
                </a:ext>
              </a:extLst>
            </p:cNvPr>
            <p:cNvSpPr/>
            <p:nvPr/>
          </p:nvSpPr>
          <p:spPr>
            <a:xfrm rot="5400000">
              <a:off x="264551" y="4715166"/>
              <a:ext cx="612000" cy="468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80" name="グラフィックス 79" descr="ブロックチェーン 単色塗りつぶし">
              <a:extLst>
                <a:ext uri="{FF2B5EF4-FFF2-40B4-BE49-F238E27FC236}">
                  <ns2:creationId id="{FA4C3F22-65EB-3734-1932-CE9782A861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342900" y="2192368"/>
              <a:ext cx="288000" cy="288000"/>
            </a:xfrm>
            <a:prstGeom prst="rect">
              <a:avLst/>
            </a:prstGeom>
          </p:spPr>
        </p:pic>
        <p:pic>
          <p:nvPicPr>
            <p:cNvPr id="84" name="グラフィックス 83" descr="インフルエンサー 単色塗りつぶし">
              <a:extLst>
                <a:ext uri="{FF2B5EF4-FFF2-40B4-BE49-F238E27FC236}">
                  <ns2:creationId id="{41E10F3C-C605-392B-C8D8-FCA6628A88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342900" y="2845567"/>
              <a:ext cx="288000" cy="288000"/>
            </a:xfrm>
            <a:prstGeom prst="rect">
              <a:avLst/>
            </a:prstGeom>
          </p:spPr>
        </p:pic>
        <p:pic>
          <p:nvPicPr>
            <p:cNvPr id="88" name="グラフィックス 87" descr="チャット 枠線">
              <a:extLst>
                <a:ext uri="{FF2B5EF4-FFF2-40B4-BE49-F238E27FC236}">
                  <ns2:creationId id="{D291B972-4758-C6D3-DC99-95E74B4FB4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2234101" y="1613047"/>
              <a:ext cx="396000" cy="396000"/>
            </a:xfrm>
            <a:prstGeom prst="rect">
              <a:avLst/>
            </a:prstGeom>
          </p:spPr>
        </p:pic>
        <p:pic>
          <p:nvPicPr>
            <p:cNvPr id="120" name="グラフィックス 119" descr="完了 単色塗りつぶし">
              <a:extLst>
                <a:ext uri="{FF2B5EF4-FFF2-40B4-BE49-F238E27FC236}">
                  <ns2:creationId id="{BB23F97E-7435-CADB-C640-9E5872A140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336550" y="3498766"/>
              <a:ext cx="288000" cy="288000"/>
            </a:xfrm>
            <a:prstGeom prst="rect">
              <a:avLst/>
            </a:prstGeom>
          </p:spPr>
        </p:pic>
        <p:pic>
          <p:nvPicPr>
            <p:cNvPr id="140" name="グラフィックス 139" descr="ワークフロー 単色塗りつぶし">
              <a:extLst>
                <a:ext uri="{FF2B5EF4-FFF2-40B4-BE49-F238E27FC236}">
                  <ns2:creationId id="{DAEAAAD2-48C2-9333-9E31-20D68990E0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336550" y="4151964"/>
              <a:ext cx="288000" cy="288000"/>
            </a:xfrm>
            <a:prstGeom prst="rect">
              <a:avLst/>
            </a:prstGeom>
          </p:spPr>
        </p:pic>
        <p:pic>
          <p:nvPicPr>
            <p:cNvPr id="142" name="グラフィックス 141" descr="握手 単色塗りつぶし">
              <a:extLst>
                <a:ext uri="{FF2B5EF4-FFF2-40B4-BE49-F238E27FC236}">
                  <ns2:creationId id="{60F97C3E-04A3-A15E-96D0-4BC3739B0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336550" y="4805165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359125020"/>
      </p:ext>
    </p:extLst>
  </p:cSld>
  <p:clrMapOvr>
    <a:masterClrMapping/>
  </p:clrMapOvr>
</p:sld>
</file>

<file path=ppt/slides/slide11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FB2DA2A-FE69-F8F2-39ED-31913DB14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ns2:creationId id="{DE3E1821-B440-A230-E22C-01379459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5" name="テキスト プレースホルダー 2">
            <a:extLst>
              <a:ext uri="{FF2B5EF4-FFF2-40B4-BE49-F238E27FC236}">
                <ns2:creationId id="{C8BB3B34-375C-F349-612B-94FC7E532273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/>
              <a:t>XX</a:t>
            </a:r>
          </a:p>
        </p:txBody>
      </p:sp>
      <p:sp>
        <p:nvSpPr>
          <p:cNvPr id="2" name="正方形/長方形 62">
            <a:extLst>
              <a:ext uri="{FF2B5EF4-FFF2-40B4-BE49-F238E27FC236}">
                <ns2:creationId id="{C63669E4-B337-3251-D129-2A3FFDAEF734}"/>
              </a:ext>
            </a:extLst>
          </p:cNvPr>
          <p:cNvSpPr/>
          <p:nvPr/>
        </p:nvSpPr>
        <p:spPr>
          <a:xfrm>
            <a:off x="344390" y="1630945"/>
            <a:ext cx="1080000" cy="576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lang="ja-JP" altLang="en-US" sz="160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6" name="正方形/長方形 62">
            <a:extLst>
              <a:ext uri="{FF2B5EF4-FFF2-40B4-BE49-F238E27FC236}">
                <ns2:creationId id="{9E8F3871-99E1-301A-D696-2F9C92DEACE0}"/>
              </a:ext>
            </a:extLst>
          </p:cNvPr>
          <p:cNvSpPr/>
          <p:nvPr/>
        </p:nvSpPr>
        <p:spPr>
          <a:xfrm>
            <a:off x="1424390" y="1630945"/>
            <a:ext cx="10440000" cy="57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lang="ja-JP" altLang="en-US" sz="16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pSp>
        <p:nvGrpSpPr>
          <p:cNvPr id="22" name="グループ化 21">
            <a:extLst>
              <a:ext uri="{FF2B5EF4-FFF2-40B4-BE49-F238E27FC236}">
                <ns2:creationId id="{89519581-7525-DD91-5B28-B16C459293EE}"/>
              </a:ext>
            </a:extLst>
          </p:cNvPr>
          <p:cNvGrpSpPr/>
          <p:nvPr/>
        </p:nvGrpSpPr>
        <p:grpSpPr>
          <a:xfrm>
            <a:off x="-700346" y="2300139"/>
            <a:ext cx="12561525" cy="4009557"/>
            <a:chOff x="-700346" y="2300139"/>
            <a:chExt cx="12561525" cy="4009557"/>
          </a:xfrm>
        </p:grpSpPr>
        <p:cxnSp>
          <p:nvCxnSpPr>
            <p:cNvPr id="37" name="Straight Connector 30">
              <a:extLst>
                <a:ext uri="{FF2B5EF4-FFF2-40B4-BE49-F238E27FC236}">
                  <ns2:creationId id="{B6C05F06-6050-C280-7EBF-15FDEE9EFA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1113" y="5014507"/>
              <a:ext cx="1213348" cy="917188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5">
              <a:extLst>
                <a:ext uri="{FF2B5EF4-FFF2-40B4-BE49-F238E27FC236}">
                  <ns2:creationId id="{1BEBDB05-959E-6878-ADE6-87AC6F7D48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4390" y="3491528"/>
              <a:ext cx="1260071" cy="81338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105">
              <a:extLst>
                <a:ext uri="{FF2B5EF4-FFF2-40B4-BE49-F238E27FC236}">
                  <ns2:creationId id="{474CB7EE-C4A4-F8C1-EE3B-D2BEF9ED07BB}"/>
                </a:ext>
              </a:extLst>
            </p:cNvPr>
            <p:cNvCxnSpPr>
              <a:cxnSpLocks/>
              <a:stCxn id="51" idx="2"/>
            </p:cNvCxnSpPr>
            <p:nvPr/>
          </p:nvCxnSpPr>
          <p:spPr>
            <a:xfrm flipH="1">
              <a:off x="321995" y="4304917"/>
              <a:ext cx="1549683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111">
              <a:extLst>
                <a:ext uri="{FF2B5EF4-FFF2-40B4-BE49-F238E27FC236}">
                  <ns2:creationId id="{DF3A42FE-5EEB-320D-5142-2A94CD4C7361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flipH="1">
              <a:off x="1604461" y="2678139"/>
              <a:ext cx="26721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114">
              <a:extLst>
                <a:ext uri="{FF2B5EF4-FFF2-40B4-BE49-F238E27FC236}">
                  <ns2:creationId id="{742F61BA-E375-6A95-B411-B56E04904DF6}"/>
                </a:ext>
              </a:extLst>
            </p:cNvPr>
            <p:cNvCxnSpPr>
              <a:cxnSpLocks/>
              <a:stCxn id="57" idx="2"/>
            </p:cNvCxnSpPr>
            <p:nvPr/>
          </p:nvCxnSpPr>
          <p:spPr>
            <a:xfrm flipH="1">
              <a:off x="1604461" y="5931695"/>
              <a:ext cx="26721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116">
              <a:extLst>
                <a:ext uri="{FF2B5EF4-FFF2-40B4-BE49-F238E27FC236}">
                  <ns2:creationId id="{7AE4FE5D-108E-3721-CA63-9B1A8461EDBA}"/>
                </a:ext>
              </a:extLst>
            </p:cNvPr>
            <p:cNvCxnSpPr>
              <a:cxnSpLocks/>
              <a:stCxn id="54" idx="2"/>
            </p:cNvCxnSpPr>
            <p:nvPr/>
          </p:nvCxnSpPr>
          <p:spPr>
            <a:xfrm flipH="1">
              <a:off x="1595247" y="5118306"/>
              <a:ext cx="276431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117">
              <a:extLst>
                <a:ext uri="{FF2B5EF4-FFF2-40B4-BE49-F238E27FC236}">
                  <ns2:creationId id="{7131349F-8CD0-3D43-0CDB-2C78BD2EAB77}"/>
                </a:ext>
              </a:extLst>
            </p:cNvPr>
            <p:cNvCxnSpPr>
              <a:cxnSpLocks/>
              <a:stCxn id="48" idx="2"/>
            </p:cNvCxnSpPr>
            <p:nvPr/>
          </p:nvCxnSpPr>
          <p:spPr>
            <a:xfrm flipH="1">
              <a:off x="1604461" y="3491528"/>
              <a:ext cx="267217" cy="3926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楕円 3">
              <a:extLst>
                <a:ext uri="{FF2B5EF4-FFF2-40B4-BE49-F238E27FC236}">
                  <ns2:creationId id="{CC2E31CE-FD18-641D-938B-A5918890FD26}"/>
                </a:ext>
              </a:extLst>
            </p:cNvPr>
            <p:cNvSpPr/>
            <p:nvPr/>
          </p:nvSpPr>
          <p:spPr>
            <a:xfrm>
              <a:off x="1871678" y="2300139"/>
              <a:ext cx="756000" cy="756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000">
                  <a:solidFill>
                    <a:schemeClr val="tx1"/>
                  </a:solidFill>
                  <a:latin typeface="+mn-ea"/>
                </a:rPr>
                <a:t>01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8" name="楕円 3">
              <a:extLst>
                <a:ext uri="{FF2B5EF4-FFF2-40B4-BE49-F238E27FC236}">
                  <ns2:creationId id="{438BE5D3-0AFF-C497-AFD5-C01C42E327BC}"/>
                </a:ext>
              </a:extLst>
            </p:cNvPr>
            <p:cNvSpPr/>
            <p:nvPr/>
          </p:nvSpPr>
          <p:spPr>
            <a:xfrm>
              <a:off x="1871678" y="3113528"/>
              <a:ext cx="756000" cy="756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02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1" name="楕円 3">
              <a:extLst>
                <a:ext uri="{FF2B5EF4-FFF2-40B4-BE49-F238E27FC236}">
                  <ns2:creationId id="{5C76BDE8-E872-4E76-1B43-17E3E28CA4A7}"/>
                </a:ext>
              </a:extLst>
            </p:cNvPr>
            <p:cNvSpPr/>
            <p:nvPr/>
          </p:nvSpPr>
          <p:spPr>
            <a:xfrm>
              <a:off x="1871678" y="3926917"/>
              <a:ext cx="756000" cy="756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000">
                  <a:solidFill>
                    <a:schemeClr val="tx1"/>
                  </a:solidFill>
                  <a:latin typeface="+mn-ea"/>
                </a:rPr>
                <a:t>03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4" name="楕円 3">
              <a:extLst>
                <a:ext uri="{FF2B5EF4-FFF2-40B4-BE49-F238E27FC236}">
                  <ns2:creationId id="{49C80944-0974-96A5-30A3-C47EC2D9A5A3}"/>
                </a:ext>
              </a:extLst>
            </p:cNvPr>
            <p:cNvSpPr/>
            <p:nvPr/>
          </p:nvSpPr>
          <p:spPr>
            <a:xfrm>
              <a:off x="1871678" y="4740306"/>
              <a:ext cx="756000" cy="756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000">
                  <a:solidFill>
                    <a:schemeClr val="tx1"/>
                  </a:solidFill>
                  <a:latin typeface="+mn-ea"/>
                </a:rPr>
                <a:t>04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7" name="楕円 3">
              <a:extLst>
                <a:ext uri="{FF2B5EF4-FFF2-40B4-BE49-F238E27FC236}">
                  <ns2:creationId id="{0C513569-11B7-16B1-498C-E3EE5E3D1A85}"/>
                </a:ext>
              </a:extLst>
            </p:cNvPr>
            <p:cNvSpPr/>
            <p:nvPr/>
          </p:nvSpPr>
          <p:spPr>
            <a:xfrm>
              <a:off x="1871678" y="5553695"/>
              <a:ext cx="756000" cy="756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0" rIns="36000" bIns="36000" rtlCol="0" anchor="t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1000">
                  <a:solidFill>
                    <a:schemeClr val="tx1"/>
                  </a:solidFill>
                  <a:latin typeface="+mn-ea"/>
                </a:rPr>
                <a:t>05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59" name="Straight Connector 30">
              <a:extLst>
                <a:ext uri="{FF2B5EF4-FFF2-40B4-BE49-F238E27FC236}">
                  <ns2:creationId id="{AF878CE6-C1FF-90B7-5D34-C0809E8B8B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4390" y="2678139"/>
              <a:ext cx="1260071" cy="895641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35">
              <a:extLst>
                <a:ext uri="{FF2B5EF4-FFF2-40B4-BE49-F238E27FC236}">
                  <ns2:creationId id="{EA58AABB-CDA5-40DE-6133-AF833BF1E3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963" y="4304917"/>
              <a:ext cx="1269498" cy="81338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正方形/長方形 62">
              <a:extLst>
                <a:ext uri="{FF2B5EF4-FFF2-40B4-BE49-F238E27FC236}">
                  <ns2:creationId id="{E8E7AED4-760D-206D-9C5A-D27CE81D9580}"/>
                </a:ext>
              </a:extLst>
            </p:cNvPr>
            <p:cNvSpPr/>
            <p:nvPr/>
          </p:nvSpPr>
          <p:spPr>
            <a:xfrm>
              <a:off x="2623861" y="2300139"/>
              <a:ext cx="9233501" cy="75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0" rIns="36000" bIns="36000" rtlCol="0" anchor="t"/>
            <a:lstStyle/>
            <a:p>
              <a:pPr>
                <a:spcAft>
                  <a:spcPts val="2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171450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86D64447-915F-833F-9D3D-96AD20875091}"/>
                </a:ext>
              </a:extLst>
            </p:cNvPr>
            <p:cNvSpPr/>
            <p:nvPr/>
          </p:nvSpPr>
          <p:spPr>
            <a:xfrm>
              <a:off x="2898937" y="2945667"/>
              <a:ext cx="216000" cy="144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例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62A70AD2-0924-FB96-E5BB-AA84EA03A488}"/>
                </a:ext>
              </a:extLst>
            </p:cNvPr>
            <p:cNvSpPr/>
            <p:nvPr/>
          </p:nvSpPr>
          <p:spPr>
            <a:xfrm>
              <a:off x="3114937" y="2945667"/>
              <a:ext cx="8532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4" name="正方形/長方形 62">
              <a:extLst>
                <a:ext uri="{FF2B5EF4-FFF2-40B4-BE49-F238E27FC236}">
                  <ns2:creationId id="{D19175ED-5CAB-2855-C61F-717627177B5D}"/>
                </a:ext>
              </a:extLst>
            </p:cNvPr>
            <p:cNvSpPr/>
            <p:nvPr/>
          </p:nvSpPr>
          <p:spPr>
            <a:xfrm>
              <a:off x="2623861" y="3113528"/>
              <a:ext cx="9233501" cy="75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36000" rIns="36000" bIns="36000" rtlCol="0" anchor="ctr"/>
            <a:lstStyle/>
            <a:p>
              <a:pPr>
                <a:spcAft>
                  <a:spcPts val="2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171450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5" name="正方形/長方形 62">
              <a:extLst>
                <a:ext uri="{FF2B5EF4-FFF2-40B4-BE49-F238E27FC236}">
                  <ns2:creationId id="{59821E63-441F-393D-F51E-DE529648A6FC}"/>
                </a:ext>
              </a:extLst>
            </p:cNvPr>
            <p:cNvSpPr/>
            <p:nvPr/>
          </p:nvSpPr>
          <p:spPr>
            <a:xfrm>
              <a:off x="2623861" y="3926917"/>
              <a:ext cx="9233501" cy="75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36000" rIns="36000" bIns="36000" rtlCol="0" anchor="ctr"/>
            <a:lstStyle/>
            <a:p>
              <a:pPr>
                <a:spcAft>
                  <a:spcPts val="2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</a:t>
              </a:r>
              <a:endParaRPr lang="ja-JP" altLang="en-US" sz="1000" dirty="0">
                <a:latin typeface="+mn-ea"/>
              </a:endParaRPr>
            </a:p>
            <a:p>
              <a:pPr marL="171450" indent="-171450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正方形/長方形 62">
              <a:extLst>
                <a:ext uri="{FF2B5EF4-FFF2-40B4-BE49-F238E27FC236}">
                  <ns2:creationId id="{E5DBE7BE-E90C-6B1A-601C-116E400C1E9D}"/>
                </a:ext>
              </a:extLst>
            </p:cNvPr>
            <p:cNvSpPr/>
            <p:nvPr/>
          </p:nvSpPr>
          <p:spPr>
            <a:xfrm>
              <a:off x="2627678" y="4740306"/>
              <a:ext cx="9233501" cy="75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36000" rIns="36000" bIns="36000" rtlCol="0" anchor="ctr"/>
            <a:lstStyle/>
            <a:p>
              <a:pPr>
                <a:spcAft>
                  <a:spcPts val="200"/>
                </a:spcAft>
              </a:pPr>
              <a:r>
                <a:rPr lang="ja-JP" altLang="en-US" sz="95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950" dirty="0">
                  <a:solidFill>
                    <a:srgbClr val="008000"/>
                  </a:solidFill>
                  <a:latin typeface="+mn-ea"/>
                </a:rPr>
                <a:t>XX</a:t>
              </a:r>
            </a:p>
            <a:p>
              <a:pPr marL="171450" indent="-171450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7" name="正方形/長方形 62">
              <a:extLst>
                <a:ext uri="{FF2B5EF4-FFF2-40B4-BE49-F238E27FC236}">
                  <ns2:creationId id="{B0335729-FAB3-D74A-F125-E426EF6644C9}"/>
                </a:ext>
              </a:extLst>
            </p:cNvPr>
            <p:cNvSpPr/>
            <p:nvPr/>
          </p:nvSpPr>
          <p:spPr>
            <a:xfrm>
              <a:off x="2627678" y="5553696"/>
              <a:ext cx="9233501" cy="75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36000" rIns="36000" bIns="36000" rtlCol="0" anchor="ctr"/>
            <a:lstStyle/>
            <a:p>
              <a:pPr>
                <a:spcAft>
                  <a:spcPts val="2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</a:p>
            <a:p>
              <a:pPr marL="171450" indent="-171450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1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8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API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4006DD8B-9AD8-5934-AD16-0DA91EA4D25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-700346" y="3264655"/>
              <a:ext cx="2088001" cy="2088000"/>
              <a:chOff x="-584600" y="3391975"/>
              <a:chExt cx="1836001" cy="1836000"/>
            </a:xfrm>
          </p:grpSpPr>
          <p:grpSp>
            <p:nvGrpSpPr>
              <p:cNvPr id="82" name="グループ化 81">
                <a:extLst>
                  <a:ext uri="{FF2B5EF4-FFF2-40B4-BE49-F238E27FC236}">
                    <ns2:creationId id="{B67C5A3B-CB22-3A34-D997-95D5F3A625C3}"/>
                  </a:ext>
                </a:extLst>
              </p:cNvPr>
              <p:cNvGrpSpPr/>
              <p:nvPr/>
            </p:nvGrpSpPr>
            <p:grpSpPr>
              <a:xfrm>
                <a:off x="-584600" y="3391975"/>
                <a:ext cx="1836001" cy="1836000"/>
                <a:chOff x="-1182755" y="2708032"/>
                <a:chExt cx="3058358" cy="3058357"/>
              </a:xfrm>
            </p:grpSpPr>
            <p:sp>
              <p:nvSpPr>
                <p:cNvPr id="63" name="楕円 2">
                  <a:extLst>
                    <a:ext uri="{FF2B5EF4-FFF2-40B4-BE49-F238E27FC236}">
                      <ns2:creationId id="{C95B5F56-A941-F0C4-E82D-67D63DF1BBE0}"/>
                    </a:ext>
                  </a:extLst>
                </p:cNvPr>
                <p:cNvSpPr/>
                <p:nvPr/>
              </p:nvSpPr>
              <p:spPr>
                <a:xfrm>
                  <a:off x="-1182755" y="2708032"/>
                  <a:ext cx="3058358" cy="3058357"/>
                </a:xfrm>
                <a:prstGeom prst="arc">
                  <a:avLst>
                    <a:gd name="adj1" fmla="val 16200000"/>
                    <a:gd name="adj2" fmla="val 5407509"/>
                  </a:avLst>
                </a:prstGeom>
                <a:solidFill>
                  <a:schemeClr val="bg1"/>
                </a:solidFill>
                <a:ln w="2540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64" name="Freeform 44">
                  <a:extLst>
                    <a:ext uri="{FF2B5EF4-FFF2-40B4-BE49-F238E27FC236}">
                      <ns2:creationId id="{096A69BF-9684-2A67-D155-C5A4629DFE4C}"/>
                    </a:ext>
                  </a:extLst>
                </p:cNvPr>
                <p:cNvSpPr/>
                <p:nvPr/>
              </p:nvSpPr>
              <p:spPr>
                <a:xfrm>
                  <a:off x="340118" y="2803785"/>
                  <a:ext cx="1433426" cy="2866851"/>
                </a:xfrm>
                <a:custGeom>
                  <a:avLst/>
                  <a:gdLst>
                    <a:gd name="connsiteX0" fmla="*/ 0 w 1800000"/>
                    <a:gd name="connsiteY0" fmla="*/ 0 h 3600000"/>
                    <a:gd name="connsiteX1" fmla="*/ 1800000 w 1800000"/>
                    <a:gd name="connsiteY1" fmla="*/ 1800000 h 3600000"/>
                    <a:gd name="connsiteX2" fmla="*/ 0 w 1800000"/>
                    <a:gd name="connsiteY2" fmla="*/ 3600000 h 360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800000" h="3600000">
                      <a:moveTo>
                        <a:pt x="0" y="0"/>
                      </a:moveTo>
                      <a:cubicBezTo>
                        <a:pt x="994113" y="0"/>
                        <a:pt x="1800000" y="805887"/>
                        <a:pt x="1800000" y="1800000"/>
                      </a:cubicBezTo>
                      <a:cubicBezTo>
                        <a:pt x="1800000" y="2794113"/>
                        <a:pt x="994113" y="3600000"/>
                        <a:pt x="0" y="360000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65" name="楕円 3">
                  <a:extLst>
                    <a:ext uri="{FF2B5EF4-FFF2-40B4-BE49-F238E27FC236}">
                      <ns2:creationId id="{16609C3A-DECC-A040-5BB1-C8979D458AF4}"/>
                    </a:ext>
                  </a:extLst>
                </p:cNvPr>
                <p:cNvSpPr/>
                <p:nvPr/>
              </p:nvSpPr>
              <p:spPr>
                <a:xfrm>
                  <a:off x="-747517" y="3144938"/>
                  <a:ext cx="2184541" cy="2184540"/>
                </a:xfrm>
                <a:prstGeom prst="pie">
                  <a:avLst>
                    <a:gd name="adj1" fmla="val 16205533"/>
                    <a:gd name="adj2" fmla="val 5412291"/>
                  </a:avLst>
                </a:prstGeom>
                <a:solidFill>
                  <a:srgbClr val="008000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368000" tIns="1368000" rIns="36000" bIns="36000" rtlCol="0" anchor="t"/>
                <a:lstStyle/>
                <a:p>
                  <a:pPr>
                    <a:buClr>
                      <a:schemeClr val="accent1"/>
                    </a:buClr>
                  </a:pPr>
                  <a:endParaRPr kumimoji="1" lang="ja-JP" altLang="en-US"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pic>
            <p:nvPicPr>
              <p:cNvPr id="95" name="グラフィックス 94" descr="パズル 単色塗りつぶし">
                <a:extLst>
                  <a:ext uri="{FF2B5EF4-FFF2-40B4-BE49-F238E27FC236}">
                    <ns2:creationId id="{FB4D96A7-D288-3AAA-107B-AAFCA29538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91113" y="4094987"/>
                <a:ext cx="429976" cy="429976"/>
              </a:xfrm>
              <a:prstGeom prst="rect">
                <a:avLst/>
              </a:prstGeom>
            </p:spPr>
          </p:pic>
        </p:grpSp>
        <p:pic>
          <p:nvPicPr>
            <p:cNvPr id="132" name="グラフィックス 131" descr="バッジ: フォロー解除 単色塗りつぶし">
              <a:extLst>
                <a:ext uri="{FF2B5EF4-FFF2-40B4-BE49-F238E27FC236}">
                  <ns2:creationId id="{D721EFFB-A87C-2547-090B-7C0B1B7D00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069678" y="4201118"/>
              <a:ext cx="360000" cy="360000"/>
            </a:xfrm>
            <a:prstGeom prst="rect">
              <a:avLst/>
            </a:prstGeom>
          </p:spPr>
        </p:pic>
        <p:pic>
          <p:nvPicPr>
            <p:cNvPr id="134" name="グラフィックス 133" descr="チャットの吹き出し 単色塗りつぶし">
              <a:extLst>
                <a:ext uri="{FF2B5EF4-FFF2-40B4-BE49-F238E27FC236}">
                  <ns2:creationId id="{B8119C7A-78BD-A65F-36AB-B05A162571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069678" y="3387728"/>
              <a:ext cx="360000" cy="360000"/>
            </a:xfrm>
            <a:prstGeom prst="rect">
              <a:avLst/>
            </a:prstGeom>
          </p:spPr>
        </p:pic>
        <p:pic>
          <p:nvPicPr>
            <p:cNvPr id="138" name="グラフィックス 137" descr="閉じる 単色塗りつぶし">
              <a:extLst>
                <a:ext uri="{FF2B5EF4-FFF2-40B4-BE49-F238E27FC236}">
                  <ns2:creationId id="{EFF16FFD-D356-82D4-8B73-8C22C3CA37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069678" y="2574339"/>
              <a:ext cx="360000" cy="360000"/>
            </a:xfrm>
            <a:prstGeom prst="rect">
              <a:avLst/>
            </a:prstGeom>
          </p:spPr>
        </p:pic>
        <p:pic>
          <p:nvPicPr>
            <p:cNvPr id="142" name="グラフィックス 141" descr="カスタマー レビュー 単色塗りつぶし">
              <a:extLst>
                <a:ext uri="{FF2B5EF4-FFF2-40B4-BE49-F238E27FC236}">
                  <ns2:creationId id="{3C39F836-5311-EBF5-CD5A-AADA8BE8C3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069678" y="5014507"/>
              <a:ext cx="360000" cy="360000"/>
            </a:xfrm>
            <a:prstGeom prst="rect">
              <a:avLst/>
            </a:prstGeom>
          </p:spPr>
        </p:pic>
        <p:pic>
          <p:nvPicPr>
            <p:cNvPr id="144" name="グラフィックス 143" descr="下降基調のグラフ 単色塗りつぶし">
              <a:extLst>
                <a:ext uri="{FF2B5EF4-FFF2-40B4-BE49-F238E27FC236}">
                  <ns2:creationId id="{7E78C105-A4D9-957B-835D-1164B6E7F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069678" y="5827896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761521057"/>
      </p:ext>
    </p:extLst>
  </p:cSld>
  <p:clrMapOvr>
    <a:masterClrMapping/>
  </p:clrMapOvr>
</p:sld>
</file>

<file path=ppt/slides/slide11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0FF9C28-BC31-F9C4-FC18-42F943C95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タイトル 1">
            <a:extLst>
              <a:ext uri="{FF2B5EF4-FFF2-40B4-BE49-F238E27FC236}">
                <ns2:creationId id="{CCD3F3F9-DED5-EDE6-8653-F823E771923D}"/>
              </a:ext>
            </a:extLst>
          </p:cNvPr>
          <p:cNvSpPr txBox="1">
            <a:spLocks/>
          </p:cNvSpPr>
          <p:nvPr/>
        </p:nvSpPr>
        <p:spPr>
          <a:xfrm>
            <a:off x="334962" y="1"/>
            <a:ext cx="11857037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en-US" altLang="ja-JP" sz="2400" dirty="0">
                <a:cs typeface="Cascadia Code ExtraLight" panose="020B0609020000020004" pitchFamily="49" charset="0"/>
              </a:rPr>
              <a:t>XX</a:t>
            </a:r>
            <a:r>
              <a:rPr lang="ja-JP" altLang="en-US" sz="2400" dirty="0">
                <a:cs typeface="Cascadia Code ExtraLight" panose="020B0609020000020004" pitchFamily="49" charset="0"/>
              </a:rPr>
              <a:t>XX</a:t>
            </a:r>
            <a:endParaRPr lang="en-US" altLang="ja-JP" sz="2400" dirty="0">
              <a:cs typeface="Cascadia Code ExtraLight" panose="020B0609020000020004" pitchFamily="49" charset="0"/>
            </a:endParaRPr>
          </a:p>
          <a:p>
            <a:r>
              <a:rPr lang="ja-JP" altLang="en-US" dirty="0">
                <a:cs typeface="Cascadia Code ExtraLight" panose="020B0609020000020004" pitchFamily="49" charset="0"/>
              </a:rPr>
              <a:t> </a:t>
            </a:r>
            <a:r>
              <a:rPr lang="en-US" altLang="ja-JP" dirty="0">
                <a:cs typeface="Cascadia Code ExtraLight" panose="020B0609020000020004" pitchFamily="49" charset="0"/>
              </a:rPr>
              <a:t>XX</a:t>
            </a:r>
            <a:r>
              <a:rPr lang="ja-JP" altLang="en-US" dirty="0">
                <a:cs typeface="Cascadia Code ExtraLight" panose="020B0609020000020004" pitchFamily="49" charset="0"/>
              </a:rPr>
              <a:t>XX</a:t>
            </a:r>
          </a:p>
        </p:txBody>
      </p:sp>
      <p:sp>
        <p:nvSpPr>
          <p:cNvPr id="14" name="正方形/長方形 5">
            <a:extLst>
              <a:ext uri="{FF2B5EF4-FFF2-40B4-BE49-F238E27FC236}">
                <ns2:creationId id="{03EECD1E-DE33-8A61-CDED-37F5E4A961FF}"/>
              </a:ext>
            </a:extLst>
          </p:cNvPr>
          <p:cNvSpPr/>
          <p:nvPr/>
        </p:nvSpPr>
        <p:spPr>
          <a:xfrm>
            <a:off x="334963" y="1000078"/>
            <a:ext cx="11516754" cy="360000"/>
          </a:xfrm>
          <a:prstGeom prst="rect">
            <a:avLst/>
          </a:prstGeom>
          <a:solidFill>
            <a:schemeClr val="accent5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rPr>
              <a:t>XX</a:t>
            </a:r>
          </a:p>
        </p:txBody>
      </p:sp>
      <p:grpSp>
        <p:nvGrpSpPr>
          <p:cNvPr id="173" name="グループ化 172">
            <a:extLst>
              <a:ext uri="{FF2B5EF4-FFF2-40B4-BE49-F238E27FC236}">
                <ns2:creationId id="{7B5A6A71-9DE3-7471-499C-127AE5FF8A8D}"/>
              </a:ext>
            </a:extLst>
          </p:cNvPr>
          <p:cNvGrpSpPr/>
          <p:nvPr/>
        </p:nvGrpSpPr>
        <p:grpSpPr>
          <a:xfrm>
            <a:off x="334963" y="1383859"/>
            <a:ext cx="11516754" cy="1677069"/>
            <a:chOff x="334963" y="1383859"/>
            <a:chExt cx="11516754" cy="1677069"/>
          </a:xfrm>
        </p:grpSpPr>
        <p:sp>
          <p:nvSpPr>
            <p:cNvPr id="37" name="正方形/長方形 22">
              <a:extLst>
                <a:ext uri="{FF2B5EF4-FFF2-40B4-BE49-F238E27FC236}">
                  <ns2:creationId id="{5C3FF795-8FD9-CE1C-0728-4D628744DD90}"/>
                </a:ext>
              </a:extLst>
            </p:cNvPr>
            <p:cNvSpPr/>
            <p:nvPr/>
          </p:nvSpPr>
          <p:spPr>
            <a:xfrm>
              <a:off x="4653809" y="1620928"/>
              <a:ext cx="28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34" name="正方形/長方形 22">
              <a:extLst>
                <a:ext uri="{FF2B5EF4-FFF2-40B4-BE49-F238E27FC236}">
                  <ns2:creationId id="{5BE04999-F964-CB39-AD7B-EAF9256B0187}"/>
                </a:ext>
              </a:extLst>
            </p:cNvPr>
            <p:cNvSpPr/>
            <p:nvPr/>
          </p:nvSpPr>
          <p:spPr>
            <a:xfrm>
              <a:off x="2494386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25" name="正方形/長方形 22">
              <a:extLst>
                <a:ext uri="{FF2B5EF4-FFF2-40B4-BE49-F238E27FC236}">
                  <ns2:creationId id="{1DF8E483-A626-67C2-A1BD-98323512BC2D}"/>
                </a:ext>
              </a:extLst>
            </p:cNvPr>
            <p:cNvSpPr/>
            <p:nvPr/>
          </p:nvSpPr>
          <p:spPr>
            <a:xfrm>
              <a:off x="334963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94" name="正方形/長方形 22">
              <a:extLst>
                <a:ext uri="{FF2B5EF4-FFF2-40B4-BE49-F238E27FC236}">
                  <ns2:creationId id="{64462288-448E-2983-93B9-9D4FF58906D1}"/>
                </a:ext>
              </a:extLst>
            </p:cNvPr>
            <p:cNvSpPr/>
            <p:nvPr/>
          </p:nvSpPr>
          <p:spPr>
            <a:xfrm>
              <a:off x="7713232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ROI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95" name="正方形/長方形 22">
              <a:extLst>
                <a:ext uri="{FF2B5EF4-FFF2-40B4-BE49-F238E27FC236}">
                  <ns2:creationId id="{23BA3F09-3EDE-BA41-CC1E-DE35048B54DD}"/>
                </a:ext>
              </a:extLst>
            </p:cNvPr>
            <p:cNvSpPr/>
            <p:nvPr/>
          </p:nvSpPr>
          <p:spPr>
            <a:xfrm>
              <a:off x="9871717" y="1620928"/>
              <a:ext cx="1980000" cy="1440000"/>
            </a:xfrm>
            <a:prstGeom prst="roundRect">
              <a:avLst>
                <a:gd name="adj" fmla="val 2500"/>
              </a:avLst>
            </a:prstGeom>
            <a:noFill/>
            <a:ln w="9525">
              <a:solidFill>
                <a:srgbClr val="258063">
                  <a:lumMod val="10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108000" rIns="36000" bIns="36000" rtlCol="0" anchor="t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</a:t>
              </a:r>
            </a:p>
            <a:p>
              <a:pPr marL="180975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1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～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3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105" name="円/楕円 34">
              <a:extLst>
                <a:ext uri="{FF2B5EF4-FFF2-40B4-BE49-F238E27FC236}">
                  <ns2:creationId id="{64E7AE01-C205-C7D3-2AC0-9D7CD011B5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4963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円/楕円 34">
              <a:extLst>
                <a:ext uri="{FF2B5EF4-FFF2-40B4-BE49-F238E27FC236}">
                  <ns2:creationId id="{C80352FF-6030-9B0C-D4E6-B3CE508A5D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04386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円/楕円 34">
              <a:extLst>
                <a:ext uri="{FF2B5EF4-FFF2-40B4-BE49-F238E27FC236}">
                  <ns2:creationId id="{93B0B721-10E2-D98A-6637-0FFA965659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13809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円/楕円 34">
              <a:extLst>
                <a:ext uri="{FF2B5EF4-FFF2-40B4-BE49-F238E27FC236}">
                  <ns2:creationId id="{101102AD-E719-1C9C-3876-039ADF6618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23232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円/楕円 34">
              <a:extLst>
                <a:ext uri="{FF2B5EF4-FFF2-40B4-BE49-F238E27FC236}">
                  <ns2:creationId id="{96B5EE44-1340-97A2-D2E0-717621A9DE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81716" y="1383859"/>
              <a:ext cx="360000" cy="360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74" name="グループ化 173">
            <a:extLst>
              <a:ext uri="{FF2B5EF4-FFF2-40B4-BE49-F238E27FC236}">
                <ns2:creationId id="{A42184C8-70F2-7F2F-5C4F-4E1797B6FF0D}"/>
              </a:ext>
            </a:extLst>
          </p:cNvPr>
          <p:cNvGrpSpPr/>
          <p:nvPr/>
        </p:nvGrpSpPr>
        <p:grpSpPr>
          <a:xfrm>
            <a:off x="346251" y="3073303"/>
            <a:ext cx="11505467" cy="3237678"/>
            <a:chOff x="346251" y="3073303"/>
            <a:chExt cx="11505467" cy="3237678"/>
          </a:xfrm>
        </p:grpSpPr>
        <p:sp>
          <p:nvSpPr>
            <p:cNvPr id="43" name="正方形/長方形 217">
              <a:extLst>
                <a:ext uri="{FF2B5EF4-FFF2-40B4-BE49-F238E27FC236}">
                  <ns2:creationId id="{24DD8302-7EAE-6AD0-7B41-8149E0C72B23}"/>
                </a:ext>
              </a:extLst>
            </p:cNvPr>
            <p:cNvSpPr/>
            <p:nvPr/>
          </p:nvSpPr>
          <p:spPr>
            <a:xfrm>
              <a:off x="346252" y="3470799"/>
              <a:ext cx="900000" cy="104290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6000" tIns="36000" rIns="36000" bIns="360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44" name="正方形/長方形 217">
              <a:extLst>
                <a:ext uri="{FF2B5EF4-FFF2-40B4-BE49-F238E27FC236}">
                  <ns2:creationId id="{D4317D19-A9CB-0422-CF3F-B5BC886EBC05}"/>
                </a:ext>
              </a:extLst>
            </p:cNvPr>
            <p:cNvSpPr/>
            <p:nvPr/>
          </p:nvSpPr>
          <p:spPr>
            <a:xfrm>
              <a:off x="346251" y="4549161"/>
              <a:ext cx="900000" cy="1042909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6000" tIns="36000" rIns="36000" bIns="360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46" name="正方形/長方形 217">
              <a:extLst>
                <a:ext uri="{FF2B5EF4-FFF2-40B4-BE49-F238E27FC236}">
                  <ns2:creationId id="{BD4A704E-32B7-7BA6-DC8C-8277D3114C8C}"/>
                </a:ext>
              </a:extLst>
            </p:cNvPr>
            <p:cNvSpPr/>
            <p:nvPr/>
          </p:nvSpPr>
          <p:spPr>
            <a:xfrm>
              <a:off x="346251" y="5627523"/>
              <a:ext cx="900000" cy="68345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6000" tIns="36000" rIns="36000" bIns="36000"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47" name="正方形/長方形 21">
              <a:extLst>
                <a:ext uri="{FF2B5EF4-FFF2-40B4-BE49-F238E27FC236}">
                  <ns2:creationId id="{CAFFE0BB-7128-7761-4788-C730BB6C04C3}"/>
                </a:ext>
              </a:extLst>
            </p:cNvPr>
            <p:cNvSpPr/>
            <p:nvPr/>
          </p:nvSpPr>
          <p:spPr>
            <a:xfrm>
              <a:off x="1314618" y="3470799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49" name="正方形/長方形 21">
              <a:extLst>
                <a:ext uri="{FF2B5EF4-FFF2-40B4-BE49-F238E27FC236}">
                  <ns2:creationId id="{2C25616B-BD11-B4D8-0BCF-C2688A0A65A4}"/>
                </a:ext>
              </a:extLst>
            </p:cNvPr>
            <p:cNvSpPr/>
            <p:nvPr/>
          </p:nvSpPr>
          <p:spPr>
            <a:xfrm>
              <a:off x="1314618" y="3830253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2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0" name="正方形/長方形 21">
              <a:extLst>
                <a:ext uri="{FF2B5EF4-FFF2-40B4-BE49-F238E27FC236}">
                  <ns2:creationId id="{F68649BE-E4F4-1170-7EC8-DFC5B8D14370}"/>
                </a:ext>
              </a:extLst>
            </p:cNvPr>
            <p:cNvSpPr/>
            <p:nvPr/>
          </p:nvSpPr>
          <p:spPr>
            <a:xfrm>
              <a:off x="1314618" y="4189707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3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1" name="正方形/長方形 21">
              <a:extLst>
                <a:ext uri="{FF2B5EF4-FFF2-40B4-BE49-F238E27FC236}">
                  <ns2:creationId id="{CB23F044-A441-FEAF-1903-16FDEF46E5DD}"/>
                </a:ext>
              </a:extLst>
            </p:cNvPr>
            <p:cNvSpPr/>
            <p:nvPr/>
          </p:nvSpPr>
          <p:spPr>
            <a:xfrm>
              <a:off x="1314618" y="4549161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3" name="正方形/長方形 21">
              <a:extLst>
                <a:ext uri="{FF2B5EF4-FFF2-40B4-BE49-F238E27FC236}">
                  <ns2:creationId id="{614B811A-8E68-D0CA-6C90-B962ABECB554}"/>
                </a:ext>
              </a:extLst>
            </p:cNvPr>
            <p:cNvSpPr/>
            <p:nvPr/>
          </p:nvSpPr>
          <p:spPr>
            <a:xfrm>
              <a:off x="1314618" y="4908615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2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4" name="正方形/長方形 21">
              <a:extLst>
                <a:ext uri="{FF2B5EF4-FFF2-40B4-BE49-F238E27FC236}">
                  <ns2:creationId id="{1EC12250-A9D2-C147-C2D5-506A1862D19B}"/>
                </a:ext>
              </a:extLst>
            </p:cNvPr>
            <p:cNvSpPr/>
            <p:nvPr/>
          </p:nvSpPr>
          <p:spPr>
            <a:xfrm>
              <a:off x="1314618" y="5268069"/>
              <a:ext cx="360000" cy="3239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3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6" name="正方形/長方形 21">
              <a:extLst>
                <a:ext uri="{FF2B5EF4-FFF2-40B4-BE49-F238E27FC236}">
                  <ns2:creationId id="{39D6E344-3CF7-6E1D-D33D-7CA91664FC9F}"/>
                </a:ext>
              </a:extLst>
            </p:cNvPr>
            <p:cNvSpPr/>
            <p:nvPr/>
          </p:nvSpPr>
          <p:spPr>
            <a:xfrm>
              <a:off x="1314618" y="5627522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sp>
          <p:nvSpPr>
            <p:cNvPr id="57" name="正方形/長方形 21">
              <a:extLst>
                <a:ext uri="{FF2B5EF4-FFF2-40B4-BE49-F238E27FC236}">
                  <ns2:creationId id="{36DB83ED-0244-48B5-B129-7E9B5900B0F8}"/>
                </a:ext>
              </a:extLst>
            </p:cNvPr>
            <p:cNvSpPr/>
            <p:nvPr/>
          </p:nvSpPr>
          <p:spPr>
            <a:xfrm>
              <a:off x="1314618" y="5986981"/>
              <a:ext cx="360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2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Cascadia Code ExtraLight" panose="020B0609020000020004" pitchFamily="49" charset="0"/>
              </a:endParaRPr>
            </a:p>
          </p:txBody>
        </p:sp>
        <p:cxnSp>
          <p:nvCxnSpPr>
            <p:cNvPr id="124" name="直線コネクタ 102">
              <a:extLst>
                <a:ext uri="{FF2B5EF4-FFF2-40B4-BE49-F238E27FC236}">
                  <ns2:creationId id="{6C1C47B1-101F-299A-8496-5B8FEFC7BC49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3812526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29" name="直線コネクタ 102">
              <a:extLst>
                <a:ext uri="{FF2B5EF4-FFF2-40B4-BE49-F238E27FC236}">
                  <ns2:creationId id="{797077B3-7DD2-29BC-73AC-F32D220BA2B3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4171980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3" name="直線コネクタ 102">
              <a:extLst>
                <a:ext uri="{FF2B5EF4-FFF2-40B4-BE49-F238E27FC236}">
                  <ns2:creationId id="{F6238563-831B-DF94-899F-03CA7099370C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4531434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37" name="直線コネクタ 102">
              <a:extLst>
                <a:ext uri="{FF2B5EF4-FFF2-40B4-BE49-F238E27FC236}">
                  <ns2:creationId id="{8B4B2410-7578-8756-C530-686B67BDCB0F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4890888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1" name="直線コネクタ 102">
              <a:extLst>
                <a:ext uri="{FF2B5EF4-FFF2-40B4-BE49-F238E27FC236}">
                  <ns2:creationId id="{90789464-C982-DAC7-34C7-172D58E2FE19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5250342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5" name="直線コネクタ 102">
              <a:extLst>
                <a:ext uri="{FF2B5EF4-FFF2-40B4-BE49-F238E27FC236}">
                  <ns2:creationId id="{C73EF4F4-2265-128E-FD71-EF13924B05EE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5609795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49" name="直線コネクタ 102">
              <a:extLst>
                <a:ext uri="{FF2B5EF4-FFF2-40B4-BE49-F238E27FC236}">
                  <ns2:creationId id="{ACCFDE9A-775F-4FBA-C0F6-B594ABF1D33D}"/>
                </a:ext>
              </a:extLst>
            </p:cNvPr>
            <p:cNvCxnSpPr>
              <a:cxnSpLocks/>
            </p:cNvCxnSpPr>
            <p:nvPr/>
          </p:nvCxnSpPr>
          <p:spPr>
            <a:xfrm>
              <a:off x="10519718" y="5969249"/>
              <a:ext cx="1332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sp>
          <p:nvSpPr>
            <p:cNvPr id="82" name="正方形/長方形 22">
              <a:extLst>
                <a:ext uri="{FF2B5EF4-FFF2-40B4-BE49-F238E27FC236}">
                  <ns2:creationId id="{39A9B143-3B8F-A0F0-B4B8-27829B003A9E}"/>
                </a:ext>
              </a:extLst>
            </p:cNvPr>
            <p:cNvSpPr/>
            <p:nvPr/>
          </p:nvSpPr>
          <p:spPr>
            <a:xfrm>
              <a:off x="6131350" y="3470799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3" name="正方形/長方形 22">
              <a:extLst>
                <a:ext uri="{FF2B5EF4-FFF2-40B4-BE49-F238E27FC236}">
                  <ns2:creationId id="{B79A3094-45A5-C5CC-343B-C5460DE578E2}"/>
                </a:ext>
              </a:extLst>
            </p:cNvPr>
            <p:cNvSpPr/>
            <p:nvPr/>
          </p:nvSpPr>
          <p:spPr>
            <a:xfrm>
              <a:off x="6131350" y="3830253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/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4" name="正方形/長方形 22">
              <a:extLst>
                <a:ext uri="{FF2B5EF4-FFF2-40B4-BE49-F238E27FC236}">
                  <ns2:creationId id="{4FC3B6AF-C65C-03E2-A1CE-63F13D2D08E1}"/>
                </a:ext>
              </a:extLst>
            </p:cNvPr>
            <p:cNvSpPr/>
            <p:nvPr/>
          </p:nvSpPr>
          <p:spPr>
            <a:xfrm>
              <a:off x="6131350" y="4189707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5" name="正方形/長方形 22">
              <a:extLst>
                <a:ext uri="{FF2B5EF4-FFF2-40B4-BE49-F238E27FC236}">
                  <ns2:creationId id="{1C21B46E-8FC8-2AF4-4118-ED28298C921B}"/>
                </a:ext>
              </a:extLst>
            </p:cNvPr>
            <p:cNvSpPr/>
            <p:nvPr/>
          </p:nvSpPr>
          <p:spPr>
            <a:xfrm>
              <a:off x="6131350" y="4549161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6" name="正方形/長方形 22">
              <a:extLst>
                <a:ext uri="{FF2B5EF4-FFF2-40B4-BE49-F238E27FC236}">
                  <ns2:creationId id="{D56234C0-A6E4-5EE6-E99B-256C7789C99E}"/>
                </a:ext>
              </a:extLst>
            </p:cNvPr>
            <p:cNvSpPr/>
            <p:nvPr/>
          </p:nvSpPr>
          <p:spPr>
            <a:xfrm>
              <a:off x="6131350" y="4908615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7" name="正方形/長方形 22">
              <a:extLst>
                <a:ext uri="{FF2B5EF4-FFF2-40B4-BE49-F238E27FC236}">
                  <ns2:creationId id="{3B24CCE8-6427-36F3-91B1-ED319D01302E}"/>
                </a:ext>
              </a:extLst>
            </p:cNvPr>
            <p:cNvSpPr/>
            <p:nvPr/>
          </p:nvSpPr>
          <p:spPr>
            <a:xfrm>
              <a:off x="6131350" y="5268069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88" name="正方形/長方形 22">
              <a:extLst>
                <a:ext uri="{FF2B5EF4-FFF2-40B4-BE49-F238E27FC236}">
                  <ns2:creationId id="{34EF2C51-3955-5A0F-3517-C960AE68416F}"/>
                </a:ext>
              </a:extLst>
            </p:cNvPr>
            <p:cNvSpPr/>
            <p:nvPr/>
          </p:nvSpPr>
          <p:spPr>
            <a:xfrm>
              <a:off x="6131350" y="5627523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90" name="正方形/長方形 22">
              <a:extLst>
                <a:ext uri="{FF2B5EF4-FFF2-40B4-BE49-F238E27FC236}">
                  <ns2:creationId id="{59052F87-B7AE-D5DD-FA7E-A3638EDEF3A6}"/>
                </a:ext>
              </a:extLst>
            </p:cNvPr>
            <p:cNvSpPr/>
            <p:nvPr/>
          </p:nvSpPr>
          <p:spPr>
            <a:xfrm>
              <a:off x="6131350" y="5986981"/>
              <a:ext cx="4320000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cxnSp>
          <p:nvCxnSpPr>
            <p:cNvPr id="122" name="直線コネクタ 121">
              <a:extLst>
                <a:ext uri="{FF2B5EF4-FFF2-40B4-BE49-F238E27FC236}">
                  <ns2:creationId id="{FBBC189D-745A-3E48-C7EE-498520E91D66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3812526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27" name="直線コネクタ 126">
              <a:extLst>
                <a:ext uri="{FF2B5EF4-FFF2-40B4-BE49-F238E27FC236}">
                  <ns2:creationId id="{6DC29516-857F-A6A2-3AE4-AE553AC4E638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4171980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1" name="直線コネクタ 130">
              <a:extLst>
                <a:ext uri="{FF2B5EF4-FFF2-40B4-BE49-F238E27FC236}">
                  <ns2:creationId id="{EA0489DF-AA92-26CF-4429-7266A5D287AD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4531434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35" name="直線コネクタ 134">
              <a:extLst>
                <a:ext uri="{FF2B5EF4-FFF2-40B4-BE49-F238E27FC236}">
                  <ns2:creationId id="{BD414BB9-24E4-B1AF-8DD9-E9D33835A87E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4890888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9" name="直線コネクタ 138">
              <a:extLst>
                <a:ext uri="{FF2B5EF4-FFF2-40B4-BE49-F238E27FC236}">
                  <ns2:creationId id="{6B4154DB-8C9E-B0EC-63ED-E0B1C6F07E2D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5250342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3" name="直線コネクタ 142">
              <a:extLst>
                <a:ext uri="{FF2B5EF4-FFF2-40B4-BE49-F238E27FC236}">
                  <ns2:creationId id="{50E0CBF3-3844-3F4E-E89C-9E7683CD1133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5609795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47" name="直線コネクタ 146">
              <a:extLst>
                <a:ext uri="{FF2B5EF4-FFF2-40B4-BE49-F238E27FC236}">
                  <ns2:creationId id="{7E670464-A833-035B-E6FA-27B0A1463575}"/>
                </a:ext>
              </a:extLst>
            </p:cNvPr>
            <p:cNvCxnSpPr>
              <a:cxnSpLocks/>
            </p:cNvCxnSpPr>
            <p:nvPr/>
          </p:nvCxnSpPr>
          <p:spPr>
            <a:xfrm>
              <a:off x="6131350" y="5969249"/>
              <a:ext cx="4320000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grpSp>
          <p:nvGrpSpPr>
            <p:cNvPr id="156" name="グループ化 155">
              <a:extLst>
                <a:ext uri="{FF2B5EF4-FFF2-40B4-BE49-F238E27FC236}">
                  <ns2:creationId id="{F8189495-5DD0-7BE5-6381-ED55121BB91F}"/>
                </a:ext>
              </a:extLst>
            </p:cNvPr>
            <p:cNvGrpSpPr/>
            <p:nvPr/>
          </p:nvGrpSpPr>
          <p:grpSpPr>
            <a:xfrm>
              <a:off x="6131350" y="3073303"/>
              <a:ext cx="4320000" cy="362042"/>
              <a:chOff x="6230351" y="3073303"/>
              <a:chExt cx="4500000" cy="362042"/>
            </a:xfrm>
          </p:grpSpPr>
          <p:sp>
            <p:nvSpPr>
              <p:cNvPr id="102" name="テキスト ボックス 6">
                <a:extLst>
                  <a:ext uri="{FF2B5EF4-FFF2-40B4-BE49-F238E27FC236}">
                    <ns2:creationId id="{3A1C046A-7105-2011-8080-3FCCD30628E9}"/>
                  </a:ext>
                </a:extLst>
              </p:cNvPr>
              <p:cNvSpPr txBox="1"/>
              <p:nvPr/>
            </p:nvSpPr>
            <p:spPr>
              <a:xfrm>
                <a:off x="6230351" y="3073303"/>
                <a:ext cx="4500000" cy="360000"/>
              </a:xfrm>
              <a:prstGeom prst="rect">
                <a:avLst/>
              </a:prstGeom>
              <a:noFill/>
            </p:spPr>
            <p:txBody>
              <a:bodyPr wrap="none" lIns="360000" tIns="36000" rIns="36000" bIns="36000" rtlCol="0" anchor="ctr" anchorCtr="0">
                <a:noAutofit/>
              </a:bodyPr>
              <a:lstStyle/>
              <a:p>
                <a:pPr lvl="0" algn="ctr" defTabSz="914377">
                  <a:defRPr/>
                </a:pPr>
                <a:r>
                  <a:rPr kumimoji="0" lang="ja-JP" altLang="en-US" sz="1600" kern="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ascadia Code ExtraLight" panose="020B0609020000020004" pitchFamily="49" charset="0"/>
                  </a:rPr>
                  <a:t>XX</a:t>
                </a:r>
                <a:endParaRPr kumimoji="0" lang="ja-JP" altLang="en-US" sz="1600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endParaRPr>
              </a:p>
            </p:txBody>
          </p:sp>
          <p:cxnSp>
            <p:nvCxnSpPr>
              <p:cNvPr id="103" name="直線コネクタ 102">
                <a:extLst>
                  <a:ext uri="{FF2B5EF4-FFF2-40B4-BE49-F238E27FC236}">
                    <ns2:creationId id="{D469DE6D-BBFB-FB02-D209-0B5049D868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30351" y="3435345"/>
                <a:ext cx="4500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pic>
            <p:nvPicPr>
              <p:cNvPr id="153" name="グラフィックス 152" descr="建物 単色塗りつぶし">
                <a:extLst>
                  <a:ext uri="{FF2B5EF4-FFF2-40B4-BE49-F238E27FC236}">
                    <ns2:creationId id="{C8A07425-4AD6-B5F5-44ED-7A423044D7EA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561030" y="3073303"/>
                <a:ext cx="375000" cy="360000"/>
              </a:xfrm>
              <a:prstGeom prst="rect">
                <a:avLst/>
              </a:prstGeom>
            </p:spPr>
          </p:pic>
        </p:grpSp>
        <p:sp>
          <p:nvSpPr>
            <p:cNvPr id="60" name="正方形/長方形 22">
              <a:extLst>
                <a:ext uri="{FF2B5EF4-FFF2-40B4-BE49-F238E27FC236}">
                  <ns2:creationId id="{8D73321A-6532-2B43-2646-4CCC0A851AE5}"/>
                </a:ext>
              </a:extLst>
            </p:cNvPr>
            <p:cNvSpPr/>
            <p:nvPr/>
          </p:nvSpPr>
          <p:spPr>
            <a:xfrm>
              <a:off x="1742985" y="3470799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2" name="正方形/長方形 22">
              <a:extLst>
                <a:ext uri="{FF2B5EF4-FFF2-40B4-BE49-F238E27FC236}">
                  <ns2:creationId id="{B730512C-EFE7-52C9-E6A8-3C7D3608C342}"/>
                </a:ext>
              </a:extLst>
            </p:cNvPr>
            <p:cNvSpPr/>
            <p:nvPr/>
          </p:nvSpPr>
          <p:spPr>
            <a:xfrm>
              <a:off x="1742985" y="3830253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/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3" name="正方形/長方形 22">
              <a:extLst>
                <a:ext uri="{FF2B5EF4-FFF2-40B4-BE49-F238E27FC236}">
                  <ns2:creationId id="{5FF7F5C2-CC51-3120-B7BD-81FA1B25420B}"/>
                </a:ext>
              </a:extLst>
            </p:cNvPr>
            <p:cNvSpPr/>
            <p:nvPr/>
          </p:nvSpPr>
          <p:spPr>
            <a:xfrm>
              <a:off x="1742985" y="4189707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2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5" name="正方形/長方形 22">
              <a:extLst>
                <a:ext uri="{FF2B5EF4-FFF2-40B4-BE49-F238E27FC236}">
                  <ns2:creationId id="{C2C41149-C5BF-6078-D572-C4C961928FFA}"/>
                </a:ext>
              </a:extLst>
            </p:cNvPr>
            <p:cNvSpPr/>
            <p:nvPr/>
          </p:nvSpPr>
          <p:spPr>
            <a:xfrm>
              <a:off x="1742985" y="4549161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)</a:t>
              </a:r>
            </a:p>
          </p:txBody>
        </p:sp>
        <p:sp>
          <p:nvSpPr>
            <p:cNvPr id="66" name="正方形/長方形 22">
              <a:extLst>
                <a:ext uri="{FF2B5EF4-FFF2-40B4-BE49-F238E27FC236}">
                  <ns2:creationId id="{995DF20A-7C8E-E2FA-9ABA-8A1E1A07E670}"/>
                </a:ext>
              </a:extLst>
            </p:cNvPr>
            <p:cNvSpPr/>
            <p:nvPr/>
          </p:nvSpPr>
          <p:spPr>
            <a:xfrm>
              <a:off x="1742985" y="4908615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7" name="正方形/長方形 22">
              <a:extLst>
                <a:ext uri="{FF2B5EF4-FFF2-40B4-BE49-F238E27FC236}">
                  <ns2:creationId id="{200BC991-A23E-6BE6-E26A-7E49A08E2AED}"/>
                </a:ext>
              </a:extLst>
            </p:cNvPr>
            <p:cNvSpPr/>
            <p:nvPr/>
          </p:nvSpPr>
          <p:spPr>
            <a:xfrm>
              <a:off x="1742985" y="5268069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8" name="正方形/長方形 22">
              <a:extLst>
                <a:ext uri="{FF2B5EF4-FFF2-40B4-BE49-F238E27FC236}">
                  <ns2:creationId id="{FC6BC482-2EA5-B9BC-5EDD-FD05CA71F4D2}"/>
                </a:ext>
              </a:extLst>
            </p:cNvPr>
            <p:cNvSpPr/>
            <p:nvPr/>
          </p:nvSpPr>
          <p:spPr>
            <a:xfrm>
              <a:off x="1742985" y="5627523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sp>
          <p:nvSpPr>
            <p:cNvPr id="69" name="正方形/長方形 22">
              <a:extLst>
                <a:ext uri="{FF2B5EF4-FFF2-40B4-BE49-F238E27FC236}">
                  <ns2:creationId id="{B1CBA91E-EDDA-FAEC-DA4D-E17CE1E143C1}"/>
                </a:ext>
              </a:extLst>
            </p:cNvPr>
            <p:cNvSpPr/>
            <p:nvPr/>
          </p:nvSpPr>
          <p:spPr>
            <a:xfrm>
              <a:off x="1742985" y="5986981"/>
              <a:ext cx="4319999" cy="324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ROI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rPr>
                <a:t>XX</a:t>
              </a:r>
            </a:p>
          </p:txBody>
        </p:sp>
        <p:cxnSp>
          <p:nvCxnSpPr>
            <p:cNvPr id="123" name="直線コネクタ 122">
              <a:extLst>
                <a:ext uri="{FF2B5EF4-FFF2-40B4-BE49-F238E27FC236}">
                  <ns2:creationId id="{145E0614-5655-F436-D4EE-803610572A9D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3812526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28" name="直線コネクタ 127">
              <a:extLst>
                <a:ext uri="{FF2B5EF4-FFF2-40B4-BE49-F238E27FC236}">
                  <ns2:creationId id="{6F46F297-505A-8226-6B46-BAD7DC0BD32B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4171980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32" name="直線コネクタ 131">
              <a:extLst>
                <a:ext uri="{FF2B5EF4-FFF2-40B4-BE49-F238E27FC236}">
                  <ns2:creationId id="{9F415DB7-A4A3-F248-D229-7FC1C62B0449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4531434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36" name="直線コネクタ 135">
              <a:extLst>
                <a:ext uri="{FF2B5EF4-FFF2-40B4-BE49-F238E27FC236}">
                  <ns2:creationId id="{E38188E0-58DA-193B-8AD3-2E242476E86A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4890888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0" name="直線コネクタ 139">
              <a:extLst>
                <a:ext uri="{FF2B5EF4-FFF2-40B4-BE49-F238E27FC236}">
                  <ns2:creationId id="{BD1F2F27-245C-B743-BA8F-2ADB316C3705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5250342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cxnSp>
          <p:nvCxnSpPr>
            <p:cNvPr id="144" name="直線コネクタ 143">
              <a:extLst>
                <a:ext uri="{FF2B5EF4-FFF2-40B4-BE49-F238E27FC236}">
                  <ns2:creationId id="{FBD80DEC-3C7A-6830-4ADC-F7B7B2EFECD2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5609795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</a:ln>
            <a:effectLst/>
          </p:spPr>
        </p:cxnSp>
        <p:cxnSp>
          <p:nvCxnSpPr>
            <p:cNvPr id="148" name="直線コネクタ 147">
              <a:extLst>
                <a:ext uri="{FF2B5EF4-FFF2-40B4-BE49-F238E27FC236}">
                  <ns2:creationId id="{4C32A921-86E7-3ACF-F26A-5BAE8F6E7D82}"/>
                </a:ext>
              </a:extLst>
            </p:cNvPr>
            <p:cNvCxnSpPr>
              <a:cxnSpLocks/>
            </p:cNvCxnSpPr>
            <p:nvPr/>
          </p:nvCxnSpPr>
          <p:spPr>
            <a:xfrm>
              <a:off x="1742985" y="5969249"/>
              <a:ext cx="4319999" cy="0"/>
            </a:xfrm>
            <a:prstGeom prst="line">
              <a:avLst/>
            </a:prstGeom>
            <a:noFill/>
            <a:ln w="9525" cap="flat" cmpd="sng" algn="ctr">
              <a:solidFill>
                <a:schemeClr val="bg1">
                  <a:lumMod val="75000"/>
                </a:schemeClr>
              </a:solidFill>
              <a:prstDash val="sysDot"/>
            </a:ln>
            <a:effectLst/>
          </p:spPr>
        </p:cxnSp>
        <p:sp>
          <p:nvSpPr>
            <p:cNvPr id="157" name="円/楕円 34">
              <a:extLst>
                <a:ext uri="{FF2B5EF4-FFF2-40B4-BE49-F238E27FC236}">
                  <ns2:creationId id="{57895DC8-91E3-6AB5-A2A8-EB9AC183F9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3506799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円/楕円 34">
              <a:extLst>
                <a:ext uri="{FF2B5EF4-FFF2-40B4-BE49-F238E27FC236}">
                  <ns2:creationId id="{033F1BF4-C285-F76E-8AA6-1AFE6C1F8C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3848254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円/楕円 34">
              <a:extLst>
                <a:ext uri="{FF2B5EF4-FFF2-40B4-BE49-F238E27FC236}">
                  <ns2:creationId id="{3524543F-4F42-2AB2-6082-9B4FBB423C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4207708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0" name="円/楕円 34">
              <a:extLst>
                <a:ext uri="{FF2B5EF4-FFF2-40B4-BE49-F238E27FC236}">
                  <ns2:creationId id="{3A644F86-C879-671F-26E0-BAA495FCD6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4567162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1" name="円/楕円 34">
              <a:extLst>
                <a:ext uri="{FF2B5EF4-FFF2-40B4-BE49-F238E27FC236}">
                  <ns2:creationId id="{2B4D6D8E-79F3-A508-8F3C-79E8530FE5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4926615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円/楕円 34">
              <a:extLst>
                <a:ext uri="{FF2B5EF4-FFF2-40B4-BE49-F238E27FC236}">
                  <ns2:creationId id="{CA902DC9-86D3-E70E-361C-FEC0F1DEDF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5286070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円/楕円 34">
              <a:extLst>
                <a:ext uri="{FF2B5EF4-FFF2-40B4-BE49-F238E27FC236}">
                  <ns2:creationId id="{0EB5C060-DDCC-6E6E-00E5-C3E971C462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5645524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円/楕円 34">
              <a:extLst>
                <a:ext uri="{FF2B5EF4-FFF2-40B4-BE49-F238E27FC236}">
                  <ns2:creationId id="{A540215B-F794-CDD3-A5BD-EA9DA82FEB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041715" y="6004982"/>
              <a:ext cx="288000" cy="288000"/>
            </a:xfrm>
            <a:prstGeom prst="ellipse">
              <a:avLst/>
            </a:prstGeom>
            <a:solidFill>
              <a:srgbClr val="CCE8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lang="en-US" altLang="ja-JP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70" name="グループ化 169">
              <a:extLst>
                <a:ext uri="{FF2B5EF4-FFF2-40B4-BE49-F238E27FC236}">
                  <ns2:creationId id="{1CFB13B8-6788-84E3-3C2D-CC1A23523F52}"/>
                </a:ext>
              </a:extLst>
            </p:cNvPr>
            <p:cNvGrpSpPr/>
            <p:nvPr/>
          </p:nvGrpSpPr>
          <p:grpSpPr>
            <a:xfrm>
              <a:off x="10519716" y="3073303"/>
              <a:ext cx="1332000" cy="362042"/>
              <a:chOff x="10519716" y="3073303"/>
              <a:chExt cx="1332000" cy="362042"/>
            </a:xfrm>
          </p:grpSpPr>
          <p:sp>
            <p:nvSpPr>
              <p:cNvPr id="92" name="テキスト ボックス 6">
                <a:extLst>
                  <a:ext uri="{FF2B5EF4-FFF2-40B4-BE49-F238E27FC236}">
                    <ns2:creationId id="{6503ECE3-6626-6834-EB14-353B8A2BA098}"/>
                  </a:ext>
                </a:extLst>
              </p:cNvPr>
              <p:cNvSpPr txBox="1"/>
              <p:nvPr/>
            </p:nvSpPr>
            <p:spPr>
              <a:xfrm>
                <a:off x="10519716" y="3073303"/>
                <a:ext cx="1331999" cy="360000"/>
              </a:xfrm>
              <a:prstGeom prst="rect">
                <a:avLst/>
              </a:prstGeom>
              <a:noFill/>
            </p:spPr>
            <p:txBody>
              <a:bodyPr wrap="square" lIns="360000" tIns="36000" rIns="36000" bIns="36000" rtlCol="0" anchor="ctr" anchorCtr="0">
                <a:noAutofit/>
              </a:bodyPr>
              <a:lstStyle/>
              <a:p>
                <a:pPr lvl="0" algn="ctr" defTabSz="914377">
                  <a:defRPr/>
                </a:pPr>
                <a:r>
                  <a:rPr kumimoji="0" lang="ja-JP" altLang="en-US" sz="160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Cascadia Code ExtraLight" panose="020B0609020000020004" pitchFamily="49" charset="0"/>
                  </a:rPr>
                  <a:t>XX</a:t>
                </a:r>
              </a:p>
            </p:txBody>
          </p:sp>
          <p:cxnSp>
            <p:nvCxnSpPr>
              <p:cNvPr id="93" name="直線コネクタ 102">
                <a:extLst>
                  <a:ext uri="{FF2B5EF4-FFF2-40B4-BE49-F238E27FC236}">
                    <ns2:creationId id="{5FB6F589-E36A-D7D7-781C-6FDEE4E5EC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19717" y="3435345"/>
                <a:ext cx="1331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pic>
            <p:nvPicPr>
              <p:cNvPr id="169" name="グラフィックス 168" descr="プレゼンテーション (チェックリスト) 単色塗りつぶし">
                <a:extLst>
                  <a:ext uri="{FF2B5EF4-FFF2-40B4-BE49-F238E27FC236}">
                    <ns2:creationId id="{CD2BE3B7-EFA0-4A3C-192D-284EEB7FD7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0730069" y="307534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72" name="グループ化 171">
              <a:extLst>
                <a:ext uri="{FF2B5EF4-FFF2-40B4-BE49-F238E27FC236}">
                  <ns2:creationId id="{E7599D6A-3A84-FC25-8278-679351AB0FD0}"/>
                </a:ext>
              </a:extLst>
            </p:cNvPr>
            <p:cNvGrpSpPr/>
            <p:nvPr/>
          </p:nvGrpSpPr>
          <p:grpSpPr>
            <a:xfrm>
              <a:off x="1742984" y="3073303"/>
              <a:ext cx="4320000" cy="362042"/>
              <a:chOff x="1742984" y="3073303"/>
              <a:chExt cx="4320000" cy="362042"/>
            </a:xfrm>
          </p:grpSpPr>
          <p:sp>
            <p:nvSpPr>
              <p:cNvPr id="8" name="テキスト ボックス 6">
                <a:extLst>
                  <a:ext uri="{FF2B5EF4-FFF2-40B4-BE49-F238E27FC236}">
                    <ns2:creationId id="{68B6A48C-B5BA-2974-C2F4-E7FAC46CE3B9}"/>
                  </a:ext>
                </a:extLst>
              </p:cNvPr>
              <p:cNvSpPr txBox="1"/>
              <p:nvPr/>
            </p:nvSpPr>
            <p:spPr>
              <a:xfrm>
                <a:off x="1742984" y="3073303"/>
                <a:ext cx="4319999" cy="360000"/>
              </a:xfrm>
              <a:prstGeom prst="rect">
                <a:avLst/>
              </a:prstGeom>
              <a:noFill/>
            </p:spPr>
            <p:txBody>
              <a:bodyPr wrap="none" lIns="360000" tIns="36000" rIns="36000" bIns="36000" rtlCol="0" anchor="ctr" anchorCtr="0">
                <a:noAutofit/>
              </a:bodyPr>
              <a:lstStyle/>
              <a:p>
                <a:pPr lvl="0" algn="ctr" defTabSz="914377">
                  <a:defRPr/>
                </a:pPr>
                <a:r>
                  <a:rPr kumimoji="0" lang="ja-JP" altLang="en-US" sz="1600" kern="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Cascadia Code ExtraLight" panose="020B0609020000020004" pitchFamily="49" charset="0"/>
                  </a:rPr>
                  <a:t>XX</a:t>
                </a:r>
                <a:endParaRPr kumimoji="0" lang="ja-JP" altLang="en-US" sz="1600" i="0" u="none" strike="noStrike" kern="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Cascadia Code ExtraLight" panose="020B0609020000020004" pitchFamily="49" charset="0"/>
                </a:endParaRPr>
              </a:p>
            </p:txBody>
          </p:sp>
          <p:cxnSp>
            <p:nvCxnSpPr>
              <p:cNvPr id="9" name="直線コネクタ 8">
                <a:extLst>
                  <a:ext uri="{FF2B5EF4-FFF2-40B4-BE49-F238E27FC236}">
                    <ns2:creationId id="{9AB915F7-3E0B-BFD2-CFC6-DA664F582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42985" y="3435345"/>
                <a:ext cx="4319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</a:ln>
              <a:effectLst/>
            </p:spPr>
          </p:cxnSp>
          <p:pic>
            <p:nvPicPr>
              <p:cNvPr id="171" name="グラフィックス 170" descr="男性のプロフィール 単色塗りつぶし">
                <a:extLst>
                  <a:ext uri="{FF2B5EF4-FFF2-40B4-BE49-F238E27FC236}">
                    <ns2:creationId id="{C78F9EB4-6207-01C8-6849-E3289743CC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3020440" y="3075345"/>
                <a:ext cx="360000" cy="360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139356694"/>
      </p:ext>
    </p:extLst>
  </p:cSld>
  <p:clrMapOvr>
    <a:masterClrMapping/>
  </p:clrMapOvr>
</p:sld>
</file>

<file path=ppt/slides/slide119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D94FC29-AEC3-3AB6-2042-7AA804498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0605486-E87F-D26F-D5D7-1BEC1A002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ja-JP" altLang="en-US" dirty="0"/>
            </a:br>
            <a:r>
              <a:rPr kumimoji="1" lang="ja-JP" altLang="en-US" dirty="0"/>
              <a:t> 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103" name="ee4pFootnotes">
            <a:extLst>
              <a:ext uri="{FF2B5EF4-FFF2-40B4-BE49-F238E27FC236}">
                <ns2:creationId id="{D0CA9B76-C630-29A3-F809-0A05BFA41F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963" y="6365157"/>
            <a:ext cx="11516754" cy="195814"/>
          </a:xfrm>
          <a:prstGeom prst="rect">
            <a:avLst/>
          </a:prstGeom>
          <a:noFill/>
          <a:ln w="9525" algn="ctr">
            <a:noFill/>
            <a:miter lim="800000"/>
            <a:headEnd type="none" w="lg" len="lg"/>
            <a:tailEnd type="none" w="lg" len="lg"/>
          </a:ln>
        </p:spPr>
        <p:txBody>
          <a:bodyPr vert="horz" wrap="square" lIns="36000" tIns="36000" rIns="36000" bIns="36000" anchor="b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※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※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/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※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5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</a:p>
        </p:txBody>
      </p:sp>
      <p:sp>
        <p:nvSpPr>
          <p:cNvPr id="6" name="テキスト プレースホルダー 3">
            <a:extLst>
              <a:ext uri="{FF2B5EF4-FFF2-40B4-BE49-F238E27FC236}">
                <ns2:creationId id="{1E74EDD0-4689-0DF1-C1AF-DA831ACB7DFB}"/>
              </a:ext>
            </a:extLst>
          </p:cNvPr>
          <p:cNvSpPr txBox="1">
            <a:spLocks/>
          </p:cNvSpPr>
          <p:nvPr/>
        </p:nvSpPr>
        <p:spPr>
          <a:xfrm>
            <a:off x="334963" y="914400"/>
            <a:ext cx="11516754" cy="427038"/>
          </a:xfrm>
          <a:prstGeom prst="rect">
            <a:avLst/>
          </a:prstGeom>
        </p:spPr>
        <p:txBody>
          <a:bodyPr vert="horz" wrap="none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1950" indent="-361950"/>
            <a:r>
              <a:rPr lang="ja-JP" altLang="en-US" sz="1700" dirty="0"/>
              <a:t>XX</a:t>
            </a:r>
            <a:r>
              <a:rPr lang="en-US" altLang="ja-JP" sz="1700" dirty="0"/>
              <a:t>XX</a:t>
            </a:r>
            <a:r>
              <a:rPr lang="ja-JP" altLang="en-US" sz="1700" dirty="0"/>
              <a:t>XX</a:t>
            </a:r>
            <a:r>
              <a:rPr lang="en-US" altLang="ja-JP" sz="1700" dirty="0"/>
              <a:t>XX</a:t>
            </a:r>
            <a:r>
              <a:rPr lang="ja-JP" altLang="en-US" sz="1700" dirty="0"/>
              <a:t>XX</a:t>
            </a:r>
            <a:r>
              <a:rPr lang="en-US" altLang="ja-JP" sz="1700" dirty="0"/>
              <a:t>3</a:t>
            </a:r>
            <a:r>
              <a:rPr lang="ja-JP" altLang="en-US" sz="1700" dirty="0"/>
              <a:t>XX</a:t>
            </a:r>
            <a:r>
              <a:rPr lang="en-US" altLang="ja-JP" sz="1700" dirty="0"/>
              <a:t>XX</a:t>
            </a:r>
            <a:r>
              <a:rPr lang="ja-JP" altLang="en-US" sz="1700" dirty="0"/>
              <a:t>XX</a:t>
            </a:r>
            <a:endParaRPr lang="en-US" altLang="ja-JP" sz="1700" dirty="0"/>
          </a:p>
          <a:p>
            <a:pPr marL="541338" indent="-179388">
              <a:spcBef>
                <a:spcPts val="0"/>
              </a:spcBef>
              <a:buFont typeface="Yu Gothic" panose="020B0400000000000000" pitchFamily="50" charset="-128"/>
              <a:buChar char="※"/>
            </a:pPr>
            <a:r>
              <a:rPr lang="ja-JP" altLang="en-US" sz="1400" dirty="0"/>
              <a:t>XX</a:t>
            </a:r>
            <a:r>
              <a:rPr lang="en-US" altLang="ja-JP" sz="1400" dirty="0"/>
              <a:t>/</a:t>
            </a:r>
            <a:r>
              <a:rPr lang="ja-JP" altLang="en-US" sz="1400" dirty="0"/>
              <a:t>XX</a:t>
            </a:r>
          </a:p>
        </p:txBody>
      </p:sp>
      <p:grpSp>
        <p:nvGrpSpPr>
          <p:cNvPr id="266" name="グループ化 265">
            <a:extLst>
              <a:ext uri="{FF2B5EF4-FFF2-40B4-BE49-F238E27FC236}">
                <ns2:creationId id="{71ED2D50-A56D-D643-472E-17BC03DC9A2F}"/>
              </a:ext>
            </a:extLst>
          </p:cNvPr>
          <p:cNvGrpSpPr/>
          <p:nvPr/>
        </p:nvGrpSpPr>
        <p:grpSpPr>
          <a:xfrm>
            <a:off x="6829400" y="1633657"/>
            <a:ext cx="5032911" cy="3545032"/>
            <a:chOff x="6829400" y="1633657"/>
            <a:chExt cx="5032911" cy="3545032"/>
          </a:xfrm>
        </p:grpSpPr>
        <p:sp>
          <p:nvSpPr>
            <p:cNvPr id="12" name="正方形/長方形 5">
              <a:extLst>
                <a:ext uri="{FF2B5EF4-FFF2-40B4-BE49-F238E27FC236}">
                  <ns2:creationId id="{F6EBECD4-E7FB-D9AB-38C2-46DABC955558}"/>
                </a:ext>
              </a:extLst>
            </p:cNvPr>
            <p:cNvSpPr/>
            <p:nvPr/>
          </p:nvSpPr>
          <p:spPr>
            <a:xfrm>
              <a:off x="7078058" y="1633657"/>
              <a:ext cx="4778980" cy="3600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24</a:t>
              </a:r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217">
              <a:extLst>
                <a:ext uri="{FF2B5EF4-FFF2-40B4-BE49-F238E27FC236}">
                  <ns2:creationId id="{73D202B6-A647-EFCF-E531-5FD3943064F2}"/>
                </a:ext>
              </a:extLst>
            </p:cNvPr>
            <p:cNvSpPr/>
            <p:nvPr/>
          </p:nvSpPr>
          <p:spPr>
            <a:xfrm>
              <a:off x="6829400" y="2512612"/>
              <a:ext cx="360000" cy="2666076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none" lIns="36000" tIns="36000" rIns="36000" bIns="36000"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テキスト ボックス 6">
              <a:extLst>
                <a:ext uri="{FF2B5EF4-FFF2-40B4-BE49-F238E27FC236}">
                  <ns2:creationId id="{F5C87553-0100-3500-42FD-54E1AF538AE6}"/>
                </a:ext>
              </a:extLst>
            </p:cNvPr>
            <p:cNvSpPr txBox="1"/>
            <p:nvPr/>
          </p:nvSpPr>
          <p:spPr>
            <a:xfrm>
              <a:off x="7605281" y="2213102"/>
              <a:ext cx="827999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正方形/長方形 22">
              <a:extLst>
                <a:ext uri="{FF2B5EF4-FFF2-40B4-BE49-F238E27FC236}">
                  <ns2:creationId id="{904ADEA7-A7C6-2B26-A679-F23F18221A63}"/>
                </a:ext>
              </a:extLst>
            </p:cNvPr>
            <p:cNvSpPr/>
            <p:nvPr/>
          </p:nvSpPr>
          <p:spPr>
            <a:xfrm>
              <a:off x="7605280" y="251261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正方形/長方形 22">
              <a:extLst>
                <a:ext uri="{FF2B5EF4-FFF2-40B4-BE49-F238E27FC236}">
                  <ns2:creationId id="{D3292831-FAA6-D143-E7DB-E89DC219B255}"/>
                </a:ext>
              </a:extLst>
            </p:cNvPr>
            <p:cNvSpPr/>
            <p:nvPr/>
          </p:nvSpPr>
          <p:spPr>
            <a:xfrm>
              <a:off x="7605280" y="281212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750</a:t>
              </a:r>
            </a:p>
          </p:txBody>
        </p:sp>
        <p:sp>
          <p:nvSpPr>
            <p:cNvPr id="31" name="正方形/長方形 22">
              <a:extLst>
                <a:ext uri="{FF2B5EF4-FFF2-40B4-BE49-F238E27FC236}">
                  <ns2:creationId id="{F63DB3FE-7A89-717C-92C0-F693A24E7555}"/>
                </a:ext>
              </a:extLst>
            </p:cNvPr>
            <p:cNvSpPr/>
            <p:nvPr/>
          </p:nvSpPr>
          <p:spPr>
            <a:xfrm>
              <a:off x="7605280" y="311163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正方形/長方形 22">
              <a:extLst>
                <a:ext uri="{FF2B5EF4-FFF2-40B4-BE49-F238E27FC236}">
                  <ns2:creationId id="{DBD65C0F-4C82-74B2-EAED-73B873F89280}"/>
                </a:ext>
              </a:extLst>
            </p:cNvPr>
            <p:cNvSpPr/>
            <p:nvPr/>
          </p:nvSpPr>
          <p:spPr>
            <a:xfrm>
              <a:off x="7605280" y="341114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正方形/長方形 22">
              <a:extLst>
                <a:ext uri="{FF2B5EF4-FFF2-40B4-BE49-F238E27FC236}">
                  <ns2:creationId id="{294F45AD-B9DA-3912-F4D1-031C847E1682}"/>
                </a:ext>
              </a:extLst>
            </p:cNvPr>
            <p:cNvSpPr/>
            <p:nvPr/>
          </p:nvSpPr>
          <p:spPr>
            <a:xfrm>
              <a:off x="7605280" y="371065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550</a:t>
              </a:r>
            </a:p>
          </p:txBody>
        </p:sp>
        <p:sp>
          <p:nvSpPr>
            <p:cNvPr id="34" name="正方形/長方形 22">
              <a:extLst>
                <a:ext uri="{FF2B5EF4-FFF2-40B4-BE49-F238E27FC236}">
                  <ns2:creationId id="{5E4B37D3-1AF7-DEF4-499E-6A0DA53F6C26}"/>
                </a:ext>
              </a:extLst>
            </p:cNvPr>
            <p:cNvSpPr/>
            <p:nvPr/>
          </p:nvSpPr>
          <p:spPr>
            <a:xfrm>
              <a:off x="7605280" y="401016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正方形/長方形 22">
              <a:extLst>
                <a:ext uri="{FF2B5EF4-FFF2-40B4-BE49-F238E27FC236}">
                  <ns2:creationId id="{B55D5422-8139-7849-6A3C-056FCF5E92CC}"/>
                </a:ext>
              </a:extLst>
            </p:cNvPr>
            <p:cNvSpPr/>
            <p:nvPr/>
          </p:nvSpPr>
          <p:spPr>
            <a:xfrm>
              <a:off x="7605280" y="430967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441</a:t>
              </a:r>
            </a:p>
          </p:txBody>
        </p:sp>
        <p:sp>
          <p:nvSpPr>
            <p:cNvPr id="36" name="正方形/長方形 22">
              <a:extLst>
                <a:ext uri="{FF2B5EF4-FFF2-40B4-BE49-F238E27FC236}">
                  <ns2:creationId id="{D7A6E0AD-7C38-7AD0-6589-0A1295FF9AD8}"/>
                </a:ext>
              </a:extLst>
            </p:cNvPr>
            <p:cNvSpPr/>
            <p:nvPr/>
          </p:nvSpPr>
          <p:spPr>
            <a:xfrm>
              <a:off x="7605280" y="460918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22">
              <a:extLst>
                <a:ext uri="{FF2B5EF4-FFF2-40B4-BE49-F238E27FC236}">
                  <ns2:creationId id="{1F23BD04-9467-47FB-D7E4-73957919525C}"/>
                </a:ext>
              </a:extLst>
            </p:cNvPr>
            <p:cNvSpPr/>
            <p:nvPr/>
          </p:nvSpPr>
          <p:spPr>
            <a:xfrm>
              <a:off x="7605281" y="4908689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テキスト ボックス 6">
              <a:extLst>
                <a:ext uri="{FF2B5EF4-FFF2-40B4-BE49-F238E27FC236}">
                  <ns2:creationId id="{6433A440-2778-5270-5ACC-978B7AEA353A}"/>
                </a:ext>
              </a:extLst>
            </p:cNvPr>
            <p:cNvSpPr txBox="1"/>
            <p:nvPr/>
          </p:nvSpPr>
          <p:spPr>
            <a:xfrm>
              <a:off x="8461220" y="2213102"/>
              <a:ext cx="828000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22">
              <a:extLst>
                <a:ext uri="{FF2B5EF4-FFF2-40B4-BE49-F238E27FC236}">
                  <ns2:creationId id="{DE97A11F-3C5E-61CC-F908-5DDEA1CF0B15}"/>
                </a:ext>
              </a:extLst>
            </p:cNvPr>
            <p:cNvSpPr/>
            <p:nvPr/>
          </p:nvSpPr>
          <p:spPr>
            <a:xfrm>
              <a:off x="8461220" y="251261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9" name="正方形/長方形 22">
              <a:extLst>
                <a:ext uri="{FF2B5EF4-FFF2-40B4-BE49-F238E27FC236}">
                  <ns2:creationId id="{534E90B8-CE02-B1CC-3CDA-9B5506A11FB5}"/>
                </a:ext>
              </a:extLst>
            </p:cNvPr>
            <p:cNvSpPr/>
            <p:nvPr/>
          </p:nvSpPr>
          <p:spPr>
            <a:xfrm>
              <a:off x="8461220" y="281212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正方形/長方形 22">
              <a:extLst>
                <a:ext uri="{FF2B5EF4-FFF2-40B4-BE49-F238E27FC236}">
                  <ns2:creationId id="{AAC2F177-4C52-3F27-F89A-4121E2A1DDA5}"/>
                </a:ext>
              </a:extLst>
            </p:cNvPr>
            <p:cNvSpPr/>
            <p:nvPr/>
          </p:nvSpPr>
          <p:spPr>
            <a:xfrm>
              <a:off x="8461220" y="311163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正方形/長方形 22">
              <a:extLst>
                <a:ext uri="{FF2B5EF4-FFF2-40B4-BE49-F238E27FC236}">
                  <ns2:creationId id="{FBC6ECE5-C0D1-5002-24BF-B26739752503}"/>
                </a:ext>
              </a:extLst>
            </p:cNvPr>
            <p:cNvSpPr/>
            <p:nvPr/>
          </p:nvSpPr>
          <p:spPr>
            <a:xfrm>
              <a:off x="8461220" y="341114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22">
              <a:extLst>
                <a:ext uri="{FF2B5EF4-FFF2-40B4-BE49-F238E27FC236}">
                  <ns2:creationId id="{A106BFEA-81B0-F4AE-47D0-D96934C10A60}"/>
                </a:ext>
              </a:extLst>
            </p:cNvPr>
            <p:cNvSpPr/>
            <p:nvPr/>
          </p:nvSpPr>
          <p:spPr>
            <a:xfrm>
              <a:off x="8461220" y="371065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22">
              <a:extLst>
                <a:ext uri="{FF2B5EF4-FFF2-40B4-BE49-F238E27FC236}">
                  <ns2:creationId id="{6D9069CE-B1CD-F260-C00D-6C6343B4EF58}"/>
                </a:ext>
              </a:extLst>
            </p:cNvPr>
            <p:cNvSpPr/>
            <p:nvPr/>
          </p:nvSpPr>
          <p:spPr>
            <a:xfrm>
              <a:off x="8461220" y="401016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22">
              <a:extLst>
                <a:ext uri="{FF2B5EF4-FFF2-40B4-BE49-F238E27FC236}">
                  <ns2:creationId id="{3E52E8C4-6A48-16E7-4F33-161D99039C21}"/>
                </a:ext>
              </a:extLst>
            </p:cNvPr>
            <p:cNvSpPr/>
            <p:nvPr/>
          </p:nvSpPr>
          <p:spPr>
            <a:xfrm>
              <a:off x="8461220" y="430967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22">
              <a:extLst>
                <a:ext uri="{FF2B5EF4-FFF2-40B4-BE49-F238E27FC236}">
                  <ns2:creationId id="{58A69CAA-3074-C7B6-D369-179B0369B95A}"/>
                </a:ext>
              </a:extLst>
            </p:cNvPr>
            <p:cNvSpPr/>
            <p:nvPr/>
          </p:nvSpPr>
          <p:spPr>
            <a:xfrm>
              <a:off x="8461220" y="4609182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22">
              <a:extLst>
                <a:ext uri="{FF2B5EF4-FFF2-40B4-BE49-F238E27FC236}">
                  <ns2:creationId id="{22AB01F8-8AF1-270B-1B2D-6D379F883234}"/>
                </a:ext>
              </a:extLst>
            </p:cNvPr>
            <p:cNvSpPr/>
            <p:nvPr/>
          </p:nvSpPr>
          <p:spPr>
            <a:xfrm>
              <a:off x="8461220" y="4908689"/>
              <a:ext cx="828000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rgbClr val="575757">
                      <a:lumMod val="75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lang="ja-JP" altLang="en-US" sz="1400" dirty="0">
                <a:solidFill>
                  <a:srgbClr val="575757">
                    <a:lumMod val="75000"/>
                  </a:srgb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テキスト ボックス 6">
              <a:extLst>
                <a:ext uri="{FF2B5EF4-FFF2-40B4-BE49-F238E27FC236}">
                  <ns2:creationId id="{447C46D8-9B8D-C5E9-A953-115FC1124264}"/>
                </a:ext>
              </a:extLst>
            </p:cNvPr>
            <p:cNvSpPr txBox="1"/>
            <p:nvPr/>
          </p:nvSpPr>
          <p:spPr>
            <a:xfrm>
              <a:off x="9317160" y="2213102"/>
              <a:ext cx="827999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正方形/長方形 22">
              <a:extLst>
                <a:ext uri="{FF2B5EF4-FFF2-40B4-BE49-F238E27FC236}">
                  <ns2:creationId id="{88739FC1-111A-1EF9-7C9B-AB8401A56E0A}"/>
                </a:ext>
              </a:extLst>
            </p:cNvPr>
            <p:cNvSpPr/>
            <p:nvPr/>
          </p:nvSpPr>
          <p:spPr>
            <a:xfrm>
              <a:off x="9317161" y="251261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22">
              <a:extLst>
                <a:ext uri="{FF2B5EF4-FFF2-40B4-BE49-F238E27FC236}">
                  <ns2:creationId id="{2F61E8EF-D4AB-BA59-0F5C-A19D19958EE8}"/>
                </a:ext>
              </a:extLst>
            </p:cNvPr>
            <p:cNvSpPr/>
            <p:nvPr/>
          </p:nvSpPr>
          <p:spPr>
            <a:xfrm>
              <a:off x="9317161" y="281212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22">
              <a:extLst>
                <a:ext uri="{FF2B5EF4-FFF2-40B4-BE49-F238E27FC236}">
                  <ns2:creationId id="{1ED6BD83-B50B-B03D-5FA9-2F4144897536}"/>
                </a:ext>
              </a:extLst>
            </p:cNvPr>
            <p:cNvSpPr/>
            <p:nvPr/>
          </p:nvSpPr>
          <p:spPr>
            <a:xfrm>
              <a:off x="9317161" y="311163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550</a:t>
              </a:r>
            </a:p>
          </p:txBody>
        </p:sp>
        <p:sp>
          <p:nvSpPr>
            <p:cNvPr id="50" name="正方形/長方形 22">
              <a:extLst>
                <a:ext uri="{FF2B5EF4-FFF2-40B4-BE49-F238E27FC236}">
                  <ns2:creationId id="{2EBE3497-BE03-AED3-3820-62A14B9CF9E5}"/>
                </a:ext>
              </a:extLst>
            </p:cNvPr>
            <p:cNvSpPr/>
            <p:nvPr/>
          </p:nvSpPr>
          <p:spPr>
            <a:xfrm>
              <a:off x="9317161" y="341114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584</a:t>
              </a:r>
            </a:p>
          </p:txBody>
        </p:sp>
        <p:sp>
          <p:nvSpPr>
            <p:cNvPr id="51" name="正方形/長方形 22">
              <a:extLst>
                <a:ext uri="{FF2B5EF4-FFF2-40B4-BE49-F238E27FC236}">
                  <ns2:creationId id="{772BBC92-9878-4EA9-FD81-E829B60197E8}"/>
                </a:ext>
              </a:extLst>
            </p:cNvPr>
            <p:cNvSpPr/>
            <p:nvPr/>
          </p:nvSpPr>
          <p:spPr>
            <a:xfrm>
              <a:off x="9317161" y="371065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22">
              <a:extLst>
                <a:ext uri="{FF2B5EF4-FFF2-40B4-BE49-F238E27FC236}">
                  <ns2:creationId id="{925FC45C-55A2-6375-A1A1-8EFE400E7C79}"/>
                </a:ext>
              </a:extLst>
            </p:cNvPr>
            <p:cNvSpPr/>
            <p:nvPr/>
          </p:nvSpPr>
          <p:spPr>
            <a:xfrm>
              <a:off x="9317161" y="401016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正方形/長方形 22">
              <a:extLst>
                <a:ext uri="{FF2B5EF4-FFF2-40B4-BE49-F238E27FC236}">
                  <ns2:creationId id="{D854FE50-5BEF-E631-9AEB-46D4F4FA7353}"/>
                </a:ext>
              </a:extLst>
            </p:cNvPr>
            <p:cNvSpPr/>
            <p:nvPr/>
          </p:nvSpPr>
          <p:spPr>
            <a:xfrm>
              <a:off x="9317161" y="430967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54</a:t>
              </a:r>
            </a:p>
          </p:txBody>
        </p:sp>
        <p:sp>
          <p:nvSpPr>
            <p:cNvPr id="54" name="正方形/長方形 22">
              <a:extLst>
                <a:ext uri="{FF2B5EF4-FFF2-40B4-BE49-F238E27FC236}">
                  <ns2:creationId id="{71D62F8C-B60E-4080-6476-B4EE4C36E58A}"/>
                </a:ext>
              </a:extLst>
            </p:cNvPr>
            <p:cNvSpPr/>
            <p:nvPr/>
          </p:nvSpPr>
          <p:spPr>
            <a:xfrm>
              <a:off x="9317161" y="460918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859</a:t>
              </a:r>
            </a:p>
          </p:txBody>
        </p:sp>
        <p:sp>
          <p:nvSpPr>
            <p:cNvPr id="55" name="正方形/長方形 22">
              <a:extLst>
                <a:ext uri="{FF2B5EF4-FFF2-40B4-BE49-F238E27FC236}">
                  <ns2:creationId id="{129993AB-A7E1-6FF2-C0B2-7FD07CA0EB12}"/>
                </a:ext>
              </a:extLst>
            </p:cNvPr>
            <p:cNvSpPr/>
            <p:nvPr/>
          </p:nvSpPr>
          <p:spPr>
            <a:xfrm>
              <a:off x="9317161" y="4908689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テキスト ボックス 6">
              <a:extLst>
                <a:ext uri="{FF2B5EF4-FFF2-40B4-BE49-F238E27FC236}">
                  <ns2:creationId id="{16DE7D0E-4FF9-7C12-209A-400527B39CBA}"/>
                </a:ext>
              </a:extLst>
            </p:cNvPr>
            <p:cNvSpPr txBox="1"/>
            <p:nvPr/>
          </p:nvSpPr>
          <p:spPr>
            <a:xfrm>
              <a:off x="10173100" y="2213102"/>
              <a:ext cx="827999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正方形/長方形 22">
              <a:extLst>
                <a:ext uri="{FF2B5EF4-FFF2-40B4-BE49-F238E27FC236}">
                  <ns2:creationId id="{5E364195-1F4E-9E32-C1F7-2D6F7E32AAD2}"/>
                </a:ext>
              </a:extLst>
            </p:cNvPr>
            <p:cNvSpPr/>
            <p:nvPr/>
          </p:nvSpPr>
          <p:spPr>
            <a:xfrm>
              <a:off x="10173101" y="251261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930</a:t>
              </a:r>
            </a:p>
          </p:txBody>
        </p:sp>
        <p:sp>
          <p:nvSpPr>
            <p:cNvPr id="57" name="正方形/長方形 22">
              <a:extLst>
                <a:ext uri="{FF2B5EF4-FFF2-40B4-BE49-F238E27FC236}">
                  <ns2:creationId id="{F3DC96D2-0B89-51A4-6638-21A86D76D395}"/>
                </a:ext>
              </a:extLst>
            </p:cNvPr>
            <p:cNvSpPr/>
            <p:nvPr/>
          </p:nvSpPr>
          <p:spPr>
            <a:xfrm>
              <a:off x="10173101" y="281212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650</a:t>
              </a:r>
            </a:p>
          </p:txBody>
        </p:sp>
        <p:sp>
          <p:nvSpPr>
            <p:cNvPr id="58" name="正方形/長方形 22">
              <a:extLst>
                <a:ext uri="{FF2B5EF4-FFF2-40B4-BE49-F238E27FC236}">
                  <ns2:creationId id="{3C9154CC-CB3E-C6F9-DADB-8F3A2440823E}"/>
                </a:ext>
              </a:extLst>
            </p:cNvPr>
            <p:cNvSpPr/>
            <p:nvPr/>
          </p:nvSpPr>
          <p:spPr>
            <a:xfrm>
              <a:off x="10173101" y="311163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750</a:t>
              </a:r>
            </a:p>
          </p:txBody>
        </p:sp>
        <p:sp>
          <p:nvSpPr>
            <p:cNvPr id="59" name="正方形/長方形 22">
              <a:extLst>
                <a:ext uri="{FF2B5EF4-FFF2-40B4-BE49-F238E27FC236}">
                  <ns2:creationId id="{7C9AAA16-F900-FD2F-CEAD-9E4801A7CE90}"/>
                </a:ext>
              </a:extLst>
            </p:cNvPr>
            <p:cNvSpPr/>
            <p:nvPr/>
          </p:nvSpPr>
          <p:spPr>
            <a:xfrm>
              <a:off x="10173101" y="341114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709</a:t>
              </a:r>
            </a:p>
          </p:txBody>
        </p:sp>
        <p:sp>
          <p:nvSpPr>
            <p:cNvPr id="60" name="正方形/長方形 22">
              <a:extLst>
                <a:ext uri="{FF2B5EF4-FFF2-40B4-BE49-F238E27FC236}">
                  <ns2:creationId id="{30096F49-6120-4DA1-933F-F4D67571C5E7}"/>
                </a:ext>
              </a:extLst>
            </p:cNvPr>
            <p:cNvSpPr/>
            <p:nvPr/>
          </p:nvSpPr>
          <p:spPr>
            <a:xfrm>
              <a:off x="10173101" y="371065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22">
              <a:extLst>
                <a:ext uri="{FF2B5EF4-FFF2-40B4-BE49-F238E27FC236}">
                  <ns2:creationId id="{3F8F906F-E792-6E4B-03C2-EC87F11D91CC}"/>
                </a:ext>
              </a:extLst>
            </p:cNvPr>
            <p:cNvSpPr/>
            <p:nvPr/>
          </p:nvSpPr>
          <p:spPr>
            <a:xfrm>
              <a:off x="10173101" y="401016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2" name="正方形/長方形 22">
              <a:extLst>
                <a:ext uri="{FF2B5EF4-FFF2-40B4-BE49-F238E27FC236}">
                  <ns2:creationId id="{49BB9F2A-9F2D-562A-C0C1-F1E1CF875339}"/>
                </a:ext>
              </a:extLst>
            </p:cNvPr>
            <p:cNvSpPr/>
            <p:nvPr/>
          </p:nvSpPr>
          <p:spPr>
            <a:xfrm>
              <a:off x="10173101" y="430967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54</a:t>
              </a:r>
            </a:p>
          </p:txBody>
        </p:sp>
        <p:sp>
          <p:nvSpPr>
            <p:cNvPr id="63" name="正方形/長方形 22">
              <a:extLst>
                <a:ext uri="{FF2B5EF4-FFF2-40B4-BE49-F238E27FC236}">
                  <ns2:creationId id="{A00E660B-8831-1B57-3F17-B7A40865EAF5}"/>
                </a:ext>
              </a:extLst>
            </p:cNvPr>
            <p:cNvSpPr/>
            <p:nvPr/>
          </p:nvSpPr>
          <p:spPr>
            <a:xfrm>
              <a:off x="10173101" y="4609182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765</a:t>
              </a:r>
            </a:p>
          </p:txBody>
        </p:sp>
        <p:sp>
          <p:nvSpPr>
            <p:cNvPr id="64" name="正方形/長方形 22">
              <a:extLst>
                <a:ext uri="{FF2B5EF4-FFF2-40B4-BE49-F238E27FC236}">
                  <ns2:creationId id="{0093330B-C22D-A94A-A0C8-2B73E98A5698}"/>
                </a:ext>
              </a:extLst>
            </p:cNvPr>
            <p:cNvSpPr/>
            <p:nvPr/>
          </p:nvSpPr>
          <p:spPr>
            <a:xfrm>
              <a:off x="10173101" y="4908689"/>
              <a:ext cx="827999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テキスト ボックス 6">
              <a:extLst>
                <a:ext uri="{FF2B5EF4-FFF2-40B4-BE49-F238E27FC236}">
                  <ns2:creationId id="{87411C9F-83F1-BFB4-4649-42D815D6EA64}"/>
                </a:ext>
              </a:extLst>
            </p:cNvPr>
            <p:cNvSpPr txBox="1"/>
            <p:nvPr/>
          </p:nvSpPr>
          <p:spPr>
            <a:xfrm>
              <a:off x="11029038" y="2213102"/>
              <a:ext cx="827582" cy="270000"/>
            </a:xfrm>
            <a:prstGeom prst="rect">
              <a:avLst/>
            </a:prstGeom>
            <a:noFill/>
          </p:spPr>
          <p:txBody>
            <a:bodyPr wrap="none" lIns="36000" tIns="36000" rIns="36000" bIns="36000" rtlCol="0" anchor="ctr" anchorCtr="0">
              <a:noAutofit/>
            </a:bodyPr>
            <a:lstStyle/>
            <a:p>
              <a:pPr lvl="0" algn="ctr" defTabSz="914377">
                <a:defRPr/>
              </a:pPr>
              <a:r>
                <a:rPr kumimoji="0" lang="en-US" altLang="ja-JP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400" kern="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22">
              <a:extLst>
                <a:ext uri="{FF2B5EF4-FFF2-40B4-BE49-F238E27FC236}">
                  <ns2:creationId id="{ED1B9CF0-32EB-42FD-73E8-A101D54ABD07}"/>
                </a:ext>
              </a:extLst>
            </p:cNvPr>
            <p:cNvSpPr/>
            <p:nvPr/>
          </p:nvSpPr>
          <p:spPr>
            <a:xfrm>
              <a:off x="11029039" y="251261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930</a:t>
              </a:r>
            </a:p>
          </p:txBody>
        </p:sp>
        <p:sp>
          <p:nvSpPr>
            <p:cNvPr id="66" name="正方形/長方形 22">
              <a:extLst>
                <a:ext uri="{FF2B5EF4-FFF2-40B4-BE49-F238E27FC236}">
                  <ns2:creationId id="{0A3910A6-B1AA-38E4-A846-7A830B192B9B}"/>
                </a:ext>
              </a:extLst>
            </p:cNvPr>
            <p:cNvSpPr/>
            <p:nvPr/>
          </p:nvSpPr>
          <p:spPr>
            <a:xfrm>
              <a:off x="11029039" y="281212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650</a:t>
              </a:r>
            </a:p>
          </p:txBody>
        </p:sp>
        <p:sp>
          <p:nvSpPr>
            <p:cNvPr id="67" name="正方形/長方形 22">
              <a:extLst>
                <a:ext uri="{FF2B5EF4-FFF2-40B4-BE49-F238E27FC236}">
                  <ns2:creationId id="{E87D7C32-18F2-2C10-0179-946E8A3DD3E3}"/>
                </a:ext>
              </a:extLst>
            </p:cNvPr>
            <p:cNvSpPr/>
            <p:nvPr/>
          </p:nvSpPr>
          <p:spPr>
            <a:xfrm>
              <a:off x="11029039" y="311163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8" name="正方形/長方形 22">
              <a:extLst>
                <a:ext uri="{FF2B5EF4-FFF2-40B4-BE49-F238E27FC236}">
                  <ns2:creationId id="{DD21C109-BEAC-855A-8718-0D40DDC74836}"/>
                </a:ext>
              </a:extLst>
            </p:cNvPr>
            <p:cNvSpPr/>
            <p:nvPr/>
          </p:nvSpPr>
          <p:spPr>
            <a:xfrm>
              <a:off x="11029039" y="341114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正方形/長方形 22">
              <a:extLst>
                <a:ext uri="{FF2B5EF4-FFF2-40B4-BE49-F238E27FC236}">
                  <ns2:creationId id="{2989A769-C25F-7D90-1B6F-352F864E275D}"/>
                </a:ext>
              </a:extLst>
            </p:cNvPr>
            <p:cNvSpPr/>
            <p:nvPr/>
          </p:nvSpPr>
          <p:spPr>
            <a:xfrm>
              <a:off x="11029039" y="371065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282</a:t>
              </a:r>
            </a:p>
          </p:txBody>
        </p:sp>
        <p:sp>
          <p:nvSpPr>
            <p:cNvPr id="70" name="正方形/長方形 22">
              <a:extLst>
                <a:ext uri="{FF2B5EF4-FFF2-40B4-BE49-F238E27FC236}">
                  <ns2:creationId id="{F74D1F89-4A5F-A139-EE63-BE9C3D82BF01}"/>
                </a:ext>
              </a:extLst>
            </p:cNvPr>
            <p:cNvSpPr/>
            <p:nvPr/>
          </p:nvSpPr>
          <p:spPr>
            <a:xfrm>
              <a:off x="11029039" y="401016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正方形/長方形 22">
              <a:extLst>
                <a:ext uri="{FF2B5EF4-FFF2-40B4-BE49-F238E27FC236}">
                  <ns2:creationId id="{091D6352-983A-2BF5-0137-51BAEF7128AC}"/>
                </a:ext>
              </a:extLst>
            </p:cNvPr>
            <p:cNvSpPr/>
            <p:nvPr/>
          </p:nvSpPr>
          <p:spPr>
            <a:xfrm>
              <a:off x="11029039" y="430967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54</a:t>
              </a:r>
            </a:p>
          </p:txBody>
        </p:sp>
        <p:sp>
          <p:nvSpPr>
            <p:cNvPr id="72" name="正方形/長方形 22">
              <a:extLst>
                <a:ext uri="{FF2B5EF4-FFF2-40B4-BE49-F238E27FC236}">
                  <ns2:creationId id="{B06CF0E8-C641-0C88-006C-0881BA592361}"/>
                </a:ext>
              </a:extLst>
            </p:cNvPr>
            <p:cNvSpPr/>
            <p:nvPr/>
          </p:nvSpPr>
          <p:spPr>
            <a:xfrm>
              <a:off x="11029039" y="4609182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765</a:t>
              </a:r>
            </a:p>
          </p:txBody>
        </p:sp>
        <p:sp>
          <p:nvSpPr>
            <p:cNvPr id="73" name="正方形/長方形 22">
              <a:extLst>
                <a:ext uri="{FF2B5EF4-FFF2-40B4-BE49-F238E27FC236}">
                  <ns2:creationId id="{05868912-66A7-4CBB-3D4E-01F44C3CC7F4}"/>
                </a:ext>
              </a:extLst>
            </p:cNvPr>
            <p:cNvSpPr/>
            <p:nvPr/>
          </p:nvSpPr>
          <p:spPr>
            <a:xfrm>
              <a:off x="11029039" y="4908689"/>
              <a:ext cx="827582" cy="270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>
              <a:noAutofit/>
            </a:bodyPr>
            <a:lstStyle/>
            <a:p>
              <a:pPr lvl="0" algn="r">
                <a:buClr>
                  <a:srgbClr val="046294"/>
                </a:buClr>
                <a:defRPr/>
              </a:pPr>
              <a:r>
                <a:rPr lang="en-US" altLang="ja-JP" sz="14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4" name="正方形/長方形 22">
              <a:extLst>
                <a:ext uri="{FF2B5EF4-FFF2-40B4-BE49-F238E27FC236}">
                  <ns2:creationId id="{9C707FEC-B125-FE7C-4E46-667006A35244}"/>
                </a:ext>
              </a:extLst>
            </p:cNvPr>
            <p:cNvSpPr/>
            <p:nvPr/>
          </p:nvSpPr>
          <p:spPr>
            <a:xfrm>
              <a:off x="7217340" y="2512612"/>
              <a:ext cx="360000" cy="270000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" name="正方形/長方形 22">
              <a:extLst>
                <a:ext uri="{FF2B5EF4-FFF2-40B4-BE49-F238E27FC236}">
                  <ns2:creationId id="{DB4345B1-2874-6DE0-7BE2-D76270677917}"/>
                </a:ext>
              </a:extLst>
            </p:cNvPr>
            <p:cNvSpPr/>
            <p:nvPr/>
          </p:nvSpPr>
          <p:spPr>
            <a:xfrm>
              <a:off x="7217339" y="2812122"/>
              <a:ext cx="360000" cy="270000"/>
            </a:xfrm>
            <a:prstGeom prst="rect">
              <a:avLst/>
            </a:prstGeom>
            <a:solidFill>
              <a:schemeClr val="accent5">
                <a:alpha val="9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正方形/長方形 22">
              <a:extLst>
                <a:ext uri="{FF2B5EF4-FFF2-40B4-BE49-F238E27FC236}">
                  <ns2:creationId id="{F699B62D-CBC9-C472-206B-74E136BB21BE}"/>
                </a:ext>
              </a:extLst>
            </p:cNvPr>
            <p:cNvSpPr/>
            <p:nvPr/>
          </p:nvSpPr>
          <p:spPr>
            <a:xfrm>
              <a:off x="7217339" y="3111632"/>
              <a:ext cx="360000" cy="270000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正方形/長方形 22">
              <a:extLst>
                <a:ext uri="{FF2B5EF4-FFF2-40B4-BE49-F238E27FC236}">
                  <ns2:creationId id="{B7086BCF-A23A-89A0-6F63-9F34E4A7B1BD}"/>
                </a:ext>
              </a:extLst>
            </p:cNvPr>
            <p:cNvSpPr/>
            <p:nvPr/>
          </p:nvSpPr>
          <p:spPr>
            <a:xfrm>
              <a:off x="7217339" y="3411142"/>
              <a:ext cx="360000" cy="270000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22">
              <a:extLst>
                <a:ext uri="{FF2B5EF4-FFF2-40B4-BE49-F238E27FC236}">
                  <ns2:creationId id="{F5EDC6A8-130A-B286-4F61-4ED8B6349845}"/>
                </a:ext>
              </a:extLst>
            </p:cNvPr>
            <p:cNvSpPr/>
            <p:nvPr/>
          </p:nvSpPr>
          <p:spPr>
            <a:xfrm>
              <a:off x="7217339" y="3710652"/>
              <a:ext cx="360000" cy="270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正方形/長方形 22">
              <a:extLst>
                <a:ext uri="{FF2B5EF4-FFF2-40B4-BE49-F238E27FC236}">
                  <ns2:creationId id="{16E2E25F-393D-08E9-682D-653D3070C11C}"/>
                </a:ext>
              </a:extLst>
            </p:cNvPr>
            <p:cNvSpPr/>
            <p:nvPr/>
          </p:nvSpPr>
          <p:spPr>
            <a:xfrm>
              <a:off x="7217339" y="4010162"/>
              <a:ext cx="360000" cy="270000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正方形/長方形 22">
              <a:extLst>
                <a:ext uri="{FF2B5EF4-FFF2-40B4-BE49-F238E27FC236}">
                  <ns2:creationId id="{4CAB7A26-449C-BA5C-0A1D-A37628F88905}"/>
                </a:ext>
              </a:extLst>
            </p:cNvPr>
            <p:cNvSpPr/>
            <p:nvPr/>
          </p:nvSpPr>
          <p:spPr>
            <a:xfrm>
              <a:off x="7217339" y="4309672"/>
              <a:ext cx="360000" cy="27000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22">
              <a:extLst>
                <a:ext uri="{FF2B5EF4-FFF2-40B4-BE49-F238E27FC236}">
                  <ns2:creationId id="{B6650AEE-4176-51CE-E8A4-0C2EE1BBEF9B}"/>
                </a:ext>
              </a:extLst>
            </p:cNvPr>
            <p:cNvSpPr/>
            <p:nvPr/>
          </p:nvSpPr>
          <p:spPr>
            <a:xfrm>
              <a:off x="7217339" y="4609182"/>
              <a:ext cx="360000" cy="270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正方形/長方形 22">
              <a:extLst>
                <a:ext uri="{FF2B5EF4-FFF2-40B4-BE49-F238E27FC236}">
                  <ns2:creationId id="{5AF7B456-9957-C7E5-C39C-C386F53BB67B}"/>
                </a:ext>
              </a:extLst>
            </p:cNvPr>
            <p:cNvSpPr/>
            <p:nvPr/>
          </p:nvSpPr>
          <p:spPr>
            <a:xfrm>
              <a:off x="7217339" y="4908688"/>
              <a:ext cx="360000" cy="27000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テキスト ボックス 178">
              <a:extLst>
                <a:ext uri="{FF2B5EF4-FFF2-40B4-BE49-F238E27FC236}">
                  <ns2:creationId id="{89F10865-0AD8-0FB0-8773-A3C60CE290F6}"/>
                </a:ext>
              </a:extLst>
            </p:cNvPr>
            <p:cNvSpPr txBox="1"/>
            <p:nvPr/>
          </p:nvSpPr>
          <p:spPr>
            <a:xfrm>
              <a:off x="11244587" y="2005999"/>
              <a:ext cx="617724" cy="195814"/>
            </a:xfrm>
            <a:prstGeom prst="rect">
              <a:avLst/>
            </a:prstGeom>
            <a:noFill/>
          </p:spPr>
          <p:txBody>
            <a:bodyPr wrap="none" lIns="36000" tIns="36000" rIns="36000" bIns="36000" rtlCol="0">
              <a:spAutoFit/>
            </a:bodyPr>
            <a:lstStyle/>
            <a:p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16" name="直線コネクタ 102">
              <a:extLst>
                <a:ext uri="{FF2B5EF4-FFF2-40B4-BE49-F238E27FC236}">
                  <ns2:creationId id="{CC4190C4-4640-D4D9-A95F-6252E400F350}"/>
                </a:ext>
              </a:extLst>
            </p:cNvPr>
            <p:cNvCxnSpPr>
              <a:cxnSpLocks/>
            </p:cNvCxnSpPr>
            <p:nvPr/>
          </p:nvCxnSpPr>
          <p:spPr>
            <a:xfrm>
              <a:off x="7605280" y="2483102"/>
              <a:ext cx="827999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29" name="直線コネクタ 102">
              <a:extLst>
                <a:ext uri="{FF2B5EF4-FFF2-40B4-BE49-F238E27FC236}">
                  <ns2:creationId id="{5CF6C0F3-0788-662D-D523-09E5288F481A}"/>
                </a:ext>
              </a:extLst>
            </p:cNvPr>
            <p:cNvCxnSpPr>
              <a:cxnSpLocks/>
            </p:cNvCxnSpPr>
            <p:nvPr/>
          </p:nvCxnSpPr>
          <p:spPr>
            <a:xfrm>
              <a:off x="8461220" y="2483102"/>
              <a:ext cx="828000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19" name="直線コネクタ 102">
              <a:extLst>
                <a:ext uri="{FF2B5EF4-FFF2-40B4-BE49-F238E27FC236}">
                  <ns2:creationId id="{7BCD6F5D-8A1F-67AB-2D97-FCE03D5361F6}"/>
                </a:ext>
              </a:extLst>
            </p:cNvPr>
            <p:cNvCxnSpPr>
              <a:cxnSpLocks/>
            </p:cNvCxnSpPr>
            <p:nvPr/>
          </p:nvCxnSpPr>
          <p:spPr>
            <a:xfrm>
              <a:off x="9317161" y="2483102"/>
              <a:ext cx="827999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25" name="直線コネクタ 102">
              <a:extLst>
                <a:ext uri="{FF2B5EF4-FFF2-40B4-BE49-F238E27FC236}">
                  <ns2:creationId id="{A359591F-0E53-4043-4FF8-5CB852B34C27}"/>
                </a:ext>
              </a:extLst>
            </p:cNvPr>
            <p:cNvCxnSpPr>
              <a:cxnSpLocks/>
            </p:cNvCxnSpPr>
            <p:nvPr/>
          </p:nvCxnSpPr>
          <p:spPr>
            <a:xfrm>
              <a:off x="10173101" y="2483102"/>
              <a:ext cx="827999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22" name="直線コネクタ 102">
              <a:extLst>
                <a:ext uri="{FF2B5EF4-FFF2-40B4-BE49-F238E27FC236}">
                  <ns2:creationId id="{8DAF1AE1-B5FE-5256-E752-D363DFC8F623}"/>
                </a:ext>
              </a:extLst>
            </p:cNvPr>
            <p:cNvCxnSpPr>
              <a:cxnSpLocks/>
            </p:cNvCxnSpPr>
            <p:nvPr/>
          </p:nvCxnSpPr>
          <p:spPr>
            <a:xfrm>
              <a:off x="11029456" y="2483102"/>
              <a:ext cx="827582" cy="0"/>
            </a:xfrm>
            <a:prstGeom prst="line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grpSp>
          <p:nvGrpSpPr>
            <p:cNvPr id="213" name="グループ化 212">
              <a:extLst>
                <a:ext uri="{FF2B5EF4-FFF2-40B4-BE49-F238E27FC236}">
                  <ns2:creationId id="{D369D7C6-2EA8-0C1C-4E1D-ADDDFFEE2013}"/>
                </a:ext>
              </a:extLst>
            </p:cNvPr>
            <p:cNvGrpSpPr/>
            <p:nvPr/>
          </p:nvGrpSpPr>
          <p:grpSpPr>
            <a:xfrm>
              <a:off x="7605280" y="2797367"/>
              <a:ext cx="4251758" cy="0"/>
              <a:chOff x="7605280" y="2782158"/>
              <a:chExt cx="4251758" cy="0"/>
            </a:xfrm>
          </p:grpSpPr>
          <p:cxnSp>
            <p:nvCxnSpPr>
              <p:cNvPr id="208" name="直線コネクタ 102">
                <a:extLst>
                  <a:ext uri="{FF2B5EF4-FFF2-40B4-BE49-F238E27FC236}">
                    <ns2:creationId id="{15EE2D5C-A494-5F11-1D7C-911240EB4D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09" name="直線コネクタ 102">
                <a:extLst>
                  <a:ext uri="{FF2B5EF4-FFF2-40B4-BE49-F238E27FC236}">
                    <ns2:creationId id="{6431C49A-5180-17A9-FC94-7D842B1C07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0" name="直線コネクタ 102">
                <a:extLst>
                  <a:ext uri="{FF2B5EF4-FFF2-40B4-BE49-F238E27FC236}">
                    <ns2:creationId id="{2B71A150-34A9-96B0-3364-A8CF75BBF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1" name="直線コネクタ 102">
                <a:extLst>
                  <a:ext uri="{FF2B5EF4-FFF2-40B4-BE49-F238E27FC236}">
                    <ns2:creationId id="{A962E0CF-8485-D6FC-1F2C-C8D1DCDB14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2" name="直線コネクタ 102">
                <a:extLst>
                  <a:ext uri="{FF2B5EF4-FFF2-40B4-BE49-F238E27FC236}">
                    <ns2:creationId id="{1948BC4A-2652-B83E-4013-9C1C73493A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14" name="グループ化 213">
              <a:extLst>
                <a:ext uri="{FF2B5EF4-FFF2-40B4-BE49-F238E27FC236}">
                  <ns2:creationId id="{8F3974FF-F99D-C6FE-3EA5-7F8813CBCCF3}"/>
                </a:ext>
              </a:extLst>
            </p:cNvPr>
            <p:cNvGrpSpPr/>
            <p:nvPr/>
          </p:nvGrpSpPr>
          <p:grpSpPr>
            <a:xfrm>
              <a:off x="7605280" y="3096877"/>
              <a:ext cx="4251758" cy="0"/>
              <a:chOff x="7605280" y="2782158"/>
              <a:chExt cx="4251758" cy="0"/>
            </a:xfrm>
          </p:grpSpPr>
          <p:cxnSp>
            <p:nvCxnSpPr>
              <p:cNvPr id="215" name="直線コネクタ 102">
                <a:extLst>
                  <a:ext uri="{FF2B5EF4-FFF2-40B4-BE49-F238E27FC236}">
                    <ns2:creationId id="{B0FB5E30-22D7-5DEC-4F12-25E522F1C2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6" name="直線コネクタ 102">
                <a:extLst>
                  <a:ext uri="{FF2B5EF4-FFF2-40B4-BE49-F238E27FC236}">
                    <ns2:creationId id="{4260A502-21CE-61AD-1A08-B9F93F452F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7" name="直線コネクタ 102">
                <a:extLst>
                  <a:ext uri="{FF2B5EF4-FFF2-40B4-BE49-F238E27FC236}">
                    <ns2:creationId id="{EE2F8F8B-ED40-CEE8-B582-2BB97C736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8" name="直線コネクタ 102">
                <a:extLst>
                  <a:ext uri="{FF2B5EF4-FFF2-40B4-BE49-F238E27FC236}">
                    <ns2:creationId id="{9E860549-7937-100B-40D5-640A13D3AB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19" name="直線コネクタ 102">
                <a:extLst>
                  <a:ext uri="{FF2B5EF4-FFF2-40B4-BE49-F238E27FC236}">
                    <ns2:creationId id="{B4FBCFF8-23C4-E87E-59B4-E4A33F3588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20" name="グループ化 219">
              <a:extLst>
                <a:ext uri="{FF2B5EF4-FFF2-40B4-BE49-F238E27FC236}">
                  <ns2:creationId id="{D05CFF34-1965-FFD9-D02A-A35B64D02273}"/>
                </a:ext>
              </a:extLst>
            </p:cNvPr>
            <p:cNvGrpSpPr/>
            <p:nvPr/>
          </p:nvGrpSpPr>
          <p:grpSpPr>
            <a:xfrm>
              <a:off x="7605280" y="3396387"/>
              <a:ext cx="4251758" cy="0"/>
              <a:chOff x="7605280" y="2782158"/>
              <a:chExt cx="4251758" cy="0"/>
            </a:xfrm>
          </p:grpSpPr>
          <p:cxnSp>
            <p:nvCxnSpPr>
              <p:cNvPr id="221" name="直線コネクタ 102">
                <a:extLst>
                  <a:ext uri="{FF2B5EF4-FFF2-40B4-BE49-F238E27FC236}">
                    <ns2:creationId id="{F40E15C4-3E54-4172-3D5A-3A06E4894C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2" name="直線コネクタ 102">
                <a:extLst>
                  <a:ext uri="{FF2B5EF4-FFF2-40B4-BE49-F238E27FC236}">
                    <ns2:creationId id="{D045D83C-3EFB-06F4-695F-E0CF7993DA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3" name="直線コネクタ 102">
                <a:extLst>
                  <a:ext uri="{FF2B5EF4-FFF2-40B4-BE49-F238E27FC236}">
                    <ns2:creationId id="{302A3EB6-A4FC-9850-8A0A-4232AFF830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4" name="直線コネクタ 102">
                <a:extLst>
                  <a:ext uri="{FF2B5EF4-FFF2-40B4-BE49-F238E27FC236}">
                    <ns2:creationId id="{2DE0EAC2-0678-858F-7A47-6496C0B1E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5" name="直線コネクタ 102">
                <a:extLst>
                  <a:ext uri="{FF2B5EF4-FFF2-40B4-BE49-F238E27FC236}">
                    <ns2:creationId id="{3074C880-1111-D73E-669E-6F3F022A28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26" name="グループ化 225">
              <a:extLst>
                <a:ext uri="{FF2B5EF4-FFF2-40B4-BE49-F238E27FC236}">
                  <ns2:creationId id="{ECCACAC0-DEAD-F70C-6DCB-CF35280D95D4}"/>
                </a:ext>
              </a:extLst>
            </p:cNvPr>
            <p:cNvGrpSpPr/>
            <p:nvPr/>
          </p:nvGrpSpPr>
          <p:grpSpPr>
            <a:xfrm>
              <a:off x="7605280" y="3695897"/>
              <a:ext cx="4251758" cy="0"/>
              <a:chOff x="7605280" y="2782158"/>
              <a:chExt cx="4251758" cy="0"/>
            </a:xfrm>
          </p:grpSpPr>
          <p:cxnSp>
            <p:nvCxnSpPr>
              <p:cNvPr id="227" name="直線コネクタ 102">
                <a:extLst>
                  <a:ext uri="{FF2B5EF4-FFF2-40B4-BE49-F238E27FC236}">
                    <ns2:creationId id="{FCC629C3-7A73-A5C9-AB96-4C25DE7EDC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8" name="直線コネクタ 102">
                <a:extLst>
                  <a:ext uri="{FF2B5EF4-FFF2-40B4-BE49-F238E27FC236}">
                    <ns2:creationId id="{04E2B89A-86E2-63B7-3341-6AA41D5010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29" name="直線コネクタ 102">
                <a:extLst>
                  <a:ext uri="{FF2B5EF4-FFF2-40B4-BE49-F238E27FC236}">
                    <ns2:creationId id="{C9D892D5-0F52-BD9C-73F6-FB9BA7FFF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0" name="直線コネクタ 102">
                <a:extLst>
                  <a:ext uri="{FF2B5EF4-FFF2-40B4-BE49-F238E27FC236}">
                    <ns2:creationId id="{7CAF6886-FBF2-FF05-D6F6-B03C06EDFC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1" name="直線コネクタ 102">
                <a:extLst>
                  <a:ext uri="{FF2B5EF4-FFF2-40B4-BE49-F238E27FC236}">
                    <ns2:creationId id="{608A0407-9514-A111-42C6-B3034D3D46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32" name="グループ化 231">
              <a:extLst>
                <a:ext uri="{FF2B5EF4-FFF2-40B4-BE49-F238E27FC236}">
                  <ns2:creationId id="{072939EC-BB4E-8195-EFCC-9B5EA7A1C56A}"/>
                </a:ext>
              </a:extLst>
            </p:cNvPr>
            <p:cNvGrpSpPr/>
            <p:nvPr/>
          </p:nvGrpSpPr>
          <p:grpSpPr>
            <a:xfrm>
              <a:off x="7605280" y="3995407"/>
              <a:ext cx="4251758" cy="0"/>
              <a:chOff x="7605280" y="2782158"/>
              <a:chExt cx="4251758" cy="0"/>
            </a:xfrm>
          </p:grpSpPr>
          <p:cxnSp>
            <p:nvCxnSpPr>
              <p:cNvPr id="233" name="直線コネクタ 102">
                <a:extLst>
                  <a:ext uri="{FF2B5EF4-FFF2-40B4-BE49-F238E27FC236}">
                    <ns2:creationId id="{519177E8-574D-7E5C-E58E-BD375D0DCB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4" name="直線コネクタ 102">
                <a:extLst>
                  <a:ext uri="{FF2B5EF4-FFF2-40B4-BE49-F238E27FC236}">
                    <ns2:creationId id="{FB38A33D-9AFD-DBFC-2981-80B0604316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5" name="直線コネクタ 102">
                <a:extLst>
                  <a:ext uri="{FF2B5EF4-FFF2-40B4-BE49-F238E27FC236}">
                    <ns2:creationId id="{E29B025E-0CE1-73EC-2133-4332DFC984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6" name="直線コネクタ 102">
                <a:extLst>
                  <a:ext uri="{FF2B5EF4-FFF2-40B4-BE49-F238E27FC236}">
                    <ns2:creationId id="{C7E7B5D5-2C43-E9EC-9BF1-74B556F2BD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37" name="直線コネクタ 102">
                <a:extLst>
                  <a:ext uri="{FF2B5EF4-FFF2-40B4-BE49-F238E27FC236}">
                    <ns2:creationId id="{2593CF2C-A7E5-6C57-64DD-58EC734840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38" name="グループ化 237">
              <a:extLst>
                <a:ext uri="{FF2B5EF4-FFF2-40B4-BE49-F238E27FC236}">
                  <ns2:creationId id="{BA79CF9A-4825-E5E1-DA70-FE78BA09244E}"/>
                </a:ext>
              </a:extLst>
            </p:cNvPr>
            <p:cNvGrpSpPr/>
            <p:nvPr/>
          </p:nvGrpSpPr>
          <p:grpSpPr>
            <a:xfrm>
              <a:off x="7605280" y="4294917"/>
              <a:ext cx="4251758" cy="0"/>
              <a:chOff x="7605280" y="2782158"/>
              <a:chExt cx="4251758" cy="0"/>
            </a:xfrm>
          </p:grpSpPr>
          <p:cxnSp>
            <p:nvCxnSpPr>
              <p:cNvPr id="239" name="直線コネクタ 102">
                <a:extLst>
                  <a:ext uri="{FF2B5EF4-FFF2-40B4-BE49-F238E27FC236}">
                    <ns2:creationId id="{DCB040B6-D6D0-5816-296C-19D770E24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0" name="直線コネクタ 102">
                <a:extLst>
                  <a:ext uri="{FF2B5EF4-FFF2-40B4-BE49-F238E27FC236}">
                    <ns2:creationId id="{7E04A342-113E-D18A-93C0-BC2A5310D8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1" name="直線コネクタ 102">
                <a:extLst>
                  <a:ext uri="{FF2B5EF4-FFF2-40B4-BE49-F238E27FC236}">
                    <ns2:creationId id="{8510CD30-DFBB-F1B2-7953-98D3DF143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2" name="直線コネクタ 102">
                <a:extLst>
                  <a:ext uri="{FF2B5EF4-FFF2-40B4-BE49-F238E27FC236}">
                    <ns2:creationId id="{7132022E-62CF-76D5-31B8-3A285AB037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3" name="直線コネクタ 102">
                <a:extLst>
                  <a:ext uri="{FF2B5EF4-FFF2-40B4-BE49-F238E27FC236}">
                    <ns2:creationId id="{EE1E5EAA-3E5C-6432-3C37-2E61F4B489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44" name="グループ化 243">
              <a:extLst>
                <a:ext uri="{FF2B5EF4-FFF2-40B4-BE49-F238E27FC236}">
                  <ns2:creationId id="{9A7B974F-AE64-302B-7339-EC8839EE4093}"/>
                </a:ext>
              </a:extLst>
            </p:cNvPr>
            <p:cNvGrpSpPr/>
            <p:nvPr/>
          </p:nvGrpSpPr>
          <p:grpSpPr>
            <a:xfrm>
              <a:off x="7605280" y="4594427"/>
              <a:ext cx="4251758" cy="0"/>
              <a:chOff x="7605280" y="2782158"/>
              <a:chExt cx="4251758" cy="0"/>
            </a:xfrm>
          </p:grpSpPr>
          <p:cxnSp>
            <p:nvCxnSpPr>
              <p:cNvPr id="245" name="直線コネクタ 102">
                <a:extLst>
                  <a:ext uri="{FF2B5EF4-FFF2-40B4-BE49-F238E27FC236}">
                    <ns2:creationId id="{B183EED7-CFFE-314C-769E-798D1DF2D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6" name="直線コネクタ 102">
                <a:extLst>
                  <a:ext uri="{FF2B5EF4-FFF2-40B4-BE49-F238E27FC236}">
                    <ns2:creationId id="{0B87E656-B09D-FE13-E7A3-CFC6A2301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7" name="直線コネクタ 102">
                <a:extLst>
                  <a:ext uri="{FF2B5EF4-FFF2-40B4-BE49-F238E27FC236}">
                    <ns2:creationId id="{4FBB7CF2-8ED8-D8ED-7D7F-87129A6003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8" name="直線コネクタ 102">
                <a:extLst>
                  <a:ext uri="{FF2B5EF4-FFF2-40B4-BE49-F238E27FC236}">
                    <ns2:creationId id="{D3739550-BA1C-CD0A-FCF7-CADC3B6D00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49" name="直線コネクタ 102">
                <a:extLst>
                  <a:ext uri="{FF2B5EF4-FFF2-40B4-BE49-F238E27FC236}">
                    <ns2:creationId id="{FC711756-1C35-CB95-A11A-C7FF9AA97C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  <p:grpSp>
          <p:nvGrpSpPr>
            <p:cNvPr id="250" name="グループ化 249">
              <a:extLst>
                <a:ext uri="{FF2B5EF4-FFF2-40B4-BE49-F238E27FC236}">
                  <ns2:creationId id="{29911933-172A-F088-E232-4FBD456ECD3B}"/>
                </a:ext>
              </a:extLst>
            </p:cNvPr>
            <p:cNvGrpSpPr/>
            <p:nvPr/>
          </p:nvGrpSpPr>
          <p:grpSpPr>
            <a:xfrm>
              <a:off x="7605280" y="4893937"/>
              <a:ext cx="4251758" cy="0"/>
              <a:chOff x="7605280" y="2782158"/>
              <a:chExt cx="4251758" cy="0"/>
            </a:xfrm>
          </p:grpSpPr>
          <p:cxnSp>
            <p:nvCxnSpPr>
              <p:cNvPr id="251" name="直線コネクタ 102">
                <a:extLst>
                  <a:ext uri="{FF2B5EF4-FFF2-40B4-BE49-F238E27FC236}">
                    <ns2:creationId id="{96143584-17AB-71AE-FB3E-463CB110CB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5280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2" name="直線コネクタ 102">
                <a:extLst>
                  <a:ext uri="{FF2B5EF4-FFF2-40B4-BE49-F238E27FC236}">
                    <ns2:creationId id="{4E401AF3-925E-B4AF-4B30-E5197B6953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61220" y="2782158"/>
                <a:ext cx="828000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3" name="直線コネクタ 102">
                <a:extLst>
                  <a:ext uri="{FF2B5EF4-FFF2-40B4-BE49-F238E27FC236}">
                    <ns2:creationId id="{0A606241-67EC-F63A-671B-1EFE3F1D2D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716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4" name="直線コネクタ 102">
                <a:extLst>
                  <a:ext uri="{FF2B5EF4-FFF2-40B4-BE49-F238E27FC236}">
                    <ns2:creationId id="{7308CEA5-8A49-ACAB-75DC-26727CD29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3101" y="2782158"/>
                <a:ext cx="827999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  <p:cxnSp>
            <p:nvCxnSpPr>
              <p:cNvPr id="255" name="直線コネクタ 102">
                <a:extLst>
                  <a:ext uri="{FF2B5EF4-FFF2-40B4-BE49-F238E27FC236}">
                    <ns2:creationId id="{173FACA4-46EB-35E4-DD81-E6378B35E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29456" y="2782158"/>
                <a:ext cx="827582" cy="0"/>
              </a:xfrm>
              <a:prstGeom prst="line">
                <a:avLst/>
              </a:prstGeom>
              <a:noFill/>
              <a:ln w="9525" cap="flat" cmpd="sng" algn="ctr">
                <a:solidFill>
                  <a:schemeClr val="bg1">
                    <a:lumMod val="75000"/>
                  </a:schemeClr>
                </a:solidFill>
                <a:prstDash val="sysDot"/>
              </a:ln>
              <a:effectLst/>
            </p:spPr>
          </p:cxnSp>
        </p:grpSp>
      </p:grpSp>
      <p:grpSp>
        <p:nvGrpSpPr>
          <p:cNvPr id="265" name="グループ化 264">
            <a:extLst>
              <a:ext uri="{FF2B5EF4-FFF2-40B4-BE49-F238E27FC236}">
                <ns2:creationId id="{DF37C05A-6ADF-DE15-0EE6-24A56098FE14}"/>
              </a:ext>
            </a:extLst>
          </p:cNvPr>
          <p:cNvGrpSpPr/>
          <p:nvPr/>
        </p:nvGrpSpPr>
        <p:grpSpPr>
          <a:xfrm>
            <a:off x="344390" y="5336860"/>
            <a:ext cx="11507689" cy="972001"/>
            <a:chOff x="344390" y="5336860"/>
            <a:chExt cx="11507689" cy="972001"/>
          </a:xfrm>
        </p:grpSpPr>
        <p:sp>
          <p:nvSpPr>
            <p:cNvPr id="83" name="正方形/長方形 5">
              <a:extLst>
                <a:ext uri="{FF2B5EF4-FFF2-40B4-BE49-F238E27FC236}">
                  <ns2:creationId id="{41E48B3C-E187-038C-9A84-686358E99F1B}"/>
                </a:ext>
              </a:extLst>
            </p:cNvPr>
            <p:cNvSpPr/>
            <p:nvPr/>
          </p:nvSpPr>
          <p:spPr>
            <a:xfrm>
              <a:off x="344390" y="5336861"/>
              <a:ext cx="540000" cy="9720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22">
              <a:extLst>
                <a:ext uri="{FF2B5EF4-FFF2-40B4-BE49-F238E27FC236}">
                  <ns2:creationId id="{A6C57E98-4DC6-8CD2-34EE-5F03D171DDFF}"/>
                </a:ext>
              </a:extLst>
            </p:cNvPr>
            <p:cNvSpPr/>
            <p:nvPr/>
          </p:nvSpPr>
          <p:spPr>
            <a:xfrm>
              <a:off x="963022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22">
              <a:extLst>
                <a:ext uri="{FF2B5EF4-FFF2-40B4-BE49-F238E27FC236}">
                  <ns2:creationId id="{F819028A-D8AE-4E3F-06FD-426F3F3D1A38}"/>
                </a:ext>
              </a:extLst>
            </p:cNvPr>
            <p:cNvSpPr/>
            <p:nvPr/>
          </p:nvSpPr>
          <p:spPr>
            <a:xfrm>
              <a:off x="1941654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22">
              <a:extLst>
                <a:ext uri="{FF2B5EF4-FFF2-40B4-BE49-F238E27FC236}">
                  <ns2:creationId id="{FF7E8D57-24FA-EF6C-900A-610535A9C0D9}"/>
                </a:ext>
              </a:extLst>
            </p:cNvPr>
            <p:cNvSpPr/>
            <p:nvPr/>
          </p:nvSpPr>
          <p:spPr>
            <a:xfrm>
              <a:off x="2920286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2" name="正方形/長方形 22">
              <a:extLst>
                <a:ext uri="{FF2B5EF4-FFF2-40B4-BE49-F238E27FC236}">
                  <ns2:creationId id="{F09202F8-78E6-6A5A-2012-004F5C541FF4}"/>
                </a:ext>
              </a:extLst>
            </p:cNvPr>
            <p:cNvSpPr/>
            <p:nvPr/>
          </p:nvSpPr>
          <p:spPr>
            <a:xfrm>
              <a:off x="3898918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3" name="正方形/長方形 22">
              <a:extLst>
                <a:ext uri="{FF2B5EF4-FFF2-40B4-BE49-F238E27FC236}">
                  <ns2:creationId id="{F9D061D3-3147-7B10-01C8-4BB8C3F5EAA5}"/>
                </a:ext>
              </a:extLst>
            </p:cNvPr>
            <p:cNvSpPr/>
            <p:nvPr/>
          </p:nvSpPr>
          <p:spPr>
            <a:xfrm>
              <a:off x="4877550" y="5336861"/>
              <a:ext cx="90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4" name="正方形/長方形 22">
              <a:extLst>
                <a:ext uri="{FF2B5EF4-FFF2-40B4-BE49-F238E27FC236}">
                  <ns2:creationId id="{1AE4C5F3-89CA-C006-2849-4CC451C4B9DE}"/>
                </a:ext>
              </a:extLst>
            </p:cNvPr>
            <p:cNvSpPr/>
            <p:nvPr/>
          </p:nvSpPr>
          <p:spPr>
            <a:xfrm>
              <a:off x="5856182" y="5336861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22">
              <a:extLst>
                <a:ext uri="{FF2B5EF4-FFF2-40B4-BE49-F238E27FC236}">
                  <ns2:creationId id="{8F631ABD-E143-62C0-8BF1-F93AE0EDF72A}"/>
                </a:ext>
              </a:extLst>
            </p:cNvPr>
            <p:cNvSpPr/>
            <p:nvPr/>
          </p:nvSpPr>
          <p:spPr>
            <a:xfrm>
              <a:off x="7374814" y="5336860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54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22">
              <a:extLst>
                <a:ext uri="{FF2B5EF4-FFF2-40B4-BE49-F238E27FC236}">
                  <ns2:creationId id="{68129564-B29F-5FEE-9085-F69AC0F57FFB}"/>
                </a:ext>
              </a:extLst>
            </p:cNvPr>
            <p:cNvSpPr/>
            <p:nvPr/>
          </p:nvSpPr>
          <p:spPr>
            <a:xfrm>
              <a:off x="8893446" y="5336861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760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正方形/長方形 22">
              <a:extLst>
                <a:ext uri="{FF2B5EF4-FFF2-40B4-BE49-F238E27FC236}">
                  <ns2:creationId id="{2080CF9A-0CBA-70F5-FE2C-906C0B4629E5}"/>
                </a:ext>
              </a:extLst>
            </p:cNvPr>
            <p:cNvSpPr/>
            <p:nvPr/>
          </p:nvSpPr>
          <p:spPr>
            <a:xfrm>
              <a:off x="10412079" y="5336861"/>
              <a:ext cx="1440000" cy="97200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52000" rIns="36000" bIns="36000" rtlCol="0" anchor="t"/>
            <a:lstStyle/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90488" marR="0" lvl="0" indent="-90488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6" name="正方形/長方形 22">
              <a:extLst>
                <a:ext uri="{FF2B5EF4-FFF2-40B4-BE49-F238E27FC236}">
                  <ns2:creationId id="{FB003C43-6052-8BE6-2FBC-5614B715EEA0}"/>
                </a:ext>
              </a:extLst>
            </p:cNvPr>
            <p:cNvSpPr/>
            <p:nvPr/>
          </p:nvSpPr>
          <p:spPr>
            <a:xfrm>
              <a:off x="963022" y="5336861"/>
              <a:ext cx="360000" cy="216000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7" name="正方形/長方形 22">
              <a:extLst>
                <a:ext uri="{FF2B5EF4-FFF2-40B4-BE49-F238E27FC236}">
                  <ns2:creationId id="{2E5B85F4-B961-5ACF-7508-0A90C60714A0}"/>
                </a:ext>
              </a:extLst>
            </p:cNvPr>
            <p:cNvSpPr/>
            <p:nvPr/>
          </p:nvSpPr>
          <p:spPr>
            <a:xfrm>
              <a:off x="1941654" y="5336861"/>
              <a:ext cx="360000" cy="216000"/>
            </a:xfrm>
            <a:prstGeom prst="rect">
              <a:avLst/>
            </a:prstGeom>
            <a:solidFill>
              <a:schemeClr val="accent5">
                <a:alpha val="9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正方形/長方形 22">
              <a:extLst>
                <a:ext uri="{FF2B5EF4-FFF2-40B4-BE49-F238E27FC236}">
                  <ns2:creationId id="{F9355D5F-55F6-6937-74BB-51DBF0399108}"/>
                </a:ext>
              </a:extLst>
            </p:cNvPr>
            <p:cNvSpPr/>
            <p:nvPr/>
          </p:nvSpPr>
          <p:spPr>
            <a:xfrm>
              <a:off x="2920286" y="5336861"/>
              <a:ext cx="360000" cy="216000"/>
            </a:xfrm>
            <a:prstGeom prst="rect">
              <a:avLst/>
            </a:prstGeom>
            <a:solidFill>
              <a:schemeClr val="accent5">
                <a:alpha val="8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9" name="正方形/長方形 22">
              <a:extLst>
                <a:ext uri="{FF2B5EF4-FFF2-40B4-BE49-F238E27FC236}">
                  <ns2:creationId id="{4E9FEBE1-A2D9-B181-17A1-D6D20FA81DA1}"/>
                </a:ext>
              </a:extLst>
            </p:cNvPr>
            <p:cNvSpPr/>
            <p:nvPr/>
          </p:nvSpPr>
          <p:spPr>
            <a:xfrm>
              <a:off x="3898918" y="5336861"/>
              <a:ext cx="360000" cy="216000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正方形/長方形 22">
              <a:extLst>
                <a:ext uri="{FF2B5EF4-FFF2-40B4-BE49-F238E27FC236}">
                  <ns2:creationId id="{37048179-B94D-DBF5-CBC9-1728CBBE0B18}"/>
                </a:ext>
              </a:extLst>
            </p:cNvPr>
            <p:cNvSpPr/>
            <p:nvPr/>
          </p:nvSpPr>
          <p:spPr>
            <a:xfrm>
              <a:off x="4877550" y="5336861"/>
              <a:ext cx="360000" cy="216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1" name="正方形/長方形 22">
              <a:extLst>
                <a:ext uri="{FF2B5EF4-FFF2-40B4-BE49-F238E27FC236}">
                  <ns2:creationId id="{B4044603-577F-374D-5F8C-FB534DB65075}"/>
                </a:ext>
              </a:extLst>
            </p:cNvPr>
            <p:cNvSpPr/>
            <p:nvPr/>
          </p:nvSpPr>
          <p:spPr>
            <a:xfrm>
              <a:off x="5856182" y="5336861"/>
              <a:ext cx="360000" cy="216000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2" name="正方形/長方形 22">
              <a:extLst>
                <a:ext uri="{FF2B5EF4-FFF2-40B4-BE49-F238E27FC236}">
                  <ns2:creationId id="{EDD0DFAF-845D-3275-7736-36D80A0BD681}"/>
                </a:ext>
              </a:extLst>
            </p:cNvPr>
            <p:cNvSpPr/>
            <p:nvPr/>
          </p:nvSpPr>
          <p:spPr>
            <a:xfrm>
              <a:off x="7374815" y="5336861"/>
              <a:ext cx="360000" cy="21600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3" name="正方形/長方形 22">
              <a:extLst>
                <a:ext uri="{FF2B5EF4-FFF2-40B4-BE49-F238E27FC236}">
                  <ns2:creationId id="{5F0A16A3-8B37-50AF-5787-8B979533334F}"/>
                </a:ext>
              </a:extLst>
            </p:cNvPr>
            <p:cNvSpPr/>
            <p:nvPr/>
          </p:nvSpPr>
          <p:spPr>
            <a:xfrm>
              <a:off x="8893446" y="5336861"/>
              <a:ext cx="360000" cy="216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4" name="正方形/長方形 22">
              <a:extLst>
                <a:ext uri="{FF2B5EF4-FFF2-40B4-BE49-F238E27FC236}">
                  <ns2:creationId id="{47D88DC4-2C91-C4E2-2821-4CE4B711B121}"/>
                </a:ext>
              </a:extLst>
            </p:cNvPr>
            <p:cNvSpPr/>
            <p:nvPr/>
          </p:nvSpPr>
          <p:spPr>
            <a:xfrm>
              <a:off x="10412079" y="5336861"/>
              <a:ext cx="360000" cy="21600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83" name="グループ化 282">
            <a:extLst>
              <a:ext uri="{FF2B5EF4-FFF2-40B4-BE49-F238E27FC236}">
                <ns2:creationId id="{41027653-8B3B-056E-A663-4308C6BDB8CE}"/>
              </a:ext>
            </a:extLst>
          </p:cNvPr>
          <p:cNvGrpSpPr/>
          <p:nvPr/>
        </p:nvGrpSpPr>
        <p:grpSpPr>
          <a:xfrm>
            <a:off x="335555" y="1633657"/>
            <a:ext cx="6480000" cy="3545032"/>
            <a:chOff x="335555" y="1633657"/>
            <a:chExt cx="6480000" cy="3545032"/>
          </a:xfrm>
        </p:grpSpPr>
        <p:graphicFrame>
          <p:nvGraphicFramePr>
            <p:cNvPr id="11" name="Chart 10">
              <a:extLst>
                <a:ext uri="{FF2B5EF4-FFF2-40B4-BE49-F238E27FC236}">
                  <ns2:creationId id="{23F0183F-9E10-88B3-E707-4C51F32699F4}"/>
                </a:ext>
              </a:extLst>
            </p:cNvPr>
            <p:cNvGraphicFramePr/>
            <p:nvPr/>
          </p:nvGraphicFramePr>
          <p:xfrm>
            <a:off x="335555" y="1993657"/>
            <a:ext cx="6480000" cy="3185032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3" name="テキスト ボックス 2">
              <a:extLst>
                <a:ext uri="{FF2B5EF4-FFF2-40B4-BE49-F238E27FC236}">
                  <ns2:creationId id="{3B0EBD4E-9A7D-2B02-D9E9-EF49F4CC5740}"/>
                </a:ext>
              </a:extLst>
            </p:cNvPr>
            <p:cNvSpPr txBox="1"/>
            <p:nvPr/>
          </p:nvSpPr>
          <p:spPr>
            <a:xfrm>
              <a:off x="346927" y="2331728"/>
              <a:ext cx="617724" cy="195814"/>
            </a:xfrm>
            <a:prstGeom prst="rect">
              <a:avLst/>
            </a:prstGeom>
            <a:noFill/>
          </p:spPr>
          <p:txBody>
            <a:bodyPr wrap="none" lIns="36000" tIns="36000" rIns="36000" bIns="36000" rtlCol="0">
              <a:spAutoFit/>
            </a:bodyPr>
            <a:lstStyle/>
            <a:p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71" name="Rectangle 170">
              <a:extLst>
                <a:ext uri="{FF2B5EF4-FFF2-40B4-BE49-F238E27FC236}">
                  <ns2:creationId id="{4CAD4A16-A1AA-7EC0-6044-DDCD6426CF09}"/>
                </a:ext>
              </a:extLst>
            </p:cNvPr>
            <p:cNvSpPr/>
            <p:nvPr/>
          </p:nvSpPr>
          <p:spPr>
            <a:xfrm>
              <a:off x="1855563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Rectangle 171">
              <a:extLst>
                <a:ext uri="{FF2B5EF4-FFF2-40B4-BE49-F238E27FC236}">
                  <ns2:creationId id="{F370DD41-1DBF-A7CE-194B-D07F7ACC94F1}"/>
                </a:ext>
              </a:extLst>
            </p:cNvPr>
            <p:cNvSpPr/>
            <p:nvPr/>
          </p:nvSpPr>
          <p:spPr>
            <a:xfrm>
              <a:off x="2996424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Rectangle 172">
              <a:extLst>
                <a:ext uri="{FF2B5EF4-FFF2-40B4-BE49-F238E27FC236}">
                  <ns2:creationId id="{12AFF726-275E-C50A-7987-BDD81A106163}"/>
                </a:ext>
              </a:extLst>
            </p:cNvPr>
            <p:cNvSpPr/>
            <p:nvPr/>
          </p:nvSpPr>
          <p:spPr>
            <a:xfrm>
              <a:off x="4137286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Rectangle 173">
              <a:extLst>
                <a:ext uri="{FF2B5EF4-FFF2-40B4-BE49-F238E27FC236}">
                  <ns2:creationId id="{DCC3E2BE-B3C7-2FE0-4D6D-7B1C341C1EA5}"/>
                </a:ext>
              </a:extLst>
            </p:cNvPr>
            <p:cNvSpPr/>
            <p:nvPr/>
          </p:nvSpPr>
          <p:spPr>
            <a:xfrm>
              <a:off x="5278148" y="3954233"/>
              <a:ext cx="540000" cy="252000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2" name="Rectangle 181">
              <a:extLst>
                <a:ext uri="{FF2B5EF4-FFF2-40B4-BE49-F238E27FC236}">
                  <ns2:creationId id="{631D04CF-A32F-022B-1AD4-44F3D19C0886}"/>
                </a:ext>
              </a:extLst>
            </p:cNvPr>
            <p:cNvSpPr/>
            <p:nvPr/>
          </p:nvSpPr>
          <p:spPr>
            <a:xfrm>
              <a:off x="1285132" y="2516237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ns2:creationId id="{C86BC09D-2EA0-C8E2-259B-8E0942F90B16}"/>
                </a:ext>
              </a:extLst>
            </p:cNvPr>
            <p:cNvSpPr/>
            <p:nvPr/>
          </p:nvSpPr>
          <p:spPr>
            <a:xfrm>
              <a:off x="2425993" y="2800530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ns2:creationId id="{905BF24C-49F3-5991-0454-4DA6B71CE1AE}"/>
                </a:ext>
              </a:extLst>
            </p:cNvPr>
            <p:cNvSpPr/>
            <p:nvPr/>
          </p:nvSpPr>
          <p:spPr>
            <a:xfrm>
              <a:off x="3566855" y="3104429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Rectangle 184">
              <a:extLst>
                <a:ext uri="{FF2B5EF4-FFF2-40B4-BE49-F238E27FC236}">
                  <ns2:creationId id="{4544D281-D1AC-3317-291B-D57B16D7624F}"/>
                </a:ext>
              </a:extLst>
            </p:cNvPr>
            <p:cNvSpPr/>
            <p:nvPr/>
          </p:nvSpPr>
          <p:spPr>
            <a:xfrm>
              <a:off x="4707717" y="3195997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Rectangle 185">
              <a:extLst>
                <a:ext uri="{FF2B5EF4-FFF2-40B4-BE49-F238E27FC236}">
                  <ns2:creationId id="{D0CBBDCD-69BE-314D-AE7A-92F198AB0E89}"/>
                </a:ext>
              </a:extLst>
            </p:cNvPr>
            <p:cNvSpPr/>
            <p:nvPr/>
          </p:nvSpPr>
          <p:spPr>
            <a:xfrm>
              <a:off x="5848578" y="3268820"/>
              <a:ext cx="540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576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正方形/長方形 5">
              <a:extLst>
                <a:ext uri="{FF2B5EF4-FFF2-40B4-BE49-F238E27FC236}">
                  <ns2:creationId id="{662CD1B3-50CB-8ADB-B711-E8F7E06E361E}"/>
                </a:ext>
              </a:extLst>
            </p:cNvPr>
            <p:cNvSpPr/>
            <p:nvPr/>
          </p:nvSpPr>
          <p:spPr>
            <a:xfrm>
              <a:off x="335555" y="1633657"/>
              <a:ext cx="6479999" cy="3600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rtlCol="0" anchor="ctr"/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7" name="テキスト ボックス 266">
              <a:extLst>
                <a:ext uri="{FF2B5EF4-FFF2-40B4-BE49-F238E27FC236}">
                  <ns2:creationId id="{F7761CDB-E8E8-01BF-6FDE-B02CDF7C2181}"/>
                </a:ext>
              </a:extLst>
            </p:cNvPr>
            <p:cNvSpPr txBox="1"/>
            <p:nvPr/>
          </p:nvSpPr>
          <p:spPr>
            <a:xfrm>
              <a:off x="6346971" y="4960297"/>
              <a:ext cx="265063" cy="195814"/>
            </a:xfrm>
            <a:prstGeom prst="rect">
              <a:avLst/>
            </a:prstGeom>
            <a:noFill/>
          </p:spPr>
          <p:txBody>
            <a:bodyPr wrap="none" lIns="36000" tIns="36000" rIns="36000" bIns="36000" rtlCol="0">
              <a:spAutoFit/>
            </a:bodyPr>
            <a:lstStyle/>
            <a:p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269" name="直線矢印コネクタ 268">
              <a:extLst>
                <a:ext uri="{FF2B5EF4-FFF2-40B4-BE49-F238E27FC236}">
                  <ns2:creationId id="{F75775E7-D3A4-CF92-4DA4-2DA7A0F15371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1946855" y="2612667"/>
              <a:ext cx="3780000" cy="722555"/>
            </a:xfrm>
            <a:prstGeom prst="straightConnector1">
              <a:avLst/>
            </a:prstGeom>
            <a:ln w="38100">
              <a:solidFill>
                <a:schemeClr val="accent5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574132989"/>
      </p:ext>
    </p:extLst>
  </p:cSld>
  <p:clrMapOvr>
    <a:masterClrMapping/>
  </p:clrMapOvr>
</p:sld>
</file>

<file path=ppt/slides/slide12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0469C00-DD25-5D01-4547-F4B36ED4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5208AFA-306F-9C29-E958-94B6FAD8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BI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D80C4360-F364-4E2F-AF2D-D1640A65F4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522076" cy="35799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BI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</a:p>
        </p:txBody>
      </p:sp>
      <p:sp>
        <p:nvSpPr>
          <p:cNvPr id="146" name="正方形/長方形 145">
            <a:extLst>
              <a:ext uri="{FF2B5EF4-FFF2-40B4-BE49-F238E27FC236}">
                <ns2:creationId id="{F5BD232F-A9FD-67E8-FCE0-CF815EA25F33}"/>
              </a:ext>
            </a:extLst>
          </p:cNvPr>
          <p:cNvSpPr/>
          <p:nvPr/>
        </p:nvSpPr>
        <p:spPr>
          <a:xfrm>
            <a:off x="356517" y="3473243"/>
            <a:ext cx="11508462" cy="2844000"/>
          </a:xfrm>
          <a:prstGeom prst="rect">
            <a:avLst/>
          </a:prstGeom>
          <a:noFill/>
          <a:ln w="38100">
            <a:solidFill>
              <a:schemeClr val="accent5">
                <a:alpha val="7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ns2:creationId id="{F88D5C0F-B77B-A784-4D4E-1ECD6263A92A}"/>
              </a:ext>
            </a:extLst>
          </p:cNvPr>
          <p:cNvGrpSpPr/>
          <p:nvPr/>
        </p:nvGrpSpPr>
        <p:grpSpPr>
          <a:xfrm>
            <a:off x="334963" y="1628644"/>
            <a:ext cx="5662398" cy="414431"/>
            <a:chOff x="334963" y="1628644"/>
            <a:chExt cx="5662398" cy="414431"/>
          </a:xfrm>
        </p:grpSpPr>
        <p:sp>
          <p:nvSpPr>
            <p:cNvPr id="67" name="テキスト ボックス 66">
              <a:extLst>
                <a:ext uri="{FF2B5EF4-FFF2-40B4-BE49-F238E27FC236}">
                  <ns2:creationId id="{6B1082CF-1061-6668-9555-3201F3832470}"/>
                </a:ext>
              </a:extLst>
            </p:cNvPr>
            <p:cNvSpPr txBox="1"/>
            <p:nvPr/>
          </p:nvSpPr>
          <p:spPr>
            <a:xfrm>
              <a:off x="334963" y="1655861"/>
              <a:ext cx="5662398" cy="35999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9" name="グラフィックス 8" descr="矢印付きの円 枠線">
              <a:extLst>
                <a:ext uri="{FF2B5EF4-FFF2-40B4-BE49-F238E27FC236}">
                  <ns2:creationId id="{A68C554A-B251-C04D-0F8C-2789BFA50B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983603" y="1628644"/>
              <a:ext cx="414431" cy="414431"/>
            </a:xfrm>
            <a:prstGeom prst="rect">
              <a:avLst/>
            </a:prstGeom>
          </p:spPr>
        </p:pic>
        <p:cxnSp>
          <p:nvCxnSpPr>
            <p:cNvPr id="6" name="直線コネクタ 5">
              <a:extLst>
                <a:ext uri="{FF2B5EF4-FFF2-40B4-BE49-F238E27FC236}">
                  <ns2:creationId id="{9ED8568F-3433-4A5A-D0B6-23E3E6542E08}"/>
                </a:ext>
              </a:extLst>
            </p:cNvPr>
            <p:cNvCxnSpPr>
              <a:cxnSpLocks/>
            </p:cNvCxnSpPr>
            <p:nvPr/>
          </p:nvCxnSpPr>
          <p:spPr>
            <a:xfrm>
              <a:off x="358301" y="2015858"/>
              <a:ext cx="5598797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グループ化 19">
            <a:extLst>
              <a:ext uri="{FF2B5EF4-FFF2-40B4-BE49-F238E27FC236}">
                <ns2:creationId id="{B3A2CB44-D834-ECEA-EEA3-91A481D4DE53}"/>
              </a:ext>
            </a:extLst>
          </p:cNvPr>
          <p:cNvGrpSpPr/>
          <p:nvPr/>
        </p:nvGrpSpPr>
        <p:grpSpPr>
          <a:xfrm>
            <a:off x="6171299" y="1637860"/>
            <a:ext cx="5691038" cy="396000"/>
            <a:chOff x="6171299" y="1637860"/>
            <a:chExt cx="5691038" cy="396000"/>
          </a:xfrm>
        </p:grpSpPr>
        <p:sp>
          <p:nvSpPr>
            <p:cNvPr id="56" name="テキスト ボックス 55">
              <a:extLst>
                <a:ext uri="{FF2B5EF4-FFF2-40B4-BE49-F238E27FC236}">
                  <ns2:creationId id="{B69D182C-21C6-1775-D9DD-FD2575B10BD5}"/>
                </a:ext>
              </a:extLst>
            </p:cNvPr>
            <p:cNvSpPr txBox="1"/>
            <p:nvPr/>
          </p:nvSpPr>
          <p:spPr>
            <a:xfrm>
              <a:off x="6271299" y="1655861"/>
              <a:ext cx="5578932" cy="35999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7" name="グラフィックス 6" descr="開いたフォルダー 枠線">
              <a:extLst>
                <a:ext uri="{FF2B5EF4-FFF2-40B4-BE49-F238E27FC236}">
                  <ns2:creationId id="{9952C59D-0FB9-1014-781C-69A707B2E8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637825" y="1637860"/>
              <a:ext cx="396000" cy="396000"/>
            </a:xfrm>
            <a:prstGeom prst="rect">
              <a:avLst/>
            </a:prstGeom>
          </p:spPr>
        </p:pic>
        <p:cxnSp>
          <p:nvCxnSpPr>
            <p:cNvPr id="11" name="直線コネクタ 10">
              <a:extLst>
                <a:ext uri="{FF2B5EF4-FFF2-40B4-BE49-F238E27FC236}">
                  <ns2:creationId id="{C1003576-3C3A-C405-42F7-54A58E5988C9}"/>
                </a:ext>
              </a:extLst>
            </p:cNvPr>
            <p:cNvCxnSpPr>
              <a:cxnSpLocks/>
            </p:cNvCxnSpPr>
            <p:nvPr/>
          </p:nvCxnSpPr>
          <p:spPr>
            <a:xfrm>
              <a:off x="6171299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二等辺三角形 77">
            <a:extLst>
              <a:ext uri="{FF2B5EF4-FFF2-40B4-BE49-F238E27FC236}">
                <ns2:creationId id="{BF31E4D4-0E63-5DA8-91FE-E5178B9B7868}"/>
              </a:ext>
            </a:extLst>
          </p:cNvPr>
          <p:cNvSpPr/>
          <p:nvPr/>
        </p:nvSpPr>
        <p:spPr>
          <a:xfrm rot="5400000">
            <a:off x="5845098" y="2884953"/>
            <a:ext cx="692326" cy="18414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二等辺三角形 78">
            <a:extLst>
              <a:ext uri="{FF2B5EF4-FFF2-40B4-BE49-F238E27FC236}">
                <ns2:creationId id="{7D8BA188-A9A8-F656-FE62-DD7DCC9760D8}"/>
              </a:ext>
            </a:extLst>
          </p:cNvPr>
          <p:cNvSpPr/>
          <p:nvPr/>
        </p:nvSpPr>
        <p:spPr>
          <a:xfrm rot="5400000">
            <a:off x="5954991" y="3646514"/>
            <a:ext cx="421428" cy="13302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二等辺三角形 79">
            <a:extLst>
              <a:ext uri="{FF2B5EF4-FFF2-40B4-BE49-F238E27FC236}">
                <ns2:creationId id="{4A5D69AF-E23F-2CC8-3522-C34F1E4D9F87}"/>
              </a:ext>
            </a:extLst>
          </p:cNvPr>
          <p:cNvSpPr/>
          <p:nvPr/>
        </p:nvSpPr>
        <p:spPr>
          <a:xfrm rot="5400000">
            <a:off x="5954991" y="4126094"/>
            <a:ext cx="421428" cy="13302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1" name="二等辺三角形 80">
            <a:extLst>
              <a:ext uri="{FF2B5EF4-FFF2-40B4-BE49-F238E27FC236}">
                <ns2:creationId id="{03E6BAF7-D517-6E1B-E9C9-EC4595F8F7B2}"/>
              </a:ext>
            </a:extLst>
          </p:cNvPr>
          <p:cNvSpPr/>
          <p:nvPr/>
        </p:nvSpPr>
        <p:spPr>
          <a:xfrm rot="5400000">
            <a:off x="5954991" y="4605674"/>
            <a:ext cx="421428" cy="13302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3" name="二等辺三角形 82">
            <a:extLst>
              <a:ext uri="{FF2B5EF4-FFF2-40B4-BE49-F238E27FC236}">
                <ns2:creationId id="{A3724A4C-1478-3009-0ACE-055C94DD36AB}"/>
              </a:ext>
            </a:extLst>
          </p:cNvPr>
          <p:cNvSpPr/>
          <p:nvPr/>
        </p:nvSpPr>
        <p:spPr>
          <a:xfrm rot="5400000">
            <a:off x="5545513" y="5522534"/>
            <a:ext cx="1291494" cy="184139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5" name="グループ化 24">
            <a:extLst>
              <a:ext uri="{FF2B5EF4-FFF2-40B4-BE49-F238E27FC236}">
                <ns2:creationId id="{DFE5992F-0480-4809-88FE-DE68E6896852}"/>
              </a:ext>
            </a:extLst>
          </p:cNvPr>
          <p:cNvGrpSpPr/>
          <p:nvPr/>
        </p:nvGrpSpPr>
        <p:grpSpPr>
          <a:xfrm>
            <a:off x="6271299" y="2535513"/>
            <a:ext cx="5585739" cy="3755052"/>
            <a:chOff x="6271299" y="2535513"/>
            <a:chExt cx="5585739" cy="3755052"/>
          </a:xfrm>
        </p:grpSpPr>
        <p:sp>
          <p:nvSpPr>
            <p:cNvPr id="52" name="正方形/長方形 51">
              <a:extLst>
                <a:ext uri="{FF2B5EF4-FFF2-40B4-BE49-F238E27FC236}">
                  <ns2:creationId id="{C3602BC4-46DB-BE84-21AE-212392E19F80}"/>
                </a:ext>
              </a:extLst>
            </p:cNvPr>
            <p:cNvSpPr/>
            <p:nvPr/>
          </p:nvSpPr>
          <p:spPr>
            <a:xfrm>
              <a:off x="6271299" y="2543152"/>
              <a:ext cx="864000" cy="8732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C46AE6F3-7979-0EA5-7D33-41F8C436865F}"/>
                </a:ext>
              </a:extLst>
            </p:cNvPr>
            <p:cNvSpPr/>
            <p:nvPr/>
          </p:nvSpPr>
          <p:spPr>
            <a:xfrm>
              <a:off x="8119633" y="2543152"/>
              <a:ext cx="1289031" cy="8732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5C237560-59E6-EC6E-162E-64592B83C3A1}"/>
                </a:ext>
              </a:extLst>
            </p:cNvPr>
            <p:cNvSpPr/>
            <p:nvPr/>
          </p:nvSpPr>
          <p:spPr>
            <a:xfrm>
              <a:off x="9488117" y="2543152"/>
              <a:ext cx="1204584" cy="8732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EEC0420F-064B-F9B2-7A40-C1B955BBE259}"/>
                </a:ext>
              </a:extLst>
            </p:cNvPr>
            <p:cNvSpPr/>
            <p:nvPr/>
          </p:nvSpPr>
          <p:spPr>
            <a:xfrm>
              <a:off x="10792324" y="2543152"/>
              <a:ext cx="1064713" cy="87320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2DAA74B3-8E5C-21BD-8E1B-3BF659094920}"/>
                </a:ext>
              </a:extLst>
            </p:cNvPr>
            <p:cNvSpPr/>
            <p:nvPr/>
          </p:nvSpPr>
          <p:spPr>
            <a:xfrm>
              <a:off x="6271299" y="3502311"/>
              <a:ext cx="864000" cy="3936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F4C6B7CE-EA99-E58F-ECC5-F11382CE963D}"/>
                </a:ext>
              </a:extLst>
            </p:cNvPr>
            <p:cNvSpPr/>
            <p:nvPr/>
          </p:nvSpPr>
          <p:spPr>
            <a:xfrm>
              <a:off x="8119633" y="3502313"/>
              <a:ext cx="1289031" cy="13527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532F95A3-B36B-6856-0075-15E972FFA7AA}"/>
                </a:ext>
              </a:extLst>
            </p:cNvPr>
            <p:cNvSpPr/>
            <p:nvPr/>
          </p:nvSpPr>
          <p:spPr>
            <a:xfrm>
              <a:off x="9488117" y="3502313"/>
              <a:ext cx="1204584" cy="13527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D0EE7D7D-B293-10AC-4A7D-3D71B33D3CCD}"/>
                </a:ext>
              </a:extLst>
            </p:cNvPr>
            <p:cNvSpPr/>
            <p:nvPr/>
          </p:nvSpPr>
          <p:spPr>
            <a:xfrm>
              <a:off x="10792324" y="3502313"/>
              <a:ext cx="1064713" cy="13527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8E643CFE-AADF-2206-9D45-2FE2D0CDA905}"/>
                </a:ext>
              </a:extLst>
            </p:cNvPr>
            <p:cNvSpPr/>
            <p:nvPr/>
          </p:nvSpPr>
          <p:spPr>
            <a:xfrm>
              <a:off x="6271299" y="3981892"/>
              <a:ext cx="864000" cy="3936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68DD5D41-EAB2-7F28-ACE0-BB3D8EBA7E0E}"/>
                </a:ext>
              </a:extLst>
            </p:cNvPr>
            <p:cNvSpPr/>
            <p:nvPr/>
          </p:nvSpPr>
          <p:spPr>
            <a:xfrm>
              <a:off x="6271299" y="4461472"/>
              <a:ext cx="864000" cy="3936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F1B8B857-D4A6-8F59-65B4-45BEBEAED506}"/>
                </a:ext>
              </a:extLst>
            </p:cNvPr>
            <p:cNvSpPr/>
            <p:nvPr/>
          </p:nvSpPr>
          <p:spPr>
            <a:xfrm>
              <a:off x="6271299" y="4941053"/>
              <a:ext cx="864000" cy="134951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EDD607FC-7D05-6C2E-B464-8B27CAAFBDD4}"/>
                </a:ext>
              </a:extLst>
            </p:cNvPr>
            <p:cNvSpPr/>
            <p:nvPr/>
          </p:nvSpPr>
          <p:spPr>
            <a:xfrm>
              <a:off x="8119633" y="4941053"/>
              <a:ext cx="1289031" cy="13243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BD6DBA9D-1B38-D4E2-059F-BE21CA3D2E67}"/>
                </a:ext>
              </a:extLst>
            </p:cNvPr>
            <p:cNvSpPr/>
            <p:nvPr/>
          </p:nvSpPr>
          <p:spPr>
            <a:xfrm>
              <a:off x="9488117" y="4941053"/>
              <a:ext cx="1204584" cy="13243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25A5BD5F-B852-AA9A-1699-0A512A99194A}"/>
                </a:ext>
              </a:extLst>
            </p:cNvPr>
            <p:cNvSpPr/>
            <p:nvPr/>
          </p:nvSpPr>
          <p:spPr>
            <a:xfrm>
              <a:off x="10792324" y="4941053"/>
              <a:ext cx="1064713" cy="13243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975" indent="-96838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CB708255-BA98-6619-9670-D1B7AE91543D}"/>
                </a:ext>
              </a:extLst>
            </p:cNvPr>
            <p:cNvSpPr/>
            <p:nvPr/>
          </p:nvSpPr>
          <p:spPr>
            <a:xfrm>
              <a:off x="7212181" y="2535513"/>
              <a:ext cx="828000" cy="8808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08E16424-49FD-5B4E-06FC-5EC0AB3A81CA}"/>
                </a:ext>
              </a:extLst>
            </p:cNvPr>
            <p:cNvSpPr/>
            <p:nvPr/>
          </p:nvSpPr>
          <p:spPr>
            <a:xfrm>
              <a:off x="7212181" y="3496582"/>
              <a:ext cx="828000" cy="3936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2A04839E-FCB2-97B6-C023-0B5443386246}"/>
                </a:ext>
              </a:extLst>
            </p:cNvPr>
            <p:cNvSpPr/>
            <p:nvPr/>
          </p:nvSpPr>
          <p:spPr>
            <a:xfrm>
              <a:off x="7212181" y="3978071"/>
              <a:ext cx="828000" cy="3936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C6B1FEA0-DA2A-2DB3-95DB-4211CF971294}"/>
                </a:ext>
              </a:extLst>
            </p:cNvPr>
            <p:cNvSpPr/>
            <p:nvPr/>
          </p:nvSpPr>
          <p:spPr>
            <a:xfrm>
              <a:off x="7212181" y="4459560"/>
              <a:ext cx="828000" cy="3936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A0A0A219-B193-C7F9-1967-F32D8C755AE2}"/>
                </a:ext>
              </a:extLst>
            </p:cNvPr>
            <p:cNvSpPr/>
            <p:nvPr/>
          </p:nvSpPr>
          <p:spPr>
            <a:xfrm>
              <a:off x="7212181" y="4941053"/>
              <a:ext cx="828000" cy="13243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58" name="直線コネクタ 157">
              <a:extLst>
                <a:ext uri="{FF2B5EF4-FFF2-40B4-BE49-F238E27FC236}">
                  <ns2:creationId id="{8B5FF019-AC09-A605-4B90-E42FA172265F}"/>
                </a:ext>
              </a:extLst>
            </p:cNvPr>
            <p:cNvCxnSpPr/>
            <p:nvPr/>
          </p:nvCxnSpPr>
          <p:spPr>
            <a:xfrm>
              <a:off x="6271299" y="3459334"/>
              <a:ext cx="86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線コネクタ 158">
              <a:extLst>
                <a:ext uri="{FF2B5EF4-FFF2-40B4-BE49-F238E27FC236}">
                  <ns2:creationId id="{CCD498FC-FBF8-6465-D30D-3729BDB59C9A}"/>
                </a:ext>
              </a:extLst>
            </p:cNvPr>
            <p:cNvCxnSpPr/>
            <p:nvPr/>
          </p:nvCxnSpPr>
          <p:spPr>
            <a:xfrm>
              <a:off x="6271299" y="3938915"/>
              <a:ext cx="86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ns2:creationId id="{A5724614-BF83-81C2-0589-222575C6636F}"/>
                </a:ext>
              </a:extLst>
            </p:cNvPr>
            <p:cNvCxnSpPr/>
            <p:nvPr/>
          </p:nvCxnSpPr>
          <p:spPr>
            <a:xfrm>
              <a:off x="6271299" y="4418495"/>
              <a:ext cx="86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ns2:creationId id="{CDBCDB18-589A-81E7-13AA-A2B56C3615F3}"/>
                </a:ext>
              </a:extLst>
            </p:cNvPr>
            <p:cNvCxnSpPr/>
            <p:nvPr/>
          </p:nvCxnSpPr>
          <p:spPr>
            <a:xfrm>
              <a:off x="6271299" y="4898074"/>
              <a:ext cx="864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ns2:creationId id="{10198368-BBE8-7E59-4DBA-D055412AFA6C}"/>
                </a:ext>
              </a:extLst>
            </p:cNvPr>
            <p:cNvCxnSpPr/>
            <p:nvPr/>
          </p:nvCxnSpPr>
          <p:spPr>
            <a:xfrm>
              <a:off x="7212181" y="3459334"/>
              <a:ext cx="8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線コネクタ 162">
              <a:extLst>
                <a:ext uri="{FF2B5EF4-FFF2-40B4-BE49-F238E27FC236}">
                  <ns2:creationId id="{B41C4FAC-CD7F-2834-86E9-570146B7DC0D}"/>
                </a:ext>
              </a:extLst>
            </p:cNvPr>
            <p:cNvCxnSpPr/>
            <p:nvPr/>
          </p:nvCxnSpPr>
          <p:spPr>
            <a:xfrm>
              <a:off x="7212181" y="3934139"/>
              <a:ext cx="8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線コネクタ 163">
              <a:extLst>
                <a:ext uri="{FF2B5EF4-FFF2-40B4-BE49-F238E27FC236}">
                  <ns2:creationId id="{76FF01D2-074F-AE82-317A-5840A7A01755}"/>
                </a:ext>
              </a:extLst>
            </p:cNvPr>
            <p:cNvCxnSpPr/>
            <p:nvPr/>
          </p:nvCxnSpPr>
          <p:spPr>
            <a:xfrm>
              <a:off x="7212180" y="4415628"/>
              <a:ext cx="8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ns2:creationId id="{B3B23E4E-ED51-D7AA-CBD7-C0B8E5FA0E3A}"/>
                </a:ext>
              </a:extLst>
            </p:cNvPr>
            <p:cNvCxnSpPr/>
            <p:nvPr/>
          </p:nvCxnSpPr>
          <p:spPr>
            <a:xfrm>
              <a:off x="7212181" y="4898074"/>
              <a:ext cx="828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直線コネクタ 165">
              <a:extLst>
                <a:ext uri="{FF2B5EF4-FFF2-40B4-BE49-F238E27FC236}">
                  <ns2:creationId id="{D00CDCD8-0116-8BFB-274E-7046842B0ECA}"/>
                </a:ext>
              </a:extLst>
            </p:cNvPr>
            <p:cNvCxnSpPr/>
            <p:nvPr/>
          </p:nvCxnSpPr>
          <p:spPr>
            <a:xfrm>
              <a:off x="8119631" y="3459334"/>
              <a:ext cx="12890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ns2:creationId id="{1CC4CDF1-A9A4-D1D5-0B16-98D7083AD286}"/>
                </a:ext>
              </a:extLst>
            </p:cNvPr>
            <p:cNvCxnSpPr/>
            <p:nvPr/>
          </p:nvCxnSpPr>
          <p:spPr>
            <a:xfrm>
              <a:off x="8197523" y="4898074"/>
              <a:ext cx="128903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5E7BA0C1-44ED-031B-F79A-403F7540023B}"/>
                </a:ext>
              </a:extLst>
            </p:cNvPr>
            <p:cNvCxnSpPr/>
            <p:nvPr/>
          </p:nvCxnSpPr>
          <p:spPr>
            <a:xfrm>
              <a:off x="9488116" y="3459334"/>
              <a:ext cx="1204585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806B7FF8-98C0-CA12-75C8-8D9A65C8E464}"/>
                </a:ext>
              </a:extLst>
            </p:cNvPr>
            <p:cNvCxnSpPr/>
            <p:nvPr/>
          </p:nvCxnSpPr>
          <p:spPr>
            <a:xfrm>
              <a:off x="9587739" y="4898077"/>
              <a:ext cx="1204585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FD9DD62A-E420-EAB4-3556-6A142736B4A2}"/>
                </a:ext>
              </a:extLst>
            </p:cNvPr>
            <p:cNvCxnSpPr/>
            <p:nvPr/>
          </p:nvCxnSpPr>
          <p:spPr>
            <a:xfrm>
              <a:off x="10792325" y="3459334"/>
              <a:ext cx="10647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DC569A0E-9F51-5148-92FA-77A29532B12A}"/>
                </a:ext>
              </a:extLst>
            </p:cNvPr>
            <p:cNvCxnSpPr/>
            <p:nvPr/>
          </p:nvCxnSpPr>
          <p:spPr>
            <a:xfrm>
              <a:off x="10792325" y="4898074"/>
              <a:ext cx="10647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グループ化 23">
            <a:extLst>
              <a:ext uri="{FF2B5EF4-FFF2-40B4-BE49-F238E27FC236}">
                <ns2:creationId id="{6CC6AD57-F9FE-98C5-3224-835F64CC6F22}"/>
              </a:ext>
            </a:extLst>
          </p:cNvPr>
          <p:cNvGrpSpPr/>
          <p:nvPr/>
        </p:nvGrpSpPr>
        <p:grpSpPr>
          <a:xfrm>
            <a:off x="446313" y="2543152"/>
            <a:ext cx="3522383" cy="3750688"/>
            <a:chOff x="446313" y="2543152"/>
            <a:chExt cx="3522383" cy="3750688"/>
          </a:xfrm>
        </p:grpSpPr>
        <p:sp>
          <p:nvSpPr>
            <p:cNvPr id="5" name="正方形/長方形 4">
              <a:extLst>
                <a:ext uri="{FF2B5EF4-FFF2-40B4-BE49-F238E27FC236}">
                  <ns2:creationId id="{44E09057-45CD-2B91-95B6-EA7722318E84}"/>
                </a:ext>
              </a:extLst>
            </p:cNvPr>
            <p:cNvSpPr/>
            <p:nvPr/>
          </p:nvSpPr>
          <p:spPr>
            <a:xfrm>
              <a:off x="446313" y="3502311"/>
              <a:ext cx="752982" cy="135278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59403BFE-AEAE-1F25-4AD3-A185D21F2ECF}"/>
                </a:ext>
              </a:extLst>
            </p:cNvPr>
            <p:cNvSpPr/>
            <p:nvPr/>
          </p:nvSpPr>
          <p:spPr>
            <a:xfrm>
              <a:off x="446313" y="2543152"/>
              <a:ext cx="752982" cy="87320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F4F19AD8-70F9-C853-8B06-64E0401A29E3}"/>
                </a:ext>
              </a:extLst>
            </p:cNvPr>
            <p:cNvSpPr/>
            <p:nvPr/>
          </p:nvSpPr>
          <p:spPr>
            <a:xfrm>
              <a:off x="446313" y="4941054"/>
              <a:ext cx="752982" cy="1352786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CB84234C-F58C-3060-BE74-A523B9B41309}"/>
                </a:ext>
              </a:extLst>
            </p:cNvPr>
            <p:cNvSpPr/>
            <p:nvPr/>
          </p:nvSpPr>
          <p:spPr>
            <a:xfrm>
              <a:off x="1199295" y="2543152"/>
              <a:ext cx="2561817" cy="873205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4511D05D-92A6-DD3A-A302-A0C2C94A0E27}"/>
                </a:ext>
              </a:extLst>
            </p:cNvPr>
            <p:cNvSpPr/>
            <p:nvPr/>
          </p:nvSpPr>
          <p:spPr>
            <a:xfrm>
              <a:off x="1199295" y="3502312"/>
              <a:ext cx="2561817" cy="1352785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0B85C364-AA8F-497C-5555-84941F6A0A82}"/>
                </a:ext>
              </a:extLst>
            </p:cNvPr>
            <p:cNvSpPr/>
            <p:nvPr/>
          </p:nvSpPr>
          <p:spPr>
            <a:xfrm>
              <a:off x="1199295" y="4941053"/>
              <a:ext cx="2561817" cy="1352786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</a:pP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0963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6" name="コネクタ: カギ線 85">
              <a:extLst>
                <a:ext uri="{FF2B5EF4-FFF2-40B4-BE49-F238E27FC236}">
                  <ns2:creationId id="{D948F37F-2070-67DB-48ED-F93305D42186}"/>
                </a:ext>
              </a:extLst>
            </p:cNvPr>
            <p:cNvCxnSpPr>
              <a:cxnSpLocks/>
              <a:stCxn id="33" idx="3"/>
              <a:endCxn id="41" idx="1"/>
            </p:cNvCxnSpPr>
            <p:nvPr/>
          </p:nvCxnSpPr>
          <p:spPr>
            <a:xfrm flipV="1">
              <a:off x="3761112" y="2739965"/>
              <a:ext cx="207584" cy="239791"/>
            </a:xfrm>
            <a:prstGeom prst="bentConnector3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コネクタ: カギ線 86">
              <a:extLst>
                <a:ext uri="{FF2B5EF4-FFF2-40B4-BE49-F238E27FC236}">
                  <ns2:creationId id="{48865CF4-6916-68CF-735D-C7DA2F2F456D}"/>
                </a:ext>
              </a:extLst>
            </p:cNvPr>
            <p:cNvCxnSpPr>
              <a:cxnSpLocks/>
              <a:stCxn id="33" idx="3"/>
              <a:endCxn id="42" idx="1"/>
            </p:cNvCxnSpPr>
            <p:nvPr/>
          </p:nvCxnSpPr>
          <p:spPr>
            <a:xfrm>
              <a:off x="3761112" y="2979755"/>
              <a:ext cx="207584" cy="23979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コネクタ: カギ線 89">
              <a:extLst>
                <a:ext uri="{FF2B5EF4-FFF2-40B4-BE49-F238E27FC236}">
                  <ns2:creationId id="{C7B74A19-8BFE-ACDC-AE8A-DDCEE84B394F}"/>
                </a:ext>
              </a:extLst>
            </p:cNvPr>
            <p:cNvCxnSpPr>
              <a:cxnSpLocks/>
              <a:stCxn id="62" idx="3"/>
              <a:endCxn id="115" idx="1"/>
            </p:cNvCxnSpPr>
            <p:nvPr/>
          </p:nvCxnSpPr>
          <p:spPr>
            <a:xfrm flipV="1">
              <a:off x="3761112" y="3699125"/>
              <a:ext cx="207584" cy="47958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コネクタ: カギ線 100">
              <a:extLst>
                <a:ext uri="{FF2B5EF4-FFF2-40B4-BE49-F238E27FC236}">
                  <ns2:creationId id="{AFBFAC5A-4BF9-7198-0640-A036536AE9A0}"/>
                </a:ext>
              </a:extLst>
            </p:cNvPr>
            <p:cNvCxnSpPr>
              <a:cxnSpLocks/>
              <a:stCxn id="62" idx="3"/>
              <a:endCxn id="117" idx="1"/>
            </p:cNvCxnSpPr>
            <p:nvPr/>
          </p:nvCxnSpPr>
          <p:spPr>
            <a:xfrm>
              <a:off x="3761112" y="4178705"/>
              <a:ext cx="207584" cy="47958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ns2:creationId id="{004E21E1-0299-E75C-704F-8FDBA66B079E}"/>
                </a:ext>
              </a:extLst>
            </p:cNvPr>
            <p:cNvCxnSpPr>
              <a:cxnSpLocks/>
              <a:stCxn id="64" idx="3"/>
              <a:endCxn id="120" idx="1"/>
            </p:cNvCxnSpPr>
            <p:nvPr/>
          </p:nvCxnSpPr>
          <p:spPr>
            <a:xfrm>
              <a:off x="3761112" y="5617446"/>
              <a:ext cx="207584" cy="47958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コネクタ: カギ線 109">
              <a:extLst>
                <a:ext uri="{FF2B5EF4-FFF2-40B4-BE49-F238E27FC236}">
                  <ns2:creationId id="{604ECDDE-CCA2-FE74-EB94-8A4C38DEACFF}"/>
                </a:ext>
              </a:extLst>
            </p:cNvPr>
            <p:cNvCxnSpPr>
              <a:cxnSpLocks/>
              <a:stCxn id="64" idx="3"/>
              <a:endCxn id="118" idx="1"/>
            </p:cNvCxnSpPr>
            <p:nvPr/>
          </p:nvCxnSpPr>
          <p:spPr>
            <a:xfrm flipV="1">
              <a:off x="3761112" y="5137865"/>
              <a:ext cx="207584" cy="47958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矢印コネクタ 129">
              <a:extLst>
                <a:ext uri="{FF2B5EF4-FFF2-40B4-BE49-F238E27FC236}">
                  <ns2:creationId id="{C9DCBEF6-52CA-47B3-E951-B6CC082B0CA3}"/>
                </a:ext>
              </a:extLst>
            </p:cNvPr>
            <p:cNvCxnSpPr>
              <a:cxnSpLocks/>
              <a:stCxn id="62" idx="3"/>
              <a:endCxn id="116" idx="1"/>
            </p:cNvCxnSpPr>
            <p:nvPr/>
          </p:nvCxnSpPr>
          <p:spPr>
            <a:xfrm>
              <a:off x="3761112" y="4178705"/>
              <a:ext cx="207584" cy="0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線矢印コネクタ 142">
              <a:extLst>
                <a:ext uri="{FF2B5EF4-FFF2-40B4-BE49-F238E27FC236}">
                  <ns2:creationId id="{63D61E42-7DF2-2D2A-8DF5-1A6B04D3E7CA}"/>
                </a:ext>
              </a:extLst>
            </p:cNvPr>
            <p:cNvCxnSpPr>
              <a:cxnSpLocks/>
              <a:stCxn id="64" idx="3"/>
              <a:endCxn id="119" idx="1"/>
            </p:cNvCxnSpPr>
            <p:nvPr/>
          </p:nvCxnSpPr>
          <p:spPr>
            <a:xfrm flipV="1">
              <a:off x="3761112" y="5617446"/>
              <a:ext cx="207584" cy="1"/>
            </a:xfrm>
            <a:prstGeom prst="straightConnector1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グラフィックス 12" descr="日毎カレンダー 単色塗りつぶし">
              <a:extLst>
                <a:ext uri="{FF2B5EF4-FFF2-40B4-BE49-F238E27FC236}">
                  <ns2:creationId id="{799F44A0-6629-0307-13A5-EFB17680B9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99756" y="3731006"/>
              <a:ext cx="432000" cy="432000"/>
            </a:xfrm>
            <a:prstGeom prst="rect">
              <a:avLst/>
            </a:prstGeom>
          </p:spPr>
        </p:pic>
        <p:pic>
          <p:nvPicPr>
            <p:cNvPr id="15" name="グラフィックス 14" descr="時計 単色塗りつぶし">
              <a:extLst>
                <a:ext uri="{FF2B5EF4-FFF2-40B4-BE49-F238E27FC236}">
                  <ns2:creationId id="{76E0A007-39BC-12FC-3CDC-E03B31E58F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599756" y="2543152"/>
              <a:ext cx="432000" cy="432000"/>
            </a:xfrm>
            <a:prstGeom prst="rect">
              <a:avLst/>
            </a:prstGeom>
          </p:spPr>
        </p:pic>
        <p:pic>
          <p:nvPicPr>
            <p:cNvPr id="38" name="グラフィックス 37" descr="ハーベイ ボール 50% 単色塗りつぶし">
              <a:extLst>
                <a:ext uri="{FF2B5EF4-FFF2-40B4-BE49-F238E27FC236}">
                  <ns2:creationId id="{03633C9C-A328-8134-030B-82E75AF164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99756" y="5133779"/>
              <a:ext cx="432000" cy="432000"/>
            </a:xfrm>
            <a:prstGeom prst="rect">
              <a:avLst/>
            </a:prstGeom>
          </p:spPr>
        </p:pic>
      </p:grpSp>
      <p:grpSp>
        <p:nvGrpSpPr>
          <p:cNvPr id="23" name="グループ化 22">
            <a:extLst>
              <a:ext uri="{FF2B5EF4-FFF2-40B4-BE49-F238E27FC236}">
                <ns2:creationId id="{DEDF781F-4C48-9379-37A0-922F1546BCA2}"/>
              </a:ext>
            </a:extLst>
          </p:cNvPr>
          <p:cNvGrpSpPr/>
          <p:nvPr/>
        </p:nvGrpSpPr>
        <p:grpSpPr>
          <a:xfrm>
            <a:off x="3968695" y="2109214"/>
            <a:ext cx="2057307" cy="4184625"/>
            <a:chOff x="3968695" y="2109214"/>
            <a:chExt cx="2057307" cy="4184625"/>
          </a:xfrm>
        </p:grpSpPr>
        <p:sp>
          <p:nvSpPr>
            <p:cNvPr id="47" name="テキスト ボックス 46">
              <a:extLst>
                <a:ext uri="{FF2B5EF4-FFF2-40B4-BE49-F238E27FC236}">
                  <ns2:creationId id="{9601A57A-4E63-7E2F-C4B4-29579C2A619E}"/>
                </a:ext>
              </a:extLst>
            </p:cNvPr>
            <p:cNvSpPr txBox="1">
              <a:spLocks/>
            </p:cNvSpPr>
            <p:nvPr/>
          </p:nvSpPr>
          <p:spPr>
            <a:xfrm>
              <a:off x="3968695" y="2109214"/>
              <a:ext cx="2057306" cy="3933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txBody>
            <a:bodyPr wrap="square" lIns="288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3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9" name="グラフィックス 48" descr="ネットワーク図 単色塗りつぶし">
              <a:extLst>
                <a:ext uri="{FF2B5EF4-FFF2-40B4-BE49-F238E27FC236}">
                  <ns2:creationId id="{8C59F481-AD86-618C-8D36-B59E983C0A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 rot="10800000">
              <a:off x="4424128" y="2143913"/>
              <a:ext cx="324000" cy="324000"/>
            </a:xfrm>
            <a:prstGeom prst="rect">
              <a:avLst/>
            </a:prstGeom>
          </p:spPr>
        </p:pic>
        <p:sp>
          <p:nvSpPr>
            <p:cNvPr id="41" name="正方形/長方形 40">
              <a:extLst>
                <a:ext uri="{FF2B5EF4-FFF2-40B4-BE49-F238E27FC236}">
                  <ns2:creationId id="{DF2CD16E-D1EC-D0EF-073F-167C40925B17}"/>
                </a:ext>
              </a:extLst>
            </p:cNvPr>
            <p:cNvSpPr>
              <a:spLocks/>
            </p:cNvSpPr>
            <p:nvPr/>
          </p:nvSpPr>
          <p:spPr>
            <a:xfrm>
              <a:off x="3968696" y="2543152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A7905FF5-B50E-9480-BFBB-669EDC05A692}"/>
                </a:ext>
              </a:extLst>
            </p:cNvPr>
            <p:cNvSpPr>
              <a:spLocks/>
            </p:cNvSpPr>
            <p:nvPr/>
          </p:nvSpPr>
          <p:spPr>
            <a:xfrm>
              <a:off x="3968696" y="3022732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60B95543-F06D-FBC7-58D9-746641EC991C}"/>
                </a:ext>
              </a:extLst>
            </p:cNvPr>
            <p:cNvSpPr>
              <a:spLocks/>
            </p:cNvSpPr>
            <p:nvPr/>
          </p:nvSpPr>
          <p:spPr>
            <a:xfrm>
              <a:off x="3968696" y="3502312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C5FA59EE-F717-8EB4-FCF2-0C82B2B0CF2C}"/>
                </a:ext>
              </a:extLst>
            </p:cNvPr>
            <p:cNvSpPr>
              <a:spLocks/>
            </p:cNvSpPr>
            <p:nvPr/>
          </p:nvSpPr>
          <p:spPr>
            <a:xfrm>
              <a:off x="3968696" y="3981893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2FEAA799-4D01-2BFF-5191-E92DC47F9CC1}"/>
                </a:ext>
              </a:extLst>
            </p:cNvPr>
            <p:cNvSpPr>
              <a:spLocks/>
            </p:cNvSpPr>
            <p:nvPr/>
          </p:nvSpPr>
          <p:spPr>
            <a:xfrm>
              <a:off x="3968696" y="4461473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2946F3D8-D5FA-12D9-8745-75601BCB2CA7}"/>
                </a:ext>
              </a:extLst>
            </p:cNvPr>
            <p:cNvSpPr>
              <a:spLocks/>
            </p:cNvSpPr>
            <p:nvPr/>
          </p:nvSpPr>
          <p:spPr>
            <a:xfrm>
              <a:off x="3968696" y="4941053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27A80A1D-B363-7D0F-4383-C814B55076D1}"/>
                </a:ext>
              </a:extLst>
            </p:cNvPr>
            <p:cNvSpPr>
              <a:spLocks/>
            </p:cNvSpPr>
            <p:nvPr/>
          </p:nvSpPr>
          <p:spPr>
            <a:xfrm>
              <a:off x="3968696" y="5420633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D5854898-23DA-21DC-B6BD-D1418D351558}"/>
                </a:ext>
              </a:extLst>
            </p:cNvPr>
            <p:cNvSpPr>
              <a:spLocks/>
            </p:cNvSpPr>
            <p:nvPr/>
          </p:nvSpPr>
          <p:spPr>
            <a:xfrm>
              <a:off x="3968696" y="5900214"/>
              <a:ext cx="2057306" cy="393625"/>
            </a:xfrm>
            <a:prstGeom prst="rect">
              <a:avLst/>
            </a:prstGeom>
            <a:solidFill>
              <a:schemeClr val="accent5">
                <a:alpha val="17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6" name="グラフィックス 25" descr="硬貨 単色塗りつぶし">
              <a:extLst>
                <a:ext uri="{FF2B5EF4-FFF2-40B4-BE49-F238E27FC236}">
                  <ns2:creationId id="{FFD1FB0B-4F43-C25E-8096-22A3D8710A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069994" y="4993865"/>
              <a:ext cx="288000" cy="288000"/>
            </a:xfrm>
            <a:prstGeom prst="rect">
              <a:avLst/>
            </a:prstGeom>
          </p:spPr>
        </p:pic>
        <p:pic>
          <p:nvPicPr>
            <p:cNvPr id="30" name="グラフィックス 29" descr="的中 単色塗りつぶし">
              <a:extLst>
                <a:ext uri="{FF2B5EF4-FFF2-40B4-BE49-F238E27FC236}">
                  <ns2:creationId id="{F4A577A9-DD2F-607F-55E9-B8F578EDA2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4069993" y="5953026"/>
              <a:ext cx="288000" cy="288000"/>
            </a:xfrm>
            <a:prstGeom prst="rect">
              <a:avLst/>
            </a:prstGeom>
          </p:spPr>
        </p:pic>
        <p:pic>
          <p:nvPicPr>
            <p:cNvPr id="34" name="グラフィックス 33" descr="クリップボード 単色塗りつぶし">
              <a:extLst>
                <a:ext uri="{FF2B5EF4-FFF2-40B4-BE49-F238E27FC236}">
                  <ns2:creationId id="{475FA61F-19C4-7A30-A0C7-6B0E60B222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097724" y="4514285"/>
              <a:ext cx="288000" cy="288000"/>
            </a:xfrm>
            <a:prstGeom prst="rect">
              <a:avLst/>
            </a:prstGeom>
          </p:spPr>
        </p:pic>
        <p:pic>
          <p:nvPicPr>
            <p:cNvPr id="46" name="グラフィックス 45" descr="拡大鏡 単色塗りつぶし">
              <a:extLst>
                <a:ext uri="{FF2B5EF4-FFF2-40B4-BE49-F238E27FC236}">
                  <ns2:creationId id="{A9F4B1C3-5E60-C963-B478-681346681C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069994" y="5473445"/>
              <a:ext cx="288000" cy="288000"/>
            </a:xfrm>
            <a:prstGeom prst="rect">
              <a:avLst/>
            </a:prstGeom>
          </p:spPr>
        </p:pic>
        <p:pic>
          <p:nvPicPr>
            <p:cNvPr id="151" name="グラフィックス 150" descr="ライト: オン 単色塗りつぶし">
              <a:extLst>
                <a:ext uri="{FF2B5EF4-FFF2-40B4-BE49-F238E27FC236}">
                  <ns2:creationId id="{489E4E61-6C55-AC48-B563-A276040C1A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4069993" y="4034705"/>
              <a:ext cx="288000" cy="288000"/>
            </a:xfrm>
            <a:prstGeom prst="rect">
              <a:avLst/>
            </a:prstGeom>
          </p:spPr>
        </p:pic>
        <p:pic>
          <p:nvPicPr>
            <p:cNvPr id="154" name="グラフィックス 153" descr="クリップボード 単色塗りつぶし">
              <a:extLst>
                <a:ext uri="{FF2B5EF4-FFF2-40B4-BE49-F238E27FC236}">
                  <ns2:creationId id="{760F13D6-4369-7C7C-9E10-A16645D2C0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068319" y="2595965"/>
              <a:ext cx="288000" cy="288000"/>
            </a:xfrm>
            <a:prstGeom prst="rect">
              <a:avLst/>
            </a:prstGeom>
          </p:spPr>
        </p:pic>
        <p:pic>
          <p:nvPicPr>
            <p:cNvPr id="155" name="グラフィックス 154" descr="拡大鏡 単色塗りつぶし">
              <a:extLst>
                <a:ext uri="{FF2B5EF4-FFF2-40B4-BE49-F238E27FC236}">
                  <ns2:creationId id="{34305C31-ACA8-5918-66CF-6F83BC94F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070983" y="3555125"/>
              <a:ext cx="288000" cy="288000"/>
            </a:xfrm>
            <a:prstGeom prst="rect">
              <a:avLst/>
            </a:prstGeom>
          </p:spPr>
        </p:pic>
        <p:pic>
          <p:nvPicPr>
            <p:cNvPr id="156" name="グラフィックス 155" descr="フラグ 単色塗りつぶし">
              <a:extLst>
                <a:ext uri="{FF2B5EF4-FFF2-40B4-BE49-F238E27FC236}">
                  <ns2:creationId id="{E4C352D6-0000-B9B9-2984-0293F3FEC4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4041885" y="3075545"/>
              <a:ext cx="288000" cy="288000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1AAC4717-3BB9-7EC9-B61E-DDB02653108E}"/>
              </a:ext>
            </a:extLst>
          </p:cNvPr>
          <p:cNvGrpSpPr/>
          <p:nvPr/>
        </p:nvGrpSpPr>
        <p:grpSpPr>
          <a:xfrm>
            <a:off x="6271299" y="2109214"/>
            <a:ext cx="5585738" cy="393397"/>
            <a:chOff x="6271299" y="2109214"/>
            <a:chExt cx="5585738" cy="393397"/>
          </a:xfrm>
        </p:grpSpPr>
        <p:sp>
          <p:nvSpPr>
            <p:cNvPr id="77" name="テキスト ボックス 76">
              <a:extLst>
                <a:ext uri="{FF2B5EF4-FFF2-40B4-BE49-F238E27FC236}">
                  <ns2:creationId id="{E1766F2D-B46E-100B-12F1-A20499B4600B}"/>
                </a:ext>
              </a:extLst>
            </p:cNvPr>
            <p:cNvSpPr txBox="1">
              <a:spLocks/>
            </p:cNvSpPr>
            <p:nvPr/>
          </p:nvSpPr>
          <p:spPr>
            <a:xfrm>
              <a:off x="8119633" y="2109214"/>
              <a:ext cx="1289031" cy="3933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txBody>
            <a:bodyPr wrap="square" lIns="288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テキスト ボックス 95">
              <a:extLst>
                <a:ext uri="{FF2B5EF4-FFF2-40B4-BE49-F238E27FC236}">
                  <ns2:creationId id="{2317F16B-34C5-7748-4AF3-BD1760042992}"/>
                </a:ext>
              </a:extLst>
            </p:cNvPr>
            <p:cNvSpPr txBox="1">
              <a:spLocks/>
            </p:cNvSpPr>
            <p:nvPr/>
          </p:nvSpPr>
          <p:spPr>
            <a:xfrm>
              <a:off x="9488117" y="2109214"/>
              <a:ext cx="1224754" cy="3933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txBody>
            <a:bodyPr wrap="square" lIns="288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3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4" name="テキスト ボックス 103">
              <a:extLst>
                <a:ext uri="{FF2B5EF4-FFF2-40B4-BE49-F238E27FC236}">
                  <ns2:creationId id="{FA4C8AE8-B7B2-25F1-A579-A5333D5F55D2}"/>
                </a:ext>
              </a:extLst>
            </p:cNvPr>
            <p:cNvSpPr txBox="1">
              <a:spLocks/>
            </p:cNvSpPr>
            <p:nvPr/>
          </p:nvSpPr>
          <p:spPr>
            <a:xfrm>
              <a:off x="10792324" y="2109214"/>
              <a:ext cx="1064713" cy="3933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txBody>
            <a:bodyPr wrap="square" lIns="288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3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9" name="グラフィックス 18" descr="裁きの天秤 単色塗りつぶし">
              <a:extLst>
                <a:ext uri="{FF2B5EF4-FFF2-40B4-BE49-F238E27FC236}">
                  <ns2:creationId id="{39279A01-E438-DE17-6A6C-8CBCBB586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10823857" y="2143913"/>
              <a:ext cx="324000" cy="324000"/>
            </a:xfrm>
            <a:prstGeom prst="rect">
              <a:avLst/>
            </a:prstGeom>
          </p:spPr>
        </p:pic>
        <p:pic>
          <p:nvPicPr>
            <p:cNvPr id="70" name="グラフィックス 69" descr="羽ペン 単色塗りつぶし">
              <a:extLst>
                <a:ext uri="{FF2B5EF4-FFF2-40B4-BE49-F238E27FC236}">
                  <ns2:creationId id="{430BA0C6-1CCC-ADC9-ACE7-61B8DDC1B0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rcRect/>
            <a:stretch/>
          </p:blipFill>
          <p:spPr>
            <a:xfrm>
              <a:off x="8153070" y="2143913"/>
              <a:ext cx="324000" cy="324000"/>
            </a:xfrm>
            <a:prstGeom prst="rect">
              <a:avLst/>
            </a:prstGeom>
          </p:spPr>
        </p:pic>
        <p:pic>
          <p:nvPicPr>
            <p:cNvPr id="74" name="グラフィックス 73" descr="受信箱: チェックマーク 単色塗りつぶし">
              <a:extLst>
                <a:ext uri="{FF2B5EF4-FFF2-40B4-BE49-F238E27FC236}">
                  <ns2:creationId id="{299C6D9E-4599-0AF8-8F33-7208BE8A46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rcRect/>
            <a:stretch/>
          </p:blipFill>
          <p:spPr>
            <a:xfrm>
              <a:off x="9486555" y="2143913"/>
              <a:ext cx="324000" cy="324000"/>
            </a:xfrm>
            <a:prstGeom prst="rect">
              <a:avLst/>
            </a:prstGeom>
          </p:spPr>
        </p:pic>
        <p:sp>
          <p:nvSpPr>
            <p:cNvPr id="73" name="テキスト ボックス 72">
              <a:extLst>
                <a:ext uri="{FF2B5EF4-FFF2-40B4-BE49-F238E27FC236}">
                  <ns2:creationId id="{5D3C7BB4-A0AB-AF2C-D108-DC051E548B8E}"/>
                </a:ext>
              </a:extLst>
            </p:cNvPr>
            <p:cNvSpPr txBox="1">
              <a:spLocks/>
            </p:cNvSpPr>
            <p:nvPr/>
          </p:nvSpPr>
          <p:spPr>
            <a:xfrm>
              <a:off x="6271299" y="2109214"/>
              <a:ext cx="1768881" cy="3933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txBody>
            <a:bodyPr wrap="square" lIns="288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3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1" name="グラフィックス 20" descr="都市 単色塗りつぶし">
              <a:extLst>
                <a:ext uri="{FF2B5EF4-FFF2-40B4-BE49-F238E27FC236}">
                  <ns2:creationId id="{FCF4B450-30E7-9013-5612-49836F0A83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6304351" y="2143913"/>
              <a:ext cx="324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87786768"/>
      </p:ext>
    </p:extLst>
  </p:cSld>
  <p:clrMapOvr>
    <a:masterClrMapping/>
  </p:clrMapOvr>
</p:sld>
</file>

<file path=ppt/slides/slide12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ns2:creationId id="{B2AA6669-6B41-4F8E-B2AA-EA3B8C7CEFE5}"/>
              </a:ext>
            </a:extLst>
          </p:cNvPr>
          <p:cNvGrpSpPr/>
          <p:nvPr/>
        </p:nvGrpSpPr>
        <p:grpSpPr>
          <a:xfrm>
            <a:off x="7177944" y="3022142"/>
            <a:ext cx="4677442" cy="2665036"/>
            <a:chOff x="7177944" y="3022142"/>
            <a:chExt cx="4677442" cy="2665036"/>
          </a:xfrm>
        </p:grpSpPr>
        <p:cxnSp>
          <p:nvCxnSpPr>
            <p:cNvPr id="173" name="直線コネクタ 172">
              <a:extLst>
                <a:ext uri="{FF2B5EF4-FFF2-40B4-BE49-F238E27FC236}">
                  <ns2:creationId id="{0A1179C1-5E86-1E01-9E29-DC9DDDF06CCE}"/>
                </a:ext>
              </a:extLst>
            </p:cNvPr>
            <p:cNvCxnSpPr/>
            <p:nvPr/>
          </p:nvCxnSpPr>
          <p:spPr>
            <a:xfrm>
              <a:off x="7177944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559A4CCE-AA23-ED0A-524E-29B73D84085D}"/>
                </a:ext>
              </a:extLst>
            </p:cNvPr>
            <p:cNvCxnSpPr/>
            <p:nvPr/>
          </p:nvCxnSpPr>
          <p:spPr>
            <a:xfrm>
              <a:off x="7177944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1E8FF719-A614-5D2E-50F7-FD0ECE9D56D9}"/>
                </a:ext>
              </a:extLst>
            </p:cNvPr>
            <p:cNvCxnSpPr/>
            <p:nvPr/>
          </p:nvCxnSpPr>
          <p:spPr>
            <a:xfrm>
              <a:off x="717794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59214FC3-394F-EEB4-6384-443B408ADE5B}"/>
                </a:ext>
              </a:extLst>
            </p:cNvPr>
            <p:cNvCxnSpPr/>
            <p:nvPr/>
          </p:nvCxnSpPr>
          <p:spPr>
            <a:xfrm>
              <a:off x="8776882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3300BA59-3669-EA70-EFBC-870270279C54}"/>
                </a:ext>
              </a:extLst>
            </p:cNvPr>
            <p:cNvCxnSpPr/>
            <p:nvPr/>
          </p:nvCxnSpPr>
          <p:spPr>
            <a:xfrm>
              <a:off x="8776882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コネクタ 181">
              <a:extLst>
                <a:ext uri="{FF2B5EF4-FFF2-40B4-BE49-F238E27FC236}">
                  <ns2:creationId id="{3F3A15B1-7A0F-27FF-CA35-71579D6D18E0}"/>
                </a:ext>
              </a:extLst>
            </p:cNvPr>
            <p:cNvCxnSpPr/>
            <p:nvPr/>
          </p:nvCxnSpPr>
          <p:spPr>
            <a:xfrm>
              <a:off x="8778105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線コネクタ 186">
              <a:extLst>
                <a:ext uri="{FF2B5EF4-FFF2-40B4-BE49-F238E27FC236}">
                  <ns2:creationId id="{2712DAE4-DBCE-00B8-7DD2-5ED80E7A01DA}"/>
                </a:ext>
              </a:extLst>
            </p:cNvPr>
            <p:cNvCxnSpPr/>
            <p:nvPr/>
          </p:nvCxnSpPr>
          <p:spPr>
            <a:xfrm>
              <a:off x="10359603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FCFFFADD-7466-9FBD-F6C7-9BC8CA922ABD}"/>
                </a:ext>
              </a:extLst>
            </p:cNvPr>
            <p:cNvCxnSpPr/>
            <p:nvPr/>
          </p:nvCxnSpPr>
          <p:spPr>
            <a:xfrm>
              <a:off x="10359603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F14A525A-5502-BE6B-1375-34C603E63BEF}"/>
                </a:ext>
              </a:extLst>
            </p:cNvPr>
            <p:cNvCxnSpPr/>
            <p:nvPr/>
          </p:nvCxnSpPr>
          <p:spPr>
            <a:xfrm>
              <a:off x="1036082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09209972-B087-52FA-9809-A334791D6EC6}"/>
                </a:ext>
              </a:extLst>
            </p:cNvPr>
            <p:cNvCxnSpPr/>
            <p:nvPr/>
          </p:nvCxnSpPr>
          <p:spPr>
            <a:xfrm>
              <a:off x="717794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6DE6043F-EEB7-9C0E-3FE9-0F634EE9847C}"/>
                </a:ext>
              </a:extLst>
            </p:cNvPr>
            <p:cNvCxnSpPr/>
            <p:nvPr/>
          </p:nvCxnSpPr>
          <p:spPr>
            <a:xfrm>
              <a:off x="8778105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FEE478BC-EC14-CDF9-8F35-1A0C41C851B4}"/>
                </a:ext>
              </a:extLst>
            </p:cNvPr>
            <p:cNvCxnSpPr/>
            <p:nvPr/>
          </p:nvCxnSpPr>
          <p:spPr>
            <a:xfrm>
              <a:off x="1036082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B39CA1C7-E763-DC78-8117-B81EE0974D25}"/>
                </a:ext>
              </a:extLst>
            </p:cNvPr>
            <p:cNvCxnSpPr/>
            <p:nvPr/>
          </p:nvCxnSpPr>
          <p:spPr>
            <a:xfrm>
              <a:off x="9501856" y="5035531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87F69398-7685-3BC2-6CD1-40E2C1CB62AF}"/>
                </a:ext>
              </a:extLst>
            </p:cNvPr>
            <p:cNvCxnSpPr/>
            <p:nvPr/>
          </p:nvCxnSpPr>
          <p:spPr>
            <a:xfrm>
              <a:off x="9501856" y="5687178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【</a:t>
            </a:r>
            <a:r>
              <a:rPr lang="ja-JP" altLang="en-US" dirty="0"/>
              <a:t>XX</a:t>
            </a:r>
            <a:r>
              <a:rPr lang="en-US" altLang="ja-JP" dirty="0"/>
              <a:t>】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6" cy="705127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3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br>
              <a:rPr lang="en-US" altLang="ja-JP" sz="1800" dirty="0">
                <a:latin typeface="Meiryo UI"/>
                <a:ea typeface="Meiryo UI"/>
              </a:rPr>
            </a:b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3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</a:p>
        </p:txBody>
      </p:sp>
      <p:sp>
        <p:nvSpPr>
          <p:cNvPr id="105" name="正方形/長方形 104">
            <a:extLst>
              <a:ext uri="{FF2B5EF4-FFF2-40B4-BE49-F238E27FC236}">
                <ns2:creationId id="{B1D27F80-2C55-FCFE-7B36-5C205FFBB7ED}"/>
              </a:ext>
            </a:extLst>
          </p:cNvPr>
          <p:cNvSpPr/>
          <p:nvPr/>
        </p:nvSpPr>
        <p:spPr>
          <a:xfrm>
            <a:off x="7177944" y="2573837"/>
            <a:ext cx="1512000" cy="432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ns2:creationId id="{2F4EE6D2-F5F2-6444-7EB0-21A2949A0EBF}"/>
              </a:ext>
            </a:extLst>
          </p:cNvPr>
          <p:cNvSpPr/>
          <p:nvPr/>
        </p:nvSpPr>
        <p:spPr>
          <a:xfrm>
            <a:off x="7177943" y="4406902"/>
            <a:ext cx="1512001" cy="1908903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rgbClr val="32A357"/>
                </a:solidFill>
                <a:latin typeface="+mn-ea"/>
              </a:rPr>
              <a:t>XX</a:t>
            </a:r>
          </a:p>
        </p:txBody>
      </p:sp>
      <p:sp>
        <p:nvSpPr>
          <p:cNvPr id="111" name="正方形/長方形 110">
            <a:extLst>
              <a:ext uri="{FF2B5EF4-FFF2-40B4-BE49-F238E27FC236}">
                <ns2:creationId id="{3B6F364B-26FA-02FF-E6C6-2E128C9B2ADF}"/>
              </a:ext>
            </a:extLst>
          </p:cNvPr>
          <p:cNvSpPr/>
          <p:nvPr/>
        </p:nvSpPr>
        <p:spPr>
          <a:xfrm>
            <a:off x="9501856" y="4406902"/>
            <a:ext cx="770809" cy="605611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700" dirty="0">
                <a:solidFill>
                  <a:schemeClr val="accent2"/>
                </a:solidFill>
                <a:latin typeface="+mn-ea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) 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5" name="正方形/長方形 114">
            <a:extLst>
              <a:ext uri="{FF2B5EF4-FFF2-40B4-BE49-F238E27FC236}">
                <ns2:creationId id="{0816CF49-09E5-9C4F-3E26-F882E12BE3B1}"/>
              </a:ext>
            </a:extLst>
          </p:cNvPr>
          <p:cNvSpPr/>
          <p:nvPr/>
        </p:nvSpPr>
        <p:spPr>
          <a:xfrm>
            <a:off x="9501856" y="5058549"/>
            <a:ext cx="770808" cy="605611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700" dirty="0">
                <a:solidFill>
                  <a:schemeClr val="accent2"/>
                </a:solidFill>
                <a:latin typeface="+mn-ea"/>
              </a:rPr>
              <a:t>XX</a:t>
            </a: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) 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2A0581E5-948B-3D91-CF50-461CE8F407E2}"/>
              </a:ext>
            </a:extLst>
          </p:cNvPr>
          <p:cNvSpPr/>
          <p:nvPr/>
        </p:nvSpPr>
        <p:spPr>
          <a:xfrm>
            <a:off x="9501856" y="5710194"/>
            <a:ext cx="770809" cy="605611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7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700" dirty="0">
                <a:solidFill>
                  <a:schemeClr val="accent2"/>
                </a:solidFill>
                <a:latin typeface="+mn-ea"/>
              </a:rPr>
              <a:t>XX</a:t>
            </a:r>
            <a:r>
              <a:rPr lang="en-US" altLang="ja-JP" sz="700" dirty="0">
                <a:solidFill>
                  <a:schemeClr val="tx1"/>
                </a:solidFill>
                <a:latin typeface="+mn-ea"/>
              </a:rPr>
              <a:t>) 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59BACC6A-E0B4-6773-732E-4AA64F0EC8F5}"/>
              </a:ext>
            </a:extLst>
          </p:cNvPr>
          <p:cNvSpPr/>
          <p:nvPr/>
        </p:nvSpPr>
        <p:spPr>
          <a:xfrm>
            <a:off x="3295061" y="2152791"/>
            <a:ext cx="2750452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DF03AA4E-17C7-4D31-2439-573B7D689B60}"/>
              </a:ext>
            </a:extLst>
          </p:cNvPr>
          <p:cNvSpPr/>
          <p:nvPr/>
        </p:nvSpPr>
        <p:spPr>
          <a:xfrm>
            <a:off x="3295061" y="2770392"/>
            <a:ext cx="2750452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5" name="正方形/長方形 44">
            <a:extLst>
              <a:ext uri="{FF2B5EF4-FFF2-40B4-BE49-F238E27FC236}">
                <ns2:creationId id="{77099C1E-A630-C69D-7418-8A05BF9ECB5B}"/>
              </a:ext>
            </a:extLst>
          </p:cNvPr>
          <p:cNvSpPr/>
          <p:nvPr/>
        </p:nvSpPr>
        <p:spPr>
          <a:xfrm>
            <a:off x="3295061" y="3102149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(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) 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8A5DE505-DA5F-EEEE-3330-B0B2D42C5B12}"/>
              </a:ext>
            </a:extLst>
          </p:cNvPr>
          <p:cNvSpPr/>
          <p:nvPr/>
        </p:nvSpPr>
        <p:spPr>
          <a:xfrm>
            <a:off x="3295061" y="3349241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200" dirty="0">
              <a:solidFill>
                <a:schemeClr val="tx1"/>
              </a:solidFill>
              <a:highlight>
                <a:srgbClr val="D6EDDD"/>
              </a:highlight>
              <a:latin typeface="+mn-ea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ns2:creationId id="{D96C785C-8161-9AF4-BC2D-75CE139A84E8}"/>
              </a:ext>
            </a:extLst>
          </p:cNvPr>
          <p:cNvSpPr/>
          <p:nvPr/>
        </p:nvSpPr>
        <p:spPr>
          <a:xfrm>
            <a:off x="3295061" y="3596332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・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90" name="正方形/長方形 89">
            <a:extLst>
              <a:ext uri="{FF2B5EF4-FFF2-40B4-BE49-F238E27FC236}">
                <ns2:creationId id="{FBC08918-626A-B4A8-820E-30D1F59D5693}"/>
              </a:ext>
            </a:extLst>
          </p:cNvPr>
          <p:cNvSpPr/>
          <p:nvPr/>
        </p:nvSpPr>
        <p:spPr>
          <a:xfrm>
            <a:off x="3295061" y="4627669"/>
            <a:ext cx="2750452" cy="346047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en-US" altLang="ja-JP" sz="1200" dirty="0">
              <a:solidFill>
                <a:schemeClr val="tx1"/>
              </a:solidFill>
              <a:latin typeface="+mn-ea"/>
            </a:endParaRPr>
          </a:p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ns2:creationId id="{E318E896-4353-1277-86CB-3615438A27FC}"/>
              </a:ext>
            </a:extLst>
          </p:cNvPr>
          <p:cNvSpPr/>
          <p:nvPr/>
        </p:nvSpPr>
        <p:spPr>
          <a:xfrm>
            <a:off x="3316500" y="5660186"/>
            <a:ext cx="2750452" cy="387129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+mn-ea"/>
            </a:endParaRPr>
          </a:p>
          <a:p>
            <a:pPr marL="88900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93" name="正方形/長方形 92">
            <a:extLst>
              <a:ext uri="{FF2B5EF4-FFF2-40B4-BE49-F238E27FC236}">
                <ns2:creationId id="{19C51BF6-3837-A29F-EBB1-C1AD5A8A6785}"/>
              </a:ext>
            </a:extLst>
          </p:cNvPr>
          <p:cNvSpPr/>
          <p:nvPr/>
        </p:nvSpPr>
        <p:spPr>
          <a:xfrm>
            <a:off x="3295061" y="6073380"/>
            <a:ext cx="2750452" cy="239104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grpSp>
        <p:nvGrpSpPr>
          <p:cNvPr id="3" name="グループ化 2">
            <a:extLst>
              <a:ext uri="{FF2B5EF4-FFF2-40B4-BE49-F238E27FC236}">
                <ns2:creationId id="{FFD973FB-F4FE-FE9B-DAB5-471FDC0649B8}"/>
              </a:ext>
            </a:extLst>
          </p:cNvPr>
          <p:cNvGrpSpPr/>
          <p:nvPr/>
        </p:nvGrpSpPr>
        <p:grpSpPr>
          <a:xfrm>
            <a:off x="358300" y="1615388"/>
            <a:ext cx="5691038" cy="400470"/>
            <a:chOff x="358300" y="1615388"/>
            <a:chExt cx="5691038" cy="400470"/>
          </a:xfrm>
        </p:grpSpPr>
        <p:cxnSp>
          <p:nvCxnSpPr>
            <p:cNvPr id="5" name="直線コネクタ 4">
              <a:extLst>
                <a:ext uri="{FF2B5EF4-FFF2-40B4-BE49-F238E27FC236}">
                  <ns2:creationId id="{B8AF7A39-DB4E-E14A-1CD8-552A277AD5BB}"/>
                </a:ext>
              </a:extLst>
            </p:cNvPr>
            <p:cNvCxnSpPr>
              <a:cxnSpLocks/>
            </p:cNvCxnSpPr>
            <p:nvPr/>
          </p:nvCxnSpPr>
          <p:spPr>
            <a:xfrm>
              <a:off x="358300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ns2:creationId id="{103C7125-CDBD-39AF-D810-E649AC645857}"/>
                </a:ext>
              </a:extLst>
            </p:cNvPr>
            <p:cNvSpPr txBox="1"/>
            <p:nvPr/>
          </p:nvSpPr>
          <p:spPr>
            <a:xfrm>
              <a:off x="358301" y="1655861"/>
              <a:ext cx="5662398" cy="34416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7" name="グラフィックス 6" descr="矢印付きの円 枠線">
              <a:extLst>
                <a:ext uri="{FF2B5EF4-FFF2-40B4-BE49-F238E27FC236}">
                  <ns2:creationId id="{5D1B484F-51BE-F44A-78C8-F8A2EADC4E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741162" y="1615388"/>
              <a:ext cx="396000" cy="396000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ns2:creationId id="{2CACBBBD-2ECC-1F68-ADC3-64BB5D1E3B9E}"/>
              </a:ext>
            </a:extLst>
          </p:cNvPr>
          <p:cNvGrpSpPr/>
          <p:nvPr/>
        </p:nvGrpSpPr>
        <p:grpSpPr>
          <a:xfrm>
            <a:off x="6171299" y="1615388"/>
            <a:ext cx="5691038" cy="412303"/>
            <a:chOff x="6171299" y="1615388"/>
            <a:chExt cx="5691038" cy="412303"/>
          </a:xfrm>
        </p:grpSpPr>
        <p:cxnSp>
          <p:nvCxnSpPr>
            <p:cNvPr id="8" name="直線コネクタ 7">
              <a:extLst>
                <a:ext uri="{FF2B5EF4-FFF2-40B4-BE49-F238E27FC236}">
                  <ns2:creationId id="{7575ECE7-CEF5-B89E-A863-5BF5116E8AF0}"/>
                </a:ext>
              </a:extLst>
            </p:cNvPr>
            <p:cNvCxnSpPr>
              <a:cxnSpLocks/>
            </p:cNvCxnSpPr>
            <p:nvPr/>
          </p:nvCxnSpPr>
          <p:spPr>
            <a:xfrm>
              <a:off x="6171299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ns2:creationId id="{05FA6216-D255-76F6-5326-D921983201B1}"/>
                </a:ext>
              </a:extLst>
            </p:cNvPr>
            <p:cNvSpPr txBox="1"/>
            <p:nvPr/>
          </p:nvSpPr>
          <p:spPr>
            <a:xfrm>
              <a:off x="6171300" y="1655861"/>
              <a:ext cx="5662398" cy="37183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10" name="グラフィックス 9" descr="プレゼンテーション (棒グラフ) 枠線">
              <a:extLst>
                <a:ext uri="{FF2B5EF4-FFF2-40B4-BE49-F238E27FC236}">
                  <ns2:creationId id="{29CFDD58-AC30-C986-C39B-3674072B06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554161" y="1615388"/>
              <a:ext cx="396000" cy="396000"/>
            </a:xfrm>
            <a:prstGeom prst="rect">
              <a:avLst/>
            </a:prstGeom>
          </p:spPr>
        </p:pic>
      </p:grpSp>
      <p:sp>
        <p:nvSpPr>
          <p:cNvPr id="20" name="正方形/長方形 19">
            <a:extLst>
              <a:ext uri="{FF2B5EF4-FFF2-40B4-BE49-F238E27FC236}">
                <ns2:creationId id="{A9EDA105-0F9F-9B3E-72CC-818DA392F144}"/>
              </a:ext>
            </a:extLst>
          </p:cNvPr>
          <p:cNvSpPr/>
          <p:nvPr/>
        </p:nvSpPr>
        <p:spPr>
          <a:xfrm>
            <a:off x="1934136" y="2152792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5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8DFE2465-BE40-CB94-F774-47A71843B27A}"/>
              </a:ext>
            </a:extLst>
          </p:cNvPr>
          <p:cNvSpPr/>
          <p:nvPr/>
        </p:nvSpPr>
        <p:spPr>
          <a:xfrm>
            <a:off x="1934137" y="2770393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9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1CB8AE88-0C31-FE44-088B-5A8BBDAEDA85}"/>
              </a:ext>
            </a:extLst>
          </p:cNvPr>
          <p:cNvSpPr/>
          <p:nvPr/>
        </p:nvSpPr>
        <p:spPr>
          <a:xfrm>
            <a:off x="1934137" y="3099692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11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5" name="正方形/長方形 24">
            <a:extLst>
              <a:ext uri="{FF2B5EF4-FFF2-40B4-BE49-F238E27FC236}">
                <ns2:creationId id="{D71FE6EC-C12E-AF88-E26F-218C09C429D3}"/>
              </a:ext>
            </a:extLst>
          </p:cNvPr>
          <p:cNvSpPr/>
          <p:nvPr/>
        </p:nvSpPr>
        <p:spPr>
          <a:xfrm>
            <a:off x="1934137" y="3346784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12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EFA499E6-A607-11C6-60F9-C64252967B0D}"/>
              </a:ext>
            </a:extLst>
          </p:cNvPr>
          <p:cNvSpPr/>
          <p:nvPr/>
        </p:nvSpPr>
        <p:spPr>
          <a:xfrm>
            <a:off x="1934137" y="3593875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13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ACF91498-158E-BA96-C9D1-D2B64B4F5870}"/>
              </a:ext>
            </a:extLst>
          </p:cNvPr>
          <p:cNvSpPr/>
          <p:nvPr/>
        </p:nvSpPr>
        <p:spPr>
          <a:xfrm>
            <a:off x="1934137" y="4627669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20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FD1F04DF-6658-E908-09E0-79F3D01264D0}"/>
              </a:ext>
            </a:extLst>
          </p:cNvPr>
          <p:cNvSpPr/>
          <p:nvPr/>
        </p:nvSpPr>
        <p:spPr>
          <a:xfrm>
            <a:off x="1934137" y="5660186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30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56BED936-2784-C150-5814-33A84AF7B0A0}"/>
              </a:ext>
            </a:extLst>
          </p:cNvPr>
          <p:cNvSpPr/>
          <p:nvPr/>
        </p:nvSpPr>
        <p:spPr>
          <a:xfrm>
            <a:off x="1934137" y="6070923"/>
            <a:ext cx="503003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1</a:t>
            </a:r>
            <a:r>
              <a:rPr kumimoji="1"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67" name="正方形/長方形 66">
            <a:extLst>
              <a:ext uri="{FF2B5EF4-FFF2-40B4-BE49-F238E27FC236}">
                <ns2:creationId id="{B329DC64-7C39-E85E-CEA6-1CCD51CFB660}"/>
              </a:ext>
            </a:extLst>
          </p:cNvPr>
          <p:cNvSpPr/>
          <p:nvPr/>
        </p:nvSpPr>
        <p:spPr>
          <a:xfrm>
            <a:off x="2354998" y="2152792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kumimoji="1"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68" name="正方形/長方形 67">
            <a:extLst>
              <a:ext uri="{FF2B5EF4-FFF2-40B4-BE49-F238E27FC236}">
                <ns2:creationId id="{892D35F4-C98B-D6FF-F1EE-22B78102E994}"/>
              </a:ext>
            </a:extLst>
          </p:cNvPr>
          <p:cNvSpPr/>
          <p:nvPr/>
        </p:nvSpPr>
        <p:spPr>
          <a:xfrm>
            <a:off x="2354999" y="2770393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ns2:creationId id="{9D4CB881-92DD-9F49-4869-E4EE2D8D258D}"/>
              </a:ext>
            </a:extLst>
          </p:cNvPr>
          <p:cNvSpPr/>
          <p:nvPr/>
        </p:nvSpPr>
        <p:spPr>
          <a:xfrm>
            <a:off x="2354999" y="3099692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0" name="正方形/長方形 69">
            <a:extLst>
              <a:ext uri="{FF2B5EF4-FFF2-40B4-BE49-F238E27FC236}">
                <ns2:creationId id="{D1D90DAA-0835-8FC8-FF49-D90B94AB8A97}"/>
              </a:ext>
            </a:extLst>
          </p:cNvPr>
          <p:cNvSpPr/>
          <p:nvPr/>
        </p:nvSpPr>
        <p:spPr>
          <a:xfrm>
            <a:off x="2354999" y="3346784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1" name="正方形/長方形 70">
            <a:extLst>
              <a:ext uri="{FF2B5EF4-FFF2-40B4-BE49-F238E27FC236}">
                <ns2:creationId id="{88864160-2292-E261-E60D-F742698D0623}"/>
              </a:ext>
            </a:extLst>
          </p:cNvPr>
          <p:cNvSpPr/>
          <p:nvPr/>
        </p:nvSpPr>
        <p:spPr>
          <a:xfrm>
            <a:off x="2354999" y="3593875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FDDAD3FF-E320-3FBC-ED6A-4083CF38A571}"/>
              </a:ext>
            </a:extLst>
          </p:cNvPr>
          <p:cNvSpPr/>
          <p:nvPr/>
        </p:nvSpPr>
        <p:spPr>
          <a:xfrm>
            <a:off x="2354999" y="4627669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3" name="正方形/長方形 72">
            <a:extLst>
              <a:ext uri="{FF2B5EF4-FFF2-40B4-BE49-F238E27FC236}">
                <ns2:creationId id="{BA52DA36-8514-F6F0-EC9C-6AF18B3CA235}"/>
              </a:ext>
            </a:extLst>
          </p:cNvPr>
          <p:cNvSpPr/>
          <p:nvPr/>
        </p:nvSpPr>
        <p:spPr>
          <a:xfrm>
            <a:off x="2354999" y="5660186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74" name="正方形/長方形 73">
            <a:extLst>
              <a:ext uri="{FF2B5EF4-FFF2-40B4-BE49-F238E27FC236}">
                <ns2:creationId id="{D55D3B0A-D554-5AE3-8A5B-D8E35332BEBC}"/>
              </a:ext>
            </a:extLst>
          </p:cNvPr>
          <p:cNvSpPr/>
          <p:nvPr/>
        </p:nvSpPr>
        <p:spPr>
          <a:xfrm>
            <a:off x="2354999" y="6070923"/>
            <a:ext cx="684000" cy="244018"/>
          </a:xfrm>
          <a:prstGeom prst="rect">
            <a:avLst/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)</a:t>
            </a:r>
            <a:endParaRPr lang="ja-JP" altLang="en-US" sz="1400" dirty="0">
              <a:solidFill>
                <a:schemeClr val="accent5"/>
              </a:solidFill>
              <a:latin typeface="+mn-ea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ns2:creationId id="{E98E076C-ED9B-DAFA-5E1D-B21F13B49936}"/>
              </a:ext>
            </a:extLst>
          </p:cNvPr>
          <p:cNvGrpSpPr/>
          <p:nvPr/>
        </p:nvGrpSpPr>
        <p:grpSpPr>
          <a:xfrm>
            <a:off x="3108492" y="2071510"/>
            <a:ext cx="144000" cy="4248000"/>
            <a:chOff x="3108492" y="2071510"/>
            <a:chExt cx="144000" cy="424800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0562C9B8-2E76-1C3A-3F0F-F4704B5E0F3D}"/>
                </a:ext>
              </a:extLst>
            </p:cNvPr>
            <p:cNvCxnSpPr/>
            <p:nvPr/>
          </p:nvCxnSpPr>
          <p:spPr>
            <a:xfrm>
              <a:off x="3180492" y="2071510"/>
              <a:ext cx="0" cy="4248000"/>
            </a:xfrm>
            <a:prstGeom prst="line">
              <a:avLst/>
            </a:prstGeom>
            <a:ln w="38100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フローチャート: 結合子 76">
              <a:extLst>
                <a:ext uri="{FF2B5EF4-FFF2-40B4-BE49-F238E27FC236}">
                  <ns2:creationId id="{D8ADBD7C-2437-37A3-DF1F-38FF62FA9A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2202801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フローチャート: 結合子 77">
              <a:extLst>
                <a:ext uri="{FF2B5EF4-FFF2-40B4-BE49-F238E27FC236}">
                  <ns2:creationId id="{D566B4A4-58C2-C0CD-71F3-C09827AB0E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2820402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フローチャート: 結合子 78">
              <a:extLst>
                <a:ext uri="{FF2B5EF4-FFF2-40B4-BE49-F238E27FC236}">
                  <ns2:creationId id="{0DABF0AD-EBDC-8488-DEC7-906267FD9D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3149701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0" name="フローチャート: 結合子 79">
              <a:extLst>
                <a:ext uri="{FF2B5EF4-FFF2-40B4-BE49-F238E27FC236}">
                  <ns2:creationId id="{EF324E62-6330-83D4-A14E-E4D289A691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3396792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フローチャート: 結合子 80">
              <a:extLst>
                <a:ext uri="{FF2B5EF4-FFF2-40B4-BE49-F238E27FC236}">
                  <ns2:creationId id="{E24E732D-E2B6-198C-FFCF-66229AAAAF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3643884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フローチャート: 結合子 81">
              <a:extLst>
                <a:ext uri="{FF2B5EF4-FFF2-40B4-BE49-F238E27FC236}">
                  <ns2:creationId id="{32EA9D05-CAF5-3D8B-F474-31C5F53C39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4677678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フローチャート: 結合子 82">
              <a:extLst>
                <a:ext uri="{FF2B5EF4-FFF2-40B4-BE49-F238E27FC236}">
                  <ns2:creationId id="{A4EAA2EC-458F-A43C-1C13-633E0376C1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5710194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フローチャート: 結合子 83">
              <a:extLst>
                <a:ext uri="{FF2B5EF4-FFF2-40B4-BE49-F238E27FC236}">
                  <ns2:creationId id="{C7EC832A-F790-7438-020F-ED58EAAD47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08492" y="6108232"/>
              <a:ext cx="144000" cy="144000"/>
            </a:xfrm>
            <a:prstGeom prst="flowChartConnector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85" name="正方形/長方形 84">
            <a:extLst>
              <a:ext uri="{FF2B5EF4-FFF2-40B4-BE49-F238E27FC236}">
                <ns2:creationId id="{A7C3043A-9642-C9DC-980D-4C67913CA7D4}"/>
              </a:ext>
            </a:extLst>
          </p:cNvPr>
          <p:cNvSpPr/>
          <p:nvPr/>
        </p:nvSpPr>
        <p:spPr>
          <a:xfrm>
            <a:off x="340420" y="3099692"/>
            <a:ext cx="1400738" cy="738201"/>
          </a:xfrm>
          <a:prstGeom prst="rect">
            <a:avLst/>
          </a:prstGeom>
          <a:solidFill>
            <a:schemeClr val="accent5">
              <a:alpha val="22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</a:rPr>
            </a:br>
            <a:r>
              <a:rPr lang="ja-JP" altLang="en-US" sz="1100" dirty="0">
                <a:solidFill>
                  <a:schemeClr val="tx1"/>
                </a:solidFill>
              </a:rPr>
              <a:t>XX</a:t>
            </a:r>
          </a:p>
        </p:txBody>
      </p:sp>
      <p:sp>
        <p:nvSpPr>
          <p:cNvPr id="86" name="正方形/長方形 85">
            <a:extLst>
              <a:ext uri="{FF2B5EF4-FFF2-40B4-BE49-F238E27FC236}">
                <ns2:creationId id="{C4859875-0DBC-62D0-7B45-A5C10FD296B0}"/>
              </a:ext>
            </a:extLst>
          </p:cNvPr>
          <p:cNvSpPr/>
          <p:nvPr/>
        </p:nvSpPr>
        <p:spPr>
          <a:xfrm>
            <a:off x="340420" y="4627669"/>
            <a:ext cx="1400738" cy="244018"/>
          </a:xfrm>
          <a:prstGeom prst="rect">
            <a:avLst/>
          </a:prstGeom>
          <a:solidFill>
            <a:schemeClr val="accent5">
              <a:alpha val="22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ns2:creationId id="{22D5B9D3-9215-3928-768A-2B0A08A0BC49}"/>
              </a:ext>
            </a:extLst>
          </p:cNvPr>
          <p:cNvSpPr/>
          <p:nvPr/>
        </p:nvSpPr>
        <p:spPr>
          <a:xfrm>
            <a:off x="340420" y="5660186"/>
            <a:ext cx="1400738" cy="654756"/>
          </a:xfrm>
          <a:prstGeom prst="rect">
            <a:avLst/>
          </a:prstGeom>
          <a:solidFill>
            <a:schemeClr val="accent5">
              <a:alpha val="22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ns2:creationId id="{517C6F21-F212-78DD-CD6C-19A74F6FA77E}"/>
              </a:ext>
            </a:extLst>
          </p:cNvPr>
          <p:cNvCxnSpPr>
            <a:cxnSpLocks/>
            <a:stCxn id="86" idx="3"/>
            <a:endCxn id="27" idx="1"/>
          </p:cNvCxnSpPr>
          <p:nvPr/>
        </p:nvCxnSpPr>
        <p:spPr>
          <a:xfrm>
            <a:off x="1741158" y="4749678"/>
            <a:ext cx="144000" cy="0"/>
          </a:xfrm>
          <a:prstGeom prst="straightConnector1">
            <a:avLst/>
          </a:prstGeom>
          <a:ln w="9525">
            <a:solidFill>
              <a:schemeClr val="accent5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線矢印コネクタ 123">
            <a:extLst>
              <a:ext uri="{FF2B5EF4-FFF2-40B4-BE49-F238E27FC236}">
                <ns2:creationId id="{CF9D3F4E-555E-37ED-EA15-4D499430B6B6}"/>
              </a:ext>
            </a:extLst>
          </p:cNvPr>
          <p:cNvCxnSpPr>
            <a:cxnSpLocks/>
          </p:cNvCxnSpPr>
          <p:nvPr/>
        </p:nvCxnSpPr>
        <p:spPr>
          <a:xfrm>
            <a:off x="1741157" y="5987564"/>
            <a:ext cx="144000" cy="0"/>
          </a:xfrm>
          <a:prstGeom prst="straightConnector1">
            <a:avLst/>
          </a:prstGeom>
          <a:ln w="9525">
            <a:solidFill>
              <a:schemeClr val="accent5"/>
            </a:solidFill>
            <a:headEnd type="none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24">
            <a:extLst>
              <a:ext uri="{FF2B5EF4-FFF2-40B4-BE49-F238E27FC236}">
                <ns2:creationId id="{31411072-063B-43E8-1C27-40FA8C791A11}"/>
              </a:ext>
            </a:extLst>
          </p:cNvPr>
          <p:cNvCxnSpPr>
            <a:cxnSpLocks/>
          </p:cNvCxnSpPr>
          <p:nvPr/>
        </p:nvCxnSpPr>
        <p:spPr>
          <a:xfrm>
            <a:off x="1882469" y="5782195"/>
            <a:ext cx="0" cy="410737"/>
          </a:xfrm>
          <a:prstGeom prst="straightConnector1">
            <a:avLst/>
          </a:prstGeom>
          <a:ln w="9525">
            <a:solidFill>
              <a:schemeClr val="accent5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矢印コネクタ 127">
            <a:extLst>
              <a:ext uri="{FF2B5EF4-FFF2-40B4-BE49-F238E27FC236}">
                <ns2:creationId id="{18D48AB2-4B47-D1CB-D04D-E255CE7431AC}"/>
              </a:ext>
            </a:extLst>
          </p:cNvPr>
          <p:cNvCxnSpPr>
            <a:cxnSpLocks/>
          </p:cNvCxnSpPr>
          <p:nvPr/>
        </p:nvCxnSpPr>
        <p:spPr>
          <a:xfrm>
            <a:off x="1741158" y="3468792"/>
            <a:ext cx="144000" cy="0"/>
          </a:xfrm>
          <a:prstGeom prst="straightConnector1">
            <a:avLst/>
          </a:prstGeom>
          <a:ln w="9525">
            <a:solidFill>
              <a:schemeClr val="accent5"/>
            </a:solidFill>
            <a:headEnd type="none" w="med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矢印コネクタ 128">
            <a:extLst>
              <a:ext uri="{FF2B5EF4-FFF2-40B4-BE49-F238E27FC236}">
                <ns2:creationId id="{73A7DAED-39DF-34F2-BCA8-3123D2689E1B}"/>
              </a:ext>
            </a:extLst>
          </p:cNvPr>
          <p:cNvCxnSpPr>
            <a:cxnSpLocks/>
          </p:cNvCxnSpPr>
          <p:nvPr/>
        </p:nvCxnSpPr>
        <p:spPr>
          <a:xfrm>
            <a:off x="1882469" y="3163654"/>
            <a:ext cx="0" cy="610276"/>
          </a:xfrm>
          <a:prstGeom prst="straightConnector1">
            <a:avLst/>
          </a:prstGeom>
          <a:ln w="9525">
            <a:solidFill>
              <a:schemeClr val="accent5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グループ化 136">
            <a:extLst>
              <a:ext uri="{FF2B5EF4-FFF2-40B4-BE49-F238E27FC236}">
                <ns2:creationId id="{A2E1AD30-73C7-3DCD-286D-37794810B602}"/>
              </a:ext>
            </a:extLst>
          </p:cNvPr>
          <p:cNvGrpSpPr/>
          <p:nvPr/>
        </p:nvGrpSpPr>
        <p:grpSpPr>
          <a:xfrm>
            <a:off x="11120728" y="1317533"/>
            <a:ext cx="729446" cy="261534"/>
            <a:chOff x="11104297" y="1583278"/>
            <a:chExt cx="729446" cy="261534"/>
          </a:xfrm>
        </p:grpSpPr>
        <p:sp>
          <p:nvSpPr>
            <p:cNvPr id="132" name="正方形/長方形 131">
              <a:extLst>
                <a:ext uri="{FF2B5EF4-FFF2-40B4-BE49-F238E27FC236}">
                  <ns2:creationId id="{F73D099D-F180-3727-613F-05B90D272857}"/>
                </a:ext>
              </a:extLst>
            </p:cNvPr>
            <p:cNvSpPr/>
            <p:nvPr/>
          </p:nvSpPr>
          <p:spPr>
            <a:xfrm>
              <a:off x="11295133" y="1634597"/>
              <a:ext cx="538610" cy="1844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highlight>
                  <a:srgbClr val="D6EDDD"/>
                </a:highlight>
                <a:latin typeface="+mn-ea"/>
              </a:endParaRPr>
            </a:p>
          </p:txBody>
        </p:sp>
        <p:pic>
          <p:nvPicPr>
            <p:cNvPr id="136" name="グラフィックス 135" descr="繰り返し 単色塗りつぶし">
              <a:extLst>
                <a:ext uri="{FF2B5EF4-FFF2-40B4-BE49-F238E27FC236}">
                  <ns2:creationId id="{6FECE935-54C8-7DE3-A8DF-1CF3768A53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1104297" y="1583278"/>
              <a:ext cx="261534" cy="261534"/>
            </a:xfrm>
            <a:prstGeom prst="rect">
              <a:avLst/>
            </a:prstGeom>
          </p:spPr>
        </p:pic>
      </p:grpSp>
      <p:grpSp>
        <p:nvGrpSpPr>
          <p:cNvPr id="145" name="グループ化 144">
            <a:extLst>
              <a:ext uri="{FF2B5EF4-FFF2-40B4-BE49-F238E27FC236}">
                <ns2:creationId id="{6796CED4-F11B-2FB9-0987-EBCAAEB46F42}"/>
              </a:ext>
            </a:extLst>
          </p:cNvPr>
          <p:cNvGrpSpPr/>
          <p:nvPr/>
        </p:nvGrpSpPr>
        <p:grpSpPr>
          <a:xfrm>
            <a:off x="5122549" y="3349241"/>
            <a:ext cx="426716" cy="239104"/>
            <a:chOff x="5196318" y="3030389"/>
            <a:chExt cx="426716" cy="239104"/>
          </a:xfrm>
        </p:grpSpPr>
        <p:sp>
          <p:nvSpPr>
            <p:cNvPr id="134" name="正方形/長方形 133">
              <a:extLst>
                <a:ext uri="{FF2B5EF4-FFF2-40B4-BE49-F238E27FC236}">
                  <ns2:creationId id="{317B5137-83E9-4EDE-5987-FC991CED9F85}"/>
                </a:ext>
              </a:extLst>
            </p:cNvPr>
            <p:cNvSpPr/>
            <p:nvPr/>
          </p:nvSpPr>
          <p:spPr>
            <a:xfrm>
              <a:off x="5196318" y="3030389"/>
              <a:ext cx="426716" cy="239104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1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44" name="グラフィックス 143" descr="繰り返し 単色塗りつぶし">
              <a:extLst>
                <a:ext uri="{FF2B5EF4-FFF2-40B4-BE49-F238E27FC236}">
                  <ns2:creationId id="{B64FB43C-76DF-FF89-178B-18D7A959B9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239780" y="3059941"/>
              <a:ext cx="180000" cy="180000"/>
            </a:xfrm>
            <a:prstGeom prst="rect">
              <a:avLst/>
            </a:prstGeom>
          </p:spPr>
        </p:pic>
      </p:grpSp>
      <p:grpSp>
        <p:nvGrpSpPr>
          <p:cNvPr id="152" name="グループ化 151">
            <a:extLst>
              <a:ext uri="{FF2B5EF4-FFF2-40B4-BE49-F238E27FC236}">
                <ns2:creationId id="{6814ADDC-C5EA-49D9-496C-D98EFAED870F}"/>
              </a:ext>
            </a:extLst>
          </p:cNvPr>
          <p:cNvGrpSpPr/>
          <p:nvPr/>
        </p:nvGrpSpPr>
        <p:grpSpPr>
          <a:xfrm>
            <a:off x="5122549" y="4627669"/>
            <a:ext cx="426716" cy="239104"/>
            <a:chOff x="5196318" y="3030389"/>
            <a:chExt cx="426716" cy="239104"/>
          </a:xfrm>
        </p:grpSpPr>
        <p:sp>
          <p:nvSpPr>
            <p:cNvPr id="153" name="正方形/長方形 152">
              <a:extLst>
                <a:ext uri="{FF2B5EF4-FFF2-40B4-BE49-F238E27FC236}">
                  <ns2:creationId id="{775B534A-ABAA-5AF5-8A32-EFA3981CEA2E}"/>
                </a:ext>
              </a:extLst>
            </p:cNvPr>
            <p:cNvSpPr/>
            <p:nvPr/>
          </p:nvSpPr>
          <p:spPr>
            <a:xfrm>
              <a:off x="5196318" y="3030389"/>
              <a:ext cx="426716" cy="239104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2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54" name="グラフィックス 153" descr="繰り返し 単色塗りつぶし">
              <a:extLst>
                <a:ext uri="{FF2B5EF4-FFF2-40B4-BE49-F238E27FC236}">
                  <ns2:creationId id="{DB6FA1A8-F2D0-DC6D-28D0-9D39753C2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239780" y="3059941"/>
              <a:ext cx="180000" cy="180000"/>
            </a:xfrm>
            <a:prstGeom prst="rect">
              <a:avLst/>
            </a:prstGeom>
          </p:spPr>
        </p:pic>
      </p:grpSp>
      <p:grpSp>
        <p:nvGrpSpPr>
          <p:cNvPr id="155" name="グループ化 154">
            <a:extLst>
              <a:ext uri="{FF2B5EF4-FFF2-40B4-BE49-F238E27FC236}">
                <ns2:creationId id="{27183162-D1A7-EE0B-2B97-4F2ACB7A3BFE}"/>
              </a:ext>
            </a:extLst>
          </p:cNvPr>
          <p:cNvGrpSpPr/>
          <p:nvPr/>
        </p:nvGrpSpPr>
        <p:grpSpPr>
          <a:xfrm>
            <a:off x="5122549" y="5660186"/>
            <a:ext cx="426716" cy="239104"/>
            <a:chOff x="5196318" y="3030389"/>
            <a:chExt cx="426716" cy="239104"/>
          </a:xfrm>
        </p:grpSpPr>
        <p:sp>
          <p:nvSpPr>
            <p:cNvPr id="156" name="正方形/長方形 155">
              <a:extLst>
                <a:ext uri="{FF2B5EF4-FFF2-40B4-BE49-F238E27FC236}">
                  <ns2:creationId id="{C1E76CB1-4D62-97D7-88B1-C8E81C886E49}"/>
                </a:ext>
              </a:extLst>
            </p:cNvPr>
            <p:cNvSpPr/>
            <p:nvPr/>
          </p:nvSpPr>
          <p:spPr>
            <a:xfrm>
              <a:off x="5196318" y="3030389"/>
              <a:ext cx="426716" cy="239104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3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57" name="グラフィックス 156" descr="繰り返し 単色塗りつぶし">
              <a:extLst>
                <a:ext uri="{FF2B5EF4-FFF2-40B4-BE49-F238E27FC236}">
                  <ns2:creationId id="{53DE30E7-D0C8-A9A0-FE2C-C5D26CD535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239780" y="3059941"/>
              <a:ext cx="180000" cy="180000"/>
            </a:xfrm>
            <a:prstGeom prst="rect">
              <a:avLst/>
            </a:prstGeom>
          </p:spPr>
        </p:pic>
      </p:grpSp>
      <p:sp>
        <p:nvSpPr>
          <p:cNvPr id="170" name="正方形/長方形 169">
            <a:extLst>
              <a:ext uri="{FF2B5EF4-FFF2-40B4-BE49-F238E27FC236}">
                <ns2:creationId id="{B93B1C56-C071-FC2C-5AF1-952E54571629}"/>
              </a:ext>
            </a:extLst>
          </p:cNvPr>
          <p:cNvSpPr/>
          <p:nvPr/>
        </p:nvSpPr>
        <p:spPr>
          <a:xfrm>
            <a:off x="7177944" y="3038447"/>
            <a:ext cx="1512000" cy="288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1" name="正方形/長方形 170">
            <a:extLst>
              <a:ext uri="{FF2B5EF4-FFF2-40B4-BE49-F238E27FC236}">
                <ns2:creationId id="{F3C4EF72-A32B-3241-37B9-6C593218E479}"/>
              </a:ext>
            </a:extLst>
          </p:cNvPr>
          <p:cNvSpPr/>
          <p:nvPr/>
        </p:nvSpPr>
        <p:spPr>
          <a:xfrm>
            <a:off x="7177944" y="3359057"/>
            <a:ext cx="1512000" cy="691258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)</a:t>
            </a:r>
          </a:p>
        </p:txBody>
      </p:sp>
      <p:sp>
        <p:nvSpPr>
          <p:cNvPr id="172" name="正方形/長方形 171">
            <a:extLst>
              <a:ext uri="{FF2B5EF4-FFF2-40B4-BE49-F238E27FC236}">
                <ns2:creationId id="{3786D58E-8C2F-15BD-A526-FF05885E9AC3}"/>
              </a:ext>
            </a:extLst>
          </p:cNvPr>
          <p:cNvSpPr/>
          <p:nvPr/>
        </p:nvSpPr>
        <p:spPr>
          <a:xfrm>
            <a:off x="7177944" y="4082925"/>
            <a:ext cx="1512000" cy="286292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6" name="正方形/長方形 175">
            <a:extLst>
              <a:ext uri="{FF2B5EF4-FFF2-40B4-BE49-F238E27FC236}">
                <ns2:creationId id="{5712EC3F-D199-7466-E0E7-5D248477ACC1}"/>
              </a:ext>
            </a:extLst>
          </p:cNvPr>
          <p:cNvSpPr/>
          <p:nvPr/>
        </p:nvSpPr>
        <p:spPr>
          <a:xfrm>
            <a:off x="8760664" y="2573837"/>
            <a:ext cx="1512000" cy="432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7" name="正方形/長方形 176">
            <a:extLst>
              <a:ext uri="{FF2B5EF4-FFF2-40B4-BE49-F238E27FC236}">
                <ns2:creationId id="{ED9C926A-534B-BC5F-2771-8309700AE0F1}"/>
              </a:ext>
            </a:extLst>
          </p:cNvPr>
          <p:cNvSpPr/>
          <p:nvPr/>
        </p:nvSpPr>
        <p:spPr>
          <a:xfrm>
            <a:off x="8760664" y="3038447"/>
            <a:ext cx="1512000" cy="288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8" name="正方形/長方形 177">
            <a:extLst>
              <a:ext uri="{FF2B5EF4-FFF2-40B4-BE49-F238E27FC236}">
                <ns2:creationId id="{F6AF78C8-669D-978F-2B20-191056A81AC0}"/>
              </a:ext>
            </a:extLst>
          </p:cNvPr>
          <p:cNvSpPr/>
          <p:nvPr/>
        </p:nvSpPr>
        <p:spPr>
          <a:xfrm>
            <a:off x="8760664" y="3359057"/>
            <a:ext cx="1512000" cy="691258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85725" algn="l"/>
              </a:tabLst>
            </a:pPr>
            <a:r>
              <a:rPr lang="ja-JP" altLang="en-US" sz="1000" dirty="0">
                <a:solidFill>
                  <a:schemeClr val="accent5"/>
                </a:solidFill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) 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) </a:t>
            </a:r>
          </a:p>
          <a:p>
            <a:pPr>
              <a:tabLst>
                <a:tab pos="85725" algn="l"/>
              </a:tabLst>
            </a:pPr>
            <a:r>
              <a:rPr lang="ja-JP" altLang="en-US" sz="1000" dirty="0">
                <a:solidFill>
                  <a:schemeClr val="accent5"/>
                </a:solidFill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) 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</a:rPr>
              <a:t>) </a:t>
            </a:r>
          </a:p>
        </p:txBody>
      </p:sp>
      <p:sp>
        <p:nvSpPr>
          <p:cNvPr id="179" name="正方形/長方形 178">
            <a:extLst>
              <a:ext uri="{FF2B5EF4-FFF2-40B4-BE49-F238E27FC236}">
                <ns2:creationId id="{384D8FEA-E643-92B9-03F5-84DFFAFDB079}"/>
              </a:ext>
            </a:extLst>
          </p:cNvPr>
          <p:cNvSpPr/>
          <p:nvPr/>
        </p:nvSpPr>
        <p:spPr>
          <a:xfrm>
            <a:off x="8760664" y="4082924"/>
            <a:ext cx="1512000" cy="286292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83" name="正方形/長方形 182">
            <a:extLst>
              <a:ext uri="{FF2B5EF4-FFF2-40B4-BE49-F238E27FC236}">
                <ns2:creationId id="{9877ABD7-C732-4ABC-C5A8-0278C090895A}"/>
              </a:ext>
            </a:extLst>
          </p:cNvPr>
          <p:cNvSpPr/>
          <p:nvPr/>
        </p:nvSpPr>
        <p:spPr>
          <a:xfrm>
            <a:off x="10343384" y="2573837"/>
            <a:ext cx="1512000" cy="432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84" name="正方形/長方形 183">
            <a:extLst>
              <a:ext uri="{FF2B5EF4-FFF2-40B4-BE49-F238E27FC236}">
                <ns2:creationId id="{1EEEC5D0-357D-7FE5-B43E-DE81C48821AB}"/>
              </a:ext>
            </a:extLst>
          </p:cNvPr>
          <p:cNvSpPr/>
          <p:nvPr/>
        </p:nvSpPr>
        <p:spPr>
          <a:xfrm>
            <a:off x="10343384" y="3038447"/>
            <a:ext cx="1512000" cy="288000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5" name="正方形/長方形 184">
            <a:extLst>
              <a:ext uri="{FF2B5EF4-FFF2-40B4-BE49-F238E27FC236}">
                <ns2:creationId id="{4DF094C7-1D96-62C5-2B7F-FD6CE0D8C840}"/>
              </a:ext>
            </a:extLst>
          </p:cNvPr>
          <p:cNvSpPr/>
          <p:nvPr/>
        </p:nvSpPr>
        <p:spPr>
          <a:xfrm>
            <a:off x="10343384" y="3359057"/>
            <a:ext cx="1512000" cy="691258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87313" indent="-87313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85725" algn="l"/>
              </a:tabLst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6" name="正方形/長方形 185">
            <a:extLst>
              <a:ext uri="{FF2B5EF4-FFF2-40B4-BE49-F238E27FC236}">
                <ns2:creationId id="{8A5A55B4-2118-65A4-ECC4-C1E515440491}"/>
              </a:ext>
            </a:extLst>
          </p:cNvPr>
          <p:cNvSpPr/>
          <p:nvPr/>
        </p:nvSpPr>
        <p:spPr>
          <a:xfrm>
            <a:off x="10343384" y="4082925"/>
            <a:ext cx="1512000" cy="286292"/>
          </a:xfrm>
          <a:prstGeom prst="rect">
            <a:avLst/>
          </a:prstGeom>
          <a:noFill/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0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1" name="正方形/長方形 190">
            <a:extLst>
              <a:ext uri="{FF2B5EF4-FFF2-40B4-BE49-F238E27FC236}">
                <ns2:creationId id="{DB0272D4-2696-0E5B-CEA3-54FD316353F0}"/>
              </a:ext>
            </a:extLst>
          </p:cNvPr>
          <p:cNvSpPr/>
          <p:nvPr/>
        </p:nvSpPr>
        <p:spPr>
          <a:xfrm>
            <a:off x="8760666" y="4406902"/>
            <a:ext cx="689663" cy="1908903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accent2"/>
                </a:solidFill>
                <a:latin typeface="+mn-ea"/>
              </a:rPr>
              <a:t>XX</a:t>
            </a:r>
          </a:p>
        </p:txBody>
      </p:sp>
      <p:sp>
        <p:nvSpPr>
          <p:cNvPr id="192" name="正方形/長方形 191">
            <a:extLst>
              <a:ext uri="{FF2B5EF4-FFF2-40B4-BE49-F238E27FC236}">
                <ns2:creationId id="{41B403C9-C199-D5B3-29D9-1326261E4428}"/>
              </a:ext>
            </a:extLst>
          </p:cNvPr>
          <p:cNvSpPr/>
          <p:nvPr/>
        </p:nvSpPr>
        <p:spPr>
          <a:xfrm>
            <a:off x="10343384" y="4406902"/>
            <a:ext cx="1512001" cy="1908903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rgbClr val="32A357"/>
                </a:solidFill>
                <a:latin typeface="+mn-ea"/>
              </a:rPr>
              <a:t>XX</a:t>
            </a:r>
          </a:p>
        </p:txBody>
      </p:sp>
      <p:grpSp>
        <p:nvGrpSpPr>
          <p:cNvPr id="13" name="グループ化 12">
            <a:extLst>
              <a:ext uri="{FF2B5EF4-FFF2-40B4-BE49-F238E27FC236}">
                <ns2:creationId id="{D3D7B915-2425-72F3-0A27-35D1844F7992}"/>
              </a:ext>
            </a:extLst>
          </p:cNvPr>
          <p:cNvGrpSpPr/>
          <p:nvPr/>
        </p:nvGrpSpPr>
        <p:grpSpPr>
          <a:xfrm>
            <a:off x="6111292" y="2573837"/>
            <a:ext cx="1042176" cy="3741968"/>
            <a:chOff x="6111292" y="2573837"/>
            <a:chExt cx="1042176" cy="3741968"/>
          </a:xfrm>
        </p:grpSpPr>
        <p:sp>
          <p:nvSpPr>
            <p:cNvPr id="118" name="正方形/長方形 117">
              <a:extLst>
                <a:ext uri="{FF2B5EF4-FFF2-40B4-BE49-F238E27FC236}">
                  <ns2:creationId id="{A2F9CF10-ACC7-A476-7E47-1E1DE0B93CF7}"/>
                </a:ext>
              </a:extLst>
            </p:cNvPr>
            <p:cNvSpPr/>
            <p:nvPr/>
          </p:nvSpPr>
          <p:spPr>
            <a:xfrm>
              <a:off x="6111292" y="2573837"/>
              <a:ext cx="304792" cy="3734885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24D089A-8ECC-434A-6810-853A86083C98}"/>
                </a:ext>
              </a:extLst>
            </p:cNvPr>
            <p:cNvSpPr/>
            <p:nvPr/>
          </p:nvSpPr>
          <p:spPr>
            <a:xfrm>
              <a:off x="6453404" y="4406901"/>
              <a:ext cx="324000" cy="1901823"/>
            </a:xfrm>
            <a:prstGeom prst="rect">
              <a:avLst/>
            </a:prstGeom>
            <a:solidFill>
              <a:srgbClr val="32A357">
                <a:alpha val="38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AC958B31-1EBC-EE60-A980-EB44B2717484}"/>
                </a:ext>
              </a:extLst>
            </p:cNvPr>
            <p:cNvSpPr/>
            <p:nvPr/>
          </p:nvSpPr>
          <p:spPr>
            <a:xfrm>
              <a:off x="6820609" y="4406902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69475442-C98F-DB68-08E4-B27A410C74B8}"/>
                </a:ext>
              </a:extLst>
            </p:cNvPr>
            <p:cNvSpPr/>
            <p:nvPr/>
          </p:nvSpPr>
          <p:spPr>
            <a:xfrm>
              <a:off x="6820609" y="5058548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2</a:t>
              </a:r>
              <a:endParaRPr kumimoji="1"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011E9F85-9B0F-5903-3260-CA8B82AF7F79}"/>
                </a:ext>
              </a:extLst>
            </p:cNvPr>
            <p:cNvSpPr/>
            <p:nvPr/>
          </p:nvSpPr>
          <p:spPr>
            <a:xfrm>
              <a:off x="6820609" y="5710194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3</a:t>
              </a:r>
              <a:endParaRPr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9319B703-9DE5-74A8-4F1E-87DFFDF0808E}"/>
                </a:ext>
              </a:extLst>
            </p:cNvPr>
            <p:cNvSpPr/>
            <p:nvPr/>
          </p:nvSpPr>
          <p:spPr>
            <a:xfrm>
              <a:off x="6447163" y="2573837"/>
              <a:ext cx="706305" cy="432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4C5E4833-C577-A7A7-4FD5-4C35977FAB66}"/>
                </a:ext>
              </a:extLst>
            </p:cNvPr>
            <p:cNvSpPr/>
            <p:nvPr/>
          </p:nvSpPr>
          <p:spPr>
            <a:xfrm>
              <a:off x="6447163" y="3038447"/>
              <a:ext cx="706305" cy="288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3F0BDD82-68F3-C75B-7125-5C7EEFD31849}"/>
                </a:ext>
              </a:extLst>
            </p:cNvPr>
            <p:cNvSpPr/>
            <p:nvPr/>
          </p:nvSpPr>
          <p:spPr>
            <a:xfrm>
              <a:off x="6447163" y="3359057"/>
              <a:ext cx="706305" cy="691258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88914A78-3A55-2FB3-61A5-223C81BB0628}"/>
                </a:ext>
              </a:extLst>
            </p:cNvPr>
            <p:cNvSpPr/>
            <p:nvPr/>
          </p:nvSpPr>
          <p:spPr>
            <a:xfrm>
              <a:off x="6447163" y="4082925"/>
              <a:ext cx="706305" cy="286292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90" name="グラフィックス 189" descr="繰り返し 単色塗りつぶし">
              <a:extLst>
                <a:ext uri="{FF2B5EF4-FFF2-40B4-BE49-F238E27FC236}">
                  <ns2:creationId id="{F8A7394F-0A53-6C07-CED9-3E263410B4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484636" y="4881746"/>
              <a:ext cx="261534" cy="261534"/>
            </a:xfrm>
            <a:prstGeom prst="rect">
              <a:avLst/>
            </a:prstGeom>
          </p:spPr>
        </p:pic>
        <p:pic>
          <p:nvPicPr>
            <p:cNvPr id="198" name="グラフィックス 197" descr="ペン 単色塗りつぶし">
              <a:extLst>
                <a:ext uri="{FF2B5EF4-FFF2-40B4-BE49-F238E27FC236}">
                  <ns2:creationId id="{9E868195-3355-836C-8BA3-6D271A0962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134644" y="3964536"/>
              <a:ext cx="261534" cy="261534"/>
            </a:xfrm>
            <a:prstGeom prst="rect">
              <a:avLst/>
            </a:prstGeom>
          </p:spPr>
        </p:pic>
      </p:grpSp>
      <p:grpSp>
        <p:nvGrpSpPr>
          <p:cNvPr id="14" name="グループ化 13">
            <a:extLst>
              <a:ext uri="{FF2B5EF4-FFF2-40B4-BE49-F238E27FC236}">
                <ns2:creationId id="{A8118B5D-FC32-96CE-A63B-93566A1A0768}"/>
              </a:ext>
            </a:extLst>
          </p:cNvPr>
          <p:cNvGrpSpPr/>
          <p:nvPr/>
        </p:nvGrpSpPr>
        <p:grpSpPr>
          <a:xfrm>
            <a:off x="7133089" y="2110014"/>
            <a:ext cx="4722296" cy="458294"/>
            <a:chOff x="7133089" y="2110014"/>
            <a:chExt cx="4722296" cy="458294"/>
          </a:xfrm>
        </p:grpSpPr>
        <p:sp>
          <p:nvSpPr>
            <p:cNvPr id="121" name="正方形/長方形 120">
              <a:extLst>
                <a:ext uri="{FF2B5EF4-FFF2-40B4-BE49-F238E27FC236}">
                  <ns2:creationId id="{3F040DC5-68C2-45D9-CD2A-0571F81C2FDF}"/>
                </a:ext>
              </a:extLst>
            </p:cNvPr>
            <p:cNvSpPr/>
            <p:nvPr/>
          </p:nvSpPr>
          <p:spPr>
            <a:xfrm>
              <a:off x="7177944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9B5D28A4-163A-A63C-2177-CDEEB3D7AA54}"/>
                </a:ext>
              </a:extLst>
            </p:cNvPr>
            <p:cNvSpPr/>
            <p:nvPr/>
          </p:nvSpPr>
          <p:spPr>
            <a:xfrm>
              <a:off x="876066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5D58A778-15ED-EC14-8551-4DE7F2AE8996}"/>
                </a:ext>
              </a:extLst>
            </p:cNvPr>
            <p:cNvSpPr/>
            <p:nvPr/>
          </p:nvSpPr>
          <p:spPr>
            <a:xfrm>
              <a:off x="1034338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9" name="フローチャート: 結合子 198">
              <a:extLst>
                <a:ext uri="{FF2B5EF4-FFF2-40B4-BE49-F238E27FC236}">
                  <ns2:creationId id="{B21334E3-0CBD-A309-9F6F-893844E1CB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3089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0" name="フローチャート: 結合子 199">
              <a:extLst>
                <a:ext uri="{FF2B5EF4-FFF2-40B4-BE49-F238E27FC236}">
                  <ns2:creationId id="{9034015D-AD45-D625-DCF2-610C438060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2664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1" name="フローチャート: 結合子 200">
              <a:extLst>
                <a:ext uri="{FF2B5EF4-FFF2-40B4-BE49-F238E27FC236}">
                  <ns2:creationId id="{9A8C8DAE-0BC4-869D-6312-976C177627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4552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02" name="グラフィックス 201" descr="硬貨 単色塗りつぶし">
              <a:extLst>
                <a:ext uri="{FF2B5EF4-FFF2-40B4-BE49-F238E27FC236}">
                  <ns2:creationId id="{947E3DBE-7728-9CA2-E8A6-28279C1971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300375" y="2240442"/>
              <a:ext cx="252000" cy="252000"/>
            </a:xfrm>
            <a:prstGeom prst="rect">
              <a:avLst/>
            </a:prstGeom>
          </p:spPr>
        </p:pic>
        <p:pic>
          <p:nvPicPr>
            <p:cNvPr id="203" name="グラフィックス 202" descr="都市 単色塗りつぶし">
              <a:extLst>
                <a:ext uri="{FF2B5EF4-FFF2-40B4-BE49-F238E27FC236}">
                  <ns2:creationId id="{05086DF8-43AD-436B-24CC-3276B7418C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8842202" y="2240442"/>
              <a:ext cx="252000" cy="252000"/>
            </a:xfrm>
            <a:prstGeom prst="rect">
              <a:avLst/>
            </a:prstGeom>
          </p:spPr>
        </p:pic>
        <p:pic>
          <p:nvPicPr>
            <p:cNvPr id="205" name="グラフィックス 204" descr="拡大鏡 単色塗りつぶし">
              <a:extLst>
                <a:ext uri="{FF2B5EF4-FFF2-40B4-BE49-F238E27FC236}">
                  <ns2:creationId id="{948046E7-5DB4-52DC-0EA9-E8DEF31A37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10420339" y="2249856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446121901"/>
      </p:ext>
    </p:extLst>
  </p:cSld>
  <p:clrMapOvr>
    <a:masterClrMapping/>
  </p:clrMapOvr>
</p:sld>
</file>

<file path=ppt/slides/slide12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0F73917-7646-56C3-87FE-82DB2AC57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ns2:creationId id="{B4A25357-E2EC-AF42-B2FC-0A229E918FD4}"/>
              </a:ext>
            </a:extLst>
          </p:cNvPr>
          <p:cNvGrpSpPr/>
          <p:nvPr/>
        </p:nvGrpSpPr>
        <p:grpSpPr>
          <a:xfrm>
            <a:off x="6111292" y="2110014"/>
            <a:ext cx="5744094" cy="4205791"/>
            <a:chOff x="6111292" y="2110014"/>
            <a:chExt cx="5744094" cy="4205791"/>
          </a:xfrm>
        </p:grpSpPr>
        <p:sp>
          <p:nvSpPr>
            <p:cNvPr id="105" name="正方形/長方形 104">
              <a:extLst>
                <a:ext uri="{FF2B5EF4-FFF2-40B4-BE49-F238E27FC236}">
                  <ns2:creationId id="{A02B8336-9609-AAAB-22C9-4F24A90622E4}"/>
                </a:ext>
              </a:extLst>
            </p:cNvPr>
            <p:cNvSpPr/>
            <p:nvPr/>
          </p:nvSpPr>
          <p:spPr>
            <a:xfrm>
              <a:off x="7177944" y="2573837"/>
              <a:ext cx="1512000" cy="432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48A5B3BF-4610-2378-A13A-3268A802FD3B}"/>
                </a:ext>
              </a:extLst>
            </p:cNvPr>
            <p:cNvSpPr/>
            <p:nvPr/>
          </p:nvSpPr>
          <p:spPr>
            <a:xfrm>
              <a:off x="6111292" y="2573837"/>
              <a:ext cx="304792" cy="3734885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FF342E23-9903-EAF8-7035-8ECE32D9A76C}"/>
                </a:ext>
              </a:extLst>
            </p:cNvPr>
            <p:cNvSpPr/>
            <p:nvPr/>
          </p:nvSpPr>
          <p:spPr>
            <a:xfrm>
              <a:off x="7177944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977D66FD-7BB4-B4D8-1292-A8892E030C35}"/>
                </a:ext>
              </a:extLst>
            </p:cNvPr>
            <p:cNvSpPr/>
            <p:nvPr/>
          </p:nvSpPr>
          <p:spPr>
            <a:xfrm>
              <a:off x="876066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90B66145-8B08-0CDC-FF51-9CE7B7E8EB3A}"/>
                </a:ext>
              </a:extLst>
            </p:cNvPr>
            <p:cNvSpPr/>
            <p:nvPr/>
          </p:nvSpPr>
          <p:spPr>
            <a:xfrm>
              <a:off x="10343385" y="2164575"/>
              <a:ext cx="1512000" cy="403733"/>
            </a:xfrm>
            <a:prstGeom prst="rect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1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10EB611F-939F-803A-77A0-34006FFFB5A0}"/>
                </a:ext>
              </a:extLst>
            </p:cNvPr>
            <p:cNvSpPr/>
            <p:nvPr/>
          </p:nvSpPr>
          <p:spPr>
            <a:xfrm>
              <a:off x="7177943" y="4406902"/>
              <a:ext cx="1512001" cy="190890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32A357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9929FE26-8579-E3B7-26C6-C8165B54C25C}"/>
                </a:ext>
              </a:extLst>
            </p:cNvPr>
            <p:cNvSpPr/>
            <p:nvPr/>
          </p:nvSpPr>
          <p:spPr>
            <a:xfrm>
              <a:off x="9501856" y="4406902"/>
              <a:ext cx="770809" cy="605611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accent2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243E41A-01A8-C997-F21E-D39F6C6EE9C1}"/>
                </a:ext>
              </a:extLst>
            </p:cNvPr>
            <p:cNvSpPr/>
            <p:nvPr/>
          </p:nvSpPr>
          <p:spPr>
            <a:xfrm>
              <a:off x="6453404" y="4406901"/>
              <a:ext cx="324000" cy="1901823"/>
            </a:xfrm>
            <a:prstGeom prst="rect">
              <a:avLst/>
            </a:prstGeom>
            <a:solidFill>
              <a:srgbClr val="32A357">
                <a:alpha val="38000"/>
              </a:srgb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B135E229-F913-1617-21FA-5624F7EEB9D6}"/>
                </a:ext>
              </a:extLst>
            </p:cNvPr>
            <p:cNvSpPr/>
            <p:nvPr/>
          </p:nvSpPr>
          <p:spPr>
            <a:xfrm>
              <a:off x="9501856" y="5058549"/>
              <a:ext cx="770808" cy="605611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accent2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B3DD1AD5-B2C1-63D5-1A4A-E67D7E871B97}"/>
                </a:ext>
              </a:extLst>
            </p:cNvPr>
            <p:cNvSpPr/>
            <p:nvPr/>
          </p:nvSpPr>
          <p:spPr>
            <a:xfrm>
              <a:off x="9501856" y="5710194"/>
              <a:ext cx="770809" cy="605611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accent2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021B3D1E-68F9-ABA4-84B5-926EAF6E3175}"/>
                </a:ext>
              </a:extLst>
            </p:cNvPr>
            <p:cNvSpPr/>
            <p:nvPr/>
          </p:nvSpPr>
          <p:spPr>
            <a:xfrm>
              <a:off x="6820609" y="4406902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6B4C3A67-19FA-9718-0EEE-F6212B8096CD}"/>
                </a:ext>
              </a:extLst>
            </p:cNvPr>
            <p:cNvSpPr/>
            <p:nvPr/>
          </p:nvSpPr>
          <p:spPr>
            <a:xfrm>
              <a:off x="6820609" y="5058548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2</a:t>
              </a:r>
              <a:endParaRPr kumimoji="1"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22088FC0-5F4F-9D3E-A5E7-4D3F60DC5393}"/>
                </a:ext>
              </a:extLst>
            </p:cNvPr>
            <p:cNvSpPr/>
            <p:nvPr/>
          </p:nvSpPr>
          <p:spPr>
            <a:xfrm>
              <a:off x="6820609" y="5710194"/>
              <a:ext cx="324000" cy="605611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rPr>
                <a:t>3</a:t>
              </a:r>
              <a:endParaRPr lang="ja-JP" altLang="en-US" sz="1200" dirty="0">
                <a:solidFill>
                  <a:schemeClr val="tx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72A0A488-FC11-67AB-B6E4-2CB71D0D51C0}"/>
                </a:ext>
              </a:extLst>
            </p:cNvPr>
            <p:cNvSpPr/>
            <p:nvPr/>
          </p:nvSpPr>
          <p:spPr>
            <a:xfrm>
              <a:off x="6447163" y="2573837"/>
              <a:ext cx="706305" cy="432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CFFE7426-12A6-8667-7948-7EF0DF365087}"/>
                </a:ext>
              </a:extLst>
            </p:cNvPr>
            <p:cNvSpPr/>
            <p:nvPr/>
          </p:nvSpPr>
          <p:spPr>
            <a:xfrm>
              <a:off x="6447163" y="3038447"/>
              <a:ext cx="706305" cy="288000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73FA98A4-C9E1-4634-DA1F-4FB26FBEF8E9}"/>
                </a:ext>
              </a:extLst>
            </p:cNvPr>
            <p:cNvSpPr/>
            <p:nvPr/>
          </p:nvSpPr>
          <p:spPr>
            <a:xfrm>
              <a:off x="6447163" y="3359057"/>
              <a:ext cx="706305" cy="691258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EDBABFF9-2C4C-3D65-22E8-D2EE318F89D3}"/>
                </a:ext>
              </a:extLst>
            </p:cNvPr>
            <p:cNvSpPr/>
            <p:nvPr/>
          </p:nvSpPr>
          <p:spPr>
            <a:xfrm>
              <a:off x="6447163" y="4082925"/>
              <a:ext cx="706305" cy="286292"/>
            </a:xfrm>
            <a:prstGeom prst="rect">
              <a:avLst/>
            </a:prstGeom>
            <a:solidFill>
              <a:schemeClr val="accent5">
                <a:alpha val="38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7F13D56B-441C-25C9-F786-8CE931B73EC8}"/>
                </a:ext>
              </a:extLst>
            </p:cNvPr>
            <p:cNvSpPr/>
            <p:nvPr/>
          </p:nvSpPr>
          <p:spPr>
            <a:xfrm>
              <a:off x="7177944" y="3038447"/>
              <a:ext cx="1512000" cy="288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A537619F-19B4-6C39-25CA-60CEE2CD3409}"/>
                </a:ext>
              </a:extLst>
            </p:cNvPr>
            <p:cNvSpPr/>
            <p:nvPr/>
          </p:nvSpPr>
          <p:spPr>
            <a:xfrm>
              <a:off x="7177944" y="3359057"/>
              <a:ext cx="1512000" cy="691258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6E820155-947F-0702-2901-0B7C3B1998F4}"/>
                </a:ext>
              </a:extLst>
            </p:cNvPr>
            <p:cNvSpPr/>
            <p:nvPr/>
          </p:nvSpPr>
          <p:spPr>
            <a:xfrm>
              <a:off x="7177944" y="4082925"/>
              <a:ext cx="1512000" cy="286292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73" name="直線コネクタ 172">
              <a:extLst>
                <a:ext uri="{FF2B5EF4-FFF2-40B4-BE49-F238E27FC236}">
                  <ns2:creationId id="{75B2C337-B6C1-85E9-D5C0-28F43F51612E}"/>
                </a:ext>
              </a:extLst>
            </p:cNvPr>
            <p:cNvCxnSpPr/>
            <p:nvPr/>
          </p:nvCxnSpPr>
          <p:spPr>
            <a:xfrm>
              <a:off x="7177944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4BEED3AC-380E-5398-CFDA-9A49CC6293A4}"/>
                </a:ext>
              </a:extLst>
            </p:cNvPr>
            <p:cNvCxnSpPr/>
            <p:nvPr/>
          </p:nvCxnSpPr>
          <p:spPr>
            <a:xfrm>
              <a:off x="7177944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1850441C-7C01-27C1-0B2B-BADFB9FAF5CB}"/>
                </a:ext>
              </a:extLst>
            </p:cNvPr>
            <p:cNvCxnSpPr/>
            <p:nvPr/>
          </p:nvCxnSpPr>
          <p:spPr>
            <a:xfrm>
              <a:off x="717794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正方形/長方形 175">
              <a:extLst>
                <a:ext uri="{FF2B5EF4-FFF2-40B4-BE49-F238E27FC236}">
                  <ns2:creationId id="{27A5A825-8912-F1DD-C420-1C0014590C72}"/>
                </a:ext>
              </a:extLst>
            </p:cNvPr>
            <p:cNvSpPr/>
            <p:nvPr/>
          </p:nvSpPr>
          <p:spPr>
            <a:xfrm>
              <a:off x="8760664" y="2573837"/>
              <a:ext cx="1512000" cy="432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30F3FED7-6754-1603-0B36-A5B292E85838}"/>
                </a:ext>
              </a:extLst>
            </p:cNvPr>
            <p:cNvSpPr/>
            <p:nvPr/>
          </p:nvSpPr>
          <p:spPr>
            <a:xfrm>
              <a:off x="8760664" y="3038447"/>
              <a:ext cx="1512000" cy="288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38658B9F-A74E-BD0E-4944-64639C81FB78}"/>
                </a:ext>
              </a:extLst>
            </p:cNvPr>
            <p:cNvSpPr/>
            <p:nvPr/>
          </p:nvSpPr>
          <p:spPr>
            <a:xfrm>
              <a:off x="8760664" y="3359057"/>
              <a:ext cx="1512000" cy="691258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accent5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) 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</a:p>
            <a:p>
              <a:pPr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accent5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ea typeface="Meiryo UI" panose="020B0604030504040204" pitchFamily="50" charset="-128"/>
                </a:rPr>
                <a:t>) 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86758399-30AC-B394-8166-28F3B6FAC970}"/>
                </a:ext>
              </a:extLst>
            </p:cNvPr>
            <p:cNvSpPr/>
            <p:nvPr/>
          </p:nvSpPr>
          <p:spPr>
            <a:xfrm>
              <a:off x="8760664" y="4082924"/>
              <a:ext cx="1512000" cy="286292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0" name="直線コネクタ 179">
              <a:extLst>
                <a:ext uri="{FF2B5EF4-FFF2-40B4-BE49-F238E27FC236}">
                  <ns2:creationId id="{D84AF551-9156-CB31-5246-C009D08BD9E3}"/>
                </a:ext>
              </a:extLst>
            </p:cNvPr>
            <p:cNvCxnSpPr/>
            <p:nvPr/>
          </p:nvCxnSpPr>
          <p:spPr>
            <a:xfrm>
              <a:off x="8776882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A61A4581-5DD2-4D0D-AC54-CA25EA2271F5}"/>
                </a:ext>
              </a:extLst>
            </p:cNvPr>
            <p:cNvCxnSpPr/>
            <p:nvPr/>
          </p:nvCxnSpPr>
          <p:spPr>
            <a:xfrm>
              <a:off x="8776882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コネクタ 181">
              <a:extLst>
                <a:ext uri="{FF2B5EF4-FFF2-40B4-BE49-F238E27FC236}">
                  <ns2:creationId id="{4CABC343-9C43-EB86-2984-1DFAD4E8FE15}"/>
                </a:ext>
              </a:extLst>
            </p:cNvPr>
            <p:cNvCxnSpPr/>
            <p:nvPr/>
          </p:nvCxnSpPr>
          <p:spPr>
            <a:xfrm>
              <a:off x="8778105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正方形/長方形 182">
              <a:extLst>
                <a:ext uri="{FF2B5EF4-FFF2-40B4-BE49-F238E27FC236}">
                  <ns2:creationId id="{88AFF2DD-76F2-1734-F29E-1306DB3B2F49}"/>
                </a:ext>
              </a:extLst>
            </p:cNvPr>
            <p:cNvSpPr/>
            <p:nvPr/>
          </p:nvSpPr>
          <p:spPr>
            <a:xfrm>
              <a:off x="10343384" y="2573837"/>
              <a:ext cx="1512000" cy="432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563EC8CA-B80A-1384-6121-582C5A758150}"/>
                </a:ext>
              </a:extLst>
            </p:cNvPr>
            <p:cNvSpPr/>
            <p:nvPr/>
          </p:nvSpPr>
          <p:spPr>
            <a:xfrm>
              <a:off x="10343384" y="3038447"/>
              <a:ext cx="1512000" cy="2880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0338825F-A402-F47F-C6D8-B890F90C7768}"/>
                </a:ext>
              </a:extLst>
            </p:cNvPr>
            <p:cNvSpPr/>
            <p:nvPr/>
          </p:nvSpPr>
          <p:spPr>
            <a:xfrm>
              <a:off x="10343384" y="3359057"/>
              <a:ext cx="1512000" cy="691258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7313" indent="-87313">
                <a:buClr>
                  <a:schemeClr val="accent5"/>
                </a:buClr>
                <a:buFont typeface="Arial" panose="020B0604020202020204" pitchFamily="34" charset="0"/>
                <a:buChar char="•"/>
                <a:tabLst>
                  <a:tab pos="85725" algn="l"/>
                </a:tabLs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19E143CE-86BD-61AD-8EDF-1BB2EF99A361}"/>
                </a:ext>
              </a:extLst>
            </p:cNvPr>
            <p:cNvSpPr/>
            <p:nvPr/>
          </p:nvSpPr>
          <p:spPr>
            <a:xfrm>
              <a:off x="10343384" y="4082925"/>
              <a:ext cx="1512000" cy="286292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7" name="直線コネクタ 186">
              <a:extLst>
                <a:ext uri="{FF2B5EF4-FFF2-40B4-BE49-F238E27FC236}">
                  <ns2:creationId id="{9F8A5F00-9C18-5E74-5A16-9D76D19EE15A}"/>
                </a:ext>
              </a:extLst>
            </p:cNvPr>
            <p:cNvCxnSpPr/>
            <p:nvPr/>
          </p:nvCxnSpPr>
          <p:spPr>
            <a:xfrm>
              <a:off x="10359603" y="302214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F75F76AF-9EF8-F91A-2D5D-83B4B96908A4}"/>
                </a:ext>
              </a:extLst>
            </p:cNvPr>
            <p:cNvCxnSpPr/>
            <p:nvPr/>
          </p:nvCxnSpPr>
          <p:spPr>
            <a:xfrm>
              <a:off x="10359603" y="3342752"/>
              <a:ext cx="149578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8A9FE117-9786-7BDC-DC97-0547A663A021}"/>
                </a:ext>
              </a:extLst>
            </p:cNvPr>
            <p:cNvCxnSpPr/>
            <p:nvPr/>
          </p:nvCxnSpPr>
          <p:spPr>
            <a:xfrm>
              <a:off x="10360824" y="4066620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0" name="グラフィックス 189" descr="繰り返し 単色塗りつぶし">
              <a:extLst>
                <a:ext uri="{FF2B5EF4-FFF2-40B4-BE49-F238E27FC236}">
                  <ns2:creationId id="{6443A743-7FC3-71EE-AB53-FE300D1AEF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484636" y="4881746"/>
              <a:ext cx="261534" cy="261534"/>
            </a:xfrm>
            <a:prstGeom prst="rect">
              <a:avLst/>
            </a:prstGeom>
          </p:spPr>
        </p:pic>
        <p:sp>
          <p:nvSpPr>
            <p:cNvPr id="191" name="正方形/長方形 190">
              <a:extLst>
                <a:ext uri="{FF2B5EF4-FFF2-40B4-BE49-F238E27FC236}">
                  <ns2:creationId id="{2D363081-21EB-10D9-EC12-F441C31ACCB4}"/>
                </a:ext>
              </a:extLst>
            </p:cNvPr>
            <p:cNvSpPr/>
            <p:nvPr/>
          </p:nvSpPr>
          <p:spPr>
            <a:xfrm>
              <a:off x="8760666" y="4406902"/>
              <a:ext cx="689663" cy="190890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accent2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8ED024C9-7603-449D-763C-2F615F6ADE4C}"/>
                </a:ext>
              </a:extLst>
            </p:cNvPr>
            <p:cNvSpPr/>
            <p:nvPr/>
          </p:nvSpPr>
          <p:spPr>
            <a:xfrm>
              <a:off x="10343384" y="4418044"/>
              <a:ext cx="1512001" cy="18866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2">
                  <a:alpha val="7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32A357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93" name="直線コネクタ 192">
              <a:extLst>
                <a:ext uri="{FF2B5EF4-FFF2-40B4-BE49-F238E27FC236}">
                  <ns2:creationId id="{9C12F893-22D6-3BA6-0020-EF7D5847C1C4}"/>
                </a:ext>
              </a:extLst>
            </p:cNvPr>
            <p:cNvCxnSpPr/>
            <p:nvPr/>
          </p:nvCxnSpPr>
          <p:spPr>
            <a:xfrm>
              <a:off x="717794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797260A1-60ED-6699-22D8-D2AC043B3A8D}"/>
                </a:ext>
              </a:extLst>
            </p:cNvPr>
            <p:cNvCxnSpPr/>
            <p:nvPr/>
          </p:nvCxnSpPr>
          <p:spPr>
            <a:xfrm>
              <a:off x="8778105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4AB5A1AA-0C6F-C48B-9DA6-739E4E8C6C5A}"/>
                </a:ext>
              </a:extLst>
            </p:cNvPr>
            <p:cNvCxnSpPr/>
            <p:nvPr/>
          </p:nvCxnSpPr>
          <p:spPr>
            <a:xfrm>
              <a:off x="10360824" y="4388059"/>
              <a:ext cx="1494561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97F514B6-B4DA-E22F-BA76-41FF45AF2144}"/>
                </a:ext>
              </a:extLst>
            </p:cNvPr>
            <p:cNvCxnSpPr/>
            <p:nvPr/>
          </p:nvCxnSpPr>
          <p:spPr>
            <a:xfrm>
              <a:off x="9501856" y="5035531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4AE90669-0002-9D46-A337-941A776BD67C}"/>
                </a:ext>
              </a:extLst>
            </p:cNvPr>
            <p:cNvCxnSpPr/>
            <p:nvPr/>
          </p:nvCxnSpPr>
          <p:spPr>
            <a:xfrm>
              <a:off x="9501856" y="5687178"/>
              <a:ext cx="770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8" name="グラフィックス 197" descr="ペン 単色塗りつぶし">
              <a:extLst>
                <a:ext uri="{FF2B5EF4-FFF2-40B4-BE49-F238E27FC236}">
                  <ns2:creationId id="{81392641-0D0A-963E-4CF1-E881E6093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134644" y="3964536"/>
              <a:ext cx="261534" cy="261534"/>
            </a:xfrm>
            <a:prstGeom prst="rect">
              <a:avLst/>
            </a:prstGeom>
          </p:spPr>
        </p:pic>
        <p:pic>
          <p:nvPicPr>
            <p:cNvPr id="202" name="グラフィックス 201" descr="硬貨 単色塗りつぶし">
              <a:extLst>
                <a:ext uri="{FF2B5EF4-FFF2-40B4-BE49-F238E27FC236}">
                  <ns2:creationId id="{B4D4DAB2-2B4E-8B4A-D891-B40E7F2576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300375" y="2240442"/>
              <a:ext cx="252000" cy="252000"/>
            </a:xfrm>
            <a:prstGeom prst="rect">
              <a:avLst/>
            </a:prstGeom>
          </p:spPr>
        </p:pic>
        <p:pic>
          <p:nvPicPr>
            <p:cNvPr id="203" name="グラフィックス 202" descr="都市 単色塗りつぶし">
              <a:extLst>
                <a:ext uri="{FF2B5EF4-FFF2-40B4-BE49-F238E27FC236}">
                  <ns2:creationId id="{2F4ADC78-2501-A14B-D20F-4794A33E84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842202" y="2240442"/>
              <a:ext cx="252000" cy="252000"/>
            </a:xfrm>
            <a:prstGeom prst="rect">
              <a:avLst/>
            </a:prstGeom>
          </p:spPr>
        </p:pic>
        <p:pic>
          <p:nvPicPr>
            <p:cNvPr id="205" name="グラフィックス 204" descr="拡大鏡 単色塗りつぶし">
              <a:extLst>
                <a:ext uri="{FF2B5EF4-FFF2-40B4-BE49-F238E27FC236}">
                  <ns2:creationId id="{00939962-CA4C-CDF6-5D0A-E397B43E0E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420339" y="2249856"/>
              <a:ext cx="252000" cy="252000"/>
            </a:xfrm>
            <a:prstGeom prst="rect">
              <a:avLst/>
            </a:prstGeom>
          </p:spPr>
        </p:pic>
        <p:sp>
          <p:nvSpPr>
            <p:cNvPr id="59" name="フローチャート: 結合子 58">
              <a:extLst>
                <a:ext uri="{FF2B5EF4-FFF2-40B4-BE49-F238E27FC236}">
                  <ns2:creationId id="{132C8601-68C2-594A-B64E-0D2656EB8C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3089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フローチャート: 結合子 59">
              <a:extLst>
                <a:ext uri="{FF2B5EF4-FFF2-40B4-BE49-F238E27FC236}">
                  <ns2:creationId id="{67EB2CBC-835F-E985-9DD2-4E58B8BE5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42664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フローチャート: 結合子 60">
              <a:extLst>
                <a:ext uri="{FF2B5EF4-FFF2-40B4-BE49-F238E27FC236}">
                  <ns2:creationId id="{07873B1F-841A-129E-7564-474E5792F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4552" y="2110014"/>
              <a:ext cx="180000" cy="180000"/>
            </a:xfrm>
            <a:prstGeom prst="flowChartConnector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ns2:creationId id="{0BBC16E8-915B-1420-E1F8-5F9C7946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【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44C4CED6-134D-225D-F4CE-FC1991D4D4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6" cy="705127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3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</a:p>
        </p:txBody>
      </p:sp>
      <p:grpSp>
        <p:nvGrpSpPr>
          <p:cNvPr id="25" name="グループ化 24">
            <a:extLst>
              <a:ext uri="{FF2B5EF4-FFF2-40B4-BE49-F238E27FC236}">
                <ns2:creationId id="{C14E6D60-D4B5-2FEB-96DA-A00A7F288F71}"/>
              </a:ext>
            </a:extLst>
          </p:cNvPr>
          <p:cNvGrpSpPr/>
          <p:nvPr/>
        </p:nvGrpSpPr>
        <p:grpSpPr>
          <a:xfrm>
            <a:off x="358301" y="1615388"/>
            <a:ext cx="5662398" cy="400470"/>
            <a:chOff x="358301" y="1615388"/>
            <a:chExt cx="5662398" cy="400470"/>
          </a:xfrm>
        </p:grpSpPr>
        <p:cxnSp>
          <p:nvCxnSpPr>
            <p:cNvPr id="5" name="直線コネクタ 4">
              <a:extLst>
                <a:ext uri="{FF2B5EF4-FFF2-40B4-BE49-F238E27FC236}">
                  <ns2:creationId id="{8BB2225A-339D-C6C8-D755-21CD9A9E4A47}"/>
                </a:ext>
              </a:extLst>
            </p:cNvPr>
            <p:cNvCxnSpPr>
              <a:cxnSpLocks/>
            </p:cNvCxnSpPr>
            <p:nvPr/>
          </p:nvCxnSpPr>
          <p:spPr>
            <a:xfrm>
              <a:off x="358301" y="2015858"/>
              <a:ext cx="5598797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ns2:creationId id="{642190E7-95D0-050F-2686-FC9A4F10D3EA}"/>
                </a:ext>
              </a:extLst>
            </p:cNvPr>
            <p:cNvSpPr txBox="1"/>
            <p:nvPr/>
          </p:nvSpPr>
          <p:spPr>
            <a:xfrm>
              <a:off x="358301" y="1655861"/>
              <a:ext cx="5662398" cy="35999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7" name="グラフィックス 6" descr="警告 枠線">
              <a:extLst>
                <a:ext uri="{FF2B5EF4-FFF2-40B4-BE49-F238E27FC236}">
                  <ns2:creationId id="{F26667F9-9178-0C5F-316E-9F0B8E94E0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445694" y="1615388"/>
              <a:ext cx="396000" cy="396000"/>
            </a:xfrm>
            <a:prstGeom prst="rect">
              <a:avLst/>
            </a:prstGeom>
          </p:spPr>
        </p:pic>
      </p:grpSp>
      <p:grpSp>
        <p:nvGrpSpPr>
          <p:cNvPr id="26" name="グループ化 25">
            <a:extLst>
              <a:ext uri="{FF2B5EF4-FFF2-40B4-BE49-F238E27FC236}">
                <ns2:creationId id="{DD02875B-9CD9-D909-FAC8-98EEC36A9A3D}"/>
              </a:ext>
            </a:extLst>
          </p:cNvPr>
          <p:cNvGrpSpPr/>
          <p:nvPr/>
        </p:nvGrpSpPr>
        <p:grpSpPr>
          <a:xfrm>
            <a:off x="3756819" y="2081666"/>
            <a:ext cx="2200278" cy="408263"/>
            <a:chOff x="3756819" y="2081666"/>
            <a:chExt cx="2200278" cy="408263"/>
          </a:xfrm>
        </p:grpSpPr>
        <p:sp>
          <p:nvSpPr>
            <p:cNvPr id="3" name="テキスト ボックス 2">
              <a:extLst>
                <a:ext uri="{FF2B5EF4-FFF2-40B4-BE49-F238E27FC236}">
                  <ns2:creationId id="{F7E24529-FF31-FB31-936E-7B7129508C19}"/>
                </a:ext>
              </a:extLst>
            </p:cNvPr>
            <p:cNvSpPr txBox="1"/>
            <p:nvPr/>
          </p:nvSpPr>
          <p:spPr>
            <a:xfrm>
              <a:off x="3756819" y="2081666"/>
              <a:ext cx="2200278" cy="408263"/>
            </a:xfrm>
            <a:prstGeom prst="rect">
              <a:avLst/>
            </a:prstGeom>
            <a:solidFill>
              <a:schemeClr val="accent5">
                <a:alpha val="18000"/>
              </a:schemeClr>
            </a:solidFill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kumimoji="1" lang="ja-JP" altLang="en-US" sz="1400" dirty="0">
                <a:solidFill>
                  <a:schemeClr val="accent5"/>
                </a:solidFill>
              </a:endParaRPr>
            </a:p>
          </p:txBody>
        </p:sp>
        <p:pic>
          <p:nvPicPr>
            <p:cNvPr id="11" name="グラフィックス 10" descr="羅針盤 単色塗りつぶし">
              <a:extLst>
                <a:ext uri="{FF2B5EF4-FFF2-40B4-BE49-F238E27FC236}">
                  <ns2:creationId id="{F43F6C2F-23A2-87B4-5113-D7836E1776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3988567" y="2109183"/>
              <a:ext cx="360000" cy="360000"/>
            </a:xfrm>
            <a:prstGeom prst="rect">
              <a:avLst/>
            </a:prstGeom>
          </p:spPr>
        </p:pic>
      </p:grpSp>
      <p:sp>
        <p:nvSpPr>
          <p:cNvPr id="15" name="テキスト ボックス 14">
            <a:extLst>
              <a:ext uri="{FF2B5EF4-FFF2-40B4-BE49-F238E27FC236}">
                <ns2:creationId id="{4C73134C-2E1D-C303-8F0A-F7BCD5D54015}"/>
              </a:ext>
            </a:extLst>
          </p:cNvPr>
          <p:cNvSpPr txBox="1"/>
          <p:nvPr/>
        </p:nvSpPr>
        <p:spPr>
          <a:xfrm>
            <a:off x="3756820" y="2573837"/>
            <a:ext cx="2200278" cy="11520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 wrap="square" lIns="36000" tIns="36000" rIns="36000" bIns="36000" numCol="1" rtlCol="0" anchor="ctr">
            <a:noAutofit/>
          </a:bodyPr>
          <a:lstStyle/>
          <a:p>
            <a:r>
              <a:rPr lang="en-US" altLang="ja-JP" sz="1400" dirty="0"/>
              <a:t>26</a:t>
            </a: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sp>
        <p:nvSpPr>
          <p:cNvPr id="16" name="テキスト ボックス 15">
            <a:extLst>
              <a:ext uri="{FF2B5EF4-FFF2-40B4-BE49-F238E27FC236}">
                <ns2:creationId id="{C8C1BB83-9124-1599-0215-9D735B8A8122}"/>
              </a:ext>
            </a:extLst>
          </p:cNvPr>
          <p:cNvSpPr txBox="1"/>
          <p:nvPr/>
        </p:nvSpPr>
        <p:spPr>
          <a:xfrm>
            <a:off x="3756820" y="3870024"/>
            <a:ext cx="2200278" cy="11520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 wrap="square" lIns="36000" tIns="36000" rIns="36000" bIns="36000" numCol="1" rtlCol="0" anchor="ctr">
            <a:noAutofit/>
          </a:bodyPr>
          <a:lstStyle/>
          <a:p>
            <a:r>
              <a:rPr lang="en-US" altLang="ja-JP" sz="1400" dirty="0"/>
              <a:t>11</a:t>
            </a:r>
            <a:r>
              <a:rPr lang="ja-JP" altLang="en-US" sz="1400" dirty="0"/>
              <a:t>XX</a:t>
            </a:r>
            <a:br>
              <a:rPr lang="en-US" altLang="ja-JP" sz="1400" dirty="0"/>
            </a:b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sp>
        <p:nvSpPr>
          <p:cNvPr id="17" name="テキスト ボックス 16">
            <a:extLst>
              <a:ext uri="{FF2B5EF4-FFF2-40B4-BE49-F238E27FC236}">
                <ns2:creationId id="{53B096C1-49A9-E153-72D8-3D23CC53DD1E}"/>
              </a:ext>
            </a:extLst>
          </p:cNvPr>
          <p:cNvSpPr txBox="1"/>
          <p:nvPr/>
        </p:nvSpPr>
        <p:spPr>
          <a:xfrm>
            <a:off x="3756820" y="5166210"/>
            <a:ext cx="2200278" cy="1142512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txBody>
          <a:bodyPr wrap="square" lIns="36000" tIns="36000" rIns="36000" bIns="36000" numCol="1" rtlCol="0" anchor="ctr">
            <a:noAutofit/>
          </a:bodyPr>
          <a:lstStyle/>
          <a:p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cxnSp>
        <p:nvCxnSpPr>
          <p:cNvPr id="19" name="直線コネクタ 18">
            <a:extLst>
              <a:ext uri="{FF2B5EF4-FFF2-40B4-BE49-F238E27FC236}">
                <ns2:creationId id="{3A4F3299-B324-61B5-C8A3-C5434CE00EE0}"/>
              </a:ext>
            </a:extLst>
          </p:cNvPr>
          <p:cNvCxnSpPr/>
          <p:nvPr/>
        </p:nvCxnSpPr>
        <p:spPr>
          <a:xfrm>
            <a:off x="3723183" y="2573836"/>
            <a:ext cx="0" cy="1152000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ns2:creationId id="{67A85768-D1DA-CF83-6993-096CD3B0C6A7}"/>
              </a:ext>
            </a:extLst>
          </p:cNvPr>
          <p:cNvCxnSpPr/>
          <p:nvPr/>
        </p:nvCxnSpPr>
        <p:spPr>
          <a:xfrm>
            <a:off x="3723183" y="3870023"/>
            <a:ext cx="0" cy="1152000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861D2045-94A7-A415-B622-8F6F03D1A08A}"/>
              </a:ext>
            </a:extLst>
          </p:cNvPr>
          <p:cNvCxnSpPr/>
          <p:nvPr/>
        </p:nvCxnSpPr>
        <p:spPr>
          <a:xfrm>
            <a:off x="3723183" y="5166210"/>
            <a:ext cx="0" cy="1142512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ns2:creationId id="{9EA7A745-A7C5-DE77-1249-8BBF8ED0737D}"/>
              </a:ext>
            </a:extLst>
          </p:cNvPr>
          <p:cNvGrpSpPr/>
          <p:nvPr/>
        </p:nvGrpSpPr>
        <p:grpSpPr>
          <a:xfrm>
            <a:off x="351817" y="2573836"/>
            <a:ext cx="3320567" cy="1152000"/>
            <a:chOff x="351817" y="2573836"/>
            <a:chExt cx="3320567" cy="1152000"/>
          </a:xfrm>
        </p:grpSpPr>
        <p:sp>
          <p:nvSpPr>
            <p:cNvPr id="12" name="テキスト ボックス 11">
              <a:extLst>
                <a:ext uri="{FF2B5EF4-FFF2-40B4-BE49-F238E27FC236}">
                  <ns2:creationId id="{690AD024-1621-C71C-0574-17A0D61BDC12}"/>
                </a:ext>
              </a:extLst>
            </p:cNvPr>
            <p:cNvSpPr txBox="1"/>
            <p:nvPr/>
          </p:nvSpPr>
          <p:spPr>
            <a:xfrm>
              <a:off x="1035723" y="2573836"/>
              <a:ext cx="2636661" cy="1152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kumimoji="1" lang="ja-JP" altLang="en-US" sz="1400" dirty="0">
                <a:solidFill>
                  <a:schemeClr val="accent5"/>
                </a:solidFill>
              </a:endParaRPr>
            </a:p>
          </p:txBody>
        </p:sp>
        <p:pic>
          <p:nvPicPr>
            <p:cNvPr id="30" name="グラフィックス 29" descr="プレゼンテーション (円グラフ) 単色塗りつぶし">
              <a:extLst>
                <a:ext uri="{FF2B5EF4-FFF2-40B4-BE49-F238E27FC236}">
                  <ns2:creationId id="{118581EE-C7FC-AA2D-B730-DD1FF7A7B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51817" y="2775086"/>
              <a:ext cx="617402" cy="617402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ns2:creationId id="{C6CFF51C-D664-5ACF-7598-D9BF9FD2FB5F}"/>
              </a:ext>
            </a:extLst>
          </p:cNvPr>
          <p:cNvGrpSpPr/>
          <p:nvPr/>
        </p:nvGrpSpPr>
        <p:grpSpPr>
          <a:xfrm>
            <a:off x="351817" y="3870024"/>
            <a:ext cx="3320567" cy="1152000"/>
            <a:chOff x="351817" y="3870024"/>
            <a:chExt cx="3320567" cy="1152000"/>
          </a:xfrm>
        </p:grpSpPr>
        <p:sp>
          <p:nvSpPr>
            <p:cNvPr id="13" name="テキスト ボックス 12">
              <a:extLst>
                <a:ext uri="{FF2B5EF4-FFF2-40B4-BE49-F238E27FC236}">
                  <ns2:creationId id="{ECB7649B-A38D-2A01-54BB-748B93FC596A}"/>
                </a:ext>
              </a:extLst>
            </p:cNvPr>
            <p:cNvSpPr txBox="1"/>
            <p:nvPr/>
          </p:nvSpPr>
          <p:spPr>
            <a:xfrm>
              <a:off x="1035723" y="3870024"/>
              <a:ext cx="2636661" cy="1152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</a:rPr>
                <a:t>4</a:t>
              </a: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kumimoji="1" lang="ja-JP" altLang="en-US" sz="1400" dirty="0">
                <a:solidFill>
                  <a:schemeClr val="accent5"/>
                </a:solidFill>
              </a:endParaRPr>
            </a:p>
          </p:txBody>
        </p:sp>
        <p:pic>
          <p:nvPicPr>
            <p:cNvPr id="31" name="グラフィックス 30" descr="クリップボード: すべてバツ 単色塗りつぶし">
              <a:extLst>
                <a:ext uri="{FF2B5EF4-FFF2-40B4-BE49-F238E27FC236}">
                  <ns2:creationId id="{1871615D-48A0-C96C-D145-ECC0745936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1817" y="4137323"/>
              <a:ext cx="617402" cy="617402"/>
            </a:xfrm>
            <a:prstGeom prst="rect">
              <a:avLst/>
            </a:prstGeom>
          </p:spPr>
        </p:pic>
      </p:grpSp>
      <p:grpSp>
        <p:nvGrpSpPr>
          <p:cNvPr id="34" name="グループ化 33">
            <a:extLst>
              <a:ext uri="{FF2B5EF4-FFF2-40B4-BE49-F238E27FC236}">
                <ns2:creationId id="{D419C865-0AE5-9307-AC15-42CFF115F3CD}"/>
              </a:ext>
            </a:extLst>
          </p:cNvPr>
          <p:cNvGrpSpPr/>
          <p:nvPr/>
        </p:nvGrpSpPr>
        <p:grpSpPr>
          <a:xfrm>
            <a:off x="351817" y="5166210"/>
            <a:ext cx="3320567" cy="1142512"/>
            <a:chOff x="351817" y="5166210"/>
            <a:chExt cx="3320567" cy="1142512"/>
          </a:xfrm>
        </p:grpSpPr>
        <p:sp>
          <p:nvSpPr>
            <p:cNvPr id="14" name="テキスト ボックス 13">
              <a:extLst>
                <a:ext uri="{FF2B5EF4-FFF2-40B4-BE49-F238E27FC236}">
                  <ns2:creationId id="{7963DE0C-A6BF-C4E4-D98E-9FC6920D2AD2}"/>
                </a:ext>
              </a:extLst>
            </p:cNvPr>
            <p:cNvSpPr txBox="1"/>
            <p:nvPr/>
          </p:nvSpPr>
          <p:spPr>
            <a:xfrm>
              <a:off x="1035723" y="5166210"/>
              <a:ext cx="2636661" cy="114251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36000" tIns="36000" rIns="36000" bIns="36000" numCol="1" rtlCol="0" anchor="ctr">
              <a:noAutofit/>
            </a:bodyPr>
            <a:lstStyle/>
            <a:p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" name="グラフィックス 31" descr="パズルのピース 単色塗りつぶし">
              <a:extLst>
                <a:ext uri="{FF2B5EF4-FFF2-40B4-BE49-F238E27FC236}">
                  <ns2:creationId id="{AF09238D-902F-693E-4514-448A696249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51817" y="5433509"/>
              <a:ext cx="617402" cy="617402"/>
            </a:xfrm>
            <a:prstGeom prst="rect">
              <a:avLst/>
            </a:prstGeom>
          </p:spPr>
        </p:pic>
      </p:grpSp>
      <p:cxnSp>
        <p:nvCxnSpPr>
          <p:cNvPr id="33" name="コネクタ: カギ線 32">
            <a:extLst>
              <a:ext uri="{FF2B5EF4-FFF2-40B4-BE49-F238E27FC236}">
                <ns2:creationId id="{0B2AE861-4799-EDB8-74B6-88FE4CF5A663}"/>
              </a:ext>
            </a:extLst>
          </p:cNvPr>
          <p:cNvCxnSpPr>
            <a:cxnSpLocks/>
            <a:stCxn id="15" idx="3"/>
            <a:endCxn id="36" idx="0"/>
          </p:cNvCxnSpPr>
          <p:nvPr/>
        </p:nvCxnSpPr>
        <p:spPr>
          <a:xfrm>
            <a:off x="5957098" y="3149837"/>
            <a:ext cx="3558196" cy="1268206"/>
          </a:xfrm>
          <a:prstGeom prst="bentConnector2">
            <a:avLst/>
          </a:prstGeom>
          <a:ln w="38100">
            <a:solidFill>
              <a:schemeClr val="accent2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ns2:creationId id="{7EF80D74-B1FA-9B2B-DBE1-4A56D4083E66}"/>
              </a:ext>
            </a:extLst>
          </p:cNvPr>
          <p:cNvSpPr/>
          <p:nvPr/>
        </p:nvSpPr>
        <p:spPr>
          <a:xfrm>
            <a:off x="10359603" y="4411075"/>
            <a:ext cx="1490627" cy="188662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029C99E9-73E9-84AC-8DEE-91C74424A543}"/>
              </a:ext>
            </a:extLst>
          </p:cNvPr>
          <p:cNvSpPr/>
          <p:nvPr/>
        </p:nvSpPr>
        <p:spPr>
          <a:xfrm>
            <a:off x="8776883" y="4418043"/>
            <a:ext cx="1476822" cy="1886620"/>
          </a:xfrm>
          <a:prstGeom prst="rect">
            <a:avLst/>
          </a:prstGeom>
          <a:noFill/>
          <a:ln w="38100">
            <a:solidFill>
              <a:schemeClr val="accent2">
                <a:alpha val="7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ns2:creationId id="{2A426DFC-A95A-DBD1-A10B-17D12CE66430}"/>
              </a:ext>
            </a:extLst>
          </p:cNvPr>
          <p:cNvSpPr/>
          <p:nvPr/>
        </p:nvSpPr>
        <p:spPr>
          <a:xfrm>
            <a:off x="8790916" y="4504148"/>
            <a:ext cx="1458457" cy="1183029"/>
          </a:xfrm>
          <a:prstGeom prst="rect">
            <a:avLst/>
          </a:prstGeom>
          <a:noFill/>
          <a:ln w="38100">
            <a:solidFill>
              <a:schemeClr val="accent5">
                <a:alpha val="7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ns2:creationId id="{CDEAF58F-95B0-D855-DDDC-5306239A5562}"/>
              </a:ext>
            </a:extLst>
          </p:cNvPr>
          <p:cNvCxnSpPr>
            <a:cxnSpLocks/>
          </p:cNvCxnSpPr>
          <p:nvPr/>
        </p:nvCxnSpPr>
        <p:spPr>
          <a:xfrm>
            <a:off x="5957097" y="6050911"/>
            <a:ext cx="4386287" cy="0"/>
          </a:xfrm>
          <a:prstGeom prst="straightConnector1">
            <a:avLst/>
          </a:prstGeom>
          <a:ln w="38100">
            <a:solidFill>
              <a:schemeClr val="accent2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ns2:creationId id="{C4D058DA-D50B-B438-2CC4-37A939618843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5957098" y="4446024"/>
            <a:ext cx="2833818" cy="649639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5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グループ化 62">
            <a:extLst>
              <a:ext uri="{FF2B5EF4-FFF2-40B4-BE49-F238E27FC236}">
                <ns2:creationId id="{6A0927E9-02DB-02A5-8CF0-8E00FB7EFC1E}"/>
              </a:ext>
            </a:extLst>
          </p:cNvPr>
          <p:cNvGrpSpPr/>
          <p:nvPr/>
        </p:nvGrpSpPr>
        <p:grpSpPr>
          <a:xfrm>
            <a:off x="11120728" y="1317533"/>
            <a:ext cx="729446" cy="261534"/>
            <a:chOff x="11104297" y="1583278"/>
            <a:chExt cx="729446" cy="261534"/>
          </a:xfrm>
        </p:grpSpPr>
        <p:sp>
          <p:nvSpPr>
            <p:cNvPr id="64" name="正方形/長方形 63">
              <a:extLst>
                <a:ext uri="{FF2B5EF4-FFF2-40B4-BE49-F238E27FC236}">
                  <ns2:creationId id="{C8554081-1D10-58D2-8E65-D64F3691E398}"/>
                </a:ext>
              </a:extLst>
            </p:cNvPr>
            <p:cNvSpPr/>
            <p:nvPr/>
          </p:nvSpPr>
          <p:spPr>
            <a:xfrm>
              <a:off x="11295133" y="1634597"/>
              <a:ext cx="538610" cy="184400"/>
            </a:xfrm>
            <a:prstGeom prst="rect">
              <a:avLst/>
            </a:prstGeom>
            <a:noFill/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highlight>
                  <a:srgbClr val="D6EDDD"/>
                </a:highlight>
                <a:latin typeface="+mn-ea"/>
              </a:endParaRPr>
            </a:p>
          </p:txBody>
        </p:sp>
        <p:pic>
          <p:nvPicPr>
            <p:cNvPr id="65" name="グラフィックス 64" descr="繰り返し 単色塗りつぶし">
              <a:extLst>
                <a:ext uri="{FF2B5EF4-FFF2-40B4-BE49-F238E27FC236}">
                  <ns2:creationId id="{FCFB1223-F9C8-1A31-5658-3F90210A00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1104297" y="1583278"/>
              <a:ext cx="261534" cy="261534"/>
            </a:xfrm>
            <a:prstGeom prst="rect">
              <a:avLst/>
            </a:prstGeom>
          </p:spPr>
        </p:pic>
      </p:grpSp>
      <p:grpSp>
        <p:nvGrpSpPr>
          <p:cNvPr id="18" name="グループ化 17">
            <a:extLst>
              <a:ext uri="{FF2B5EF4-FFF2-40B4-BE49-F238E27FC236}">
                <ns2:creationId id="{F66965E5-43D7-A972-34B8-C81F3998B568}"/>
              </a:ext>
            </a:extLst>
          </p:cNvPr>
          <p:cNvGrpSpPr/>
          <p:nvPr/>
        </p:nvGrpSpPr>
        <p:grpSpPr>
          <a:xfrm>
            <a:off x="6171299" y="1615388"/>
            <a:ext cx="5691038" cy="412303"/>
            <a:chOff x="6171299" y="1615388"/>
            <a:chExt cx="5691038" cy="412303"/>
          </a:xfrm>
        </p:grpSpPr>
        <p:cxnSp>
          <p:nvCxnSpPr>
            <p:cNvPr id="20" name="直線コネクタ 19">
              <a:extLst>
                <a:ext uri="{FF2B5EF4-FFF2-40B4-BE49-F238E27FC236}">
                  <ns2:creationId id="{D564846E-56BB-F8C3-1C70-B91C778AA070}"/>
                </a:ext>
              </a:extLst>
            </p:cNvPr>
            <p:cNvCxnSpPr>
              <a:cxnSpLocks/>
            </p:cNvCxnSpPr>
            <p:nvPr/>
          </p:nvCxnSpPr>
          <p:spPr>
            <a:xfrm>
              <a:off x="6171299" y="2015858"/>
              <a:ext cx="569103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ns2:creationId id="{AFEC877C-ABE5-AA64-D646-89E66B9AE6C8}"/>
                </a:ext>
              </a:extLst>
            </p:cNvPr>
            <p:cNvSpPr txBox="1"/>
            <p:nvPr/>
          </p:nvSpPr>
          <p:spPr>
            <a:xfrm>
              <a:off x="6171300" y="1655861"/>
              <a:ext cx="5662398" cy="37183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accent5"/>
                  </a:solidFill>
                </a:rPr>
                <a:t>XX</a:t>
              </a:r>
            </a:p>
          </p:txBody>
        </p:sp>
        <p:pic>
          <p:nvPicPr>
            <p:cNvPr id="23" name="グラフィックス 22" descr="プレゼンテーション (棒グラフ) 枠線">
              <a:extLst>
                <a:ext uri="{FF2B5EF4-FFF2-40B4-BE49-F238E27FC236}">
                  <ns2:creationId id="{904F7EC9-3114-B72B-EEEE-32EBC602BC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7554161" y="1615388"/>
              <a:ext cx="396000" cy="396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050937423"/>
      </p:ext>
    </p:extLst>
  </p:cSld>
  <p:clrMapOvr>
    <a:masterClrMapping/>
  </p:clrMapOvr>
</p:sld>
</file>

<file path=ppt/slides/slide12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2580DB7-DFB5-0C0F-FAC3-F0BD27A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7964E97-5736-FD4E-794A-1E4282AEC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791D27BC-CB9F-D4D8-0581-1B98D9319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399"/>
            <a:ext cx="11522076" cy="727015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0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1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endParaRPr lang="en-US" altLang="ja-JP" sz="1800" dirty="0">
              <a:latin typeface="Meiryo UI"/>
              <a:ea typeface="Meiryo UI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2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(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2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r>
              <a:rPr lang="en-US" altLang="ja-JP" sz="1800" dirty="0">
                <a:latin typeface="Meiryo UI"/>
                <a:ea typeface="Meiryo UI"/>
              </a:rPr>
              <a:t>) </a:t>
            </a:r>
            <a:endParaRPr lang="ja-JP" altLang="en-US" sz="1800" dirty="0">
              <a:latin typeface="Meiryo UI"/>
              <a:ea typeface="Meiryo UI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ns2:creationId id="{8C54DE6E-CD91-1064-9BBE-5F1A0E79DE92}"/>
              </a:ext>
            </a:extLst>
          </p:cNvPr>
          <p:cNvSpPr/>
          <p:nvPr/>
        </p:nvSpPr>
        <p:spPr>
          <a:xfrm>
            <a:off x="1242888" y="2136112"/>
            <a:ext cx="2177132" cy="417261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四角形: 角を丸くする 46">
            <a:extLst>
              <a:ext uri="{FF2B5EF4-FFF2-40B4-BE49-F238E27FC236}">
                <ns2:creationId id="{A558F16F-541F-D315-3F89-53E347C2E521}"/>
              </a:ext>
            </a:extLst>
          </p:cNvPr>
          <p:cNvSpPr/>
          <p:nvPr/>
        </p:nvSpPr>
        <p:spPr>
          <a:xfrm>
            <a:off x="1327246" y="2966828"/>
            <a:ext cx="1818394" cy="54308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四角形: 角を丸くする 47">
            <a:extLst>
              <a:ext uri="{FF2B5EF4-FFF2-40B4-BE49-F238E27FC236}">
                <ns2:creationId id="{56D7EFD1-A83A-6D12-270F-F261F042B357}"/>
              </a:ext>
            </a:extLst>
          </p:cNvPr>
          <p:cNvSpPr/>
          <p:nvPr/>
        </p:nvSpPr>
        <p:spPr>
          <a:xfrm>
            <a:off x="1356221" y="5118774"/>
            <a:ext cx="1818394" cy="54308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endParaRPr kumimoji="1"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ns2:creationId id="{F65A61F1-10D0-2FCA-0595-4BB997F90047}"/>
              </a:ext>
            </a:extLst>
          </p:cNvPr>
          <p:cNvSpPr txBox="1"/>
          <p:nvPr/>
        </p:nvSpPr>
        <p:spPr>
          <a:xfrm>
            <a:off x="333244" y="6308725"/>
            <a:ext cx="1487222" cy="227543"/>
          </a:xfrm>
          <a:prstGeom prst="rect">
            <a:avLst/>
          </a:prstGeom>
          <a:noFill/>
          <a:ln w="9525">
            <a:noFill/>
          </a:ln>
        </p:spPr>
        <p:txBody>
          <a:bodyPr wrap="square" tIns="36000" bIns="36000" numCol="1" rtlCol="0">
            <a:noAutofit/>
          </a:bodyPr>
          <a:lstStyle/>
          <a:p>
            <a:pPr algn="l"/>
            <a:r>
              <a:rPr kumimoji="1" lang="en-US" altLang="ja-JP" sz="1200" dirty="0">
                <a:latin typeface="+mn-ea"/>
              </a:rPr>
              <a:t>※</a:t>
            </a:r>
            <a:r>
              <a:rPr kumimoji="1" lang="ja-JP" altLang="en-US" sz="1200" dirty="0">
                <a:latin typeface="+mn-ea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FC3C8B9F-EDB1-1DC0-C198-5B69BF3BB3CB}"/>
              </a:ext>
            </a:extLst>
          </p:cNvPr>
          <p:cNvSpPr/>
          <p:nvPr/>
        </p:nvSpPr>
        <p:spPr>
          <a:xfrm>
            <a:off x="3486463" y="2136112"/>
            <a:ext cx="2309094" cy="19796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ns2:creationId id="{DEE00E2B-340D-0692-6C1A-B263F82D1869}"/>
              </a:ext>
            </a:extLst>
          </p:cNvPr>
          <p:cNvSpPr/>
          <p:nvPr/>
        </p:nvSpPr>
        <p:spPr>
          <a:xfrm>
            <a:off x="3561741" y="2558870"/>
            <a:ext cx="2158538" cy="39182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四角形: 角を丸くする 55">
            <a:extLst>
              <a:ext uri="{FF2B5EF4-FFF2-40B4-BE49-F238E27FC236}">
                <ns2:creationId id="{3B2EB1A0-C907-E93D-F271-B8384C9D2384}"/>
              </a:ext>
            </a:extLst>
          </p:cNvPr>
          <p:cNvSpPr/>
          <p:nvPr/>
        </p:nvSpPr>
        <p:spPr>
          <a:xfrm>
            <a:off x="3561741" y="3042459"/>
            <a:ext cx="2158538" cy="39182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F85312C7-FDFC-0382-7ABA-3616F6F4D7EF}"/>
              </a:ext>
            </a:extLst>
          </p:cNvPr>
          <p:cNvSpPr/>
          <p:nvPr/>
        </p:nvSpPr>
        <p:spPr>
          <a:xfrm>
            <a:off x="3561741" y="3526048"/>
            <a:ext cx="2158538" cy="39182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ns2:creationId id="{BE7482F0-DD81-7FAC-E113-02D6564820D1}"/>
              </a:ext>
            </a:extLst>
          </p:cNvPr>
          <p:cNvSpPr/>
          <p:nvPr/>
        </p:nvSpPr>
        <p:spPr>
          <a:xfrm>
            <a:off x="3486463" y="4201178"/>
            <a:ext cx="2309094" cy="2107546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ns2:creationId id="{E7A3EC39-4542-25C4-862C-201CF1DB0BA2}"/>
              </a:ext>
            </a:extLst>
          </p:cNvPr>
          <p:cNvSpPr/>
          <p:nvPr/>
        </p:nvSpPr>
        <p:spPr>
          <a:xfrm>
            <a:off x="3561741" y="4644907"/>
            <a:ext cx="2158538" cy="39182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ns2:creationId id="{5B842B42-1DB4-A196-A87D-5FC2DB06586D}"/>
              </a:ext>
            </a:extLst>
          </p:cNvPr>
          <p:cNvSpPr/>
          <p:nvPr/>
        </p:nvSpPr>
        <p:spPr>
          <a:xfrm>
            <a:off x="3561741" y="5194405"/>
            <a:ext cx="2158538" cy="39182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四角形: 角を丸くする 60">
            <a:extLst>
              <a:ext uri="{FF2B5EF4-FFF2-40B4-BE49-F238E27FC236}">
                <ns2:creationId id="{904E65A3-A80E-7BB7-11D5-9F49B1D53B89}"/>
              </a:ext>
            </a:extLst>
          </p:cNvPr>
          <p:cNvSpPr/>
          <p:nvPr/>
        </p:nvSpPr>
        <p:spPr>
          <a:xfrm>
            <a:off x="3561741" y="5743900"/>
            <a:ext cx="2158538" cy="39182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4" name="コネクタ: カギ線 63">
            <a:extLst>
              <a:ext uri="{FF2B5EF4-FFF2-40B4-BE49-F238E27FC236}">
                <ns2:creationId id="{12A7DEBD-4D1D-74C4-66EA-C09CCF42D7DA}"/>
              </a:ext>
            </a:extLst>
          </p:cNvPr>
          <p:cNvCxnSpPr>
            <a:cxnSpLocks/>
            <a:stCxn id="47" idx="3"/>
            <a:endCxn id="55" idx="1"/>
          </p:cNvCxnSpPr>
          <p:nvPr/>
        </p:nvCxnSpPr>
        <p:spPr>
          <a:xfrm flipV="1">
            <a:off x="3145640" y="2754781"/>
            <a:ext cx="416101" cy="483588"/>
          </a:xfrm>
          <a:prstGeom prst="bentConnector3">
            <a:avLst/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コネクタ: カギ線 64">
            <a:extLst>
              <a:ext uri="{FF2B5EF4-FFF2-40B4-BE49-F238E27FC236}">
                <ns2:creationId id="{07DA061A-2DC4-E119-58B6-A8863E301D23}"/>
              </a:ext>
            </a:extLst>
          </p:cNvPr>
          <p:cNvCxnSpPr>
            <a:cxnSpLocks/>
            <a:stCxn id="47" idx="3"/>
            <a:endCxn id="56" idx="1"/>
          </p:cNvCxnSpPr>
          <p:nvPr/>
        </p:nvCxnSpPr>
        <p:spPr>
          <a:xfrm>
            <a:off x="3145640" y="3238369"/>
            <a:ext cx="416101" cy="1"/>
          </a:xfrm>
          <a:prstGeom prst="bentConnector3">
            <a:avLst/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コネクタ: カギ線 68">
            <a:extLst>
              <a:ext uri="{FF2B5EF4-FFF2-40B4-BE49-F238E27FC236}">
                <ns2:creationId id="{378579CC-9DA4-9D43-3F7F-C3B898677254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>
            <a:off x="3145640" y="3238369"/>
            <a:ext cx="416101" cy="483590"/>
          </a:xfrm>
          <a:prstGeom prst="bentConnector3">
            <a:avLst/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ns2:creationId id="{C21EAD24-2C42-E47C-E4E2-E0CB1C44893F}"/>
              </a:ext>
            </a:extLst>
          </p:cNvPr>
          <p:cNvCxnSpPr>
            <a:cxnSpLocks/>
            <a:stCxn id="48" idx="3"/>
            <a:endCxn id="59" idx="1"/>
          </p:cNvCxnSpPr>
          <p:nvPr/>
        </p:nvCxnSpPr>
        <p:spPr>
          <a:xfrm flipV="1">
            <a:off x="3174615" y="4840818"/>
            <a:ext cx="387126" cy="549497"/>
          </a:xfrm>
          <a:prstGeom prst="bentConnector3">
            <a:avLst/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コネクタ: カギ線 76">
            <a:extLst>
              <a:ext uri="{FF2B5EF4-FFF2-40B4-BE49-F238E27FC236}">
                <ns2:creationId id="{54A12A32-BE18-E379-904D-3F4C7D0D1750}"/>
              </a:ext>
            </a:extLst>
          </p:cNvPr>
          <p:cNvCxnSpPr>
            <a:cxnSpLocks/>
            <a:stCxn id="48" idx="3"/>
            <a:endCxn id="60" idx="1"/>
          </p:cNvCxnSpPr>
          <p:nvPr/>
        </p:nvCxnSpPr>
        <p:spPr>
          <a:xfrm>
            <a:off x="3174615" y="5390315"/>
            <a:ext cx="387126" cy="1"/>
          </a:xfrm>
          <a:prstGeom prst="bentConnector3">
            <a:avLst/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コネクタ: カギ線 79">
            <a:extLst>
              <a:ext uri="{FF2B5EF4-FFF2-40B4-BE49-F238E27FC236}">
                <ns2:creationId id="{D96FE50C-30A8-AE5E-6650-251DB274A522}"/>
              </a:ext>
            </a:extLst>
          </p:cNvPr>
          <p:cNvCxnSpPr>
            <a:cxnSpLocks/>
            <a:stCxn id="48" idx="3"/>
            <a:endCxn id="61" idx="1"/>
          </p:cNvCxnSpPr>
          <p:nvPr/>
        </p:nvCxnSpPr>
        <p:spPr>
          <a:xfrm>
            <a:off x="3174615" y="5390315"/>
            <a:ext cx="387126" cy="549496"/>
          </a:xfrm>
          <a:prstGeom prst="bentConnector3">
            <a:avLst/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正方形/長方形 82">
            <a:extLst>
              <a:ext uri="{FF2B5EF4-FFF2-40B4-BE49-F238E27FC236}">
                <ns2:creationId id="{6C671771-2408-248C-38A8-F085F3063307}"/>
              </a:ext>
            </a:extLst>
          </p:cNvPr>
          <p:cNvSpPr/>
          <p:nvPr/>
        </p:nvSpPr>
        <p:spPr>
          <a:xfrm>
            <a:off x="5862001" y="2136112"/>
            <a:ext cx="2464170" cy="349412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四角形: 角を丸くする 86">
            <a:extLst>
              <a:ext uri="{FF2B5EF4-FFF2-40B4-BE49-F238E27FC236}">
                <ns2:creationId id="{2DB9B726-DBB9-438C-085F-E9FB34810AA0}"/>
              </a:ext>
            </a:extLst>
          </p:cNvPr>
          <p:cNvSpPr/>
          <p:nvPr/>
        </p:nvSpPr>
        <p:spPr>
          <a:xfrm>
            <a:off x="5996086" y="2701333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ROIC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ns2:creationId id="{D75C77D3-C134-68F7-8F36-4BF84F773164}"/>
              </a:ext>
            </a:extLst>
          </p:cNvPr>
          <p:cNvSpPr/>
          <p:nvPr/>
        </p:nvSpPr>
        <p:spPr>
          <a:xfrm>
            <a:off x="5996086" y="2967476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EBITDA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ns2:creationId id="{1C9BD42D-534C-3D32-865A-3479818571AF}"/>
              </a:ext>
            </a:extLst>
          </p:cNvPr>
          <p:cNvSpPr/>
          <p:nvPr/>
        </p:nvSpPr>
        <p:spPr>
          <a:xfrm>
            <a:off x="5996086" y="3233619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ns2:creationId id="{B17D3564-38E1-3999-1FDE-57B2C869702E}"/>
              </a:ext>
            </a:extLst>
          </p:cNvPr>
          <p:cNvSpPr/>
          <p:nvPr/>
        </p:nvSpPr>
        <p:spPr>
          <a:xfrm>
            <a:off x="5996086" y="3499762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ns2:creationId id="{8AC3E406-4845-3372-6997-A5DCA0226819}"/>
              </a:ext>
            </a:extLst>
          </p:cNvPr>
          <p:cNvSpPr/>
          <p:nvPr/>
        </p:nvSpPr>
        <p:spPr>
          <a:xfrm>
            <a:off x="5996086" y="3765905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ns2:creationId id="{A660D341-7C3B-8DED-4161-8BC954858AB9}"/>
              </a:ext>
            </a:extLst>
          </p:cNvPr>
          <p:cNvSpPr/>
          <p:nvPr/>
        </p:nvSpPr>
        <p:spPr>
          <a:xfrm>
            <a:off x="5996086" y="4032048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ns2:creationId id="{F7D5BE92-95C3-7C18-C211-713F73DD099E}"/>
              </a:ext>
            </a:extLst>
          </p:cNvPr>
          <p:cNvSpPr/>
          <p:nvPr/>
        </p:nvSpPr>
        <p:spPr>
          <a:xfrm>
            <a:off x="5996086" y="4298191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</a:p>
        </p:txBody>
      </p:sp>
      <p:sp>
        <p:nvSpPr>
          <p:cNvPr id="22" name="四角形: 角を丸くする 21">
            <a:extLst>
              <a:ext uri="{FF2B5EF4-FFF2-40B4-BE49-F238E27FC236}">
                <ns2:creationId id="{F3E09233-1308-3A07-8E7A-B6987928C2B9}"/>
              </a:ext>
            </a:extLst>
          </p:cNvPr>
          <p:cNvSpPr/>
          <p:nvPr/>
        </p:nvSpPr>
        <p:spPr>
          <a:xfrm>
            <a:off x="5996086" y="4564334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ns2:creationId id="{5BD08A55-3B4E-B558-E2A5-C3C973DDB167}"/>
              </a:ext>
            </a:extLst>
          </p:cNvPr>
          <p:cNvSpPr/>
          <p:nvPr/>
        </p:nvSpPr>
        <p:spPr>
          <a:xfrm>
            <a:off x="5996086" y="4830477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ns2:creationId id="{C119434F-026F-4E85-E82B-5ED25CCCA971}"/>
              </a:ext>
            </a:extLst>
          </p:cNvPr>
          <p:cNvSpPr/>
          <p:nvPr/>
        </p:nvSpPr>
        <p:spPr>
          <a:xfrm>
            <a:off x="5996086" y="5096620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ns2:creationId id="{D04B4826-A561-7449-81F6-97B3F010B7CA}"/>
              </a:ext>
            </a:extLst>
          </p:cNvPr>
          <p:cNvSpPr/>
          <p:nvPr/>
        </p:nvSpPr>
        <p:spPr>
          <a:xfrm>
            <a:off x="5996086" y="2435190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ROIC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四角形: 角を丸くする 31">
            <a:extLst>
              <a:ext uri="{FF2B5EF4-FFF2-40B4-BE49-F238E27FC236}">
                <ns2:creationId id="{409788FE-FD05-42EA-FB4A-B19B761A3EB4}"/>
              </a:ext>
            </a:extLst>
          </p:cNvPr>
          <p:cNvSpPr/>
          <p:nvPr/>
        </p:nvSpPr>
        <p:spPr>
          <a:xfrm>
            <a:off x="5996086" y="5362765"/>
            <a:ext cx="2196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四角形: 角を丸くする 32">
            <a:extLst>
              <a:ext uri="{FF2B5EF4-FFF2-40B4-BE49-F238E27FC236}">
                <ns2:creationId id="{D6764594-4B65-AE0C-030A-A6023AB6E6FA}"/>
              </a:ext>
            </a:extLst>
          </p:cNvPr>
          <p:cNvSpPr/>
          <p:nvPr/>
        </p:nvSpPr>
        <p:spPr>
          <a:xfrm>
            <a:off x="5866418" y="5740103"/>
            <a:ext cx="2455336" cy="568621"/>
          </a:xfrm>
          <a:prstGeom prst="roundRect">
            <a:avLst>
              <a:gd name="adj" fmla="val 3417"/>
            </a:avLst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ns2:creationId id="{96C1D3CE-492F-C570-99FC-FB3F94E409D4}"/>
              </a:ext>
            </a:extLst>
          </p:cNvPr>
          <p:cNvSpPr/>
          <p:nvPr/>
        </p:nvSpPr>
        <p:spPr>
          <a:xfrm>
            <a:off x="5942086" y="5963941"/>
            <a:ext cx="2304000" cy="22787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ns2:creationId id="{B49D49E4-0DFB-C4F0-7B33-02BE805FC3EB}"/>
              </a:ext>
            </a:extLst>
          </p:cNvPr>
          <p:cNvSpPr/>
          <p:nvPr/>
        </p:nvSpPr>
        <p:spPr>
          <a:xfrm>
            <a:off x="8392615" y="2144291"/>
            <a:ext cx="3464424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ns2:creationId id="{C8D8A6AA-AF56-C2EA-C234-293CCBB74B4E}"/>
              </a:ext>
            </a:extLst>
          </p:cNvPr>
          <p:cNvSpPr/>
          <p:nvPr/>
        </p:nvSpPr>
        <p:spPr>
          <a:xfrm>
            <a:off x="8499384" y="243316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四角形: 角を丸くする 37">
            <a:extLst>
              <a:ext uri="{FF2B5EF4-FFF2-40B4-BE49-F238E27FC236}">
                <ns2:creationId id="{ED410173-C939-EC1B-7EB7-BEB4C347934A}"/>
              </a:ext>
            </a:extLst>
          </p:cNvPr>
          <p:cNvSpPr/>
          <p:nvPr/>
        </p:nvSpPr>
        <p:spPr>
          <a:xfrm>
            <a:off x="8499384" y="268603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ns2:creationId id="{E82420F3-179C-80D4-E6A3-0AA2322C04C4}"/>
              </a:ext>
            </a:extLst>
          </p:cNvPr>
          <p:cNvSpPr/>
          <p:nvPr/>
        </p:nvSpPr>
        <p:spPr>
          <a:xfrm>
            <a:off x="8392614" y="2938901"/>
            <a:ext cx="3464424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6" name="正方形/長方形 65">
            <a:extLst>
              <a:ext uri="{FF2B5EF4-FFF2-40B4-BE49-F238E27FC236}">
                <ns2:creationId id="{33C08165-6BBE-74C1-8F3D-85332CD5B32E}"/>
              </a:ext>
            </a:extLst>
          </p:cNvPr>
          <p:cNvSpPr/>
          <p:nvPr/>
        </p:nvSpPr>
        <p:spPr>
          <a:xfrm>
            <a:off x="8392613" y="3733511"/>
            <a:ext cx="3464424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7" name="四角形: 角を丸くする 66">
            <a:extLst>
              <a:ext uri="{FF2B5EF4-FFF2-40B4-BE49-F238E27FC236}">
                <ns2:creationId id="{39A23696-6A02-D897-BC85-96AB52750D09}"/>
              </a:ext>
            </a:extLst>
          </p:cNvPr>
          <p:cNvSpPr/>
          <p:nvPr/>
        </p:nvSpPr>
        <p:spPr>
          <a:xfrm>
            <a:off x="8492295" y="402238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2" name="四角形: 角を丸くする 71">
            <a:extLst>
              <a:ext uri="{FF2B5EF4-FFF2-40B4-BE49-F238E27FC236}">
                <ns2:creationId id="{0C84909B-1715-234C-4C1E-AC842B1D8B7D}"/>
              </a:ext>
            </a:extLst>
          </p:cNvPr>
          <p:cNvSpPr/>
          <p:nvPr/>
        </p:nvSpPr>
        <p:spPr>
          <a:xfrm>
            <a:off x="8492295" y="427525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0" name="正方形/長方形 89">
            <a:extLst>
              <a:ext uri="{FF2B5EF4-FFF2-40B4-BE49-F238E27FC236}">
                <ns2:creationId id="{6EB97E94-4528-EE52-2905-D65A8552C434}"/>
              </a:ext>
            </a:extLst>
          </p:cNvPr>
          <p:cNvSpPr/>
          <p:nvPr/>
        </p:nvSpPr>
        <p:spPr>
          <a:xfrm>
            <a:off x="8392615" y="4617019"/>
            <a:ext cx="3464423" cy="169170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2" name="四角形: 角を丸くする 91">
            <a:extLst>
              <a:ext uri="{FF2B5EF4-FFF2-40B4-BE49-F238E27FC236}">
                <ns2:creationId id="{E92F3899-E611-26AB-6A59-4CDB73661E8B}"/>
              </a:ext>
            </a:extLst>
          </p:cNvPr>
          <p:cNvSpPr/>
          <p:nvPr/>
        </p:nvSpPr>
        <p:spPr>
          <a:xfrm>
            <a:off x="8492295" y="481699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5" name="四角形: 角を丸くする 94">
            <a:extLst>
              <a:ext uri="{FF2B5EF4-FFF2-40B4-BE49-F238E27FC236}">
                <ns2:creationId id="{E573C2F1-5AF1-BA5B-8ED5-9679EDAFBBD5}"/>
              </a:ext>
            </a:extLst>
          </p:cNvPr>
          <p:cNvSpPr/>
          <p:nvPr/>
        </p:nvSpPr>
        <p:spPr>
          <a:xfrm>
            <a:off x="8492295" y="506986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6" name="四角形: 角を丸くする 95">
            <a:extLst>
              <a:ext uri="{FF2B5EF4-FFF2-40B4-BE49-F238E27FC236}">
                <ns2:creationId id="{EE6E7988-E1E6-293C-4B42-7628F34C0D3D}"/>
              </a:ext>
            </a:extLst>
          </p:cNvPr>
          <p:cNvSpPr/>
          <p:nvPr/>
        </p:nvSpPr>
        <p:spPr>
          <a:xfrm>
            <a:off x="8492295" y="532273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8" name="四角形: 角を丸くする 97">
            <a:extLst>
              <a:ext uri="{FF2B5EF4-FFF2-40B4-BE49-F238E27FC236}">
                <ns2:creationId id="{194BFA6D-9DC1-2586-0F54-F269E693039F}"/>
              </a:ext>
            </a:extLst>
          </p:cNvPr>
          <p:cNvSpPr/>
          <p:nvPr/>
        </p:nvSpPr>
        <p:spPr>
          <a:xfrm>
            <a:off x="8492295" y="557560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9" name="四角形: 角を丸くする 98">
            <a:extLst>
              <a:ext uri="{FF2B5EF4-FFF2-40B4-BE49-F238E27FC236}">
                <ns2:creationId id="{689B4590-34BB-4605-3C03-82DDCDA11FED}"/>
              </a:ext>
            </a:extLst>
          </p:cNvPr>
          <p:cNvSpPr/>
          <p:nvPr/>
        </p:nvSpPr>
        <p:spPr>
          <a:xfrm>
            <a:off x="8492295" y="5828473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ns2:creationId id="{05CB5815-0B99-8AA1-859D-AE860A80CAB3}"/>
              </a:ext>
            </a:extLst>
          </p:cNvPr>
          <p:cNvSpPr/>
          <p:nvPr/>
        </p:nvSpPr>
        <p:spPr>
          <a:xfrm>
            <a:off x="10772932" y="2433161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7" name="正方形/長方形 136">
            <a:extLst>
              <a:ext uri="{FF2B5EF4-FFF2-40B4-BE49-F238E27FC236}">
                <ns2:creationId id="{4F0A6C26-7D38-4258-19AD-B1B9105DC816}"/>
              </a:ext>
            </a:extLst>
          </p:cNvPr>
          <p:cNvSpPr/>
          <p:nvPr/>
        </p:nvSpPr>
        <p:spPr>
          <a:xfrm>
            <a:off x="10772932" y="2686031"/>
            <a:ext cx="879452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8" name="正方形/長方形 137">
            <a:extLst>
              <a:ext uri="{FF2B5EF4-FFF2-40B4-BE49-F238E27FC236}">
                <ns2:creationId id="{3474720E-19B5-3A4E-FF81-B3B84731AAC8}"/>
              </a:ext>
            </a:extLst>
          </p:cNvPr>
          <p:cNvSpPr/>
          <p:nvPr/>
        </p:nvSpPr>
        <p:spPr>
          <a:xfrm>
            <a:off x="10772932" y="3227771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9" name="正方形/長方形 138">
            <a:extLst>
              <a:ext uri="{FF2B5EF4-FFF2-40B4-BE49-F238E27FC236}">
                <ns2:creationId id="{24BDADC8-2521-E3D8-DFEC-2E807C6787C3}"/>
              </a:ext>
            </a:extLst>
          </p:cNvPr>
          <p:cNvSpPr/>
          <p:nvPr/>
        </p:nvSpPr>
        <p:spPr>
          <a:xfrm>
            <a:off x="10772932" y="3480641"/>
            <a:ext cx="879452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0" name="正方形/長方形 139">
            <a:extLst>
              <a:ext uri="{FF2B5EF4-FFF2-40B4-BE49-F238E27FC236}">
                <ns2:creationId id="{1E05C509-6A38-B714-BFC5-539991B30BA3}"/>
              </a:ext>
            </a:extLst>
          </p:cNvPr>
          <p:cNvSpPr/>
          <p:nvPr/>
        </p:nvSpPr>
        <p:spPr>
          <a:xfrm>
            <a:off x="10772932" y="4022381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正方形/長方形 141">
            <a:extLst>
              <a:ext uri="{FF2B5EF4-FFF2-40B4-BE49-F238E27FC236}">
                <ns2:creationId id="{34A210C3-F504-FDD4-65B4-6BAC580EA06E}"/>
              </a:ext>
            </a:extLst>
          </p:cNvPr>
          <p:cNvSpPr/>
          <p:nvPr/>
        </p:nvSpPr>
        <p:spPr>
          <a:xfrm>
            <a:off x="10772932" y="4275251"/>
            <a:ext cx="879452" cy="2160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8" name="グループ化 7">
            <a:extLst>
              <a:ext uri="{FF2B5EF4-FFF2-40B4-BE49-F238E27FC236}">
                <ns2:creationId id="{8A157B81-1989-B9E2-8D81-8B6CC8D58F9F}"/>
              </a:ext>
            </a:extLst>
          </p:cNvPr>
          <p:cNvGrpSpPr/>
          <p:nvPr/>
        </p:nvGrpSpPr>
        <p:grpSpPr>
          <a:xfrm>
            <a:off x="1219175" y="1635300"/>
            <a:ext cx="10635862" cy="438007"/>
            <a:chOff x="1219175" y="1635300"/>
            <a:chExt cx="10635862" cy="438007"/>
          </a:xfrm>
        </p:grpSpPr>
        <p:sp>
          <p:nvSpPr>
            <p:cNvPr id="76" name="矢印: 山形 13">
              <a:extLst>
                <a:ext uri="{FF2B5EF4-FFF2-40B4-BE49-F238E27FC236}">
                  <ns2:creationId id="{DF24AF73-DC6D-A401-5653-00283BCB8A52}"/>
                </a:ext>
              </a:extLst>
            </p:cNvPr>
            <p:cNvSpPr/>
            <p:nvPr/>
          </p:nvSpPr>
          <p:spPr>
            <a:xfrm>
              <a:off x="8390792" y="1635923"/>
              <a:ext cx="3464245" cy="437384"/>
            </a:xfrm>
            <a:prstGeom prst="chevron">
              <a:avLst>
                <a:gd name="adj" fmla="val 14811"/>
              </a:avLst>
            </a:prstGeom>
            <a:solidFill>
              <a:schemeClr val="bg1">
                <a:lumMod val="5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 anchorCtr="0"/>
            <a:lstStyle/>
            <a:p>
              <a:pPr algn="ctr">
                <a:buClr>
                  <a:schemeClr val="accent1"/>
                </a:buClr>
              </a:pPr>
              <a:r>
                <a:rPr lang="en-US" altLang="ja-JP" dirty="0">
                  <a:solidFill>
                    <a:schemeClr val="bg1"/>
                  </a:solidFill>
                  <a:latin typeface="+mn-ea"/>
                </a:rPr>
                <a:t>3</a:t>
              </a:r>
              <a:endParaRPr kumimoji="1" lang="ja-JP" altLang="en-US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8" name="ホームベース 51">
              <a:extLst>
                <a:ext uri="{FF2B5EF4-FFF2-40B4-BE49-F238E27FC236}">
                  <ns2:creationId id="{082ACE37-4BC5-B6DD-BDD7-58A66E54CBE5}"/>
                </a:ext>
              </a:extLst>
            </p:cNvPr>
            <p:cNvSpPr/>
            <p:nvPr/>
          </p:nvSpPr>
          <p:spPr>
            <a:xfrm>
              <a:off x="1219175" y="1635923"/>
              <a:ext cx="2242595" cy="437384"/>
            </a:xfrm>
            <a:prstGeom prst="homePlate">
              <a:avLst>
                <a:gd name="adj" fmla="val 14725"/>
              </a:avLst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 anchorCtr="0"/>
            <a:lstStyle/>
            <a:p>
              <a:pPr algn="ctr">
                <a:buClr>
                  <a:schemeClr val="accent1"/>
                </a:buClr>
              </a:pPr>
              <a:r>
                <a:rPr lang="en-US" altLang="ja-JP" dirty="0">
                  <a:latin typeface="+mn-ea"/>
                </a:rPr>
                <a:t>0</a:t>
              </a:r>
              <a:endParaRPr kumimoji="1" lang="ja-JP" altLang="en-US" dirty="0">
                <a:latin typeface="+mn-ea"/>
              </a:endParaRPr>
            </a:p>
          </p:txBody>
        </p:sp>
        <p:sp>
          <p:nvSpPr>
            <p:cNvPr id="82" name="矢印: 山形 35">
              <a:extLst>
                <a:ext uri="{FF2B5EF4-FFF2-40B4-BE49-F238E27FC236}">
                  <ns2:creationId id="{6FDBF13B-279F-F5D4-91B2-E821040AFE0C}"/>
                </a:ext>
              </a:extLst>
            </p:cNvPr>
            <p:cNvSpPr/>
            <p:nvPr/>
          </p:nvSpPr>
          <p:spPr>
            <a:xfrm>
              <a:off x="5831108" y="1635300"/>
              <a:ext cx="2520000" cy="437384"/>
            </a:xfrm>
            <a:prstGeom prst="chevron">
              <a:avLst>
                <a:gd name="adj" fmla="val 14706"/>
              </a:avLst>
            </a:prstGeom>
            <a:solidFill>
              <a:schemeClr val="bg1">
                <a:lumMod val="50000"/>
                <a:alpha val="9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 anchorCtr="0"/>
            <a:lstStyle/>
            <a:p>
              <a:pPr algn="ctr">
                <a:buClr>
                  <a:schemeClr val="accent1"/>
                </a:buClr>
              </a:pPr>
              <a:r>
                <a:rPr lang="en-US" altLang="ja-JP" dirty="0">
                  <a:solidFill>
                    <a:schemeClr val="bg1"/>
                  </a:solidFill>
                  <a:latin typeface="+mn-ea"/>
                </a:rPr>
                <a:t>2</a:t>
              </a:r>
              <a:endParaRPr kumimoji="1" lang="ja-JP" altLang="en-US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5" name="矢印: 山形 37">
              <a:extLst>
                <a:ext uri="{FF2B5EF4-FFF2-40B4-BE49-F238E27FC236}">
                  <ns2:creationId id="{43073521-C19E-6952-DAC3-82608E1A78C6}"/>
                </a:ext>
              </a:extLst>
            </p:cNvPr>
            <p:cNvSpPr/>
            <p:nvPr/>
          </p:nvSpPr>
          <p:spPr>
            <a:xfrm>
              <a:off x="3501455" y="1635507"/>
              <a:ext cx="2289968" cy="437384"/>
            </a:xfrm>
            <a:prstGeom prst="chevron">
              <a:avLst>
                <a:gd name="adj" fmla="val 14706"/>
              </a:avLst>
            </a:prstGeom>
            <a:solidFill>
              <a:schemeClr val="bg1">
                <a:lumMod val="50000"/>
                <a:alpha val="7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 anchorCtr="0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dirty="0">
                  <a:solidFill>
                    <a:schemeClr val="bg1"/>
                  </a:solidFill>
                  <a:latin typeface="+mn-ea"/>
                </a:rPr>
                <a:t>1</a:t>
              </a:r>
              <a:endParaRPr kumimoji="1" lang="ja-JP" altLang="en-US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86" name="正方形/長方形 85">
            <a:extLst>
              <a:ext uri="{FF2B5EF4-FFF2-40B4-BE49-F238E27FC236}">
                <ns2:creationId id="{4186F5F7-ABCA-E00B-6794-F2A6B1DDDC05}"/>
              </a:ext>
            </a:extLst>
          </p:cNvPr>
          <p:cNvSpPr/>
          <p:nvPr/>
        </p:nvSpPr>
        <p:spPr>
          <a:xfrm>
            <a:off x="1242887" y="2136111"/>
            <a:ext cx="2177132" cy="252000"/>
          </a:xfrm>
          <a:prstGeom prst="rect">
            <a:avLst/>
          </a:prstGeom>
          <a:solidFill>
            <a:schemeClr val="accent5">
              <a:alpha val="6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93CDBACB-0905-8295-15FC-0A0D8E184A77}"/>
              </a:ext>
            </a:extLst>
          </p:cNvPr>
          <p:cNvSpPr/>
          <p:nvPr/>
        </p:nvSpPr>
        <p:spPr>
          <a:xfrm>
            <a:off x="3486463" y="2136111"/>
            <a:ext cx="2309094" cy="252000"/>
          </a:xfrm>
          <a:prstGeom prst="rect">
            <a:avLst/>
          </a:prstGeom>
          <a:solidFill>
            <a:schemeClr val="accent5">
              <a:alpha val="7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CE575B3A-F9FE-58A1-D8CE-34B11CB5C539}"/>
              </a:ext>
            </a:extLst>
          </p:cNvPr>
          <p:cNvSpPr/>
          <p:nvPr/>
        </p:nvSpPr>
        <p:spPr>
          <a:xfrm>
            <a:off x="3486463" y="4201178"/>
            <a:ext cx="2309094" cy="252000"/>
          </a:xfrm>
          <a:prstGeom prst="rect">
            <a:avLst/>
          </a:prstGeom>
          <a:solidFill>
            <a:schemeClr val="accent5">
              <a:alpha val="7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3FC3D2F8-5AEF-469C-3FE6-E8135910ADB2}"/>
              </a:ext>
            </a:extLst>
          </p:cNvPr>
          <p:cNvSpPr/>
          <p:nvPr/>
        </p:nvSpPr>
        <p:spPr>
          <a:xfrm>
            <a:off x="5862001" y="2136111"/>
            <a:ext cx="2464170" cy="252000"/>
          </a:xfrm>
          <a:prstGeom prst="rect">
            <a:avLst/>
          </a:prstGeom>
          <a:solidFill>
            <a:schemeClr val="accent5">
              <a:alpha val="9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5" name="正方形/長方形 24">
            <a:extLst>
              <a:ext uri="{FF2B5EF4-FFF2-40B4-BE49-F238E27FC236}">
                <ns2:creationId id="{CD68E025-919E-120D-3EE9-7178531A3E68}"/>
              </a:ext>
            </a:extLst>
          </p:cNvPr>
          <p:cNvSpPr/>
          <p:nvPr/>
        </p:nvSpPr>
        <p:spPr>
          <a:xfrm>
            <a:off x="5862000" y="5669127"/>
            <a:ext cx="2464170" cy="252000"/>
          </a:xfrm>
          <a:prstGeom prst="rect">
            <a:avLst/>
          </a:prstGeom>
          <a:solidFill>
            <a:schemeClr val="accent5">
              <a:alpha val="9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52B52806-F759-E7B5-22D0-BD4822F7558D}"/>
              </a:ext>
            </a:extLst>
          </p:cNvPr>
          <p:cNvSpPr/>
          <p:nvPr/>
        </p:nvSpPr>
        <p:spPr>
          <a:xfrm>
            <a:off x="8392616" y="2144291"/>
            <a:ext cx="3464424" cy="252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TW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7" name="正方形/長方形 106">
            <a:extLst>
              <a:ext uri="{FF2B5EF4-FFF2-40B4-BE49-F238E27FC236}">
                <ns2:creationId id="{F9EE5611-0E47-71BD-5E66-547AEB22C480}"/>
              </a:ext>
            </a:extLst>
          </p:cNvPr>
          <p:cNvSpPr/>
          <p:nvPr/>
        </p:nvSpPr>
        <p:spPr>
          <a:xfrm>
            <a:off x="8392616" y="2938901"/>
            <a:ext cx="3464424" cy="252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TW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8" name="正方形/長方形 107">
            <a:extLst>
              <a:ext uri="{FF2B5EF4-FFF2-40B4-BE49-F238E27FC236}">
                <ns2:creationId id="{5C6C5298-82E5-78F9-8D1D-59298D46BE85}"/>
              </a:ext>
            </a:extLst>
          </p:cNvPr>
          <p:cNvSpPr/>
          <p:nvPr/>
        </p:nvSpPr>
        <p:spPr>
          <a:xfrm>
            <a:off x="8392616" y="3733511"/>
            <a:ext cx="3464424" cy="252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TW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9" name="正方形/長方形 108">
            <a:extLst>
              <a:ext uri="{FF2B5EF4-FFF2-40B4-BE49-F238E27FC236}">
                <ns2:creationId id="{1B4BB869-0171-C8DB-A55D-53BF946F4550}"/>
              </a:ext>
            </a:extLst>
          </p:cNvPr>
          <p:cNvSpPr/>
          <p:nvPr/>
        </p:nvSpPr>
        <p:spPr>
          <a:xfrm>
            <a:off x="8392616" y="4528121"/>
            <a:ext cx="3464424" cy="252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ns2:creationId id="{49AFE19C-161B-6ACD-10D0-AF71A43F0F6A}"/>
              </a:ext>
            </a:extLst>
          </p:cNvPr>
          <p:cNvSpPr/>
          <p:nvPr/>
        </p:nvSpPr>
        <p:spPr>
          <a:xfrm>
            <a:off x="8492295" y="322777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四角形: 角を丸くする 40">
            <a:extLst>
              <a:ext uri="{FF2B5EF4-FFF2-40B4-BE49-F238E27FC236}">
                <ns2:creationId id="{EAE89A57-0838-C864-1C06-30535EA04B57}"/>
              </a:ext>
            </a:extLst>
          </p:cNvPr>
          <p:cNvSpPr/>
          <p:nvPr/>
        </p:nvSpPr>
        <p:spPr>
          <a:xfrm>
            <a:off x="8492295" y="3480641"/>
            <a:ext cx="2152850" cy="216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ns2:creationId id="{FA7AD132-46DD-4899-CD4D-1856C778E607}"/>
              </a:ext>
            </a:extLst>
          </p:cNvPr>
          <p:cNvSpPr/>
          <p:nvPr/>
        </p:nvSpPr>
        <p:spPr>
          <a:xfrm>
            <a:off x="10772931" y="4816991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2" name="正方形/長方形 111">
            <a:extLst>
              <a:ext uri="{FF2B5EF4-FFF2-40B4-BE49-F238E27FC236}">
                <ns2:creationId id="{4E6E6688-AC0C-B95B-18E0-88395B3A14C6}"/>
              </a:ext>
            </a:extLst>
          </p:cNvPr>
          <p:cNvSpPr/>
          <p:nvPr/>
        </p:nvSpPr>
        <p:spPr>
          <a:xfrm>
            <a:off x="10772932" y="5069861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5" name="正方形/長方形 114">
            <a:extLst>
              <a:ext uri="{FF2B5EF4-FFF2-40B4-BE49-F238E27FC236}">
                <ns2:creationId id="{ABC7F53C-B503-CB3B-573E-DDC744448BB3}"/>
              </a:ext>
            </a:extLst>
          </p:cNvPr>
          <p:cNvSpPr/>
          <p:nvPr/>
        </p:nvSpPr>
        <p:spPr>
          <a:xfrm>
            <a:off x="10772932" y="5322731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6" name="正方形/長方形 115">
            <a:extLst>
              <a:ext uri="{FF2B5EF4-FFF2-40B4-BE49-F238E27FC236}">
                <ns2:creationId id="{4F70F39E-EED9-A2A0-C4CA-B08DE2B0B917}"/>
              </a:ext>
            </a:extLst>
          </p:cNvPr>
          <p:cNvSpPr/>
          <p:nvPr/>
        </p:nvSpPr>
        <p:spPr>
          <a:xfrm>
            <a:off x="10772931" y="5575601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7" name="正方形/長方形 116">
            <a:extLst>
              <a:ext uri="{FF2B5EF4-FFF2-40B4-BE49-F238E27FC236}">
                <ns2:creationId id="{CD666570-CA84-AC6E-B327-BB60A042CB08}"/>
              </a:ext>
            </a:extLst>
          </p:cNvPr>
          <p:cNvSpPr/>
          <p:nvPr/>
        </p:nvSpPr>
        <p:spPr>
          <a:xfrm>
            <a:off x="10772932" y="5828473"/>
            <a:ext cx="879452" cy="216000"/>
          </a:xfrm>
          <a:prstGeom prst="rect">
            <a:avLst/>
          </a:prstGeom>
          <a:solidFill>
            <a:schemeClr val="accent2">
              <a:alpha val="28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9" name="正方形/長方形 148">
            <a:extLst>
              <a:ext uri="{FF2B5EF4-FFF2-40B4-BE49-F238E27FC236}">
                <ns2:creationId id="{CF95E3BE-B9C2-A1F9-BE71-5FD308EDD066}"/>
              </a:ext>
            </a:extLst>
          </p:cNvPr>
          <p:cNvSpPr/>
          <p:nvPr/>
        </p:nvSpPr>
        <p:spPr>
          <a:xfrm>
            <a:off x="11212659" y="6081184"/>
            <a:ext cx="636075" cy="22754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57" name="グループ化 156">
            <a:extLst>
              <a:ext uri="{FF2B5EF4-FFF2-40B4-BE49-F238E27FC236}">
                <ns2:creationId id="{FC641FBB-BBD4-93B5-9B40-E44D1733C043}"/>
              </a:ext>
            </a:extLst>
          </p:cNvPr>
          <p:cNvGrpSpPr/>
          <p:nvPr/>
        </p:nvGrpSpPr>
        <p:grpSpPr>
          <a:xfrm>
            <a:off x="9768422" y="1244032"/>
            <a:ext cx="2009020" cy="304800"/>
            <a:chOff x="9283699" y="1276872"/>
            <a:chExt cx="2009020" cy="304800"/>
          </a:xfrm>
        </p:grpSpPr>
        <p:sp>
          <p:nvSpPr>
            <p:cNvPr id="160" name="テキスト ボックス 159">
              <a:extLst>
                <a:ext uri="{FF2B5EF4-FFF2-40B4-BE49-F238E27FC236}">
                  <ns2:creationId id="{A29B7E48-8225-282C-C6F6-D845DF16C8E5}"/>
                </a:ext>
              </a:extLst>
            </p:cNvPr>
            <p:cNvSpPr txBox="1"/>
            <p:nvPr/>
          </p:nvSpPr>
          <p:spPr>
            <a:xfrm>
              <a:off x="9283699" y="1276872"/>
              <a:ext cx="813785" cy="3048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tIns="36000" bIns="36000" numCol="1" rtlCol="0">
              <a:noAutofit/>
            </a:bodyPr>
            <a:lstStyle/>
            <a:p>
              <a:pPr algn="l"/>
              <a:r>
                <a:rPr kumimoji="1" lang="ja-JP" altLang="en-US" sz="1200" dirty="0"/>
                <a:t>XX</a:t>
              </a:r>
              <a:r>
                <a:rPr kumimoji="1" lang="en-US" altLang="ja-JP" sz="1200" dirty="0"/>
                <a:t>:</a:t>
              </a:r>
              <a:endParaRPr kumimoji="1" lang="ja-JP" altLang="en-US" sz="1200" dirty="0"/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75BE585F-ADEA-6254-0142-615093D171FE}"/>
                </a:ext>
              </a:extLst>
            </p:cNvPr>
            <p:cNvSpPr/>
            <p:nvPr/>
          </p:nvSpPr>
          <p:spPr>
            <a:xfrm>
              <a:off x="9869237" y="1305855"/>
              <a:ext cx="738683" cy="216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zh-TW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四角形: 角を丸くする 155">
              <a:extLst>
                <a:ext uri="{FF2B5EF4-FFF2-40B4-BE49-F238E27FC236}">
                  <ns2:creationId id="{FF55D9E6-84D8-33C1-D408-4D0AAC8D00DD}"/>
                </a:ext>
              </a:extLst>
            </p:cNvPr>
            <p:cNvSpPr/>
            <p:nvPr/>
          </p:nvSpPr>
          <p:spPr>
            <a:xfrm>
              <a:off x="10720511" y="1305855"/>
              <a:ext cx="572208" cy="216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158" name="正方形/長方形 157">
            <a:extLst>
              <a:ext uri="{FF2B5EF4-FFF2-40B4-BE49-F238E27FC236}">
                <ns2:creationId id="{C2E0D2B8-E5FD-0F83-F856-2D422EC403FE}"/>
              </a:ext>
            </a:extLst>
          </p:cNvPr>
          <p:cNvSpPr/>
          <p:nvPr/>
        </p:nvSpPr>
        <p:spPr>
          <a:xfrm>
            <a:off x="10772932" y="4810597"/>
            <a:ext cx="879452" cy="1233876"/>
          </a:xfrm>
          <a:prstGeom prst="rect">
            <a:avLst/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9" name="直線矢印コネクタ 46">
            <a:extLst>
              <a:ext uri="{FF2B5EF4-FFF2-40B4-BE49-F238E27FC236}">
                <ns2:creationId id="{CF8EB509-D4BF-8123-174B-A808C9DBF85B}"/>
              </a:ext>
            </a:extLst>
          </p:cNvPr>
          <p:cNvCxnSpPr>
            <a:cxnSpLocks/>
            <a:stCxn id="149" idx="1"/>
          </p:cNvCxnSpPr>
          <p:nvPr/>
        </p:nvCxnSpPr>
        <p:spPr>
          <a:xfrm rot="10800000">
            <a:off x="11075773" y="6044475"/>
            <a:ext cx="136886" cy="150480"/>
          </a:xfrm>
          <a:prstGeom prst="bentConnector2">
            <a:avLst/>
          </a:prstGeom>
          <a:ln w="9525">
            <a:solidFill>
              <a:schemeClr val="accent2"/>
            </a:solidFill>
            <a:headEnd type="oval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コネクタ: カギ線 169">
            <a:extLst>
              <a:ext uri="{FF2B5EF4-FFF2-40B4-BE49-F238E27FC236}">
                <ns2:creationId id="{7360959F-377D-809E-2866-96C26DC248F9}"/>
              </a:ext>
            </a:extLst>
          </p:cNvPr>
          <p:cNvCxnSpPr>
            <a:cxnSpLocks/>
            <a:stCxn id="60" idx="3"/>
            <a:endCxn id="31" idx="1"/>
          </p:cNvCxnSpPr>
          <p:nvPr/>
        </p:nvCxnSpPr>
        <p:spPr>
          <a:xfrm flipV="1">
            <a:off x="5720279" y="2549127"/>
            <a:ext cx="275807" cy="2841189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コネクタ: カギ線 173">
            <a:extLst>
              <a:ext uri="{FF2B5EF4-FFF2-40B4-BE49-F238E27FC236}">
                <ns2:creationId id="{CFF81E3B-D520-5B10-6D8E-D381ED5989D4}"/>
              </a:ext>
            </a:extLst>
          </p:cNvPr>
          <p:cNvCxnSpPr>
            <a:cxnSpLocks/>
            <a:stCxn id="60" idx="3"/>
            <a:endCxn id="87" idx="1"/>
          </p:cNvCxnSpPr>
          <p:nvPr/>
        </p:nvCxnSpPr>
        <p:spPr>
          <a:xfrm flipV="1">
            <a:off x="5720279" y="2815270"/>
            <a:ext cx="275807" cy="2575046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コネクタ: カギ線 176">
            <a:extLst>
              <a:ext uri="{FF2B5EF4-FFF2-40B4-BE49-F238E27FC236}">
                <ns2:creationId id="{9209251C-F1AA-339E-8ADA-49CB4D634234}"/>
              </a:ext>
            </a:extLst>
          </p:cNvPr>
          <p:cNvCxnSpPr>
            <a:cxnSpLocks/>
            <a:stCxn id="60" idx="3"/>
            <a:endCxn id="15" idx="1"/>
          </p:cNvCxnSpPr>
          <p:nvPr/>
        </p:nvCxnSpPr>
        <p:spPr>
          <a:xfrm flipV="1">
            <a:off x="5720279" y="3081413"/>
            <a:ext cx="275807" cy="2308903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コネクタ: カギ線 181">
            <a:extLst>
              <a:ext uri="{FF2B5EF4-FFF2-40B4-BE49-F238E27FC236}">
                <ns2:creationId id="{9B0437CE-4EC0-340B-0053-EF285F43E906}"/>
              </a:ext>
            </a:extLst>
          </p:cNvPr>
          <p:cNvCxnSpPr>
            <a:cxnSpLocks/>
            <a:stCxn id="60" idx="3"/>
            <a:endCxn id="16" idx="1"/>
          </p:cNvCxnSpPr>
          <p:nvPr/>
        </p:nvCxnSpPr>
        <p:spPr>
          <a:xfrm flipV="1">
            <a:off x="5720279" y="3347556"/>
            <a:ext cx="275807" cy="2042760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コネクタ: カギ線 184">
            <a:extLst>
              <a:ext uri="{FF2B5EF4-FFF2-40B4-BE49-F238E27FC236}">
                <ns2:creationId id="{DB380003-08A0-E465-12F8-1FB13B4DC564}"/>
              </a:ext>
            </a:extLst>
          </p:cNvPr>
          <p:cNvCxnSpPr>
            <a:cxnSpLocks/>
            <a:stCxn id="60" idx="3"/>
            <a:endCxn id="17" idx="1"/>
          </p:cNvCxnSpPr>
          <p:nvPr/>
        </p:nvCxnSpPr>
        <p:spPr>
          <a:xfrm flipV="1">
            <a:off x="5720279" y="3613699"/>
            <a:ext cx="275807" cy="1776617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コネクタ: カギ線 189">
            <a:extLst>
              <a:ext uri="{FF2B5EF4-FFF2-40B4-BE49-F238E27FC236}">
                <ns2:creationId id="{0FDC8423-F229-A536-936D-5A82EAFCC34C}"/>
              </a:ext>
            </a:extLst>
          </p:cNvPr>
          <p:cNvCxnSpPr>
            <a:cxnSpLocks/>
            <a:stCxn id="60" idx="3"/>
            <a:endCxn id="18" idx="1"/>
          </p:cNvCxnSpPr>
          <p:nvPr/>
        </p:nvCxnSpPr>
        <p:spPr>
          <a:xfrm flipV="1">
            <a:off x="5720279" y="3879842"/>
            <a:ext cx="275807" cy="1510474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コネクタ: カギ線 192">
            <a:extLst>
              <a:ext uri="{FF2B5EF4-FFF2-40B4-BE49-F238E27FC236}">
                <ns2:creationId id="{4F1513FC-ECF6-338B-E46F-37C109485D58}"/>
              </a:ext>
            </a:extLst>
          </p:cNvPr>
          <p:cNvCxnSpPr>
            <a:cxnSpLocks/>
            <a:stCxn id="60" idx="3"/>
            <a:endCxn id="19" idx="1"/>
          </p:cNvCxnSpPr>
          <p:nvPr/>
        </p:nvCxnSpPr>
        <p:spPr>
          <a:xfrm flipV="1">
            <a:off x="5720279" y="4145985"/>
            <a:ext cx="275807" cy="1244331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コネクタ: カギ線 196">
            <a:extLst>
              <a:ext uri="{FF2B5EF4-FFF2-40B4-BE49-F238E27FC236}">
                <ns2:creationId id="{29B66F79-ABE3-38DE-DF68-A65B8A7300F0}"/>
              </a:ext>
            </a:extLst>
          </p:cNvPr>
          <p:cNvCxnSpPr>
            <a:cxnSpLocks/>
            <a:stCxn id="60" idx="3"/>
            <a:endCxn id="21" idx="1"/>
          </p:cNvCxnSpPr>
          <p:nvPr/>
        </p:nvCxnSpPr>
        <p:spPr>
          <a:xfrm flipV="1">
            <a:off x="5720279" y="4412128"/>
            <a:ext cx="275807" cy="97818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コネクタ: カギ線 199">
            <a:extLst>
              <a:ext uri="{FF2B5EF4-FFF2-40B4-BE49-F238E27FC236}">
                <ns2:creationId id="{344C9498-EF6B-74E9-43EE-EBA49B9041B7}"/>
              </a:ext>
            </a:extLst>
          </p:cNvPr>
          <p:cNvCxnSpPr>
            <a:cxnSpLocks/>
            <a:stCxn id="60" idx="3"/>
            <a:endCxn id="22" idx="1"/>
          </p:cNvCxnSpPr>
          <p:nvPr/>
        </p:nvCxnSpPr>
        <p:spPr>
          <a:xfrm flipV="1">
            <a:off x="5720279" y="4678271"/>
            <a:ext cx="275807" cy="712045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コネクタ: カギ線 202">
            <a:extLst>
              <a:ext uri="{FF2B5EF4-FFF2-40B4-BE49-F238E27FC236}">
                <ns2:creationId id="{B7115E94-C94D-759E-07A0-B959896E43F9}"/>
              </a:ext>
            </a:extLst>
          </p:cNvPr>
          <p:cNvCxnSpPr>
            <a:cxnSpLocks/>
            <a:stCxn id="60" idx="3"/>
            <a:endCxn id="23" idx="1"/>
          </p:cNvCxnSpPr>
          <p:nvPr/>
        </p:nvCxnSpPr>
        <p:spPr>
          <a:xfrm flipV="1">
            <a:off x="5720279" y="4944414"/>
            <a:ext cx="275807" cy="445902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コネクタ: カギ線 205">
            <a:extLst>
              <a:ext uri="{FF2B5EF4-FFF2-40B4-BE49-F238E27FC236}">
                <ns2:creationId id="{628F09F3-AC90-3DE9-C1A8-C4FD8CA63B1E}"/>
              </a:ext>
            </a:extLst>
          </p:cNvPr>
          <p:cNvCxnSpPr>
            <a:cxnSpLocks/>
            <a:stCxn id="60" idx="3"/>
            <a:endCxn id="26" idx="1"/>
          </p:cNvCxnSpPr>
          <p:nvPr/>
        </p:nvCxnSpPr>
        <p:spPr>
          <a:xfrm flipV="1">
            <a:off x="5720279" y="5210557"/>
            <a:ext cx="275807" cy="179759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コネクタ: カギ線 208">
            <a:extLst>
              <a:ext uri="{FF2B5EF4-FFF2-40B4-BE49-F238E27FC236}">
                <ns2:creationId id="{689F9B2B-ABF9-E760-525A-A29A0F89BDCD}"/>
              </a:ext>
            </a:extLst>
          </p:cNvPr>
          <p:cNvCxnSpPr>
            <a:cxnSpLocks/>
            <a:stCxn id="60" idx="3"/>
            <a:endCxn id="32" idx="1"/>
          </p:cNvCxnSpPr>
          <p:nvPr/>
        </p:nvCxnSpPr>
        <p:spPr>
          <a:xfrm>
            <a:off x="5720279" y="5390316"/>
            <a:ext cx="275807" cy="86386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コネクタ: カギ線 211">
            <a:extLst>
              <a:ext uri="{FF2B5EF4-FFF2-40B4-BE49-F238E27FC236}">
                <ns2:creationId id="{AF41CA37-F046-7926-0DCB-187E11EC0ACE}"/>
              </a:ext>
            </a:extLst>
          </p:cNvPr>
          <p:cNvCxnSpPr>
            <a:cxnSpLocks/>
            <a:stCxn id="61" idx="3"/>
            <a:endCxn id="34" idx="1"/>
          </p:cNvCxnSpPr>
          <p:nvPr/>
        </p:nvCxnSpPr>
        <p:spPr>
          <a:xfrm>
            <a:off x="5720279" y="5939811"/>
            <a:ext cx="221807" cy="138067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コネクタ: カギ線 214">
            <a:extLst>
              <a:ext uri="{FF2B5EF4-FFF2-40B4-BE49-F238E27FC236}">
                <ns2:creationId id="{4CCA9E9E-5B7D-8067-A3FB-9D36EC2742BA}"/>
              </a:ext>
            </a:extLst>
          </p:cNvPr>
          <p:cNvCxnSpPr>
            <a:cxnSpLocks/>
            <a:stCxn id="17" idx="3"/>
            <a:endCxn id="36" idx="1"/>
          </p:cNvCxnSpPr>
          <p:nvPr/>
        </p:nvCxnSpPr>
        <p:spPr>
          <a:xfrm flipV="1">
            <a:off x="8192086" y="2541161"/>
            <a:ext cx="307298" cy="107253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コネクタ: カギ線 217">
            <a:extLst>
              <a:ext uri="{FF2B5EF4-FFF2-40B4-BE49-F238E27FC236}">
                <ns2:creationId id="{F3F92221-9728-52DB-0B6E-0545E87180A3}"/>
              </a:ext>
            </a:extLst>
          </p:cNvPr>
          <p:cNvCxnSpPr>
            <a:cxnSpLocks/>
            <a:stCxn id="17" idx="3"/>
            <a:endCxn id="38" idx="1"/>
          </p:cNvCxnSpPr>
          <p:nvPr/>
        </p:nvCxnSpPr>
        <p:spPr>
          <a:xfrm flipV="1">
            <a:off x="8192086" y="2794031"/>
            <a:ext cx="307298" cy="81966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コネクタ: カギ線 220">
            <a:extLst>
              <a:ext uri="{FF2B5EF4-FFF2-40B4-BE49-F238E27FC236}">
                <ns2:creationId id="{CAEF5C59-E5B5-3B2B-2939-6240457FE9FA}"/>
              </a:ext>
            </a:extLst>
          </p:cNvPr>
          <p:cNvCxnSpPr>
            <a:cxnSpLocks/>
            <a:stCxn id="18" idx="3"/>
            <a:endCxn id="40" idx="1"/>
          </p:cNvCxnSpPr>
          <p:nvPr/>
        </p:nvCxnSpPr>
        <p:spPr>
          <a:xfrm flipV="1">
            <a:off x="8192086" y="3335771"/>
            <a:ext cx="300209" cy="544071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コネクタ: カギ線 223">
            <a:extLst>
              <a:ext uri="{FF2B5EF4-FFF2-40B4-BE49-F238E27FC236}">
                <ns2:creationId id="{7BBAE621-2629-3FCD-D3C8-1DD716EF7F4E}"/>
              </a:ext>
            </a:extLst>
          </p:cNvPr>
          <p:cNvCxnSpPr>
            <a:cxnSpLocks/>
            <a:stCxn id="18" idx="3"/>
            <a:endCxn id="41" idx="1"/>
          </p:cNvCxnSpPr>
          <p:nvPr/>
        </p:nvCxnSpPr>
        <p:spPr>
          <a:xfrm flipV="1">
            <a:off x="8192086" y="3588641"/>
            <a:ext cx="300209" cy="291201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コネクタ: カギ線 226">
            <a:extLst>
              <a:ext uri="{FF2B5EF4-FFF2-40B4-BE49-F238E27FC236}">
                <ns2:creationId id="{9624D0D4-3914-9224-9407-ABF53D4FC6E4}"/>
              </a:ext>
            </a:extLst>
          </p:cNvPr>
          <p:cNvCxnSpPr>
            <a:cxnSpLocks/>
            <a:stCxn id="19" idx="3"/>
            <a:endCxn id="67" idx="1"/>
          </p:cNvCxnSpPr>
          <p:nvPr/>
        </p:nvCxnSpPr>
        <p:spPr>
          <a:xfrm flipV="1">
            <a:off x="8192086" y="4130381"/>
            <a:ext cx="300209" cy="15604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コネクタ: カギ線 230">
            <a:extLst>
              <a:ext uri="{FF2B5EF4-FFF2-40B4-BE49-F238E27FC236}">
                <ns2:creationId id="{36EFFB52-7DBE-7A21-7F8F-576254DC152C}"/>
              </a:ext>
            </a:extLst>
          </p:cNvPr>
          <p:cNvCxnSpPr>
            <a:cxnSpLocks/>
            <a:stCxn id="19" idx="3"/>
            <a:endCxn id="72" idx="1"/>
          </p:cNvCxnSpPr>
          <p:nvPr/>
        </p:nvCxnSpPr>
        <p:spPr>
          <a:xfrm>
            <a:off x="8192086" y="4145985"/>
            <a:ext cx="300209" cy="237266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コネクタ: カギ線 234">
            <a:extLst>
              <a:ext uri="{FF2B5EF4-FFF2-40B4-BE49-F238E27FC236}">
                <ns2:creationId id="{8DA14339-D59F-A279-843C-4C816EA9A983}"/>
              </a:ext>
            </a:extLst>
          </p:cNvPr>
          <p:cNvCxnSpPr>
            <a:cxnSpLocks/>
            <a:stCxn id="21" idx="3"/>
            <a:endCxn id="92" idx="1"/>
          </p:cNvCxnSpPr>
          <p:nvPr/>
        </p:nvCxnSpPr>
        <p:spPr>
          <a:xfrm>
            <a:off x="8192086" y="4412128"/>
            <a:ext cx="300209" cy="512863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コネクタ: カギ線 237">
            <a:extLst>
              <a:ext uri="{FF2B5EF4-FFF2-40B4-BE49-F238E27FC236}">
                <ns2:creationId id="{0C7214E6-E8D7-C4FC-15C5-002C7B4893F4}"/>
              </a:ext>
            </a:extLst>
          </p:cNvPr>
          <p:cNvCxnSpPr>
            <a:cxnSpLocks/>
            <a:stCxn id="21" idx="3"/>
            <a:endCxn id="95" idx="1"/>
          </p:cNvCxnSpPr>
          <p:nvPr/>
        </p:nvCxnSpPr>
        <p:spPr>
          <a:xfrm>
            <a:off x="8192086" y="4412128"/>
            <a:ext cx="300209" cy="765733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コネクタ: カギ線 240">
            <a:extLst>
              <a:ext uri="{FF2B5EF4-FFF2-40B4-BE49-F238E27FC236}">
                <ns2:creationId id="{A55942C1-D1C6-1106-6C71-135826549C6D}"/>
              </a:ext>
            </a:extLst>
          </p:cNvPr>
          <p:cNvCxnSpPr>
            <a:cxnSpLocks/>
            <a:stCxn id="21" idx="3"/>
            <a:endCxn id="96" idx="1"/>
          </p:cNvCxnSpPr>
          <p:nvPr/>
        </p:nvCxnSpPr>
        <p:spPr>
          <a:xfrm>
            <a:off x="8192086" y="4412128"/>
            <a:ext cx="300209" cy="1018603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コネクタ: カギ線 243">
            <a:extLst>
              <a:ext uri="{FF2B5EF4-FFF2-40B4-BE49-F238E27FC236}">
                <ns2:creationId id="{2ADF3C09-EB17-8AD3-9D7B-00AFFBDCEBFA}"/>
              </a:ext>
            </a:extLst>
          </p:cNvPr>
          <p:cNvCxnSpPr>
            <a:cxnSpLocks/>
            <a:stCxn id="21" idx="3"/>
            <a:endCxn id="98" idx="1"/>
          </p:cNvCxnSpPr>
          <p:nvPr/>
        </p:nvCxnSpPr>
        <p:spPr>
          <a:xfrm>
            <a:off x="8192086" y="4412128"/>
            <a:ext cx="300209" cy="1271473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コネクタ: カギ線 247">
            <a:extLst>
              <a:ext uri="{FF2B5EF4-FFF2-40B4-BE49-F238E27FC236}">
                <ns2:creationId id="{823B2554-24C3-94E1-D4BC-5F7CDE146FA9}"/>
              </a:ext>
            </a:extLst>
          </p:cNvPr>
          <p:cNvCxnSpPr>
            <a:cxnSpLocks/>
            <a:stCxn id="21" idx="3"/>
            <a:endCxn id="99" idx="1"/>
          </p:cNvCxnSpPr>
          <p:nvPr/>
        </p:nvCxnSpPr>
        <p:spPr>
          <a:xfrm>
            <a:off x="8192086" y="4412128"/>
            <a:ext cx="300209" cy="1524345"/>
          </a:xfrm>
          <a:prstGeom prst="bentConnector3">
            <a:avLst>
              <a:gd name="adj1" fmla="val 50000"/>
            </a:avLst>
          </a:prstGeom>
          <a:ln w="9525">
            <a:solidFill>
              <a:schemeClr val="accent5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グループ化 6">
            <a:extLst>
              <a:ext uri="{FF2B5EF4-FFF2-40B4-BE49-F238E27FC236}">
                <ns2:creationId id="{D2A18562-4433-CAD6-74A3-21F2E6182FE0}"/>
              </a:ext>
            </a:extLst>
          </p:cNvPr>
          <p:cNvGrpSpPr/>
          <p:nvPr/>
        </p:nvGrpSpPr>
        <p:grpSpPr>
          <a:xfrm>
            <a:off x="343261" y="2169165"/>
            <a:ext cx="819885" cy="4139561"/>
            <a:chOff x="343261" y="2169165"/>
            <a:chExt cx="819885" cy="4139561"/>
          </a:xfrm>
        </p:grpSpPr>
        <p:sp>
          <p:nvSpPr>
            <p:cNvPr id="52" name="テキスト ボックス 51">
              <a:extLst>
                <a:ext uri="{FF2B5EF4-FFF2-40B4-BE49-F238E27FC236}">
                  <ns2:creationId id="{E18D3A49-E1AB-0966-5301-32363C543D0D}"/>
                </a:ext>
              </a:extLst>
            </p:cNvPr>
            <p:cNvSpPr txBox="1"/>
            <p:nvPr/>
          </p:nvSpPr>
          <p:spPr>
            <a:xfrm>
              <a:off x="343261" y="2169165"/>
              <a:ext cx="794376" cy="413955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tIns="108000" bIns="36000" numCol="1" rtlCol="0" anchor="ctr">
              <a:noAutofit/>
            </a:bodyPr>
            <a:lstStyle/>
            <a:p>
              <a:pPr algn="ctr"/>
              <a:r>
                <a:rPr lang="ja-JP" altLang="en-US" sz="1400" dirty="0"/>
                <a:t>XX</a:t>
              </a:r>
              <a:endParaRPr kumimoji="1" lang="ja-JP" altLang="en-US" sz="1400" dirty="0"/>
            </a:p>
          </p:txBody>
        </p:sp>
        <p:cxnSp>
          <p:nvCxnSpPr>
            <p:cNvPr id="62" name="直線コネクタ 61">
              <a:extLst>
                <a:ext uri="{FF2B5EF4-FFF2-40B4-BE49-F238E27FC236}">
                  <ns2:creationId id="{C355C27C-7E98-25F6-CA81-A382BBD7F39E}"/>
                </a:ext>
              </a:extLst>
            </p:cNvPr>
            <p:cNvCxnSpPr>
              <a:cxnSpLocks/>
            </p:cNvCxnSpPr>
            <p:nvPr/>
          </p:nvCxnSpPr>
          <p:spPr>
            <a:xfrm>
              <a:off x="1163146" y="2169166"/>
              <a:ext cx="0" cy="4139560"/>
            </a:xfrm>
            <a:prstGeom prst="line">
              <a:avLst/>
            </a:prstGeom>
            <a:ln w="38100">
              <a:solidFill>
                <a:schemeClr val="accent5">
                  <a:alpha val="49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5" name="グラフィックス 254" descr="リスト 単色塗りつぶし">
              <a:extLst>
                <a:ext uri="{FF2B5EF4-FFF2-40B4-BE49-F238E27FC236}">
                  <ns2:creationId id="{519A37E8-3A9F-97BC-88D7-A363851D49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543911" y="3761513"/>
              <a:ext cx="367913" cy="367913"/>
            </a:xfrm>
            <a:prstGeom prst="rect">
              <a:avLst/>
            </a:prstGeom>
          </p:spPr>
        </p:pic>
      </p:grpSp>
      <p:grpSp>
        <p:nvGrpSpPr>
          <p:cNvPr id="6" name="グループ化 5">
            <a:extLst>
              <a:ext uri="{FF2B5EF4-FFF2-40B4-BE49-F238E27FC236}">
                <ns2:creationId id="{670B14EA-A168-E502-6DAA-F300DCEA0586}"/>
              </a:ext>
            </a:extLst>
          </p:cNvPr>
          <p:cNvGrpSpPr/>
          <p:nvPr/>
        </p:nvGrpSpPr>
        <p:grpSpPr>
          <a:xfrm>
            <a:off x="333244" y="1630384"/>
            <a:ext cx="829902" cy="442923"/>
            <a:chOff x="333244" y="1630384"/>
            <a:chExt cx="829902" cy="442923"/>
          </a:xfrm>
        </p:grpSpPr>
        <p:sp>
          <p:nvSpPr>
            <p:cNvPr id="71" name="テキスト ボックス 70">
              <a:extLst>
                <a:ext uri="{FF2B5EF4-FFF2-40B4-BE49-F238E27FC236}">
                  <ns2:creationId id="{05C2375F-0025-431B-8494-522D6748D89A}"/>
                </a:ext>
              </a:extLst>
            </p:cNvPr>
            <p:cNvSpPr txBox="1"/>
            <p:nvPr/>
          </p:nvSpPr>
          <p:spPr>
            <a:xfrm>
              <a:off x="333244" y="1668485"/>
              <a:ext cx="794376" cy="37712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tIns="288000" bIns="36000" numCol="1" rtlCol="0" anchor="ctr">
              <a:noAutofit/>
            </a:bodyPr>
            <a:lstStyle/>
            <a:p>
              <a:pPr algn="ctr"/>
              <a:r>
                <a:rPr kumimoji="1" lang="ja-JP" altLang="en-US" sz="1400" dirty="0"/>
                <a:t>XX</a:t>
              </a:r>
            </a:p>
          </p:txBody>
        </p:sp>
        <p:cxnSp>
          <p:nvCxnSpPr>
            <p:cNvPr id="54" name="直線コネクタ 53">
              <a:extLst>
                <a:ext uri="{FF2B5EF4-FFF2-40B4-BE49-F238E27FC236}">
                  <ns2:creationId id="{6B13A2B8-8E96-C93D-836E-932C8F0716B5}"/>
                </a:ext>
              </a:extLst>
            </p:cNvPr>
            <p:cNvCxnSpPr>
              <a:cxnSpLocks/>
            </p:cNvCxnSpPr>
            <p:nvPr/>
          </p:nvCxnSpPr>
          <p:spPr>
            <a:xfrm>
              <a:off x="1163146" y="1635300"/>
              <a:ext cx="0" cy="438007"/>
            </a:xfrm>
            <a:prstGeom prst="line">
              <a:avLst/>
            </a:prstGeom>
            <a:ln w="38100">
              <a:solidFill>
                <a:schemeClr val="accent5">
                  <a:alpha val="49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6" name="グラフィックス 255" descr="フローチャート 単色塗りつぶし">
              <a:extLst>
                <a:ext uri="{FF2B5EF4-FFF2-40B4-BE49-F238E27FC236}">
                  <ns2:creationId id="{7FBA5E61-680A-DD83-F50E-DD377EA4FB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592337" y="1630384"/>
              <a:ext cx="272683" cy="272683"/>
            </a:xfrm>
            <a:prstGeom prst="rect">
              <a:avLst/>
            </a:prstGeom>
          </p:spPr>
        </p:pic>
      </p:grpSp>
      <p:sp>
        <p:nvSpPr>
          <p:cNvPr id="257" name="フローチャート: 結合子 256">
            <a:extLst>
              <a:ext uri="{FF2B5EF4-FFF2-40B4-BE49-F238E27FC236}">
                <ns2:creationId id="{5CDFE036-2A93-A17B-603C-A30B275B7F7A}"/>
              </a:ext>
            </a:extLst>
          </p:cNvPr>
          <p:cNvSpPr>
            <a:spLocks noChangeAspect="1"/>
          </p:cNvSpPr>
          <p:nvPr/>
        </p:nvSpPr>
        <p:spPr>
          <a:xfrm>
            <a:off x="8130740" y="2096514"/>
            <a:ext cx="216000" cy="216000"/>
          </a:xfrm>
          <a:prstGeom prst="flowChartConnector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kumimoji="1" lang="ja-JP" altLang="en-US" sz="9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9" name="フローチャート: 結合子 258">
            <a:extLst>
              <a:ext uri="{FF2B5EF4-FFF2-40B4-BE49-F238E27FC236}">
                <ns2:creationId id="{48AD4C96-1D4F-191C-E840-579B6EC78EAB}"/>
              </a:ext>
            </a:extLst>
          </p:cNvPr>
          <p:cNvSpPr>
            <a:spLocks noChangeAspect="1"/>
          </p:cNvSpPr>
          <p:nvPr/>
        </p:nvSpPr>
        <p:spPr>
          <a:xfrm>
            <a:off x="8105755" y="5612473"/>
            <a:ext cx="216000" cy="216000"/>
          </a:xfrm>
          <a:prstGeom prst="flowChartConnector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kumimoji="1" lang="ja-JP" altLang="en-US" sz="9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0" name="フローチャート: 結合子 259">
            <a:extLst>
              <a:ext uri="{FF2B5EF4-FFF2-40B4-BE49-F238E27FC236}">
                <ns2:creationId id="{FD5396D9-B404-88B4-C66C-AE6A8F7DF610}"/>
              </a:ext>
            </a:extLst>
          </p:cNvPr>
          <p:cNvSpPr>
            <a:spLocks noChangeAspect="1"/>
          </p:cNvSpPr>
          <p:nvPr/>
        </p:nvSpPr>
        <p:spPr>
          <a:xfrm>
            <a:off x="11641755" y="2082336"/>
            <a:ext cx="216000" cy="216000"/>
          </a:xfrm>
          <a:prstGeom prst="flowChartConnector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endParaRPr kumimoji="1" lang="ja-JP" altLang="en-US" sz="8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1" name="フローチャート: 結合子 260">
            <a:extLst>
              <a:ext uri="{FF2B5EF4-FFF2-40B4-BE49-F238E27FC236}">
                <ns2:creationId id="{9EE077EF-ECB9-4FA3-C3F2-A685F9E4594B}"/>
              </a:ext>
            </a:extLst>
          </p:cNvPr>
          <p:cNvSpPr>
            <a:spLocks noChangeAspect="1"/>
          </p:cNvSpPr>
          <p:nvPr/>
        </p:nvSpPr>
        <p:spPr>
          <a:xfrm>
            <a:off x="11641755" y="2881455"/>
            <a:ext cx="216000" cy="216000"/>
          </a:xfrm>
          <a:prstGeom prst="flowChartConnector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endParaRPr kumimoji="1" lang="ja-JP" altLang="en-US" sz="8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2" name="フローチャート: 結合子 261">
            <a:extLst>
              <a:ext uri="{FF2B5EF4-FFF2-40B4-BE49-F238E27FC236}">
                <ns2:creationId id="{2D60E078-5846-AB75-4519-7DC0209ECE69}"/>
              </a:ext>
            </a:extLst>
          </p:cNvPr>
          <p:cNvSpPr>
            <a:spLocks noChangeAspect="1"/>
          </p:cNvSpPr>
          <p:nvPr/>
        </p:nvSpPr>
        <p:spPr>
          <a:xfrm>
            <a:off x="11641755" y="3660102"/>
            <a:ext cx="216000" cy="216000"/>
          </a:xfrm>
          <a:prstGeom prst="flowChartConnector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endParaRPr kumimoji="1" lang="ja-JP" altLang="en-US" sz="8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3" name="フローチャート: 結合子 262">
            <a:extLst>
              <a:ext uri="{FF2B5EF4-FFF2-40B4-BE49-F238E27FC236}">
                <ns2:creationId id="{BDC349AF-454D-A2FC-2F75-A72AE2C47E56}"/>
              </a:ext>
            </a:extLst>
          </p:cNvPr>
          <p:cNvSpPr>
            <a:spLocks noChangeAspect="1"/>
          </p:cNvSpPr>
          <p:nvPr/>
        </p:nvSpPr>
        <p:spPr>
          <a:xfrm>
            <a:off x="11641755" y="4457129"/>
            <a:ext cx="216000" cy="216000"/>
          </a:xfrm>
          <a:prstGeom prst="flowChartConnector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</a:t>
            </a:r>
            <a:endParaRPr kumimoji="1" lang="ja-JP" altLang="en-US" sz="8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64" name="グラフィックス 263" descr="インターネット 単色塗りつぶし">
            <a:extLst>
              <a:ext uri="{FF2B5EF4-FFF2-40B4-BE49-F238E27FC236}">
                <ns2:creationId id="{569F940C-8266-E5AB-EE9C-1B97E52989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1820466" y="2144291"/>
            <a:ext cx="234992" cy="234992"/>
          </a:xfrm>
          <a:prstGeom prst="rect">
            <a:avLst/>
          </a:prstGeom>
        </p:spPr>
      </p:pic>
      <p:pic>
        <p:nvPicPr>
          <p:cNvPr id="265" name="グラフィックス 264" descr="月毎カレンダー 単色塗りつぶし">
            <a:extLst>
              <a:ext uri="{FF2B5EF4-FFF2-40B4-BE49-F238E27FC236}">
                <ns2:creationId id="{BCFD3206-C789-BB5D-96A8-F8CA251826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3969246" y="2144615"/>
            <a:ext cx="234992" cy="234992"/>
          </a:xfrm>
          <a:prstGeom prst="rect">
            <a:avLst/>
          </a:prstGeom>
        </p:spPr>
      </p:pic>
      <p:pic>
        <p:nvPicPr>
          <p:cNvPr id="266" name="グラフィックス 265" descr="ハーベイ ボール 50% 単色塗りつぶし">
            <a:extLst>
              <a:ext uri="{FF2B5EF4-FFF2-40B4-BE49-F238E27FC236}">
                <ns2:creationId id="{B2F6A19C-0BEE-3A57-D216-B02517DEBA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rcRect/>
          <a:stretch/>
        </p:blipFill>
        <p:spPr>
          <a:xfrm>
            <a:off x="3962829" y="4209683"/>
            <a:ext cx="234992" cy="234992"/>
          </a:xfrm>
          <a:prstGeom prst="rect">
            <a:avLst/>
          </a:prstGeom>
        </p:spPr>
      </p:pic>
      <p:pic>
        <p:nvPicPr>
          <p:cNvPr id="267" name="グラフィックス 266" descr="レーダー チャート 単色塗りつぶし">
            <a:extLst>
              <a:ext uri="{FF2B5EF4-FFF2-40B4-BE49-F238E27FC236}">
                <ns2:creationId id="{568DDBE7-172A-81A5-5AD9-672D3FE224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rcRect/>
          <a:stretch/>
        </p:blipFill>
        <p:spPr>
          <a:xfrm>
            <a:off x="6096000" y="2143659"/>
            <a:ext cx="234992" cy="234992"/>
          </a:xfrm>
          <a:prstGeom prst="rect">
            <a:avLst/>
          </a:prstGeom>
        </p:spPr>
      </p:pic>
      <p:pic>
        <p:nvPicPr>
          <p:cNvPr id="268" name="グラフィックス 267" descr="お金 単色塗りつぶし">
            <a:extLst>
              <a:ext uri="{FF2B5EF4-FFF2-40B4-BE49-F238E27FC236}">
                <ns2:creationId id="{1DF7378F-3629-8876-D18A-C2838B624B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rcRect/>
          <a:stretch/>
        </p:blipFill>
        <p:spPr>
          <a:xfrm>
            <a:off x="9458313" y="2152795"/>
            <a:ext cx="234992" cy="234992"/>
          </a:xfrm>
          <a:prstGeom prst="rect">
            <a:avLst/>
          </a:prstGeom>
        </p:spPr>
      </p:pic>
      <p:pic>
        <p:nvPicPr>
          <p:cNvPr id="269" name="グラフィックス 268" descr="硬貨 単色塗りつぶし">
            <a:extLst>
              <a:ext uri="{FF2B5EF4-FFF2-40B4-BE49-F238E27FC236}">
                <ns2:creationId id="{D6B50795-C3EF-C85D-0BF4-085EC296BE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rcRect/>
          <a:stretch/>
        </p:blipFill>
        <p:spPr>
          <a:xfrm>
            <a:off x="9575809" y="2947405"/>
            <a:ext cx="234992" cy="234992"/>
          </a:xfrm>
          <a:prstGeom prst="rect">
            <a:avLst/>
          </a:prstGeom>
        </p:spPr>
      </p:pic>
      <p:pic>
        <p:nvPicPr>
          <p:cNvPr id="270" name="グラフィックス 269" descr="金の延べ棒 単色塗りつぶし">
            <a:extLst>
              <a:ext uri="{FF2B5EF4-FFF2-40B4-BE49-F238E27FC236}">
                <ns2:creationId id="{5D678E6C-75DB-3C64-B615-17C3BBCE04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rcRect/>
          <a:stretch/>
        </p:blipFill>
        <p:spPr>
          <a:xfrm>
            <a:off x="9575809" y="3735553"/>
            <a:ext cx="234992" cy="234992"/>
          </a:xfrm>
          <a:prstGeom prst="rect">
            <a:avLst/>
          </a:prstGeom>
        </p:spPr>
      </p:pic>
      <p:pic>
        <p:nvPicPr>
          <p:cNvPr id="271" name="グラフィックス 270" descr="円グラフ 単色塗りつぶし">
            <a:extLst>
              <a:ext uri="{FF2B5EF4-FFF2-40B4-BE49-F238E27FC236}">
                <ns2:creationId id="{E2DC5017-1EA0-DB05-20ED-B6C28E8FC7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rcRect/>
          <a:stretch/>
        </p:blipFill>
        <p:spPr>
          <a:xfrm>
            <a:off x="9637133" y="4536625"/>
            <a:ext cx="234992" cy="234992"/>
          </a:xfrm>
          <a:prstGeom prst="rect">
            <a:avLst/>
          </a:prstGeom>
        </p:spPr>
      </p:pic>
    </p:spTree>
    <p:extLst>
      <p:ext uri="{BB962C8B-B14F-4D97-AF65-F5344CB8AC3E}">
        <ns5:creationId val="2951519204"/>
      </p:ext>
    </p:extLst>
  </p:cSld>
  <p:clrMapOvr>
    <a:masterClrMapping/>
  </p:clrMapOvr>
</p:sld>
</file>

<file path=ppt/slides/slide124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markup-compatibility/2006" xmlns:ns6="http://schemas.microsoft.com/office/drawing/2014/chartex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1CFB6CA-4068-AFAF-5C61-E446D5781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4A9828F-143C-9F1C-B52C-2A1E947D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②</a:t>
            </a:r>
            <a:r>
              <a:rPr lang="en-US" altLang="ja-JP" dirty="0"/>
              <a:t> : 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440F66D2-DDFC-5B36-36E4-89B9D3AE4E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522076" cy="71332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73050" indent="-273050">
              <a:lnSpc>
                <a:spcPct val="100000"/>
              </a:lnSpc>
              <a:buNone/>
              <a:tabLst>
                <a:tab pos="273050" algn="l"/>
              </a:tabLst>
            </a:pPr>
            <a:r>
              <a:rPr lang="en-US" altLang="ja-JP" sz="1800" dirty="0">
                <a:latin typeface="Meiryo UI"/>
                <a:ea typeface="Meiryo UI"/>
              </a:rPr>
              <a:t>XX</a:t>
            </a:r>
            <a:r>
              <a:rPr lang="ja-JP" altLang="en-US" sz="1800" dirty="0">
                <a:latin typeface="Meiryo UI"/>
                <a:ea typeface="Meiryo UI"/>
              </a:rPr>
              <a:t>XX</a:t>
            </a:r>
            <a:br>
              <a:rPr lang="en-US" altLang="ja-JP" sz="1800" dirty="0">
                <a:latin typeface="Meiryo UI"/>
                <a:ea typeface="Meiryo UI"/>
              </a:rPr>
            </a:br>
            <a:r>
              <a:rPr lang="ja-JP" altLang="en-US" sz="1800" dirty="0">
                <a:latin typeface="Meiryo UI"/>
                <a:ea typeface="Meiryo UI"/>
              </a:rPr>
              <a:t>XX</a:t>
            </a:r>
          </a:p>
        </p:txBody>
      </p:sp>
      <p:sp>
        <p:nvSpPr>
          <p:cNvPr id="7" name="正方形/長方形 6">
            <a:extLst>
              <a:ext uri="{FF2B5EF4-FFF2-40B4-BE49-F238E27FC236}">
                <ns2:creationId id="{741A1F91-5796-3E00-4CD2-A0281C0F5950}"/>
              </a:ext>
            </a:extLst>
          </p:cNvPr>
          <p:cNvSpPr/>
          <p:nvPr/>
        </p:nvSpPr>
        <p:spPr>
          <a:xfrm>
            <a:off x="7166176" y="5173659"/>
            <a:ext cx="4690862" cy="1135066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indent="355600"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571B6DE6-9B61-1C1F-F302-732E8D94FC13}"/>
              </a:ext>
            </a:extLst>
          </p:cNvPr>
          <p:cNvSpPr/>
          <p:nvPr/>
        </p:nvSpPr>
        <p:spPr>
          <a:xfrm>
            <a:off x="2560555" y="5173659"/>
            <a:ext cx="4511491" cy="1135066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indent="355600"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9" name="直線コネクタ 8">
            <a:extLst>
              <a:ext uri="{FF2B5EF4-FFF2-40B4-BE49-F238E27FC236}">
                <ns2:creationId id="{C652F99C-54C0-64DE-15F7-67650681C966}"/>
              </a:ext>
            </a:extLst>
          </p:cNvPr>
          <p:cNvCxnSpPr>
            <a:cxnSpLocks/>
          </p:cNvCxnSpPr>
          <p:nvPr/>
        </p:nvCxnSpPr>
        <p:spPr>
          <a:xfrm>
            <a:off x="2445659" y="2095291"/>
            <a:ext cx="0" cy="2920461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ns2:creationId id="{CC1DD195-CB32-A72B-5BB5-6C23246D71F3}"/>
              </a:ext>
            </a:extLst>
          </p:cNvPr>
          <p:cNvCxnSpPr/>
          <p:nvPr/>
        </p:nvCxnSpPr>
        <p:spPr>
          <a:xfrm>
            <a:off x="2445659" y="5173659"/>
            <a:ext cx="0" cy="1135067"/>
          </a:xfrm>
          <a:prstGeom prst="line">
            <a:avLst/>
          </a:prstGeom>
          <a:ln w="38100">
            <a:solidFill>
              <a:schemeClr val="accent5">
                <a:alpha val="49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グループ化 2">
            <a:extLst>
              <a:ext uri="{FF2B5EF4-FFF2-40B4-BE49-F238E27FC236}">
                <ns2:creationId id="{9D5D4482-FD49-B06F-CD6B-05FD4FCAB3AC}"/>
              </a:ext>
            </a:extLst>
          </p:cNvPr>
          <p:cNvGrpSpPr/>
          <p:nvPr/>
        </p:nvGrpSpPr>
        <p:grpSpPr>
          <a:xfrm>
            <a:off x="334963" y="2070847"/>
            <a:ext cx="2110696" cy="2944905"/>
            <a:chOff x="334963" y="2070847"/>
            <a:chExt cx="2110696" cy="2944905"/>
          </a:xfrm>
        </p:grpSpPr>
        <p:sp>
          <p:nvSpPr>
            <p:cNvPr id="71" name="テキスト ボックス 70">
              <a:extLst>
                <a:ext uri="{FF2B5EF4-FFF2-40B4-BE49-F238E27FC236}">
                  <ns2:creationId id="{19E277F6-826D-5554-A5A0-D52702BD0406}"/>
                </a:ext>
              </a:extLst>
            </p:cNvPr>
            <p:cNvSpPr txBox="1"/>
            <p:nvPr/>
          </p:nvSpPr>
          <p:spPr>
            <a:xfrm>
              <a:off x="334963" y="2070847"/>
              <a:ext cx="2110696" cy="294490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tIns="396000" bIns="36000" numCol="1" rtlCol="0" anchor="ctr">
              <a:noAutofit/>
            </a:bodyPr>
            <a:lstStyle/>
            <a:p>
              <a:pPr algn="ctr"/>
              <a:r>
                <a:rPr lang="ja-JP" altLang="en-US" dirty="0"/>
                <a:t>XX</a:t>
              </a:r>
              <a:endParaRPr kumimoji="1" lang="ja-JP" altLang="en-US" dirty="0"/>
            </a:p>
          </p:txBody>
        </p:sp>
        <p:pic>
          <p:nvPicPr>
            <p:cNvPr id="12" name="グラフィックス 11" descr="プレゼンテーション (円グラフ) 単色塗りつぶし">
              <a:extLst>
                <a:ext uri="{FF2B5EF4-FFF2-40B4-BE49-F238E27FC236}">
                  <ns2:creationId id="{06D8E06B-93D5-BE1B-DDC7-C17898D4AE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971533" y="2836042"/>
              <a:ext cx="617402" cy="617402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8213F57D-EF72-CBED-F5E5-5093961AF716}"/>
              </a:ext>
            </a:extLst>
          </p:cNvPr>
          <p:cNvGrpSpPr/>
          <p:nvPr/>
        </p:nvGrpSpPr>
        <p:grpSpPr>
          <a:xfrm>
            <a:off x="334963" y="5253630"/>
            <a:ext cx="2110696" cy="1055096"/>
            <a:chOff x="334963" y="5253630"/>
            <a:chExt cx="2110696" cy="1055096"/>
          </a:xfrm>
        </p:grpSpPr>
        <p:sp>
          <p:nvSpPr>
            <p:cNvPr id="20" name="テキスト ボックス 19">
              <a:extLst>
                <a:ext uri="{FF2B5EF4-FFF2-40B4-BE49-F238E27FC236}">
                  <ns2:creationId id="{F8824C5C-BA19-0CF5-2EBE-185290A355EF}"/>
                </a:ext>
              </a:extLst>
            </p:cNvPr>
            <p:cNvSpPr txBox="1"/>
            <p:nvPr/>
          </p:nvSpPr>
          <p:spPr>
            <a:xfrm>
              <a:off x="334963" y="5253630"/>
              <a:ext cx="2110696" cy="105509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tIns="576000" bIns="36000" numCol="1" rtlCol="0" anchor="ctr">
              <a:noAutofit/>
            </a:bodyPr>
            <a:lstStyle/>
            <a:p>
              <a:pPr algn="ctr"/>
              <a:r>
                <a:rPr lang="ja-JP" altLang="en-US" dirty="0"/>
                <a:t>XX</a:t>
              </a:r>
              <a:endParaRPr kumimoji="1" lang="ja-JP" altLang="en-US" dirty="0"/>
            </a:p>
          </p:txBody>
        </p:sp>
        <p:pic>
          <p:nvPicPr>
            <p:cNvPr id="18" name="グラフィックス 17" descr="本 単色塗りつぶし">
              <a:extLst>
                <a:ext uri="{FF2B5EF4-FFF2-40B4-BE49-F238E27FC236}">
                  <ns2:creationId id="{5C3F633B-E7E8-2759-6421-2B2B70A901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1081610" y="5262228"/>
              <a:ext cx="617402" cy="617402"/>
            </a:xfrm>
            <a:prstGeom prst="rect">
              <a:avLst/>
            </a:prstGeom>
          </p:spPr>
        </p:pic>
      </p:grpSp>
      <p:grpSp>
        <p:nvGrpSpPr>
          <p:cNvPr id="6" name="グループ化 5">
            <a:extLst>
              <a:ext uri="{FF2B5EF4-FFF2-40B4-BE49-F238E27FC236}">
                <ns2:creationId id="{D9BBB56A-69A0-B5A3-63D9-0698772BBCB2}"/>
              </a:ext>
            </a:extLst>
          </p:cNvPr>
          <p:cNvGrpSpPr/>
          <p:nvPr/>
        </p:nvGrpSpPr>
        <p:grpSpPr>
          <a:xfrm>
            <a:off x="2560555" y="1640803"/>
            <a:ext cx="4608000" cy="364469"/>
            <a:chOff x="2560555" y="1640803"/>
            <a:chExt cx="4608000" cy="364469"/>
          </a:xfrm>
        </p:grpSpPr>
        <p:sp>
          <p:nvSpPr>
            <p:cNvPr id="19" name="テキスト ボックス 18">
              <a:extLst>
                <a:ext uri="{FF2B5EF4-FFF2-40B4-BE49-F238E27FC236}">
                  <ns2:creationId id="{8D10872A-0278-390F-1D08-8F9FF174DA8A}"/>
                </a:ext>
              </a:extLst>
            </p:cNvPr>
            <p:cNvSpPr txBox="1"/>
            <p:nvPr/>
          </p:nvSpPr>
          <p:spPr>
            <a:xfrm>
              <a:off x="2560555" y="1645274"/>
              <a:ext cx="4608000" cy="359998"/>
            </a:xfrm>
            <a:prstGeom prst="rect">
              <a:avLst/>
            </a:prstGeom>
            <a:solidFill>
              <a:schemeClr val="accent5">
                <a:alpha val="76000"/>
              </a:schemeClr>
            </a:solidFill>
            <a:ln w="9525">
              <a:noFill/>
            </a:ln>
          </p:spPr>
          <p:txBody>
            <a:bodyPr wrap="none" lIns="72000" tIns="36000" rIns="72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21" name="グラフィックス 20" descr="棒グラフ 単色塗りつぶし">
              <a:extLst>
                <a:ext uri="{FF2B5EF4-FFF2-40B4-BE49-F238E27FC236}">
                  <ns2:creationId id="{EBC26E56-3EC5-04CD-A6CE-C3EB5D4F70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507838" y="1640803"/>
              <a:ext cx="359998" cy="359998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ns2:creationId id="{6ABACF6A-E889-DBCA-F1CD-C9420EC98399}"/>
              </a:ext>
            </a:extLst>
          </p:cNvPr>
          <p:cNvGrpSpPr/>
          <p:nvPr/>
        </p:nvGrpSpPr>
        <p:grpSpPr>
          <a:xfrm>
            <a:off x="7267774" y="1640803"/>
            <a:ext cx="4608000" cy="373073"/>
            <a:chOff x="7267774" y="1640803"/>
            <a:chExt cx="4608000" cy="373073"/>
          </a:xfrm>
        </p:grpSpPr>
        <p:sp>
          <p:nvSpPr>
            <p:cNvPr id="22" name="テキスト ボックス 21">
              <a:extLst>
                <a:ext uri="{FF2B5EF4-FFF2-40B4-BE49-F238E27FC236}">
                  <ns2:creationId id="{A7DF5874-DE94-B300-5707-614BDD29C1A0}"/>
                </a:ext>
              </a:extLst>
            </p:cNvPr>
            <p:cNvSpPr txBox="1"/>
            <p:nvPr/>
          </p:nvSpPr>
          <p:spPr>
            <a:xfrm>
              <a:off x="7267774" y="1640803"/>
              <a:ext cx="4608000" cy="359998"/>
            </a:xfrm>
            <a:prstGeom prst="rect">
              <a:avLst/>
            </a:prstGeom>
            <a:solidFill>
              <a:schemeClr val="accent5">
                <a:alpha val="76000"/>
              </a:schemeClr>
            </a:solidFill>
            <a:ln w="9525">
              <a:noFill/>
            </a:ln>
          </p:spPr>
          <p:txBody>
            <a:bodyPr wrap="none" lIns="36000" tIns="36000" rIns="36000" bIns="36000" numCol="1" rtlCol="0" anchor="ctr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23" name="グラフィックス 22" descr="硬貨 単色塗りつぶし">
              <a:extLst>
                <a:ext uri="{FF2B5EF4-FFF2-40B4-BE49-F238E27FC236}">
                  <ns2:creationId id="{B8828771-E66F-9EFF-4228-02CB97D707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8314154" y="1653878"/>
              <a:ext cx="359998" cy="359998"/>
            </a:xfrm>
            <a:prstGeom prst="rect">
              <a:avLst/>
            </a:prstGeom>
          </p:spPr>
        </p:pic>
      </p:grpSp>
      <ns5:AlternateContent>
        <ns5:Choice Requires="cx1">
          <p:graphicFrame>
            <p:nvGraphicFramePr>
              <p:cNvPr id="26" name="グラフ 25">
                <a:extLst>
                  <a:ext uri="{FF2B5EF4-FFF2-40B4-BE49-F238E27FC236}">
                    <ns2:creationId id="{6BE02C00-ED66-13BA-735B-89755172D1F9}"/>
                  </a:ext>
                </a:extLst>
              </p:cNvPr>
              <p:cNvGraphicFramePr/>
              <p:nvPr/>
            </p:nvGraphicFramePr>
            <p:xfrm>
              <a:off x="2539789" y="1666577"/>
              <a:ext cx="4589258" cy="3349175"/>
            </p:xfrm>
            <a:graphic>
              <a:graphicData uri="http://schemas.microsoft.com/office/drawing/2014/chartex">
                <ns6:chart r:id="rId7"/>
              </a:graphicData>
            </a:graphic>
          </p:graphicFrame>
        </ns5:Choice>
        <ns5:Fallback>
          <p:pic>
            <p:nvPicPr>
              <p:cNvPr id="26" name="グラフ 25">
                <a:extLst>
                  <a:ext uri="{FF2B5EF4-FFF2-40B4-BE49-F238E27FC236}">
                    <ns2:creationId id="{6BE02C00-ED66-13BA-735B-89755172D1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39789" y="1666577"/>
                <a:ext cx="4589258" cy="3349175"/>
              </a:xfrm>
              <a:prstGeom prst="rect">
                <a:avLst/>
              </a:prstGeom>
            </p:spPr>
          </p:pic>
        </ns5:Fallback>
      </ns5:AlternateContent>
      <ns5:AlternateContent>
        <ns5:Choice Requires="cx1">
          <p:graphicFrame>
            <p:nvGraphicFramePr>
              <p:cNvPr id="29" name="グラフ 28">
                <a:extLst>
                  <a:ext uri="{FF2B5EF4-FFF2-40B4-BE49-F238E27FC236}">
                    <ns2:creationId id="{BF190123-E9EA-FDB3-819F-9CE215F7809C}"/>
                  </a:ext>
                </a:extLst>
              </p:cNvPr>
              <p:cNvGraphicFramePr/>
              <p:nvPr/>
            </p:nvGraphicFramePr>
            <p:xfrm>
              <a:off x="7267773" y="1666577"/>
              <a:ext cx="4589263" cy="3349175"/>
            </p:xfrm>
            <a:graphic>
              <a:graphicData uri="http://schemas.microsoft.com/office/drawing/2014/chartex">
                <ns6:chart r:id="rId13"/>
              </a:graphicData>
            </a:graphic>
          </p:graphicFrame>
        </ns5:Choice>
        <ns5:Fallback>
          <p:pic>
            <p:nvPicPr>
              <p:cNvPr id="29" name="グラフ 28">
                <a:extLst>
                  <a:ext uri="{FF2B5EF4-FFF2-40B4-BE49-F238E27FC236}">
                    <ns2:creationId id="{BF190123-E9EA-FDB3-819F-9CE215F7809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267773" y="1666577"/>
                <a:ext cx="4589263" cy="3349175"/>
              </a:xfrm>
              <a:prstGeom prst="rect">
                <a:avLst/>
              </a:prstGeom>
            </p:spPr>
          </p:pic>
        </ns5:Fallback>
      </ns5:AlternateContent>
      <p:sp>
        <p:nvSpPr>
          <p:cNvPr id="30" name="正方形/長方形 29">
            <a:extLst>
              <a:ext uri="{FF2B5EF4-FFF2-40B4-BE49-F238E27FC236}">
                <ns2:creationId id="{B8178A81-E14B-3607-0B29-F9A8E94D2C02}"/>
              </a:ext>
            </a:extLst>
          </p:cNvPr>
          <p:cNvSpPr/>
          <p:nvPr/>
        </p:nvSpPr>
        <p:spPr>
          <a:xfrm>
            <a:off x="3619581" y="3208824"/>
            <a:ext cx="477813" cy="20118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ns2:creationId id="{ACAC26DD-A7AA-A647-E910-4ED926A413E1}"/>
              </a:ext>
            </a:extLst>
          </p:cNvPr>
          <p:cNvSpPr/>
          <p:nvPr/>
        </p:nvSpPr>
        <p:spPr>
          <a:xfrm>
            <a:off x="4226021" y="2845833"/>
            <a:ext cx="477813" cy="20118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ns2:creationId id="{698B375A-B5EE-2805-F094-2BC06C2783E5}"/>
              </a:ext>
            </a:extLst>
          </p:cNvPr>
          <p:cNvSpPr/>
          <p:nvPr/>
        </p:nvSpPr>
        <p:spPr>
          <a:xfrm>
            <a:off x="4749922" y="2634855"/>
            <a:ext cx="477813" cy="20118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CD9769E7-DE55-B97D-0E8B-4102D7BD9DE0}"/>
              </a:ext>
            </a:extLst>
          </p:cNvPr>
          <p:cNvSpPr/>
          <p:nvPr/>
        </p:nvSpPr>
        <p:spPr>
          <a:xfrm>
            <a:off x="5282216" y="2619237"/>
            <a:ext cx="571943" cy="359998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ns2:creationId id="{CEF9BF14-B8A9-C969-997A-AE186902CB85}"/>
              </a:ext>
            </a:extLst>
          </p:cNvPr>
          <p:cNvSpPr/>
          <p:nvPr/>
        </p:nvSpPr>
        <p:spPr>
          <a:xfrm>
            <a:off x="5853489" y="3074530"/>
            <a:ext cx="571943" cy="33548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526DC179-5913-4F41-7320-2959F9C646D9}"/>
              </a:ext>
            </a:extLst>
          </p:cNvPr>
          <p:cNvSpPr/>
          <p:nvPr/>
        </p:nvSpPr>
        <p:spPr>
          <a:xfrm>
            <a:off x="8314154" y="3246373"/>
            <a:ext cx="572633" cy="17447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30C16A96-AB8E-2279-3997-7F29957678CE}"/>
              </a:ext>
            </a:extLst>
          </p:cNvPr>
          <p:cNvSpPr/>
          <p:nvPr/>
        </p:nvSpPr>
        <p:spPr>
          <a:xfrm>
            <a:off x="8854261" y="2844434"/>
            <a:ext cx="657346" cy="17447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8" name="正方形/長方形 37">
            <a:extLst>
              <a:ext uri="{FF2B5EF4-FFF2-40B4-BE49-F238E27FC236}">
                <ns2:creationId id="{567ADC8F-66B3-94E2-F374-4FC59595155C}"/>
              </a:ext>
            </a:extLst>
          </p:cNvPr>
          <p:cNvSpPr/>
          <p:nvPr/>
        </p:nvSpPr>
        <p:spPr>
          <a:xfrm>
            <a:off x="9417668" y="2644211"/>
            <a:ext cx="657346" cy="17447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E6AAD740-1F64-C531-08BB-BE480FA2C3CE}"/>
              </a:ext>
            </a:extLst>
          </p:cNvPr>
          <p:cNvSpPr/>
          <p:nvPr/>
        </p:nvSpPr>
        <p:spPr>
          <a:xfrm>
            <a:off x="9963239" y="2638689"/>
            <a:ext cx="640948" cy="359998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buClr>
                <a:schemeClr val="accent5"/>
              </a:buClr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AAC6B0B4-2C73-4749-A5D5-2B44666CE0BE}"/>
              </a:ext>
            </a:extLst>
          </p:cNvPr>
          <p:cNvSpPr/>
          <p:nvPr/>
        </p:nvSpPr>
        <p:spPr>
          <a:xfrm>
            <a:off x="10473275" y="3019052"/>
            <a:ext cx="761191" cy="41136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buClr>
                <a:schemeClr val="accent5"/>
              </a:buClr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二等辺三角形 40">
            <a:extLst>
              <a:ext uri="{FF2B5EF4-FFF2-40B4-BE49-F238E27FC236}">
                <ns2:creationId id="{410F98C9-B7C4-DAE0-A5F4-7DF5B081F5F4}"/>
              </a:ext>
            </a:extLst>
          </p:cNvPr>
          <p:cNvSpPr/>
          <p:nvPr/>
        </p:nvSpPr>
        <p:spPr>
          <a:xfrm rot="5400000">
            <a:off x="2765661" y="5908230"/>
            <a:ext cx="216000" cy="108000"/>
          </a:xfrm>
          <a:prstGeom prst="triangl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二等辺三角形 41">
            <a:extLst>
              <a:ext uri="{FF2B5EF4-FFF2-40B4-BE49-F238E27FC236}">
                <ns2:creationId id="{085900E8-DF4E-4350-8DAC-B9B5B7B0EBA4}"/>
              </a:ext>
            </a:extLst>
          </p:cNvPr>
          <p:cNvSpPr/>
          <p:nvPr/>
        </p:nvSpPr>
        <p:spPr>
          <a:xfrm rot="5400000">
            <a:off x="7337661" y="5997600"/>
            <a:ext cx="216000" cy="108000"/>
          </a:xfrm>
          <a:prstGeom prst="triangl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二等辺三角形 42">
            <a:extLst>
              <a:ext uri="{FF2B5EF4-FFF2-40B4-BE49-F238E27FC236}">
                <ns2:creationId id="{41E11199-97FF-B22C-3C41-5E25DC6DD027}"/>
              </a:ext>
            </a:extLst>
          </p:cNvPr>
          <p:cNvSpPr/>
          <p:nvPr/>
        </p:nvSpPr>
        <p:spPr>
          <a:xfrm rot="5400000">
            <a:off x="443661" y="1303257"/>
            <a:ext cx="252000" cy="144000"/>
          </a:xfrm>
          <a:prstGeom prst="triangl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7:creationId val="182993345"/>
      </p:ext>
    </p:extLst>
  </p:cSld>
  <p:clrMapOvr>
    <a:masterClrMapping/>
  </p:clrMapOvr>
</p:sld>
</file>

<file path=ppt/slides/slide12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テキスト ボックス 51">
            <a:extLst>
              <a:ext uri="{FF2B5EF4-FFF2-40B4-BE49-F238E27FC236}">
                <ns2:creationId id="{FE0EBFD4-EA83-FD20-5F17-EC7C53E73A95}"/>
              </a:ext>
            </a:extLst>
          </p:cNvPr>
          <p:cNvSpPr txBox="1"/>
          <p:nvPr/>
        </p:nvSpPr>
        <p:spPr>
          <a:xfrm>
            <a:off x="9093684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ns2:creationId id="{893AAAA9-1894-9FDA-059C-7BF543806AFF}"/>
              </a:ext>
            </a:extLst>
          </p:cNvPr>
          <p:cNvSpPr txBox="1"/>
          <p:nvPr/>
        </p:nvSpPr>
        <p:spPr>
          <a:xfrm>
            <a:off x="1668660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960B68F7-69C7-DFBA-E6D8-7A326853B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56C351D-43C6-9E9D-9718-7DDA46F044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B6A0E62D-8B95-67F4-C8DE-1AD2BB6037ED}"/>
              </a:ext>
            </a:extLst>
          </p:cNvPr>
          <p:cNvSpPr/>
          <p:nvPr/>
        </p:nvSpPr>
        <p:spPr>
          <a:xfrm>
            <a:off x="849856" y="1753496"/>
            <a:ext cx="11000271" cy="328707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9DB93B5C-B397-662A-12E3-BCA125603486}"/>
              </a:ext>
            </a:extLst>
          </p:cNvPr>
          <p:cNvSpPr/>
          <p:nvPr/>
        </p:nvSpPr>
        <p:spPr>
          <a:xfrm>
            <a:off x="849856" y="2109659"/>
            <a:ext cx="3290138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b="1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183C93FC-F11E-3BB8-013A-3E55BE8E435B}"/>
              </a:ext>
            </a:extLst>
          </p:cNvPr>
          <p:cNvSpPr/>
          <p:nvPr/>
        </p:nvSpPr>
        <p:spPr>
          <a:xfrm>
            <a:off x="4190692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F807D4B9-6A0A-9C5A-6323-D3F7B6DB6915}"/>
              </a:ext>
            </a:extLst>
          </p:cNvPr>
          <p:cNvSpPr/>
          <p:nvPr/>
        </p:nvSpPr>
        <p:spPr>
          <a:xfrm>
            <a:off x="8053400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" name="正方形/長方形 8">
            <a:extLst>
              <a:ext uri="{FF2B5EF4-FFF2-40B4-BE49-F238E27FC236}">
                <ns2:creationId id="{93077AA1-0780-84BD-B03F-C4D78CE7CCD5}"/>
              </a:ext>
            </a:extLst>
          </p:cNvPr>
          <p:cNvSpPr/>
          <p:nvPr/>
        </p:nvSpPr>
        <p:spPr>
          <a:xfrm>
            <a:off x="338105" y="2109659"/>
            <a:ext cx="356424" cy="275476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02B4B80D-3E49-60EB-A2DF-B892FE7BCF49}"/>
              </a:ext>
            </a:extLst>
          </p:cNvPr>
          <p:cNvSpPr/>
          <p:nvPr/>
        </p:nvSpPr>
        <p:spPr>
          <a:xfrm>
            <a:off x="338105" y="5084861"/>
            <a:ext cx="364795" cy="1223853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11" name="グラフィックス 10" descr="評価 単色塗りつぶし">
            <a:extLst>
              <a:ext uri="{FF2B5EF4-FFF2-40B4-BE49-F238E27FC236}">
                <ns2:creationId id="{BF735AE4-2DA7-5ABD-01F6-02ADDD73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394503" y="5123892"/>
            <a:ext cx="252000" cy="264477"/>
          </a:xfrm>
          <a:prstGeom prst="rect">
            <a:avLst/>
          </a:prstGeom>
        </p:spPr>
      </p:pic>
      <p:pic>
        <p:nvPicPr>
          <p:cNvPr id="12" name="グラフィックス 11" descr="クリップボード: チェックマーク 単色塗りつぶし">
            <a:extLst>
              <a:ext uri="{FF2B5EF4-FFF2-40B4-BE49-F238E27FC236}">
                <ns2:creationId id="{C2AB8D6D-16F4-4092-0508-4F06DD970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94503" y="2724131"/>
            <a:ext cx="252000" cy="264477"/>
          </a:xfrm>
          <a:prstGeom prst="rect">
            <a:avLst/>
          </a:prstGeom>
        </p:spPr>
      </p:pic>
      <p:sp>
        <p:nvSpPr>
          <p:cNvPr id="17" name="正方形/長方形 16">
            <a:extLst>
              <a:ext uri="{FF2B5EF4-FFF2-40B4-BE49-F238E27FC236}">
                <ns2:creationId id="{320FAFC3-CBB3-0CAD-FA66-B00FF0B0D2DA}"/>
              </a:ext>
            </a:extLst>
          </p:cNvPr>
          <p:cNvSpPr/>
          <p:nvPr/>
        </p:nvSpPr>
        <p:spPr>
          <a:xfrm>
            <a:off x="8053398" y="2730271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3D259DB4-607C-C216-332D-FB1DBD7ACC0A}"/>
              </a:ext>
            </a:extLst>
          </p:cNvPr>
          <p:cNvSpPr/>
          <p:nvPr/>
        </p:nvSpPr>
        <p:spPr>
          <a:xfrm>
            <a:off x="8053398" y="4191984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4C14FE89-E294-BB91-DDD9-D295E5E0D6A6}"/>
              </a:ext>
            </a:extLst>
          </p:cNvPr>
          <p:cNvSpPr/>
          <p:nvPr/>
        </p:nvSpPr>
        <p:spPr>
          <a:xfrm>
            <a:off x="8053398" y="3467937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 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7AC1F477-C957-ED3E-3A99-689600DC966F}"/>
              </a:ext>
            </a:extLst>
          </p:cNvPr>
          <p:cNvSpPr/>
          <p:nvPr/>
        </p:nvSpPr>
        <p:spPr>
          <a:xfrm>
            <a:off x="849854" y="4997343"/>
            <a:ext cx="3290138" cy="13115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E003CF33-E9DE-CBD4-B758-1B5853993181}"/>
              </a:ext>
            </a:extLst>
          </p:cNvPr>
          <p:cNvSpPr/>
          <p:nvPr/>
        </p:nvSpPr>
        <p:spPr>
          <a:xfrm>
            <a:off x="4190694" y="4997345"/>
            <a:ext cx="3812008" cy="131158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3E533E9F-94D4-382E-0B6D-91364357DDCB}"/>
              </a:ext>
            </a:extLst>
          </p:cNvPr>
          <p:cNvSpPr/>
          <p:nvPr/>
        </p:nvSpPr>
        <p:spPr>
          <a:xfrm>
            <a:off x="8053400" y="4997345"/>
            <a:ext cx="3812010" cy="6394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3" name="直線コネクタ 22">
            <a:extLst>
              <a:ext uri="{FF2B5EF4-FFF2-40B4-BE49-F238E27FC236}">
                <ns2:creationId id="{09EE04DC-E8EE-0230-D5B7-F26428D12E30}"/>
              </a:ext>
            </a:extLst>
          </p:cNvPr>
          <p:cNvCxnSpPr>
            <a:cxnSpLocks/>
          </p:cNvCxnSpPr>
          <p:nvPr/>
        </p:nvCxnSpPr>
        <p:spPr>
          <a:xfrm>
            <a:off x="849854" y="5006914"/>
            <a:ext cx="329013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01718BA1-2097-3A05-490C-8F8E7B87D600}"/>
              </a:ext>
            </a:extLst>
          </p:cNvPr>
          <p:cNvCxnSpPr>
            <a:cxnSpLocks/>
          </p:cNvCxnSpPr>
          <p:nvPr/>
        </p:nvCxnSpPr>
        <p:spPr>
          <a:xfrm>
            <a:off x="4190688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ns2:creationId id="{F7136C1B-FB27-E3A1-BBB8-459A87B6ED20}"/>
              </a:ext>
            </a:extLst>
          </p:cNvPr>
          <p:cNvCxnSpPr>
            <a:cxnSpLocks/>
          </p:cNvCxnSpPr>
          <p:nvPr/>
        </p:nvCxnSpPr>
        <p:spPr>
          <a:xfrm>
            <a:off x="805339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角を丸くする 25">
            <a:extLst>
              <a:ext uri="{FF2B5EF4-FFF2-40B4-BE49-F238E27FC236}">
                <ns2:creationId id="{27004597-0CF6-5078-0688-D379B142252B}"/>
              </a:ext>
            </a:extLst>
          </p:cNvPr>
          <p:cNvSpPr/>
          <p:nvPr/>
        </p:nvSpPr>
        <p:spPr>
          <a:xfrm>
            <a:off x="8053400" y="2815625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ns2:creationId id="{536AF61C-E0F5-1097-8FCF-78E9E69CBEF7}"/>
              </a:ext>
            </a:extLst>
          </p:cNvPr>
          <p:cNvSpPr/>
          <p:nvPr/>
        </p:nvSpPr>
        <p:spPr>
          <a:xfrm>
            <a:off x="8053398" y="4282431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ns2:creationId id="{6F6AD8C5-A26A-24A9-4701-3D19B4DB63AA}"/>
              </a:ext>
            </a:extLst>
          </p:cNvPr>
          <p:cNvSpPr/>
          <p:nvPr/>
        </p:nvSpPr>
        <p:spPr>
          <a:xfrm>
            <a:off x="8053398" y="3572727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E48B10A3-847D-A307-56EB-82A068747B47}"/>
              </a:ext>
            </a:extLst>
          </p:cNvPr>
          <p:cNvSpPr/>
          <p:nvPr/>
        </p:nvSpPr>
        <p:spPr>
          <a:xfrm>
            <a:off x="4190688" y="2730271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35E2CBAE-5DC0-9258-7145-B7D36510FB65}"/>
              </a:ext>
            </a:extLst>
          </p:cNvPr>
          <p:cNvSpPr/>
          <p:nvPr/>
        </p:nvSpPr>
        <p:spPr>
          <a:xfrm>
            <a:off x="4190688" y="4191984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8EC94DDD-9D72-41AD-FF96-8ED87F8DF66B}"/>
              </a:ext>
            </a:extLst>
          </p:cNvPr>
          <p:cNvSpPr/>
          <p:nvPr/>
        </p:nvSpPr>
        <p:spPr>
          <a:xfrm>
            <a:off x="4190688" y="3467937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ns2:creationId id="{48FC3222-AF82-C501-A909-06D1560C9B50}"/>
              </a:ext>
            </a:extLst>
          </p:cNvPr>
          <p:cNvSpPr/>
          <p:nvPr/>
        </p:nvSpPr>
        <p:spPr>
          <a:xfrm>
            <a:off x="4190690" y="2815625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ns2:creationId id="{F6AAADF5-8BE5-C2BB-C4B8-253B7142877B}"/>
              </a:ext>
            </a:extLst>
          </p:cNvPr>
          <p:cNvSpPr/>
          <p:nvPr/>
        </p:nvSpPr>
        <p:spPr>
          <a:xfrm>
            <a:off x="4190688" y="4282431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ns2:creationId id="{29F02129-1AAA-3DAE-D3AB-46012D499E49}"/>
              </a:ext>
            </a:extLst>
          </p:cNvPr>
          <p:cNvSpPr/>
          <p:nvPr/>
        </p:nvSpPr>
        <p:spPr>
          <a:xfrm>
            <a:off x="4190688" y="3572727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ns2:creationId id="{ECD520B3-076C-1223-F1AC-C6015A76A15D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3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9998257F-B876-87C4-4D0D-52E02B633C15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ns2:creationId id="{EE4C8EA3-D28C-2AD5-85DF-2C31D00C183D}"/>
              </a:ext>
            </a:extLst>
          </p:cNvPr>
          <p:cNvSpPr/>
          <p:nvPr/>
        </p:nvSpPr>
        <p:spPr>
          <a:xfrm>
            <a:off x="834171" y="2730271"/>
            <a:ext cx="3304428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0488" indent="-9048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C15FD18D-B91D-40C4-D498-B01B8A8F2ECB}"/>
              </a:ext>
            </a:extLst>
          </p:cNvPr>
          <p:cNvSpPr/>
          <p:nvPr/>
        </p:nvSpPr>
        <p:spPr>
          <a:xfrm>
            <a:off x="834171" y="4191984"/>
            <a:ext cx="3304428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0AF09F8A-1083-8034-E457-1CD48B3CA610}"/>
              </a:ext>
            </a:extLst>
          </p:cNvPr>
          <p:cNvSpPr/>
          <p:nvPr/>
        </p:nvSpPr>
        <p:spPr>
          <a:xfrm>
            <a:off x="834171" y="3467937"/>
            <a:ext cx="3304428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90488" indent="-9048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2" name="四角形: 角を丸くする 41">
            <a:extLst>
              <a:ext uri="{FF2B5EF4-FFF2-40B4-BE49-F238E27FC236}">
                <ns2:creationId id="{F3F48683-CE9A-386A-48FD-D5FFFDF0C0D0}"/>
              </a:ext>
            </a:extLst>
          </p:cNvPr>
          <p:cNvSpPr/>
          <p:nvPr/>
        </p:nvSpPr>
        <p:spPr>
          <a:xfrm>
            <a:off x="834172" y="2815625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ns2:creationId id="{7EE46D56-3A73-B136-EB3E-3D337571D133}"/>
              </a:ext>
            </a:extLst>
          </p:cNvPr>
          <p:cNvSpPr/>
          <p:nvPr/>
        </p:nvSpPr>
        <p:spPr>
          <a:xfrm>
            <a:off x="834171" y="4282431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4" name="四角形: 角を丸くする 43">
            <a:extLst>
              <a:ext uri="{FF2B5EF4-FFF2-40B4-BE49-F238E27FC236}">
                <ns2:creationId id="{BF0ACB2C-DD9F-D5F9-AF00-2DE3C8EE6B73}"/>
              </a:ext>
            </a:extLst>
          </p:cNvPr>
          <p:cNvSpPr/>
          <p:nvPr/>
        </p:nvSpPr>
        <p:spPr>
          <a:xfrm>
            <a:off x="834171" y="3572727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A29D2305-75B5-D736-4F79-45C3B6F0BB70}"/>
              </a:ext>
            </a:extLst>
          </p:cNvPr>
          <p:cNvSpPr/>
          <p:nvPr/>
        </p:nvSpPr>
        <p:spPr>
          <a:xfrm>
            <a:off x="860815" y="2530446"/>
            <a:ext cx="3250526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135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ns2:creationId id="{763BAA4E-7E37-39F6-E612-EC65F3AC7C40}"/>
              </a:ext>
            </a:extLst>
          </p:cNvPr>
          <p:cNvSpPr/>
          <p:nvPr/>
        </p:nvSpPr>
        <p:spPr>
          <a:xfrm>
            <a:off x="4215643" y="2531945"/>
            <a:ext cx="3775388" cy="187987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/>
                <a:ea typeface="Meiryo UI"/>
              </a:rPr>
              <a:t>XX</a:t>
            </a:r>
            <a:r>
              <a:rPr lang="ja-JP" altLang="en-US" sz="1400">
                <a:solidFill>
                  <a:schemeClr val="tx1"/>
                </a:solidFill>
                <a:latin typeface="Meiryo UI"/>
                <a:ea typeface="Meiryo UI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/>
                <a:ea typeface="Meiryo UI"/>
              </a:rPr>
              <a:t>)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ns2:creationId id="{3640539B-8DCC-D44E-D282-F5E7FED485B8}"/>
              </a:ext>
            </a:extLst>
          </p:cNvPr>
          <p:cNvSpPr/>
          <p:nvPr/>
        </p:nvSpPr>
        <p:spPr>
          <a:xfrm>
            <a:off x="8074739" y="2530446"/>
            <a:ext cx="3775388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50" name="Oval 301">
            <a:extLst>
              <a:ext uri="{FF2B5EF4-FFF2-40B4-BE49-F238E27FC236}">
                <ns2:creationId id="{4413A259-9B70-7B9B-B351-501AE244142A}"/>
              </a:ext>
            </a:extLst>
          </p:cNvPr>
          <p:cNvSpPr/>
          <p:nvPr/>
        </p:nvSpPr>
        <p:spPr>
          <a:xfrm>
            <a:off x="5550046" y="5236581"/>
            <a:ext cx="799945" cy="800383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241830794"/>
      </p:ext>
    </p:extLst>
  </p:cSld>
  <p:clrMapOvr>
    <a:masterClrMapping/>
  </p:clrMapOvr>
</p:sld>
</file>

<file path=ppt/slides/slide12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テキスト ボックス 94">
            <a:extLst>
              <a:ext uri="{FF2B5EF4-FFF2-40B4-BE49-F238E27FC236}">
                <ns2:creationId id="{764B5BD9-37BC-FF93-7AA3-DB58BF9CE0BA}"/>
              </a:ext>
            </a:extLst>
          </p:cNvPr>
          <p:cNvSpPr txBox="1"/>
          <p:nvPr/>
        </p:nvSpPr>
        <p:spPr>
          <a:xfrm>
            <a:off x="1668660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ns2:creationId id="{7822A9DB-6A1B-0259-7EF1-B101545F0A0D}"/>
              </a:ext>
            </a:extLst>
          </p:cNvPr>
          <p:cNvSpPr txBox="1"/>
          <p:nvPr/>
        </p:nvSpPr>
        <p:spPr>
          <a:xfrm>
            <a:off x="9093684" y="4696739"/>
            <a:ext cx="166352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5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XX</a:t>
            </a:r>
          </a:p>
        </p:txBody>
      </p:sp>
      <p:sp>
        <p:nvSpPr>
          <p:cNvPr id="2" name="タイトル 1">
            <a:extLst>
              <a:ext uri="{FF2B5EF4-FFF2-40B4-BE49-F238E27FC236}">
                <ns2:creationId id="{3ABC031A-A8ED-39C5-C8B9-6CA12B36B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742EA24-E671-7DED-1DD2-D405279759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4" name="正方形/長方形 3">
            <a:extLst>
              <a:ext uri="{FF2B5EF4-FFF2-40B4-BE49-F238E27FC236}">
                <ns2:creationId id="{A78330DC-C0C1-BFAD-3ED8-5A205797C61C}"/>
              </a:ext>
            </a:extLst>
          </p:cNvPr>
          <p:cNvSpPr/>
          <p:nvPr/>
        </p:nvSpPr>
        <p:spPr>
          <a:xfrm>
            <a:off x="849856" y="1753496"/>
            <a:ext cx="11000271" cy="328707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AD3FDCBD-3A5E-976F-4488-E8B332F07239}"/>
              </a:ext>
            </a:extLst>
          </p:cNvPr>
          <p:cNvSpPr/>
          <p:nvPr/>
        </p:nvSpPr>
        <p:spPr>
          <a:xfrm>
            <a:off x="849856" y="2109659"/>
            <a:ext cx="3290138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80CB20D2-8DF2-38A9-7D37-04EDCB1B09CB}"/>
              </a:ext>
            </a:extLst>
          </p:cNvPr>
          <p:cNvSpPr/>
          <p:nvPr/>
        </p:nvSpPr>
        <p:spPr>
          <a:xfrm>
            <a:off x="4190692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" name="正方形/長方形 6">
            <a:extLst>
              <a:ext uri="{FF2B5EF4-FFF2-40B4-BE49-F238E27FC236}">
                <ns2:creationId id="{BF5BF446-C814-2C49-09F5-287FA69369D3}"/>
              </a:ext>
            </a:extLst>
          </p:cNvPr>
          <p:cNvSpPr/>
          <p:nvPr/>
        </p:nvSpPr>
        <p:spPr>
          <a:xfrm>
            <a:off x="8053400" y="2109659"/>
            <a:ext cx="3812010" cy="392015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E31ADFC1-B25C-7B32-A31A-B894639369F2}"/>
              </a:ext>
            </a:extLst>
          </p:cNvPr>
          <p:cNvSpPr/>
          <p:nvPr/>
        </p:nvSpPr>
        <p:spPr>
          <a:xfrm>
            <a:off x="338105" y="2109659"/>
            <a:ext cx="356424" cy="275476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CE4AE67B-DCB5-0ED9-72C9-2D89C4E99107}"/>
              </a:ext>
            </a:extLst>
          </p:cNvPr>
          <p:cNvSpPr/>
          <p:nvPr/>
        </p:nvSpPr>
        <p:spPr>
          <a:xfrm>
            <a:off x="338105" y="5084862"/>
            <a:ext cx="364795" cy="1223852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48" name="グラフィックス 47" descr="評価 単色塗りつぶし">
            <a:extLst>
              <a:ext uri="{FF2B5EF4-FFF2-40B4-BE49-F238E27FC236}">
                <ns2:creationId id="{D6ADD1C2-2583-CB9B-0A2B-75D2D54EB5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394503" y="5123890"/>
            <a:ext cx="252000" cy="264477"/>
          </a:xfrm>
          <a:prstGeom prst="rect">
            <a:avLst/>
          </a:prstGeom>
        </p:spPr>
      </p:pic>
      <p:pic>
        <p:nvPicPr>
          <p:cNvPr id="49" name="グラフィックス 48" descr="クリップボード: チェックマーク 単色塗りつぶし">
            <a:extLst>
              <a:ext uri="{FF2B5EF4-FFF2-40B4-BE49-F238E27FC236}">
                <ns2:creationId id="{4D8F2570-3909-4A94-19A9-E8E8306EA6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394503" y="2724131"/>
            <a:ext cx="252000" cy="264477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ns2:creationId id="{A6EF9492-BFF9-4215-21C4-1CBCAD8FA956}"/>
              </a:ext>
            </a:extLst>
          </p:cNvPr>
          <p:cNvSpPr/>
          <p:nvPr/>
        </p:nvSpPr>
        <p:spPr>
          <a:xfrm>
            <a:off x="8053398" y="2762545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0257F929-1907-1170-3396-4DFBF1F30204}"/>
              </a:ext>
            </a:extLst>
          </p:cNvPr>
          <p:cNvSpPr/>
          <p:nvPr/>
        </p:nvSpPr>
        <p:spPr>
          <a:xfrm>
            <a:off x="8053398" y="4245775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908144CB-FF92-C57C-3FF6-967C40F0640E}"/>
              </a:ext>
            </a:extLst>
          </p:cNvPr>
          <p:cNvSpPr/>
          <p:nvPr/>
        </p:nvSpPr>
        <p:spPr>
          <a:xfrm>
            <a:off x="8053398" y="3500212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9BEBB1F7-FDDA-92B3-F135-38DEDD07FEF1}"/>
              </a:ext>
            </a:extLst>
          </p:cNvPr>
          <p:cNvSpPr/>
          <p:nvPr/>
        </p:nvSpPr>
        <p:spPr>
          <a:xfrm>
            <a:off x="849854" y="4997343"/>
            <a:ext cx="3290138" cy="13115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27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C0F3BB88-6027-5590-FE84-DA9CCA45577C}"/>
              </a:ext>
            </a:extLst>
          </p:cNvPr>
          <p:cNvSpPr/>
          <p:nvPr/>
        </p:nvSpPr>
        <p:spPr>
          <a:xfrm>
            <a:off x="4190694" y="4997345"/>
            <a:ext cx="3812008" cy="131158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B46D9993-6701-B5BB-28DF-C0472A438CFD}"/>
              </a:ext>
            </a:extLst>
          </p:cNvPr>
          <p:cNvSpPr/>
          <p:nvPr/>
        </p:nvSpPr>
        <p:spPr>
          <a:xfrm>
            <a:off x="8053400" y="4997345"/>
            <a:ext cx="3812010" cy="6394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9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spcAft>
                <a:spcPts val="6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22" name="直線コネクタ 21">
            <a:extLst>
              <a:ext uri="{FF2B5EF4-FFF2-40B4-BE49-F238E27FC236}">
                <ns2:creationId id="{7D52A968-5BE6-CDEC-2629-99F9DAB98628}"/>
              </a:ext>
            </a:extLst>
          </p:cNvPr>
          <p:cNvCxnSpPr>
            <a:cxnSpLocks/>
          </p:cNvCxnSpPr>
          <p:nvPr/>
        </p:nvCxnSpPr>
        <p:spPr>
          <a:xfrm>
            <a:off x="849854" y="5006914"/>
            <a:ext cx="329013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ns2:creationId id="{6E039110-1AD8-2E93-8D9D-E337CD303168}"/>
              </a:ext>
            </a:extLst>
          </p:cNvPr>
          <p:cNvCxnSpPr>
            <a:cxnSpLocks/>
          </p:cNvCxnSpPr>
          <p:nvPr/>
        </p:nvCxnSpPr>
        <p:spPr>
          <a:xfrm>
            <a:off x="4190688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ns2:creationId id="{C9EB31BF-A6B0-66B6-1E77-E173F2A9AB7C}"/>
              </a:ext>
            </a:extLst>
          </p:cNvPr>
          <p:cNvCxnSpPr>
            <a:cxnSpLocks/>
          </p:cNvCxnSpPr>
          <p:nvPr/>
        </p:nvCxnSpPr>
        <p:spPr>
          <a:xfrm>
            <a:off x="805339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ns2:creationId id="{3407A8E9-0E82-8C11-6FB0-DAB30B39DA4F}"/>
              </a:ext>
            </a:extLst>
          </p:cNvPr>
          <p:cNvSpPr/>
          <p:nvPr/>
        </p:nvSpPr>
        <p:spPr>
          <a:xfrm>
            <a:off x="8053400" y="2815625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ns2:creationId id="{8C2AC20C-2038-A4F9-A292-C2ABDB4D5C4A}"/>
              </a:ext>
            </a:extLst>
          </p:cNvPr>
          <p:cNvSpPr/>
          <p:nvPr/>
        </p:nvSpPr>
        <p:spPr>
          <a:xfrm>
            <a:off x="8053398" y="4282431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ns2:creationId id="{19781778-5A96-2122-5096-7D1C90B5F0F8}"/>
              </a:ext>
            </a:extLst>
          </p:cNvPr>
          <p:cNvSpPr/>
          <p:nvPr/>
        </p:nvSpPr>
        <p:spPr>
          <a:xfrm>
            <a:off x="8053398" y="3572727"/>
            <a:ext cx="37440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1B38B717-A527-B3C1-3F5A-E64E46784FAE}"/>
              </a:ext>
            </a:extLst>
          </p:cNvPr>
          <p:cNvSpPr/>
          <p:nvPr/>
        </p:nvSpPr>
        <p:spPr>
          <a:xfrm>
            <a:off x="4190688" y="2762545"/>
            <a:ext cx="3812010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7C175483-BE2F-8048-5CE4-661EA2DC0B4E}"/>
              </a:ext>
            </a:extLst>
          </p:cNvPr>
          <p:cNvSpPr/>
          <p:nvPr/>
        </p:nvSpPr>
        <p:spPr>
          <a:xfrm>
            <a:off x="4190688" y="4245775"/>
            <a:ext cx="3812010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ETL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8BF9F146-8696-1F8B-C78B-B82889AA6ACC}"/>
              </a:ext>
            </a:extLst>
          </p:cNvPr>
          <p:cNvSpPr/>
          <p:nvPr/>
        </p:nvSpPr>
        <p:spPr>
          <a:xfrm>
            <a:off x="4190688" y="3500212"/>
            <a:ext cx="3812010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53" name="直線コネクタ 52">
            <a:extLst>
              <a:ext uri="{FF2B5EF4-FFF2-40B4-BE49-F238E27FC236}">
                <ns2:creationId id="{018163D8-12A2-F19A-6731-7755C1785D75}"/>
              </a:ext>
            </a:extLst>
          </p:cNvPr>
          <p:cNvCxnSpPr>
            <a:cxnSpLocks/>
          </p:cNvCxnSpPr>
          <p:nvPr/>
        </p:nvCxnSpPr>
        <p:spPr>
          <a:xfrm>
            <a:off x="4190686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四角形: 角を丸くする 55">
            <a:extLst>
              <a:ext uri="{FF2B5EF4-FFF2-40B4-BE49-F238E27FC236}">
                <ns2:creationId id="{9F08166E-931B-8EAF-859D-D23CC3459E0B}"/>
              </a:ext>
            </a:extLst>
          </p:cNvPr>
          <p:cNvSpPr/>
          <p:nvPr/>
        </p:nvSpPr>
        <p:spPr>
          <a:xfrm>
            <a:off x="4190690" y="2815625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8AAD6F65-EBBF-4EB9-8D62-AE9ABF12736B}"/>
              </a:ext>
            </a:extLst>
          </p:cNvPr>
          <p:cNvSpPr/>
          <p:nvPr/>
        </p:nvSpPr>
        <p:spPr>
          <a:xfrm>
            <a:off x="4190688" y="4282431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GCP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ns2:creationId id="{6C953872-F1BA-3880-E069-942520904399}"/>
              </a:ext>
            </a:extLst>
          </p:cNvPr>
          <p:cNvSpPr/>
          <p:nvPr/>
        </p:nvSpPr>
        <p:spPr>
          <a:xfrm>
            <a:off x="4190688" y="3572727"/>
            <a:ext cx="379479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2" name="直線コネクタ 61">
            <a:extLst>
              <a:ext uri="{FF2B5EF4-FFF2-40B4-BE49-F238E27FC236}">
                <ns2:creationId id="{CBFC6BBC-AFF6-F4B3-25CD-8593177C9997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3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>
            <a:extLst>
              <a:ext uri="{FF2B5EF4-FFF2-40B4-BE49-F238E27FC236}">
                <ns2:creationId id="{DD7F9DD4-9395-7AA3-D361-27727ED356D5}"/>
              </a:ext>
            </a:extLst>
          </p:cNvPr>
          <p:cNvCxnSpPr>
            <a:cxnSpLocks/>
          </p:cNvCxnSpPr>
          <p:nvPr/>
        </p:nvCxnSpPr>
        <p:spPr>
          <a:xfrm>
            <a:off x="834171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正方形/長方形 73">
            <a:extLst>
              <a:ext uri="{FF2B5EF4-FFF2-40B4-BE49-F238E27FC236}">
                <ns2:creationId id="{6DD768E9-00B1-9A7F-49B0-B7B2932479C6}"/>
              </a:ext>
            </a:extLst>
          </p:cNvPr>
          <p:cNvSpPr/>
          <p:nvPr/>
        </p:nvSpPr>
        <p:spPr>
          <a:xfrm>
            <a:off x="834171" y="2762545"/>
            <a:ext cx="3304428" cy="70455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5" name="正方形/長方形 74">
            <a:extLst>
              <a:ext uri="{FF2B5EF4-FFF2-40B4-BE49-F238E27FC236}">
                <ns2:creationId id="{A43E8638-F0EC-0494-03EA-7C6725295A7A}"/>
              </a:ext>
            </a:extLst>
          </p:cNvPr>
          <p:cNvSpPr/>
          <p:nvPr/>
        </p:nvSpPr>
        <p:spPr>
          <a:xfrm>
            <a:off x="834171" y="4245775"/>
            <a:ext cx="3304428" cy="71230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endParaRPr lang="ja-JP" altLang="en-US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791C2025-5655-47F3-5F00-AF2F683C091B}"/>
              </a:ext>
            </a:extLst>
          </p:cNvPr>
          <p:cNvSpPr/>
          <p:nvPr/>
        </p:nvSpPr>
        <p:spPr>
          <a:xfrm>
            <a:off x="834171" y="3500212"/>
            <a:ext cx="3304428" cy="71244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0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CRM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cxnSp>
        <p:nvCxnSpPr>
          <p:cNvPr id="77" name="直線コネクタ 76">
            <a:extLst>
              <a:ext uri="{FF2B5EF4-FFF2-40B4-BE49-F238E27FC236}">
                <ns2:creationId id="{26AE3782-A201-BD06-FE92-B9E567C9BD70}"/>
              </a:ext>
            </a:extLst>
          </p:cNvPr>
          <p:cNvCxnSpPr>
            <a:cxnSpLocks/>
          </p:cNvCxnSpPr>
          <p:nvPr/>
        </p:nvCxnSpPr>
        <p:spPr>
          <a:xfrm>
            <a:off x="834169" y="5006914"/>
            <a:ext cx="3304428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四角形: 角を丸くする 77">
            <a:extLst>
              <a:ext uri="{FF2B5EF4-FFF2-40B4-BE49-F238E27FC236}">
                <ns2:creationId id="{07E4D1A9-B5E5-974D-D0E6-699CC395CDF5}"/>
              </a:ext>
            </a:extLst>
          </p:cNvPr>
          <p:cNvSpPr/>
          <p:nvPr/>
        </p:nvSpPr>
        <p:spPr>
          <a:xfrm>
            <a:off x="834172" y="2815625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9" name="四角形: 角を丸くする 78">
            <a:extLst>
              <a:ext uri="{FF2B5EF4-FFF2-40B4-BE49-F238E27FC236}">
                <ns2:creationId id="{1706284C-BB82-4E0A-8485-E54651A0AC2F}"/>
              </a:ext>
            </a:extLst>
          </p:cNvPr>
          <p:cNvSpPr/>
          <p:nvPr/>
        </p:nvSpPr>
        <p:spPr>
          <a:xfrm>
            <a:off x="834171" y="4282431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0" name="四角形: 角を丸くする 79">
            <a:extLst>
              <a:ext uri="{FF2B5EF4-FFF2-40B4-BE49-F238E27FC236}">
                <ns2:creationId id="{D7844DE1-940D-D798-40FA-C043729C7B48}"/>
              </a:ext>
            </a:extLst>
          </p:cNvPr>
          <p:cNvSpPr/>
          <p:nvPr/>
        </p:nvSpPr>
        <p:spPr>
          <a:xfrm>
            <a:off x="834171" y="3572727"/>
            <a:ext cx="3289507" cy="197651"/>
          </a:xfrm>
          <a:prstGeom prst="roundRect">
            <a:avLst>
              <a:gd name="adj" fmla="val 26959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2" name="直線コネクタ 91">
            <a:extLst>
              <a:ext uri="{FF2B5EF4-FFF2-40B4-BE49-F238E27FC236}">
                <ns2:creationId id="{BA0389C3-0DBD-A41A-9768-1EFAE14708AA}"/>
              </a:ext>
            </a:extLst>
          </p:cNvPr>
          <p:cNvCxnSpPr>
            <a:cxnSpLocks/>
          </p:cNvCxnSpPr>
          <p:nvPr/>
        </p:nvCxnSpPr>
        <p:spPr>
          <a:xfrm>
            <a:off x="584379" y="5006914"/>
            <a:ext cx="3812010" cy="0"/>
          </a:xfrm>
          <a:prstGeom prst="line">
            <a:avLst/>
          </a:prstGeom>
          <a:ln w="9525">
            <a:solidFill>
              <a:schemeClr val="accent3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四角形: 角を丸くする 98">
            <a:extLst>
              <a:ext uri="{FF2B5EF4-FFF2-40B4-BE49-F238E27FC236}">
                <ns2:creationId id="{1ACAA286-EF1B-6C75-92B3-15C427D9934D}"/>
              </a:ext>
            </a:extLst>
          </p:cNvPr>
          <p:cNvSpPr/>
          <p:nvPr/>
        </p:nvSpPr>
        <p:spPr>
          <a:xfrm>
            <a:off x="860815" y="2530446"/>
            <a:ext cx="3250526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ns2:creationId id="{F605E722-C806-4E52-9A1B-094CEABF85BF}"/>
              </a:ext>
            </a:extLst>
          </p:cNvPr>
          <p:cNvSpPr/>
          <p:nvPr/>
        </p:nvSpPr>
        <p:spPr>
          <a:xfrm>
            <a:off x="4205346" y="2531945"/>
            <a:ext cx="3775388" cy="187987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101" name="四角形: 角を丸くする 100">
            <a:extLst>
              <a:ext uri="{FF2B5EF4-FFF2-40B4-BE49-F238E27FC236}">
                <ns2:creationId id="{2A22A72F-59B9-A604-BFF4-3A0E79F06217}"/>
              </a:ext>
            </a:extLst>
          </p:cNvPr>
          <p:cNvSpPr/>
          <p:nvPr/>
        </p:nvSpPr>
        <p:spPr>
          <a:xfrm>
            <a:off x="8074739" y="2530446"/>
            <a:ext cx="3775388" cy="209394"/>
          </a:xfrm>
          <a:prstGeom prst="roundRect">
            <a:avLst>
              <a:gd name="adj" fmla="val 41132"/>
            </a:avLst>
          </a:prstGeom>
          <a:solidFill>
            <a:schemeClr val="bg2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8" name="Oval 301">
            <a:extLst>
              <a:ext uri="{FF2B5EF4-FFF2-40B4-BE49-F238E27FC236}">
                <ns2:creationId id="{66388E72-FA8F-937C-7854-C32EFAA24864}"/>
              </a:ext>
            </a:extLst>
          </p:cNvPr>
          <p:cNvSpPr/>
          <p:nvPr/>
        </p:nvSpPr>
        <p:spPr>
          <a:xfrm>
            <a:off x="5550046" y="5236581"/>
            <a:ext cx="799945" cy="800383"/>
          </a:xfrm>
          <a:prstGeom prst="ellipse">
            <a:avLst/>
          </a:prstGeom>
          <a:noFill/>
          <a:ln w="57150">
            <a:solidFill>
              <a:srgbClr val="008000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1929417341"/>
      </p:ext>
    </p:extLst>
  </p:cSld>
  <p:clrMapOvr>
    <a:masterClrMapping/>
  </p:clrMapOvr>
</p:sld>
</file>

<file path=ppt/slides/slide12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C966A1E-9277-00F5-3ED7-F37A6EAE4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D5F33E2-2B94-9508-B0A5-65314834B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273" name="Group 272">
            <a:extLst>
              <a:ext uri="{FF2B5EF4-FFF2-40B4-BE49-F238E27FC236}">
                <ns2:creationId id="{22337305-1DE5-412C-E6D2-3E8386177493}"/>
              </a:ext>
            </a:extLst>
          </p:cNvPr>
          <p:cNvGrpSpPr/>
          <p:nvPr/>
        </p:nvGrpSpPr>
        <p:grpSpPr>
          <a:xfrm>
            <a:off x="334963" y="1614593"/>
            <a:ext cx="11522073" cy="272415"/>
            <a:chOff x="334963" y="1614593"/>
            <a:chExt cx="11522073" cy="272415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99462137-7684-910F-DDB7-204D37E498C1}"/>
                </a:ext>
              </a:extLst>
            </p:cNvPr>
            <p:cNvSpPr txBox="1"/>
            <p:nvPr/>
          </p:nvSpPr>
          <p:spPr>
            <a:xfrm>
              <a:off x="334963" y="1628776"/>
              <a:ext cx="11522073" cy="242357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324000" rtlCol="0" anchor="ctr"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72" name="Graphic 271" descr="Factory with solid fill">
              <a:extLst>
                <a:ext uri="{FF2B5EF4-FFF2-40B4-BE49-F238E27FC236}">
                  <ns2:creationId id="{D41341A4-86C6-6EDB-7481-3807B48233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45122" y="1614593"/>
              <a:ext cx="272415" cy="272415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ns2:creationId id="{C428358B-886F-C80A-DB90-A78E13E7CE3A}"/>
              </a:ext>
            </a:extLst>
          </p:cNvPr>
          <p:cNvGrpSpPr/>
          <p:nvPr/>
        </p:nvGrpSpPr>
        <p:grpSpPr>
          <a:xfrm>
            <a:off x="334963" y="1942868"/>
            <a:ext cx="11522075" cy="4365857"/>
            <a:chOff x="334963" y="1942868"/>
            <a:chExt cx="11522075" cy="4365857"/>
          </a:xfrm>
        </p:grpSpPr>
        <p:grpSp>
          <p:nvGrpSpPr>
            <p:cNvPr id="17" name="Group 16">
              <a:extLst>
                <a:ext uri="{FF2B5EF4-FFF2-40B4-BE49-F238E27FC236}">
                  <ns2:creationId id="{4178EC56-5BA2-267A-FCC5-38E4E6425135}"/>
                </a:ext>
              </a:extLst>
            </p:cNvPr>
            <p:cNvGrpSpPr/>
            <p:nvPr/>
          </p:nvGrpSpPr>
          <p:grpSpPr>
            <a:xfrm>
              <a:off x="1497812" y="1947531"/>
              <a:ext cx="818956" cy="4361194"/>
              <a:chOff x="1384808" y="1947531"/>
              <a:chExt cx="818956" cy="4361194"/>
            </a:xfrm>
          </p:grpSpPr>
          <p:sp>
            <p:nvSpPr>
              <p:cNvPr id="48" name="table_TWformat_2_3">
                <a:extLst>
                  <a:ext uri="{FF2B5EF4-FFF2-40B4-BE49-F238E27FC236}">
                    <ns2:creationId id="{BCDA2CC7-B79F-5251-A002-690F4509F0DC}"/>
                  </a:ext>
                </a:extLst>
              </p:cNvPr>
              <p:cNvSpPr txBox="1"/>
              <p:nvPr/>
            </p:nvSpPr>
            <p:spPr>
              <a:xfrm>
                <a:off x="1384808" y="2312830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50" name="table_TWformat_3_3">
                <a:extLst>
                  <a:ext uri="{FF2B5EF4-FFF2-40B4-BE49-F238E27FC236}">
                    <ns2:creationId id="{B14B843D-6AE7-89BB-92EE-74590DEFC706}"/>
                  </a:ext>
                </a:extLst>
              </p:cNvPr>
              <p:cNvSpPr txBox="1"/>
              <p:nvPr/>
            </p:nvSpPr>
            <p:spPr>
              <a:xfrm>
                <a:off x="1384808" y="2678130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ns2:creationId id="{A5EC9821-AD9E-93E0-6283-52B2CF4C9A7B}"/>
                  </a:ext>
                </a:extLst>
              </p:cNvPr>
              <p:cNvCxnSpPr/>
              <p:nvPr/>
            </p:nvCxnSpPr>
            <p:spPr>
              <a:xfrm>
                <a:off x="1384808" y="2666930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able_TWformat_4_3">
                <a:extLst>
                  <a:ext uri="{FF2B5EF4-FFF2-40B4-BE49-F238E27FC236}">
                    <ns2:creationId id="{34121029-9A06-56C3-8F8C-E614F69D0645}"/>
                  </a:ext>
                </a:extLst>
              </p:cNvPr>
              <p:cNvSpPr txBox="1"/>
              <p:nvPr/>
            </p:nvSpPr>
            <p:spPr>
              <a:xfrm>
                <a:off x="1384808" y="30434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ns2:creationId id="{EE9765A2-1181-B351-9143-73FDB8B149D7}"/>
                  </a:ext>
                </a:extLst>
              </p:cNvPr>
              <p:cNvCxnSpPr/>
              <p:nvPr/>
            </p:nvCxnSpPr>
            <p:spPr>
              <a:xfrm>
                <a:off x="1384808" y="3032229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able_TWformat_5_3">
                <a:extLst>
                  <a:ext uri="{FF2B5EF4-FFF2-40B4-BE49-F238E27FC236}">
                    <ns2:creationId id="{DCEC8F9B-9832-13E8-650B-5847D9EF7ACA}"/>
                  </a:ext>
                </a:extLst>
              </p:cNvPr>
              <p:cNvSpPr txBox="1"/>
              <p:nvPr/>
            </p:nvSpPr>
            <p:spPr>
              <a:xfrm>
                <a:off x="1384808" y="34087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ns2:creationId id="{24E1A853-4365-13FE-06DA-3D799AEBC775}"/>
                  </a:ext>
                </a:extLst>
              </p:cNvPr>
              <p:cNvCxnSpPr/>
              <p:nvPr/>
            </p:nvCxnSpPr>
            <p:spPr>
              <a:xfrm>
                <a:off x="1384808" y="3397529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able_TWformat_6_3">
                <a:extLst>
                  <a:ext uri="{FF2B5EF4-FFF2-40B4-BE49-F238E27FC236}">
                    <ns2:creationId id="{E75C9D14-D21A-4AC8-E395-BBB48B83AB13}"/>
                  </a:ext>
                </a:extLst>
              </p:cNvPr>
              <p:cNvSpPr txBox="1"/>
              <p:nvPr/>
            </p:nvSpPr>
            <p:spPr>
              <a:xfrm>
                <a:off x="1384808" y="37740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ns2:creationId id="{4DEDFAFA-CC3D-7784-F2B7-7AD9B07B77C5}"/>
                  </a:ext>
                </a:extLst>
              </p:cNvPr>
              <p:cNvCxnSpPr/>
              <p:nvPr/>
            </p:nvCxnSpPr>
            <p:spPr>
              <a:xfrm>
                <a:off x="1384808" y="3762828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table_TWformat_7_3">
                <a:extLst>
                  <a:ext uri="{FF2B5EF4-FFF2-40B4-BE49-F238E27FC236}">
                    <ns2:creationId id="{3EBF9529-BADC-58C7-7A3F-E946CC63A2D2}"/>
                  </a:ext>
                </a:extLst>
              </p:cNvPr>
              <p:cNvSpPr txBox="1"/>
              <p:nvPr/>
            </p:nvSpPr>
            <p:spPr>
              <a:xfrm>
                <a:off x="1384808" y="4139329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ns2:creationId id="{6DCCECCA-63E8-9A92-BF1C-33E930CD44A0}"/>
                  </a:ext>
                </a:extLst>
              </p:cNvPr>
              <p:cNvCxnSpPr/>
              <p:nvPr/>
            </p:nvCxnSpPr>
            <p:spPr>
              <a:xfrm>
                <a:off x="1384808" y="4128128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able_TWformat_8_3">
                <a:extLst>
                  <a:ext uri="{FF2B5EF4-FFF2-40B4-BE49-F238E27FC236}">
                    <ns2:creationId id="{46E8C55A-5BE0-D339-2A5F-8834559EC3CC}"/>
                  </a:ext>
                </a:extLst>
              </p:cNvPr>
              <p:cNvSpPr txBox="1"/>
              <p:nvPr/>
            </p:nvSpPr>
            <p:spPr>
              <a:xfrm>
                <a:off x="1384808" y="4504628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61" name="Straight Connector 60">
                <a:extLst>
                  <a:ext uri="{FF2B5EF4-FFF2-40B4-BE49-F238E27FC236}">
                    <ns2:creationId id="{874CB413-D000-608E-CDAC-B7EAFE3CB1C0}"/>
                  </a:ext>
                </a:extLst>
              </p:cNvPr>
              <p:cNvCxnSpPr/>
              <p:nvPr/>
            </p:nvCxnSpPr>
            <p:spPr>
              <a:xfrm>
                <a:off x="1384808" y="4493428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able_TWformat_9_3">
                <a:extLst>
                  <a:ext uri="{FF2B5EF4-FFF2-40B4-BE49-F238E27FC236}">
                    <ns2:creationId id="{B6DFB3DC-0BAE-6418-29CA-298E2DF7DB30}"/>
                  </a:ext>
                </a:extLst>
              </p:cNvPr>
              <p:cNvSpPr txBox="1"/>
              <p:nvPr/>
            </p:nvSpPr>
            <p:spPr>
              <a:xfrm>
                <a:off x="1384808" y="4869927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ns2:creationId id="{F15DB3E0-EB18-D38C-9846-DD417817461A}"/>
                  </a:ext>
                </a:extLst>
              </p:cNvPr>
              <p:cNvCxnSpPr/>
              <p:nvPr/>
            </p:nvCxnSpPr>
            <p:spPr>
              <a:xfrm>
                <a:off x="1384808" y="4858727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table_TWformat_10_3">
                <a:extLst>
                  <a:ext uri="{FF2B5EF4-FFF2-40B4-BE49-F238E27FC236}">
                    <ns2:creationId id="{F5E0BF73-6EF3-6CD2-7A09-677E4439D3DD}"/>
                  </a:ext>
                </a:extLst>
              </p:cNvPr>
              <p:cNvSpPr txBox="1"/>
              <p:nvPr/>
            </p:nvSpPr>
            <p:spPr>
              <a:xfrm>
                <a:off x="1384808" y="5235227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+mn-ea"/>
                  </a:rPr>
                  <a:t>XX</a:t>
                </a:r>
                <a:endParaRPr lang="en-US" altLang="ja-JP" sz="9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93" name="Straight Connector 192">
                <a:extLst>
                  <a:ext uri="{FF2B5EF4-FFF2-40B4-BE49-F238E27FC236}">
                    <ns2:creationId id="{1047A5DB-93E4-4227-C381-45AC75828663}"/>
                  </a:ext>
                </a:extLst>
              </p:cNvPr>
              <p:cNvCxnSpPr/>
              <p:nvPr/>
            </p:nvCxnSpPr>
            <p:spPr>
              <a:xfrm>
                <a:off x="1384808" y="5224027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table_TWformat_11_3">
                <a:extLst>
                  <a:ext uri="{FF2B5EF4-FFF2-40B4-BE49-F238E27FC236}">
                    <ns2:creationId id="{EEB27EF1-0EF3-55A3-73C1-4A128819FA2E}"/>
                  </a:ext>
                </a:extLst>
              </p:cNvPr>
              <p:cNvSpPr txBox="1"/>
              <p:nvPr/>
            </p:nvSpPr>
            <p:spPr>
              <a:xfrm>
                <a:off x="1384808" y="5600526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900" dirty="0">
                    <a:latin typeface="+mn-ea"/>
                  </a:rPr>
                  <a:t>XX</a:t>
                </a:r>
                <a:endParaRPr lang="en-US" altLang="ja-JP" sz="9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95" name="Straight Connector 194">
                <a:extLst>
                  <a:ext uri="{FF2B5EF4-FFF2-40B4-BE49-F238E27FC236}">
                    <ns2:creationId id="{6B23F479-6D3F-A5BF-B774-BBB82937FA82}"/>
                  </a:ext>
                </a:extLst>
              </p:cNvPr>
              <p:cNvCxnSpPr/>
              <p:nvPr/>
            </p:nvCxnSpPr>
            <p:spPr>
              <a:xfrm>
                <a:off x="1384808" y="5589326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able_TWformat_12_3">
                <a:extLst>
                  <a:ext uri="{FF2B5EF4-FFF2-40B4-BE49-F238E27FC236}">
                    <ns2:creationId id="{064CD0AC-0FD7-3466-18C9-1319AE572D48}"/>
                  </a:ext>
                </a:extLst>
              </p:cNvPr>
              <p:cNvSpPr txBox="1"/>
              <p:nvPr/>
            </p:nvSpPr>
            <p:spPr>
              <a:xfrm>
                <a:off x="1384808" y="5965826"/>
                <a:ext cx="81895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 dirty="0">
                    <a:latin typeface="+mn-ea"/>
                  </a:rPr>
                  <a:t>XX</a:t>
                </a:r>
                <a:br>
                  <a:rPr lang="en-US" altLang="ja-JP" sz="900" dirty="0">
                    <a:latin typeface="+mn-ea"/>
                  </a:rPr>
                </a:b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197" name="Straight Connector 196">
                <a:extLst>
                  <a:ext uri="{FF2B5EF4-FFF2-40B4-BE49-F238E27FC236}">
                    <ns2:creationId id="{E731144C-6A19-AEC8-51BC-1890B88BD958}"/>
                  </a:ext>
                </a:extLst>
              </p:cNvPr>
              <p:cNvCxnSpPr/>
              <p:nvPr/>
            </p:nvCxnSpPr>
            <p:spPr>
              <a:xfrm>
                <a:off x="1384808" y="5954626"/>
                <a:ext cx="81895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able_TWformat_1_3">
                <a:extLst>
                  <a:ext uri="{FF2B5EF4-FFF2-40B4-BE49-F238E27FC236}">
                    <ns2:creationId id="{4B0962BA-C34F-2DCB-EFA6-4E340AD74D93}"/>
                  </a:ext>
                </a:extLst>
              </p:cNvPr>
              <p:cNvSpPr txBox="1"/>
              <p:nvPr/>
            </p:nvSpPr>
            <p:spPr>
              <a:xfrm>
                <a:off x="1384808" y="1947531"/>
                <a:ext cx="818956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49" name="Straight Connector 48">
                <a:extLst>
                  <a:ext uri="{FF2B5EF4-FFF2-40B4-BE49-F238E27FC236}">
                    <ns2:creationId id="{BD2D3F27-0D1D-A6A0-7849-E7DF73D9F30E}"/>
                  </a:ext>
                </a:extLst>
              </p:cNvPr>
              <p:cNvCxnSpPr/>
              <p:nvPr/>
            </p:nvCxnSpPr>
            <p:spPr>
              <a:xfrm>
                <a:off x="1384808" y="2283261"/>
                <a:ext cx="8189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Group 5">
              <a:extLst>
                <a:ext uri="{FF2B5EF4-FFF2-40B4-BE49-F238E27FC236}">
                  <ns2:creationId id="{4566107E-3CC8-4552-186A-28EB58EDA128}"/>
                </a:ext>
              </a:extLst>
            </p:cNvPr>
            <p:cNvGrpSpPr/>
            <p:nvPr/>
          </p:nvGrpSpPr>
          <p:grpSpPr>
            <a:xfrm>
              <a:off x="2357568" y="1947531"/>
              <a:ext cx="2156861" cy="4361194"/>
              <a:chOff x="2239586" y="1947531"/>
              <a:chExt cx="1761838" cy="4361194"/>
            </a:xfrm>
          </p:grpSpPr>
          <p:sp>
            <p:nvSpPr>
              <p:cNvPr id="199" name="table_TWformat_2_4">
                <a:extLst>
                  <a:ext uri="{FF2B5EF4-FFF2-40B4-BE49-F238E27FC236}">
                    <ns2:creationId id="{CCCDF379-CE37-41E7-AFDF-5A471C605908}"/>
                  </a:ext>
                </a:extLst>
              </p:cNvPr>
              <p:cNvSpPr txBox="1"/>
              <p:nvPr/>
            </p:nvSpPr>
            <p:spPr>
              <a:xfrm>
                <a:off x="2239586" y="2312829"/>
                <a:ext cx="1761837" cy="708190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/ 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67" name="table_TWformat_4_4">
                <a:extLst>
                  <a:ext uri="{FF2B5EF4-FFF2-40B4-BE49-F238E27FC236}">
                    <ns2:creationId id="{9EAFCD86-7C64-7AF4-B493-9BFBD262D049}"/>
                  </a:ext>
                </a:extLst>
              </p:cNvPr>
              <p:cNvSpPr txBox="1"/>
              <p:nvPr/>
            </p:nvSpPr>
            <p:spPr>
              <a:xfrm>
                <a:off x="2239586" y="3043429"/>
                <a:ext cx="1761837" cy="644651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。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ns2:creationId id="{24F1D182-D5CB-785F-3696-8CBCDD6AF838}"/>
                  </a:ext>
                </a:extLst>
              </p:cNvPr>
              <p:cNvCxnSpPr/>
              <p:nvPr/>
            </p:nvCxnSpPr>
            <p:spPr>
              <a:xfrm>
                <a:off x="2239586" y="3032229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able_TWformat_6_4">
                <a:extLst>
                  <a:ext uri="{FF2B5EF4-FFF2-40B4-BE49-F238E27FC236}">
                    <ns2:creationId id="{1B9A73BD-4629-E410-64C8-DC7A2804FAAE}"/>
                  </a:ext>
                </a:extLst>
              </p:cNvPr>
              <p:cNvSpPr txBox="1"/>
              <p:nvPr/>
            </p:nvSpPr>
            <p:spPr>
              <a:xfrm>
                <a:off x="2239586" y="3774028"/>
                <a:ext cx="1761837" cy="1073493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endParaRPr kumimoji="1" lang="en-US" altLang="ja-JP" sz="900" dirty="0">
                  <a:latin typeface="+mn-ea"/>
                </a:endParaRPr>
              </a:p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72" name="Straight Connector 71">
                <a:extLst>
                  <a:ext uri="{FF2B5EF4-FFF2-40B4-BE49-F238E27FC236}">
                    <ns2:creationId id="{64D56227-118A-2578-E9CE-EFA5A107AAAF}"/>
                  </a:ext>
                </a:extLst>
              </p:cNvPr>
              <p:cNvCxnSpPr/>
              <p:nvPr/>
            </p:nvCxnSpPr>
            <p:spPr>
              <a:xfrm>
                <a:off x="2239586" y="3762828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able_TWformat_9_4">
                <a:extLst>
                  <a:ext uri="{FF2B5EF4-FFF2-40B4-BE49-F238E27FC236}">
                    <ns2:creationId id="{043FE4B0-3959-B1C3-25DC-F2B7181C62A5}"/>
                  </a:ext>
                </a:extLst>
              </p:cNvPr>
              <p:cNvSpPr txBox="1"/>
              <p:nvPr/>
            </p:nvSpPr>
            <p:spPr>
              <a:xfrm>
                <a:off x="2239586" y="4869927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。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2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78" name="Straight Connector 77">
                <a:extLst>
                  <a:ext uri="{FF2B5EF4-FFF2-40B4-BE49-F238E27FC236}">
                    <ns2:creationId id="{C14C0B88-54F9-5272-7028-E3F3416B4239}"/>
                  </a:ext>
                </a:extLst>
              </p:cNvPr>
              <p:cNvCxnSpPr/>
              <p:nvPr/>
            </p:nvCxnSpPr>
            <p:spPr>
              <a:xfrm>
                <a:off x="2239586" y="4858727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table_TWformat_10_4">
                <a:extLst>
                  <a:ext uri="{FF2B5EF4-FFF2-40B4-BE49-F238E27FC236}">
                    <ns2:creationId id="{BE1B3D8C-A1C4-A1DB-3D31-C5F3E131453D}"/>
                  </a:ext>
                </a:extLst>
              </p:cNvPr>
              <p:cNvSpPr txBox="1"/>
              <p:nvPr/>
            </p:nvSpPr>
            <p:spPr>
              <a:xfrm>
                <a:off x="2239586" y="5235227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(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) 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ns2:creationId id="{B89C9FEC-10E3-CE68-7CDE-262A35FFD575}"/>
                  </a:ext>
                </a:extLst>
              </p:cNvPr>
              <p:cNvCxnSpPr/>
              <p:nvPr/>
            </p:nvCxnSpPr>
            <p:spPr>
              <a:xfrm>
                <a:off x="2239586" y="5224027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table_TWformat_11_4">
                <a:extLst>
                  <a:ext uri="{FF2B5EF4-FFF2-40B4-BE49-F238E27FC236}">
                    <ns2:creationId id="{0898E374-4B80-E343-1D5B-B42443BFBD14}"/>
                  </a:ext>
                </a:extLst>
              </p:cNvPr>
              <p:cNvSpPr txBox="1"/>
              <p:nvPr/>
            </p:nvSpPr>
            <p:spPr>
              <a:xfrm>
                <a:off x="2239586" y="5600526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ns2:creationId id="{1230C0E2-1A55-ACA0-E0DE-E1E8E8A55BDC}"/>
                  </a:ext>
                </a:extLst>
              </p:cNvPr>
              <p:cNvCxnSpPr/>
              <p:nvPr/>
            </p:nvCxnSpPr>
            <p:spPr>
              <a:xfrm>
                <a:off x="2239586" y="5589326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table_TWformat_12_4">
                <a:extLst>
                  <a:ext uri="{FF2B5EF4-FFF2-40B4-BE49-F238E27FC236}">
                    <ns2:creationId id="{AC448230-CE8A-2C8B-A4BE-472D25A9A3C7}"/>
                  </a:ext>
                </a:extLst>
              </p:cNvPr>
              <p:cNvSpPr txBox="1"/>
              <p:nvPr/>
            </p:nvSpPr>
            <p:spPr>
              <a:xfrm>
                <a:off x="2239586" y="5965826"/>
                <a:ext cx="1761837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en-US" altLang="ja-JP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en-US" altLang="ja-JP" sz="900" b="1" dirty="0">
                    <a:solidFill>
                      <a:srgbClr val="008000"/>
                    </a:solidFill>
                    <a:latin typeface="+mn-ea"/>
                  </a:rPr>
                  <a:t>8</a:t>
                </a:r>
                <a:r>
                  <a:rPr kumimoji="1"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84" name="Straight Connector 83">
                <a:extLst>
                  <a:ext uri="{FF2B5EF4-FFF2-40B4-BE49-F238E27FC236}">
                    <ns2:creationId id="{A0DD3BE2-75F8-7A17-D36C-652997BF5E08}"/>
                  </a:ext>
                </a:extLst>
              </p:cNvPr>
              <p:cNvCxnSpPr/>
              <p:nvPr/>
            </p:nvCxnSpPr>
            <p:spPr>
              <a:xfrm>
                <a:off x="2239586" y="5954626"/>
                <a:ext cx="176183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table_TWformat_1_4">
                <a:extLst>
                  <a:ext uri="{FF2B5EF4-FFF2-40B4-BE49-F238E27FC236}">
                    <ns2:creationId id="{7A1480A6-8C78-A27B-44F1-CCC9597B487C}"/>
                  </a:ext>
                </a:extLst>
              </p:cNvPr>
              <p:cNvSpPr txBox="1"/>
              <p:nvPr/>
            </p:nvSpPr>
            <p:spPr>
              <a:xfrm>
                <a:off x="2239586" y="1947531"/>
                <a:ext cx="1761837" cy="325111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64" name="Straight Connector 63">
                <a:extLst>
                  <a:ext uri="{FF2B5EF4-FFF2-40B4-BE49-F238E27FC236}">
                    <ns2:creationId id="{887C1F2E-2A53-58E2-D7B9-4B036DC35C56}"/>
                  </a:ext>
                </a:extLst>
              </p:cNvPr>
              <p:cNvCxnSpPr/>
              <p:nvPr/>
            </p:nvCxnSpPr>
            <p:spPr>
              <a:xfrm>
                <a:off x="2239586" y="2283261"/>
                <a:ext cx="176183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ns2:creationId id="{5AB0F3E9-9679-07AD-5E0C-EFF2112664C2}"/>
                </a:ext>
              </a:extLst>
            </p:cNvPr>
            <p:cNvGrpSpPr/>
            <p:nvPr/>
          </p:nvGrpSpPr>
          <p:grpSpPr>
            <a:xfrm>
              <a:off x="4555229" y="1947531"/>
              <a:ext cx="686362" cy="4361194"/>
              <a:chOff x="4432269" y="1947531"/>
              <a:chExt cx="847864" cy="4361194"/>
            </a:xfrm>
          </p:grpSpPr>
          <p:sp>
            <p:nvSpPr>
              <p:cNvPr id="86" name="table_TWformat_2_5">
                <a:extLst>
                  <a:ext uri="{FF2B5EF4-FFF2-40B4-BE49-F238E27FC236}">
                    <ns2:creationId id="{26E999DA-6BC6-FA73-8007-30F5342342E4}"/>
                  </a:ext>
                </a:extLst>
              </p:cNvPr>
              <p:cNvSpPr txBox="1"/>
              <p:nvPr/>
            </p:nvSpPr>
            <p:spPr>
              <a:xfrm>
                <a:off x="4432269" y="2312830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88" name="table_TWformat_3_5">
                <a:extLst>
                  <a:ext uri="{FF2B5EF4-FFF2-40B4-BE49-F238E27FC236}">
                    <ns2:creationId id="{20A67450-DD76-D1F7-7D85-32096D8E98AE}"/>
                  </a:ext>
                </a:extLst>
              </p:cNvPr>
              <p:cNvSpPr txBox="1"/>
              <p:nvPr/>
            </p:nvSpPr>
            <p:spPr>
              <a:xfrm>
                <a:off x="4432269" y="2678130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89" name="Straight Connector 88">
                <a:extLst>
                  <a:ext uri="{FF2B5EF4-FFF2-40B4-BE49-F238E27FC236}">
                    <ns2:creationId id="{1D331A4B-C41A-853A-F001-21AF96B5C3DF}"/>
                  </a:ext>
                </a:extLst>
              </p:cNvPr>
              <p:cNvCxnSpPr/>
              <p:nvPr/>
            </p:nvCxnSpPr>
            <p:spPr>
              <a:xfrm>
                <a:off x="4432269" y="2666930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able_TWformat_4_5">
                <a:extLst>
                  <a:ext uri="{FF2B5EF4-FFF2-40B4-BE49-F238E27FC236}">
                    <ns2:creationId id="{5A09063A-E3F1-E466-DD6F-2B4C136CFCB5}"/>
                  </a:ext>
                </a:extLst>
              </p:cNvPr>
              <p:cNvSpPr txBox="1"/>
              <p:nvPr/>
            </p:nvSpPr>
            <p:spPr>
              <a:xfrm>
                <a:off x="4432269" y="30434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25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(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br>
                  <a:rPr kumimoji="1" lang="en-US" altLang="ja-JP" sz="700" dirty="0">
                    <a:latin typeface="+mn-ea"/>
                  </a:rPr>
                </a:b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1" name="Straight Connector 90">
                <a:extLst>
                  <a:ext uri="{FF2B5EF4-FFF2-40B4-BE49-F238E27FC236}">
                    <ns2:creationId id="{F5972A9B-73B7-9104-BDC3-1A270C59C44D}"/>
                  </a:ext>
                </a:extLst>
              </p:cNvPr>
              <p:cNvCxnSpPr/>
              <p:nvPr/>
            </p:nvCxnSpPr>
            <p:spPr>
              <a:xfrm>
                <a:off x="4432269" y="3032229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able_TWformat_5_5">
                <a:extLst>
                  <a:ext uri="{FF2B5EF4-FFF2-40B4-BE49-F238E27FC236}">
                    <ns2:creationId id="{D10A3C09-B675-169A-9B8D-F3FC832A5ED5}"/>
                  </a:ext>
                </a:extLst>
              </p:cNvPr>
              <p:cNvSpPr txBox="1"/>
              <p:nvPr/>
            </p:nvSpPr>
            <p:spPr>
              <a:xfrm>
                <a:off x="4432269" y="34087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ns2:creationId id="{1D1DEE0C-A080-8557-5158-DC780A1C440D}"/>
                  </a:ext>
                </a:extLst>
              </p:cNvPr>
              <p:cNvCxnSpPr/>
              <p:nvPr/>
            </p:nvCxnSpPr>
            <p:spPr>
              <a:xfrm>
                <a:off x="4432269" y="3397529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table_TWformat_6_5">
                <a:extLst>
                  <a:ext uri="{FF2B5EF4-FFF2-40B4-BE49-F238E27FC236}">
                    <ns2:creationId id="{1B7CFF6E-80D2-84A4-FD58-D71A521C05C9}"/>
                  </a:ext>
                </a:extLst>
              </p:cNvPr>
              <p:cNvSpPr txBox="1"/>
              <p:nvPr/>
            </p:nvSpPr>
            <p:spPr>
              <a:xfrm>
                <a:off x="4432269" y="37740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5" name="Straight Connector 94">
                <a:extLst>
                  <a:ext uri="{FF2B5EF4-FFF2-40B4-BE49-F238E27FC236}">
                    <ns2:creationId id="{A5FF0078-2E90-767F-66D6-89865FB238C9}"/>
                  </a:ext>
                </a:extLst>
              </p:cNvPr>
              <p:cNvCxnSpPr/>
              <p:nvPr/>
            </p:nvCxnSpPr>
            <p:spPr>
              <a:xfrm>
                <a:off x="4432269" y="3762828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table_TWformat_7_5">
                <a:extLst>
                  <a:ext uri="{FF2B5EF4-FFF2-40B4-BE49-F238E27FC236}">
                    <ns2:creationId id="{EAF72637-3CEA-005C-65C1-8F908D1EE3A6}"/>
                  </a:ext>
                </a:extLst>
              </p:cNvPr>
              <p:cNvSpPr txBox="1"/>
              <p:nvPr/>
            </p:nvSpPr>
            <p:spPr>
              <a:xfrm>
                <a:off x="4432269" y="4139329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ns2:creationId id="{EDE089F2-8E54-753E-60AE-615A9C0C0E66}"/>
                  </a:ext>
                </a:extLst>
              </p:cNvPr>
              <p:cNvCxnSpPr/>
              <p:nvPr/>
            </p:nvCxnSpPr>
            <p:spPr>
              <a:xfrm>
                <a:off x="4432269" y="4128128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table_TWformat_8_5">
                <a:extLst>
                  <a:ext uri="{FF2B5EF4-FFF2-40B4-BE49-F238E27FC236}">
                    <ns2:creationId id="{84514114-F925-50D1-A5C0-9BE9ADFCB2E2}"/>
                  </a:ext>
                </a:extLst>
              </p:cNvPr>
              <p:cNvSpPr txBox="1"/>
              <p:nvPr/>
            </p:nvSpPr>
            <p:spPr>
              <a:xfrm>
                <a:off x="4432269" y="4504628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99" name="Straight Connector 98">
                <a:extLst>
                  <a:ext uri="{FF2B5EF4-FFF2-40B4-BE49-F238E27FC236}">
                    <ns2:creationId id="{4C4B155D-9BDF-373D-8BAD-2D910F94F6AA}"/>
                  </a:ext>
                </a:extLst>
              </p:cNvPr>
              <p:cNvCxnSpPr/>
              <p:nvPr/>
            </p:nvCxnSpPr>
            <p:spPr>
              <a:xfrm>
                <a:off x="4432269" y="4493428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table_TWformat_9_5">
                <a:extLst>
                  <a:ext uri="{FF2B5EF4-FFF2-40B4-BE49-F238E27FC236}">
                    <ns2:creationId id="{57E87ADB-BD5A-62E2-94BB-B5C56545F6B2}"/>
                  </a:ext>
                </a:extLst>
              </p:cNvPr>
              <p:cNvSpPr txBox="1"/>
              <p:nvPr/>
            </p:nvSpPr>
            <p:spPr>
              <a:xfrm>
                <a:off x="4432269" y="4869927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ns2:creationId id="{39962F91-8071-9D14-4ABD-F99F96449808}"/>
                  </a:ext>
                </a:extLst>
              </p:cNvPr>
              <p:cNvCxnSpPr/>
              <p:nvPr/>
            </p:nvCxnSpPr>
            <p:spPr>
              <a:xfrm>
                <a:off x="4432269" y="4858727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table_TWformat_10_5">
                <a:extLst>
                  <a:ext uri="{FF2B5EF4-FFF2-40B4-BE49-F238E27FC236}">
                    <ns2:creationId id="{2240EF1D-F020-7974-E124-7BC0A0A9637B}"/>
                  </a:ext>
                </a:extLst>
              </p:cNvPr>
              <p:cNvSpPr txBox="1"/>
              <p:nvPr/>
            </p:nvSpPr>
            <p:spPr>
              <a:xfrm>
                <a:off x="4432269" y="5235227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ns2:creationId id="{61C17C24-09CB-C66A-6FB8-223B33C2AA1E}"/>
                  </a:ext>
                </a:extLst>
              </p:cNvPr>
              <p:cNvCxnSpPr/>
              <p:nvPr/>
            </p:nvCxnSpPr>
            <p:spPr>
              <a:xfrm>
                <a:off x="4432269" y="5224027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table_TWformat_11_5">
                <a:extLst>
                  <a:ext uri="{FF2B5EF4-FFF2-40B4-BE49-F238E27FC236}">
                    <ns2:creationId id="{F427C033-5B0D-3A33-780A-FB5C4FACF399}"/>
                  </a:ext>
                </a:extLst>
              </p:cNvPr>
              <p:cNvSpPr txBox="1"/>
              <p:nvPr/>
            </p:nvSpPr>
            <p:spPr>
              <a:xfrm>
                <a:off x="4432269" y="5600526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700" dirty="0">
                    <a:latin typeface="+mn-ea"/>
                  </a:rPr>
                  <a:t>(</a:t>
                </a:r>
                <a:r>
                  <a:rPr lang="zh-TW" altLang="en-US" sz="700" dirty="0">
                    <a:latin typeface="+mn-ea"/>
                  </a:rPr>
                  <a:t>XX</a:t>
                </a:r>
                <a:r>
                  <a:rPr lang="en-US" altLang="zh-TW" sz="700" dirty="0">
                    <a:latin typeface="+mn-ea"/>
                  </a:rPr>
                  <a:t>)</a:t>
                </a:r>
                <a:endParaRPr kumimoji="1" lang="ja-JP" altLang="en-US" sz="700" dirty="0">
                  <a:latin typeface="+mn-ea"/>
                </a:endParaRPr>
              </a:p>
            </p:txBody>
          </p:sp>
          <p:cxnSp>
            <p:nvCxnSpPr>
              <p:cNvPr id="105" name="Straight Connector 104">
                <a:extLst>
                  <a:ext uri="{FF2B5EF4-FFF2-40B4-BE49-F238E27FC236}">
                    <ns2:creationId id="{4FCF5247-E1DB-33D3-25B6-175EE41C110E}"/>
                  </a:ext>
                </a:extLst>
              </p:cNvPr>
              <p:cNvCxnSpPr/>
              <p:nvPr/>
            </p:nvCxnSpPr>
            <p:spPr>
              <a:xfrm>
                <a:off x="4432269" y="5589326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table_TWformat_12_5">
                <a:extLst>
                  <a:ext uri="{FF2B5EF4-FFF2-40B4-BE49-F238E27FC236}">
                    <ns2:creationId id="{AC0490FA-5517-0655-D239-19BE8ABFFE63}"/>
                  </a:ext>
                </a:extLst>
              </p:cNvPr>
              <p:cNvSpPr txBox="1"/>
              <p:nvPr/>
            </p:nvSpPr>
            <p:spPr>
              <a:xfrm>
                <a:off x="4432269" y="5965826"/>
                <a:ext cx="847864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ns2:creationId id="{C2DA283D-1C98-1852-392D-D84DBE227957}"/>
                  </a:ext>
                </a:extLst>
              </p:cNvPr>
              <p:cNvCxnSpPr/>
              <p:nvPr/>
            </p:nvCxnSpPr>
            <p:spPr>
              <a:xfrm>
                <a:off x="4432269" y="5954626"/>
                <a:ext cx="84786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table_TWformat_1_5">
                <a:extLst>
                  <a:ext uri="{FF2B5EF4-FFF2-40B4-BE49-F238E27FC236}">
                    <ns2:creationId id="{497C3834-6257-CBE1-28AE-19EC98862C3A}"/>
                  </a:ext>
                </a:extLst>
              </p:cNvPr>
              <p:cNvSpPr txBox="1"/>
              <p:nvPr/>
            </p:nvSpPr>
            <p:spPr>
              <a:xfrm>
                <a:off x="4432269" y="1947531"/>
                <a:ext cx="847864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900" dirty="0">
                    <a:latin typeface="+mn-ea"/>
                  </a:rPr>
                  <a:t>XX</a:t>
                </a:r>
                <a:r>
                  <a:rPr kumimoji="1" lang="en-US" altLang="zh-CN" sz="900" dirty="0">
                    <a:latin typeface="+mn-ea"/>
                  </a:rPr>
                  <a:t>/</a:t>
                </a:r>
                <a:r>
                  <a:rPr kumimoji="1" lang="zh-CN" altLang="en-US" sz="900" dirty="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87" name="Straight Connector 86">
                <a:extLst>
                  <a:ext uri="{FF2B5EF4-FFF2-40B4-BE49-F238E27FC236}">
                    <ns2:creationId id="{7E67881E-C8E5-60E1-A57D-94A16F28DCBB}"/>
                  </a:ext>
                </a:extLst>
              </p:cNvPr>
              <p:cNvCxnSpPr/>
              <p:nvPr/>
            </p:nvCxnSpPr>
            <p:spPr>
              <a:xfrm>
                <a:off x="4432269" y="2283261"/>
                <a:ext cx="84786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ns2:creationId id="{4BBE3C78-34E9-3429-8AA7-757596197A8A}"/>
                </a:ext>
              </a:extLst>
            </p:cNvPr>
            <p:cNvGrpSpPr/>
            <p:nvPr/>
          </p:nvGrpSpPr>
          <p:grpSpPr>
            <a:xfrm>
              <a:off x="5282391" y="1947531"/>
              <a:ext cx="636115" cy="4361194"/>
              <a:chOff x="5315955" y="1947531"/>
              <a:chExt cx="543918" cy="4361194"/>
            </a:xfrm>
          </p:grpSpPr>
          <p:sp>
            <p:nvSpPr>
              <p:cNvPr id="109" name="table_TWformat_2_6">
                <a:extLst>
                  <a:ext uri="{FF2B5EF4-FFF2-40B4-BE49-F238E27FC236}">
                    <ns2:creationId id="{2869B45C-2CD1-12A1-6F42-B6FAF72D7493}"/>
                  </a:ext>
                </a:extLst>
              </p:cNvPr>
              <p:cNvSpPr txBox="1"/>
              <p:nvPr/>
            </p:nvSpPr>
            <p:spPr>
              <a:xfrm>
                <a:off x="5315955" y="2312829"/>
                <a:ext cx="543915" cy="708192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4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2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113" name="table_TWformat_4_6">
                <a:extLst>
                  <a:ext uri="{FF2B5EF4-FFF2-40B4-BE49-F238E27FC236}">
                    <ns2:creationId id="{F3958639-5866-6505-AB82-C355F32F8FFE}"/>
                  </a:ext>
                </a:extLst>
              </p:cNvPr>
              <p:cNvSpPr txBox="1"/>
              <p:nvPr/>
            </p:nvSpPr>
            <p:spPr>
              <a:xfrm>
                <a:off x="5315955" y="3043428"/>
                <a:ext cx="543915" cy="708192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4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3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ns2:creationId id="{6FAA7910-4913-B1A1-9D2E-BC43BA0214A4}"/>
                  </a:ext>
                </a:extLst>
              </p:cNvPr>
              <p:cNvCxnSpPr/>
              <p:nvPr/>
            </p:nvCxnSpPr>
            <p:spPr>
              <a:xfrm>
                <a:off x="5315955" y="3032229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" name="table_TWformat_6_6">
                <a:extLst>
                  <a:ext uri="{FF2B5EF4-FFF2-40B4-BE49-F238E27FC236}">
                    <ns2:creationId id="{5ED23456-D30B-5ADB-2D5E-839EFAA176D4}"/>
                  </a:ext>
                </a:extLst>
              </p:cNvPr>
              <p:cNvSpPr txBox="1"/>
              <p:nvPr/>
            </p:nvSpPr>
            <p:spPr>
              <a:xfrm>
                <a:off x="5315955" y="3774028"/>
                <a:ext cx="543915" cy="10734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3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XX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18" name="Straight Connector 117">
                <a:extLst>
                  <a:ext uri="{FF2B5EF4-FFF2-40B4-BE49-F238E27FC236}">
                    <ns2:creationId id="{5E64DB8D-77BA-752F-C64A-86ED22D9927D}"/>
                  </a:ext>
                </a:extLst>
              </p:cNvPr>
              <p:cNvCxnSpPr/>
              <p:nvPr/>
            </p:nvCxnSpPr>
            <p:spPr>
              <a:xfrm>
                <a:off x="5315955" y="3762828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table_TWformat_9_6">
                <a:extLst>
                  <a:ext uri="{FF2B5EF4-FFF2-40B4-BE49-F238E27FC236}">
                    <ns2:creationId id="{664BF63F-DD38-A8AF-4DF9-AF96DE3CFAFC}"/>
                  </a:ext>
                </a:extLst>
              </p:cNvPr>
              <p:cNvSpPr txBox="1"/>
              <p:nvPr/>
            </p:nvSpPr>
            <p:spPr>
              <a:xfrm>
                <a:off x="5315955" y="4869927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3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24" name="Straight Connector 123">
                <a:extLst>
                  <a:ext uri="{FF2B5EF4-FFF2-40B4-BE49-F238E27FC236}">
                    <ns2:creationId id="{6DF8A9EC-B27A-61A8-3247-A00647E5B312}"/>
                  </a:ext>
                </a:extLst>
              </p:cNvPr>
              <p:cNvCxnSpPr/>
              <p:nvPr/>
            </p:nvCxnSpPr>
            <p:spPr>
              <a:xfrm>
                <a:off x="5315955" y="4858727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5" name="table_TWformat_10_6">
                <a:extLst>
                  <a:ext uri="{FF2B5EF4-FFF2-40B4-BE49-F238E27FC236}">
                    <ns2:creationId id="{DF94F0EA-1934-1E12-19B6-2AABE869CB96}"/>
                  </a:ext>
                </a:extLst>
              </p:cNvPr>
              <p:cNvSpPr txBox="1"/>
              <p:nvPr/>
            </p:nvSpPr>
            <p:spPr>
              <a:xfrm>
                <a:off x="5315955" y="5235227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900" dirty="0">
                    <a:latin typeface="+mn-ea"/>
                  </a:rPr>
                  <a:t>2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700" dirty="0">
                    <a:latin typeface="+mn-ea"/>
                  </a:rPr>
                  <a:t>XX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10</a:t>
                </a:r>
                <a:r>
                  <a:rPr kumimoji="1" lang="zh-TW" altLang="en-US" sz="700" dirty="0">
                    <a:latin typeface="+mn-ea"/>
                  </a:rPr>
                  <a:t>XX</a:t>
                </a:r>
                <a:r>
                  <a:rPr kumimoji="1" lang="en-US" altLang="zh-TW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26" name="Straight Connector 125">
                <a:extLst>
                  <a:ext uri="{FF2B5EF4-FFF2-40B4-BE49-F238E27FC236}">
                    <ns2:creationId id="{5DB96948-16DB-05D3-74B4-88503AF08D63}"/>
                  </a:ext>
                </a:extLst>
              </p:cNvPr>
              <p:cNvCxnSpPr/>
              <p:nvPr/>
            </p:nvCxnSpPr>
            <p:spPr>
              <a:xfrm>
                <a:off x="5315955" y="5224027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table_TWformat_11_6">
                <a:extLst>
                  <a:ext uri="{FF2B5EF4-FFF2-40B4-BE49-F238E27FC236}">
                    <ns2:creationId id="{BC776DCB-773D-D428-49E9-1C374900A993}"/>
                  </a:ext>
                </a:extLst>
              </p:cNvPr>
              <p:cNvSpPr txBox="1"/>
              <p:nvPr/>
            </p:nvSpPr>
            <p:spPr>
              <a:xfrm>
                <a:off x="5315958" y="5600526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XX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45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28" name="Straight Connector 127">
                <a:extLst>
                  <a:ext uri="{FF2B5EF4-FFF2-40B4-BE49-F238E27FC236}">
                    <ns2:creationId id="{BE3110FB-B91C-5982-C191-7A8A4ED55F0C}"/>
                  </a:ext>
                </a:extLst>
              </p:cNvPr>
              <p:cNvCxnSpPr/>
              <p:nvPr/>
            </p:nvCxnSpPr>
            <p:spPr>
              <a:xfrm>
                <a:off x="5315955" y="5589326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9" name="table_TWformat_12_6">
                <a:extLst>
                  <a:ext uri="{FF2B5EF4-FFF2-40B4-BE49-F238E27FC236}">
                    <ns2:creationId id="{216D2DC4-4452-5663-3B0C-DB25F23D4F05}"/>
                  </a:ext>
                </a:extLst>
              </p:cNvPr>
              <p:cNvSpPr txBox="1"/>
              <p:nvPr/>
            </p:nvSpPr>
            <p:spPr>
              <a:xfrm>
                <a:off x="5315955" y="5965826"/>
                <a:ext cx="543915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latin typeface="+mn-ea"/>
                  </a:rPr>
                  <a:t>2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700" dirty="0">
                    <a:latin typeface="+mn-ea"/>
                  </a:rPr>
                  <a:t>XX</a:t>
                </a:r>
                <a:r>
                  <a:rPr kumimoji="1" lang="ja-JP" altLang="en-US" sz="700" dirty="0">
                    <a:latin typeface="+mn-ea"/>
                  </a:rPr>
                  <a:t>XX</a:t>
                </a:r>
                <a:r>
                  <a:rPr kumimoji="1" lang="en-US" altLang="ja-JP" sz="7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0" name="Straight Connector 129">
                <a:extLst>
                  <a:ext uri="{FF2B5EF4-FFF2-40B4-BE49-F238E27FC236}">
                    <ns2:creationId id="{57A3B1D5-A611-C611-EDDB-8BB0D3F0F992}"/>
                  </a:ext>
                </a:extLst>
              </p:cNvPr>
              <p:cNvCxnSpPr/>
              <p:nvPr/>
            </p:nvCxnSpPr>
            <p:spPr>
              <a:xfrm>
                <a:off x="5315955" y="5954626"/>
                <a:ext cx="5439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able_TWformat_1_6">
                <a:extLst>
                  <a:ext uri="{FF2B5EF4-FFF2-40B4-BE49-F238E27FC236}">
                    <ns2:creationId id="{F23D5DA2-22DB-7513-72F4-945858329490}"/>
                  </a:ext>
                </a:extLst>
              </p:cNvPr>
              <p:cNvSpPr txBox="1"/>
              <p:nvPr/>
            </p:nvSpPr>
            <p:spPr>
              <a:xfrm>
                <a:off x="5315955" y="1947531"/>
                <a:ext cx="543915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10" name="Straight Connector 109">
                <a:extLst>
                  <a:ext uri="{FF2B5EF4-FFF2-40B4-BE49-F238E27FC236}">
                    <ns2:creationId id="{3AF5F51A-2A69-BA97-6B7B-F79C47CF36E9}"/>
                  </a:ext>
                </a:extLst>
              </p:cNvPr>
              <p:cNvCxnSpPr/>
              <p:nvPr/>
            </p:nvCxnSpPr>
            <p:spPr>
              <a:xfrm>
                <a:off x="5315955" y="2283261"/>
                <a:ext cx="54391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 3">
              <a:extLst>
                <a:ext uri="{FF2B5EF4-FFF2-40B4-BE49-F238E27FC236}">
                  <ns2:creationId id="{E6D1DB2A-8825-EFC8-D4FB-2C141328B7A1}"/>
                </a:ext>
              </a:extLst>
            </p:cNvPr>
            <p:cNvGrpSpPr/>
            <p:nvPr/>
          </p:nvGrpSpPr>
          <p:grpSpPr>
            <a:xfrm>
              <a:off x="5959306" y="1947531"/>
              <a:ext cx="591469" cy="4361194"/>
              <a:chOff x="5959306" y="1947531"/>
              <a:chExt cx="591469" cy="4361194"/>
            </a:xfrm>
          </p:grpSpPr>
          <p:sp>
            <p:nvSpPr>
              <p:cNvPr id="132" name="table_TWformat_2_7">
                <a:extLst>
                  <a:ext uri="{FF2B5EF4-FFF2-40B4-BE49-F238E27FC236}">
                    <ns2:creationId id="{EB77C758-AF7D-5EFD-12B4-D42C8AD0BBAD}"/>
                  </a:ext>
                </a:extLst>
              </p:cNvPr>
              <p:cNvSpPr txBox="1"/>
              <p:nvPr/>
            </p:nvSpPr>
            <p:spPr>
              <a:xfrm>
                <a:off x="5959306" y="2312830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134" name="table_TWformat_3_7">
                <a:extLst>
                  <a:ext uri="{FF2B5EF4-FFF2-40B4-BE49-F238E27FC236}">
                    <ns2:creationId id="{E5D65D5B-1760-FCC6-66B5-8A0AC433CA4C}"/>
                  </a:ext>
                </a:extLst>
              </p:cNvPr>
              <p:cNvSpPr txBox="1"/>
              <p:nvPr/>
            </p:nvSpPr>
            <p:spPr>
              <a:xfrm>
                <a:off x="5959306" y="2678130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5" name="Straight Connector 134">
                <a:extLst>
                  <a:ext uri="{FF2B5EF4-FFF2-40B4-BE49-F238E27FC236}">
                    <ns2:creationId id="{255F8DE2-FE7C-5D9D-EC8A-8D0A1988E642}"/>
                  </a:ext>
                </a:extLst>
              </p:cNvPr>
              <p:cNvCxnSpPr/>
              <p:nvPr/>
            </p:nvCxnSpPr>
            <p:spPr>
              <a:xfrm>
                <a:off x="5959306" y="2666930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6" name="table_TWformat_4_7">
                <a:extLst>
                  <a:ext uri="{FF2B5EF4-FFF2-40B4-BE49-F238E27FC236}">
                    <ns2:creationId id="{693AEF8B-DE5C-5A69-EDED-2025DB924A3A}"/>
                  </a:ext>
                </a:extLst>
              </p:cNvPr>
              <p:cNvSpPr txBox="1"/>
              <p:nvPr/>
            </p:nvSpPr>
            <p:spPr>
              <a:xfrm>
                <a:off x="5959306" y="30434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437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7" name="Straight Connector 136">
                <a:extLst>
                  <a:ext uri="{FF2B5EF4-FFF2-40B4-BE49-F238E27FC236}">
                    <ns2:creationId id="{84BC507D-5B3A-F280-B5AB-26A087F1345C}"/>
                  </a:ext>
                </a:extLst>
              </p:cNvPr>
              <p:cNvCxnSpPr/>
              <p:nvPr/>
            </p:nvCxnSpPr>
            <p:spPr>
              <a:xfrm>
                <a:off x="5959306" y="3032229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table_TWformat_5_7">
                <a:extLst>
                  <a:ext uri="{FF2B5EF4-FFF2-40B4-BE49-F238E27FC236}">
                    <ns2:creationId id="{5AAA9B2E-0B94-A433-A0C2-3B40BB062C20}"/>
                  </a:ext>
                </a:extLst>
              </p:cNvPr>
              <p:cNvSpPr txBox="1"/>
              <p:nvPr/>
            </p:nvSpPr>
            <p:spPr>
              <a:xfrm>
                <a:off x="5959306" y="34087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182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9" name="Straight Connector 138">
                <a:extLst>
                  <a:ext uri="{FF2B5EF4-FFF2-40B4-BE49-F238E27FC236}">
                    <ns2:creationId id="{740F4440-4052-4E54-2E7B-6417176800A8}"/>
                  </a:ext>
                </a:extLst>
              </p:cNvPr>
              <p:cNvCxnSpPr/>
              <p:nvPr/>
            </p:nvCxnSpPr>
            <p:spPr>
              <a:xfrm>
                <a:off x="5959306" y="3397529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0" name="table_TWformat_6_7">
                <a:extLst>
                  <a:ext uri="{FF2B5EF4-FFF2-40B4-BE49-F238E27FC236}">
                    <ns2:creationId id="{4EEAE668-78DA-DE43-D12A-E0EE40451025}"/>
                  </a:ext>
                </a:extLst>
              </p:cNvPr>
              <p:cNvSpPr txBox="1"/>
              <p:nvPr/>
            </p:nvSpPr>
            <p:spPr>
              <a:xfrm>
                <a:off x="5959306" y="37740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300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1" name="Straight Connector 140">
                <a:extLst>
                  <a:ext uri="{FF2B5EF4-FFF2-40B4-BE49-F238E27FC236}">
                    <ns2:creationId id="{0B1754B5-1798-8606-2A7C-C8DC9227BF6C}"/>
                  </a:ext>
                </a:extLst>
              </p:cNvPr>
              <p:cNvCxnSpPr/>
              <p:nvPr/>
            </p:nvCxnSpPr>
            <p:spPr>
              <a:xfrm>
                <a:off x="5959306" y="3762828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table_TWformat_7_7">
                <a:extLst>
                  <a:ext uri="{FF2B5EF4-FFF2-40B4-BE49-F238E27FC236}">
                    <ns2:creationId id="{6B763673-53D4-ADBA-B14C-B33DE5C574B7}"/>
                  </a:ext>
                </a:extLst>
              </p:cNvPr>
              <p:cNvSpPr txBox="1"/>
              <p:nvPr/>
            </p:nvSpPr>
            <p:spPr>
              <a:xfrm>
                <a:off x="5959306" y="4139329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150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3" name="Straight Connector 142">
                <a:extLst>
                  <a:ext uri="{FF2B5EF4-FFF2-40B4-BE49-F238E27FC236}">
                    <ns2:creationId id="{DC70100B-EADE-B096-A161-2624EFEBBA51}"/>
                  </a:ext>
                </a:extLst>
              </p:cNvPr>
              <p:cNvCxnSpPr/>
              <p:nvPr/>
            </p:nvCxnSpPr>
            <p:spPr>
              <a:xfrm>
                <a:off x="5959306" y="4128128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table_TWformat_8_7">
                <a:extLst>
                  <a:ext uri="{FF2B5EF4-FFF2-40B4-BE49-F238E27FC236}">
                    <ns2:creationId id="{A2ECC7C9-D699-951B-CF89-55DF5D0D47ED}"/>
                  </a:ext>
                </a:extLst>
              </p:cNvPr>
              <p:cNvSpPr txBox="1"/>
              <p:nvPr/>
            </p:nvSpPr>
            <p:spPr>
              <a:xfrm>
                <a:off x="5959306" y="4504628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ns2:creationId id="{E84EB2A7-0B84-9E43-1840-2FAF9D8BCA35}"/>
                  </a:ext>
                </a:extLst>
              </p:cNvPr>
              <p:cNvCxnSpPr/>
              <p:nvPr/>
            </p:nvCxnSpPr>
            <p:spPr>
              <a:xfrm>
                <a:off x="5959306" y="4493428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6" name="table_TWformat_9_7">
                <a:extLst>
                  <a:ext uri="{FF2B5EF4-FFF2-40B4-BE49-F238E27FC236}">
                    <ns2:creationId id="{0A651858-164C-BD9F-0AAD-D48C96D3B69F}"/>
                  </a:ext>
                </a:extLst>
              </p:cNvPr>
              <p:cNvSpPr txBox="1"/>
              <p:nvPr/>
            </p:nvSpPr>
            <p:spPr>
              <a:xfrm>
                <a:off x="5959306" y="4869927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145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7" name="Straight Connector 146">
                <a:extLst>
                  <a:ext uri="{FF2B5EF4-FFF2-40B4-BE49-F238E27FC236}">
                    <ns2:creationId id="{605B8BFA-7EAE-5C05-E251-F6E30586C89B}"/>
                  </a:ext>
                </a:extLst>
              </p:cNvPr>
              <p:cNvCxnSpPr/>
              <p:nvPr/>
            </p:nvCxnSpPr>
            <p:spPr>
              <a:xfrm>
                <a:off x="5959306" y="4858727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8" name="table_TWformat_10_7">
                <a:extLst>
                  <a:ext uri="{FF2B5EF4-FFF2-40B4-BE49-F238E27FC236}">
                    <ns2:creationId id="{96A1DCDC-75E3-6549-C104-8F581087FFA3}"/>
                  </a:ext>
                </a:extLst>
              </p:cNvPr>
              <p:cNvSpPr txBox="1"/>
              <p:nvPr/>
            </p:nvSpPr>
            <p:spPr>
              <a:xfrm>
                <a:off x="5959306" y="5235227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144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ns2:creationId id="{64733FA1-7E9D-CAF9-6297-FD8252DBAAD4}"/>
                  </a:ext>
                </a:extLst>
              </p:cNvPr>
              <p:cNvCxnSpPr/>
              <p:nvPr/>
            </p:nvCxnSpPr>
            <p:spPr>
              <a:xfrm>
                <a:off x="5959306" y="5224027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" name="table_TWformat_11_7">
                <a:extLst>
                  <a:ext uri="{FF2B5EF4-FFF2-40B4-BE49-F238E27FC236}">
                    <ns2:creationId id="{C35D6212-8A6A-536A-06D6-5DE6544A1DD8}"/>
                  </a:ext>
                </a:extLst>
              </p:cNvPr>
              <p:cNvSpPr txBox="1"/>
              <p:nvPr/>
            </p:nvSpPr>
            <p:spPr>
              <a:xfrm>
                <a:off x="5959306" y="5600526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654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51" name="Straight Connector 150">
                <a:extLst>
                  <a:ext uri="{FF2B5EF4-FFF2-40B4-BE49-F238E27FC236}">
                    <ns2:creationId id="{B9B61C41-F1F2-BD52-CC77-2192406526B3}"/>
                  </a:ext>
                </a:extLst>
              </p:cNvPr>
              <p:cNvCxnSpPr/>
              <p:nvPr/>
            </p:nvCxnSpPr>
            <p:spPr>
              <a:xfrm>
                <a:off x="5959306" y="5589326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2" name="table_TWformat_12_7">
                <a:extLst>
                  <a:ext uri="{FF2B5EF4-FFF2-40B4-BE49-F238E27FC236}">
                    <ns2:creationId id="{DFD462D0-CFC3-0A17-8A84-93E38C23891C}"/>
                  </a:ext>
                </a:extLst>
              </p:cNvPr>
              <p:cNvSpPr txBox="1"/>
              <p:nvPr/>
            </p:nvSpPr>
            <p:spPr>
              <a:xfrm>
                <a:off x="5959306" y="5965826"/>
                <a:ext cx="591468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44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53" name="Straight Connector 152">
                <a:extLst>
                  <a:ext uri="{FF2B5EF4-FFF2-40B4-BE49-F238E27FC236}">
                    <ns2:creationId id="{D1EAA196-D595-CCF7-AC8B-B82BB5F871BF}"/>
                  </a:ext>
                </a:extLst>
              </p:cNvPr>
              <p:cNvCxnSpPr/>
              <p:nvPr/>
            </p:nvCxnSpPr>
            <p:spPr>
              <a:xfrm>
                <a:off x="5959306" y="5954626"/>
                <a:ext cx="59146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1" name="table_TWformat_1_7">
                <a:extLst>
                  <a:ext uri="{FF2B5EF4-FFF2-40B4-BE49-F238E27FC236}">
                    <ns2:creationId id="{5C3DFE80-9A30-25DA-05AC-EA5DF3B8EF42}"/>
                  </a:ext>
                </a:extLst>
              </p:cNvPr>
              <p:cNvSpPr txBox="1"/>
              <p:nvPr/>
            </p:nvSpPr>
            <p:spPr>
              <a:xfrm>
                <a:off x="5959306" y="1947531"/>
                <a:ext cx="591468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(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33" name="Straight Connector 132">
                <a:extLst>
                  <a:ext uri="{FF2B5EF4-FFF2-40B4-BE49-F238E27FC236}">
                    <ns2:creationId id="{44530BC3-1E37-26B1-CD8D-6C0219C252D7}"/>
                  </a:ext>
                </a:extLst>
              </p:cNvPr>
              <p:cNvCxnSpPr/>
              <p:nvPr/>
            </p:nvCxnSpPr>
            <p:spPr>
              <a:xfrm>
                <a:off x="5959306" y="2283261"/>
                <a:ext cx="59146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ns2:creationId id="{67A6F38B-12EE-DB7D-6169-E13B978721EE}"/>
                </a:ext>
              </a:extLst>
            </p:cNvPr>
            <p:cNvGrpSpPr/>
            <p:nvPr/>
          </p:nvGrpSpPr>
          <p:grpSpPr>
            <a:xfrm>
              <a:off x="6548542" y="1979805"/>
              <a:ext cx="777414" cy="4328920"/>
              <a:chOff x="6548542" y="1979805"/>
              <a:chExt cx="777414" cy="4328920"/>
            </a:xfrm>
          </p:grpSpPr>
          <p:sp>
            <p:nvSpPr>
              <p:cNvPr id="155" name="table_TWformat_2_8">
                <a:extLst>
                  <a:ext uri="{FF2B5EF4-FFF2-40B4-BE49-F238E27FC236}">
                    <ns2:creationId id="{592C85C9-4CED-267C-F10D-1A80478ECB61}"/>
                  </a:ext>
                </a:extLst>
              </p:cNvPr>
              <p:cNvSpPr txBox="1"/>
              <p:nvPr/>
            </p:nvSpPr>
            <p:spPr>
              <a:xfrm>
                <a:off x="6591575" y="2312830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sp>
            <p:nvSpPr>
              <p:cNvPr id="157" name="table_TWformat_3_8">
                <a:extLst>
                  <a:ext uri="{FF2B5EF4-FFF2-40B4-BE49-F238E27FC236}">
                    <ns2:creationId id="{DB205118-6EAE-74C5-0090-8E33FE64E7C9}"/>
                  </a:ext>
                </a:extLst>
              </p:cNvPr>
              <p:cNvSpPr txBox="1"/>
              <p:nvPr/>
            </p:nvSpPr>
            <p:spPr>
              <a:xfrm>
                <a:off x="6591575" y="2678130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ns2:creationId id="{009C3879-2AD6-EB4D-8CF2-9418FF68917D}"/>
                  </a:ext>
                </a:extLst>
              </p:cNvPr>
              <p:cNvCxnSpPr/>
              <p:nvPr/>
            </p:nvCxnSpPr>
            <p:spPr>
              <a:xfrm>
                <a:off x="6591575" y="2666930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able_TWformat_4_8">
                <a:extLst>
                  <a:ext uri="{FF2B5EF4-FFF2-40B4-BE49-F238E27FC236}">
                    <ns2:creationId id="{2A9477D0-F2F6-2013-B9F5-6A20EF7AB89A}"/>
                  </a:ext>
                </a:extLst>
              </p:cNvPr>
              <p:cNvSpPr txBox="1"/>
              <p:nvPr/>
            </p:nvSpPr>
            <p:spPr>
              <a:xfrm>
                <a:off x="6591575" y="30434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0" name="Straight Connector 159">
                <a:extLst>
                  <a:ext uri="{FF2B5EF4-FFF2-40B4-BE49-F238E27FC236}">
                    <ns2:creationId id="{9EF1BFB2-23EC-0468-D5E6-BC24B7E80280}"/>
                  </a:ext>
                </a:extLst>
              </p:cNvPr>
              <p:cNvCxnSpPr/>
              <p:nvPr/>
            </p:nvCxnSpPr>
            <p:spPr>
              <a:xfrm>
                <a:off x="6591575" y="3032229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1" name="table_TWformat_5_8">
                <a:extLst>
                  <a:ext uri="{FF2B5EF4-FFF2-40B4-BE49-F238E27FC236}">
                    <ns2:creationId id="{5A5A6290-F572-6CF1-F74C-766CCDE7820E}"/>
                  </a:ext>
                </a:extLst>
              </p:cNvPr>
              <p:cNvSpPr txBox="1"/>
              <p:nvPr/>
            </p:nvSpPr>
            <p:spPr>
              <a:xfrm>
                <a:off x="6591575" y="34087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2" name="Straight Connector 161">
                <a:extLst>
                  <a:ext uri="{FF2B5EF4-FFF2-40B4-BE49-F238E27FC236}">
                    <ns2:creationId id="{65A58269-DE37-562B-3B1D-BA7D1BF2ABAF}"/>
                  </a:ext>
                </a:extLst>
              </p:cNvPr>
              <p:cNvCxnSpPr/>
              <p:nvPr/>
            </p:nvCxnSpPr>
            <p:spPr>
              <a:xfrm>
                <a:off x="6591575" y="3397529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table_TWformat_6_8">
                <a:extLst>
                  <a:ext uri="{FF2B5EF4-FFF2-40B4-BE49-F238E27FC236}">
                    <ns2:creationId id="{FB15D4B4-70F6-CA26-DD34-EE1C4E77D6A0}"/>
                  </a:ext>
                </a:extLst>
              </p:cNvPr>
              <p:cNvSpPr txBox="1"/>
              <p:nvPr/>
            </p:nvSpPr>
            <p:spPr>
              <a:xfrm>
                <a:off x="6591575" y="37740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4" name="Straight Connector 163">
                <a:extLst>
                  <a:ext uri="{FF2B5EF4-FFF2-40B4-BE49-F238E27FC236}">
                    <ns2:creationId id="{27BE20DC-5EDE-E819-C27D-B501D60FA47B}"/>
                  </a:ext>
                </a:extLst>
              </p:cNvPr>
              <p:cNvCxnSpPr/>
              <p:nvPr/>
            </p:nvCxnSpPr>
            <p:spPr>
              <a:xfrm>
                <a:off x="6591575" y="3762828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table_TWformat_7_8">
                <a:extLst>
                  <a:ext uri="{FF2B5EF4-FFF2-40B4-BE49-F238E27FC236}">
                    <ns2:creationId id="{A9A04809-5856-125F-0400-3A5764C4084B}"/>
                  </a:ext>
                </a:extLst>
              </p:cNvPr>
              <p:cNvSpPr txBox="1"/>
              <p:nvPr/>
            </p:nvSpPr>
            <p:spPr>
              <a:xfrm>
                <a:off x="6591575" y="4139329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66" name="Straight Connector 165">
                <a:extLst>
                  <a:ext uri="{FF2B5EF4-FFF2-40B4-BE49-F238E27FC236}">
                    <ns2:creationId id="{B95F9881-FCFB-0ABD-CECB-0F9F88709DC0}"/>
                  </a:ext>
                </a:extLst>
              </p:cNvPr>
              <p:cNvCxnSpPr/>
              <p:nvPr/>
            </p:nvCxnSpPr>
            <p:spPr>
              <a:xfrm>
                <a:off x="6591575" y="4128128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table_TWformat_8_8">
                <a:extLst>
                  <a:ext uri="{FF2B5EF4-FFF2-40B4-BE49-F238E27FC236}">
                    <ns2:creationId id="{C22EBC5A-16B3-334A-3B03-AB9677E17423}"/>
                  </a:ext>
                </a:extLst>
              </p:cNvPr>
              <p:cNvSpPr txBox="1"/>
              <p:nvPr/>
            </p:nvSpPr>
            <p:spPr>
              <a:xfrm>
                <a:off x="6591575" y="4504628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 dirty="0"/>
                  <a:t>XX</a:t>
                </a:r>
                <a:endParaRPr lang="ja-JP" altLang="en-US" sz="900" dirty="0"/>
              </a:p>
            </p:txBody>
          </p:sp>
          <p:cxnSp>
            <p:nvCxnSpPr>
              <p:cNvPr id="168" name="Straight Connector 167">
                <a:extLst>
                  <a:ext uri="{FF2B5EF4-FFF2-40B4-BE49-F238E27FC236}">
                    <ns2:creationId id="{FFE5719A-6F72-280F-0835-8BE0BB6F6118}"/>
                  </a:ext>
                </a:extLst>
              </p:cNvPr>
              <p:cNvCxnSpPr/>
              <p:nvPr/>
            </p:nvCxnSpPr>
            <p:spPr>
              <a:xfrm>
                <a:off x="6591575" y="4493428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table_TWformat_9_8">
                <a:extLst>
                  <a:ext uri="{FF2B5EF4-FFF2-40B4-BE49-F238E27FC236}">
                    <ns2:creationId id="{5C5A4426-F970-179E-8A27-2F36EE9F8303}"/>
                  </a:ext>
                </a:extLst>
              </p:cNvPr>
              <p:cNvSpPr txBox="1"/>
              <p:nvPr/>
            </p:nvSpPr>
            <p:spPr>
              <a:xfrm>
                <a:off x="6591575" y="4869927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70" name="Straight Connector 169">
                <a:extLst>
                  <a:ext uri="{FF2B5EF4-FFF2-40B4-BE49-F238E27FC236}">
                    <ns2:creationId id="{1AC3DEC8-AE13-6E40-7A91-6B7FDB5B40D3}"/>
                  </a:ext>
                </a:extLst>
              </p:cNvPr>
              <p:cNvCxnSpPr/>
              <p:nvPr/>
            </p:nvCxnSpPr>
            <p:spPr>
              <a:xfrm>
                <a:off x="6591575" y="4858727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1" name="table_TWformat_10_8">
                <a:extLst>
                  <a:ext uri="{FF2B5EF4-FFF2-40B4-BE49-F238E27FC236}">
                    <ns2:creationId id="{4B9F76C9-CED3-7012-FE40-1CB69EF09209}"/>
                  </a:ext>
                </a:extLst>
              </p:cNvPr>
              <p:cNvSpPr txBox="1"/>
              <p:nvPr/>
            </p:nvSpPr>
            <p:spPr>
              <a:xfrm>
                <a:off x="6591575" y="5235227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72" name="Straight Connector 171">
                <a:extLst>
                  <a:ext uri="{FF2B5EF4-FFF2-40B4-BE49-F238E27FC236}">
                    <ns2:creationId id="{91329F0D-E9A1-08C8-9BD6-D6F7477F7AB6}"/>
                  </a:ext>
                </a:extLst>
              </p:cNvPr>
              <p:cNvCxnSpPr/>
              <p:nvPr/>
            </p:nvCxnSpPr>
            <p:spPr>
              <a:xfrm>
                <a:off x="6591575" y="5224027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3" name="table_TWformat_11_8">
                <a:extLst>
                  <a:ext uri="{FF2B5EF4-FFF2-40B4-BE49-F238E27FC236}">
                    <ns2:creationId id="{B732258F-2AC9-6649-5AF9-A74344083CC1}"/>
                  </a:ext>
                </a:extLst>
              </p:cNvPr>
              <p:cNvSpPr txBox="1"/>
              <p:nvPr/>
            </p:nvSpPr>
            <p:spPr>
              <a:xfrm>
                <a:off x="6591575" y="5600526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/>
              <a:p>
                <a:pPr algn="r">
                  <a:buClr>
                    <a:schemeClr val="accent1"/>
                  </a:buClr>
                </a:pPr>
                <a:r>
                  <a:rPr kumimoji="1" lang="en-US" altLang="ja-JP" sz="900">
                    <a:latin typeface="+mn-ea"/>
                  </a:rPr>
                  <a:t>XX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74" name="Straight Connector 173">
                <a:extLst>
                  <a:ext uri="{FF2B5EF4-FFF2-40B4-BE49-F238E27FC236}">
                    <ns2:creationId id="{79657CCD-7D1D-E3AC-D65A-60D9B57566D4}"/>
                  </a:ext>
                </a:extLst>
              </p:cNvPr>
              <p:cNvCxnSpPr/>
              <p:nvPr/>
            </p:nvCxnSpPr>
            <p:spPr>
              <a:xfrm>
                <a:off x="6591575" y="5589326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table_TWformat_12_8">
                <a:extLst>
                  <a:ext uri="{FF2B5EF4-FFF2-40B4-BE49-F238E27FC236}">
                    <ns2:creationId id="{4D2867AF-0511-EFCE-7167-2DC31ADD8773}"/>
                  </a:ext>
                </a:extLst>
              </p:cNvPr>
              <p:cNvSpPr txBox="1"/>
              <p:nvPr/>
            </p:nvSpPr>
            <p:spPr>
              <a:xfrm>
                <a:off x="6591575" y="5965826"/>
                <a:ext cx="696476" cy="342899"/>
              </a:xfrm>
              <a:prstGeom prst="rect">
                <a:avLst/>
              </a:prstGeom>
              <a:noFill/>
            </p:spPr>
            <p:txBody>
              <a:bodyPr vert="horz" wrap="square" lIns="36000" tIns="36000" rIns="180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ns2:creationId id="{DE47DE04-058C-DAA5-4961-024BCFAE4601}"/>
                  </a:ext>
                </a:extLst>
              </p:cNvPr>
              <p:cNvCxnSpPr/>
              <p:nvPr/>
            </p:nvCxnSpPr>
            <p:spPr>
              <a:xfrm>
                <a:off x="6591575" y="5954626"/>
                <a:ext cx="696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" name="table_TWformat_1_8">
                <a:extLst>
                  <a:ext uri="{FF2B5EF4-FFF2-40B4-BE49-F238E27FC236}">
                    <ns2:creationId id="{24A32597-4C8F-A3FB-B9B8-B9A1A40A66A3}"/>
                  </a:ext>
                </a:extLst>
              </p:cNvPr>
              <p:cNvSpPr txBox="1"/>
              <p:nvPr/>
            </p:nvSpPr>
            <p:spPr>
              <a:xfrm>
                <a:off x="6548542" y="1979805"/>
                <a:ext cx="777414" cy="242357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900" dirty="0">
                    <a:latin typeface="+mn-ea"/>
                  </a:rPr>
                  <a:t>XX</a:t>
                </a:r>
                <a:br>
                  <a:rPr kumimoji="1" lang="en-US" altLang="zh-TW" sz="900" dirty="0">
                    <a:latin typeface="+mn-ea"/>
                  </a:rPr>
                </a:br>
                <a:r>
                  <a:rPr kumimoji="1" lang="en-US" altLang="zh-TW" sz="900" dirty="0">
                    <a:latin typeface="+mn-ea"/>
                  </a:rPr>
                  <a:t>(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/</a:t>
                </a:r>
                <a:r>
                  <a:rPr kumimoji="1" lang="zh-TW" altLang="en-US" sz="900" dirty="0">
                    <a:latin typeface="+mn-ea"/>
                  </a:rPr>
                  <a:t>XX</a:t>
                </a:r>
                <a:r>
                  <a:rPr kumimoji="1" lang="en-US" altLang="zh-TW" sz="900" dirty="0">
                    <a:latin typeface="+mn-ea"/>
                  </a:rPr>
                  <a:t>)</a:t>
                </a:r>
                <a:endParaRPr kumimoji="1" lang="ja-JP" altLang="en-US" sz="900" dirty="0">
                  <a:latin typeface="+mn-ea"/>
                </a:endParaRPr>
              </a:p>
            </p:txBody>
          </p:sp>
          <p:cxnSp>
            <p:nvCxnSpPr>
              <p:cNvPr id="156" name="Straight Connector 155">
                <a:extLst>
                  <a:ext uri="{FF2B5EF4-FFF2-40B4-BE49-F238E27FC236}">
                    <ns2:creationId id="{8AD2F36B-66F1-6A52-EB99-A53F780E58AF}"/>
                  </a:ext>
                </a:extLst>
              </p:cNvPr>
              <p:cNvCxnSpPr/>
              <p:nvPr/>
            </p:nvCxnSpPr>
            <p:spPr>
              <a:xfrm>
                <a:off x="6591575" y="2283261"/>
                <a:ext cx="69647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ns2:creationId id="{556D429B-DB41-550F-72B0-7F384D9888A7}"/>
                </a:ext>
              </a:extLst>
            </p:cNvPr>
            <p:cNvGrpSpPr/>
            <p:nvPr/>
          </p:nvGrpSpPr>
          <p:grpSpPr>
            <a:xfrm>
              <a:off x="7328851" y="1947531"/>
              <a:ext cx="1534160" cy="4361194"/>
              <a:chOff x="7164807" y="1947531"/>
              <a:chExt cx="1313476" cy="4361194"/>
            </a:xfrm>
          </p:grpSpPr>
          <p:sp>
            <p:nvSpPr>
              <p:cNvPr id="178" name="table_TWformat_2_9">
                <a:extLst>
                  <a:ext uri="{FF2B5EF4-FFF2-40B4-BE49-F238E27FC236}">
                    <ns2:creationId id="{1E0D0A3F-A5E5-4008-DCE5-F945C1E44DFB}"/>
                  </a:ext>
                </a:extLst>
              </p:cNvPr>
              <p:cNvSpPr txBox="1"/>
              <p:nvPr/>
            </p:nvSpPr>
            <p:spPr>
              <a:xfrm>
                <a:off x="7164807" y="2312829"/>
                <a:ext cx="1313475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182" name="table_TWformat_4_9">
                <a:extLst>
                  <a:ext uri="{FF2B5EF4-FFF2-40B4-BE49-F238E27FC236}">
                    <ns2:creationId id="{B5AD6184-59CC-C0F1-28C2-012D0391A14E}"/>
                  </a:ext>
                </a:extLst>
              </p:cNvPr>
              <p:cNvSpPr txBox="1"/>
              <p:nvPr/>
            </p:nvSpPr>
            <p:spPr>
              <a:xfrm>
                <a:off x="7164807" y="3043428"/>
                <a:ext cx="1313475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183" name="Straight Connector 182">
                <a:extLst>
                  <a:ext uri="{FF2B5EF4-FFF2-40B4-BE49-F238E27FC236}">
                    <ns2:creationId id="{EAB8DBEB-6550-5A19-1EAF-BB0A23D2886E}"/>
                  </a:ext>
                </a:extLst>
              </p:cNvPr>
              <p:cNvCxnSpPr/>
              <p:nvPr/>
            </p:nvCxnSpPr>
            <p:spPr>
              <a:xfrm>
                <a:off x="7164807" y="3032229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" name="table_TWformat_6_9">
                <a:extLst>
                  <a:ext uri="{FF2B5EF4-FFF2-40B4-BE49-F238E27FC236}">
                    <ns2:creationId id="{E6CC2C10-EF76-B99D-A22D-EA1C8B3E5016}"/>
                  </a:ext>
                </a:extLst>
              </p:cNvPr>
              <p:cNvSpPr txBox="1"/>
              <p:nvPr/>
            </p:nvSpPr>
            <p:spPr>
              <a:xfrm>
                <a:off x="7164807" y="3774028"/>
                <a:ext cx="1313475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187" name="Straight Connector 186">
                <a:extLst>
                  <a:ext uri="{FF2B5EF4-FFF2-40B4-BE49-F238E27FC236}">
                    <ns2:creationId id="{7E0100D4-09B8-FAAD-D684-E79D6E777113}"/>
                  </a:ext>
                </a:extLst>
              </p:cNvPr>
              <p:cNvCxnSpPr/>
              <p:nvPr/>
            </p:nvCxnSpPr>
            <p:spPr>
              <a:xfrm>
                <a:off x="7164807" y="3762828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0" name="table_TWformat_8_9">
                <a:extLst>
                  <a:ext uri="{FF2B5EF4-FFF2-40B4-BE49-F238E27FC236}">
                    <ns2:creationId id="{28B4374E-D34F-08C7-4097-CF6017AB3957}"/>
                  </a:ext>
                </a:extLst>
              </p:cNvPr>
              <p:cNvSpPr txBox="1"/>
              <p:nvPr/>
            </p:nvSpPr>
            <p:spPr>
              <a:xfrm>
                <a:off x="7164807" y="4504628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191" name="Straight Connector 190">
                <a:extLst>
                  <a:ext uri="{FF2B5EF4-FFF2-40B4-BE49-F238E27FC236}">
                    <ns2:creationId id="{73308ED0-29F5-D7CB-3A23-B8F4E3879F72}"/>
                  </a:ext>
                </a:extLst>
              </p:cNvPr>
              <p:cNvCxnSpPr/>
              <p:nvPr/>
            </p:nvCxnSpPr>
            <p:spPr>
              <a:xfrm>
                <a:off x="7164807" y="4493428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able_TWformat_9_9">
                <a:extLst>
                  <a:ext uri="{FF2B5EF4-FFF2-40B4-BE49-F238E27FC236}">
                    <ns2:creationId id="{2BC09095-0757-D7B5-8BE0-328B60328290}"/>
                  </a:ext>
                </a:extLst>
              </p:cNvPr>
              <p:cNvSpPr txBox="1"/>
              <p:nvPr/>
            </p:nvSpPr>
            <p:spPr>
              <a:xfrm>
                <a:off x="7164807" y="4869927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01" name="Straight Connector 200">
                <a:extLst>
                  <a:ext uri="{FF2B5EF4-FFF2-40B4-BE49-F238E27FC236}">
                    <ns2:creationId id="{2DC2FF32-8D96-EAC6-0669-B81D61BD5A33}"/>
                  </a:ext>
                </a:extLst>
              </p:cNvPr>
              <p:cNvCxnSpPr/>
              <p:nvPr/>
            </p:nvCxnSpPr>
            <p:spPr>
              <a:xfrm>
                <a:off x="7164807" y="4858727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2" name="table_TWformat_10_9">
                <a:extLst>
                  <a:ext uri="{FF2B5EF4-FFF2-40B4-BE49-F238E27FC236}">
                    <ns2:creationId id="{F3567B13-E4D4-CE7A-A9B5-BFE55C32A86B}"/>
                  </a:ext>
                </a:extLst>
              </p:cNvPr>
              <p:cNvSpPr txBox="1"/>
              <p:nvPr/>
            </p:nvSpPr>
            <p:spPr>
              <a:xfrm>
                <a:off x="7164807" y="5235227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/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03" name="Straight Connector 202">
                <a:extLst>
                  <a:ext uri="{FF2B5EF4-FFF2-40B4-BE49-F238E27FC236}">
                    <ns2:creationId id="{F70BA419-D0DE-6185-EF36-A43DB0F5EBAA}"/>
                  </a:ext>
                </a:extLst>
              </p:cNvPr>
              <p:cNvCxnSpPr/>
              <p:nvPr/>
            </p:nvCxnSpPr>
            <p:spPr>
              <a:xfrm>
                <a:off x="7164807" y="5224027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4" name="table_TWformat_11_9">
                <a:extLst>
                  <a:ext uri="{FF2B5EF4-FFF2-40B4-BE49-F238E27FC236}">
                    <ns2:creationId id="{597920F8-19CB-A865-4456-978B1A75373D}"/>
                  </a:ext>
                </a:extLst>
              </p:cNvPr>
              <p:cNvSpPr txBox="1"/>
              <p:nvPr/>
            </p:nvSpPr>
            <p:spPr>
              <a:xfrm>
                <a:off x="7164807" y="5600526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en-US" altLang="ja-JP" sz="900" dirty="0">
                    <a:latin typeface="+mn-ea"/>
                  </a:rPr>
                  <a:t>/</a:t>
                </a:r>
                <a:r>
                  <a:rPr lang="en-US" altLang="ja-JP" sz="900" dirty="0">
                    <a:latin typeface="+mn-ea"/>
                  </a:rPr>
                  <a:t> 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05" name="Straight Connector 204">
                <a:extLst>
                  <a:ext uri="{FF2B5EF4-FFF2-40B4-BE49-F238E27FC236}">
                    <ns2:creationId id="{D3F122A3-F310-2B87-5587-20882094623C}"/>
                  </a:ext>
                </a:extLst>
              </p:cNvPr>
              <p:cNvCxnSpPr/>
              <p:nvPr/>
            </p:nvCxnSpPr>
            <p:spPr>
              <a:xfrm>
                <a:off x="7164807" y="5589326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6" name="table_TWformat_12_9">
                <a:extLst>
                  <a:ext uri="{FF2B5EF4-FFF2-40B4-BE49-F238E27FC236}">
                    <ns2:creationId id="{3EB70A80-C0A0-BF25-4931-9B4F04B56740}"/>
                  </a:ext>
                </a:extLst>
              </p:cNvPr>
              <p:cNvSpPr txBox="1"/>
              <p:nvPr/>
            </p:nvSpPr>
            <p:spPr>
              <a:xfrm>
                <a:off x="7164807" y="5965826"/>
                <a:ext cx="1313475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207" name="Straight Connector 206">
                <a:extLst>
                  <a:ext uri="{FF2B5EF4-FFF2-40B4-BE49-F238E27FC236}">
                    <ns2:creationId id="{DF37EF41-6787-061A-AD6E-E7BF8E627566}"/>
                  </a:ext>
                </a:extLst>
              </p:cNvPr>
              <p:cNvCxnSpPr/>
              <p:nvPr/>
            </p:nvCxnSpPr>
            <p:spPr>
              <a:xfrm>
                <a:off x="7164807" y="5954626"/>
                <a:ext cx="1313476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" name="table_TWformat_1_9">
                <a:extLst>
                  <a:ext uri="{FF2B5EF4-FFF2-40B4-BE49-F238E27FC236}">
                    <ns2:creationId id="{376DD61C-ED7A-DE62-5E73-F2336C24D778}"/>
                  </a:ext>
                </a:extLst>
              </p:cNvPr>
              <p:cNvSpPr txBox="1"/>
              <p:nvPr/>
            </p:nvSpPr>
            <p:spPr>
              <a:xfrm>
                <a:off x="7164807" y="1947531"/>
                <a:ext cx="1313475" cy="325111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/>
                  <a:t>XX</a:t>
                </a:r>
                <a:r>
                  <a:rPr lang="en-US" altLang="ja-JP" sz="900" dirty="0"/>
                  <a:t>/</a:t>
                </a:r>
                <a:r>
                  <a:rPr lang="ja-JP" altLang="en-US" sz="900" dirty="0"/>
                  <a:t>XX</a:t>
                </a:r>
              </a:p>
            </p:txBody>
          </p:sp>
          <p:cxnSp>
            <p:nvCxnSpPr>
              <p:cNvPr id="179" name="Straight Connector 178">
                <a:extLst>
                  <a:ext uri="{FF2B5EF4-FFF2-40B4-BE49-F238E27FC236}">
                    <ns2:creationId id="{4A73BF1C-E22F-840E-2D77-B89E054B4F3B}"/>
                  </a:ext>
                </a:extLst>
              </p:cNvPr>
              <p:cNvCxnSpPr/>
              <p:nvPr/>
            </p:nvCxnSpPr>
            <p:spPr>
              <a:xfrm>
                <a:off x="7164807" y="2283261"/>
                <a:ext cx="131347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ns2:creationId id="{4414AC90-3CDC-DCD2-6DB8-2E2813C5EDA4}"/>
                </a:ext>
              </a:extLst>
            </p:cNvPr>
            <p:cNvGrpSpPr/>
            <p:nvPr/>
          </p:nvGrpSpPr>
          <p:grpSpPr>
            <a:xfrm>
              <a:off x="8903813" y="1947531"/>
              <a:ext cx="1317207" cy="4361194"/>
              <a:chOff x="8514105" y="1947531"/>
              <a:chExt cx="1096039" cy="4361194"/>
            </a:xfrm>
          </p:grpSpPr>
          <p:sp>
            <p:nvSpPr>
              <p:cNvPr id="209" name="table_TWformat_2_10">
                <a:extLst>
                  <a:ext uri="{FF2B5EF4-FFF2-40B4-BE49-F238E27FC236}">
                    <ns2:creationId id="{0FC8DE51-8BA3-E2B5-1A4E-9B886382BF9A}"/>
                  </a:ext>
                </a:extLst>
              </p:cNvPr>
              <p:cNvSpPr txBox="1"/>
              <p:nvPr/>
            </p:nvSpPr>
            <p:spPr>
              <a:xfrm>
                <a:off x="8514105" y="2312829"/>
                <a:ext cx="1096039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sp>
            <p:nvSpPr>
              <p:cNvPr id="213" name="table_TWformat_4_10">
                <a:extLst>
                  <a:ext uri="{FF2B5EF4-FFF2-40B4-BE49-F238E27FC236}">
                    <ns2:creationId id="{3DE5B169-846F-F63D-88C4-5D6BE98F2FFA}"/>
                  </a:ext>
                </a:extLst>
              </p:cNvPr>
              <p:cNvSpPr txBox="1"/>
              <p:nvPr/>
            </p:nvSpPr>
            <p:spPr>
              <a:xfrm>
                <a:off x="8514105" y="3043428"/>
                <a:ext cx="1096039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ns2:creationId id="{59861C91-DF07-4A5D-8150-4FB8B820669D}"/>
                  </a:ext>
                </a:extLst>
              </p:cNvPr>
              <p:cNvCxnSpPr/>
              <p:nvPr/>
            </p:nvCxnSpPr>
            <p:spPr>
              <a:xfrm>
                <a:off x="8514105" y="3032229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7" name="table_TWformat_6_10">
                <a:extLst>
                  <a:ext uri="{FF2B5EF4-FFF2-40B4-BE49-F238E27FC236}">
                    <ns2:creationId id="{0F09BE77-8453-D36C-C130-742A56269677}"/>
                  </a:ext>
                </a:extLst>
              </p:cNvPr>
              <p:cNvSpPr txBox="1"/>
              <p:nvPr/>
            </p:nvSpPr>
            <p:spPr>
              <a:xfrm>
                <a:off x="8514105" y="3774028"/>
                <a:ext cx="1096039" cy="708192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spcAft>
                    <a:spcPts val="1200"/>
                  </a:spcAft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  <a:endParaRPr lang="en-US" altLang="ja-JP" sz="900" dirty="0">
                  <a:latin typeface="+mn-ea"/>
                </a:endParaRPr>
              </a:p>
              <a:p>
                <a:pPr>
                  <a:spcAft>
                    <a:spcPts val="1200"/>
                  </a:spcAft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18" name="Straight Connector 217">
                <a:extLst>
                  <a:ext uri="{FF2B5EF4-FFF2-40B4-BE49-F238E27FC236}">
                    <ns2:creationId id="{223862BA-1E6C-55CF-EF17-841CF6E53BD6}"/>
                  </a:ext>
                </a:extLst>
              </p:cNvPr>
              <p:cNvCxnSpPr/>
              <p:nvPr/>
            </p:nvCxnSpPr>
            <p:spPr>
              <a:xfrm>
                <a:off x="8514105" y="3762828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1" name="table_TWformat_8_10">
                <a:extLst>
                  <a:ext uri="{FF2B5EF4-FFF2-40B4-BE49-F238E27FC236}">
                    <ns2:creationId id="{6E56AA3B-0329-558F-7045-E408DB2EBB35}"/>
                  </a:ext>
                </a:extLst>
              </p:cNvPr>
              <p:cNvSpPr txBox="1"/>
              <p:nvPr/>
            </p:nvSpPr>
            <p:spPr>
              <a:xfrm>
                <a:off x="8514105" y="4504628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222" name="Straight Connector 221">
                <a:extLst>
                  <a:ext uri="{FF2B5EF4-FFF2-40B4-BE49-F238E27FC236}">
                    <ns2:creationId id="{0ACF8F97-F85F-AC0A-488D-D052FD044AAF}"/>
                  </a:ext>
                </a:extLst>
              </p:cNvPr>
              <p:cNvCxnSpPr/>
              <p:nvPr/>
            </p:nvCxnSpPr>
            <p:spPr>
              <a:xfrm>
                <a:off x="8514105" y="4493428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3" name="table_TWformat_9_10">
                <a:extLst>
                  <a:ext uri="{FF2B5EF4-FFF2-40B4-BE49-F238E27FC236}">
                    <ns2:creationId id="{CE8C8D96-51C1-709A-C6B4-0B2167729CDE}"/>
                  </a:ext>
                </a:extLst>
              </p:cNvPr>
              <p:cNvSpPr txBox="1"/>
              <p:nvPr/>
            </p:nvSpPr>
            <p:spPr>
              <a:xfrm>
                <a:off x="8514105" y="4869927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25" name="Straight Connector 224">
                <a:extLst>
                  <a:ext uri="{FF2B5EF4-FFF2-40B4-BE49-F238E27FC236}">
                    <ns2:creationId id="{C862E8B0-736C-8776-B48A-8A9135DE4BD5}"/>
                  </a:ext>
                </a:extLst>
              </p:cNvPr>
              <p:cNvCxnSpPr/>
              <p:nvPr/>
            </p:nvCxnSpPr>
            <p:spPr>
              <a:xfrm>
                <a:off x="8514105" y="4858727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6" name="table_TWformat_10_10">
                <a:extLst>
                  <a:ext uri="{FF2B5EF4-FFF2-40B4-BE49-F238E27FC236}">
                    <ns2:creationId id="{AB4514E5-1F4D-335D-FEC3-E2132405A9BC}"/>
                  </a:ext>
                </a:extLst>
              </p:cNvPr>
              <p:cNvSpPr txBox="1"/>
              <p:nvPr/>
            </p:nvSpPr>
            <p:spPr>
              <a:xfrm>
                <a:off x="8514105" y="5235227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r>
                  <a:rPr kumimoji="1" lang="en-US" altLang="ja-JP" sz="900" dirty="0">
                    <a:latin typeface="+mn-ea"/>
                  </a:rPr>
                  <a:t>XX</a:t>
                </a: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ns2:creationId id="{DEB042A2-4CE0-CD39-68E5-F5DA0D956228}"/>
                  </a:ext>
                </a:extLst>
              </p:cNvPr>
              <p:cNvCxnSpPr/>
              <p:nvPr/>
            </p:nvCxnSpPr>
            <p:spPr>
              <a:xfrm>
                <a:off x="8514105" y="5224027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8" name="table_TWformat_11_10">
                <a:extLst>
                  <a:ext uri="{FF2B5EF4-FFF2-40B4-BE49-F238E27FC236}">
                    <ns2:creationId id="{9CB5ADFF-C431-4B83-A022-73AA91E012A4}"/>
                  </a:ext>
                </a:extLst>
              </p:cNvPr>
              <p:cNvSpPr txBox="1"/>
              <p:nvPr/>
            </p:nvSpPr>
            <p:spPr>
              <a:xfrm>
                <a:off x="8514105" y="5600526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  <a:br>
                  <a:rPr kumimoji="1" lang="en-US" altLang="ja-JP" sz="900" dirty="0">
                    <a:latin typeface="+mn-ea"/>
                  </a:rPr>
                </a:b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29" name="Straight Connector 228">
                <a:extLst>
                  <a:ext uri="{FF2B5EF4-FFF2-40B4-BE49-F238E27FC236}">
                    <ns2:creationId id="{D91E490C-4EF5-C76E-C63D-A1BC531FEB84}"/>
                  </a:ext>
                </a:extLst>
              </p:cNvPr>
              <p:cNvCxnSpPr/>
              <p:nvPr/>
            </p:nvCxnSpPr>
            <p:spPr>
              <a:xfrm>
                <a:off x="8514105" y="5589326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0" name="table_TWformat_12_10">
                <a:extLst>
                  <a:ext uri="{FF2B5EF4-FFF2-40B4-BE49-F238E27FC236}">
                    <ns2:creationId id="{32C9392E-EBE0-6A86-E0A7-A36B8118EE90}"/>
                  </a:ext>
                </a:extLst>
              </p:cNvPr>
              <p:cNvSpPr txBox="1"/>
              <p:nvPr/>
            </p:nvSpPr>
            <p:spPr>
              <a:xfrm>
                <a:off x="8514105" y="5965826"/>
                <a:ext cx="1096039" cy="342899"/>
              </a:xfrm>
              <a:prstGeom prst="rect">
                <a:avLst/>
              </a:prstGeom>
              <a:noFill/>
            </p:spPr>
            <p:txBody>
              <a:bodyPr vert="horz" wrap="none" lIns="72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800">
                    <a:latin typeface="+mn-ea"/>
                  </a:defRPr>
                </a:lvl1pPr>
              </a:lstStyle>
              <a:p>
                <a:r>
                  <a:rPr lang="en-US" altLang="ja-JP" sz="900"/>
                  <a:t>XX</a:t>
                </a:r>
                <a:endParaRPr lang="ja-JP" altLang="en-US" sz="900" dirty="0"/>
              </a:p>
            </p:txBody>
          </p:sp>
          <p:cxnSp>
            <p:nvCxnSpPr>
              <p:cNvPr id="231" name="Straight Connector 230">
                <a:extLst>
                  <a:ext uri="{FF2B5EF4-FFF2-40B4-BE49-F238E27FC236}">
                    <ns2:creationId id="{EE47E76C-27BA-13BA-0202-6BCF9A6431A7}"/>
                  </a:ext>
                </a:extLst>
              </p:cNvPr>
              <p:cNvCxnSpPr/>
              <p:nvPr/>
            </p:nvCxnSpPr>
            <p:spPr>
              <a:xfrm>
                <a:off x="8514105" y="5954626"/>
                <a:ext cx="1096039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8" name="table_TWformat_1_10">
                <a:extLst>
                  <a:ext uri="{FF2B5EF4-FFF2-40B4-BE49-F238E27FC236}">
                    <ns2:creationId id="{EF9AE771-EAF7-B087-D673-DD27601EC0F8}"/>
                  </a:ext>
                </a:extLst>
              </p:cNvPr>
              <p:cNvSpPr txBox="1"/>
              <p:nvPr/>
            </p:nvSpPr>
            <p:spPr>
              <a:xfrm>
                <a:off x="8514105" y="1947531"/>
                <a:ext cx="1096039" cy="325111"/>
              </a:xfrm>
              <a:prstGeom prst="rect">
                <a:avLst/>
              </a:prstGeom>
              <a:noFill/>
            </p:spPr>
            <p:txBody>
              <a:bodyPr vert="horz" wrap="non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latin typeface="+mn-ea"/>
                  </a:rPr>
                  <a:t>XX</a:t>
                </a:r>
              </a:p>
            </p:txBody>
          </p:sp>
          <p:cxnSp>
            <p:nvCxnSpPr>
              <p:cNvPr id="210" name="Straight Connector 209">
                <a:extLst>
                  <a:ext uri="{FF2B5EF4-FFF2-40B4-BE49-F238E27FC236}">
                    <ns2:creationId id="{8A604969-E7EE-E128-0678-3FF4A45D93E3}"/>
                  </a:ext>
                </a:extLst>
              </p:cNvPr>
              <p:cNvCxnSpPr/>
              <p:nvPr/>
            </p:nvCxnSpPr>
            <p:spPr>
              <a:xfrm>
                <a:off x="8514105" y="2283261"/>
                <a:ext cx="109603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ns2:creationId id="{6356D6F7-8A01-268E-E4A1-153245DF7637}"/>
                </a:ext>
              </a:extLst>
            </p:cNvPr>
            <p:cNvGrpSpPr/>
            <p:nvPr/>
          </p:nvGrpSpPr>
          <p:grpSpPr>
            <a:xfrm>
              <a:off x="334963" y="1947531"/>
              <a:ext cx="564033" cy="4361194"/>
              <a:chOff x="334963" y="1947531"/>
              <a:chExt cx="564033" cy="4361194"/>
            </a:xfrm>
          </p:grpSpPr>
          <p:sp>
            <p:nvSpPr>
              <p:cNvPr id="9" name="table_TWformat_2_1">
                <a:extLst>
                  <a:ext uri="{FF2B5EF4-FFF2-40B4-BE49-F238E27FC236}">
                    <ns2:creationId id="{6EACF521-8243-56A4-1A05-4005953C6527}"/>
                  </a:ext>
                </a:extLst>
              </p:cNvPr>
              <p:cNvSpPr txBox="1"/>
              <p:nvPr/>
            </p:nvSpPr>
            <p:spPr>
              <a:xfrm>
                <a:off x="334963" y="2312829"/>
                <a:ext cx="564033" cy="708195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" name="table_TWformat_4_1">
                <a:extLst>
                  <a:ext uri="{FF2B5EF4-FFF2-40B4-BE49-F238E27FC236}">
                    <ns2:creationId id="{7933F08E-A992-A152-BF03-85A26093E18F}"/>
                  </a:ext>
                </a:extLst>
              </p:cNvPr>
              <p:cNvSpPr txBox="1"/>
              <p:nvPr/>
            </p:nvSpPr>
            <p:spPr>
              <a:xfrm>
                <a:off x="334963" y="3043428"/>
                <a:ext cx="564033" cy="708195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table_TWformat_6_1">
                <a:extLst>
                  <a:ext uri="{FF2B5EF4-FFF2-40B4-BE49-F238E27FC236}">
                    <ns2:creationId id="{B4CBEB86-0C45-A674-43C2-37AA12A75F77}"/>
                  </a:ext>
                </a:extLst>
              </p:cNvPr>
              <p:cNvSpPr txBox="1"/>
              <p:nvPr/>
            </p:nvSpPr>
            <p:spPr>
              <a:xfrm>
                <a:off x="334963" y="3774028"/>
                <a:ext cx="564033" cy="1073498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" name="table_TWformat_9_1">
                <a:extLst>
                  <a:ext uri="{FF2B5EF4-FFF2-40B4-BE49-F238E27FC236}">
                    <ns2:creationId id="{74B255A7-44AC-A490-68AD-7D65D500C478}"/>
                  </a:ext>
                </a:extLst>
              </p:cNvPr>
              <p:cNvSpPr txBox="1"/>
              <p:nvPr/>
            </p:nvSpPr>
            <p:spPr>
              <a:xfrm>
                <a:off x="334963" y="4869927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" name="table_TWformat_10_1">
                <a:extLst>
                  <a:ext uri="{FF2B5EF4-FFF2-40B4-BE49-F238E27FC236}">
                    <ns2:creationId id="{18C12042-EAE0-9524-D049-17BC195C0BF2}"/>
                  </a:ext>
                </a:extLst>
              </p:cNvPr>
              <p:cNvSpPr txBox="1"/>
              <p:nvPr/>
            </p:nvSpPr>
            <p:spPr>
              <a:xfrm>
                <a:off x="334963" y="5235227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2" name="table_TWformat_11_1">
                <a:extLst>
                  <a:ext uri="{FF2B5EF4-FFF2-40B4-BE49-F238E27FC236}">
                    <ns2:creationId id="{951E6081-6923-D2C1-D5FB-200B6D510FC3}"/>
                  </a:ext>
                </a:extLst>
              </p:cNvPr>
              <p:cNvSpPr txBox="1"/>
              <p:nvPr/>
            </p:nvSpPr>
            <p:spPr>
              <a:xfrm>
                <a:off x="334963" y="5600526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en-US" altLang="ja-JP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3" name="table_TWformat_12_1">
                <a:extLst>
                  <a:ext uri="{FF2B5EF4-FFF2-40B4-BE49-F238E27FC236}">
                    <ns2:creationId id="{CE5A8631-8E9D-7096-97B5-3C3DF49ED4B9}"/>
                  </a:ext>
                </a:extLst>
              </p:cNvPr>
              <p:cNvSpPr txBox="1"/>
              <p:nvPr/>
            </p:nvSpPr>
            <p:spPr>
              <a:xfrm>
                <a:off x="334963" y="5965826"/>
                <a:ext cx="564033" cy="342899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" name="table_TWformat_1_1">
                <a:extLst>
                  <a:ext uri="{FF2B5EF4-FFF2-40B4-BE49-F238E27FC236}">
                    <ns2:creationId id="{FA2F7EF0-1B68-BD0E-80F8-14B8B03518A4}"/>
                  </a:ext>
                </a:extLst>
              </p:cNvPr>
              <p:cNvSpPr txBox="1"/>
              <p:nvPr/>
            </p:nvSpPr>
            <p:spPr>
              <a:xfrm>
                <a:off x="334963" y="1947531"/>
                <a:ext cx="564033" cy="325111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90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+mn-ea"/>
                  <a:ea typeface="+mn-ea"/>
                </a:endParaRPr>
              </a:p>
            </p:txBody>
          </p:sp>
          <p:cxnSp>
            <p:nvCxnSpPr>
              <p:cNvPr id="232" name="Straight Connector 231">
                <a:extLst>
                  <a:ext uri="{FF2B5EF4-FFF2-40B4-BE49-F238E27FC236}">
                    <ns2:creationId id="{6CD898B1-1D6F-F290-9D02-6A1DF9E4BC86}"/>
                  </a:ext>
                </a:extLst>
              </p:cNvPr>
              <p:cNvCxnSpPr/>
              <p:nvPr/>
            </p:nvCxnSpPr>
            <p:spPr>
              <a:xfrm>
                <a:off x="334963" y="2283261"/>
                <a:ext cx="56403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 121">
              <a:extLst>
                <a:ext uri="{FF2B5EF4-FFF2-40B4-BE49-F238E27FC236}">
                  <ns2:creationId id="{0A6C1406-F8B3-58E4-1596-FF173B89C35F}"/>
                </a:ext>
              </a:extLst>
            </p:cNvPr>
            <p:cNvGrpSpPr/>
            <p:nvPr/>
          </p:nvGrpSpPr>
          <p:grpSpPr>
            <a:xfrm>
              <a:off x="925159" y="1947532"/>
              <a:ext cx="564719" cy="4361193"/>
              <a:chOff x="925159" y="1947532"/>
              <a:chExt cx="564719" cy="4361193"/>
            </a:xfrm>
          </p:grpSpPr>
          <p:grpSp>
            <p:nvGrpSpPr>
              <p:cNvPr id="20" name="Group 19">
                <a:extLst>
                  <a:ext uri="{FF2B5EF4-FFF2-40B4-BE49-F238E27FC236}">
                    <ns2:creationId id="{BD85BABC-3F12-5E86-F89C-793886D17B4E}"/>
                  </a:ext>
                </a:extLst>
              </p:cNvPr>
              <p:cNvGrpSpPr/>
              <p:nvPr/>
            </p:nvGrpSpPr>
            <p:grpSpPr>
              <a:xfrm>
                <a:off x="939796" y="1947532"/>
                <a:ext cx="517216" cy="4361193"/>
                <a:chOff x="934817" y="1947532"/>
                <a:chExt cx="414169" cy="4361193"/>
              </a:xfrm>
            </p:grpSpPr>
            <p:sp>
              <p:nvSpPr>
                <p:cNvPr id="25" name="table_TWformat_2_2">
                  <a:extLst>
                    <a:ext uri="{FF2B5EF4-FFF2-40B4-BE49-F238E27FC236}">
                      <ns2:creationId id="{12F9E0F1-C4F3-C89F-F394-3856AA2569EC}"/>
                    </a:ext>
                  </a:extLst>
                </p:cNvPr>
                <p:cNvSpPr txBox="1"/>
                <p:nvPr/>
              </p:nvSpPr>
              <p:spPr>
                <a:xfrm>
                  <a:off x="934817" y="2312830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7" name="table_TWformat_3_2">
                  <a:extLst>
                    <a:ext uri="{FF2B5EF4-FFF2-40B4-BE49-F238E27FC236}">
                      <ns2:creationId id="{322F8DF6-8A13-5EA3-7B7E-ED85CDE533C6}"/>
                    </a:ext>
                  </a:extLst>
                </p:cNvPr>
                <p:cNvSpPr txBox="1"/>
                <p:nvPr/>
              </p:nvSpPr>
              <p:spPr>
                <a:xfrm>
                  <a:off x="934817" y="2678130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ns2:creationId id="{A1026B0A-9A70-0B4E-AC20-7AA4B2EB8226}"/>
                    </a:ext>
                  </a:extLst>
                </p:cNvPr>
                <p:cNvCxnSpPr/>
                <p:nvPr/>
              </p:nvCxnSpPr>
              <p:spPr>
                <a:xfrm>
                  <a:off x="934817" y="2666930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table_TWformat_4_2">
                  <a:extLst>
                    <a:ext uri="{FF2B5EF4-FFF2-40B4-BE49-F238E27FC236}">
                      <ns2:creationId id="{4B543CD7-C810-443C-FC35-D153CC393013}"/>
                    </a:ext>
                  </a:extLst>
                </p:cNvPr>
                <p:cNvSpPr txBox="1"/>
                <p:nvPr/>
              </p:nvSpPr>
              <p:spPr>
                <a:xfrm>
                  <a:off x="934817" y="3043429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0" name="Straight Connector 29">
                  <a:extLst>
                    <a:ext uri="{FF2B5EF4-FFF2-40B4-BE49-F238E27FC236}">
                      <ns2:creationId id="{B4234B9D-51EA-E60A-8253-1679D307FA69}"/>
                    </a:ext>
                  </a:extLst>
                </p:cNvPr>
                <p:cNvCxnSpPr/>
                <p:nvPr/>
              </p:nvCxnSpPr>
              <p:spPr>
                <a:xfrm>
                  <a:off x="934817" y="3032229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table_TWformat_5_2">
                  <a:extLst>
                    <a:ext uri="{FF2B5EF4-FFF2-40B4-BE49-F238E27FC236}">
                      <ns2:creationId id="{3EC4582E-6DBA-4865-2BC2-E92A35E1F75A}"/>
                    </a:ext>
                  </a:extLst>
                </p:cNvPr>
                <p:cNvSpPr txBox="1"/>
                <p:nvPr/>
              </p:nvSpPr>
              <p:spPr>
                <a:xfrm>
                  <a:off x="934817" y="3408729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ns2:creationId id="{3521D413-8D7C-6D4F-C7CB-5741D1D12575}"/>
                    </a:ext>
                  </a:extLst>
                </p:cNvPr>
                <p:cNvCxnSpPr/>
                <p:nvPr/>
              </p:nvCxnSpPr>
              <p:spPr>
                <a:xfrm>
                  <a:off x="934817" y="3397529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table_TWformat_6_2">
                  <a:extLst>
                    <a:ext uri="{FF2B5EF4-FFF2-40B4-BE49-F238E27FC236}">
                      <ns2:creationId id="{5F4104E6-6C64-3A92-B6AC-1C92F75F1C08}"/>
                    </a:ext>
                  </a:extLst>
                </p:cNvPr>
                <p:cNvSpPr txBox="1"/>
                <p:nvPr/>
              </p:nvSpPr>
              <p:spPr>
                <a:xfrm>
                  <a:off x="934817" y="3774029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" name="Straight Connector 33">
                  <a:extLst>
                    <a:ext uri="{FF2B5EF4-FFF2-40B4-BE49-F238E27FC236}">
                      <ns2:creationId id="{21A6CE45-6C06-9881-CCDA-B883C591A557}"/>
                    </a:ext>
                  </a:extLst>
                </p:cNvPr>
                <p:cNvCxnSpPr/>
                <p:nvPr/>
              </p:nvCxnSpPr>
              <p:spPr>
                <a:xfrm>
                  <a:off x="934817" y="3762828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able_TWformat_7_2">
                  <a:extLst>
                    <a:ext uri="{FF2B5EF4-FFF2-40B4-BE49-F238E27FC236}">
                      <ns2:creationId id="{9783278F-0069-9A98-6F31-AE28087306CF}"/>
                    </a:ext>
                  </a:extLst>
                </p:cNvPr>
                <p:cNvSpPr txBox="1"/>
                <p:nvPr/>
              </p:nvSpPr>
              <p:spPr>
                <a:xfrm>
                  <a:off x="934817" y="4139329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ns2:creationId id="{4930AE76-FC5F-E05B-F5EF-128D311AF719}"/>
                    </a:ext>
                  </a:extLst>
                </p:cNvPr>
                <p:cNvCxnSpPr/>
                <p:nvPr/>
              </p:nvCxnSpPr>
              <p:spPr>
                <a:xfrm>
                  <a:off x="934817" y="4128128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table_TWformat_8_2">
                  <a:extLst>
                    <a:ext uri="{FF2B5EF4-FFF2-40B4-BE49-F238E27FC236}">
                      <ns2:creationId id="{B4F90358-46BE-B2EB-D0FB-B986F01B1C1E}"/>
                    </a:ext>
                  </a:extLst>
                </p:cNvPr>
                <p:cNvSpPr txBox="1"/>
                <p:nvPr/>
              </p:nvSpPr>
              <p:spPr>
                <a:xfrm>
                  <a:off x="934817" y="4504628"/>
                  <a:ext cx="414169" cy="34289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38" name="Straight Connector 37">
                  <a:extLst>
                    <a:ext uri="{FF2B5EF4-FFF2-40B4-BE49-F238E27FC236}">
                      <ns2:creationId id="{423C1316-05A4-D56F-7010-CB06B03229A7}"/>
                    </a:ext>
                  </a:extLst>
                </p:cNvPr>
                <p:cNvCxnSpPr/>
                <p:nvPr/>
              </p:nvCxnSpPr>
              <p:spPr>
                <a:xfrm>
                  <a:off x="934817" y="4493428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able_TWformat_9_2">
                  <a:extLst>
                    <a:ext uri="{FF2B5EF4-FFF2-40B4-BE49-F238E27FC236}">
                      <ns2:creationId id="{CD50A32D-5CC3-AE5E-32EC-9BF93B358495}"/>
                    </a:ext>
                  </a:extLst>
                </p:cNvPr>
                <p:cNvSpPr txBox="1"/>
                <p:nvPr/>
              </p:nvSpPr>
              <p:spPr>
                <a:xfrm>
                  <a:off x="934817" y="4869927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ns2:creationId id="{85DF6009-032F-1F70-D3E4-0056D65B5C82}"/>
                    </a:ext>
                  </a:extLst>
                </p:cNvPr>
                <p:cNvCxnSpPr/>
                <p:nvPr/>
              </p:nvCxnSpPr>
              <p:spPr>
                <a:xfrm>
                  <a:off x="934817" y="4858727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table_TWformat_10_2">
                  <a:extLst>
                    <a:ext uri="{FF2B5EF4-FFF2-40B4-BE49-F238E27FC236}">
                      <ns2:creationId id="{E2D4D5B6-2FE8-B52B-022A-A0FBFE745DF3}"/>
                    </a:ext>
                  </a:extLst>
                </p:cNvPr>
                <p:cNvSpPr txBox="1"/>
                <p:nvPr/>
              </p:nvSpPr>
              <p:spPr>
                <a:xfrm>
                  <a:off x="934817" y="5235227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2" name="Straight Connector 41">
                  <a:extLst>
                    <a:ext uri="{FF2B5EF4-FFF2-40B4-BE49-F238E27FC236}">
                      <ns2:creationId id="{4536FB2E-E652-86DE-F2DF-E7A212EB40C5}"/>
                    </a:ext>
                  </a:extLst>
                </p:cNvPr>
                <p:cNvCxnSpPr/>
                <p:nvPr/>
              </p:nvCxnSpPr>
              <p:spPr>
                <a:xfrm>
                  <a:off x="934817" y="5224027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table_TWformat_11_2">
                  <a:extLst>
                    <a:ext uri="{FF2B5EF4-FFF2-40B4-BE49-F238E27FC236}">
                      <ns2:creationId id="{2D54FCBE-626F-3800-1B0D-9D8253E24996}"/>
                    </a:ext>
                  </a:extLst>
                </p:cNvPr>
                <p:cNvSpPr txBox="1"/>
                <p:nvPr/>
              </p:nvSpPr>
              <p:spPr>
                <a:xfrm>
                  <a:off x="934817" y="5600526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26F2E80B-F4C8-8DC5-62F3-BF9982FE077E}"/>
                    </a:ext>
                  </a:extLst>
                </p:cNvPr>
                <p:cNvCxnSpPr/>
                <p:nvPr/>
              </p:nvCxnSpPr>
              <p:spPr>
                <a:xfrm>
                  <a:off x="934817" y="5589326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" name="table_TWformat_12_2">
                  <a:extLst>
                    <a:ext uri="{FF2B5EF4-FFF2-40B4-BE49-F238E27FC236}">
                      <ns2:creationId id="{0DD98867-5324-113A-FA1E-A90A99A0BAA4}"/>
                    </a:ext>
                  </a:extLst>
                </p:cNvPr>
                <p:cNvSpPr txBox="1"/>
                <p:nvPr/>
              </p:nvSpPr>
              <p:spPr>
                <a:xfrm>
                  <a:off x="934817" y="5965826"/>
                  <a:ext cx="414169" cy="34289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solidFill>
                    <a:srgbClr val="008000"/>
                  </a:solidFill>
                  <a:prstDash val="dash"/>
                </a:ln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>
                      <a:latin typeface="+mn-ea"/>
                    </a:rPr>
                    <a:t>XX</a:t>
                  </a:r>
                  <a:endParaRPr kumimoji="1" lang="ja-JP" altLang="en-US" sz="900" dirty="0">
                    <a:latin typeface="+mn-ea"/>
                  </a:endParaRPr>
                </a:p>
              </p:txBody>
            </p:sp>
            <p:cxnSp>
              <p:nvCxnSpPr>
                <p:cNvPr id="46" name="Straight Connector 45">
                  <a:extLst>
                    <a:ext uri="{FF2B5EF4-FFF2-40B4-BE49-F238E27FC236}">
                      <ns2:creationId id="{B4AA4C3D-3501-1603-4F15-C9B1E68FD7EE}"/>
                    </a:ext>
                  </a:extLst>
                </p:cNvPr>
                <p:cNvCxnSpPr/>
                <p:nvPr/>
              </p:nvCxnSpPr>
              <p:spPr>
                <a:xfrm>
                  <a:off x="934817" y="5954626"/>
                  <a:ext cx="41416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table_TWformat_1_2">
                  <a:extLst>
                    <a:ext uri="{FF2B5EF4-FFF2-40B4-BE49-F238E27FC236}">
                      <ns2:creationId id="{59374EBC-6399-33EA-0FE5-B2B6044E2A0E}"/>
                    </a:ext>
                  </a:extLst>
                </p:cNvPr>
                <p:cNvSpPr txBox="1"/>
                <p:nvPr/>
              </p:nvSpPr>
              <p:spPr>
                <a:xfrm>
                  <a:off x="934817" y="1947532"/>
                  <a:ext cx="414169" cy="139502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solidFill>
                        <a:srgbClr val="41414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ea typeface="+mn-ea"/>
                    </a:rPr>
                    <a:t>XX</a:t>
                  </a:r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ns2:creationId id="{1F02F6DE-998C-0ADE-A1F9-A104311A2158}"/>
                    </a:ext>
                  </a:extLst>
                </p:cNvPr>
                <p:cNvCxnSpPr/>
                <p:nvPr/>
              </p:nvCxnSpPr>
              <p:spPr>
                <a:xfrm>
                  <a:off x="934817" y="2283261"/>
                  <a:ext cx="41416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table_TWformat_9_2">
                <a:extLst>
                  <a:ext uri="{FF2B5EF4-FFF2-40B4-BE49-F238E27FC236}">
                    <ns2:creationId id="{53D43352-50D8-074D-F0CA-AFCF192ACED9}"/>
                  </a:ext>
                </a:extLst>
              </p:cNvPr>
              <p:cNvSpPr txBox="1"/>
              <p:nvPr/>
            </p:nvSpPr>
            <p:spPr>
              <a:xfrm>
                <a:off x="925159" y="2122648"/>
                <a:ext cx="564719" cy="1546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solidFill>
                  <a:srgbClr val="008000"/>
                </a:solidFill>
                <a:prstDash val="dash"/>
              </a:ln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CN" altLang="en-US" sz="600" dirty="0">
                    <a:latin typeface="+mn-ea"/>
                  </a:rPr>
                  <a:t>XX</a:t>
                </a:r>
                <a:endParaRPr kumimoji="1" lang="ja-JP" altLang="en-US" sz="600" dirty="0">
                  <a:latin typeface="+mn-ea"/>
                </a:endParaRPr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ns2:creationId id="{1B60AE6D-DFE8-49CA-FC5A-58C30BACE6B4}"/>
                </a:ext>
              </a:extLst>
            </p:cNvPr>
            <p:cNvGrpSpPr/>
            <p:nvPr/>
          </p:nvGrpSpPr>
          <p:grpSpPr>
            <a:xfrm>
              <a:off x="10554789" y="1947531"/>
              <a:ext cx="1302249" cy="4361193"/>
              <a:chOff x="10472057" y="1947531"/>
              <a:chExt cx="1384981" cy="4361193"/>
            </a:xfrm>
          </p:grpSpPr>
          <p:grpSp>
            <p:nvGrpSpPr>
              <p:cNvPr id="111" name="Group 110">
                <a:extLst>
                  <a:ext uri="{FF2B5EF4-FFF2-40B4-BE49-F238E27FC236}">
                    <ns2:creationId id="{F7AA301C-353F-24E2-8A51-0927D8B456FE}"/>
                  </a:ext>
                </a:extLst>
              </p:cNvPr>
              <p:cNvGrpSpPr/>
              <p:nvPr/>
            </p:nvGrpSpPr>
            <p:grpSpPr>
              <a:xfrm>
                <a:off x="10474381" y="1947531"/>
                <a:ext cx="1382657" cy="335730"/>
                <a:chOff x="10474381" y="1947531"/>
                <a:chExt cx="1317207" cy="335730"/>
              </a:xfrm>
            </p:grpSpPr>
            <p:sp>
              <p:nvSpPr>
                <p:cNvPr id="74" name="table_TWformat_1_10">
                  <a:extLst>
                    <a:ext uri="{FF2B5EF4-FFF2-40B4-BE49-F238E27FC236}">
                      <ns2:creationId id="{EFFE97DC-FAF5-32CE-8D4E-F5BB3EAE725C}"/>
                    </a:ext>
                  </a:extLst>
                </p:cNvPr>
                <p:cNvSpPr txBox="1"/>
                <p:nvPr/>
              </p:nvSpPr>
              <p:spPr>
                <a:xfrm>
                  <a:off x="10474381" y="1947531"/>
                  <a:ext cx="1317207" cy="325111"/>
                </a:xfrm>
                <a:prstGeom prst="rect">
                  <a:avLst/>
                </a:prstGeom>
                <a:noFill/>
              </p:spPr>
              <p:txBody>
                <a:bodyPr vert="horz" wrap="none" lIns="288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75" name="Straight Connector 74">
                  <a:extLst>
                    <a:ext uri="{FF2B5EF4-FFF2-40B4-BE49-F238E27FC236}">
                      <ns2:creationId id="{3F119CAD-BD09-AB86-C2CE-F02793F39A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74381" y="2283261"/>
                  <a:ext cx="131720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0" name="Group 219">
                <a:extLst>
                  <a:ext uri="{FF2B5EF4-FFF2-40B4-BE49-F238E27FC236}">
                    <ns2:creationId id="{6FEA611B-F0B1-6529-8F84-C76B1CE75CF3}"/>
                  </a:ext>
                </a:extLst>
              </p:cNvPr>
              <p:cNvGrpSpPr/>
              <p:nvPr/>
            </p:nvGrpSpPr>
            <p:grpSpPr>
              <a:xfrm>
                <a:off x="10472057" y="2339379"/>
                <a:ext cx="1382400" cy="1329334"/>
                <a:chOff x="10472057" y="2339379"/>
                <a:chExt cx="1382400" cy="1329334"/>
              </a:xfrm>
            </p:grpSpPr>
            <p:sp>
              <p:nvSpPr>
                <p:cNvPr id="115" name="Rectangle: Rounded Corners 30">
                  <a:extLst>
                    <a:ext uri="{FF2B5EF4-FFF2-40B4-BE49-F238E27FC236}">
                      <ns2:creationId id="{FADE0E73-88BF-EBFD-8292-B91542A9499D}"/>
                    </a:ext>
                  </a:extLst>
                </p:cNvPr>
                <p:cNvSpPr/>
                <p:nvPr/>
              </p:nvSpPr>
              <p:spPr>
                <a:xfrm>
                  <a:off x="10472057" y="2339379"/>
                  <a:ext cx="1382400" cy="26741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16" name="Rectangle: Rounded Corners 30">
                  <a:extLst>
                    <a:ext uri="{FF2B5EF4-FFF2-40B4-BE49-F238E27FC236}">
                      <ns2:creationId id="{263DAEF1-4F1B-B19A-8B75-FCE2DFA5CDB6}"/>
                    </a:ext>
                  </a:extLst>
                </p:cNvPr>
                <p:cNvSpPr/>
                <p:nvPr/>
              </p:nvSpPr>
              <p:spPr>
                <a:xfrm>
                  <a:off x="10472057" y="2603499"/>
                  <a:ext cx="1382400" cy="106521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72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216" name="Group 215">
                <a:extLst>
                  <a:ext uri="{FF2B5EF4-FFF2-40B4-BE49-F238E27FC236}">
                    <ns2:creationId id="{C4E84418-582D-0099-F4D7-CA0537867B3D}"/>
                  </a:ext>
                </a:extLst>
              </p:cNvPr>
              <p:cNvGrpSpPr/>
              <p:nvPr/>
            </p:nvGrpSpPr>
            <p:grpSpPr>
              <a:xfrm>
                <a:off x="10472057" y="3784892"/>
                <a:ext cx="1382400" cy="1278175"/>
                <a:chOff x="10472057" y="3693457"/>
                <a:chExt cx="1382400" cy="1278175"/>
              </a:xfrm>
            </p:grpSpPr>
            <p:sp>
              <p:nvSpPr>
                <p:cNvPr id="185" name="Rectangle: Rounded Corners 30">
                  <a:extLst>
                    <a:ext uri="{FF2B5EF4-FFF2-40B4-BE49-F238E27FC236}">
                      <ns2:creationId id="{460CC948-1124-C341-AE26-D12C2C000524}"/>
                    </a:ext>
                  </a:extLst>
                </p:cNvPr>
                <p:cNvSpPr/>
                <p:nvPr/>
              </p:nvSpPr>
              <p:spPr>
                <a:xfrm>
                  <a:off x="10472057" y="3693457"/>
                  <a:ext cx="1382400" cy="26741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9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kumimoji="1" lang="ja-JP" altLang="en-US" sz="900" b="1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88" name="Rectangle: Rounded Corners 30">
                  <a:extLst>
                    <a:ext uri="{FF2B5EF4-FFF2-40B4-BE49-F238E27FC236}">
                      <ns2:creationId id="{471BDF8E-E669-54A8-B97E-57F6105CA912}"/>
                    </a:ext>
                  </a:extLst>
                </p:cNvPr>
                <p:cNvSpPr/>
                <p:nvPr/>
              </p:nvSpPr>
              <p:spPr>
                <a:xfrm>
                  <a:off x="10472057" y="3957577"/>
                  <a:ext cx="1382400" cy="101405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108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182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  <a:t>DX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grpSp>
            <p:nvGrpSpPr>
              <p:cNvPr id="219" name="Group 218">
                <a:extLst>
                  <a:ext uri="{FF2B5EF4-FFF2-40B4-BE49-F238E27FC236}">
                    <ns2:creationId id="{67B9D99B-4243-BE3C-79F9-813DCB041D1D}"/>
                  </a:ext>
                </a:extLst>
              </p:cNvPr>
              <p:cNvGrpSpPr/>
              <p:nvPr/>
            </p:nvGrpSpPr>
            <p:grpSpPr>
              <a:xfrm>
                <a:off x="10472057" y="5193585"/>
                <a:ext cx="1382400" cy="1115139"/>
                <a:chOff x="10472057" y="5193585"/>
                <a:chExt cx="1382400" cy="1115139"/>
              </a:xfrm>
            </p:grpSpPr>
            <p:sp>
              <p:nvSpPr>
                <p:cNvPr id="211" name="Rectangle: Rounded Corners 30">
                  <a:extLst>
                    <a:ext uri="{FF2B5EF4-FFF2-40B4-BE49-F238E27FC236}">
                      <ns2:creationId id="{2779EC7B-7F94-FD10-D5D8-A8CF0873BE0B}"/>
                    </a:ext>
                  </a:extLst>
                </p:cNvPr>
                <p:cNvSpPr/>
                <p:nvPr/>
              </p:nvSpPr>
              <p:spPr>
                <a:xfrm>
                  <a:off x="10472057" y="5193585"/>
                  <a:ext cx="1382400" cy="26741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9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  <a:endParaRPr kumimoji="1"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12" name="Rectangle: Rounded Corners 30">
                  <a:extLst>
                    <a:ext uri="{FF2B5EF4-FFF2-40B4-BE49-F238E27FC236}">
                      <ns2:creationId id="{4C8DE40F-007A-24F6-922E-1429D8FC437B}"/>
                    </a:ext>
                  </a:extLst>
                </p:cNvPr>
                <p:cNvSpPr/>
                <p:nvPr/>
              </p:nvSpPr>
              <p:spPr>
                <a:xfrm>
                  <a:off x="10472057" y="5460999"/>
                  <a:ext cx="1382400" cy="847725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72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kumimoji="1"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kumimoji="1"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cxnSp>
          <p:nvCxnSpPr>
            <p:cNvPr id="233" name="Straight Connector 232">
              <a:extLst>
                <a:ext uri="{FF2B5EF4-FFF2-40B4-BE49-F238E27FC236}">
                  <ns2:creationId id="{B09DBAE8-CBC5-AEDB-BCA1-50AD58F8D5BA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00" y="2320834"/>
              <a:ext cx="0" cy="648789"/>
            </a:xfrm>
            <a:prstGeom prst="line">
              <a:avLst/>
            </a:prstGeom>
            <a:ln w="12700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ns2:creationId id="{D717FF72-EE0F-0A16-239D-6A059D3EB0BC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00" y="3091542"/>
              <a:ext cx="0" cy="596538"/>
            </a:xfrm>
            <a:prstGeom prst="line">
              <a:avLst/>
            </a:prstGeom>
            <a:ln w="12700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ns2:creationId id="{F91E8965-0C28-2C6D-45F6-33719D55742C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00" y="5290456"/>
              <a:ext cx="0" cy="596538"/>
            </a:xfrm>
            <a:prstGeom prst="line">
              <a:avLst/>
            </a:prstGeom>
            <a:ln w="12700">
              <a:solidFill>
                <a:srgbClr val="008000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Arrow Connector 257">
              <a:extLst>
                <a:ext uri="{FF2B5EF4-FFF2-40B4-BE49-F238E27FC236}">
                  <ns2:creationId id="{E411788E-8A9B-481F-04EA-D73F902787C3}"/>
                </a:ext>
              </a:extLst>
            </p:cNvPr>
            <p:cNvCxnSpPr>
              <a:cxnSpLocks/>
            </p:cNvCxnSpPr>
            <p:nvPr/>
          </p:nvCxnSpPr>
          <p:spPr>
            <a:xfrm>
              <a:off x="10277475" y="2664823"/>
              <a:ext cx="281668" cy="0"/>
            </a:xfrm>
            <a:prstGeom prst="straightConnector1">
              <a:avLst/>
            </a:prstGeom>
            <a:ln w="1270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ctor: Elbow 261">
              <a:extLst>
                <a:ext uri="{FF2B5EF4-FFF2-40B4-BE49-F238E27FC236}">
                  <ns2:creationId id="{75CB817F-6C99-3384-4F03-5DCEA73BE098}"/>
                </a:ext>
              </a:extLst>
            </p:cNvPr>
            <p:cNvCxnSpPr>
              <a:cxnSpLocks/>
              <a:endCxn id="188" idx="2"/>
            </p:cNvCxnSpPr>
            <p:nvPr/>
          </p:nvCxnSpPr>
          <p:spPr>
            <a:xfrm>
              <a:off x="10278881" y="3397524"/>
              <a:ext cx="275908" cy="1158516"/>
            </a:xfrm>
            <a:prstGeom prst="bentConnector3">
              <a:avLst/>
            </a:prstGeom>
            <a:ln w="1270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Arrow Connector 268">
              <a:extLst>
                <a:ext uri="{FF2B5EF4-FFF2-40B4-BE49-F238E27FC236}">
                  <ns2:creationId id="{7C18F32E-806D-EA7C-C18A-3C2F4AB2693A}"/>
                </a:ext>
              </a:extLst>
            </p:cNvPr>
            <p:cNvCxnSpPr>
              <a:cxnSpLocks/>
            </p:cNvCxnSpPr>
            <p:nvPr/>
          </p:nvCxnSpPr>
          <p:spPr>
            <a:xfrm>
              <a:off x="10277475" y="5587940"/>
              <a:ext cx="281668" cy="0"/>
            </a:xfrm>
            <a:prstGeom prst="straightConnector1">
              <a:avLst/>
            </a:prstGeom>
            <a:ln w="12700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79" name="Graphic 278" descr="Lightbulb and pencil outline">
              <a:extLst>
                <a:ext uri="{FF2B5EF4-FFF2-40B4-BE49-F238E27FC236}">
                  <ns2:creationId id="{CC70FD25-79F7-E68C-E6DD-50343849CD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0720913" y="1942868"/>
              <a:ext cx="334437" cy="334437"/>
            </a:xfrm>
            <a:prstGeom prst="rect">
              <a:avLst/>
            </a:prstGeom>
          </p:spPr>
        </p:pic>
      </p:grpSp>
      <p:sp>
        <p:nvSpPr>
          <p:cNvPr id="76" name="Text Placeholder 75">
            <a:extLst>
              <a:ext uri="{FF2B5EF4-FFF2-40B4-BE49-F238E27FC236}">
                <ns2:creationId id="{E89DC45D-5416-E8E8-3D57-BF09ABBA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(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)</a:t>
            </a:r>
            <a:r>
              <a:rPr lang="ja-JP" altLang="en-US" sz="1800" dirty="0">
                <a:latin typeface="+mn-ea"/>
              </a:rPr>
              <a:t>XX</a:t>
            </a:r>
            <a:endParaRPr lang="en-US" altLang="ja-JP" sz="1800" dirty="0">
              <a:latin typeface="+mn-ea"/>
            </a:endParaRPr>
          </a:p>
          <a:p>
            <a:r>
              <a:rPr lang="en-US" altLang="ja-JP" sz="1800" dirty="0">
                <a:latin typeface="+mn-ea"/>
              </a:rPr>
              <a:t>XX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XX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DX</a:t>
            </a:r>
            <a:r>
              <a:rPr lang="ja-JP" altLang="en-US" sz="1800" dirty="0">
                <a:latin typeface="+mn-ea"/>
              </a:rPr>
              <a:t>XX</a:t>
            </a:r>
          </a:p>
          <a:p>
            <a:endParaRPr lang="ja-JP" altLang="en-US" sz="1800" dirty="0">
              <a:latin typeface="+mn-ea"/>
            </a:endParaRPr>
          </a:p>
          <a:p>
            <a:endParaRPr lang="ja-JP" altLang="en-US" sz="1800" dirty="0">
              <a:latin typeface="+mn-ea"/>
              <a:ea typeface="+mn-ea"/>
            </a:endParaRPr>
          </a:p>
        </p:txBody>
      </p:sp>
    </p:spTree>
    <p:extLst>
      <p:ext uri="{BB962C8B-B14F-4D97-AF65-F5344CB8AC3E}">
        <ns5:creationId val="48745011"/>
      </p:ext>
    </p:extLst>
  </p:cSld>
  <p:clrMapOvr>
    <a:masterClrMapping/>
  </p:clrMapOvr>
</p:sld>
</file>

<file path=ppt/slides/slide12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092EFAC-6823-6E3C-585D-42F09E3C0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0DBE735-A60C-6AA7-E58E-F1AD37886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: 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367" name="Group 366">
            <a:extLst>
              <a:ext uri="{FF2B5EF4-FFF2-40B4-BE49-F238E27FC236}">
                <ns2:creationId id="{722DA69A-BB4D-99F8-0BB8-3B554FD3B7B8}"/>
              </a:ext>
            </a:extLst>
          </p:cNvPr>
          <p:cNvGrpSpPr/>
          <p:nvPr/>
        </p:nvGrpSpPr>
        <p:grpSpPr>
          <a:xfrm>
            <a:off x="334963" y="1628776"/>
            <a:ext cx="11522073" cy="367664"/>
            <a:chOff x="334963" y="1628776"/>
            <a:chExt cx="11522073" cy="367664"/>
          </a:xfrm>
        </p:grpSpPr>
        <p:sp>
          <p:nvSpPr>
            <p:cNvPr id="15" name="テキスト ボックス 14">
              <a:extLst>
                <a:ext uri="{FF2B5EF4-FFF2-40B4-BE49-F238E27FC236}">
                  <ns2:creationId id="{C7CA5CBD-BB51-B8B7-1B29-4A48C17C8BDA}"/>
                </a:ext>
              </a:extLst>
            </p:cNvPr>
            <p:cNvSpPr txBox="1"/>
            <p:nvPr/>
          </p:nvSpPr>
          <p:spPr>
            <a:xfrm>
              <a:off x="334963" y="1628776"/>
              <a:ext cx="11522073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: 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72" name="Graphic 271" descr="Pie chart with solid fill">
              <a:extLst>
                <a:ext uri="{FF2B5EF4-FFF2-40B4-BE49-F238E27FC236}">
                  <ns2:creationId id="{D0A35CD3-897F-85AE-AAC2-BC0B55968B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401003" y="1637348"/>
              <a:ext cx="350520" cy="350520"/>
            </a:xfrm>
            <a:prstGeom prst="rect">
              <a:avLst/>
            </a:prstGeom>
          </p:spPr>
        </p:pic>
      </p:grpSp>
      <p:grpSp>
        <p:nvGrpSpPr>
          <p:cNvPr id="390" name="Group 389">
            <a:extLst>
              <a:ext uri="{FF2B5EF4-FFF2-40B4-BE49-F238E27FC236}">
                <ns2:creationId id="{260A3E41-6B8C-9C3A-B070-70286C779B74}"/>
              </a:ext>
            </a:extLst>
          </p:cNvPr>
          <p:cNvGrpSpPr/>
          <p:nvPr/>
        </p:nvGrpSpPr>
        <p:grpSpPr>
          <a:xfrm>
            <a:off x="345123" y="2151148"/>
            <a:ext cx="11511915" cy="4163292"/>
            <a:chOff x="345123" y="2151148"/>
            <a:chExt cx="11511915" cy="4163292"/>
          </a:xfrm>
        </p:grpSpPr>
        <p:grpSp>
          <p:nvGrpSpPr>
            <p:cNvPr id="368" name="Group 367">
              <a:extLst>
                <a:ext uri="{FF2B5EF4-FFF2-40B4-BE49-F238E27FC236}">
                  <ns2:creationId id="{72A93283-69B4-A3EA-D10A-B35116CB353B}"/>
                </a:ext>
              </a:extLst>
            </p:cNvPr>
            <p:cNvGrpSpPr/>
            <p:nvPr/>
          </p:nvGrpSpPr>
          <p:grpSpPr>
            <a:xfrm>
              <a:off x="345123" y="2164080"/>
              <a:ext cx="8963976" cy="4144646"/>
              <a:chOff x="345123" y="2164080"/>
              <a:chExt cx="8963976" cy="4144646"/>
            </a:xfrm>
          </p:grpSpPr>
          <p:grpSp>
            <p:nvGrpSpPr>
              <p:cNvPr id="353" name="Group 352">
                <a:extLst>
                  <a:ext uri="{FF2B5EF4-FFF2-40B4-BE49-F238E27FC236}">
                    <ns2:creationId id="{5FED0E90-52F9-89B3-1092-F073C0FA9B5F}"/>
                  </a:ext>
                </a:extLst>
              </p:cNvPr>
              <p:cNvGrpSpPr/>
              <p:nvPr/>
            </p:nvGrpSpPr>
            <p:grpSpPr>
              <a:xfrm>
                <a:off x="1170866" y="2164080"/>
                <a:ext cx="513073" cy="4144646"/>
                <a:chOff x="1246058" y="2067560"/>
                <a:chExt cx="864961" cy="4419234"/>
              </a:xfrm>
            </p:grpSpPr>
            <p:sp>
              <p:nvSpPr>
                <p:cNvPr id="181" name="table_TWformat_2_2">
                  <a:extLst>
                    <a:ext uri="{FF2B5EF4-FFF2-40B4-BE49-F238E27FC236}">
                      <ns2:creationId id="{40AF7671-2A9D-AC99-3688-48915B04A2F2}"/>
                    </a:ext>
                  </a:extLst>
                </p:cNvPr>
                <p:cNvSpPr txBox="1"/>
                <p:nvPr/>
              </p:nvSpPr>
              <p:spPr>
                <a:xfrm>
                  <a:off x="1246058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189" name="table_TWformat_3_2">
                  <a:extLst>
                    <a:ext uri="{FF2B5EF4-FFF2-40B4-BE49-F238E27FC236}">
                      <ns2:creationId id="{A762FB18-3280-2AEF-3108-E665F6F6BF40}"/>
                    </a:ext>
                  </a:extLst>
                </p:cNvPr>
                <p:cNvSpPr txBox="1"/>
                <p:nvPr/>
              </p:nvSpPr>
              <p:spPr>
                <a:xfrm>
                  <a:off x="1246058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15" name="Straight Connector 214">
                  <a:extLst>
                    <a:ext uri="{FF2B5EF4-FFF2-40B4-BE49-F238E27FC236}">
                      <ns2:creationId id="{8B3B3F1D-8D64-5997-E573-117A313AAEBC}"/>
                    </a:ext>
                  </a:extLst>
                </p:cNvPr>
                <p:cNvCxnSpPr/>
                <p:nvPr/>
              </p:nvCxnSpPr>
              <p:spPr>
                <a:xfrm>
                  <a:off x="1246058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4" name="table_TWformat_4_2">
                  <a:extLst>
                    <a:ext uri="{FF2B5EF4-FFF2-40B4-BE49-F238E27FC236}">
                      <ns2:creationId id="{C7715545-0702-030F-6D86-24CACB3CAF96}"/>
                    </a:ext>
                  </a:extLst>
                </p:cNvPr>
                <p:cNvSpPr txBox="1"/>
                <p:nvPr/>
              </p:nvSpPr>
              <p:spPr>
                <a:xfrm>
                  <a:off x="1246058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35" name="Straight Connector 234">
                  <a:extLst>
                    <a:ext uri="{FF2B5EF4-FFF2-40B4-BE49-F238E27FC236}">
                      <ns2:creationId id="{D56FE836-9777-E5C5-654B-416BAEFB3119}"/>
                    </a:ext>
                  </a:extLst>
                </p:cNvPr>
                <p:cNvCxnSpPr/>
                <p:nvPr/>
              </p:nvCxnSpPr>
              <p:spPr>
                <a:xfrm>
                  <a:off x="1246058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6" name="table_TWformat_5_2">
                  <a:extLst>
                    <a:ext uri="{FF2B5EF4-FFF2-40B4-BE49-F238E27FC236}">
                      <ns2:creationId id="{AB862209-327D-28BF-D3A5-B7357257D0C9}"/>
                    </a:ext>
                  </a:extLst>
                </p:cNvPr>
                <p:cNvSpPr txBox="1"/>
                <p:nvPr/>
              </p:nvSpPr>
              <p:spPr>
                <a:xfrm>
                  <a:off x="1246058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37" name="Straight Connector 236">
                  <a:extLst>
                    <a:ext uri="{FF2B5EF4-FFF2-40B4-BE49-F238E27FC236}">
                      <ns2:creationId id="{C68BAD77-FAEB-6189-75C0-1F957B2DA16A}"/>
                    </a:ext>
                  </a:extLst>
                </p:cNvPr>
                <p:cNvCxnSpPr/>
                <p:nvPr/>
              </p:nvCxnSpPr>
              <p:spPr>
                <a:xfrm>
                  <a:off x="1246058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8" name="table_TWformat_6_2">
                  <a:extLst>
                    <a:ext uri="{FF2B5EF4-FFF2-40B4-BE49-F238E27FC236}">
                      <ns2:creationId id="{06ACAE6F-0111-A971-F4AE-BADDB088CDF7}"/>
                    </a:ext>
                  </a:extLst>
                </p:cNvPr>
                <p:cNvSpPr txBox="1"/>
                <p:nvPr/>
              </p:nvSpPr>
              <p:spPr>
                <a:xfrm>
                  <a:off x="1246058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0" name="Straight Connector 239">
                  <a:extLst>
                    <a:ext uri="{FF2B5EF4-FFF2-40B4-BE49-F238E27FC236}">
                      <ns2:creationId id="{0F3C56D6-63CC-50EB-03B9-98AF6EE869FE}"/>
                    </a:ext>
                  </a:extLst>
                </p:cNvPr>
                <p:cNvCxnSpPr/>
                <p:nvPr/>
              </p:nvCxnSpPr>
              <p:spPr>
                <a:xfrm>
                  <a:off x="1246058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1" name="table_TWformat_7_2">
                  <a:extLst>
                    <a:ext uri="{FF2B5EF4-FFF2-40B4-BE49-F238E27FC236}">
                      <ns2:creationId id="{2D07A938-0548-4134-D8D1-7C4767CB12F9}"/>
                    </a:ext>
                  </a:extLst>
                </p:cNvPr>
                <p:cNvSpPr txBox="1"/>
                <p:nvPr/>
              </p:nvSpPr>
              <p:spPr>
                <a:xfrm>
                  <a:off x="1246058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2" name="Straight Connector 241">
                  <a:extLst>
                    <a:ext uri="{FF2B5EF4-FFF2-40B4-BE49-F238E27FC236}">
                      <ns2:creationId id="{BB63D464-82AB-13EE-4822-4515BFE67AD5}"/>
                    </a:ext>
                  </a:extLst>
                </p:cNvPr>
                <p:cNvCxnSpPr/>
                <p:nvPr/>
              </p:nvCxnSpPr>
              <p:spPr>
                <a:xfrm>
                  <a:off x="1246058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0" name="table_TWformat_1_2">
                  <a:extLst>
                    <a:ext uri="{FF2B5EF4-FFF2-40B4-BE49-F238E27FC236}">
                      <ns2:creationId id="{CB51E4B2-CEE1-88B5-89C0-86FDDA91AAAC}"/>
                    </a:ext>
                  </a:extLst>
                </p:cNvPr>
                <p:cNvSpPr txBox="1"/>
                <p:nvPr/>
              </p:nvSpPr>
              <p:spPr>
                <a:xfrm>
                  <a:off x="1246058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cxnSp>
              <p:nvCxnSpPr>
                <p:cNvPr id="184" name="Straight Connector 183">
                  <a:extLst>
                    <a:ext uri="{FF2B5EF4-FFF2-40B4-BE49-F238E27FC236}">
                      <ns2:creationId id="{69EA048E-6680-CD30-C658-382A83FFA303}"/>
                    </a:ext>
                  </a:extLst>
                </p:cNvPr>
                <p:cNvCxnSpPr/>
                <p:nvPr/>
              </p:nvCxnSpPr>
              <p:spPr>
                <a:xfrm>
                  <a:off x="1246058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4" name="Group 353">
                <a:extLst>
                  <a:ext uri="{FF2B5EF4-FFF2-40B4-BE49-F238E27FC236}">
                    <ns2:creationId id="{B4ACD6F5-9167-8780-B1E2-11855025834C}"/>
                  </a:ext>
                </a:extLst>
              </p:cNvPr>
              <p:cNvGrpSpPr/>
              <p:nvPr/>
            </p:nvGrpSpPr>
            <p:grpSpPr>
              <a:xfrm>
                <a:off x="1731399" y="2164080"/>
                <a:ext cx="604915" cy="4144646"/>
                <a:chOff x="2146992" y="2067560"/>
                <a:chExt cx="864961" cy="4419234"/>
              </a:xfrm>
            </p:grpSpPr>
            <p:sp>
              <p:nvSpPr>
                <p:cNvPr id="245" name="table_TWformat_2_3">
                  <a:extLst>
                    <a:ext uri="{FF2B5EF4-FFF2-40B4-BE49-F238E27FC236}">
                      <ns2:creationId id="{8AF8E597-98F0-2F8B-4CAF-A5AF2B49424C}"/>
                    </a:ext>
                  </a:extLst>
                </p:cNvPr>
                <p:cNvSpPr txBox="1"/>
                <p:nvPr/>
              </p:nvSpPr>
              <p:spPr>
                <a:xfrm>
                  <a:off x="2146992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7" name="table_TWformat_3_3">
                  <a:extLst>
                    <a:ext uri="{FF2B5EF4-FFF2-40B4-BE49-F238E27FC236}">
                      <ns2:creationId id="{CAE461B6-7D7B-11A8-DE57-DAA10B981FE4}"/>
                    </a:ext>
                  </a:extLst>
                </p:cNvPr>
                <p:cNvSpPr txBox="1"/>
                <p:nvPr/>
              </p:nvSpPr>
              <p:spPr>
                <a:xfrm>
                  <a:off x="2146992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000" dirty="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8" name="Straight Connector 247">
                  <a:extLst>
                    <a:ext uri="{FF2B5EF4-FFF2-40B4-BE49-F238E27FC236}">
                      <ns2:creationId id="{6DCC04EB-1B70-0AF4-5109-A39359B28BA8}"/>
                    </a:ext>
                  </a:extLst>
                </p:cNvPr>
                <p:cNvCxnSpPr/>
                <p:nvPr/>
              </p:nvCxnSpPr>
              <p:spPr>
                <a:xfrm>
                  <a:off x="2146992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9" name="table_TWformat_4_3">
                  <a:extLst>
                    <a:ext uri="{FF2B5EF4-FFF2-40B4-BE49-F238E27FC236}">
                      <ns2:creationId id="{1C4209EA-4677-3F8A-A8FF-541D855C3B8E}"/>
                    </a:ext>
                  </a:extLst>
                </p:cNvPr>
                <p:cNvSpPr txBox="1"/>
                <p:nvPr/>
              </p:nvSpPr>
              <p:spPr>
                <a:xfrm>
                  <a:off x="2146992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50" name="Straight Connector 249">
                  <a:extLst>
                    <a:ext uri="{FF2B5EF4-FFF2-40B4-BE49-F238E27FC236}">
                      <ns2:creationId id="{26BF1FD8-CEA5-F17B-1447-DB5E80A1C946}"/>
                    </a:ext>
                  </a:extLst>
                </p:cNvPr>
                <p:cNvCxnSpPr/>
                <p:nvPr/>
              </p:nvCxnSpPr>
              <p:spPr>
                <a:xfrm>
                  <a:off x="2146992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1" name="table_TWformat_5_3">
                  <a:extLst>
                    <a:ext uri="{FF2B5EF4-FFF2-40B4-BE49-F238E27FC236}">
                      <ns2:creationId id="{B4DAF8BF-4713-8DFD-7CAF-9F28A4E5ECE0}"/>
                    </a:ext>
                  </a:extLst>
                </p:cNvPr>
                <p:cNvSpPr txBox="1"/>
                <p:nvPr/>
              </p:nvSpPr>
              <p:spPr>
                <a:xfrm>
                  <a:off x="2146992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000" dirty="0">
                      <a:latin typeface="+mn-ea"/>
                    </a:rPr>
                    <a:t>XX</a:t>
                  </a:r>
                  <a:endParaRPr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52" name="Straight Connector 251">
                  <a:extLst>
                    <a:ext uri="{FF2B5EF4-FFF2-40B4-BE49-F238E27FC236}">
                      <ns2:creationId id="{9DCBBCAB-04AF-1E1A-F522-2E33D15E70C5}"/>
                    </a:ext>
                  </a:extLst>
                </p:cNvPr>
                <p:cNvCxnSpPr/>
                <p:nvPr/>
              </p:nvCxnSpPr>
              <p:spPr>
                <a:xfrm>
                  <a:off x="2146992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3" name="table_TWformat_6_3">
                  <a:extLst>
                    <a:ext uri="{FF2B5EF4-FFF2-40B4-BE49-F238E27FC236}">
                      <ns2:creationId id="{3111B5F4-8E61-94B6-AB54-8E0C3784414F}"/>
                    </a:ext>
                  </a:extLst>
                </p:cNvPr>
                <p:cNvSpPr txBox="1"/>
                <p:nvPr/>
              </p:nvSpPr>
              <p:spPr>
                <a:xfrm>
                  <a:off x="2146992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54" name="Straight Connector 253">
                  <a:extLst>
                    <a:ext uri="{FF2B5EF4-FFF2-40B4-BE49-F238E27FC236}">
                      <ns2:creationId id="{62C0FBBE-D4CD-57B7-DD79-F7552437D163}"/>
                    </a:ext>
                  </a:extLst>
                </p:cNvPr>
                <p:cNvCxnSpPr/>
                <p:nvPr/>
              </p:nvCxnSpPr>
              <p:spPr>
                <a:xfrm>
                  <a:off x="2146992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5" name="table_TWformat_7_3">
                  <a:extLst>
                    <a:ext uri="{FF2B5EF4-FFF2-40B4-BE49-F238E27FC236}">
                      <ns2:creationId id="{68AD1A7C-CAFE-1AF1-12DD-4C3F9A5B3FB5}"/>
                    </a:ext>
                  </a:extLst>
                </p:cNvPr>
                <p:cNvSpPr txBox="1"/>
                <p:nvPr/>
              </p:nvSpPr>
              <p:spPr>
                <a:xfrm>
                  <a:off x="2146992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56" name="Straight Connector 255">
                  <a:extLst>
                    <a:ext uri="{FF2B5EF4-FFF2-40B4-BE49-F238E27FC236}">
                      <ns2:creationId id="{7B32F7D5-04A0-D4FF-B8B5-B0AFA0DFCC75}"/>
                    </a:ext>
                  </a:extLst>
                </p:cNvPr>
                <p:cNvCxnSpPr/>
                <p:nvPr/>
              </p:nvCxnSpPr>
              <p:spPr>
                <a:xfrm>
                  <a:off x="2146992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4" name="table_TWformat_1_3">
                  <a:extLst>
                    <a:ext uri="{FF2B5EF4-FFF2-40B4-BE49-F238E27FC236}">
                      <ns2:creationId id="{21A017A8-9FC9-C573-418B-84564E2A0F77}"/>
                    </a:ext>
                  </a:extLst>
                </p:cNvPr>
                <p:cNvSpPr txBox="1"/>
                <p:nvPr/>
              </p:nvSpPr>
              <p:spPr>
                <a:xfrm>
                  <a:off x="2146992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46" name="Straight Connector 245">
                  <a:extLst>
                    <a:ext uri="{FF2B5EF4-FFF2-40B4-BE49-F238E27FC236}">
                      <ns2:creationId id="{45B9D67D-ACDF-C01D-29BA-79D87B801307}"/>
                    </a:ext>
                  </a:extLst>
                </p:cNvPr>
                <p:cNvCxnSpPr/>
                <p:nvPr/>
              </p:nvCxnSpPr>
              <p:spPr>
                <a:xfrm>
                  <a:off x="2146992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5" name="Group 354">
                <a:extLst>
                  <a:ext uri="{FF2B5EF4-FFF2-40B4-BE49-F238E27FC236}">
                    <ns2:creationId id="{B5AEEA43-C5B5-1718-3983-364A963DA189}"/>
                  </a:ext>
                </a:extLst>
              </p:cNvPr>
              <p:cNvGrpSpPr/>
              <p:nvPr/>
            </p:nvGrpSpPr>
            <p:grpSpPr>
              <a:xfrm>
                <a:off x="2383774" y="2164080"/>
                <a:ext cx="1097354" cy="4144646"/>
                <a:chOff x="3047926" y="2067560"/>
                <a:chExt cx="864961" cy="4419234"/>
              </a:xfrm>
            </p:grpSpPr>
            <p:sp>
              <p:nvSpPr>
                <p:cNvPr id="259" name="table_TWformat_2_4">
                  <a:extLst>
                    <a:ext uri="{FF2B5EF4-FFF2-40B4-BE49-F238E27FC236}">
                      <ns2:creationId id="{5423BA8A-7DB4-6CF3-ABF2-FE058002DF0D}"/>
                    </a:ext>
                  </a:extLst>
                </p:cNvPr>
                <p:cNvSpPr txBox="1"/>
                <p:nvPr/>
              </p:nvSpPr>
              <p:spPr>
                <a:xfrm>
                  <a:off x="3047926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ja-JP" altLang="en-US" sz="1000">
                      <a:latin typeface="+mn-ea"/>
                    </a:rPr>
                  </a:b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261" name="table_TWformat_3_4">
                  <a:extLst>
                    <a:ext uri="{FF2B5EF4-FFF2-40B4-BE49-F238E27FC236}">
                      <ns2:creationId id="{DBB465B8-2080-2C63-BC44-B56E9BD1A7A7}"/>
                    </a:ext>
                  </a:extLst>
                </p:cNvPr>
                <p:cNvSpPr txBox="1"/>
                <p:nvPr/>
              </p:nvSpPr>
              <p:spPr>
                <a:xfrm>
                  <a:off x="3047926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3" name="Straight Connector 262">
                  <a:extLst>
                    <a:ext uri="{FF2B5EF4-FFF2-40B4-BE49-F238E27FC236}">
                      <ns2:creationId id="{1F3648D4-247E-CB24-331B-A53F6502AA1A}"/>
                    </a:ext>
                  </a:extLst>
                </p:cNvPr>
                <p:cNvCxnSpPr/>
                <p:nvPr/>
              </p:nvCxnSpPr>
              <p:spPr>
                <a:xfrm>
                  <a:off x="3047926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4" name="table_TWformat_4_4">
                  <a:extLst>
                    <a:ext uri="{FF2B5EF4-FFF2-40B4-BE49-F238E27FC236}">
                      <ns2:creationId id="{241AE780-16FF-4063-6CA3-1022E3518CBF}"/>
                    </a:ext>
                  </a:extLst>
                </p:cNvPr>
                <p:cNvSpPr txBox="1"/>
                <p:nvPr/>
              </p:nvSpPr>
              <p:spPr>
                <a:xfrm>
                  <a:off x="3047926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en-US" altLang="ja-JP" sz="1000" dirty="0">
                      <a:latin typeface="+mn-ea"/>
                    </a:rPr>
                    <a:t>(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r>
                    <a:rPr kumimoji="1" lang="en-US" altLang="ja-JP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5" name="Straight Connector 264">
                  <a:extLst>
                    <a:ext uri="{FF2B5EF4-FFF2-40B4-BE49-F238E27FC236}">
                      <ns2:creationId id="{6B7AA0A9-3B3B-C1F7-50C6-7ED723C15D14}"/>
                    </a:ext>
                  </a:extLst>
                </p:cNvPr>
                <p:cNvCxnSpPr/>
                <p:nvPr/>
              </p:nvCxnSpPr>
              <p:spPr>
                <a:xfrm>
                  <a:off x="3047926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6" name="table_TWformat_5_4">
                  <a:extLst>
                    <a:ext uri="{FF2B5EF4-FFF2-40B4-BE49-F238E27FC236}">
                      <ns2:creationId id="{35533809-E5FF-B804-8D3F-E74C852352A8}"/>
                    </a:ext>
                  </a:extLst>
                </p:cNvPr>
                <p:cNvSpPr txBox="1"/>
                <p:nvPr/>
              </p:nvSpPr>
              <p:spPr>
                <a:xfrm>
                  <a:off x="3047926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r>
                    <a:rPr kumimoji="1" lang="ja-JP" altLang="en-US" sz="1000" dirty="0">
                      <a:latin typeface="+mn-ea"/>
                    </a:rPr>
                    <a:t>～</a:t>
                  </a:r>
                  <a:r>
                    <a:rPr kumimoji="1" lang="en-US" altLang="ja-JP" sz="1000" dirty="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7" name="Straight Connector 266">
                  <a:extLst>
                    <a:ext uri="{FF2B5EF4-FFF2-40B4-BE49-F238E27FC236}">
                      <ns2:creationId id="{29795875-28BA-9C95-7CAA-8391F1B7194C}"/>
                    </a:ext>
                  </a:extLst>
                </p:cNvPr>
                <p:cNvCxnSpPr/>
                <p:nvPr/>
              </p:nvCxnSpPr>
              <p:spPr>
                <a:xfrm>
                  <a:off x="3047926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8" name="table_TWformat_6_4">
                  <a:extLst>
                    <a:ext uri="{FF2B5EF4-FFF2-40B4-BE49-F238E27FC236}">
                      <ns2:creationId id="{B6CDD935-E6A8-634C-A2BE-DC482E0C6CBB}"/>
                    </a:ext>
                  </a:extLst>
                </p:cNvPr>
                <p:cNvSpPr txBox="1"/>
                <p:nvPr/>
              </p:nvSpPr>
              <p:spPr>
                <a:xfrm>
                  <a:off x="3047926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71" name="Straight Connector 270">
                  <a:extLst>
                    <a:ext uri="{FF2B5EF4-FFF2-40B4-BE49-F238E27FC236}">
                      <ns2:creationId id="{BDA2A87C-BDE8-BB34-6A7A-FEAEB8C75A0F}"/>
                    </a:ext>
                  </a:extLst>
                </p:cNvPr>
                <p:cNvCxnSpPr/>
                <p:nvPr/>
              </p:nvCxnSpPr>
              <p:spPr>
                <a:xfrm>
                  <a:off x="3047926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table_TWformat_7_4">
                  <a:extLst>
                    <a:ext uri="{FF2B5EF4-FFF2-40B4-BE49-F238E27FC236}">
                      <ns2:creationId id="{C3425C18-BA59-76FB-B6BA-4AE77E3BE49A}"/>
                    </a:ext>
                  </a:extLst>
                </p:cNvPr>
                <p:cNvSpPr txBox="1"/>
                <p:nvPr/>
              </p:nvSpPr>
              <p:spPr>
                <a:xfrm>
                  <a:off x="3047926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1" name="Straight Connector 280">
                  <a:extLst>
                    <a:ext uri="{FF2B5EF4-FFF2-40B4-BE49-F238E27FC236}">
                      <ns2:creationId id="{2EF22FA4-7C7E-5789-E8D9-2079D695774B}"/>
                    </a:ext>
                  </a:extLst>
                </p:cNvPr>
                <p:cNvCxnSpPr/>
                <p:nvPr/>
              </p:nvCxnSpPr>
              <p:spPr>
                <a:xfrm>
                  <a:off x="3047926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7" name="table_TWformat_1_4">
                  <a:extLst>
                    <a:ext uri="{FF2B5EF4-FFF2-40B4-BE49-F238E27FC236}">
                      <ns2:creationId id="{F9916685-16E8-54AE-A2C4-9CA64D3D50A2}"/>
                    </a:ext>
                  </a:extLst>
                </p:cNvPr>
                <p:cNvSpPr txBox="1"/>
                <p:nvPr/>
              </p:nvSpPr>
              <p:spPr>
                <a:xfrm>
                  <a:off x="3047926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 dirty="0">
                      <a:latin typeface="+mn-ea"/>
                    </a:rPr>
                  </a:br>
                  <a:r>
                    <a:rPr kumimoji="1" lang="en-US" altLang="zh-TW" sz="1000" dirty="0">
                      <a:latin typeface="+mn-ea"/>
                    </a:rPr>
                    <a:t>(</a:t>
                  </a:r>
                  <a:r>
                    <a:rPr kumimoji="1" lang="zh-TW" altLang="en-US" sz="1000" dirty="0">
                      <a:latin typeface="+mn-ea"/>
                    </a:rPr>
                    <a:t>XX</a:t>
                  </a:r>
                  <a:r>
                    <a:rPr kumimoji="1" lang="en-US" altLang="zh-TW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60" name="Straight Connector 259">
                  <a:extLst>
                    <a:ext uri="{FF2B5EF4-FFF2-40B4-BE49-F238E27FC236}">
                      <ns2:creationId id="{E6E17A4C-C66E-6E6D-F499-AB77AEC05B9D}"/>
                    </a:ext>
                  </a:extLst>
                </p:cNvPr>
                <p:cNvCxnSpPr/>
                <p:nvPr/>
              </p:nvCxnSpPr>
              <p:spPr>
                <a:xfrm>
                  <a:off x="3047926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6" name="Group 355">
                <a:extLst>
                  <a:ext uri="{FF2B5EF4-FFF2-40B4-BE49-F238E27FC236}">
                    <ns2:creationId id="{FA7E3458-0329-2A90-5A21-84DEA30E77B0}"/>
                  </a:ext>
                </a:extLst>
              </p:cNvPr>
              <p:cNvGrpSpPr/>
              <p:nvPr/>
            </p:nvGrpSpPr>
            <p:grpSpPr>
              <a:xfrm>
                <a:off x="3528588" y="2164080"/>
                <a:ext cx="880042" cy="4144646"/>
                <a:chOff x="3948861" y="2067560"/>
                <a:chExt cx="864961" cy="4419234"/>
              </a:xfrm>
            </p:grpSpPr>
            <p:sp>
              <p:nvSpPr>
                <p:cNvPr id="283" name="table_TWformat_2_5">
                  <a:extLst>
                    <a:ext uri="{FF2B5EF4-FFF2-40B4-BE49-F238E27FC236}">
                      <ns2:creationId id="{1F965AE1-C10B-7494-B4C0-C913BDC48A14}"/>
                    </a:ext>
                  </a:extLst>
                </p:cNvPr>
                <p:cNvSpPr txBox="1"/>
                <p:nvPr/>
              </p:nvSpPr>
              <p:spPr>
                <a:xfrm>
                  <a:off x="3948861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ja-JP" altLang="en-US" sz="1000">
                      <a:latin typeface="+mn-ea"/>
                    </a:rPr>
                  </a:b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285" name="table_TWformat_3_5">
                  <a:extLst>
                    <a:ext uri="{FF2B5EF4-FFF2-40B4-BE49-F238E27FC236}">
                      <ns2:creationId id="{F588EF61-E3EA-CF4E-71E4-17DD94FF0692}"/>
                    </a:ext>
                  </a:extLst>
                </p:cNvPr>
                <p:cNvSpPr txBox="1"/>
                <p:nvPr/>
              </p:nvSpPr>
              <p:spPr>
                <a:xfrm>
                  <a:off x="3948861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6" name="Straight Connector 285">
                  <a:extLst>
                    <a:ext uri="{FF2B5EF4-FFF2-40B4-BE49-F238E27FC236}">
                      <ns2:creationId id="{61BBC162-5910-980B-1BDD-6C33EBAB78E0}"/>
                    </a:ext>
                  </a:extLst>
                </p:cNvPr>
                <p:cNvCxnSpPr/>
                <p:nvPr/>
              </p:nvCxnSpPr>
              <p:spPr>
                <a:xfrm>
                  <a:off x="3948861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7" name="table_TWformat_4_5">
                  <a:extLst>
                    <a:ext uri="{FF2B5EF4-FFF2-40B4-BE49-F238E27FC236}">
                      <ns2:creationId id="{25B67AC4-CC70-BD2C-E636-33AE7FC2E90C}"/>
                    </a:ext>
                  </a:extLst>
                </p:cNvPr>
                <p:cNvSpPr txBox="1"/>
                <p:nvPr/>
              </p:nvSpPr>
              <p:spPr>
                <a:xfrm>
                  <a:off x="3948861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en-US" altLang="ja-JP" sz="1000" dirty="0">
                      <a:latin typeface="+mn-ea"/>
                    </a:rPr>
                    <a:t>(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r>
                    <a:rPr kumimoji="1" lang="en-US" altLang="ja-JP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8" name="Straight Connector 287">
                  <a:extLst>
                    <a:ext uri="{FF2B5EF4-FFF2-40B4-BE49-F238E27FC236}">
                      <ns2:creationId id="{15FA7E27-2047-DBC4-055C-CC9E339B38F1}"/>
                    </a:ext>
                  </a:extLst>
                </p:cNvPr>
                <p:cNvCxnSpPr/>
                <p:nvPr/>
              </p:nvCxnSpPr>
              <p:spPr>
                <a:xfrm>
                  <a:off x="3948861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9" name="table_TWformat_5_5">
                  <a:extLst>
                    <a:ext uri="{FF2B5EF4-FFF2-40B4-BE49-F238E27FC236}">
                      <ns2:creationId id="{2FA0E52D-3C7A-CB3D-97AC-F0571D565821}"/>
                    </a:ext>
                  </a:extLst>
                </p:cNvPr>
                <p:cNvSpPr txBox="1"/>
                <p:nvPr/>
              </p:nvSpPr>
              <p:spPr>
                <a:xfrm>
                  <a:off x="3948861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0" name="Straight Connector 289">
                  <a:extLst>
                    <a:ext uri="{FF2B5EF4-FFF2-40B4-BE49-F238E27FC236}">
                      <ns2:creationId id="{77D55BBB-0136-BC80-4110-C054B5549440}"/>
                    </a:ext>
                  </a:extLst>
                </p:cNvPr>
                <p:cNvCxnSpPr/>
                <p:nvPr/>
              </p:nvCxnSpPr>
              <p:spPr>
                <a:xfrm>
                  <a:off x="3948861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1" name="table_TWformat_6_5">
                  <a:extLst>
                    <a:ext uri="{FF2B5EF4-FFF2-40B4-BE49-F238E27FC236}">
                      <ns2:creationId id="{573FCDAF-A215-6436-FCF0-D81645772B95}"/>
                    </a:ext>
                  </a:extLst>
                </p:cNvPr>
                <p:cNvSpPr txBox="1"/>
                <p:nvPr/>
              </p:nvSpPr>
              <p:spPr>
                <a:xfrm>
                  <a:off x="3948861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2" name="Straight Connector 291">
                  <a:extLst>
                    <a:ext uri="{FF2B5EF4-FFF2-40B4-BE49-F238E27FC236}">
                      <ns2:creationId id="{4DCE929F-E7AB-862D-9F21-2F05FBD5532C}"/>
                    </a:ext>
                  </a:extLst>
                </p:cNvPr>
                <p:cNvCxnSpPr/>
                <p:nvPr/>
              </p:nvCxnSpPr>
              <p:spPr>
                <a:xfrm>
                  <a:off x="3948861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3" name="table_TWformat_7_5">
                  <a:extLst>
                    <a:ext uri="{FF2B5EF4-FFF2-40B4-BE49-F238E27FC236}">
                      <ns2:creationId id="{3B350A4B-F272-1128-3D85-F1C8C060E1B2}"/>
                    </a:ext>
                  </a:extLst>
                </p:cNvPr>
                <p:cNvSpPr txBox="1"/>
                <p:nvPr/>
              </p:nvSpPr>
              <p:spPr>
                <a:xfrm>
                  <a:off x="3948861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4" name="Straight Connector 293">
                  <a:extLst>
                    <a:ext uri="{FF2B5EF4-FFF2-40B4-BE49-F238E27FC236}">
                      <ns2:creationId id="{C84A3F3D-6ED3-4D04-9A94-48F6802AB44F}"/>
                    </a:ext>
                  </a:extLst>
                </p:cNvPr>
                <p:cNvCxnSpPr/>
                <p:nvPr/>
              </p:nvCxnSpPr>
              <p:spPr>
                <a:xfrm>
                  <a:off x="3948861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2" name="table_TWformat_1_5">
                  <a:extLst>
                    <a:ext uri="{FF2B5EF4-FFF2-40B4-BE49-F238E27FC236}">
                      <ns2:creationId id="{BE7E99A7-5F12-76A3-26C9-F8A60CF0BD5E}"/>
                    </a:ext>
                  </a:extLst>
                </p:cNvPr>
                <p:cNvSpPr txBox="1"/>
                <p:nvPr/>
              </p:nvSpPr>
              <p:spPr>
                <a:xfrm>
                  <a:off x="3948861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en-US" altLang="zh-TW" sz="1000" dirty="0">
                      <a:latin typeface="+mn-ea"/>
                    </a:rPr>
                    <a:t>(</a:t>
                  </a:r>
                  <a:r>
                    <a:rPr kumimoji="1" lang="zh-TW" altLang="en-US" sz="1000" dirty="0">
                      <a:latin typeface="+mn-ea"/>
                    </a:rPr>
                    <a:t>XX</a:t>
                  </a:r>
                  <a:r>
                    <a:rPr kumimoji="1" lang="en-US" altLang="zh-TW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84" name="Straight Connector 283">
                  <a:extLst>
                    <a:ext uri="{FF2B5EF4-FFF2-40B4-BE49-F238E27FC236}">
                      <ns2:creationId id="{C67B3DDE-893A-55CD-89CB-48B6D62B9ECD}"/>
                    </a:ext>
                  </a:extLst>
                </p:cNvPr>
                <p:cNvCxnSpPr/>
                <p:nvPr/>
              </p:nvCxnSpPr>
              <p:spPr>
                <a:xfrm>
                  <a:off x="3948861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7" name="Group 356">
                <a:extLst>
                  <a:ext uri="{FF2B5EF4-FFF2-40B4-BE49-F238E27FC236}">
                    <ns2:creationId id="{1796C840-219A-DFF2-0337-CE97A992CBDB}"/>
                  </a:ext>
                </a:extLst>
              </p:cNvPr>
              <p:cNvGrpSpPr/>
              <p:nvPr/>
            </p:nvGrpSpPr>
            <p:grpSpPr>
              <a:xfrm>
                <a:off x="4456090" y="2164080"/>
                <a:ext cx="1060026" cy="4144646"/>
                <a:chOff x="4849796" y="2067560"/>
                <a:chExt cx="864961" cy="4419234"/>
              </a:xfrm>
            </p:grpSpPr>
            <p:sp>
              <p:nvSpPr>
                <p:cNvPr id="296" name="table_TWformat_2_6">
                  <a:extLst>
                    <a:ext uri="{FF2B5EF4-FFF2-40B4-BE49-F238E27FC236}">
                      <ns2:creationId id="{B8B58897-B7E9-BE59-DCE3-3FBD28109975}"/>
                    </a:ext>
                  </a:extLst>
                </p:cNvPr>
                <p:cNvSpPr txBox="1"/>
                <p:nvPr/>
              </p:nvSpPr>
              <p:spPr>
                <a:xfrm>
                  <a:off x="4849796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dirty="0">
                      <a:latin typeface="+mn-ea"/>
                    </a:rPr>
                    <a:t>XX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ja-JP" altLang="en-US" sz="1000" dirty="0">
                      <a:latin typeface="+mn-ea"/>
                    </a:rPr>
                  </a:br>
                  <a:r>
                    <a:rPr lang="en-US" altLang="ja-JP" sz="1000" dirty="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298" name="table_TWformat_3_6">
                  <a:extLst>
                    <a:ext uri="{FF2B5EF4-FFF2-40B4-BE49-F238E27FC236}">
                      <ns2:creationId id="{E50DDB43-9832-A22E-CF3F-642C1563CA9C}"/>
                    </a:ext>
                  </a:extLst>
                </p:cNvPr>
                <p:cNvSpPr txBox="1"/>
                <p:nvPr/>
              </p:nvSpPr>
              <p:spPr>
                <a:xfrm>
                  <a:off x="4849796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9" name="Straight Connector 298">
                  <a:extLst>
                    <a:ext uri="{FF2B5EF4-FFF2-40B4-BE49-F238E27FC236}">
                      <ns2:creationId id="{1986F685-2C43-24C9-67E9-9A73F6F44D00}"/>
                    </a:ext>
                  </a:extLst>
                </p:cNvPr>
                <p:cNvCxnSpPr/>
                <p:nvPr/>
              </p:nvCxnSpPr>
              <p:spPr>
                <a:xfrm>
                  <a:off x="4849796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0" name="table_TWformat_4_6">
                  <a:extLst>
                    <a:ext uri="{FF2B5EF4-FFF2-40B4-BE49-F238E27FC236}">
                      <ns2:creationId id="{E0F0E2E3-0F0F-3CC6-0F6D-2C1A6D36F33D}"/>
                    </a:ext>
                  </a:extLst>
                </p:cNvPr>
                <p:cNvSpPr txBox="1"/>
                <p:nvPr/>
              </p:nvSpPr>
              <p:spPr>
                <a:xfrm>
                  <a:off x="4849796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～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01" name="Straight Connector 300">
                  <a:extLst>
                    <a:ext uri="{FF2B5EF4-FFF2-40B4-BE49-F238E27FC236}">
                      <ns2:creationId id="{DA8F97AC-EE63-3AB3-CD30-3030123B4296}"/>
                    </a:ext>
                  </a:extLst>
                </p:cNvPr>
                <p:cNvCxnSpPr/>
                <p:nvPr/>
              </p:nvCxnSpPr>
              <p:spPr>
                <a:xfrm>
                  <a:off x="4849796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2" name="table_TWformat_5_6">
                  <a:extLst>
                    <a:ext uri="{FF2B5EF4-FFF2-40B4-BE49-F238E27FC236}">
                      <ns2:creationId id="{0C7F52CE-D399-2066-B19A-F796246725F1}"/>
                    </a:ext>
                  </a:extLst>
                </p:cNvPr>
                <p:cNvSpPr txBox="1"/>
                <p:nvPr/>
              </p:nvSpPr>
              <p:spPr>
                <a:xfrm>
                  <a:off x="4849796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303" name="Straight Connector 302">
                  <a:extLst>
                    <a:ext uri="{FF2B5EF4-FFF2-40B4-BE49-F238E27FC236}">
                      <ns2:creationId id="{065A528F-DA93-3C39-C62A-D215CB649F6E}"/>
                    </a:ext>
                  </a:extLst>
                </p:cNvPr>
                <p:cNvCxnSpPr/>
                <p:nvPr/>
              </p:nvCxnSpPr>
              <p:spPr>
                <a:xfrm>
                  <a:off x="4849796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4" name="table_TWformat_6_6">
                  <a:extLst>
                    <a:ext uri="{FF2B5EF4-FFF2-40B4-BE49-F238E27FC236}">
                      <ns2:creationId id="{037A897D-8300-D1FC-8C81-A68D58D9D6E7}"/>
                    </a:ext>
                  </a:extLst>
                </p:cNvPr>
                <p:cNvSpPr txBox="1"/>
                <p:nvPr/>
              </p:nvSpPr>
              <p:spPr>
                <a:xfrm>
                  <a:off x="4849796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05" name="Straight Connector 304">
                  <a:extLst>
                    <a:ext uri="{FF2B5EF4-FFF2-40B4-BE49-F238E27FC236}">
                      <ns2:creationId id="{973BC5B6-A12A-CB19-C699-B46F950B6FC5}"/>
                    </a:ext>
                  </a:extLst>
                </p:cNvPr>
                <p:cNvCxnSpPr/>
                <p:nvPr/>
              </p:nvCxnSpPr>
              <p:spPr>
                <a:xfrm>
                  <a:off x="4849796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6" name="table_TWformat_7_6">
                  <a:extLst>
                    <a:ext uri="{FF2B5EF4-FFF2-40B4-BE49-F238E27FC236}">
                      <ns2:creationId id="{07C7CFCF-6C8C-1CBD-0D94-4B39F7C082EE}"/>
                    </a:ext>
                  </a:extLst>
                </p:cNvPr>
                <p:cNvSpPr txBox="1"/>
                <p:nvPr/>
              </p:nvSpPr>
              <p:spPr>
                <a:xfrm>
                  <a:off x="4849796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07" name="Straight Connector 306">
                  <a:extLst>
                    <a:ext uri="{FF2B5EF4-FFF2-40B4-BE49-F238E27FC236}">
                      <ns2:creationId id="{1639B0A7-E945-404D-B3EB-A784E479BA84}"/>
                    </a:ext>
                  </a:extLst>
                </p:cNvPr>
                <p:cNvCxnSpPr/>
                <p:nvPr/>
              </p:nvCxnSpPr>
              <p:spPr>
                <a:xfrm>
                  <a:off x="4849796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5" name="table_TWformat_1_6">
                  <a:extLst>
                    <a:ext uri="{FF2B5EF4-FFF2-40B4-BE49-F238E27FC236}">
                      <ns2:creationId id="{55A6DC50-C7DB-46C8-5440-BE96934B8068}"/>
                    </a:ext>
                  </a:extLst>
                </p:cNvPr>
                <p:cNvSpPr txBox="1"/>
                <p:nvPr/>
              </p:nvSpPr>
              <p:spPr>
                <a:xfrm>
                  <a:off x="4849796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en-US" altLang="zh-TW" sz="1000" dirty="0">
                      <a:latin typeface="+mn-ea"/>
                    </a:rPr>
                    <a:t>(</a:t>
                  </a:r>
                  <a:r>
                    <a:rPr kumimoji="1" lang="zh-TW" altLang="en-US" sz="1000" dirty="0">
                      <a:latin typeface="+mn-ea"/>
                    </a:rPr>
                    <a:t>XX</a:t>
                  </a:r>
                  <a:r>
                    <a:rPr kumimoji="1" lang="en-US" altLang="zh-TW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297" name="Straight Connector 296">
                  <a:extLst>
                    <a:ext uri="{FF2B5EF4-FFF2-40B4-BE49-F238E27FC236}">
                      <ns2:creationId id="{2039A114-DC3F-16B3-DEC4-79AD1B52AC8E}"/>
                    </a:ext>
                  </a:extLst>
                </p:cNvPr>
                <p:cNvCxnSpPr/>
                <p:nvPr/>
              </p:nvCxnSpPr>
              <p:spPr>
                <a:xfrm>
                  <a:off x="4849796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8" name="Group 357">
                <a:extLst>
                  <a:ext uri="{FF2B5EF4-FFF2-40B4-BE49-F238E27FC236}">
                    <ns2:creationId id="{1FFB53EA-22D5-93BA-8013-591FB2BEDAD8}"/>
                  </a:ext>
                </a:extLst>
              </p:cNvPr>
              <p:cNvGrpSpPr/>
              <p:nvPr/>
            </p:nvGrpSpPr>
            <p:grpSpPr>
              <a:xfrm>
                <a:off x="5563576" y="2164080"/>
                <a:ext cx="1029142" cy="4144646"/>
                <a:chOff x="5750730" y="2067560"/>
                <a:chExt cx="864961" cy="4419234"/>
              </a:xfrm>
            </p:grpSpPr>
            <p:sp>
              <p:nvSpPr>
                <p:cNvPr id="309" name="table_TWformat_2_7">
                  <a:extLst>
                    <a:ext uri="{FF2B5EF4-FFF2-40B4-BE49-F238E27FC236}">
                      <ns2:creationId id="{615C4682-441A-21B8-AC61-7B34E765AFB4}"/>
                    </a:ext>
                  </a:extLst>
                </p:cNvPr>
                <p:cNvSpPr txBox="1"/>
                <p:nvPr/>
              </p:nvSpPr>
              <p:spPr>
                <a:xfrm>
                  <a:off x="5750730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311" name="table_TWformat_3_7">
                  <a:extLst>
                    <a:ext uri="{FF2B5EF4-FFF2-40B4-BE49-F238E27FC236}">
                      <ns2:creationId id="{22AF2A8B-3C22-6CC8-5F28-D33281244336}"/>
                    </a:ext>
                  </a:extLst>
                </p:cNvPr>
                <p:cNvSpPr txBox="1"/>
                <p:nvPr/>
              </p:nvSpPr>
              <p:spPr>
                <a:xfrm>
                  <a:off x="5750730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312" name="Straight Connector 311">
                  <a:extLst>
                    <a:ext uri="{FF2B5EF4-FFF2-40B4-BE49-F238E27FC236}">
                      <ns2:creationId id="{8AAA252A-8720-1894-F921-3186571B9233}"/>
                    </a:ext>
                  </a:extLst>
                </p:cNvPr>
                <p:cNvCxnSpPr/>
                <p:nvPr/>
              </p:nvCxnSpPr>
              <p:spPr>
                <a:xfrm>
                  <a:off x="5750730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table_TWformat_4_7">
                  <a:extLst>
                    <a:ext uri="{FF2B5EF4-FFF2-40B4-BE49-F238E27FC236}">
                      <ns2:creationId id="{D9564AD0-C916-2809-C05E-8EC729E7422A}"/>
                    </a:ext>
                  </a:extLst>
                </p:cNvPr>
                <p:cNvSpPr txBox="1"/>
                <p:nvPr/>
              </p:nvSpPr>
              <p:spPr>
                <a:xfrm>
                  <a:off x="5750730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14" name="Straight Connector 313">
                  <a:extLst>
                    <a:ext uri="{FF2B5EF4-FFF2-40B4-BE49-F238E27FC236}">
                      <ns2:creationId id="{A36895ED-8C91-4265-B28B-8F4E04C8BA2B}"/>
                    </a:ext>
                  </a:extLst>
                </p:cNvPr>
                <p:cNvCxnSpPr/>
                <p:nvPr/>
              </p:nvCxnSpPr>
              <p:spPr>
                <a:xfrm>
                  <a:off x="5750730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5" name="table_TWformat_5_7">
                  <a:extLst>
                    <a:ext uri="{FF2B5EF4-FFF2-40B4-BE49-F238E27FC236}">
                      <ns2:creationId id="{28774A9E-810A-786F-999D-4CFE4221A7DE}"/>
                    </a:ext>
                  </a:extLst>
                </p:cNvPr>
                <p:cNvSpPr txBox="1"/>
                <p:nvPr/>
              </p:nvSpPr>
              <p:spPr>
                <a:xfrm>
                  <a:off x="5750730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b="1">
                      <a:solidFill>
                        <a:srgbClr val="008000"/>
                      </a:solidFill>
                      <a:latin typeface="+mn-ea"/>
                    </a:rPr>
                    <a:t>～</a:t>
                  </a:r>
                  <a:r>
                    <a:rPr kumimoji="1" lang="en-US" altLang="ja-JP" sz="10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 b="1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316" name="Straight Connector 315">
                  <a:extLst>
                    <a:ext uri="{FF2B5EF4-FFF2-40B4-BE49-F238E27FC236}">
                      <ns2:creationId id="{D6FEE8C8-2501-AC1C-A665-88C67FA68482}"/>
                    </a:ext>
                  </a:extLst>
                </p:cNvPr>
                <p:cNvCxnSpPr/>
                <p:nvPr/>
              </p:nvCxnSpPr>
              <p:spPr>
                <a:xfrm>
                  <a:off x="5750730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7" name="table_TWformat_6_7">
                  <a:extLst>
                    <a:ext uri="{FF2B5EF4-FFF2-40B4-BE49-F238E27FC236}">
                      <ns2:creationId id="{031CF3ED-3305-3270-6926-9CDC2D2F51F6}"/>
                    </a:ext>
                  </a:extLst>
                </p:cNvPr>
                <p:cNvSpPr txBox="1"/>
                <p:nvPr/>
              </p:nvSpPr>
              <p:spPr>
                <a:xfrm>
                  <a:off x="5750730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18" name="Straight Connector 317">
                  <a:extLst>
                    <a:ext uri="{FF2B5EF4-FFF2-40B4-BE49-F238E27FC236}">
                      <ns2:creationId id="{2DCBD77A-4064-19C3-8865-4819A93F48BA}"/>
                    </a:ext>
                  </a:extLst>
                </p:cNvPr>
                <p:cNvCxnSpPr/>
                <p:nvPr/>
              </p:nvCxnSpPr>
              <p:spPr>
                <a:xfrm>
                  <a:off x="5750730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9" name="table_TWformat_7_7">
                  <a:extLst>
                    <a:ext uri="{FF2B5EF4-FFF2-40B4-BE49-F238E27FC236}">
                      <ns2:creationId id="{24782B21-02EF-78AB-AFDB-85A3884A29B0}"/>
                    </a:ext>
                  </a:extLst>
                </p:cNvPr>
                <p:cNvSpPr txBox="1"/>
                <p:nvPr/>
              </p:nvSpPr>
              <p:spPr>
                <a:xfrm>
                  <a:off x="5750730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0" name="Straight Connector 319">
                  <a:extLst>
                    <a:ext uri="{FF2B5EF4-FFF2-40B4-BE49-F238E27FC236}">
                      <ns2:creationId id="{7FF2D288-CDAF-C5BD-2DFC-4348983B38C6}"/>
                    </a:ext>
                  </a:extLst>
                </p:cNvPr>
                <p:cNvCxnSpPr/>
                <p:nvPr/>
              </p:nvCxnSpPr>
              <p:spPr>
                <a:xfrm>
                  <a:off x="5750730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8" name="table_TWformat_1_7">
                  <a:extLst>
                    <a:ext uri="{FF2B5EF4-FFF2-40B4-BE49-F238E27FC236}">
                      <ns2:creationId id="{796A5CFB-69DB-2AF3-0946-2167FDAC8C8E}"/>
                    </a:ext>
                  </a:extLst>
                </p:cNvPr>
                <p:cNvSpPr txBox="1"/>
                <p:nvPr/>
              </p:nvSpPr>
              <p:spPr>
                <a:xfrm>
                  <a:off x="5750730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10" name="Straight Connector 309">
                  <a:extLst>
                    <a:ext uri="{FF2B5EF4-FFF2-40B4-BE49-F238E27FC236}">
                      <ns2:creationId id="{87E71373-8C83-363B-D6F1-E329DCB81279}"/>
                    </a:ext>
                  </a:extLst>
                </p:cNvPr>
                <p:cNvCxnSpPr/>
                <p:nvPr/>
              </p:nvCxnSpPr>
              <p:spPr>
                <a:xfrm>
                  <a:off x="5750730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9" name="Group 358">
                <a:extLst>
                  <a:ext uri="{FF2B5EF4-FFF2-40B4-BE49-F238E27FC236}">
                    <ns2:creationId id="{3EBDCBFC-BF83-E347-AA99-A423D7AC325C}"/>
                  </a:ext>
                </a:extLst>
              </p:cNvPr>
              <p:cNvGrpSpPr/>
              <p:nvPr/>
            </p:nvGrpSpPr>
            <p:grpSpPr>
              <a:xfrm>
                <a:off x="6640178" y="2164080"/>
                <a:ext cx="864961" cy="4144646"/>
                <a:chOff x="6651665" y="2067560"/>
                <a:chExt cx="864961" cy="4419234"/>
              </a:xfrm>
            </p:grpSpPr>
            <p:sp>
              <p:nvSpPr>
                <p:cNvPr id="322" name="table_TWformat_2_8">
                  <a:extLst>
                    <a:ext uri="{FF2B5EF4-FFF2-40B4-BE49-F238E27FC236}">
                      <ns2:creationId id="{88BB259D-9B64-B686-17B7-E287D3F2F54B}"/>
                    </a:ext>
                  </a:extLst>
                </p:cNvPr>
                <p:cNvSpPr txBox="1"/>
                <p:nvPr/>
              </p:nvSpPr>
              <p:spPr>
                <a:xfrm>
                  <a:off x="6651665" y="2486298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sp>
              <p:nvSpPr>
                <p:cNvPr id="324" name="table_TWformat_3_8">
                  <a:extLst>
                    <a:ext uri="{FF2B5EF4-FFF2-40B4-BE49-F238E27FC236}">
                      <ns2:creationId id="{2CC51937-81B6-490D-5FD2-E5615500795B}"/>
                    </a:ext>
                  </a:extLst>
                </p:cNvPr>
                <p:cNvSpPr txBox="1"/>
                <p:nvPr/>
              </p:nvSpPr>
              <p:spPr>
                <a:xfrm>
                  <a:off x="6651665" y="3127190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5" name="Straight Connector 324">
                  <a:extLst>
                    <a:ext uri="{FF2B5EF4-FFF2-40B4-BE49-F238E27FC236}">
                      <ns2:creationId id="{CDEE11E8-BE44-3544-4CB8-74CDA7C09447}"/>
                    </a:ext>
                  </a:extLst>
                </p:cNvPr>
                <p:cNvCxnSpPr/>
                <p:nvPr/>
              </p:nvCxnSpPr>
              <p:spPr>
                <a:xfrm>
                  <a:off x="6651665" y="3115728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6" name="table_TWformat_4_8">
                  <a:extLst>
                    <a:ext uri="{FF2B5EF4-FFF2-40B4-BE49-F238E27FC236}">
                      <ns2:creationId id="{9B61E66E-7BBE-9846-82AB-564535B3328C}"/>
                    </a:ext>
                  </a:extLst>
                </p:cNvPr>
                <p:cNvSpPr txBox="1"/>
                <p:nvPr/>
              </p:nvSpPr>
              <p:spPr>
                <a:xfrm>
                  <a:off x="6651665" y="3768081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7" name="Straight Connector 326">
                  <a:extLst>
                    <a:ext uri="{FF2B5EF4-FFF2-40B4-BE49-F238E27FC236}">
                      <ns2:creationId id="{26426126-40DA-CCBA-D25F-066F0171E1BF}"/>
                    </a:ext>
                  </a:extLst>
                </p:cNvPr>
                <p:cNvCxnSpPr/>
                <p:nvPr/>
              </p:nvCxnSpPr>
              <p:spPr>
                <a:xfrm>
                  <a:off x="6651665" y="3756620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8" name="table_TWformat_5_8">
                  <a:extLst>
                    <a:ext uri="{FF2B5EF4-FFF2-40B4-BE49-F238E27FC236}">
                      <ns2:creationId id="{485B5851-5199-1A67-C386-B73785A2F860}"/>
                    </a:ext>
                  </a:extLst>
                </p:cNvPr>
                <p:cNvSpPr txBox="1"/>
                <p:nvPr/>
              </p:nvSpPr>
              <p:spPr>
                <a:xfrm>
                  <a:off x="6651665" y="4408973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9" name="Straight Connector 328">
                  <a:extLst>
                    <a:ext uri="{FF2B5EF4-FFF2-40B4-BE49-F238E27FC236}">
                      <ns2:creationId id="{87041C86-443C-DEBC-1C8C-50940506368F}"/>
                    </a:ext>
                  </a:extLst>
                </p:cNvPr>
                <p:cNvCxnSpPr/>
                <p:nvPr/>
              </p:nvCxnSpPr>
              <p:spPr>
                <a:xfrm>
                  <a:off x="6651665" y="4397511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0" name="table_TWformat_6_8">
                  <a:extLst>
                    <a:ext uri="{FF2B5EF4-FFF2-40B4-BE49-F238E27FC236}">
                      <ns2:creationId id="{4A0756E4-21DA-80E3-5680-238EAE9E2774}"/>
                    </a:ext>
                  </a:extLst>
                </p:cNvPr>
                <p:cNvSpPr txBox="1"/>
                <p:nvPr/>
              </p:nvSpPr>
              <p:spPr>
                <a:xfrm>
                  <a:off x="6651665" y="5049866"/>
                  <a:ext cx="864961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1" name="Straight Connector 330">
                  <a:extLst>
                    <a:ext uri="{FF2B5EF4-FFF2-40B4-BE49-F238E27FC236}">
                      <ns2:creationId id="{270ACC5D-7257-AEA0-AD45-2893AE04DB31}"/>
                    </a:ext>
                  </a:extLst>
                </p:cNvPr>
                <p:cNvCxnSpPr/>
                <p:nvPr/>
              </p:nvCxnSpPr>
              <p:spPr>
                <a:xfrm>
                  <a:off x="6651665" y="5038403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2" name="table_TWformat_7_8">
                  <a:extLst>
                    <a:ext uri="{FF2B5EF4-FFF2-40B4-BE49-F238E27FC236}">
                      <ns2:creationId id="{FA0D1439-BBE7-94C4-A2F5-56E110DEFBEA}"/>
                    </a:ext>
                  </a:extLst>
                </p:cNvPr>
                <p:cNvSpPr txBox="1"/>
                <p:nvPr/>
              </p:nvSpPr>
              <p:spPr>
                <a:xfrm>
                  <a:off x="6651665" y="5690758"/>
                  <a:ext cx="864961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3" name="Straight Connector 332">
                  <a:extLst>
                    <a:ext uri="{FF2B5EF4-FFF2-40B4-BE49-F238E27FC236}">
                      <ns2:creationId id="{38EE899C-01F6-33EB-35B0-3B71BFFC3B16}"/>
                    </a:ext>
                  </a:extLst>
                </p:cNvPr>
                <p:cNvCxnSpPr/>
                <p:nvPr/>
              </p:nvCxnSpPr>
              <p:spPr>
                <a:xfrm>
                  <a:off x="6651665" y="5679294"/>
                  <a:ext cx="86496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1" name="table_TWformat_1_8">
                  <a:extLst>
                    <a:ext uri="{FF2B5EF4-FFF2-40B4-BE49-F238E27FC236}">
                      <ns2:creationId id="{E413F246-8F6A-B5B3-3DB3-56B3098FB455}"/>
                    </a:ext>
                  </a:extLst>
                </p:cNvPr>
                <p:cNvSpPr txBox="1"/>
                <p:nvPr/>
              </p:nvSpPr>
              <p:spPr>
                <a:xfrm>
                  <a:off x="6651665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en-US" altLang="ja-JP" sz="1000" dirty="0">
                      <a:latin typeface="+mn-ea"/>
                    </a:rPr>
                    <a:t>(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  <a:r>
                    <a:rPr kumimoji="1" lang="en-US" altLang="ja-JP" sz="1000" dirty="0">
                      <a:latin typeface="+mn-ea"/>
                    </a:rPr>
                    <a:t>)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23" name="Straight Connector 322">
                  <a:extLst>
                    <a:ext uri="{FF2B5EF4-FFF2-40B4-BE49-F238E27FC236}">
                      <ns2:creationId id="{2CB400F6-3B51-C847-B10B-AC65AF3DABCB}"/>
                    </a:ext>
                  </a:extLst>
                </p:cNvPr>
                <p:cNvCxnSpPr/>
                <p:nvPr/>
              </p:nvCxnSpPr>
              <p:spPr>
                <a:xfrm>
                  <a:off x="6651665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1" name="Group 360">
                <a:extLst>
                  <a:ext uri="{FF2B5EF4-FFF2-40B4-BE49-F238E27FC236}">
                    <ns2:creationId id="{7716EE7B-0590-465F-9AEB-9CF3CA800297}"/>
                  </a:ext>
                </a:extLst>
              </p:cNvPr>
              <p:cNvGrpSpPr/>
              <p:nvPr/>
            </p:nvGrpSpPr>
            <p:grpSpPr>
              <a:xfrm>
                <a:off x="7552598" y="2164080"/>
                <a:ext cx="1756501" cy="4144646"/>
                <a:chOff x="7552599" y="2067560"/>
                <a:chExt cx="1630590" cy="4419234"/>
              </a:xfrm>
            </p:grpSpPr>
            <p:sp>
              <p:nvSpPr>
                <p:cNvPr id="335" name="table_TWformat_2_9">
                  <a:extLst>
                    <a:ext uri="{FF2B5EF4-FFF2-40B4-BE49-F238E27FC236}">
                      <ns2:creationId id="{3E4110AB-85DD-C00D-75AA-73F9F8F05A4C}"/>
                    </a:ext>
                  </a:extLst>
                </p:cNvPr>
                <p:cNvSpPr txBox="1"/>
                <p:nvPr/>
              </p:nvSpPr>
              <p:spPr>
                <a:xfrm>
                  <a:off x="7552599" y="2486298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) </a:t>
                  </a:r>
                  <a:b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337" name="table_TWformat_3_9">
                  <a:extLst>
                    <a:ext uri="{FF2B5EF4-FFF2-40B4-BE49-F238E27FC236}">
                      <ns2:creationId id="{36780683-A107-96F5-D164-771C8530D724}"/>
                    </a:ext>
                  </a:extLst>
                </p:cNvPr>
                <p:cNvSpPr txBox="1"/>
                <p:nvPr/>
              </p:nvSpPr>
              <p:spPr>
                <a:xfrm>
                  <a:off x="7552599" y="3127190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8" name="Straight Connector 337">
                  <a:extLst>
                    <a:ext uri="{FF2B5EF4-FFF2-40B4-BE49-F238E27FC236}">
                      <ns2:creationId id="{AF5B1179-80B8-D2DF-7029-749AF2417C70}"/>
                    </a:ext>
                  </a:extLst>
                </p:cNvPr>
                <p:cNvCxnSpPr/>
                <p:nvPr/>
              </p:nvCxnSpPr>
              <p:spPr>
                <a:xfrm>
                  <a:off x="7552599" y="3115728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9" name="table_TWformat_4_9">
                  <a:extLst>
                    <a:ext uri="{FF2B5EF4-FFF2-40B4-BE49-F238E27FC236}">
                      <ns2:creationId id="{493C3403-9056-5AF3-3C87-C60C9A245C9E}"/>
                    </a:ext>
                  </a:extLst>
                </p:cNvPr>
                <p:cNvSpPr txBox="1"/>
                <p:nvPr/>
              </p:nvSpPr>
              <p:spPr>
                <a:xfrm>
                  <a:off x="7552599" y="3768081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000" b="1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0" name="Straight Connector 339">
                  <a:extLst>
                    <a:ext uri="{FF2B5EF4-FFF2-40B4-BE49-F238E27FC236}">
                      <ns2:creationId id="{FD4B6057-1232-6595-6668-75F563695639}"/>
                    </a:ext>
                  </a:extLst>
                </p:cNvPr>
                <p:cNvCxnSpPr/>
                <p:nvPr/>
              </p:nvCxnSpPr>
              <p:spPr>
                <a:xfrm>
                  <a:off x="7552599" y="3756620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1" name="table_TWformat_5_9">
                  <a:extLst>
                    <a:ext uri="{FF2B5EF4-FFF2-40B4-BE49-F238E27FC236}">
                      <ns2:creationId id="{4CE982BA-5007-290B-616F-32960577636D}"/>
                    </a:ext>
                  </a:extLst>
                </p:cNvPr>
                <p:cNvSpPr txBox="1"/>
                <p:nvPr/>
              </p:nvSpPr>
              <p:spPr>
                <a:xfrm>
                  <a:off x="7552599" y="4408973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42" name="Straight Connector 341">
                  <a:extLst>
                    <a:ext uri="{FF2B5EF4-FFF2-40B4-BE49-F238E27FC236}">
                      <ns2:creationId id="{21A57D18-C3FE-032D-0851-76D030DBF394}"/>
                    </a:ext>
                  </a:extLst>
                </p:cNvPr>
                <p:cNvCxnSpPr/>
                <p:nvPr/>
              </p:nvCxnSpPr>
              <p:spPr>
                <a:xfrm>
                  <a:off x="7552599" y="4397511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table_TWformat_6_9">
                  <a:extLst>
                    <a:ext uri="{FF2B5EF4-FFF2-40B4-BE49-F238E27FC236}">
                      <ns2:creationId id="{F629C48F-6514-7195-89DD-B4D29DA3C393}"/>
                    </a:ext>
                  </a:extLst>
                </p:cNvPr>
                <p:cNvSpPr txBox="1"/>
                <p:nvPr/>
              </p:nvSpPr>
              <p:spPr>
                <a:xfrm>
                  <a:off x="7552599" y="5049866"/>
                  <a:ext cx="1630590" cy="61796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en-US" altLang="ja-JP" sz="1000" b="1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4" name="Straight Connector 343">
                  <a:extLst>
                    <a:ext uri="{FF2B5EF4-FFF2-40B4-BE49-F238E27FC236}">
                      <ns2:creationId id="{C1A80F93-2650-6A59-2EFD-11AD1C79DC54}"/>
                    </a:ext>
                  </a:extLst>
                </p:cNvPr>
                <p:cNvCxnSpPr/>
                <p:nvPr/>
              </p:nvCxnSpPr>
              <p:spPr>
                <a:xfrm>
                  <a:off x="7552599" y="5038403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5" name="table_TWformat_7_9">
                  <a:extLst>
                    <a:ext uri="{FF2B5EF4-FFF2-40B4-BE49-F238E27FC236}">
                      <ns2:creationId id="{A70C4660-1F62-EB7B-7CB4-52D923724829}"/>
                    </a:ext>
                  </a:extLst>
                </p:cNvPr>
                <p:cNvSpPr txBox="1"/>
                <p:nvPr/>
              </p:nvSpPr>
              <p:spPr>
                <a:xfrm>
                  <a:off x="7552599" y="5690758"/>
                  <a:ext cx="1630590" cy="79603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kumimoji="1" lang="en-US" altLang="ja-JP" sz="1000" b="1" dirty="0">
                      <a:solidFill>
                        <a:srgbClr val="008000"/>
                      </a:solidFill>
                      <a:latin typeface="+mn-ea"/>
                    </a:rPr>
                    <a:t>) </a:t>
                  </a:r>
                  <a:r>
                    <a:rPr kumimoji="1" lang="ja-JP" altLang="en-US" sz="10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en-US" altLang="ja-JP" sz="1000" b="1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 dirty="0">
                      <a:latin typeface="+mn-ea"/>
                    </a:rPr>
                    <a:t>XX</a:t>
                  </a:r>
                  <a:br>
                    <a:rPr kumimoji="1" lang="en-US" altLang="ja-JP" sz="1000" dirty="0">
                      <a:latin typeface="+mn-ea"/>
                    </a:rPr>
                  </a:br>
                  <a:r>
                    <a:rPr kumimoji="1" lang="ja-JP" altLang="en-US" sz="10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46" name="Straight Connector 345">
                  <a:extLst>
                    <a:ext uri="{FF2B5EF4-FFF2-40B4-BE49-F238E27FC236}">
                      <ns2:creationId id="{C0B052F7-AA15-7408-A9AC-3907E7A5B93B}"/>
                    </a:ext>
                  </a:extLst>
                </p:cNvPr>
                <p:cNvCxnSpPr/>
                <p:nvPr/>
              </p:nvCxnSpPr>
              <p:spPr>
                <a:xfrm>
                  <a:off x="7552599" y="5679294"/>
                  <a:ext cx="163059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4" name="table_TWformat_1_9">
                  <a:extLst>
                    <a:ext uri="{FF2B5EF4-FFF2-40B4-BE49-F238E27FC236}">
                      <ns2:creationId id="{C953D859-F438-3961-8AC8-11FA982447E1}"/>
                    </a:ext>
                  </a:extLst>
                </p:cNvPr>
                <p:cNvSpPr txBox="1"/>
                <p:nvPr/>
              </p:nvSpPr>
              <p:spPr>
                <a:xfrm>
                  <a:off x="7552599" y="2067560"/>
                  <a:ext cx="1630590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ja-JP" altLang="en-US" sz="1000" dirty="0">
                    <a:latin typeface="+mn-ea"/>
                  </a:endParaRPr>
                </a:p>
              </p:txBody>
            </p:sp>
            <p:cxnSp>
              <p:nvCxnSpPr>
                <p:cNvPr id="336" name="Straight Connector 335">
                  <a:extLst>
                    <a:ext uri="{FF2B5EF4-FFF2-40B4-BE49-F238E27FC236}">
                      <ns2:creationId id="{BACCFD65-CB13-C5C2-D814-278A7A6D9FEB}"/>
                    </a:ext>
                  </a:extLst>
                </p:cNvPr>
                <p:cNvCxnSpPr/>
                <p:nvPr/>
              </p:nvCxnSpPr>
              <p:spPr>
                <a:xfrm>
                  <a:off x="7552599" y="2407412"/>
                  <a:ext cx="163059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52" name="Group 351">
                <a:extLst>
                  <a:ext uri="{FF2B5EF4-FFF2-40B4-BE49-F238E27FC236}">
                    <ns2:creationId id="{678C014B-78D7-5B12-FC42-86CDB73E0513}"/>
                  </a:ext>
                </a:extLst>
              </p:cNvPr>
              <p:cNvGrpSpPr/>
              <p:nvPr/>
            </p:nvGrpSpPr>
            <p:grpSpPr>
              <a:xfrm>
                <a:off x="345123" y="2164080"/>
                <a:ext cx="778283" cy="4144646"/>
                <a:chOff x="345123" y="2067560"/>
                <a:chExt cx="864961" cy="4419234"/>
              </a:xfrm>
            </p:grpSpPr>
            <p:grpSp>
              <p:nvGrpSpPr>
                <p:cNvPr id="351" name="Group 350">
                  <a:extLst>
                    <a:ext uri="{FF2B5EF4-FFF2-40B4-BE49-F238E27FC236}">
                      <ns2:creationId id="{EF91CE1D-9D70-F706-78F4-F2138FDC90CE}"/>
                    </a:ext>
                  </a:extLst>
                </p:cNvPr>
                <p:cNvGrpSpPr/>
                <p:nvPr/>
              </p:nvGrpSpPr>
              <p:grpSpPr>
                <a:xfrm>
                  <a:off x="345123" y="2486297"/>
                  <a:ext cx="864961" cy="4000497"/>
                  <a:chOff x="345123" y="2486297"/>
                  <a:chExt cx="864961" cy="4000497"/>
                </a:xfrm>
              </p:grpSpPr>
              <p:sp>
                <p:nvSpPr>
                  <p:cNvPr id="66" name="table_TWformat_2_1">
                    <a:extLst>
                      <a:ext uri="{FF2B5EF4-FFF2-40B4-BE49-F238E27FC236}">
                        <ns2:creationId id="{3BE33ECA-FC36-501C-5F48-31E0C4ACD566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2486297"/>
                    <a:ext cx="864961" cy="1258858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6" name="table_TWformat_4_1">
                    <a:extLst>
                      <a:ext uri="{FF2B5EF4-FFF2-40B4-BE49-F238E27FC236}">
                        <ns2:creationId id="{BC3A6835-4102-C0DF-9CE3-46DCE0236453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3768080"/>
                    <a:ext cx="864961" cy="1258858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en-US" altLang="ja-JP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19" name="table_TWformat_6_1">
                    <a:extLst>
                      <a:ext uri="{FF2B5EF4-FFF2-40B4-BE49-F238E27FC236}">
                        <ns2:creationId id="{C7BCE516-9780-E90B-9085-46271528E9A3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5049866"/>
                    <a:ext cx="864961" cy="617966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0" name="table_TWformat_7_1">
                    <a:extLst>
                      <a:ext uri="{FF2B5EF4-FFF2-40B4-BE49-F238E27FC236}">
                        <ns2:creationId id="{617F9AE3-7692-073E-3819-A113378BEA2B}"/>
                      </a:ext>
                    </a:extLst>
                  </p:cNvPr>
                  <p:cNvSpPr txBox="1"/>
                  <p:nvPr/>
                </p:nvSpPr>
                <p:spPr>
                  <a:xfrm>
                    <a:off x="345123" y="5690758"/>
                    <a:ext cx="864961" cy="796036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</p:spPr>
                <p:txBody>
                  <a:bodyPr vert="horz" wrap="non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r>
                      <a:rPr kumimoji="1" lang="en-US" altLang="ja-JP" sz="100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</p:grpSp>
            <p:sp>
              <p:nvSpPr>
                <p:cNvPr id="7" name="table_TWformat_1_1">
                  <a:extLst>
                    <a:ext uri="{FF2B5EF4-FFF2-40B4-BE49-F238E27FC236}">
                      <ns2:creationId id="{33B2C569-39B3-1880-92EB-285B54D55DE5}"/>
                    </a:ext>
                  </a:extLst>
                </p:cNvPr>
                <p:cNvSpPr txBox="1"/>
                <p:nvPr/>
              </p:nvSpPr>
              <p:spPr>
                <a:xfrm>
                  <a:off x="345123" y="2067560"/>
                  <a:ext cx="864961" cy="333663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cxnSp>
              <p:nvCxnSpPr>
                <p:cNvPr id="347" name="Straight Connector 346">
                  <a:extLst>
                    <a:ext uri="{FF2B5EF4-FFF2-40B4-BE49-F238E27FC236}">
                      <ns2:creationId id="{F8F8DC4F-EABC-7FDC-1D12-E61F10D0A58A}"/>
                    </a:ext>
                  </a:extLst>
                </p:cNvPr>
                <p:cNvCxnSpPr/>
                <p:nvPr/>
              </p:nvCxnSpPr>
              <p:spPr>
                <a:xfrm>
                  <a:off x="345123" y="2407412"/>
                  <a:ext cx="86496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72" name="Straight Connector 371">
              <a:extLst>
                <a:ext uri="{FF2B5EF4-FFF2-40B4-BE49-F238E27FC236}">
                  <ns2:creationId id="{71861158-2F36-6D4B-FC70-07FB060E0FB2}"/>
                </a:ext>
              </a:extLst>
            </p:cNvPr>
            <p:cNvCxnSpPr/>
            <p:nvPr/>
          </p:nvCxnSpPr>
          <p:spPr>
            <a:xfrm>
              <a:off x="9789161" y="2482815"/>
              <a:ext cx="206787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1" name="table_TWformat_1_9">
              <a:extLst>
                <a:ext uri="{FF2B5EF4-FFF2-40B4-BE49-F238E27FC236}">
                  <ns2:creationId id="{3386555C-A9C9-8C5B-460B-15C530AEE34E}"/>
                </a:ext>
              </a:extLst>
            </p:cNvPr>
            <p:cNvSpPr txBox="1"/>
            <p:nvPr/>
          </p:nvSpPr>
          <p:spPr>
            <a:xfrm>
              <a:off x="9789160" y="2164080"/>
              <a:ext cx="2067876" cy="312931"/>
            </a:xfrm>
            <a:prstGeom prst="rect">
              <a:avLst/>
            </a:prstGeom>
            <a:noFill/>
          </p:spPr>
          <p:txBody>
            <a:bodyPr vert="horz" wrap="none" lIns="432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rgbClr val="008000"/>
                  </a:solidFill>
                  <a:latin typeface="+mn-ea"/>
                </a:defRPr>
              </a:lvl1pPr>
            </a:lstStyle>
            <a:p>
              <a:pPr algn="l"/>
              <a:r>
                <a:rPr lang="ja-JP" altLang="en-US" dirty="0"/>
                <a:t>XX</a:t>
              </a:r>
            </a:p>
          </p:txBody>
        </p:sp>
        <p:pic>
          <p:nvPicPr>
            <p:cNvPr id="374" name="Graphic 373" descr="Lightbulb and pencil outline">
              <a:extLst>
                <a:ext uri="{FF2B5EF4-FFF2-40B4-BE49-F238E27FC236}">
                  <ns2:creationId id="{83E31EBD-AC59-F768-0601-23189E9C7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9842073" y="2151148"/>
              <a:ext cx="334437" cy="334437"/>
            </a:xfrm>
            <a:prstGeom prst="rect">
              <a:avLst/>
            </a:prstGeom>
          </p:spPr>
        </p:pic>
        <p:grpSp>
          <p:nvGrpSpPr>
            <p:cNvPr id="379" name="Group 378">
              <a:extLst>
                <a:ext uri="{FF2B5EF4-FFF2-40B4-BE49-F238E27FC236}">
                  <ns2:creationId id="{460C6F81-814F-164C-C217-5907821031B4}"/>
                </a:ext>
              </a:extLst>
            </p:cNvPr>
            <p:cNvGrpSpPr/>
            <p:nvPr/>
          </p:nvGrpSpPr>
          <p:grpSpPr>
            <a:xfrm>
              <a:off x="9810750" y="2584533"/>
              <a:ext cx="2046288" cy="2319238"/>
              <a:chOff x="9810750" y="2640293"/>
              <a:chExt cx="1299822" cy="2319238"/>
            </a:xfrm>
          </p:grpSpPr>
          <p:sp>
            <p:nvSpPr>
              <p:cNvPr id="377" name="Rectangle: Rounded Corners 30">
                <a:extLst>
                  <a:ext uri="{FF2B5EF4-FFF2-40B4-BE49-F238E27FC236}">
                    <ns2:creationId id="{DD58AD3C-5150-8EE0-6BCC-AED76A9D2CC2}"/>
                  </a:ext>
                </a:extLst>
              </p:cNvPr>
              <p:cNvSpPr/>
              <p:nvPr/>
            </p:nvSpPr>
            <p:spPr>
              <a:xfrm>
                <a:off x="9810750" y="2640293"/>
                <a:ext cx="1299822" cy="26741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zh-TW" sz="10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zh-TW" altLang="en-US" sz="10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zh-TW" sz="100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ja-JP" altLang="en-US" sz="1000" b="1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378" name="Rectangle: Rounded Corners 30">
                <a:extLst>
                  <a:ext uri="{FF2B5EF4-FFF2-40B4-BE49-F238E27FC236}">
                    <ns2:creationId id="{5F3E5FAA-37F7-BDC1-DB1E-E7D1B25BA0CF}"/>
                  </a:ext>
                </a:extLst>
              </p:cNvPr>
              <p:cNvSpPr/>
              <p:nvPr/>
            </p:nvSpPr>
            <p:spPr>
              <a:xfrm>
                <a:off x="9810750" y="2904412"/>
                <a:ext cx="1299822" cy="2055119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>
                <a:noAutofit/>
              </a:bodyPr>
              <a:lstStyle/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(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</a:p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) 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(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  <a:t>) 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1F1F1F"/>
                  </a:solidFill>
                  <a:latin typeface="+mn-ea"/>
                </a:endParaRPr>
              </a:p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～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)</a:t>
                </a: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1F1F1F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85" name="Group 384">
              <a:extLst>
                <a:ext uri="{FF2B5EF4-FFF2-40B4-BE49-F238E27FC236}">
                  <ns2:creationId id="{60203562-9EC9-E29A-BBE8-C0D7EF88E6A9}"/>
                </a:ext>
              </a:extLst>
            </p:cNvPr>
            <p:cNvGrpSpPr/>
            <p:nvPr/>
          </p:nvGrpSpPr>
          <p:grpSpPr>
            <a:xfrm>
              <a:off x="9485341" y="2538971"/>
              <a:ext cx="168216" cy="3775469"/>
              <a:chOff x="9482639" y="2538971"/>
              <a:chExt cx="168216" cy="3775469"/>
            </a:xfrm>
          </p:grpSpPr>
          <p:cxnSp>
            <p:nvCxnSpPr>
              <p:cNvPr id="381" name="直線コネクタ 125">
                <a:extLst>
                  <a:ext uri="{FF2B5EF4-FFF2-40B4-BE49-F238E27FC236}">
                    <ns2:creationId id="{B31C53E1-C1AB-E6AA-A494-C03A0781E6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66747" y="2538971"/>
                <a:ext cx="0" cy="3775469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4" name="Group 383">
                <a:extLst>
                  <a:ext uri="{FF2B5EF4-FFF2-40B4-BE49-F238E27FC236}">
                    <ns2:creationId id="{1E66AB3C-9144-6BA3-0FAA-5063B1162756}"/>
                  </a:ext>
                </a:extLst>
              </p:cNvPr>
              <p:cNvGrpSpPr/>
              <p:nvPr/>
            </p:nvGrpSpPr>
            <p:grpSpPr>
              <a:xfrm>
                <a:off x="9482639" y="4342371"/>
                <a:ext cx="168216" cy="168670"/>
                <a:chOff x="9436072" y="4295678"/>
                <a:chExt cx="261349" cy="262055"/>
              </a:xfrm>
            </p:grpSpPr>
            <p:sp>
              <p:nvSpPr>
                <p:cNvPr id="382" name="円/楕円 126">
                  <a:extLst>
                    <a:ext uri="{FF2B5EF4-FFF2-40B4-BE49-F238E27FC236}">
                      <ns2:creationId id="{0D30B0D8-5D07-FB4C-D0EB-DAA0CEB195B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9436072" y="4296385"/>
                  <a:ext cx="261349" cy="261348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lang="ja-JP" altLang="en-US">
                    <a:latin typeface="+mn-ea"/>
                  </a:endParaRPr>
                </a:p>
              </p:txBody>
            </p:sp>
            <p:pic>
              <p:nvPicPr>
                <p:cNvPr id="383" name="グラフィックス 130" descr="キャレットを下へ 枠線">
                  <a:extLst>
                    <a:ext uri="{FF2B5EF4-FFF2-40B4-BE49-F238E27FC236}">
                      <ns2:creationId id="{59015C25-8D04-00CB-0FC1-8A7C64C418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9436072" y="4295678"/>
                  <a:ext cx="258735" cy="25873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86" name="Group 385">
              <a:extLst>
                <a:ext uri="{FF2B5EF4-FFF2-40B4-BE49-F238E27FC236}">
                  <ns2:creationId id="{25A8708E-45F1-AA4F-B25D-C69B99D246FE}"/>
                </a:ext>
              </a:extLst>
            </p:cNvPr>
            <p:cNvGrpSpPr/>
            <p:nvPr/>
          </p:nvGrpSpPr>
          <p:grpSpPr>
            <a:xfrm>
              <a:off x="9810750" y="5017098"/>
              <a:ext cx="2046288" cy="1297342"/>
              <a:chOff x="9810750" y="2640293"/>
              <a:chExt cx="1299822" cy="1297342"/>
            </a:xfrm>
          </p:grpSpPr>
          <p:sp>
            <p:nvSpPr>
              <p:cNvPr id="387" name="Rectangle: Rounded Corners 30">
                <a:extLst>
                  <a:ext uri="{FF2B5EF4-FFF2-40B4-BE49-F238E27FC236}">
                    <ns2:creationId id="{057C92C5-004C-66AD-6A94-9A8DF7830E5D}"/>
                  </a:ext>
                </a:extLst>
              </p:cNvPr>
              <p:cNvSpPr/>
              <p:nvPr/>
            </p:nvSpPr>
            <p:spPr>
              <a:xfrm>
                <a:off x="9810750" y="2640293"/>
                <a:ext cx="1299822" cy="26741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88" name="Rectangle: Rounded Corners 30">
                <a:extLst>
                  <a:ext uri="{FF2B5EF4-FFF2-40B4-BE49-F238E27FC236}">
                    <ns2:creationId id="{B97E8EA2-90F9-C1DC-A881-CBD80F64D992}"/>
                  </a:ext>
                </a:extLst>
              </p:cNvPr>
              <p:cNvSpPr/>
              <p:nvPr/>
            </p:nvSpPr>
            <p:spPr>
              <a:xfrm>
                <a:off x="9810750" y="2904412"/>
                <a:ext cx="1299822" cy="103322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>
                <a:noAutofit/>
              </a:bodyPr>
              <a:lstStyle/>
              <a:p>
                <a:pPr marL="179388" indent="-179388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89" name="table_TWformat_1_9">
              <a:extLst>
                <a:ext uri="{FF2B5EF4-FFF2-40B4-BE49-F238E27FC236}">
                  <ns2:creationId id="{30FB8B7E-B856-626C-0387-17CF461AF6D6}"/>
                </a:ext>
              </a:extLst>
            </p:cNvPr>
            <p:cNvSpPr txBox="1"/>
            <p:nvPr/>
          </p:nvSpPr>
          <p:spPr>
            <a:xfrm>
              <a:off x="10826750" y="2193166"/>
              <a:ext cx="946150" cy="254760"/>
            </a:xfrm>
            <a:prstGeom prst="roundRect">
              <a:avLst>
                <a:gd name="adj" fmla="val 12928"/>
              </a:avLst>
            </a:prstGeom>
            <a:noFill/>
            <a:ln>
              <a:solidFill>
                <a:srgbClr val="008000"/>
              </a:solidFill>
            </a:ln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rgbClr val="008000"/>
                  </a:solidFill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endParaRPr lang="ja-JP" altLang="en-US" dirty="0"/>
            </a:p>
          </p:txBody>
        </p:sp>
      </p:grpSp>
      <p:sp>
        <p:nvSpPr>
          <p:cNvPr id="397" name="Text Placeholder 75">
            <a:extLst>
              <a:ext uri="{FF2B5EF4-FFF2-40B4-BE49-F238E27FC236}">
                <ns2:creationId id="{AA33EA1E-C36F-7396-CB9A-CBAA5FD862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(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) 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(</a:t>
            </a:r>
            <a:r>
              <a:rPr lang="ja-JP" altLang="en-US" sz="1800" dirty="0">
                <a:latin typeface="+mn-ea"/>
              </a:rPr>
              <a:t>XX</a:t>
            </a:r>
            <a:r>
              <a:rPr lang="en-US" altLang="ja-JP" sz="1800" dirty="0">
                <a:latin typeface="+mn-ea"/>
              </a:rPr>
              <a:t>) </a:t>
            </a:r>
            <a:r>
              <a:rPr lang="ja-JP" altLang="en-US" sz="1800" dirty="0">
                <a:latin typeface="+mn-ea"/>
              </a:rPr>
              <a:t>XX</a:t>
            </a:r>
            <a:endParaRPr lang="en-US" altLang="ja-JP" sz="1800" dirty="0">
              <a:latin typeface="+mn-ea"/>
            </a:endParaRPr>
          </a:p>
          <a:p>
            <a:r>
              <a:rPr lang="ja-JP" altLang="en-US" sz="1800" dirty="0">
                <a:latin typeface="+mn-ea"/>
              </a:rPr>
              <a:t>XX</a:t>
            </a:r>
          </a:p>
        </p:txBody>
      </p:sp>
      <p:sp>
        <p:nvSpPr>
          <p:cNvPr id="3" name="正方形/長方形 2">
            <a:extLst>
              <a:ext uri="{FF2B5EF4-FFF2-40B4-BE49-F238E27FC236}">
                <ns2:creationId id="{E35036D4-6FC4-CA7D-A28A-4FB07D8ECE36}"/>
              </a:ext>
            </a:extLst>
          </p:cNvPr>
          <p:cNvSpPr/>
          <p:nvPr/>
        </p:nvSpPr>
        <p:spPr>
          <a:xfrm>
            <a:off x="5905949" y="91758"/>
            <a:ext cx="4625788" cy="7209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777306214"/>
      </p:ext>
    </p:extLst>
  </p:cSld>
  <p:clrMapOvr>
    <a:masterClrMapping/>
  </p:clrMapOvr>
</p:sld>
</file>

<file path=ppt/slides/slide129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06D974C-54DB-D8DA-5506-212CA685F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D7293AA-2E6B-00F6-05CE-E2B1F7EA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  <a:br>
              <a:rPr kumimoji="1" lang="ja-JP" altLang="en-US" dirty="0">
                <a:latin typeface="+mn-ea"/>
                <a:ea typeface="+mn-ea"/>
              </a:rPr>
            </a:br>
            <a:r>
              <a:rPr kumimoji="1" lang="ja-JP" altLang="en-US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 </a:t>
            </a:r>
            <a:r>
              <a:rPr kumimoji="1" lang="en-US" altLang="ja-JP" sz="1800" dirty="0">
                <a:latin typeface="+mn-ea"/>
                <a:ea typeface="+mn-ea"/>
              </a:rPr>
              <a:t>XX</a:t>
            </a:r>
            <a:r>
              <a:rPr kumimoji="1" lang="ja-JP" altLang="en-US" sz="1800" dirty="0">
                <a:latin typeface="+mn-ea"/>
                <a:ea typeface="+mn-ea"/>
              </a:rPr>
              <a:t>XX</a:t>
            </a:r>
            <a:r>
              <a:rPr kumimoji="1" lang="en-US" altLang="ja-JP" sz="1800" dirty="0">
                <a:latin typeface="+mn-ea"/>
                <a:ea typeface="+mn-ea"/>
              </a:rPr>
              <a:t>(</a:t>
            </a:r>
            <a:r>
              <a:rPr kumimoji="1" lang="ja-JP" altLang="en-US" sz="1800" dirty="0">
                <a:latin typeface="+mn-ea"/>
                <a:ea typeface="+mn-ea"/>
              </a:rPr>
              <a:t>XX</a:t>
            </a:r>
            <a:r>
              <a:rPr kumimoji="1" lang="en-US" altLang="ja-JP" sz="1800" dirty="0">
                <a:latin typeface="+mn-ea"/>
                <a:ea typeface="+mn-ea"/>
              </a:rPr>
              <a:t>)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948F76D-169E-EF11-A32D-8A58A6F77C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>
            <a:noAutofit/>
          </a:bodyPr>
          <a:lstStyle/>
          <a:p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1</a:t>
            </a: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10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</a:p>
        </p:txBody>
      </p:sp>
      <p:sp>
        <p:nvSpPr>
          <p:cNvPr id="7" name="Rectangle 1">
            <a:extLst>
              <a:ext uri="{FF2B5EF4-FFF2-40B4-BE49-F238E27FC236}">
                <ns2:creationId id="{14F3A9CF-2ED3-9178-4519-0A0FF197F3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1628259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>
              <a:latin typeface="+mn-ea"/>
            </a:endParaRPr>
          </a:p>
        </p:txBody>
      </p:sp>
      <p:grpSp>
        <p:nvGrpSpPr>
          <p:cNvPr id="185" name="Group 184">
            <a:extLst>
              <a:ext uri="{FF2B5EF4-FFF2-40B4-BE49-F238E27FC236}">
                <ns2:creationId id="{796A559E-BDA0-80F2-3420-88E58491FA59}"/>
              </a:ext>
            </a:extLst>
          </p:cNvPr>
          <p:cNvGrpSpPr/>
          <p:nvPr/>
        </p:nvGrpSpPr>
        <p:grpSpPr>
          <a:xfrm>
            <a:off x="334962" y="1639533"/>
            <a:ext cx="11522078" cy="4679951"/>
            <a:chOff x="334962" y="1628775"/>
            <a:chExt cx="11522078" cy="4679951"/>
          </a:xfrm>
        </p:grpSpPr>
        <p:grpSp>
          <p:nvGrpSpPr>
            <p:cNvPr id="144" name="Group 143">
              <a:extLst>
                <a:ext uri="{FF2B5EF4-FFF2-40B4-BE49-F238E27FC236}">
                  <ns2:creationId id="{3D90DEEF-0AED-BF4D-DF03-34D9E2537EA3}"/>
                </a:ext>
              </a:extLst>
            </p:cNvPr>
            <p:cNvGrpSpPr/>
            <p:nvPr/>
          </p:nvGrpSpPr>
          <p:grpSpPr>
            <a:xfrm>
              <a:off x="334963" y="1628775"/>
              <a:ext cx="11522075" cy="2922905"/>
              <a:chOff x="334963" y="1628775"/>
              <a:chExt cx="11522075" cy="3375025"/>
            </a:xfrm>
          </p:grpSpPr>
          <p:grpSp>
            <p:nvGrpSpPr>
              <p:cNvPr id="130" name="Group 129">
                <a:extLst>
                  <a:ext uri="{FF2B5EF4-FFF2-40B4-BE49-F238E27FC236}">
                    <ns2:creationId id="{CBE8D9C6-CCD5-C8A7-1BD4-E485286FC3BB}"/>
                  </a:ext>
                </a:extLst>
              </p:cNvPr>
              <p:cNvGrpSpPr/>
              <p:nvPr/>
            </p:nvGrpSpPr>
            <p:grpSpPr>
              <a:xfrm>
                <a:off x="6553199" y="1628775"/>
                <a:ext cx="5303839" cy="3375025"/>
                <a:chOff x="7448550" y="1628775"/>
                <a:chExt cx="4408488" cy="3502025"/>
              </a:xfrm>
            </p:grpSpPr>
            <p:sp>
              <p:nvSpPr>
                <p:cNvPr id="98" name="table_TWformat_1_7">
                  <a:extLst>
                    <a:ext uri="{FF2B5EF4-FFF2-40B4-BE49-F238E27FC236}">
                      <ns2:creationId id="{F79F8BA7-5C8D-25E8-3291-C21B8FF3A014}"/>
                    </a:ext>
                  </a:extLst>
                </p:cNvPr>
                <p:cNvSpPr txBox="1"/>
                <p:nvPr/>
              </p:nvSpPr>
              <p:spPr>
                <a:xfrm>
                  <a:off x="7448550" y="1628775"/>
                  <a:ext cx="4408488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1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00" name="Straight Connector 99">
                  <a:extLst>
                    <a:ext uri="{FF2B5EF4-FFF2-40B4-BE49-F238E27FC236}">
                      <ns2:creationId id="{93F16487-5244-96F9-162A-515E8BE83005}"/>
                    </a:ext>
                  </a:extLst>
                </p:cNvPr>
                <p:cNvCxnSpPr/>
                <p:nvPr/>
              </p:nvCxnSpPr>
              <p:spPr>
                <a:xfrm>
                  <a:off x="7448550" y="2070100"/>
                  <a:ext cx="4408485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able_TWformat_2_7">
                  <a:extLst>
                    <a:ext uri="{FF2B5EF4-FFF2-40B4-BE49-F238E27FC236}">
                      <ns2:creationId id="{9AF694BC-64D9-4803-D2CA-58BC43F3B865}"/>
                    </a:ext>
                  </a:extLst>
                </p:cNvPr>
                <p:cNvSpPr txBox="1"/>
                <p:nvPr/>
              </p:nvSpPr>
              <p:spPr>
                <a:xfrm>
                  <a:off x="7448550" y="2116575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(</a:t>
                  </a: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～</a:t>
                  </a:r>
                  <a:r>
                    <a:rPr lang="en-US" altLang="ja-JP" sz="1100" dirty="0"/>
                    <a:t>5</a:t>
                  </a: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～</a:t>
                  </a:r>
                  <a:r>
                    <a:rPr lang="en-US" altLang="ja-JP" sz="1100" dirty="0"/>
                    <a:t>3</a:t>
                  </a: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)</a:t>
                  </a:r>
                  <a:br>
                    <a:rPr lang="en-US" altLang="ja-JP" sz="1100" dirty="0"/>
                  </a:br>
                  <a:r>
                    <a:rPr lang="ja-JP" altLang="en-US" sz="1100" dirty="0"/>
                    <a:t>XX</a:t>
                  </a:r>
                </a:p>
              </p:txBody>
            </p:sp>
            <p:sp>
              <p:nvSpPr>
                <p:cNvPr id="101" name="table_TWformat_3_7">
                  <a:extLst>
                    <a:ext uri="{FF2B5EF4-FFF2-40B4-BE49-F238E27FC236}">
                      <ns2:creationId id="{16ADDFA8-DDCE-B793-DC88-A8F0D287D7EC}"/>
                    </a:ext>
                  </a:extLst>
                </p:cNvPr>
                <p:cNvSpPr txBox="1"/>
                <p:nvPr/>
              </p:nvSpPr>
              <p:spPr>
                <a:xfrm>
                  <a:off x="7448550" y="2549708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sz="1100" b="1" dirty="0">
                      <a:solidFill>
                        <a:srgbClr val="008000"/>
                      </a:solidFill>
                    </a:rPr>
                    <a:t>XX</a:t>
                  </a:r>
                  <a:r>
                    <a:rPr lang="ja-JP" altLang="en-US" sz="1100" dirty="0"/>
                    <a:t>XX</a:t>
                  </a:r>
                  <a:endParaRPr lang="en-US" altLang="ja-JP" sz="1100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2" name="Straight Connector 101">
                  <a:extLst>
                    <a:ext uri="{FF2B5EF4-FFF2-40B4-BE49-F238E27FC236}">
                      <ns2:creationId id="{C58EAFAC-5CD3-5EE3-814C-BEF0A398E25F}"/>
                    </a:ext>
                  </a:extLst>
                </p:cNvPr>
                <p:cNvCxnSpPr/>
                <p:nvPr/>
              </p:nvCxnSpPr>
              <p:spPr>
                <a:xfrm>
                  <a:off x="7448550" y="2540855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table_TWformat_4_7">
                  <a:extLst>
                    <a:ext uri="{FF2B5EF4-FFF2-40B4-BE49-F238E27FC236}">
                      <ns2:creationId id="{47D4ED11-0BF8-8521-A6A6-04D78F61D313}"/>
                    </a:ext>
                  </a:extLst>
                </p:cNvPr>
                <p:cNvSpPr txBox="1"/>
                <p:nvPr/>
              </p:nvSpPr>
              <p:spPr>
                <a:xfrm>
                  <a:off x="7448550" y="2982841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sz="1100" b="1" dirty="0">
                    <a:solidFill>
                      <a:srgbClr val="008000"/>
                    </a:solidFill>
                  </a:endParaRPr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/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5" name="Straight Connector 104">
                  <a:extLst>
                    <a:ext uri="{FF2B5EF4-FFF2-40B4-BE49-F238E27FC236}">
                      <ns2:creationId id="{C1A4F45F-4E16-E9E4-E665-E7DD1C84B550}"/>
                    </a:ext>
                  </a:extLst>
                </p:cNvPr>
                <p:cNvCxnSpPr/>
                <p:nvPr/>
              </p:nvCxnSpPr>
              <p:spPr>
                <a:xfrm>
                  <a:off x="7448550" y="2973988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table_TWformat_5_7">
                  <a:extLst>
                    <a:ext uri="{FF2B5EF4-FFF2-40B4-BE49-F238E27FC236}">
                      <ns2:creationId id="{59567E2D-A5CD-BC25-DF24-205433C89FD8}"/>
                    </a:ext>
                  </a:extLst>
                </p:cNvPr>
                <p:cNvSpPr txBox="1"/>
                <p:nvPr/>
              </p:nvSpPr>
              <p:spPr>
                <a:xfrm>
                  <a:off x="7448550" y="3415975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  <a:endParaRPr lang="en-US" altLang="ja-JP" sz="1100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ns2:creationId id="{892027FE-BFCC-A785-30F2-03E0E184C62A}"/>
                    </a:ext>
                  </a:extLst>
                </p:cNvPr>
                <p:cNvCxnSpPr/>
                <p:nvPr/>
              </p:nvCxnSpPr>
              <p:spPr>
                <a:xfrm>
                  <a:off x="7448550" y="3407122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table_TWformat_6_7">
                  <a:extLst>
                    <a:ext uri="{FF2B5EF4-FFF2-40B4-BE49-F238E27FC236}">
                      <ns2:creationId id="{3DA1C5A1-F50E-C0D8-7369-1335A57669FC}"/>
                    </a:ext>
                  </a:extLst>
                </p:cNvPr>
                <p:cNvSpPr txBox="1"/>
                <p:nvPr/>
              </p:nvSpPr>
              <p:spPr>
                <a:xfrm>
                  <a:off x="7448550" y="3849108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sz="1100" dirty="0"/>
                    <a:t>XX</a:t>
                  </a:r>
                  <a:endParaRPr lang="en-US" altLang="ja-JP" sz="1100" dirty="0"/>
                </a:p>
                <a:p>
                  <a:pPr>
                    <a:spcAft>
                      <a:spcPts val="100"/>
                    </a:spcAft>
                  </a:pP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09" name="Straight Connector 108">
                  <a:extLst>
                    <a:ext uri="{FF2B5EF4-FFF2-40B4-BE49-F238E27FC236}">
                      <ns2:creationId id="{E9556F1B-CCAA-99B4-60EC-2AB7DC6D4A9D}"/>
                    </a:ext>
                  </a:extLst>
                </p:cNvPr>
                <p:cNvCxnSpPr/>
                <p:nvPr/>
              </p:nvCxnSpPr>
              <p:spPr>
                <a:xfrm>
                  <a:off x="7448550" y="3840255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0" name="table_TWformat_7_7">
                  <a:extLst>
                    <a:ext uri="{FF2B5EF4-FFF2-40B4-BE49-F238E27FC236}">
                      <ns2:creationId id="{31642809-26F9-48A7-ACF9-772D565E31A3}"/>
                    </a:ext>
                  </a:extLst>
                </p:cNvPr>
                <p:cNvSpPr txBox="1"/>
                <p:nvPr/>
              </p:nvSpPr>
              <p:spPr>
                <a:xfrm>
                  <a:off x="7448550" y="4282241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XX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ns2:creationId id="{2D8AA1E2-3480-3C14-0FC7-38E1A25BF6E7}"/>
                    </a:ext>
                  </a:extLst>
                </p:cNvPr>
                <p:cNvCxnSpPr/>
                <p:nvPr/>
              </p:nvCxnSpPr>
              <p:spPr>
                <a:xfrm>
                  <a:off x="7448550" y="4273387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2" name="table_TWformat_8_7">
                  <a:extLst>
                    <a:ext uri="{FF2B5EF4-FFF2-40B4-BE49-F238E27FC236}">
                      <ns2:creationId id="{91C9B4D3-C95A-21B6-7C77-2C571D6BA536}"/>
                    </a:ext>
                  </a:extLst>
                </p:cNvPr>
                <p:cNvSpPr txBox="1"/>
                <p:nvPr/>
              </p:nvSpPr>
              <p:spPr>
                <a:xfrm>
                  <a:off x="7448550" y="4715374"/>
                  <a:ext cx="4408488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 sz="1100" dirty="0"/>
                    <a:t>XX</a:t>
                  </a:r>
                  <a:r>
                    <a:rPr lang="en-US" altLang="ja-JP" sz="1100" dirty="0"/>
                    <a:t>/</a:t>
                  </a:r>
                  <a:r>
                    <a:rPr lang="ja-JP" altLang="en-US" sz="1100" dirty="0"/>
                    <a:t>XX</a:t>
                  </a:r>
                </a:p>
              </p:txBody>
            </p:sp>
            <p:cxnSp>
              <p:nvCxnSpPr>
                <p:cNvPr id="113" name="Straight Connector 112">
                  <a:extLst>
                    <a:ext uri="{FF2B5EF4-FFF2-40B4-BE49-F238E27FC236}">
                      <ns2:creationId id="{3A106CD0-8CE1-62D3-C275-82C00CC91C39}"/>
                    </a:ext>
                  </a:extLst>
                </p:cNvPr>
                <p:cNvCxnSpPr/>
                <p:nvPr/>
              </p:nvCxnSpPr>
              <p:spPr>
                <a:xfrm>
                  <a:off x="7448550" y="4706520"/>
                  <a:ext cx="440848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2" name="Group 131">
                <a:extLst>
                  <a:ext uri="{FF2B5EF4-FFF2-40B4-BE49-F238E27FC236}">
                    <ns2:creationId id="{17DBDB35-6EEE-92A8-1B7D-8C19EEE9257E}"/>
                  </a:ext>
                </a:extLst>
              </p:cNvPr>
              <p:cNvGrpSpPr/>
              <p:nvPr/>
            </p:nvGrpSpPr>
            <p:grpSpPr>
              <a:xfrm>
                <a:off x="1202356" y="1628775"/>
                <a:ext cx="706357" cy="3375025"/>
                <a:chOff x="1067624" y="1628775"/>
                <a:chExt cx="706357" cy="3502025"/>
              </a:xfrm>
            </p:grpSpPr>
            <p:sp>
              <p:nvSpPr>
                <p:cNvPr id="23" name="table_TWformat_1_2">
                  <a:extLst>
                    <a:ext uri="{FF2B5EF4-FFF2-40B4-BE49-F238E27FC236}">
                      <ns2:creationId id="{2AA822C3-9ECC-FC9E-76EC-65918EAA39ED}"/>
                    </a:ext>
                  </a:extLst>
                </p:cNvPr>
                <p:cNvSpPr txBox="1"/>
                <p:nvPr/>
              </p:nvSpPr>
              <p:spPr>
                <a:xfrm>
                  <a:off x="1067624" y="1628775"/>
                  <a:ext cx="706357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latin typeface="+mn-ea"/>
                    </a:defRPr>
                  </a:lvl1pPr>
                </a:lstStyle>
                <a:p>
                  <a:r>
                    <a:rPr lang="ja-JP" altLang="en-US" sz="1100"/>
                    <a:t>XX</a:t>
                  </a:r>
                  <a:endParaRPr lang="ja-JP" altLang="en-US" sz="1100" dirty="0"/>
                </a:p>
              </p:txBody>
            </p:sp>
            <p:cxnSp>
              <p:nvCxnSpPr>
                <p:cNvPr id="25" name="Straight Connector 24">
                  <a:extLst>
                    <a:ext uri="{FF2B5EF4-FFF2-40B4-BE49-F238E27FC236}">
                      <ns2:creationId id="{DA098E40-76F1-5656-9C84-1190B7C701BA}"/>
                    </a:ext>
                  </a:extLst>
                </p:cNvPr>
                <p:cNvCxnSpPr/>
                <p:nvPr/>
              </p:nvCxnSpPr>
              <p:spPr>
                <a:xfrm>
                  <a:off x="1067624" y="2070100"/>
                  <a:ext cx="70635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18" name="Group 117">
                  <a:extLst>
                    <a:ext uri="{FF2B5EF4-FFF2-40B4-BE49-F238E27FC236}">
                      <ns2:creationId id="{0B5204C8-5949-9420-CE23-8CC460CBC75C}"/>
                    </a:ext>
                  </a:extLst>
                </p:cNvPr>
                <p:cNvGrpSpPr/>
                <p:nvPr/>
              </p:nvGrpSpPr>
              <p:grpSpPr>
                <a:xfrm>
                  <a:off x="1067624" y="2116575"/>
                  <a:ext cx="706357" cy="3014225"/>
                  <a:chOff x="1988309" y="2116575"/>
                  <a:chExt cx="1602000" cy="2436375"/>
                </a:xfrm>
              </p:grpSpPr>
              <p:sp>
                <p:nvSpPr>
                  <p:cNvPr id="24" name="table_TWformat_2_2">
                    <a:extLst>
                      <a:ext uri="{FF2B5EF4-FFF2-40B4-BE49-F238E27FC236}">
                        <ns2:creationId id="{62BBE88F-9A83-F9D0-C827-6ED58C135E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2116575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sp>
                <p:nvSpPr>
                  <p:cNvPr id="26" name="table_TWformat_3_2">
                    <a:extLst>
                      <a:ext uri="{FF2B5EF4-FFF2-40B4-BE49-F238E27FC236}">
                        <ns2:creationId id="{8D3DDC96-E382-5E48-0591-DC716C88D7A0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2466673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27" name="Straight Connector 26">
                    <a:extLst>
                      <a:ext uri="{FF2B5EF4-FFF2-40B4-BE49-F238E27FC236}">
                        <ns2:creationId id="{841A031E-CC23-2688-4D69-6B3BE16DF094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2459517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" name="table_TWformat_4_2">
                    <a:extLst>
                      <a:ext uri="{FF2B5EF4-FFF2-40B4-BE49-F238E27FC236}">
                        <ns2:creationId id="{0AE90052-2A08-AE1E-21AB-8221770C1120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2816771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29" name="Straight Connector 28">
                    <a:extLst>
                      <a:ext uri="{FF2B5EF4-FFF2-40B4-BE49-F238E27FC236}">
                        <ns2:creationId id="{B7A1DE13-5DD9-31E4-544E-650D69AA3373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2809615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table_TWformat_5_2">
                    <a:extLst>
                      <a:ext uri="{FF2B5EF4-FFF2-40B4-BE49-F238E27FC236}">
                        <ns2:creationId id="{5B208170-A401-57DA-EFE7-5D090E5CB304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3166870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1" name="Straight Connector 30">
                    <a:extLst>
                      <a:ext uri="{FF2B5EF4-FFF2-40B4-BE49-F238E27FC236}">
                        <ns2:creationId id="{AFEED5A8-F1FF-65C5-8167-C46009DA84B0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3159714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2" name="table_TWformat_6_2">
                    <a:extLst>
                      <a:ext uri="{FF2B5EF4-FFF2-40B4-BE49-F238E27FC236}">
                        <ns2:creationId id="{C222833E-A54B-513E-A123-A828105436BC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3516968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3" name="Straight Connector 32">
                    <a:extLst>
                      <a:ext uri="{FF2B5EF4-FFF2-40B4-BE49-F238E27FC236}">
                        <ns2:creationId id="{94CA80A3-9825-282E-569D-05C33AA27B1E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3509812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table_TWformat_7_2">
                    <a:extLst>
                      <a:ext uri="{FF2B5EF4-FFF2-40B4-BE49-F238E27FC236}">
                        <ns2:creationId id="{70665EA1-91A3-6831-1201-C68D8BDC486D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3867066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5" name="Straight Connector 34">
                    <a:extLst>
                      <a:ext uri="{FF2B5EF4-FFF2-40B4-BE49-F238E27FC236}">
                        <ns2:creationId id="{E605D576-1E72-3152-B4AE-7014D42BF12C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3859910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table_TWformat_8_2">
                    <a:extLst>
                      <a:ext uri="{FF2B5EF4-FFF2-40B4-BE49-F238E27FC236}">
                        <ns2:creationId id="{3CE3B162-F021-D992-500A-258270A71FAC}"/>
                      </a:ext>
                    </a:extLst>
                  </p:cNvPr>
                  <p:cNvSpPr txBox="1"/>
                  <p:nvPr/>
                </p:nvSpPr>
                <p:spPr>
                  <a:xfrm>
                    <a:off x="1988309" y="4217164"/>
                    <a:ext cx="1602000" cy="335786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100">
                        <a:latin typeface="+mn-ea"/>
                      </a:rPr>
                      <a:t>XX</a:t>
                    </a:r>
                    <a:endParaRPr kumimoji="1" lang="ja-JP" altLang="en-US" sz="1100" dirty="0">
                      <a:latin typeface="+mn-ea"/>
                    </a:endParaRPr>
                  </a:p>
                </p:txBody>
              </p:sp>
              <p:cxnSp>
                <p:nvCxnSpPr>
                  <p:cNvPr id="37" name="Straight Connector 36">
                    <a:extLst>
                      <a:ext uri="{FF2B5EF4-FFF2-40B4-BE49-F238E27FC236}">
                        <ns2:creationId id="{847EFCBB-C14A-4351-31A4-0D551D5A9EB1}"/>
                      </a:ext>
                    </a:extLst>
                  </p:cNvPr>
                  <p:cNvCxnSpPr/>
                  <p:nvPr/>
                </p:nvCxnSpPr>
                <p:spPr>
                  <a:xfrm>
                    <a:off x="1988309" y="4210008"/>
                    <a:ext cx="160199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65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33" name="Group 132">
                <a:extLst>
                  <a:ext uri="{FF2B5EF4-FFF2-40B4-BE49-F238E27FC236}">
                    <ns2:creationId id="{AC93B2F1-E42E-28DE-1697-DFB6B3FDD408}"/>
                  </a:ext>
                </a:extLst>
              </p:cNvPr>
              <p:cNvGrpSpPr/>
              <p:nvPr/>
            </p:nvGrpSpPr>
            <p:grpSpPr>
              <a:xfrm>
                <a:off x="1949019" y="1628775"/>
                <a:ext cx="834428" cy="3375025"/>
                <a:chOff x="1800285" y="1628775"/>
                <a:chExt cx="927352" cy="3502025"/>
              </a:xfrm>
            </p:grpSpPr>
            <p:sp>
              <p:nvSpPr>
                <p:cNvPr id="38" name="table_TWformat_1_3">
                  <a:extLst>
                    <a:ext uri="{FF2B5EF4-FFF2-40B4-BE49-F238E27FC236}">
                      <ns2:creationId id="{970BF342-CFAF-3DDD-07AE-17281EA1C010}"/>
                    </a:ext>
                  </a:extLst>
                </p:cNvPr>
                <p:cNvSpPr txBox="1"/>
                <p:nvPr/>
              </p:nvSpPr>
              <p:spPr>
                <a:xfrm>
                  <a:off x="1800285" y="1628775"/>
                  <a:ext cx="927352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100" dirty="0">
                      <a:latin typeface="+mn-ea"/>
                    </a:rPr>
                    <a:t>XX</a:t>
                  </a:r>
                  <a:br>
                    <a:rPr kumimoji="1" lang="en-US" altLang="zh-TW" sz="1100" dirty="0">
                      <a:latin typeface="+mn-ea"/>
                    </a:rPr>
                  </a:br>
                  <a:r>
                    <a:rPr kumimoji="1" lang="en-US" altLang="zh-TW" sz="900" dirty="0">
                      <a:latin typeface="+mn-ea"/>
                    </a:rPr>
                    <a:t>(</a:t>
                  </a:r>
                  <a:r>
                    <a:rPr kumimoji="1" lang="zh-TW" altLang="en-US" sz="900" dirty="0">
                      <a:latin typeface="+mn-ea"/>
                    </a:rPr>
                    <a:t>XX</a:t>
                  </a:r>
                  <a:r>
                    <a:rPr kumimoji="1" lang="en-US" altLang="zh-TW" sz="900" dirty="0">
                      <a:latin typeface="+mn-ea"/>
                    </a:rPr>
                    <a:t>)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ns2:creationId id="{DE6865B2-63F5-E38F-141D-FF84D0243C1B}"/>
                    </a:ext>
                  </a:extLst>
                </p:cNvPr>
                <p:cNvCxnSpPr/>
                <p:nvPr/>
              </p:nvCxnSpPr>
              <p:spPr>
                <a:xfrm>
                  <a:off x="1800285" y="2070100"/>
                  <a:ext cx="927352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able_TWformat_2_3">
                  <a:extLst>
                    <a:ext uri="{FF2B5EF4-FFF2-40B4-BE49-F238E27FC236}">
                      <ns2:creationId id="{0D61E348-9406-1F9A-0AA8-4F9ABA5A1F6D}"/>
                    </a:ext>
                  </a:extLst>
                </p:cNvPr>
                <p:cNvSpPr txBox="1"/>
                <p:nvPr/>
              </p:nvSpPr>
              <p:spPr>
                <a:xfrm>
                  <a:off x="1800285" y="2116575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3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4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41" name="table_TWformat_3_3">
                  <a:extLst>
                    <a:ext uri="{FF2B5EF4-FFF2-40B4-BE49-F238E27FC236}">
                      <ns2:creationId id="{0308907A-982F-34D1-60D9-A9DE34FA3C87}"/>
                    </a:ext>
                  </a:extLst>
                </p:cNvPr>
                <p:cNvSpPr txBox="1"/>
                <p:nvPr/>
              </p:nvSpPr>
              <p:spPr>
                <a:xfrm>
                  <a:off x="1800285" y="2549708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2" name="Straight Connector 41">
                  <a:extLst>
                    <a:ext uri="{FF2B5EF4-FFF2-40B4-BE49-F238E27FC236}">
                      <ns2:creationId id="{BC78EE5E-0C82-095B-9BCB-83F659B2FFBF}"/>
                    </a:ext>
                  </a:extLst>
                </p:cNvPr>
                <p:cNvCxnSpPr/>
                <p:nvPr/>
              </p:nvCxnSpPr>
              <p:spPr>
                <a:xfrm>
                  <a:off x="1800285" y="2540855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table_TWformat_4_3">
                  <a:extLst>
                    <a:ext uri="{FF2B5EF4-FFF2-40B4-BE49-F238E27FC236}">
                      <ns2:creationId id="{CBFADDCD-F9A9-8C18-E48A-7EE62D914691}"/>
                    </a:ext>
                  </a:extLst>
                </p:cNvPr>
                <p:cNvSpPr txBox="1"/>
                <p:nvPr/>
              </p:nvSpPr>
              <p:spPr>
                <a:xfrm>
                  <a:off x="1800285" y="2982841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3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BC740D95-4114-DB84-9F13-7C435647FD83}"/>
                    </a:ext>
                  </a:extLst>
                </p:cNvPr>
                <p:cNvCxnSpPr/>
                <p:nvPr/>
              </p:nvCxnSpPr>
              <p:spPr>
                <a:xfrm>
                  <a:off x="1800285" y="2973988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" name="table_TWformat_5_3">
                  <a:extLst>
                    <a:ext uri="{FF2B5EF4-FFF2-40B4-BE49-F238E27FC236}">
                      <ns2:creationId id="{2C4844A7-1EE6-2926-19BC-2BD6251250D7}"/>
                    </a:ext>
                  </a:extLst>
                </p:cNvPr>
                <p:cNvSpPr txBox="1"/>
                <p:nvPr/>
              </p:nvSpPr>
              <p:spPr>
                <a:xfrm>
                  <a:off x="1800285" y="3415975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6" name="Straight Connector 45">
                  <a:extLst>
                    <a:ext uri="{FF2B5EF4-FFF2-40B4-BE49-F238E27FC236}">
                      <ns2:creationId id="{F6A094C0-3CA5-6FBC-5E60-2666A28A1D78}"/>
                    </a:ext>
                  </a:extLst>
                </p:cNvPr>
                <p:cNvCxnSpPr/>
                <p:nvPr/>
              </p:nvCxnSpPr>
              <p:spPr>
                <a:xfrm>
                  <a:off x="1800285" y="3407122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table_TWformat_6_3">
                  <a:extLst>
                    <a:ext uri="{FF2B5EF4-FFF2-40B4-BE49-F238E27FC236}">
                      <ns2:creationId id="{4FB56D0A-65DE-852B-5C95-DEF7A7DBD4E2}"/>
                    </a:ext>
                  </a:extLst>
                </p:cNvPr>
                <p:cNvSpPr txBox="1"/>
                <p:nvPr/>
              </p:nvSpPr>
              <p:spPr>
                <a:xfrm>
                  <a:off x="1800285" y="3849108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2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3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48" name="Straight Connector 47">
                  <a:extLst>
                    <a:ext uri="{FF2B5EF4-FFF2-40B4-BE49-F238E27FC236}">
                      <ns2:creationId id="{E9EDCF7E-DE95-154B-B2AA-2959DCB0237C}"/>
                    </a:ext>
                  </a:extLst>
                </p:cNvPr>
                <p:cNvCxnSpPr/>
                <p:nvPr/>
              </p:nvCxnSpPr>
              <p:spPr>
                <a:xfrm>
                  <a:off x="1800285" y="3840255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table_TWformat_7_3">
                  <a:extLst>
                    <a:ext uri="{FF2B5EF4-FFF2-40B4-BE49-F238E27FC236}">
                      <ns2:creationId id="{AC8C1E24-0850-7450-9A91-80298A8C87EF}"/>
                    </a:ext>
                  </a:extLst>
                </p:cNvPr>
                <p:cNvSpPr txBox="1"/>
                <p:nvPr/>
              </p:nvSpPr>
              <p:spPr>
                <a:xfrm>
                  <a:off x="1800285" y="4282241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3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0" name="Straight Connector 49">
                  <a:extLst>
                    <a:ext uri="{FF2B5EF4-FFF2-40B4-BE49-F238E27FC236}">
                      <ns2:creationId id="{1D790D74-2167-7B7F-9452-40EBA393A4C8}"/>
                    </a:ext>
                  </a:extLst>
                </p:cNvPr>
                <p:cNvCxnSpPr/>
                <p:nvPr/>
              </p:nvCxnSpPr>
              <p:spPr>
                <a:xfrm>
                  <a:off x="1800285" y="4273387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table_TWformat_8_3">
                  <a:extLst>
                    <a:ext uri="{FF2B5EF4-FFF2-40B4-BE49-F238E27FC236}">
                      <ns2:creationId id="{4768C22D-8B7D-9C09-6F78-D170981ABF2C}"/>
                    </a:ext>
                  </a:extLst>
                </p:cNvPr>
                <p:cNvSpPr txBox="1"/>
                <p:nvPr/>
              </p:nvSpPr>
              <p:spPr>
                <a:xfrm>
                  <a:off x="1800285" y="4715374"/>
                  <a:ext cx="927352" cy="415426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4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5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2" name="Straight Connector 51">
                  <a:extLst>
                    <a:ext uri="{FF2B5EF4-FFF2-40B4-BE49-F238E27FC236}">
                      <ns2:creationId id="{9C1F11C4-B2B2-9296-89F7-E101B06D890C}"/>
                    </a:ext>
                  </a:extLst>
                </p:cNvPr>
                <p:cNvCxnSpPr/>
                <p:nvPr/>
              </p:nvCxnSpPr>
              <p:spPr>
                <a:xfrm>
                  <a:off x="1800285" y="4706520"/>
                  <a:ext cx="9273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Group 142">
                <a:extLst>
                  <a:ext uri="{FF2B5EF4-FFF2-40B4-BE49-F238E27FC236}">
                    <ns2:creationId id="{BBA72703-E57A-946B-1332-43C9331FE6D8}"/>
                  </a:ext>
                </a:extLst>
              </p:cNvPr>
              <p:cNvGrpSpPr/>
              <p:nvPr/>
            </p:nvGrpSpPr>
            <p:grpSpPr>
              <a:xfrm>
                <a:off x="2823753" y="1628775"/>
                <a:ext cx="947573" cy="3375025"/>
                <a:chOff x="2823753" y="1628775"/>
                <a:chExt cx="947573" cy="3375025"/>
              </a:xfrm>
            </p:grpSpPr>
            <p:sp>
              <p:nvSpPr>
                <p:cNvPr id="53" name="table_TWformat_1_4">
                  <a:extLst>
                    <a:ext uri="{FF2B5EF4-FFF2-40B4-BE49-F238E27FC236}">
                      <ns2:creationId id="{B96651D6-5593-8837-DC0A-BF9AAEF368A9}"/>
                    </a:ext>
                  </a:extLst>
                </p:cNvPr>
                <p:cNvSpPr txBox="1"/>
                <p:nvPr/>
              </p:nvSpPr>
              <p:spPr>
                <a:xfrm>
                  <a:off x="2823753" y="1628775"/>
                  <a:ext cx="947573" cy="4164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100" dirty="0">
                      <a:latin typeface="+mn-ea"/>
                    </a:rPr>
                    <a:t>XX</a:t>
                  </a:r>
                  <a:br>
                    <a:rPr kumimoji="1" lang="en-US" altLang="zh-TW" sz="1100" dirty="0">
                      <a:latin typeface="+mn-ea"/>
                    </a:rPr>
                  </a:br>
                  <a:r>
                    <a:rPr kumimoji="1" lang="en-US" altLang="zh-TW" sz="900" dirty="0">
                      <a:latin typeface="+mn-ea"/>
                    </a:rPr>
                    <a:t>(</a:t>
                  </a:r>
                  <a:r>
                    <a:rPr kumimoji="1" lang="zh-TW" altLang="en-US" sz="900" dirty="0">
                      <a:latin typeface="+mn-ea"/>
                    </a:rPr>
                    <a:t>XX</a:t>
                  </a:r>
                  <a:r>
                    <a:rPr kumimoji="1" lang="en-US" altLang="zh-TW" sz="900" dirty="0">
                      <a:latin typeface="+mn-ea"/>
                    </a:rPr>
                    <a:t>)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5" name="Straight Connector 54">
                  <a:extLst>
                    <a:ext uri="{FF2B5EF4-FFF2-40B4-BE49-F238E27FC236}">
                      <ns2:creationId id="{F1BC9D91-FF82-8D1D-4F97-E81FBE64B2B4}"/>
                    </a:ext>
                  </a:extLst>
                </p:cNvPr>
                <p:cNvCxnSpPr/>
                <p:nvPr/>
              </p:nvCxnSpPr>
              <p:spPr>
                <a:xfrm>
                  <a:off x="2823753" y="2054095"/>
                  <a:ext cx="947573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able_TWformat_2_4">
                  <a:extLst>
                    <a:ext uri="{FF2B5EF4-FFF2-40B4-BE49-F238E27FC236}">
                      <ns2:creationId id="{95F31E7F-D67A-D447-F764-DEF5E7795AB9}"/>
                    </a:ext>
                  </a:extLst>
                </p:cNvPr>
                <p:cNvSpPr txBox="1"/>
                <p:nvPr/>
              </p:nvSpPr>
              <p:spPr>
                <a:xfrm>
                  <a:off x="2823753" y="2098885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8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10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56" name="table_TWformat_3_4">
                  <a:extLst>
                    <a:ext uri="{FF2B5EF4-FFF2-40B4-BE49-F238E27FC236}">
                      <ns2:creationId id="{4C5ECB69-E7DF-11A2-94A6-91C124EFAF85}"/>
                    </a:ext>
                  </a:extLst>
                </p:cNvPr>
                <p:cNvSpPr txBox="1"/>
                <p:nvPr/>
              </p:nvSpPr>
              <p:spPr>
                <a:xfrm>
                  <a:off x="2823753" y="2516311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 dirty="0">
                      <a:latin typeface="+mn-ea"/>
                    </a:rPr>
                    <a:t>8</a:t>
                  </a:r>
                  <a:r>
                    <a:rPr kumimoji="1" lang="ja-JP" altLang="en-US" sz="1100" dirty="0">
                      <a:latin typeface="+mn-ea"/>
                    </a:rPr>
                    <a:t>～</a:t>
                  </a:r>
                  <a:r>
                    <a:rPr kumimoji="1" lang="en-US" altLang="ja-JP" sz="1100" dirty="0">
                      <a:latin typeface="+mn-ea"/>
                    </a:rPr>
                    <a:t>9</a:t>
                  </a:r>
                  <a:r>
                    <a:rPr kumimoji="1" lang="ja-JP" altLang="en-US" sz="1100" dirty="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57" name="Straight Connector 56">
                  <a:extLst>
                    <a:ext uri="{FF2B5EF4-FFF2-40B4-BE49-F238E27FC236}">
                      <ns2:creationId id="{2C9232C3-58E1-8F08-EA4D-C9904013DC8A}"/>
                    </a:ext>
                  </a:extLst>
                </p:cNvPr>
                <p:cNvCxnSpPr/>
                <p:nvPr/>
              </p:nvCxnSpPr>
              <p:spPr>
                <a:xfrm>
                  <a:off x="2823753" y="2507779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able_TWformat_4_4">
                  <a:extLst>
                    <a:ext uri="{FF2B5EF4-FFF2-40B4-BE49-F238E27FC236}">
                      <ns2:creationId id="{E40A7425-0DA1-34C3-B262-6149BB84B504}"/>
                    </a:ext>
                  </a:extLst>
                </p:cNvPr>
                <p:cNvSpPr txBox="1"/>
                <p:nvPr/>
              </p:nvSpPr>
              <p:spPr>
                <a:xfrm>
                  <a:off x="2823753" y="2933736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17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19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59" name="Straight Connector 58">
                  <a:extLst>
                    <a:ext uri="{FF2B5EF4-FFF2-40B4-BE49-F238E27FC236}">
                      <ns2:creationId id="{F656D643-8A74-431E-05F4-41E5E9B2F84B}"/>
                    </a:ext>
                  </a:extLst>
                </p:cNvPr>
                <p:cNvCxnSpPr/>
                <p:nvPr/>
              </p:nvCxnSpPr>
              <p:spPr>
                <a:xfrm>
                  <a:off x="2823753" y="2925204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0" name="table_TWformat_5_4">
                  <a:extLst>
                    <a:ext uri="{FF2B5EF4-FFF2-40B4-BE49-F238E27FC236}">
                      <ns2:creationId id="{F8D341E4-5435-0F80-A07F-97D8EEE4ED51}"/>
                    </a:ext>
                  </a:extLst>
                </p:cNvPr>
                <p:cNvSpPr txBox="1"/>
                <p:nvPr/>
              </p:nvSpPr>
              <p:spPr>
                <a:xfrm>
                  <a:off x="2823753" y="3351163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9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ns2:creationId id="{63591B7A-CF70-F215-DC70-1935D42D5531}"/>
                    </a:ext>
                  </a:extLst>
                </p:cNvPr>
                <p:cNvCxnSpPr/>
                <p:nvPr/>
              </p:nvCxnSpPr>
              <p:spPr>
                <a:xfrm>
                  <a:off x="2823753" y="3342631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table_TWformat_6_4">
                  <a:extLst>
                    <a:ext uri="{FF2B5EF4-FFF2-40B4-BE49-F238E27FC236}">
                      <ns2:creationId id="{0046A86F-2B84-3AF0-79C8-DE2D460A298B}"/>
                    </a:ext>
                  </a:extLst>
                </p:cNvPr>
                <p:cNvSpPr txBox="1"/>
                <p:nvPr/>
              </p:nvSpPr>
              <p:spPr>
                <a:xfrm>
                  <a:off x="2823753" y="3768588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16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18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3" name="Straight Connector 62">
                  <a:extLst>
                    <a:ext uri="{FF2B5EF4-FFF2-40B4-BE49-F238E27FC236}">
                      <ns2:creationId id="{9BE5F64B-5C60-4464-E131-F00B68E47C05}"/>
                    </a:ext>
                  </a:extLst>
                </p:cNvPr>
                <p:cNvCxnSpPr/>
                <p:nvPr/>
              </p:nvCxnSpPr>
              <p:spPr>
                <a:xfrm>
                  <a:off x="2823753" y="3760056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" name="table_TWformat_7_4">
                  <a:extLst>
                    <a:ext uri="{FF2B5EF4-FFF2-40B4-BE49-F238E27FC236}">
                      <ns2:creationId id="{4726B437-7CB6-4F62-C40A-A9B9063DDDF8}"/>
                    </a:ext>
                  </a:extLst>
                </p:cNvPr>
                <p:cNvSpPr txBox="1"/>
                <p:nvPr/>
              </p:nvSpPr>
              <p:spPr>
                <a:xfrm>
                  <a:off x="2823753" y="4186014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6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7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5" name="Straight Connector 64">
                  <a:extLst>
                    <a:ext uri="{FF2B5EF4-FFF2-40B4-BE49-F238E27FC236}">
                      <ns2:creationId id="{D4D942A3-966B-054F-DAC0-D97F0161CECC}"/>
                    </a:ext>
                  </a:extLst>
                </p:cNvPr>
                <p:cNvCxnSpPr/>
                <p:nvPr/>
              </p:nvCxnSpPr>
              <p:spPr>
                <a:xfrm>
                  <a:off x="2823753" y="4177481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table_TWformat_8_4">
                  <a:extLst>
                    <a:ext uri="{FF2B5EF4-FFF2-40B4-BE49-F238E27FC236}">
                      <ns2:creationId id="{E3D5B7DC-9FA5-258E-1239-AEB79FEF2195}"/>
                    </a:ext>
                  </a:extLst>
                </p:cNvPr>
                <p:cNvSpPr txBox="1"/>
                <p:nvPr/>
              </p:nvSpPr>
              <p:spPr>
                <a:xfrm>
                  <a:off x="2823753" y="4603439"/>
                  <a:ext cx="947573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80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10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11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67" name="Straight Connector 66">
                  <a:extLst>
                    <a:ext uri="{FF2B5EF4-FFF2-40B4-BE49-F238E27FC236}">
                      <ns2:creationId id="{B09E987F-68AE-9ECF-C02F-24E96F5F7FE3}"/>
                    </a:ext>
                  </a:extLst>
                </p:cNvPr>
                <p:cNvCxnSpPr/>
                <p:nvPr/>
              </p:nvCxnSpPr>
              <p:spPr>
                <a:xfrm>
                  <a:off x="2823753" y="4594906"/>
                  <a:ext cx="94757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Group 141">
                <a:extLst>
                  <a:ext uri="{FF2B5EF4-FFF2-40B4-BE49-F238E27FC236}">
                    <ns2:creationId id="{05FAEF37-32C9-43B8-5D7C-A9B45AC9EE36}"/>
                  </a:ext>
                </a:extLst>
              </p:cNvPr>
              <p:cNvGrpSpPr/>
              <p:nvPr/>
            </p:nvGrpSpPr>
            <p:grpSpPr>
              <a:xfrm>
                <a:off x="3811632" y="1628775"/>
                <a:ext cx="843953" cy="3375025"/>
                <a:chOff x="3811632" y="1628775"/>
                <a:chExt cx="843953" cy="3375025"/>
              </a:xfrm>
            </p:grpSpPr>
            <p:sp>
              <p:nvSpPr>
                <p:cNvPr id="141" name="table_TWformat_1_5">
                  <a:extLst>
                    <a:ext uri="{FF2B5EF4-FFF2-40B4-BE49-F238E27FC236}">
                      <ns2:creationId id="{91FB8CE3-F392-372D-1CA1-67CC59C58C70}"/>
                    </a:ext>
                  </a:extLst>
                </p:cNvPr>
                <p:cNvSpPr txBox="1"/>
                <p:nvPr/>
              </p:nvSpPr>
              <p:spPr>
                <a:xfrm>
                  <a:off x="3821157" y="1628775"/>
                  <a:ext cx="834428" cy="3375025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68" name="table_TWformat_1_5">
                  <a:extLst>
                    <a:ext uri="{FF2B5EF4-FFF2-40B4-BE49-F238E27FC236}">
                      <ns2:creationId id="{08133254-A526-C55E-36E0-34561E407944}"/>
                    </a:ext>
                  </a:extLst>
                </p:cNvPr>
                <p:cNvSpPr txBox="1"/>
                <p:nvPr/>
              </p:nvSpPr>
              <p:spPr>
                <a:xfrm>
                  <a:off x="3811632" y="1628775"/>
                  <a:ext cx="834428" cy="4164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100" dirty="0">
                      <a:latin typeface="+mn-ea"/>
                    </a:rPr>
                    <a:t>XX</a:t>
                  </a:r>
                  <a:br>
                    <a:rPr kumimoji="1" lang="en-US" altLang="zh-TW" sz="1100" dirty="0">
                      <a:latin typeface="+mn-ea"/>
                    </a:rPr>
                  </a:br>
                  <a:r>
                    <a:rPr kumimoji="1" lang="en-US" altLang="zh-TW" sz="900" dirty="0">
                      <a:latin typeface="+mn-ea"/>
                    </a:rPr>
                    <a:t>(</a:t>
                  </a:r>
                  <a:r>
                    <a:rPr kumimoji="1" lang="zh-TW" altLang="en-US" sz="900" dirty="0">
                      <a:latin typeface="+mn-ea"/>
                    </a:rPr>
                    <a:t>XX</a:t>
                  </a:r>
                  <a:r>
                    <a:rPr kumimoji="1" lang="en-US" altLang="zh-TW" sz="900" dirty="0">
                      <a:latin typeface="+mn-ea"/>
                    </a:rPr>
                    <a:t>)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0" name="Straight Connector 69">
                  <a:extLst>
                    <a:ext uri="{FF2B5EF4-FFF2-40B4-BE49-F238E27FC236}">
                      <ns2:creationId id="{C940E7AA-E8AE-BA19-A0C1-8D78892521F7}"/>
                    </a:ext>
                  </a:extLst>
                </p:cNvPr>
                <p:cNvCxnSpPr/>
                <p:nvPr/>
              </p:nvCxnSpPr>
              <p:spPr>
                <a:xfrm>
                  <a:off x="3811632" y="2054095"/>
                  <a:ext cx="83442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9" name="table_TWformat_2_5">
                  <a:extLst>
                    <a:ext uri="{FF2B5EF4-FFF2-40B4-BE49-F238E27FC236}">
                      <ns2:creationId id="{05E1DC82-055B-B838-175C-794EB29A7E35}"/>
                    </a:ext>
                  </a:extLst>
                </p:cNvPr>
                <p:cNvSpPr txBox="1"/>
                <p:nvPr/>
              </p:nvSpPr>
              <p:spPr>
                <a:xfrm>
                  <a:off x="3811632" y="2098885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12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16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sp>
              <p:nvSpPr>
                <p:cNvPr id="71" name="table_TWformat_3_5">
                  <a:extLst>
                    <a:ext uri="{FF2B5EF4-FFF2-40B4-BE49-F238E27FC236}">
                      <ns2:creationId id="{4B2D665E-8F48-A08B-CAE4-5D98AD24076C}"/>
                    </a:ext>
                  </a:extLst>
                </p:cNvPr>
                <p:cNvSpPr txBox="1"/>
                <p:nvPr/>
              </p:nvSpPr>
              <p:spPr>
                <a:xfrm>
                  <a:off x="3811632" y="2516311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9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11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2" name="Straight Connector 71">
                  <a:extLst>
                    <a:ext uri="{FF2B5EF4-FFF2-40B4-BE49-F238E27FC236}">
                      <ns2:creationId id="{92F9C137-D6CF-0EB6-5BE2-25846D27E4A5}"/>
                    </a:ext>
                  </a:extLst>
                </p:cNvPr>
                <p:cNvCxnSpPr/>
                <p:nvPr/>
              </p:nvCxnSpPr>
              <p:spPr>
                <a:xfrm>
                  <a:off x="3811632" y="2507779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table_TWformat_4_5">
                  <a:extLst>
                    <a:ext uri="{FF2B5EF4-FFF2-40B4-BE49-F238E27FC236}">
                      <ns2:creationId id="{46C031E8-B358-A9B7-1BE3-BCA17C04A109}"/>
                    </a:ext>
                  </a:extLst>
                </p:cNvPr>
                <p:cNvSpPr txBox="1"/>
                <p:nvPr/>
              </p:nvSpPr>
              <p:spPr>
                <a:xfrm>
                  <a:off x="3811632" y="2933736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18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22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4" name="Straight Connector 73">
                  <a:extLst>
                    <a:ext uri="{FF2B5EF4-FFF2-40B4-BE49-F238E27FC236}">
                      <ns2:creationId id="{8FF01C6E-8880-97C4-C281-E4BC507E11C3}"/>
                    </a:ext>
                  </a:extLst>
                </p:cNvPr>
                <p:cNvCxnSpPr/>
                <p:nvPr/>
              </p:nvCxnSpPr>
              <p:spPr>
                <a:xfrm>
                  <a:off x="3811632" y="2925204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table_TWformat_5_5">
                  <a:extLst>
                    <a:ext uri="{FF2B5EF4-FFF2-40B4-BE49-F238E27FC236}">
                      <ns2:creationId id="{565C227B-38B3-A5CF-BD17-4AB8447DCC2D}"/>
                    </a:ext>
                  </a:extLst>
                </p:cNvPr>
                <p:cNvSpPr txBox="1"/>
                <p:nvPr/>
              </p:nvSpPr>
              <p:spPr>
                <a:xfrm>
                  <a:off x="3811632" y="3351163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13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6" name="Straight Connector 75">
                  <a:extLst>
                    <a:ext uri="{FF2B5EF4-FFF2-40B4-BE49-F238E27FC236}">
                      <ns2:creationId id="{08B636CA-FC0B-4A72-38A3-32DFDB56360D}"/>
                    </a:ext>
                  </a:extLst>
                </p:cNvPr>
                <p:cNvCxnSpPr/>
                <p:nvPr/>
              </p:nvCxnSpPr>
              <p:spPr>
                <a:xfrm>
                  <a:off x="3811632" y="3342631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7" name="table_TWformat_6_5">
                  <a:extLst>
                    <a:ext uri="{FF2B5EF4-FFF2-40B4-BE49-F238E27FC236}">
                      <ns2:creationId id="{E5603B60-0C93-4C8B-D909-3B1A09713143}"/>
                    </a:ext>
                  </a:extLst>
                </p:cNvPr>
                <p:cNvSpPr txBox="1"/>
                <p:nvPr/>
              </p:nvSpPr>
              <p:spPr>
                <a:xfrm>
                  <a:off x="3811632" y="3768588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22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24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78" name="Straight Connector 77">
                  <a:extLst>
                    <a:ext uri="{FF2B5EF4-FFF2-40B4-BE49-F238E27FC236}">
                      <ns2:creationId id="{38839857-7413-E0C1-7EBD-B499FDCB289F}"/>
                    </a:ext>
                  </a:extLst>
                </p:cNvPr>
                <p:cNvCxnSpPr/>
                <p:nvPr/>
              </p:nvCxnSpPr>
              <p:spPr>
                <a:xfrm>
                  <a:off x="3811632" y="3760056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9" name="table_TWformat_7_5">
                  <a:extLst>
                    <a:ext uri="{FF2B5EF4-FFF2-40B4-BE49-F238E27FC236}">
                      <ns2:creationId id="{93940121-54FF-7755-6C4D-F612D2CA824A}"/>
                    </a:ext>
                  </a:extLst>
                </p:cNvPr>
                <p:cNvSpPr txBox="1"/>
                <p:nvPr/>
              </p:nvSpPr>
              <p:spPr>
                <a:xfrm>
                  <a:off x="3811632" y="4186014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12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15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ns2:creationId id="{F3579236-B50A-77B4-C276-0CF1B53ACB1D}"/>
                    </a:ext>
                  </a:extLst>
                </p:cNvPr>
                <p:cNvCxnSpPr/>
                <p:nvPr/>
              </p:nvCxnSpPr>
              <p:spPr>
                <a:xfrm>
                  <a:off x="3811632" y="4177481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1" name="table_TWformat_8_5">
                  <a:extLst>
                    <a:ext uri="{FF2B5EF4-FFF2-40B4-BE49-F238E27FC236}">
                      <ns2:creationId id="{EF541DA8-5A32-E97E-D1A1-8DC3004F644F}"/>
                    </a:ext>
                  </a:extLst>
                </p:cNvPr>
                <p:cNvSpPr txBox="1"/>
                <p:nvPr/>
              </p:nvSpPr>
              <p:spPr>
                <a:xfrm>
                  <a:off x="3811632" y="4603439"/>
                  <a:ext cx="834428" cy="400361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108000" bIns="36000" rtlCol="0" anchor="ctr">
                  <a:noAutofit/>
                </a:bodyPr>
                <a:lstStyle/>
                <a:p>
                  <a:pPr algn="r">
                    <a:buClr>
                      <a:schemeClr val="accent1"/>
                    </a:buClr>
                  </a:pPr>
                  <a:r>
                    <a:rPr kumimoji="1" lang="en-US" altLang="ja-JP" sz="1100">
                      <a:latin typeface="+mn-ea"/>
                    </a:rPr>
                    <a:t>19</a:t>
                  </a:r>
                  <a:r>
                    <a:rPr kumimoji="1" lang="ja-JP" altLang="en-US" sz="1100">
                      <a:latin typeface="+mn-ea"/>
                    </a:rPr>
                    <a:t>～</a:t>
                  </a:r>
                  <a:r>
                    <a:rPr kumimoji="1" lang="en-US" altLang="ja-JP" sz="1100">
                      <a:latin typeface="+mn-ea"/>
                    </a:rPr>
                    <a:t>20</a:t>
                  </a: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82" name="Straight Connector 81">
                  <a:extLst>
                    <a:ext uri="{FF2B5EF4-FFF2-40B4-BE49-F238E27FC236}">
                      <ns2:creationId id="{BABE7B9A-2666-8B09-11C0-237A243F0DE7}"/>
                    </a:ext>
                  </a:extLst>
                </p:cNvPr>
                <p:cNvCxnSpPr/>
                <p:nvPr/>
              </p:nvCxnSpPr>
              <p:spPr>
                <a:xfrm>
                  <a:off x="3811632" y="4594906"/>
                  <a:ext cx="834427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Group 128">
                <a:extLst>
                  <a:ext uri="{FF2B5EF4-FFF2-40B4-BE49-F238E27FC236}">
                    <ns2:creationId id="{E54A3561-F3CB-3A47-37DD-416EF73F1C46}"/>
                  </a:ext>
                </a:extLst>
              </p:cNvPr>
              <p:cNvGrpSpPr/>
              <p:nvPr/>
            </p:nvGrpSpPr>
            <p:grpSpPr>
              <a:xfrm>
                <a:off x="4686366" y="1628775"/>
                <a:ext cx="1826525" cy="3375025"/>
                <a:chOff x="4786999" y="1628775"/>
                <a:chExt cx="2635249" cy="3502025"/>
              </a:xfrm>
            </p:grpSpPr>
            <p:sp>
              <p:nvSpPr>
                <p:cNvPr id="83" name="table_TWformat_1_6">
                  <a:extLst>
                    <a:ext uri="{FF2B5EF4-FFF2-40B4-BE49-F238E27FC236}">
                      <ns2:creationId id="{E0F6192A-5C7F-3DD4-787A-54DFCF5DED7F}"/>
                    </a:ext>
                  </a:extLst>
                </p:cNvPr>
                <p:cNvSpPr txBox="1"/>
                <p:nvPr/>
              </p:nvSpPr>
              <p:spPr>
                <a:xfrm>
                  <a:off x="4786999" y="1628775"/>
                  <a:ext cx="2635249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100">
                      <a:latin typeface="+mn-ea"/>
                    </a:rPr>
                    <a:t>XX</a:t>
                  </a:r>
                  <a:endParaRPr kumimoji="1" lang="ja-JP" altLang="en-US" sz="1100" dirty="0">
                    <a:latin typeface="+mn-ea"/>
                  </a:endParaRPr>
                </a:p>
              </p:txBody>
            </p:sp>
            <p:cxnSp>
              <p:nvCxnSpPr>
                <p:cNvPr id="85" name="Straight Connector 84">
                  <a:extLst>
                    <a:ext uri="{FF2B5EF4-FFF2-40B4-BE49-F238E27FC236}">
                      <ns2:creationId id="{4A6003A1-FB0E-6D89-DA7D-8B77020B3BD0}"/>
                    </a:ext>
                  </a:extLst>
                </p:cNvPr>
                <p:cNvCxnSpPr/>
                <p:nvPr/>
              </p:nvCxnSpPr>
              <p:spPr>
                <a:xfrm>
                  <a:off x="4786999" y="2070100"/>
                  <a:ext cx="263524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table_TWformat_2_6">
                  <a:extLst>
                    <a:ext uri="{FF2B5EF4-FFF2-40B4-BE49-F238E27FC236}">
                      <ns2:creationId id="{5E2B8268-2844-20DF-6FFE-96DA32B4761C}"/>
                    </a:ext>
                  </a:extLst>
                </p:cNvPr>
                <p:cNvSpPr txBox="1"/>
                <p:nvPr/>
              </p:nvSpPr>
              <p:spPr>
                <a:xfrm>
                  <a:off x="4786999" y="2116575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</a:p>
              </p:txBody>
            </p:sp>
            <p:sp>
              <p:nvSpPr>
                <p:cNvPr id="86" name="table_TWformat_3_6">
                  <a:extLst>
                    <a:ext uri="{FF2B5EF4-FFF2-40B4-BE49-F238E27FC236}">
                      <ns2:creationId id="{F8178C24-4530-0229-B511-4593D9E52395}"/>
                    </a:ext>
                  </a:extLst>
                </p:cNvPr>
                <p:cNvSpPr txBox="1"/>
                <p:nvPr/>
              </p:nvSpPr>
              <p:spPr>
                <a:xfrm>
                  <a:off x="4786999" y="2549708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b="1" dirty="0">
                      <a:solidFill>
                        <a:srgbClr val="008000"/>
                      </a:solidFill>
                    </a:rPr>
                    <a:t>XX</a:t>
                  </a:r>
                  <a:endParaRPr lang="en-US" altLang="ja-JP" b="1" dirty="0">
                    <a:solidFill>
                      <a:srgbClr val="008000"/>
                    </a:solidFill>
                  </a:endParaRPr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87" name="Straight Connector 86">
                  <a:extLst>
                    <a:ext uri="{FF2B5EF4-FFF2-40B4-BE49-F238E27FC236}">
                      <ns2:creationId id="{7776BE43-F112-879B-EDE4-D015BA93A438}"/>
                    </a:ext>
                  </a:extLst>
                </p:cNvPr>
                <p:cNvCxnSpPr/>
                <p:nvPr/>
              </p:nvCxnSpPr>
              <p:spPr>
                <a:xfrm>
                  <a:off x="4786999" y="2540855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8" name="table_TWformat_4_6">
                  <a:extLst>
                    <a:ext uri="{FF2B5EF4-FFF2-40B4-BE49-F238E27FC236}">
                      <ns2:creationId id="{C149D72C-A612-0D41-C932-AF3FDE90B966}"/>
                    </a:ext>
                  </a:extLst>
                </p:cNvPr>
                <p:cNvSpPr txBox="1"/>
                <p:nvPr/>
              </p:nvSpPr>
              <p:spPr>
                <a:xfrm>
                  <a:off x="4786999" y="2982841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  <a:r>
                    <a:rPr lang="ja-JP" altLang="en-US"/>
                    <a:t>XX</a:t>
                  </a:r>
                  <a:br>
                    <a:rPr lang="en-US" altLang="ja-JP" dirty="0"/>
                  </a:br>
                  <a:r>
                    <a:rPr lang="en-US" altLang="ja-JP" dirty="0"/>
                    <a:t>(</a:t>
                  </a:r>
                  <a:r>
                    <a:rPr lang="ja-JP" altLang="en-US" dirty="0"/>
                    <a:t>XX</a:t>
                  </a:r>
                  <a:r>
                    <a:rPr lang="ja-JP" altLang="en-US"/>
                    <a:t>XX</a:t>
                  </a:r>
                  <a:r>
                    <a:rPr lang="en-US" altLang="ja-JP" dirty="0"/>
                    <a:t>)</a:t>
                  </a:r>
                  <a:endParaRPr lang="ja-JP" altLang="en-US" dirty="0"/>
                </a:p>
              </p:txBody>
            </p:sp>
            <p:cxnSp>
              <p:nvCxnSpPr>
                <p:cNvPr id="89" name="Straight Connector 88">
                  <a:extLst>
                    <a:ext uri="{FF2B5EF4-FFF2-40B4-BE49-F238E27FC236}">
                      <ns2:creationId id="{E1CEE004-A4EA-9FC2-4256-469C19F35D01}"/>
                    </a:ext>
                  </a:extLst>
                </p:cNvPr>
                <p:cNvCxnSpPr/>
                <p:nvPr/>
              </p:nvCxnSpPr>
              <p:spPr>
                <a:xfrm>
                  <a:off x="4786999" y="2973988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0" name="table_TWformat_5_6">
                  <a:extLst>
                    <a:ext uri="{FF2B5EF4-FFF2-40B4-BE49-F238E27FC236}">
                      <ns2:creationId id="{1E0C0355-E50C-1330-9C47-5169DF8EBAF0}"/>
                    </a:ext>
                  </a:extLst>
                </p:cNvPr>
                <p:cNvSpPr txBox="1"/>
                <p:nvPr/>
              </p:nvSpPr>
              <p:spPr>
                <a:xfrm>
                  <a:off x="4786999" y="3415975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91" name="Straight Connector 90">
                  <a:extLst>
                    <a:ext uri="{FF2B5EF4-FFF2-40B4-BE49-F238E27FC236}">
                      <ns2:creationId id="{AC0C9451-8B83-DE26-E789-4A01183FF1FB}"/>
                    </a:ext>
                  </a:extLst>
                </p:cNvPr>
                <p:cNvCxnSpPr/>
                <p:nvPr/>
              </p:nvCxnSpPr>
              <p:spPr>
                <a:xfrm>
                  <a:off x="4786999" y="3407122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2" name="table_TWformat_6_6">
                  <a:extLst>
                    <a:ext uri="{FF2B5EF4-FFF2-40B4-BE49-F238E27FC236}">
                      <ns2:creationId id="{EE177B9F-4A6E-BA91-13A8-F7FC73088FF6}"/>
                    </a:ext>
                  </a:extLst>
                </p:cNvPr>
                <p:cNvSpPr txBox="1"/>
                <p:nvPr/>
              </p:nvSpPr>
              <p:spPr>
                <a:xfrm>
                  <a:off x="4786999" y="3849108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r>
                    <a:rPr lang="zh-TW" altLang="en-US" dirty="0"/>
                    <a:t>XX</a:t>
                  </a:r>
                  <a:endParaRPr lang="ja-JP" altLang="en-US" dirty="0"/>
                </a:p>
              </p:txBody>
            </p:sp>
            <p:cxnSp>
              <p:nvCxnSpPr>
                <p:cNvPr id="93" name="Straight Connector 92">
                  <a:extLst>
                    <a:ext uri="{FF2B5EF4-FFF2-40B4-BE49-F238E27FC236}">
                      <ns2:creationId id="{81A434DC-5540-E4C8-35C8-2C1AAFEAA4C4}"/>
                    </a:ext>
                  </a:extLst>
                </p:cNvPr>
                <p:cNvCxnSpPr/>
                <p:nvPr/>
              </p:nvCxnSpPr>
              <p:spPr>
                <a:xfrm>
                  <a:off x="4786999" y="3840255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4" name="table_TWformat_7_6">
                  <a:extLst>
                    <a:ext uri="{FF2B5EF4-FFF2-40B4-BE49-F238E27FC236}">
                      <ns2:creationId id="{4BE912F0-2493-2E09-3B0A-84863418401A}"/>
                    </a:ext>
                  </a:extLst>
                </p:cNvPr>
                <p:cNvSpPr txBox="1"/>
                <p:nvPr/>
              </p:nvSpPr>
              <p:spPr>
                <a:xfrm>
                  <a:off x="4786999" y="4282241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en-US" altLang="ja-JP" dirty="0"/>
                    <a:t>XX</a:t>
                  </a:r>
                  <a:r>
                    <a:rPr lang="ja-JP" altLang="en-US" dirty="0"/>
                    <a:t>XX</a:t>
                  </a:r>
                  <a:endParaRPr lang="en-US" altLang="ja-JP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95" name="Straight Connector 94">
                  <a:extLst>
                    <a:ext uri="{FF2B5EF4-FFF2-40B4-BE49-F238E27FC236}">
                      <ns2:creationId id="{5E72578D-B89F-E80A-0632-1CC4A23949D5}"/>
                    </a:ext>
                  </a:extLst>
                </p:cNvPr>
                <p:cNvCxnSpPr/>
                <p:nvPr/>
              </p:nvCxnSpPr>
              <p:spPr>
                <a:xfrm>
                  <a:off x="4786999" y="4273387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6" name="table_TWformat_8_6">
                  <a:extLst>
                    <a:ext uri="{FF2B5EF4-FFF2-40B4-BE49-F238E27FC236}">
                      <ns2:creationId id="{6933E540-DB8E-1E59-18B3-ED13072CE398}"/>
                    </a:ext>
                  </a:extLst>
                </p:cNvPr>
                <p:cNvSpPr txBox="1"/>
                <p:nvPr/>
              </p:nvSpPr>
              <p:spPr>
                <a:xfrm>
                  <a:off x="4786999" y="4715374"/>
                  <a:ext cx="2635249" cy="415426"/>
                </a:xfrm>
                <a:prstGeom prst="rect">
                  <a:avLst/>
                </a:prstGeom>
                <a:noFill/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spcAft>
                      <a:spcPts val="3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100">
                      <a:latin typeface="+mn-ea"/>
                    </a:defRPr>
                  </a:lvl1pPr>
                </a:lstStyle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  <a:endParaRPr lang="en-US" altLang="ja-JP" dirty="0"/>
                </a:p>
                <a:p>
                  <a:pPr>
                    <a:spcAft>
                      <a:spcPts val="100"/>
                    </a:spcAft>
                  </a:pPr>
                  <a:r>
                    <a:rPr lang="ja-JP" altLang="en-US" dirty="0"/>
                    <a:t>XX</a:t>
                  </a:r>
                </a:p>
              </p:txBody>
            </p:sp>
            <p:cxnSp>
              <p:nvCxnSpPr>
                <p:cNvPr id="97" name="Straight Connector 96">
                  <a:extLst>
                    <a:ext uri="{FF2B5EF4-FFF2-40B4-BE49-F238E27FC236}">
                      <ns2:creationId id="{E7365AFC-B7C2-D657-834F-097FFCAB0C0C}"/>
                    </a:ext>
                  </a:extLst>
                </p:cNvPr>
                <p:cNvCxnSpPr/>
                <p:nvPr/>
              </p:nvCxnSpPr>
              <p:spPr>
                <a:xfrm>
                  <a:off x="4786999" y="4706520"/>
                  <a:ext cx="263524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Group 130">
                <a:extLst>
                  <a:ext uri="{FF2B5EF4-FFF2-40B4-BE49-F238E27FC236}">
                    <ns2:creationId id="{A82584B4-4C8E-3BC7-011C-A61ADAC6E286}"/>
                  </a:ext>
                </a:extLst>
              </p:cNvPr>
              <p:cNvGrpSpPr/>
              <p:nvPr/>
            </p:nvGrpSpPr>
            <p:grpSpPr>
              <a:xfrm>
                <a:off x="334963" y="1628775"/>
                <a:ext cx="827087" cy="3375025"/>
                <a:chOff x="334963" y="1628775"/>
                <a:chExt cx="706357" cy="3502025"/>
              </a:xfrm>
            </p:grpSpPr>
            <p:sp>
              <p:nvSpPr>
                <p:cNvPr id="5" name="table_TWformat_2_1">
                  <a:extLst>
                    <a:ext uri="{FF2B5EF4-FFF2-40B4-BE49-F238E27FC236}">
                      <ns2:creationId id="{B99FEB11-2804-29CF-6F27-13278AF9432D}"/>
                    </a:ext>
                  </a:extLst>
                </p:cNvPr>
                <p:cNvSpPr txBox="1"/>
                <p:nvPr/>
              </p:nvSpPr>
              <p:spPr>
                <a:xfrm>
                  <a:off x="334963" y="2116575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6" name="table_TWformat_3_1">
                  <a:extLst>
                    <a:ext uri="{FF2B5EF4-FFF2-40B4-BE49-F238E27FC236}">
                      <ns2:creationId id="{9FFF4155-D23D-2ADE-0EEA-8DEFB6BF253A}"/>
                    </a:ext>
                  </a:extLst>
                </p:cNvPr>
                <p:cNvSpPr txBox="1"/>
                <p:nvPr/>
              </p:nvSpPr>
              <p:spPr>
                <a:xfrm>
                  <a:off x="334963" y="2549708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en-US" altLang="ja-JP"/>
                    <a:t>XX</a:t>
                  </a:r>
                  <a:endParaRPr lang="ja-JP" altLang="en-US" dirty="0"/>
                </a:p>
              </p:txBody>
            </p:sp>
            <p:sp>
              <p:nvSpPr>
                <p:cNvPr id="8" name="table_TWformat_4_1">
                  <a:extLst>
                    <a:ext uri="{FF2B5EF4-FFF2-40B4-BE49-F238E27FC236}">
                      <ns2:creationId id="{A72E0E7A-3A9E-13AA-6BC2-EACA8E22FCC0}"/>
                    </a:ext>
                  </a:extLst>
                </p:cNvPr>
                <p:cNvSpPr txBox="1"/>
                <p:nvPr/>
              </p:nvSpPr>
              <p:spPr>
                <a:xfrm>
                  <a:off x="334963" y="2982841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11" name="table_TWformat_5_1">
                  <a:extLst>
                    <a:ext uri="{FF2B5EF4-FFF2-40B4-BE49-F238E27FC236}">
                      <ns2:creationId id="{AA21B976-6285-9DC5-589E-5307AE49242C}"/>
                    </a:ext>
                  </a:extLst>
                </p:cNvPr>
                <p:cNvSpPr txBox="1"/>
                <p:nvPr/>
              </p:nvSpPr>
              <p:spPr>
                <a:xfrm>
                  <a:off x="334963" y="3415975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13" name="table_TWformat_6_1">
                  <a:extLst>
                    <a:ext uri="{FF2B5EF4-FFF2-40B4-BE49-F238E27FC236}">
                      <ns2:creationId id="{0140F5B3-67A4-16EE-8914-00B8C12EE6AD}"/>
                    </a:ext>
                  </a:extLst>
                </p:cNvPr>
                <p:cNvSpPr txBox="1"/>
                <p:nvPr/>
              </p:nvSpPr>
              <p:spPr>
                <a:xfrm>
                  <a:off x="334963" y="3849108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15" name="table_TWformat_7_1">
                  <a:extLst>
                    <a:ext uri="{FF2B5EF4-FFF2-40B4-BE49-F238E27FC236}">
                      <ns2:creationId id="{7D336A24-6DAD-632B-3D19-33A09CCA13B4}"/>
                    </a:ext>
                  </a:extLst>
                </p:cNvPr>
                <p:cNvSpPr txBox="1"/>
                <p:nvPr/>
              </p:nvSpPr>
              <p:spPr>
                <a:xfrm>
                  <a:off x="334963" y="4282241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/>
                    <a:t>XX</a:t>
                  </a:r>
                  <a:endParaRPr lang="ja-JP" altLang="en-US" dirty="0"/>
                </a:p>
              </p:txBody>
            </p:sp>
            <p:sp>
              <p:nvSpPr>
                <p:cNvPr id="22" name="table_TWformat_8_1">
                  <a:extLst>
                    <a:ext uri="{FF2B5EF4-FFF2-40B4-BE49-F238E27FC236}">
                      <ns2:creationId id="{6CD97DEE-15B5-E0CC-3EED-6D07C5FEE96D}"/>
                    </a:ext>
                  </a:extLst>
                </p:cNvPr>
                <p:cNvSpPr txBox="1"/>
                <p:nvPr/>
              </p:nvSpPr>
              <p:spPr>
                <a:xfrm>
                  <a:off x="334963" y="4715374"/>
                  <a:ext cx="706357" cy="415426"/>
                </a:xfrm>
                <a:prstGeom prst="rect">
                  <a:avLst/>
                </a:prstGeom>
                <a:solidFill>
                  <a:srgbClr val="008000">
                    <a:alpha val="70000"/>
                  </a:srgbClr>
                </a:solidFill>
              </p:spPr>
              <p:txBody>
                <a:bodyPr vert="horz" wrap="non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solidFill>
                        <a:schemeClr val="bg1"/>
                      </a:solidFill>
                      <a:latin typeface="+mn-ea"/>
                    </a:defRPr>
                  </a:lvl1pPr>
                </a:lstStyle>
                <a:p>
                  <a:r>
                    <a:rPr lang="ja-JP" altLang="en-US" dirty="0"/>
                    <a:t>XX</a:t>
                  </a:r>
                  <a:r>
                    <a:rPr lang="en-US" altLang="ja-JP" dirty="0"/>
                    <a:t>XX</a:t>
                  </a:r>
                  <a:endParaRPr lang="ja-JP" altLang="en-US" dirty="0"/>
                </a:p>
              </p:txBody>
            </p:sp>
            <p:sp>
              <p:nvSpPr>
                <p:cNvPr id="4" name="table_TWformat_1_1">
                  <a:extLst>
                    <a:ext uri="{FF2B5EF4-FFF2-40B4-BE49-F238E27FC236}">
                      <ns2:creationId id="{C1AEA402-B817-6CE5-9C9B-7B0FFB787B0F}"/>
                    </a:ext>
                  </a:extLst>
                </p:cNvPr>
                <p:cNvSpPr txBox="1"/>
                <p:nvPr/>
              </p:nvSpPr>
              <p:spPr>
                <a:xfrm>
                  <a:off x="334963" y="1628775"/>
                  <a:ext cx="706357" cy="432115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latin typeface="+mn-ea"/>
                    </a:defRPr>
                  </a:lvl1pPr>
                </a:lstStyle>
                <a:p>
                  <a:r>
                    <a:rPr lang="ja-JP" altLang="en-US" sz="1100"/>
                    <a:t>XX</a:t>
                  </a:r>
                  <a:endParaRPr lang="ja-JP" altLang="en-US" sz="1100" dirty="0"/>
                </a:p>
              </p:txBody>
            </p:sp>
            <p:cxnSp>
              <p:nvCxnSpPr>
                <p:cNvPr id="114" name="Straight Connector 113">
                  <a:extLst>
                    <a:ext uri="{FF2B5EF4-FFF2-40B4-BE49-F238E27FC236}">
                      <ns2:creationId id="{514D06EC-298E-9A02-92CC-B74C5584443D}"/>
                    </a:ext>
                  </a:extLst>
                </p:cNvPr>
                <p:cNvCxnSpPr/>
                <p:nvPr/>
              </p:nvCxnSpPr>
              <p:spPr>
                <a:xfrm>
                  <a:off x="334963" y="2070100"/>
                  <a:ext cx="70635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2" name="Group 151">
              <a:extLst>
                <a:ext uri="{FF2B5EF4-FFF2-40B4-BE49-F238E27FC236}">
                  <ns2:creationId id="{52DB4F91-94BB-221E-A15A-657C8EDA0FC3}"/>
                </a:ext>
              </a:extLst>
            </p:cNvPr>
            <p:cNvGrpSpPr/>
            <p:nvPr/>
          </p:nvGrpSpPr>
          <p:grpSpPr>
            <a:xfrm>
              <a:off x="334963" y="4623471"/>
              <a:ext cx="11522077" cy="252000"/>
              <a:chOff x="334963" y="4932716"/>
              <a:chExt cx="11522077" cy="252000"/>
            </a:xfrm>
          </p:grpSpPr>
          <p:cxnSp>
            <p:nvCxnSpPr>
              <p:cNvPr id="146" name="直線コネクタ 125">
                <a:extLst>
                  <a:ext uri="{FF2B5EF4-FFF2-40B4-BE49-F238E27FC236}">
                    <ns2:creationId id="{75030E1A-9BD9-6673-FD7C-BEAD610F63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5058716"/>
                <a:ext cx="11522077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1" name="Group 150">
                <a:extLst>
                  <a:ext uri="{FF2B5EF4-FFF2-40B4-BE49-F238E27FC236}">
                    <ns2:creationId id="{71526671-9774-1124-3457-A36E74469F1C}"/>
                  </a:ext>
                </a:extLst>
              </p:cNvPr>
              <p:cNvGrpSpPr/>
              <p:nvPr/>
            </p:nvGrpSpPr>
            <p:grpSpPr>
              <a:xfrm>
                <a:off x="5969661" y="4932716"/>
                <a:ext cx="252682" cy="252000"/>
                <a:chOff x="5684152" y="4932716"/>
                <a:chExt cx="252682" cy="252000"/>
              </a:xfrm>
            </p:grpSpPr>
            <p:sp>
              <p:nvSpPr>
                <p:cNvPr id="147" name="円/楕円 126">
                  <a:extLst>
                    <a:ext uri="{FF2B5EF4-FFF2-40B4-BE49-F238E27FC236}">
                      <ns2:creationId id="{C8E2401C-07EA-978F-4500-D6C4D8E5FE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684152" y="4932716"/>
                  <a:ext cx="252001" cy="252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lang="ja-JP" altLang="en-US">
                    <a:latin typeface="+mn-ea"/>
                  </a:endParaRPr>
                </a:p>
              </p:txBody>
            </p:sp>
            <p:pic>
              <p:nvPicPr>
                <p:cNvPr id="148" name="グラフィックス 130" descr="キャレットを下へ 枠線">
                  <a:extLst>
                    <a:ext uri="{FF2B5EF4-FFF2-40B4-BE49-F238E27FC236}">
                      <ns2:creationId id="{ECE44B90-EA91-8A5F-E8B6-790328B781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87353" y="4932716"/>
                  <a:ext cx="249481" cy="24948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5" name="Group 154">
              <a:extLst>
                <a:ext uri="{FF2B5EF4-FFF2-40B4-BE49-F238E27FC236}">
                  <ns2:creationId id="{C9C8C9B9-35C9-4BEE-6274-E43C45B9A8D7}"/>
                </a:ext>
              </a:extLst>
            </p:cNvPr>
            <p:cNvGrpSpPr/>
            <p:nvPr/>
          </p:nvGrpSpPr>
          <p:grpSpPr>
            <a:xfrm>
              <a:off x="334962" y="4861560"/>
              <a:ext cx="828667" cy="1447165"/>
              <a:chOff x="334962" y="4861560"/>
              <a:chExt cx="828667" cy="1447165"/>
            </a:xfrm>
          </p:grpSpPr>
          <p:sp>
            <p:nvSpPr>
              <p:cNvPr id="153" name="table_TWformat_1_9">
                <a:extLst>
                  <a:ext uri="{FF2B5EF4-FFF2-40B4-BE49-F238E27FC236}">
                    <ns2:creationId id="{12233AD6-4A31-F3B7-908D-3F91F9F4C4E2}"/>
                  </a:ext>
                </a:extLst>
              </p:cNvPr>
              <p:cNvSpPr txBox="1"/>
              <p:nvPr/>
            </p:nvSpPr>
            <p:spPr>
              <a:xfrm>
                <a:off x="334962" y="4861560"/>
                <a:ext cx="828667" cy="1447165"/>
              </a:xfrm>
              <a:prstGeom prst="roundRect">
                <a:avLst>
                  <a:gd name="adj" fmla="val 4768"/>
                </a:avLst>
              </a:prstGeom>
              <a:solidFill>
                <a:srgbClr val="008000"/>
              </a:solidFill>
            </p:spPr>
            <p:txBody>
              <a:bodyPr vert="horz" wrap="none" lIns="36000" tIns="360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solidFill>
                      <a:srgbClr val="008000"/>
                    </a:solidFill>
                    <a:latin typeface="+mn-ea"/>
                  </a:defRPr>
                </a:lvl1pPr>
              </a:lstStyle>
              <a:p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54" name="Graphic 153" descr="Lightbulb and pencil with solid fill">
                <a:extLst>
                  <a:ext uri="{FF2B5EF4-FFF2-40B4-BE49-F238E27FC236}">
                    <ns2:creationId id="{41313CA7-A9F4-3C78-7059-5B2AA13500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rcRect/>
              <a:stretch/>
            </p:blipFill>
            <p:spPr>
              <a:xfrm>
                <a:off x="582077" y="5235660"/>
                <a:ext cx="334437" cy="334437"/>
              </a:xfrm>
              <a:prstGeom prst="rect">
                <a:avLst/>
              </a:prstGeom>
            </p:spPr>
          </p:pic>
        </p:grpSp>
        <p:grpSp>
          <p:nvGrpSpPr>
            <p:cNvPr id="184" name="Group 183">
              <a:extLst>
                <a:ext uri="{FF2B5EF4-FFF2-40B4-BE49-F238E27FC236}">
                  <ns2:creationId id="{80A1F67C-9003-2822-D435-03970E288B29}"/>
                </a:ext>
              </a:extLst>
            </p:cNvPr>
            <p:cNvGrpSpPr/>
            <p:nvPr/>
          </p:nvGrpSpPr>
          <p:grpSpPr>
            <a:xfrm>
              <a:off x="1284373" y="5748238"/>
              <a:ext cx="7493867" cy="560487"/>
              <a:chOff x="1284373" y="5748238"/>
              <a:chExt cx="7493867" cy="560487"/>
            </a:xfrm>
          </p:grpSpPr>
          <p:grpSp>
            <p:nvGrpSpPr>
              <p:cNvPr id="170" name="Group 169">
                <a:extLst>
                  <a:ext uri="{FF2B5EF4-FFF2-40B4-BE49-F238E27FC236}">
                    <ns2:creationId id="{43EEF5D6-CF4F-63D9-FDFA-02E0E7FD6619}"/>
                  </a:ext>
                </a:extLst>
              </p:cNvPr>
              <p:cNvGrpSpPr/>
              <p:nvPr/>
            </p:nvGrpSpPr>
            <p:grpSpPr>
              <a:xfrm>
                <a:off x="1805475" y="5748238"/>
                <a:ext cx="6972765" cy="560487"/>
                <a:chOff x="9461544" y="5411082"/>
                <a:chExt cx="5650959" cy="258198"/>
              </a:xfrm>
            </p:grpSpPr>
            <p:cxnSp>
              <p:nvCxnSpPr>
                <p:cNvPr id="171" name="直線コネクタ 19">
                  <a:extLst>
                    <a:ext uri="{FF2B5EF4-FFF2-40B4-BE49-F238E27FC236}">
                      <ns2:creationId id="{77A97DA7-C44C-DEBE-9B77-F8D9BBC2F8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2" name="テキスト ボックス 18">
                  <a:extLst>
                    <a:ext uri="{FF2B5EF4-FFF2-40B4-BE49-F238E27FC236}">
                      <ns2:creationId id="{2635DEF9-F884-E203-9997-F38D971F5AF1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5556935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spcAft>
                      <a:spcPts val="200"/>
                    </a:spcAft>
                    <a:buClr>
                      <a:srgbClr val="008000"/>
                    </a:buClr>
                  </a:pPr>
                  <a:r>
                    <a:rPr lang="ja-JP" altLang="en-US" sz="14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200" b="1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～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24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b="1" dirty="0">
                      <a:solidFill>
                        <a:srgbClr val="008000"/>
                      </a:solidFill>
                      <a:latin typeface="+mn-ea"/>
                    </a:rPr>
                    <a:t>) 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1F1F1F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174" name="Graphic 173" descr="Supply And Demand with solid fill">
                <a:extLst>
                  <a:ext uri="{FF2B5EF4-FFF2-40B4-BE49-F238E27FC236}">
                    <ns2:creationId id="{4DB7346E-F83E-747E-1E9D-8BF850825C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 flipH="1">
                <a:off x="1284373" y="5791464"/>
                <a:ext cx="474036" cy="474036"/>
              </a:xfrm>
              <a:prstGeom prst="rect">
                <a:avLst/>
              </a:prstGeom>
            </p:spPr>
          </p:pic>
        </p:grpSp>
        <p:grpSp>
          <p:nvGrpSpPr>
            <p:cNvPr id="183" name="Group 182">
              <a:extLst>
                <a:ext uri="{FF2B5EF4-FFF2-40B4-BE49-F238E27FC236}">
                  <ns2:creationId id="{B618ED9A-8D09-EEF6-2367-215F421B33A1}"/>
                </a:ext>
              </a:extLst>
            </p:cNvPr>
            <p:cNvGrpSpPr/>
            <p:nvPr/>
          </p:nvGrpSpPr>
          <p:grpSpPr>
            <a:xfrm>
              <a:off x="1284373" y="4860123"/>
              <a:ext cx="7493867" cy="778677"/>
              <a:chOff x="1284373" y="4860123"/>
              <a:chExt cx="7493867" cy="778677"/>
            </a:xfrm>
          </p:grpSpPr>
          <p:grpSp>
            <p:nvGrpSpPr>
              <p:cNvPr id="157" name="Group 156">
                <a:extLst>
                  <a:ext uri="{FF2B5EF4-FFF2-40B4-BE49-F238E27FC236}">
                    <ns2:creationId id="{28EBCCF4-EC0A-93BE-A2A7-8DC5C236014B}"/>
                  </a:ext>
                </a:extLst>
              </p:cNvPr>
              <p:cNvGrpSpPr/>
              <p:nvPr/>
            </p:nvGrpSpPr>
            <p:grpSpPr>
              <a:xfrm>
                <a:off x="1805475" y="4860123"/>
                <a:ext cx="6972765" cy="778677"/>
                <a:chOff x="9461544" y="5411082"/>
                <a:chExt cx="5650959" cy="258198"/>
              </a:xfrm>
            </p:grpSpPr>
            <p:cxnSp>
              <p:nvCxnSpPr>
                <p:cNvPr id="159" name="直線コネクタ 19">
                  <a:extLst>
                    <a:ext uri="{FF2B5EF4-FFF2-40B4-BE49-F238E27FC236}">
                      <ns2:creationId id="{AD16C9CB-B00F-9498-5AAE-FE7C7726B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0" name="テキスト ボックス 18">
                  <a:extLst>
                    <a:ext uri="{FF2B5EF4-FFF2-40B4-BE49-F238E27FC236}">
                      <ns2:creationId id="{9A9C985A-B814-B051-4E62-B99598CC8DEB}"/>
                    </a:ext>
                  </a:extLst>
                </p:cNvPr>
                <p:cNvSpPr txBox="1"/>
                <p:nvPr/>
              </p:nvSpPr>
              <p:spPr>
                <a:xfrm>
                  <a:off x="9555568" y="5411082"/>
                  <a:ext cx="5556935" cy="258198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>
                    <a:spcAft>
                      <a:spcPts val="200"/>
                    </a:spcAft>
                    <a:buClr>
                      <a:srgbClr val="008000"/>
                    </a:buClr>
                  </a:pPr>
                  <a:r>
                    <a:rPr lang="en-US" altLang="ja-JP" sz="14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4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200" b="1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7800" indent="-17780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1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10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 marL="177800" indent="-17780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1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8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～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19</a:t>
                  </a: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  <a:t>)</a:t>
                  </a:r>
                  <a:br>
                    <a:rPr lang="en-US" altLang="ja-JP" sz="1100" dirty="0">
                      <a:solidFill>
                        <a:srgbClr val="1F1F1F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176" name="Graphic 175" descr="Badge Tick with solid fill">
                <a:extLst>
                  <a:ext uri="{FF2B5EF4-FFF2-40B4-BE49-F238E27FC236}">
                    <ns2:creationId id="{DB14EF46-3D41-0E7F-D1B5-EBFAF276EE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84373" y="5012444"/>
                <a:ext cx="474036" cy="474036"/>
              </a:xfrm>
              <a:prstGeom prst="rect">
                <a:avLst/>
              </a:prstGeom>
            </p:spPr>
          </p:pic>
        </p:grpSp>
        <p:grpSp>
          <p:nvGrpSpPr>
            <p:cNvPr id="182" name="Group 181">
              <a:extLst>
                <a:ext uri="{FF2B5EF4-FFF2-40B4-BE49-F238E27FC236}">
                  <ns2:creationId id="{6E89966C-213C-727D-CB24-70E3A07BB651}"/>
                </a:ext>
              </a:extLst>
            </p:cNvPr>
            <p:cNvGrpSpPr/>
            <p:nvPr/>
          </p:nvGrpSpPr>
          <p:grpSpPr>
            <a:xfrm>
              <a:off x="9387839" y="4919662"/>
              <a:ext cx="2469195" cy="1389064"/>
              <a:chOff x="9387839" y="4919662"/>
              <a:chExt cx="2469195" cy="1389064"/>
            </a:xfrm>
          </p:grpSpPr>
          <p:grpSp>
            <p:nvGrpSpPr>
              <p:cNvPr id="168" name="Group 167">
                <a:extLst>
                  <a:ext uri="{FF2B5EF4-FFF2-40B4-BE49-F238E27FC236}">
                    <ns2:creationId id="{47D9D495-16CB-6429-B039-6E4D62C52A92}"/>
                  </a:ext>
                </a:extLst>
              </p:cNvPr>
              <p:cNvGrpSpPr/>
              <p:nvPr/>
            </p:nvGrpSpPr>
            <p:grpSpPr>
              <a:xfrm>
                <a:off x="9387839" y="4919662"/>
                <a:ext cx="2469195" cy="1389064"/>
                <a:chOff x="9810750" y="2584533"/>
                <a:chExt cx="2046288" cy="1389064"/>
              </a:xfrm>
            </p:grpSpPr>
            <p:sp>
              <p:nvSpPr>
                <p:cNvPr id="166" name="Rectangle: Rounded Corners 30">
                  <a:extLst>
                    <a:ext uri="{FF2B5EF4-FFF2-40B4-BE49-F238E27FC236}">
                      <ns2:creationId id="{57F9197D-3DBA-802E-27F5-E0B78E545A1E}"/>
                    </a:ext>
                  </a:extLst>
                </p:cNvPr>
                <p:cNvSpPr/>
                <p:nvPr/>
              </p:nvSpPr>
              <p:spPr>
                <a:xfrm>
                  <a:off x="9810750" y="2584533"/>
                  <a:ext cx="2046288" cy="388938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1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400" b="1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67" name="Rectangle: Rounded Corners 30">
                  <a:extLst>
                    <a:ext uri="{FF2B5EF4-FFF2-40B4-BE49-F238E27FC236}">
                      <ns2:creationId id="{D059FD07-5DA2-FEA5-14FE-16B6F4DC0316}"/>
                    </a:ext>
                  </a:extLst>
                </p:cNvPr>
                <p:cNvSpPr/>
                <p:nvPr/>
              </p:nvSpPr>
              <p:spPr>
                <a:xfrm>
                  <a:off x="9810750" y="2973471"/>
                  <a:ext cx="2046288" cy="1000126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36000" rIns="144000" bIns="36000" rtlCol="0" anchor="ctr">
                  <a:noAutofit/>
                </a:bodyPr>
                <a:lstStyle/>
                <a:p>
                  <a:pPr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「</a:t>
                  </a:r>
                  <a: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en-US" altLang="ja-JP" sz="1400" dirty="0">
                    <a:solidFill>
                      <a:srgbClr val="1F1F1F"/>
                    </a:solidFill>
                    <a:latin typeface="+mn-ea"/>
                  </a:endParaRPr>
                </a:p>
                <a:p>
                  <a:pPr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b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</a:b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  <a:t>1</a:t>
                  </a: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1400" dirty="0">
                      <a:solidFill>
                        <a:srgbClr val="1F1F1F"/>
                      </a:solidFill>
                      <a:latin typeface="+mn-ea"/>
                    </a:rPr>
                    <a:t>10</a:t>
                  </a:r>
                  <a:r>
                    <a:rPr lang="ja-JP" altLang="en-US" sz="14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178" name="Graphic 177" descr="Run with solid fill">
                <a:extLst>
                  <a:ext uri="{FF2B5EF4-FFF2-40B4-BE49-F238E27FC236}">
                    <ns2:creationId id="{CC114711-6476-7287-B756-B7C8D884D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9936758" y="4932501"/>
                <a:ext cx="370562" cy="370562"/>
              </a:xfrm>
              <a:prstGeom prst="rect">
                <a:avLst/>
              </a:prstGeom>
            </p:spPr>
          </p:pic>
        </p:grpSp>
        <p:sp>
          <p:nvSpPr>
            <p:cNvPr id="180" name="円/楕円 126">
              <a:extLst>
                <a:ext uri="{FF2B5EF4-FFF2-40B4-BE49-F238E27FC236}">
                  <ns2:creationId id="{5D09E74C-1D32-624D-2B5B-2057ADD222DE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8631326" y="5520502"/>
              <a:ext cx="831397" cy="187387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algn="ctr">
                <a:buClr>
                  <a:schemeClr val="accent1"/>
                </a:buClr>
              </a:pPr>
              <a:endParaRPr lang="ja-JP" altLang="en-US">
                <a:latin typeface="+mn-ea"/>
              </a:endParaRPr>
            </a:p>
          </p:txBody>
        </p:sp>
      </p:grpSp>
    </p:spTree>
    <p:extLst>
      <p:ext uri="{BB962C8B-B14F-4D97-AF65-F5344CB8AC3E}">
        <ns6:creationId val="3346711174"/>
      </p:ext>
    </p:extLst>
  </p:cSld>
  <p:clrMapOvr>
    <a:masterClrMapping/>
  </p:clrMapOvr>
</p:sld>
</file>

<file path=ppt/slides/slide130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7C3E454-F9F7-1CA5-22D5-42B1B924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DFB474B-E2B4-98C2-5E2F-16006445D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AEE6BFD-0AE8-3B33-E452-25FEF6FA9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>
            <a:noAutofit/>
          </a:bodyPr>
          <a:lstStyle/>
          <a:p>
            <a:r>
              <a:rPr lang="en-US" altLang="ja-JP" sz="1600" dirty="0">
                <a:latin typeface="+mn-ea"/>
                <a:ea typeface="+mn-ea"/>
              </a:rPr>
              <a:t>XX</a:t>
            </a:r>
            <a:endParaRPr lang="ja-JP" altLang="en-US" sz="1600" dirty="0">
              <a:latin typeface="+mn-ea"/>
              <a:ea typeface="+mn-ea"/>
            </a:endParaRPr>
          </a:p>
        </p:txBody>
      </p:sp>
      <p:sp>
        <p:nvSpPr>
          <p:cNvPr id="7" name="Rectangle 1">
            <a:extLst>
              <a:ext uri="{FF2B5EF4-FFF2-40B4-BE49-F238E27FC236}">
                <ns2:creationId id="{4EE57111-A384-6DD0-2E1A-01BCDC944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1628259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6" name="table_TWformat_2_2">
            <a:extLst>
              <a:ext uri="{FF2B5EF4-FFF2-40B4-BE49-F238E27FC236}">
                <ns2:creationId id="{9CCD90E0-1B0C-A527-8EB5-B0317A3BB5AF}"/>
              </a:ext>
            </a:extLst>
          </p:cNvPr>
          <p:cNvSpPr txBox="1"/>
          <p:nvPr/>
        </p:nvSpPr>
        <p:spPr>
          <a:xfrm>
            <a:off x="1247636" y="2361754"/>
            <a:ext cx="501432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latin typeface="+mn-ea"/>
              </a:rPr>
              <a:t>XX</a:t>
            </a:r>
            <a:endParaRPr kumimoji="1" lang="ja-JP" altLang="en-US" sz="1050" dirty="0">
              <a:latin typeface="+mn-ea"/>
            </a:endParaRPr>
          </a:p>
        </p:txBody>
      </p:sp>
      <p:cxnSp>
        <p:nvCxnSpPr>
          <p:cNvPr id="120" name="Straight Connector 119">
            <a:extLst>
              <a:ext uri="{FF2B5EF4-FFF2-40B4-BE49-F238E27FC236}">
                <ns2:creationId id="{AA827682-18A9-F9B9-46ED-DCAA9E366FE4}"/>
              </a:ext>
            </a:extLst>
          </p:cNvPr>
          <p:cNvCxnSpPr/>
          <p:nvPr/>
        </p:nvCxnSpPr>
        <p:spPr>
          <a:xfrm>
            <a:off x="1247636" y="2917326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ns2:creationId id="{FA48BFA5-284D-192C-1ACE-60A0CADF5B5C}"/>
              </a:ext>
            </a:extLst>
          </p:cNvPr>
          <p:cNvCxnSpPr/>
          <p:nvPr/>
        </p:nvCxnSpPr>
        <p:spPr>
          <a:xfrm>
            <a:off x="1247636" y="3484492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ns2:creationId id="{3B2E9DCE-711F-F5D2-9F00-071F8CF59E73}"/>
              </a:ext>
            </a:extLst>
          </p:cNvPr>
          <p:cNvCxnSpPr/>
          <p:nvPr/>
        </p:nvCxnSpPr>
        <p:spPr>
          <a:xfrm>
            <a:off x="1247636" y="4051658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ns2:creationId id="{9B4767DD-807F-1A80-9394-310FA2929A5B}"/>
              </a:ext>
            </a:extLst>
          </p:cNvPr>
          <p:cNvCxnSpPr/>
          <p:nvPr/>
        </p:nvCxnSpPr>
        <p:spPr>
          <a:xfrm>
            <a:off x="1247636" y="4618823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ns2:creationId id="{72FD11AF-1859-8BF0-7790-57F948E0AB5F}"/>
              </a:ext>
            </a:extLst>
          </p:cNvPr>
          <p:cNvCxnSpPr/>
          <p:nvPr/>
        </p:nvCxnSpPr>
        <p:spPr>
          <a:xfrm>
            <a:off x="1247636" y="5185989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able_TWformat_8_2">
            <a:extLst>
              <a:ext uri="{FF2B5EF4-FFF2-40B4-BE49-F238E27FC236}">
                <ns2:creationId id="{579ACD36-0CDB-60E4-D329-E653CF6F27CC}"/>
              </a:ext>
            </a:extLst>
          </p:cNvPr>
          <p:cNvSpPr txBox="1"/>
          <p:nvPr/>
        </p:nvSpPr>
        <p:spPr>
          <a:xfrm>
            <a:off x="1247636" y="5764747"/>
            <a:ext cx="501432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>
                <a:latin typeface="+mn-ea"/>
              </a:rPr>
              <a:t>XX</a:t>
            </a:r>
            <a:endParaRPr kumimoji="1" lang="ja-JP" altLang="en-US" sz="1050" dirty="0">
              <a:latin typeface="+mn-ea"/>
            </a:endParaRPr>
          </a:p>
        </p:txBody>
      </p:sp>
      <p:cxnSp>
        <p:nvCxnSpPr>
          <p:cNvPr id="135" name="Straight Connector 134">
            <a:extLst>
              <a:ext uri="{FF2B5EF4-FFF2-40B4-BE49-F238E27FC236}">
                <ns2:creationId id="{04AC64D1-4891-D744-2B31-C49A91C7D423}"/>
              </a:ext>
            </a:extLst>
          </p:cNvPr>
          <p:cNvCxnSpPr/>
          <p:nvPr/>
        </p:nvCxnSpPr>
        <p:spPr>
          <a:xfrm>
            <a:off x="1247636" y="5753155"/>
            <a:ext cx="501432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able_TWformat_2_3">
            <a:extLst>
              <a:ext uri="{FF2B5EF4-FFF2-40B4-BE49-F238E27FC236}">
                <ns2:creationId id="{B9897091-D1D0-72C0-A7AB-B269B872A484}"/>
              </a:ext>
            </a:extLst>
          </p:cNvPr>
          <p:cNvSpPr txBox="1"/>
          <p:nvPr/>
        </p:nvSpPr>
        <p:spPr>
          <a:xfrm>
            <a:off x="1828304" y="2361754"/>
            <a:ext cx="3909060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1">
                <a:solidFill>
                  <a:srgbClr val="008000"/>
                </a:solidFill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en-US" altLang="ja-JP" dirty="0"/>
              <a:t> </a:t>
            </a:r>
            <a:r>
              <a:rPr lang="en-US" altLang="ja-JP"/>
              <a:t>XX</a:t>
            </a:r>
            <a:r>
              <a:rPr lang="en-US" altLang="ja-JP" dirty="0"/>
              <a:t> </a:t>
            </a:r>
            <a:r>
              <a:rPr lang="ja-JP" altLang="en-US" dirty="0"/>
              <a:t>XX</a:t>
            </a:r>
            <a:r>
              <a:rPr lang="ja-JP" altLang="en-US"/>
              <a:t>XX</a:t>
            </a:r>
            <a:endParaRPr lang="en-US" altLang="ja-JP" dirty="0"/>
          </a:p>
          <a:p>
            <a:r>
              <a:rPr lang="ja-JP" altLang="en-US"/>
              <a:t>XX</a:t>
            </a:r>
            <a:r>
              <a:rPr lang="en-US" altLang="ja-JP" dirty="0"/>
              <a:t>XX</a:t>
            </a:r>
            <a:r>
              <a:rPr lang="en-US" altLang="ja-JP"/>
              <a:t>XX</a:t>
            </a:r>
            <a:r>
              <a:rPr lang="en-US" altLang="ja-JP" dirty="0"/>
              <a:t> </a:t>
            </a:r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ja-JP" altLang="en-US"/>
              <a:t>XX</a:t>
            </a:r>
            <a:r>
              <a:rPr lang="en-US" altLang="ja-JP" dirty="0"/>
              <a:t>)</a:t>
            </a:r>
            <a:endParaRPr lang="ja-JP" altLang="en-US" dirty="0"/>
          </a:p>
        </p:txBody>
      </p:sp>
      <p:cxnSp>
        <p:nvCxnSpPr>
          <p:cNvPr id="140" name="Straight Connector 139">
            <a:extLst>
              <a:ext uri="{FF2B5EF4-FFF2-40B4-BE49-F238E27FC236}">
                <ns2:creationId id="{853B86BA-C691-B06A-0A02-F2128B242DF9}"/>
              </a:ext>
            </a:extLst>
          </p:cNvPr>
          <p:cNvCxnSpPr/>
          <p:nvPr/>
        </p:nvCxnSpPr>
        <p:spPr>
          <a:xfrm>
            <a:off x="1828304" y="2917326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ns2:creationId id="{0DF4EDDF-AD48-8982-5078-E7DC82DD911B}"/>
              </a:ext>
            </a:extLst>
          </p:cNvPr>
          <p:cNvCxnSpPr/>
          <p:nvPr/>
        </p:nvCxnSpPr>
        <p:spPr>
          <a:xfrm>
            <a:off x="1828304" y="3484492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ns2:creationId id="{72F2DA1E-2D77-6FC1-0C29-3389327312E5}"/>
              </a:ext>
            </a:extLst>
          </p:cNvPr>
          <p:cNvCxnSpPr/>
          <p:nvPr/>
        </p:nvCxnSpPr>
        <p:spPr>
          <a:xfrm>
            <a:off x="1828304" y="4051658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ns2:creationId id="{5E37DE51-5ADC-26DC-FC20-85790B275C8F}"/>
              </a:ext>
            </a:extLst>
          </p:cNvPr>
          <p:cNvCxnSpPr/>
          <p:nvPr/>
        </p:nvCxnSpPr>
        <p:spPr>
          <a:xfrm>
            <a:off x="1828304" y="4618823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ns2:creationId id="{C13B3D99-F220-606D-08A2-7D34179D6AD6}"/>
              </a:ext>
            </a:extLst>
          </p:cNvPr>
          <p:cNvCxnSpPr/>
          <p:nvPr/>
        </p:nvCxnSpPr>
        <p:spPr>
          <a:xfrm>
            <a:off x="1828304" y="5185989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able_TWformat_8_3">
            <a:extLst>
              <a:ext uri="{FF2B5EF4-FFF2-40B4-BE49-F238E27FC236}">
                <ns2:creationId id="{ECF00D49-F950-3FD6-03FD-DABED5A0F551}"/>
              </a:ext>
            </a:extLst>
          </p:cNvPr>
          <p:cNvSpPr txBox="1"/>
          <p:nvPr/>
        </p:nvSpPr>
        <p:spPr>
          <a:xfrm>
            <a:off x="1828304" y="5764747"/>
            <a:ext cx="3909060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ja-JP" altLang="en-US" b="1" dirty="0">
                <a:solidFill>
                  <a:srgbClr val="008000"/>
                </a:solidFill>
              </a:rPr>
              <a:t>XX</a:t>
            </a:r>
            <a:r>
              <a:rPr lang="en-US" altLang="ja-JP" b="1" dirty="0">
                <a:solidFill>
                  <a:srgbClr val="008000"/>
                </a:solidFill>
              </a:rPr>
              <a:t>XX</a:t>
            </a:r>
            <a:r>
              <a:rPr lang="ja-JP" altLang="en-US" b="1" dirty="0">
                <a:solidFill>
                  <a:srgbClr val="008000"/>
                </a:solidFill>
              </a:rPr>
              <a:t>XX</a:t>
            </a:r>
            <a:r>
              <a:rPr lang="en-US" altLang="ja-JP" b="1" dirty="0">
                <a:solidFill>
                  <a:srgbClr val="008000"/>
                </a:solidFill>
              </a:rPr>
              <a:t>) </a:t>
            </a:r>
            <a:r>
              <a:rPr lang="ja-JP" altLang="en-US" b="1" dirty="0">
                <a:solidFill>
                  <a:srgbClr val="008000"/>
                </a:solidFill>
              </a:rPr>
              <a:t>XX</a:t>
            </a:r>
            <a:endParaRPr lang="en-US" altLang="ja-JP" b="1" dirty="0">
              <a:solidFill>
                <a:srgbClr val="008000"/>
              </a:solidFill>
            </a:endParaRPr>
          </a:p>
          <a:p>
            <a:r>
              <a:rPr lang="ja-JP" altLang="en-US" b="1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ns2:creationId id="{3F16EF84-BBE5-148A-C4C4-0A342C95A8B3}"/>
              </a:ext>
            </a:extLst>
          </p:cNvPr>
          <p:cNvCxnSpPr/>
          <p:nvPr/>
        </p:nvCxnSpPr>
        <p:spPr>
          <a:xfrm>
            <a:off x="1828304" y="5753155"/>
            <a:ext cx="39090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able_TWformat_2_1">
            <a:extLst>
              <a:ext uri="{FF2B5EF4-FFF2-40B4-BE49-F238E27FC236}">
                <ns2:creationId id="{531C73FF-E9FC-7165-BE8B-F4B730475784}"/>
              </a:ext>
            </a:extLst>
          </p:cNvPr>
          <p:cNvSpPr txBox="1"/>
          <p:nvPr/>
        </p:nvSpPr>
        <p:spPr>
          <a:xfrm>
            <a:off x="334963" y="2361754"/>
            <a:ext cx="833437" cy="54398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 sz="1050"/>
              <a:t>XX</a:t>
            </a:r>
            <a:endParaRPr lang="ja-JP" altLang="en-US" sz="1050" dirty="0"/>
          </a:p>
        </p:txBody>
      </p:sp>
      <p:sp>
        <p:nvSpPr>
          <p:cNvPr id="119" name="table_TWformat_3_2">
            <a:extLst>
              <a:ext uri="{FF2B5EF4-FFF2-40B4-BE49-F238E27FC236}">
                <ns2:creationId id="{DD53C497-FC37-BB70-3164-0A2C64DF365C}"/>
              </a:ext>
            </a:extLst>
          </p:cNvPr>
          <p:cNvSpPr txBox="1"/>
          <p:nvPr/>
        </p:nvSpPr>
        <p:spPr>
          <a:xfrm>
            <a:off x="1247636" y="2928920"/>
            <a:ext cx="501432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latin typeface="+mn-ea"/>
              </a:rPr>
              <a:t>XX</a:t>
            </a:r>
            <a:endParaRPr kumimoji="1" lang="en-US" altLang="ja-JP" sz="1050" dirty="0">
              <a:latin typeface="+mn-ea"/>
            </a:endParaRPr>
          </a:p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latin typeface="+mn-ea"/>
              </a:rPr>
              <a:t>XX</a:t>
            </a:r>
          </a:p>
        </p:txBody>
      </p:sp>
      <p:sp>
        <p:nvSpPr>
          <p:cNvPr id="139" name="table_TWformat_3_3">
            <a:extLst>
              <a:ext uri="{FF2B5EF4-FFF2-40B4-BE49-F238E27FC236}">
                <ns2:creationId id="{83E76252-8FC0-5271-4CAA-D16C6BBB8277}"/>
              </a:ext>
            </a:extLst>
          </p:cNvPr>
          <p:cNvSpPr txBox="1"/>
          <p:nvPr/>
        </p:nvSpPr>
        <p:spPr>
          <a:xfrm>
            <a:off x="1828304" y="2928920"/>
            <a:ext cx="3909060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1">
                <a:solidFill>
                  <a:srgbClr val="008000"/>
                </a:solidFill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(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  <a:r>
              <a:rPr lang="en-US" altLang="ja-JP" b="0" dirty="0">
                <a:solidFill>
                  <a:schemeClr val="tx1"/>
                </a:solidFill>
              </a:rPr>
              <a:t>)</a:t>
            </a:r>
            <a:r>
              <a:rPr lang="ja-JP" altLang="en-US" b="0" dirty="0">
                <a:solidFill>
                  <a:schemeClr val="tx1"/>
                </a:solidFill>
              </a:rPr>
              <a:t>、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en-US" altLang="ja-JP" dirty="0"/>
          </a:p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en-US" altLang="ja-JP" dirty="0" err="1"/>
              <a:t>XX</a:t>
            </a:r>
            <a:r>
              <a:rPr lang="en-US" altLang="ja-JP" dirty="0"/>
              <a:t>XX</a:t>
            </a:r>
            <a:r>
              <a:rPr lang="ja-JP" altLang="en-US" b="0" dirty="0">
                <a:solidFill>
                  <a:schemeClr val="tx1"/>
                </a:solidFill>
              </a:rPr>
              <a:t>XX</a:t>
            </a:r>
          </a:p>
        </p:txBody>
      </p:sp>
      <p:sp>
        <p:nvSpPr>
          <p:cNvPr id="17" name="table_TWformat_3_1">
            <a:extLst>
              <a:ext uri="{FF2B5EF4-FFF2-40B4-BE49-F238E27FC236}">
                <ns2:creationId id="{1A61D8E1-EE47-6CE7-3210-6883B1E52411}"/>
              </a:ext>
            </a:extLst>
          </p:cNvPr>
          <p:cNvSpPr txBox="1"/>
          <p:nvPr/>
        </p:nvSpPr>
        <p:spPr>
          <a:xfrm>
            <a:off x="334963" y="2928920"/>
            <a:ext cx="833437" cy="54398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en-US" altLang="ja-JP" sz="1050" dirty="0"/>
              <a:t>XX</a:t>
            </a:r>
            <a:endParaRPr lang="ja-JP" altLang="en-US" sz="1050" dirty="0"/>
          </a:p>
        </p:txBody>
      </p:sp>
      <p:sp>
        <p:nvSpPr>
          <p:cNvPr id="103" name="table_TWformat_8_1">
            <a:extLst>
              <a:ext uri="{FF2B5EF4-FFF2-40B4-BE49-F238E27FC236}">
                <ns2:creationId id="{13DBDACA-DFE3-1F28-FF48-3E489B31E1C8}"/>
              </a:ext>
            </a:extLst>
          </p:cNvPr>
          <p:cNvSpPr txBox="1"/>
          <p:nvPr/>
        </p:nvSpPr>
        <p:spPr>
          <a:xfrm>
            <a:off x="334963" y="5764747"/>
            <a:ext cx="833437" cy="54398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 sz="1050"/>
              <a:t>XX</a:t>
            </a:r>
            <a:endParaRPr lang="ja-JP" altLang="en-US" sz="1050" dirty="0"/>
          </a:p>
        </p:txBody>
      </p:sp>
      <p:sp>
        <p:nvSpPr>
          <p:cNvPr id="173" name="table_TWformat_2_4">
            <a:extLst>
              <a:ext uri="{FF2B5EF4-FFF2-40B4-BE49-F238E27FC236}">
                <ns2:creationId id="{10C683A9-043D-6D15-1EEE-518684A58C1F}"/>
              </a:ext>
            </a:extLst>
          </p:cNvPr>
          <p:cNvSpPr txBox="1"/>
          <p:nvPr/>
        </p:nvSpPr>
        <p:spPr>
          <a:xfrm>
            <a:off x="5816599" y="2361754"/>
            <a:ext cx="3114039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</a:p>
          <a:p>
            <a:r>
              <a:rPr lang="ja-JP" altLang="en-US" dirty="0"/>
              <a:t>XX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ns2:creationId id="{D79BB1A5-5030-C8DD-EA5C-22C11392DAAC}"/>
              </a:ext>
            </a:extLst>
          </p:cNvPr>
          <p:cNvCxnSpPr/>
          <p:nvPr/>
        </p:nvCxnSpPr>
        <p:spPr>
          <a:xfrm>
            <a:off x="5816599" y="2917326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ns2:creationId id="{9F1D5883-2325-5261-897A-5E176A182F82}"/>
              </a:ext>
            </a:extLst>
          </p:cNvPr>
          <p:cNvCxnSpPr/>
          <p:nvPr/>
        </p:nvCxnSpPr>
        <p:spPr>
          <a:xfrm>
            <a:off x="5816599" y="3484492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3" name="Group 242">
            <a:extLst>
              <a:ext uri="{FF2B5EF4-FFF2-40B4-BE49-F238E27FC236}">
                <ns2:creationId id="{96EABF2D-E6A1-B1C0-783A-C1B9A634086D}"/>
              </a:ext>
            </a:extLst>
          </p:cNvPr>
          <p:cNvGrpSpPr/>
          <p:nvPr/>
        </p:nvGrpSpPr>
        <p:grpSpPr>
          <a:xfrm>
            <a:off x="334963" y="4630417"/>
            <a:ext cx="8595675" cy="543980"/>
            <a:chOff x="334963" y="4063251"/>
            <a:chExt cx="8595675" cy="543980"/>
          </a:xfrm>
        </p:grpSpPr>
        <p:sp>
          <p:nvSpPr>
            <p:cNvPr id="123" name="table_TWformat_5_2">
              <a:extLst>
                <a:ext uri="{FF2B5EF4-FFF2-40B4-BE49-F238E27FC236}">
                  <ns2:creationId id="{E672FFA6-CBDD-1F7D-B459-F43E78A58489}"/>
                </a:ext>
              </a:extLst>
            </p:cNvPr>
            <p:cNvSpPr txBox="1"/>
            <p:nvPr/>
          </p:nvSpPr>
          <p:spPr>
            <a:xfrm>
              <a:off x="1247636" y="4063251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050">
                  <a:latin typeface="+mn-ea"/>
                </a:rPr>
                <a:t>XX</a:t>
              </a: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50" name="table_TWformat_5_3">
              <a:extLst>
                <a:ext uri="{FF2B5EF4-FFF2-40B4-BE49-F238E27FC236}">
                  <ns2:creationId id="{DF1B2AB8-4564-6183-3D6C-FB23BBDF2E7E}"/>
                </a:ext>
              </a:extLst>
            </p:cNvPr>
            <p:cNvSpPr txBox="1"/>
            <p:nvPr/>
          </p:nvSpPr>
          <p:spPr>
            <a:xfrm>
              <a:off x="1828304" y="4063251"/>
              <a:ext cx="3909060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en-US" altLang="ja-JP" dirty="0"/>
                <a:t> </a:t>
              </a:r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en-US" altLang="ja-JP" dirty="0"/>
                <a:t>(</a:t>
              </a:r>
              <a:r>
                <a:rPr lang="ja-JP" altLang="en-US" dirty="0"/>
                <a:t>XX</a:t>
              </a:r>
              <a:r>
                <a:rPr lang="en-US" altLang="ja-JP" dirty="0"/>
                <a:t>)</a:t>
              </a:r>
            </a:p>
            <a:p>
              <a:r>
                <a:rPr lang="ja-JP" altLang="en-US" dirty="0"/>
                <a:t>XX</a:t>
              </a:r>
            </a:p>
          </p:txBody>
        </p:sp>
        <p:sp>
          <p:nvSpPr>
            <p:cNvPr id="19" name="table_TWformat_5_1">
              <a:extLst>
                <a:ext uri="{FF2B5EF4-FFF2-40B4-BE49-F238E27FC236}">
                  <ns2:creationId id="{0594ABBF-9F08-F55B-32A5-63A6A6B2C67B}"/>
                </a:ext>
              </a:extLst>
            </p:cNvPr>
            <p:cNvSpPr txBox="1"/>
            <p:nvPr/>
          </p:nvSpPr>
          <p:spPr>
            <a:xfrm>
              <a:off x="334963" y="4063251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1050"/>
                <a:t>XX</a:t>
              </a:r>
              <a:endParaRPr lang="ja-JP" altLang="en-US" sz="1050" dirty="0"/>
            </a:p>
          </p:txBody>
        </p:sp>
        <p:sp>
          <p:nvSpPr>
            <p:cNvPr id="187" name="table_TWformat_5_4">
              <a:extLst>
                <a:ext uri="{FF2B5EF4-FFF2-40B4-BE49-F238E27FC236}">
                  <ns2:creationId id="{19A963E5-7D2B-3FE2-A484-698CABF0576F}"/>
                </a:ext>
              </a:extLst>
            </p:cNvPr>
            <p:cNvSpPr txBox="1"/>
            <p:nvPr/>
          </p:nvSpPr>
          <p:spPr>
            <a:xfrm>
              <a:off x="5816599" y="4063251"/>
              <a:ext cx="3114039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</a:p>
          </p:txBody>
        </p:sp>
      </p:grpSp>
      <p:cxnSp>
        <p:nvCxnSpPr>
          <p:cNvPr id="188" name="Straight Connector 187">
            <a:extLst>
              <a:ext uri="{FF2B5EF4-FFF2-40B4-BE49-F238E27FC236}">
                <ns2:creationId id="{5FC71DEE-5A2F-F299-581F-E11FABF159B6}"/>
              </a:ext>
            </a:extLst>
          </p:cNvPr>
          <p:cNvCxnSpPr/>
          <p:nvPr/>
        </p:nvCxnSpPr>
        <p:spPr>
          <a:xfrm>
            <a:off x="5816599" y="4051658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0" name="Group 239">
            <a:extLst>
              <a:ext uri="{FF2B5EF4-FFF2-40B4-BE49-F238E27FC236}">
                <ns2:creationId id="{A6C52F34-B0DE-0FA9-6B48-101A3B72D813}"/>
              </a:ext>
            </a:extLst>
          </p:cNvPr>
          <p:cNvGrpSpPr/>
          <p:nvPr/>
        </p:nvGrpSpPr>
        <p:grpSpPr>
          <a:xfrm>
            <a:off x="334963" y="4063251"/>
            <a:ext cx="8595675" cy="543980"/>
            <a:chOff x="334963" y="4630417"/>
            <a:chExt cx="8595675" cy="543980"/>
          </a:xfrm>
        </p:grpSpPr>
        <p:sp>
          <p:nvSpPr>
            <p:cNvPr id="125" name="table_TWformat_6_2">
              <a:extLst>
                <a:ext uri="{FF2B5EF4-FFF2-40B4-BE49-F238E27FC236}">
                  <ns2:creationId id="{CA947F44-437A-9A34-5F1B-FBA3375766B3}"/>
                </a:ext>
              </a:extLst>
            </p:cNvPr>
            <p:cNvSpPr txBox="1"/>
            <p:nvPr/>
          </p:nvSpPr>
          <p:spPr>
            <a:xfrm>
              <a:off x="1247636" y="4630417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050" dirty="0">
                  <a:latin typeface="+mn-ea"/>
                </a:rPr>
                <a:t>XX</a:t>
              </a:r>
            </a:p>
          </p:txBody>
        </p:sp>
        <p:sp>
          <p:nvSpPr>
            <p:cNvPr id="158" name="table_TWformat_6_3">
              <a:extLst>
                <a:ext uri="{FF2B5EF4-FFF2-40B4-BE49-F238E27FC236}">
                  <ns2:creationId id="{A8B7318F-4B27-CE71-412E-F3C2156A20DD}"/>
                </a:ext>
              </a:extLst>
            </p:cNvPr>
            <p:cNvSpPr txBox="1"/>
            <p:nvPr/>
          </p:nvSpPr>
          <p:spPr>
            <a:xfrm>
              <a:off x="1828304" y="4630417"/>
              <a:ext cx="3909060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endParaRPr lang="ja-JP" altLang="en-US" dirty="0"/>
            </a:p>
          </p:txBody>
        </p:sp>
        <p:sp>
          <p:nvSpPr>
            <p:cNvPr id="20" name="table_TWformat_6_1">
              <a:extLst>
                <a:ext uri="{FF2B5EF4-FFF2-40B4-BE49-F238E27FC236}">
                  <ns2:creationId id="{FF3999D0-0C64-BFD0-170F-992BFA6C14C4}"/>
                </a:ext>
              </a:extLst>
            </p:cNvPr>
            <p:cNvSpPr txBox="1"/>
            <p:nvPr/>
          </p:nvSpPr>
          <p:spPr>
            <a:xfrm>
              <a:off x="334963" y="4630417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1050" dirty="0"/>
                <a:t>XX</a:t>
              </a:r>
            </a:p>
          </p:txBody>
        </p:sp>
        <p:sp>
          <p:nvSpPr>
            <p:cNvPr id="189" name="table_TWformat_6_4">
              <a:extLst>
                <a:ext uri="{FF2B5EF4-FFF2-40B4-BE49-F238E27FC236}">
                  <ns2:creationId id="{B0EBF6EB-9827-AFE5-501D-FDE5863D0C55}"/>
                </a:ext>
              </a:extLst>
            </p:cNvPr>
            <p:cNvSpPr txBox="1"/>
            <p:nvPr/>
          </p:nvSpPr>
          <p:spPr>
            <a:xfrm>
              <a:off x="5816599" y="4630417"/>
              <a:ext cx="3114039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br>
                <a:rPr lang="en-US" altLang="ja-JP" dirty="0"/>
              </a:br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</a:p>
          </p:txBody>
        </p:sp>
      </p:grpSp>
      <p:cxnSp>
        <p:nvCxnSpPr>
          <p:cNvPr id="190" name="Straight Connector 189">
            <a:extLst>
              <a:ext uri="{FF2B5EF4-FFF2-40B4-BE49-F238E27FC236}">
                <ns2:creationId id="{69321AE5-C93F-DBA0-06E8-432C384043DC}"/>
              </a:ext>
            </a:extLst>
          </p:cNvPr>
          <p:cNvCxnSpPr/>
          <p:nvPr/>
        </p:nvCxnSpPr>
        <p:spPr>
          <a:xfrm>
            <a:off x="5816599" y="4618823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ns2:creationId id="{817CC0E5-9217-B36E-599D-E06C2E3CF675}"/>
              </a:ext>
            </a:extLst>
          </p:cNvPr>
          <p:cNvCxnSpPr/>
          <p:nvPr/>
        </p:nvCxnSpPr>
        <p:spPr>
          <a:xfrm>
            <a:off x="5816599" y="5185989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able_TWformat_8_4">
            <a:extLst>
              <a:ext uri="{FF2B5EF4-FFF2-40B4-BE49-F238E27FC236}">
                <ns2:creationId id="{CDB5DAD1-6993-B2CC-2728-81D4B24C8DDF}"/>
              </a:ext>
            </a:extLst>
          </p:cNvPr>
          <p:cNvSpPr txBox="1"/>
          <p:nvPr/>
        </p:nvSpPr>
        <p:spPr>
          <a:xfrm>
            <a:off x="5816599" y="5764747"/>
            <a:ext cx="3114039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</a:p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  <p:cxnSp>
        <p:nvCxnSpPr>
          <p:cNvPr id="194" name="Straight Connector 193">
            <a:extLst>
              <a:ext uri="{FF2B5EF4-FFF2-40B4-BE49-F238E27FC236}">
                <ns2:creationId id="{EE66C9FF-5C7A-7327-7D30-8E5F9E49C81F}"/>
              </a:ext>
            </a:extLst>
          </p:cNvPr>
          <p:cNvCxnSpPr/>
          <p:nvPr/>
        </p:nvCxnSpPr>
        <p:spPr>
          <a:xfrm>
            <a:off x="5816599" y="5753155"/>
            <a:ext cx="3114041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table_TWformat_3_4">
            <a:extLst>
              <a:ext uri="{FF2B5EF4-FFF2-40B4-BE49-F238E27FC236}">
                <ns2:creationId id="{9889F09F-7A21-B4DE-2C10-614842754358}"/>
              </a:ext>
            </a:extLst>
          </p:cNvPr>
          <p:cNvSpPr txBox="1"/>
          <p:nvPr/>
        </p:nvSpPr>
        <p:spPr>
          <a:xfrm>
            <a:off x="5816599" y="2928920"/>
            <a:ext cx="3114039" cy="543980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</a:p>
          <a:p>
            <a:r>
              <a:rPr lang="ja-JP" altLang="en-US" dirty="0"/>
              <a:t>XX</a:t>
            </a:r>
          </a:p>
        </p:txBody>
      </p:sp>
      <p:sp>
        <p:nvSpPr>
          <p:cNvPr id="115" name="table_TWformat_1_2">
            <a:extLst>
              <a:ext uri="{FF2B5EF4-FFF2-40B4-BE49-F238E27FC236}">
                <ns2:creationId id="{4EFFB9BE-4520-59E7-E7CC-AE301764CE1D}"/>
              </a:ext>
            </a:extLst>
          </p:cNvPr>
          <p:cNvSpPr txBox="1"/>
          <p:nvPr/>
        </p:nvSpPr>
        <p:spPr>
          <a:xfrm>
            <a:off x="1247636" y="2020865"/>
            <a:ext cx="501432" cy="253614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400">
                <a:solidFill>
                  <a:srgbClr val="414141"/>
                </a:solidFill>
                <a:latin typeface="Trebuchet MS" panose="020B0703020202090204" pitchFamily="34" charset="0"/>
                <a:ea typeface="Meiryo" panose="020B0604030504040204" pitchFamily="34" charset="-128"/>
              </a:defRPr>
            </a:lvl1pPr>
          </a:lstStyle>
          <a:p>
            <a:r>
              <a:rPr lang="ja-JP" altLang="en-US" sz="1050" dirty="0">
                <a:solidFill>
                  <a:schemeClr val="tx1"/>
                </a:solidFill>
                <a:latin typeface="+mn-ea"/>
                <a:ea typeface="+mn-ea"/>
              </a:rPr>
              <a:t>XX</a:t>
            </a:r>
          </a:p>
        </p:txBody>
      </p:sp>
      <p:cxnSp>
        <p:nvCxnSpPr>
          <p:cNvPr id="117" name="Straight Connector 116">
            <a:extLst>
              <a:ext uri="{FF2B5EF4-FFF2-40B4-BE49-F238E27FC236}">
                <ns2:creationId id="{CDA09403-05CE-FF8D-E19D-E6AEED6845A0}"/>
              </a:ext>
            </a:extLst>
          </p:cNvPr>
          <p:cNvCxnSpPr/>
          <p:nvPr/>
        </p:nvCxnSpPr>
        <p:spPr>
          <a:xfrm>
            <a:off x="1247636" y="2283261"/>
            <a:ext cx="501432" cy="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able_TWformat_1_3">
            <a:extLst>
              <a:ext uri="{FF2B5EF4-FFF2-40B4-BE49-F238E27FC236}">
                <ns2:creationId id="{28BB6843-424A-ADB5-CCCA-C070DC210C1B}"/>
              </a:ext>
            </a:extLst>
          </p:cNvPr>
          <p:cNvSpPr txBox="1"/>
          <p:nvPr/>
        </p:nvSpPr>
        <p:spPr>
          <a:xfrm>
            <a:off x="1828304" y="2020865"/>
            <a:ext cx="3909060" cy="253614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latin typeface="+mn-ea"/>
              </a:rPr>
              <a:t>XX</a:t>
            </a:r>
            <a:r>
              <a:rPr kumimoji="1" lang="ja-JP" altLang="en-US" sz="1050" dirty="0">
                <a:latin typeface="+mn-ea"/>
              </a:rPr>
              <a:t>XX</a:t>
            </a:r>
            <a:r>
              <a:rPr kumimoji="1" lang="en-US" altLang="ja-JP" sz="1050" dirty="0">
                <a:latin typeface="+mn-ea"/>
              </a:rPr>
              <a:t>) </a:t>
            </a:r>
            <a:r>
              <a:rPr kumimoji="1" lang="ja-JP" altLang="en-US" sz="1050" dirty="0">
                <a:latin typeface="+mn-ea"/>
              </a:rPr>
              <a:t>XX</a:t>
            </a:r>
          </a:p>
        </p:txBody>
      </p:sp>
      <p:cxnSp>
        <p:nvCxnSpPr>
          <p:cNvPr id="138" name="Straight Connector 137">
            <a:extLst>
              <a:ext uri="{FF2B5EF4-FFF2-40B4-BE49-F238E27FC236}">
                <ns2:creationId id="{CCF90255-A88D-777B-4309-129E381EE564}"/>
              </a:ext>
            </a:extLst>
          </p:cNvPr>
          <p:cNvCxnSpPr/>
          <p:nvPr/>
        </p:nvCxnSpPr>
        <p:spPr>
          <a:xfrm>
            <a:off x="1828304" y="2283261"/>
            <a:ext cx="3909060" cy="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able_TWformat_1_4">
            <a:extLst>
              <a:ext uri="{FF2B5EF4-FFF2-40B4-BE49-F238E27FC236}">
                <ns2:creationId id="{3CD6B133-F60D-7395-53CA-E0B5278BACB4}"/>
              </a:ext>
            </a:extLst>
          </p:cNvPr>
          <p:cNvSpPr txBox="1"/>
          <p:nvPr/>
        </p:nvSpPr>
        <p:spPr>
          <a:xfrm>
            <a:off x="5816599" y="2020865"/>
            <a:ext cx="3114039" cy="253614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50" dirty="0">
                <a:latin typeface="+mn-ea"/>
              </a:rPr>
              <a:t>XX</a:t>
            </a:r>
          </a:p>
        </p:txBody>
      </p:sp>
      <p:cxnSp>
        <p:nvCxnSpPr>
          <p:cNvPr id="175" name="Straight Connector 174">
            <a:extLst>
              <a:ext uri="{FF2B5EF4-FFF2-40B4-BE49-F238E27FC236}">
                <ns2:creationId id="{9E66A46C-1CEB-198D-1840-96C628C0C486}"/>
              </a:ext>
            </a:extLst>
          </p:cNvPr>
          <p:cNvCxnSpPr/>
          <p:nvPr/>
        </p:nvCxnSpPr>
        <p:spPr>
          <a:xfrm>
            <a:off x="5816599" y="2283261"/>
            <a:ext cx="3114041" cy="0"/>
          </a:xfrm>
          <a:prstGeom prst="line">
            <a:avLst/>
          </a:prstGeom>
          <a:ln w="952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グループ化 7">
            <a:extLst>
              <a:ext uri="{FF2B5EF4-FFF2-40B4-BE49-F238E27FC236}">
                <ns2:creationId id="{83454D13-305F-91BE-0B2F-7529C0EDE30F}"/>
              </a:ext>
            </a:extLst>
          </p:cNvPr>
          <p:cNvGrpSpPr/>
          <p:nvPr/>
        </p:nvGrpSpPr>
        <p:grpSpPr>
          <a:xfrm>
            <a:off x="334963" y="2020865"/>
            <a:ext cx="833437" cy="262396"/>
            <a:chOff x="334963" y="2020865"/>
            <a:chExt cx="833437" cy="262396"/>
          </a:xfrm>
        </p:grpSpPr>
        <p:sp>
          <p:nvSpPr>
            <p:cNvPr id="14" name="table_TWformat_1_1">
              <a:extLst>
                <a:ext uri="{FF2B5EF4-FFF2-40B4-BE49-F238E27FC236}">
                  <ns2:creationId id="{5043C04A-EE20-63B9-098C-1A1FF35ADF58}"/>
                </a:ext>
              </a:extLst>
            </p:cNvPr>
            <p:cNvSpPr txBox="1"/>
            <p:nvPr/>
          </p:nvSpPr>
          <p:spPr>
            <a:xfrm>
              <a:off x="334963" y="2020865"/>
              <a:ext cx="833437" cy="253614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400">
                  <a:solidFill>
                    <a:srgbClr val="41414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  <a:ea typeface="+mn-ea"/>
                </a:rPr>
                <a:t>XX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ns2:creationId id="{606E6568-C2A8-CFCD-AAC8-0F31E6C3E45D}"/>
                </a:ext>
              </a:extLst>
            </p:cNvPr>
            <p:cNvCxnSpPr/>
            <p:nvPr/>
          </p:nvCxnSpPr>
          <p:spPr>
            <a:xfrm>
              <a:off x="334963" y="2283261"/>
              <a:ext cx="833437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7" name="Group 206">
            <a:extLst>
              <a:ext uri="{FF2B5EF4-FFF2-40B4-BE49-F238E27FC236}">
                <ns2:creationId id="{94F48052-5F19-51C8-EE3D-539789B2FF07}"/>
              </a:ext>
            </a:extLst>
          </p:cNvPr>
          <p:cNvGrpSpPr/>
          <p:nvPr/>
        </p:nvGrpSpPr>
        <p:grpSpPr>
          <a:xfrm>
            <a:off x="9328150" y="2145752"/>
            <a:ext cx="2528888" cy="866688"/>
            <a:chOff x="9810750" y="2584533"/>
            <a:chExt cx="2046288" cy="866688"/>
          </a:xfrm>
        </p:grpSpPr>
        <p:sp>
          <p:nvSpPr>
            <p:cNvPr id="205" name="Rectangle: Rounded Corners 30">
              <a:extLst>
                <a:ext uri="{FF2B5EF4-FFF2-40B4-BE49-F238E27FC236}">
                  <ns2:creationId id="{6833F640-87FC-EBE5-80C7-BAD1DC41E0B8}"/>
                </a:ext>
              </a:extLst>
            </p:cNvPr>
            <p:cNvSpPr/>
            <p:nvPr/>
          </p:nvSpPr>
          <p:spPr>
            <a:xfrm>
              <a:off x="9810750" y="2584533"/>
              <a:ext cx="2046288" cy="26741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105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06" name="Rectangle: Rounded Corners 30">
              <a:extLst>
                <a:ext uri="{FF2B5EF4-FFF2-40B4-BE49-F238E27FC236}">
                  <ns2:creationId id="{DB6FB4EE-EFFB-193A-832C-2A135FD42889}"/>
                </a:ext>
              </a:extLst>
            </p:cNvPr>
            <p:cNvSpPr/>
            <p:nvPr/>
          </p:nvSpPr>
          <p:spPr>
            <a:xfrm>
              <a:off x="9810750" y="2848653"/>
              <a:ext cx="2046288" cy="602568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1F1F1F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08" name="Group 207">
            <a:extLst>
              <a:ext uri="{FF2B5EF4-FFF2-40B4-BE49-F238E27FC236}">
                <ns2:creationId id="{BD801724-EF70-9457-5103-583FFDEA67B1}"/>
              </a:ext>
            </a:extLst>
          </p:cNvPr>
          <p:cNvGrpSpPr/>
          <p:nvPr/>
        </p:nvGrpSpPr>
        <p:grpSpPr>
          <a:xfrm>
            <a:off x="9328150" y="3102169"/>
            <a:ext cx="2528888" cy="976648"/>
            <a:chOff x="9810750" y="2584533"/>
            <a:chExt cx="2046288" cy="976648"/>
          </a:xfrm>
        </p:grpSpPr>
        <p:sp>
          <p:nvSpPr>
            <p:cNvPr id="209" name="Rectangle: Rounded Corners 30">
              <a:extLst>
                <a:ext uri="{FF2B5EF4-FFF2-40B4-BE49-F238E27FC236}">
                  <ns2:creationId id="{EB1E66AB-4455-F016-4690-C725365DA3F9}"/>
                </a:ext>
              </a:extLst>
            </p:cNvPr>
            <p:cNvSpPr/>
            <p:nvPr/>
          </p:nvSpPr>
          <p:spPr>
            <a:xfrm>
              <a:off x="9810750" y="2584533"/>
              <a:ext cx="2046288" cy="392448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)</a:t>
              </a:r>
              <a:br>
                <a:rPr lang="en-US" altLang="ja-JP" sz="1050" b="1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/ 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105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10" name="Rectangle: Rounded Corners 30">
              <a:extLst>
                <a:ext uri="{FF2B5EF4-FFF2-40B4-BE49-F238E27FC236}">
                  <ns2:creationId id="{7374B141-6EC6-C006-2719-8D93E8881057}"/>
                </a:ext>
              </a:extLst>
            </p:cNvPr>
            <p:cNvSpPr/>
            <p:nvPr/>
          </p:nvSpPr>
          <p:spPr>
            <a:xfrm>
              <a:off x="9810750" y="2984120"/>
              <a:ext cx="2046288" cy="5770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/</a:t>
              </a:r>
              <a:br>
                <a:rPr lang="en-US" altLang="ja-JP" sz="1050" dirty="0">
                  <a:solidFill>
                    <a:srgbClr val="1F1F1F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11" name="Group 210">
            <a:extLst>
              <a:ext uri="{FF2B5EF4-FFF2-40B4-BE49-F238E27FC236}">
                <ns2:creationId id="{D2FBC2EF-1BA9-3EAE-69AC-A25020FD3AF0}"/>
              </a:ext>
            </a:extLst>
          </p:cNvPr>
          <p:cNvGrpSpPr/>
          <p:nvPr/>
        </p:nvGrpSpPr>
        <p:grpSpPr>
          <a:xfrm>
            <a:off x="9328150" y="4164736"/>
            <a:ext cx="2528888" cy="947438"/>
            <a:chOff x="9810750" y="2584533"/>
            <a:chExt cx="2046288" cy="947438"/>
          </a:xfrm>
        </p:grpSpPr>
        <p:sp>
          <p:nvSpPr>
            <p:cNvPr id="212" name="Rectangle: Rounded Corners 30">
              <a:extLst>
                <a:ext uri="{FF2B5EF4-FFF2-40B4-BE49-F238E27FC236}">
                  <ns2:creationId id="{D1C8BCD4-6001-1F6C-746D-17A64884F773}"/>
                </a:ext>
              </a:extLst>
            </p:cNvPr>
            <p:cNvSpPr/>
            <p:nvPr/>
          </p:nvSpPr>
          <p:spPr>
            <a:xfrm>
              <a:off x="9810750" y="2584533"/>
              <a:ext cx="2046288" cy="392448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b="1" dirty="0">
                <a:solidFill>
                  <a:schemeClr val="bg1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5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5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13" name="Rectangle: Rounded Corners 30">
              <a:extLst>
                <a:ext uri="{FF2B5EF4-FFF2-40B4-BE49-F238E27FC236}">
                  <ns2:creationId id="{2880AAEB-FE14-69F9-5EA7-A5F966526837}"/>
                </a:ext>
              </a:extLst>
            </p:cNvPr>
            <p:cNvSpPr/>
            <p:nvPr/>
          </p:nvSpPr>
          <p:spPr>
            <a:xfrm>
              <a:off x="9810750" y="2984120"/>
              <a:ext cx="2046288" cy="54785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rgbClr val="1F1F1F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rgbClr val="1F1F1F"/>
                  </a:solidFill>
                  <a:latin typeface="+mn-ea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215" name="TextBox 214">
            <a:extLst>
              <a:ext uri="{FF2B5EF4-FFF2-40B4-BE49-F238E27FC236}">
                <ns2:creationId id="{B6B38939-DBED-DF01-0A98-83A0F5B2B7C4}"/>
              </a:ext>
            </a:extLst>
          </p:cNvPr>
          <p:cNvSpPr txBox="1"/>
          <p:nvPr/>
        </p:nvSpPr>
        <p:spPr>
          <a:xfrm>
            <a:off x="9328149" y="5476875"/>
            <a:ext cx="2528888" cy="831841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marL="171450" indent="-171450">
              <a:buClr>
                <a:srgbClr val="008000"/>
              </a:buClr>
              <a:buFont typeface="Arial" panose="020B0604020202020204" pitchFamily="34" charset="0"/>
              <a:buChar char="•"/>
              <a:defRPr sz="1050" b="0">
                <a:latin typeface="+mn-ea"/>
              </a:defRPr>
            </a:lvl1pPr>
          </a:lstStyle>
          <a:p>
            <a:pPr marL="0" indent="0">
              <a:lnSpc>
                <a:spcPct val="120000"/>
              </a:lnSpc>
              <a:buNone/>
            </a:pPr>
            <a:r>
              <a:rPr lang="ja-JP" altLang="en-US" b="1" dirty="0">
                <a:solidFill>
                  <a:srgbClr val="008000"/>
                </a:solidFill>
              </a:rPr>
              <a:t>XX</a:t>
            </a:r>
          </a:p>
        </p:txBody>
      </p:sp>
      <p:grpSp>
        <p:nvGrpSpPr>
          <p:cNvPr id="220" name="Group 219">
            <a:extLst>
              <a:ext uri="{FF2B5EF4-FFF2-40B4-BE49-F238E27FC236}">
                <ns2:creationId id="{A7EEFEE1-010C-C6E5-6FEC-90A9C3789BA8}"/>
              </a:ext>
            </a:extLst>
          </p:cNvPr>
          <p:cNvGrpSpPr/>
          <p:nvPr/>
        </p:nvGrpSpPr>
        <p:grpSpPr>
          <a:xfrm>
            <a:off x="334963" y="5197582"/>
            <a:ext cx="8843869" cy="543980"/>
            <a:chOff x="334963" y="3496084"/>
            <a:chExt cx="8843869" cy="543980"/>
          </a:xfrm>
        </p:grpSpPr>
        <p:sp>
          <p:nvSpPr>
            <p:cNvPr id="221" name="table_TWformat_4_2">
              <a:extLst>
                <a:ext uri="{FF2B5EF4-FFF2-40B4-BE49-F238E27FC236}">
                  <ns2:creationId id="{1E0B00B1-95B9-E362-1E39-32082D13E314}"/>
                </a:ext>
              </a:extLst>
            </p:cNvPr>
            <p:cNvSpPr txBox="1"/>
            <p:nvPr/>
          </p:nvSpPr>
          <p:spPr>
            <a:xfrm>
              <a:off x="1247636" y="3496084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zh-TW" altLang="en-US" sz="1050" dirty="0">
                  <a:latin typeface="+mn-ea"/>
                </a:rPr>
                <a:t>XX</a:t>
              </a:r>
              <a:endParaRPr kumimoji="1" lang="en-US" altLang="zh-TW" sz="1050" dirty="0"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zh-TW" altLang="en-US" sz="1050" dirty="0">
                  <a:latin typeface="+mn-ea"/>
                </a:rPr>
                <a:t>XX</a:t>
              </a:r>
              <a:endParaRPr lang="en-US" altLang="zh-TW" sz="1050" dirty="0"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r>
                <a:rPr kumimoji="1" lang="zh-TW" altLang="en-US" sz="1050" dirty="0">
                  <a:latin typeface="+mn-ea"/>
                </a:rPr>
                <a:t>XX</a:t>
              </a: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222" name="table_TWformat_4_3">
              <a:extLst>
                <a:ext uri="{FF2B5EF4-FFF2-40B4-BE49-F238E27FC236}">
                  <ns2:creationId id="{AB256B79-074F-2127-F79F-F22F77937E7E}"/>
                </a:ext>
              </a:extLst>
            </p:cNvPr>
            <p:cNvSpPr txBox="1"/>
            <p:nvPr/>
          </p:nvSpPr>
          <p:spPr>
            <a:xfrm>
              <a:off x="1828304" y="3496084"/>
              <a:ext cx="3909060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en-US" altLang="ja-JP" dirty="0"/>
                <a:t>AI</a:t>
              </a:r>
              <a:r>
                <a:rPr lang="ja-JP" altLang="en-US" dirty="0"/>
                <a:t>・</a:t>
              </a:r>
              <a:r>
                <a:rPr lang="en-US" altLang="ja-JP" dirty="0"/>
                <a:t>IoT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</a:p>
          </p:txBody>
        </p:sp>
        <p:sp>
          <p:nvSpPr>
            <p:cNvPr id="223" name="table_TWformat_4_4">
              <a:extLst>
                <a:ext uri="{FF2B5EF4-FFF2-40B4-BE49-F238E27FC236}">
                  <ns2:creationId id="{B89FC392-FF4D-D4D3-9E28-077B26023BDF}"/>
                </a:ext>
              </a:extLst>
            </p:cNvPr>
            <p:cNvSpPr txBox="1"/>
            <p:nvPr/>
          </p:nvSpPr>
          <p:spPr>
            <a:xfrm>
              <a:off x="5816599" y="3496084"/>
              <a:ext cx="3362233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ja-JP" altLang="en-US" dirty="0"/>
                <a:t>XX</a:t>
              </a:r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)</a:t>
              </a:r>
            </a:p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</a:p>
          </p:txBody>
        </p:sp>
        <p:sp>
          <p:nvSpPr>
            <p:cNvPr id="224" name="table_TWformat_4_1">
              <a:extLst>
                <a:ext uri="{FF2B5EF4-FFF2-40B4-BE49-F238E27FC236}">
                  <ns2:creationId id="{9715A10C-3195-D3CD-3C07-60457EEBB4EC}"/>
                </a:ext>
              </a:extLst>
            </p:cNvPr>
            <p:cNvSpPr txBox="1"/>
            <p:nvPr/>
          </p:nvSpPr>
          <p:spPr>
            <a:xfrm>
              <a:off x="334963" y="3496084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900" dirty="0"/>
                <a:t>XX</a:t>
              </a:r>
            </a:p>
          </p:txBody>
        </p:sp>
      </p:grpSp>
      <p:grpSp>
        <p:nvGrpSpPr>
          <p:cNvPr id="226" name="Group 225">
            <a:extLst>
              <a:ext uri="{FF2B5EF4-FFF2-40B4-BE49-F238E27FC236}">
                <ns2:creationId id="{62E9EC18-4C5D-6FEC-D595-E88256C465E8}"/>
              </a:ext>
            </a:extLst>
          </p:cNvPr>
          <p:cNvGrpSpPr/>
          <p:nvPr/>
        </p:nvGrpSpPr>
        <p:grpSpPr>
          <a:xfrm>
            <a:off x="334963" y="3496084"/>
            <a:ext cx="8843869" cy="543980"/>
            <a:chOff x="334963" y="5197582"/>
            <a:chExt cx="8843869" cy="543980"/>
          </a:xfrm>
        </p:grpSpPr>
        <p:sp>
          <p:nvSpPr>
            <p:cNvPr id="227" name="table_TWformat_7_2">
              <a:extLst>
                <a:ext uri="{FF2B5EF4-FFF2-40B4-BE49-F238E27FC236}">
                  <ns2:creationId id="{5690474F-2B28-B65C-0514-E43AD04FCEB8}"/>
                </a:ext>
              </a:extLst>
            </p:cNvPr>
            <p:cNvSpPr txBox="1"/>
            <p:nvPr/>
          </p:nvSpPr>
          <p:spPr>
            <a:xfrm>
              <a:off x="1247636" y="5197582"/>
              <a:ext cx="501432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050">
                  <a:latin typeface="+mn-ea"/>
                </a:rPr>
                <a:t>XX</a:t>
              </a: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228" name="table_TWformat_7_3">
              <a:extLst>
                <a:ext uri="{FF2B5EF4-FFF2-40B4-BE49-F238E27FC236}">
                  <ns2:creationId id="{E0E5977B-29B6-1F7C-5533-2411864CAE09}"/>
                </a:ext>
              </a:extLst>
            </p:cNvPr>
            <p:cNvSpPr txBox="1"/>
            <p:nvPr/>
          </p:nvSpPr>
          <p:spPr>
            <a:xfrm>
              <a:off x="1828304" y="5197582"/>
              <a:ext cx="3909060" cy="543980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en-US" altLang="ja-JP" b="1" dirty="0">
                  <a:solidFill>
                    <a:srgbClr val="008000"/>
                  </a:solidFill>
                </a:rPr>
                <a:t>XX</a:t>
              </a:r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en-US" altLang="ja-JP" b="1" dirty="0">
                  <a:solidFill>
                    <a:srgbClr val="008000"/>
                  </a:solidFill>
                </a:rPr>
                <a:t>) 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b="1" dirty="0">
                  <a:solidFill>
                    <a:srgbClr val="008000"/>
                  </a:solidFill>
                </a:rPr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r>
                <a:rPr lang="en-US" altLang="ja-JP" dirty="0"/>
                <a:t>6</a:t>
              </a:r>
              <a:r>
                <a:rPr lang="ja-JP" altLang="en-US" dirty="0"/>
                <a:t>XX</a:t>
              </a:r>
              <a:r>
                <a:rPr lang="en-US" altLang="ja-JP" dirty="0"/>
                <a:t>)</a:t>
              </a:r>
            </a:p>
            <a:p>
              <a:r>
                <a:rPr lang="ja-JP" altLang="en-US" dirty="0"/>
                <a:t>XX</a:t>
              </a:r>
            </a:p>
          </p:txBody>
        </p:sp>
        <p:sp>
          <p:nvSpPr>
            <p:cNvPr id="229" name="table_TWformat_7_4">
              <a:extLst>
                <a:ext uri="{FF2B5EF4-FFF2-40B4-BE49-F238E27FC236}">
                  <ns2:creationId id="{64416673-F813-4FB5-1AFD-CE75184EEBDE}"/>
                </a:ext>
              </a:extLst>
            </p:cNvPr>
            <p:cNvSpPr txBox="1"/>
            <p:nvPr/>
          </p:nvSpPr>
          <p:spPr>
            <a:xfrm>
              <a:off x="5816599" y="5197582"/>
              <a:ext cx="3362233" cy="543980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 sz="1050" b="0">
                  <a:latin typeface="+mn-ea"/>
                </a:defRPr>
              </a:lvl1pPr>
            </a:lstStyle>
            <a:p>
              <a:r>
                <a:rPr lang="en-US" altLang="ja-JP" dirty="0"/>
                <a:t>XX</a:t>
              </a:r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  <a:endParaRPr lang="en-US" altLang="ja-JP" dirty="0"/>
            </a:p>
            <a:p>
              <a:r>
                <a:rPr lang="ja-JP" altLang="en-US" dirty="0"/>
                <a:t>XX</a:t>
              </a:r>
            </a:p>
          </p:txBody>
        </p:sp>
        <p:sp>
          <p:nvSpPr>
            <p:cNvPr id="230" name="table_TWformat_7_1">
              <a:extLst>
                <a:ext uri="{FF2B5EF4-FFF2-40B4-BE49-F238E27FC236}">
                  <ns2:creationId id="{605B1664-1EA5-D00A-6733-0AE028CC1F3F}"/>
                </a:ext>
              </a:extLst>
            </p:cNvPr>
            <p:cNvSpPr txBox="1"/>
            <p:nvPr/>
          </p:nvSpPr>
          <p:spPr>
            <a:xfrm>
              <a:off x="334963" y="5197582"/>
              <a:ext cx="833437" cy="54398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ja-JP" altLang="en-US" sz="900"/>
                <a:t>XX</a:t>
              </a:r>
              <a:r>
                <a:rPr lang="en-US" altLang="ja-JP" sz="900"/>
                <a:t>XX</a:t>
              </a:r>
              <a:endParaRPr lang="ja-JP" altLang="en-US" sz="900" dirty="0"/>
            </a:p>
          </p:txBody>
        </p:sp>
      </p:grpSp>
      <p:cxnSp>
        <p:nvCxnSpPr>
          <p:cNvPr id="246" name="Straight Connector 245">
            <a:extLst>
              <a:ext uri="{FF2B5EF4-FFF2-40B4-BE49-F238E27FC236}">
                <ns2:creationId id="{5867D651-FA82-5264-6C3A-99FE201D6743}"/>
              </a:ext>
            </a:extLst>
          </p:cNvPr>
          <p:cNvCxnSpPr>
            <a:cxnSpLocks/>
          </p:cNvCxnSpPr>
          <p:nvPr/>
        </p:nvCxnSpPr>
        <p:spPr>
          <a:xfrm>
            <a:off x="8991600" y="2358934"/>
            <a:ext cx="0" cy="485866"/>
          </a:xfrm>
          <a:prstGeom prst="line">
            <a:avLst/>
          </a:prstGeom>
          <a:ln w="12700">
            <a:solidFill>
              <a:srgbClr val="008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ns2:creationId id="{4DA1CD53-F05A-E7FE-BCB9-7D5656918090}"/>
              </a:ext>
            </a:extLst>
          </p:cNvPr>
          <p:cNvCxnSpPr>
            <a:cxnSpLocks/>
          </p:cNvCxnSpPr>
          <p:nvPr/>
        </p:nvCxnSpPr>
        <p:spPr>
          <a:xfrm>
            <a:off x="8994775" y="2601867"/>
            <a:ext cx="288925" cy="0"/>
          </a:xfrm>
          <a:prstGeom prst="straightConnector1">
            <a:avLst/>
          </a:prstGeom>
          <a:ln w="12700">
            <a:solidFill>
              <a:srgbClr val="008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ns2:creationId id="{3A76C164-828D-8140-6B07-30BF824839AD}"/>
              </a:ext>
            </a:extLst>
          </p:cNvPr>
          <p:cNvCxnSpPr>
            <a:cxnSpLocks/>
          </p:cNvCxnSpPr>
          <p:nvPr/>
        </p:nvCxnSpPr>
        <p:spPr>
          <a:xfrm>
            <a:off x="8991600" y="2993934"/>
            <a:ext cx="0" cy="1000216"/>
          </a:xfrm>
          <a:prstGeom prst="line">
            <a:avLst/>
          </a:prstGeom>
          <a:ln w="12700">
            <a:solidFill>
              <a:srgbClr val="008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ns2:creationId id="{B0ABB011-BEAA-04A1-A2D0-548C07E2B28C}"/>
              </a:ext>
            </a:extLst>
          </p:cNvPr>
          <p:cNvCxnSpPr>
            <a:cxnSpLocks/>
          </p:cNvCxnSpPr>
          <p:nvPr/>
        </p:nvCxnSpPr>
        <p:spPr>
          <a:xfrm>
            <a:off x="9050867" y="3533684"/>
            <a:ext cx="0" cy="1000216"/>
          </a:xfrm>
          <a:prstGeom prst="line">
            <a:avLst/>
          </a:prstGeom>
          <a:ln w="12700">
            <a:solidFill>
              <a:srgbClr val="008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ns2:creationId id="{CCF79B13-8D26-368F-9872-5FDCB9FE1B0D}"/>
              </a:ext>
            </a:extLst>
          </p:cNvPr>
          <p:cNvCxnSpPr>
            <a:cxnSpLocks/>
          </p:cNvCxnSpPr>
          <p:nvPr/>
        </p:nvCxnSpPr>
        <p:spPr>
          <a:xfrm>
            <a:off x="8994775" y="3316242"/>
            <a:ext cx="322263" cy="0"/>
          </a:xfrm>
          <a:prstGeom prst="straightConnector1">
            <a:avLst/>
          </a:prstGeom>
          <a:ln w="12700">
            <a:solidFill>
              <a:srgbClr val="008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ns2:creationId id="{520F5F20-A439-39C6-EF78-53F62A8601E0}"/>
              </a:ext>
            </a:extLst>
          </p:cNvPr>
          <p:cNvCxnSpPr>
            <a:cxnSpLocks/>
          </p:cNvCxnSpPr>
          <p:nvPr/>
        </p:nvCxnSpPr>
        <p:spPr>
          <a:xfrm>
            <a:off x="9058275" y="4405267"/>
            <a:ext cx="258763" cy="0"/>
          </a:xfrm>
          <a:prstGeom prst="straightConnector1">
            <a:avLst/>
          </a:prstGeom>
          <a:ln w="12700">
            <a:solidFill>
              <a:srgbClr val="008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円/楕円 126">
            <a:extLst>
              <a:ext uri="{FF2B5EF4-FFF2-40B4-BE49-F238E27FC236}">
                <ns2:creationId id="{77D669C8-F225-E2C5-466E-F0AAF54FE0CB}"/>
              </a:ext>
            </a:extLst>
          </p:cNvPr>
          <p:cNvSpPr>
            <a:spLocks noChangeAspect="1"/>
          </p:cNvSpPr>
          <p:nvPr/>
        </p:nvSpPr>
        <p:spPr>
          <a:xfrm rot="10800000">
            <a:off x="10361196" y="5290411"/>
            <a:ext cx="462797" cy="104309"/>
          </a:xfrm>
          <a:prstGeom prst="triangl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algn="ctr">
              <a:buClr>
                <a:schemeClr val="accent1"/>
              </a:buClr>
            </a:pPr>
            <a:endParaRPr lang="ja-JP" altLang="en-US">
              <a:latin typeface="+mn-ea"/>
            </a:endParaRPr>
          </a:p>
        </p:txBody>
      </p:sp>
      <p:grpSp>
        <p:nvGrpSpPr>
          <p:cNvPr id="277" name="Group 276">
            <a:extLst>
              <a:ext uri="{FF2B5EF4-FFF2-40B4-BE49-F238E27FC236}">
                <ns2:creationId id="{FA5F6C70-0DEE-48DF-BFCC-048BAC7F714A}"/>
              </a:ext>
            </a:extLst>
          </p:cNvPr>
          <p:cNvGrpSpPr/>
          <p:nvPr/>
        </p:nvGrpSpPr>
        <p:grpSpPr>
          <a:xfrm>
            <a:off x="9328150" y="1628775"/>
            <a:ext cx="2528888" cy="367664"/>
            <a:chOff x="9328150" y="1628775"/>
            <a:chExt cx="2528888" cy="367664"/>
          </a:xfrm>
        </p:grpSpPr>
        <p:sp>
          <p:nvSpPr>
            <p:cNvPr id="10" name="テキスト ボックス 14">
              <a:extLst>
                <a:ext uri="{FF2B5EF4-FFF2-40B4-BE49-F238E27FC236}">
                  <ns2:creationId id="{1850F99A-2170-07CE-54B7-FF7411009A7E}"/>
                </a:ext>
              </a:extLst>
            </p:cNvPr>
            <p:cNvSpPr txBox="1"/>
            <p:nvPr/>
          </p:nvSpPr>
          <p:spPr>
            <a:xfrm>
              <a:off x="9328150" y="1628775"/>
              <a:ext cx="2528888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75" name="Graphic 274" descr="Lightbulb and pencil with solid fill">
              <a:extLst>
                <a:ext uri="{FF2B5EF4-FFF2-40B4-BE49-F238E27FC236}">
                  <ns2:creationId id="{5F215EF9-B73E-2335-A14A-AB375A01FA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"/>
                </a:ext>
              </a:extLst>
            </a:blip>
            <a:srcRect/>
            <a:stretch/>
          </p:blipFill>
          <p:spPr>
            <a:xfrm>
              <a:off x="9447843" y="1652482"/>
              <a:ext cx="320252" cy="320252"/>
            </a:xfrm>
            <a:prstGeom prst="rect">
              <a:avLst/>
            </a:prstGeom>
          </p:spPr>
        </p:pic>
      </p:grpSp>
      <p:grpSp>
        <p:nvGrpSpPr>
          <p:cNvPr id="278" name="Group 277">
            <a:extLst>
              <a:ext uri="{FF2B5EF4-FFF2-40B4-BE49-F238E27FC236}">
                <ns2:creationId id="{497943B3-3EAC-3560-B381-C69CA10C1731}"/>
              </a:ext>
            </a:extLst>
          </p:cNvPr>
          <p:cNvGrpSpPr/>
          <p:nvPr/>
        </p:nvGrpSpPr>
        <p:grpSpPr>
          <a:xfrm>
            <a:off x="334965" y="1628775"/>
            <a:ext cx="8595673" cy="367664"/>
            <a:chOff x="334965" y="1628775"/>
            <a:chExt cx="8595673" cy="367664"/>
          </a:xfrm>
        </p:grpSpPr>
        <p:sp>
          <p:nvSpPr>
            <p:cNvPr id="9" name="テキスト ボックス 14">
              <a:extLst>
                <a:ext uri="{FF2B5EF4-FFF2-40B4-BE49-F238E27FC236}">
                  <ns2:creationId id="{B632A434-730C-2154-7A92-E684E7040BAD}"/>
                </a:ext>
              </a:extLst>
            </p:cNvPr>
            <p:cNvSpPr txBox="1"/>
            <p:nvPr/>
          </p:nvSpPr>
          <p:spPr>
            <a:xfrm>
              <a:off x="334965" y="1628775"/>
              <a:ext cx="8595673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76" name="Graphic 275">
              <a:extLst>
                <a:ext uri="{FF2B5EF4-FFF2-40B4-BE49-F238E27FC236}">
                  <ns2:creationId id="{77949522-C1F1-5086-06E1-87CD6FE95F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rcRect/>
            <a:stretch/>
          </p:blipFill>
          <p:spPr>
            <a:xfrm>
              <a:off x="403170" y="1652482"/>
              <a:ext cx="320252" cy="320252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836931740"/>
      </p:ext>
    </p:extLst>
  </p:cSld>
  <p:clrMapOvr>
    <a:masterClrMapping/>
  </p:clrMapOvr>
</p:sld>
</file>

<file path=ppt/slides/slide13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3B7C64D-4117-2413-4277-ED9D53B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93A20F9-33FD-3CAC-D137-F79D4B80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B2F4657-B310-62AB-0E97-8E4A00D544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>
            <a:noAutofit/>
          </a:bodyPr>
          <a:lstStyle/>
          <a:p>
            <a:r>
              <a:rPr lang="en-US" altLang="ja-JP" sz="1600" dirty="0">
                <a:latin typeface="+mn-ea"/>
                <a:ea typeface="+mn-ea"/>
              </a:rPr>
              <a:t>XX</a:t>
            </a:r>
            <a:endParaRPr lang="ja-JP" altLang="en-US" sz="1600" dirty="0">
              <a:latin typeface="+mn-ea"/>
              <a:ea typeface="+mn-ea"/>
            </a:endParaRPr>
          </a:p>
        </p:txBody>
      </p:sp>
      <p:grpSp>
        <p:nvGrpSpPr>
          <p:cNvPr id="278" name="Group 277">
            <a:extLst>
              <a:ext uri="{FF2B5EF4-FFF2-40B4-BE49-F238E27FC236}">
                <ns2:creationId id="{023AFA0E-3907-F3B5-7FF2-358933D9B7A4}"/>
              </a:ext>
            </a:extLst>
          </p:cNvPr>
          <p:cNvGrpSpPr/>
          <p:nvPr/>
        </p:nvGrpSpPr>
        <p:grpSpPr>
          <a:xfrm>
            <a:off x="334965" y="1628775"/>
            <a:ext cx="11522073" cy="367664"/>
            <a:chOff x="334965" y="1628775"/>
            <a:chExt cx="11522073" cy="367664"/>
          </a:xfrm>
        </p:grpSpPr>
        <p:sp>
          <p:nvSpPr>
            <p:cNvPr id="9" name="テキスト ボックス 14">
              <a:extLst>
                <a:ext uri="{FF2B5EF4-FFF2-40B4-BE49-F238E27FC236}">
                  <ns2:creationId id="{70375AB8-FF29-5F28-A01C-76847F454521}"/>
                </a:ext>
              </a:extLst>
            </p:cNvPr>
            <p:cNvSpPr txBox="1"/>
            <p:nvPr/>
          </p:nvSpPr>
          <p:spPr>
            <a:xfrm>
              <a:off x="334965" y="1628775"/>
              <a:ext cx="11522073" cy="36766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468000" rtlCol="0" anchor="ctr">
              <a:noAutofit/>
            </a:bodyPr>
            <a:lstStyle/>
            <a:p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76" name="Graphic 275">
              <a:extLst>
                <a:ext uri="{FF2B5EF4-FFF2-40B4-BE49-F238E27FC236}">
                  <ns2:creationId id="{8F13C08C-8E08-AF4B-CD5D-4DC1AA094F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403170" y="1652481"/>
              <a:ext cx="320252" cy="320252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ns2:creationId id="{5786B23D-235A-4E83-A2C4-BB3B455D24E3}"/>
              </a:ext>
            </a:extLst>
          </p:cNvPr>
          <p:cNvGrpSpPr/>
          <p:nvPr/>
        </p:nvGrpSpPr>
        <p:grpSpPr>
          <a:xfrm>
            <a:off x="1238041" y="2009713"/>
            <a:ext cx="1577574" cy="4299007"/>
            <a:chOff x="2028800" y="2114550"/>
            <a:chExt cx="1663778" cy="4194174"/>
          </a:xfrm>
        </p:grpSpPr>
        <p:sp>
          <p:nvSpPr>
            <p:cNvPr id="22" name="table_TWformat_2_2">
              <a:extLst>
                <a:ext uri="{FF2B5EF4-FFF2-40B4-BE49-F238E27FC236}">
                  <ns2:creationId id="{8C7F80F2-03C8-4FBB-DD3E-9AEDC69D3B60}"/>
                </a:ext>
              </a:extLst>
            </p:cNvPr>
            <p:cNvSpPr txBox="1"/>
            <p:nvPr/>
          </p:nvSpPr>
          <p:spPr>
            <a:xfrm>
              <a:off x="2028800" y="245797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4" name="table_TWformat_3_2">
              <a:extLst>
                <a:ext uri="{FF2B5EF4-FFF2-40B4-BE49-F238E27FC236}">
                  <ns2:creationId id="{307C128C-8C7C-07E6-4DBD-1265ACD5E63A}"/>
                </a:ext>
              </a:extLst>
            </p:cNvPr>
            <p:cNvSpPr txBox="1"/>
            <p:nvPr/>
          </p:nvSpPr>
          <p:spPr>
            <a:xfrm>
              <a:off x="2028800" y="3011314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ns2:creationId id="{7B1B6640-0D09-4FAC-19AF-2F5BED7B11EB}"/>
                </a:ext>
              </a:extLst>
            </p:cNvPr>
            <p:cNvCxnSpPr/>
            <p:nvPr/>
          </p:nvCxnSpPr>
          <p:spPr>
            <a:xfrm>
              <a:off x="2028800" y="3000004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able_TWformat_4_2">
              <a:extLst>
                <a:ext uri="{FF2B5EF4-FFF2-40B4-BE49-F238E27FC236}">
                  <ns2:creationId id="{755C4FCA-D1A8-4BD3-AF82-0596A2AC39C7}"/>
                </a:ext>
              </a:extLst>
            </p:cNvPr>
            <p:cNvSpPr txBox="1"/>
            <p:nvPr/>
          </p:nvSpPr>
          <p:spPr>
            <a:xfrm>
              <a:off x="2028800" y="356465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ns2:creationId id="{9D211881-E622-FA29-56EE-A6534CB03CB0}"/>
                </a:ext>
              </a:extLst>
            </p:cNvPr>
            <p:cNvCxnSpPr/>
            <p:nvPr/>
          </p:nvCxnSpPr>
          <p:spPr>
            <a:xfrm>
              <a:off x="2028800" y="3553342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able_TWformat_5_2">
              <a:extLst>
                <a:ext uri="{FF2B5EF4-FFF2-40B4-BE49-F238E27FC236}">
                  <ns2:creationId id="{BF5D9D77-46D9-AA39-064D-51FA821F1A50}"/>
                </a:ext>
              </a:extLst>
            </p:cNvPr>
            <p:cNvSpPr txBox="1"/>
            <p:nvPr/>
          </p:nvSpPr>
          <p:spPr>
            <a:xfrm>
              <a:off x="2028800" y="411799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ns2:creationId id="{512E2551-FA8C-6950-FE68-E7CA06CE9070}"/>
                </a:ext>
              </a:extLst>
            </p:cNvPr>
            <p:cNvCxnSpPr/>
            <p:nvPr/>
          </p:nvCxnSpPr>
          <p:spPr>
            <a:xfrm>
              <a:off x="2028800" y="4106681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able_TWformat_6_2">
              <a:extLst>
                <a:ext uri="{FF2B5EF4-FFF2-40B4-BE49-F238E27FC236}">
                  <ns2:creationId id="{CD879845-B97B-0B6F-DBD7-F7422700D295}"/>
                </a:ext>
              </a:extLst>
            </p:cNvPr>
            <p:cNvSpPr txBox="1"/>
            <p:nvPr/>
          </p:nvSpPr>
          <p:spPr>
            <a:xfrm>
              <a:off x="2028800" y="4671330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en-US" altLang="ja-JP" sz="900" dirty="0"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ns2:creationId id="{17BC0327-F3C2-D175-65CB-1DAA406F033F}"/>
                </a:ext>
              </a:extLst>
            </p:cNvPr>
            <p:cNvCxnSpPr/>
            <p:nvPr/>
          </p:nvCxnSpPr>
          <p:spPr>
            <a:xfrm>
              <a:off x="2028800" y="4660020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able_TWformat_7_2">
              <a:extLst>
                <a:ext uri="{FF2B5EF4-FFF2-40B4-BE49-F238E27FC236}">
                  <ns2:creationId id="{42FFAC08-4E60-4723-8B20-8E1D912C90D6}"/>
                </a:ext>
              </a:extLst>
            </p:cNvPr>
            <p:cNvSpPr txBox="1"/>
            <p:nvPr/>
          </p:nvSpPr>
          <p:spPr>
            <a:xfrm>
              <a:off x="2028800" y="5224668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/</a:t>
              </a:r>
              <a:br>
                <a:rPr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ns2:creationId id="{BF5D14F1-36AA-4690-2F17-61B93165052F}"/>
                </a:ext>
              </a:extLst>
            </p:cNvPr>
            <p:cNvCxnSpPr/>
            <p:nvPr/>
          </p:nvCxnSpPr>
          <p:spPr>
            <a:xfrm>
              <a:off x="2028800" y="5213358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able_TWformat_8_2">
              <a:extLst>
                <a:ext uri="{FF2B5EF4-FFF2-40B4-BE49-F238E27FC236}">
                  <ns2:creationId id="{6D9FC0BF-F1DE-9F98-9CDC-3FE695DC6CF2}"/>
                </a:ext>
              </a:extLst>
            </p:cNvPr>
            <p:cNvSpPr txBox="1"/>
            <p:nvPr/>
          </p:nvSpPr>
          <p:spPr>
            <a:xfrm>
              <a:off x="2028800" y="577800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ns2:creationId id="{24649D82-1977-4046-0FA6-A7C7F66B6D21}"/>
                </a:ext>
              </a:extLst>
            </p:cNvPr>
            <p:cNvCxnSpPr/>
            <p:nvPr/>
          </p:nvCxnSpPr>
          <p:spPr>
            <a:xfrm>
              <a:off x="2028800" y="5766696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able_TWformat_1_2">
              <a:extLst>
                <a:ext uri="{FF2B5EF4-FFF2-40B4-BE49-F238E27FC236}">
                  <ns2:creationId id="{E531201D-F7C6-09C7-E500-DDEFB9B64407}"/>
                </a:ext>
              </a:extLst>
            </p:cNvPr>
            <p:cNvSpPr txBox="1"/>
            <p:nvPr/>
          </p:nvSpPr>
          <p:spPr>
            <a:xfrm>
              <a:off x="2028800" y="2114550"/>
              <a:ext cx="1663776" cy="257304"/>
            </a:xfrm>
            <a:prstGeom prst="rect">
              <a:avLst/>
            </a:prstGeom>
            <a:noFill/>
          </p:spPr>
          <p:txBody>
            <a:bodyPr vert="horz" wrap="none" lIns="36000" tIns="36000" rIns="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400">
                  <a:solidFill>
                    <a:srgbClr val="41414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pPr>
                <a:spcAft>
                  <a:spcPts val="300"/>
                </a:spcAft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  <a:ea typeface="+mn-ea"/>
                </a:rPr>
                <a:t>XX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ns2:creationId id="{E1DF7F4E-67DE-634C-5CB9-063ED0303312}"/>
                </a:ext>
              </a:extLst>
            </p:cNvPr>
            <p:cNvCxnSpPr/>
            <p:nvPr/>
          </p:nvCxnSpPr>
          <p:spPr>
            <a:xfrm>
              <a:off x="2028800" y="2383166"/>
              <a:ext cx="16637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ns2:creationId id="{50B697D3-D79A-57A5-F428-5FDF23C64F80}"/>
              </a:ext>
            </a:extLst>
          </p:cNvPr>
          <p:cNvGrpSpPr/>
          <p:nvPr/>
        </p:nvGrpSpPr>
        <p:grpSpPr>
          <a:xfrm>
            <a:off x="2927311" y="2009713"/>
            <a:ext cx="1300562" cy="4299007"/>
            <a:chOff x="3722636" y="2114550"/>
            <a:chExt cx="1663778" cy="4194174"/>
          </a:xfrm>
        </p:grpSpPr>
        <p:sp>
          <p:nvSpPr>
            <p:cNvPr id="37" name="table_TWformat_2_3">
              <a:extLst>
                <a:ext uri="{FF2B5EF4-FFF2-40B4-BE49-F238E27FC236}">
                  <ns2:creationId id="{6B8C2DA1-13A4-D797-1A27-302E78416F1A}"/>
                </a:ext>
              </a:extLst>
            </p:cNvPr>
            <p:cNvSpPr txBox="1"/>
            <p:nvPr/>
          </p:nvSpPr>
          <p:spPr>
            <a:xfrm>
              <a:off x="3722637" y="245797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kumimoji="1" lang="en-US" altLang="ja-JP" sz="900" b="1" dirty="0">
                  <a:solidFill>
                    <a:srgbClr val="008000"/>
                  </a:solidFill>
                  <a:latin typeface="+mn-ea"/>
                </a:rPr>
              </a:b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39" name="table_TWformat_3_3">
              <a:extLst>
                <a:ext uri="{FF2B5EF4-FFF2-40B4-BE49-F238E27FC236}">
                  <ns2:creationId id="{881FB200-0D28-6282-0CE7-2B855D39151B}"/>
                </a:ext>
              </a:extLst>
            </p:cNvPr>
            <p:cNvSpPr txBox="1"/>
            <p:nvPr/>
          </p:nvSpPr>
          <p:spPr>
            <a:xfrm>
              <a:off x="3722637" y="3011314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ns2:creationId id="{600D6942-9C28-A6D9-5CF3-44F005F89A83}"/>
                </a:ext>
              </a:extLst>
            </p:cNvPr>
            <p:cNvCxnSpPr/>
            <p:nvPr/>
          </p:nvCxnSpPr>
          <p:spPr>
            <a:xfrm>
              <a:off x="3722637" y="3000004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able_TWformat_4_3">
              <a:extLst>
                <a:ext uri="{FF2B5EF4-FFF2-40B4-BE49-F238E27FC236}">
                  <ns2:creationId id="{B9208CBD-80DD-8DA3-8353-10848C04C379}"/>
                </a:ext>
              </a:extLst>
            </p:cNvPr>
            <p:cNvSpPr txBox="1"/>
            <p:nvPr/>
          </p:nvSpPr>
          <p:spPr>
            <a:xfrm>
              <a:off x="3722637" y="356465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/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 </a:t>
              </a: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ns2:creationId id="{19DFB1A3-C728-FD88-908A-3A901F8467FF}"/>
                </a:ext>
              </a:extLst>
            </p:cNvPr>
            <p:cNvCxnSpPr/>
            <p:nvPr/>
          </p:nvCxnSpPr>
          <p:spPr>
            <a:xfrm>
              <a:off x="3722637" y="3553342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able_TWformat_5_3">
              <a:extLst>
                <a:ext uri="{FF2B5EF4-FFF2-40B4-BE49-F238E27FC236}">
                  <ns2:creationId id="{6E0FB615-B3F7-28AE-1448-FDD2FBB143A2}"/>
                </a:ext>
              </a:extLst>
            </p:cNvPr>
            <p:cNvSpPr txBox="1"/>
            <p:nvPr/>
          </p:nvSpPr>
          <p:spPr>
            <a:xfrm>
              <a:off x="3722637" y="411799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44" name="Straight Connector 43">
              <a:extLst>
                <a:ext uri="{FF2B5EF4-FFF2-40B4-BE49-F238E27FC236}">
                  <ns2:creationId id="{CD7E8229-C2B0-A28B-7D3F-51292B30C3D8}"/>
                </a:ext>
              </a:extLst>
            </p:cNvPr>
            <p:cNvCxnSpPr/>
            <p:nvPr/>
          </p:nvCxnSpPr>
          <p:spPr>
            <a:xfrm>
              <a:off x="3722637" y="4106681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able_TWformat_6_3">
              <a:extLst>
                <a:ext uri="{FF2B5EF4-FFF2-40B4-BE49-F238E27FC236}">
                  <ns2:creationId id="{ADAD4410-A941-B275-00AF-008EC602EB6C}"/>
                </a:ext>
              </a:extLst>
            </p:cNvPr>
            <p:cNvSpPr txBox="1"/>
            <p:nvPr/>
          </p:nvSpPr>
          <p:spPr>
            <a:xfrm>
              <a:off x="3722637" y="4671330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>
                <a:spcAft>
                  <a:spcPts val="300"/>
                </a:spcAft>
                <a:buClr>
                  <a:srgbClr val="008000"/>
                </a:buClr>
              </a:pP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>
                <a:spcAft>
                  <a:spcPts val="300"/>
                </a:spcAft>
                <a:buClr>
                  <a:srgbClr val="008000"/>
                </a:buClr>
                <a:buFont typeface="Meiryo UI" panose="020B0604030504040204" pitchFamily="50" charset="-128"/>
                <a:buChar char="▶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ns2:creationId id="{720F033B-40EC-57A3-52DD-74E2B0EFF828}"/>
                </a:ext>
              </a:extLst>
            </p:cNvPr>
            <p:cNvCxnSpPr/>
            <p:nvPr/>
          </p:nvCxnSpPr>
          <p:spPr>
            <a:xfrm>
              <a:off x="3722637" y="4660020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able_TWformat_7_3">
              <a:extLst>
                <a:ext uri="{FF2B5EF4-FFF2-40B4-BE49-F238E27FC236}">
                  <ns2:creationId id="{A4EFBB05-619F-CB18-7C7C-EE697A1028B3}"/>
                </a:ext>
              </a:extLst>
            </p:cNvPr>
            <p:cNvSpPr txBox="1"/>
            <p:nvPr/>
          </p:nvSpPr>
          <p:spPr>
            <a:xfrm>
              <a:off x="3722637" y="5224668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en-US" altLang="ja-JP" sz="900" b="1" dirty="0">
                <a:solidFill>
                  <a:srgbClr val="008000"/>
                </a:solidFill>
                <a:latin typeface="+mn-ea"/>
              </a:endParaRPr>
            </a:p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latin typeface="+mn-ea"/>
                </a:rPr>
                <a:t>XX</a:t>
              </a:r>
              <a:br>
                <a:rPr kumimoji="1" lang="en-US" altLang="ja-JP" sz="900" dirty="0">
                  <a:latin typeface="+mn-ea"/>
                </a:rPr>
              </a:b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ns2:creationId id="{BBA25418-6A77-1151-25FD-755AF23FAE0C}"/>
                </a:ext>
              </a:extLst>
            </p:cNvPr>
            <p:cNvCxnSpPr/>
            <p:nvPr/>
          </p:nvCxnSpPr>
          <p:spPr>
            <a:xfrm>
              <a:off x="3722637" y="5213358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able_TWformat_8_3">
              <a:extLst>
                <a:ext uri="{FF2B5EF4-FFF2-40B4-BE49-F238E27FC236}">
                  <ns2:creationId id="{04E1CE4A-096A-39B5-3FC2-B3781A5E12EC}"/>
                </a:ext>
              </a:extLst>
            </p:cNvPr>
            <p:cNvSpPr txBox="1"/>
            <p:nvPr/>
          </p:nvSpPr>
          <p:spPr>
            <a:xfrm>
              <a:off x="3722637" y="577800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dirty="0">
                  <a:latin typeface="+mn-ea"/>
                </a:rPr>
                <a:t>XX</a:t>
              </a:r>
              <a:endParaRPr kumimoji="1" lang="en-US" altLang="ja-JP" sz="900" dirty="0">
                <a:latin typeface="+mn-ea"/>
              </a:endParaRPr>
            </a:p>
            <a:p>
              <a:pPr marL="133200" indent="-1332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kumimoji="1" lang="en-US" altLang="ja-JP" sz="900" b="1" dirty="0">
                  <a:solidFill>
                    <a:srgbClr val="008000"/>
                  </a:solidFill>
                  <a:latin typeface="+mn-ea"/>
                </a:rPr>
              </a:br>
              <a:r>
                <a:rPr kumimoji="1" lang="ja-JP" altLang="en-US" sz="9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ns2:creationId id="{5C1A8572-10E2-2559-D4D3-493F783EC338}"/>
                </a:ext>
              </a:extLst>
            </p:cNvPr>
            <p:cNvCxnSpPr/>
            <p:nvPr/>
          </p:nvCxnSpPr>
          <p:spPr>
            <a:xfrm>
              <a:off x="3722637" y="5766696"/>
              <a:ext cx="1663777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able_TWformat_1_3">
              <a:extLst>
                <a:ext uri="{FF2B5EF4-FFF2-40B4-BE49-F238E27FC236}">
                  <ns2:creationId id="{58FE6418-2533-0C9B-E111-27DAC7A44090}"/>
                </a:ext>
              </a:extLst>
            </p:cNvPr>
            <p:cNvSpPr txBox="1"/>
            <p:nvPr/>
          </p:nvSpPr>
          <p:spPr>
            <a:xfrm>
              <a:off x="3722636" y="2114550"/>
              <a:ext cx="1663776" cy="257304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 algn="ctr">
                <a:spcAft>
                  <a:spcPts val="300"/>
                </a:spcAft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endParaRPr kumimoji="1" lang="ja-JP" altLang="en-US" sz="900" dirty="0">
                <a:latin typeface="+mn-ea"/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ns2:creationId id="{E39CF452-AA59-36DD-7DD5-8C3136DA07C9}"/>
                </a:ext>
              </a:extLst>
            </p:cNvPr>
            <p:cNvCxnSpPr/>
            <p:nvPr/>
          </p:nvCxnSpPr>
          <p:spPr>
            <a:xfrm>
              <a:off x="3722637" y="2383166"/>
              <a:ext cx="1663777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ns2:creationId id="{59512C96-11FD-E62D-F91D-51FC25E25648}"/>
              </a:ext>
            </a:extLst>
          </p:cNvPr>
          <p:cNvGrpSpPr/>
          <p:nvPr/>
        </p:nvGrpSpPr>
        <p:grpSpPr>
          <a:xfrm>
            <a:off x="4339570" y="2009713"/>
            <a:ext cx="1438082" cy="4299007"/>
            <a:chOff x="5416473" y="2114550"/>
            <a:chExt cx="1663778" cy="4194174"/>
          </a:xfrm>
        </p:grpSpPr>
        <p:sp>
          <p:nvSpPr>
            <p:cNvPr id="52" name="table_TWformat_2_4">
              <a:extLst>
                <a:ext uri="{FF2B5EF4-FFF2-40B4-BE49-F238E27FC236}">
                  <ns2:creationId id="{6B841D0A-BB1C-9029-0AEC-CF40AF7BD765}"/>
                </a:ext>
              </a:extLst>
            </p:cNvPr>
            <p:cNvSpPr txBox="1"/>
            <p:nvPr/>
          </p:nvSpPr>
          <p:spPr>
            <a:xfrm>
              <a:off x="5416473" y="245797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en-US" altLang="ja-JP" sz="900" dirty="0"/>
                <a:t>(</a:t>
              </a:r>
              <a:r>
                <a:rPr lang="ja-JP" altLang="en-US" sz="900" dirty="0"/>
                <a:t>XX</a:t>
              </a:r>
              <a:r>
                <a:rPr lang="en-US" altLang="ja-JP" sz="900" dirty="0"/>
                <a:t>) 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sp>
          <p:nvSpPr>
            <p:cNvPr id="54" name="table_TWformat_3_4">
              <a:extLst>
                <a:ext uri="{FF2B5EF4-FFF2-40B4-BE49-F238E27FC236}">
                  <ns2:creationId id="{983E5587-2DDE-A788-577B-DFB65420F899}"/>
                </a:ext>
              </a:extLst>
            </p:cNvPr>
            <p:cNvSpPr txBox="1"/>
            <p:nvPr/>
          </p:nvSpPr>
          <p:spPr>
            <a:xfrm>
              <a:off x="5416473" y="3011314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en-US" altLang="ja-JP" sz="900" dirty="0"/>
                <a:t>XX</a:t>
              </a:r>
              <a:r>
                <a:rPr lang="ja-JP" altLang="en-US" sz="900" dirty="0"/>
                <a:t>XX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ns2:creationId id="{DA315E03-9B01-04D7-154F-E353CB28C1ED}"/>
                </a:ext>
              </a:extLst>
            </p:cNvPr>
            <p:cNvCxnSpPr/>
            <p:nvPr/>
          </p:nvCxnSpPr>
          <p:spPr>
            <a:xfrm>
              <a:off x="5416473" y="3000004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able_TWformat_4_4">
              <a:extLst>
                <a:ext uri="{FF2B5EF4-FFF2-40B4-BE49-F238E27FC236}">
                  <ns2:creationId id="{FB691C8C-CD05-CDE0-5C52-88C7A53B806D}"/>
                </a:ext>
              </a:extLst>
            </p:cNvPr>
            <p:cNvSpPr txBox="1"/>
            <p:nvPr/>
          </p:nvSpPr>
          <p:spPr>
            <a:xfrm>
              <a:off x="5416473" y="356465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dirty="0"/>
                <a:t>XX</a:t>
              </a:r>
              <a:r>
                <a:rPr lang="en-US" altLang="ja-JP" sz="900" dirty="0"/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57" name="Straight Connector 56">
              <a:extLst>
                <a:ext uri="{FF2B5EF4-FFF2-40B4-BE49-F238E27FC236}">
                  <ns2:creationId id="{3B5EEE50-0B3A-A307-5D8A-1A20A9246118}"/>
                </a:ext>
              </a:extLst>
            </p:cNvPr>
            <p:cNvCxnSpPr/>
            <p:nvPr/>
          </p:nvCxnSpPr>
          <p:spPr>
            <a:xfrm>
              <a:off x="5416473" y="3553342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able_TWformat_5_4">
              <a:extLst>
                <a:ext uri="{FF2B5EF4-FFF2-40B4-BE49-F238E27FC236}">
                  <ns2:creationId id="{B1777571-140F-290E-30C1-533B27A2157A}"/>
                </a:ext>
              </a:extLst>
            </p:cNvPr>
            <p:cNvSpPr txBox="1"/>
            <p:nvPr/>
          </p:nvSpPr>
          <p:spPr>
            <a:xfrm>
              <a:off x="5416473" y="4117992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r>
                <a:rPr lang="en-US" altLang="ja-JP" sz="900" dirty="0"/>
                <a:t>/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ns2:creationId id="{C5F6CFAF-0A7B-9320-F4C5-0BACD4F14A1C}"/>
                </a:ext>
              </a:extLst>
            </p:cNvPr>
            <p:cNvCxnSpPr/>
            <p:nvPr/>
          </p:nvCxnSpPr>
          <p:spPr>
            <a:xfrm>
              <a:off x="5416473" y="4106681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able_TWformat_6_4">
              <a:extLst>
                <a:ext uri="{FF2B5EF4-FFF2-40B4-BE49-F238E27FC236}">
                  <ns2:creationId id="{70A2CDE3-D83F-B20F-8309-D3D246B254BA}"/>
                </a:ext>
              </a:extLst>
            </p:cNvPr>
            <p:cNvSpPr txBox="1"/>
            <p:nvPr/>
          </p:nvSpPr>
          <p:spPr>
            <a:xfrm>
              <a:off x="5416473" y="4671330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>
                <a:spcAft>
                  <a:spcPts val="100"/>
                </a:spcAft>
              </a:pPr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en-US" altLang="ja-JP" sz="900" dirty="0"/>
                <a:t>DX</a:t>
              </a:r>
              <a:r>
                <a:rPr lang="ja-JP" altLang="en-US" sz="900" dirty="0"/>
                <a:t>XX</a:t>
              </a:r>
              <a:endParaRPr lang="en-US" altLang="ja-JP" sz="900" dirty="0"/>
            </a:p>
            <a:p>
              <a:pPr marL="133200" indent="-133200">
                <a:spcAft>
                  <a:spcPts val="100"/>
                </a:spcAft>
              </a:pPr>
              <a:r>
                <a:rPr lang="ja-JP" altLang="en-US" sz="900" dirty="0"/>
                <a:t>XX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ns2:creationId id="{9ED8A3C2-1AD9-84F8-3F0D-2E786CE4B244}"/>
                </a:ext>
              </a:extLst>
            </p:cNvPr>
            <p:cNvCxnSpPr/>
            <p:nvPr/>
          </p:nvCxnSpPr>
          <p:spPr>
            <a:xfrm>
              <a:off x="5416473" y="4660020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able_TWformat_7_4">
              <a:extLst>
                <a:ext uri="{FF2B5EF4-FFF2-40B4-BE49-F238E27FC236}">
                  <ns2:creationId id="{DD306954-39B0-5119-C3A1-31A03FC85F9A}"/>
                </a:ext>
              </a:extLst>
            </p:cNvPr>
            <p:cNvSpPr txBox="1"/>
            <p:nvPr/>
          </p:nvSpPr>
          <p:spPr>
            <a:xfrm>
              <a:off x="5416473" y="5224668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r>
                <a:rPr lang="en-US" altLang="ja-JP" sz="900" dirty="0"/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ns2:creationId id="{0B0D1012-68CF-A0B5-BB9E-1D43162EE896}"/>
                </a:ext>
              </a:extLst>
            </p:cNvPr>
            <p:cNvCxnSpPr/>
            <p:nvPr/>
          </p:nvCxnSpPr>
          <p:spPr>
            <a:xfrm>
              <a:off x="5416473" y="5213358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able_TWformat_8_4">
              <a:extLst>
                <a:ext uri="{FF2B5EF4-FFF2-40B4-BE49-F238E27FC236}">
                  <ns2:creationId id="{7D0C9CEF-9542-14BF-7041-187C76985885}"/>
                </a:ext>
              </a:extLst>
            </p:cNvPr>
            <p:cNvSpPr txBox="1"/>
            <p:nvPr/>
          </p:nvSpPr>
          <p:spPr>
            <a:xfrm>
              <a:off x="5416473" y="5778006"/>
              <a:ext cx="1663777" cy="530718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>
              <a:defPPr>
                <a:defRPr lang="ja-JP"/>
              </a:defPPr>
              <a:lvl1pPr marL="17145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 sz="1100">
                  <a:latin typeface="+mn-ea"/>
                </a:defRPr>
              </a:lvl1pPr>
            </a:lstStyle>
            <a:p>
              <a:pPr marL="133200" indent="-133200"/>
              <a:r>
                <a:rPr lang="ja-JP" altLang="en-US" sz="900" b="1" dirty="0">
                  <a:solidFill>
                    <a:srgbClr val="008000"/>
                  </a:solidFill>
                </a:rPr>
                <a:t>XX</a:t>
              </a: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  <a:br>
                <a:rPr lang="en-US" altLang="ja-JP" sz="900" dirty="0"/>
              </a:br>
              <a:r>
                <a:rPr lang="ja-JP" altLang="en-US" sz="900" dirty="0"/>
                <a:t>XX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ns2:creationId id="{57A9A8E0-7604-01BC-3F07-5DA2B2E246B1}"/>
                </a:ext>
              </a:extLst>
            </p:cNvPr>
            <p:cNvCxnSpPr/>
            <p:nvPr/>
          </p:nvCxnSpPr>
          <p:spPr>
            <a:xfrm>
              <a:off x="5416473" y="5766696"/>
              <a:ext cx="166377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able_TWformat_1_4">
              <a:extLst>
                <a:ext uri="{FF2B5EF4-FFF2-40B4-BE49-F238E27FC236}">
                  <ns2:creationId id="{BD47C6D9-A507-0C4F-114B-11C55AEFD03C}"/>
                </a:ext>
              </a:extLst>
            </p:cNvPr>
            <p:cNvSpPr txBox="1"/>
            <p:nvPr/>
          </p:nvSpPr>
          <p:spPr>
            <a:xfrm>
              <a:off x="5416473" y="2114550"/>
              <a:ext cx="1663776" cy="257304"/>
            </a:xfrm>
            <a:prstGeom prst="rect">
              <a:avLst/>
            </a:prstGeom>
            <a:noFill/>
          </p:spPr>
          <p:txBody>
            <a:bodyPr vert="horz" wrap="none" lIns="36000" tIns="36000" rIns="36000" bIns="36000" rtlCol="0" anchor="ctr">
              <a:noAutofit/>
            </a:bodyPr>
            <a:lstStyle/>
            <a:p>
              <a:pPr marL="133200" indent="-133200" algn="ctr">
                <a:spcAft>
                  <a:spcPts val="300"/>
                </a:spcAft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endParaRPr kumimoji="1" lang="ja-JP" altLang="en-US" sz="900" dirty="0">
                <a:latin typeface="+mn-ea"/>
              </a:endParaRPr>
            </a:p>
          </p:txBody>
        </p:sp>
        <p:cxnSp>
          <p:nvCxnSpPr>
            <p:cNvPr id="53" name="Straight Connector 52">
              <a:extLst>
                <a:ext uri="{FF2B5EF4-FFF2-40B4-BE49-F238E27FC236}">
                  <ns2:creationId id="{F583FC19-B80D-58A5-5318-5B0CED533205}"/>
                </a:ext>
              </a:extLst>
            </p:cNvPr>
            <p:cNvCxnSpPr/>
            <p:nvPr/>
          </p:nvCxnSpPr>
          <p:spPr>
            <a:xfrm>
              <a:off x="5416473" y="2383166"/>
              <a:ext cx="16637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ns2:creationId id="{5B4E0436-20F8-838C-7CD6-66CC2DA8AA6F}"/>
              </a:ext>
            </a:extLst>
          </p:cNvPr>
          <p:cNvGrpSpPr/>
          <p:nvPr/>
        </p:nvGrpSpPr>
        <p:grpSpPr>
          <a:xfrm>
            <a:off x="6071393" y="2114550"/>
            <a:ext cx="290333" cy="4194175"/>
            <a:chOff x="7231952" y="2114550"/>
            <a:chExt cx="290333" cy="4194175"/>
          </a:xfrm>
        </p:grpSpPr>
        <p:cxnSp>
          <p:nvCxnSpPr>
            <p:cNvPr id="77" name="直線コネクタ 125">
              <a:extLst>
                <a:ext uri="{FF2B5EF4-FFF2-40B4-BE49-F238E27FC236}">
                  <ns2:creationId id="{F8D569A8-67E5-9585-941D-BE022E3DD9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7119" y="2114550"/>
              <a:ext cx="0" cy="4194175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円/楕円 126">
              <a:extLst>
                <a:ext uri="{FF2B5EF4-FFF2-40B4-BE49-F238E27FC236}">
                  <ns2:creationId id="{B76795D8-02BB-9664-3526-02F07D93B394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7231952" y="4066864"/>
              <a:ext cx="290333" cy="290332"/>
            </a:xfrm>
            <a:prstGeom prst="ellipse">
              <a:avLst/>
            </a:prstGeom>
            <a:solidFill>
              <a:srgbClr val="9696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79" name="グラフィックス 130" descr="キャレットを下へ 枠線">
              <a:extLst>
                <a:ext uri="{FF2B5EF4-FFF2-40B4-BE49-F238E27FC236}">
                  <ns2:creationId id="{CEB83997-F2A7-346D-0E8D-54B4E9A8AE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 rot="16200000">
              <a:off x="7231952" y="4066079"/>
              <a:ext cx="287430" cy="287429"/>
            </a:xfrm>
            <a:prstGeom prst="rect">
              <a:avLst/>
            </a:prstGeom>
          </p:spPr>
        </p:pic>
      </p:grpSp>
      <p:grpSp>
        <p:nvGrpSpPr>
          <p:cNvPr id="148" name="Group 147">
            <a:extLst>
              <a:ext uri="{FF2B5EF4-FFF2-40B4-BE49-F238E27FC236}">
                <ns2:creationId id="{9E531B65-6565-C7FB-B1CD-5DF0408D29BB}"/>
              </a:ext>
            </a:extLst>
          </p:cNvPr>
          <p:cNvGrpSpPr/>
          <p:nvPr/>
        </p:nvGrpSpPr>
        <p:grpSpPr>
          <a:xfrm>
            <a:off x="6485468" y="2071443"/>
            <a:ext cx="5371568" cy="4237281"/>
            <a:chOff x="6485468" y="2071443"/>
            <a:chExt cx="5371568" cy="4237281"/>
          </a:xfrm>
        </p:grpSpPr>
        <p:grpSp>
          <p:nvGrpSpPr>
            <p:cNvPr id="102" name="Group 101">
              <a:extLst>
                <a:ext uri="{FF2B5EF4-FFF2-40B4-BE49-F238E27FC236}">
                  <ns2:creationId id="{13489515-60D1-17EE-5E4A-28D20898D7F3}"/>
                </a:ext>
              </a:extLst>
            </p:cNvPr>
            <p:cNvGrpSpPr/>
            <p:nvPr/>
          </p:nvGrpSpPr>
          <p:grpSpPr>
            <a:xfrm>
              <a:off x="6485468" y="2071443"/>
              <a:ext cx="5371565" cy="1295476"/>
              <a:chOff x="6485467" y="2084412"/>
              <a:chExt cx="5588362" cy="1347762"/>
            </a:xfrm>
          </p:grpSpPr>
          <p:sp>
            <p:nvSpPr>
              <p:cNvPr id="81" name="Rectangle: Rounded Corners 30">
                <a:extLst>
                  <a:ext uri="{FF2B5EF4-FFF2-40B4-BE49-F238E27FC236}">
                    <ns2:creationId id="{C24E5F60-EF13-FFA1-91CB-4DB35AE3B114}"/>
                  </a:ext>
                </a:extLst>
              </p:cNvPr>
              <p:cNvSpPr/>
              <p:nvPr/>
            </p:nvSpPr>
            <p:spPr>
              <a:xfrm>
                <a:off x="6578601" y="2225937"/>
                <a:ext cx="5495228" cy="1206237"/>
              </a:xfrm>
              <a:prstGeom prst="roundRect">
                <a:avLst>
                  <a:gd name="adj" fmla="val 4657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3" name="テキスト ボックス 23">
                <a:extLst>
                  <a:ext uri="{FF2B5EF4-FFF2-40B4-BE49-F238E27FC236}">
                    <ns2:creationId id="{8AD49366-8A8D-D8A6-2F91-415EC1508570}"/>
                  </a:ext>
                </a:extLst>
              </p:cNvPr>
              <p:cNvSpPr txBox="1"/>
              <p:nvPr/>
            </p:nvSpPr>
            <p:spPr>
              <a:xfrm>
                <a:off x="6838365" y="2084412"/>
                <a:ext cx="3744439" cy="2573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72000" tIns="0" rIns="72000" bIns="0" rtlCol="0" anchor="ctr" anchorCtr="0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90" name="テキスト ボックス 8">
                <a:extLst>
                  <a:ext uri="{FF2B5EF4-FFF2-40B4-BE49-F238E27FC236}">
                    <ns2:creationId id="{98EDC133-FE81-036D-B86D-617698EF70B5}"/>
                  </a:ext>
                </a:extLst>
              </p:cNvPr>
              <p:cNvSpPr txBox="1"/>
              <p:nvPr/>
            </p:nvSpPr>
            <p:spPr>
              <a:xfrm>
                <a:off x="7016327" y="23674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DX</a:t>
                </a: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sp>
            <p:nvSpPr>
              <p:cNvPr id="91" name="Oval 90">
                <a:extLst>
                  <a:ext uri="{FF2B5EF4-FFF2-40B4-BE49-F238E27FC236}">
                    <ns2:creationId id="{3905765C-892D-4FE0-F664-7BF71EA0BB66}"/>
                  </a:ext>
                </a:extLst>
              </p:cNvPr>
              <p:cNvSpPr/>
              <p:nvPr/>
            </p:nvSpPr>
            <p:spPr>
              <a:xfrm>
                <a:off x="6485467" y="2108200"/>
                <a:ext cx="237066" cy="237066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kumimoji="1"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ns2:creationId id="{3C514BA7-4D64-CEA0-9CE2-D3073E61CC09}"/>
                  </a:ext>
                </a:extLst>
              </p:cNvPr>
              <p:cNvGrpSpPr/>
              <p:nvPr/>
            </p:nvGrpSpPr>
            <p:grpSpPr>
              <a:xfrm>
                <a:off x="6810903" y="2352146"/>
                <a:ext cx="4917970" cy="489479"/>
                <a:chOff x="6810903" y="2418821"/>
                <a:chExt cx="4917970" cy="489479"/>
              </a:xfrm>
            </p:grpSpPr>
            <p:sp>
              <p:nvSpPr>
                <p:cNvPr id="93" name="Oval 92">
                  <a:extLst>
                    <a:ext uri="{FF2B5EF4-FFF2-40B4-BE49-F238E27FC236}">
                      <ns2:creationId id="{A2C13853-16B5-C033-5407-40B8B679C11D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1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5" name="テキスト ボックス 8">
                  <a:extLst>
                    <a:ext uri="{FF2B5EF4-FFF2-40B4-BE49-F238E27FC236}">
                      <ns2:creationId id="{1CF65586-130A-E6C2-EDE6-9733F07FBEBF}"/>
                    </a:ext>
                  </a:extLst>
                </p:cNvPr>
                <p:cNvSpPr txBox="1"/>
                <p:nvPr/>
              </p:nvSpPr>
              <p:spPr>
                <a:xfrm>
                  <a:off x="7016327" y="2583393"/>
                  <a:ext cx="4712546" cy="32490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3600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)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AI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/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、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  <p:sp>
            <p:nvSpPr>
              <p:cNvPr id="98" name="テキスト ボックス 8">
                <a:extLst>
                  <a:ext uri="{FF2B5EF4-FFF2-40B4-BE49-F238E27FC236}">
                    <ns2:creationId id="{F40DE247-1C56-E0CC-AA68-EB3E98BAB005}"/>
                  </a:ext>
                </a:extLst>
              </p:cNvPr>
              <p:cNvSpPr txBox="1"/>
              <p:nvPr/>
            </p:nvSpPr>
            <p:spPr>
              <a:xfrm>
                <a:off x="7016327" y="28881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grpSp>
            <p:nvGrpSpPr>
              <p:cNvPr id="99" name="Group 98">
                <a:extLst>
                  <a:ext uri="{FF2B5EF4-FFF2-40B4-BE49-F238E27FC236}">
                    <ns2:creationId id="{A3D756AD-A920-0DB9-5DB2-AB04DA272DEB}"/>
                  </a:ext>
                </a:extLst>
              </p:cNvPr>
              <p:cNvGrpSpPr/>
              <p:nvPr/>
            </p:nvGrpSpPr>
            <p:grpSpPr>
              <a:xfrm>
                <a:off x="6810903" y="2872846"/>
                <a:ext cx="4917970" cy="489479"/>
                <a:chOff x="6810903" y="2418821"/>
                <a:chExt cx="4917970" cy="489479"/>
              </a:xfrm>
            </p:grpSpPr>
            <p:sp>
              <p:nvSpPr>
                <p:cNvPr id="100" name="Oval 99">
                  <a:extLst>
                    <a:ext uri="{FF2B5EF4-FFF2-40B4-BE49-F238E27FC236}">
                      <ns2:creationId id="{38ACD644-7F2A-5C3A-BF7F-66E970C1B82C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2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01" name="テキスト ボックス 8">
                  <a:extLst>
                    <a:ext uri="{FF2B5EF4-FFF2-40B4-BE49-F238E27FC236}">
                      <ns2:creationId id="{F4BC0970-2DF2-4817-E161-35F5244C123A}"/>
                    </a:ext>
                  </a:extLst>
                </p:cNvPr>
                <p:cNvSpPr txBox="1"/>
                <p:nvPr/>
              </p:nvSpPr>
              <p:spPr>
                <a:xfrm>
                  <a:off x="7016327" y="2583393"/>
                  <a:ext cx="4712546" cy="32490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3600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</a:b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</p:grpSp>
        <p:grpSp>
          <p:nvGrpSpPr>
            <p:cNvPr id="104" name="Group 103">
              <a:extLst>
                <a:ext uri="{FF2B5EF4-FFF2-40B4-BE49-F238E27FC236}">
                  <ns2:creationId id="{8855D64B-D859-5145-D4FB-3F7E27BE1CA3}"/>
                </a:ext>
              </a:extLst>
            </p:cNvPr>
            <p:cNvGrpSpPr/>
            <p:nvPr/>
          </p:nvGrpSpPr>
          <p:grpSpPr>
            <a:xfrm>
              <a:off x="6485468" y="3559314"/>
              <a:ext cx="5371568" cy="1272402"/>
              <a:chOff x="6485467" y="2084412"/>
              <a:chExt cx="5588365" cy="1323756"/>
            </a:xfrm>
          </p:grpSpPr>
          <p:sp>
            <p:nvSpPr>
              <p:cNvPr id="105" name="Rectangle: Rounded Corners 30">
                <a:extLst>
                  <a:ext uri="{FF2B5EF4-FFF2-40B4-BE49-F238E27FC236}">
                    <ns2:creationId id="{52F6873D-C6D8-6DE5-2B96-E1282F5D2DAB}"/>
                  </a:ext>
                </a:extLst>
              </p:cNvPr>
              <p:cNvSpPr/>
              <p:nvPr/>
            </p:nvSpPr>
            <p:spPr>
              <a:xfrm>
                <a:off x="6578601" y="2225937"/>
                <a:ext cx="5495228" cy="1182231"/>
              </a:xfrm>
              <a:prstGeom prst="roundRect">
                <a:avLst>
                  <a:gd name="adj" fmla="val 4752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テキスト ボックス 23">
                <a:extLst>
                  <a:ext uri="{FF2B5EF4-FFF2-40B4-BE49-F238E27FC236}">
                    <ns2:creationId id="{90C0BCBD-2B53-350B-EC3A-416FE0B93B42}"/>
                  </a:ext>
                </a:extLst>
              </p:cNvPr>
              <p:cNvSpPr txBox="1"/>
              <p:nvPr/>
            </p:nvSpPr>
            <p:spPr>
              <a:xfrm>
                <a:off x="6838365" y="2084412"/>
                <a:ext cx="1893238" cy="2573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72000" tIns="0" rIns="72000" bIns="0" rtlCol="0" anchor="ctr" anchorCtr="0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(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107" name="テキスト ボックス 8">
                <a:extLst>
                  <a:ext uri="{FF2B5EF4-FFF2-40B4-BE49-F238E27FC236}">
                    <ns2:creationId id="{4E502297-78BC-DB8E-6152-8D75E896AAE8}"/>
                  </a:ext>
                </a:extLst>
              </p:cNvPr>
              <p:cNvSpPr txBox="1"/>
              <p:nvPr/>
            </p:nvSpPr>
            <p:spPr>
              <a:xfrm>
                <a:off x="7016327" y="23674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en-US" altLang="zh-TW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zh-TW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zh-TW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(</a:t>
                </a:r>
                <a:r>
                  <a:rPr lang="zh-TW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zh-TW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)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08" name="Oval 107">
                <a:extLst>
                  <a:ext uri="{FF2B5EF4-FFF2-40B4-BE49-F238E27FC236}">
                    <ns2:creationId id="{57308F45-FB9F-A979-629E-CE463C998C2E}"/>
                  </a:ext>
                </a:extLst>
              </p:cNvPr>
              <p:cNvSpPr/>
              <p:nvPr/>
            </p:nvSpPr>
            <p:spPr>
              <a:xfrm>
                <a:off x="6485467" y="2108200"/>
                <a:ext cx="237066" cy="237066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kumimoji="1"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ns2:creationId id="{69BC4379-9EA2-AA07-EE10-B651884DFA81}"/>
                  </a:ext>
                </a:extLst>
              </p:cNvPr>
              <p:cNvGrpSpPr/>
              <p:nvPr/>
            </p:nvGrpSpPr>
            <p:grpSpPr>
              <a:xfrm>
                <a:off x="6810903" y="2352146"/>
                <a:ext cx="5262929" cy="489479"/>
                <a:chOff x="6810903" y="2418821"/>
                <a:chExt cx="5262929" cy="489479"/>
              </a:xfrm>
            </p:grpSpPr>
            <p:sp>
              <p:nvSpPr>
                <p:cNvPr id="114" name="Oval 113">
                  <a:extLst>
                    <a:ext uri="{FF2B5EF4-FFF2-40B4-BE49-F238E27FC236}">
                      <ns2:creationId id="{E801B85C-E4D3-D1AC-869C-6674A66ED617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1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8" name="テキスト ボックス 8">
                  <a:extLst>
                    <a:ext uri="{FF2B5EF4-FFF2-40B4-BE49-F238E27FC236}">
                      <ns2:creationId id="{3F7A30C0-647E-5A95-DB42-AAA009FD720C}"/>
                    </a:ext>
                  </a:extLst>
                </p:cNvPr>
                <p:cNvSpPr txBox="1"/>
                <p:nvPr/>
              </p:nvSpPr>
              <p:spPr>
                <a:xfrm>
                  <a:off x="7016326" y="2583393"/>
                  <a:ext cx="5057506" cy="324907"/>
                </a:xfrm>
                <a:prstGeom prst="rect">
                  <a:avLst/>
                </a:prstGeom>
                <a:noFill/>
              </p:spPr>
              <p:txBody>
                <a:bodyPr wrap="square" lIns="36000" rIns="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 (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) 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8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  <p:sp>
            <p:nvSpPr>
              <p:cNvPr id="110" name="テキスト ボックス 8">
                <a:extLst>
                  <a:ext uri="{FF2B5EF4-FFF2-40B4-BE49-F238E27FC236}">
                    <ns2:creationId id="{B5BB6511-A20F-267E-0DF2-6C8A4F4195CE}"/>
                  </a:ext>
                </a:extLst>
              </p:cNvPr>
              <p:cNvSpPr txBox="1"/>
              <p:nvPr/>
            </p:nvSpPr>
            <p:spPr>
              <a:xfrm>
                <a:off x="7016327" y="2888193"/>
                <a:ext cx="2796539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ns2:creationId id="{907FB883-98D3-A408-E9F6-DE3484717F19}"/>
                  </a:ext>
                </a:extLst>
              </p:cNvPr>
              <p:cNvGrpSpPr/>
              <p:nvPr/>
            </p:nvGrpSpPr>
            <p:grpSpPr>
              <a:xfrm>
                <a:off x="6810903" y="2872846"/>
                <a:ext cx="5208233" cy="489479"/>
                <a:chOff x="6810903" y="2418821"/>
                <a:chExt cx="5208233" cy="489479"/>
              </a:xfrm>
            </p:grpSpPr>
            <p:sp>
              <p:nvSpPr>
                <p:cNvPr id="112" name="Oval 111">
                  <a:extLst>
                    <a:ext uri="{FF2B5EF4-FFF2-40B4-BE49-F238E27FC236}">
                      <ns2:creationId id="{F485818B-0909-854C-A352-B8C566B1D105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2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3" name="テキスト ボックス 8">
                  <a:extLst>
                    <a:ext uri="{FF2B5EF4-FFF2-40B4-BE49-F238E27FC236}">
                      <ns2:creationId id="{A1F9841A-3C2F-BE27-0753-934B646A849D}"/>
                    </a:ext>
                  </a:extLst>
                </p:cNvPr>
                <p:cNvSpPr txBox="1"/>
                <p:nvPr/>
              </p:nvSpPr>
              <p:spPr>
                <a:xfrm>
                  <a:off x="7016326" y="2583393"/>
                  <a:ext cx="5002810" cy="32490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3600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 (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1F1F1F"/>
                      </a:solidFill>
                      <a:latin typeface="+mn-ea"/>
                    </a:rPr>
                    <a:t>)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</p:grpSp>
        <p:grpSp>
          <p:nvGrpSpPr>
            <p:cNvPr id="121" name="Group 120">
              <a:extLst>
                <a:ext uri="{FF2B5EF4-FFF2-40B4-BE49-F238E27FC236}">
                  <ns2:creationId id="{7796D9B3-EC83-C2DF-73C8-84565E6CB643}"/>
                </a:ext>
              </a:extLst>
            </p:cNvPr>
            <p:cNvGrpSpPr/>
            <p:nvPr/>
          </p:nvGrpSpPr>
          <p:grpSpPr>
            <a:xfrm>
              <a:off x="6485468" y="5024111"/>
              <a:ext cx="5371565" cy="1284613"/>
              <a:chOff x="6485467" y="2084412"/>
              <a:chExt cx="5588362" cy="1336460"/>
            </a:xfrm>
          </p:grpSpPr>
          <p:sp>
            <p:nvSpPr>
              <p:cNvPr id="127" name="Rectangle: Rounded Corners 30">
                <a:extLst>
                  <a:ext uri="{FF2B5EF4-FFF2-40B4-BE49-F238E27FC236}">
                    <ns2:creationId id="{B8207998-91BD-1798-CB2C-3101391F2922}"/>
                  </a:ext>
                </a:extLst>
              </p:cNvPr>
              <p:cNvSpPr/>
              <p:nvPr/>
            </p:nvSpPr>
            <p:spPr>
              <a:xfrm>
                <a:off x="6578601" y="2225937"/>
                <a:ext cx="5495228" cy="1194935"/>
              </a:xfrm>
              <a:prstGeom prst="roundRect">
                <a:avLst>
                  <a:gd name="adj" fmla="val 4701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9" name="テキスト ボックス 23">
                <a:extLst>
                  <a:ext uri="{FF2B5EF4-FFF2-40B4-BE49-F238E27FC236}">
                    <ns2:creationId id="{1DE85FD9-62D4-EB48-D0BC-D4E67DA877F6}"/>
                  </a:ext>
                </a:extLst>
              </p:cNvPr>
              <p:cNvSpPr txBox="1"/>
              <p:nvPr/>
            </p:nvSpPr>
            <p:spPr>
              <a:xfrm>
                <a:off x="6838365" y="2084412"/>
                <a:ext cx="1708262" cy="2573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72000" tIns="0" rIns="72000" bIns="0" rtlCol="0" anchor="ctr" anchorCtr="0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1000" b="1" dirty="0">
                    <a:solidFill>
                      <a:srgbClr val="008000"/>
                    </a:solidFill>
                    <a:latin typeface="+mn-ea"/>
                  </a:rPr>
                  <a:t>DX</a:t>
                </a:r>
                <a:r>
                  <a:rPr lang="ja-JP" altLang="en-US" sz="10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000" b="1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0" name="テキスト ボックス 8">
                <a:extLst>
                  <a:ext uri="{FF2B5EF4-FFF2-40B4-BE49-F238E27FC236}">
                    <ns2:creationId id="{7B74B378-6389-0920-8FFB-058998F4309F}"/>
                  </a:ext>
                </a:extLst>
              </p:cNvPr>
              <p:cNvSpPr txBox="1"/>
              <p:nvPr/>
            </p:nvSpPr>
            <p:spPr>
              <a:xfrm>
                <a:off x="7016327" y="2367493"/>
                <a:ext cx="1558927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</a:p>
            </p:txBody>
          </p:sp>
          <p:sp>
            <p:nvSpPr>
              <p:cNvPr id="131" name="Oval 130">
                <a:extLst>
                  <a:ext uri="{FF2B5EF4-FFF2-40B4-BE49-F238E27FC236}">
                    <ns2:creationId id="{DC5BE333-81CA-6767-8215-F63D562A841C}"/>
                  </a:ext>
                </a:extLst>
              </p:cNvPr>
              <p:cNvSpPr/>
              <p:nvPr/>
            </p:nvSpPr>
            <p:spPr>
              <a:xfrm>
                <a:off x="6485467" y="2108200"/>
                <a:ext cx="237066" cy="237066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kumimoji="1"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32" name="Group 131">
                <a:extLst>
                  <a:ext uri="{FF2B5EF4-FFF2-40B4-BE49-F238E27FC236}">
                    <ns2:creationId id="{A3BE818C-F5C7-AECE-0CF8-AE5C70C3C758}"/>
                  </a:ext>
                </a:extLst>
              </p:cNvPr>
              <p:cNvGrpSpPr/>
              <p:nvPr/>
            </p:nvGrpSpPr>
            <p:grpSpPr>
              <a:xfrm>
                <a:off x="6810903" y="2352146"/>
                <a:ext cx="5262926" cy="489479"/>
                <a:chOff x="6810903" y="2418821"/>
                <a:chExt cx="5262926" cy="489479"/>
              </a:xfrm>
            </p:grpSpPr>
            <p:sp>
              <p:nvSpPr>
                <p:cNvPr id="144" name="Oval 143">
                  <a:extLst>
                    <a:ext uri="{FF2B5EF4-FFF2-40B4-BE49-F238E27FC236}">
                      <ns2:creationId id="{8168785F-9A65-A371-500C-FF3BA629B633}"/>
                    </a:ext>
                  </a:extLst>
                </p:cNvPr>
                <p:cNvSpPr/>
                <p:nvPr/>
              </p:nvSpPr>
              <p:spPr>
                <a:xfrm>
                  <a:off x="6810903" y="2418821"/>
                  <a:ext cx="178860" cy="17886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tx1"/>
                      </a:solidFill>
                      <a:latin typeface="+mn-ea"/>
                    </a:rPr>
                    <a:t>1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45" name="テキスト ボックス 8">
                  <a:extLst>
                    <a:ext uri="{FF2B5EF4-FFF2-40B4-BE49-F238E27FC236}">
                      <ns2:creationId id="{9F4369A2-BCF3-4DCD-FF2F-944C96F9732C}"/>
                    </a:ext>
                  </a:extLst>
                </p:cNvPr>
                <p:cNvSpPr txBox="1"/>
                <p:nvPr/>
              </p:nvSpPr>
              <p:spPr>
                <a:xfrm>
                  <a:off x="7016327" y="2583393"/>
                  <a:ext cx="5057502" cy="324907"/>
                </a:xfrm>
                <a:prstGeom prst="rect">
                  <a:avLst/>
                </a:prstGeom>
                <a:noFill/>
              </p:spPr>
              <p:txBody>
                <a:bodyPr wrap="square" lIns="36000" rIns="0" anchor="t">
                  <a:noAutofit/>
                </a:bodyPr>
                <a:lstStyle/>
                <a:p>
                  <a:pPr marL="88900" lvl="1" indent="-88900" fontAlgn="base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rgbClr val="1F1F1F"/>
                      </a:solidFill>
                      <a:latin typeface="+mn-ea"/>
                    </a:rPr>
                    <a:t>XX</a:t>
                  </a:r>
                  <a:endPara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endParaRPr>
                </a:p>
              </p:txBody>
            </p:sp>
          </p:grpSp>
          <p:sp>
            <p:nvSpPr>
              <p:cNvPr id="133" name="テキスト ボックス 8">
                <a:extLst>
                  <a:ext uri="{FF2B5EF4-FFF2-40B4-BE49-F238E27FC236}">
                    <ns2:creationId id="{C5B05F1F-5B1A-1D62-725D-9C255EBB15E5}"/>
                  </a:ext>
                </a:extLst>
              </p:cNvPr>
              <p:cNvSpPr txBox="1"/>
              <p:nvPr/>
            </p:nvSpPr>
            <p:spPr>
              <a:xfrm>
                <a:off x="7016327" y="2888193"/>
                <a:ext cx="1440014" cy="1481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anchor="ctr">
                <a:noAutofit/>
              </a:bodyPr>
              <a:lstStyle/>
              <a:p>
                <a:pPr marL="0" lvl="1" fontAlgn="base">
                  <a:buClr>
                    <a:srgbClr val="008000"/>
                  </a:buClr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43" name="テキスト ボックス 8">
                <a:extLst>
                  <a:ext uri="{FF2B5EF4-FFF2-40B4-BE49-F238E27FC236}">
                    <ns2:creationId id="{A6EFD5F2-5027-630F-1DA5-63CB6F0B4D8B}"/>
                  </a:ext>
                </a:extLst>
              </p:cNvPr>
              <p:cNvSpPr txBox="1"/>
              <p:nvPr/>
            </p:nvSpPr>
            <p:spPr>
              <a:xfrm>
                <a:off x="7016326" y="3037418"/>
                <a:ext cx="4991992" cy="324906"/>
              </a:xfrm>
              <a:prstGeom prst="rect">
                <a:avLst/>
              </a:prstGeom>
              <a:noFill/>
            </p:spPr>
            <p:txBody>
              <a:bodyPr wrap="square" lIns="36000" anchor="t">
                <a:noAutofit/>
              </a:bodyPr>
              <a:lstStyle/>
              <a:p>
                <a:pPr marL="88900" lvl="1" indent="-88900" fontAlgn="base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rgbClr val="1F1F1F"/>
                    </a:solidFill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52" name="テキスト ボックス 8">
                <a:extLst>
                  <a:ext uri="{FF2B5EF4-FFF2-40B4-BE49-F238E27FC236}">
                    <ns2:creationId id="{11903E54-AA7E-2D81-8966-04AD2544386C}"/>
                  </a:ext>
                </a:extLst>
              </p:cNvPr>
              <p:cNvSpPr txBox="1"/>
              <p:nvPr/>
            </p:nvSpPr>
            <p:spPr>
              <a:xfrm>
                <a:off x="8474114" y="2367493"/>
                <a:ext cx="1325505" cy="148166"/>
              </a:xfrm>
              <a:prstGeom prst="round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36000" anchor="ctr">
                <a:noAutofit/>
              </a:bodyPr>
              <a:lstStyle/>
              <a:p>
                <a:pPr marL="0" lvl="1" algn="ctr" fontAlgn="base">
                  <a:buClr>
                    <a:srgbClr val="008000"/>
                  </a:buClr>
                </a:pPr>
                <a:r>
                  <a:rPr lang="ja-JP" altLang="en-US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r>
                  <a:rPr lang="en-US" altLang="ja-JP" sz="900" b="1" i="0" u="none" strike="noStrike" dirty="0">
                    <a:solidFill>
                      <a:srgbClr val="008000"/>
                    </a:solidFill>
                    <a:effectLst/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  <p:sp>
            <p:nvSpPr>
              <p:cNvPr id="153" name="テキスト ボックス 8">
                <a:extLst>
                  <a:ext uri="{FF2B5EF4-FFF2-40B4-BE49-F238E27FC236}">
                    <ns2:creationId id="{1367985C-5DDA-7E8B-67F6-C33FE5E2187D}"/>
                  </a:ext>
                </a:extLst>
              </p:cNvPr>
              <p:cNvSpPr txBox="1"/>
              <p:nvPr/>
            </p:nvSpPr>
            <p:spPr>
              <a:xfrm>
                <a:off x="8474115" y="2888193"/>
                <a:ext cx="491462" cy="148166"/>
              </a:xfrm>
              <a:prstGeom prst="round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36000" anchor="ctr">
                <a:noAutofit/>
              </a:bodyPr>
              <a:lstStyle/>
              <a:p>
                <a:pPr marL="0" lvl="1" algn="ctr" fontAlgn="base">
                  <a:buClr>
                    <a:srgbClr val="008000"/>
                  </a:buClr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b="1" i="0" u="none" strike="noStrike" dirty="0">
                  <a:solidFill>
                    <a:srgbClr val="008000"/>
                  </a:solidFill>
                  <a:effectLst/>
                  <a:latin typeface="+mn-ea"/>
                </a:endParaRPr>
              </a:p>
            </p:txBody>
          </p:sp>
        </p:grpSp>
      </p:grpSp>
      <p:sp>
        <p:nvSpPr>
          <p:cNvPr id="4" name="table_TWformat_2_1">
            <a:extLst>
              <a:ext uri="{FF2B5EF4-FFF2-40B4-BE49-F238E27FC236}">
                <ns2:creationId id="{134BCE67-5C01-58F9-8A92-961A58942BFC}"/>
              </a:ext>
            </a:extLst>
          </p:cNvPr>
          <p:cNvSpPr txBox="1"/>
          <p:nvPr/>
        </p:nvSpPr>
        <p:spPr>
          <a:xfrm>
            <a:off x="334963" y="2361754"/>
            <a:ext cx="83343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0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 sz="1050"/>
              <a:t>XX</a:t>
            </a:r>
            <a:endParaRPr lang="ja-JP" altLang="en-US" sz="1050" dirty="0"/>
          </a:p>
        </p:txBody>
      </p:sp>
      <p:grpSp>
        <p:nvGrpSpPr>
          <p:cNvPr id="7" name="グループ化 6">
            <a:extLst>
              <a:ext uri="{FF2B5EF4-FFF2-40B4-BE49-F238E27FC236}">
                <ns2:creationId id="{8CE948E1-01B7-8750-196D-8EB01B67402D}"/>
              </a:ext>
            </a:extLst>
          </p:cNvPr>
          <p:cNvGrpSpPr/>
          <p:nvPr/>
        </p:nvGrpSpPr>
        <p:grpSpPr>
          <a:xfrm>
            <a:off x="334963" y="2020865"/>
            <a:ext cx="833437" cy="262396"/>
            <a:chOff x="334963" y="2020865"/>
            <a:chExt cx="833437" cy="262396"/>
          </a:xfrm>
        </p:grpSpPr>
        <p:sp>
          <p:nvSpPr>
            <p:cNvPr id="10" name="table_TWformat_1_1">
              <a:extLst>
                <a:ext uri="{FF2B5EF4-FFF2-40B4-BE49-F238E27FC236}">
                  <ns2:creationId id="{2BAD1F18-7A52-64B5-FD21-B8E89CB62893}"/>
                </a:ext>
              </a:extLst>
            </p:cNvPr>
            <p:cNvSpPr txBox="1"/>
            <p:nvPr/>
          </p:nvSpPr>
          <p:spPr>
            <a:xfrm>
              <a:off x="334963" y="2020865"/>
              <a:ext cx="833437" cy="253614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1400">
                  <a:solidFill>
                    <a:srgbClr val="414141"/>
                  </a:solidFill>
                  <a:latin typeface="Trebuchet MS" panose="020B0703020202090204" pitchFamily="34" charset="0"/>
                  <a:ea typeface="Meiryo" panose="020B0604030504040204" pitchFamily="34" charset="-128"/>
                </a:defRPr>
              </a:lvl1pPr>
            </a:lstStyle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  <a:ea typeface="+mn-ea"/>
                </a:rPr>
                <a:t>XX</a:t>
              </a:r>
            </a:p>
          </p:txBody>
        </p:sp>
        <p:cxnSp>
          <p:nvCxnSpPr>
            <p:cNvPr id="14" name="Straight Connector 194">
              <a:extLst>
                <a:ext uri="{FF2B5EF4-FFF2-40B4-BE49-F238E27FC236}">
                  <ns2:creationId id="{CA94447C-BDD5-D0C8-634E-25E0059BC11F}"/>
                </a:ext>
              </a:extLst>
            </p:cNvPr>
            <p:cNvCxnSpPr/>
            <p:nvPr/>
          </p:nvCxnSpPr>
          <p:spPr>
            <a:xfrm>
              <a:off x="334963" y="2283261"/>
              <a:ext cx="833437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able_TWformat_3_1">
            <a:extLst>
              <a:ext uri="{FF2B5EF4-FFF2-40B4-BE49-F238E27FC236}">
                <ns2:creationId id="{E0AAB84A-FA18-0D3C-CEF5-FB0B84A5B926}"/>
              </a:ext>
            </a:extLst>
          </p:cNvPr>
          <p:cNvSpPr txBox="1"/>
          <p:nvPr/>
        </p:nvSpPr>
        <p:spPr>
          <a:xfrm>
            <a:off x="334962" y="2931129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en-US" altLang="ja-JP"/>
              <a:t>XX</a:t>
            </a:r>
            <a:endParaRPr lang="ja-JP" altLang="en-US" dirty="0"/>
          </a:p>
        </p:txBody>
      </p:sp>
      <p:sp>
        <p:nvSpPr>
          <p:cNvPr id="17" name="table_TWformat_4_1">
            <a:extLst>
              <a:ext uri="{FF2B5EF4-FFF2-40B4-BE49-F238E27FC236}">
                <ns2:creationId id="{1AEC87F3-8D23-A2D4-F9BC-003DE1DFE497}"/>
              </a:ext>
            </a:extLst>
          </p:cNvPr>
          <p:cNvSpPr txBox="1"/>
          <p:nvPr/>
        </p:nvSpPr>
        <p:spPr>
          <a:xfrm>
            <a:off x="334962" y="3500504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19" name="table_TWformat_5_1">
            <a:extLst>
              <a:ext uri="{FF2B5EF4-FFF2-40B4-BE49-F238E27FC236}">
                <ns2:creationId id="{A51D1800-252B-FA61-1C4F-E113DD28D347}"/>
              </a:ext>
            </a:extLst>
          </p:cNvPr>
          <p:cNvSpPr txBox="1"/>
          <p:nvPr/>
        </p:nvSpPr>
        <p:spPr>
          <a:xfrm>
            <a:off x="334962" y="4069879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20" name="table_TWformat_6_1">
            <a:extLst>
              <a:ext uri="{FF2B5EF4-FFF2-40B4-BE49-F238E27FC236}">
                <ns2:creationId id="{CA236C17-123E-4737-E86A-7EED1B1B1C4F}"/>
              </a:ext>
            </a:extLst>
          </p:cNvPr>
          <p:cNvSpPr txBox="1"/>
          <p:nvPr/>
        </p:nvSpPr>
        <p:spPr>
          <a:xfrm>
            <a:off x="334962" y="4639254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67" name="table_TWformat_7_1">
            <a:extLst>
              <a:ext uri="{FF2B5EF4-FFF2-40B4-BE49-F238E27FC236}">
                <ns2:creationId id="{D37E28B7-D943-2FB4-5674-A4391934AB43}"/>
              </a:ext>
            </a:extLst>
          </p:cNvPr>
          <p:cNvSpPr txBox="1"/>
          <p:nvPr/>
        </p:nvSpPr>
        <p:spPr>
          <a:xfrm>
            <a:off x="334962" y="5208629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endParaRPr lang="ja-JP" altLang="en-US" dirty="0"/>
          </a:p>
        </p:txBody>
      </p:sp>
      <p:sp>
        <p:nvSpPr>
          <p:cNvPr id="72" name="table_TWformat_8_1">
            <a:extLst>
              <a:ext uri="{FF2B5EF4-FFF2-40B4-BE49-F238E27FC236}">
                <ns2:creationId id="{DB7CEC6B-0796-D4C0-74F0-FE0DA635C43C}"/>
              </a:ext>
            </a:extLst>
          </p:cNvPr>
          <p:cNvSpPr txBox="1"/>
          <p:nvPr/>
        </p:nvSpPr>
        <p:spPr>
          <a:xfrm>
            <a:off x="334962" y="5778006"/>
            <a:ext cx="833427" cy="54360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non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050">
                <a:solidFill>
                  <a:schemeClr val="bg1"/>
                </a:solidFill>
                <a:latin typeface="+mn-ea"/>
              </a:defRPr>
            </a:lvl1pPr>
          </a:lstStyle>
          <a:p>
            <a:r>
              <a:rPr lang="ja-JP" altLang="en-US"/>
              <a:t>XX</a:t>
            </a:r>
            <a:r>
              <a:rPr lang="en-US" altLang="ja-JP"/>
              <a:t>XX</a:t>
            </a:r>
            <a:endParaRPr lang="ja-JP" altLang="en-US" dirty="0"/>
          </a:p>
        </p:txBody>
      </p:sp>
    </p:spTree>
    <p:extLst>
      <p:ext uri="{BB962C8B-B14F-4D97-AF65-F5344CB8AC3E}">
        <ns5:creationId val="1676205069"/>
      </p:ext>
    </p:extLst>
  </p:cSld>
  <p:clrMapOvr>
    <a:masterClrMapping/>
  </p:clrMapOvr>
</p:sld>
</file>

<file path=ppt/slides/slide132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0A935FD-B595-531E-CAEE-3FAEE0D1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144EB648-64C3-9109-2A08-37663E476C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01" name="グループ化 100">
            <a:extLst>
              <a:ext uri="{FF2B5EF4-FFF2-40B4-BE49-F238E27FC236}">
                <ns2:creationId id="{3E9687BD-DD68-99D7-BEC4-15CDE21D983C}"/>
              </a:ext>
            </a:extLst>
          </p:cNvPr>
          <p:cNvGrpSpPr/>
          <p:nvPr/>
        </p:nvGrpSpPr>
        <p:grpSpPr>
          <a:xfrm>
            <a:off x="340011" y="1725178"/>
            <a:ext cx="1260000" cy="4583547"/>
            <a:chOff x="340011" y="1725178"/>
            <a:chExt cx="1260000" cy="4583547"/>
          </a:xfrm>
        </p:grpSpPr>
        <p:grpSp>
          <p:nvGrpSpPr>
            <p:cNvPr id="49" name="グループ化 48">
              <a:extLst>
                <a:ext uri="{FF2B5EF4-FFF2-40B4-BE49-F238E27FC236}">
                  <ns2:creationId id="{99CF28BF-4D54-DFAE-6E9C-EFD52402BD31}"/>
                </a:ext>
              </a:extLst>
            </p:cNvPr>
            <p:cNvGrpSpPr/>
            <p:nvPr/>
          </p:nvGrpSpPr>
          <p:grpSpPr>
            <a:xfrm>
              <a:off x="340011" y="5300725"/>
              <a:ext cx="1260000" cy="1008000"/>
              <a:chOff x="340011" y="5300725"/>
              <a:chExt cx="1260000" cy="1008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DE29AB96-6CE0-2948-9E82-47093352792D}"/>
                  </a:ext>
                </a:extLst>
              </p:cNvPr>
              <p:cNvSpPr/>
              <p:nvPr/>
            </p:nvSpPr>
            <p:spPr>
              <a:xfrm>
                <a:off x="340011" y="5300725"/>
                <a:ext cx="1260000" cy="100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40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</a:p>
            </p:txBody>
          </p:sp>
          <p:cxnSp>
            <p:nvCxnSpPr>
              <p:cNvPr id="14" name="直線コネクタ 13">
                <a:extLst>
                  <a:ext uri="{FF2B5EF4-FFF2-40B4-BE49-F238E27FC236}">
                    <ns2:creationId id="{B4720C62-9A33-9901-F56A-28366FCD42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5300725"/>
                <a:ext cx="0" cy="100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グラフィックス 38" descr="コンパス 単色塗りつぶし">
                <a:extLst>
                  <a:ext uri="{FF2B5EF4-FFF2-40B4-BE49-F238E27FC236}">
                    <ns2:creationId id="{324292F0-43EF-35F9-A0BC-C573850F70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23696" y="5624725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2" name="グループ化 91">
              <a:extLst>
                <a:ext uri="{FF2B5EF4-FFF2-40B4-BE49-F238E27FC236}">
                  <ns2:creationId id="{6EE4C9A0-6C65-B019-88F5-6FD3DCF4F33F}"/>
                </a:ext>
              </a:extLst>
            </p:cNvPr>
            <p:cNvGrpSpPr/>
            <p:nvPr/>
          </p:nvGrpSpPr>
          <p:grpSpPr>
            <a:xfrm>
              <a:off x="340011" y="2097363"/>
              <a:ext cx="1260000" cy="324000"/>
              <a:chOff x="340011" y="2082224"/>
              <a:chExt cx="1260000" cy="32400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A7541E7A-AB6B-34AD-625F-CD2CC2060A52}"/>
                  </a:ext>
                </a:extLst>
              </p:cNvPr>
              <p:cNvSpPr/>
              <p:nvPr/>
            </p:nvSpPr>
            <p:spPr>
              <a:xfrm>
                <a:off x="340011" y="2105380"/>
                <a:ext cx="1260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ns2:creationId id="{71D460A8-E851-94F0-0E02-B4C2530F6E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105380"/>
                <a:ext cx="0" cy="28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1" name="グラフィックス 40" descr="ターゲット 単色塗りつぶし">
                <a:extLst>
                  <a:ext uri="{FF2B5EF4-FFF2-40B4-BE49-F238E27FC236}">
                    <ns2:creationId id="{94488792-02F4-B061-4EFE-A2EC88869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 rot="10800000">
                <a:off x="438962" y="2082224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ns2:creationId id="{024EFB94-F51D-0579-EF22-184FB9E0F8E3}"/>
                </a:ext>
              </a:extLst>
            </p:cNvPr>
            <p:cNvGrpSpPr/>
            <p:nvPr/>
          </p:nvGrpSpPr>
          <p:grpSpPr>
            <a:xfrm>
              <a:off x="340011" y="2493043"/>
              <a:ext cx="1260000" cy="2736000"/>
              <a:chOff x="340011" y="2452427"/>
              <a:chExt cx="1260000" cy="27360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5585F17E-0CA4-9195-E4D2-CE7C9E069A5D}"/>
                  </a:ext>
                </a:extLst>
              </p:cNvPr>
              <p:cNvSpPr/>
              <p:nvPr/>
            </p:nvSpPr>
            <p:spPr>
              <a:xfrm>
                <a:off x="340011" y="2452427"/>
                <a:ext cx="1260000" cy="273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" name="直線コネクタ 22">
                <a:extLst>
                  <a:ext uri="{FF2B5EF4-FFF2-40B4-BE49-F238E27FC236}">
                    <ns2:creationId id="{438A49B9-9C9A-C25F-8398-DC08721DA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452427"/>
                <a:ext cx="0" cy="2736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3" name="グラフィックス 42" descr="クリップボード: チェックマーク 単色塗りつぶし">
                <a:extLst>
                  <a:ext uri="{FF2B5EF4-FFF2-40B4-BE49-F238E27FC236}">
                    <ns2:creationId id="{F9327FEE-C891-3F80-0336-FD5B06B269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3696" y="3640427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1" name="グループ化 90">
              <a:extLst>
                <a:ext uri="{FF2B5EF4-FFF2-40B4-BE49-F238E27FC236}">
                  <ns2:creationId id="{5B8AA894-CFCB-7B11-829C-3A0BE5E73E45}"/>
                </a:ext>
              </a:extLst>
            </p:cNvPr>
            <p:cNvGrpSpPr/>
            <p:nvPr/>
          </p:nvGrpSpPr>
          <p:grpSpPr>
            <a:xfrm>
              <a:off x="340011" y="1725178"/>
              <a:ext cx="1260000" cy="328920"/>
              <a:chOff x="340011" y="1725178"/>
              <a:chExt cx="1260000" cy="328920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9F8550B-B58E-4FBD-EAF7-50489926A39B}"/>
                  </a:ext>
                </a:extLst>
              </p:cNvPr>
              <p:cNvSpPr/>
              <p:nvPr/>
            </p:nvSpPr>
            <p:spPr>
              <a:xfrm>
                <a:off x="340011" y="1730098"/>
                <a:ext cx="1260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E904B389-039E-90CF-A775-1D5AC7AFE3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1730098"/>
                <a:ext cx="0" cy="32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" name="グラフィックス 44" descr="ライト: オン 単色塗りつぶし">
                <a:extLst>
                  <a:ext uri="{FF2B5EF4-FFF2-40B4-BE49-F238E27FC236}">
                    <ns2:creationId id="{1424C968-BA98-2502-BBEE-7A14320CDC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38962" y="1725178"/>
                <a:ext cx="324000" cy="324000"/>
              </a:xfrm>
              <a:prstGeom prst="rect">
                <a:avLst/>
              </a:prstGeom>
            </p:spPr>
          </p:pic>
        </p:grpSp>
      </p:grpSp>
      <p:grpSp>
        <p:nvGrpSpPr>
          <p:cNvPr id="111" name="グループ化 110">
            <a:extLst>
              <a:ext uri="{FF2B5EF4-FFF2-40B4-BE49-F238E27FC236}">
                <ns2:creationId id="{AE7A5F36-B2B8-94DD-967B-211D61129D3A}"/>
              </a:ext>
            </a:extLst>
          </p:cNvPr>
          <p:cNvGrpSpPr/>
          <p:nvPr/>
        </p:nvGrpSpPr>
        <p:grpSpPr>
          <a:xfrm>
            <a:off x="1710633" y="1636026"/>
            <a:ext cx="7456104" cy="4672699"/>
            <a:chOff x="1710633" y="1636026"/>
            <a:chExt cx="7456104" cy="4672699"/>
          </a:xfrm>
        </p:grpSpPr>
        <p:grpSp>
          <p:nvGrpSpPr>
            <p:cNvPr id="98" name="グループ化 97">
              <a:extLst>
                <a:ext uri="{FF2B5EF4-FFF2-40B4-BE49-F238E27FC236}">
                  <ns2:creationId id="{D72F7122-122C-D7F5-DA8D-055760B30654}"/>
                </a:ext>
              </a:extLst>
            </p:cNvPr>
            <p:cNvGrpSpPr/>
            <p:nvPr/>
          </p:nvGrpSpPr>
          <p:grpSpPr>
            <a:xfrm>
              <a:off x="1710633" y="1636026"/>
              <a:ext cx="7455793" cy="418072"/>
              <a:chOff x="1710633" y="1636026"/>
              <a:chExt cx="7455793" cy="418072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A157328E-9866-3668-CD18-C678260A7303}"/>
                  </a:ext>
                </a:extLst>
              </p:cNvPr>
              <p:cNvSpPr/>
              <p:nvPr/>
            </p:nvSpPr>
            <p:spPr>
              <a:xfrm>
                <a:off x="1804426" y="1730098"/>
                <a:ext cx="736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56000" tIns="36000" rIns="36000" bIns="36000" rtlCol="0" anchor="ctr"/>
              <a:lstStyle/>
              <a:p>
                <a:pPr algn="ctr"/>
                <a:r>
                  <a:rPr lang="zh-TW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  <a:endPara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上階 単色塗りつぶし">
                <a:extLst>
                  <a:ext uri="{FF2B5EF4-FFF2-40B4-BE49-F238E27FC236}">
                    <ns2:creationId id="{A856AFBE-09A9-FA46-91BC-2B30E4C69A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022107" y="1752973"/>
                <a:ext cx="319328" cy="288000"/>
              </a:xfrm>
              <a:prstGeom prst="rect">
                <a:avLst/>
              </a:prstGeom>
            </p:spPr>
          </p:pic>
          <p:sp>
            <p:nvSpPr>
              <p:cNvPr id="86" name="楕円 85">
                <a:extLst>
                  <a:ext uri="{FF2B5EF4-FFF2-40B4-BE49-F238E27FC236}">
                    <ns2:creationId id="{2DDDC99B-4384-5701-57E0-3DBD1E9C3ACD}"/>
                  </a:ext>
                </a:extLst>
              </p:cNvPr>
              <p:cNvSpPr/>
              <p:nvPr/>
            </p:nvSpPr>
            <p:spPr>
              <a:xfrm>
                <a:off x="1710633" y="1636026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8" name="正方形/長方形 27">
              <a:extLst>
                <a:ext uri="{FF2B5EF4-FFF2-40B4-BE49-F238E27FC236}">
                  <ns2:creationId id="{FC42C7BC-6001-4879-D4CC-E53567A254D6}"/>
                </a:ext>
              </a:extLst>
            </p:cNvPr>
            <p:cNvSpPr/>
            <p:nvPr/>
          </p:nvSpPr>
          <p:spPr>
            <a:xfrm>
              <a:off x="1804426" y="5300725"/>
              <a:ext cx="736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FB742F8B-6B87-2FAB-32A9-CC4FAEC92C74}"/>
                </a:ext>
              </a:extLst>
            </p:cNvPr>
            <p:cNvSpPr/>
            <p:nvPr/>
          </p:nvSpPr>
          <p:spPr>
            <a:xfrm>
              <a:off x="1804426" y="2120519"/>
              <a:ext cx="736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1" name="グループ化 60">
              <a:extLst>
                <a:ext uri="{FF2B5EF4-FFF2-40B4-BE49-F238E27FC236}">
                  <ns2:creationId id="{60B55967-BFF2-5F00-53E0-5EBE7EEE797A}"/>
                </a:ext>
              </a:extLst>
            </p:cNvPr>
            <p:cNvGrpSpPr/>
            <p:nvPr/>
          </p:nvGrpSpPr>
          <p:grpSpPr>
            <a:xfrm>
              <a:off x="1804426" y="2486621"/>
              <a:ext cx="3924000" cy="2736000"/>
              <a:chOff x="1711558" y="2452427"/>
              <a:chExt cx="3924000" cy="2736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38E919B1-0483-7105-80DF-73E641879824}"/>
                  </a:ext>
                </a:extLst>
              </p:cNvPr>
              <p:cNvSpPr/>
              <p:nvPr/>
            </p:nvSpPr>
            <p:spPr>
              <a:xfrm>
                <a:off x="1711558" y="2452427"/>
                <a:ext cx="3924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①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en-US" altLang="ja-JP" sz="1000" baseline="30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99F12C04-4B66-0B54-960D-C22E7F85560A}"/>
                  </a:ext>
                </a:extLst>
              </p:cNvPr>
              <p:cNvSpPr/>
              <p:nvPr/>
            </p:nvSpPr>
            <p:spPr>
              <a:xfrm>
                <a:off x="1711558" y="2860375"/>
                <a:ext cx="3924000" cy="22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2" name="グループ化 61">
              <a:extLst>
                <a:ext uri="{FF2B5EF4-FFF2-40B4-BE49-F238E27FC236}">
                  <ns2:creationId id="{1504E51A-156F-6FF0-8C9C-B24C90123793}"/>
                </a:ext>
              </a:extLst>
            </p:cNvPr>
            <p:cNvGrpSpPr/>
            <p:nvPr/>
          </p:nvGrpSpPr>
          <p:grpSpPr>
            <a:xfrm>
              <a:off x="5818737" y="2486621"/>
              <a:ext cx="3348000" cy="2736000"/>
              <a:chOff x="5736172" y="2452427"/>
              <a:chExt cx="3348000" cy="2736000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6C7744FA-A548-465D-0207-394FBBB4CD7D}"/>
                  </a:ext>
                </a:extLst>
              </p:cNvPr>
              <p:cNvSpPr/>
              <p:nvPr/>
            </p:nvSpPr>
            <p:spPr>
              <a:xfrm>
                <a:off x="5736172" y="2452427"/>
                <a:ext cx="3348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②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6E60032A-B6BB-7BDF-3A66-0EA29D827B1C}"/>
                  </a:ext>
                </a:extLst>
              </p:cNvPr>
              <p:cNvSpPr/>
              <p:nvPr/>
            </p:nvSpPr>
            <p:spPr>
              <a:xfrm>
                <a:off x="5736172" y="2984200"/>
                <a:ext cx="3348000" cy="214977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7" name="直線コネクタ 76">
              <a:extLst>
                <a:ext uri="{FF2B5EF4-FFF2-40B4-BE49-F238E27FC236}">
                  <ns2:creationId id="{FCB6AA72-11C0-74FA-2404-FF019AAF4B2D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2447570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5A65FF25-FA09-4BB3-434C-94C0FF91C45C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5261672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グループ化 109">
            <a:extLst>
              <a:ext uri="{FF2B5EF4-FFF2-40B4-BE49-F238E27FC236}">
                <ns2:creationId id="{BA1AE8A7-C4E5-D992-C69C-1927231039A7}"/>
              </a:ext>
            </a:extLst>
          </p:cNvPr>
          <p:cNvGrpSpPr/>
          <p:nvPr/>
        </p:nvGrpSpPr>
        <p:grpSpPr>
          <a:xfrm>
            <a:off x="9172102" y="1636001"/>
            <a:ext cx="2684878" cy="4672724"/>
            <a:chOff x="9172102" y="1636001"/>
            <a:chExt cx="2684878" cy="4672724"/>
          </a:xfrm>
        </p:grpSpPr>
        <p:sp>
          <p:nvSpPr>
            <p:cNvPr id="29" name="正方形/長方形 28">
              <a:extLst>
                <a:ext uri="{FF2B5EF4-FFF2-40B4-BE49-F238E27FC236}">
                  <ns2:creationId id="{C970BF95-7707-ACB9-606D-D638D3672298}"/>
                </a:ext>
              </a:extLst>
            </p:cNvPr>
            <p:cNvSpPr/>
            <p:nvPr/>
          </p:nvSpPr>
          <p:spPr>
            <a:xfrm>
              <a:off x="9264980" y="5300725"/>
              <a:ext cx="259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259286A-F646-FF42-9F01-1248138B9D03}"/>
                </a:ext>
              </a:extLst>
            </p:cNvPr>
            <p:cNvSpPr/>
            <p:nvPr/>
          </p:nvSpPr>
          <p:spPr>
            <a:xfrm>
              <a:off x="9264980" y="2120519"/>
              <a:ext cx="259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332BFCE-664D-539E-7F13-A04A536DBC68}"/>
                </a:ext>
              </a:extLst>
            </p:cNvPr>
            <p:cNvSpPr/>
            <p:nvPr/>
          </p:nvSpPr>
          <p:spPr>
            <a:xfrm>
              <a:off x="9264980" y="2486621"/>
              <a:ext cx="2592000" cy="273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2800" indent="-182563"/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0DE2715-AFDA-D6CB-9BBC-593C5718E7E9}"/>
                </a:ext>
              </a:extLst>
            </p:cNvPr>
            <p:cNvSpPr/>
            <p:nvPr/>
          </p:nvSpPr>
          <p:spPr>
            <a:xfrm>
              <a:off x="9264980" y="2894569"/>
              <a:ext cx="2592000" cy="22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97" name="グループ化 96">
              <a:extLst>
                <a:ext uri="{FF2B5EF4-FFF2-40B4-BE49-F238E27FC236}">
                  <ns2:creationId id="{6E64DA5C-1268-B064-46B0-4C14EE42946C}"/>
                </a:ext>
              </a:extLst>
            </p:cNvPr>
            <p:cNvGrpSpPr/>
            <p:nvPr/>
          </p:nvGrpSpPr>
          <p:grpSpPr>
            <a:xfrm>
              <a:off x="9172102" y="1636001"/>
              <a:ext cx="2684878" cy="425522"/>
              <a:chOff x="9172102" y="1636001"/>
              <a:chExt cx="2684878" cy="425522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6AABCBBC-007A-60F0-33D7-AF030A1F50D6}"/>
                  </a:ext>
                </a:extLst>
              </p:cNvPr>
              <p:cNvSpPr/>
              <p:nvPr/>
            </p:nvSpPr>
            <p:spPr>
              <a:xfrm>
                <a:off x="9264980" y="1730098"/>
                <a:ext cx="259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12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123" descr="対象の人々 単色塗りつぶし">
                <a:extLst>
                  <a:ext uri="{FF2B5EF4-FFF2-40B4-BE49-F238E27FC236}">
                    <ns2:creationId id="{65CCFCBB-5842-34AB-0E7F-6CE4CF380F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rcRect/>
              <a:stretch/>
            </p:blipFill>
            <p:spPr>
              <a:xfrm>
                <a:off x="9540447" y="1737523"/>
                <a:ext cx="324000" cy="324000"/>
              </a:xfrm>
              <a:prstGeom prst="rect">
                <a:avLst/>
              </a:prstGeom>
            </p:spPr>
          </p:pic>
          <p:sp>
            <p:nvSpPr>
              <p:cNvPr id="88" name="楕円 87">
                <a:extLst>
                  <a:ext uri="{FF2B5EF4-FFF2-40B4-BE49-F238E27FC236}">
                    <ns2:creationId id="{A207AAFA-F342-7E44-6D6F-FE53A9B6EBCB}"/>
                  </a:ext>
                </a:extLst>
              </p:cNvPr>
              <p:cNvSpPr/>
              <p:nvPr/>
            </p:nvSpPr>
            <p:spPr>
              <a:xfrm>
                <a:off x="9172102" y="1636001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02" name="直線コネクタ 101">
              <a:extLst>
                <a:ext uri="{FF2B5EF4-FFF2-40B4-BE49-F238E27FC236}">
                  <ns2:creationId id="{5B6D465D-ABCA-4C0E-2558-FC9310CEAABD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2447570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F7735F79-E6ED-2F6F-C19E-5FF54CE3F7E5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5261672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1">
            <a:extLst>
              <a:ext uri="{FF2B5EF4-FFF2-40B4-BE49-F238E27FC236}">
                <ns2:creationId id="{DA24DCCA-826D-D1F3-AE7D-473976102261}"/>
              </a:ext>
            </a:extLst>
          </p:cNvPr>
          <p:cNvSpPr txBox="1">
            <a:spLocks/>
          </p:cNvSpPr>
          <p:nvPr/>
        </p:nvSpPr>
        <p:spPr>
          <a:xfrm>
            <a:off x="1486742" y="1"/>
            <a:ext cx="10482215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ns2:creationId id="{2083B456-EACD-394B-7A35-9C6F3A59040D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6:creationId val="1660143065"/>
      </p:ext>
    </p:extLst>
  </p:cSld>
  <p:clrMapOvr>
    <a:masterClrMapping/>
  </p:clrMapOvr>
</p:sld>
</file>

<file path=ppt/slides/slide13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BC9FF5C-7407-C049-10B2-6875C758D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C0E7C7E-2F97-981B-2BAC-508C9428A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3" y="1"/>
            <a:ext cx="11745912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12" name="テキスト プレースホルダー 2">
            <a:extLst>
              <a:ext uri="{FF2B5EF4-FFF2-40B4-BE49-F238E27FC236}">
                <ns2:creationId id="{FEE30ECA-C38F-7FBD-2733-C13D570FF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88" name="グループ化 187">
            <a:extLst>
              <a:ext uri="{FF2B5EF4-FFF2-40B4-BE49-F238E27FC236}">
                <ns2:creationId id="{94B2A4C7-1CFC-1580-E396-75DA1867725A}"/>
              </a:ext>
            </a:extLst>
          </p:cNvPr>
          <p:cNvGrpSpPr/>
          <p:nvPr/>
        </p:nvGrpSpPr>
        <p:grpSpPr>
          <a:xfrm>
            <a:off x="1705007" y="4701083"/>
            <a:ext cx="972000" cy="1604473"/>
            <a:chOff x="1705007" y="4701083"/>
            <a:chExt cx="972000" cy="1604473"/>
          </a:xfrm>
        </p:grpSpPr>
        <p:sp>
          <p:nvSpPr>
            <p:cNvPr id="23" name="正方形/長方形 22">
              <a:extLst>
                <a:ext uri="{FF2B5EF4-FFF2-40B4-BE49-F238E27FC236}">
                  <ns2:creationId id="{2C43E1B1-4CFF-7312-B314-149141EE959D}"/>
                </a:ext>
              </a:extLst>
            </p:cNvPr>
            <p:cNvSpPr/>
            <p:nvPr/>
          </p:nvSpPr>
          <p:spPr>
            <a:xfrm>
              <a:off x="1705007" y="5945556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8931EA3-A156-21AC-81EF-3A11AD66EA37}"/>
                </a:ext>
              </a:extLst>
            </p:cNvPr>
            <p:cNvSpPr/>
            <p:nvPr/>
          </p:nvSpPr>
          <p:spPr>
            <a:xfrm>
              <a:off x="1705007" y="5530731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3EB08B7F-ECD0-ACAC-CD16-C2C4B1B80C7B}"/>
                </a:ext>
              </a:extLst>
            </p:cNvPr>
            <p:cNvSpPr/>
            <p:nvPr/>
          </p:nvSpPr>
          <p:spPr>
            <a:xfrm>
              <a:off x="1705007" y="5115907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211C1E2F-9265-C0AA-3129-10A7A186B839}"/>
                </a:ext>
              </a:extLst>
            </p:cNvPr>
            <p:cNvSpPr/>
            <p:nvPr/>
          </p:nvSpPr>
          <p:spPr>
            <a:xfrm>
              <a:off x="1705007" y="4701083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83" name="グループ化 182">
            <a:extLst>
              <a:ext uri="{FF2B5EF4-FFF2-40B4-BE49-F238E27FC236}">
                <ns2:creationId id="{462D460D-9B1D-7BB6-2CA7-1F25C4884EB4}"/>
              </a:ext>
            </a:extLst>
          </p:cNvPr>
          <p:cNvGrpSpPr/>
          <p:nvPr/>
        </p:nvGrpSpPr>
        <p:grpSpPr>
          <a:xfrm>
            <a:off x="1705007" y="1728785"/>
            <a:ext cx="972000" cy="2283415"/>
            <a:chOff x="1705007" y="1728785"/>
            <a:chExt cx="972000" cy="2283415"/>
          </a:xfrm>
        </p:grpSpPr>
        <p:sp>
          <p:nvSpPr>
            <p:cNvPr id="13" name="正方形/長方形 12">
              <a:extLst>
                <a:ext uri="{FF2B5EF4-FFF2-40B4-BE49-F238E27FC236}">
                  <ns2:creationId id="{A7402CD4-9812-2C29-2577-DAF5636E8961}"/>
                </a:ext>
              </a:extLst>
            </p:cNvPr>
            <p:cNvSpPr/>
            <p:nvPr/>
          </p:nvSpPr>
          <p:spPr>
            <a:xfrm>
              <a:off x="1705007" y="1728785"/>
              <a:ext cx="972000" cy="432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19A4F71B-FA76-25F4-5A80-31CBDF5AA701}"/>
                </a:ext>
              </a:extLst>
            </p:cNvPr>
            <p:cNvSpPr/>
            <p:nvPr/>
          </p:nvSpPr>
          <p:spPr>
            <a:xfrm>
              <a:off x="1705007" y="2231202"/>
              <a:ext cx="972000" cy="28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C7D21343-D8B8-3184-19E3-8D6A9ADC00D6}"/>
                </a:ext>
              </a:extLst>
            </p:cNvPr>
            <p:cNvSpPr/>
            <p:nvPr/>
          </p:nvSpPr>
          <p:spPr>
            <a:xfrm>
              <a:off x="1705007" y="2581702"/>
              <a:ext cx="972000" cy="90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D8102A87-19BF-90DB-8C55-DA108DA723D1}"/>
                </a:ext>
              </a:extLst>
            </p:cNvPr>
            <p:cNvSpPr/>
            <p:nvPr/>
          </p:nvSpPr>
          <p:spPr>
            <a:xfrm>
              <a:off x="1705007" y="3544200"/>
              <a:ext cx="972000" cy="46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94" name="グループ化 193">
            <a:extLst>
              <a:ext uri="{FF2B5EF4-FFF2-40B4-BE49-F238E27FC236}">
                <ns2:creationId id="{DA79138E-96F4-4C7F-5E75-363D5F077521}"/>
              </a:ext>
            </a:extLst>
          </p:cNvPr>
          <p:cNvGrpSpPr/>
          <p:nvPr/>
        </p:nvGrpSpPr>
        <p:grpSpPr>
          <a:xfrm>
            <a:off x="2790040" y="1636489"/>
            <a:ext cx="9068436" cy="2375711"/>
            <a:chOff x="2790040" y="1636489"/>
            <a:chExt cx="9068436" cy="2375711"/>
          </a:xfrm>
        </p:grpSpPr>
        <p:grpSp>
          <p:nvGrpSpPr>
            <p:cNvPr id="182" name="グループ化 181">
              <a:extLst>
                <a:ext uri="{FF2B5EF4-FFF2-40B4-BE49-F238E27FC236}">
                  <ns2:creationId id="{4E14AC4D-5A9D-69F9-F24B-DC7C903B615B}"/>
                </a:ext>
              </a:extLst>
            </p:cNvPr>
            <p:cNvGrpSpPr/>
            <p:nvPr/>
          </p:nvGrpSpPr>
          <p:grpSpPr>
            <a:xfrm>
              <a:off x="2790040" y="1636797"/>
              <a:ext cx="2904501" cy="2375403"/>
              <a:chOff x="2790040" y="1636797"/>
              <a:chExt cx="2904501" cy="2375403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07C6FD54-696C-3038-89F0-CD6C95074061}"/>
                  </a:ext>
                </a:extLst>
              </p:cNvPr>
              <p:cNvSpPr/>
              <p:nvPr/>
            </p:nvSpPr>
            <p:spPr>
              <a:xfrm>
                <a:off x="2886541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72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楕円 122">
                <a:extLst>
                  <a:ext uri="{FF2B5EF4-FFF2-40B4-BE49-F238E27FC236}">
                    <ns2:creationId id="{825B84A0-9BCE-8D5A-73FB-8E0EFE3C73A8}"/>
                  </a:ext>
                </a:extLst>
              </p:cNvPr>
              <p:cNvSpPr/>
              <p:nvPr/>
            </p:nvSpPr>
            <p:spPr>
              <a:xfrm>
                <a:off x="2790040" y="1636797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7" name="グラフィックス 116" descr="上階 単色塗りつぶし">
                <a:extLst>
                  <a:ext uri="{FF2B5EF4-FFF2-40B4-BE49-F238E27FC236}">
                    <ns2:creationId id="{715EFA13-A946-FD31-DD5B-82C787F27F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3400384" y="1777990"/>
                <a:ext cx="359243" cy="360000"/>
              </a:xfrm>
              <a:prstGeom prst="rect">
                <a:avLst/>
              </a:prstGeom>
            </p:spPr>
          </p:pic>
          <p:sp>
            <p:nvSpPr>
              <p:cNvPr id="35" name="正方形/長方形 34">
                <a:extLst>
                  <a:ext uri="{FF2B5EF4-FFF2-40B4-BE49-F238E27FC236}">
                    <ns2:creationId id="{97CCA629-E2B8-566B-0131-AB773E7A97B7}"/>
                  </a:ext>
                </a:extLst>
              </p:cNvPr>
              <p:cNvSpPr/>
              <p:nvPr/>
            </p:nvSpPr>
            <p:spPr>
              <a:xfrm>
                <a:off x="2886541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E5A682A5-4427-80F1-74BD-06043F5C1163}"/>
                  </a:ext>
                </a:extLst>
              </p:cNvPr>
              <p:cNvSpPr/>
              <p:nvPr/>
            </p:nvSpPr>
            <p:spPr>
              <a:xfrm>
                <a:off x="2886541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269801F4-08B7-3DB7-D497-A07F167A3949}"/>
                  </a:ext>
                </a:extLst>
              </p:cNvPr>
              <p:cNvSpPr/>
              <p:nvPr/>
            </p:nvSpPr>
            <p:spPr>
              <a:xfrm>
                <a:off x="2886541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B13DA941-A36F-D442-C719-03D50FE35F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直線コネクタ 148">
                <a:extLst>
                  <a:ext uri="{FF2B5EF4-FFF2-40B4-BE49-F238E27FC236}">
                    <ns2:creationId id="{C44EB707-CA2B-0BD7-CD80-5158D3DEC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グループ化 180">
              <a:extLst>
                <a:ext uri="{FF2B5EF4-FFF2-40B4-BE49-F238E27FC236}">
                  <ns2:creationId id="{C1D532F0-8039-8ACD-FFDD-3CFBB6378033}"/>
                </a:ext>
              </a:extLst>
            </p:cNvPr>
            <p:cNvGrpSpPr/>
            <p:nvPr/>
          </p:nvGrpSpPr>
          <p:grpSpPr>
            <a:xfrm>
              <a:off x="5874833" y="1637028"/>
              <a:ext cx="2902087" cy="2375172"/>
              <a:chOff x="5874833" y="1637028"/>
              <a:chExt cx="2902087" cy="2375172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CBAAD1B4-777E-308F-9A0E-6BF2F33539EE}"/>
                  </a:ext>
                </a:extLst>
              </p:cNvPr>
              <p:cNvSpPr/>
              <p:nvPr/>
            </p:nvSpPr>
            <p:spPr>
              <a:xfrm>
                <a:off x="5968920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44000" tIns="36000" rIns="36000" bIns="36000" rtlCol="0" anchor="ctr"/>
              <a:lstStyle/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8B1F7082-BE89-75FB-195F-EC0C132EBB5D}"/>
                  </a:ext>
                </a:extLst>
              </p:cNvPr>
              <p:cNvSpPr/>
              <p:nvPr/>
            </p:nvSpPr>
            <p:spPr>
              <a:xfrm>
                <a:off x="5874833" y="1637028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8" name="グラフィックス 117" descr="事業の成長 単色塗りつぶし">
                <a:extLst>
                  <a:ext uri="{FF2B5EF4-FFF2-40B4-BE49-F238E27FC236}">
                    <ns2:creationId id="{E66A1938-F432-F6FE-8E48-33EA3404B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541684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ns2:creationId id="{CE6FAA24-61C7-D36B-58D5-592A90FC6076}"/>
                  </a:ext>
                </a:extLst>
              </p:cNvPr>
              <p:cNvSpPr/>
              <p:nvPr/>
            </p:nvSpPr>
            <p:spPr>
              <a:xfrm>
                <a:off x="5968920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7ADAB73C-4D4E-E19B-4CAE-B541E187391B}"/>
                  </a:ext>
                </a:extLst>
              </p:cNvPr>
              <p:cNvSpPr/>
              <p:nvPr/>
            </p:nvSpPr>
            <p:spPr>
              <a:xfrm>
                <a:off x="5968920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585A9756-4F57-A15F-5396-32FEC928E8FF}"/>
                  </a:ext>
                </a:extLst>
              </p:cNvPr>
              <p:cNvSpPr/>
              <p:nvPr/>
            </p:nvSpPr>
            <p:spPr>
              <a:xfrm>
                <a:off x="5968920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6" name="直線コネクタ 145">
                <a:extLst>
                  <a:ext uri="{FF2B5EF4-FFF2-40B4-BE49-F238E27FC236}">
                    <ns2:creationId id="{7EF3B99C-4563-625F-4D60-9F056A735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線コネクタ 149">
                <a:extLst>
                  <a:ext uri="{FF2B5EF4-FFF2-40B4-BE49-F238E27FC236}">
                    <ns2:creationId id="{77F77C1D-5858-D888-E239-2F48135C3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0" name="グループ化 179">
              <a:extLst>
                <a:ext uri="{FF2B5EF4-FFF2-40B4-BE49-F238E27FC236}">
                  <ns2:creationId id="{D4D588AD-ECDD-06D8-6D91-62C77B8BC913}"/>
                </a:ext>
              </a:extLst>
            </p:cNvPr>
            <p:cNvGrpSpPr/>
            <p:nvPr/>
          </p:nvGrpSpPr>
          <p:grpSpPr>
            <a:xfrm>
              <a:off x="8957212" y="1636489"/>
              <a:ext cx="2901264" cy="2375711"/>
              <a:chOff x="8957212" y="1636489"/>
              <a:chExt cx="2901264" cy="2375711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AB082456-D205-38F2-402F-1126A0A60FA4}"/>
                  </a:ext>
                </a:extLst>
              </p:cNvPr>
              <p:cNvSpPr/>
              <p:nvPr/>
            </p:nvSpPr>
            <p:spPr>
              <a:xfrm>
                <a:off x="9050476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36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73645F73-29D9-1F2E-0084-52612B46E315}"/>
                  </a:ext>
                </a:extLst>
              </p:cNvPr>
              <p:cNvSpPr/>
              <p:nvPr/>
            </p:nvSpPr>
            <p:spPr>
              <a:xfrm>
                <a:off x="8957212" y="1636489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9" name="グラフィックス 123" descr="対象の人々 単色塗りつぶし">
                <a:extLst>
                  <a:ext uri="{FF2B5EF4-FFF2-40B4-BE49-F238E27FC236}">
                    <ns2:creationId id="{AC802764-3CB4-99F8-64E6-D8AEBC1765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9529282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7" name="正方形/長方形 36">
                <a:extLst>
                  <a:ext uri="{FF2B5EF4-FFF2-40B4-BE49-F238E27FC236}">
                    <ns2:creationId id="{261D0B1C-4F03-4889-5675-28129EFB21BB}"/>
                  </a:ext>
                </a:extLst>
              </p:cNvPr>
              <p:cNvSpPr/>
              <p:nvPr/>
            </p:nvSpPr>
            <p:spPr>
              <a:xfrm>
                <a:off x="9050476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D9427BDC-7CFA-DF2B-3230-435E1ECFFC2B}"/>
                  </a:ext>
                </a:extLst>
              </p:cNvPr>
              <p:cNvSpPr/>
              <p:nvPr/>
            </p:nvSpPr>
            <p:spPr>
              <a:xfrm>
                <a:off x="9050476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AF54AFBC-B449-C4F4-2A32-7C7F488B932A}"/>
                  </a:ext>
                </a:extLst>
              </p:cNvPr>
              <p:cNvSpPr/>
              <p:nvPr/>
            </p:nvSpPr>
            <p:spPr>
              <a:xfrm>
                <a:off x="9050476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7" name="直線コネクタ 146">
                <a:extLst>
                  <a:ext uri="{FF2B5EF4-FFF2-40B4-BE49-F238E27FC236}">
                    <ns2:creationId id="{953CCCDD-FD5F-D19E-B19B-4E34C01D9C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線コネクタ 150">
                <a:extLst>
                  <a:ext uri="{FF2B5EF4-FFF2-40B4-BE49-F238E27FC236}">
                    <ns2:creationId id="{6FB1DBF4-A51B-C832-A489-C0E4620D5A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5" name="グループ化 194">
            <a:extLst>
              <a:ext uri="{FF2B5EF4-FFF2-40B4-BE49-F238E27FC236}">
                <ns2:creationId id="{C62EE466-A3EE-27F6-3765-938FB1401D9E}"/>
              </a:ext>
            </a:extLst>
          </p:cNvPr>
          <p:cNvGrpSpPr/>
          <p:nvPr/>
        </p:nvGrpSpPr>
        <p:grpSpPr>
          <a:xfrm>
            <a:off x="2782888" y="4187929"/>
            <a:ext cx="9071544" cy="2117627"/>
            <a:chOff x="2782888" y="4187929"/>
            <a:chExt cx="9071544" cy="2117627"/>
          </a:xfrm>
        </p:grpSpPr>
        <p:grpSp>
          <p:nvGrpSpPr>
            <p:cNvPr id="187" name="グループ化 186">
              <a:extLst>
                <a:ext uri="{FF2B5EF4-FFF2-40B4-BE49-F238E27FC236}">
                  <ns2:creationId id="{6CE14542-AC24-FDFB-B5CC-364A78C1BE59}"/>
                </a:ext>
              </a:extLst>
            </p:cNvPr>
            <p:cNvGrpSpPr/>
            <p:nvPr/>
          </p:nvGrpSpPr>
          <p:grpSpPr>
            <a:xfrm>
              <a:off x="2782888" y="4187929"/>
              <a:ext cx="2271644" cy="2117627"/>
              <a:chOff x="2782888" y="4187929"/>
              <a:chExt cx="2271644" cy="2117627"/>
            </a:xfrm>
          </p:grpSpPr>
          <p:sp>
            <p:nvSpPr>
              <p:cNvPr id="46" name="ホームベース 51">
                <a:extLst>
                  <a:ext uri="{FF2B5EF4-FFF2-40B4-BE49-F238E27FC236}">
                    <ns2:creationId id="{1DB895B9-7EEB-EB7B-0A2F-AF1413DC016A}"/>
                  </a:ext>
                </a:extLst>
              </p:cNvPr>
              <p:cNvSpPr/>
              <p:nvPr/>
            </p:nvSpPr>
            <p:spPr>
              <a:xfrm>
                <a:off x="2786532" y="4187929"/>
                <a:ext cx="2268000" cy="252000"/>
              </a:xfrm>
              <a:prstGeom prst="homePlate">
                <a:avLst>
                  <a:gd name="adj" fmla="val 18206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8E608E2F-8CFC-D490-1B86-351C3A9B77ED}"/>
                  </a:ext>
                </a:extLst>
              </p:cNvPr>
              <p:cNvSpPr/>
              <p:nvPr/>
            </p:nvSpPr>
            <p:spPr>
              <a:xfrm>
                <a:off x="28225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9960E32D-AB15-A35E-451E-335C4F4B1E6C}"/>
                  </a:ext>
                </a:extLst>
              </p:cNvPr>
              <p:cNvSpPr/>
              <p:nvPr/>
            </p:nvSpPr>
            <p:spPr>
              <a:xfrm>
                <a:off x="28225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0AE9D5D7-3C2E-6089-097B-0C5E73C79D49}"/>
                  </a:ext>
                </a:extLst>
              </p:cNvPr>
              <p:cNvSpPr/>
              <p:nvPr/>
            </p:nvSpPr>
            <p:spPr>
              <a:xfrm>
                <a:off x="28225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B24DB8B9-55DA-AE8E-CCE9-75B0911BC998}"/>
                  </a:ext>
                </a:extLst>
              </p:cNvPr>
              <p:cNvSpPr/>
              <p:nvPr/>
            </p:nvSpPr>
            <p:spPr>
              <a:xfrm>
                <a:off x="28225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00F33E-D0AF-1D98-4F9D-020F936C2E8A}"/>
                  </a:ext>
                </a:extLst>
              </p:cNvPr>
              <p:cNvSpPr/>
              <p:nvPr/>
            </p:nvSpPr>
            <p:spPr>
              <a:xfrm>
                <a:off x="28225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6" name="直線コネクタ 165">
                <a:extLst>
                  <a:ext uri="{FF2B5EF4-FFF2-40B4-BE49-F238E27FC236}">
                    <ns2:creationId id="{19BE0E95-6523-2950-AE40-84F7E599FD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線コネクタ 170">
                <a:extLst>
                  <a:ext uri="{FF2B5EF4-FFF2-40B4-BE49-F238E27FC236}">
                    <ns2:creationId id="{5D3C483E-067B-A854-C5ED-670AD8EE43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直線コネクタ 175">
                <a:extLst>
                  <a:ext uri="{FF2B5EF4-FFF2-40B4-BE49-F238E27FC236}">
                    <ns2:creationId id="{8BB7D475-4FD0-C275-3D51-83B8CBB41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5" name="グループ化 184">
              <a:extLst>
                <a:ext uri="{FF2B5EF4-FFF2-40B4-BE49-F238E27FC236}">
                  <ns2:creationId id="{C3A51D1D-4640-CB71-2FB0-B566F85F5205}"/>
                </a:ext>
              </a:extLst>
            </p:cNvPr>
            <p:cNvGrpSpPr/>
            <p:nvPr/>
          </p:nvGrpSpPr>
          <p:grpSpPr>
            <a:xfrm>
              <a:off x="7319798" y="4187929"/>
              <a:ext cx="2268000" cy="2117627"/>
              <a:chOff x="7319798" y="4187929"/>
              <a:chExt cx="2268000" cy="2117627"/>
            </a:xfrm>
          </p:grpSpPr>
          <p:sp>
            <p:nvSpPr>
              <p:cNvPr id="48" name="山形 53">
                <a:extLst>
                  <a:ext uri="{FF2B5EF4-FFF2-40B4-BE49-F238E27FC236}">
                    <ns2:creationId id="{261D1D80-A4E3-4EA3-305D-B06B0DFD928A}"/>
                  </a:ext>
                </a:extLst>
              </p:cNvPr>
              <p:cNvSpPr/>
              <p:nvPr/>
            </p:nvSpPr>
            <p:spPr>
              <a:xfrm>
                <a:off x="7319798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6B02134C-A344-C296-6FCD-DF8280F65078}"/>
                  </a:ext>
                </a:extLst>
              </p:cNvPr>
              <p:cNvSpPr/>
              <p:nvPr/>
            </p:nvSpPr>
            <p:spPr>
              <a:xfrm>
                <a:off x="7355798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4BCBFED2-8432-9CA7-A157-EB6E21478AB9}"/>
                  </a:ext>
                </a:extLst>
              </p:cNvPr>
              <p:cNvSpPr/>
              <p:nvPr/>
            </p:nvSpPr>
            <p:spPr>
              <a:xfrm>
                <a:off x="7355798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4AEE3E11-423C-C871-6761-C8A8BAF0DE68}"/>
                  </a:ext>
                </a:extLst>
              </p:cNvPr>
              <p:cNvSpPr/>
              <p:nvPr/>
            </p:nvSpPr>
            <p:spPr>
              <a:xfrm>
                <a:off x="7355798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5621412E-4CBB-CC7F-D647-264E27B2439D}"/>
                  </a:ext>
                </a:extLst>
              </p:cNvPr>
              <p:cNvSpPr/>
              <p:nvPr/>
            </p:nvSpPr>
            <p:spPr>
              <a:xfrm>
                <a:off x="7355798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541B7485-E108-FD01-7663-7D4CCE95D123}"/>
                  </a:ext>
                </a:extLst>
              </p:cNvPr>
              <p:cNvSpPr/>
              <p:nvPr/>
            </p:nvSpPr>
            <p:spPr>
              <a:xfrm>
                <a:off x="7355798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7" name="直線コネクタ 166">
                <a:extLst>
                  <a:ext uri="{FF2B5EF4-FFF2-40B4-BE49-F238E27FC236}">
                    <ns2:creationId id="{F3288128-36EF-26F5-386C-25C23D17F8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DDD49814-34D3-96A4-2431-4E4BFA074A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線コネクタ 176">
                <a:extLst>
                  <a:ext uri="{FF2B5EF4-FFF2-40B4-BE49-F238E27FC236}">
                    <ns2:creationId id="{2CE652E9-0853-C16B-2314-3EF1CB6074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6" name="グループ化 185">
              <a:extLst>
                <a:ext uri="{FF2B5EF4-FFF2-40B4-BE49-F238E27FC236}">
                  <ns2:creationId id="{D870317A-1C50-5F5A-293E-73AD98E813FE}"/>
                </a:ext>
              </a:extLst>
            </p:cNvPr>
            <p:cNvGrpSpPr/>
            <p:nvPr/>
          </p:nvGrpSpPr>
          <p:grpSpPr>
            <a:xfrm>
              <a:off x="5053165" y="4187929"/>
              <a:ext cx="2268000" cy="2117627"/>
              <a:chOff x="5053165" y="4187929"/>
              <a:chExt cx="2268000" cy="2117627"/>
            </a:xfrm>
          </p:grpSpPr>
          <p:sp>
            <p:nvSpPr>
              <p:cNvPr id="47" name="山形 52">
                <a:extLst>
                  <a:ext uri="{FF2B5EF4-FFF2-40B4-BE49-F238E27FC236}">
                    <ns2:creationId id="{7D071BC1-7201-BEB6-9CC9-BE9364E2920F}"/>
                  </a:ext>
                </a:extLst>
              </p:cNvPr>
              <p:cNvSpPr/>
              <p:nvPr/>
            </p:nvSpPr>
            <p:spPr>
              <a:xfrm>
                <a:off x="5053165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29A23B9E-0E2F-77E3-1E43-EA41B665CFB0}"/>
                  </a:ext>
                </a:extLst>
              </p:cNvPr>
              <p:cNvSpPr/>
              <p:nvPr/>
            </p:nvSpPr>
            <p:spPr>
              <a:xfrm>
                <a:off x="5089165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9715966D-E664-A68D-DD0A-6C9E3A496454}"/>
                  </a:ext>
                </a:extLst>
              </p:cNvPr>
              <p:cNvSpPr/>
              <p:nvPr/>
            </p:nvSpPr>
            <p:spPr>
              <a:xfrm>
                <a:off x="5089165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D99940D-BFE7-F37D-21F2-79085EDFD01A}"/>
                  </a:ext>
                </a:extLst>
              </p:cNvPr>
              <p:cNvSpPr/>
              <p:nvPr/>
            </p:nvSpPr>
            <p:spPr>
              <a:xfrm>
                <a:off x="5089165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18B8D8C8-ACB3-395C-FF29-90619F98CAB1}"/>
                  </a:ext>
                </a:extLst>
              </p:cNvPr>
              <p:cNvSpPr/>
              <p:nvPr/>
            </p:nvSpPr>
            <p:spPr>
              <a:xfrm>
                <a:off x="5089165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EBC5594-B0D4-A951-ABE4-C2D24126D361}"/>
                  </a:ext>
                </a:extLst>
              </p:cNvPr>
              <p:cNvSpPr/>
              <p:nvPr/>
            </p:nvSpPr>
            <p:spPr>
              <a:xfrm>
                <a:off x="5089165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8" name="直線コネクタ 167">
                <a:extLst>
                  <a:ext uri="{FF2B5EF4-FFF2-40B4-BE49-F238E27FC236}">
                    <ns2:creationId id="{D64E67A5-5FEB-5D8D-1D5F-B3EB19B84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C37E3C17-ECC2-17D9-0B73-321F74234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線コネクタ 177">
                <a:extLst>
                  <a:ext uri="{FF2B5EF4-FFF2-40B4-BE49-F238E27FC236}">
                    <ns2:creationId id="{D94435E2-190B-37EE-335E-ABCEA388FF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グループ化 183">
              <a:extLst>
                <a:ext uri="{FF2B5EF4-FFF2-40B4-BE49-F238E27FC236}">
                  <ns2:creationId id="{5E11668D-FC25-C9D5-1A57-E615E7D9A2F9}"/>
                </a:ext>
              </a:extLst>
            </p:cNvPr>
            <p:cNvGrpSpPr/>
            <p:nvPr/>
          </p:nvGrpSpPr>
          <p:grpSpPr>
            <a:xfrm>
              <a:off x="9586432" y="4187929"/>
              <a:ext cx="2268000" cy="2117627"/>
              <a:chOff x="9586432" y="4187929"/>
              <a:chExt cx="2268000" cy="2117627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021BDFDF-9B4E-29DA-97BA-DD761635D355}"/>
                  </a:ext>
                </a:extLst>
              </p:cNvPr>
              <p:cNvSpPr/>
              <p:nvPr/>
            </p:nvSpPr>
            <p:spPr>
              <a:xfrm>
                <a:off x="96224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6D69E2B9-5A1D-DA5C-0FAD-4EBE0DB5ED47}"/>
                  </a:ext>
                </a:extLst>
              </p:cNvPr>
              <p:cNvSpPr/>
              <p:nvPr/>
            </p:nvSpPr>
            <p:spPr>
              <a:xfrm>
                <a:off x="96224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4480AFC-7FDE-1F6A-9348-3AC8760DF65E}"/>
                  </a:ext>
                </a:extLst>
              </p:cNvPr>
              <p:cNvSpPr/>
              <p:nvPr/>
            </p:nvSpPr>
            <p:spPr>
              <a:xfrm>
                <a:off x="96224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797B7462-62E5-78E5-391F-8AF410E0E704}"/>
                  </a:ext>
                </a:extLst>
              </p:cNvPr>
              <p:cNvSpPr/>
              <p:nvPr/>
            </p:nvSpPr>
            <p:spPr>
              <a:xfrm>
                <a:off x="96224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山形 53">
                <a:extLst>
                  <a:ext uri="{FF2B5EF4-FFF2-40B4-BE49-F238E27FC236}">
                    <ns2:creationId id="{C55F9C1E-3DEF-DA51-8CDD-7558C482886C}"/>
                  </a:ext>
                </a:extLst>
              </p:cNvPr>
              <p:cNvSpPr/>
              <p:nvPr/>
            </p:nvSpPr>
            <p:spPr>
              <a:xfrm>
                <a:off x="9586432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080B516C-4737-BF49-27B4-1B61ECB770BC}"/>
                  </a:ext>
                </a:extLst>
              </p:cNvPr>
              <p:cNvSpPr/>
              <p:nvPr/>
            </p:nvSpPr>
            <p:spPr>
              <a:xfrm>
                <a:off x="96224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9" name="直線コネクタ 168">
                <a:extLst>
                  <a:ext uri="{FF2B5EF4-FFF2-40B4-BE49-F238E27FC236}">
                    <ns2:creationId id="{52F48733-8A64-BB2E-C6B9-34F121FC2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直線コネクタ 173">
                <a:extLst>
                  <a:ext uri="{FF2B5EF4-FFF2-40B4-BE49-F238E27FC236}">
                    <ns2:creationId id="{024B828F-2677-393D-CD51-ACB7E74B3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直線コネクタ 178">
                <a:extLst>
                  <a:ext uri="{FF2B5EF4-FFF2-40B4-BE49-F238E27FC236}">
                    <ns2:creationId id="{F641DAE8-B740-B155-79AB-2C05DC17A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2" name="グループ化 191">
            <a:extLst>
              <a:ext uri="{FF2B5EF4-FFF2-40B4-BE49-F238E27FC236}">
                <ns2:creationId id="{8D5724CE-BB1D-D760-7B84-6A4AF64D230B}"/>
              </a:ext>
            </a:extLst>
          </p:cNvPr>
          <p:cNvGrpSpPr/>
          <p:nvPr/>
        </p:nvGrpSpPr>
        <p:grpSpPr>
          <a:xfrm>
            <a:off x="337345" y="1628775"/>
            <a:ext cx="1260000" cy="2386800"/>
            <a:chOff x="337345" y="1628775"/>
            <a:chExt cx="1260000" cy="2386800"/>
          </a:xfrm>
        </p:grpSpPr>
        <p:grpSp>
          <p:nvGrpSpPr>
            <p:cNvPr id="100" name="グループ化 99">
              <a:extLst>
                <a:ext uri="{FF2B5EF4-FFF2-40B4-BE49-F238E27FC236}">
                  <ns2:creationId id="{905DD869-DE27-DDAC-9E5B-D35A8619AD4B}"/>
                </a:ext>
              </a:extLst>
            </p:cNvPr>
            <p:cNvGrpSpPr/>
            <p:nvPr/>
          </p:nvGrpSpPr>
          <p:grpSpPr>
            <a:xfrm>
              <a:off x="337345" y="1628775"/>
              <a:ext cx="1260000" cy="2386800"/>
              <a:chOff x="337345" y="1422488"/>
              <a:chExt cx="1260000" cy="2486381"/>
            </a:xfrm>
          </p:grpSpPr>
          <p:sp>
            <p:nvSpPr>
              <p:cNvPr id="3" name="正方形/長方形 2">
                <a:extLst>
                  <a:ext uri="{FF2B5EF4-FFF2-40B4-BE49-F238E27FC236}">
                    <ns2:creationId id="{82E492E4-69E5-AAFD-271A-6A53866B71EC}"/>
                  </a:ext>
                </a:extLst>
              </p:cNvPr>
              <p:cNvSpPr/>
              <p:nvPr/>
            </p:nvSpPr>
            <p:spPr>
              <a:xfrm>
                <a:off x="337345" y="1422488"/>
                <a:ext cx="1260000" cy="248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39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15FAEA3E-271B-90C8-D4C2-C792585CD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97345" y="1424869"/>
                <a:ext cx="0" cy="248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0" name="グラフィックス 189" descr="パズルのピース 単色塗りつぶし">
              <a:extLst>
                <a:ext uri="{FF2B5EF4-FFF2-40B4-BE49-F238E27FC236}">
                  <ns2:creationId id="{65CCADAF-73E6-3B7F-B947-DE7B84D0FA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97345" y="2123333"/>
              <a:ext cx="540000" cy="540000"/>
            </a:xfrm>
            <a:prstGeom prst="rect">
              <a:avLst/>
            </a:prstGeom>
          </p:spPr>
        </p:pic>
      </p:grpSp>
      <p:grpSp>
        <p:nvGrpSpPr>
          <p:cNvPr id="193" name="グループ化 192">
            <a:extLst>
              <a:ext uri="{FF2B5EF4-FFF2-40B4-BE49-F238E27FC236}">
                <ns2:creationId id="{0E195AF0-C8F5-6E03-436C-AFD6A82F85E1}"/>
              </a:ext>
            </a:extLst>
          </p:cNvPr>
          <p:cNvGrpSpPr/>
          <p:nvPr/>
        </p:nvGrpSpPr>
        <p:grpSpPr>
          <a:xfrm>
            <a:off x="340011" y="4188756"/>
            <a:ext cx="1260000" cy="2116800"/>
            <a:chOff x="340011" y="4188756"/>
            <a:chExt cx="1260000" cy="2116800"/>
          </a:xfrm>
        </p:grpSpPr>
        <p:grpSp>
          <p:nvGrpSpPr>
            <p:cNvPr id="82" name="グループ化 81">
              <a:extLst>
                <a:ext uri="{FF2B5EF4-FFF2-40B4-BE49-F238E27FC236}">
                  <ns2:creationId id="{AA546A46-4A07-C01D-0CE2-2A689BFBF82F}"/>
                </a:ext>
              </a:extLst>
            </p:cNvPr>
            <p:cNvGrpSpPr/>
            <p:nvPr/>
          </p:nvGrpSpPr>
          <p:grpSpPr>
            <a:xfrm>
              <a:off x="340011" y="4188756"/>
              <a:ext cx="1260000" cy="2116800"/>
              <a:chOff x="340011" y="4109837"/>
              <a:chExt cx="1260000" cy="2160000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80CBBFFD-739B-10CE-4E0C-139FCF9725AB}"/>
                  </a:ext>
                </a:extLst>
              </p:cNvPr>
              <p:cNvSpPr/>
              <p:nvPr/>
            </p:nvSpPr>
            <p:spPr>
              <a:xfrm>
                <a:off x="340011" y="4109837"/>
                <a:ext cx="1260000" cy="21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57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A971DA1-AA46-E1C0-82F1-4403608B2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4109837"/>
                <a:ext cx="0" cy="21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1" name="グラフィックス 190" descr="ワークフロー 単色塗りつぶし">
              <a:extLst>
                <a:ext uri="{FF2B5EF4-FFF2-40B4-BE49-F238E27FC236}">
                  <ns2:creationId id="{B0737D48-6CCC-5668-B14A-F76A877F0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00011" y="4563329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907712815"/>
      </p:ext>
    </p:extLst>
  </p:cSld>
  <p:clrMapOvr>
    <a:masterClrMapping/>
  </p:clrMapOvr>
</p:sld>
</file>

<file path=ppt/slides/slide13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60AFEF6-A8DA-361A-3123-72BC4E92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ADD95F6-AD5D-488A-BF44-64767590C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 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231A406-9BCA-DEF1-390B-E192DA945B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71" name="四角形: 角を丸くする 370">
            <a:extLst>
              <a:ext uri="{FF2B5EF4-FFF2-40B4-BE49-F238E27FC236}">
                <ns2:creationId id="{A9391C0E-C6F7-0E7F-A942-D40F28A72709}"/>
              </a:ext>
            </a:extLst>
          </p:cNvPr>
          <p:cNvSpPr/>
          <p:nvPr/>
        </p:nvSpPr>
        <p:spPr>
          <a:xfrm>
            <a:off x="6164285" y="4186948"/>
            <a:ext cx="5472000" cy="2124000"/>
          </a:xfrm>
          <a:prstGeom prst="roundRect">
            <a:avLst>
              <a:gd name="adj" fmla="val 4598"/>
            </a:avLst>
          </a:prstGeom>
          <a:solidFill>
            <a:srgbClr val="008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72000" rtlCol="0" anchor="t" anchorCtr="0"/>
          <a:lstStyle/>
          <a:p>
            <a:pPr algn="ctr"/>
            <a:endParaRPr lang="ja-JP" altLang="en-US" sz="14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13" name="グループ化 412">
            <a:extLst>
              <a:ext uri="{FF2B5EF4-FFF2-40B4-BE49-F238E27FC236}">
                <ns2:creationId id="{C8EE5733-C602-3F40-92DC-F8BFA0DF7926}"/>
              </a:ext>
            </a:extLst>
          </p:cNvPr>
          <p:cNvGrpSpPr/>
          <p:nvPr/>
        </p:nvGrpSpPr>
        <p:grpSpPr>
          <a:xfrm>
            <a:off x="371475" y="1648164"/>
            <a:ext cx="5652000" cy="2300584"/>
            <a:chOff x="371475" y="1648164"/>
            <a:chExt cx="5652000" cy="2300584"/>
          </a:xfrm>
        </p:grpSpPr>
        <p:sp>
          <p:nvSpPr>
            <p:cNvPr id="25" name="四角形: 角を丸くする 24">
              <a:extLst>
                <a:ext uri="{FF2B5EF4-FFF2-40B4-BE49-F238E27FC236}">
                  <ns2:creationId id="{F123DB3D-7214-7264-A785-2D0E963F17F3}"/>
                </a:ext>
              </a:extLst>
            </p:cNvPr>
            <p:cNvSpPr/>
            <p:nvPr/>
          </p:nvSpPr>
          <p:spPr>
            <a:xfrm>
              <a:off x="55147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円/楕円 34">
              <a:extLst>
                <a:ext uri="{FF2B5EF4-FFF2-40B4-BE49-F238E27FC236}">
                  <ns2:creationId id="{28864FFC-F563-007A-75F8-6B2FDE162F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1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D848133E-225A-1944-5D5F-66546BD70C61}"/>
                </a:ext>
              </a:extLst>
            </p:cNvPr>
            <p:cNvSpPr/>
            <p:nvPr/>
          </p:nvSpPr>
          <p:spPr>
            <a:xfrm>
              <a:off x="75281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9" name="グラフィックス 68" descr="ライト: オン 単色塗りつぶし">
              <a:extLst>
                <a:ext uri="{FF2B5EF4-FFF2-40B4-BE49-F238E27FC236}">
                  <ns2:creationId id="{5BFB2490-EA48-7333-C167-D3BCF68614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86786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0" name="グループ化 409">
              <a:extLst>
                <a:ext uri="{FF2B5EF4-FFF2-40B4-BE49-F238E27FC236}">
                  <ns2:creationId id="{3F9CBF7A-6299-AF6B-E3DA-152A99B5BF17}"/>
                </a:ext>
              </a:extLst>
            </p:cNvPr>
            <p:cNvGrpSpPr/>
            <p:nvPr/>
          </p:nvGrpSpPr>
          <p:grpSpPr>
            <a:xfrm>
              <a:off x="752811" y="2386313"/>
              <a:ext cx="4967999" cy="468000"/>
              <a:chOff x="752811" y="2386313"/>
              <a:chExt cx="4967999" cy="468000"/>
            </a:xfrm>
          </p:grpSpPr>
          <p:sp>
            <p:nvSpPr>
              <p:cNvPr id="65" name="三角形 60">
                <a:extLst>
                  <a:ext uri="{FF2B5EF4-FFF2-40B4-BE49-F238E27FC236}">
                    <ns2:creationId id="{730F89E1-09B8-4ECC-14C7-C3A7C9A86E6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6505DDAA-DD84-A403-98A3-B631F3F5C9C8}"/>
                  </a:ext>
                </a:extLst>
              </p:cNvPr>
              <p:cNvSpPr/>
              <p:nvPr/>
            </p:nvSpPr>
            <p:spPr>
              <a:xfrm>
                <a:off x="752811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0" name="グラフィックス 79" descr="棒グラフ (上昇) 単色塗りつぶし">
                <a:extLst>
                  <a:ext uri="{FF2B5EF4-FFF2-40B4-BE49-F238E27FC236}">
                    <ns2:creationId id="{5CF063D1-D8FD-AD41-A7A2-979421DF1A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056811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AAC6E665-48C6-78B1-97DD-FA1818A9564D}"/>
                  </a:ext>
                </a:extLst>
              </p:cNvPr>
              <p:cNvSpPr/>
              <p:nvPr/>
            </p:nvSpPr>
            <p:spPr>
              <a:xfrm>
                <a:off x="3560809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A19AEB4D-EAE6-E1C4-EC23-6DFD143904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1" name="グループ化 410">
              <a:extLst>
                <a:ext uri="{FF2B5EF4-FFF2-40B4-BE49-F238E27FC236}">
                  <ns2:creationId id="{E8455868-2B68-4A50-68AD-66D3DC62CDED}"/>
                </a:ext>
              </a:extLst>
            </p:cNvPr>
            <p:cNvGrpSpPr/>
            <p:nvPr/>
          </p:nvGrpSpPr>
          <p:grpSpPr>
            <a:xfrm>
              <a:off x="752811" y="2900191"/>
              <a:ext cx="4967999" cy="468000"/>
              <a:chOff x="752811" y="2900191"/>
              <a:chExt cx="4967999" cy="468000"/>
            </a:xfrm>
          </p:grpSpPr>
          <p:sp>
            <p:nvSpPr>
              <p:cNvPr id="98" name="三角形 60">
                <a:extLst>
                  <a:ext uri="{FF2B5EF4-FFF2-40B4-BE49-F238E27FC236}">
                    <ns2:creationId id="{48CC9E0E-E509-DDA6-1A57-D29A2833C68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EA681867-F80D-8E20-FCE6-BB4455E59B43}"/>
                  </a:ext>
                </a:extLst>
              </p:cNvPr>
              <p:cNvSpPr/>
              <p:nvPr/>
            </p:nvSpPr>
            <p:spPr>
              <a:xfrm>
                <a:off x="752811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99" name="グラフィックス 98" descr="評価: 3 つ星 単色塗りつぶし">
                <a:extLst>
                  <a:ext uri="{FF2B5EF4-FFF2-40B4-BE49-F238E27FC236}">
                    <ns2:creationId id="{86A7A3E9-9DC6-E5CC-7435-7123C23B1D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056811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97" name="正方形/長方形 96">
                <a:extLst>
                  <a:ext uri="{FF2B5EF4-FFF2-40B4-BE49-F238E27FC236}">
                    <ns2:creationId id="{BCC05CEC-02F3-2815-310D-5CCF410ABA87}"/>
                  </a:ext>
                </a:extLst>
              </p:cNvPr>
              <p:cNvSpPr/>
              <p:nvPr/>
            </p:nvSpPr>
            <p:spPr>
              <a:xfrm>
                <a:off x="3560809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0" name="直線コネクタ 99">
                <a:extLst>
                  <a:ext uri="{FF2B5EF4-FFF2-40B4-BE49-F238E27FC236}">
                    <ns2:creationId id="{473BC383-B818-4DBB-FE7C-A2A920444E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2" name="グループ化 411">
              <a:extLst>
                <a:ext uri="{FF2B5EF4-FFF2-40B4-BE49-F238E27FC236}">
                  <ns2:creationId id="{870C09FF-1956-BA6F-6B49-55200A8486B6}"/>
                </a:ext>
              </a:extLst>
            </p:cNvPr>
            <p:cNvGrpSpPr/>
            <p:nvPr/>
          </p:nvGrpSpPr>
          <p:grpSpPr>
            <a:xfrm>
              <a:off x="752811" y="3414070"/>
              <a:ext cx="4967998" cy="468000"/>
              <a:chOff x="752811" y="3414070"/>
              <a:chExt cx="4967998" cy="468000"/>
            </a:xfrm>
          </p:grpSpPr>
          <p:sp>
            <p:nvSpPr>
              <p:cNvPr id="226" name="三角形 60">
                <a:extLst>
                  <a:ext uri="{FF2B5EF4-FFF2-40B4-BE49-F238E27FC236}">
                    <ns2:creationId id="{3F99F0C9-A86A-4FB5-90BD-AE719B6B27B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1264DCEF-C636-FFD7-ECCA-26452ADBC712}"/>
                  </a:ext>
                </a:extLst>
              </p:cNvPr>
              <p:cNvSpPr/>
              <p:nvPr/>
            </p:nvSpPr>
            <p:spPr>
              <a:xfrm>
                <a:off x="752811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CAC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27" name="グラフィックス 226" descr="銀行 単色塗りつぶし">
                <a:extLst>
                  <a:ext uri="{FF2B5EF4-FFF2-40B4-BE49-F238E27FC236}">
                    <ns2:creationId id="{C9A727D6-297D-BA7F-EDF5-433B6408A6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3056811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225" name="正方形/長方形 224">
                <a:extLst>
                  <a:ext uri="{FF2B5EF4-FFF2-40B4-BE49-F238E27FC236}">
                    <ns2:creationId id="{F24FEFD4-EDA9-379B-61A3-1AEC0A298CC8}"/>
                  </a:ext>
                </a:extLst>
              </p:cNvPr>
              <p:cNvSpPr/>
              <p:nvPr/>
            </p:nvSpPr>
            <p:spPr>
              <a:xfrm>
                <a:off x="3560809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17" name="グループ化 416">
            <a:extLst>
              <a:ext uri="{FF2B5EF4-FFF2-40B4-BE49-F238E27FC236}">
                <ns2:creationId id="{999949E5-5333-1E4F-B143-B53CA7B36278}"/>
              </a:ext>
            </a:extLst>
          </p:cNvPr>
          <p:cNvGrpSpPr/>
          <p:nvPr/>
        </p:nvGrpSpPr>
        <p:grpSpPr>
          <a:xfrm>
            <a:off x="371475" y="4010364"/>
            <a:ext cx="5652000" cy="2300584"/>
            <a:chOff x="371475" y="4010364"/>
            <a:chExt cx="5652000" cy="2300584"/>
          </a:xfrm>
        </p:grpSpPr>
        <p:sp>
          <p:nvSpPr>
            <p:cNvPr id="324" name="四角形: 角を丸くする 323">
              <a:extLst>
                <a:ext uri="{FF2B5EF4-FFF2-40B4-BE49-F238E27FC236}">
                  <ns2:creationId id="{5770AD28-4EA3-8ECC-A3DF-575C1E5C8F55}"/>
                </a:ext>
              </a:extLst>
            </p:cNvPr>
            <p:cNvSpPr/>
            <p:nvPr/>
          </p:nvSpPr>
          <p:spPr>
            <a:xfrm>
              <a:off x="551475" y="41869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円/楕円 34">
              <a:extLst>
                <a:ext uri="{FF2B5EF4-FFF2-40B4-BE49-F238E27FC236}">
                  <ns2:creationId id="{FB9A42C8-772C-C639-F1A2-A1F7042FF6F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3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787D3BE2-0089-8D17-3F1A-D4FEC64BBDA4}"/>
                </a:ext>
              </a:extLst>
            </p:cNvPr>
            <p:cNvSpPr/>
            <p:nvPr/>
          </p:nvSpPr>
          <p:spPr>
            <a:xfrm>
              <a:off x="75281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7" name="グラフィックス 326" descr="リース 単色塗りつぶし">
              <a:extLst>
                <a:ext uri="{FF2B5EF4-FFF2-40B4-BE49-F238E27FC236}">
                  <ns2:creationId id="{E0972DEE-15E4-B50C-053F-9BEA8ADC32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867861" y="4293786"/>
              <a:ext cx="360000" cy="360000"/>
            </a:xfrm>
            <a:prstGeom prst="rect">
              <a:avLst/>
            </a:prstGeom>
          </p:spPr>
        </p:pic>
        <p:grpSp>
          <p:nvGrpSpPr>
            <p:cNvPr id="414" name="グループ化 413">
              <a:extLst>
                <a:ext uri="{FF2B5EF4-FFF2-40B4-BE49-F238E27FC236}">
                  <ns2:creationId id="{5D9476E1-BDC5-8DDE-B117-92F5B456D7B5}"/>
                </a:ext>
              </a:extLst>
            </p:cNvPr>
            <p:cNvGrpSpPr/>
            <p:nvPr/>
          </p:nvGrpSpPr>
          <p:grpSpPr>
            <a:xfrm>
              <a:off x="752811" y="4748513"/>
              <a:ext cx="4967999" cy="468000"/>
              <a:chOff x="752811" y="4748513"/>
              <a:chExt cx="4967999" cy="468000"/>
            </a:xfrm>
          </p:grpSpPr>
          <p:sp>
            <p:nvSpPr>
              <p:cNvPr id="341" name="三角形 60">
                <a:extLst>
                  <a:ext uri="{FF2B5EF4-FFF2-40B4-BE49-F238E27FC236}">
                    <ns2:creationId id="{582A9E51-BFD9-F423-70D3-43845A5C83A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7391804F-E4BA-2EA6-8D0C-BD71E2A7E715}"/>
                  </a:ext>
                </a:extLst>
              </p:cNvPr>
              <p:cNvSpPr/>
              <p:nvPr/>
            </p:nvSpPr>
            <p:spPr>
              <a:xfrm>
                <a:off x="752811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43" name="グラフィックス 342" descr="的中 単色塗りつぶし">
                <a:extLst>
                  <a:ext uri="{FF2B5EF4-FFF2-40B4-BE49-F238E27FC236}">
                    <ns2:creationId id="{309B3441-2C3C-3E42-AA57-7CA9F94DD6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3056811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44" name="正方形/長方形 343">
                <a:extLst>
                  <a:ext uri="{FF2B5EF4-FFF2-40B4-BE49-F238E27FC236}">
                    <ns2:creationId id="{44465740-7309-B819-03EC-B01EA32E8B9C}"/>
                  </a:ext>
                </a:extLst>
              </p:cNvPr>
              <p:cNvSpPr/>
              <p:nvPr/>
            </p:nvSpPr>
            <p:spPr>
              <a:xfrm>
                <a:off x="3560809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5" name="直線コネクタ 344">
                <a:extLst>
                  <a:ext uri="{FF2B5EF4-FFF2-40B4-BE49-F238E27FC236}">
                    <ns2:creationId id="{BC62B378-4DAF-2695-C22B-5BB63D1E44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5" name="グループ化 414">
              <a:extLst>
                <a:ext uri="{FF2B5EF4-FFF2-40B4-BE49-F238E27FC236}">
                  <ns2:creationId id="{71E1C55E-25EA-571C-3873-B7077F358089}"/>
                </a:ext>
              </a:extLst>
            </p:cNvPr>
            <p:cNvGrpSpPr/>
            <p:nvPr/>
          </p:nvGrpSpPr>
          <p:grpSpPr>
            <a:xfrm>
              <a:off x="752811" y="5262391"/>
              <a:ext cx="4967999" cy="468000"/>
              <a:chOff x="752811" y="5262391"/>
              <a:chExt cx="4967999" cy="468000"/>
            </a:xfrm>
          </p:grpSpPr>
          <p:sp>
            <p:nvSpPr>
              <p:cNvPr id="336" name="三角形 60">
                <a:extLst>
                  <a:ext uri="{FF2B5EF4-FFF2-40B4-BE49-F238E27FC236}">
                    <ns2:creationId id="{4E95F9CC-0AE9-DF7B-9576-0A63EA7DDF8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7" name="正方形/長方形 336">
                <a:extLst>
                  <a:ext uri="{FF2B5EF4-FFF2-40B4-BE49-F238E27FC236}">
                    <ns2:creationId id="{D600632E-782B-553E-531E-30B8AF1CB735}"/>
                  </a:ext>
                </a:extLst>
              </p:cNvPr>
              <p:cNvSpPr/>
              <p:nvPr/>
            </p:nvSpPr>
            <p:spPr>
              <a:xfrm>
                <a:off x="752811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38" name="グラフィックス 337" descr="対象の人々 単色塗りつぶし">
                <a:extLst>
                  <a:ext uri="{FF2B5EF4-FFF2-40B4-BE49-F238E27FC236}">
                    <ns2:creationId id="{78E922D1-AD9D-17E3-92A6-BFB118FF9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056811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9" name="正方形/長方形 338">
                <a:extLst>
                  <a:ext uri="{FF2B5EF4-FFF2-40B4-BE49-F238E27FC236}">
                    <ns2:creationId id="{64D7EA40-C39B-9ACD-E507-73110188E1D6}"/>
                  </a:ext>
                </a:extLst>
              </p:cNvPr>
              <p:cNvSpPr/>
              <p:nvPr/>
            </p:nvSpPr>
            <p:spPr>
              <a:xfrm>
                <a:off x="3560809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0" name="直線コネクタ 339">
                <a:extLst>
                  <a:ext uri="{FF2B5EF4-FFF2-40B4-BE49-F238E27FC236}">
                    <ns2:creationId id="{16B3603A-FC93-30FA-CE4C-981D7FC7E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7303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6" name="グループ化 415">
              <a:extLst>
                <a:ext uri="{FF2B5EF4-FFF2-40B4-BE49-F238E27FC236}">
                  <ns2:creationId id="{92D7DDA8-7450-9327-FECF-37C3C783FAA3}"/>
                </a:ext>
              </a:extLst>
            </p:cNvPr>
            <p:cNvGrpSpPr/>
            <p:nvPr/>
          </p:nvGrpSpPr>
          <p:grpSpPr>
            <a:xfrm>
              <a:off x="752811" y="5776270"/>
              <a:ext cx="4967998" cy="468000"/>
              <a:chOff x="752811" y="5776270"/>
              <a:chExt cx="4967998" cy="468000"/>
            </a:xfrm>
          </p:grpSpPr>
          <p:sp>
            <p:nvSpPr>
              <p:cNvPr id="331" name="三角形 60">
                <a:extLst>
                  <a:ext uri="{FF2B5EF4-FFF2-40B4-BE49-F238E27FC236}">
                    <ns2:creationId id="{F15E5D2A-C1C3-D042-0925-52A451869F9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2" name="正方形/長方形 331">
                <a:extLst>
                  <a:ext uri="{FF2B5EF4-FFF2-40B4-BE49-F238E27FC236}">
                    <ns2:creationId id="{9EF51152-FFF4-5EB6-8F72-48854BD08F96}"/>
                  </a:ext>
                </a:extLst>
              </p:cNvPr>
              <p:cNvSpPr/>
              <p:nvPr/>
            </p:nvSpPr>
            <p:spPr>
              <a:xfrm>
                <a:off x="752811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3" name="グラフィックス 332" descr="チャット 単色塗りつぶし">
                <a:extLst>
                  <a:ext uri="{FF2B5EF4-FFF2-40B4-BE49-F238E27FC236}">
                    <ns2:creationId id="{14376CD4-7C9E-179E-21B0-8AA58E4745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3056811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4" name="正方形/長方形 333">
                <a:extLst>
                  <a:ext uri="{FF2B5EF4-FFF2-40B4-BE49-F238E27FC236}">
                    <ns2:creationId id="{11AAB1FA-BD41-F887-8C7E-00CFC71F96CD}"/>
                  </a:ext>
                </a:extLst>
              </p:cNvPr>
              <p:cNvSpPr/>
              <p:nvPr/>
            </p:nvSpPr>
            <p:spPr>
              <a:xfrm>
                <a:off x="3560809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1" name="グループ化 420">
            <a:extLst>
              <a:ext uri="{FF2B5EF4-FFF2-40B4-BE49-F238E27FC236}">
                <ns2:creationId id="{3C395ED6-1AFD-5F5C-F977-1F9C0785E94D}"/>
              </a:ext>
            </a:extLst>
          </p:cNvPr>
          <p:cNvGrpSpPr/>
          <p:nvPr/>
        </p:nvGrpSpPr>
        <p:grpSpPr>
          <a:xfrm>
            <a:off x="6164285" y="1648164"/>
            <a:ext cx="5656240" cy="2300584"/>
            <a:chOff x="6164285" y="1648164"/>
            <a:chExt cx="5656240" cy="2300584"/>
          </a:xfrm>
        </p:grpSpPr>
        <p:sp>
          <p:nvSpPr>
            <p:cNvPr id="347" name="四角形: 角を丸くする 346">
              <a:extLst>
                <a:ext uri="{FF2B5EF4-FFF2-40B4-BE49-F238E27FC236}">
                  <ns2:creationId id="{B01E757F-F516-76FF-E6BA-13A5C615B5CA}"/>
                </a:ext>
              </a:extLst>
            </p:cNvPr>
            <p:cNvSpPr/>
            <p:nvPr/>
          </p:nvSpPr>
          <p:spPr>
            <a:xfrm>
              <a:off x="616428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8" name="円/楕円 34">
              <a:extLst>
                <a:ext uri="{FF2B5EF4-FFF2-40B4-BE49-F238E27FC236}">
                  <ns2:creationId id="{739DBE66-FD2F-1C7A-57EB-D5B02CFC36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2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49" name="正方形/長方形 348">
              <a:extLst>
                <a:ext uri="{FF2B5EF4-FFF2-40B4-BE49-F238E27FC236}">
                  <ns2:creationId id="{07047706-9D55-0D28-3843-614D91E8415E}"/>
                </a:ext>
              </a:extLst>
            </p:cNvPr>
            <p:cNvSpPr/>
            <p:nvPr/>
          </p:nvSpPr>
          <p:spPr>
            <a:xfrm>
              <a:off x="647738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50" name="グラフィックス 349" descr="手のひらと植物 単色塗りつぶし">
              <a:extLst>
                <a:ext uri="{FF2B5EF4-FFF2-40B4-BE49-F238E27FC236}">
                  <ns2:creationId id="{FC7EEED8-D312-0146-EED1-98D31DAC55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659243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8" name="グループ化 417">
              <a:extLst>
                <a:ext uri="{FF2B5EF4-FFF2-40B4-BE49-F238E27FC236}">
                  <ns2:creationId id="{38583DD5-16E0-A921-8488-1A57BCF95FAE}"/>
                </a:ext>
              </a:extLst>
            </p:cNvPr>
            <p:cNvGrpSpPr/>
            <p:nvPr/>
          </p:nvGrpSpPr>
          <p:grpSpPr>
            <a:xfrm>
              <a:off x="6477380" y="2386313"/>
              <a:ext cx="4967999" cy="468000"/>
              <a:chOff x="6477380" y="2386313"/>
              <a:chExt cx="4967999" cy="468000"/>
            </a:xfrm>
          </p:grpSpPr>
          <p:sp>
            <p:nvSpPr>
              <p:cNvPr id="364" name="三角形 60">
                <a:extLst>
                  <a:ext uri="{FF2B5EF4-FFF2-40B4-BE49-F238E27FC236}">
                    <ns2:creationId id="{54B462C1-1C15-AAE0-CF55-5894248C608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5" name="正方形/長方形 364">
                <a:extLst>
                  <a:ext uri="{FF2B5EF4-FFF2-40B4-BE49-F238E27FC236}">
                    <ns2:creationId id="{83369B9F-B990-D146-2276-144DB144BF42}"/>
                  </a:ext>
                </a:extLst>
              </p:cNvPr>
              <p:cNvSpPr/>
              <p:nvPr/>
            </p:nvSpPr>
            <p:spPr>
              <a:xfrm>
                <a:off x="6477380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66" name="グラフィックス 365" descr="思案中の吹き出し 単色塗りつぶし">
                <a:extLst>
                  <a:ext uri="{FF2B5EF4-FFF2-40B4-BE49-F238E27FC236}">
                    <ns2:creationId id="{667E034A-97C9-CCFF-D4C0-F8BBCB33B5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8781380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7" name="正方形/長方形 366">
                <a:extLst>
                  <a:ext uri="{FF2B5EF4-FFF2-40B4-BE49-F238E27FC236}">
                    <ns2:creationId id="{AE9B0854-34BB-1CFA-D52D-A57BF1B27BFA}"/>
                  </a:ext>
                </a:extLst>
              </p:cNvPr>
              <p:cNvSpPr/>
              <p:nvPr/>
            </p:nvSpPr>
            <p:spPr>
              <a:xfrm>
                <a:off x="9285378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8" name="直線コネクタ 367">
                <a:extLst>
                  <a:ext uri="{FF2B5EF4-FFF2-40B4-BE49-F238E27FC236}">
                    <ns2:creationId id="{90D9FD9D-4F9F-B392-753F-382A220B70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9" name="グループ化 418">
              <a:extLst>
                <a:ext uri="{FF2B5EF4-FFF2-40B4-BE49-F238E27FC236}">
                  <ns2:creationId id="{E43247AB-EE63-3C76-58C3-5B119702BA5D}"/>
                </a:ext>
              </a:extLst>
            </p:cNvPr>
            <p:cNvGrpSpPr/>
            <p:nvPr/>
          </p:nvGrpSpPr>
          <p:grpSpPr>
            <a:xfrm>
              <a:off x="6477380" y="2900191"/>
              <a:ext cx="4967999" cy="468000"/>
              <a:chOff x="6477380" y="2900191"/>
              <a:chExt cx="4967999" cy="468000"/>
            </a:xfrm>
          </p:grpSpPr>
          <p:sp>
            <p:nvSpPr>
              <p:cNvPr id="359" name="三角形 60">
                <a:extLst>
                  <a:ext uri="{FF2B5EF4-FFF2-40B4-BE49-F238E27FC236}">
                    <ns2:creationId id="{E4C9CFCF-092C-DC1D-228C-605FD5C24EA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0" name="正方形/長方形 359">
                <a:extLst>
                  <a:ext uri="{FF2B5EF4-FFF2-40B4-BE49-F238E27FC236}">
                    <ns2:creationId id="{47968FCB-F399-4428-A84C-B1A441A710F4}"/>
                  </a:ext>
                </a:extLst>
              </p:cNvPr>
              <p:cNvSpPr/>
              <p:nvPr/>
            </p:nvSpPr>
            <p:spPr>
              <a:xfrm>
                <a:off x="6477380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61" name="グラフィックス 360" descr="硬貨 単色塗りつぶし">
                <a:extLst>
                  <a:ext uri="{FF2B5EF4-FFF2-40B4-BE49-F238E27FC236}">
                    <ns2:creationId id="{9038D9F5-D0AD-379C-A865-CDB8D10C23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8781380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2" name="正方形/長方形 361">
                <a:extLst>
                  <a:ext uri="{FF2B5EF4-FFF2-40B4-BE49-F238E27FC236}">
                    <ns2:creationId id="{9E480203-FA87-58E9-AA7A-B36FECACFE3C}"/>
                  </a:ext>
                </a:extLst>
              </p:cNvPr>
              <p:cNvSpPr/>
              <p:nvPr/>
            </p:nvSpPr>
            <p:spPr>
              <a:xfrm>
                <a:off x="9285378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3" name="直線コネクタ 362">
                <a:extLst>
                  <a:ext uri="{FF2B5EF4-FFF2-40B4-BE49-F238E27FC236}">
                    <ns2:creationId id="{E59D3299-9C0E-645F-13F8-721E5DCA09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0" name="グループ化 419">
              <a:extLst>
                <a:ext uri="{FF2B5EF4-FFF2-40B4-BE49-F238E27FC236}">
                  <ns2:creationId id="{A690087C-BABC-76C0-598B-D4930A5BE2F9}"/>
                </a:ext>
              </a:extLst>
            </p:cNvPr>
            <p:cNvGrpSpPr/>
            <p:nvPr/>
          </p:nvGrpSpPr>
          <p:grpSpPr>
            <a:xfrm>
              <a:off x="6477380" y="3414070"/>
              <a:ext cx="4967998" cy="468000"/>
              <a:chOff x="6477380" y="3414070"/>
              <a:chExt cx="4967998" cy="468000"/>
            </a:xfrm>
          </p:grpSpPr>
          <p:sp>
            <p:nvSpPr>
              <p:cNvPr id="354" name="三角形 60">
                <a:extLst>
                  <a:ext uri="{FF2B5EF4-FFF2-40B4-BE49-F238E27FC236}">
                    <ns2:creationId id="{A254291A-CEE4-1CAD-490A-8E079C5A2E8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E68587AE-B32A-A714-AB41-3B8CEDD28692}"/>
                  </a:ext>
                </a:extLst>
              </p:cNvPr>
              <p:cNvSpPr/>
              <p:nvPr/>
            </p:nvSpPr>
            <p:spPr>
              <a:xfrm>
                <a:off x="6477380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56" name="グラフィックス 355" descr="山形の矢印 単色塗りつぶし">
                <a:extLst>
                  <a:ext uri="{FF2B5EF4-FFF2-40B4-BE49-F238E27FC236}">
                    <ns2:creationId id="{B85BC664-C1D4-9A1E-7E12-84ED2B5F77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8781380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57" name="正方形/長方形 356">
                <a:extLst>
                  <a:ext uri="{FF2B5EF4-FFF2-40B4-BE49-F238E27FC236}">
                    <ns2:creationId id="{4B7CF70E-D54B-38D3-76E8-E9E9179620D7}"/>
                  </a:ext>
                </a:extLst>
              </p:cNvPr>
              <p:cNvSpPr/>
              <p:nvPr/>
            </p:nvSpPr>
            <p:spPr>
              <a:xfrm>
                <a:off x="9285378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5" name="グループ化 424">
            <a:extLst>
              <a:ext uri="{FF2B5EF4-FFF2-40B4-BE49-F238E27FC236}">
                <ns2:creationId id="{5C33B422-D21F-597D-F86A-C30C111098F6}"/>
              </a:ext>
            </a:extLst>
          </p:cNvPr>
          <p:cNvGrpSpPr/>
          <p:nvPr/>
        </p:nvGrpSpPr>
        <p:grpSpPr>
          <a:xfrm>
            <a:off x="6477380" y="4010364"/>
            <a:ext cx="5343145" cy="2233906"/>
            <a:chOff x="6477380" y="4010364"/>
            <a:chExt cx="5343145" cy="2233906"/>
          </a:xfrm>
        </p:grpSpPr>
        <p:sp>
          <p:nvSpPr>
            <p:cNvPr id="372" name="円/楕円 34">
              <a:extLst>
                <a:ext uri="{FF2B5EF4-FFF2-40B4-BE49-F238E27FC236}">
                  <ns2:creationId id="{19DEEBE3-2419-3F90-6BDD-8AADED79A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4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73" name="正方形/長方形 372">
              <a:extLst>
                <a:ext uri="{FF2B5EF4-FFF2-40B4-BE49-F238E27FC236}">
                  <ns2:creationId id="{B2E36C0B-2E73-2A12-3F9F-DD6D5E513971}"/>
                </a:ext>
              </a:extLst>
            </p:cNvPr>
            <p:cNvSpPr/>
            <p:nvPr/>
          </p:nvSpPr>
          <p:spPr>
            <a:xfrm>
              <a:off x="647738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74" name="グラフィックス 373" descr="開いたフォルダー 単色塗りつぶし">
              <a:extLst>
                <a:ext uri="{FF2B5EF4-FFF2-40B4-BE49-F238E27FC236}">
                  <ns2:creationId id="{30FC0CE5-053A-08A0-7AB7-C131C7913F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592431" y="4293786"/>
              <a:ext cx="360000" cy="360000"/>
            </a:xfrm>
            <a:prstGeom prst="rect">
              <a:avLst/>
            </a:prstGeom>
          </p:spPr>
        </p:pic>
        <p:grpSp>
          <p:nvGrpSpPr>
            <p:cNvPr id="422" name="グループ化 421">
              <a:extLst>
                <a:ext uri="{FF2B5EF4-FFF2-40B4-BE49-F238E27FC236}">
                  <ns2:creationId id="{DFF9B94C-141F-9868-5571-F51ACE5941DA}"/>
                </a:ext>
              </a:extLst>
            </p:cNvPr>
            <p:cNvGrpSpPr/>
            <p:nvPr/>
          </p:nvGrpSpPr>
          <p:grpSpPr>
            <a:xfrm>
              <a:off x="6477380" y="4748513"/>
              <a:ext cx="4967999" cy="468000"/>
              <a:chOff x="6477380" y="4748513"/>
              <a:chExt cx="4967999" cy="468000"/>
            </a:xfrm>
          </p:grpSpPr>
          <p:sp>
            <p:nvSpPr>
              <p:cNvPr id="388" name="三角形 60">
                <a:extLst>
                  <a:ext uri="{FF2B5EF4-FFF2-40B4-BE49-F238E27FC236}">
                    <ns2:creationId id="{04EDF042-B217-48A1-249C-1475CF0AB8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101BCECC-7876-6E04-ABD0-E36954B92551}"/>
                  </a:ext>
                </a:extLst>
              </p:cNvPr>
              <p:cNvSpPr/>
              <p:nvPr/>
            </p:nvSpPr>
            <p:spPr>
              <a:xfrm>
                <a:off x="6477380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90" name="グラフィックス 389" descr="ユーザー 単色塗りつぶし">
                <a:extLst>
                  <a:ext uri="{FF2B5EF4-FFF2-40B4-BE49-F238E27FC236}">
                    <ns2:creationId id="{E7080555-A530-B9B4-08D4-1D8081971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8781380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91" name="正方形/長方形 390">
                <a:extLst>
                  <a:ext uri="{FF2B5EF4-FFF2-40B4-BE49-F238E27FC236}">
                    <ns2:creationId id="{A3C92D19-0833-8C40-7577-A82857273D45}"/>
                  </a:ext>
                </a:extLst>
              </p:cNvPr>
              <p:cNvSpPr/>
              <p:nvPr/>
            </p:nvSpPr>
            <p:spPr>
              <a:xfrm>
                <a:off x="9285378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92" name="直線コネクタ 391">
                <a:extLst>
                  <a:ext uri="{FF2B5EF4-FFF2-40B4-BE49-F238E27FC236}">
                    <ns2:creationId id="{557D9DBA-45E8-D26C-31BB-FF4897B708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3" name="グループ化 422">
              <a:extLst>
                <a:ext uri="{FF2B5EF4-FFF2-40B4-BE49-F238E27FC236}">
                  <ns2:creationId id="{8F91EA4E-274B-EA35-A519-C28FEA394728}"/>
                </a:ext>
              </a:extLst>
            </p:cNvPr>
            <p:cNvGrpSpPr/>
            <p:nvPr/>
          </p:nvGrpSpPr>
          <p:grpSpPr>
            <a:xfrm>
              <a:off x="6477380" y="5262391"/>
              <a:ext cx="4967999" cy="468000"/>
              <a:chOff x="6477380" y="5262391"/>
              <a:chExt cx="4967999" cy="468000"/>
            </a:xfrm>
          </p:grpSpPr>
          <p:sp>
            <p:nvSpPr>
              <p:cNvPr id="383" name="三角形 60">
                <a:extLst>
                  <a:ext uri="{FF2B5EF4-FFF2-40B4-BE49-F238E27FC236}">
                    <ns2:creationId id="{330A76CA-38AE-C406-4259-8A4E07465BC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2ED1557D-21AB-AAD8-02F8-C25719849F75}"/>
                  </a:ext>
                </a:extLst>
              </p:cNvPr>
              <p:cNvSpPr/>
              <p:nvPr/>
            </p:nvSpPr>
            <p:spPr>
              <a:xfrm>
                <a:off x="6477380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85" name="グラフィックス 384" descr="ユーザー 単色塗りつぶし">
                <a:extLst>
                  <a:ext uri="{FF2B5EF4-FFF2-40B4-BE49-F238E27FC236}">
                    <ns2:creationId id="{9B3C0FF2-F17C-EA7B-E084-A1BCE24E74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8781380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6" name="正方形/長方形 385">
                <a:extLst>
                  <a:ext uri="{FF2B5EF4-FFF2-40B4-BE49-F238E27FC236}">
                    <ns2:creationId id="{A88547DA-9BD7-79C0-AACB-B2A3FBF7B830}"/>
                  </a:ext>
                </a:extLst>
              </p:cNvPr>
              <p:cNvSpPr/>
              <p:nvPr/>
            </p:nvSpPr>
            <p:spPr>
              <a:xfrm>
                <a:off x="9285378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87" name="直線コネクタ 386">
                <a:extLst>
                  <a:ext uri="{FF2B5EF4-FFF2-40B4-BE49-F238E27FC236}">
                    <ns2:creationId id="{2E4FAFCF-6982-8AD5-419A-22798A6EC8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730391"/>
                <a:ext cx="2160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4" name="グループ化 423">
              <a:extLst>
                <a:ext uri="{FF2B5EF4-FFF2-40B4-BE49-F238E27FC236}">
                  <ns2:creationId id="{BBE2C60E-257C-20F0-0A3F-EF39FDFDBCC3}"/>
                </a:ext>
              </a:extLst>
            </p:cNvPr>
            <p:cNvGrpSpPr/>
            <p:nvPr/>
          </p:nvGrpSpPr>
          <p:grpSpPr>
            <a:xfrm>
              <a:off x="6477380" y="5776270"/>
              <a:ext cx="4967998" cy="468000"/>
              <a:chOff x="6477380" y="5776270"/>
              <a:chExt cx="4967998" cy="468000"/>
            </a:xfrm>
          </p:grpSpPr>
          <p:sp>
            <p:nvSpPr>
              <p:cNvPr id="378" name="三角形 60">
                <a:extLst>
                  <a:ext uri="{FF2B5EF4-FFF2-40B4-BE49-F238E27FC236}">
                    <ns2:creationId id="{6C45477B-E80C-3763-18DF-3EF7B8166C7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BE9DD9B5-ABF1-97B5-80EB-5224A58B7F26}"/>
                  </a:ext>
                </a:extLst>
              </p:cNvPr>
              <p:cNvSpPr/>
              <p:nvPr/>
            </p:nvSpPr>
            <p:spPr>
              <a:xfrm>
                <a:off x="6477380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80" name="グラフィックス 379" descr="警告 単色塗りつぶし">
                <a:extLst>
                  <a:ext uri="{FF2B5EF4-FFF2-40B4-BE49-F238E27FC236}">
                    <ns2:creationId id="{74A87BA8-1043-341A-3E94-45AD9F87CC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rcRect/>
              <a:stretch/>
            </p:blipFill>
            <p:spPr>
              <a:xfrm>
                <a:off x="8781380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1" name="正方形/長方形 380">
                <a:extLst>
                  <a:ext uri="{FF2B5EF4-FFF2-40B4-BE49-F238E27FC236}">
                    <ns2:creationId id="{0FB05976-6B1C-5E76-9CE5-28E6750CDEE0}"/>
                  </a:ext>
                </a:extLst>
              </p:cNvPr>
              <p:cNvSpPr/>
              <p:nvPr/>
            </p:nvSpPr>
            <p:spPr>
              <a:xfrm>
                <a:off x="9285378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00" name="グループ化 399">
            <a:extLst>
              <a:ext uri="{FF2B5EF4-FFF2-40B4-BE49-F238E27FC236}">
                <ns2:creationId id="{82EB1302-BBF9-2817-DB3C-5785FA6E9E0C}"/>
              </a:ext>
            </a:extLst>
          </p:cNvPr>
          <p:cNvGrpSpPr/>
          <p:nvPr/>
        </p:nvGrpSpPr>
        <p:grpSpPr>
          <a:xfrm>
            <a:off x="5729546" y="3689848"/>
            <a:ext cx="756000" cy="756000"/>
            <a:chOff x="5729546" y="3684075"/>
            <a:chExt cx="756000" cy="756000"/>
          </a:xfrm>
        </p:grpSpPr>
        <p:sp>
          <p:nvSpPr>
            <p:cNvPr id="44" name="円/楕円 65">
              <a:extLst>
                <a:ext uri="{FF2B5EF4-FFF2-40B4-BE49-F238E27FC236}">
                  <ns2:creationId id="{360E4899-2DD6-9C21-AE2C-5C0A411A7D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29546" y="3684075"/>
              <a:ext cx="756000" cy="756000"/>
            </a:xfrm>
            <a:prstGeom prst="ellipse">
              <a:avLst/>
            </a:prstGeom>
            <a:solidFill>
              <a:schemeClr val="bg1"/>
            </a:solidFill>
            <a:ln w="3810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rgbClr val="008000">
                      <a:alpha val="70000"/>
                    </a:srgbClr>
                  </a:gs>
                  <a:gs pos="83000">
                    <a:srgbClr val="008000">
                      <a:alpha val="90000"/>
                    </a:srgbClr>
                  </a:gs>
                  <a:gs pos="99000">
                    <a:srgbClr val="008000"/>
                  </a:gs>
                </a:gsLst>
                <a:lin ang="27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pic>
          <p:nvPicPr>
            <p:cNvPr id="45" name="Graphic 182" descr="ターゲット 単色塗りつぶし">
              <a:extLst>
                <a:ext uri="{FF2B5EF4-FFF2-40B4-BE49-F238E27FC236}">
                  <ns2:creationId id="{F17483F2-5D43-8921-D457-C6C0CE1BDD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5754119" y="3708648"/>
              <a:ext cx="706853" cy="706853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091269625"/>
      </p:ext>
    </p:extLst>
  </p:cSld>
  <p:clrMapOvr>
    <a:masterClrMapping/>
  </p:clrMapOvr>
</p:sld>
</file>

<file path=ppt/slides/slide13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F58332-63BD-7EDA-EEB0-95C897FB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403637B9-4055-9F06-B001-5F75274C1C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8936497C-897F-AF82-B755-16FA52AA3905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lang="ja-JP" altLang="en-US" dirty="0"/>
          </a:p>
        </p:txBody>
      </p:sp>
      <p:grpSp>
        <p:nvGrpSpPr>
          <p:cNvPr id="161" name="グループ化 160">
            <a:extLst>
              <a:ext uri="{FF2B5EF4-FFF2-40B4-BE49-F238E27FC236}">
                <ns2:creationId id="{6AEAA05C-018D-2047-894B-A2E6ED383607}"/>
              </a:ext>
            </a:extLst>
          </p:cNvPr>
          <p:cNvGrpSpPr/>
          <p:nvPr/>
        </p:nvGrpSpPr>
        <p:grpSpPr>
          <a:xfrm>
            <a:off x="344486" y="1628775"/>
            <a:ext cx="11518903" cy="4679951"/>
            <a:chOff x="344486" y="1628775"/>
            <a:chExt cx="11518903" cy="4679951"/>
          </a:xfrm>
        </p:grpSpPr>
        <p:grpSp>
          <p:nvGrpSpPr>
            <p:cNvPr id="106" name="グループ化 105">
              <a:extLst>
                <a:ext uri="{FF2B5EF4-FFF2-40B4-BE49-F238E27FC236}">
                  <ns2:creationId id="{6012E8CF-570B-0AC6-297A-C7CFB513A7A8}"/>
                </a:ext>
              </a:extLst>
            </p:cNvPr>
            <p:cNvGrpSpPr/>
            <p:nvPr/>
          </p:nvGrpSpPr>
          <p:grpSpPr>
            <a:xfrm>
              <a:off x="1843314" y="3678921"/>
              <a:ext cx="5490934" cy="2629804"/>
              <a:chOff x="1843314" y="3678921"/>
              <a:chExt cx="5490934" cy="2629804"/>
            </a:xfrm>
          </p:grpSpPr>
          <p:sp>
            <p:nvSpPr>
              <p:cNvPr id="58" name="テキスト ボックス 57">
                <a:extLst>
                  <a:ext uri="{FF2B5EF4-FFF2-40B4-BE49-F238E27FC236}">
                    <ns2:creationId id="{74D8CE3D-2F52-1077-4476-623E4E68D2EC}"/>
                  </a:ext>
                </a:extLst>
              </p:cNvPr>
              <p:cNvSpPr txBox="1"/>
              <p:nvPr/>
            </p:nvSpPr>
            <p:spPr>
              <a:xfrm>
                <a:off x="2448564" y="3678921"/>
                <a:ext cx="4885684" cy="802654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40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it-IT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6F92B3E8-D239-586A-EEBE-0E262FA0F4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5167" y="3678921"/>
                <a:ext cx="0" cy="802654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テキスト ボックス 68">
                <a:extLst>
                  <a:ext uri="{FF2B5EF4-FFF2-40B4-BE49-F238E27FC236}">
                    <ns2:creationId id="{699D67D9-62FB-9DF1-AF14-04397A3FB751}"/>
                  </a:ext>
                </a:extLst>
              </p:cNvPr>
              <p:cNvSpPr txBox="1"/>
              <p:nvPr/>
            </p:nvSpPr>
            <p:spPr>
              <a:xfrm>
                <a:off x="2448563" y="4532345"/>
                <a:ext cx="4885685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45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F534E3CF-ADE6-0E0C-EC8A-A95E4A716B5C}"/>
                  </a:ext>
                </a:extLst>
              </p:cNvPr>
              <p:cNvCxnSpPr/>
              <p:nvPr/>
            </p:nvCxnSpPr>
            <p:spPr>
              <a:xfrm>
                <a:off x="2335167" y="4532345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テキスト ボックス 85">
                <a:extLst>
                  <a:ext uri="{FF2B5EF4-FFF2-40B4-BE49-F238E27FC236}">
                    <ns2:creationId id="{5DE2D748-D929-57A2-E46A-FF9D268ED2EC}"/>
                  </a:ext>
                </a:extLst>
              </p:cNvPr>
              <p:cNvSpPr txBox="1"/>
              <p:nvPr/>
            </p:nvSpPr>
            <p:spPr>
              <a:xfrm>
                <a:off x="2448564" y="5902707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8" name="直線コネクタ 87">
                <a:extLst>
                  <a:ext uri="{FF2B5EF4-FFF2-40B4-BE49-F238E27FC236}">
                    <ns2:creationId id="{80A85FCB-C97F-E807-9CD5-FEEF7CDBC9BC}"/>
                  </a:ext>
                </a:extLst>
              </p:cNvPr>
              <p:cNvCxnSpPr/>
              <p:nvPr/>
            </p:nvCxnSpPr>
            <p:spPr>
              <a:xfrm>
                <a:off x="2335167" y="5902707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6" name="グラフィックス 95" descr="鉛筆 単色塗りつぶし">
                <a:extLst>
                  <a:ext uri="{FF2B5EF4-FFF2-40B4-BE49-F238E27FC236}">
                    <ns2:creationId id="{446C7C93-8AB8-803A-1FF0-FFD7ECCFAD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843314" y="389870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98" name="グラフィックス 97" descr="時計 単色塗りつぶし">
                <a:extLst>
                  <a:ext uri="{FF2B5EF4-FFF2-40B4-BE49-F238E27FC236}">
                    <ns2:creationId id="{CB1F1CD9-670C-8FD1-86E0-F2A000DF1E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843314" y="4553808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6" name="テキスト ボックス 75">
                <a:extLst>
                  <a:ext uri="{FF2B5EF4-FFF2-40B4-BE49-F238E27FC236}">
                    <ns2:creationId id="{7F212DBF-73A2-812F-D45C-3646EC64542E}"/>
                  </a:ext>
                </a:extLst>
              </p:cNvPr>
              <p:cNvSpPr txBox="1"/>
              <p:nvPr/>
            </p:nvSpPr>
            <p:spPr>
              <a:xfrm>
                <a:off x="2448564" y="4989133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59F9EEED-E61F-1375-5C9B-0167AFA83F90}"/>
                  </a:ext>
                </a:extLst>
              </p:cNvPr>
              <p:cNvCxnSpPr/>
              <p:nvPr/>
            </p:nvCxnSpPr>
            <p:spPr>
              <a:xfrm>
                <a:off x="2335167" y="4989133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9" name="グラフィックス 98" descr="ブリーフケース 単色塗りつぶし">
                <a:extLst>
                  <a:ext uri="{FF2B5EF4-FFF2-40B4-BE49-F238E27FC236}">
                    <ns2:creationId id="{6E2A24C3-13A4-6BA6-EFDB-A416F21D3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843314" y="5010596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9" name="テキスト ボックス 78">
                <a:extLst>
                  <a:ext uri="{FF2B5EF4-FFF2-40B4-BE49-F238E27FC236}">
                    <ns2:creationId id="{08C04052-CDA3-BEA5-6FDB-04D196440D73}"/>
                  </a:ext>
                </a:extLst>
              </p:cNvPr>
              <p:cNvSpPr txBox="1"/>
              <p:nvPr/>
            </p:nvSpPr>
            <p:spPr>
              <a:xfrm>
                <a:off x="2448564" y="5445920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1413618-301B-7F48-0BFC-F4064BB9E25A}"/>
                  </a:ext>
                </a:extLst>
              </p:cNvPr>
              <p:cNvCxnSpPr/>
              <p:nvPr/>
            </p:nvCxnSpPr>
            <p:spPr>
              <a:xfrm>
                <a:off x="2335167" y="5445920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0" name="グラフィックス 99" descr="ランチ ボックス 単色塗りつぶし">
                <a:extLst>
                  <a:ext uri="{FF2B5EF4-FFF2-40B4-BE49-F238E27FC236}">
                    <ns2:creationId id="{5B4F6186-8F13-8885-5E4E-12A22D83E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843314" y="546738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101" name="グラフィックス 100" descr="封筒 単色塗りつぶし">
                <a:extLst>
                  <a:ext uri="{FF2B5EF4-FFF2-40B4-BE49-F238E27FC236}">
                    <ns2:creationId id="{A3C15653-8836-9EA5-93AE-39F8447D2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43314" y="5924170"/>
                <a:ext cx="363092" cy="363092"/>
              </a:xfrm>
              <a:prstGeom prst="rect">
                <a:avLst/>
              </a:prstGeom>
            </p:spPr>
          </p:pic>
        </p:grpSp>
        <p:grpSp>
          <p:nvGrpSpPr>
            <p:cNvPr id="160" name="グループ化 159">
              <a:extLst>
                <a:ext uri="{FF2B5EF4-FFF2-40B4-BE49-F238E27FC236}">
                  <ns2:creationId id="{A3CB4841-7C01-3639-BE1F-7AD7EC673BE8}"/>
                </a:ext>
              </a:extLst>
            </p:cNvPr>
            <p:cNvGrpSpPr/>
            <p:nvPr/>
          </p:nvGrpSpPr>
          <p:grpSpPr>
            <a:xfrm>
              <a:off x="7408333" y="4914352"/>
              <a:ext cx="4455056" cy="1394372"/>
              <a:chOff x="7408333" y="4914352"/>
              <a:chExt cx="4455056" cy="1394372"/>
            </a:xfrm>
          </p:grpSpPr>
          <p:sp>
            <p:nvSpPr>
              <p:cNvPr id="148" name="フリーフォーム: 図形 147">
                <a:extLst>
                  <a:ext uri="{FF2B5EF4-FFF2-40B4-BE49-F238E27FC236}">
                    <ns2:creationId id="{57D31EF4-2875-6936-2A59-A26A4008CCB0}"/>
                  </a:ext>
                </a:extLst>
              </p:cNvPr>
              <p:cNvSpPr/>
              <p:nvPr/>
            </p:nvSpPr>
            <p:spPr>
              <a:xfrm>
                <a:off x="7408333" y="4914352"/>
                <a:ext cx="4455056" cy="1394372"/>
              </a:xfrm>
              <a:custGeom>
                <a:avLst/>
                <a:gdLst>
                  <a:gd name="csX0" fmla="*/ 3190899 w 4455056"/>
                  <a:gd name="csY0" fmla="*/ 0 h 1394372"/>
                  <a:gd name="csX1" fmla="*/ 3231678 w 4455056"/>
                  <a:gd name="csY1" fmla="*/ 128173 h 1394372"/>
                  <a:gd name="csX2" fmla="*/ 4455056 w 4455056"/>
                  <a:gd name="csY2" fmla="*/ 128173 h 1394372"/>
                  <a:gd name="csX3" fmla="*/ 4455056 w 4455056"/>
                  <a:gd name="csY3" fmla="*/ 1394372 h 1394372"/>
                  <a:gd name="csX4" fmla="*/ 0 w 4455056"/>
                  <a:gd name="csY4" fmla="*/ 1394372 h 1394372"/>
                  <a:gd name="csX5" fmla="*/ 0 w 4455056"/>
                  <a:gd name="csY5" fmla="*/ 128173 h 1394372"/>
                  <a:gd name="csX6" fmla="*/ 3150119 w 4455056"/>
                  <a:gd name="csY6" fmla="*/ 128173 h 13943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455056" h="1394372">
                    <a:moveTo>
                      <a:pt x="3190899" y="0"/>
                    </a:moveTo>
                    <a:lnTo>
                      <a:pt x="3231678" y="128173"/>
                    </a:lnTo>
                    <a:lnTo>
                      <a:pt x="4455056" y="128173"/>
                    </a:lnTo>
                    <a:lnTo>
                      <a:pt x="4455056" y="1394372"/>
                    </a:lnTo>
                    <a:lnTo>
                      <a:pt x="0" y="1394372"/>
                    </a:lnTo>
                    <a:lnTo>
                      <a:pt x="0" y="128173"/>
                    </a:lnTo>
                    <a:lnTo>
                      <a:pt x="3150119" y="128173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108000" tIns="162000" rIns="36000" bIns="36000" rtlCol="0" anchor="t" anchorCtr="0"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8" name="グループ化 117">
                <a:extLst>
                  <a:ext uri="{FF2B5EF4-FFF2-40B4-BE49-F238E27FC236}">
                    <ns2:creationId id="{730490B9-30E2-2FF6-B528-969474752307}"/>
                  </a:ext>
                </a:extLst>
              </p:cNvPr>
              <p:cNvGrpSpPr/>
              <p:nvPr/>
            </p:nvGrpSpPr>
            <p:grpSpPr>
              <a:xfrm>
                <a:off x="7501165" y="5272164"/>
                <a:ext cx="4300310" cy="992111"/>
                <a:chOff x="7501165" y="5193578"/>
                <a:chExt cx="4300310" cy="945233"/>
              </a:xfrm>
            </p:grpSpPr>
            <p:sp>
              <p:nvSpPr>
                <p:cNvPr id="108" name="正方形/長方形 107">
                  <a:extLst>
                    <a:ext uri="{FF2B5EF4-FFF2-40B4-BE49-F238E27FC236}">
                      <ns2:creationId id="{F94C357C-D1AD-3203-A67A-5ED7C95A118C}"/>
                    </a:ext>
                  </a:extLst>
                </p:cNvPr>
                <p:cNvSpPr/>
                <p:nvPr/>
              </p:nvSpPr>
              <p:spPr>
                <a:xfrm>
                  <a:off x="7501165" y="5193578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13746506-5EEE-48DE-54E2-D02C6B859B4A}"/>
                    </a:ext>
                  </a:extLst>
                </p:cNvPr>
                <p:cNvSpPr/>
                <p:nvPr/>
              </p:nvSpPr>
              <p:spPr>
                <a:xfrm>
                  <a:off x="7697788" y="5193578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正方形/長方形 110">
                  <a:extLst>
                    <a:ext uri="{FF2B5EF4-FFF2-40B4-BE49-F238E27FC236}">
                      <ns2:creationId id="{0AD0F9AA-A366-D8E7-0423-62A3434EB60C}"/>
                    </a:ext>
                  </a:extLst>
                </p:cNvPr>
                <p:cNvSpPr/>
                <p:nvPr/>
              </p:nvSpPr>
              <p:spPr>
                <a:xfrm>
                  <a:off x="7501165" y="5517835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2" name="正方形/長方形 111">
                  <a:extLst>
                    <a:ext uri="{FF2B5EF4-FFF2-40B4-BE49-F238E27FC236}">
                      <ns2:creationId id="{5A5C10D2-4B7D-0266-81B6-B1BF5873EBF3}"/>
                    </a:ext>
                  </a:extLst>
                </p:cNvPr>
                <p:cNvSpPr/>
                <p:nvPr/>
              </p:nvSpPr>
              <p:spPr>
                <a:xfrm>
                  <a:off x="7697788" y="5517835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36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ns2:creationId id="{4790ABC0-881A-BF40-78A2-8E5A463D9BC1}"/>
                    </a:ext>
                  </a:extLst>
                </p:cNvPr>
                <p:cNvSpPr/>
                <p:nvPr/>
              </p:nvSpPr>
              <p:spPr>
                <a:xfrm>
                  <a:off x="7501165" y="5842091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ns2:creationId id="{72B58F50-ACAF-CE5D-8CAA-28090C86C625}"/>
                    </a:ext>
                  </a:extLst>
                </p:cNvPr>
                <p:cNvSpPr/>
                <p:nvPr/>
              </p:nvSpPr>
              <p:spPr>
                <a:xfrm>
                  <a:off x="7697788" y="5842091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45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45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36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159" name="グループ化 158">
              <a:extLst>
                <a:ext uri="{FF2B5EF4-FFF2-40B4-BE49-F238E27FC236}">
                  <ns2:creationId id="{D9647879-EF3D-E465-90C7-EEE1230D6229}"/>
                </a:ext>
              </a:extLst>
            </p:cNvPr>
            <p:cNvGrpSpPr/>
            <p:nvPr/>
          </p:nvGrpSpPr>
          <p:grpSpPr>
            <a:xfrm>
              <a:off x="7408334" y="3678921"/>
              <a:ext cx="4439180" cy="1206531"/>
              <a:chOff x="7408334" y="3678921"/>
              <a:chExt cx="4439180" cy="1206531"/>
            </a:xfrm>
          </p:grpSpPr>
          <p:cxnSp>
            <p:nvCxnSpPr>
              <p:cNvPr id="120" name="直線矢印コネクタ 119">
                <a:extLst>
                  <a:ext uri="{FF2B5EF4-FFF2-40B4-BE49-F238E27FC236}">
                    <ns2:creationId id="{2182B7D0-35BD-90F7-C187-3AEE5BA1C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8335" y="3925242"/>
                <a:ext cx="4439179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正方形/長方形 121">
                <a:extLst>
                  <a:ext uri="{FF2B5EF4-FFF2-40B4-BE49-F238E27FC236}">
                    <ns2:creationId id="{5B56B0EA-B7F1-DE8C-AE26-C748348BB372}"/>
                  </a:ext>
                </a:extLst>
              </p:cNvPr>
              <p:cNvSpPr/>
              <p:nvPr/>
            </p:nvSpPr>
            <p:spPr>
              <a:xfrm>
                <a:off x="7447644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B430BEE0-892F-37A1-30F7-FD9CD69C4813}"/>
                  </a:ext>
                </a:extLst>
              </p:cNvPr>
              <p:cNvSpPr/>
              <p:nvPr/>
            </p:nvSpPr>
            <p:spPr>
              <a:xfrm>
                <a:off x="8134385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78F4B069-B94F-2F9F-4E59-77819A480310}"/>
                  </a:ext>
                </a:extLst>
              </p:cNvPr>
              <p:cNvSpPr/>
              <p:nvPr/>
            </p:nvSpPr>
            <p:spPr>
              <a:xfrm>
                <a:off x="9153046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17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59A939F5-8D7F-FF56-ED73-ECD3115C26A5}"/>
                  </a:ext>
                </a:extLst>
              </p:cNvPr>
              <p:cNvSpPr/>
              <p:nvPr/>
            </p:nvSpPr>
            <p:spPr>
              <a:xfrm>
                <a:off x="10132702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17F88AD6-190E-C4FD-9B9C-CEFD1BBD1D12}"/>
                  </a:ext>
                </a:extLst>
              </p:cNvPr>
              <p:cNvSpPr/>
              <p:nvPr/>
            </p:nvSpPr>
            <p:spPr>
              <a:xfrm>
                <a:off x="11185001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6C562234-6515-09AF-0B38-8DD0C775DB3F}"/>
                  </a:ext>
                </a:extLst>
              </p:cNvPr>
              <p:cNvSpPr/>
              <p:nvPr/>
            </p:nvSpPr>
            <p:spPr>
              <a:xfrm>
                <a:off x="7408334" y="3975964"/>
                <a:ext cx="264049" cy="304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8481CCB7-51F7-6F78-BFD7-0B9F811F86B3}"/>
                  </a:ext>
                </a:extLst>
              </p:cNvPr>
              <p:cNvSpPr/>
              <p:nvPr/>
            </p:nvSpPr>
            <p:spPr>
              <a:xfrm>
                <a:off x="7408334" y="4331485"/>
                <a:ext cx="264049" cy="553967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A653C967-D6F9-BAB1-464F-8C4A9E71B0F5}"/>
                  </a:ext>
                </a:extLst>
              </p:cNvPr>
              <p:cNvSpPr/>
              <p:nvPr/>
            </p:nvSpPr>
            <p:spPr>
              <a:xfrm>
                <a:off x="7734452" y="4331485"/>
                <a:ext cx="1705397" cy="55396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DC49EFB1-9BDF-326F-D839-04DB9FFC2556}"/>
                  </a:ext>
                </a:extLst>
              </p:cNvPr>
              <p:cNvSpPr/>
              <p:nvPr/>
            </p:nvSpPr>
            <p:spPr>
              <a:xfrm>
                <a:off x="9439848" y="4331485"/>
                <a:ext cx="2318769" cy="55396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0" rIns="36000" bIns="54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17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7" name="直線矢印コネクタ 136">
                <a:extLst>
                  <a:ext uri="{FF2B5EF4-FFF2-40B4-BE49-F238E27FC236}">
                    <ns2:creationId id="{1F8C7AAA-BF14-B701-EEF0-9351B89374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9854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5" name="正方形/長方形 134">
                <a:extLst>
                  <a:ext uri="{FF2B5EF4-FFF2-40B4-BE49-F238E27FC236}">
                    <ns2:creationId id="{4C590065-5128-B327-8F4C-33B135CE91AE}"/>
                  </a:ext>
                </a:extLst>
              </p:cNvPr>
              <p:cNvSpPr/>
              <p:nvPr/>
            </p:nvSpPr>
            <p:spPr>
              <a:xfrm>
                <a:off x="7734452" y="3975964"/>
                <a:ext cx="1824413" cy="3048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1" name="直線矢印コネクタ 130">
                <a:extLst>
                  <a:ext uri="{FF2B5EF4-FFF2-40B4-BE49-F238E27FC236}">
                    <ns2:creationId id="{720C8A51-AC53-7483-9672-CE64430F0775}"/>
                  </a:ext>
                </a:extLst>
              </p:cNvPr>
              <p:cNvCxnSpPr>
                <a:cxnSpLocks/>
                <a:stCxn id="122" idx="2"/>
              </p:cNvCxnSpPr>
              <p:nvPr/>
            </p:nvCxnSpPr>
            <p:spPr>
              <a:xfrm>
                <a:off x="7734452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矢印コネクタ 139">
                <a:extLst>
                  <a:ext uri="{FF2B5EF4-FFF2-40B4-BE49-F238E27FC236}">
                    <ns2:creationId id="{2F2329D3-DF01-6F19-E8F1-4FBB66C3D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58865" y="3925242"/>
                <a:ext cx="0" cy="475308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正方形/長方形 141">
                <a:extLst>
                  <a:ext uri="{FF2B5EF4-FFF2-40B4-BE49-F238E27FC236}">
                    <ns2:creationId id="{DA31CBF7-2334-E3B5-5F82-8A50101E1742}"/>
                  </a:ext>
                </a:extLst>
              </p:cNvPr>
              <p:cNvSpPr/>
              <p:nvPr/>
            </p:nvSpPr>
            <p:spPr>
              <a:xfrm>
                <a:off x="10422466" y="397596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0C2553AE-2597-7E86-8E4A-BE9BB461E3F1}"/>
                  </a:ext>
                </a:extLst>
              </p:cNvPr>
              <p:cNvSpPr/>
              <p:nvPr/>
            </p:nvSpPr>
            <p:spPr>
              <a:xfrm>
                <a:off x="10422466" y="433148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46" name="グループ化 145">
                <a:extLst>
                  <a:ext uri="{FF2B5EF4-FFF2-40B4-BE49-F238E27FC236}">
                    <ns2:creationId id="{093CC290-144B-9B0B-F245-53C4F32BA3A4}"/>
                  </a:ext>
                </a:extLst>
              </p:cNvPr>
              <p:cNvGrpSpPr/>
              <p:nvPr/>
            </p:nvGrpSpPr>
            <p:grpSpPr>
              <a:xfrm>
                <a:off x="10419511" y="3925243"/>
                <a:ext cx="1052299" cy="711042"/>
                <a:chOff x="10419511" y="3925242"/>
                <a:chExt cx="1052299" cy="960210"/>
              </a:xfrm>
            </p:grpSpPr>
            <p:cxnSp>
              <p:nvCxnSpPr>
                <p:cNvPr id="144" name="直線矢印コネクタ 143">
                  <a:extLst>
                    <a:ext uri="{FF2B5EF4-FFF2-40B4-BE49-F238E27FC236}">
                      <ns2:creationId id="{75E11130-DC20-F329-0BF6-B38EB2817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19511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直線矢印コネクタ 144">
                  <a:extLst>
                    <a:ext uri="{FF2B5EF4-FFF2-40B4-BE49-F238E27FC236}">
                      <ns2:creationId id="{55AC14BC-9527-820B-80E5-D585AF0429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1810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5" name="グループ化 154">
              <a:extLst>
                <a:ext uri="{FF2B5EF4-FFF2-40B4-BE49-F238E27FC236}">
                  <ns2:creationId id="{4DF0663B-BEC3-D90F-C03E-25F48C9FB5F7}"/>
                </a:ext>
              </a:extLst>
            </p:cNvPr>
            <p:cNvGrpSpPr/>
            <p:nvPr/>
          </p:nvGrpSpPr>
          <p:grpSpPr>
            <a:xfrm>
              <a:off x="344486" y="1628775"/>
              <a:ext cx="11518903" cy="968375"/>
              <a:chOff x="344486" y="1628775"/>
              <a:chExt cx="11518903" cy="968375"/>
            </a:xfrm>
          </p:grpSpPr>
          <p:sp>
            <p:nvSpPr>
              <p:cNvPr id="18" name="テキスト ボックス 17">
                <a:extLst>
                  <a:ext uri="{FF2B5EF4-FFF2-40B4-BE49-F238E27FC236}">
                    <ns2:creationId id="{FAC42C12-1264-E68A-FED0-27B6589E9E8C}"/>
                  </a:ext>
                </a:extLst>
              </p:cNvPr>
              <p:cNvSpPr txBox="1"/>
              <p:nvPr/>
            </p:nvSpPr>
            <p:spPr>
              <a:xfrm>
                <a:off x="1843314" y="1628776"/>
                <a:ext cx="10004200" cy="264052"/>
              </a:xfrm>
              <a:prstGeom prst="rect">
                <a:avLst/>
              </a:prstGeom>
              <a:noFill/>
            </p:spPr>
            <p:txBody>
              <a:bodyPr wrap="square" lIns="72000" tIns="0" rIns="0" bIns="0" anchor="ctr" anchorCtr="0">
                <a:noAutofit/>
              </a:bodyPr>
              <a:lstStyle/>
              <a:p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6ADBD46F-2C83-B67C-CB77-002655BE6873}"/>
                  </a:ext>
                </a:extLst>
              </p:cNvPr>
              <p:cNvSpPr txBox="1"/>
              <p:nvPr/>
            </p:nvSpPr>
            <p:spPr>
              <a:xfrm>
                <a:off x="1843314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12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C7DCA1C4-42D7-E328-8542-4CE60D80B00E}"/>
                  </a:ext>
                </a:extLst>
              </p:cNvPr>
              <p:cNvSpPr txBox="1"/>
              <p:nvPr/>
            </p:nvSpPr>
            <p:spPr>
              <a:xfrm>
                <a:off x="3858923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95CF3BA0-A894-AD5A-EEEF-3EE20885A8E1}"/>
                  </a:ext>
                </a:extLst>
              </p:cNvPr>
              <p:cNvSpPr txBox="1"/>
              <p:nvPr/>
            </p:nvSpPr>
            <p:spPr>
              <a:xfrm>
                <a:off x="5874532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3DC60DC1-BAE6-8047-E1A6-A5803CA4C0C0}"/>
                  </a:ext>
                </a:extLst>
              </p:cNvPr>
              <p:cNvSpPr txBox="1"/>
              <p:nvPr/>
            </p:nvSpPr>
            <p:spPr>
              <a:xfrm>
                <a:off x="7890141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ns2:creationId id="{8B65A93F-2FCD-C969-9ED4-BC622EA40DB5}"/>
                  </a:ext>
                </a:extLst>
              </p:cNvPr>
              <p:cNvSpPr txBox="1"/>
              <p:nvPr/>
            </p:nvSpPr>
            <p:spPr>
              <a:xfrm>
                <a:off x="9905749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52" name="グループ化 151">
                <a:extLst>
                  <a:ext uri="{FF2B5EF4-FFF2-40B4-BE49-F238E27FC236}">
                    <ns2:creationId id="{D8ACBA21-A53A-2CF9-D404-D37C822B3665}"/>
                  </a:ext>
                </a:extLst>
              </p:cNvPr>
              <p:cNvGrpSpPr/>
              <p:nvPr/>
            </p:nvGrpSpPr>
            <p:grpSpPr>
              <a:xfrm>
                <a:off x="344486" y="1628775"/>
                <a:ext cx="1421268" cy="968375"/>
                <a:chOff x="344486" y="1628775"/>
                <a:chExt cx="1421268" cy="96837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89E21F6B-7DBF-F36D-4934-5C513B253A42}"/>
                    </a:ext>
                  </a:extLst>
                </p:cNvPr>
                <p:cNvSpPr/>
                <p:nvPr/>
              </p:nvSpPr>
              <p:spPr>
                <a:xfrm>
                  <a:off x="344486" y="1628775"/>
                  <a:ext cx="1421268" cy="96837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49" name="グラフィックス 148" descr="バッジ: 疑問符 単色塗りつぶし">
                  <a:extLst>
                    <a:ext uri="{FF2B5EF4-FFF2-40B4-BE49-F238E27FC236}">
                      <ns2:creationId id="{9DA4A898-236D-A7F3-D757-30A7FBF903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330325" y="2161721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8" name="グループ化 157">
              <a:extLst>
                <a:ext uri="{FF2B5EF4-FFF2-40B4-BE49-F238E27FC236}">
                  <ns2:creationId id="{06B3259C-DAC5-F7CC-DDE4-6013370207E6}"/>
                </a:ext>
              </a:extLst>
            </p:cNvPr>
            <p:cNvGrpSpPr/>
            <p:nvPr/>
          </p:nvGrpSpPr>
          <p:grpSpPr>
            <a:xfrm>
              <a:off x="344486" y="2662393"/>
              <a:ext cx="11512552" cy="951285"/>
              <a:chOff x="344486" y="2662393"/>
              <a:chExt cx="11512552" cy="951285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4658B2BE-620D-6E41-31A2-950B0443D226}"/>
                  </a:ext>
                </a:extLst>
              </p:cNvPr>
              <p:cNvSpPr/>
              <p:nvPr/>
            </p:nvSpPr>
            <p:spPr>
              <a:xfrm>
                <a:off x="1889652" y="2715309"/>
                <a:ext cx="6282798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15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楕円 24">
                <a:extLst>
                  <a:ext uri="{FF2B5EF4-FFF2-40B4-BE49-F238E27FC236}">
                    <ns2:creationId id="{01511351-0E53-46F0-0646-BF71CF020843}"/>
                  </a:ext>
                </a:extLst>
              </p:cNvPr>
              <p:cNvSpPr/>
              <p:nvPr/>
            </p:nvSpPr>
            <p:spPr>
              <a:xfrm>
                <a:off x="1843315" y="2662394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67937476-233B-3BF4-CF4B-B09A927FBD79}"/>
                  </a:ext>
                </a:extLst>
              </p:cNvPr>
              <p:cNvSpPr/>
              <p:nvPr/>
            </p:nvSpPr>
            <p:spPr>
              <a:xfrm>
                <a:off x="8285575" y="2715309"/>
                <a:ext cx="3571463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88000" tIns="36000" rIns="36000" bIns="36000" rtlCol="0" anchor="ctr"/>
              <a:lstStyle/>
              <a:p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16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16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15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楕円 27">
                <a:extLst>
                  <a:ext uri="{FF2B5EF4-FFF2-40B4-BE49-F238E27FC236}">
                    <ns2:creationId id="{C04AC865-5AD3-C67C-BF0A-9340919DFFB6}"/>
                  </a:ext>
                </a:extLst>
              </p:cNvPr>
              <p:cNvSpPr/>
              <p:nvPr/>
            </p:nvSpPr>
            <p:spPr>
              <a:xfrm>
                <a:off x="8239237" y="2662393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53" name="グループ化 152">
                <a:extLst>
                  <a:ext uri="{FF2B5EF4-FFF2-40B4-BE49-F238E27FC236}">
                    <ns2:creationId id="{F82E037D-5917-60C9-09F7-FBAF419D44BE}"/>
                  </a:ext>
                </a:extLst>
              </p:cNvPr>
              <p:cNvGrpSpPr/>
              <p:nvPr/>
            </p:nvGrpSpPr>
            <p:grpSpPr>
              <a:xfrm>
                <a:off x="344486" y="2662393"/>
                <a:ext cx="1421268" cy="951285"/>
                <a:chOff x="344486" y="2662393"/>
                <a:chExt cx="1421268" cy="951285"/>
              </a:xfrm>
            </p:grpSpPr>
            <p:sp>
              <p:nvSpPr>
                <p:cNvPr id="2" name="正方形/長方形 1">
                  <a:extLst>
                    <a:ext uri="{FF2B5EF4-FFF2-40B4-BE49-F238E27FC236}">
                      <ns2:creationId id="{B4CD3F3D-B00F-5AAB-ECBF-5040358AA442}"/>
                    </a:ext>
                  </a:extLst>
                </p:cNvPr>
                <p:cNvSpPr/>
                <p:nvPr/>
              </p:nvSpPr>
              <p:spPr>
                <a:xfrm>
                  <a:off x="344486" y="2662393"/>
                  <a:ext cx="1421268" cy="95128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50" name="グラフィックス 149" descr="クリップボード 単色塗りつぶし">
                  <a:extLst>
                    <a:ext uri="{FF2B5EF4-FFF2-40B4-BE49-F238E27FC236}">
                      <ns2:creationId id="{594BB041-DE7A-0128-8C67-F61B9CC828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330325" y="3178249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4" name="グループ化 153">
              <a:extLst>
                <a:ext uri="{FF2B5EF4-FFF2-40B4-BE49-F238E27FC236}">
                  <ns2:creationId id="{DE22CB10-8D16-2C67-89FB-7D415AB3CFA4}"/>
                </a:ext>
              </a:extLst>
            </p:cNvPr>
            <p:cNvGrpSpPr/>
            <p:nvPr/>
          </p:nvGrpSpPr>
          <p:grpSpPr>
            <a:xfrm>
              <a:off x="344486" y="3678921"/>
              <a:ext cx="1421268" cy="2629805"/>
              <a:chOff x="344486" y="3678921"/>
              <a:chExt cx="1421268" cy="2629805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330A8664-CBAB-EDC0-1BE0-B5F8FBEBC400}"/>
                  </a:ext>
                </a:extLst>
              </p:cNvPr>
              <p:cNvSpPr/>
              <p:nvPr/>
            </p:nvSpPr>
            <p:spPr>
              <a:xfrm>
                <a:off x="344486" y="3678921"/>
                <a:ext cx="1421268" cy="262980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8000" tIns="36000" rIns="36000" bIns="36000" rtlCol="0" anchor="ctr"/>
              <a:lstStyle/>
              <a:p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1" name="グラフィックス 150" descr="在宅勤務デスク 単色塗りつぶし">
                <a:extLst>
                  <a:ext uri="{FF2B5EF4-FFF2-40B4-BE49-F238E27FC236}">
                    <ns2:creationId id="{93FA5A41-DF23-933E-03A3-11CBFA7688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1330325" y="5873297"/>
                <a:ext cx="435429" cy="43542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46061415"/>
      </p:ext>
    </p:extLst>
  </p:cSld>
  <p:clrMapOvr>
    <a:masterClrMapping/>
  </p:clrMapOvr>
</p:sld>
</file>

<file path=ppt/slides/slide137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0/main" xmlns:ns6="http://schemas.microsoft.com/office/drawing/2016/SVG/main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9098910-97AA-6086-DB35-1B87EBB84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正方形/長方形 67">
            <a:extLst>
              <a:ext uri="{FF2B5EF4-FFF2-40B4-BE49-F238E27FC236}">
                <ns2:creationId id="{53D2A7DD-B1BE-DF52-FD1E-FE44DDC94BEA}"/>
              </a:ext>
            </a:extLst>
          </p:cNvPr>
          <p:cNvSpPr/>
          <p:nvPr/>
        </p:nvSpPr>
        <p:spPr>
          <a:xfrm>
            <a:off x="7157641" y="1654040"/>
            <a:ext cx="4699397" cy="645459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B4395E62-4473-7E90-E21B-1DE54F483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963" y="914400"/>
            <a:ext cx="11522073" cy="4270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 dirty="0">
                <a:latin typeface="Meiryo UI"/>
                <a:ea typeface="Meiryo UI"/>
              </a:rPr>
              <a:t>XX</a:t>
            </a:r>
            <a:r>
              <a:rPr lang="en-US" altLang="ja-JP" dirty="0">
                <a:latin typeface="Meiryo UI"/>
                <a:ea typeface="Meiryo UI"/>
              </a:rPr>
              <a:t>XX</a:t>
            </a:r>
            <a:r>
              <a:rPr lang="ja-JP" altLang="en-US" dirty="0">
                <a:latin typeface="Meiryo UI"/>
                <a:ea typeface="Meiryo UI"/>
              </a:rPr>
              <a:t>XX</a:t>
            </a:r>
            <a:endParaRPr lang="en-US" altLang="ja-JP" b="1" dirty="0">
              <a:solidFill>
                <a:srgbClr val="008000"/>
              </a:solidFill>
              <a:latin typeface="Meiryo UI"/>
              <a:ea typeface="Meiryo UI"/>
            </a:endParaRPr>
          </a:p>
        </p:txBody>
      </p:sp>
      <p:sp>
        <p:nvSpPr>
          <p:cNvPr id="8" name="正方形/長方形 7">
            <a:extLst>
              <a:ext uri="{FF2B5EF4-FFF2-40B4-BE49-F238E27FC236}">
                <ns2:creationId id="{10BD3477-68F9-1D58-91C6-598D0F133807}"/>
              </a:ext>
            </a:extLst>
          </p:cNvPr>
          <p:cNvSpPr/>
          <p:nvPr/>
        </p:nvSpPr>
        <p:spPr>
          <a:xfrm>
            <a:off x="7157641" y="2360917"/>
            <a:ext cx="4699395" cy="512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44" name="グラフ 43">
            <a:extLst>
              <a:ext uri="{FF2B5EF4-FFF2-40B4-BE49-F238E27FC236}">
                <ns2:creationId id="{9BB03EFF-A929-F7F0-C26D-D6B6E727A695}"/>
              </a:ext>
            </a:extLst>
          </p:cNvPr>
          <p:cNvGraphicFramePr/>
          <p:nvPr/>
        </p:nvGraphicFramePr>
        <p:xfrm>
          <a:off x="7254165" y="2995873"/>
          <a:ext cx="4196780" cy="2697442"/>
        </p:xfrm>
        <a:graphic>
          <a:graphicData uri="http://schemas.openxmlformats.org/drawingml/2006/chart">
            <ns3:chart r:id="rId2"/>
          </a:graphicData>
        </a:graphic>
      </p:graphicFrame>
      <p:cxnSp>
        <p:nvCxnSpPr>
          <p:cNvPr id="46" name="直線矢印コネクタ 45">
            <a:extLst>
              <a:ext uri="{FF2B5EF4-FFF2-40B4-BE49-F238E27FC236}">
                <ns2:creationId id="{756DCB6B-00A1-7D05-AA37-A0144E7A6666}"/>
              </a:ext>
            </a:extLst>
          </p:cNvPr>
          <p:cNvCxnSpPr>
            <a:stCxn id="54" idx="3"/>
          </p:cNvCxnSpPr>
          <p:nvPr/>
        </p:nvCxnSpPr>
        <p:spPr>
          <a:xfrm>
            <a:off x="7003473" y="3303775"/>
            <a:ext cx="1187216" cy="3149"/>
          </a:xfrm>
          <a:prstGeom prst="straightConnector1">
            <a:avLst/>
          </a:prstGeom>
          <a:ln w="1270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四角形吹き出し 46">
            <a:extLst>
              <a:ext uri="{FF2B5EF4-FFF2-40B4-BE49-F238E27FC236}">
                <ns2:creationId id="{F0BB66FE-DCE1-82B4-80C8-E24D6E793DF9}"/>
              </a:ext>
            </a:extLst>
          </p:cNvPr>
          <p:cNvSpPr/>
          <p:nvPr/>
        </p:nvSpPr>
        <p:spPr>
          <a:xfrm>
            <a:off x="7057088" y="5904901"/>
            <a:ext cx="4799948" cy="400110"/>
          </a:xfrm>
          <a:prstGeom prst="wedgeRectCallout">
            <a:avLst>
              <a:gd name="adj1" fmla="val -59731"/>
              <a:gd name="adj2" fmla="val 17703"/>
            </a:avLst>
          </a:prstGeom>
          <a:solidFill>
            <a:srgbClr val="E2F0D9">
              <a:alpha val="40000"/>
            </a:srgbClr>
          </a:solidFill>
          <a:ln>
            <a:noFill/>
          </a:ln>
        </p:spPr>
        <p:txBody>
          <a:bodyPr wrap="square">
            <a:spAutoFit/>
          </a:bodyPr>
          <a:lstStyle/>
          <a:p>
            <a:pPr marL="171450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71450" indent="-17145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231EE3D1-393B-5FF0-954E-C186DB14E2E4}"/>
              </a:ext>
            </a:extLst>
          </p:cNvPr>
          <p:cNvSpPr/>
          <p:nvPr/>
        </p:nvSpPr>
        <p:spPr>
          <a:xfrm>
            <a:off x="389177" y="19461"/>
            <a:ext cx="7576857" cy="6454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ns2:creationId id="{4E7DB184-83A3-7740-45DF-8725B9CB1118}"/>
              </a:ext>
            </a:extLst>
          </p:cNvPr>
          <p:cNvSpPr/>
          <p:nvPr/>
        </p:nvSpPr>
        <p:spPr>
          <a:xfrm>
            <a:off x="389180" y="2360917"/>
            <a:ext cx="6614293" cy="512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aphicFrame>
        <p:nvGraphicFramePr>
          <p:cNvPr id="9" name="グラフ 8">
            <a:extLst>
              <a:ext uri="{FF2B5EF4-FFF2-40B4-BE49-F238E27FC236}">
                <ns2:creationId id="{98432777-6E81-4BD2-9129-A05ED4513574}"/>
              </a:ext>
            </a:extLst>
          </p:cNvPr>
          <p:cNvGraphicFramePr/>
          <p:nvPr/>
        </p:nvGraphicFramePr>
        <p:xfrm>
          <a:off x="389178" y="2889250"/>
          <a:ext cx="7081665" cy="3435203"/>
        </p:xfrm>
        <a:graphic>
          <a:graphicData uri="http://schemas.openxmlformats.org/drawingml/2006/chart">
            <ns3:chart r:id="rId3"/>
          </a:graphicData>
        </a:graphic>
      </p:graphicFrame>
      <p:grpSp>
        <p:nvGrpSpPr>
          <p:cNvPr id="53" name="グループ化 52">
            <a:extLst>
              <a:ext uri="{FF2B5EF4-FFF2-40B4-BE49-F238E27FC236}">
                <ns2:creationId id="{BD8DF53B-1E3E-EB81-15BE-89096A22741B}"/>
              </a:ext>
            </a:extLst>
          </p:cNvPr>
          <p:cNvGrpSpPr/>
          <p:nvPr/>
        </p:nvGrpSpPr>
        <p:grpSpPr>
          <a:xfrm>
            <a:off x="389178" y="3045437"/>
            <a:ext cx="1867640" cy="2966257"/>
            <a:chOff x="389178" y="3045437"/>
            <a:chExt cx="1867640" cy="2618763"/>
          </a:xfrm>
        </p:grpSpPr>
        <p:grpSp>
          <p:nvGrpSpPr>
            <p:cNvPr id="52" name="グループ化 51">
              <a:extLst>
                <a:ext uri="{FF2B5EF4-FFF2-40B4-BE49-F238E27FC236}">
                  <ns2:creationId id="{CB855C8B-0100-B855-4BFA-0391458B52F5}"/>
                </a:ext>
              </a:extLst>
            </p:cNvPr>
            <p:cNvGrpSpPr/>
            <p:nvPr/>
          </p:nvGrpSpPr>
          <p:grpSpPr>
            <a:xfrm>
              <a:off x="1270052" y="3045437"/>
              <a:ext cx="986766" cy="2618763"/>
              <a:chOff x="1270051" y="3045437"/>
              <a:chExt cx="2158187" cy="2618763"/>
            </a:xfrm>
          </p:grpSpPr>
          <p:sp>
            <p:nvSpPr>
              <p:cNvPr id="10" name="テキスト ボックス 9">
                <a:extLst>
                  <a:ext uri="{FF2B5EF4-FFF2-40B4-BE49-F238E27FC236}">
                    <ns2:creationId id="{74F078AA-CC51-D5E8-0B55-6F5FC28AF3C7}"/>
                  </a:ext>
                </a:extLst>
              </p:cNvPr>
              <p:cNvSpPr txBox="1"/>
              <p:nvPr/>
            </p:nvSpPr>
            <p:spPr>
              <a:xfrm>
                <a:off x="1270051" y="5584825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ns2:creationId id="{F87F0D0E-CF8D-FBF5-4EF3-BDF8FA7AC08D}"/>
                  </a:ext>
                </a:extLst>
              </p:cNvPr>
              <p:cNvSpPr txBox="1"/>
              <p:nvPr/>
            </p:nvSpPr>
            <p:spPr>
              <a:xfrm>
                <a:off x="1270051" y="5469404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1433115C-CA1E-7106-7C53-E7CDDF571E13}"/>
                  </a:ext>
                </a:extLst>
              </p:cNvPr>
              <p:cNvSpPr txBox="1"/>
              <p:nvPr/>
            </p:nvSpPr>
            <p:spPr>
              <a:xfrm>
                <a:off x="1270051" y="5353977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ns2:creationId id="{40298903-644B-786F-F38A-4711A338ED79}"/>
                  </a:ext>
                </a:extLst>
              </p:cNvPr>
              <p:cNvSpPr txBox="1"/>
              <p:nvPr/>
            </p:nvSpPr>
            <p:spPr>
              <a:xfrm>
                <a:off x="1270051" y="5238550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ns2:creationId id="{662620A4-8CDA-FA91-0A21-1EAA92F346CD}"/>
                  </a:ext>
                </a:extLst>
              </p:cNvPr>
              <p:cNvSpPr txBox="1"/>
              <p:nvPr/>
            </p:nvSpPr>
            <p:spPr>
              <a:xfrm>
                <a:off x="1270051" y="5123123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ns2:creationId id="{E3F225B2-FD20-7F7B-EFB0-BEED1B8E7728}"/>
                  </a:ext>
                </a:extLst>
              </p:cNvPr>
              <p:cNvSpPr txBox="1"/>
              <p:nvPr/>
            </p:nvSpPr>
            <p:spPr>
              <a:xfrm>
                <a:off x="1270051" y="5007696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ns2:creationId id="{E1EF3474-92B4-1F5A-FC9A-D4EEE422FF7B}"/>
                  </a:ext>
                </a:extLst>
              </p:cNvPr>
              <p:cNvSpPr txBox="1"/>
              <p:nvPr/>
            </p:nvSpPr>
            <p:spPr>
              <a:xfrm>
                <a:off x="1270051" y="4892269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テキスト ボックス 16">
                <a:extLst>
                  <a:ext uri="{FF2B5EF4-FFF2-40B4-BE49-F238E27FC236}">
                    <ns2:creationId id="{1760505E-ADF2-93BA-0DD9-6497ACBEB08C}"/>
                  </a:ext>
                </a:extLst>
              </p:cNvPr>
              <p:cNvSpPr txBox="1"/>
              <p:nvPr/>
            </p:nvSpPr>
            <p:spPr>
              <a:xfrm>
                <a:off x="1270051" y="4776842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ns2:creationId id="{5A7DB36F-87B4-425C-60A4-E0EE671B190E}"/>
                  </a:ext>
                </a:extLst>
              </p:cNvPr>
              <p:cNvSpPr txBox="1"/>
              <p:nvPr/>
            </p:nvSpPr>
            <p:spPr>
              <a:xfrm>
                <a:off x="1270051" y="4661415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C3D9C28E-EDCE-E07C-3EC4-E031E2D92085}"/>
                  </a:ext>
                </a:extLst>
              </p:cNvPr>
              <p:cNvSpPr txBox="1"/>
              <p:nvPr/>
            </p:nvSpPr>
            <p:spPr>
              <a:xfrm>
                <a:off x="1270051" y="4084280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460A1496-5759-CDD3-01A8-045AD5F7BB7B}"/>
                  </a:ext>
                </a:extLst>
              </p:cNvPr>
              <p:cNvSpPr txBox="1"/>
              <p:nvPr/>
            </p:nvSpPr>
            <p:spPr>
              <a:xfrm>
                <a:off x="1270051" y="3737999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6CAABFBE-ED5B-B79A-4779-7D58EDD90A47}"/>
                  </a:ext>
                </a:extLst>
              </p:cNvPr>
              <p:cNvSpPr txBox="1"/>
              <p:nvPr/>
            </p:nvSpPr>
            <p:spPr>
              <a:xfrm>
                <a:off x="1270051" y="3045437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9D8EAAA6-4203-244A-5CC1-EC4E98D4B6CA}"/>
                  </a:ext>
                </a:extLst>
              </p:cNvPr>
              <p:cNvSpPr txBox="1"/>
              <p:nvPr/>
            </p:nvSpPr>
            <p:spPr>
              <a:xfrm>
                <a:off x="1270051" y="3276291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ns2:creationId id="{2308F5F9-63BD-C05F-942F-2358FD3D35E0}"/>
                  </a:ext>
                </a:extLst>
              </p:cNvPr>
              <p:cNvSpPr txBox="1"/>
              <p:nvPr/>
            </p:nvSpPr>
            <p:spPr>
              <a:xfrm>
                <a:off x="1270051" y="3391718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ns2:creationId id="{B9F640D4-91BF-AAD1-E65E-53496D0DA248}"/>
                  </a:ext>
                </a:extLst>
              </p:cNvPr>
              <p:cNvSpPr txBox="1"/>
              <p:nvPr/>
            </p:nvSpPr>
            <p:spPr>
              <a:xfrm>
                <a:off x="1270051" y="3507145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テキスト ボックス 24">
                <a:extLst>
                  <a:ext uri="{FF2B5EF4-FFF2-40B4-BE49-F238E27FC236}">
                    <ns2:creationId id="{4A92D9B5-476A-F455-F428-72DF1A302BF5}"/>
                  </a:ext>
                </a:extLst>
              </p:cNvPr>
              <p:cNvSpPr txBox="1"/>
              <p:nvPr/>
            </p:nvSpPr>
            <p:spPr>
              <a:xfrm>
                <a:off x="1270051" y="3622572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ns2:creationId id="{82B35438-CFAC-F6A4-297A-A6950EE40E3B}"/>
                  </a:ext>
                </a:extLst>
              </p:cNvPr>
              <p:cNvSpPr txBox="1"/>
              <p:nvPr/>
            </p:nvSpPr>
            <p:spPr>
              <a:xfrm>
                <a:off x="1270051" y="3853426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ns2:creationId id="{06A23764-23F0-99CD-6229-5B08B5E01FAA}"/>
                  </a:ext>
                </a:extLst>
              </p:cNvPr>
              <p:cNvSpPr txBox="1"/>
              <p:nvPr/>
            </p:nvSpPr>
            <p:spPr>
              <a:xfrm>
                <a:off x="1270051" y="3968853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ns2:creationId id="{AC68A484-B790-7491-1ECE-BBE9B4F692AF}"/>
                  </a:ext>
                </a:extLst>
              </p:cNvPr>
              <p:cNvSpPr txBox="1"/>
              <p:nvPr/>
            </p:nvSpPr>
            <p:spPr>
              <a:xfrm>
                <a:off x="1270051" y="4199707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テキスト ボックス 28">
                <a:extLst>
                  <a:ext uri="{FF2B5EF4-FFF2-40B4-BE49-F238E27FC236}">
                    <ns2:creationId id="{9408295A-2C3A-E49E-E828-29483AD6A6DE}"/>
                  </a:ext>
                </a:extLst>
              </p:cNvPr>
              <p:cNvSpPr txBox="1"/>
              <p:nvPr/>
            </p:nvSpPr>
            <p:spPr>
              <a:xfrm>
                <a:off x="1270051" y="4315134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テキスト ボックス 29">
                <a:extLst>
                  <a:ext uri="{FF2B5EF4-FFF2-40B4-BE49-F238E27FC236}">
                    <ns2:creationId id="{D3BE6327-AFF0-3839-3F9F-97985C535F08}"/>
                  </a:ext>
                </a:extLst>
              </p:cNvPr>
              <p:cNvSpPr txBox="1"/>
              <p:nvPr/>
            </p:nvSpPr>
            <p:spPr>
              <a:xfrm>
                <a:off x="1270051" y="4545988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ns2:creationId id="{6917ACDB-CC26-CFB8-8BA5-05A54FDC8AE2}"/>
                  </a:ext>
                </a:extLst>
              </p:cNvPr>
              <p:cNvSpPr txBox="1"/>
              <p:nvPr/>
            </p:nvSpPr>
            <p:spPr>
              <a:xfrm>
                <a:off x="1270051" y="3160864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ns2:creationId id="{96F7B557-5A23-4F60-8180-8D50B9A94D5A}"/>
                  </a:ext>
                </a:extLst>
              </p:cNvPr>
              <p:cNvSpPr txBox="1"/>
              <p:nvPr/>
            </p:nvSpPr>
            <p:spPr>
              <a:xfrm>
                <a:off x="1270051" y="4430561"/>
                <a:ext cx="2158187" cy="79375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tIns="0" bIns="0" rtlCol="0">
                <a:noAutofit/>
              </a:bodyPr>
              <a:lstStyle/>
              <a:p>
                <a:r>
                  <a:rPr kumimoji="1"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23</a:t>
                </a:r>
                <a:r>
                  <a:rPr kumimoji="1"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33" name="正方形/長方形 32">
              <a:extLst>
                <a:ext uri="{FF2B5EF4-FFF2-40B4-BE49-F238E27FC236}">
                  <ns2:creationId id="{45EE6C71-34D6-A998-FF56-F4B9699568C1}"/>
                </a:ext>
              </a:extLst>
            </p:cNvPr>
            <p:cNvSpPr/>
            <p:nvPr/>
          </p:nvSpPr>
          <p:spPr>
            <a:xfrm>
              <a:off x="389178" y="3045437"/>
              <a:ext cx="772273" cy="310229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F6E60425-D64D-47C3-6FC0-A95F2674C1F0}"/>
                </a:ext>
              </a:extLst>
            </p:cNvPr>
            <p:cNvSpPr/>
            <p:nvPr/>
          </p:nvSpPr>
          <p:spPr>
            <a:xfrm>
              <a:off x="389178" y="3391448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7BB087E6-CE76-7ECD-6036-AF91AA1AC86E}"/>
                </a:ext>
              </a:extLst>
            </p:cNvPr>
            <p:cNvSpPr/>
            <p:nvPr/>
          </p:nvSpPr>
          <p:spPr>
            <a:xfrm>
              <a:off x="389178" y="3622032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A1EE2E14-0A19-467F-D88A-51E27B6D4B3F}"/>
                </a:ext>
              </a:extLst>
            </p:cNvPr>
            <p:cNvSpPr/>
            <p:nvPr/>
          </p:nvSpPr>
          <p:spPr>
            <a:xfrm>
              <a:off x="389178" y="4313784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98969E07-858A-6795-9E79-9884D28AA2D4}"/>
                </a:ext>
              </a:extLst>
            </p:cNvPr>
            <p:cNvSpPr/>
            <p:nvPr/>
          </p:nvSpPr>
          <p:spPr>
            <a:xfrm>
              <a:off x="389178" y="4544368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F909071-9E0A-5EA5-FD12-2182663DC46F}"/>
                </a:ext>
              </a:extLst>
            </p:cNvPr>
            <p:cNvSpPr/>
            <p:nvPr/>
          </p:nvSpPr>
          <p:spPr>
            <a:xfrm>
              <a:off x="389178" y="4774952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DA5D47DA-BFAB-C6EF-FD8A-0CE09DE99BB0}"/>
                </a:ext>
              </a:extLst>
            </p:cNvPr>
            <p:cNvSpPr/>
            <p:nvPr/>
          </p:nvSpPr>
          <p:spPr>
            <a:xfrm>
              <a:off x="389178" y="5005536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DBC9D843-CE7A-BD1F-5A63-8F82A28EEA57}"/>
                </a:ext>
              </a:extLst>
            </p:cNvPr>
            <p:cNvSpPr/>
            <p:nvPr/>
          </p:nvSpPr>
          <p:spPr>
            <a:xfrm>
              <a:off x="389178" y="5236120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1E43920F-3E68-868B-7376-76357175FDFF}"/>
                </a:ext>
              </a:extLst>
            </p:cNvPr>
            <p:cNvSpPr/>
            <p:nvPr/>
          </p:nvSpPr>
          <p:spPr>
            <a:xfrm>
              <a:off x="389178" y="5466703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1BA4EE45-1654-551D-3C19-8B7B161D296F}"/>
                </a:ext>
              </a:extLst>
            </p:cNvPr>
            <p:cNvSpPr/>
            <p:nvPr/>
          </p:nvSpPr>
          <p:spPr>
            <a:xfrm>
              <a:off x="389178" y="4083200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8CEAF91B-F323-BBD7-7CEA-E198BB67E453}"/>
                </a:ext>
              </a:extLst>
            </p:cNvPr>
            <p:cNvSpPr/>
            <p:nvPr/>
          </p:nvSpPr>
          <p:spPr>
            <a:xfrm>
              <a:off x="389178" y="3852616"/>
              <a:ext cx="772273" cy="19480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ja-JP" altLang="en-US" sz="6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" altLang="ja-JP" sz="600" dirty="0">
                <a:solidFill>
                  <a:sysClr val="windowText" lastClr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54" name="正方形/長方形 53">
            <a:extLst>
              <a:ext uri="{FF2B5EF4-FFF2-40B4-BE49-F238E27FC236}">
                <ns2:creationId id="{62C862AA-D9B3-2356-07E6-0A30EA3DB4ED}"/>
              </a:ext>
            </a:extLst>
          </p:cNvPr>
          <p:cNvSpPr/>
          <p:nvPr/>
        </p:nvSpPr>
        <p:spPr>
          <a:xfrm>
            <a:off x="1270052" y="3039138"/>
            <a:ext cx="5733421" cy="529273"/>
          </a:xfrm>
          <a:prstGeom prst="rect">
            <a:avLst/>
          </a:prstGeom>
          <a:noFill/>
          <a:ln w="12700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9" name="グラフィックス 13" descr="円グラフ 単色塗りつぶし">
            <a:extLst>
              <a:ext uri="{FF2B5EF4-FFF2-40B4-BE49-F238E27FC236}">
                <ns2:creationId id="{380759C8-3CD8-3D69-F140-8960F9E51C4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5:useLocalDpi val="0"/>
              </a:ext>
              <a:ext uri="{96DAC541-7B7A-43D3-8B79-37D633B846F1}">
                <ns6:svgBlip r:embed="rId4"/>
              </a:ext>
            </a:extLst>
          </a:blip>
          <a:stretch>
            <a:fillRect/>
          </a:stretch>
        </p:blipFill>
        <p:spPr>
          <a:xfrm>
            <a:off x="7882962" y="1755963"/>
            <a:ext cx="468000" cy="468000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ns2:creationId id="{916D1E14-9CA8-28DC-7BD1-923083AA2E94}"/>
              </a:ext>
            </a:extLst>
          </p:cNvPr>
          <p:cNvSpPr/>
          <p:nvPr/>
        </p:nvSpPr>
        <p:spPr>
          <a:xfrm>
            <a:off x="334962" y="1654040"/>
            <a:ext cx="6668511" cy="645459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6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71" name="グラフィックス 49" descr="棒グラフ 単色塗りつぶし">
            <a:extLst>
              <a:ext uri="{FF2B5EF4-FFF2-40B4-BE49-F238E27FC236}">
                <ns2:creationId id="{540ABB21-5281-8341-BD63-AE65643E486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5:useLocalDpi val="0"/>
              </a:ext>
              <a:ext uri="{96DAC541-7B7A-43D3-8B79-37D633B846F1}">
                <ns6:svgBlip r:embed="rId5"/>
              </a:ext>
            </a:extLst>
          </a:blip>
          <a:stretch>
            <a:fillRect/>
          </a:stretch>
        </p:blipFill>
        <p:spPr>
          <a:xfrm flipH="1">
            <a:off x="2601375" y="1725422"/>
            <a:ext cx="468000" cy="468000"/>
          </a:xfrm>
          <a:prstGeom prst="rect">
            <a:avLst/>
          </a:prstGeom>
        </p:spPr>
      </p:pic>
      <p:sp>
        <p:nvSpPr>
          <p:cNvPr id="76" name="正方形/長方形 75">
            <a:extLst>
              <a:ext uri="{FF2B5EF4-FFF2-40B4-BE49-F238E27FC236}">
                <ns2:creationId id="{53085A60-E4D3-120D-65D5-0654FD245972}"/>
              </a:ext>
            </a:extLst>
          </p:cNvPr>
          <p:cNvSpPr/>
          <p:nvPr/>
        </p:nvSpPr>
        <p:spPr>
          <a:xfrm>
            <a:off x="6954982" y="4362713"/>
            <a:ext cx="1492925" cy="1006089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8" name="正方形/長方形 77">
            <a:extLst>
              <a:ext uri="{FF2B5EF4-FFF2-40B4-BE49-F238E27FC236}">
                <ns2:creationId id="{5013F405-9072-F69B-6F73-DD2516363946}"/>
              </a:ext>
            </a:extLst>
          </p:cNvPr>
          <p:cNvSpPr/>
          <p:nvPr/>
        </p:nvSpPr>
        <p:spPr>
          <a:xfrm>
            <a:off x="10118976" y="2886729"/>
            <a:ext cx="1738060" cy="11386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8" name="正方形/長方形 87">
            <a:extLst>
              <a:ext uri="{FF2B5EF4-FFF2-40B4-BE49-F238E27FC236}">
                <ns2:creationId id="{319321F0-B9D0-0E38-617B-8901E41962A5}"/>
              </a:ext>
            </a:extLst>
          </p:cNvPr>
          <p:cNvSpPr/>
          <p:nvPr/>
        </p:nvSpPr>
        <p:spPr>
          <a:xfrm>
            <a:off x="334963" y="6356350"/>
            <a:ext cx="273664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105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5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lang="ja-JP" altLang="en-US" sz="1050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ns2:creationId id="{E63090B7-1AA8-A456-D248-7FF272C103A7}"/>
              </a:ext>
            </a:extLst>
          </p:cNvPr>
          <p:cNvSpPr txBox="1"/>
          <p:nvPr/>
        </p:nvSpPr>
        <p:spPr>
          <a:xfrm>
            <a:off x="9352555" y="4039587"/>
            <a:ext cx="14824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+mn-ea"/>
              </a:rPr>
              <a:t>XX</a:t>
            </a:r>
            <a:r>
              <a:rPr kumimoji="1" lang="ja-JP" altLang="en-US" sz="1100" dirty="0">
                <a:latin typeface="+mn-ea"/>
              </a:rPr>
              <a:t>XX</a:t>
            </a:r>
            <a:r>
              <a:rPr lang="en-US" altLang="ja-JP" sz="1100" dirty="0">
                <a:latin typeface="+mn-ea"/>
              </a:rPr>
              <a:t>:</a:t>
            </a:r>
            <a:r>
              <a:rPr kumimoji="1" lang="en-US" altLang="ja-JP" sz="1100" dirty="0">
                <a:latin typeface="+mn-ea"/>
              </a:rPr>
              <a:t>XX</a:t>
            </a:r>
            <a:endParaRPr kumimoji="1" lang="ja-JP" altLang="en-US" sz="1100" dirty="0">
              <a:latin typeface="+mn-ea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ns2:creationId id="{3F7EFF25-9F7E-CFD8-781C-14CC4832C095}"/>
              </a:ext>
            </a:extLst>
          </p:cNvPr>
          <p:cNvSpPr txBox="1"/>
          <p:nvPr/>
        </p:nvSpPr>
        <p:spPr>
          <a:xfrm>
            <a:off x="8466952" y="4528446"/>
            <a:ext cx="10105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ja-JP" altLang="en-US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%)</a:t>
            </a:r>
            <a:endParaRPr kumimoji="1" lang="ja-JP" altLang="en-US" sz="11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49" name="タイトル 4">
            <a:extLst>
              <a:ext uri="{FF2B5EF4-FFF2-40B4-BE49-F238E27FC236}">
                <ns2:creationId id="{7241F54F-B7F2-B507-04BA-90EF52800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8" y="0"/>
            <a:ext cx="11745912" cy="914400"/>
          </a:xfrm>
        </p:spPr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>
                <a:solidFill>
                  <a:sysClr val="windowText" lastClr="000000"/>
                </a:solidFill>
              </a:rPr>
              <a:t>XX</a:t>
            </a:r>
            <a:endParaRPr lang="ja-JP" altLang="en-US" dirty="0"/>
          </a:p>
        </p:txBody>
      </p:sp>
    </p:spTree>
    <p:extLst>
      <p:ext uri="{BB962C8B-B14F-4D97-AF65-F5344CB8AC3E}">
        <ns7:creationId val="2961487866"/>
      </p:ext>
    </p:extLst>
  </p:cSld>
  <p:clrMapOvr>
    <a:masterClrMapping/>
  </p:clrMapOvr>
</p:sld>
</file>

<file path=ppt/slides/slide138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B6CE82E-BBCC-3FFF-7C8E-34787C740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B9F23D5-16B2-6D7C-A4C2-B9BC64386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5" y="1"/>
            <a:ext cx="11745912" cy="914400"/>
          </a:xfrm>
        </p:spPr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>
                <a:solidFill>
                  <a:sysClr val="windowText" lastClr="000000"/>
                </a:solidFill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D617272-9523-D2C6-4A41-8DAC95F4B2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939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9" name="四角形: 角を丸くする 8">
            <a:extLst>
              <a:ext uri="{FF2B5EF4-FFF2-40B4-BE49-F238E27FC236}">
                <ns2:creationId id="{E42D9C1F-6AD6-7231-9781-00414EE440C1}"/>
              </a:ext>
            </a:extLst>
          </p:cNvPr>
          <p:cNvSpPr/>
          <p:nvPr/>
        </p:nvSpPr>
        <p:spPr>
          <a:xfrm>
            <a:off x="340519" y="1636251"/>
            <a:ext cx="4403293" cy="324000"/>
          </a:xfrm>
          <a:prstGeom prst="roundRect">
            <a:avLst>
              <a:gd name="adj" fmla="val 0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 defTabSz="985838"/>
            <a:r>
              <a:rPr lang="zh-TW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600" spc="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600" spc="58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zh-TW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ns2:creationId id="{0BEA1EF4-794E-8407-6BED-C9E0CFDEE8BB}"/>
              </a:ext>
            </a:extLst>
          </p:cNvPr>
          <p:cNvSpPr/>
          <p:nvPr/>
        </p:nvSpPr>
        <p:spPr>
          <a:xfrm>
            <a:off x="4852122" y="1636250"/>
            <a:ext cx="4141271" cy="326399"/>
          </a:xfrm>
          <a:prstGeom prst="roundRect">
            <a:avLst>
              <a:gd name="adj" fmla="val 5896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r>
              <a:rPr lang="en-US" altLang="ja-JP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49</a:t>
            </a:r>
            <a:r>
              <a:rPr lang="zh-TW" altLang="en-US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lang="en-US" altLang="ja-JP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6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zh-TW" altLang="en-US" sz="16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30" name="グループ化 129">
            <a:extLst>
              <a:ext uri="{FF2B5EF4-FFF2-40B4-BE49-F238E27FC236}">
                <ns2:creationId id="{BA8DF3BF-B354-E755-3BBA-6ACDB7432631}"/>
              </a:ext>
            </a:extLst>
          </p:cNvPr>
          <p:cNvGrpSpPr/>
          <p:nvPr/>
        </p:nvGrpSpPr>
        <p:grpSpPr>
          <a:xfrm>
            <a:off x="5229265" y="3054035"/>
            <a:ext cx="1692000" cy="3254690"/>
            <a:chOff x="5229265" y="3054035"/>
            <a:chExt cx="1692000" cy="3254690"/>
          </a:xfrm>
        </p:grpSpPr>
        <p:sp>
          <p:nvSpPr>
            <p:cNvPr id="32" name="正方形/長方形 31">
              <a:extLst>
                <a:ext uri="{FF2B5EF4-FFF2-40B4-BE49-F238E27FC236}">
                  <ns2:creationId id="{115CC075-1BC8-D447-F912-639E5B423742}"/>
                </a:ext>
              </a:extLst>
            </p:cNvPr>
            <p:cNvSpPr/>
            <p:nvPr/>
          </p:nvSpPr>
          <p:spPr>
            <a:xfrm>
              <a:off x="5229265" y="3054035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FAAFAEE7-3446-E95E-9A02-178872D969B2}"/>
                </a:ext>
              </a:extLst>
            </p:cNvPr>
            <p:cNvSpPr/>
            <p:nvPr/>
          </p:nvSpPr>
          <p:spPr>
            <a:xfrm>
              <a:off x="5229265" y="3714707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5BB30E57-3F92-F2BE-5B6F-851CFEDC3E32}"/>
                </a:ext>
              </a:extLst>
            </p:cNvPr>
            <p:cNvSpPr/>
            <p:nvPr/>
          </p:nvSpPr>
          <p:spPr>
            <a:xfrm>
              <a:off x="5229265" y="4375379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AA2BCC5D-9A8A-6D3F-0298-0A21D8273085}"/>
                </a:ext>
              </a:extLst>
            </p:cNvPr>
            <p:cNvSpPr/>
            <p:nvPr/>
          </p:nvSpPr>
          <p:spPr>
            <a:xfrm>
              <a:off x="5229265" y="5036051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RPA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140AF22B-7598-F9F1-41A5-CB7B94CBBE48}"/>
                </a:ext>
              </a:extLst>
            </p:cNvPr>
            <p:cNvSpPr/>
            <p:nvPr/>
          </p:nvSpPr>
          <p:spPr>
            <a:xfrm>
              <a:off x="5229265" y="5696725"/>
              <a:ext cx="1692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0" bIns="36000" rtlCol="0" anchor="ctr"/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aphicFrame>
        <p:nvGraphicFramePr>
          <p:cNvPr id="61" name="グラフ 60">
            <a:extLst>
              <a:ext uri="{FF2B5EF4-FFF2-40B4-BE49-F238E27FC236}">
                <ns2:creationId id="{820A0476-2149-3157-C33B-7AAC086F7AFF}"/>
              </a:ext>
            </a:extLst>
          </p:cNvPr>
          <p:cNvGraphicFramePr/>
          <p:nvPr/>
        </p:nvGraphicFramePr>
        <p:xfrm>
          <a:off x="6932378" y="2809779"/>
          <a:ext cx="4922310" cy="1492786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62" name="正方形/長方形 61">
            <a:extLst>
              <a:ext uri="{FF2B5EF4-FFF2-40B4-BE49-F238E27FC236}">
                <ns2:creationId id="{F82C50BF-A7CB-9A4C-B3D4-793911802D57}"/>
              </a:ext>
            </a:extLst>
          </p:cNvPr>
          <p:cNvSpPr/>
          <p:nvPr/>
        </p:nvSpPr>
        <p:spPr>
          <a:xfrm>
            <a:off x="7047234" y="2633610"/>
            <a:ext cx="720000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ns2:creationId id="{EC741A77-4F8B-95EA-C64F-B9AE985B49AA}"/>
              </a:ext>
            </a:extLst>
          </p:cNvPr>
          <p:cNvSpPr/>
          <p:nvPr/>
        </p:nvSpPr>
        <p:spPr>
          <a:xfrm>
            <a:off x="10951526" y="2635055"/>
            <a:ext cx="900000" cy="1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tIns="36000" rIns="0" bIns="36000" rtlCol="0" anchor="ctr"/>
          <a:lstStyle/>
          <a:p>
            <a:pPr algn="r"/>
            <a:r>
              <a: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(%)</a:t>
            </a:r>
            <a:endParaRPr lang="ja-JP" altLang="en-US" sz="8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C3EF76A6-86F9-3CC5-8549-5C626D4345E9}"/>
              </a:ext>
            </a:extLst>
          </p:cNvPr>
          <p:cNvSpPr/>
          <p:nvPr/>
        </p:nvSpPr>
        <p:spPr>
          <a:xfrm>
            <a:off x="7610476" y="2968875"/>
            <a:ext cx="1217326" cy="1388302"/>
          </a:xfrm>
          <a:prstGeom prst="rect">
            <a:avLst/>
          </a:prstGeom>
          <a:noFill/>
          <a:ln w="19050">
            <a:solidFill>
              <a:srgbClr val="339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ns2:creationId id="{A38030C5-46CD-828D-6081-D63C5B451A6D}"/>
              </a:ext>
            </a:extLst>
          </p:cNvPr>
          <p:cNvGrpSpPr/>
          <p:nvPr/>
        </p:nvGrpSpPr>
        <p:grpSpPr>
          <a:xfrm>
            <a:off x="7374672" y="5412148"/>
            <a:ext cx="4482366" cy="252000"/>
            <a:chOff x="7374672" y="5412148"/>
            <a:chExt cx="4482366" cy="252000"/>
          </a:xfrm>
        </p:grpSpPr>
        <p:cxnSp>
          <p:nvCxnSpPr>
            <p:cNvPr id="46" name="直線コネクタ 45">
              <a:extLst>
                <a:ext uri="{FF2B5EF4-FFF2-40B4-BE49-F238E27FC236}">
                  <ns2:creationId id="{BD3A2EF4-1702-AC37-A492-E4AE9DC62782}"/>
                </a:ext>
              </a:extLst>
            </p:cNvPr>
            <p:cNvCxnSpPr>
              <a:cxnSpLocks/>
            </p:cNvCxnSpPr>
            <p:nvPr/>
          </p:nvCxnSpPr>
          <p:spPr>
            <a:xfrm>
              <a:off x="7374672" y="5538148"/>
              <a:ext cx="4482366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グループ化 6">
              <a:extLst>
                <a:ext uri="{FF2B5EF4-FFF2-40B4-BE49-F238E27FC236}">
                  <ns2:creationId id="{846EB53D-2691-BFA7-2D94-BEE64CA10D47}"/>
                </a:ext>
              </a:extLst>
            </p:cNvPr>
            <p:cNvGrpSpPr/>
            <p:nvPr/>
          </p:nvGrpSpPr>
          <p:grpSpPr>
            <a:xfrm>
              <a:off x="9489855" y="5412148"/>
              <a:ext cx="252000" cy="252000"/>
              <a:chOff x="9293574" y="5412148"/>
              <a:chExt cx="252000" cy="252000"/>
            </a:xfrm>
          </p:grpSpPr>
          <p:sp>
            <p:nvSpPr>
              <p:cNvPr id="47" name="円/楕円 32">
                <a:extLst>
                  <a:ext uri="{FF2B5EF4-FFF2-40B4-BE49-F238E27FC236}">
                    <ns2:creationId id="{14A5686F-A9A5-A9FF-0BCD-C2AFD035F4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11574" y="5430148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8" name="グラフィックス 47" descr="キャレットを下へ 枠線">
                <a:extLst>
                  <a:ext uri="{FF2B5EF4-FFF2-40B4-BE49-F238E27FC236}">
                    <ns2:creationId id="{325F4EB9-BBAC-FA0D-6C41-4F3F39A4FB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9293574" y="5412148"/>
                <a:ext cx="252000" cy="252000"/>
              </a:xfrm>
              <a:prstGeom prst="rect">
                <a:avLst/>
              </a:prstGeom>
            </p:spPr>
          </p:pic>
        </p:grpSp>
      </p:grpSp>
      <p:sp>
        <p:nvSpPr>
          <p:cNvPr id="44" name="テキスト ボックス 43">
            <a:extLst>
              <a:ext uri="{FF2B5EF4-FFF2-40B4-BE49-F238E27FC236}">
                <ns2:creationId id="{271ACE34-6E59-E193-F772-51ACA520D666}"/>
              </a:ext>
            </a:extLst>
          </p:cNvPr>
          <p:cNvSpPr txBox="1"/>
          <p:nvPr/>
        </p:nvSpPr>
        <p:spPr>
          <a:xfrm>
            <a:off x="7374672" y="5693414"/>
            <a:ext cx="4482366" cy="612000"/>
          </a:xfrm>
          <a:prstGeom prst="rect">
            <a:avLst/>
          </a:prstGeom>
          <a:noFill/>
        </p:spPr>
        <p:txBody>
          <a:bodyPr wrap="square" lIns="72000" tIns="36000" rIns="36000" bIns="36000" rtlCol="0" anchor="ctr" anchorCtr="0">
            <a:noAutofit/>
          </a:bodyPr>
          <a:lstStyle/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176213" lvl="1" indent="-176213">
              <a:buFont typeface="Arial" panose="020B0604020202020204" pitchFamily="34" charset="0"/>
              <a:buChar char="•"/>
            </a:pPr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39" name="グループ化 138">
            <a:extLst>
              <a:ext uri="{FF2B5EF4-FFF2-40B4-BE49-F238E27FC236}">
                <ns2:creationId id="{D012ACDF-0886-C304-AB17-9CA695AAA5AE}"/>
              </a:ext>
            </a:extLst>
          </p:cNvPr>
          <p:cNvGrpSpPr/>
          <p:nvPr/>
        </p:nvGrpSpPr>
        <p:grpSpPr>
          <a:xfrm>
            <a:off x="7374672" y="4518882"/>
            <a:ext cx="4482366" cy="864000"/>
            <a:chOff x="7374672" y="4518882"/>
            <a:chExt cx="4089804" cy="864000"/>
          </a:xfrm>
        </p:grpSpPr>
        <p:sp>
          <p:nvSpPr>
            <p:cNvPr id="67" name="テキスト ボックス 66">
              <a:extLst>
                <a:ext uri="{FF2B5EF4-FFF2-40B4-BE49-F238E27FC236}">
                  <ns2:creationId id="{9CBFE425-A545-3E31-8226-19C56B33CB41}"/>
                </a:ext>
              </a:extLst>
            </p:cNvPr>
            <p:cNvSpPr txBox="1"/>
            <p:nvPr/>
          </p:nvSpPr>
          <p:spPr>
            <a:xfrm>
              <a:off x="9484476" y="4518882"/>
              <a:ext cx="1980000" cy="864000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0" lvl="1"/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E63E7AFB-8CB5-1BB5-40D1-A282D6FC0465}"/>
                </a:ext>
              </a:extLst>
            </p:cNvPr>
            <p:cNvSpPr txBox="1"/>
            <p:nvPr/>
          </p:nvSpPr>
          <p:spPr>
            <a:xfrm>
              <a:off x="7374672" y="4518882"/>
              <a:ext cx="1980000" cy="864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0" lvl="1"/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zh-TW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cxnSp>
        <p:nvCxnSpPr>
          <p:cNvPr id="74" name="直線矢印コネクタ 73">
            <a:extLst>
              <a:ext uri="{FF2B5EF4-FFF2-40B4-BE49-F238E27FC236}">
                <ns2:creationId id="{CC4859AE-C1DF-6614-5D82-8528005EA5DE}"/>
              </a:ext>
            </a:extLst>
          </p:cNvPr>
          <p:cNvCxnSpPr>
            <a:cxnSpLocks/>
            <a:stCxn id="72" idx="2"/>
          </p:cNvCxnSpPr>
          <p:nvPr/>
        </p:nvCxnSpPr>
        <p:spPr>
          <a:xfrm>
            <a:off x="8219139" y="4357177"/>
            <a:ext cx="0" cy="161705"/>
          </a:xfrm>
          <a:prstGeom prst="straightConnector1">
            <a:avLst/>
          </a:prstGeom>
          <a:ln w="19050">
            <a:solidFill>
              <a:srgbClr val="339933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グループ化 132">
            <a:extLst>
              <a:ext uri="{FF2B5EF4-FFF2-40B4-BE49-F238E27FC236}">
                <ns2:creationId id="{6A166D65-58A6-7E9C-FE29-EB2883CDB918}"/>
              </a:ext>
            </a:extLst>
          </p:cNvPr>
          <p:cNvGrpSpPr/>
          <p:nvPr/>
        </p:nvGrpSpPr>
        <p:grpSpPr>
          <a:xfrm>
            <a:off x="1246375" y="2636009"/>
            <a:ext cx="5686003" cy="368913"/>
            <a:chOff x="1246375" y="2636009"/>
            <a:chExt cx="5686003" cy="368913"/>
          </a:xfrm>
        </p:grpSpPr>
        <p:sp>
          <p:nvSpPr>
            <p:cNvPr id="29" name="正方形/長方形 28">
              <a:extLst>
                <a:ext uri="{FF2B5EF4-FFF2-40B4-BE49-F238E27FC236}">
                  <ns2:creationId id="{23ED06E6-B553-7C0C-A7B1-6B14B19E9182}"/>
                </a:ext>
              </a:extLst>
            </p:cNvPr>
            <p:cNvSpPr/>
            <p:nvPr/>
          </p:nvSpPr>
          <p:spPr>
            <a:xfrm>
              <a:off x="1246375" y="2636009"/>
              <a:ext cx="5674887" cy="360000"/>
            </a:xfrm>
            <a:prstGeom prst="rect">
              <a:avLst/>
            </a:prstGeom>
            <a:solidFill>
              <a:srgbClr val="D9D9D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24000" tIns="36000" rIns="36000" bIns="36000" rtlCol="0" anchor="ctr"/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949B0137-F04B-6C19-626E-8B6C4A0CBDDA}"/>
                </a:ext>
              </a:extLst>
            </p:cNvPr>
            <p:cNvSpPr/>
            <p:nvPr/>
          </p:nvSpPr>
          <p:spPr>
            <a:xfrm>
              <a:off x="5240378" y="2824922"/>
              <a:ext cx="1692000" cy="180000"/>
            </a:xfrm>
            <a:prstGeom prst="rect">
              <a:avLst/>
            </a:prstGeom>
            <a:solidFill>
              <a:srgbClr val="D9D9D9">
                <a:alpha val="10000"/>
              </a:srgbClr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</a:p>
          </p:txBody>
        </p:sp>
      </p:grpSp>
      <p:grpSp>
        <p:nvGrpSpPr>
          <p:cNvPr id="131" name="グループ化 130">
            <a:extLst>
              <a:ext uri="{FF2B5EF4-FFF2-40B4-BE49-F238E27FC236}">
                <ns2:creationId id="{8574F073-F79E-29F5-3D72-E3A9583EDB7D}"/>
              </a:ext>
            </a:extLst>
          </p:cNvPr>
          <p:cNvGrpSpPr/>
          <p:nvPr/>
        </p:nvGrpSpPr>
        <p:grpSpPr>
          <a:xfrm>
            <a:off x="3363820" y="3054035"/>
            <a:ext cx="1800000" cy="3254690"/>
            <a:chOff x="3364363" y="3054035"/>
            <a:chExt cx="1800000" cy="3254690"/>
          </a:xfrm>
        </p:grpSpPr>
        <p:sp>
          <p:nvSpPr>
            <p:cNvPr id="31" name="正方形/長方形 30">
              <a:extLst>
                <a:ext uri="{FF2B5EF4-FFF2-40B4-BE49-F238E27FC236}">
                  <ns2:creationId id="{2AB411AA-2389-DC71-1982-CF76F79A5698}"/>
                </a:ext>
              </a:extLst>
            </p:cNvPr>
            <p:cNvSpPr/>
            <p:nvPr/>
          </p:nvSpPr>
          <p:spPr>
            <a:xfrm>
              <a:off x="3364363" y="3054035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A4F9C23F-A9FA-CF01-2B50-F5792FABA253}"/>
                </a:ext>
              </a:extLst>
            </p:cNvPr>
            <p:cNvSpPr/>
            <p:nvPr/>
          </p:nvSpPr>
          <p:spPr>
            <a:xfrm>
              <a:off x="3364363" y="3714707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E14DD266-22E1-897B-AF5D-A718A27DFED0}"/>
                </a:ext>
              </a:extLst>
            </p:cNvPr>
            <p:cNvSpPr/>
            <p:nvPr/>
          </p:nvSpPr>
          <p:spPr>
            <a:xfrm>
              <a:off x="3364363" y="4375379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48FD8087-16F7-5E4B-BA76-56E00544619A}"/>
                </a:ext>
              </a:extLst>
            </p:cNvPr>
            <p:cNvSpPr/>
            <p:nvPr/>
          </p:nvSpPr>
          <p:spPr>
            <a:xfrm>
              <a:off x="3364363" y="5036051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7E8F8F22-AF1F-FD14-D55B-2641F16BFE0B}"/>
                </a:ext>
              </a:extLst>
            </p:cNvPr>
            <p:cNvSpPr/>
            <p:nvPr/>
          </p:nvSpPr>
          <p:spPr>
            <a:xfrm>
              <a:off x="3364363" y="5696725"/>
              <a:ext cx="1800000" cy="61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ctr"/>
            <a:lstStyle/>
            <a:p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04" name="グループ化 103">
            <a:extLst>
              <a:ext uri="{FF2B5EF4-FFF2-40B4-BE49-F238E27FC236}">
                <ns2:creationId id="{7E99BDEE-A3F0-32EC-E2C0-778B64231DBF}"/>
              </a:ext>
            </a:extLst>
          </p:cNvPr>
          <p:cNvGrpSpPr/>
          <p:nvPr/>
        </p:nvGrpSpPr>
        <p:grpSpPr>
          <a:xfrm>
            <a:off x="340519" y="2010130"/>
            <a:ext cx="828000" cy="576000"/>
            <a:chOff x="340519" y="2010130"/>
            <a:chExt cx="828000" cy="576000"/>
          </a:xfrm>
        </p:grpSpPr>
        <p:sp>
          <p:nvSpPr>
            <p:cNvPr id="13" name="正方形/長方形 12">
              <a:extLst>
                <a:ext uri="{FF2B5EF4-FFF2-40B4-BE49-F238E27FC236}">
                  <ns2:creationId id="{45450469-D7ED-9C3B-82D0-1297E6947C47}"/>
                </a:ext>
              </a:extLst>
            </p:cNvPr>
            <p:cNvSpPr/>
            <p:nvPr/>
          </p:nvSpPr>
          <p:spPr>
            <a:xfrm>
              <a:off x="340519" y="2010130"/>
              <a:ext cx="828000" cy="57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0" rtlCol="0" anchor="b" anchorCtr="0"/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0" name="直線コネクタ 89">
              <a:extLst>
                <a:ext uri="{FF2B5EF4-FFF2-40B4-BE49-F238E27FC236}">
                  <ns2:creationId id="{EC28BD42-CB92-2DED-E61C-1F25BD67FDB0}"/>
                </a:ext>
              </a:extLst>
            </p:cNvPr>
            <p:cNvCxnSpPr>
              <a:cxnSpLocks/>
            </p:cNvCxnSpPr>
            <p:nvPr/>
          </p:nvCxnSpPr>
          <p:spPr>
            <a:xfrm>
              <a:off x="1168519" y="2010130"/>
              <a:ext cx="0" cy="576000"/>
            </a:xfrm>
            <a:prstGeom prst="line">
              <a:avLst/>
            </a:prstGeom>
            <a:ln w="3175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グラフィックス 97" descr="的中 単色塗りつぶし">
              <a:extLst>
                <a:ext uri="{FF2B5EF4-FFF2-40B4-BE49-F238E27FC236}">
                  <ns2:creationId id="{6806B9E2-DF2F-A015-D38D-C119E6C951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rcRect/>
            <a:stretch/>
          </p:blipFill>
          <p:spPr>
            <a:xfrm>
              <a:off x="574519" y="2010130"/>
              <a:ext cx="360000" cy="360000"/>
            </a:xfrm>
            <a:prstGeom prst="rect">
              <a:avLst/>
            </a:prstGeom>
          </p:spPr>
        </p:pic>
      </p:grpSp>
      <p:grpSp>
        <p:nvGrpSpPr>
          <p:cNvPr id="102" name="グループ化 101">
            <a:extLst>
              <a:ext uri="{FF2B5EF4-FFF2-40B4-BE49-F238E27FC236}">
                <ns2:creationId id="{D21615A8-35FC-305F-D987-3A28F04234B3}"/>
              </a:ext>
            </a:extLst>
          </p:cNvPr>
          <p:cNvGrpSpPr/>
          <p:nvPr/>
        </p:nvGrpSpPr>
        <p:grpSpPr>
          <a:xfrm>
            <a:off x="340519" y="2636009"/>
            <a:ext cx="828000" cy="3672715"/>
            <a:chOff x="340519" y="2636009"/>
            <a:chExt cx="828000" cy="3672715"/>
          </a:xfrm>
        </p:grpSpPr>
        <p:grpSp>
          <p:nvGrpSpPr>
            <p:cNvPr id="92" name="グループ化 91">
              <a:extLst>
                <a:ext uri="{FF2B5EF4-FFF2-40B4-BE49-F238E27FC236}">
                  <ns2:creationId id="{4E260F7E-51E1-BA97-7A13-30EA5A8E77DC}"/>
                </a:ext>
              </a:extLst>
            </p:cNvPr>
            <p:cNvGrpSpPr/>
            <p:nvPr/>
          </p:nvGrpSpPr>
          <p:grpSpPr>
            <a:xfrm>
              <a:off x="340519" y="2636009"/>
              <a:ext cx="828000" cy="3672715"/>
              <a:chOff x="340519" y="2636009"/>
              <a:chExt cx="828000" cy="3672715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62457706-8882-281C-45B1-6FC997DC2FAB}"/>
                  </a:ext>
                </a:extLst>
              </p:cNvPr>
              <p:cNvSpPr/>
              <p:nvPr/>
            </p:nvSpPr>
            <p:spPr>
              <a:xfrm>
                <a:off x="340519" y="2636009"/>
                <a:ext cx="828000" cy="367271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108000" rIns="36000" bIns="36000" rtlCol="0" anchor="ctr"/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ns2:creationId id="{01A19703-D2AE-0466-9B22-A5B9C63C78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519" y="2636009"/>
                <a:ext cx="0" cy="3672000"/>
              </a:xfrm>
              <a:prstGeom prst="line">
                <a:avLst/>
              </a:prstGeom>
              <a:ln w="3175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99" name="グラフィックス 98" descr="クリップボード: チェックマーク 単色塗りつぶし">
              <a:extLst>
                <a:ext uri="{FF2B5EF4-FFF2-40B4-BE49-F238E27FC236}">
                  <ns2:creationId id="{851966AA-C356-D234-E250-20069C64A1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6"/>
                </a:ext>
              </a:extLst>
            </a:blip>
            <a:stretch>
              <a:fillRect/>
            </a:stretch>
          </p:blipFill>
          <p:spPr>
            <a:xfrm>
              <a:off x="520519" y="3858284"/>
              <a:ext cx="468000" cy="468000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ns2:creationId id="{808BB2C3-BA04-26EC-6ECC-71DAE07B17C0}"/>
              </a:ext>
            </a:extLst>
          </p:cNvPr>
          <p:cNvGrpSpPr/>
          <p:nvPr/>
        </p:nvGrpSpPr>
        <p:grpSpPr>
          <a:xfrm>
            <a:off x="1246373" y="2010130"/>
            <a:ext cx="10605107" cy="576000"/>
            <a:chOff x="1246374" y="2010130"/>
            <a:chExt cx="7955948" cy="576000"/>
          </a:xfrm>
        </p:grpSpPr>
        <p:sp>
          <p:nvSpPr>
            <p:cNvPr id="16" name="ホームベース 51">
              <a:extLst>
                <a:ext uri="{FF2B5EF4-FFF2-40B4-BE49-F238E27FC236}">
                  <ns2:creationId id="{2ECD2104-35D9-1009-076C-7E794BF7126E}"/>
                </a:ext>
              </a:extLst>
            </p:cNvPr>
            <p:cNvSpPr/>
            <p:nvPr/>
          </p:nvSpPr>
          <p:spPr>
            <a:xfrm>
              <a:off x="1246374" y="2010130"/>
              <a:ext cx="2657644" cy="576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山形 52">
              <a:extLst>
                <a:ext uri="{FF2B5EF4-FFF2-40B4-BE49-F238E27FC236}">
                  <ns2:creationId id="{8363143D-A501-C76D-957C-78221FB1131D}"/>
                </a:ext>
              </a:extLst>
            </p:cNvPr>
            <p:cNvSpPr/>
            <p:nvPr/>
          </p:nvSpPr>
          <p:spPr>
            <a:xfrm>
              <a:off x="3895526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山形 53">
              <a:extLst>
                <a:ext uri="{FF2B5EF4-FFF2-40B4-BE49-F238E27FC236}">
                  <ns2:creationId id="{BAC5F301-D7EA-5675-31C1-39D47EA3F752}"/>
                </a:ext>
              </a:extLst>
            </p:cNvPr>
            <p:cNvSpPr/>
            <p:nvPr/>
          </p:nvSpPr>
          <p:spPr>
            <a:xfrm>
              <a:off x="6544678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pic>
        <p:nvPicPr>
          <p:cNvPr id="105" name="グラフィックス 104" descr="クリップボード 単色塗りつぶし">
            <a:extLst>
              <a:ext uri="{FF2B5EF4-FFF2-40B4-BE49-F238E27FC236}">
                <ns2:creationId id="{01C01E51-C7A1-19C1-03EC-35038BFC18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7"/>
              </a:ext>
            </a:extLst>
          </a:blip>
          <a:stretch>
            <a:fillRect/>
          </a:stretch>
        </p:blipFill>
        <p:spPr>
          <a:xfrm>
            <a:off x="1321415" y="2118130"/>
            <a:ext cx="360000" cy="360000"/>
          </a:xfrm>
          <a:prstGeom prst="rect">
            <a:avLst/>
          </a:prstGeom>
        </p:spPr>
      </p:pic>
      <p:pic>
        <p:nvPicPr>
          <p:cNvPr id="110" name="グラフィックス 109" descr="カスタマー レビュー 単色塗りつぶし">
            <a:extLst>
              <a:ext uri="{FF2B5EF4-FFF2-40B4-BE49-F238E27FC236}">
                <ns2:creationId id="{22E36C49-2FEB-8C18-01D5-BFF657208C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8"/>
              </a:ext>
            </a:extLst>
          </a:blip>
          <a:stretch>
            <a:fillRect/>
          </a:stretch>
        </p:blipFill>
        <p:spPr>
          <a:xfrm>
            <a:off x="8459697" y="2109130"/>
            <a:ext cx="360000" cy="360000"/>
          </a:xfrm>
          <a:prstGeom prst="rect">
            <a:avLst/>
          </a:prstGeom>
        </p:spPr>
      </p:pic>
      <p:pic>
        <p:nvPicPr>
          <p:cNvPr id="112" name="グラフィックス 111" descr="会議 単色塗りつぶし">
            <a:extLst>
              <a:ext uri="{FF2B5EF4-FFF2-40B4-BE49-F238E27FC236}">
                <ns2:creationId id="{B08A02E2-EBE3-2972-E72C-D54CCE135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9"/>
              </a:ext>
            </a:extLst>
          </a:blip>
          <a:stretch>
            <a:fillRect/>
          </a:stretch>
        </p:blipFill>
        <p:spPr>
          <a:xfrm>
            <a:off x="4937958" y="2137541"/>
            <a:ext cx="360000" cy="360000"/>
          </a:xfrm>
          <a:prstGeom prst="rect">
            <a:avLst/>
          </a:prstGeom>
        </p:spPr>
      </p:pic>
      <p:grpSp>
        <p:nvGrpSpPr>
          <p:cNvPr id="132" name="グループ化 131">
            <a:extLst>
              <a:ext uri="{FF2B5EF4-FFF2-40B4-BE49-F238E27FC236}">
                <ns2:creationId id="{98A060AD-4432-7926-DAF0-0B7CA139F09A}"/>
              </a:ext>
            </a:extLst>
          </p:cNvPr>
          <p:cNvGrpSpPr/>
          <p:nvPr/>
        </p:nvGrpSpPr>
        <p:grpSpPr>
          <a:xfrm>
            <a:off x="1229158" y="3040062"/>
            <a:ext cx="2069217" cy="3268663"/>
            <a:chOff x="1229158" y="3038369"/>
            <a:chExt cx="2069217" cy="3268663"/>
          </a:xfrm>
        </p:grpSpPr>
        <p:sp>
          <p:nvSpPr>
            <p:cNvPr id="21" name="正方形/長方形 20">
              <a:extLst>
                <a:ext uri="{FF2B5EF4-FFF2-40B4-BE49-F238E27FC236}">
                  <ns2:creationId id="{C19C93B4-1B81-496F-603E-3F016E6AB392}"/>
                </a:ext>
              </a:extLst>
            </p:cNvPr>
            <p:cNvSpPr/>
            <p:nvPr/>
          </p:nvSpPr>
          <p:spPr>
            <a:xfrm>
              <a:off x="1246375" y="5034782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8A88542A-1BEA-6A9C-ABD8-5900651D6C5E}"/>
                </a:ext>
              </a:extLst>
            </p:cNvPr>
            <p:cNvSpPr/>
            <p:nvPr/>
          </p:nvSpPr>
          <p:spPr>
            <a:xfrm>
              <a:off x="1246375" y="5695032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A86AB65F-F021-406A-6892-8872DB3EAB5C}"/>
                </a:ext>
              </a:extLst>
            </p:cNvPr>
            <p:cNvSpPr/>
            <p:nvPr/>
          </p:nvSpPr>
          <p:spPr>
            <a:xfrm>
              <a:off x="1246375" y="4374533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04532A53-948F-37C7-ABCC-AF5D18F9200E}"/>
                </a:ext>
              </a:extLst>
            </p:cNvPr>
            <p:cNvSpPr/>
            <p:nvPr/>
          </p:nvSpPr>
          <p:spPr>
            <a:xfrm>
              <a:off x="1246375" y="3714284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1D6ACEE2-E571-29BD-880F-53D73EAE3C76}"/>
                </a:ext>
              </a:extLst>
            </p:cNvPr>
            <p:cNvSpPr/>
            <p:nvPr/>
          </p:nvSpPr>
          <p:spPr>
            <a:xfrm>
              <a:off x="1246375" y="3054035"/>
              <a:ext cx="2052000" cy="61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0" tIns="36000" rIns="36000" bIns="36000" rtlCol="0" anchor="ctr"/>
            <a:lstStyle/>
            <a:p>
              <a:r>
                <a: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5" name="グラフィックス 114" descr="バッジ 1 単色塗りつぶし">
              <a:extLst>
                <a:ext uri="{FF2B5EF4-FFF2-40B4-BE49-F238E27FC236}">
                  <ns2:creationId id="{40FD0975-FE7D-1E2F-431F-67D438F7A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0"/>
                </a:ext>
              </a:extLst>
            </a:blip>
            <a:stretch>
              <a:fillRect/>
            </a:stretch>
          </p:blipFill>
          <p:spPr>
            <a:xfrm>
              <a:off x="1229158" y="5672534"/>
              <a:ext cx="324000" cy="324000"/>
            </a:xfrm>
            <a:prstGeom prst="rect">
              <a:avLst/>
            </a:prstGeom>
          </p:spPr>
        </p:pic>
        <p:pic>
          <p:nvPicPr>
            <p:cNvPr id="117" name="グラフィックス 116" descr="バッジ 単色塗りつぶし">
              <a:extLst>
                <a:ext uri="{FF2B5EF4-FFF2-40B4-BE49-F238E27FC236}">
                  <ns2:creationId id="{1E29AD99-DB99-01AB-898F-74D30D39F8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1"/>
                </a:ext>
              </a:extLst>
            </a:blip>
            <a:stretch>
              <a:fillRect/>
            </a:stretch>
          </p:blipFill>
          <p:spPr>
            <a:xfrm>
              <a:off x="1229158" y="5024268"/>
              <a:ext cx="324000" cy="324000"/>
            </a:xfrm>
            <a:prstGeom prst="rect">
              <a:avLst/>
            </a:prstGeom>
          </p:spPr>
        </p:pic>
        <p:pic>
          <p:nvPicPr>
            <p:cNvPr id="119" name="グラフィックス 118" descr="バッジ 3 単色塗りつぶし">
              <a:extLst>
                <a:ext uri="{FF2B5EF4-FFF2-40B4-BE49-F238E27FC236}">
                  <ns2:creationId id="{D1C66E81-C5F6-21A3-AE66-AE00E83AB9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2"/>
                </a:ext>
              </a:extLst>
            </a:blip>
            <a:stretch>
              <a:fillRect/>
            </a:stretch>
          </p:blipFill>
          <p:spPr>
            <a:xfrm>
              <a:off x="1229158" y="4355483"/>
              <a:ext cx="324000" cy="324000"/>
            </a:xfrm>
            <a:prstGeom prst="rect">
              <a:avLst/>
            </a:prstGeom>
          </p:spPr>
        </p:pic>
        <p:pic>
          <p:nvPicPr>
            <p:cNvPr id="121" name="グラフィックス 120" descr="バッジ 4 単色塗りつぶし">
              <a:extLst>
                <a:ext uri="{FF2B5EF4-FFF2-40B4-BE49-F238E27FC236}">
                  <ns2:creationId id="{703F0AC6-10E6-B07E-F301-365531CB70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3"/>
                </a:ext>
              </a:extLst>
            </a:blip>
            <a:stretch>
              <a:fillRect/>
            </a:stretch>
          </p:blipFill>
          <p:spPr>
            <a:xfrm>
              <a:off x="1229158" y="3699892"/>
              <a:ext cx="324000" cy="324000"/>
            </a:xfrm>
            <a:prstGeom prst="rect">
              <a:avLst/>
            </a:prstGeom>
          </p:spPr>
        </p:pic>
        <p:pic>
          <p:nvPicPr>
            <p:cNvPr id="123" name="グラフィックス 122" descr="バッジ 5 単色塗りつぶし">
              <a:extLst>
                <a:ext uri="{FF2B5EF4-FFF2-40B4-BE49-F238E27FC236}">
                  <ns2:creationId id="{B880967D-48E2-45C0-6D77-DE69C27927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4"/>
                </a:ext>
              </a:extLst>
            </a:blip>
            <a:stretch>
              <a:fillRect/>
            </a:stretch>
          </p:blipFill>
          <p:spPr>
            <a:xfrm>
              <a:off x="1229158" y="3038369"/>
              <a:ext cx="324000" cy="324000"/>
            </a:xfrm>
            <a:prstGeom prst="rect">
              <a:avLst/>
            </a:prstGeom>
          </p:spPr>
        </p:pic>
      </p:grpSp>
      <p:sp>
        <p:nvSpPr>
          <p:cNvPr id="4" name="テキスト ボックス 3">
            <a:extLst>
              <a:ext uri="{FF2B5EF4-FFF2-40B4-BE49-F238E27FC236}">
                <ns2:creationId id="{2AD6348D-0532-A3E3-0F45-8E1F6981D3FE}"/>
              </a:ext>
            </a:extLst>
          </p:cNvPr>
          <p:cNvSpPr txBox="1"/>
          <p:nvPr/>
        </p:nvSpPr>
        <p:spPr>
          <a:xfrm>
            <a:off x="10758311" y="4222044"/>
            <a:ext cx="1071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XX</a:t>
            </a:r>
            <a:r>
              <a:rPr kumimoji="1" lang="en-US" altLang="ja-JP" sz="1200" dirty="0"/>
              <a:t>7</a:t>
            </a:r>
            <a:r>
              <a:rPr kumimoji="1" lang="ja-JP" altLang="en-US" sz="1200" dirty="0"/>
              <a:t>XX</a:t>
            </a:r>
          </a:p>
        </p:txBody>
      </p:sp>
    </p:spTree>
    <p:extLst>
      <p:ext uri="{BB962C8B-B14F-4D97-AF65-F5344CB8AC3E}">
        <ns6:creationId val="3881091887"/>
      </p:ext>
    </p:extLst>
  </p:cSld>
  <p:clrMapOvr>
    <a:masterClrMapping/>
  </p:clrMapOvr>
</p:sld>
</file>

<file path=ppt/slides/slide139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openxmlformats.org/drawingml/2006/chart" xmlns:ns7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B857E67-F050-7396-3253-0D3BE35FA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ns2:creationId id="{7EEF7319-D428-BA95-369C-461419BE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ns2:creationId id="{D5C0D717-EFA7-202F-DA73-F571BA23BC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lang="ja-JP" altLang="en-US" dirty="0"/>
              <a:t>XX</a:t>
            </a:r>
            <a:endParaRPr lang="en-US" altLang="ja-JP" dirty="0"/>
          </a:p>
        </p:txBody>
      </p:sp>
      <p:sp>
        <p:nvSpPr>
          <p:cNvPr id="8" name="二等辺三角形 7">
            <a:extLst>
              <a:ext uri="{FF2B5EF4-FFF2-40B4-BE49-F238E27FC236}">
                <ns2:creationId id="{9FA064F6-D384-1AFD-20B4-48A8E5E034C6}"/>
              </a:ext>
            </a:extLst>
          </p:cNvPr>
          <p:cNvSpPr/>
          <p:nvPr/>
        </p:nvSpPr>
        <p:spPr>
          <a:xfrm rot="5400000">
            <a:off x="4005778" y="4601383"/>
            <a:ext cx="1996913" cy="542236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ns2:creationId id="{55E5C9FF-B781-33ED-EBCD-3326E037B7F4}"/>
              </a:ext>
            </a:extLst>
          </p:cNvPr>
          <p:cNvGrpSpPr/>
          <p:nvPr/>
        </p:nvGrpSpPr>
        <p:grpSpPr>
          <a:xfrm>
            <a:off x="401770" y="1722181"/>
            <a:ext cx="11455267" cy="369332"/>
            <a:chOff x="4906961" y="1722181"/>
            <a:chExt cx="6950076" cy="369332"/>
          </a:xfrm>
        </p:grpSpPr>
        <p:cxnSp>
          <p:nvCxnSpPr>
            <p:cNvPr id="12" name="直線コネクタ 11">
              <a:extLst>
                <a:ext uri="{FF2B5EF4-FFF2-40B4-BE49-F238E27FC236}">
                  <ns2:creationId id="{7D1713E4-B087-330C-CF97-8DDC01F214DA}"/>
                </a:ext>
              </a:extLst>
            </p:cNvPr>
            <p:cNvCxnSpPr>
              <a:cxnSpLocks/>
            </p:cNvCxnSpPr>
            <p:nvPr/>
          </p:nvCxnSpPr>
          <p:spPr>
            <a:xfrm>
              <a:off x="4906961" y="2086971"/>
              <a:ext cx="6950076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ns2:creationId id="{589EEE06-CC3D-107E-2753-DB904123AEC0}"/>
                </a:ext>
              </a:extLst>
            </p:cNvPr>
            <p:cNvSpPr txBox="1"/>
            <p:nvPr/>
          </p:nvSpPr>
          <p:spPr>
            <a:xfrm>
              <a:off x="4906961" y="1722181"/>
              <a:ext cx="6950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14" name="グラフィックス 6218" descr="電球と鉛筆 枠線">
            <a:extLst>
              <a:ext uri="{FF2B5EF4-FFF2-40B4-BE49-F238E27FC236}">
                <ns2:creationId id="{E813AEBC-F7F0-19BA-063A-82BE788FEE23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ns3:useLocalDpi val="0"/>
              </a:ext>
              <a:ext uri="{96DAC541-7B7A-43D3-8B79-37D633B846F1}">
                <ns4:svgBlip r:embed="rId3"/>
              </a:ext>
            </a:extLst>
          </a:blip>
          <a:stretch>
            <a:fillRect/>
          </a:stretch>
        </p:blipFill>
        <p:spPr>
          <a:xfrm>
            <a:off x="4628607" y="1650251"/>
            <a:ext cx="432000" cy="432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ns2:creationId id="{D5774637-BFEA-6F1C-6176-B6D43D1D58EC}"/>
              </a:ext>
            </a:extLst>
          </p:cNvPr>
          <p:cNvSpPr txBox="1"/>
          <p:nvPr/>
        </p:nvSpPr>
        <p:spPr>
          <a:xfrm>
            <a:off x="1287720" y="3186514"/>
            <a:ext cx="15927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楕円 6175">
            <a:extLst>
              <a:ext uri="{FF2B5EF4-FFF2-40B4-BE49-F238E27FC236}">
                <ns2:creationId id="{3D964079-FE67-8504-C3F3-B60B2E7B7511}"/>
              </a:ext>
            </a:extLst>
          </p:cNvPr>
          <p:cNvSpPr/>
          <p:nvPr/>
        </p:nvSpPr>
        <p:spPr>
          <a:xfrm>
            <a:off x="3418433" y="3225209"/>
            <a:ext cx="229508" cy="203792"/>
          </a:xfrm>
          <a:prstGeom prst="ellipse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ns2:creationId id="{5A905BFF-CD51-4354-ECF8-9C804886477C}"/>
              </a:ext>
            </a:extLst>
          </p:cNvPr>
          <p:cNvSpPr txBox="1"/>
          <p:nvPr/>
        </p:nvSpPr>
        <p:spPr>
          <a:xfrm>
            <a:off x="3529990" y="3239505"/>
            <a:ext cx="116861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7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7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309F7D52-7D3A-1E15-586D-A166CA52578A}"/>
              </a:ext>
            </a:extLst>
          </p:cNvPr>
          <p:cNvSpPr/>
          <p:nvPr/>
        </p:nvSpPr>
        <p:spPr>
          <a:xfrm>
            <a:off x="347086" y="2340552"/>
            <a:ext cx="4226104" cy="245987"/>
          </a:xfrm>
          <a:prstGeom prst="rect">
            <a:avLst/>
          </a:prstGeom>
          <a:solidFill>
            <a:srgbClr val="008000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62B50CF2-0A35-538B-003D-EF7491C73FFE}"/>
              </a:ext>
            </a:extLst>
          </p:cNvPr>
          <p:cNvSpPr/>
          <p:nvPr/>
        </p:nvSpPr>
        <p:spPr>
          <a:xfrm>
            <a:off x="347085" y="2591946"/>
            <a:ext cx="4226105" cy="590157"/>
          </a:xfrm>
          <a:prstGeom prst="rect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51A8434B-B6DC-F225-01A2-2C3B1661D09E}"/>
              </a:ext>
            </a:extLst>
          </p:cNvPr>
          <p:cNvSpPr/>
          <p:nvPr/>
        </p:nvSpPr>
        <p:spPr>
          <a:xfrm>
            <a:off x="346354" y="3566850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2F424259-7E8A-5702-CF36-7FA3B0C6EE80}"/>
              </a:ext>
            </a:extLst>
          </p:cNvPr>
          <p:cNvSpPr/>
          <p:nvPr/>
        </p:nvSpPr>
        <p:spPr>
          <a:xfrm>
            <a:off x="346354" y="4123337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B9FA521D-AD1E-35B5-BBFF-76DD5EEC7BF8}"/>
              </a:ext>
            </a:extLst>
          </p:cNvPr>
          <p:cNvSpPr/>
          <p:nvPr/>
        </p:nvSpPr>
        <p:spPr>
          <a:xfrm>
            <a:off x="346354" y="4679821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B4AA02C6-1641-B346-45A4-EA4F647812E9}"/>
              </a:ext>
            </a:extLst>
          </p:cNvPr>
          <p:cNvSpPr/>
          <p:nvPr/>
        </p:nvSpPr>
        <p:spPr>
          <a:xfrm>
            <a:off x="346354" y="5236308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BD8096E2-5A82-B1ED-3660-ED9CB6A4E365}"/>
              </a:ext>
            </a:extLst>
          </p:cNvPr>
          <p:cNvSpPr/>
          <p:nvPr/>
        </p:nvSpPr>
        <p:spPr>
          <a:xfrm>
            <a:off x="1077828" y="3566850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AA01D720-9556-DB86-5B99-77E185A786D0}"/>
              </a:ext>
            </a:extLst>
          </p:cNvPr>
          <p:cNvSpPr/>
          <p:nvPr/>
        </p:nvSpPr>
        <p:spPr>
          <a:xfrm>
            <a:off x="1077828" y="4123337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正方形/長方形 31">
            <a:extLst>
              <a:ext uri="{FF2B5EF4-FFF2-40B4-BE49-F238E27FC236}">
                <ns2:creationId id="{A7609AC7-6734-9483-C565-2F964EE5E9CC}"/>
              </a:ext>
            </a:extLst>
          </p:cNvPr>
          <p:cNvSpPr/>
          <p:nvPr/>
        </p:nvSpPr>
        <p:spPr>
          <a:xfrm>
            <a:off x="1077828" y="4679821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8783B096-99C3-6E91-45C7-C4F9A9BE9131}"/>
              </a:ext>
            </a:extLst>
          </p:cNvPr>
          <p:cNvSpPr/>
          <p:nvPr/>
        </p:nvSpPr>
        <p:spPr>
          <a:xfrm>
            <a:off x="1077828" y="5236308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6" name="正方形/長方形 35">
            <a:extLst>
              <a:ext uri="{FF2B5EF4-FFF2-40B4-BE49-F238E27FC236}">
                <ns2:creationId id="{ED4CFA5E-0034-2EC6-B493-DC57177F26D9}"/>
              </a:ext>
            </a:extLst>
          </p:cNvPr>
          <p:cNvSpPr/>
          <p:nvPr/>
        </p:nvSpPr>
        <p:spPr>
          <a:xfrm>
            <a:off x="3558708" y="3566850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ns2:creationId id="{6356E3DC-8078-CDDE-5AA7-F72ABFAE3CB1}"/>
              </a:ext>
            </a:extLst>
          </p:cNvPr>
          <p:cNvSpPr/>
          <p:nvPr/>
        </p:nvSpPr>
        <p:spPr>
          <a:xfrm>
            <a:off x="3558708" y="4123337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A223A288-559A-419E-B16A-3CDA806910FB}"/>
              </a:ext>
            </a:extLst>
          </p:cNvPr>
          <p:cNvSpPr/>
          <p:nvPr/>
        </p:nvSpPr>
        <p:spPr>
          <a:xfrm>
            <a:off x="3558708" y="4679821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FDC3D99A-8596-9FF8-F709-62412E4E152F}"/>
              </a:ext>
            </a:extLst>
          </p:cNvPr>
          <p:cNvSpPr/>
          <p:nvPr/>
        </p:nvSpPr>
        <p:spPr>
          <a:xfrm>
            <a:off x="3558708" y="5236308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CF0F0677-78CC-703C-2777-ADE2500B3F12}"/>
              </a:ext>
            </a:extLst>
          </p:cNvPr>
          <p:cNvSpPr/>
          <p:nvPr/>
        </p:nvSpPr>
        <p:spPr>
          <a:xfrm>
            <a:off x="346354" y="5795346"/>
            <a:ext cx="697849" cy="513379"/>
          </a:xfrm>
          <a:prstGeom prst="rect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A36A9006-2A2F-3965-7682-AD20373366AA}"/>
              </a:ext>
            </a:extLst>
          </p:cNvPr>
          <p:cNvSpPr/>
          <p:nvPr/>
        </p:nvSpPr>
        <p:spPr>
          <a:xfrm>
            <a:off x="1077828" y="5795346"/>
            <a:ext cx="2447368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36000" rtlCol="0" anchor="ctr"/>
          <a:lstStyle/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285A34A6-9A98-0BE4-757E-508F828A398F}"/>
              </a:ext>
            </a:extLst>
          </p:cNvPr>
          <p:cNvSpPr/>
          <p:nvPr/>
        </p:nvSpPr>
        <p:spPr>
          <a:xfrm>
            <a:off x="3558708" y="5795346"/>
            <a:ext cx="1019235" cy="513379"/>
          </a:xfrm>
          <a:prstGeom prst="rect">
            <a:avLst/>
          </a:prstGeom>
          <a:solidFill>
            <a:schemeClr val="bg1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2" name="楕円 6177">
            <a:extLst>
              <a:ext uri="{FF2B5EF4-FFF2-40B4-BE49-F238E27FC236}">
                <ns2:creationId id="{B5BBFBC1-838D-A4FD-C384-F2D3D0292C11}"/>
              </a:ext>
            </a:extLst>
          </p:cNvPr>
          <p:cNvSpPr/>
          <p:nvPr/>
        </p:nvSpPr>
        <p:spPr>
          <a:xfrm>
            <a:off x="3680770" y="3753026"/>
            <a:ext cx="170206" cy="168548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１</a:t>
            </a:r>
          </a:p>
        </p:txBody>
      </p:sp>
      <p:sp>
        <p:nvSpPr>
          <p:cNvPr id="54" name="楕円 6178">
            <a:extLst>
              <a:ext uri="{FF2B5EF4-FFF2-40B4-BE49-F238E27FC236}">
                <ns2:creationId id="{53EBADEB-2B1E-D94A-96E5-3671B497C11A}"/>
              </a:ext>
            </a:extLst>
          </p:cNvPr>
          <p:cNvSpPr/>
          <p:nvPr/>
        </p:nvSpPr>
        <p:spPr>
          <a:xfrm>
            <a:off x="3992184" y="3768487"/>
            <a:ext cx="138979" cy="137625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２</a:t>
            </a:r>
          </a:p>
        </p:txBody>
      </p:sp>
      <p:sp>
        <p:nvSpPr>
          <p:cNvPr id="55" name="楕円 6179">
            <a:extLst>
              <a:ext uri="{FF2B5EF4-FFF2-40B4-BE49-F238E27FC236}">
                <ns2:creationId id="{BFA48EE6-CC23-5E5A-AAD6-7628F6FE1864}"/>
              </a:ext>
            </a:extLst>
          </p:cNvPr>
          <p:cNvSpPr/>
          <p:nvPr/>
        </p:nvSpPr>
        <p:spPr>
          <a:xfrm>
            <a:off x="4252838" y="3713737"/>
            <a:ext cx="249557" cy="247126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３</a:t>
            </a:r>
          </a:p>
        </p:txBody>
      </p:sp>
      <p:sp>
        <p:nvSpPr>
          <p:cNvPr id="58" name="楕円 6180">
            <a:extLst>
              <a:ext uri="{FF2B5EF4-FFF2-40B4-BE49-F238E27FC236}">
                <ns2:creationId id="{FB93CE02-CC28-7DD9-E24E-D1090352111F}"/>
              </a:ext>
            </a:extLst>
          </p:cNvPr>
          <p:cNvSpPr/>
          <p:nvPr/>
        </p:nvSpPr>
        <p:spPr>
          <a:xfrm>
            <a:off x="3647941" y="4286917"/>
            <a:ext cx="235865" cy="233568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４</a:t>
            </a:r>
          </a:p>
        </p:txBody>
      </p:sp>
      <p:sp>
        <p:nvSpPr>
          <p:cNvPr id="59" name="楕円 6181">
            <a:extLst>
              <a:ext uri="{FF2B5EF4-FFF2-40B4-BE49-F238E27FC236}">
                <ns2:creationId id="{C1A40AAE-2EE2-86F5-32BF-309FA33144CB}"/>
              </a:ext>
            </a:extLst>
          </p:cNvPr>
          <p:cNvSpPr/>
          <p:nvPr/>
        </p:nvSpPr>
        <p:spPr>
          <a:xfrm>
            <a:off x="4001818" y="4311565"/>
            <a:ext cx="186083" cy="184270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楕円 6182">
            <a:extLst>
              <a:ext uri="{FF2B5EF4-FFF2-40B4-BE49-F238E27FC236}">
                <ns2:creationId id="{A9FCE9E5-72D3-173A-E18D-99DEAFD9A3EF}"/>
              </a:ext>
            </a:extLst>
          </p:cNvPr>
          <p:cNvSpPr/>
          <p:nvPr/>
        </p:nvSpPr>
        <p:spPr>
          <a:xfrm>
            <a:off x="4305911" y="4332694"/>
            <a:ext cx="143408" cy="142011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楕円 6183">
            <a:extLst>
              <a:ext uri="{FF2B5EF4-FFF2-40B4-BE49-F238E27FC236}">
                <ns2:creationId id="{5400E23F-7F74-93D4-9C74-F1B1E1661976}"/>
              </a:ext>
            </a:extLst>
          </p:cNvPr>
          <p:cNvSpPr/>
          <p:nvPr/>
        </p:nvSpPr>
        <p:spPr>
          <a:xfrm>
            <a:off x="3696723" y="4859083"/>
            <a:ext cx="154252" cy="152750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楕円 6184">
            <a:extLst>
              <a:ext uri="{FF2B5EF4-FFF2-40B4-BE49-F238E27FC236}">
                <ns2:creationId id="{B5FBD700-782C-2033-EDB8-3ABEBEB8B71F}"/>
              </a:ext>
            </a:extLst>
          </p:cNvPr>
          <p:cNvSpPr/>
          <p:nvPr/>
        </p:nvSpPr>
        <p:spPr>
          <a:xfrm>
            <a:off x="3968778" y="4827299"/>
            <a:ext cx="218449" cy="216321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楕円 6185">
            <a:extLst>
              <a:ext uri="{FF2B5EF4-FFF2-40B4-BE49-F238E27FC236}">
                <ns2:creationId id="{7E68BEF5-E580-95CA-5198-252DE6BC0B75}"/>
              </a:ext>
            </a:extLst>
          </p:cNvPr>
          <p:cNvSpPr/>
          <p:nvPr/>
        </p:nvSpPr>
        <p:spPr>
          <a:xfrm>
            <a:off x="4305031" y="4859085"/>
            <a:ext cx="154252" cy="152750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9" name="楕円 6186">
            <a:extLst>
              <a:ext uri="{FF2B5EF4-FFF2-40B4-BE49-F238E27FC236}">
                <ns2:creationId id="{DC28425D-D663-8711-14CF-7716DB196F51}"/>
              </a:ext>
            </a:extLst>
          </p:cNvPr>
          <p:cNvSpPr/>
          <p:nvPr/>
        </p:nvSpPr>
        <p:spPr>
          <a:xfrm>
            <a:off x="3696723" y="5425482"/>
            <a:ext cx="154252" cy="152750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楕円 6187">
            <a:extLst>
              <a:ext uri="{FF2B5EF4-FFF2-40B4-BE49-F238E27FC236}">
                <ns2:creationId id="{11741511-6F14-C637-D27C-642B4A780CA6}"/>
              </a:ext>
            </a:extLst>
          </p:cNvPr>
          <p:cNvSpPr/>
          <p:nvPr/>
        </p:nvSpPr>
        <p:spPr>
          <a:xfrm>
            <a:off x="3995763" y="5441663"/>
            <a:ext cx="121571" cy="120387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楕円 6188">
            <a:extLst>
              <a:ext uri="{FF2B5EF4-FFF2-40B4-BE49-F238E27FC236}">
                <ns2:creationId id="{DF6704B5-992B-5776-263B-4C6DC9EBCD7C}"/>
              </a:ext>
            </a:extLst>
          </p:cNvPr>
          <p:cNvSpPr/>
          <p:nvPr/>
        </p:nvSpPr>
        <p:spPr>
          <a:xfrm>
            <a:off x="4262123" y="5380153"/>
            <a:ext cx="245800" cy="243405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楕円 6186">
            <a:extLst>
              <a:ext uri="{FF2B5EF4-FFF2-40B4-BE49-F238E27FC236}">
                <ns2:creationId id="{26E4AEF0-CC6C-36F7-E9CF-3E8AB0CEF4C6}"/>
              </a:ext>
            </a:extLst>
          </p:cNvPr>
          <p:cNvSpPr/>
          <p:nvPr/>
        </p:nvSpPr>
        <p:spPr>
          <a:xfrm>
            <a:off x="3696723" y="5959461"/>
            <a:ext cx="154252" cy="152750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楕円 6187">
            <a:extLst>
              <a:ext uri="{FF2B5EF4-FFF2-40B4-BE49-F238E27FC236}">
                <ns2:creationId id="{32AC506C-E917-5D14-C806-0592619ACFC8}"/>
              </a:ext>
            </a:extLst>
          </p:cNvPr>
          <p:cNvSpPr/>
          <p:nvPr/>
        </p:nvSpPr>
        <p:spPr>
          <a:xfrm>
            <a:off x="3995763" y="5975641"/>
            <a:ext cx="121571" cy="120387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楕円 6188">
            <a:extLst>
              <a:ext uri="{FF2B5EF4-FFF2-40B4-BE49-F238E27FC236}">
                <ns2:creationId id="{DB69D04D-9D92-3146-F974-CE723B748AFC}"/>
              </a:ext>
            </a:extLst>
          </p:cNvPr>
          <p:cNvSpPr/>
          <p:nvPr/>
        </p:nvSpPr>
        <p:spPr>
          <a:xfrm>
            <a:off x="4262123" y="5914132"/>
            <a:ext cx="245800" cy="243405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ns2:creationId id="{F4C033AB-18BD-5321-A845-C0248DC65BEB}"/>
              </a:ext>
            </a:extLst>
          </p:cNvPr>
          <p:cNvSpPr txBox="1"/>
          <p:nvPr/>
        </p:nvSpPr>
        <p:spPr>
          <a:xfrm>
            <a:off x="5825293" y="3267792"/>
            <a:ext cx="1634263" cy="309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0" name="正方形/長方形 79">
            <a:extLst>
              <a:ext uri="{FF2B5EF4-FFF2-40B4-BE49-F238E27FC236}">
                <ns2:creationId id="{D102E6EB-F531-A76B-FF92-F34810EE17FB}"/>
              </a:ext>
            </a:extLst>
          </p:cNvPr>
          <p:cNvSpPr/>
          <p:nvPr/>
        </p:nvSpPr>
        <p:spPr>
          <a:xfrm>
            <a:off x="5794623" y="3888998"/>
            <a:ext cx="880404" cy="889942"/>
          </a:xfrm>
          <a:prstGeom prst="rect">
            <a:avLst/>
          </a:prstGeom>
          <a:noFill/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28CCA1DE-C327-A732-DF59-A5B7C38C68FE}"/>
              </a:ext>
            </a:extLst>
          </p:cNvPr>
          <p:cNvSpPr/>
          <p:nvPr/>
        </p:nvSpPr>
        <p:spPr>
          <a:xfrm>
            <a:off x="5794623" y="4777387"/>
            <a:ext cx="880404" cy="889942"/>
          </a:xfrm>
          <a:prstGeom prst="rect">
            <a:avLst/>
          </a:prstGeom>
          <a:noFill/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3" name="正方形/長方形 82">
            <a:extLst>
              <a:ext uri="{FF2B5EF4-FFF2-40B4-BE49-F238E27FC236}">
                <ns2:creationId id="{F2AD9C4F-9281-7AB0-9E5E-8AE9E2F112D8}"/>
              </a:ext>
            </a:extLst>
          </p:cNvPr>
          <p:cNvSpPr/>
          <p:nvPr/>
        </p:nvSpPr>
        <p:spPr>
          <a:xfrm>
            <a:off x="6675026" y="4777387"/>
            <a:ext cx="880404" cy="889942"/>
          </a:xfrm>
          <a:prstGeom prst="rect">
            <a:avLst/>
          </a:prstGeom>
          <a:noFill/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4" name="矢印: 左右 6153">
            <a:extLst>
              <a:ext uri="{FF2B5EF4-FFF2-40B4-BE49-F238E27FC236}">
                <ns2:creationId id="{0FF92629-C7B8-0CBF-F35D-07F1D2AFD814}"/>
              </a:ext>
            </a:extLst>
          </p:cNvPr>
          <p:cNvSpPr/>
          <p:nvPr/>
        </p:nvSpPr>
        <p:spPr>
          <a:xfrm rot="16200000">
            <a:off x="4641699" y="4695671"/>
            <a:ext cx="1756510" cy="186801"/>
          </a:xfrm>
          <a:prstGeom prst="leftRightArrow">
            <a:avLst>
              <a:gd name="adj1" fmla="val 100000"/>
              <a:gd name="adj2" fmla="val 5000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6" name="矢印: 左右 6154">
            <a:extLst>
              <a:ext uri="{FF2B5EF4-FFF2-40B4-BE49-F238E27FC236}">
                <ns2:creationId id="{FFAA5CBB-DD5D-3B88-2D63-14DFD4B2159A}"/>
              </a:ext>
            </a:extLst>
          </p:cNvPr>
          <p:cNvSpPr/>
          <p:nvPr/>
        </p:nvSpPr>
        <p:spPr>
          <a:xfrm>
            <a:off x="5739662" y="5776147"/>
            <a:ext cx="1886461" cy="189016"/>
          </a:xfrm>
          <a:prstGeom prst="leftRightArrow">
            <a:avLst>
              <a:gd name="adj1" fmla="val 100000"/>
              <a:gd name="adj2" fmla="val 5000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正方形/長方形 86">
            <a:extLst>
              <a:ext uri="{FF2B5EF4-FFF2-40B4-BE49-F238E27FC236}">
                <ns2:creationId id="{5A1C1FC7-1FCB-7805-9B93-F5EE92D75AFC}"/>
              </a:ext>
            </a:extLst>
          </p:cNvPr>
          <p:cNvSpPr/>
          <p:nvPr/>
        </p:nvSpPr>
        <p:spPr>
          <a:xfrm>
            <a:off x="6326570" y="3888997"/>
            <a:ext cx="1228861" cy="1201647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8" name="楕円 6191">
            <a:extLst>
              <a:ext uri="{FF2B5EF4-FFF2-40B4-BE49-F238E27FC236}">
                <ns2:creationId id="{6B3B7B5B-F37B-E3CC-D046-5B54189F0279}"/>
              </a:ext>
            </a:extLst>
          </p:cNvPr>
          <p:cNvSpPr/>
          <p:nvPr/>
        </p:nvSpPr>
        <p:spPr>
          <a:xfrm>
            <a:off x="6382391" y="4231685"/>
            <a:ext cx="222998" cy="206689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３</a:t>
            </a:r>
          </a:p>
        </p:txBody>
      </p:sp>
      <p:sp>
        <p:nvSpPr>
          <p:cNvPr id="89" name="楕円 6192">
            <a:extLst>
              <a:ext uri="{FF2B5EF4-FFF2-40B4-BE49-F238E27FC236}">
                <ns2:creationId id="{8C2926A5-C413-235F-FCB4-B673F032BDC1}"/>
              </a:ext>
            </a:extLst>
          </p:cNvPr>
          <p:cNvSpPr/>
          <p:nvPr/>
        </p:nvSpPr>
        <p:spPr>
          <a:xfrm>
            <a:off x="6020469" y="5015131"/>
            <a:ext cx="210764" cy="195349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４</a:t>
            </a:r>
          </a:p>
        </p:txBody>
      </p:sp>
      <p:sp>
        <p:nvSpPr>
          <p:cNvPr id="90" name="楕円 6195">
            <a:extLst>
              <a:ext uri="{FF2B5EF4-FFF2-40B4-BE49-F238E27FC236}">
                <ns2:creationId id="{2D6370BA-0D1C-D5FD-14F6-7E2C0129BED8}"/>
              </a:ext>
            </a:extLst>
          </p:cNvPr>
          <p:cNvSpPr/>
          <p:nvPr/>
        </p:nvSpPr>
        <p:spPr>
          <a:xfrm>
            <a:off x="6337916" y="4524613"/>
            <a:ext cx="137836" cy="127756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1" name="楕円 6198">
            <a:extLst>
              <a:ext uri="{FF2B5EF4-FFF2-40B4-BE49-F238E27FC236}">
                <ns2:creationId id="{D742DE4D-3525-6570-5C2A-9708F1C865EA}"/>
              </a:ext>
            </a:extLst>
          </p:cNvPr>
          <p:cNvSpPr/>
          <p:nvPr/>
        </p:nvSpPr>
        <p:spPr>
          <a:xfrm>
            <a:off x="6043811" y="4415507"/>
            <a:ext cx="137836" cy="127756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92" name="グループ化 91">
            <a:extLst>
              <a:ext uri="{FF2B5EF4-FFF2-40B4-BE49-F238E27FC236}">
                <ns2:creationId id="{65268939-E7E6-4003-9C82-8B55BCD493F7}"/>
              </a:ext>
            </a:extLst>
          </p:cNvPr>
          <p:cNvGrpSpPr/>
          <p:nvPr/>
        </p:nvGrpSpPr>
        <p:grpSpPr>
          <a:xfrm>
            <a:off x="7433138" y="3839093"/>
            <a:ext cx="481388" cy="948536"/>
            <a:chOff x="11504441" y="3600744"/>
            <a:chExt cx="513027" cy="821672"/>
          </a:xfrm>
        </p:grpSpPr>
        <p:sp>
          <p:nvSpPr>
            <p:cNvPr id="94" name="二等辺三角形 93">
              <a:extLst>
                <a:ext uri="{FF2B5EF4-FFF2-40B4-BE49-F238E27FC236}">
                  <ns2:creationId id="{A19A4EB2-0EEE-A16F-6E48-D2751AB12CCB}"/>
                </a:ext>
              </a:extLst>
            </p:cNvPr>
            <p:cNvSpPr/>
            <p:nvPr/>
          </p:nvSpPr>
          <p:spPr>
            <a:xfrm rot="14400000">
              <a:off x="11543972" y="3940139"/>
              <a:ext cx="97864" cy="176925"/>
            </a:xfrm>
            <a:prstGeom prst="triangl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四角形: 角を丸くする 6201">
              <a:extLst>
                <a:ext uri="{FF2B5EF4-FFF2-40B4-BE49-F238E27FC236}">
                  <ns2:creationId id="{FB30C1F1-9924-E2A7-02DC-42FCEE719003}"/>
                </a:ext>
              </a:extLst>
            </p:cNvPr>
            <p:cNvSpPr/>
            <p:nvPr/>
          </p:nvSpPr>
          <p:spPr>
            <a:xfrm>
              <a:off x="11594147" y="3600744"/>
              <a:ext cx="423321" cy="821672"/>
            </a:xfrm>
            <a:prstGeom prst="round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9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97" name="テキスト ボックス 96">
            <a:extLst>
              <a:ext uri="{FF2B5EF4-FFF2-40B4-BE49-F238E27FC236}">
                <ns2:creationId id="{EB11C6E6-636E-6CAC-4E14-8F7BFC341842}"/>
              </a:ext>
            </a:extLst>
          </p:cNvPr>
          <p:cNvSpPr txBox="1"/>
          <p:nvPr/>
        </p:nvSpPr>
        <p:spPr>
          <a:xfrm>
            <a:off x="5366168" y="4270314"/>
            <a:ext cx="317676" cy="111151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8" name="楕円 6205">
            <a:extLst>
              <a:ext uri="{FF2B5EF4-FFF2-40B4-BE49-F238E27FC236}">
                <ns2:creationId id="{88D3CF8D-B3D0-D72C-133E-5D7C288A5C4C}"/>
              </a:ext>
            </a:extLst>
          </p:cNvPr>
          <p:cNvSpPr/>
          <p:nvPr/>
        </p:nvSpPr>
        <p:spPr>
          <a:xfrm>
            <a:off x="5436469" y="4030952"/>
            <a:ext cx="166362" cy="204669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9" name="楕円 6206">
            <a:extLst>
              <a:ext uri="{FF2B5EF4-FFF2-40B4-BE49-F238E27FC236}">
                <ns2:creationId id="{7BBF94BD-749A-9831-8740-CC5C9F569999}"/>
              </a:ext>
            </a:extLst>
          </p:cNvPr>
          <p:cNvSpPr/>
          <p:nvPr/>
        </p:nvSpPr>
        <p:spPr>
          <a:xfrm>
            <a:off x="5436469" y="5304081"/>
            <a:ext cx="166362" cy="204669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0" name="楕円 6189">
            <a:extLst>
              <a:ext uri="{FF2B5EF4-FFF2-40B4-BE49-F238E27FC236}">
                <ns2:creationId id="{7DB4A09B-A481-58CB-4DAD-F6864761F6A6}"/>
              </a:ext>
            </a:extLst>
          </p:cNvPr>
          <p:cNvSpPr/>
          <p:nvPr/>
        </p:nvSpPr>
        <p:spPr>
          <a:xfrm>
            <a:off x="6807333" y="4146092"/>
            <a:ext cx="152092" cy="142004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１</a:t>
            </a:r>
          </a:p>
        </p:txBody>
      </p:sp>
      <p:sp>
        <p:nvSpPr>
          <p:cNvPr id="101" name="楕円 6190">
            <a:extLst>
              <a:ext uri="{FF2B5EF4-FFF2-40B4-BE49-F238E27FC236}">
                <ns2:creationId id="{BF919CE4-769A-D522-31A1-06AEAF8D7337}"/>
              </a:ext>
            </a:extLst>
          </p:cNvPr>
          <p:cNvSpPr/>
          <p:nvPr/>
        </p:nvSpPr>
        <p:spPr>
          <a:xfrm>
            <a:off x="7034121" y="4224177"/>
            <a:ext cx="124188" cy="115951"/>
          </a:xfrm>
          <a:prstGeom prst="ellipse">
            <a:avLst/>
          </a:prstGeom>
          <a:solidFill>
            <a:srgbClr val="66B366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２</a:t>
            </a:r>
          </a:p>
        </p:txBody>
      </p:sp>
      <p:sp>
        <p:nvSpPr>
          <p:cNvPr id="103" name="楕円 6193">
            <a:extLst>
              <a:ext uri="{FF2B5EF4-FFF2-40B4-BE49-F238E27FC236}">
                <ns2:creationId id="{A7C46FAE-710D-F3E7-1A88-693A1FBACF88}"/>
              </a:ext>
            </a:extLst>
          </p:cNvPr>
          <p:cNvSpPr/>
          <p:nvPr/>
        </p:nvSpPr>
        <p:spPr>
          <a:xfrm>
            <a:off x="7169873" y="4370614"/>
            <a:ext cx="166279" cy="155250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4" name="楕円 6194">
            <a:extLst>
              <a:ext uri="{FF2B5EF4-FFF2-40B4-BE49-F238E27FC236}">
                <ns2:creationId id="{0278130C-0455-4045-5A0E-AA2FC219BECB}"/>
              </a:ext>
            </a:extLst>
          </p:cNvPr>
          <p:cNvSpPr/>
          <p:nvPr/>
        </p:nvSpPr>
        <p:spPr>
          <a:xfrm>
            <a:off x="7195276" y="5117385"/>
            <a:ext cx="128146" cy="119645"/>
          </a:xfrm>
          <a:prstGeom prst="ellipse">
            <a:avLst/>
          </a:prstGeom>
          <a:solidFill>
            <a:srgbClr val="B2D9B2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5" name="楕円 6196">
            <a:extLst>
              <a:ext uri="{FF2B5EF4-FFF2-40B4-BE49-F238E27FC236}">
                <ns2:creationId id="{FD2473BF-3DDB-852B-4A10-19FE09054FA5}"/>
              </a:ext>
            </a:extLst>
          </p:cNvPr>
          <p:cNvSpPr/>
          <p:nvPr/>
        </p:nvSpPr>
        <p:spPr>
          <a:xfrm>
            <a:off x="6950019" y="4814809"/>
            <a:ext cx="195201" cy="182253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6" name="楕円 6197">
            <a:extLst>
              <a:ext uri="{FF2B5EF4-FFF2-40B4-BE49-F238E27FC236}">
                <ns2:creationId id="{E344A007-2DC0-FA81-3A38-904622D5564B}"/>
              </a:ext>
            </a:extLst>
          </p:cNvPr>
          <p:cNvSpPr/>
          <p:nvPr/>
        </p:nvSpPr>
        <p:spPr>
          <a:xfrm>
            <a:off x="7267235" y="4130914"/>
            <a:ext cx="137836" cy="128694"/>
          </a:xfrm>
          <a:prstGeom prst="ellipse">
            <a:avLst/>
          </a:prstGeom>
          <a:solidFill>
            <a:srgbClr val="B2D9B2">
              <a:alpha val="69804"/>
            </a:srgbClr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7" name="楕円 6199">
            <a:extLst>
              <a:ext uri="{FF2B5EF4-FFF2-40B4-BE49-F238E27FC236}">
                <ns2:creationId id="{A86FE260-6BC3-7C34-FCF6-CA9EA173FA83}"/>
              </a:ext>
            </a:extLst>
          </p:cNvPr>
          <p:cNvSpPr/>
          <p:nvPr/>
        </p:nvSpPr>
        <p:spPr>
          <a:xfrm>
            <a:off x="6826517" y="5160931"/>
            <a:ext cx="108634" cy="101427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8" name="楕円 6200">
            <a:extLst>
              <a:ext uri="{FF2B5EF4-FFF2-40B4-BE49-F238E27FC236}">
                <ns2:creationId id="{4BEBF60B-1A86-DAA8-1816-D5D647B4BA69}"/>
              </a:ext>
            </a:extLst>
          </p:cNvPr>
          <p:cNvSpPr/>
          <p:nvPr/>
        </p:nvSpPr>
        <p:spPr>
          <a:xfrm>
            <a:off x="6895586" y="4443695"/>
            <a:ext cx="219641" cy="205072"/>
          </a:xfrm>
          <a:prstGeom prst="ellipse">
            <a:avLst/>
          </a:prstGeom>
          <a:solidFill>
            <a:srgbClr val="E5F2E5"/>
          </a:solidFill>
          <a:ln w="9525">
            <a:solidFill>
              <a:srgbClr val="66B3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endParaRPr lang="ja-JP" alt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楕円 6207">
            <a:extLst>
              <a:ext uri="{FF2B5EF4-FFF2-40B4-BE49-F238E27FC236}">
                <ns2:creationId id="{518A5CEE-3237-41A5-FE47-68ED7527C84E}"/>
              </a:ext>
            </a:extLst>
          </p:cNvPr>
          <p:cNvSpPr/>
          <p:nvPr/>
        </p:nvSpPr>
        <p:spPr>
          <a:xfrm>
            <a:off x="7146572" y="5795949"/>
            <a:ext cx="195461" cy="155359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0" name="楕円 6208">
            <a:extLst>
              <a:ext uri="{FF2B5EF4-FFF2-40B4-BE49-F238E27FC236}">
                <ns2:creationId id="{DBAE7D1A-6ADE-ECB0-63D7-2EBBDA7972D6}"/>
              </a:ext>
            </a:extLst>
          </p:cNvPr>
          <p:cNvSpPr/>
          <p:nvPr/>
        </p:nvSpPr>
        <p:spPr>
          <a:xfrm>
            <a:off x="5958710" y="5782022"/>
            <a:ext cx="216907" cy="176448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1" name="正方形/長方形 110">
            <a:extLst>
              <a:ext uri="{FF2B5EF4-FFF2-40B4-BE49-F238E27FC236}">
                <ns2:creationId id="{7E8192E2-4620-ADF1-5ED0-E7A34AA3E3DC}"/>
              </a:ext>
            </a:extLst>
          </p:cNvPr>
          <p:cNvSpPr/>
          <p:nvPr/>
        </p:nvSpPr>
        <p:spPr>
          <a:xfrm>
            <a:off x="5275356" y="2329298"/>
            <a:ext cx="2753761" cy="261473"/>
          </a:xfrm>
          <a:prstGeom prst="rect">
            <a:avLst/>
          </a:prstGeom>
          <a:solidFill>
            <a:srgbClr val="008000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2" name="正方形/長方形 111">
            <a:extLst>
              <a:ext uri="{FF2B5EF4-FFF2-40B4-BE49-F238E27FC236}">
                <ns2:creationId id="{790B2BCE-B619-C709-AE41-DB3896278458}"/>
              </a:ext>
            </a:extLst>
          </p:cNvPr>
          <p:cNvSpPr/>
          <p:nvPr/>
        </p:nvSpPr>
        <p:spPr>
          <a:xfrm>
            <a:off x="5275356" y="2585479"/>
            <a:ext cx="2753761" cy="590157"/>
          </a:xfrm>
          <a:prstGeom prst="rect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13" name="グループ化 112">
            <a:extLst>
              <a:ext uri="{FF2B5EF4-FFF2-40B4-BE49-F238E27FC236}">
                <ns2:creationId id="{0C5C0B06-76EA-5875-5E7F-4D118ED4A957}"/>
              </a:ext>
            </a:extLst>
          </p:cNvPr>
          <p:cNvGrpSpPr/>
          <p:nvPr/>
        </p:nvGrpSpPr>
        <p:grpSpPr>
          <a:xfrm>
            <a:off x="8091462" y="3874052"/>
            <a:ext cx="637576" cy="1996916"/>
            <a:chOff x="8953534" y="3805467"/>
            <a:chExt cx="438507" cy="1787211"/>
          </a:xfrm>
        </p:grpSpPr>
        <p:sp>
          <p:nvSpPr>
            <p:cNvPr id="114" name="二等辺三角形 113">
              <a:extLst>
                <a:ext uri="{FF2B5EF4-FFF2-40B4-BE49-F238E27FC236}">
                  <ns2:creationId id="{C3E80BD2-1AA2-A61C-7165-54D5129DAA7C}"/>
                </a:ext>
              </a:extLst>
            </p:cNvPr>
            <p:cNvSpPr/>
            <p:nvPr/>
          </p:nvSpPr>
          <p:spPr>
            <a:xfrm rot="5400000">
              <a:off x="8311967" y="4512605"/>
              <a:ext cx="1787211" cy="372936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93BCEAB8-F419-CF81-E1A9-0864D392A7A9}"/>
                </a:ext>
              </a:extLst>
            </p:cNvPr>
            <p:cNvSpPr txBox="1"/>
            <p:nvPr/>
          </p:nvSpPr>
          <p:spPr>
            <a:xfrm>
              <a:off x="8953534" y="4236034"/>
              <a:ext cx="359856" cy="966390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20" name="グループ化 119">
            <a:extLst>
              <a:ext uri="{FF2B5EF4-FFF2-40B4-BE49-F238E27FC236}">
                <ns2:creationId id="{8616C13A-3199-9226-BF4A-DC77BAC2DFB5}"/>
              </a:ext>
            </a:extLst>
          </p:cNvPr>
          <p:cNvGrpSpPr/>
          <p:nvPr/>
        </p:nvGrpSpPr>
        <p:grpSpPr>
          <a:xfrm>
            <a:off x="8821271" y="2329298"/>
            <a:ext cx="3035768" cy="846338"/>
            <a:chOff x="8984223" y="2329298"/>
            <a:chExt cx="2872816" cy="846338"/>
          </a:xfrm>
        </p:grpSpPr>
        <p:sp>
          <p:nvSpPr>
            <p:cNvPr id="116" name="正方形/長方形 115">
              <a:extLst>
                <a:ext uri="{FF2B5EF4-FFF2-40B4-BE49-F238E27FC236}">
                  <ns2:creationId id="{E8B31C2B-305A-4040-CA60-F96A71225376}"/>
                </a:ext>
              </a:extLst>
            </p:cNvPr>
            <p:cNvSpPr/>
            <p:nvPr/>
          </p:nvSpPr>
          <p:spPr>
            <a:xfrm>
              <a:off x="8984223" y="2329298"/>
              <a:ext cx="2872816" cy="261473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46A28C17-F807-1A63-CB6D-22FFEE0051BB}"/>
                </a:ext>
              </a:extLst>
            </p:cNvPr>
            <p:cNvSpPr/>
            <p:nvPr/>
          </p:nvSpPr>
          <p:spPr>
            <a:xfrm>
              <a:off x="8984223" y="2585479"/>
              <a:ext cx="2872816" cy="59015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aphicFrame>
        <p:nvGraphicFramePr>
          <p:cNvPr id="118" name="グラフ 117">
            <a:extLst>
              <a:ext uri="{FF2B5EF4-FFF2-40B4-BE49-F238E27FC236}">
                <ns2:creationId id="{037BBCA8-B042-DAEA-595B-6B95D825D725}"/>
              </a:ext>
            </a:extLst>
          </p:cNvPr>
          <p:cNvGraphicFramePr/>
          <p:nvPr/>
        </p:nvGraphicFramePr>
        <p:xfrm>
          <a:off x="8969056" y="3605795"/>
          <a:ext cx="2752175" cy="2369846"/>
        </p:xfrm>
        <a:graphic>
          <a:graphicData uri="http://schemas.openxmlformats.org/drawingml/2006/chart">
            <ns6:chart r:id="rId4"/>
          </a:graphicData>
        </a:graphic>
      </p:graphicFrame>
      <p:sp>
        <p:nvSpPr>
          <p:cNvPr id="119" name="テキスト ボックス 118">
            <a:extLst>
              <a:ext uri="{FF2B5EF4-FFF2-40B4-BE49-F238E27FC236}">
                <ns2:creationId id="{CE809056-B924-E128-004C-630F935E6447}"/>
              </a:ext>
            </a:extLst>
          </p:cNvPr>
          <p:cNvSpPr txBox="1"/>
          <p:nvPr/>
        </p:nvSpPr>
        <p:spPr>
          <a:xfrm>
            <a:off x="8611863" y="6298390"/>
            <a:ext cx="31166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Meiryo UI" panose="020B0604030504040204" pitchFamily="50" charset="-128"/>
              <a:buChar char="※"/>
            </a:pPr>
            <a:r>
              <a: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kumimoji="1"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kumimoji="1"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kumimoji="1"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</a:p>
          <a:p>
            <a:pPr marL="171450" indent="-171450">
              <a:buFont typeface="Meiryo UI" panose="020B0604030504040204" pitchFamily="50" charset="-128"/>
              <a:buChar char="※"/>
            </a:pP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SLA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endParaRPr kumimoji="1" lang="ja-JP" altLang="en-US" sz="10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125" name="テキスト ボックス 124">
            <a:extLst>
              <a:ext uri="{FF2B5EF4-FFF2-40B4-BE49-F238E27FC236}">
                <ns2:creationId id="{482626CD-6096-9475-167D-DBA62C834409}"/>
              </a:ext>
            </a:extLst>
          </p:cNvPr>
          <p:cNvSpPr txBox="1"/>
          <p:nvPr/>
        </p:nvSpPr>
        <p:spPr>
          <a:xfrm>
            <a:off x="9501073" y="3267792"/>
            <a:ext cx="16342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6" name="テキスト ボックス 125">
            <a:extLst>
              <a:ext uri="{FF2B5EF4-FFF2-40B4-BE49-F238E27FC236}">
                <ns2:creationId id="{9FC6136A-AC77-84FE-FFBC-B56997E6B8A9}"/>
              </a:ext>
            </a:extLst>
          </p:cNvPr>
          <p:cNvSpPr txBox="1"/>
          <p:nvPr/>
        </p:nvSpPr>
        <p:spPr>
          <a:xfrm>
            <a:off x="4733116" y="6298390"/>
            <a:ext cx="37769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Meiryo UI" panose="020B0604030504040204" pitchFamily="50" charset="-128"/>
              <a:buChar char="※"/>
            </a:pP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(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/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、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marL="171450" indent="-171450">
              <a:buFont typeface="Meiryo UI" panose="020B0604030504040204" pitchFamily="50" charset="-128"/>
              <a:buChar char="※"/>
            </a:pP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XX</a:t>
            </a:r>
            <a:endParaRPr kumimoji="1" lang="ja-JP" altLang="en-US" sz="10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2" name="正方形/長方形 1">
            <a:extLst>
              <a:ext uri="{FF2B5EF4-FFF2-40B4-BE49-F238E27FC236}">
                <ns2:creationId id="{08134A97-F16E-AF16-F3F4-99DED15FCC0D}"/>
              </a:ext>
            </a:extLst>
          </p:cNvPr>
          <p:cNvSpPr/>
          <p:nvPr/>
        </p:nvSpPr>
        <p:spPr>
          <a:xfrm>
            <a:off x="7447472" y="0"/>
            <a:ext cx="4744528" cy="229237"/>
          </a:xfrm>
          <a:prstGeom prst="rect">
            <a:avLst/>
          </a:prstGeom>
          <a:solidFill>
            <a:srgbClr val="2693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lang="ja-JP" altLang="en-US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lang="ja-JP" altLang="en-US" sz="1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b="1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7:creationId val="3008162210"/>
      </p:ext>
    </p:extLst>
  </p:cSld>
  <p:clrMapOvr>
    <a:masterClrMapping/>
  </p:clrMapOvr>
</p:sld>
</file>

<file path=ppt/slides/slide141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B6CE82E-BBCC-3FFF-7C8E-34787C740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B9F23D5-16B2-6D7C-A4C2-B9BC64386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5" y="1"/>
            <a:ext cx="11745912" cy="914400"/>
          </a:xfrm>
        </p:spPr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D617272-9523-D2C6-4A41-8DAC95F4B2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939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5" name="グループ化 14">
            <a:extLst>
              <a:ext uri="{FF2B5EF4-FFF2-40B4-BE49-F238E27FC236}">
                <ns2:creationId id="{F868EF96-724B-0E71-F360-C9205EA8977D}"/>
              </a:ext>
            </a:extLst>
          </p:cNvPr>
          <p:cNvGrpSpPr/>
          <p:nvPr/>
        </p:nvGrpSpPr>
        <p:grpSpPr>
          <a:xfrm>
            <a:off x="340519" y="1636251"/>
            <a:ext cx="11516519" cy="4672474"/>
            <a:chOff x="340519" y="1636251"/>
            <a:chExt cx="11516519" cy="4672474"/>
          </a:xfrm>
        </p:grpSpPr>
        <p:sp>
          <p:nvSpPr>
            <p:cNvPr id="9" name="四角形: 角を丸くする 8">
              <a:extLst>
                <a:ext uri="{FF2B5EF4-FFF2-40B4-BE49-F238E27FC236}">
                  <ns2:creationId id="{E42D9C1F-6AD6-7231-9781-00414EE440C1}"/>
                </a:ext>
              </a:extLst>
            </p:cNvPr>
            <p:cNvSpPr/>
            <p:nvPr/>
          </p:nvSpPr>
          <p:spPr>
            <a:xfrm>
              <a:off x="340519" y="1636251"/>
              <a:ext cx="4403293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 defTabSz="985838"/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58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0BEA1EF4-794E-8407-6BED-C9E0CFDEE8BB}"/>
                </a:ext>
              </a:extLst>
            </p:cNvPr>
            <p:cNvSpPr/>
            <p:nvPr/>
          </p:nvSpPr>
          <p:spPr>
            <a:xfrm>
              <a:off x="4852122" y="1636251"/>
              <a:ext cx="1262929" cy="324000"/>
            </a:xfrm>
            <a:prstGeom prst="roundRect">
              <a:avLst>
                <a:gd name="adj" fmla="val 589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en-US" altLang="zh-TW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0" name="グループ化 129">
              <a:extLst>
                <a:ext uri="{FF2B5EF4-FFF2-40B4-BE49-F238E27FC236}">
                  <ns2:creationId id="{BA8DF3BF-B354-E755-3BBA-6ACDB7432631}"/>
                </a:ext>
              </a:extLst>
            </p:cNvPr>
            <p:cNvGrpSpPr/>
            <p:nvPr/>
          </p:nvGrpSpPr>
          <p:grpSpPr>
            <a:xfrm>
              <a:off x="5229265" y="3054035"/>
              <a:ext cx="1692000" cy="3254690"/>
              <a:chOff x="5229265" y="3054035"/>
              <a:chExt cx="1692000" cy="325469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115CC075-1BC8-D447-F912-639E5B423742}"/>
                  </a:ext>
                </a:extLst>
              </p:cNvPr>
              <p:cNvSpPr/>
              <p:nvPr/>
            </p:nvSpPr>
            <p:spPr>
              <a:xfrm>
                <a:off x="5229265" y="305403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FAAFAEE7-3446-E95E-9A02-178872D969B2}"/>
                  </a:ext>
                </a:extLst>
              </p:cNvPr>
              <p:cNvSpPr/>
              <p:nvPr/>
            </p:nvSpPr>
            <p:spPr>
              <a:xfrm>
                <a:off x="5229265" y="3714707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5BB30E57-3F92-F2BE-5B6F-851CFEDC3E32}"/>
                  </a:ext>
                </a:extLst>
              </p:cNvPr>
              <p:cNvSpPr/>
              <p:nvPr/>
            </p:nvSpPr>
            <p:spPr>
              <a:xfrm>
                <a:off x="5229265" y="4375379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AA2BCC5D-9A8A-6D3F-0298-0A21D8273085}"/>
                  </a:ext>
                </a:extLst>
              </p:cNvPr>
              <p:cNvSpPr/>
              <p:nvPr/>
            </p:nvSpPr>
            <p:spPr>
              <a:xfrm>
                <a:off x="5229265" y="5036051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RPA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140AF22B-7598-F9F1-41A5-CB7B94CBBE48}"/>
                  </a:ext>
                </a:extLst>
              </p:cNvPr>
              <p:cNvSpPr/>
              <p:nvPr/>
            </p:nvSpPr>
            <p:spPr>
              <a:xfrm>
                <a:off x="5229265" y="569672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aphicFrame>
          <p:nvGraphicFramePr>
            <p:cNvPr id="61" name="グラフ 60">
              <a:extLst>
                <a:ext uri="{FF2B5EF4-FFF2-40B4-BE49-F238E27FC236}">
                  <ns2:creationId id="{820A0476-2149-3157-C33B-7AAC086F7AFF}"/>
                </a:ext>
              </a:extLst>
            </p:cNvPr>
            <p:cNvGraphicFramePr/>
            <p:nvPr/>
          </p:nvGraphicFramePr>
          <p:xfrm>
            <a:off x="6932378" y="2809779"/>
            <a:ext cx="4922310" cy="1492786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62" name="正方形/長方形 61">
              <a:extLst>
                <a:ext uri="{FF2B5EF4-FFF2-40B4-BE49-F238E27FC236}">
                  <ns2:creationId id="{F82C50BF-A7CB-9A4C-B3D4-793911802D57}"/>
                </a:ext>
              </a:extLst>
            </p:cNvPr>
            <p:cNvSpPr/>
            <p:nvPr/>
          </p:nvSpPr>
          <p:spPr>
            <a:xfrm>
              <a:off x="7047234" y="2633610"/>
              <a:ext cx="72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EC741A77-4F8B-95EA-C64F-B9AE985B49AA}"/>
                </a:ext>
              </a:extLst>
            </p:cNvPr>
            <p:cNvSpPr/>
            <p:nvPr/>
          </p:nvSpPr>
          <p:spPr>
            <a:xfrm>
              <a:off x="10951526" y="2635055"/>
              <a:ext cx="90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/>
            <a:lstStyle/>
            <a:p>
              <a:pPr algn="r"/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(%)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C3EF76A6-86F9-3CC5-8549-5C626D4345E9}"/>
                </a:ext>
              </a:extLst>
            </p:cNvPr>
            <p:cNvSpPr/>
            <p:nvPr/>
          </p:nvSpPr>
          <p:spPr>
            <a:xfrm>
              <a:off x="7610476" y="3390901"/>
              <a:ext cx="1217326" cy="966276"/>
            </a:xfrm>
            <a:prstGeom prst="rect">
              <a:avLst/>
            </a:prstGeom>
            <a:noFill/>
            <a:ln w="19050">
              <a:solidFill>
                <a:srgbClr val="3399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A38030C5-46CD-828D-6081-D63C5B451A6D}"/>
                </a:ext>
              </a:extLst>
            </p:cNvPr>
            <p:cNvGrpSpPr/>
            <p:nvPr/>
          </p:nvGrpSpPr>
          <p:grpSpPr>
            <a:xfrm>
              <a:off x="7374672" y="5412148"/>
              <a:ext cx="4482366" cy="252000"/>
              <a:chOff x="7374672" y="5412148"/>
              <a:chExt cx="4482366" cy="252000"/>
            </a:xfrm>
          </p:grpSpPr>
          <p:cxnSp>
            <p:nvCxnSpPr>
              <p:cNvPr id="46" name="直線コネクタ 45">
                <a:extLst>
                  <a:ext uri="{FF2B5EF4-FFF2-40B4-BE49-F238E27FC236}">
                    <ns2:creationId id="{BD3A2EF4-1702-AC37-A492-E4AE9DC627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672" y="5538148"/>
                <a:ext cx="448236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グループ化 6">
                <a:extLst>
                  <a:ext uri="{FF2B5EF4-FFF2-40B4-BE49-F238E27FC236}">
                    <ns2:creationId id="{846EB53D-2691-BFA7-2D94-BEE64CA10D47}"/>
                  </a:ext>
                </a:extLst>
              </p:cNvPr>
              <p:cNvGrpSpPr/>
              <p:nvPr/>
            </p:nvGrpSpPr>
            <p:grpSpPr>
              <a:xfrm>
                <a:off x="9489855" y="5412148"/>
                <a:ext cx="252000" cy="252000"/>
                <a:chOff x="9293574" y="5412148"/>
                <a:chExt cx="252000" cy="252000"/>
              </a:xfrm>
            </p:grpSpPr>
            <p:sp>
              <p:nvSpPr>
                <p:cNvPr id="47" name="円/楕円 32">
                  <a:extLst>
                    <a:ext uri="{FF2B5EF4-FFF2-40B4-BE49-F238E27FC236}">
                      <ns2:creationId id="{14A5686F-A9A5-A9FF-0BCD-C2AFD035F4B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1574" y="5430148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8" name="グラフィックス 47" descr="キャレットを下へ 枠線">
                  <a:extLst>
                    <a:ext uri="{FF2B5EF4-FFF2-40B4-BE49-F238E27FC236}">
                      <ns2:creationId id="{325F4EB9-BBAC-FA0D-6C41-4F3F39A4FB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93574" y="5412148"/>
                  <a:ext cx="252000" cy="252000"/>
                </a:xfrm>
                <a:prstGeom prst="rect">
                  <a:avLst/>
                </a:prstGeom>
              </p:spPr>
            </p:pic>
          </p:grpSp>
        </p:grpSp>
        <p:sp>
          <p:nvSpPr>
            <p:cNvPr id="44" name="テキスト ボックス 43">
              <a:extLst>
                <a:ext uri="{FF2B5EF4-FFF2-40B4-BE49-F238E27FC236}">
                  <ns2:creationId id="{271ACE34-6E59-E193-F772-51ACA520D666}"/>
                </a:ext>
              </a:extLst>
            </p:cNvPr>
            <p:cNvSpPr txBox="1"/>
            <p:nvPr/>
          </p:nvSpPr>
          <p:spPr>
            <a:xfrm>
              <a:off x="7374672" y="5693414"/>
              <a:ext cx="4482366" cy="61200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9" name="グループ化 138">
              <a:extLst>
                <a:ext uri="{FF2B5EF4-FFF2-40B4-BE49-F238E27FC236}">
                  <ns2:creationId id="{D012ACDF-0886-C304-AB17-9CA695AAA5AE}"/>
                </a:ext>
              </a:extLst>
            </p:cNvPr>
            <p:cNvGrpSpPr/>
            <p:nvPr/>
          </p:nvGrpSpPr>
          <p:grpSpPr>
            <a:xfrm>
              <a:off x="7374672" y="4518882"/>
              <a:ext cx="4482366" cy="864000"/>
              <a:chOff x="7374672" y="4518882"/>
              <a:chExt cx="4089804" cy="864000"/>
            </a:xfrm>
          </p:grpSpPr>
          <p:sp>
            <p:nvSpPr>
              <p:cNvPr id="67" name="テキスト ボックス 66">
                <a:extLst>
                  <a:ext uri="{FF2B5EF4-FFF2-40B4-BE49-F238E27FC236}">
                    <ns2:creationId id="{9CBFE425-A545-3E31-8226-19C56B33CB41}"/>
                  </a:ext>
                </a:extLst>
              </p:cNvPr>
              <p:cNvSpPr txBox="1"/>
              <p:nvPr/>
            </p:nvSpPr>
            <p:spPr>
              <a:xfrm>
                <a:off x="9484476" y="4518882"/>
                <a:ext cx="1980000" cy="864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テキスト ボックス 68">
                <a:extLst>
                  <a:ext uri="{FF2B5EF4-FFF2-40B4-BE49-F238E27FC236}">
                    <ns2:creationId id="{E63E7AFB-8CB5-1BB5-40D1-A282D6FC0465}"/>
                  </a:ext>
                </a:extLst>
              </p:cNvPr>
              <p:cNvSpPr txBox="1"/>
              <p:nvPr/>
            </p:nvSpPr>
            <p:spPr>
              <a:xfrm>
                <a:off x="7374672" y="4518882"/>
                <a:ext cx="1980000" cy="864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74" name="直線矢印コネクタ 73">
              <a:extLst>
                <a:ext uri="{FF2B5EF4-FFF2-40B4-BE49-F238E27FC236}">
                  <ns2:creationId id="{CC4859AE-C1DF-6614-5D82-8528005EA5DE}"/>
                </a:ext>
              </a:extLst>
            </p:cNvPr>
            <p:cNvCxnSpPr>
              <a:cxnSpLocks/>
              <a:stCxn id="72" idx="2"/>
            </p:cNvCxnSpPr>
            <p:nvPr/>
          </p:nvCxnSpPr>
          <p:spPr>
            <a:xfrm>
              <a:off x="8219139" y="4357177"/>
              <a:ext cx="0" cy="161705"/>
            </a:xfrm>
            <a:prstGeom prst="straightConnector1">
              <a:avLst/>
            </a:prstGeom>
            <a:ln w="19050">
              <a:solidFill>
                <a:srgbClr val="339933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6A166D65-58A6-7E9C-FE29-EB2883CDB918}"/>
                </a:ext>
              </a:extLst>
            </p:cNvPr>
            <p:cNvGrpSpPr/>
            <p:nvPr/>
          </p:nvGrpSpPr>
          <p:grpSpPr>
            <a:xfrm>
              <a:off x="1246375" y="2636009"/>
              <a:ext cx="5686003" cy="368913"/>
              <a:chOff x="1246375" y="2636009"/>
              <a:chExt cx="5686003" cy="368913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23ED06E6-B553-7C0C-A7B1-6B14B19E9182}"/>
                  </a:ext>
                </a:extLst>
              </p:cNvPr>
              <p:cNvSpPr/>
              <p:nvPr/>
            </p:nvSpPr>
            <p:spPr>
              <a:xfrm>
                <a:off x="1246375" y="2636009"/>
                <a:ext cx="5674887" cy="360000"/>
              </a:xfrm>
              <a:prstGeom prst="rect">
                <a:avLst/>
              </a:prstGeom>
              <a:solidFill>
                <a:srgbClr val="D9D9D9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24000" tIns="36000" rIns="36000" bIns="36000" rtlCol="0" anchor="ctr"/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949B0137-F04B-6C19-626E-8B6C4A0CBDDA}"/>
                  </a:ext>
                </a:extLst>
              </p:cNvPr>
              <p:cNvSpPr/>
              <p:nvPr/>
            </p:nvSpPr>
            <p:spPr>
              <a:xfrm>
                <a:off x="5240378" y="2824922"/>
                <a:ext cx="1692000" cy="180000"/>
              </a:xfrm>
              <a:prstGeom prst="rect">
                <a:avLst/>
              </a:prstGeom>
              <a:solidFill>
                <a:srgbClr val="D9D9D9">
                  <a:alpha val="10000"/>
                </a:srgbClr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ns2:creationId id="{8574F073-F79E-29F5-3D72-E3A9583EDB7D}"/>
                </a:ext>
              </a:extLst>
            </p:cNvPr>
            <p:cNvGrpSpPr/>
            <p:nvPr/>
          </p:nvGrpSpPr>
          <p:grpSpPr>
            <a:xfrm>
              <a:off x="3363820" y="3054035"/>
              <a:ext cx="1800000" cy="3254690"/>
              <a:chOff x="3364363" y="3054035"/>
              <a:chExt cx="1800000" cy="3254690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2AB411AA-2389-DC71-1982-CF76F79A5698}"/>
                  </a:ext>
                </a:extLst>
              </p:cNvPr>
              <p:cNvSpPr/>
              <p:nvPr/>
            </p:nvSpPr>
            <p:spPr>
              <a:xfrm>
                <a:off x="3364363" y="305403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F9C23F-A9FA-CF01-2B50-F5792FABA253}"/>
                  </a:ext>
                </a:extLst>
              </p:cNvPr>
              <p:cNvSpPr/>
              <p:nvPr/>
            </p:nvSpPr>
            <p:spPr>
              <a:xfrm>
                <a:off x="3364363" y="3714707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E14DD266-22E1-897B-AF5D-A718A27DFED0}"/>
                  </a:ext>
                </a:extLst>
              </p:cNvPr>
              <p:cNvSpPr/>
              <p:nvPr/>
            </p:nvSpPr>
            <p:spPr>
              <a:xfrm>
                <a:off x="3364363" y="4375379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48FD8087-16F7-5E4B-BA76-56E00544619A}"/>
                  </a:ext>
                </a:extLst>
              </p:cNvPr>
              <p:cNvSpPr/>
              <p:nvPr/>
            </p:nvSpPr>
            <p:spPr>
              <a:xfrm>
                <a:off x="3364363" y="5036051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ns2:creationId id="{7E8F8F22-AF1F-FD14-D55B-2641F16BFE0B}"/>
                  </a:ext>
                </a:extLst>
              </p:cNvPr>
              <p:cNvSpPr/>
              <p:nvPr/>
            </p:nvSpPr>
            <p:spPr>
              <a:xfrm>
                <a:off x="3364363" y="569672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ns2:creationId id="{7E99BDEE-A3F0-32EC-E2C0-778B64231DBF}"/>
                </a:ext>
              </a:extLst>
            </p:cNvPr>
            <p:cNvGrpSpPr/>
            <p:nvPr/>
          </p:nvGrpSpPr>
          <p:grpSpPr>
            <a:xfrm>
              <a:off x="340519" y="2010130"/>
              <a:ext cx="828000" cy="576000"/>
              <a:chOff x="340519" y="2010130"/>
              <a:chExt cx="828000" cy="576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45450469-D7ED-9C3B-82D0-1297E6947C47}"/>
                  </a:ext>
                </a:extLst>
              </p:cNvPr>
              <p:cNvSpPr/>
              <p:nvPr/>
            </p:nvSpPr>
            <p:spPr>
              <a:xfrm>
                <a:off x="340519" y="2010130"/>
                <a:ext cx="828000" cy="57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0" rtlCol="0" anchor="b" anchorCtr="0"/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0" name="直線コネクタ 89">
                <a:extLst>
                  <a:ext uri="{FF2B5EF4-FFF2-40B4-BE49-F238E27FC236}">
                    <ns2:creationId id="{EC28BD42-CB92-2DED-E61C-1F25BD67FD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519" y="2010130"/>
                <a:ext cx="0" cy="576000"/>
              </a:xfrm>
              <a:prstGeom prst="line">
                <a:avLst/>
              </a:prstGeom>
              <a:ln w="3175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8" name="グラフィックス 97" descr="的中 単色塗りつぶし">
                <a:extLst>
                  <a:ext uri="{FF2B5EF4-FFF2-40B4-BE49-F238E27FC236}">
                    <ns2:creationId id="{6806B9E2-DF2F-A015-D38D-C119E6C951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rcRect/>
              <a:stretch/>
            </p:blipFill>
            <p:spPr>
              <a:xfrm>
                <a:off x="574519" y="20101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2" name="グループ化 101">
              <a:extLst>
                <a:ext uri="{FF2B5EF4-FFF2-40B4-BE49-F238E27FC236}">
                  <ns2:creationId id="{D21615A8-35FC-305F-D987-3A28F04234B3}"/>
                </a:ext>
              </a:extLst>
            </p:cNvPr>
            <p:cNvGrpSpPr/>
            <p:nvPr/>
          </p:nvGrpSpPr>
          <p:grpSpPr>
            <a:xfrm>
              <a:off x="340519" y="2636009"/>
              <a:ext cx="828000" cy="3672715"/>
              <a:chOff x="340519" y="2636009"/>
              <a:chExt cx="828000" cy="3672715"/>
            </a:xfrm>
          </p:grpSpPr>
          <p:grpSp>
            <p:nvGrpSpPr>
              <p:cNvPr id="92" name="グループ化 91">
                <a:extLst>
                  <a:ext uri="{FF2B5EF4-FFF2-40B4-BE49-F238E27FC236}">
                    <ns2:creationId id="{4E260F7E-51E1-BA97-7A13-30EA5A8E77DC}"/>
                  </a:ext>
                </a:extLst>
              </p:cNvPr>
              <p:cNvGrpSpPr/>
              <p:nvPr/>
            </p:nvGrpSpPr>
            <p:grpSpPr>
              <a:xfrm>
                <a:off x="340519" y="2636009"/>
                <a:ext cx="828000" cy="3672715"/>
                <a:chOff x="340519" y="2636009"/>
                <a:chExt cx="828000" cy="3672715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ns2:creationId id="{62457706-8882-281C-45B1-6FC997DC2FAB}"/>
                    </a:ext>
                  </a:extLst>
                </p:cNvPr>
                <p:cNvSpPr/>
                <p:nvPr/>
              </p:nvSpPr>
              <p:spPr>
                <a:xfrm>
                  <a:off x="340519" y="2636009"/>
                  <a:ext cx="828000" cy="367271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108000" rIns="36000" bIns="36000" rtlCol="0" anchor="ctr"/>
                <a:lstStyle/>
                <a:p>
                  <a:pPr algn="ctr"/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89" name="直線コネクタ 88">
                  <a:extLst>
                    <a:ext uri="{FF2B5EF4-FFF2-40B4-BE49-F238E27FC236}">
                      <ns2:creationId id="{01A19703-D2AE-0466-9B22-A5B9C63C7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519" y="2636009"/>
                  <a:ext cx="0" cy="3672000"/>
                </a:xfrm>
                <a:prstGeom prst="line">
                  <a:avLst/>
                </a:prstGeom>
                <a:ln w="31750">
                  <a:solidFill>
                    <a:srgbClr val="008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99" name="グラフィックス 98" descr="クリップボード: チェックマーク 単色塗りつぶし">
                <a:extLst>
                  <a:ext uri="{FF2B5EF4-FFF2-40B4-BE49-F238E27FC236}">
                    <ns2:creationId id="{851966AA-C356-D234-E250-20069C64A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20519" y="3858284"/>
                <a:ext cx="468000" cy="468000"/>
              </a:xfrm>
              <a:prstGeom prst="rect">
                <a:avLst/>
              </a:prstGeom>
            </p:spPr>
          </p:pic>
        </p:grpSp>
        <p:sp>
          <p:nvSpPr>
            <p:cNvPr id="16" name="ホームベース 51">
              <a:extLst>
                <a:ext uri="{FF2B5EF4-FFF2-40B4-BE49-F238E27FC236}">
                  <ns2:creationId id="{2ECD2104-35D9-1009-076C-7E794BF7126E}"/>
                </a:ext>
              </a:extLst>
            </p:cNvPr>
            <p:cNvSpPr/>
            <p:nvPr/>
          </p:nvSpPr>
          <p:spPr>
            <a:xfrm>
              <a:off x="1246374" y="2010130"/>
              <a:ext cx="2657644" cy="576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山形 52">
              <a:extLst>
                <a:ext uri="{FF2B5EF4-FFF2-40B4-BE49-F238E27FC236}">
                  <ns2:creationId id="{8363143D-A501-C76D-957C-78221FB1131D}"/>
                </a:ext>
              </a:extLst>
            </p:cNvPr>
            <p:cNvSpPr/>
            <p:nvPr/>
          </p:nvSpPr>
          <p:spPr>
            <a:xfrm>
              <a:off x="3895526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山形 53">
              <a:extLst>
                <a:ext uri="{FF2B5EF4-FFF2-40B4-BE49-F238E27FC236}">
                  <ns2:creationId id="{BAC5F301-D7EA-5675-31C1-39D47EA3F752}"/>
                </a:ext>
              </a:extLst>
            </p:cNvPr>
            <p:cNvSpPr/>
            <p:nvPr/>
          </p:nvSpPr>
          <p:spPr>
            <a:xfrm>
              <a:off x="6544678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山形 53">
              <a:extLst>
                <a:ext uri="{FF2B5EF4-FFF2-40B4-BE49-F238E27FC236}">
                  <ns2:creationId id="{49AE4DED-F840-A827-C431-428CDFB2031A}"/>
                </a:ext>
              </a:extLst>
            </p:cNvPr>
            <p:cNvSpPr/>
            <p:nvPr/>
          </p:nvSpPr>
          <p:spPr>
            <a:xfrm>
              <a:off x="9193831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05" name="グラフィックス 104" descr="クリップボード 単色塗りつぶし">
              <a:extLst>
                <a:ext uri="{FF2B5EF4-FFF2-40B4-BE49-F238E27FC236}">
                  <ns2:creationId id="{01C01E51-C7A1-19C1-03EC-35038BFC18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7"/>
                </a:ext>
              </a:extLst>
            </a:blip>
            <a:stretch>
              <a:fillRect/>
            </a:stretch>
          </p:blipFill>
          <p:spPr>
            <a:xfrm>
              <a:off x="1321415" y="2118130"/>
              <a:ext cx="360000" cy="360000"/>
            </a:xfrm>
            <a:prstGeom prst="rect">
              <a:avLst/>
            </a:prstGeom>
          </p:spPr>
        </p:pic>
        <p:pic>
          <p:nvPicPr>
            <p:cNvPr id="110" name="グラフィックス 109" descr="カスタマー レビュー 単色塗りつぶし">
              <a:extLst>
                <a:ext uri="{FF2B5EF4-FFF2-40B4-BE49-F238E27FC236}">
                  <ns2:creationId id="{22E36C49-2FEB-8C18-01D5-BFF657208C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8"/>
                </a:ext>
              </a:extLst>
            </a:blip>
            <a:stretch>
              <a:fillRect/>
            </a:stretch>
          </p:blipFill>
          <p:spPr>
            <a:xfrm>
              <a:off x="6729561" y="2118130"/>
              <a:ext cx="360000" cy="360000"/>
            </a:xfrm>
            <a:prstGeom prst="rect">
              <a:avLst/>
            </a:prstGeom>
          </p:spPr>
        </p:pic>
        <p:pic>
          <p:nvPicPr>
            <p:cNvPr id="111" name="Graphic 50" descr="Teacher with solid fill">
              <a:extLst>
                <a:ext uri="{FF2B5EF4-FFF2-40B4-BE49-F238E27FC236}">
                  <ns2:creationId id="{CF3ABADD-ECE6-7559-E4F0-0F38E4483F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9353625" y="2118130"/>
              <a:ext cx="360000" cy="360000"/>
            </a:xfrm>
            <a:prstGeom prst="rect">
              <a:avLst/>
            </a:prstGeom>
          </p:spPr>
        </p:pic>
        <p:pic>
          <p:nvPicPr>
            <p:cNvPr id="112" name="グラフィックス 111" descr="会議 単色塗りつぶし">
              <a:extLst>
                <a:ext uri="{FF2B5EF4-FFF2-40B4-BE49-F238E27FC236}">
                  <ns2:creationId id="{B08A02E2-EBE3-2972-E72C-D54CCE135A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0"/>
                </a:ext>
              </a:extLst>
            </a:blip>
            <a:stretch>
              <a:fillRect/>
            </a:stretch>
          </p:blipFill>
          <p:spPr>
            <a:xfrm>
              <a:off x="4059778" y="2118130"/>
              <a:ext cx="360000" cy="360000"/>
            </a:xfrm>
            <a:prstGeom prst="rect">
              <a:avLst/>
            </a:prstGeom>
          </p:spPr>
        </p:pic>
        <p:grpSp>
          <p:nvGrpSpPr>
            <p:cNvPr id="132" name="グループ化 131">
              <a:extLst>
                <a:ext uri="{FF2B5EF4-FFF2-40B4-BE49-F238E27FC236}">
                  <ns2:creationId id="{98A060AD-4432-7926-DAF0-0B7CA139F09A}"/>
                </a:ext>
              </a:extLst>
            </p:cNvPr>
            <p:cNvGrpSpPr/>
            <p:nvPr/>
          </p:nvGrpSpPr>
          <p:grpSpPr>
            <a:xfrm>
              <a:off x="1229158" y="3040062"/>
              <a:ext cx="2069217" cy="3268663"/>
              <a:chOff x="1229158" y="3038369"/>
              <a:chExt cx="2069217" cy="3268663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C19C93B4-1B81-496F-603E-3F016E6AB392}"/>
                  </a:ext>
                </a:extLst>
              </p:cNvPr>
              <p:cNvSpPr/>
              <p:nvPr/>
            </p:nvSpPr>
            <p:spPr>
              <a:xfrm>
                <a:off x="1246375" y="503478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8A88542A-1BEA-6A9C-ABD8-5900651D6C5E}"/>
                  </a:ext>
                </a:extLst>
              </p:cNvPr>
              <p:cNvSpPr/>
              <p:nvPr/>
            </p:nvSpPr>
            <p:spPr>
              <a:xfrm>
                <a:off x="1246375" y="569503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A86AB65F-F021-406A-6892-8872DB3EAB5C}"/>
                  </a:ext>
                </a:extLst>
              </p:cNvPr>
              <p:cNvSpPr/>
              <p:nvPr/>
            </p:nvSpPr>
            <p:spPr>
              <a:xfrm>
                <a:off x="1246375" y="4374533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4532A53-948F-37C7-ABCC-AF5D18F9200E}"/>
                  </a:ext>
                </a:extLst>
              </p:cNvPr>
              <p:cNvSpPr/>
              <p:nvPr/>
            </p:nvSpPr>
            <p:spPr>
              <a:xfrm>
                <a:off x="1246375" y="3714284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1D6ACEE2-E571-29BD-880F-53D73EAE3C76}"/>
                  </a:ext>
                </a:extLst>
              </p:cNvPr>
              <p:cNvSpPr/>
              <p:nvPr/>
            </p:nvSpPr>
            <p:spPr>
              <a:xfrm>
                <a:off x="1246375" y="3054035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15" name="グラフィックス 114" descr="バッジ 1 単色塗りつぶし">
                <a:extLst>
                  <a:ext uri="{FF2B5EF4-FFF2-40B4-BE49-F238E27FC236}">
                    <ns2:creationId id="{40FD0975-FE7D-1E2F-431F-67D438F7AE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229158" y="5672534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7" name="グラフィックス 116" descr="バッジ 単色塗りつぶし">
                <a:extLst>
                  <a:ext uri="{FF2B5EF4-FFF2-40B4-BE49-F238E27FC236}">
                    <ns2:creationId id="{1E29AD99-DB99-01AB-898F-74D30D39F8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229158" y="5024268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9" name="グラフィックス 118" descr="バッジ 3 単色塗りつぶし">
                <a:extLst>
                  <a:ext uri="{FF2B5EF4-FFF2-40B4-BE49-F238E27FC236}">
                    <ns2:creationId id="{D1C66E81-C5F6-21A3-AE66-AE00E83AB9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1229158" y="4355483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1" name="グラフィックス 120" descr="バッジ 4 単色塗りつぶし">
                <a:extLst>
                  <a:ext uri="{FF2B5EF4-FFF2-40B4-BE49-F238E27FC236}">
                    <ns2:creationId id="{703F0AC6-10E6-B07E-F301-365531CB7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1229158" y="3699892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3" name="グラフィックス 122" descr="バッジ 5 単色塗りつぶし">
                <a:extLst>
                  <a:ext uri="{FF2B5EF4-FFF2-40B4-BE49-F238E27FC236}">
                    <ns2:creationId id="{B880967D-48E2-45C0-6D77-DE69C2792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1229158" y="3038369"/>
                <a:ext cx="324000" cy="32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1626649253"/>
      </p:ext>
    </p:extLst>
  </p:cSld>
  <p:clrMapOvr>
    <a:masterClrMapping/>
  </p:clrMapOvr>
</p:sld>
</file>

<file path=ppt/slides/slide14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CC65157-9FD5-17CC-DB01-E046241E6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C41DD90-797B-65A7-FE26-6D45C00A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  <a:endParaRPr lang="en-AU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7D6B242-1F87-4C93-A10C-CB80657F8F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5472" y="914400"/>
            <a:ext cx="11520000" cy="720000"/>
          </a:xfrm>
        </p:spPr>
        <p:txBody>
          <a:bodyPr anchor="ctr"/>
          <a:lstStyle/>
          <a:p>
            <a:r>
              <a:rPr lang="ja-JP" altLang="en-US" sz="1800"/>
              <a:t>XX</a:t>
            </a:r>
            <a:r>
              <a:rPr lang="en-US" altLang="ja-JP" sz="1800"/>
              <a:t>/</a:t>
            </a:r>
            <a:r>
              <a:rPr lang="ja-JP" altLang="en-US" sz="1800"/>
              <a:t>XX</a:t>
            </a:r>
            <a:r>
              <a:rPr lang="en-US" altLang="ja-JP" sz="1800"/>
              <a:t>ROIC</a:t>
            </a:r>
            <a:r>
              <a:rPr lang="ja-JP" altLang="en-US" sz="1800"/>
              <a:t>XX</a:t>
            </a:r>
            <a:br>
              <a:rPr lang="en-US" altLang="ja-JP" sz="1800"/>
            </a:br>
            <a:r>
              <a:rPr lang="ja-JP" altLang="en-US" sz="1800"/>
              <a:t>XX</a:t>
            </a:r>
          </a:p>
        </p:txBody>
      </p:sp>
      <p:grpSp>
        <p:nvGrpSpPr>
          <p:cNvPr id="108" name="グループ化 107">
            <a:extLst>
              <a:ext uri="{FF2B5EF4-FFF2-40B4-BE49-F238E27FC236}">
                <ns2:creationId id="{026ED998-F132-570A-F209-19E93D4CE636}"/>
              </a:ext>
            </a:extLst>
          </p:cNvPr>
          <p:cNvGrpSpPr/>
          <p:nvPr/>
        </p:nvGrpSpPr>
        <p:grpSpPr>
          <a:xfrm>
            <a:off x="336917" y="1652683"/>
            <a:ext cx="5400000" cy="302274"/>
            <a:chOff x="336917" y="1652683"/>
            <a:chExt cx="5400000" cy="302274"/>
          </a:xfrm>
        </p:grpSpPr>
        <p:sp>
          <p:nvSpPr>
            <p:cNvPr id="4" name="正方形/長方形 3">
              <a:extLst>
                <a:ext uri="{FF2B5EF4-FFF2-40B4-BE49-F238E27FC236}">
                  <ns2:creationId id="{65D12F2C-86EE-BE0F-93F1-3F3A47D73FCB}"/>
                </a:ext>
              </a:extLst>
            </p:cNvPr>
            <p:cNvSpPr/>
            <p:nvPr/>
          </p:nvSpPr>
          <p:spPr>
            <a:xfrm>
              <a:off x="336917" y="1652683"/>
              <a:ext cx="5400000" cy="288000"/>
            </a:xfrm>
            <a:prstGeom prst="rect">
              <a:avLst/>
            </a:prstGeom>
            <a:noFill/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ns2:creationId id="{C8DDA72C-546E-71B2-9D8C-F45FF552027F}"/>
                </a:ext>
              </a:extLst>
            </p:cNvPr>
            <p:cNvCxnSpPr/>
            <p:nvPr/>
          </p:nvCxnSpPr>
          <p:spPr>
            <a:xfrm>
              <a:off x="336917" y="195495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グラフィックス 6" descr="マネジメント 枠線">
              <a:extLst>
                <a:ext uri="{FF2B5EF4-FFF2-40B4-BE49-F238E27FC236}">
                  <ns2:creationId id="{0EB0B82F-8A0C-C765-5BCC-EB8D331163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95733" y="1652683"/>
              <a:ext cx="288000" cy="288000"/>
            </a:xfrm>
            <a:prstGeom prst="rect">
              <a:avLst/>
            </a:prstGeom>
          </p:spPr>
        </p:pic>
      </p:grpSp>
      <p:sp>
        <p:nvSpPr>
          <p:cNvPr id="63" name="フリーフォーム: 図形 62">
            <a:extLst>
              <a:ext uri="{FF2B5EF4-FFF2-40B4-BE49-F238E27FC236}">
                <ns2:creationId id="{DE8E0AD7-1D25-37D5-8DA8-20EE780E612B}"/>
              </a:ext>
            </a:extLst>
          </p:cNvPr>
          <p:cNvSpPr/>
          <p:nvPr/>
        </p:nvSpPr>
        <p:spPr>
          <a:xfrm>
            <a:off x="1400122" y="3092257"/>
            <a:ext cx="3204000" cy="1944000"/>
          </a:xfrm>
          <a:custGeom>
            <a:avLst/>
            <a:gdLst>
              <a:gd name="connsiteX0" fmla="*/ 0 w 3201118"/>
              <a:gd name="connsiteY0" fmla="*/ 0 h 2006906"/>
              <a:gd name="connsiteX1" fmla="*/ 2187682 w 3201118"/>
              <a:gd name="connsiteY1" fmla="*/ 0 h 2006906"/>
              <a:gd name="connsiteX2" fmla="*/ 2187682 w 3201118"/>
              <a:gd name="connsiteY2" fmla="*/ 199354 h 2006906"/>
              <a:gd name="connsiteX3" fmla="*/ 3201118 w 3201118"/>
              <a:gd name="connsiteY3" fmla="*/ 199354 h 2006906"/>
              <a:gd name="connsiteX4" fmla="*/ 3201118 w 3201118"/>
              <a:gd name="connsiteY4" fmla="*/ 2006905 h 2006906"/>
              <a:gd name="connsiteX5" fmla="*/ 2187682 w 3201118"/>
              <a:gd name="connsiteY5" fmla="*/ 2006905 h 2006906"/>
              <a:gd name="connsiteX6" fmla="*/ 2187682 w 3201118"/>
              <a:gd name="connsiteY6" fmla="*/ 2006906 h 2006906"/>
              <a:gd name="connsiteX7" fmla="*/ 0 w 3201118"/>
              <a:gd name="connsiteY7" fmla="*/ 2006906 h 2006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01118" h="2006906">
                <a:moveTo>
                  <a:pt x="0" y="0"/>
                </a:moveTo>
                <a:lnTo>
                  <a:pt x="2187682" y="0"/>
                </a:lnTo>
                <a:lnTo>
                  <a:pt x="2187682" y="199354"/>
                </a:lnTo>
                <a:lnTo>
                  <a:pt x="3201118" y="199354"/>
                </a:lnTo>
                <a:lnTo>
                  <a:pt x="3201118" y="2006905"/>
                </a:lnTo>
                <a:lnTo>
                  <a:pt x="2187682" y="2006905"/>
                </a:lnTo>
                <a:lnTo>
                  <a:pt x="2187682" y="2006906"/>
                </a:lnTo>
                <a:lnTo>
                  <a:pt x="0" y="200690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ns2:creationId id="{FBCC452E-45BD-B6C9-95CB-118A2C2919CD}"/>
              </a:ext>
            </a:extLst>
          </p:cNvPr>
          <p:cNvSpPr/>
          <p:nvPr/>
        </p:nvSpPr>
        <p:spPr>
          <a:xfrm>
            <a:off x="415835" y="3136660"/>
            <a:ext cx="900000" cy="180000"/>
          </a:xfrm>
          <a:prstGeom prst="rect">
            <a:avLst/>
          </a:prstGeom>
          <a:solidFill>
            <a:srgbClr val="008000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C7CD0E55-EF59-17DD-9D90-064757192911}"/>
              </a:ext>
            </a:extLst>
          </p:cNvPr>
          <p:cNvSpPr/>
          <p:nvPr/>
        </p:nvSpPr>
        <p:spPr>
          <a:xfrm>
            <a:off x="3669023" y="3136660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7646A621-3667-621B-A349-5A7D47A8F694}"/>
              </a:ext>
            </a:extLst>
          </p:cNvPr>
          <p:cNvSpPr/>
          <p:nvPr/>
        </p:nvSpPr>
        <p:spPr>
          <a:xfrm>
            <a:off x="3665726" y="3307489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ADB2CA23-D2FA-F9B2-0510-33ED3C9C5CAE}"/>
              </a:ext>
            </a:extLst>
          </p:cNvPr>
          <p:cNvSpPr/>
          <p:nvPr/>
        </p:nvSpPr>
        <p:spPr>
          <a:xfrm>
            <a:off x="4749023" y="330748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5175C256-7386-F7B8-EADD-EDEFEE6B9F37}"/>
              </a:ext>
            </a:extLst>
          </p:cNvPr>
          <p:cNvSpPr/>
          <p:nvPr/>
        </p:nvSpPr>
        <p:spPr>
          <a:xfrm>
            <a:off x="4749023" y="3478318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934DE039-561E-31D1-1807-67245A20BACE}"/>
              </a:ext>
            </a:extLst>
          </p:cNvPr>
          <p:cNvSpPr/>
          <p:nvPr/>
        </p:nvSpPr>
        <p:spPr>
          <a:xfrm>
            <a:off x="3665726" y="3649147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E0DE0E15-F15E-DD88-C8F0-F1ADF179E3DD}"/>
              </a:ext>
            </a:extLst>
          </p:cNvPr>
          <p:cNvSpPr/>
          <p:nvPr/>
        </p:nvSpPr>
        <p:spPr>
          <a:xfrm>
            <a:off x="4749023" y="3649147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0E231828-6F92-A3BB-6BB5-C944FBDE858D}"/>
              </a:ext>
            </a:extLst>
          </p:cNvPr>
          <p:cNvSpPr/>
          <p:nvPr/>
        </p:nvSpPr>
        <p:spPr>
          <a:xfrm>
            <a:off x="4749023" y="3819976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535B51FC-8CDC-C0A4-F2A4-47F7554DA5B0}"/>
              </a:ext>
            </a:extLst>
          </p:cNvPr>
          <p:cNvSpPr/>
          <p:nvPr/>
        </p:nvSpPr>
        <p:spPr>
          <a:xfrm>
            <a:off x="4749023" y="3990805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ns2:creationId id="{BAADB996-9EEC-7D0B-A738-2433D8BD9613}"/>
              </a:ext>
            </a:extLst>
          </p:cNvPr>
          <p:cNvSpPr/>
          <p:nvPr/>
        </p:nvSpPr>
        <p:spPr>
          <a:xfrm>
            <a:off x="4749023" y="4161634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6376FCD2-9EE8-FB9A-6BF5-0C73CABFE059}"/>
              </a:ext>
            </a:extLst>
          </p:cNvPr>
          <p:cNvSpPr/>
          <p:nvPr/>
        </p:nvSpPr>
        <p:spPr>
          <a:xfrm>
            <a:off x="4749023" y="4332463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30B7B248-839C-F16D-5FEB-F5F5263A471C}"/>
              </a:ext>
            </a:extLst>
          </p:cNvPr>
          <p:cNvSpPr/>
          <p:nvPr/>
        </p:nvSpPr>
        <p:spPr>
          <a:xfrm>
            <a:off x="4749023" y="4503292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5D6B1FD9-2A08-CE8C-4A59-2C1C6C3548BD}"/>
              </a:ext>
            </a:extLst>
          </p:cNvPr>
          <p:cNvSpPr/>
          <p:nvPr/>
        </p:nvSpPr>
        <p:spPr>
          <a:xfrm>
            <a:off x="4749023" y="4674121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AFE39697-5350-EC06-140F-E2B35DAADD9E}"/>
              </a:ext>
            </a:extLst>
          </p:cNvPr>
          <p:cNvSpPr/>
          <p:nvPr/>
        </p:nvSpPr>
        <p:spPr>
          <a:xfrm>
            <a:off x="4749023" y="4844950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4CE199C1-0C10-18CC-7CED-74A2489C8F44}"/>
              </a:ext>
            </a:extLst>
          </p:cNvPr>
          <p:cNvSpPr/>
          <p:nvPr/>
        </p:nvSpPr>
        <p:spPr>
          <a:xfrm>
            <a:off x="4749023" y="501577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63F40F7E-884D-6486-65A5-454352A16307}"/>
              </a:ext>
            </a:extLst>
          </p:cNvPr>
          <p:cNvSpPr/>
          <p:nvPr/>
        </p:nvSpPr>
        <p:spPr>
          <a:xfrm>
            <a:off x="3669023" y="5186608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BC8E8DD6-10DC-31BB-4C6C-64F1E568FA8A}"/>
              </a:ext>
            </a:extLst>
          </p:cNvPr>
          <p:cNvSpPr/>
          <p:nvPr/>
        </p:nvSpPr>
        <p:spPr>
          <a:xfrm>
            <a:off x="3669023" y="535743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988ACDFA-32B2-191A-AD2D-58AEB602AF4E}"/>
              </a:ext>
            </a:extLst>
          </p:cNvPr>
          <p:cNvSpPr/>
          <p:nvPr/>
        </p:nvSpPr>
        <p:spPr>
          <a:xfrm>
            <a:off x="3669023" y="5528266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012A0CC0-D6AB-0E9E-67F5-219102F37918}"/>
              </a:ext>
            </a:extLst>
          </p:cNvPr>
          <p:cNvSpPr/>
          <p:nvPr/>
        </p:nvSpPr>
        <p:spPr>
          <a:xfrm>
            <a:off x="3669023" y="5699095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F7848082-3915-2114-B5CB-0FF1D7064DBD}"/>
              </a:ext>
            </a:extLst>
          </p:cNvPr>
          <p:cNvSpPr/>
          <p:nvPr/>
        </p:nvSpPr>
        <p:spPr>
          <a:xfrm>
            <a:off x="3669023" y="5869924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正方形/長方形 31">
            <a:extLst>
              <a:ext uri="{FF2B5EF4-FFF2-40B4-BE49-F238E27FC236}">
                <ns2:creationId id="{6700653E-242D-5A73-9F75-D73CA54BA558}"/>
              </a:ext>
            </a:extLst>
          </p:cNvPr>
          <p:cNvSpPr/>
          <p:nvPr/>
        </p:nvSpPr>
        <p:spPr>
          <a:xfrm>
            <a:off x="3669023" y="604075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" name="正方形/長方形 32">
            <a:extLst>
              <a:ext uri="{FF2B5EF4-FFF2-40B4-BE49-F238E27FC236}">
                <ns2:creationId id="{011B6DDF-03E6-94AC-4095-9760E1215AA6}"/>
              </a:ext>
            </a:extLst>
          </p:cNvPr>
          <p:cNvSpPr/>
          <p:nvPr/>
        </p:nvSpPr>
        <p:spPr>
          <a:xfrm>
            <a:off x="3665726" y="4503293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A5452683-BBDC-919D-B92C-2249A1AD34A6}"/>
              </a:ext>
            </a:extLst>
          </p:cNvPr>
          <p:cNvSpPr/>
          <p:nvPr/>
        </p:nvSpPr>
        <p:spPr>
          <a:xfrm>
            <a:off x="3665726" y="484495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ns2:creationId id="{84D44D8C-7C67-554C-112F-131B81911AA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1315835" y="3208660"/>
            <a:ext cx="183297" cy="1800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ns2:creationId id="{F833799F-1726-D3A6-45CB-750953EE5A0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399132" y="320866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5B46A4CD-065A-55AA-F563-DEB98053A2B1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3482429" y="3208660"/>
            <a:ext cx="1865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ns2:creationId id="{F85365F0-1512-ECAC-4EF2-5B5193E24567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4565726" y="3379489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ns2:creationId id="{F3893605-AFF2-DC84-EADA-F31DCE687667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>
            <a:off x="4565726" y="3721147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ns2:creationId id="{43864DEB-A853-FEAF-31EC-A0871D9CD1CD}"/>
              </a:ext>
            </a:extLst>
          </p:cNvPr>
          <p:cNvCxnSpPr>
            <a:cxnSpLocks/>
            <a:stCxn id="33" idx="3"/>
            <a:endCxn id="23" idx="1"/>
          </p:cNvCxnSpPr>
          <p:nvPr/>
        </p:nvCxnSpPr>
        <p:spPr>
          <a:xfrm flipV="1">
            <a:off x="4565726" y="4575292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ns2:creationId id="{26C78B31-56DB-10E6-8279-1175D0ED34BA}"/>
              </a:ext>
            </a:extLst>
          </p:cNvPr>
          <p:cNvCxnSpPr>
            <a:cxnSpLocks/>
            <a:stCxn id="34" idx="3"/>
            <a:endCxn id="25" idx="1"/>
          </p:cNvCxnSpPr>
          <p:nvPr/>
        </p:nvCxnSpPr>
        <p:spPr>
          <a:xfrm>
            <a:off x="4565726" y="491695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コネクタ: カギ線 41">
            <a:extLst>
              <a:ext uri="{FF2B5EF4-FFF2-40B4-BE49-F238E27FC236}">
                <ns2:creationId id="{386D39C1-C881-39E4-F1EB-238708298CE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3482429" y="320866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コネクタ 42">
            <a:extLst>
              <a:ext uri="{FF2B5EF4-FFF2-40B4-BE49-F238E27FC236}">
                <ns2:creationId id="{840D6CDD-9574-A04F-D852-649736F15E33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3482429" y="3721147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ns2:creationId id="{5B0BAE06-695F-0D38-4080-F511A0A35E82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2399132" y="3208660"/>
            <a:ext cx="183297" cy="51248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コネクタ: カギ線 44">
            <a:extLst>
              <a:ext uri="{FF2B5EF4-FFF2-40B4-BE49-F238E27FC236}">
                <ns2:creationId id="{7F9286CA-CC0F-95CC-32B9-F9632079500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4565726" y="3379489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コネクタ: カギ線 45">
            <a:extLst>
              <a:ext uri="{FF2B5EF4-FFF2-40B4-BE49-F238E27FC236}">
                <ns2:creationId id="{3FCB74DC-63EF-E41E-89DF-2D56169EA309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565726" y="3721147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コネクタ: カギ線 46">
            <a:extLst>
              <a:ext uri="{FF2B5EF4-FFF2-40B4-BE49-F238E27FC236}">
                <ns2:creationId id="{AE9FB539-0B2E-E113-7C95-4BD04088907D}"/>
              </a:ext>
            </a:extLst>
          </p:cNvPr>
          <p:cNvCxnSpPr>
            <a:cxnSpLocks/>
            <a:stCxn id="9" idx="3"/>
            <a:endCxn id="20" idx="1"/>
          </p:cNvCxnSpPr>
          <p:nvPr/>
        </p:nvCxnSpPr>
        <p:spPr>
          <a:xfrm>
            <a:off x="1315835" y="3226660"/>
            <a:ext cx="3433188" cy="836145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コネクタ: カギ線 47">
            <a:extLst>
              <a:ext uri="{FF2B5EF4-FFF2-40B4-BE49-F238E27FC236}">
                <ns2:creationId id="{D5939274-975F-8E35-6F93-5B96B1FFD27F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315835" y="3226660"/>
            <a:ext cx="3433188" cy="100697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カギ線 48">
            <a:extLst>
              <a:ext uri="{FF2B5EF4-FFF2-40B4-BE49-F238E27FC236}">
                <ns2:creationId id="{F63F7781-1557-8951-0CF2-6EFA175592DC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>
            <a:off x="1315835" y="3226660"/>
            <a:ext cx="3433188" cy="1177803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コネクタ: カギ線 49">
            <a:extLst>
              <a:ext uri="{FF2B5EF4-FFF2-40B4-BE49-F238E27FC236}">
                <ns2:creationId id="{B5CAC54D-CF33-F609-C656-706B8BB641DF}"/>
              </a:ext>
            </a:extLst>
          </p:cNvPr>
          <p:cNvCxnSpPr>
            <a:cxnSpLocks/>
            <a:stCxn id="33" idx="3"/>
            <a:endCxn id="24" idx="1"/>
          </p:cNvCxnSpPr>
          <p:nvPr/>
        </p:nvCxnSpPr>
        <p:spPr>
          <a:xfrm>
            <a:off x="4565726" y="4575293"/>
            <a:ext cx="183297" cy="1708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コネクタ: カギ線 50">
            <a:extLst>
              <a:ext uri="{FF2B5EF4-FFF2-40B4-BE49-F238E27FC236}">
                <ns2:creationId id="{19ED1586-B473-63B6-476A-523557B9B4B4}"/>
              </a:ext>
            </a:extLst>
          </p:cNvPr>
          <p:cNvCxnSpPr>
            <a:cxnSpLocks/>
            <a:stCxn id="34" idx="3"/>
            <a:endCxn id="26" idx="1"/>
          </p:cNvCxnSpPr>
          <p:nvPr/>
        </p:nvCxnSpPr>
        <p:spPr>
          <a:xfrm>
            <a:off x="4565726" y="491695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ns2:creationId id="{30777F5E-1B62-CD9C-1BC9-7D0A58FEE6EF}"/>
              </a:ext>
            </a:extLst>
          </p:cNvPr>
          <p:cNvSpPr/>
          <p:nvPr/>
        </p:nvSpPr>
        <p:spPr>
          <a:xfrm>
            <a:off x="1500231" y="4504596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3" name="コネクタ: カギ線 52">
            <a:extLst>
              <a:ext uri="{FF2B5EF4-FFF2-40B4-BE49-F238E27FC236}">
                <ns2:creationId id="{FDAAAEC1-F1F4-F29D-A363-A61A85F193E9}"/>
              </a:ext>
            </a:extLst>
          </p:cNvPr>
          <p:cNvCxnSpPr>
            <a:cxnSpLocks/>
            <a:stCxn id="9" idx="3"/>
            <a:endCxn id="52" idx="1"/>
          </p:cNvCxnSpPr>
          <p:nvPr/>
        </p:nvCxnSpPr>
        <p:spPr>
          <a:xfrm>
            <a:off x="1315835" y="3226660"/>
            <a:ext cx="184396" cy="1349936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D57E9650-4A4A-0164-B7DC-C3B1E8C69DC0}"/>
              </a:ext>
            </a:extLst>
          </p:cNvPr>
          <p:cNvCxnSpPr>
            <a:cxnSpLocks/>
            <a:stCxn id="52" idx="3"/>
            <a:endCxn id="33" idx="1"/>
          </p:cNvCxnSpPr>
          <p:nvPr/>
        </p:nvCxnSpPr>
        <p:spPr>
          <a:xfrm flipV="1">
            <a:off x="2400231" y="4575293"/>
            <a:ext cx="1265495" cy="1303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コネクタ: カギ線 54">
            <a:extLst>
              <a:ext uri="{FF2B5EF4-FFF2-40B4-BE49-F238E27FC236}">
                <ns2:creationId id="{C51C60EF-7D30-22D0-586E-C7839CAF5775}"/>
              </a:ext>
            </a:extLst>
          </p:cNvPr>
          <p:cNvCxnSpPr>
            <a:cxnSpLocks/>
            <a:stCxn id="52" idx="3"/>
            <a:endCxn id="34" idx="1"/>
          </p:cNvCxnSpPr>
          <p:nvPr/>
        </p:nvCxnSpPr>
        <p:spPr>
          <a:xfrm>
            <a:off x="2400231" y="4576596"/>
            <a:ext cx="1265495" cy="34035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5">
            <a:extLst>
              <a:ext uri="{FF2B5EF4-FFF2-40B4-BE49-F238E27FC236}">
                <ns2:creationId id="{2DC52CCA-2D38-33A9-D748-C66DBAF99062}"/>
              </a:ext>
            </a:extLst>
          </p:cNvPr>
          <p:cNvCxnSpPr>
            <a:cxnSpLocks/>
            <a:stCxn id="52" idx="3"/>
            <a:endCxn id="27" idx="1"/>
          </p:cNvCxnSpPr>
          <p:nvPr/>
        </p:nvCxnSpPr>
        <p:spPr>
          <a:xfrm>
            <a:off x="2400231" y="4576596"/>
            <a:ext cx="1268792" cy="682012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コネクタ: カギ線 56">
            <a:extLst>
              <a:ext uri="{FF2B5EF4-FFF2-40B4-BE49-F238E27FC236}">
                <ns2:creationId id="{AAF4B432-E0C8-CEC0-A32B-38FFB1D0D28B}"/>
              </a:ext>
            </a:extLst>
          </p:cNvPr>
          <p:cNvCxnSpPr>
            <a:cxnSpLocks/>
            <a:stCxn id="52" idx="3"/>
            <a:endCxn id="28" idx="1"/>
          </p:cNvCxnSpPr>
          <p:nvPr/>
        </p:nvCxnSpPr>
        <p:spPr>
          <a:xfrm>
            <a:off x="2400231" y="4576596"/>
            <a:ext cx="1268792" cy="85284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ns2:creationId id="{853C85C2-9D5D-3617-8194-5602A9B04D23}"/>
              </a:ext>
            </a:extLst>
          </p:cNvPr>
          <p:cNvCxnSpPr>
            <a:cxnSpLocks/>
            <a:stCxn id="52" idx="3"/>
            <a:endCxn id="29" idx="1"/>
          </p:cNvCxnSpPr>
          <p:nvPr/>
        </p:nvCxnSpPr>
        <p:spPr>
          <a:xfrm>
            <a:off x="2400231" y="4576596"/>
            <a:ext cx="1268792" cy="1023670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コネクタ: カギ線 58">
            <a:extLst>
              <a:ext uri="{FF2B5EF4-FFF2-40B4-BE49-F238E27FC236}">
                <ns2:creationId id="{AC8A06A9-FD01-3FEA-63F7-4BD254D52E11}"/>
              </a:ext>
            </a:extLst>
          </p:cNvPr>
          <p:cNvCxnSpPr>
            <a:cxnSpLocks/>
            <a:stCxn id="52" idx="3"/>
            <a:endCxn id="30" idx="1"/>
          </p:cNvCxnSpPr>
          <p:nvPr/>
        </p:nvCxnSpPr>
        <p:spPr>
          <a:xfrm>
            <a:off x="2400231" y="4576596"/>
            <a:ext cx="1268792" cy="119449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コネクタ: カギ線 59">
            <a:extLst>
              <a:ext uri="{FF2B5EF4-FFF2-40B4-BE49-F238E27FC236}">
                <ns2:creationId id="{7D3BD8FD-A491-F664-3FE9-5141E14288B0}"/>
              </a:ext>
            </a:extLst>
          </p:cNvPr>
          <p:cNvCxnSpPr>
            <a:cxnSpLocks/>
            <a:stCxn id="52" idx="3"/>
            <a:endCxn id="31" idx="1"/>
          </p:cNvCxnSpPr>
          <p:nvPr/>
        </p:nvCxnSpPr>
        <p:spPr>
          <a:xfrm>
            <a:off x="2400231" y="4576596"/>
            <a:ext cx="1268792" cy="13653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コネクタ: カギ線 60">
            <a:extLst>
              <a:ext uri="{FF2B5EF4-FFF2-40B4-BE49-F238E27FC236}">
                <ns2:creationId id="{8447CA80-FF36-427A-3900-7800F52C0859}"/>
              </a:ext>
            </a:extLst>
          </p:cNvPr>
          <p:cNvCxnSpPr>
            <a:cxnSpLocks/>
            <a:stCxn id="52" idx="3"/>
            <a:endCxn id="32" idx="1"/>
          </p:cNvCxnSpPr>
          <p:nvPr/>
        </p:nvCxnSpPr>
        <p:spPr>
          <a:xfrm>
            <a:off x="2400231" y="4576596"/>
            <a:ext cx="1268792" cy="153616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>
            <a:extLst>
              <a:ext uri="{FF2B5EF4-FFF2-40B4-BE49-F238E27FC236}">
                <ns2:creationId id="{1D85E596-2DFD-944C-4E6B-12F72B4099FC}"/>
              </a:ext>
            </a:extLst>
          </p:cNvPr>
          <p:cNvSpPr/>
          <p:nvPr/>
        </p:nvSpPr>
        <p:spPr>
          <a:xfrm>
            <a:off x="336917" y="3013754"/>
            <a:ext cx="5400000" cy="3289850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ns2:creationId id="{8BA0118F-46F4-A77B-D23F-6A3A49584934}"/>
              </a:ext>
            </a:extLst>
          </p:cNvPr>
          <p:cNvSpPr/>
          <p:nvPr/>
        </p:nvSpPr>
        <p:spPr>
          <a:xfrm>
            <a:off x="2582429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B3BB7141-9A7D-D480-8922-0F6E0F43725A}"/>
              </a:ext>
            </a:extLst>
          </p:cNvPr>
          <p:cNvSpPr/>
          <p:nvPr/>
        </p:nvSpPr>
        <p:spPr>
          <a:xfrm>
            <a:off x="1499132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D344E85-F3A8-6810-737A-A2515BF73437}"/>
              </a:ext>
            </a:extLst>
          </p:cNvPr>
          <p:cNvSpPr/>
          <p:nvPr/>
        </p:nvSpPr>
        <p:spPr>
          <a:xfrm>
            <a:off x="2582429" y="3649148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10" name="グループ化 109">
            <a:extLst>
              <a:ext uri="{FF2B5EF4-FFF2-40B4-BE49-F238E27FC236}">
                <ns2:creationId id="{0B9B70D9-47B0-B149-0E08-F942CE4B062D}"/>
              </a:ext>
            </a:extLst>
          </p:cNvPr>
          <p:cNvGrpSpPr/>
          <p:nvPr/>
        </p:nvGrpSpPr>
        <p:grpSpPr>
          <a:xfrm>
            <a:off x="3614074" y="2772288"/>
            <a:ext cx="2122843" cy="180000"/>
            <a:chOff x="3614074" y="2772288"/>
            <a:chExt cx="2122843" cy="180000"/>
          </a:xfrm>
        </p:grpSpPr>
        <p:sp>
          <p:nvSpPr>
            <p:cNvPr id="86" name="正方形/長方形 85">
              <a:extLst>
                <a:ext uri="{FF2B5EF4-FFF2-40B4-BE49-F238E27FC236}">
                  <ns2:creationId id="{A3FAC4BE-149F-78AE-5AB9-4BE685EBF065}"/>
                </a:ext>
              </a:extLst>
            </p:cNvPr>
            <p:cNvSpPr/>
            <p:nvPr/>
          </p:nvSpPr>
          <p:spPr>
            <a:xfrm>
              <a:off x="4044917" y="2772288"/>
              <a:ext cx="1692000" cy="18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67E58DF2-23CA-1BC7-DDA9-1D2B9CD9EA34}"/>
                </a:ext>
              </a:extLst>
            </p:cNvPr>
            <p:cNvSpPr txBox="1"/>
            <p:nvPr/>
          </p:nvSpPr>
          <p:spPr>
            <a:xfrm>
              <a:off x="3614074" y="2772288"/>
              <a:ext cx="540000" cy="18000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r>
                <a:rPr kumimoji="1" lang="ja-JP" altLang="en-US" sz="900">
                  <a:latin typeface="+mn-ea"/>
                </a:rPr>
                <a:t>XX</a:t>
              </a:r>
              <a:r>
                <a:rPr lang="en-AU" altLang="ja-JP" sz="900">
                  <a:latin typeface="+mn-ea"/>
                </a:rPr>
                <a:t>:</a:t>
              </a:r>
              <a:endParaRPr kumimoji="1" lang="en-US" altLang="ja-JP" sz="900">
                <a:latin typeface="+mn-ea"/>
              </a:endParaRPr>
            </a:p>
          </p:txBody>
        </p:sp>
      </p:grpSp>
      <p:sp>
        <p:nvSpPr>
          <p:cNvPr id="76" name="background">
            <a:extLst>
              <a:ext uri="{FF2B5EF4-FFF2-40B4-BE49-F238E27FC236}">
                <ns2:creationId id="{128B8B67-5052-AB62-A362-C26FBBE57F2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474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1</a:t>
            </a:r>
          </a:p>
        </p:txBody>
      </p:sp>
      <p:sp>
        <p:nvSpPr>
          <p:cNvPr id="78" name="background">
            <a:extLst>
              <a:ext uri="{FF2B5EF4-FFF2-40B4-BE49-F238E27FC236}">
                <ns2:creationId id="{774354A2-A96D-593B-7933-BF9B0B675B4E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6125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2</a:t>
            </a:r>
          </a:p>
        </p:txBody>
      </p:sp>
      <p:sp>
        <p:nvSpPr>
          <p:cNvPr id="79" name="background">
            <a:extLst>
              <a:ext uri="{FF2B5EF4-FFF2-40B4-BE49-F238E27FC236}">
                <ns2:creationId id="{B8D28FEB-8A90-34FB-1E2E-E0974064BE4E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1291560" y="301571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3</a:t>
            </a:r>
          </a:p>
        </p:txBody>
      </p:sp>
      <p:grpSp>
        <p:nvGrpSpPr>
          <p:cNvPr id="109" name="グループ化 108">
            <a:extLst>
              <a:ext uri="{FF2B5EF4-FFF2-40B4-BE49-F238E27FC236}">
                <ns2:creationId id="{C51C5E45-23F5-5D2C-F352-85ACC5BD4AA8}"/>
              </a:ext>
            </a:extLst>
          </p:cNvPr>
          <p:cNvGrpSpPr/>
          <p:nvPr/>
        </p:nvGrpSpPr>
        <p:grpSpPr>
          <a:xfrm>
            <a:off x="336917" y="2039262"/>
            <a:ext cx="5400000" cy="672698"/>
            <a:chOff x="336917" y="2039262"/>
            <a:chExt cx="5400000" cy="672698"/>
          </a:xfrm>
        </p:grpSpPr>
        <p:sp>
          <p:nvSpPr>
            <p:cNvPr id="6" name="正方形/長方形 5">
              <a:extLst>
                <a:ext uri="{FF2B5EF4-FFF2-40B4-BE49-F238E27FC236}">
                  <ns2:creationId id="{C585E087-389E-8428-CD45-508D5B3D4D56}"/>
                </a:ext>
              </a:extLst>
            </p:cNvPr>
            <p:cNvSpPr/>
            <p:nvPr/>
          </p:nvSpPr>
          <p:spPr>
            <a:xfrm>
              <a:off x="455853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884DACE4-9F8A-AD43-D801-2CD5FC37FDEA}"/>
                </a:ext>
              </a:extLst>
            </p:cNvPr>
            <p:cNvSpPr/>
            <p:nvPr/>
          </p:nvSpPr>
          <p:spPr>
            <a:xfrm>
              <a:off x="2286385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ROIC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B10AEE6B-1C01-02AB-DD3C-9405BD4CAEC1}"/>
                </a:ext>
              </a:extLst>
            </p:cNvPr>
            <p:cNvSpPr/>
            <p:nvPr/>
          </p:nvSpPr>
          <p:spPr>
            <a:xfrm>
              <a:off x="4116917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" name="background">
              <a:extLst>
                <a:ext uri="{FF2B5EF4-FFF2-40B4-BE49-F238E27FC236}">
                  <ns2:creationId id="{7C6BF67C-6DEA-FF8D-3DBC-D124A6D13B0C}"/>
                </a:ext>
              </a:extLst>
            </p:cNvPr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336917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1</a:t>
              </a:r>
            </a:p>
          </p:txBody>
        </p:sp>
        <p:sp>
          <p:nvSpPr>
            <p:cNvPr id="72" name="background">
              <a:extLst>
                <a:ext uri="{FF2B5EF4-FFF2-40B4-BE49-F238E27FC236}">
                  <ns2:creationId id="{FE43167C-19F1-EF11-61E2-666838F2AF5E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2156518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2</a:t>
              </a:r>
            </a:p>
          </p:txBody>
        </p:sp>
        <p:sp>
          <p:nvSpPr>
            <p:cNvPr id="74" name="background">
              <a:extLst>
                <a:ext uri="{FF2B5EF4-FFF2-40B4-BE49-F238E27FC236}">
                  <ns2:creationId id="{0CF94BF6-3EFD-3B7C-CAC7-7E3588A17CC6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3968994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3</a:t>
              </a:r>
            </a:p>
          </p:txBody>
        </p:sp>
        <p:pic>
          <p:nvPicPr>
            <p:cNvPr id="73" name="グラフィックス 72" descr="数学 単色塗りつぶし">
              <a:extLst>
                <a:ext uri="{FF2B5EF4-FFF2-40B4-BE49-F238E27FC236}">
                  <ns2:creationId id="{1AE61B67-35F2-98D0-0691-37288A0BE1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1766833" y="2402940"/>
              <a:ext cx="288000" cy="288000"/>
            </a:xfrm>
            <a:prstGeom prst="rect">
              <a:avLst/>
            </a:prstGeom>
          </p:spPr>
        </p:pic>
        <p:pic>
          <p:nvPicPr>
            <p:cNvPr id="75" name="グラフィックス 74" descr="コメント追加 単色塗りつぶし">
              <a:extLst>
                <a:ext uri="{FF2B5EF4-FFF2-40B4-BE49-F238E27FC236}">
                  <ns2:creationId id="{3B5502FB-6158-104E-D5C5-0C52B8B77E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5427897" y="2402940"/>
              <a:ext cx="288000" cy="288000"/>
            </a:xfrm>
            <a:prstGeom prst="rect">
              <a:avLst/>
            </a:prstGeom>
          </p:spPr>
        </p:pic>
        <p:pic>
          <p:nvPicPr>
            <p:cNvPr id="77" name="グラフィックス 76" descr="シャッフル 単色塗りつぶし">
              <a:extLst>
                <a:ext uri="{FF2B5EF4-FFF2-40B4-BE49-F238E27FC236}">
                  <ns2:creationId id="{CA8FCB97-3E5E-14FE-4FDA-09AE3585FE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3597365" y="2402940"/>
              <a:ext cx="288000" cy="288000"/>
            </a:xfrm>
            <a:prstGeom prst="rect">
              <a:avLst/>
            </a:prstGeom>
          </p:spPr>
        </p:pic>
      </p:grpSp>
      <p:grpSp>
        <p:nvGrpSpPr>
          <p:cNvPr id="128" name="グループ化 127">
            <a:extLst>
              <a:ext uri="{FF2B5EF4-FFF2-40B4-BE49-F238E27FC236}">
                <ns2:creationId id="{1E6938A8-5801-5747-377B-E64A1F19A40F}"/>
              </a:ext>
            </a:extLst>
          </p:cNvPr>
          <p:cNvGrpSpPr/>
          <p:nvPr/>
        </p:nvGrpSpPr>
        <p:grpSpPr>
          <a:xfrm>
            <a:off x="6104908" y="1634400"/>
            <a:ext cx="5745624" cy="4670631"/>
            <a:chOff x="6104908" y="1634400"/>
            <a:chExt cx="5745624" cy="4670631"/>
          </a:xfrm>
        </p:grpSpPr>
        <p:sp>
          <p:nvSpPr>
            <p:cNvPr id="88" name="正方形/長方形 87">
              <a:extLst>
                <a:ext uri="{FF2B5EF4-FFF2-40B4-BE49-F238E27FC236}">
                  <ns2:creationId id="{1BE53B2D-C462-1CC3-8CFF-63F45048422F}"/>
                </a:ext>
              </a:extLst>
            </p:cNvPr>
            <p:cNvSpPr/>
            <p:nvPr/>
          </p:nvSpPr>
          <p:spPr>
            <a:xfrm>
              <a:off x="6104908" y="1634400"/>
              <a:ext cx="396000" cy="162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C943A935-FD33-5C61-99EB-F18F86981CD3}"/>
                </a:ext>
              </a:extLst>
            </p:cNvPr>
            <p:cNvSpPr/>
            <p:nvPr/>
          </p:nvSpPr>
          <p:spPr>
            <a:xfrm>
              <a:off x="6104908" y="3303716"/>
              <a:ext cx="396000" cy="169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2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DDB2E788-5474-F979-57AD-2D419A056AFA}"/>
                </a:ext>
              </a:extLst>
            </p:cNvPr>
            <p:cNvSpPr/>
            <p:nvPr/>
          </p:nvSpPr>
          <p:spPr>
            <a:xfrm>
              <a:off x="6104908" y="5045031"/>
              <a:ext cx="396000" cy="126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0BF84616-E5DE-706F-0F20-41765ABED240}"/>
                </a:ext>
              </a:extLst>
            </p:cNvPr>
            <p:cNvSpPr/>
            <p:nvPr/>
          </p:nvSpPr>
          <p:spPr>
            <a:xfrm>
              <a:off x="6556118" y="1634400"/>
              <a:ext cx="3511207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03E868FB-0D95-2D71-6A44-EB6B506ABE75}"/>
                </a:ext>
              </a:extLst>
            </p:cNvPr>
            <p:cNvSpPr/>
            <p:nvPr/>
          </p:nvSpPr>
          <p:spPr>
            <a:xfrm>
              <a:off x="10122531" y="1634400"/>
              <a:ext cx="1728001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0930646F-0AF2-2738-211F-2A0DDAE68E63}"/>
                </a:ext>
              </a:extLst>
            </p:cNvPr>
            <p:cNvSpPr/>
            <p:nvPr/>
          </p:nvSpPr>
          <p:spPr>
            <a:xfrm>
              <a:off x="6556116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9CFC6AA2-8E78-75E4-6721-FA497031F311}"/>
                </a:ext>
              </a:extLst>
            </p:cNvPr>
            <p:cNvSpPr/>
            <p:nvPr/>
          </p:nvSpPr>
          <p:spPr>
            <a:xfrm>
              <a:off x="8329720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34CA68C0-81BD-F774-911F-B023398610A4}"/>
                </a:ext>
              </a:extLst>
            </p:cNvPr>
            <p:cNvSpPr/>
            <p:nvPr/>
          </p:nvSpPr>
          <p:spPr>
            <a:xfrm>
              <a:off x="10122532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770522EC-6727-8858-6C45-2087AC22035A}"/>
                </a:ext>
              </a:extLst>
            </p:cNvPr>
            <p:cNvSpPr/>
            <p:nvPr/>
          </p:nvSpPr>
          <p:spPr>
            <a:xfrm>
              <a:off x="6556116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CB595190-6527-C0E6-36C7-3B0E87DFF0C3}"/>
                </a:ext>
              </a:extLst>
            </p:cNvPr>
            <p:cNvSpPr/>
            <p:nvPr/>
          </p:nvSpPr>
          <p:spPr>
            <a:xfrm>
              <a:off x="10122531" y="3619980"/>
              <a:ext cx="1728001" cy="1375736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104DDB78-DBBD-8109-1EFF-D5B16F8E1BDB}"/>
                </a:ext>
              </a:extLst>
            </p:cNvPr>
            <p:cNvSpPr/>
            <p:nvPr/>
          </p:nvSpPr>
          <p:spPr>
            <a:xfrm>
              <a:off x="8329720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2" name="直線矢印コネクタ 101">
              <a:extLst>
                <a:ext uri="{FF2B5EF4-FFF2-40B4-BE49-F238E27FC236}">
                  <ns2:creationId id="{A5DE2CE0-5BF5-715D-4F72-B954C070846F}"/>
                </a:ext>
              </a:extLst>
            </p:cNvPr>
            <p:cNvCxnSpPr>
              <a:cxnSpLocks/>
            </p:cNvCxnSpPr>
            <p:nvPr/>
          </p:nvCxnSpPr>
          <p:spPr>
            <a:xfrm>
              <a:off x="7211529" y="3254400"/>
              <a:ext cx="1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ns2:creationId id="{875A59EF-FBAC-0313-F33A-DB3D3D2185ED}"/>
                </a:ext>
              </a:extLst>
            </p:cNvPr>
            <p:cNvCxnSpPr>
              <a:cxnSpLocks/>
              <a:stCxn id="94" idx="2"/>
              <a:endCxn id="101" idx="0"/>
            </p:cNvCxnSpPr>
            <p:nvPr/>
          </p:nvCxnSpPr>
          <p:spPr>
            <a:xfrm>
              <a:off x="9193720" y="3254400"/>
              <a:ext cx="0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ns2:creationId id="{3051A209-9FB7-5DD4-7727-C7026B0F8B16}"/>
                </a:ext>
              </a:extLst>
            </p:cNvPr>
            <p:cNvCxnSpPr>
              <a:cxnSpLocks/>
              <a:stCxn id="95" idx="2"/>
              <a:endCxn id="100" idx="0"/>
            </p:cNvCxnSpPr>
            <p:nvPr/>
          </p:nvCxnSpPr>
          <p:spPr>
            <a:xfrm>
              <a:off x="10986532" y="3254400"/>
              <a:ext cx="0" cy="36558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コネクタ: カギ線 110">
              <a:extLst>
                <a:ext uri="{FF2B5EF4-FFF2-40B4-BE49-F238E27FC236}">
                  <ns2:creationId id="{04F92C7E-FB75-E216-BD61-1F19D24D6DCD}"/>
                </a:ext>
              </a:extLst>
            </p:cNvPr>
            <p:cNvCxnSpPr>
              <a:cxnSpLocks/>
              <a:stCxn id="94" idx="2"/>
              <a:endCxn id="99" idx="0"/>
            </p:cNvCxnSpPr>
            <p:nvPr/>
          </p:nvCxnSpPr>
          <p:spPr>
            <a:xfrm rot="5400000">
              <a:off x="8124129" y="2550387"/>
              <a:ext cx="365579" cy="177360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正方形/長方形 123">
              <a:extLst>
                <a:ext uri="{FF2B5EF4-FFF2-40B4-BE49-F238E27FC236}">
                  <ns2:creationId id="{032AEDA8-0E39-FF10-AAFF-4460955135CE}"/>
                </a:ext>
              </a:extLst>
            </p:cNvPr>
            <p:cNvSpPr/>
            <p:nvPr/>
          </p:nvSpPr>
          <p:spPr>
            <a:xfrm>
              <a:off x="65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D98EF800-A930-EA08-D108-8F632BB413EA}"/>
                </a:ext>
              </a:extLst>
            </p:cNvPr>
            <p:cNvSpPr/>
            <p:nvPr/>
          </p:nvSpPr>
          <p:spPr>
            <a:xfrm>
              <a:off x="10122531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7A3BEF08-ACAF-90F4-3AF7-144B5E14C4AC}"/>
                </a:ext>
              </a:extLst>
            </p:cNvPr>
            <p:cNvSpPr/>
            <p:nvPr/>
          </p:nvSpPr>
          <p:spPr>
            <a:xfrm>
              <a:off x="83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background">
              <a:extLst>
                <a:ext uri="{FF2B5EF4-FFF2-40B4-BE49-F238E27FC236}">
                  <ns2:creationId id="{B2163448-21F8-B715-6CA2-7C6688B4FC60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6616552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1</a:t>
              </a:r>
            </a:p>
          </p:txBody>
        </p:sp>
        <p:sp>
          <p:nvSpPr>
            <p:cNvPr id="113" name="background">
              <a:extLst>
                <a:ext uri="{FF2B5EF4-FFF2-40B4-BE49-F238E27FC236}">
                  <ns2:creationId id="{0F4C220F-DF13-7E53-66BB-BED621DAECE6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8382482" y="3667667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2</a:t>
              </a:r>
            </a:p>
          </p:txBody>
        </p:sp>
        <p:sp>
          <p:nvSpPr>
            <p:cNvPr id="114" name="background">
              <a:extLst>
                <a:ext uri="{FF2B5EF4-FFF2-40B4-BE49-F238E27FC236}">
                  <ns2:creationId id="{570FF912-5511-EE2A-4A16-F9389941CCF9}"/>
                </a:ext>
              </a:extLst>
            </p:cNvPr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0196101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3</a:t>
              </a:r>
            </a:p>
          </p:txBody>
        </p:sp>
      </p:grpSp>
    </p:spTree>
    <p:extLst>
      <p:ext uri="{BB962C8B-B14F-4D97-AF65-F5344CB8AC3E}">
        <ns5:creationId val="2593898538"/>
      </p:ext>
    </p:extLst>
  </p:cSld>
  <p:clrMapOvr>
    <a:masterClrMapping/>
  </p:clrMapOvr>
</p:sld>
</file>

<file path=ppt/slides/slide14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A37F2DE-5E56-36B4-9567-9EEDFC6B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97A3764-C1E1-7424-ACF9-3DC44B42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579B4DD-FC5C-9E62-FCA4-8C3DD4414A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2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91" name="テキスト ボックス 90">
            <a:extLst>
              <a:ext uri="{FF2B5EF4-FFF2-40B4-BE49-F238E27FC236}">
                <ns2:creationId id="{C41805B5-89D9-0536-F473-42B6A249C9C6}"/>
              </a:ext>
            </a:extLst>
          </p:cNvPr>
          <p:cNvSpPr txBox="1"/>
          <p:nvPr/>
        </p:nvSpPr>
        <p:spPr>
          <a:xfrm>
            <a:off x="334963" y="1338366"/>
            <a:ext cx="11522075" cy="2904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r>
              <a:rPr lang="ja-JP" altLang="en-US" sz="1400" dirty="0"/>
              <a:t> </a:t>
            </a:r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grpSp>
        <p:nvGrpSpPr>
          <p:cNvPr id="386" name="Group 385">
            <a:extLst>
              <a:ext uri="{FF2B5EF4-FFF2-40B4-BE49-F238E27FC236}">
                <ns2:creationId id="{64BAB194-781F-2D6E-FFBE-F969020AE45A}"/>
              </a:ext>
            </a:extLst>
          </p:cNvPr>
          <p:cNvGrpSpPr/>
          <p:nvPr/>
        </p:nvGrpSpPr>
        <p:grpSpPr>
          <a:xfrm>
            <a:off x="9940735" y="1040476"/>
            <a:ext cx="1916303" cy="230720"/>
            <a:chOff x="9488297" y="1064680"/>
            <a:chExt cx="2229870" cy="252000"/>
          </a:xfrm>
        </p:grpSpPr>
        <p:sp>
          <p:nvSpPr>
            <p:cNvPr id="93" name="正方形/長方形 92">
              <a:extLst>
                <a:ext uri="{FF2B5EF4-FFF2-40B4-BE49-F238E27FC236}">
                  <ns2:creationId id="{AFDB797E-9F52-135C-25C3-84CE5F9FE342}"/>
                </a:ext>
              </a:extLst>
            </p:cNvPr>
            <p:cNvSpPr/>
            <p:nvPr/>
          </p:nvSpPr>
          <p:spPr>
            <a:xfrm>
              <a:off x="9488297" y="1064680"/>
              <a:ext cx="1080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103B831-46F9-1853-01C5-B74602310009}"/>
                </a:ext>
              </a:extLst>
            </p:cNvPr>
            <p:cNvSpPr/>
            <p:nvPr/>
          </p:nvSpPr>
          <p:spPr>
            <a:xfrm>
              <a:off x="10638167" y="1064680"/>
              <a:ext cx="1080000" cy="252000"/>
            </a:xfrm>
            <a:prstGeom prst="rect">
              <a:avLst/>
            </a:prstGeom>
            <a:solidFill>
              <a:srgbClr val="008000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1"/>
            <a:lstStyle/>
            <a:p>
              <a:r>
                <a:rPr lang="ja-JP" altLang="en-US" sz="900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ns2:creationId id="{BAECE740-6CF1-D411-64D2-0EE1EB5593AC}"/>
              </a:ext>
            </a:extLst>
          </p:cNvPr>
          <p:cNvGrpSpPr/>
          <p:nvPr/>
        </p:nvGrpSpPr>
        <p:grpSpPr>
          <a:xfrm>
            <a:off x="339996" y="1638577"/>
            <a:ext cx="11517041" cy="4678403"/>
            <a:chOff x="339996" y="1638577"/>
            <a:chExt cx="11517041" cy="4678403"/>
          </a:xfrm>
        </p:grpSpPr>
        <p:cxnSp>
          <p:nvCxnSpPr>
            <p:cNvPr id="416" name="直線コネクタ 8">
              <a:extLst>
                <a:ext uri="{FF2B5EF4-FFF2-40B4-BE49-F238E27FC236}">
                  <ns2:creationId id="{9BAB90FC-5D40-4C9F-0CF2-1A62649F96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3090880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8">
              <a:extLst>
                <a:ext uri="{FF2B5EF4-FFF2-40B4-BE49-F238E27FC236}">
                  <ns2:creationId id="{8F65DCE2-0B76-123B-7A31-C049EBD7D7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2" y="3898537"/>
              <a:ext cx="914855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8">
              <a:extLst>
                <a:ext uri="{FF2B5EF4-FFF2-40B4-BE49-F238E27FC236}">
                  <ns2:creationId id="{CC157380-19AF-2E6D-841B-BE188B93E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4463969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直線コネクタ 8">
              <a:extLst>
                <a:ext uri="{FF2B5EF4-FFF2-40B4-BE49-F238E27FC236}">
                  <ns2:creationId id="{402B679D-9CE2-637F-CB8A-4235818E75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5765092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グループ化 31">
              <a:extLst>
                <a:ext uri="{FF2B5EF4-FFF2-40B4-BE49-F238E27FC236}">
                  <ns2:creationId id="{A8056A50-8BE5-F526-2755-139CA007626C}"/>
                </a:ext>
              </a:extLst>
            </p:cNvPr>
            <p:cNvGrpSpPr/>
            <p:nvPr/>
          </p:nvGrpSpPr>
          <p:grpSpPr>
            <a:xfrm>
              <a:off x="9069110" y="1638577"/>
              <a:ext cx="508256" cy="4632048"/>
              <a:chOff x="9069110" y="1638577"/>
              <a:chExt cx="508256" cy="4632048"/>
            </a:xfrm>
          </p:grpSpPr>
          <p:grpSp>
            <p:nvGrpSpPr>
              <p:cNvPr id="17" name="Group 16">
                <a:extLst>
                  <a:ext uri="{FF2B5EF4-FFF2-40B4-BE49-F238E27FC236}">
                    <ns2:creationId id="{F854D938-FA01-99E4-0120-095C7585A3AB}"/>
                  </a:ext>
                </a:extLst>
              </p:cNvPr>
              <p:cNvGrpSpPr/>
              <p:nvPr/>
            </p:nvGrpSpPr>
            <p:grpSpPr>
              <a:xfrm>
                <a:off x="9069110" y="1638577"/>
                <a:ext cx="508256" cy="212947"/>
                <a:chOff x="7338800" y="1676677"/>
                <a:chExt cx="1144800" cy="212947"/>
              </a:xfrm>
            </p:grpSpPr>
            <p:sp>
              <p:nvSpPr>
                <p:cNvPr id="23" name="四角形: 角を丸くする 7">
                  <a:extLst>
                    <a:ext uri="{FF2B5EF4-FFF2-40B4-BE49-F238E27FC236}">
                      <ns2:creationId id="{F83CE5EB-6488-EB1B-7ADD-D69F437BC8D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algn="ctr"/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4" name="Straight Connector 23">
                  <a:extLst>
                    <a:ext uri="{FF2B5EF4-FFF2-40B4-BE49-F238E27FC236}">
                      <ns2:creationId id="{7768404A-9D43-D667-0385-4EE5904BE41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四角形: 角を丸くする 7">
                <a:extLst>
                  <a:ext uri="{FF2B5EF4-FFF2-40B4-BE49-F238E27FC236}">
                    <ns2:creationId id="{A20BE013-68AD-C75E-C4D6-8F8B4FD57C32}"/>
                  </a:ext>
                </a:extLst>
              </p:cNvPr>
              <p:cNvSpPr/>
              <p:nvPr/>
            </p:nvSpPr>
            <p:spPr>
              <a:xfrm>
                <a:off x="9069386" y="1925676"/>
                <a:ext cx="507980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四角形: 角を丸くする 7">
                <a:extLst>
                  <a:ext uri="{FF2B5EF4-FFF2-40B4-BE49-F238E27FC236}">
                    <ns2:creationId id="{0F47D81B-D727-36A1-2276-DFA30FAC55E8}"/>
                  </a:ext>
                </a:extLst>
              </p:cNvPr>
              <p:cNvSpPr/>
              <p:nvPr/>
            </p:nvSpPr>
            <p:spPr>
              <a:xfrm>
                <a:off x="9069386" y="31090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四角形: 角を丸くする 7">
                <a:extLst>
                  <a:ext uri="{FF2B5EF4-FFF2-40B4-BE49-F238E27FC236}">
                    <ns2:creationId id="{FFA26331-E13E-050B-FD41-380941BD5928}"/>
                  </a:ext>
                </a:extLst>
              </p:cNvPr>
              <p:cNvSpPr/>
              <p:nvPr/>
            </p:nvSpPr>
            <p:spPr>
              <a:xfrm>
                <a:off x="9069386" y="3909807"/>
                <a:ext cx="507980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7">
                <a:extLst>
                  <a:ext uri="{FF2B5EF4-FFF2-40B4-BE49-F238E27FC236}">
                    <ns2:creationId id="{D9D8CA64-3EB3-4E2E-B152-6666E8E01FB0}"/>
                  </a:ext>
                </a:extLst>
              </p:cNvPr>
              <p:cNvSpPr/>
              <p:nvPr/>
            </p:nvSpPr>
            <p:spPr>
              <a:xfrm>
                <a:off x="9069386" y="4498555"/>
                <a:ext cx="507980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四角形: 角を丸くする 7">
                <a:extLst>
                  <a:ext uri="{FF2B5EF4-FFF2-40B4-BE49-F238E27FC236}">
                    <ns2:creationId id="{1ADEF783-3C40-7DCE-F593-0C92AD07A40D}"/>
                  </a:ext>
                </a:extLst>
              </p:cNvPr>
              <p:cNvSpPr/>
              <p:nvPr/>
            </p:nvSpPr>
            <p:spPr>
              <a:xfrm>
                <a:off x="9069386" y="5805778"/>
                <a:ext cx="507980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四角形: 角を丸くする 7">
                <a:extLst>
                  <a:ext uri="{FF2B5EF4-FFF2-40B4-BE49-F238E27FC236}">
                    <ns2:creationId id="{F41C334F-DE18-B209-2AB1-4C3D84DE253A}"/>
                  </a:ext>
                </a:extLst>
              </p:cNvPr>
              <p:cNvSpPr/>
              <p:nvPr/>
            </p:nvSpPr>
            <p:spPr>
              <a:xfrm>
                <a:off x="9069386" y="34988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D7F84EDA-2484-047B-FD59-9A6E054AEA67}"/>
                </a:ext>
              </a:extLst>
            </p:cNvPr>
            <p:cNvGrpSpPr/>
            <p:nvPr/>
          </p:nvGrpSpPr>
          <p:grpSpPr>
            <a:xfrm>
              <a:off x="9640570" y="1638577"/>
              <a:ext cx="747188" cy="4632048"/>
              <a:chOff x="9640570" y="1638577"/>
              <a:chExt cx="747188" cy="4632048"/>
            </a:xfrm>
          </p:grpSpPr>
          <p:grpSp>
            <p:nvGrpSpPr>
              <p:cNvPr id="37" name="Group 36">
                <a:extLst>
                  <a:ext uri="{FF2B5EF4-FFF2-40B4-BE49-F238E27FC236}">
                    <ns2:creationId id="{7CBB9772-5A7B-186B-0EDA-598B23E742F0}"/>
                  </a:ext>
                </a:extLst>
              </p:cNvPr>
              <p:cNvGrpSpPr/>
              <p:nvPr/>
            </p:nvGrpSpPr>
            <p:grpSpPr>
              <a:xfrm>
                <a:off x="9640570" y="1638577"/>
                <a:ext cx="747188" cy="212947"/>
                <a:chOff x="7338800" y="1676677"/>
                <a:chExt cx="1144800" cy="212947"/>
              </a:xfrm>
            </p:grpSpPr>
            <p:sp>
              <p:nvSpPr>
                <p:cNvPr id="43" name="四角形: 角を丸くする 7">
                  <a:extLst>
                    <a:ext uri="{FF2B5EF4-FFF2-40B4-BE49-F238E27FC236}">
                      <ns2:creationId id="{A2CD827D-6283-BB6E-DEE7-99C1596A31B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C167FE20-8231-1FF4-E26D-AA01779B66D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" name="四角形: 角を丸くする 7">
                <a:extLst>
                  <a:ext uri="{FF2B5EF4-FFF2-40B4-BE49-F238E27FC236}">
                    <ns2:creationId id="{402DE5F1-7115-7C4A-703D-FFF7E3F12816}"/>
                  </a:ext>
                </a:extLst>
              </p:cNvPr>
              <p:cNvSpPr/>
              <p:nvPr/>
            </p:nvSpPr>
            <p:spPr>
              <a:xfrm>
                <a:off x="9640975" y="1925676"/>
                <a:ext cx="746783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SAP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7">
                <a:extLst>
                  <a:ext uri="{FF2B5EF4-FFF2-40B4-BE49-F238E27FC236}">
                    <ns2:creationId id="{2C3384C0-005C-D877-434B-861C9900AC6A}"/>
                  </a:ext>
                </a:extLst>
              </p:cNvPr>
              <p:cNvSpPr/>
              <p:nvPr/>
            </p:nvSpPr>
            <p:spPr>
              <a:xfrm>
                <a:off x="9640975" y="3109037"/>
                <a:ext cx="746783" cy="7709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四角形: 角を丸くする 7">
                <a:extLst>
                  <a:ext uri="{FF2B5EF4-FFF2-40B4-BE49-F238E27FC236}">
                    <ns2:creationId id="{66F7104F-BAF2-29B8-958F-E6D80E327C43}"/>
                  </a:ext>
                </a:extLst>
              </p:cNvPr>
              <p:cNvSpPr/>
              <p:nvPr/>
            </p:nvSpPr>
            <p:spPr>
              <a:xfrm>
                <a:off x="9640975" y="3909807"/>
                <a:ext cx="746783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7">
                <a:extLst>
                  <a:ext uri="{FF2B5EF4-FFF2-40B4-BE49-F238E27FC236}">
                    <ns2:creationId id="{D9E883C8-BA62-1102-AD63-630F65AADC16}"/>
                  </a:ext>
                </a:extLst>
              </p:cNvPr>
              <p:cNvSpPr/>
              <p:nvPr/>
            </p:nvSpPr>
            <p:spPr>
              <a:xfrm>
                <a:off x="9640975" y="4498555"/>
                <a:ext cx="746783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四角形: 角を丸くする 7">
                <a:extLst>
                  <a:ext uri="{FF2B5EF4-FFF2-40B4-BE49-F238E27FC236}">
                    <ns2:creationId id="{5B82F4A8-FABF-0BD5-EFD5-F6C9E2948246}"/>
                  </a:ext>
                </a:extLst>
              </p:cNvPr>
              <p:cNvSpPr/>
              <p:nvPr/>
            </p:nvSpPr>
            <p:spPr>
              <a:xfrm>
                <a:off x="9640975" y="5805778"/>
                <a:ext cx="746783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54" name="直線コネクタ 8">
              <a:extLst>
                <a:ext uri="{FF2B5EF4-FFF2-40B4-BE49-F238E27FC236}">
                  <ns2:creationId id="{7A8D21ED-E250-1DB8-E9B4-9A291508EA9E}"/>
                </a:ext>
              </a:extLst>
            </p:cNvPr>
            <p:cNvCxnSpPr>
              <a:cxnSpLocks/>
            </p:cNvCxnSpPr>
            <p:nvPr/>
          </p:nvCxnSpPr>
          <p:spPr>
            <a:xfrm>
              <a:off x="7620000" y="3480279"/>
              <a:ext cx="1954213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グループ化 33">
              <a:extLst>
                <a:ext uri="{FF2B5EF4-FFF2-40B4-BE49-F238E27FC236}">
                  <ns2:creationId id="{944DEBF2-E860-E28C-2F54-08A0844AB216}"/>
                </a:ext>
              </a:extLst>
            </p:cNvPr>
            <p:cNvGrpSpPr/>
            <p:nvPr/>
          </p:nvGrpSpPr>
          <p:grpSpPr>
            <a:xfrm>
              <a:off x="10450830" y="1638577"/>
              <a:ext cx="1406207" cy="4632048"/>
              <a:chOff x="10450830" y="1638577"/>
              <a:chExt cx="1406207" cy="4632048"/>
            </a:xfrm>
          </p:grpSpPr>
          <p:grpSp>
            <p:nvGrpSpPr>
              <p:cNvPr id="46" name="Group 45">
                <a:extLst>
                  <a:ext uri="{FF2B5EF4-FFF2-40B4-BE49-F238E27FC236}">
                    <ns2:creationId id="{644B2FD1-FB21-B62A-C41D-FA68F0F7C959}"/>
                  </a:ext>
                </a:extLst>
              </p:cNvPr>
              <p:cNvGrpSpPr/>
              <p:nvPr/>
            </p:nvGrpSpPr>
            <p:grpSpPr>
              <a:xfrm>
                <a:off x="10450830" y="1638577"/>
                <a:ext cx="1406207" cy="212947"/>
                <a:chOff x="7338800" y="1676677"/>
                <a:chExt cx="1144800" cy="212947"/>
              </a:xfrm>
            </p:grpSpPr>
            <p:sp>
              <p:nvSpPr>
                <p:cNvPr id="52" name="四角形: 角を丸くする 7">
                  <a:extLst>
                    <a:ext uri="{FF2B5EF4-FFF2-40B4-BE49-F238E27FC236}">
                      <ns2:creationId id="{0A1E6DEC-6F07-7E10-750C-0B547F12DB3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ns2:creationId id="{8F204497-6667-3613-C221-4167156BC6E9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四角形: 角を丸くする 7">
                <a:extLst>
                  <a:ext uri="{FF2B5EF4-FFF2-40B4-BE49-F238E27FC236}">
                    <ns2:creationId id="{244C3ABC-0126-023F-A3CE-E88CD13571AD}"/>
                  </a:ext>
                </a:extLst>
              </p:cNvPr>
              <p:cNvSpPr/>
              <p:nvPr/>
            </p:nvSpPr>
            <p:spPr>
              <a:xfrm>
                <a:off x="10451593" y="1925676"/>
                <a:ext cx="1405444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四角形: 角を丸くする 7">
                <a:extLst>
                  <a:ext uri="{FF2B5EF4-FFF2-40B4-BE49-F238E27FC236}">
                    <ns2:creationId id="{F0C4B4BD-9FAF-A790-3BDF-21CB410358A1}"/>
                  </a:ext>
                </a:extLst>
              </p:cNvPr>
              <p:cNvSpPr/>
              <p:nvPr/>
            </p:nvSpPr>
            <p:spPr>
              <a:xfrm>
                <a:off x="10451593" y="3109037"/>
                <a:ext cx="1405444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7">
                <a:extLst>
                  <a:ext uri="{FF2B5EF4-FFF2-40B4-BE49-F238E27FC236}">
                    <ns2:creationId id="{28ECF947-9E1C-4418-601E-BDAEB143A9A7}"/>
                  </a:ext>
                </a:extLst>
              </p:cNvPr>
              <p:cNvSpPr/>
              <p:nvPr/>
            </p:nvSpPr>
            <p:spPr>
              <a:xfrm>
                <a:off x="10451593" y="3498837"/>
                <a:ext cx="1405444" cy="92795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7">
                <a:extLst>
                  <a:ext uri="{FF2B5EF4-FFF2-40B4-BE49-F238E27FC236}">
                    <ns2:creationId id="{E4E71C83-5580-9861-F48F-936655D881A6}"/>
                  </a:ext>
                </a:extLst>
              </p:cNvPr>
              <p:cNvSpPr/>
              <p:nvPr/>
            </p:nvSpPr>
            <p:spPr>
              <a:xfrm>
                <a:off x="10451593" y="4498555"/>
                <a:ext cx="1405444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四角形: 角を丸くする 7">
                <a:extLst>
                  <a:ext uri="{FF2B5EF4-FFF2-40B4-BE49-F238E27FC236}">
                    <ns2:creationId id="{28B6D674-695A-B0FD-93E9-37513EBB4B4D}"/>
                  </a:ext>
                </a:extLst>
              </p:cNvPr>
              <p:cNvSpPr/>
              <p:nvPr/>
            </p:nvSpPr>
            <p:spPr>
              <a:xfrm>
                <a:off x="10451593" y="5805778"/>
                <a:ext cx="1405444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" name="直線コネクタ 8">
                <a:extLst>
                  <a:ext uri="{FF2B5EF4-FFF2-40B4-BE49-F238E27FC236}">
                    <ns2:creationId id="{0F567287-45EC-06EB-04C5-C68A084281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1593" y="3480279"/>
                <a:ext cx="1405443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グループ化 32">
              <a:extLst>
                <a:ext uri="{FF2B5EF4-FFF2-40B4-BE49-F238E27FC236}">
                  <ns2:creationId id="{7DDD8EB5-EE05-22C6-91BF-CCAFA5583F8B}"/>
                </a:ext>
              </a:extLst>
            </p:cNvPr>
            <p:cNvGrpSpPr/>
            <p:nvPr/>
          </p:nvGrpSpPr>
          <p:grpSpPr>
            <a:xfrm>
              <a:off x="7627648" y="1638577"/>
              <a:ext cx="1385651" cy="4632048"/>
              <a:chOff x="7627648" y="1638577"/>
              <a:chExt cx="1385651" cy="4632048"/>
            </a:xfrm>
          </p:grpSpPr>
          <p:grpSp>
            <p:nvGrpSpPr>
              <p:cNvPr id="425" name="Group 424">
                <a:extLst>
                  <a:ext uri="{FF2B5EF4-FFF2-40B4-BE49-F238E27FC236}">
                    <ns2:creationId id="{9E0B6C51-3CFC-C8BD-2DC7-4242A1466D18}"/>
                  </a:ext>
                </a:extLst>
              </p:cNvPr>
              <p:cNvGrpSpPr/>
              <p:nvPr/>
            </p:nvGrpSpPr>
            <p:grpSpPr>
              <a:xfrm>
                <a:off x="7627648" y="1638577"/>
                <a:ext cx="1385651" cy="212947"/>
                <a:chOff x="7338800" y="1676677"/>
                <a:chExt cx="1144800" cy="212947"/>
              </a:xfrm>
            </p:grpSpPr>
            <p:sp>
              <p:nvSpPr>
                <p:cNvPr id="423" name="四角形: 角を丸くする 7">
                  <a:extLst>
                    <a:ext uri="{FF2B5EF4-FFF2-40B4-BE49-F238E27FC236}">
                      <ns2:creationId id="{336A27F2-8136-C1F1-122E-755A7AF1DE86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24" name="Straight Connector 423">
                  <a:extLst>
                    <a:ext uri="{FF2B5EF4-FFF2-40B4-BE49-F238E27FC236}">
                      <ns2:creationId id="{E5C38C4F-AB11-27DF-E6BA-3D40024897D3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7" name="四角形: 角を丸くする 7">
                <a:extLst>
                  <a:ext uri="{FF2B5EF4-FFF2-40B4-BE49-F238E27FC236}">
                    <ns2:creationId id="{58F0ED38-5D4A-25F4-BBE0-F3061AEA5712}"/>
                  </a:ext>
                </a:extLst>
              </p:cNvPr>
              <p:cNvSpPr/>
              <p:nvPr/>
            </p:nvSpPr>
            <p:spPr>
              <a:xfrm>
                <a:off x="7628400" y="1925676"/>
                <a:ext cx="1384899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8" name="四角形: 角を丸くする 7">
                <a:extLst>
                  <a:ext uri="{FF2B5EF4-FFF2-40B4-BE49-F238E27FC236}">
                    <ns2:creationId id="{6A213BA9-059D-2A22-F4D8-90ADB9929E96}"/>
                  </a:ext>
                </a:extLst>
              </p:cNvPr>
              <p:cNvSpPr/>
              <p:nvPr/>
            </p:nvSpPr>
            <p:spPr>
              <a:xfrm>
                <a:off x="7628400" y="3109037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四角形: 角を丸くする 7">
                <a:extLst>
                  <a:ext uri="{FF2B5EF4-FFF2-40B4-BE49-F238E27FC236}">
                    <ns2:creationId id="{BABEE8F6-9A5D-DF4B-D0A8-E0A91585815B}"/>
                  </a:ext>
                </a:extLst>
              </p:cNvPr>
              <p:cNvSpPr/>
              <p:nvPr/>
            </p:nvSpPr>
            <p:spPr>
              <a:xfrm>
                <a:off x="7628400" y="3909807"/>
                <a:ext cx="1384899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0" name="四角形: 角を丸くする 7">
                <a:extLst>
                  <a:ext uri="{FF2B5EF4-FFF2-40B4-BE49-F238E27FC236}">
                    <ns2:creationId id="{B8BE468E-4735-D766-E0CC-C0E951E01E6E}"/>
                  </a:ext>
                </a:extLst>
              </p:cNvPr>
              <p:cNvSpPr/>
              <p:nvPr/>
            </p:nvSpPr>
            <p:spPr>
              <a:xfrm>
                <a:off x="7628400" y="4498555"/>
                <a:ext cx="1384899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❷ 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(+</a:t>
                </a:r>
                <a:r>
                  <a:rPr lang="en-US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❸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1" name="四角形: 角を丸くする 7">
                <a:extLst>
                  <a:ext uri="{FF2B5EF4-FFF2-40B4-BE49-F238E27FC236}">
                    <ns2:creationId id="{9F364B89-5E9B-03BD-AF30-24B09BB7245A}"/>
                  </a:ext>
                </a:extLst>
              </p:cNvPr>
              <p:cNvSpPr/>
              <p:nvPr/>
            </p:nvSpPr>
            <p:spPr>
              <a:xfrm>
                <a:off x="7628400" y="5805778"/>
                <a:ext cx="1384899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A857D50-AAB2-AAFC-C366-0A6082B0181E}"/>
                  </a:ext>
                </a:extLst>
              </p:cNvPr>
              <p:cNvSpPr/>
              <p:nvPr/>
            </p:nvSpPr>
            <p:spPr>
              <a:xfrm>
                <a:off x="7628400" y="3498836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188CA6C0-B02B-1B3F-9BF1-AE07799F4324}"/>
                </a:ext>
              </a:extLst>
            </p:cNvPr>
            <p:cNvGrpSpPr/>
            <p:nvPr/>
          </p:nvGrpSpPr>
          <p:grpSpPr>
            <a:xfrm>
              <a:off x="339996" y="1638577"/>
              <a:ext cx="7239363" cy="4678403"/>
              <a:chOff x="339996" y="1638577"/>
              <a:chExt cx="7239363" cy="4678403"/>
            </a:xfrm>
          </p:grpSpPr>
          <p:cxnSp>
            <p:nvCxnSpPr>
              <p:cNvPr id="412" name="Straight Arrow Connector 411">
                <a:extLst>
                  <a:ext uri="{FF2B5EF4-FFF2-40B4-BE49-F238E27FC236}">
                    <ns2:creationId id="{1B392451-0C6C-DFA1-3A7C-BADBB17220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879" y="1785620"/>
                <a:ext cx="0" cy="4531360"/>
              </a:xfrm>
              <a:prstGeom prst="straightConnector1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5" name="正方形/長方形 22">
                <a:extLst>
                  <a:ext uri="{FF2B5EF4-FFF2-40B4-BE49-F238E27FC236}">
                    <ns2:creationId id="{581D67C9-56F3-60E0-06DE-2C7C43463682}"/>
                  </a:ext>
                </a:extLst>
              </p:cNvPr>
              <p:cNvSpPr/>
              <p:nvPr/>
            </p:nvSpPr>
            <p:spPr>
              <a:xfrm>
                <a:off x="1246920" y="2192917"/>
                <a:ext cx="1838274" cy="35300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正方形/長方形 24">
                <a:extLst>
                  <a:ext uri="{FF2B5EF4-FFF2-40B4-BE49-F238E27FC236}">
                    <ns2:creationId id="{4BD710B3-C989-BFA2-F1E5-336A752ECF03}"/>
                  </a:ext>
                </a:extLst>
              </p:cNvPr>
              <p:cNvSpPr/>
              <p:nvPr/>
            </p:nvSpPr>
            <p:spPr>
              <a:xfrm>
                <a:off x="124728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7" name="正方形/長方形 25">
                <a:extLst>
                  <a:ext uri="{FF2B5EF4-FFF2-40B4-BE49-F238E27FC236}">
                    <ns2:creationId id="{91B30820-2DC3-9A95-CF98-544EBCEB7ACF}"/>
                  </a:ext>
                </a:extLst>
              </p:cNvPr>
              <p:cNvSpPr/>
              <p:nvPr/>
            </p:nvSpPr>
            <p:spPr>
              <a:xfrm>
                <a:off x="236572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8" name="正方形/長方形 40">
                <a:extLst>
                  <a:ext uri="{FF2B5EF4-FFF2-40B4-BE49-F238E27FC236}">
                    <ns2:creationId id="{AE4144A2-A7B9-159E-7AC3-735B2A63D0D7}"/>
                  </a:ext>
                </a:extLst>
              </p:cNvPr>
              <p:cNvSpPr/>
              <p:nvPr/>
            </p:nvSpPr>
            <p:spPr>
              <a:xfrm>
                <a:off x="3484164" y="2690328"/>
                <a:ext cx="1018233" cy="32042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0" name="正方形/長方形 26">
                <a:extLst>
                  <a:ext uri="{FF2B5EF4-FFF2-40B4-BE49-F238E27FC236}">
                    <ns2:creationId id="{C4B6520D-03E7-B384-2AD3-873149D295B6}"/>
                  </a:ext>
                </a:extLst>
              </p:cNvPr>
              <p:cNvSpPr/>
              <p:nvPr/>
            </p:nvSpPr>
            <p:spPr>
              <a:xfrm>
                <a:off x="1247284" y="3171011"/>
                <a:ext cx="1018233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04" name="Group 203">
                <a:extLst>
                  <a:ext uri="{FF2B5EF4-FFF2-40B4-BE49-F238E27FC236}">
                    <ns2:creationId id="{4BEF724C-F915-E4AC-4B79-F4E21CA437DB}"/>
                  </a:ext>
                </a:extLst>
              </p:cNvPr>
              <p:cNvGrpSpPr/>
              <p:nvPr/>
            </p:nvGrpSpPr>
            <p:grpSpPr>
              <a:xfrm>
                <a:off x="1246920" y="1930293"/>
                <a:ext cx="2809558" cy="195298"/>
                <a:chOff x="1738226" y="2134022"/>
                <a:chExt cx="2809558" cy="213676"/>
              </a:xfrm>
            </p:grpSpPr>
            <p:sp>
              <p:nvSpPr>
                <p:cNvPr id="201" name="正方形/長方形 45">
                  <a:extLst>
                    <a:ext uri="{FF2B5EF4-FFF2-40B4-BE49-F238E27FC236}">
                      <ns2:creationId id="{FEB98E02-7E54-30DA-B074-2A649BC04732}"/>
                    </a:ext>
                  </a:extLst>
                </p:cNvPr>
                <p:cNvSpPr/>
                <p:nvPr/>
              </p:nvSpPr>
              <p:spPr>
                <a:xfrm>
                  <a:off x="3178445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/ 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2" name="正方形/長方形 46">
                  <a:extLst>
                    <a:ext uri="{FF2B5EF4-FFF2-40B4-BE49-F238E27FC236}">
                      <ns2:creationId id="{90B0D61F-AD94-ED45-0FFD-4F8D1739C79E}"/>
                    </a:ext>
                  </a:extLst>
                </p:cNvPr>
                <p:cNvSpPr/>
                <p:nvPr/>
              </p:nvSpPr>
              <p:spPr>
                <a:xfrm>
                  <a:off x="1738226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6" name="正方形/長方形 26">
                <a:extLst>
                  <a:ext uri="{FF2B5EF4-FFF2-40B4-BE49-F238E27FC236}">
                    <ns2:creationId id="{217A6F83-E9FE-2A71-4622-3A6DC19A0FA0}"/>
                  </a:ext>
                </a:extLst>
              </p:cNvPr>
              <p:cNvSpPr/>
              <p:nvPr/>
            </p:nvSpPr>
            <p:spPr>
              <a:xfrm>
                <a:off x="6080125" y="3451628"/>
                <a:ext cx="681524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2" name="フローチャート: 端子 59">
                <a:extLst>
                  <a:ext uri="{FF2B5EF4-FFF2-40B4-BE49-F238E27FC236}">
                    <ns2:creationId id="{3F6AF664-024E-96F3-705B-521C8E762E85}"/>
                  </a:ext>
                </a:extLst>
              </p:cNvPr>
              <p:cNvSpPr/>
              <p:nvPr/>
            </p:nvSpPr>
            <p:spPr>
              <a:xfrm>
                <a:off x="4707761" y="1930293"/>
                <a:ext cx="1090964" cy="195298"/>
              </a:xfrm>
              <a:prstGeom prst="roundRect">
                <a:avLst>
                  <a:gd name="adj" fmla="val 50000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 anchorCtr="1"/>
              <a:lstStyle/>
              <a:p>
                <a:pPr algn="l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7" name="直線コネクタ 72">
                <a:extLst>
                  <a:ext uri="{FF2B5EF4-FFF2-40B4-BE49-F238E27FC236}">
                    <ns2:creationId id="{32829A5D-4F5B-5147-F93C-49EB03F05C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4719" y="2555563"/>
                <a:ext cx="0" cy="122788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02" name="正方形/長方形 23">
                <a:extLst>
                  <a:ext uri="{FF2B5EF4-FFF2-40B4-BE49-F238E27FC236}">
                    <ns2:creationId id="{BF240531-A1B5-BACB-096E-9028C2AE4277}"/>
                  </a:ext>
                </a:extLst>
              </p:cNvPr>
              <p:cNvSpPr/>
              <p:nvPr/>
            </p:nvSpPr>
            <p:spPr>
              <a:xfrm>
                <a:off x="1546977" y="4990466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3" name="正方形/長方形 27">
                <a:extLst>
                  <a:ext uri="{FF2B5EF4-FFF2-40B4-BE49-F238E27FC236}">
                    <ns2:creationId id="{B87F676B-BB16-A4A9-E3BA-8B5BC40204E3}"/>
                  </a:ext>
                </a:extLst>
              </p:cNvPr>
              <p:cNvSpPr/>
              <p:nvPr/>
            </p:nvSpPr>
            <p:spPr>
              <a:xfrm>
                <a:off x="1548302" y="4754160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4" name="正方形/長方形 41">
                <a:extLst>
                  <a:ext uri="{FF2B5EF4-FFF2-40B4-BE49-F238E27FC236}">
                    <ns2:creationId id="{B20C6F32-0BEF-8729-F476-ADD3D86C3375}"/>
                  </a:ext>
                </a:extLst>
              </p:cNvPr>
              <p:cNvSpPr/>
              <p:nvPr/>
            </p:nvSpPr>
            <p:spPr>
              <a:xfrm>
                <a:off x="1546977" y="4517855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3" name="四角形: 角を丸くする 62">
                <a:extLst>
                  <a:ext uri="{FF2B5EF4-FFF2-40B4-BE49-F238E27FC236}">
                    <ns2:creationId id="{25E1C958-0403-443A-1C68-B51349750772}"/>
                  </a:ext>
                </a:extLst>
              </p:cNvPr>
              <p:cNvSpPr/>
              <p:nvPr/>
            </p:nvSpPr>
            <p:spPr>
              <a:xfrm>
                <a:off x="6917623" y="1963543"/>
                <a:ext cx="174057" cy="4264748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bIns="1764000" rtlCol="0" anchor="ctr"/>
              <a:lstStyle/>
              <a:p>
                <a:pPr algn="ctr"/>
                <a:r>
                  <a:rPr kumimoji="1" lang="ja-JP" altLang="en-US" sz="800" spc="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spc="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6">
                <a:extLst>
                  <a:ext uri="{FF2B5EF4-FFF2-40B4-BE49-F238E27FC236}">
                    <ns2:creationId id="{7816AE14-0C96-7FFA-ECAD-C60F3A21E617}"/>
                  </a:ext>
                </a:extLst>
              </p:cNvPr>
              <p:cNvSpPr/>
              <p:nvPr/>
            </p:nvSpPr>
            <p:spPr>
              <a:xfrm>
                <a:off x="2955273" y="4754159"/>
                <a:ext cx="852198" cy="15753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PDCA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1" name="正方形/長方形 66">
                <a:extLst>
                  <a:ext uri="{FF2B5EF4-FFF2-40B4-BE49-F238E27FC236}">
                    <ns2:creationId id="{6A3D0513-AD74-85BA-7F84-20D9790946C6}"/>
                  </a:ext>
                </a:extLst>
              </p:cNvPr>
              <p:cNvSpPr/>
              <p:nvPr/>
            </p:nvSpPr>
            <p:spPr>
              <a:xfrm>
                <a:off x="1246920" y="4219723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1" name="正方形/長方形 66">
                <a:extLst>
                  <a:ext uri="{FF2B5EF4-FFF2-40B4-BE49-F238E27FC236}">
                    <ns2:creationId id="{8C7D66BC-3A1E-C9C6-CCC2-74045549393F}"/>
                  </a:ext>
                </a:extLst>
              </p:cNvPr>
              <p:cNvSpPr/>
              <p:nvPr/>
            </p:nvSpPr>
            <p:spPr>
              <a:xfrm>
                <a:off x="1246920" y="6037931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2" name="正方形/長方形 66">
                <a:extLst>
                  <a:ext uri="{FF2B5EF4-FFF2-40B4-BE49-F238E27FC236}">
                    <ns2:creationId id="{2316B535-DFFB-B725-1476-CE335A1D8445}"/>
                  </a:ext>
                </a:extLst>
              </p:cNvPr>
              <p:cNvSpPr/>
              <p:nvPr/>
            </p:nvSpPr>
            <p:spPr>
              <a:xfrm>
                <a:off x="1246920" y="5805778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5" name="正方形/長方形 66">
                <a:extLst>
                  <a:ext uri="{FF2B5EF4-FFF2-40B4-BE49-F238E27FC236}">
                    <ns2:creationId id="{186641F3-8DDC-B385-1D11-7153B45A1C6A}"/>
                  </a:ext>
                </a:extLst>
              </p:cNvPr>
              <p:cNvSpPr/>
              <p:nvPr/>
            </p:nvSpPr>
            <p:spPr>
              <a:xfrm>
                <a:off x="1246920" y="5268632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57" name="Group 356">
                <a:extLst>
                  <a:ext uri="{FF2B5EF4-FFF2-40B4-BE49-F238E27FC236}">
                    <ns2:creationId id="{5BB0901B-80CB-71B8-CA88-AE413AEF152C}"/>
                  </a:ext>
                </a:extLst>
              </p:cNvPr>
              <p:cNvGrpSpPr/>
              <p:nvPr/>
            </p:nvGrpSpPr>
            <p:grpSpPr>
              <a:xfrm>
                <a:off x="4767900" y="5533449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279" name="Group 278">
                  <a:extLst>
                    <a:ext uri="{FF2B5EF4-FFF2-40B4-BE49-F238E27FC236}">
                      <ns2:creationId id="{1921D825-C6A6-3C3B-B40D-159327D71BED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280" name="正方形/長方形 69">
                    <a:extLst>
                      <a:ext uri="{FF2B5EF4-FFF2-40B4-BE49-F238E27FC236}">
                        <ns2:creationId id="{DB9E8BC1-16BE-6387-D3A4-73AD35215ADA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3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281" name="グラフィックス 70" descr="繰り返し 単色塗りつぶし">
                    <a:extLst>
                      <a:ext uri="{FF2B5EF4-FFF2-40B4-BE49-F238E27FC236}">
                        <ns2:creationId id="{4A8644BA-92B3-DAD9-7036-FFA37F6C446F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2" name="正方形/長方形 68">
                  <a:extLst>
                    <a:ext uri="{FF2B5EF4-FFF2-40B4-BE49-F238E27FC236}">
                      <ns2:creationId id="{2EA865A8-A4C8-D460-6008-3D20705EE4EC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cxnSp>
            <p:nvCxnSpPr>
              <p:cNvPr id="283" name="直線コネクタ 72">
                <a:extLst>
                  <a:ext uri="{FF2B5EF4-FFF2-40B4-BE49-F238E27FC236}">
                    <ns2:creationId id="{177A9A2E-5C27-51B1-2A9F-9D587EB4B13E}"/>
                  </a:ext>
                </a:extLst>
              </p:cNvPr>
              <p:cNvCxnSpPr>
                <a:cxnSpLocks/>
                <a:stCxn id="302" idx="1"/>
                <a:endCxn id="304" idx="1"/>
              </p:cNvCxnSpPr>
              <p:nvPr/>
            </p:nvCxnSpPr>
            <p:spPr>
              <a:xfrm rot="10800000">
                <a:off x="1546977" y="4596625"/>
                <a:ext cx="12700" cy="472611"/>
              </a:xfrm>
              <a:prstGeom prst="bentConnector3">
                <a:avLst>
                  <a:gd name="adj1" fmla="val 180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8" name="直線コネクタ 31">
                <a:extLst>
                  <a:ext uri="{FF2B5EF4-FFF2-40B4-BE49-F238E27FC236}">
                    <ns2:creationId id="{5D9A10D1-DE05-E8D7-3677-EB7AC039E8F3}"/>
                  </a:ext>
                </a:extLst>
              </p:cNvPr>
              <p:cNvCxnSpPr>
                <a:cxnSpLocks/>
                <a:stCxn id="303" idx="3"/>
                <a:endCxn id="274" idx="1"/>
              </p:cNvCxnSpPr>
              <p:nvPr/>
            </p:nvCxnSpPr>
            <p:spPr>
              <a:xfrm flipV="1">
                <a:off x="2730238" y="4832928"/>
                <a:ext cx="225035" cy="1"/>
              </a:xfrm>
              <a:prstGeom prst="line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94" name="正方形/長方形 29">
                <a:extLst>
                  <a:ext uri="{FF2B5EF4-FFF2-40B4-BE49-F238E27FC236}">
                    <ns2:creationId id="{14C31733-2A6D-3576-EBEA-09F3C9449B13}"/>
                  </a:ext>
                </a:extLst>
              </p:cNvPr>
              <p:cNvSpPr/>
              <p:nvPr/>
            </p:nvSpPr>
            <p:spPr>
              <a:xfrm>
                <a:off x="3421063" y="4993070"/>
                <a:ext cx="1025525" cy="15493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8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5" name="直線コネクタ 72">
                <a:extLst>
                  <a:ext uri="{FF2B5EF4-FFF2-40B4-BE49-F238E27FC236}">
                    <ns2:creationId id="{2DD53E76-CFE2-4430-BB18-4B7ADB3AAD63}"/>
                  </a:ext>
                </a:extLst>
              </p:cNvPr>
              <p:cNvCxnSpPr>
                <a:cxnSpLocks/>
                <a:stCxn id="302" idx="3"/>
                <a:endCxn id="304" idx="3"/>
              </p:cNvCxnSpPr>
              <p:nvPr/>
            </p:nvCxnSpPr>
            <p:spPr>
              <a:xfrm flipV="1">
                <a:off x="2728913" y="4596624"/>
                <a:ext cx="12700" cy="472611"/>
              </a:xfrm>
              <a:prstGeom prst="bentConnector3">
                <a:avLst>
                  <a:gd name="adj1" fmla="val 733331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0" name="直線コネクタ 72">
                <a:extLst>
                  <a:ext uri="{FF2B5EF4-FFF2-40B4-BE49-F238E27FC236}">
                    <ns2:creationId id="{0042C1BB-9872-3255-9369-FE09D3ED80AA}"/>
                  </a:ext>
                </a:extLst>
              </p:cNvPr>
              <p:cNvCxnSpPr>
                <a:cxnSpLocks/>
                <a:stCxn id="274" idx="3"/>
                <a:endCxn id="294" idx="0"/>
              </p:cNvCxnSpPr>
              <p:nvPr/>
            </p:nvCxnSpPr>
            <p:spPr>
              <a:xfrm>
                <a:off x="3807471" y="4832928"/>
                <a:ext cx="126355" cy="160142"/>
              </a:xfrm>
              <a:prstGeom prst="bentConnector2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0" name="直線コネクタ 72">
                <a:extLst>
                  <a:ext uri="{FF2B5EF4-FFF2-40B4-BE49-F238E27FC236}">
                    <ns2:creationId id="{E2BD680B-1B4A-C461-CD81-A1DE33FAE64D}"/>
                  </a:ext>
                </a:extLst>
              </p:cNvPr>
              <p:cNvCxnSpPr>
                <a:cxnSpLocks/>
                <a:stCxn id="196" idx="3"/>
                <a:endCxn id="197" idx="1"/>
              </p:cNvCxnSpPr>
              <p:nvPr/>
            </p:nvCxnSpPr>
            <p:spPr>
              <a:xfrm>
                <a:off x="226551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21" name="直線コネクタ 72">
                <a:extLst>
                  <a:ext uri="{FF2B5EF4-FFF2-40B4-BE49-F238E27FC236}">
                    <ns2:creationId id="{63B5F48A-3DBD-52C4-B9D1-F86B1CDA8A03}"/>
                  </a:ext>
                </a:extLst>
              </p:cNvPr>
              <p:cNvCxnSpPr>
                <a:cxnSpLocks/>
                <a:stCxn id="197" idx="3"/>
                <a:endCxn id="198" idx="1"/>
              </p:cNvCxnSpPr>
              <p:nvPr/>
            </p:nvCxnSpPr>
            <p:spPr>
              <a:xfrm>
                <a:off x="338395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1" name="直線コネクタ 72">
                <a:extLst>
                  <a:ext uri="{FF2B5EF4-FFF2-40B4-BE49-F238E27FC236}">
                    <ns2:creationId id="{F6CA4152-2ED1-C3CF-0DA4-B5628E648AE3}"/>
                  </a:ext>
                </a:extLst>
              </p:cNvPr>
              <p:cNvCxnSpPr>
                <a:cxnSpLocks/>
                <a:stCxn id="198" idx="2"/>
                <a:endCxn id="200" idx="0"/>
              </p:cNvCxnSpPr>
              <p:nvPr/>
            </p:nvCxnSpPr>
            <p:spPr>
              <a:xfrm rot="5400000">
                <a:off x="2794710" y="1972440"/>
                <a:ext cx="160262" cy="2236880"/>
              </a:xfrm>
              <a:prstGeom prst="bentConnector3">
                <a:avLst>
                  <a:gd name="adj1" fmla="val 5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35" name="正方形/長方形 37">
                <a:extLst>
                  <a:ext uri="{FF2B5EF4-FFF2-40B4-BE49-F238E27FC236}">
                    <ns2:creationId id="{4A15C69B-6C34-8CFA-8563-C2DE295AD6A4}"/>
                  </a:ext>
                </a:extLst>
              </p:cNvPr>
              <p:cNvSpPr/>
              <p:nvPr/>
            </p:nvSpPr>
            <p:spPr>
              <a:xfrm>
                <a:off x="1249874" y="3738954"/>
                <a:ext cx="1013052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36" name="直線コネクタ 72">
                <a:extLst>
                  <a:ext uri="{FF2B5EF4-FFF2-40B4-BE49-F238E27FC236}">
                    <ns2:creationId id="{CFC7310F-96D0-93A0-2ADA-5C19A559BFA5}"/>
                  </a:ext>
                </a:extLst>
              </p:cNvPr>
              <p:cNvCxnSpPr>
                <a:cxnSpLocks/>
                <a:stCxn id="200" idx="2"/>
                <a:endCxn id="335" idx="0"/>
              </p:cNvCxnSpPr>
              <p:nvPr/>
            </p:nvCxnSpPr>
            <p:spPr>
              <a:xfrm flipH="1">
                <a:off x="1756400" y="3490177"/>
                <a:ext cx="1" cy="248777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40" name="正方形/長方形 57">
                <a:extLst>
                  <a:ext uri="{FF2B5EF4-FFF2-40B4-BE49-F238E27FC236}">
                    <ns2:creationId id="{3C799045-685B-FCE6-F5EE-7EE7C3CFFF04}"/>
                  </a:ext>
                </a:extLst>
              </p:cNvPr>
              <p:cNvSpPr/>
              <p:nvPr/>
            </p:nvSpPr>
            <p:spPr>
              <a:xfrm>
                <a:off x="2551431" y="3362954"/>
                <a:ext cx="2053648" cy="328796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】</a:t>
                </a: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25" name="Group 324">
                <a:extLst>
                  <a:ext uri="{FF2B5EF4-FFF2-40B4-BE49-F238E27FC236}">
                    <ns2:creationId id="{724B8329-7F0F-45FA-CD62-4103569AA6D4}"/>
                  </a:ext>
                </a:extLst>
              </p:cNvPr>
              <p:cNvGrpSpPr/>
              <p:nvPr/>
            </p:nvGrpSpPr>
            <p:grpSpPr>
              <a:xfrm>
                <a:off x="4762738" y="3235362"/>
                <a:ext cx="387211" cy="190464"/>
                <a:chOff x="7264539" y="4109693"/>
                <a:chExt cx="387211" cy="190464"/>
              </a:xfrm>
            </p:grpSpPr>
            <p:sp>
              <p:nvSpPr>
                <p:cNvPr id="326" name="正方形/長方形 69">
                  <a:extLst>
                    <a:ext uri="{FF2B5EF4-FFF2-40B4-BE49-F238E27FC236}">
                      <ns2:creationId id="{E774220F-462E-C39D-A724-452E061E3ED3}"/>
                    </a:ext>
                  </a:extLst>
                </p:cNvPr>
                <p:cNvSpPr/>
                <p:nvPr/>
              </p:nvSpPr>
              <p:spPr>
                <a:xfrm>
                  <a:off x="7264539" y="4109693"/>
                  <a:ext cx="387211" cy="190464"/>
                </a:xfrm>
                <a:prstGeom prst="roundRect">
                  <a:avLst>
                    <a:gd name="adj" fmla="val 8332"/>
                  </a:avLst>
                </a:prstGeom>
                <a:solidFill>
                  <a:srgbClr val="008D2E">
                    <a:alpha val="20000"/>
                  </a:srgbClr>
                </a:solidFill>
                <a:ln w="9525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27" name="グラフィックス 70" descr="繰り返し 単色塗りつぶし">
                  <a:extLst>
                    <a:ext uri="{FF2B5EF4-FFF2-40B4-BE49-F238E27FC236}">
                      <ns2:creationId id="{83A1F502-DB21-62C4-2C06-45A6F210A64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09580" y="4125186"/>
                  <a:ext cx="160164" cy="159478"/>
                </a:xfrm>
                <a:prstGeom prst="rect">
                  <a:avLst/>
                </a:prstGeom>
              </p:spPr>
            </p:pic>
          </p:grpSp>
          <p:cxnSp>
            <p:nvCxnSpPr>
              <p:cNvPr id="343" name="直線コネクタ 72">
                <a:extLst>
                  <a:ext uri="{FF2B5EF4-FFF2-40B4-BE49-F238E27FC236}">
                    <ns2:creationId id="{C565B846-F857-0FB4-263F-0AB63957BD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0960" y="3330593"/>
                <a:ext cx="17526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72">
                <a:extLst>
                  <a:ext uri="{FF2B5EF4-FFF2-40B4-BE49-F238E27FC236}">
                    <ns2:creationId id="{D61F2CE6-25D2-61C6-40ED-ABE686B43598}"/>
                  </a:ext>
                </a:extLst>
              </p:cNvPr>
              <p:cNvCxnSpPr>
                <a:cxnSpLocks/>
                <a:stCxn id="326" idx="1"/>
              </p:cNvCxnSpPr>
              <p:nvPr/>
            </p:nvCxnSpPr>
            <p:spPr>
              <a:xfrm flipH="1">
                <a:off x="2275840" y="3330594"/>
                <a:ext cx="2486898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72">
                <a:extLst>
                  <a:ext uri="{FF2B5EF4-FFF2-40B4-BE49-F238E27FC236}">
                    <ns2:creationId id="{24A4D33B-3089-22B7-A123-4CEF1BB8A217}"/>
                  </a:ext>
                </a:extLst>
              </p:cNvPr>
              <p:cNvCxnSpPr>
                <a:cxnSpLocks/>
                <a:stCxn id="326" idx="2"/>
                <a:endCxn id="206" idx="1"/>
              </p:cNvCxnSpPr>
              <p:nvPr/>
            </p:nvCxnSpPr>
            <p:spPr>
              <a:xfrm rot="16200000" flipH="1">
                <a:off x="5425542" y="2956627"/>
                <a:ext cx="185385" cy="1123781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8" name="Group 357">
                <a:extLst>
                  <a:ext uri="{FF2B5EF4-FFF2-40B4-BE49-F238E27FC236}">
                    <ns2:creationId id="{C56C1DAD-DD56-9D11-161E-0D0AD0076660}"/>
                  </a:ext>
                </a:extLst>
              </p:cNvPr>
              <p:cNvGrpSpPr/>
              <p:nvPr/>
            </p:nvGrpSpPr>
            <p:grpSpPr>
              <a:xfrm>
                <a:off x="4762738" y="4799510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359" name="Group 358">
                  <a:extLst>
                    <a:ext uri="{FF2B5EF4-FFF2-40B4-BE49-F238E27FC236}">
                      <ns2:creationId id="{7E92170E-3648-DAC5-E48B-62353577C2C5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361" name="正方形/長方形 69">
                    <a:extLst>
                      <a:ext uri="{FF2B5EF4-FFF2-40B4-BE49-F238E27FC236}">
                        <ns2:creationId id="{E3283C64-0993-0E48-0553-AA3222D69E24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2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362" name="グラフィックス 70" descr="繰り返し 単色塗りつぶし">
                    <a:extLst>
                      <a:ext uri="{FF2B5EF4-FFF2-40B4-BE49-F238E27FC236}">
                        <ns2:creationId id="{97289106-B4BE-7C82-2259-32852F582F96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60" name="正方形/長方形 68">
                  <a:extLst>
                    <a:ext uri="{FF2B5EF4-FFF2-40B4-BE49-F238E27FC236}">
                      <ns2:creationId id="{7208B7D3-A53F-612C-601E-66DBE33410B3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363" name="正方形/長方形 61">
                <a:extLst>
                  <a:ext uri="{FF2B5EF4-FFF2-40B4-BE49-F238E27FC236}">
                    <ns2:creationId id="{BABB33E6-B65D-E78D-BCAD-0FDA1DB0E13F}"/>
                  </a:ext>
                </a:extLst>
              </p:cNvPr>
              <p:cNvSpPr/>
              <p:nvPr/>
            </p:nvSpPr>
            <p:spPr>
              <a:xfrm>
                <a:off x="5245619" y="3289962"/>
                <a:ext cx="1040563" cy="8950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6" name="正方形/長方形 52">
                <a:extLst>
                  <a:ext uri="{FF2B5EF4-FFF2-40B4-BE49-F238E27FC236}">
                    <ns2:creationId id="{B101AC09-5B5F-F956-054C-F9869E988F81}"/>
                  </a:ext>
                </a:extLst>
              </p:cNvPr>
              <p:cNvSpPr/>
              <p:nvPr/>
            </p:nvSpPr>
            <p:spPr>
              <a:xfrm>
                <a:off x="4935044" y="2989450"/>
                <a:ext cx="1548000" cy="236773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7" name="直線コネクタ 72">
                <a:extLst>
                  <a:ext uri="{FF2B5EF4-FFF2-40B4-BE49-F238E27FC236}">
                    <ns2:creationId id="{E76AE64F-BCD7-9ACD-A143-4906E996407B}"/>
                  </a:ext>
                </a:extLst>
              </p:cNvPr>
              <p:cNvCxnSpPr>
                <a:cxnSpLocks/>
                <a:stCxn id="292" idx="2"/>
                <a:endCxn id="198" idx="3"/>
              </p:cNvCxnSpPr>
              <p:nvPr/>
            </p:nvCxnSpPr>
            <p:spPr>
              <a:xfrm rot="5400000">
                <a:off x="4515346" y="2112642"/>
                <a:ext cx="724948" cy="750846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1" name="Group 380">
                <a:extLst>
                  <a:ext uri="{FF2B5EF4-FFF2-40B4-BE49-F238E27FC236}">
                    <ns2:creationId id="{E774D479-3C72-8819-3D57-2BD062C010CB}"/>
                  </a:ext>
                </a:extLst>
              </p:cNvPr>
              <p:cNvGrpSpPr/>
              <p:nvPr/>
            </p:nvGrpSpPr>
            <p:grpSpPr>
              <a:xfrm>
                <a:off x="1245939" y="1638577"/>
                <a:ext cx="3337200" cy="212947"/>
                <a:chOff x="1245939" y="1719011"/>
                <a:chExt cx="3337200" cy="212947"/>
              </a:xfrm>
            </p:grpSpPr>
            <p:sp>
              <p:nvSpPr>
                <p:cNvPr id="305" name="四角形: 角を丸くする 7">
                  <a:extLst>
                    <a:ext uri="{FF2B5EF4-FFF2-40B4-BE49-F238E27FC236}">
                      <ns2:creationId id="{532EDFF9-72AC-7963-CB7F-A6C0DD2B8F40}"/>
                    </a:ext>
                  </a:extLst>
                </p:cNvPr>
                <p:cNvSpPr/>
                <p:nvPr/>
              </p:nvSpPr>
              <p:spPr>
                <a:xfrm>
                  <a:off x="1246920" y="1719011"/>
                  <a:ext cx="33352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6" name="Straight Connector 375">
                  <a:extLst>
                    <a:ext uri="{FF2B5EF4-FFF2-40B4-BE49-F238E27FC236}">
                      <ns2:creationId id="{C0754B77-0779-DB00-C9D4-51CF00E9BB54}"/>
                    </a:ext>
                  </a:extLst>
                </p:cNvPr>
                <p:cNvCxnSpPr/>
                <p:nvPr/>
              </p:nvCxnSpPr>
              <p:spPr>
                <a:xfrm>
                  <a:off x="1245939" y="1931958"/>
                  <a:ext cx="33372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80" name="Group 379">
                <a:extLst>
                  <a:ext uri="{FF2B5EF4-FFF2-40B4-BE49-F238E27FC236}">
                    <ns2:creationId id="{9F9E8941-8262-4167-E9C8-C179E9250A4F}"/>
                  </a:ext>
                </a:extLst>
              </p:cNvPr>
              <p:cNvGrpSpPr/>
              <p:nvPr/>
            </p:nvGrpSpPr>
            <p:grpSpPr>
              <a:xfrm>
                <a:off x="4634911" y="1638577"/>
                <a:ext cx="1310640" cy="212947"/>
                <a:chOff x="4634911" y="1719011"/>
                <a:chExt cx="1310640" cy="212947"/>
              </a:xfrm>
            </p:grpSpPr>
            <p:sp>
              <p:nvSpPr>
                <p:cNvPr id="306" name="四角形: 角を丸くする 7">
                  <a:extLst>
                    <a:ext uri="{FF2B5EF4-FFF2-40B4-BE49-F238E27FC236}">
                      <ns2:creationId id="{84F18CB9-28F2-7D0C-6AEC-9EFFA141602C}"/>
                    </a:ext>
                  </a:extLst>
                </p:cNvPr>
                <p:cNvSpPr/>
                <p:nvPr/>
              </p:nvSpPr>
              <p:spPr>
                <a:xfrm>
                  <a:off x="4634911" y="1719011"/>
                  <a:ext cx="13106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77" name="Straight Connector 376">
                  <a:extLst>
                    <a:ext uri="{FF2B5EF4-FFF2-40B4-BE49-F238E27FC236}">
                      <ns2:creationId id="{47171496-CAE4-D42F-094D-DD94D9DF55EB}"/>
                    </a:ext>
                  </a:extLst>
                </p:cNvPr>
                <p:cNvCxnSpPr/>
                <p:nvPr/>
              </p:nvCxnSpPr>
              <p:spPr>
                <a:xfrm>
                  <a:off x="4635031" y="1931958"/>
                  <a:ext cx="13104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9" name="Group 378">
                <a:extLst>
                  <a:ext uri="{FF2B5EF4-FFF2-40B4-BE49-F238E27FC236}">
                    <ns2:creationId id="{400B3BAB-6B32-C74E-A595-56C304029137}"/>
                  </a:ext>
                </a:extLst>
              </p:cNvPr>
              <p:cNvGrpSpPr/>
              <p:nvPr/>
            </p:nvGrpSpPr>
            <p:grpSpPr>
              <a:xfrm>
                <a:off x="5997991" y="1638577"/>
                <a:ext cx="1144800" cy="212947"/>
                <a:chOff x="5997991" y="1719011"/>
                <a:chExt cx="1144800" cy="212947"/>
              </a:xfrm>
            </p:grpSpPr>
            <p:sp>
              <p:nvSpPr>
                <p:cNvPr id="312" name="四角形: 角を丸くする 7">
                  <a:extLst>
                    <a:ext uri="{FF2B5EF4-FFF2-40B4-BE49-F238E27FC236}">
                      <ns2:creationId id="{B356A311-E7E1-A3A0-8620-2EB58CD4C938}"/>
                    </a:ext>
                  </a:extLst>
                </p:cNvPr>
                <p:cNvSpPr/>
                <p:nvPr/>
              </p:nvSpPr>
              <p:spPr>
                <a:xfrm>
                  <a:off x="5998301" y="1719011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100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0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8" name="Straight Connector 377">
                  <a:extLst>
                    <a:ext uri="{FF2B5EF4-FFF2-40B4-BE49-F238E27FC236}">
                      <ns2:creationId id="{3E6B3D29-314B-F78C-FDDF-2D9B01F5DDC3}"/>
                    </a:ext>
                  </a:extLst>
                </p:cNvPr>
                <p:cNvCxnSpPr/>
                <p:nvPr/>
              </p:nvCxnSpPr>
              <p:spPr>
                <a:xfrm>
                  <a:off x="5997991" y="1931958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8" name="正方形/長方形 17">
                <a:extLst>
                  <a:ext uri="{FF2B5EF4-FFF2-40B4-BE49-F238E27FC236}">
                    <ns2:creationId id="{D2F49617-20F5-F288-CDBE-9115B55722A8}"/>
                  </a:ext>
                </a:extLst>
              </p:cNvPr>
              <p:cNvSpPr/>
              <p:nvPr/>
            </p:nvSpPr>
            <p:spPr>
              <a:xfrm>
                <a:off x="339996" y="1951727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90" name="Group 389">
                <a:extLst>
                  <a:ext uri="{FF2B5EF4-FFF2-40B4-BE49-F238E27FC236}">
                    <ns2:creationId id="{B296CECC-C281-F37A-C8F0-16B238D4DC5A}"/>
                  </a:ext>
                </a:extLst>
              </p:cNvPr>
              <p:cNvGrpSpPr/>
              <p:nvPr/>
            </p:nvGrpSpPr>
            <p:grpSpPr>
              <a:xfrm>
                <a:off x="339996" y="2844960"/>
                <a:ext cx="669656" cy="163351"/>
                <a:chOff x="339996" y="2032161"/>
                <a:chExt cx="669656" cy="163351"/>
              </a:xfrm>
            </p:grpSpPr>
            <p:sp>
              <p:nvSpPr>
                <p:cNvPr id="391" name="正方形/長方形 17">
                  <a:extLst>
                    <a:ext uri="{FF2B5EF4-FFF2-40B4-BE49-F238E27FC236}">
                      <ns2:creationId id="{2A8EE582-B070-092B-C8A1-AB48ED95CA02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7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2" name="正方形/長方形 17">
                  <a:extLst>
                    <a:ext uri="{FF2B5EF4-FFF2-40B4-BE49-F238E27FC236}">
                      <ns2:creationId id="{BDDA3D65-9591-CC8A-B2D4-3D652566CFAE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9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4" name="Group 393">
                <a:extLst>
                  <a:ext uri="{FF2B5EF4-FFF2-40B4-BE49-F238E27FC236}">
                    <ns2:creationId id="{ED19904F-2F28-95F5-7ED4-CCBAEF564768}"/>
                  </a:ext>
                </a:extLst>
              </p:cNvPr>
              <p:cNvGrpSpPr/>
              <p:nvPr/>
            </p:nvGrpSpPr>
            <p:grpSpPr>
              <a:xfrm>
                <a:off x="339996" y="4652593"/>
                <a:ext cx="669656" cy="163351"/>
                <a:chOff x="339996" y="2032161"/>
                <a:chExt cx="669656" cy="163351"/>
              </a:xfrm>
            </p:grpSpPr>
            <p:sp>
              <p:nvSpPr>
                <p:cNvPr id="395" name="正方形/長方形 17">
                  <a:extLst>
                    <a:ext uri="{FF2B5EF4-FFF2-40B4-BE49-F238E27FC236}">
                      <ns2:creationId id="{6D533380-ACE4-2D89-DEB3-DC18F313D80A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15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6" name="正方形/長方形 17">
                  <a:extLst>
                    <a:ext uri="{FF2B5EF4-FFF2-40B4-BE49-F238E27FC236}">
                      <ns2:creationId id="{7E6E644E-12A1-FD99-F9A2-5F36464B65CC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20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8" name="Group 397">
                <a:extLst>
                  <a:ext uri="{FF2B5EF4-FFF2-40B4-BE49-F238E27FC236}">
                    <ns2:creationId id="{0038D866-39D7-03CA-0FC2-25FF0CCA037B}"/>
                  </a:ext>
                </a:extLst>
              </p:cNvPr>
              <p:cNvGrpSpPr/>
              <p:nvPr/>
            </p:nvGrpSpPr>
            <p:grpSpPr>
              <a:xfrm>
                <a:off x="339996" y="3416459"/>
                <a:ext cx="669656" cy="163351"/>
                <a:chOff x="339996" y="2032161"/>
                <a:chExt cx="669656" cy="163351"/>
              </a:xfrm>
            </p:grpSpPr>
            <p:sp>
              <p:nvSpPr>
                <p:cNvPr id="399" name="正方形/長方形 17">
                  <a:extLst>
                    <a:ext uri="{FF2B5EF4-FFF2-40B4-BE49-F238E27FC236}">
                      <ns2:creationId id="{FD880284-59AD-FD4A-0A4A-8F0B7E7F8FE7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10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0" name="正方形/長方形 17">
                  <a:extLst>
                    <a:ext uri="{FF2B5EF4-FFF2-40B4-BE49-F238E27FC236}">
                      <ns2:creationId id="{94A61318-96AA-E5CE-54A6-5799A5B47D9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12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1" name="Group 400">
                <a:extLst>
                  <a:ext uri="{FF2B5EF4-FFF2-40B4-BE49-F238E27FC236}">
                    <ns2:creationId id="{F51B7B0E-4ED5-EF93-6272-857D813F85B6}"/>
                  </a:ext>
                </a:extLst>
              </p:cNvPr>
              <p:cNvGrpSpPr/>
              <p:nvPr/>
            </p:nvGrpSpPr>
            <p:grpSpPr>
              <a:xfrm>
                <a:off x="339996" y="5126726"/>
                <a:ext cx="669656" cy="163351"/>
                <a:chOff x="339996" y="2032161"/>
                <a:chExt cx="669656" cy="163351"/>
              </a:xfrm>
            </p:grpSpPr>
            <p:sp>
              <p:nvSpPr>
                <p:cNvPr id="402" name="正方形/長方形 17">
                  <a:extLst>
                    <a:ext uri="{FF2B5EF4-FFF2-40B4-BE49-F238E27FC236}">
                      <ns2:creationId id="{44DC4169-BC27-4B84-6F1B-88962D795DCF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17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3" name="正方形/長方形 17">
                  <a:extLst>
                    <a:ext uri="{FF2B5EF4-FFF2-40B4-BE49-F238E27FC236}">
                      <ns2:creationId id="{1EBDDD07-C68D-B973-296E-52D13484E6F9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25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4" name="Group 403">
                <a:extLst>
                  <a:ext uri="{FF2B5EF4-FFF2-40B4-BE49-F238E27FC236}">
                    <ns2:creationId id="{AC825D97-8C19-58D5-4B23-7E54CDD393E7}"/>
                  </a:ext>
                </a:extLst>
              </p:cNvPr>
              <p:cNvGrpSpPr/>
              <p:nvPr/>
            </p:nvGrpSpPr>
            <p:grpSpPr>
              <a:xfrm>
                <a:off x="339996" y="5819283"/>
                <a:ext cx="669656" cy="163351"/>
                <a:chOff x="339996" y="2032161"/>
                <a:chExt cx="669656" cy="163351"/>
              </a:xfrm>
            </p:grpSpPr>
            <p:sp>
              <p:nvSpPr>
                <p:cNvPr id="405" name="正方形/長方形 17">
                  <a:extLst>
                    <a:ext uri="{FF2B5EF4-FFF2-40B4-BE49-F238E27FC236}">
                      <ns2:creationId id="{B460B0C9-61FF-FD56-88EF-5A3EA0C17FE4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20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6" name="正方形/長方形 17">
                  <a:extLst>
                    <a:ext uri="{FF2B5EF4-FFF2-40B4-BE49-F238E27FC236}">
                      <ns2:creationId id="{724ECDA6-5BFB-F7D4-DF70-EC5EEA82A84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30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409" name="正方形/長方形 17">
                <a:extLst>
                  <a:ext uri="{FF2B5EF4-FFF2-40B4-BE49-F238E27FC236}">
                    <ns2:creationId id="{C09727BD-086A-2177-50BD-74A37CC044CB}"/>
                  </a:ext>
                </a:extLst>
              </p:cNvPr>
              <p:cNvSpPr/>
              <p:nvPr/>
            </p:nvSpPr>
            <p:spPr>
              <a:xfrm>
                <a:off x="339996" y="6051435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4" name="Group 433">
                <a:extLst>
                  <a:ext uri="{FF2B5EF4-FFF2-40B4-BE49-F238E27FC236}">
                    <ns2:creationId id="{C39A6849-2468-94E0-2002-4BBF5765AB0D}"/>
                  </a:ext>
                </a:extLst>
              </p:cNvPr>
              <p:cNvGrpSpPr/>
              <p:nvPr/>
            </p:nvGrpSpPr>
            <p:grpSpPr>
              <a:xfrm>
                <a:off x="7226979" y="1638577"/>
                <a:ext cx="352380" cy="212947"/>
                <a:chOff x="7339111" y="1676677"/>
                <a:chExt cx="1144800" cy="212947"/>
              </a:xfrm>
            </p:grpSpPr>
            <p:sp>
              <p:nvSpPr>
                <p:cNvPr id="440" name="四角形: 角を丸くする 7">
                  <a:extLst>
                    <a:ext uri="{FF2B5EF4-FFF2-40B4-BE49-F238E27FC236}">
                      <ns2:creationId id="{2AB8B3D8-C9AB-8667-B823-22382600230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441" name="Straight Connector 440">
                  <a:extLst>
                    <a:ext uri="{FF2B5EF4-FFF2-40B4-BE49-F238E27FC236}">
                      <ns2:creationId id="{35A7E6B7-DA6B-7DB5-9CDC-B5552AC4FF2C}"/>
                    </a:ext>
                  </a:extLst>
                </p:cNvPr>
                <p:cNvCxnSpPr/>
                <p:nvPr/>
              </p:nvCxnSpPr>
              <p:spPr>
                <a:xfrm>
                  <a:off x="7339111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" name="Group 4">
                <a:extLst>
                  <a:ext uri="{FF2B5EF4-FFF2-40B4-BE49-F238E27FC236}">
                    <ns2:creationId id="{0E113FD0-DF8F-F2EF-A355-EB5A511E8F3B}"/>
                  </a:ext>
                </a:extLst>
              </p:cNvPr>
              <p:cNvGrpSpPr/>
              <p:nvPr/>
            </p:nvGrpSpPr>
            <p:grpSpPr>
              <a:xfrm>
                <a:off x="7320518" y="1925676"/>
                <a:ext cx="162000" cy="4341774"/>
                <a:chOff x="7498359" y="1963776"/>
                <a:chExt cx="162000" cy="4341774"/>
              </a:xfrm>
            </p:grpSpPr>
            <p:cxnSp>
              <p:nvCxnSpPr>
                <p:cNvPr id="443" name="Straight Arrow Connector 442">
                  <a:extLst>
                    <a:ext uri="{FF2B5EF4-FFF2-40B4-BE49-F238E27FC236}">
                      <ns2:creationId id="{AE447231-E2BD-C078-FF45-EA522DE8F8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1963776"/>
                  <a:ext cx="0" cy="1104862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Straight Arrow Connector 444">
                  <a:extLst>
                    <a:ext uri="{FF2B5EF4-FFF2-40B4-BE49-F238E27FC236}">
                      <ns2:creationId id="{D7A23459-6887-4815-DBCB-9305D2340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152961"/>
                  <a:ext cx="0" cy="7268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Straight Arrow Connector 446">
                  <a:extLst>
                    <a:ext uri="{FF2B5EF4-FFF2-40B4-BE49-F238E27FC236}">
                      <ns2:creationId id="{0D3E3928-02E0-5A0C-69E3-972DD0D5B7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943536"/>
                  <a:ext cx="0" cy="53003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Arrow Connector 449">
                  <a:extLst>
                    <a:ext uri="{FF2B5EF4-FFF2-40B4-BE49-F238E27FC236}">
                      <ns2:creationId id="{C85BD836-D2E0-1F52-3C8A-B4508809DE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4543611"/>
                  <a:ext cx="0" cy="12221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2" name="Straight Arrow Connector 451">
                  <a:extLst>
                    <a:ext uri="{FF2B5EF4-FFF2-40B4-BE49-F238E27FC236}">
                      <ns2:creationId id="{51DA3D56-51C9-8457-7316-C47377AEE4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5838825"/>
                  <a:ext cx="0" cy="466725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6" name="正方形/長方形 17">
                  <a:extLst>
                    <a:ext uri="{FF2B5EF4-FFF2-40B4-BE49-F238E27FC236}">
                      <ns2:creationId id="{9D3ADD23-2F4E-91C0-B441-858EE71622DC}"/>
                    </a:ext>
                  </a:extLst>
                </p:cNvPr>
                <p:cNvSpPr/>
                <p:nvPr/>
              </p:nvSpPr>
              <p:spPr>
                <a:xfrm>
                  <a:off x="7498359" y="243453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7" name="正方形/長方形 17">
                  <a:extLst>
                    <a:ext uri="{FF2B5EF4-FFF2-40B4-BE49-F238E27FC236}">
                      <ns2:creationId id="{9F266FCA-A541-32D1-349B-8BB46115C03C}"/>
                    </a:ext>
                  </a:extLst>
                </p:cNvPr>
                <p:cNvSpPr/>
                <p:nvPr/>
              </p:nvSpPr>
              <p:spPr>
                <a:xfrm>
                  <a:off x="7498359" y="34347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8" name="正方形/長方形 17">
                  <a:extLst>
                    <a:ext uri="{FF2B5EF4-FFF2-40B4-BE49-F238E27FC236}">
                      <ns2:creationId id="{952E1AAB-CC59-53AE-55A7-EAB63C1E5555}"/>
                    </a:ext>
                  </a:extLst>
                </p:cNvPr>
                <p:cNvSpPr/>
                <p:nvPr/>
              </p:nvSpPr>
              <p:spPr>
                <a:xfrm>
                  <a:off x="7498359" y="412688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9" name="正方形/長方形 17">
                  <a:extLst>
                    <a:ext uri="{FF2B5EF4-FFF2-40B4-BE49-F238E27FC236}">
                      <ns2:creationId id="{A0FF8F30-6585-F2A3-CD89-BBAE632CB750}"/>
                    </a:ext>
                  </a:extLst>
                </p:cNvPr>
                <p:cNvSpPr/>
                <p:nvPr/>
              </p:nvSpPr>
              <p:spPr>
                <a:xfrm>
                  <a:off x="7498359" y="50730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" name="正方形/長方形 17">
                  <a:extLst>
                    <a:ext uri="{FF2B5EF4-FFF2-40B4-BE49-F238E27FC236}">
                      <ns2:creationId id="{81DE1A33-EE9F-1092-D4CC-E7E66E91D426}"/>
                    </a:ext>
                  </a:extLst>
                </p:cNvPr>
                <p:cNvSpPr/>
                <p:nvPr/>
              </p:nvSpPr>
              <p:spPr>
                <a:xfrm>
                  <a:off x="7498359" y="599051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5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9" name="Group 388">
                <a:extLst>
                  <a:ext uri="{FF2B5EF4-FFF2-40B4-BE49-F238E27FC236}">
                    <ns2:creationId id="{0AE8D6AD-9A15-58A9-9316-5FE64411049A}"/>
                  </a:ext>
                </a:extLst>
              </p:cNvPr>
              <p:cNvGrpSpPr/>
              <p:nvPr/>
            </p:nvGrpSpPr>
            <p:grpSpPr>
              <a:xfrm>
                <a:off x="339996" y="2398344"/>
                <a:ext cx="669656" cy="163351"/>
                <a:chOff x="339996" y="2032161"/>
                <a:chExt cx="669656" cy="163351"/>
              </a:xfrm>
            </p:grpSpPr>
            <p:sp>
              <p:nvSpPr>
                <p:cNvPr id="10" name="正方形/長方形 17">
                  <a:extLst>
                    <a:ext uri="{FF2B5EF4-FFF2-40B4-BE49-F238E27FC236}">
                      <ns2:creationId id="{787DEB22-4D4E-6699-DAF0-2345DCDA9455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5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" name="正方形/長方形 17">
                  <a:extLst>
                    <a:ext uri="{FF2B5EF4-FFF2-40B4-BE49-F238E27FC236}">
                      <ns2:creationId id="{2043101F-4DBF-4992-3D76-2423AA3CC7BD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5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1256850956"/>
      </p:ext>
    </p:extLst>
  </p:cSld>
  <p:clrMapOvr>
    <a:masterClrMapping/>
  </p:clrMapOvr>
</p:sld>
</file>

<file path=ppt/slides/slide14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349695-45F7-F99D-2DD2-8298CC470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lang="en-US" altLang="ja-JP" dirty="0">
                <a:latin typeface="+mn-ea"/>
              </a:rPr>
            </a:br>
            <a:r>
              <a:rPr lang="ja-JP" altLang="en-US" dirty="0">
                <a:latin typeface="+mn-ea"/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8429EEC-5438-D7E5-D78E-67EDA7872D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30" name="グループ化 29">
            <a:extLst>
              <a:ext uri="{FF2B5EF4-FFF2-40B4-BE49-F238E27FC236}">
                <ns2:creationId id="{E387312A-C2B2-B04C-D2C2-EB5824A3FEE9}"/>
              </a:ext>
            </a:extLst>
          </p:cNvPr>
          <p:cNvGrpSpPr/>
          <p:nvPr/>
        </p:nvGrpSpPr>
        <p:grpSpPr>
          <a:xfrm>
            <a:off x="334962" y="1639981"/>
            <a:ext cx="11641138" cy="4668744"/>
            <a:chOff x="334962" y="1639981"/>
            <a:chExt cx="11641138" cy="4668744"/>
          </a:xfrm>
        </p:grpSpPr>
        <p:cxnSp>
          <p:nvCxnSpPr>
            <p:cNvPr id="5" name="直線コネクタ 4">
              <a:extLst>
                <a:ext uri="{FF2B5EF4-FFF2-40B4-BE49-F238E27FC236}">
                  <ns2:creationId id="{9CFC5473-6A58-BD08-5C19-861703AF42A6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3296210"/>
              <a:ext cx="9395352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ns2:creationId id="{FC8BFDA4-BC08-8E7C-4753-15B355E8FDF4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4589911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5">
              <a:extLst>
                <a:ext uri="{FF2B5EF4-FFF2-40B4-BE49-F238E27FC236}">
                  <ns2:creationId id="{6101A7C3-B35A-8FBA-3DD7-F16C78CA967D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5626716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矢印コネクタ 10">
              <a:extLst>
                <a:ext uri="{FF2B5EF4-FFF2-40B4-BE49-F238E27FC236}">
                  <ns2:creationId id="{36328EAF-BE88-2794-C515-5FFC4F1820C3}"/>
                </a:ext>
              </a:extLst>
            </p:cNvPr>
            <p:cNvCxnSpPr>
              <a:cxnSpLocks/>
            </p:cNvCxnSpPr>
            <p:nvPr/>
          </p:nvCxnSpPr>
          <p:spPr>
            <a:xfrm>
              <a:off x="2376652" y="1763248"/>
              <a:ext cx="9599448" cy="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ns2:creationId id="{7B0120C7-F6B6-1151-36BB-E53372C2D00A}"/>
                </a:ext>
              </a:extLst>
            </p:cNvPr>
            <p:cNvSpPr/>
            <p:nvPr/>
          </p:nvSpPr>
          <p:spPr>
            <a:xfrm>
              <a:off x="227639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ns2:creationId id="{B8B7FD0B-5B9C-DDE2-711D-01DCBE191789}"/>
                </a:ext>
              </a:extLst>
            </p:cNvPr>
            <p:cNvSpPr/>
            <p:nvPr/>
          </p:nvSpPr>
          <p:spPr>
            <a:xfrm>
              <a:off x="4766883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1B08C9F6-8B20-CEC0-72C2-1353F277971B}"/>
                </a:ext>
              </a:extLst>
            </p:cNvPr>
            <p:cNvSpPr/>
            <p:nvPr/>
          </p:nvSpPr>
          <p:spPr>
            <a:xfrm>
              <a:off x="809211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楕円 14">
              <a:extLst>
                <a:ext uri="{FF2B5EF4-FFF2-40B4-BE49-F238E27FC236}">
                  <ns2:creationId id="{512391FD-1D77-CB22-A927-066209F82D49}"/>
                </a:ext>
              </a:extLst>
            </p:cNvPr>
            <p:cNvSpPr/>
            <p:nvPr/>
          </p:nvSpPr>
          <p:spPr>
            <a:xfrm>
              <a:off x="3765064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2C14321E-1559-A841-2D76-B702777D558E}"/>
                </a:ext>
              </a:extLst>
            </p:cNvPr>
            <p:cNvSpPr/>
            <p:nvPr/>
          </p:nvSpPr>
          <p:spPr>
            <a:xfrm>
              <a:off x="3156650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５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7485D12B-C304-D3A5-9EE3-81743B6F879E}"/>
                </a:ext>
              </a:extLst>
            </p:cNvPr>
            <p:cNvSpPr/>
            <p:nvPr/>
          </p:nvSpPr>
          <p:spPr>
            <a:xfrm>
              <a:off x="11162391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楕円 21">
              <a:extLst>
                <a:ext uri="{FF2B5EF4-FFF2-40B4-BE49-F238E27FC236}">
                  <ns2:creationId id="{91B79C35-BCDA-87F8-E41E-ECFE5919C608}"/>
                </a:ext>
              </a:extLst>
            </p:cNvPr>
            <p:cNvSpPr/>
            <p:nvPr/>
          </p:nvSpPr>
          <p:spPr>
            <a:xfrm>
              <a:off x="11581619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2631015A-45CE-FAA0-38C5-E3F592C7DA68}"/>
                </a:ext>
              </a:extLst>
            </p:cNvPr>
            <p:cNvSpPr/>
            <p:nvPr/>
          </p:nvSpPr>
          <p:spPr>
            <a:xfrm>
              <a:off x="9261867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CB147275-2873-F349-C869-1BB53A09DAA1}"/>
                </a:ext>
              </a:extLst>
            </p:cNvPr>
            <p:cNvSpPr txBox="1"/>
            <p:nvPr/>
          </p:nvSpPr>
          <p:spPr>
            <a:xfrm>
              <a:off x="2969494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ns2:creationId id="{BC20B944-BD4F-3DDA-1B4B-0585A1E419B2}"/>
                </a:ext>
              </a:extLst>
            </p:cNvPr>
            <p:cNvSpPr txBox="1"/>
            <p:nvPr/>
          </p:nvSpPr>
          <p:spPr>
            <a:xfrm>
              <a:off x="3577908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C7D3FFA5-01AF-C312-CE5A-C42125AB1748}"/>
                </a:ext>
              </a:extLst>
            </p:cNvPr>
            <p:cNvSpPr txBox="1"/>
            <p:nvPr/>
          </p:nvSpPr>
          <p:spPr>
            <a:xfrm>
              <a:off x="4535995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067E0DE8-80D1-08C2-8EBB-C328125BAAD9}"/>
                </a:ext>
              </a:extLst>
            </p:cNvPr>
            <p:cNvSpPr txBox="1"/>
            <p:nvPr/>
          </p:nvSpPr>
          <p:spPr>
            <a:xfrm>
              <a:off x="7861226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15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テキスト ボックス 28">
              <a:extLst>
                <a:ext uri="{FF2B5EF4-FFF2-40B4-BE49-F238E27FC236}">
                  <ns2:creationId id="{B0FAC7C2-92F5-8492-EBF0-58FB5A0A1878}"/>
                </a:ext>
              </a:extLst>
            </p:cNvPr>
            <p:cNvSpPr txBox="1"/>
            <p:nvPr/>
          </p:nvSpPr>
          <p:spPr>
            <a:xfrm>
              <a:off x="9030978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17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ns2:creationId id="{88DB67DF-2C40-99E0-6929-E48106F72AEB}"/>
                </a:ext>
              </a:extLst>
            </p:cNvPr>
            <p:cNvSpPr txBox="1"/>
            <p:nvPr/>
          </p:nvSpPr>
          <p:spPr>
            <a:xfrm>
              <a:off x="10931501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D7EE0D69-CF07-4FE0-9F51-8DC3D223A435}"/>
                </a:ext>
              </a:extLst>
            </p:cNvPr>
            <p:cNvSpPr/>
            <p:nvPr/>
          </p:nvSpPr>
          <p:spPr>
            <a:xfrm>
              <a:off x="334963" y="2298927"/>
              <a:ext cx="952118" cy="96935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EDA67E6F-014F-336D-7575-211A98C8495B}"/>
                </a:ext>
              </a:extLst>
            </p:cNvPr>
            <p:cNvSpPr/>
            <p:nvPr/>
          </p:nvSpPr>
          <p:spPr>
            <a:xfrm>
              <a:off x="334963" y="3324134"/>
              <a:ext cx="952118" cy="123785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B8F59521-EFAB-233C-98A0-D3D3A012ADB8}"/>
                </a:ext>
              </a:extLst>
            </p:cNvPr>
            <p:cNvSpPr/>
            <p:nvPr/>
          </p:nvSpPr>
          <p:spPr>
            <a:xfrm>
              <a:off x="338102" y="4616963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096D9D08-A159-5CCC-4187-119322CE93CC}"/>
                </a:ext>
              </a:extLst>
            </p:cNvPr>
            <p:cNvSpPr/>
            <p:nvPr/>
          </p:nvSpPr>
          <p:spPr>
            <a:xfrm>
              <a:off x="338102" y="5135366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D8893CE-93E1-D4AE-AA85-271D2037C334}"/>
                </a:ext>
              </a:extLst>
            </p:cNvPr>
            <p:cNvSpPr/>
            <p:nvPr/>
          </p:nvSpPr>
          <p:spPr>
            <a:xfrm>
              <a:off x="334962" y="5653767"/>
              <a:ext cx="1882793" cy="6549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054342D5-71C1-A3F8-207A-9ABBDF3D8C86}"/>
                </a:ext>
              </a:extLst>
            </p:cNvPr>
            <p:cNvSpPr/>
            <p:nvPr/>
          </p:nvSpPr>
          <p:spPr>
            <a:xfrm>
              <a:off x="1656327" y="2298928"/>
              <a:ext cx="564569" cy="4532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34A184C5-CA94-34CC-9CA6-DBCF1FE73703}"/>
                </a:ext>
              </a:extLst>
            </p:cNvPr>
            <p:cNvSpPr/>
            <p:nvPr/>
          </p:nvSpPr>
          <p:spPr>
            <a:xfrm>
              <a:off x="1347201" y="2298927"/>
              <a:ext cx="254846" cy="45322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FAC649E3-3E25-3494-AAE7-1313EC4399AF}"/>
                </a:ext>
              </a:extLst>
            </p:cNvPr>
            <p:cNvSpPr/>
            <p:nvPr/>
          </p:nvSpPr>
          <p:spPr>
            <a:xfrm>
              <a:off x="1347201" y="2806260"/>
              <a:ext cx="254846" cy="46202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DF9AB097-1914-59E0-A35E-1F95A7A56B83}"/>
                </a:ext>
              </a:extLst>
            </p:cNvPr>
            <p:cNvSpPr/>
            <p:nvPr/>
          </p:nvSpPr>
          <p:spPr>
            <a:xfrm>
              <a:off x="1656328" y="280625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7A1DA66D-B60C-E479-7A77-E9DD84D0933C}"/>
                </a:ext>
              </a:extLst>
            </p:cNvPr>
            <p:cNvSpPr/>
            <p:nvPr/>
          </p:nvSpPr>
          <p:spPr>
            <a:xfrm>
              <a:off x="1656328" y="306493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6A8687E3-CCDC-C4F6-B391-A17CAA981193}"/>
                </a:ext>
              </a:extLst>
            </p:cNvPr>
            <p:cNvSpPr/>
            <p:nvPr/>
          </p:nvSpPr>
          <p:spPr>
            <a:xfrm>
              <a:off x="1656327" y="3323603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C175DDC-71EC-0707-0B25-9EF6A4563F92}"/>
                </a:ext>
              </a:extLst>
            </p:cNvPr>
            <p:cNvSpPr/>
            <p:nvPr/>
          </p:nvSpPr>
          <p:spPr>
            <a:xfrm>
              <a:off x="1347201" y="3324135"/>
              <a:ext cx="254846" cy="461108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7F38A84F-C39E-F0B0-93BA-D9413BE4B374}"/>
                </a:ext>
              </a:extLst>
            </p:cNvPr>
            <p:cNvSpPr/>
            <p:nvPr/>
          </p:nvSpPr>
          <p:spPr>
            <a:xfrm>
              <a:off x="1347201" y="3842440"/>
              <a:ext cx="254846" cy="71954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9296BC5-46A2-C435-E4EE-914EA75E2CC8}"/>
                </a:ext>
              </a:extLst>
            </p:cNvPr>
            <p:cNvSpPr/>
            <p:nvPr/>
          </p:nvSpPr>
          <p:spPr>
            <a:xfrm>
              <a:off x="1656327" y="3582275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32D77457-982A-EE4D-F718-6C4875ADCB63}"/>
                </a:ext>
              </a:extLst>
            </p:cNvPr>
            <p:cNvSpPr/>
            <p:nvPr/>
          </p:nvSpPr>
          <p:spPr>
            <a:xfrm>
              <a:off x="1656327" y="409961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E81B049D-994A-8572-F41A-A36541D22738}"/>
                </a:ext>
              </a:extLst>
            </p:cNvPr>
            <p:cNvSpPr/>
            <p:nvPr/>
          </p:nvSpPr>
          <p:spPr>
            <a:xfrm>
              <a:off x="1656327" y="435829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0" name="直線矢印コネクタ 49">
              <a:extLst>
                <a:ext uri="{FF2B5EF4-FFF2-40B4-BE49-F238E27FC236}">
                  <ns2:creationId id="{EEA89447-74C3-914A-C083-140FF2CD4E8D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2220896" y="2525542"/>
              <a:ext cx="936545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1649AA0E-36A3-7F68-6AA3-1119071D5C25}"/>
                </a:ext>
              </a:extLst>
            </p:cNvPr>
            <p:cNvSpPr/>
            <p:nvPr/>
          </p:nvSpPr>
          <p:spPr>
            <a:xfrm>
              <a:off x="1656328" y="3840947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5" name="直線矢印コネクタ 54">
              <a:extLst>
                <a:ext uri="{FF2B5EF4-FFF2-40B4-BE49-F238E27FC236}">
                  <ns2:creationId id="{4EAC92D1-AAEE-0EA2-85AD-3F2F575BEC8E}"/>
                </a:ext>
              </a:extLst>
            </p:cNvPr>
            <p:cNvCxnSpPr>
              <a:cxnSpLocks/>
              <a:stCxn id="42" idx="3"/>
            </p:cNvCxnSpPr>
            <p:nvPr/>
          </p:nvCxnSpPr>
          <p:spPr>
            <a:xfrm flipV="1">
              <a:off x="2220897" y="2906471"/>
              <a:ext cx="1507087" cy="2072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EE671E38-B842-3C39-3FE1-D7130860E519}"/>
                </a:ext>
              </a:extLst>
            </p:cNvPr>
            <p:cNvCxnSpPr>
              <a:cxnSpLocks/>
              <a:stCxn id="43" idx="3"/>
            </p:cNvCxnSpPr>
            <p:nvPr/>
          </p:nvCxnSpPr>
          <p:spPr>
            <a:xfrm flipV="1">
              <a:off x="2220897" y="3000295"/>
              <a:ext cx="685618" cy="166920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ns2:creationId id="{74AFEA4B-E89A-B1DF-FCB0-EC2C6123E7EE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2220896" y="3684559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AC950198-B598-CCA2-AD67-0143CA346213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2220896" y="4201903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コネクタ: カギ線 60">
              <a:extLst>
                <a:ext uri="{FF2B5EF4-FFF2-40B4-BE49-F238E27FC236}">
                  <ns2:creationId id="{E8DF28F3-6029-99FC-6C4C-1CB547CD4483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220896" y="4295390"/>
              <a:ext cx="697931" cy="165185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正方形/長方形 7">
              <a:extLst>
                <a:ext uri="{FF2B5EF4-FFF2-40B4-BE49-F238E27FC236}">
                  <ns2:creationId id="{55232651-6119-3090-781A-18F534506520}"/>
                </a:ext>
              </a:extLst>
            </p:cNvPr>
            <p:cNvSpPr/>
            <p:nvPr/>
          </p:nvSpPr>
          <p:spPr>
            <a:xfrm>
              <a:off x="4681300" y="2269234"/>
              <a:ext cx="1906665" cy="403949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9" name="コネクタ: カギ線 8">
              <a:extLst>
                <a:ext uri="{FF2B5EF4-FFF2-40B4-BE49-F238E27FC236}">
                  <ns2:creationId id="{25F0843A-21E5-5451-7222-A29E48005E3A}"/>
                </a:ext>
              </a:extLst>
            </p:cNvPr>
            <p:cNvCxnSpPr>
              <a:cxnSpLocks/>
              <a:stCxn id="187" idx="3"/>
              <a:endCxn id="241" idx="0"/>
            </p:cNvCxnSpPr>
            <p:nvPr/>
          </p:nvCxnSpPr>
          <p:spPr>
            <a:xfrm>
              <a:off x="3959949" y="2906471"/>
              <a:ext cx="609357" cy="174180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正方形/長方形 9">
              <a:extLst>
                <a:ext uri="{FF2B5EF4-FFF2-40B4-BE49-F238E27FC236}">
                  <ns2:creationId id="{FAF650E5-6D34-0D70-34D7-B8A93C56445E}"/>
                </a:ext>
              </a:extLst>
            </p:cNvPr>
            <p:cNvSpPr/>
            <p:nvPr/>
          </p:nvSpPr>
          <p:spPr>
            <a:xfrm>
              <a:off x="671372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/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1" name="正方形/長方形 16">
              <a:extLst>
                <a:ext uri="{FF2B5EF4-FFF2-40B4-BE49-F238E27FC236}">
                  <ns2:creationId id="{F16123C3-B685-81FD-49EC-ACDB54C32E93}"/>
                </a:ext>
              </a:extLst>
            </p:cNvPr>
            <p:cNvSpPr/>
            <p:nvPr/>
          </p:nvSpPr>
          <p:spPr>
            <a:xfrm>
              <a:off x="317679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7">
              <a:extLst>
                <a:ext uri="{FF2B5EF4-FFF2-40B4-BE49-F238E27FC236}">
                  <ns2:creationId id="{0B35642A-EAF0-E2F8-7619-0BFF29248013}"/>
                </a:ext>
              </a:extLst>
            </p:cNvPr>
            <p:cNvSpPr/>
            <p:nvPr/>
          </p:nvSpPr>
          <p:spPr>
            <a:xfrm>
              <a:off x="374823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">
              <a:extLst>
                <a:ext uri="{FF2B5EF4-FFF2-40B4-BE49-F238E27FC236}">
                  <ns2:creationId id="{98BA8FAF-DAA0-74D3-239C-2EC34C0933EF}"/>
                </a:ext>
              </a:extLst>
            </p:cNvPr>
            <p:cNvSpPr/>
            <p:nvPr/>
          </p:nvSpPr>
          <p:spPr>
            <a:xfrm>
              <a:off x="3748236" y="3582275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20">
              <a:extLst>
                <a:ext uri="{FF2B5EF4-FFF2-40B4-BE49-F238E27FC236}">
                  <ns2:creationId id="{8FD25D1D-60CB-8499-D190-0C1E08C07E5E}"/>
                </a:ext>
              </a:extLst>
            </p:cNvPr>
            <p:cNvSpPr/>
            <p:nvPr/>
          </p:nvSpPr>
          <p:spPr>
            <a:xfrm>
              <a:off x="1086365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22">
              <a:extLst>
                <a:ext uri="{FF2B5EF4-FFF2-40B4-BE49-F238E27FC236}">
                  <ns2:creationId id="{D7D8ACF1-A5F7-44FE-F029-3F48A9F3C1C1}"/>
                </a:ext>
              </a:extLst>
            </p:cNvPr>
            <p:cNvSpPr/>
            <p:nvPr/>
          </p:nvSpPr>
          <p:spPr>
            <a:xfrm>
              <a:off x="11599052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29">
              <a:extLst>
                <a:ext uri="{FF2B5EF4-FFF2-40B4-BE49-F238E27FC236}">
                  <ns2:creationId id="{439C47ED-2694-B885-305C-A1C2CE78C24C}"/>
                </a:ext>
              </a:extLst>
            </p:cNvPr>
            <p:cNvSpPr/>
            <p:nvPr/>
          </p:nvSpPr>
          <p:spPr>
            <a:xfrm>
              <a:off x="7029312" y="3615970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31">
              <a:extLst>
                <a:ext uri="{FF2B5EF4-FFF2-40B4-BE49-F238E27FC236}">
                  <ns2:creationId id="{1BFC62AF-809A-30B4-62D6-6C0F5933BBC0}"/>
                </a:ext>
              </a:extLst>
            </p:cNvPr>
            <p:cNvSpPr/>
            <p:nvPr/>
          </p:nvSpPr>
          <p:spPr>
            <a:xfrm>
              <a:off x="3748236" y="280418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32">
              <a:extLst>
                <a:ext uri="{FF2B5EF4-FFF2-40B4-BE49-F238E27FC236}">
                  <ns2:creationId id="{A615E6D0-B55C-0C93-9603-F54EE8AA5513}"/>
                </a:ext>
              </a:extLst>
            </p:cNvPr>
            <p:cNvSpPr/>
            <p:nvPr/>
          </p:nvSpPr>
          <p:spPr>
            <a:xfrm>
              <a:off x="3748236" y="4099619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9" name="直線矢印コネクタ 50">
              <a:extLst>
                <a:ext uri="{FF2B5EF4-FFF2-40B4-BE49-F238E27FC236}">
                  <ns2:creationId id="{4C32DAAA-1021-B8A1-7C34-40306620B956}"/>
                </a:ext>
              </a:extLst>
            </p:cNvPr>
            <p:cNvCxnSpPr>
              <a:cxnSpLocks/>
            </p:cNvCxnSpPr>
            <p:nvPr/>
          </p:nvCxnSpPr>
          <p:spPr>
            <a:xfrm>
              <a:off x="3388510" y="2525542"/>
              <a:ext cx="359726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ひし形 55">
              <a:extLst>
                <a:ext uri="{FF2B5EF4-FFF2-40B4-BE49-F238E27FC236}">
                  <ns2:creationId id="{53C405A3-E4ED-1F2B-0956-AFB543CE2B83}"/>
                </a:ext>
              </a:extLst>
            </p:cNvPr>
            <p:cNvSpPr/>
            <p:nvPr/>
          </p:nvSpPr>
          <p:spPr>
            <a:xfrm>
              <a:off x="2796512" y="2816790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ひし形 59">
              <a:extLst>
                <a:ext uri="{FF2B5EF4-FFF2-40B4-BE49-F238E27FC236}">
                  <ns2:creationId id="{424D7F11-65F9-7BC0-069D-4F4FFA31E3F4}"/>
                </a:ext>
              </a:extLst>
            </p:cNvPr>
            <p:cNvSpPr/>
            <p:nvPr/>
          </p:nvSpPr>
          <p:spPr>
            <a:xfrm>
              <a:off x="2788572" y="4111885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3" name="コネクタ: カギ線 62">
              <a:extLst>
                <a:ext uri="{FF2B5EF4-FFF2-40B4-BE49-F238E27FC236}">
                  <ns2:creationId id="{E52C6DAC-6D4F-E5B6-46F7-D1E884C6FC29}"/>
                </a:ext>
              </a:extLst>
            </p:cNvPr>
            <p:cNvCxnSpPr>
              <a:cxnSpLocks/>
              <a:stCxn id="182" idx="3"/>
              <a:endCxn id="242" idx="0"/>
            </p:cNvCxnSpPr>
            <p:nvPr/>
          </p:nvCxnSpPr>
          <p:spPr>
            <a:xfrm>
              <a:off x="3959949" y="2525541"/>
              <a:ext cx="249554" cy="253739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コネクタ: カギ線 63">
              <a:extLst>
                <a:ext uri="{FF2B5EF4-FFF2-40B4-BE49-F238E27FC236}">
                  <ns2:creationId id="{7F21586F-D9E5-C335-3D4A-545EAD664F64}"/>
                </a:ext>
              </a:extLst>
            </p:cNvPr>
            <p:cNvCxnSpPr>
              <a:cxnSpLocks/>
              <a:stCxn id="188" idx="3"/>
              <a:endCxn id="241" idx="0"/>
            </p:cNvCxnSpPr>
            <p:nvPr/>
          </p:nvCxnSpPr>
          <p:spPr>
            <a:xfrm>
              <a:off x="3959949" y="4201903"/>
              <a:ext cx="609357" cy="44637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コネクタ: カギ線 65">
              <a:extLst>
                <a:ext uri="{FF2B5EF4-FFF2-40B4-BE49-F238E27FC236}">
                  <ns2:creationId id="{9CFE9D4D-BE52-3B3D-13EE-3E0239686D28}"/>
                </a:ext>
              </a:extLst>
            </p:cNvPr>
            <p:cNvCxnSpPr>
              <a:cxnSpLocks/>
              <a:stCxn id="183" idx="3"/>
              <a:endCxn id="242" idx="0"/>
            </p:cNvCxnSpPr>
            <p:nvPr/>
          </p:nvCxnSpPr>
          <p:spPr>
            <a:xfrm>
              <a:off x="3959949" y="3684559"/>
              <a:ext cx="249554" cy="137837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正方形/長方形 66">
              <a:extLst>
                <a:ext uri="{FF2B5EF4-FFF2-40B4-BE49-F238E27FC236}">
                  <ns2:creationId id="{536B1515-8D58-1E54-5ADF-6E37F55CA773}"/>
                </a:ext>
              </a:extLst>
            </p:cNvPr>
            <p:cNvSpPr/>
            <p:nvPr/>
          </p:nvSpPr>
          <p:spPr>
            <a:xfrm>
              <a:off x="4822463" y="565376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8" name="コネクタ: カギ線 67">
              <a:extLst>
                <a:ext uri="{FF2B5EF4-FFF2-40B4-BE49-F238E27FC236}">
                  <ns2:creationId id="{2F464F9E-C06C-259B-2703-35CBA21BC2C7}"/>
                </a:ext>
              </a:extLst>
            </p:cNvPr>
            <p:cNvCxnSpPr>
              <a:cxnSpLocks/>
              <a:stCxn id="240" idx="2"/>
            </p:cNvCxnSpPr>
            <p:nvPr/>
          </p:nvCxnSpPr>
          <p:spPr>
            <a:xfrm rot="16200000" flipH="1">
              <a:off x="4373375" y="5436829"/>
              <a:ext cx="285216" cy="61296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コネクタ: カギ線 68">
              <a:extLst>
                <a:ext uri="{FF2B5EF4-FFF2-40B4-BE49-F238E27FC236}">
                  <ns2:creationId id="{0C50B60B-97F7-C4CF-16CA-DCA78009976F}"/>
                </a:ext>
              </a:extLst>
            </p:cNvPr>
            <p:cNvCxnSpPr>
              <a:cxnSpLocks/>
              <a:stCxn id="243" idx="2"/>
            </p:cNvCxnSpPr>
            <p:nvPr/>
          </p:nvCxnSpPr>
          <p:spPr>
            <a:xfrm rot="16200000" flipH="1">
              <a:off x="4553276" y="5616730"/>
              <a:ext cx="285216" cy="25315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正方形/長方形 69">
              <a:extLst>
                <a:ext uri="{FF2B5EF4-FFF2-40B4-BE49-F238E27FC236}">
                  <ns2:creationId id="{C008E505-8749-670B-0085-CA66847E58D7}"/>
                </a:ext>
              </a:extLst>
            </p:cNvPr>
            <p:cNvSpPr/>
            <p:nvPr/>
          </p:nvSpPr>
          <p:spPr>
            <a:xfrm>
              <a:off x="5191627" y="4648274"/>
              <a:ext cx="236592" cy="944047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1" name="コネクタ: カギ線 70">
              <a:extLst>
                <a:ext uri="{FF2B5EF4-FFF2-40B4-BE49-F238E27FC236}">
                  <ns2:creationId id="{333FF4E9-4A8C-68F8-7930-95B0BC479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59055" y="5592321"/>
              <a:ext cx="250868" cy="293595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正方形/長方形 71">
              <a:extLst>
                <a:ext uri="{FF2B5EF4-FFF2-40B4-BE49-F238E27FC236}">
                  <ns2:creationId id="{A7F4AFDE-2FD2-7A44-FE8A-73E0C62A8C39}"/>
                </a:ext>
              </a:extLst>
            </p:cNvPr>
            <p:cNvSpPr/>
            <p:nvPr/>
          </p:nvSpPr>
          <p:spPr>
            <a:xfrm>
              <a:off x="8111238" y="2804187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3" name="正方形/長方形 72">
              <a:extLst>
                <a:ext uri="{FF2B5EF4-FFF2-40B4-BE49-F238E27FC236}">
                  <ns2:creationId id="{1331D4E7-6A4C-ABBC-43A1-DB46EBE63337}"/>
                </a:ext>
              </a:extLst>
            </p:cNvPr>
            <p:cNvSpPr/>
            <p:nvPr/>
          </p:nvSpPr>
          <p:spPr>
            <a:xfrm>
              <a:off x="8111238" y="3864629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4" name="コネクタ: カギ線 74">
              <a:extLst>
                <a:ext uri="{FF2B5EF4-FFF2-40B4-BE49-F238E27FC236}">
                  <ns2:creationId id="{C810AD14-7211-60FD-110F-C8C67E7CD7A1}"/>
                </a:ext>
              </a:extLst>
            </p:cNvPr>
            <p:cNvCxnSpPr>
              <a:cxnSpLocks/>
              <a:stCxn id="200" idx="0"/>
              <a:endCxn id="209" idx="1"/>
            </p:cNvCxnSpPr>
            <p:nvPr/>
          </p:nvCxnSpPr>
          <p:spPr>
            <a:xfrm rot="5400000" flipH="1" flipV="1">
              <a:off x="4608107" y="3735110"/>
              <a:ext cx="1614980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コネクタ: カギ線 75">
              <a:extLst>
                <a:ext uri="{FF2B5EF4-FFF2-40B4-BE49-F238E27FC236}">
                  <ns2:creationId id="{51FB747F-E5FA-FFE7-DF84-E024F4ADE37B}"/>
                </a:ext>
              </a:extLst>
            </p:cNvPr>
            <p:cNvCxnSpPr>
              <a:cxnSpLocks/>
              <a:stCxn id="200" idx="0"/>
              <a:endCxn id="249" idx="1"/>
            </p:cNvCxnSpPr>
            <p:nvPr/>
          </p:nvCxnSpPr>
          <p:spPr>
            <a:xfrm rot="5400000" flipH="1" flipV="1">
              <a:off x="5265789" y="4392792"/>
              <a:ext cx="299616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正方形/長方形 76">
              <a:extLst>
                <a:ext uri="{FF2B5EF4-FFF2-40B4-BE49-F238E27FC236}">
                  <ns2:creationId id="{CCA62108-C21F-26BB-2EC6-74A87CA6E2EE}"/>
                </a:ext>
              </a:extLst>
            </p:cNvPr>
            <p:cNvSpPr/>
            <p:nvPr/>
          </p:nvSpPr>
          <p:spPr>
            <a:xfrm>
              <a:off x="6069101" y="4648274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7" name="コネクタ: カギ線 77">
              <a:extLst>
                <a:ext uri="{FF2B5EF4-FFF2-40B4-BE49-F238E27FC236}">
                  <ns2:creationId id="{EB978F52-40CD-4539-F2F7-DD072E2AC736}"/>
                </a:ext>
              </a:extLst>
            </p:cNvPr>
            <p:cNvCxnSpPr>
              <a:cxnSpLocks/>
              <a:stCxn id="249" idx="3"/>
              <a:endCxn id="206" idx="0"/>
            </p:cNvCxnSpPr>
            <p:nvPr/>
          </p:nvCxnSpPr>
          <p:spPr>
            <a:xfrm>
              <a:off x="5757864" y="4348658"/>
              <a:ext cx="429533" cy="29961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コネクタ: カギ線 78">
              <a:extLst>
                <a:ext uri="{FF2B5EF4-FFF2-40B4-BE49-F238E27FC236}">
                  <ns2:creationId id="{12AD5735-E35C-8B64-B85F-444DDFEA8A55}"/>
                </a:ext>
              </a:extLst>
            </p:cNvPr>
            <p:cNvCxnSpPr>
              <a:cxnSpLocks/>
              <a:stCxn id="209" idx="3"/>
              <a:endCxn id="206" idx="0"/>
            </p:cNvCxnSpPr>
            <p:nvPr/>
          </p:nvCxnSpPr>
          <p:spPr>
            <a:xfrm>
              <a:off x="5757864" y="3033294"/>
              <a:ext cx="429533" cy="161498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正方形/長方形 79">
              <a:extLst>
                <a:ext uri="{FF2B5EF4-FFF2-40B4-BE49-F238E27FC236}">
                  <ns2:creationId id="{D4C30D68-8677-2F6E-5541-1D8001A2720F}"/>
                </a:ext>
              </a:extLst>
            </p:cNvPr>
            <p:cNvSpPr/>
            <p:nvPr/>
          </p:nvSpPr>
          <p:spPr>
            <a:xfrm>
              <a:off x="5521272" y="2804694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正方形/長方形 80">
              <a:extLst>
                <a:ext uri="{FF2B5EF4-FFF2-40B4-BE49-F238E27FC236}">
                  <ns2:creationId id="{D9D07366-62D2-A93A-C63A-4D07A3A59728}"/>
                </a:ext>
              </a:extLst>
            </p:cNvPr>
            <p:cNvSpPr/>
            <p:nvPr/>
          </p:nvSpPr>
          <p:spPr>
            <a:xfrm>
              <a:off x="8111238" y="3363341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1" name="正方形/長方形 81">
              <a:extLst>
                <a:ext uri="{FF2B5EF4-FFF2-40B4-BE49-F238E27FC236}">
                  <ns2:creationId id="{CA7D2AA2-8301-6164-3883-7A2DB51F2278}"/>
                </a:ext>
              </a:extLst>
            </p:cNvPr>
            <p:cNvSpPr/>
            <p:nvPr/>
          </p:nvSpPr>
          <p:spPr>
            <a:xfrm>
              <a:off x="9260387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2" name="正方形/長方形 82">
              <a:extLst>
                <a:ext uri="{FF2B5EF4-FFF2-40B4-BE49-F238E27FC236}">
                  <ns2:creationId id="{B60F0610-97CC-1941-9A84-C4413E4E4B4D}"/>
                </a:ext>
              </a:extLst>
            </p:cNvPr>
            <p:cNvSpPr/>
            <p:nvPr/>
          </p:nvSpPr>
          <p:spPr>
            <a:xfrm>
              <a:off x="9631295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3" name="コネクタ: カギ線 83">
              <a:extLst>
                <a:ext uri="{FF2B5EF4-FFF2-40B4-BE49-F238E27FC236}">
                  <ns2:creationId id="{583230D0-1EEA-0715-10D6-776CABB2830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58191" y="5607032"/>
              <a:ext cx="293595" cy="25261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" name="正方形/長方形 84">
              <a:extLst>
                <a:ext uri="{FF2B5EF4-FFF2-40B4-BE49-F238E27FC236}">
                  <ns2:creationId id="{89FD620A-859F-B8A1-CD1A-F71BD666F777}"/>
                </a:ext>
              </a:extLst>
            </p:cNvPr>
            <p:cNvSpPr/>
            <p:nvPr/>
          </p:nvSpPr>
          <p:spPr>
            <a:xfrm>
              <a:off x="7208989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5" name="正方形/長方形 85">
              <a:extLst>
                <a:ext uri="{FF2B5EF4-FFF2-40B4-BE49-F238E27FC236}">
                  <ns2:creationId id="{C4050107-A7C9-D114-AC08-C35327465E95}"/>
                </a:ext>
              </a:extLst>
            </p:cNvPr>
            <p:cNvSpPr/>
            <p:nvPr/>
          </p:nvSpPr>
          <p:spPr>
            <a:xfrm>
              <a:off x="8104813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6" name="コネクタ: カギ線 86">
              <a:extLst>
                <a:ext uri="{FF2B5EF4-FFF2-40B4-BE49-F238E27FC236}">
                  <ns2:creationId id="{69393DB8-42F9-24D4-8F21-67EFF8A9084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569252" y="5344576"/>
              <a:ext cx="293595" cy="77752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フローチャート: 判断 87">
              <a:extLst>
                <a:ext uri="{FF2B5EF4-FFF2-40B4-BE49-F238E27FC236}">
                  <ns2:creationId id="{AB04B7A2-2800-22A4-718A-08DD8BD34A2F}"/>
                </a:ext>
              </a:extLst>
            </p:cNvPr>
            <p:cNvSpPr/>
            <p:nvPr/>
          </p:nvSpPr>
          <p:spPr>
            <a:xfrm>
              <a:off x="5872347" y="4284617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8" name="フローチャート: 判断 88">
              <a:extLst>
                <a:ext uri="{FF2B5EF4-FFF2-40B4-BE49-F238E27FC236}">
                  <ns2:creationId id="{799533AF-A9D3-C726-1C13-37FA9DE0971B}"/>
                </a:ext>
              </a:extLst>
            </p:cNvPr>
            <p:cNvSpPr/>
            <p:nvPr/>
          </p:nvSpPr>
          <p:spPr>
            <a:xfrm>
              <a:off x="5904820" y="2969253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9" name="コネクタ: カギ線 89">
              <a:extLst>
                <a:ext uri="{FF2B5EF4-FFF2-40B4-BE49-F238E27FC236}">
                  <ns2:creationId id="{731F2385-7821-B8B9-4A14-37B259B68000}"/>
                </a:ext>
              </a:extLst>
            </p:cNvPr>
            <p:cNvCxnSpPr>
              <a:cxnSpLocks/>
              <a:stCxn id="180" idx="3"/>
              <a:endCxn id="202" idx="1"/>
            </p:cNvCxnSpPr>
            <p:nvPr/>
          </p:nvCxnSpPr>
          <p:spPr>
            <a:xfrm flipV="1">
              <a:off x="6968571" y="2906471"/>
              <a:ext cx="1142667" cy="1397356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90">
              <a:extLst>
                <a:ext uri="{FF2B5EF4-FFF2-40B4-BE49-F238E27FC236}">
                  <ns2:creationId id="{023AF37B-61CD-66EE-9DE8-E344C6143738}"/>
                </a:ext>
              </a:extLst>
            </p:cNvPr>
            <p:cNvCxnSpPr>
              <a:cxnSpLocks/>
              <a:stCxn id="180" idx="3"/>
            </p:cNvCxnSpPr>
            <p:nvPr/>
          </p:nvCxnSpPr>
          <p:spPr>
            <a:xfrm flipV="1">
              <a:off x="6968571" y="3966913"/>
              <a:ext cx="1142666" cy="33691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93">
              <a:extLst>
                <a:ext uri="{FF2B5EF4-FFF2-40B4-BE49-F238E27FC236}">
                  <ns2:creationId id="{47C121CC-0524-7621-C570-D682C5467A76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2906472"/>
              <a:ext cx="1055732" cy="2215771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コネクタ: カギ線 94">
              <a:extLst>
                <a:ext uri="{FF2B5EF4-FFF2-40B4-BE49-F238E27FC236}">
                  <ns2:creationId id="{D5AD7B50-42D7-9266-F572-29A4CB1C288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465625"/>
              <a:ext cx="937436" cy="188876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正方形/長方形 95">
              <a:extLst>
                <a:ext uri="{FF2B5EF4-FFF2-40B4-BE49-F238E27FC236}">
                  <ns2:creationId id="{68C360C2-4105-941E-A0AE-F60B96E592BB}"/>
                </a:ext>
              </a:extLst>
            </p:cNvPr>
            <p:cNvSpPr/>
            <p:nvPr/>
          </p:nvSpPr>
          <p:spPr>
            <a:xfrm>
              <a:off x="8580746" y="3947876"/>
              <a:ext cx="72301" cy="7684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6" name="コネクタ: カギ線 96">
              <a:extLst>
                <a:ext uri="{FF2B5EF4-FFF2-40B4-BE49-F238E27FC236}">
                  <ns2:creationId id="{60A1C75B-93B6-AA0B-C2D1-E35E7574347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966913"/>
              <a:ext cx="1055732" cy="115532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正方形/長方形 97">
              <a:extLst>
                <a:ext uri="{FF2B5EF4-FFF2-40B4-BE49-F238E27FC236}">
                  <ns2:creationId id="{384E16EC-06E1-BD02-B830-849E8D0D6FC5}"/>
                </a:ext>
              </a:extLst>
            </p:cNvPr>
            <p:cNvSpPr/>
            <p:nvPr/>
          </p:nvSpPr>
          <p:spPr>
            <a:xfrm>
              <a:off x="10019995" y="4650219"/>
              <a:ext cx="236592" cy="462355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8" name="コネクタ: カギ線 98">
              <a:extLst>
                <a:ext uri="{FF2B5EF4-FFF2-40B4-BE49-F238E27FC236}">
                  <ns2:creationId id="{A819869A-57EE-E968-C45B-AA712608DF43}"/>
                </a:ext>
              </a:extLst>
            </p:cNvPr>
            <p:cNvCxnSpPr>
              <a:cxnSpLocks/>
              <a:stCxn id="212" idx="3"/>
              <a:endCxn id="227" idx="2"/>
            </p:cNvCxnSpPr>
            <p:nvPr/>
          </p:nvCxnSpPr>
          <p:spPr>
            <a:xfrm flipV="1">
              <a:off x="9867887" y="5112574"/>
              <a:ext cx="270404" cy="767563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99">
              <a:extLst>
                <a:ext uri="{FF2B5EF4-FFF2-40B4-BE49-F238E27FC236}">
                  <ns2:creationId id="{9BD2A2B3-C146-1A0E-F5BA-8FE2EC9C1794}"/>
                </a:ext>
              </a:extLst>
            </p:cNvPr>
            <p:cNvCxnSpPr>
              <a:cxnSpLocks/>
              <a:stCxn id="227" idx="3"/>
            </p:cNvCxnSpPr>
            <p:nvPr/>
          </p:nvCxnSpPr>
          <p:spPr>
            <a:xfrm>
              <a:off x="10256587" y="4881397"/>
              <a:ext cx="59768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100">
              <a:extLst>
                <a:ext uri="{FF2B5EF4-FFF2-40B4-BE49-F238E27FC236}">
                  <ns2:creationId id="{8E958458-DB25-0F6C-3EE6-FDD44006AA9A}"/>
                </a:ext>
              </a:extLst>
            </p:cNvPr>
            <p:cNvCxnSpPr>
              <a:cxnSpLocks/>
              <a:stCxn id="206" idx="3"/>
              <a:endCxn id="180" idx="1"/>
            </p:cNvCxnSpPr>
            <p:nvPr/>
          </p:nvCxnSpPr>
          <p:spPr>
            <a:xfrm flipV="1">
              <a:off x="6305693" y="4303827"/>
              <a:ext cx="408032" cy="57659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コネクタ: カギ線 102">
              <a:extLst>
                <a:ext uri="{FF2B5EF4-FFF2-40B4-BE49-F238E27FC236}">
                  <ns2:creationId id="{78B83676-9A55-8815-887D-6F37460856F6}"/>
                </a:ext>
              </a:extLst>
            </p:cNvPr>
            <p:cNvCxnSpPr>
              <a:cxnSpLocks/>
            </p:cNvCxnSpPr>
            <p:nvPr/>
          </p:nvCxnSpPr>
          <p:spPr>
            <a:xfrm>
              <a:off x="7241026" y="3718255"/>
              <a:ext cx="86260" cy="1403988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正方形/長方形 32">
              <a:extLst>
                <a:ext uri="{FF2B5EF4-FFF2-40B4-BE49-F238E27FC236}">
                  <ns2:creationId id="{1E5D1669-29A1-FBC3-61EF-8A30B9D276A8}"/>
                </a:ext>
              </a:extLst>
            </p:cNvPr>
            <p:cNvSpPr/>
            <p:nvPr/>
          </p:nvSpPr>
          <p:spPr>
            <a:xfrm>
              <a:off x="3529886" y="433305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正方形/長方形 32">
              <a:extLst>
                <a:ext uri="{FF2B5EF4-FFF2-40B4-BE49-F238E27FC236}">
                  <ns2:creationId id="{60907A11-2970-471F-5230-C20EEDF69F4E}"/>
                </a:ext>
              </a:extLst>
            </p:cNvPr>
            <p:cNvSpPr/>
            <p:nvPr/>
          </p:nvSpPr>
          <p:spPr>
            <a:xfrm>
              <a:off x="3529886" y="3800512"/>
              <a:ext cx="648414" cy="2413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zh-TW" altLang="en-US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5" name="正方形/長方形 31">
              <a:extLst>
                <a:ext uri="{FF2B5EF4-FFF2-40B4-BE49-F238E27FC236}">
                  <ns2:creationId id="{5D292888-422E-BCF2-C606-380E25609B6E}"/>
                </a:ext>
              </a:extLst>
            </p:cNvPr>
            <p:cNvSpPr/>
            <p:nvPr/>
          </p:nvSpPr>
          <p:spPr>
            <a:xfrm>
              <a:off x="3748236" y="3034375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6" name="正方形/長方形 17">
              <a:extLst>
                <a:ext uri="{FF2B5EF4-FFF2-40B4-BE49-F238E27FC236}">
                  <ns2:creationId id="{107B46F0-D8DE-7506-3346-7551E22B4AAA}"/>
                </a:ext>
              </a:extLst>
            </p:cNvPr>
            <p:cNvSpPr/>
            <p:nvPr/>
          </p:nvSpPr>
          <p:spPr>
            <a:xfrm>
              <a:off x="3748236" y="225896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7" name="正方形/長方形 16">
              <a:extLst>
                <a:ext uri="{FF2B5EF4-FFF2-40B4-BE49-F238E27FC236}">
                  <ns2:creationId id="{23BC480B-1EBC-71F4-7983-7AAA0679FF9A}"/>
                </a:ext>
              </a:extLst>
            </p:cNvPr>
            <p:cNvSpPr/>
            <p:nvPr/>
          </p:nvSpPr>
          <p:spPr>
            <a:xfrm>
              <a:off x="3176796" y="264339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8" name="ひし形 55">
              <a:extLst>
                <a:ext uri="{FF2B5EF4-FFF2-40B4-BE49-F238E27FC236}">
                  <ns2:creationId id="{630E8A44-24FC-8E91-7366-BCA76398CB9D}"/>
                </a:ext>
              </a:extLst>
            </p:cNvPr>
            <p:cNvSpPr/>
            <p:nvPr/>
          </p:nvSpPr>
          <p:spPr>
            <a:xfrm>
              <a:off x="2963862" y="2944892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9" name="ひし形 55">
              <a:extLst>
                <a:ext uri="{FF2B5EF4-FFF2-40B4-BE49-F238E27FC236}">
                  <ns2:creationId id="{901220AC-7381-D03E-4AC5-C60FAA21E709}"/>
                </a:ext>
              </a:extLst>
            </p:cNvPr>
            <p:cNvSpPr/>
            <p:nvPr/>
          </p:nvSpPr>
          <p:spPr>
            <a:xfrm>
              <a:off x="2960687" y="4251404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2">
              <a:extLst>
                <a:ext uri="{FF2B5EF4-FFF2-40B4-BE49-F238E27FC236}">
                  <ns2:creationId id="{32C5AA5C-FCBE-99E8-00DD-F1E83BCDB05A}"/>
                </a:ext>
              </a:extLst>
            </p:cNvPr>
            <p:cNvSpPr/>
            <p:nvPr/>
          </p:nvSpPr>
          <p:spPr>
            <a:xfrm>
              <a:off x="4059128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正方形/長方形 51">
              <a:extLst>
                <a:ext uri="{FF2B5EF4-FFF2-40B4-BE49-F238E27FC236}">
                  <ns2:creationId id="{72F9C9ED-B6C0-5C77-6481-75CDE6A1FA06}"/>
                </a:ext>
              </a:extLst>
            </p:cNvPr>
            <p:cNvSpPr/>
            <p:nvPr/>
          </p:nvSpPr>
          <p:spPr>
            <a:xfrm>
              <a:off x="4451010" y="4648275"/>
              <a:ext cx="236592" cy="71100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2" name="正方形/長方形 53">
              <a:extLst>
                <a:ext uri="{FF2B5EF4-FFF2-40B4-BE49-F238E27FC236}">
                  <ns2:creationId id="{C6454EBE-B037-F360-A5F6-65B1D4E8A675}"/>
                </a:ext>
              </a:extLst>
            </p:cNvPr>
            <p:cNvSpPr/>
            <p:nvPr/>
          </p:nvSpPr>
          <p:spPr>
            <a:xfrm>
              <a:off x="4091207" y="5062935"/>
              <a:ext cx="236592" cy="28535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3" name="正方形/長方形 32">
              <a:extLst>
                <a:ext uri="{FF2B5EF4-FFF2-40B4-BE49-F238E27FC236}">
                  <ns2:creationId id="{F6445D04-A332-4263-B320-AE87F6E9A8EB}"/>
                </a:ext>
              </a:extLst>
            </p:cNvPr>
            <p:cNvSpPr/>
            <p:nvPr/>
          </p:nvSpPr>
          <p:spPr>
            <a:xfrm>
              <a:off x="4418931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正方形/長方形 32">
              <a:extLst>
                <a:ext uri="{FF2B5EF4-FFF2-40B4-BE49-F238E27FC236}">
                  <ns2:creationId id="{477D4B93-6BF7-F594-46D5-CB26B796EE26}"/>
                </a:ext>
              </a:extLst>
            </p:cNvPr>
            <p:cNvSpPr/>
            <p:nvPr/>
          </p:nvSpPr>
          <p:spPr>
            <a:xfrm>
              <a:off x="4822463" y="6140860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5" name="正方形/長方形 32">
              <a:extLst>
                <a:ext uri="{FF2B5EF4-FFF2-40B4-BE49-F238E27FC236}">
                  <ns2:creationId id="{9B1A90C4-87AC-7B78-7F22-E4116097D753}"/>
                </a:ext>
              </a:extLst>
            </p:cNvPr>
            <p:cNvSpPr/>
            <p:nvPr/>
          </p:nvSpPr>
          <p:spPr>
            <a:xfrm>
              <a:off x="5411566" y="5270808"/>
              <a:ext cx="300750" cy="240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6" name="正方形/長方形 32">
              <a:extLst>
                <a:ext uri="{FF2B5EF4-FFF2-40B4-BE49-F238E27FC236}">
                  <ns2:creationId id="{C8E243AB-6941-5224-39DB-02D5C8342F11}"/>
                </a:ext>
              </a:extLst>
            </p:cNvPr>
            <p:cNvSpPr/>
            <p:nvPr/>
          </p:nvSpPr>
          <p:spPr>
            <a:xfrm>
              <a:off x="5423335" y="3883581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7" name="正方形/長方形 32">
              <a:extLst>
                <a:ext uri="{FF2B5EF4-FFF2-40B4-BE49-F238E27FC236}">
                  <ns2:creationId id="{F79DB6C5-D1D5-57CE-3C65-171142B6335D}"/>
                </a:ext>
              </a:extLst>
            </p:cNvPr>
            <p:cNvSpPr/>
            <p:nvPr/>
          </p:nvSpPr>
          <p:spPr>
            <a:xfrm>
              <a:off x="6024344" y="5109116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8" name="正方形/長方形 32">
              <a:extLst>
                <a:ext uri="{FF2B5EF4-FFF2-40B4-BE49-F238E27FC236}">
                  <ns2:creationId id="{ABEB1571-A19B-0892-1923-1DEF95AB9E7F}"/>
                </a:ext>
              </a:extLst>
            </p:cNvPr>
            <p:cNvSpPr/>
            <p:nvPr/>
          </p:nvSpPr>
          <p:spPr>
            <a:xfrm>
              <a:off x="5423335" y="2542246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9" name="正方形/長方形 79">
              <a:extLst>
                <a:ext uri="{FF2B5EF4-FFF2-40B4-BE49-F238E27FC236}">
                  <ns2:creationId id="{7DBC63B2-F3F5-2B8A-6BF5-0005C5814319}"/>
                </a:ext>
              </a:extLst>
            </p:cNvPr>
            <p:cNvSpPr/>
            <p:nvPr/>
          </p:nvSpPr>
          <p:spPr>
            <a:xfrm>
              <a:off x="5521272" y="4120058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0" name="正方形/長方形 32">
              <a:extLst>
                <a:ext uri="{FF2B5EF4-FFF2-40B4-BE49-F238E27FC236}">
                  <ns2:creationId id="{B9CC5750-92C0-5587-60C6-D7F07E3E5ECC}"/>
                </a:ext>
              </a:extLst>
            </p:cNvPr>
            <p:cNvSpPr/>
            <p:nvPr/>
          </p:nvSpPr>
          <p:spPr>
            <a:xfrm>
              <a:off x="7362473" y="526163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1" name="正方形/長方形 32">
              <a:extLst>
                <a:ext uri="{FF2B5EF4-FFF2-40B4-BE49-F238E27FC236}">
                  <ns2:creationId id="{11F8DCFC-1B7D-FB2C-B671-7534C0BB9A36}"/>
                </a:ext>
              </a:extLst>
            </p:cNvPr>
            <p:cNvSpPr/>
            <p:nvPr/>
          </p:nvSpPr>
          <p:spPr>
            <a:xfrm>
              <a:off x="6994541" y="3361992"/>
              <a:ext cx="512747" cy="2463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2" name="正方形/長方形 32">
              <a:extLst>
                <a:ext uri="{FF2B5EF4-FFF2-40B4-BE49-F238E27FC236}">
                  <ns2:creationId id="{677F8E6C-0CD6-1E2E-2BFA-E62EEE00A2B8}"/>
                </a:ext>
              </a:extLst>
            </p:cNvPr>
            <p:cNvSpPr/>
            <p:nvPr/>
          </p:nvSpPr>
          <p:spPr>
            <a:xfrm>
              <a:off x="7892886" y="3579999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3" name="正方形/長方形 32">
              <a:extLst>
                <a:ext uri="{FF2B5EF4-FFF2-40B4-BE49-F238E27FC236}">
                  <ns2:creationId id="{21C1E7A7-6A58-734E-0250-9B35D7F60E4C}"/>
                </a:ext>
              </a:extLst>
            </p:cNvPr>
            <p:cNvSpPr/>
            <p:nvPr/>
          </p:nvSpPr>
          <p:spPr>
            <a:xfrm>
              <a:off x="8005589" y="3038904"/>
              <a:ext cx="1290088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4" name="正方形/長方形 32">
              <a:extLst>
                <a:ext uri="{FF2B5EF4-FFF2-40B4-BE49-F238E27FC236}">
                  <ns2:creationId id="{88EA7475-AB8D-BC6C-9E7C-388D707542B4}"/>
                </a:ext>
              </a:extLst>
            </p:cNvPr>
            <p:cNvSpPr/>
            <p:nvPr/>
          </p:nvSpPr>
          <p:spPr>
            <a:xfrm>
              <a:off x="7999917" y="4073020"/>
              <a:ext cx="697718" cy="3993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55" name="正方形/長方形 32">
              <a:extLst>
                <a:ext uri="{FF2B5EF4-FFF2-40B4-BE49-F238E27FC236}">
                  <ns2:creationId id="{7F1E37AE-54CE-EBC3-FFE6-55AF60E31C1A}"/>
                </a:ext>
              </a:extLst>
            </p:cNvPr>
            <p:cNvSpPr/>
            <p:nvPr/>
          </p:nvSpPr>
          <p:spPr>
            <a:xfrm>
              <a:off x="9404331" y="5247620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正方形/長方形 32">
              <a:extLst>
                <a:ext uri="{FF2B5EF4-FFF2-40B4-BE49-F238E27FC236}">
                  <ns2:creationId id="{EFA7EE5F-A210-5B57-3B28-79B2ADE65348}"/>
                </a:ext>
              </a:extLst>
            </p:cNvPr>
            <p:cNvSpPr/>
            <p:nvPr/>
          </p:nvSpPr>
          <p:spPr>
            <a:xfrm>
              <a:off x="9985275" y="4396748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正方形/長方形 32">
              <a:extLst>
                <a:ext uri="{FF2B5EF4-FFF2-40B4-BE49-F238E27FC236}">
                  <ns2:creationId id="{DFF98E12-D3F3-68C6-AA7E-7AF7DA6B78DA}"/>
                </a:ext>
              </a:extLst>
            </p:cNvPr>
            <p:cNvSpPr/>
            <p:nvPr/>
          </p:nvSpPr>
          <p:spPr>
            <a:xfrm>
              <a:off x="9425385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8" name="正方形/長方形 32">
              <a:extLst>
                <a:ext uri="{FF2B5EF4-FFF2-40B4-BE49-F238E27FC236}">
                  <ns2:creationId id="{5EE7F4A8-2252-29CF-6617-27735A4925F8}"/>
                </a:ext>
              </a:extLst>
            </p:cNvPr>
            <p:cNvSpPr/>
            <p:nvPr/>
          </p:nvSpPr>
          <p:spPr>
            <a:xfrm>
              <a:off x="7898903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7" name="フローチャート: 判断 91">
              <a:extLst>
                <a:ext uri="{FF2B5EF4-FFF2-40B4-BE49-F238E27FC236}">
                  <ns2:creationId id="{53493D25-6132-A8E6-4AF1-F925D4B1BBF5}"/>
                </a:ext>
              </a:extLst>
            </p:cNvPr>
            <p:cNvSpPr/>
            <p:nvPr/>
          </p:nvSpPr>
          <p:spPr>
            <a:xfrm>
              <a:off x="7757806" y="2837251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8" name="フローチャート: 判断 92">
              <a:extLst>
                <a:ext uri="{FF2B5EF4-FFF2-40B4-BE49-F238E27FC236}">
                  <ns2:creationId id="{A9B5CC63-A1F7-0673-310F-6D99CFDA6FD5}"/>
                </a:ext>
              </a:extLst>
            </p:cNvPr>
            <p:cNvSpPr/>
            <p:nvPr/>
          </p:nvSpPr>
          <p:spPr>
            <a:xfrm>
              <a:off x="7757806" y="3904710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77" name="Group 276">
              <a:extLst>
                <a:ext uri="{FF2B5EF4-FFF2-40B4-BE49-F238E27FC236}">
                  <ns2:creationId id="{50B37324-1B7B-FDE1-1455-C660D8A57ACA}"/>
                </a:ext>
              </a:extLst>
            </p:cNvPr>
            <p:cNvGrpSpPr/>
            <p:nvPr/>
          </p:nvGrpSpPr>
          <p:grpSpPr>
            <a:xfrm>
              <a:off x="4166552" y="4137025"/>
              <a:ext cx="84513" cy="106363"/>
              <a:chOff x="4166552" y="4135437"/>
              <a:chExt cx="84513" cy="106363"/>
            </a:xfrm>
          </p:grpSpPr>
          <p:sp>
            <p:nvSpPr>
              <p:cNvPr id="278" name="正方形/長方形 64">
                <a:extLst>
                  <a:ext uri="{FF2B5EF4-FFF2-40B4-BE49-F238E27FC236}">
                    <ns2:creationId id="{1C3FE3C9-0BCB-2D68-31A4-CF63D4DDAC1D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Arc 278">
                <a:extLst>
                  <a:ext uri="{FF2B5EF4-FFF2-40B4-BE49-F238E27FC236}">
                    <ns2:creationId id="{F993BD0B-6098-5476-BC98-599BB79DE786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80" name="Group 279">
              <a:extLst>
                <a:ext uri="{FF2B5EF4-FFF2-40B4-BE49-F238E27FC236}">
                  <ns2:creationId id="{91074DE2-1000-E085-2DB7-6753097B45CF}"/>
                </a:ext>
              </a:extLst>
            </p:cNvPr>
            <p:cNvGrpSpPr/>
            <p:nvPr/>
          </p:nvGrpSpPr>
          <p:grpSpPr>
            <a:xfrm>
              <a:off x="4166552" y="2843212"/>
              <a:ext cx="84513" cy="106363"/>
              <a:chOff x="4166552" y="4135437"/>
              <a:chExt cx="84513" cy="106363"/>
            </a:xfrm>
          </p:grpSpPr>
          <p:sp>
            <p:nvSpPr>
              <p:cNvPr id="281" name="正方形/長方形 64">
                <a:extLst>
                  <a:ext uri="{FF2B5EF4-FFF2-40B4-BE49-F238E27FC236}">
                    <ns2:creationId id="{BC84557C-20B7-9FFB-4642-9D5E1177829B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Arc 281">
                <a:extLst>
                  <a:ext uri="{FF2B5EF4-FFF2-40B4-BE49-F238E27FC236}">
                    <ns2:creationId id="{3A6A5C4B-7D41-1A29-5524-BE4968329E09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" name="Group 276">
              <a:extLst>
                <a:ext uri="{FF2B5EF4-FFF2-40B4-BE49-F238E27FC236}">
                  <ns2:creationId id="{3089A329-9E04-7F96-7275-FE0B43E9818A}"/>
                </a:ext>
              </a:extLst>
            </p:cNvPr>
            <p:cNvGrpSpPr/>
            <p:nvPr/>
          </p:nvGrpSpPr>
          <p:grpSpPr>
            <a:xfrm>
              <a:off x="7288483" y="4239568"/>
              <a:ext cx="84513" cy="106363"/>
              <a:chOff x="4166552" y="4135437"/>
              <a:chExt cx="84513" cy="106363"/>
            </a:xfrm>
          </p:grpSpPr>
          <p:sp>
            <p:nvSpPr>
              <p:cNvPr id="8" name="正方形/長方形 64">
                <a:extLst>
                  <a:ext uri="{FF2B5EF4-FFF2-40B4-BE49-F238E27FC236}">
                    <ns2:creationId id="{1A98EDF8-FCA4-CB4D-80F8-B91048D4C232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Arc 278">
                <a:extLst>
                  <a:ext uri="{FF2B5EF4-FFF2-40B4-BE49-F238E27FC236}">
                    <ns2:creationId id="{2F2C2F5D-1355-E47F-68BE-FAB45B8C3835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" name="Group 276">
              <a:extLst>
                <a:ext uri="{FF2B5EF4-FFF2-40B4-BE49-F238E27FC236}">
                  <ns2:creationId id="{99CB49AA-A689-6197-4876-B5C350F1BA55}"/>
                </a:ext>
              </a:extLst>
            </p:cNvPr>
            <p:cNvGrpSpPr/>
            <p:nvPr/>
          </p:nvGrpSpPr>
          <p:grpSpPr>
            <a:xfrm>
              <a:off x="8754119" y="3905579"/>
              <a:ext cx="84513" cy="106363"/>
              <a:chOff x="4166552" y="4135437"/>
              <a:chExt cx="84513" cy="106363"/>
            </a:xfrm>
          </p:grpSpPr>
          <p:sp>
            <p:nvSpPr>
              <p:cNvPr id="17" name="正方形/長方形 64">
                <a:extLst>
                  <a:ext uri="{FF2B5EF4-FFF2-40B4-BE49-F238E27FC236}">
                    <ns2:creationId id="{9DE70332-86F1-32D0-76B3-2D1E91C04CB4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Arc 278">
                <a:extLst>
                  <a:ext uri="{FF2B5EF4-FFF2-40B4-BE49-F238E27FC236}">
                    <ns2:creationId id="{C80CC5BF-AE6D-0204-7C67-666E9DA71717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617761618"/>
      </p:ext>
    </p:extLst>
  </p:cSld>
  <p:clrMapOvr>
    <a:masterClrMapping/>
  </p:clrMapOvr>
</p:sld>
</file>

<file path=ppt/slides/slide14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C873027-EEBD-5264-8DAC-4E2CFB8C8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45306FC-001A-FAD9-298F-4AB61537F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10AB011-B1B0-FC4F-3BEC-636416F5A9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</p:txBody>
      </p:sp>
      <p:grpSp>
        <p:nvGrpSpPr>
          <p:cNvPr id="269" name="Group 268">
            <a:extLst>
              <a:ext uri="{FF2B5EF4-FFF2-40B4-BE49-F238E27FC236}">
                <ns2:creationId id="{49337C90-1458-EF13-26F3-F233054B75BF}"/>
              </a:ext>
            </a:extLst>
          </p:cNvPr>
          <p:cNvGrpSpPr/>
          <p:nvPr/>
        </p:nvGrpSpPr>
        <p:grpSpPr>
          <a:xfrm>
            <a:off x="7632756" y="1248092"/>
            <a:ext cx="2317405" cy="380683"/>
            <a:chOff x="8793958" y="987469"/>
            <a:chExt cx="3063080" cy="463506"/>
          </a:xfrm>
        </p:grpSpPr>
        <p:sp>
          <p:nvSpPr>
            <p:cNvPr id="263" name="Rectangle: Rounded Corners 262">
              <a:extLst>
                <a:ext uri="{FF2B5EF4-FFF2-40B4-BE49-F238E27FC236}">
                  <ns2:creationId id="{A53D78E5-847A-E0CB-3AC7-5CCA2CF8F563}"/>
                </a:ext>
              </a:extLst>
            </p:cNvPr>
            <p:cNvSpPr/>
            <p:nvPr/>
          </p:nvSpPr>
          <p:spPr>
            <a:xfrm>
              <a:off x="8793958" y="987469"/>
              <a:ext cx="3063080" cy="463506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4" name="四角形: 角を丸くする 81">
              <a:extLst>
                <a:ext uri="{FF2B5EF4-FFF2-40B4-BE49-F238E27FC236}">
                  <ns2:creationId id="{392DB594-3DB3-F4CD-3B44-DA3E9621FF42}"/>
                </a:ext>
              </a:extLst>
            </p:cNvPr>
            <p:cNvSpPr/>
            <p:nvPr/>
          </p:nvSpPr>
          <p:spPr>
            <a:xfrm>
              <a:off x="933734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5" name="四角形: 角を丸くする 82">
              <a:extLst>
                <a:ext uri="{FF2B5EF4-FFF2-40B4-BE49-F238E27FC236}">
                  <ns2:creationId id="{E1FB2105-47EC-D48E-107D-7B3999BF57D9}"/>
                </a:ext>
              </a:extLst>
            </p:cNvPr>
            <p:cNvSpPr/>
            <p:nvPr/>
          </p:nvSpPr>
          <p:spPr>
            <a:xfrm>
              <a:off x="995206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6" name="楕円 79">
              <a:extLst>
                <a:ext uri="{FF2B5EF4-FFF2-40B4-BE49-F238E27FC236}">
                  <ns2:creationId id="{175056F2-0F0E-3A4E-C47F-F13267445202}"/>
                </a:ext>
              </a:extLst>
            </p:cNvPr>
            <p:cNvSpPr/>
            <p:nvPr/>
          </p:nvSpPr>
          <p:spPr>
            <a:xfrm>
              <a:off x="10566788" y="1128217"/>
              <a:ext cx="529543" cy="296824"/>
            </a:xfrm>
            <a:prstGeom prst="ellipse">
              <a:avLst/>
            </a:prstGeom>
            <a:solidFill>
              <a:schemeClr val="bg1">
                <a:lumMod val="50000"/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楕円 80">
              <a:extLst>
                <a:ext uri="{FF2B5EF4-FFF2-40B4-BE49-F238E27FC236}">
                  <ns2:creationId id="{502B0A98-DF2F-A46A-514B-F885E5A3F69E}"/>
                </a:ext>
              </a:extLst>
            </p:cNvPr>
            <p:cNvSpPr/>
            <p:nvPr/>
          </p:nvSpPr>
          <p:spPr>
            <a:xfrm>
              <a:off x="11225641" y="1128217"/>
              <a:ext cx="529543" cy="296824"/>
            </a:xfrm>
            <a:prstGeom prst="ellipse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93" name="Group 292">
            <a:extLst>
              <a:ext uri="{FF2B5EF4-FFF2-40B4-BE49-F238E27FC236}">
                <ns2:creationId id="{72BE1AC3-7A1D-7210-CC16-66AEDDD034E8}"/>
              </a:ext>
            </a:extLst>
          </p:cNvPr>
          <p:cNvGrpSpPr/>
          <p:nvPr/>
        </p:nvGrpSpPr>
        <p:grpSpPr>
          <a:xfrm>
            <a:off x="10020597" y="1248092"/>
            <a:ext cx="1836442" cy="380683"/>
            <a:chOff x="10020597" y="1248092"/>
            <a:chExt cx="1836442" cy="380683"/>
          </a:xfrm>
        </p:grpSpPr>
        <p:sp>
          <p:nvSpPr>
            <p:cNvPr id="271" name="Rectangle: Rounded Corners 270">
              <a:extLst>
                <a:ext uri="{FF2B5EF4-FFF2-40B4-BE49-F238E27FC236}">
                  <ns2:creationId id="{A29C5104-9AC7-FE7E-5499-A86287BD75B7}"/>
                </a:ext>
              </a:extLst>
            </p:cNvPr>
            <p:cNvSpPr/>
            <p:nvPr/>
          </p:nvSpPr>
          <p:spPr>
            <a:xfrm>
              <a:off x="10020597" y="1248092"/>
              <a:ext cx="1836442" cy="380683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85" name="Group 284">
              <a:extLst>
                <a:ext uri="{FF2B5EF4-FFF2-40B4-BE49-F238E27FC236}">
                  <ns2:creationId id="{B76DF71B-C681-92F9-2EAF-41601A8CAD13}"/>
                </a:ext>
              </a:extLst>
            </p:cNvPr>
            <p:cNvGrpSpPr/>
            <p:nvPr/>
          </p:nvGrpSpPr>
          <p:grpSpPr>
            <a:xfrm>
              <a:off x="10107099" y="1300318"/>
              <a:ext cx="1019689" cy="276232"/>
              <a:chOff x="10107099" y="1288938"/>
              <a:chExt cx="1019689" cy="276232"/>
            </a:xfrm>
          </p:grpSpPr>
          <p:grpSp>
            <p:nvGrpSpPr>
              <p:cNvPr id="281" name="Group 280">
                <a:extLst>
                  <a:ext uri="{FF2B5EF4-FFF2-40B4-BE49-F238E27FC236}">
                    <ns2:creationId id="{E8A74EDE-1EF7-D7B1-16A8-16152E5C5E56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79" name="楕円 80">
                  <a:extLst>
                    <a:ext uri="{FF2B5EF4-FFF2-40B4-BE49-F238E27FC236}">
                      <ns2:creationId id="{67EA66EE-A109-D753-37CF-124187FAC3E1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0" name="楕円 80">
                  <a:extLst>
                    <a:ext uri="{FF2B5EF4-FFF2-40B4-BE49-F238E27FC236}">
                      <ns2:creationId id="{92BBFF0B-61EA-0C9F-02F3-22551F941DF5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2" name="Group 281">
                <a:extLst>
                  <a:ext uri="{FF2B5EF4-FFF2-40B4-BE49-F238E27FC236}">
                    <ns2:creationId id="{B9FECA2C-660A-CACF-6F1E-01DD5F09F3A1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83" name="楕円 80">
                  <a:extLst>
                    <a:ext uri="{FF2B5EF4-FFF2-40B4-BE49-F238E27FC236}">
                      <ns2:creationId id="{B3AD0AED-1801-5D6B-E222-A414144012C8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4" name="楕円 80">
                  <a:extLst>
                    <a:ext uri="{FF2B5EF4-FFF2-40B4-BE49-F238E27FC236}">
                      <ns2:creationId id="{A53F41DF-295A-5668-9EC1-A00CF4975F5A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ns2:creationId id="{E547BF0A-156C-8AB4-D1D3-D3ED281D406B}"/>
                </a:ext>
              </a:extLst>
            </p:cNvPr>
            <p:cNvGrpSpPr/>
            <p:nvPr/>
          </p:nvGrpSpPr>
          <p:grpSpPr>
            <a:xfrm>
              <a:off x="10905612" y="1300318"/>
              <a:ext cx="935021" cy="276232"/>
              <a:chOff x="10107099" y="1288938"/>
              <a:chExt cx="935021" cy="276232"/>
            </a:xfrm>
          </p:grpSpPr>
          <p:grpSp>
            <p:nvGrpSpPr>
              <p:cNvPr id="287" name="Group 286">
                <a:extLst>
                  <a:ext uri="{FF2B5EF4-FFF2-40B4-BE49-F238E27FC236}">
                    <ns2:creationId id="{E1221E67-FCAB-AB2C-C22E-AAFF36D4082A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935021" cy="127007"/>
                <a:chOff x="10107099" y="1288938"/>
                <a:chExt cx="935021" cy="127007"/>
              </a:xfrm>
            </p:grpSpPr>
            <p:sp>
              <p:nvSpPr>
                <p:cNvPr id="291" name="楕円 80">
                  <a:extLst>
                    <a:ext uri="{FF2B5EF4-FFF2-40B4-BE49-F238E27FC236}">
                      <ns2:creationId id="{ED724B0B-D7C5-65E2-6FA2-77C2096F5625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2" name="楕円 80">
                  <a:extLst>
                    <a:ext uri="{FF2B5EF4-FFF2-40B4-BE49-F238E27FC236}">
                      <ns2:creationId id="{09C21D62-0EFE-46EE-7675-F5F6918A83AD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8" name="Group 287">
                <a:extLst>
                  <a:ext uri="{FF2B5EF4-FFF2-40B4-BE49-F238E27FC236}">
                    <ns2:creationId id="{F3948A92-7136-2A9D-3D2C-91C8BBD9E022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935021" cy="127007"/>
                <a:chOff x="10107099" y="1288938"/>
                <a:chExt cx="935021" cy="127007"/>
              </a:xfrm>
            </p:grpSpPr>
            <p:sp>
              <p:nvSpPr>
                <p:cNvPr id="289" name="楕円 80">
                  <a:extLst>
                    <a:ext uri="{FF2B5EF4-FFF2-40B4-BE49-F238E27FC236}">
                      <ns2:creationId id="{BE0D8655-72FE-A805-6E0E-D3CE5046A9C2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0" name="楕円 80">
                  <a:extLst>
                    <a:ext uri="{FF2B5EF4-FFF2-40B4-BE49-F238E27FC236}">
                      <ns2:creationId id="{0ECFAA9B-1FC1-AF13-D5AC-B379E6010B93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  <p:grpSp>
        <p:nvGrpSpPr>
          <p:cNvPr id="22" name="グループ化 21">
            <a:extLst>
              <a:ext uri="{FF2B5EF4-FFF2-40B4-BE49-F238E27FC236}">
                <ns2:creationId id="{3851BB7C-7F65-EAE7-6A28-6651C9FE85DA}"/>
              </a:ext>
            </a:extLst>
          </p:cNvPr>
          <p:cNvGrpSpPr/>
          <p:nvPr/>
        </p:nvGrpSpPr>
        <p:grpSpPr>
          <a:xfrm>
            <a:off x="340154" y="1628775"/>
            <a:ext cx="11540696" cy="4679953"/>
            <a:chOff x="340154" y="1628775"/>
            <a:chExt cx="11540696" cy="4679953"/>
          </a:xfrm>
        </p:grpSpPr>
        <p:grpSp>
          <p:nvGrpSpPr>
            <p:cNvPr id="14" name="グループ化 13">
              <a:extLst>
                <a:ext uri="{FF2B5EF4-FFF2-40B4-BE49-F238E27FC236}">
                  <ns2:creationId id="{64D6241B-2859-80C2-6AC0-3BF9053BC3D4}"/>
                </a:ext>
              </a:extLst>
            </p:cNvPr>
            <p:cNvGrpSpPr/>
            <p:nvPr/>
          </p:nvGrpSpPr>
          <p:grpSpPr>
            <a:xfrm>
              <a:off x="340154" y="1628776"/>
              <a:ext cx="5755847" cy="3208499"/>
              <a:chOff x="340154" y="1628776"/>
              <a:chExt cx="5755847" cy="3208499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367BDAAC-37D5-AC68-6B18-223301754542}"/>
                  </a:ext>
                </a:extLst>
              </p:cNvPr>
              <p:cNvSpPr/>
              <p:nvPr/>
            </p:nvSpPr>
            <p:spPr>
              <a:xfrm>
                <a:off x="998696" y="187857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B29A9099-BDED-0B1D-267F-7A53EAB11318}"/>
                  </a:ext>
                </a:extLst>
              </p:cNvPr>
              <p:cNvSpPr/>
              <p:nvPr/>
            </p:nvSpPr>
            <p:spPr>
              <a:xfrm>
                <a:off x="998696" y="221341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1A605F99-A8BA-8A37-9C12-D8C741F4D44A}"/>
                  </a:ext>
                </a:extLst>
              </p:cNvPr>
              <p:cNvSpPr/>
              <p:nvPr/>
            </p:nvSpPr>
            <p:spPr>
              <a:xfrm>
                <a:off x="998696" y="254825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BFA37AB1-86C2-7BD7-5FF5-B9BB344F76F8}"/>
                  </a:ext>
                </a:extLst>
              </p:cNvPr>
              <p:cNvSpPr/>
              <p:nvPr/>
            </p:nvSpPr>
            <p:spPr>
              <a:xfrm>
                <a:off x="998696" y="2883093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AC130557-FEA2-91BA-7331-5B3169A714D7}"/>
                  </a:ext>
                </a:extLst>
              </p:cNvPr>
              <p:cNvSpPr/>
              <p:nvPr/>
            </p:nvSpPr>
            <p:spPr>
              <a:xfrm>
                <a:off x="998696" y="321793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87B99DD-D184-5096-E395-9D3113121203}"/>
                  </a:ext>
                </a:extLst>
              </p:cNvPr>
              <p:cNvSpPr/>
              <p:nvPr/>
            </p:nvSpPr>
            <p:spPr>
              <a:xfrm>
                <a:off x="998696" y="355276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4FCD8DFC-1134-57E8-3CAC-388835028E12}"/>
                  </a:ext>
                </a:extLst>
              </p:cNvPr>
              <p:cNvSpPr/>
              <p:nvPr/>
            </p:nvSpPr>
            <p:spPr>
              <a:xfrm>
                <a:off x="998696" y="388760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0B2723F8-1E75-1FDA-E4B6-CB835C46E66A}"/>
                  </a:ext>
                </a:extLst>
              </p:cNvPr>
              <p:cNvSpPr/>
              <p:nvPr/>
            </p:nvSpPr>
            <p:spPr>
              <a:xfrm>
                <a:off x="998696" y="422244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86D642E4-FFFC-37B2-FA63-298777618C50}"/>
                  </a:ext>
                </a:extLst>
              </p:cNvPr>
              <p:cNvSpPr/>
              <p:nvPr/>
            </p:nvSpPr>
            <p:spPr>
              <a:xfrm>
                <a:off x="998696" y="455728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ns2:creationId id="{121D1B60-1B57-F836-7570-50E4A7E9B732}"/>
                  </a:ext>
                </a:extLst>
              </p:cNvPr>
              <p:cNvGrpSpPr/>
              <p:nvPr/>
            </p:nvGrpSpPr>
            <p:grpSpPr>
              <a:xfrm>
                <a:off x="2065633" y="1628776"/>
                <a:ext cx="4030367" cy="208776"/>
                <a:chOff x="2246586" y="1632246"/>
                <a:chExt cx="4770982" cy="246213"/>
              </a:xfrm>
            </p:grpSpPr>
            <p:sp>
              <p:nvSpPr>
                <p:cNvPr id="32" name="正方形/長方形 31">
                  <a:extLst>
                    <a:ext uri="{FF2B5EF4-FFF2-40B4-BE49-F238E27FC236}">
                      <ns2:creationId id="{94734340-8025-97E6-55F9-56CDD060E857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49FE8BF3-0971-4206-0DE9-8F27D1D3149C}"/>
                    </a:ext>
                  </a:extLst>
                </p:cNvPr>
                <p:cNvCxnSpPr/>
                <p:nvPr/>
              </p:nvCxnSpPr>
              <p:spPr>
                <a:xfrm>
                  <a:off x="2246586" y="1878459"/>
                  <a:ext cx="4770982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四角形: 角を丸くする 39">
                <a:extLst>
                  <a:ext uri="{FF2B5EF4-FFF2-40B4-BE49-F238E27FC236}">
                    <ns2:creationId id="{37389A65-F464-A114-6CDB-67F782D2DEA0}"/>
                  </a:ext>
                </a:extLst>
              </p:cNvPr>
              <p:cNvSpPr/>
              <p:nvPr/>
            </p:nvSpPr>
            <p:spPr>
              <a:xfrm>
                <a:off x="2065633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40">
                <a:extLst>
                  <a:ext uri="{FF2B5EF4-FFF2-40B4-BE49-F238E27FC236}">
                    <ns2:creationId id="{34525132-6AA2-9726-9272-8E5EB87EB74B}"/>
                  </a:ext>
                </a:extLst>
              </p:cNvPr>
              <p:cNvSpPr/>
              <p:nvPr/>
            </p:nvSpPr>
            <p:spPr>
              <a:xfrm>
                <a:off x="309888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BDA58F39-9DF2-693D-70F9-595DE6B9C434}"/>
                  </a:ext>
                </a:extLst>
              </p:cNvPr>
              <p:cNvSpPr/>
              <p:nvPr/>
            </p:nvSpPr>
            <p:spPr>
              <a:xfrm>
                <a:off x="4132131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四角形: 角を丸くする 42">
                <a:extLst>
                  <a:ext uri="{FF2B5EF4-FFF2-40B4-BE49-F238E27FC236}">
                    <ns2:creationId id="{188E9B00-C75E-371D-16A8-7BBA56E78029}"/>
                  </a:ext>
                </a:extLst>
              </p:cNvPr>
              <p:cNvSpPr/>
              <p:nvPr/>
            </p:nvSpPr>
            <p:spPr>
              <a:xfrm>
                <a:off x="516007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四角形: 角を丸くする 43">
                <a:extLst>
                  <a:ext uri="{FF2B5EF4-FFF2-40B4-BE49-F238E27FC236}">
                    <ns2:creationId id="{79F06514-8363-705E-6D7D-69876B4707D8}"/>
                  </a:ext>
                </a:extLst>
              </p:cNvPr>
              <p:cNvSpPr/>
              <p:nvPr/>
            </p:nvSpPr>
            <p:spPr>
              <a:xfrm>
                <a:off x="2065633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四角形: 角を丸くする 44">
                <a:extLst>
                  <a:ext uri="{FF2B5EF4-FFF2-40B4-BE49-F238E27FC236}">
                    <ns2:creationId id="{FDD275E7-722D-2D93-547B-1964D053F913}"/>
                  </a:ext>
                </a:extLst>
              </p:cNvPr>
              <p:cNvSpPr/>
              <p:nvPr/>
            </p:nvSpPr>
            <p:spPr>
              <a:xfrm>
                <a:off x="309888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45">
                <a:extLst>
                  <a:ext uri="{FF2B5EF4-FFF2-40B4-BE49-F238E27FC236}">
                    <ns2:creationId id="{1B270116-CF26-6053-F671-46E12A94DF46}"/>
                  </a:ext>
                </a:extLst>
              </p:cNvPr>
              <p:cNvSpPr/>
              <p:nvPr/>
            </p:nvSpPr>
            <p:spPr>
              <a:xfrm>
                <a:off x="4132131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46">
                <a:extLst>
                  <a:ext uri="{FF2B5EF4-FFF2-40B4-BE49-F238E27FC236}">
                    <ns2:creationId id="{5F138A69-378B-A4C8-81B5-34111744BA8D}"/>
                  </a:ext>
                </a:extLst>
              </p:cNvPr>
              <p:cNvSpPr/>
              <p:nvPr/>
            </p:nvSpPr>
            <p:spPr>
              <a:xfrm>
                <a:off x="516007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CD103FB2-D4EE-4345-6A54-E69DED0BD094}"/>
                  </a:ext>
                </a:extLst>
              </p:cNvPr>
              <p:cNvSpPr/>
              <p:nvPr/>
            </p:nvSpPr>
            <p:spPr>
              <a:xfrm>
                <a:off x="576814" y="1876425"/>
                <a:ext cx="385651" cy="95106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4747CD9-565E-A68D-6682-5C34340E086B}"/>
                  </a:ext>
                </a:extLst>
              </p:cNvPr>
              <p:cNvSpPr/>
              <p:nvPr/>
            </p:nvSpPr>
            <p:spPr>
              <a:xfrm>
                <a:off x="576814" y="2870155"/>
                <a:ext cx="385651" cy="97051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FA3DF4E-A6FD-BBB3-8DC0-33281B6BB8E9}"/>
                  </a:ext>
                </a:extLst>
              </p:cNvPr>
              <p:cNvSpPr/>
              <p:nvPr/>
            </p:nvSpPr>
            <p:spPr>
              <a:xfrm>
                <a:off x="576814" y="3874192"/>
                <a:ext cx="385651" cy="96308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四角形: 角を丸くする 51">
                <a:extLst>
                  <a:ext uri="{FF2B5EF4-FFF2-40B4-BE49-F238E27FC236}">
                    <ns2:creationId id="{11FBE37B-F255-71F2-80D0-FCF1C314EDBD}"/>
                  </a:ext>
                </a:extLst>
              </p:cNvPr>
              <p:cNvSpPr/>
              <p:nvPr/>
            </p:nvSpPr>
            <p:spPr>
              <a:xfrm>
                <a:off x="2065633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ns2:creationId id="{FB6D9BB7-95BD-F116-0F6E-92D9FEC65632}"/>
                  </a:ext>
                </a:extLst>
              </p:cNvPr>
              <p:cNvSpPr/>
              <p:nvPr/>
            </p:nvSpPr>
            <p:spPr>
              <a:xfrm>
                <a:off x="3098882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四角形: 角を丸くする 53">
                <a:extLst>
                  <a:ext uri="{FF2B5EF4-FFF2-40B4-BE49-F238E27FC236}">
                    <ns2:creationId id="{D438A03F-CA57-FDDE-AE3F-6DF846D1399E}"/>
                  </a:ext>
                </a:extLst>
              </p:cNvPr>
              <p:cNvSpPr/>
              <p:nvPr/>
            </p:nvSpPr>
            <p:spPr>
              <a:xfrm>
                <a:off x="2065633" y="2880544"/>
                <a:ext cx="918196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四角形: 角を丸くする 54">
                <a:extLst>
                  <a:ext uri="{FF2B5EF4-FFF2-40B4-BE49-F238E27FC236}">
                    <ns2:creationId id="{3AFD279B-E7F9-D8CD-9A23-D2CAE17D3ADA}"/>
                  </a:ext>
                </a:extLst>
              </p:cNvPr>
              <p:cNvSpPr/>
              <p:nvPr/>
            </p:nvSpPr>
            <p:spPr>
              <a:xfrm>
                <a:off x="2065633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四角形: 角を丸くする 55">
                <a:extLst>
                  <a:ext uri="{FF2B5EF4-FFF2-40B4-BE49-F238E27FC236}">
                    <ns2:creationId id="{38F4DBA0-4AAB-E6D0-44E1-EEBEC7E73564}"/>
                  </a:ext>
                </a:extLst>
              </p:cNvPr>
              <p:cNvSpPr/>
              <p:nvPr/>
            </p:nvSpPr>
            <p:spPr>
              <a:xfrm>
                <a:off x="3098882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四角形: 角を丸くする 56">
                <a:extLst>
                  <a:ext uri="{FF2B5EF4-FFF2-40B4-BE49-F238E27FC236}">
                    <ns2:creationId id="{CE42BAD4-4296-606D-E8F6-3017E37EE13B}"/>
                  </a:ext>
                </a:extLst>
              </p:cNvPr>
              <p:cNvSpPr/>
              <p:nvPr/>
            </p:nvSpPr>
            <p:spPr>
              <a:xfrm>
                <a:off x="2065633" y="3550220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四角形: 角を丸くする 57">
                <a:extLst>
                  <a:ext uri="{FF2B5EF4-FFF2-40B4-BE49-F238E27FC236}">
                    <ns2:creationId id="{0D65664F-C161-CA14-7D99-0716B6F8E34E}"/>
                  </a:ext>
                </a:extLst>
              </p:cNvPr>
              <p:cNvSpPr/>
              <p:nvPr/>
            </p:nvSpPr>
            <p:spPr>
              <a:xfrm>
                <a:off x="3098882" y="3553706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四角形: 角を丸くする 58">
                <a:extLst>
                  <a:ext uri="{FF2B5EF4-FFF2-40B4-BE49-F238E27FC236}">
                    <ns2:creationId id="{3A2C4B66-87CD-979D-0031-C071152D315E}"/>
                  </a:ext>
                </a:extLst>
              </p:cNvPr>
              <p:cNvSpPr/>
              <p:nvPr/>
            </p:nvSpPr>
            <p:spPr>
              <a:xfrm>
                <a:off x="2065633" y="3885058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四角形: 角を丸くする 59">
                <a:extLst>
                  <a:ext uri="{FF2B5EF4-FFF2-40B4-BE49-F238E27FC236}">
                    <ns2:creationId id="{2BCE5074-FA30-DF55-1107-449A269A2845}"/>
                  </a:ext>
                </a:extLst>
              </p:cNvPr>
              <p:cNvSpPr/>
              <p:nvPr/>
            </p:nvSpPr>
            <p:spPr>
              <a:xfrm>
                <a:off x="2065633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四角形: 角を丸くする 60">
                <a:extLst>
                  <a:ext uri="{FF2B5EF4-FFF2-40B4-BE49-F238E27FC236}">
                    <ns2:creationId id="{312D850A-5324-B182-FF01-DE222DFB5E30}"/>
                  </a:ext>
                </a:extLst>
              </p:cNvPr>
              <p:cNvSpPr/>
              <p:nvPr/>
            </p:nvSpPr>
            <p:spPr>
              <a:xfrm>
                <a:off x="3098882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四角形: 角を丸くする 61">
                <a:extLst>
                  <a:ext uri="{FF2B5EF4-FFF2-40B4-BE49-F238E27FC236}">
                    <ns2:creationId id="{4421DDD7-CF77-CE3A-14C8-97111821E602}"/>
                  </a:ext>
                </a:extLst>
              </p:cNvPr>
              <p:cNvSpPr/>
              <p:nvPr/>
            </p:nvSpPr>
            <p:spPr>
              <a:xfrm>
                <a:off x="2065633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63" name="四角形: 角を丸くする 62">
                <a:extLst>
                  <a:ext uri="{FF2B5EF4-FFF2-40B4-BE49-F238E27FC236}">
                    <ns2:creationId id="{13FEDBFD-CDC9-DA04-654A-B9D5F42D044B}"/>
                  </a:ext>
                </a:extLst>
              </p:cNvPr>
              <p:cNvSpPr/>
              <p:nvPr/>
            </p:nvSpPr>
            <p:spPr>
              <a:xfrm>
                <a:off x="3098882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四角形: 角を丸くする 63">
                <a:extLst>
                  <a:ext uri="{FF2B5EF4-FFF2-40B4-BE49-F238E27FC236}">
                    <ns2:creationId id="{FCD4E552-EF84-27F8-FDFD-57295F14C701}"/>
                  </a:ext>
                </a:extLst>
              </p:cNvPr>
              <p:cNvSpPr/>
              <p:nvPr/>
            </p:nvSpPr>
            <p:spPr>
              <a:xfrm>
                <a:off x="4132131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楕円 64">
                <a:extLst>
                  <a:ext uri="{FF2B5EF4-FFF2-40B4-BE49-F238E27FC236}">
                    <ns2:creationId id="{D3D8B914-CF9A-4D98-9FD0-2F30F692CD63}"/>
                  </a:ext>
                </a:extLst>
              </p:cNvPr>
              <p:cNvSpPr/>
              <p:nvPr/>
            </p:nvSpPr>
            <p:spPr>
              <a:xfrm>
                <a:off x="3882745" y="219698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楕円 65">
                <a:extLst>
                  <a:ext uri="{FF2B5EF4-FFF2-40B4-BE49-F238E27FC236}">
                    <ns2:creationId id="{9DC242C2-97E9-D7BA-11C2-1D434F74A03E}"/>
                  </a:ext>
                </a:extLst>
              </p:cNvPr>
              <p:cNvSpPr/>
              <p:nvPr/>
            </p:nvSpPr>
            <p:spPr>
              <a:xfrm>
                <a:off x="2819102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楕円 66">
                <a:extLst>
                  <a:ext uri="{FF2B5EF4-FFF2-40B4-BE49-F238E27FC236}">
                    <ns2:creationId id="{4F439652-D712-F555-16B5-87DBA4288683}"/>
                  </a:ext>
                </a:extLst>
              </p:cNvPr>
              <p:cNvSpPr/>
              <p:nvPr/>
            </p:nvSpPr>
            <p:spPr>
              <a:xfrm>
                <a:off x="2819102" y="4212362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楕円 70">
                <a:extLst>
                  <a:ext uri="{FF2B5EF4-FFF2-40B4-BE49-F238E27FC236}">
                    <ns2:creationId id="{BB3B121B-B104-6C5C-6C6A-F44C6B19D199}"/>
                  </a:ext>
                </a:extLst>
              </p:cNvPr>
              <p:cNvSpPr/>
              <p:nvPr/>
            </p:nvSpPr>
            <p:spPr>
              <a:xfrm>
                <a:off x="2819102" y="3354446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楕円 71">
                <a:extLst>
                  <a:ext uri="{FF2B5EF4-FFF2-40B4-BE49-F238E27FC236}">
                    <ns2:creationId id="{AA262EBF-0599-1839-0B59-A7E22E7D6E14}"/>
                  </a:ext>
                </a:extLst>
              </p:cNvPr>
              <p:cNvSpPr/>
              <p:nvPr/>
            </p:nvSpPr>
            <p:spPr>
              <a:xfrm>
                <a:off x="3882745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楕円 73">
                <a:extLst>
                  <a:ext uri="{FF2B5EF4-FFF2-40B4-BE49-F238E27FC236}">
                    <ns2:creationId id="{B5E775D4-8567-E44E-2CC3-3AE13005BF59}"/>
                  </a:ext>
                </a:extLst>
              </p:cNvPr>
              <p:cNvSpPr/>
              <p:nvPr/>
            </p:nvSpPr>
            <p:spPr>
              <a:xfrm>
                <a:off x="2819102" y="2874058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楕円 74">
                <a:extLst>
                  <a:ext uri="{FF2B5EF4-FFF2-40B4-BE49-F238E27FC236}">
                    <ns2:creationId id="{B568D715-1C88-2942-1FEF-D2C8381DDB24}"/>
                  </a:ext>
                </a:extLst>
              </p:cNvPr>
              <p:cNvSpPr/>
              <p:nvPr/>
            </p:nvSpPr>
            <p:spPr>
              <a:xfrm>
                <a:off x="4895150" y="4551215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CB233A4E-87F4-2063-BA06-C38F04E83B46}"/>
                  </a:ext>
                </a:extLst>
              </p:cNvPr>
              <p:cNvSpPr/>
              <p:nvPr/>
            </p:nvSpPr>
            <p:spPr>
              <a:xfrm>
                <a:off x="340154" y="1873891"/>
                <a:ext cx="200429" cy="2963384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7" name="直線コネクタ 36">
                <a:extLst>
                  <a:ext uri="{FF2B5EF4-FFF2-40B4-BE49-F238E27FC236}">
                    <ns2:creationId id="{917CB9A9-77B4-EE1F-DFE8-BFF75D70B0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85639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36">
                <a:extLst>
                  <a:ext uri="{FF2B5EF4-FFF2-40B4-BE49-F238E27FC236}">
                    <ns2:creationId id="{313FB75D-B74E-1271-0545-FF535FF098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85187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36">
                <a:extLst>
                  <a:ext uri="{FF2B5EF4-FFF2-40B4-BE49-F238E27FC236}">
                    <ns2:creationId id="{C52D8E8E-7F60-A3F2-5D9B-8B599432EC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521553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コネクタ 36">
                <a:extLst>
                  <a:ext uri="{FF2B5EF4-FFF2-40B4-BE49-F238E27FC236}">
                    <ns2:creationId id="{F07C6E90-1D24-ADC1-1B8A-281DEA818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186715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36">
                <a:extLst>
                  <a:ext uri="{FF2B5EF4-FFF2-40B4-BE49-F238E27FC236}">
                    <ns2:creationId id="{77B726A7-3A3A-4C3F-09DD-4BB25536FC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52606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6">
                <a:extLst>
                  <a:ext uri="{FF2B5EF4-FFF2-40B4-BE49-F238E27FC236}">
                    <ns2:creationId id="{84E91085-DC5C-3948-52A4-B85A6BEE54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19122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36">
                <a:extLst>
                  <a:ext uri="{FF2B5EF4-FFF2-40B4-BE49-F238E27FC236}">
                    <ns2:creationId id="{1C59DC88-1770-1265-F66C-3AEC83F574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51703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36">
                <a:extLst>
                  <a:ext uri="{FF2B5EF4-FFF2-40B4-BE49-F238E27FC236}">
                    <ns2:creationId id="{65DA908C-1CB2-EE91-6ABB-B4DA67FFC9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18220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D2552048-396F-C4D7-8837-A17F9F1D3803}"/>
                </a:ext>
              </a:extLst>
            </p:cNvPr>
            <p:cNvGrpSpPr/>
            <p:nvPr/>
          </p:nvGrpSpPr>
          <p:grpSpPr>
            <a:xfrm>
              <a:off x="6690360" y="1628775"/>
              <a:ext cx="5190490" cy="3205599"/>
              <a:chOff x="6690360" y="1628775"/>
              <a:chExt cx="5190490" cy="3205599"/>
            </a:xfrm>
          </p:grpSpPr>
          <p:sp>
            <p:nvSpPr>
              <p:cNvPr id="92" name="正方形/長方形 91">
                <a:extLst>
                  <a:ext uri="{FF2B5EF4-FFF2-40B4-BE49-F238E27FC236}">
                    <ns2:creationId id="{6094902B-D602-878B-3232-26D08935366B}"/>
                  </a:ext>
                </a:extLst>
              </p:cNvPr>
              <p:cNvSpPr/>
              <p:nvPr/>
            </p:nvSpPr>
            <p:spPr>
              <a:xfrm>
                <a:off x="6937729" y="1884425"/>
                <a:ext cx="856938" cy="93623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16D63365-6F2A-6313-B39C-967FD8F06B92}"/>
                  </a:ext>
                </a:extLst>
              </p:cNvPr>
              <p:cNvSpPr/>
              <p:nvPr/>
            </p:nvSpPr>
            <p:spPr>
              <a:xfrm>
                <a:off x="6937729" y="2882496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BDD28B90-672A-BEA0-7E55-2D148A2D2EA1}"/>
                  </a:ext>
                </a:extLst>
              </p:cNvPr>
              <p:cNvSpPr/>
              <p:nvPr/>
            </p:nvSpPr>
            <p:spPr>
              <a:xfrm>
                <a:off x="6937729" y="3217334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28A60A0D-D8FB-AC0D-BAC0-D88B1ADE9F93}"/>
                  </a:ext>
                </a:extLst>
              </p:cNvPr>
              <p:cNvSpPr/>
              <p:nvPr/>
            </p:nvSpPr>
            <p:spPr>
              <a:xfrm>
                <a:off x="6937729" y="3550343"/>
                <a:ext cx="856938" cy="609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277AF553-06E3-479D-09A6-7F535090C396}"/>
                  </a:ext>
                </a:extLst>
              </p:cNvPr>
              <p:cNvSpPr/>
              <p:nvPr/>
            </p:nvSpPr>
            <p:spPr>
              <a:xfrm>
                <a:off x="6937729" y="4221848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8BB8D52A-BABA-EC34-481A-92CF385F1795}"/>
                  </a:ext>
                </a:extLst>
              </p:cNvPr>
              <p:cNvSpPr/>
              <p:nvPr/>
            </p:nvSpPr>
            <p:spPr>
              <a:xfrm>
                <a:off x="6937729" y="4556683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四角形: 角を丸くする 109">
                <a:extLst>
                  <a:ext uri="{FF2B5EF4-FFF2-40B4-BE49-F238E27FC236}">
                    <ns2:creationId id="{13F0999E-7E56-BAB4-F91A-59FC476DB8CC}"/>
                  </a:ext>
                </a:extLst>
              </p:cNvPr>
              <p:cNvSpPr/>
              <p:nvPr/>
            </p:nvSpPr>
            <p:spPr>
              <a:xfrm>
                <a:off x="7940085" y="220872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1" name="四角形: 角を丸くする 110">
                <a:extLst>
                  <a:ext uri="{FF2B5EF4-FFF2-40B4-BE49-F238E27FC236}">
                    <ns2:creationId id="{FCEFD41C-65CA-17BD-DABC-2E50EE3FF565}"/>
                  </a:ext>
                </a:extLst>
              </p:cNvPr>
              <p:cNvSpPr/>
              <p:nvPr/>
            </p:nvSpPr>
            <p:spPr>
              <a:xfrm>
                <a:off x="8900951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2" name="四角形: 角を丸くする 111">
                <a:extLst>
                  <a:ext uri="{FF2B5EF4-FFF2-40B4-BE49-F238E27FC236}">
                    <ns2:creationId id="{11A1B76F-9BE3-2978-B6EC-4DA8224E5FF5}"/>
                  </a:ext>
                </a:extLst>
              </p:cNvPr>
              <p:cNvSpPr/>
              <p:nvPr/>
            </p:nvSpPr>
            <p:spPr>
              <a:xfrm>
                <a:off x="9861818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3" name="四角形: 角を丸くする 112">
                <a:extLst>
                  <a:ext uri="{FF2B5EF4-FFF2-40B4-BE49-F238E27FC236}">
                    <ns2:creationId id="{3CC32941-A61D-CCF2-58C2-B9CFC8297B55}"/>
                  </a:ext>
                </a:extLst>
              </p:cNvPr>
              <p:cNvSpPr/>
              <p:nvPr/>
            </p:nvSpPr>
            <p:spPr>
              <a:xfrm>
                <a:off x="10817749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1F852E67-86F9-561D-8408-85F422BB3B8E}"/>
                  </a:ext>
                </a:extLst>
              </p:cNvPr>
              <p:cNvSpPr/>
              <p:nvPr/>
            </p:nvSpPr>
            <p:spPr>
              <a:xfrm>
                <a:off x="7940085" y="2543567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1C5F5A00-974A-BC33-70E6-FD6694B76826}"/>
                  </a:ext>
                </a:extLst>
              </p:cNvPr>
              <p:cNvSpPr/>
              <p:nvPr/>
            </p:nvSpPr>
            <p:spPr>
              <a:xfrm>
                <a:off x="6690360" y="1884426"/>
                <a:ext cx="201642" cy="1605912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AA57D94E-DC5E-30C1-C91B-CC7B3E868D43}"/>
                  </a:ext>
                </a:extLst>
              </p:cNvPr>
              <p:cNvSpPr/>
              <p:nvPr/>
            </p:nvSpPr>
            <p:spPr>
              <a:xfrm>
                <a:off x="6690360" y="3548082"/>
                <a:ext cx="201642" cy="1281606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四角形: 角を丸くする 117">
                <a:extLst>
                  <a:ext uri="{FF2B5EF4-FFF2-40B4-BE49-F238E27FC236}">
                    <ns2:creationId id="{390BFED1-E9CD-234F-EB49-0BE1AB9EC1F7}"/>
                  </a:ext>
                </a:extLst>
              </p:cNvPr>
              <p:cNvSpPr/>
              <p:nvPr/>
            </p:nvSpPr>
            <p:spPr>
              <a:xfrm>
                <a:off x="7940085" y="2878405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四角形: 角を丸くする 118">
                <a:extLst>
                  <a:ext uri="{FF2B5EF4-FFF2-40B4-BE49-F238E27FC236}">
                    <ns2:creationId id="{07242FA1-1FE5-F7CF-76D2-E784CA8BD1EF}"/>
                  </a:ext>
                </a:extLst>
              </p:cNvPr>
              <p:cNvSpPr/>
              <p:nvPr/>
            </p:nvSpPr>
            <p:spPr>
              <a:xfrm>
                <a:off x="7940085" y="321324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四角形: 角を丸くする 119">
                <a:extLst>
                  <a:ext uri="{FF2B5EF4-FFF2-40B4-BE49-F238E27FC236}">
                    <ns2:creationId id="{DAB7C072-7284-F31E-0080-0B23EEF67F40}"/>
                  </a:ext>
                </a:extLst>
              </p:cNvPr>
              <p:cNvSpPr/>
              <p:nvPr/>
            </p:nvSpPr>
            <p:spPr>
              <a:xfrm>
                <a:off x="7940085" y="4217757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四角形: 角を丸くする 120">
                <a:extLst>
                  <a:ext uri="{FF2B5EF4-FFF2-40B4-BE49-F238E27FC236}">
                    <ns2:creationId id="{BA1084B7-04AC-09E0-3F3A-0B92A2B49B5D}"/>
                  </a:ext>
                </a:extLst>
              </p:cNvPr>
              <p:cNvSpPr/>
              <p:nvPr/>
            </p:nvSpPr>
            <p:spPr>
              <a:xfrm>
                <a:off x="7940085" y="455259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22" name="四角形: 角を丸くする 121">
                <a:extLst>
                  <a:ext uri="{FF2B5EF4-FFF2-40B4-BE49-F238E27FC236}">
                    <ns2:creationId id="{23D80BE5-B761-BEED-B972-75DFDBD495B6}"/>
                  </a:ext>
                </a:extLst>
              </p:cNvPr>
              <p:cNvSpPr/>
              <p:nvPr/>
            </p:nvSpPr>
            <p:spPr>
              <a:xfrm>
                <a:off x="8900951" y="4552593"/>
                <a:ext cx="853875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四角形: 角を丸くする 122">
                <a:extLst>
                  <a:ext uri="{FF2B5EF4-FFF2-40B4-BE49-F238E27FC236}">
                    <ns2:creationId id="{34AA2FFD-677D-BC23-0346-16AD8E9AC468}"/>
                  </a:ext>
                </a:extLst>
              </p:cNvPr>
              <p:cNvSpPr/>
              <p:nvPr/>
            </p:nvSpPr>
            <p:spPr>
              <a:xfrm>
                <a:off x="7940085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四角形: 角を丸くする 123">
                <a:extLst>
                  <a:ext uri="{FF2B5EF4-FFF2-40B4-BE49-F238E27FC236}">
                    <ns2:creationId id="{EB6C24CC-D00E-A8BA-8596-9D1FE8456BB3}"/>
                  </a:ext>
                </a:extLst>
              </p:cNvPr>
              <p:cNvSpPr/>
              <p:nvPr/>
            </p:nvSpPr>
            <p:spPr>
              <a:xfrm>
                <a:off x="8900951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四角形: 角を丸くする 124">
                <a:extLst>
                  <a:ext uri="{FF2B5EF4-FFF2-40B4-BE49-F238E27FC236}">
                    <ns2:creationId id="{8F3347C3-0C91-26E0-6F2A-807AC1AE9C16}"/>
                  </a:ext>
                </a:extLst>
              </p:cNvPr>
              <p:cNvSpPr/>
              <p:nvPr/>
            </p:nvSpPr>
            <p:spPr>
              <a:xfrm>
                <a:off x="9861818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四角形: 角を丸くする 125">
                <a:extLst>
                  <a:ext uri="{FF2B5EF4-FFF2-40B4-BE49-F238E27FC236}">
                    <ns2:creationId id="{DBC1BCC6-D28A-06D3-E1B8-A5C01CFD5A5D}"/>
                  </a:ext>
                </a:extLst>
              </p:cNvPr>
              <p:cNvSpPr/>
              <p:nvPr/>
            </p:nvSpPr>
            <p:spPr>
              <a:xfrm>
                <a:off x="10817749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四角形: 角を丸くする 126">
                <a:extLst>
                  <a:ext uri="{FF2B5EF4-FFF2-40B4-BE49-F238E27FC236}">
                    <ns2:creationId id="{531A6D8E-ED58-F5F7-9D42-7DE1D292B263}"/>
                  </a:ext>
                </a:extLst>
              </p:cNvPr>
              <p:cNvSpPr/>
              <p:nvPr/>
            </p:nvSpPr>
            <p:spPr>
              <a:xfrm>
                <a:off x="7940085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22A4C421-51FB-4C37-7D75-1B7CF6E07FA4}"/>
                  </a:ext>
                </a:extLst>
              </p:cNvPr>
              <p:cNvSpPr/>
              <p:nvPr/>
            </p:nvSpPr>
            <p:spPr>
              <a:xfrm>
                <a:off x="8900951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四角形: 角を丸くする 128">
                <a:extLst>
                  <a:ext uri="{FF2B5EF4-FFF2-40B4-BE49-F238E27FC236}">
                    <ns2:creationId id="{E7F23F0C-43EB-BADF-4114-AA7F0CB22B02}"/>
                  </a:ext>
                </a:extLst>
              </p:cNvPr>
              <p:cNvSpPr/>
              <p:nvPr/>
            </p:nvSpPr>
            <p:spPr>
              <a:xfrm>
                <a:off x="9861818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0" name="四角形: 角を丸くする 129">
                <a:extLst>
                  <a:ext uri="{FF2B5EF4-FFF2-40B4-BE49-F238E27FC236}">
                    <ns2:creationId id="{A1C5C6F6-7E02-BBFA-6971-76968F5AB97A}"/>
                  </a:ext>
                </a:extLst>
              </p:cNvPr>
              <p:cNvSpPr/>
              <p:nvPr/>
            </p:nvSpPr>
            <p:spPr>
              <a:xfrm>
                <a:off x="10817749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1" name="四角形: 角を丸くする 130">
                <a:extLst>
                  <a:ext uri="{FF2B5EF4-FFF2-40B4-BE49-F238E27FC236}">
                    <ns2:creationId id="{C4978EBD-5493-D765-AD5C-F16A2DE05181}"/>
                  </a:ext>
                </a:extLst>
              </p:cNvPr>
              <p:cNvSpPr/>
              <p:nvPr/>
            </p:nvSpPr>
            <p:spPr>
              <a:xfrm>
                <a:off x="7940085" y="388291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59094159-9902-C421-ABA5-9E1D4735591E}"/>
                  </a:ext>
                </a:extLst>
              </p:cNvPr>
              <p:cNvSpPr/>
              <p:nvPr/>
            </p:nvSpPr>
            <p:spPr>
              <a:xfrm>
                <a:off x="8900951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D7E1C63E-CF14-D95B-215A-7FCA8F2BB4BF}"/>
                  </a:ext>
                </a:extLst>
              </p:cNvPr>
              <p:cNvSpPr/>
              <p:nvPr/>
            </p:nvSpPr>
            <p:spPr>
              <a:xfrm>
                <a:off x="9861818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3E080094-1CAF-73E2-E694-AA56F39F1DAD}"/>
                  </a:ext>
                </a:extLst>
              </p:cNvPr>
              <p:cNvSpPr/>
              <p:nvPr/>
            </p:nvSpPr>
            <p:spPr>
              <a:xfrm>
                <a:off x="10817749" y="3882918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楕円 135">
                <a:extLst>
                  <a:ext uri="{FF2B5EF4-FFF2-40B4-BE49-F238E27FC236}">
                    <ns2:creationId id="{7930EE92-A1DC-1583-B26A-547122536CED}"/>
                  </a:ext>
                </a:extLst>
              </p:cNvPr>
              <p:cNvSpPr/>
              <p:nvPr/>
            </p:nvSpPr>
            <p:spPr>
              <a:xfrm>
                <a:off x="9631352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楕円 136">
                <a:extLst>
                  <a:ext uri="{FF2B5EF4-FFF2-40B4-BE49-F238E27FC236}">
                    <ns2:creationId id="{0D0B6205-60B6-7498-F52A-B419DF7D7E37}"/>
                  </a:ext>
                </a:extLst>
              </p:cNvPr>
              <p:cNvSpPr/>
              <p:nvPr/>
            </p:nvSpPr>
            <p:spPr>
              <a:xfrm>
                <a:off x="8640771" y="2886081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楕円 137">
                <a:extLst>
                  <a:ext uri="{FF2B5EF4-FFF2-40B4-BE49-F238E27FC236}">
                    <ns2:creationId id="{350C2E03-61E5-BB6A-FC6F-0A8B62481657}"/>
                  </a:ext>
                </a:extLst>
              </p:cNvPr>
              <p:cNvSpPr/>
              <p:nvPr/>
            </p:nvSpPr>
            <p:spPr>
              <a:xfrm>
                <a:off x="8640771" y="321538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楕円 138">
                <a:extLst>
                  <a:ext uri="{FF2B5EF4-FFF2-40B4-BE49-F238E27FC236}">
                    <ns2:creationId id="{C519EB90-E405-0EB8-A4EF-B39242752BBB}"/>
                  </a:ext>
                </a:extLst>
              </p:cNvPr>
              <p:cNvSpPr/>
              <p:nvPr/>
            </p:nvSpPr>
            <p:spPr>
              <a:xfrm>
                <a:off x="8640771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楕円 139">
                <a:extLst>
                  <a:ext uri="{FF2B5EF4-FFF2-40B4-BE49-F238E27FC236}">
                    <ns2:creationId id="{EDD688AC-9659-A3F5-F7BD-2F9103109C2B}"/>
                  </a:ext>
                </a:extLst>
              </p:cNvPr>
              <p:cNvSpPr/>
              <p:nvPr/>
            </p:nvSpPr>
            <p:spPr>
              <a:xfrm>
                <a:off x="9661548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楕円 140">
                <a:extLst>
                  <a:ext uri="{FF2B5EF4-FFF2-40B4-BE49-F238E27FC236}">
                    <ns2:creationId id="{9CBD6467-A11B-3AFF-58F7-01C493921AA4}"/>
                  </a:ext>
                </a:extLst>
              </p:cNvPr>
              <p:cNvSpPr/>
              <p:nvPr/>
            </p:nvSpPr>
            <p:spPr>
              <a:xfrm>
                <a:off x="10648669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楕円 141">
                <a:extLst>
                  <a:ext uri="{FF2B5EF4-FFF2-40B4-BE49-F238E27FC236}">
                    <ns2:creationId id="{E2EBD2B1-CD58-3DEC-F646-B21544FC1B60}"/>
                  </a:ext>
                </a:extLst>
              </p:cNvPr>
              <p:cNvSpPr/>
              <p:nvPr/>
            </p:nvSpPr>
            <p:spPr>
              <a:xfrm>
                <a:off x="11568426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楕円 142">
                <a:extLst>
                  <a:ext uri="{FF2B5EF4-FFF2-40B4-BE49-F238E27FC236}">
                    <ns2:creationId id="{1C455A71-DD83-C100-8261-EEC22E8007E2}"/>
                  </a:ext>
                </a:extLst>
              </p:cNvPr>
              <p:cNvSpPr/>
              <p:nvPr/>
            </p:nvSpPr>
            <p:spPr>
              <a:xfrm>
                <a:off x="8640771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楕円 143">
                <a:extLst>
                  <a:ext uri="{FF2B5EF4-FFF2-40B4-BE49-F238E27FC236}">
                    <ns2:creationId id="{AFD52EBB-6803-6C3E-B840-64BA1CB7E6FA}"/>
                  </a:ext>
                </a:extLst>
              </p:cNvPr>
              <p:cNvSpPr/>
              <p:nvPr/>
            </p:nvSpPr>
            <p:spPr>
              <a:xfrm>
                <a:off x="9661548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楕円 144">
                <a:extLst>
                  <a:ext uri="{FF2B5EF4-FFF2-40B4-BE49-F238E27FC236}">
                    <ns2:creationId id="{70D746D4-E989-BD93-DD3F-A82255565E6E}"/>
                  </a:ext>
                </a:extLst>
              </p:cNvPr>
              <p:cNvSpPr/>
              <p:nvPr/>
            </p:nvSpPr>
            <p:spPr>
              <a:xfrm>
                <a:off x="10648669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楕円 145">
                <a:extLst>
                  <a:ext uri="{FF2B5EF4-FFF2-40B4-BE49-F238E27FC236}">
                    <ns2:creationId id="{F67F7DBC-2F8B-E4C5-9181-4A65297CCFAF}"/>
                  </a:ext>
                </a:extLst>
              </p:cNvPr>
              <p:cNvSpPr/>
              <p:nvPr/>
            </p:nvSpPr>
            <p:spPr>
              <a:xfrm>
                <a:off x="8640771" y="422173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楕円 146">
                <a:extLst>
                  <a:ext uri="{FF2B5EF4-FFF2-40B4-BE49-F238E27FC236}">
                    <ns2:creationId id="{866CA332-C44D-C6C0-BE52-FDD049105D78}"/>
                  </a:ext>
                </a:extLst>
              </p:cNvPr>
              <p:cNvSpPr/>
              <p:nvPr/>
            </p:nvSpPr>
            <p:spPr>
              <a:xfrm>
                <a:off x="8640771" y="455549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楕円 41">
                <a:extLst>
                  <a:ext uri="{FF2B5EF4-FFF2-40B4-BE49-F238E27FC236}">
                    <ns2:creationId id="{2B2ECE9D-50B4-A95A-ADD3-2E300865A388}"/>
                  </a:ext>
                </a:extLst>
              </p:cNvPr>
              <p:cNvSpPr/>
              <p:nvPr/>
            </p:nvSpPr>
            <p:spPr>
              <a:xfrm>
                <a:off x="11484833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楕円 41">
                <a:extLst>
                  <a:ext uri="{FF2B5EF4-FFF2-40B4-BE49-F238E27FC236}">
                    <ns2:creationId id="{255727B8-083F-081A-0508-E9D3E8B52A6C}"/>
                  </a:ext>
                </a:extLst>
              </p:cNvPr>
              <p:cNvSpPr/>
              <p:nvPr/>
            </p:nvSpPr>
            <p:spPr>
              <a:xfrm>
                <a:off x="10583759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楕円 134">
                <a:extLst>
                  <a:ext uri="{FF2B5EF4-FFF2-40B4-BE49-F238E27FC236}">
                    <ns2:creationId id="{C9A8171F-2733-5546-4333-178795E58D9B}"/>
                  </a:ext>
                </a:extLst>
              </p:cNvPr>
              <p:cNvSpPr/>
              <p:nvPr/>
            </p:nvSpPr>
            <p:spPr>
              <a:xfrm>
                <a:off x="8640771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81A3EFE6-D507-EEDF-5557-E3F28B6088C6}"/>
                  </a:ext>
                </a:extLst>
              </p:cNvPr>
              <p:cNvSpPr/>
              <p:nvPr/>
            </p:nvSpPr>
            <p:spPr>
              <a:xfrm>
                <a:off x="8640771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3A9C0232-AF4C-6C89-724E-B891846C9C1A}"/>
                  </a:ext>
                </a:extLst>
              </p:cNvPr>
              <p:cNvSpPr/>
              <p:nvPr/>
            </p:nvSpPr>
            <p:spPr>
              <a:xfrm>
                <a:off x="9631352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A95294DA-6719-CE12-3C1A-45ADD9904B0F}"/>
                  </a:ext>
                </a:extLst>
              </p:cNvPr>
              <p:cNvSpPr/>
              <p:nvPr/>
            </p:nvSpPr>
            <p:spPr>
              <a:xfrm>
                <a:off x="8640771" y="3028596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楕円 152">
                <a:extLst>
                  <a:ext uri="{FF2B5EF4-FFF2-40B4-BE49-F238E27FC236}">
                    <ns2:creationId id="{BF276BE4-CFBD-F274-6A05-052189653DE6}"/>
                  </a:ext>
                </a:extLst>
              </p:cNvPr>
              <p:cNvSpPr/>
              <p:nvPr/>
            </p:nvSpPr>
            <p:spPr>
              <a:xfrm>
                <a:off x="8640771" y="3356600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2" name="直線コネクタ 36">
                <a:extLst>
                  <a:ext uri="{FF2B5EF4-FFF2-40B4-BE49-F238E27FC236}">
                    <ns2:creationId id="{3066524F-EA10-7BC1-3454-D8AF9C505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285518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直線コネクタ 36">
                <a:extLst>
                  <a:ext uri="{FF2B5EF4-FFF2-40B4-BE49-F238E27FC236}">
                    <ns2:creationId id="{E5D18562-626C-D298-C415-2C777174D0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524863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直線コネクタ 36">
                <a:extLst>
                  <a:ext uri="{FF2B5EF4-FFF2-40B4-BE49-F238E27FC236}">
                    <ns2:creationId id="{36074971-8C2A-F484-3336-A39141E64C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190025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36">
                <a:extLst>
                  <a:ext uri="{FF2B5EF4-FFF2-40B4-BE49-F238E27FC236}">
                    <ns2:creationId id="{D0B3B24E-9456-A4A7-E4C4-A1F8ED498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52937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線コネクタ 36">
                <a:extLst>
                  <a:ext uri="{FF2B5EF4-FFF2-40B4-BE49-F238E27FC236}">
                    <ns2:creationId id="{62D5D9F5-64A5-C2E8-9F37-0AB5B50DC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194539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3" name="グループ化 30">
                <a:extLst>
                  <a:ext uri="{FF2B5EF4-FFF2-40B4-BE49-F238E27FC236}">
                    <ns2:creationId id="{D8E15BBD-E984-7C3A-8C3A-0BEDB1DF4811}"/>
                  </a:ext>
                </a:extLst>
              </p:cNvPr>
              <p:cNvGrpSpPr/>
              <p:nvPr/>
            </p:nvGrpSpPr>
            <p:grpSpPr>
              <a:xfrm>
                <a:off x="7928349" y="1628775"/>
                <a:ext cx="3952501" cy="208775"/>
                <a:chOff x="2246586" y="1632246"/>
                <a:chExt cx="4770981" cy="246212"/>
              </a:xfrm>
            </p:grpSpPr>
            <p:sp>
              <p:nvSpPr>
                <p:cNvPr id="224" name="正方形/長方形 31">
                  <a:extLst>
                    <a:ext uri="{FF2B5EF4-FFF2-40B4-BE49-F238E27FC236}">
                      <ns2:creationId id="{E1A928EF-6E0B-0C8B-060F-664F27E849A5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 </a:t>
                  </a:r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5" name="直線コネクタ 32">
                  <a:extLst>
                    <a:ext uri="{FF2B5EF4-FFF2-40B4-BE49-F238E27FC236}">
                      <ns2:creationId id="{497EBE7A-0A65-2562-575E-D6877C99A18F}"/>
                    </a:ext>
                  </a:extLst>
                </p:cNvPr>
                <p:cNvCxnSpPr/>
                <p:nvPr/>
              </p:nvCxnSpPr>
              <p:spPr>
                <a:xfrm>
                  <a:off x="2246586" y="1878458"/>
                  <a:ext cx="4770981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28" name="Isosceles Triangle 227">
              <a:extLst>
                <a:ext uri="{FF2B5EF4-FFF2-40B4-BE49-F238E27FC236}">
                  <ns2:creationId id="{4DDCDAC0-C96B-3809-7508-30D33B7D75BF}"/>
                </a:ext>
              </a:extLst>
            </p:cNvPr>
            <p:cNvSpPr/>
            <p:nvPr/>
          </p:nvSpPr>
          <p:spPr>
            <a:xfrm rot="10800000">
              <a:off x="3048000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1C0277CB-CF84-045F-F37E-FD5D15B75EE9}"/>
                </a:ext>
              </a:extLst>
            </p:cNvPr>
            <p:cNvGrpSpPr/>
            <p:nvPr/>
          </p:nvGrpSpPr>
          <p:grpSpPr>
            <a:xfrm>
              <a:off x="576814" y="5050366"/>
              <a:ext cx="5519185" cy="598156"/>
              <a:chOff x="576814" y="5050366"/>
              <a:chExt cx="5519185" cy="598156"/>
            </a:xfrm>
          </p:grpSpPr>
          <p:sp>
            <p:nvSpPr>
              <p:cNvPr id="230" name="Rectangle: Rounded Corners 30">
                <a:extLst>
                  <a:ext uri="{FF2B5EF4-FFF2-40B4-BE49-F238E27FC236}">
                    <ns2:creationId id="{E8A0705E-EB89-3FC5-4089-740F862E5F20}"/>
                  </a:ext>
                </a:extLst>
              </p:cNvPr>
              <p:cNvSpPr/>
              <p:nvPr/>
            </p:nvSpPr>
            <p:spPr>
              <a:xfrm rot="16200000">
                <a:off x="817736" y="4809444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Rectangle: Rounded Corners 30">
                <a:extLst>
                  <a:ext uri="{FF2B5EF4-FFF2-40B4-BE49-F238E27FC236}">
                    <ns2:creationId id="{76E9FF15-7DEF-CB8E-951F-1D388740A0C3}"/>
                  </a:ext>
                </a:extLst>
              </p:cNvPr>
              <p:cNvSpPr/>
              <p:nvPr/>
            </p:nvSpPr>
            <p:spPr>
              <a:xfrm rot="16200000">
                <a:off x="3577329" y="3129851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Isosceles Triangle 237">
                <a:extLst>
                  <a:ext uri="{FF2B5EF4-FFF2-40B4-BE49-F238E27FC236}">
                    <ns2:creationId id="{EF7BCB14-6801-A6B3-AA31-554E1424845C}"/>
                  </a:ext>
                </a:extLst>
              </p:cNvPr>
              <p:cNvSpPr/>
              <p:nvPr/>
            </p:nvSpPr>
            <p:spPr>
              <a:xfrm rot="5400000">
                <a:off x="1436738" y="5274251"/>
                <a:ext cx="586110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A9AE80CB-A553-2B23-2D59-2E6D4AA2BDB9}"/>
                </a:ext>
              </a:extLst>
            </p:cNvPr>
            <p:cNvGrpSpPr/>
            <p:nvPr/>
          </p:nvGrpSpPr>
          <p:grpSpPr>
            <a:xfrm>
              <a:off x="576814" y="5710568"/>
              <a:ext cx="5519185" cy="598156"/>
              <a:chOff x="576814" y="5710568"/>
              <a:chExt cx="5519185" cy="598156"/>
            </a:xfrm>
          </p:grpSpPr>
          <p:sp>
            <p:nvSpPr>
              <p:cNvPr id="235" name="Rectangle: Rounded Corners 30">
                <a:extLst>
                  <a:ext uri="{FF2B5EF4-FFF2-40B4-BE49-F238E27FC236}">
                    <ns2:creationId id="{5EB42C7F-BE96-5640-18E0-5D7AB624A762}"/>
                  </a:ext>
                </a:extLst>
              </p:cNvPr>
              <p:cNvSpPr/>
              <p:nvPr/>
            </p:nvSpPr>
            <p:spPr>
              <a:xfrm rot="16200000">
                <a:off x="817736" y="5469646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Rectangle: Rounded Corners 30">
                <a:extLst>
                  <a:ext uri="{FF2B5EF4-FFF2-40B4-BE49-F238E27FC236}">
                    <ns2:creationId id="{923B89B9-2291-A1C2-7D49-9156A555ADD0}"/>
                  </a:ext>
                </a:extLst>
              </p:cNvPr>
              <p:cNvSpPr/>
              <p:nvPr/>
            </p:nvSpPr>
            <p:spPr>
              <a:xfrm rot="16200000">
                <a:off x="3577329" y="3790053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15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9" name="Isosceles Triangle 238">
                <a:extLst>
                  <a:ext uri="{FF2B5EF4-FFF2-40B4-BE49-F238E27FC236}">
                    <ns2:creationId id="{D5EA681C-E92C-A91A-CBAB-E10D1E815626}"/>
                  </a:ext>
                </a:extLst>
              </p:cNvPr>
              <p:cNvSpPr/>
              <p:nvPr/>
            </p:nvSpPr>
            <p:spPr>
              <a:xfrm rot="5400000">
                <a:off x="1436735" y="5934452"/>
                <a:ext cx="586116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1" name="正方形/長方形 34">
              <a:extLst>
                <a:ext uri="{FF2B5EF4-FFF2-40B4-BE49-F238E27FC236}">
                  <ns2:creationId id="{2C8F4341-4980-84FD-95A9-6E5D7BF39947}"/>
                </a:ext>
              </a:extLst>
            </p:cNvPr>
            <p:cNvSpPr/>
            <p:nvPr/>
          </p:nvSpPr>
          <p:spPr>
            <a:xfrm>
              <a:off x="340154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Isosceles Triangle 256">
              <a:extLst>
                <a:ext uri="{FF2B5EF4-FFF2-40B4-BE49-F238E27FC236}">
                  <ns2:creationId id="{29F7BD23-1076-6C4B-C518-E74F0654D21F}"/>
                </a:ext>
              </a:extLst>
            </p:cNvPr>
            <p:cNvSpPr/>
            <p:nvPr/>
          </p:nvSpPr>
          <p:spPr>
            <a:xfrm rot="10800000">
              <a:off x="9327888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4">
              <a:extLst>
                <a:ext uri="{FF2B5EF4-FFF2-40B4-BE49-F238E27FC236}">
                  <ns2:creationId id="{3ADCA24B-4A9E-DD55-73B8-2B37E3829D63}"/>
                </a:ext>
              </a:extLst>
            </p:cNvPr>
            <p:cNvSpPr/>
            <p:nvPr/>
          </p:nvSpPr>
          <p:spPr>
            <a:xfrm>
              <a:off x="6691573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46" name="Group 245">
              <a:extLst>
                <a:ext uri="{FF2B5EF4-FFF2-40B4-BE49-F238E27FC236}">
                  <ns2:creationId id="{07A4224C-892C-FBCB-E2A2-5A8004AB522E}"/>
                </a:ext>
              </a:extLst>
            </p:cNvPr>
            <p:cNvGrpSpPr/>
            <p:nvPr/>
          </p:nvGrpSpPr>
          <p:grpSpPr>
            <a:xfrm>
              <a:off x="6937729" y="5050366"/>
              <a:ext cx="4919310" cy="400881"/>
              <a:chOff x="576814" y="5050367"/>
              <a:chExt cx="4919310" cy="598156"/>
            </a:xfrm>
          </p:grpSpPr>
          <p:sp>
            <p:nvSpPr>
              <p:cNvPr id="247" name="Rectangle: Rounded Corners 30">
                <a:extLst>
                  <a:ext uri="{FF2B5EF4-FFF2-40B4-BE49-F238E27FC236}">
                    <ns2:creationId id="{A289819C-7813-06F5-B02B-0538FAB02B71}"/>
                  </a:ext>
                </a:extLst>
              </p:cNvPr>
              <p:cNvSpPr/>
              <p:nvPr/>
            </p:nvSpPr>
            <p:spPr>
              <a:xfrm rot="16200000">
                <a:off x="606173" y="5021008"/>
                <a:ext cx="598156" cy="65687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Rectangle: Rounded Corners 30">
                <a:extLst>
                  <a:ext uri="{FF2B5EF4-FFF2-40B4-BE49-F238E27FC236}">
                    <ns2:creationId id="{C92086F3-26B2-2723-DD8B-D3EBE7F8686F}"/>
                  </a:ext>
                </a:extLst>
              </p:cNvPr>
              <p:cNvSpPr/>
              <p:nvPr/>
            </p:nvSpPr>
            <p:spPr>
              <a:xfrm rot="16200000">
                <a:off x="3067415" y="3219814"/>
                <a:ext cx="598156" cy="425926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ns2:creationId id="{76249643-FCB9-9EA0-A98A-51D5FAD3992D}"/>
                </a:ext>
              </a:extLst>
            </p:cNvPr>
            <p:cNvGrpSpPr/>
            <p:nvPr/>
          </p:nvGrpSpPr>
          <p:grpSpPr>
            <a:xfrm>
              <a:off x="6937729" y="5479104"/>
              <a:ext cx="4919310" cy="400885"/>
              <a:chOff x="576814" y="5050364"/>
              <a:chExt cx="4919310" cy="598162"/>
            </a:xfrm>
          </p:grpSpPr>
          <p:sp>
            <p:nvSpPr>
              <p:cNvPr id="250" name="Rectangle: Rounded Corners 30">
                <a:extLst>
                  <a:ext uri="{FF2B5EF4-FFF2-40B4-BE49-F238E27FC236}">
                    <ns2:creationId id="{A289830D-9CF6-E6B1-A061-2C6A0D1EB7BD}"/>
                  </a:ext>
                </a:extLst>
              </p:cNvPr>
              <p:cNvSpPr/>
              <p:nvPr/>
            </p:nvSpPr>
            <p:spPr>
              <a:xfrm rot="16200000">
                <a:off x="606173" y="5021011"/>
                <a:ext cx="598156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1" name="Rectangle: Rounded Corners 30">
                <a:extLst>
                  <a:ext uri="{FF2B5EF4-FFF2-40B4-BE49-F238E27FC236}">
                    <ns2:creationId id="{958C86AD-1B62-7FD9-3AA4-0069EE0EE821}"/>
                  </a:ext>
                </a:extLst>
              </p:cNvPr>
              <p:cNvSpPr/>
              <p:nvPr/>
            </p:nvSpPr>
            <p:spPr>
              <a:xfrm rot="16200000">
                <a:off x="3067414" y="3219810"/>
                <a:ext cx="598156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59" name="Isosceles Triangle 258">
              <a:extLst>
                <a:ext uri="{FF2B5EF4-FFF2-40B4-BE49-F238E27FC236}">
                  <ns2:creationId id="{3DDAB20B-DFE6-8D01-85B5-63FEE13AC005}"/>
                </a:ext>
              </a:extLst>
            </p:cNvPr>
            <p:cNvSpPr/>
            <p:nvPr/>
          </p:nvSpPr>
          <p:spPr>
            <a:xfrm rot="5400000">
              <a:off x="7472597" y="5189774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Isosceles Triangle 259">
              <a:extLst>
                <a:ext uri="{FF2B5EF4-FFF2-40B4-BE49-F238E27FC236}">
                  <ns2:creationId id="{3EF218AD-AA26-00BD-7240-DC371C57C58C}"/>
                </a:ext>
              </a:extLst>
            </p:cNvPr>
            <p:cNvSpPr/>
            <p:nvPr/>
          </p:nvSpPr>
          <p:spPr>
            <a:xfrm rot="5400000">
              <a:off x="7472597" y="5619457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60568BC2-45BD-D111-789D-857ADB08F30A}"/>
                </a:ext>
              </a:extLst>
            </p:cNvPr>
            <p:cNvGrpSpPr/>
            <p:nvPr/>
          </p:nvGrpSpPr>
          <p:grpSpPr>
            <a:xfrm>
              <a:off x="6937729" y="5907842"/>
              <a:ext cx="4919311" cy="400886"/>
              <a:chOff x="6937729" y="5907842"/>
              <a:chExt cx="4919311" cy="400886"/>
            </a:xfrm>
          </p:grpSpPr>
          <p:sp>
            <p:nvSpPr>
              <p:cNvPr id="253" name="Rectangle: Rounded Corners 30">
                <a:extLst>
                  <a:ext uri="{FF2B5EF4-FFF2-40B4-BE49-F238E27FC236}">
                    <ns2:creationId id="{7AC3151D-E0B3-E9D9-3101-D55B6FCF915A}"/>
                  </a:ext>
                </a:extLst>
              </p:cNvPr>
              <p:cNvSpPr/>
              <p:nvPr/>
            </p:nvSpPr>
            <p:spPr>
              <a:xfrm rot="16200000">
                <a:off x="7065726" y="5779851"/>
                <a:ext cx="400881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4" name="Rectangle: Rounded Corners 30">
                <a:extLst>
                  <a:ext uri="{FF2B5EF4-FFF2-40B4-BE49-F238E27FC236}">
                    <ns2:creationId id="{BE21D82D-2EDB-98CC-8040-E8A13F1A404D}"/>
                  </a:ext>
                </a:extLst>
              </p:cNvPr>
              <p:cNvSpPr/>
              <p:nvPr/>
            </p:nvSpPr>
            <p:spPr>
              <a:xfrm rot="16200000">
                <a:off x="9526967" y="3978651"/>
                <a:ext cx="400881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1" name="Isosceles Triangle 260">
                <a:extLst>
                  <a:ext uri="{FF2B5EF4-FFF2-40B4-BE49-F238E27FC236}">
                    <ns2:creationId id="{0EFE7CF3-49C5-BA59-10A0-EFC62AED0317}"/>
                  </a:ext>
                </a:extLst>
              </p:cNvPr>
              <p:cNvSpPr/>
              <p:nvPr/>
            </p:nvSpPr>
            <p:spPr>
              <a:xfrm rot="5400000">
                <a:off x="7472597" y="6048197"/>
                <a:ext cx="384173" cy="120183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" name="楕円 4">
                <a:extLst>
                  <a:ext uri="{FF2B5EF4-FFF2-40B4-BE49-F238E27FC236}">
                    <ns2:creationId id="{2EA5317F-4859-2128-0246-9760ECC13AC6}"/>
                  </a:ext>
                </a:extLst>
              </p:cNvPr>
              <p:cNvSpPr/>
              <p:nvPr/>
            </p:nvSpPr>
            <p:spPr>
              <a:xfrm>
                <a:off x="6937729" y="590784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998627970"/>
      </p:ext>
    </p:extLst>
  </p:cSld>
  <p:clrMapOvr>
    <a:masterClrMapping/>
  </p:clrMapOvr>
</p:sld>
</file>

<file path=ppt/slides/slide14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601247-F00C-9670-FBEE-8641F15A5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51D6C95-F719-A494-698C-652511180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ns2:creationId id="{36EFF03B-7BEA-CA0E-9734-CE5A55C65899}"/>
              </a:ext>
            </a:extLst>
          </p:cNvPr>
          <p:cNvSpPr/>
          <p:nvPr/>
        </p:nvSpPr>
        <p:spPr>
          <a:xfrm>
            <a:off x="334962" y="2022822"/>
            <a:ext cx="6327094" cy="42703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22" name="グループ化 21">
            <a:extLst>
              <a:ext uri="{FF2B5EF4-FFF2-40B4-BE49-F238E27FC236}">
                <ns2:creationId id="{7E5EB7BB-E34D-63F7-C96A-E34D690FCBE7}"/>
              </a:ext>
            </a:extLst>
          </p:cNvPr>
          <p:cNvGrpSpPr/>
          <p:nvPr/>
        </p:nvGrpSpPr>
        <p:grpSpPr>
          <a:xfrm>
            <a:off x="334963" y="1649072"/>
            <a:ext cx="6327094" cy="391552"/>
            <a:chOff x="334963" y="1609370"/>
            <a:chExt cx="6327094" cy="391552"/>
          </a:xfrm>
        </p:grpSpPr>
        <p:cxnSp>
          <p:nvCxnSpPr>
            <p:cNvPr id="20" name="直線コネクタ 19">
              <a:extLst>
                <a:ext uri="{FF2B5EF4-FFF2-40B4-BE49-F238E27FC236}">
                  <ns2:creationId id="{6461E799-2A81-C56F-BFBF-AC80252504F4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000922"/>
              <a:ext cx="6327094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ns2:creationId id="{0C3F8469-6FFE-75A3-D66B-5FE565244AD2}"/>
                </a:ext>
              </a:extLst>
            </p:cNvPr>
            <p:cNvSpPr txBox="1"/>
            <p:nvPr/>
          </p:nvSpPr>
          <p:spPr>
            <a:xfrm>
              <a:off x="883803" y="1609370"/>
              <a:ext cx="50438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</a:p>
          </p:txBody>
        </p:sp>
      </p:grpSp>
      <p:sp>
        <p:nvSpPr>
          <p:cNvPr id="7" name="テキスト プレースホルダー 2">
            <a:extLst>
              <a:ext uri="{FF2B5EF4-FFF2-40B4-BE49-F238E27FC236}">
                <ns2:creationId id="{E7C772DF-A802-96F8-152D-4C969E6FA17E}"/>
              </a:ext>
            </a:extLst>
          </p:cNvPr>
          <p:cNvSpPr txBox="1">
            <a:spLocks/>
          </p:cNvSpPr>
          <p:nvPr/>
        </p:nvSpPr>
        <p:spPr>
          <a:xfrm>
            <a:off x="334962" y="977771"/>
            <a:ext cx="11633994" cy="6427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</a:p>
        </p:txBody>
      </p:sp>
      <p:grpSp>
        <p:nvGrpSpPr>
          <p:cNvPr id="188" name="グループ化 187">
            <a:extLst>
              <a:ext uri="{FF2B5EF4-FFF2-40B4-BE49-F238E27FC236}">
                <ns2:creationId id="{411F1E34-FAB0-D7CC-C649-5D69F65DC78E}"/>
              </a:ext>
            </a:extLst>
          </p:cNvPr>
          <p:cNvGrpSpPr/>
          <p:nvPr/>
        </p:nvGrpSpPr>
        <p:grpSpPr>
          <a:xfrm>
            <a:off x="6971036" y="1628775"/>
            <a:ext cx="4886001" cy="3582955"/>
            <a:chOff x="6971036" y="1628775"/>
            <a:chExt cx="4886001" cy="3582955"/>
          </a:xfrm>
        </p:grpSpPr>
        <p:sp>
          <p:nvSpPr>
            <p:cNvPr id="17" name="正方形/長方形 16">
              <a:extLst>
                <a:ext uri="{FF2B5EF4-FFF2-40B4-BE49-F238E27FC236}">
                  <ns2:creationId id="{67CDF53F-9671-6928-B4ED-E1739CD28D14}"/>
                </a:ext>
              </a:extLst>
            </p:cNvPr>
            <p:cNvSpPr/>
            <p:nvPr/>
          </p:nvSpPr>
          <p:spPr>
            <a:xfrm>
              <a:off x="6971036" y="1628775"/>
              <a:ext cx="4886001" cy="3582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704DB25B-8E44-31EA-8AAC-2D94C5AF0EAB}"/>
                </a:ext>
              </a:extLst>
            </p:cNvPr>
            <p:cNvSpPr txBox="1"/>
            <p:nvPr/>
          </p:nvSpPr>
          <p:spPr>
            <a:xfrm>
              <a:off x="7982361" y="1644631"/>
              <a:ext cx="2863351" cy="3721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(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)</a:t>
              </a:r>
              <a:endParaRPr kumimoji="1" lang="ja-JP" altLang="en-US" dirty="0"/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ABF783D0-1F91-1801-A8D6-8B4DAD27BB53}"/>
                </a:ext>
              </a:extLst>
            </p:cNvPr>
            <p:cNvSpPr/>
            <p:nvPr/>
          </p:nvSpPr>
          <p:spPr>
            <a:xfrm>
              <a:off x="7358579" y="2024998"/>
              <a:ext cx="4110914" cy="4270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17" name="グループ化 116">
              <a:extLst>
                <a:ext uri="{FF2B5EF4-FFF2-40B4-BE49-F238E27FC236}">
                  <ns2:creationId id="{D10573CA-62CF-63EB-C2A3-8068700B6808}"/>
                </a:ext>
              </a:extLst>
            </p:cNvPr>
            <p:cNvGrpSpPr/>
            <p:nvPr/>
          </p:nvGrpSpPr>
          <p:grpSpPr>
            <a:xfrm>
              <a:off x="7070442" y="2565884"/>
              <a:ext cx="4643833" cy="2533796"/>
              <a:chOff x="7070442" y="2445564"/>
              <a:chExt cx="4643833" cy="2533796"/>
            </a:xfrm>
          </p:grpSpPr>
          <p:sp>
            <p:nvSpPr>
              <p:cNvPr id="48" name="フリーフォーム: 図形 47">
                <a:extLst>
                  <a:ext uri="{FF2B5EF4-FFF2-40B4-BE49-F238E27FC236}">
                    <ns2:creationId id="{092AE2CB-C618-C0E8-4A0E-8453DFEE2B76}"/>
                  </a:ext>
                </a:extLst>
              </p:cNvPr>
              <p:cNvSpPr/>
              <p:nvPr/>
            </p:nvSpPr>
            <p:spPr>
              <a:xfrm>
                <a:off x="7070442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782907 h 1230898"/>
                  <a:gd name="connsiteX3" fmla="*/ 1830691 w 2285916"/>
                  <a:gd name="connsiteY3" fmla="*/ 782907 h 1230898"/>
                  <a:gd name="connsiteX4" fmla="*/ 1830691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782907"/>
                    </a:lnTo>
                    <a:lnTo>
                      <a:pt x="1830691" y="782907"/>
                    </a:lnTo>
                    <a:lnTo>
                      <a:pt x="1830691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フリーフォーム: 図形 51">
                <a:extLst>
                  <a:ext uri="{FF2B5EF4-FFF2-40B4-BE49-F238E27FC236}">
                    <ns2:creationId id="{601A3D04-BB0C-E151-42A3-2F77201B62D1}"/>
                  </a:ext>
                </a:extLst>
              </p:cNvPr>
              <p:cNvSpPr/>
              <p:nvPr/>
            </p:nvSpPr>
            <p:spPr>
              <a:xfrm>
                <a:off x="9428359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440903 w 2285916"/>
                  <a:gd name="connsiteY3" fmla="*/ 1230898 h 1230898"/>
                  <a:gd name="connsiteX4" fmla="*/ 440903 w 2285916"/>
                  <a:gd name="connsiteY4" fmla="*/ 782907 h 1230898"/>
                  <a:gd name="connsiteX5" fmla="*/ 0 w 2285916"/>
                  <a:gd name="connsiteY5" fmla="*/ 782907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440903" y="1230898"/>
                    </a:lnTo>
                    <a:lnTo>
                      <a:pt x="440903" y="782907"/>
                    </a:lnTo>
                    <a:lnTo>
                      <a:pt x="0" y="7829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フリーフォーム: 図形 81">
                <a:extLst>
                  <a:ext uri="{FF2B5EF4-FFF2-40B4-BE49-F238E27FC236}">
                    <ns2:creationId id="{2B68607A-5B55-A12C-D880-C7B744686A19}"/>
                  </a:ext>
                </a:extLst>
              </p:cNvPr>
              <p:cNvSpPr/>
              <p:nvPr/>
            </p:nvSpPr>
            <p:spPr>
              <a:xfrm>
                <a:off x="7070442" y="3748462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1830691 w 2285916"/>
                  <a:gd name="connsiteY1" fmla="*/ 0 h 1230898"/>
                  <a:gd name="connsiteX2" fmla="*/ 1830691 w 2285916"/>
                  <a:gd name="connsiteY2" fmla="*/ 453301 h 1230898"/>
                  <a:gd name="connsiteX3" fmla="*/ 2285916 w 2285916"/>
                  <a:gd name="connsiteY3" fmla="*/ 453301 h 1230898"/>
                  <a:gd name="connsiteX4" fmla="*/ 2285916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1830691" y="0"/>
                    </a:lnTo>
                    <a:lnTo>
                      <a:pt x="1830691" y="453301"/>
                    </a:lnTo>
                    <a:lnTo>
                      <a:pt x="2285916" y="453301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ns2:creationId id="{FB1355A5-8A34-05FC-4ADF-A050EF969BF8}"/>
                  </a:ext>
                </a:extLst>
              </p:cNvPr>
              <p:cNvSpPr/>
              <p:nvPr/>
            </p:nvSpPr>
            <p:spPr>
              <a:xfrm>
                <a:off x="9428359" y="3748462"/>
                <a:ext cx="2285916" cy="1230898"/>
              </a:xfrm>
              <a:custGeom>
                <a:avLst/>
                <a:gdLst>
                  <a:gd name="connsiteX0" fmla="*/ 440903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0 w 2285916"/>
                  <a:gd name="connsiteY3" fmla="*/ 1230898 h 1230898"/>
                  <a:gd name="connsiteX4" fmla="*/ 0 w 2285916"/>
                  <a:gd name="connsiteY4" fmla="*/ 453301 h 1230898"/>
                  <a:gd name="connsiteX5" fmla="*/ 440903 w 2285916"/>
                  <a:gd name="connsiteY5" fmla="*/ 453301 h 1230898"/>
                  <a:gd name="connsiteX6" fmla="*/ 440903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440903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453301"/>
                    </a:lnTo>
                    <a:lnTo>
                      <a:pt x="440903" y="453301"/>
                    </a:lnTo>
                    <a:lnTo>
                      <a:pt x="440903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CBBCDF8A-8ABF-C7DC-5224-227BDB3A08C8}"/>
                  </a:ext>
                </a:extLst>
              </p:cNvPr>
              <p:cNvSpPr/>
              <p:nvPr/>
            </p:nvSpPr>
            <p:spPr>
              <a:xfrm>
                <a:off x="8931377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D2D73D56-5086-36F9-2B5F-EAB73034B007}"/>
                  </a:ext>
                </a:extLst>
              </p:cNvPr>
              <p:cNvSpPr/>
              <p:nvPr/>
            </p:nvSpPr>
            <p:spPr>
              <a:xfrm>
                <a:off x="9414036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5E14C11C-04EF-594A-8D58-505BB31CFBB7}"/>
                  </a:ext>
                </a:extLst>
              </p:cNvPr>
              <p:cNvSpPr/>
              <p:nvPr/>
            </p:nvSpPr>
            <p:spPr>
              <a:xfrm>
                <a:off x="8931377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C3FAFC48-872E-FB10-4D1F-D4E0537CBD5E}"/>
                  </a:ext>
                </a:extLst>
              </p:cNvPr>
              <p:cNvSpPr/>
              <p:nvPr/>
            </p:nvSpPr>
            <p:spPr>
              <a:xfrm>
                <a:off x="9414036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9C7F9ECA-90D2-E7DD-385C-EADD311A1845}"/>
                  </a:ext>
                </a:extLst>
              </p:cNvPr>
              <p:cNvSpPr/>
              <p:nvPr/>
            </p:nvSpPr>
            <p:spPr>
              <a:xfrm>
                <a:off x="7094508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A70EAE30-C12B-FAB3-B450-0854EBD0E2F3}"/>
                  </a:ext>
                </a:extLst>
              </p:cNvPr>
              <p:cNvSpPr/>
              <p:nvPr/>
            </p:nvSpPr>
            <p:spPr>
              <a:xfrm>
                <a:off x="9438102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D6B4A96C-0E73-B7F9-4425-C0F3E755CCBC}"/>
                  </a:ext>
                </a:extLst>
              </p:cNvPr>
              <p:cNvSpPr/>
              <p:nvPr/>
            </p:nvSpPr>
            <p:spPr>
              <a:xfrm>
                <a:off x="7094508" y="3769027"/>
                <a:ext cx="1816697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BAAEDB21-265C-9A21-0DA5-D02F0D944982}"/>
                  </a:ext>
                </a:extLst>
              </p:cNvPr>
              <p:cNvSpPr/>
              <p:nvPr/>
            </p:nvSpPr>
            <p:spPr>
              <a:xfrm>
                <a:off x="9438102" y="3769027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B8EA5FAF-D868-2923-B18A-E1A4D8565EA6}"/>
                  </a:ext>
                </a:extLst>
              </p:cNvPr>
              <p:cNvSpPr/>
              <p:nvPr/>
            </p:nvSpPr>
            <p:spPr>
              <a:xfrm>
                <a:off x="7094509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2C998FE3-1EE7-A60E-9261-B753C5CCC8B0}"/>
                  </a:ext>
                </a:extLst>
              </p:cNvPr>
              <p:cNvSpPr/>
              <p:nvPr/>
            </p:nvSpPr>
            <p:spPr>
              <a:xfrm>
                <a:off x="7094509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B67AA0A3-13F2-541C-76F6-5C1654788FC1}"/>
                  </a:ext>
                </a:extLst>
              </p:cNvPr>
              <p:cNvSpPr/>
              <p:nvPr/>
            </p:nvSpPr>
            <p:spPr>
              <a:xfrm>
                <a:off x="9833168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BD44E119-8279-5258-4B2F-7DD830350FA0}"/>
                  </a:ext>
                </a:extLst>
              </p:cNvPr>
              <p:cNvSpPr/>
              <p:nvPr/>
            </p:nvSpPr>
            <p:spPr>
              <a:xfrm>
                <a:off x="9833168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10" name="グラフィックス 109" descr="拡大鏡 単色塗りつぶし">
                <a:extLst>
                  <a:ext uri="{FF2B5EF4-FFF2-40B4-BE49-F238E27FC236}">
                    <ns2:creationId id="{9EDEC10F-0261-7FFF-EACE-08E747FE36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9443602" y="3287403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2" name="グラフィックス 111" descr="手のひらと植物 単色塗りつぶし">
                <a:extLst>
                  <a:ext uri="{FF2B5EF4-FFF2-40B4-BE49-F238E27FC236}">
                    <ns2:creationId id="{9C72F2DD-3672-2C51-B803-64AF213CD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443602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4" name="グラフィックス 113" descr="持続可能性 単色塗りつぶし">
                <a:extLst>
                  <a:ext uri="{FF2B5EF4-FFF2-40B4-BE49-F238E27FC236}">
                    <ns2:creationId id="{11303E79-F42C-CBCB-CE78-E5A7191554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960943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6" name="グラフィックス 115" descr="葉 単色塗りつぶし">
                <a:extLst>
                  <a:ext uri="{FF2B5EF4-FFF2-40B4-BE49-F238E27FC236}">
                    <ns2:creationId id="{670D20A7-CD90-AEE5-002A-A3D966295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960943" y="3287403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86" name="グループ化 185">
            <a:extLst>
              <a:ext uri="{FF2B5EF4-FFF2-40B4-BE49-F238E27FC236}">
                <ns2:creationId id="{84886903-DA69-6CBE-2EC5-B0200E54D7E1}"/>
              </a:ext>
            </a:extLst>
          </p:cNvPr>
          <p:cNvGrpSpPr/>
          <p:nvPr/>
        </p:nvGrpSpPr>
        <p:grpSpPr>
          <a:xfrm>
            <a:off x="334963" y="5169212"/>
            <a:ext cx="11522073" cy="1131706"/>
            <a:chOff x="334963" y="5169212"/>
            <a:chExt cx="11522073" cy="1131706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6A336439-FC0E-63A5-9326-72F5E5701213}"/>
                </a:ext>
              </a:extLst>
            </p:cNvPr>
            <p:cNvSpPr/>
            <p:nvPr/>
          </p:nvSpPr>
          <p:spPr>
            <a:xfrm>
              <a:off x="334963" y="5325577"/>
              <a:ext cx="11522073" cy="975341"/>
            </a:xfrm>
            <a:prstGeom prst="roundRect">
              <a:avLst>
                <a:gd name="adj" fmla="val 4431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ns2:creationId id="{EAC8AA1D-D370-D3FB-5E13-DD02F339CE3E}"/>
                </a:ext>
              </a:extLst>
            </p:cNvPr>
            <p:cNvSpPr txBox="1"/>
            <p:nvPr/>
          </p:nvSpPr>
          <p:spPr>
            <a:xfrm>
              <a:off x="611724" y="5194637"/>
              <a:ext cx="1525994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)</a:t>
              </a:r>
              <a:endParaRPr kumimoji="1" lang="ja-JP" altLang="en-US" sz="1400" dirty="0">
                <a:solidFill>
                  <a:srgbClr val="008000"/>
                </a:solidFill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D6052632-6BA7-54B1-A8E5-411834280C26}"/>
                </a:ext>
              </a:extLst>
            </p:cNvPr>
            <p:cNvSpPr/>
            <p:nvPr/>
          </p:nvSpPr>
          <p:spPr>
            <a:xfrm>
              <a:off x="899310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テキスト ボックス 88">
              <a:extLst>
                <a:ext uri="{FF2B5EF4-FFF2-40B4-BE49-F238E27FC236}">
                  <ns2:creationId id="{AA17D66E-1F73-5102-EA8E-E9A26C87FC57}"/>
                </a:ext>
              </a:extLst>
            </p:cNvPr>
            <p:cNvSpPr txBox="1"/>
            <p:nvPr/>
          </p:nvSpPr>
          <p:spPr>
            <a:xfrm>
              <a:off x="8885104" y="5747023"/>
              <a:ext cx="27211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F643294-43F2-5830-2817-3FFEEBBBA6E7}"/>
                </a:ext>
              </a:extLst>
            </p:cNvPr>
            <p:cNvSpPr/>
            <p:nvPr/>
          </p:nvSpPr>
          <p:spPr>
            <a:xfrm>
              <a:off x="505597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D54803E3-E8F8-CD69-7185-382FDDC4421D}"/>
                </a:ext>
              </a:extLst>
            </p:cNvPr>
            <p:cNvSpPr/>
            <p:nvPr/>
          </p:nvSpPr>
          <p:spPr>
            <a:xfrm>
              <a:off x="3334766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9DFE16A3-102B-65F5-F5BC-A659E8BE9770}"/>
                </a:ext>
              </a:extLst>
            </p:cNvPr>
            <p:cNvSpPr/>
            <p:nvPr/>
          </p:nvSpPr>
          <p:spPr>
            <a:xfrm>
              <a:off x="616393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テキスト ボックス 85">
              <a:extLst>
                <a:ext uri="{FF2B5EF4-FFF2-40B4-BE49-F238E27FC236}">
                  <ns2:creationId id="{B55C456A-28F3-E8A4-51D7-2B4E42FB200C}"/>
                </a:ext>
              </a:extLst>
            </p:cNvPr>
            <p:cNvSpPr txBox="1"/>
            <p:nvPr/>
          </p:nvSpPr>
          <p:spPr>
            <a:xfrm>
              <a:off x="468030" y="5747023"/>
              <a:ext cx="250319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01557D44-81E6-17E4-2940-3950AF6DC3D1}"/>
                </a:ext>
              </a:extLst>
            </p:cNvPr>
            <p:cNvSpPr txBox="1"/>
            <p:nvPr/>
          </p:nvSpPr>
          <p:spPr>
            <a:xfrm>
              <a:off x="3319469" y="5747023"/>
              <a:ext cx="24514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8" name="テキスト ボックス 87">
              <a:extLst>
                <a:ext uri="{FF2B5EF4-FFF2-40B4-BE49-F238E27FC236}">
                  <ns2:creationId id="{4F4D4B23-AA92-F52A-7312-C822B76796A9}"/>
                </a:ext>
              </a:extLst>
            </p:cNvPr>
            <p:cNvSpPr txBox="1"/>
            <p:nvPr/>
          </p:nvSpPr>
          <p:spPr>
            <a:xfrm>
              <a:off x="6151841" y="5747023"/>
              <a:ext cx="25548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266A2305-FCE2-7199-A33A-D7D192BD6408}"/>
                </a:ext>
              </a:extLst>
            </p:cNvPr>
            <p:cNvSpPr txBox="1"/>
            <p:nvPr/>
          </p:nvSpPr>
          <p:spPr>
            <a:xfrm>
              <a:off x="1224242" y="5412799"/>
              <a:ext cx="94068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400" dirty="0"/>
                <a:t>XX</a:t>
              </a:r>
              <a:r>
                <a:rPr lang="en-US" altLang="ja-JP" sz="1400" dirty="0"/>
                <a:t>(</a:t>
              </a:r>
              <a:r>
                <a:rPr lang="ja-JP" altLang="en-US" sz="1400" dirty="0"/>
                <a:t>XX</a:t>
              </a:r>
              <a:r>
                <a:rPr lang="en-US" altLang="ja-JP" sz="1400" dirty="0"/>
                <a:t>) </a:t>
              </a:r>
              <a:r>
                <a:rPr lang="ja-JP" altLang="en-US" sz="1400" dirty="0"/>
                <a:t>XX</a:t>
              </a:r>
            </a:p>
          </p:txBody>
        </p:sp>
        <p:pic>
          <p:nvPicPr>
            <p:cNvPr id="175" name="グラフィックス 174" descr="新規 単色塗りつぶし">
              <a:extLst>
                <a:ext uri="{FF2B5EF4-FFF2-40B4-BE49-F238E27FC236}">
                  <ns2:creationId id="{A8C4EB7D-F88D-8D9B-D843-32883B7139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354274" y="5851917"/>
              <a:ext cx="360000" cy="360000"/>
            </a:xfrm>
            <a:prstGeom prst="rect">
              <a:avLst/>
            </a:prstGeom>
          </p:spPr>
        </p:pic>
        <p:pic>
          <p:nvPicPr>
            <p:cNvPr id="179" name="グラフィックス 178" descr="スマート フォン 単色塗りつぶし">
              <a:extLst>
                <a:ext uri="{FF2B5EF4-FFF2-40B4-BE49-F238E27FC236}">
                  <ns2:creationId id="{2F0207DC-4C9D-B946-7403-7803353284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505779" y="5851918"/>
              <a:ext cx="360000" cy="360000"/>
            </a:xfrm>
            <a:prstGeom prst="rect">
              <a:avLst/>
            </a:prstGeom>
          </p:spPr>
        </p:pic>
        <p:pic>
          <p:nvPicPr>
            <p:cNvPr id="181" name="グラフィックス 180" descr="2 人の子供がいる家族 単色塗りつぶし">
              <a:extLst>
                <a:ext uri="{FF2B5EF4-FFF2-40B4-BE49-F238E27FC236}">
                  <ns2:creationId id="{1A07581D-BC93-A5CA-01CA-BB951DF445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639044" y="5851918"/>
              <a:ext cx="360000" cy="360000"/>
            </a:xfrm>
            <a:prstGeom prst="rect">
              <a:avLst/>
            </a:prstGeom>
          </p:spPr>
        </p:pic>
        <p:pic>
          <p:nvPicPr>
            <p:cNvPr id="183" name="グラフィックス 182" descr="脈打つハート 単色塗りつぶし">
              <a:extLst>
                <a:ext uri="{FF2B5EF4-FFF2-40B4-BE49-F238E27FC236}">
                  <ns2:creationId id="{39DFF1BC-9A18-BE77-2DF1-C77BA04418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846494" y="5851917"/>
              <a:ext cx="360000" cy="360000"/>
            </a:xfrm>
            <a:prstGeom prst="rect">
              <a:avLst/>
            </a:prstGeom>
          </p:spPr>
        </p:pic>
        <p:pic>
          <p:nvPicPr>
            <p:cNvPr id="185" name="グラフィックス 184" descr="ユーザー 単色塗りつぶし">
              <a:extLst>
                <a:ext uri="{FF2B5EF4-FFF2-40B4-BE49-F238E27FC236}">
                  <ns2:creationId id="{2CBAF363-6E95-C016-B4F9-EF27F8CFE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624189" y="5169212"/>
              <a:ext cx="360000" cy="360000"/>
            </a:xfrm>
            <a:prstGeom prst="rect">
              <a:avLst/>
            </a:prstGeom>
          </p:spPr>
        </p:pic>
      </p:grpSp>
      <p:grpSp>
        <p:nvGrpSpPr>
          <p:cNvPr id="187" name="グループ化 186">
            <a:extLst>
              <a:ext uri="{FF2B5EF4-FFF2-40B4-BE49-F238E27FC236}">
                <ns2:creationId id="{1C73965B-B6BA-A09C-F6D5-43232B754B08}"/>
              </a:ext>
            </a:extLst>
          </p:cNvPr>
          <p:cNvGrpSpPr/>
          <p:nvPr/>
        </p:nvGrpSpPr>
        <p:grpSpPr>
          <a:xfrm>
            <a:off x="334963" y="2396539"/>
            <a:ext cx="6304651" cy="2816870"/>
            <a:chOff x="334963" y="2396539"/>
            <a:chExt cx="6304651" cy="2816870"/>
          </a:xfrm>
        </p:grpSpPr>
        <p:sp>
          <p:nvSpPr>
            <p:cNvPr id="119" name="正方形/長方形 118">
              <a:extLst>
                <a:ext uri="{FF2B5EF4-FFF2-40B4-BE49-F238E27FC236}">
                  <ns2:creationId id="{3997FA60-6614-CC63-CAF6-1813495A6A01}"/>
                </a:ext>
              </a:extLst>
            </p:cNvPr>
            <p:cNvSpPr/>
            <p:nvPr/>
          </p:nvSpPr>
          <p:spPr>
            <a:xfrm>
              <a:off x="334963" y="2930076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8843560C-237C-5985-DF5A-28A6D7F5A5A5}"/>
                </a:ext>
              </a:extLst>
            </p:cNvPr>
            <p:cNvSpPr/>
            <p:nvPr/>
          </p:nvSpPr>
          <p:spPr>
            <a:xfrm>
              <a:off x="814652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A7E7F1FC-E56D-B3C0-B920-046A0717ECFD}"/>
                </a:ext>
              </a:extLst>
            </p:cNvPr>
            <p:cNvSpPr/>
            <p:nvPr/>
          </p:nvSpPr>
          <p:spPr>
            <a:xfrm>
              <a:off x="2768306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9C312E8-61B5-579B-4E67-52AF7E6174B3}"/>
                </a:ext>
              </a:extLst>
            </p:cNvPr>
            <p:cNvSpPr/>
            <p:nvPr/>
          </p:nvSpPr>
          <p:spPr>
            <a:xfrm>
              <a:off x="4721960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4249CDE8-58EA-EBB8-723F-91EC9C7C8259}"/>
                </a:ext>
              </a:extLst>
            </p:cNvPr>
            <p:cNvSpPr/>
            <p:nvPr/>
          </p:nvSpPr>
          <p:spPr>
            <a:xfrm>
              <a:off x="334963" y="339360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F9BE3121-6F28-73BE-38BA-03EF423C51E1}"/>
                </a:ext>
              </a:extLst>
            </p:cNvPr>
            <p:cNvSpPr/>
            <p:nvPr/>
          </p:nvSpPr>
          <p:spPr>
            <a:xfrm>
              <a:off x="334963" y="385713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44D2F61-E2E1-B6CA-EC2A-4BA79E2BC2D9}"/>
                </a:ext>
              </a:extLst>
            </p:cNvPr>
            <p:cNvSpPr/>
            <p:nvPr/>
          </p:nvSpPr>
          <p:spPr>
            <a:xfrm>
              <a:off x="334963" y="4320668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テキスト ボックス 126">
              <a:extLst>
                <a:ext uri="{FF2B5EF4-FFF2-40B4-BE49-F238E27FC236}">
                  <ns2:creationId id="{937609A1-13D7-4876-355F-A6FFEBA0273D}"/>
                </a:ext>
              </a:extLst>
            </p:cNvPr>
            <p:cNvSpPr txBox="1"/>
            <p:nvPr/>
          </p:nvSpPr>
          <p:spPr>
            <a:xfrm>
              <a:off x="814652" y="2923693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8" name="テキスト ボックス 127">
              <a:extLst>
                <a:ext uri="{FF2B5EF4-FFF2-40B4-BE49-F238E27FC236}">
                  <ns2:creationId id="{DC022269-8C3C-5CD2-C88A-7E80EAAA1445}"/>
                </a:ext>
              </a:extLst>
            </p:cNvPr>
            <p:cNvSpPr txBox="1"/>
            <p:nvPr/>
          </p:nvSpPr>
          <p:spPr>
            <a:xfrm>
              <a:off x="2210404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9" name="テキスト ボックス 128">
              <a:extLst>
                <a:ext uri="{FF2B5EF4-FFF2-40B4-BE49-F238E27FC236}">
                  <ns2:creationId id="{590D0F04-13B6-617C-EC8D-FD213EA01995}"/>
                </a:ext>
              </a:extLst>
            </p:cNvPr>
            <p:cNvSpPr txBox="1"/>
            <p:nvPr/>
          </p:nvSpPr>
          <p:spPr>
            <a:xfrm>
              <a:off x="814652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0" name="テキスト ボックス 129">
              <a:extLst>
                <a:ext uri="{FF2B5EF4-FFF2-40B4-BE49-F238E27FC236}">
                  <ns2:creationId id="{2FB77F6D-5124-DAB2-E18A-59997E1DCAF5}"/>
                </a:ext>
              </a:extLst>
            </p:cNvPr>
            <p:cNvSpPr txBox="1"/>
            <p:nvPr/>
          </p:nvSpPr>
          <p:spPr>
            <a:xfrm>
              <a:off x="2210404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32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1" name="テキスト ボックス 130">
              <a:extLst>
                <a:ext uri="{FF2B5EF4-FFF2-40B4-BE49-F238E27FC236}">
                  <ns2:creationId id="{B0BCE5DC-408F-778E-D079-B3B2A080AA06}"/>
                </a:ext>
              </a:extLst>
            </p:cNvPr>
            <p:cNvSpPr txBox="1"/>
            <p:nvPr/>
          </p:nvSpPr>
          <p:spPr>
            <a:xfrm>
              <a:off x="814652" y="3850754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r>
                <a:rPr kumimoji="1" lang="ja-JP" altLang="en-US" sz="1100" dirty="0"/>
                <a:t> </a:t>
              </a:r>
              <a:r>
                <a:rPr kumimoji="1" lang="en-US" altLang="ja-JP" sz="1100" dirty="0"/>
                <a:t>/</a:t>
              </a:r>
            </a:p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ns2:creationId id="{84FA3589-573D-9AD6-B16F-7F958D74E467}"/>
                </a:ext>
              </a:extLst>
            </p:cNvPr>
            <p:cNvSpPr txBox="1"/>
            <p:nvPr/>
          </p:nvSpPr>
          <p:spPr>
            <a:xfrm>
              <a:off x="2210404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ns2:creationId id="{6B1F3D04-C7AF-8380-855C-4C9B76DFB9E7}"/>
                </a:ext>
              </a:extLst>
            </p:cNvPr>
            <p:cNvSpPr txBox="1"/>
            <p:nvPr/>
          </p:nvSpPr>
          <p:spPr>
            <a:xfrm>
              <a:off x="814652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ns2:creationId id="{1E53FB89-2D60-F40B-3CA6-998CDAE63AF3}"/>
                </a:ext>
              </a:extLst>
            </p:cNvPr>
            <p:cNvSpPr txBox="1"/>
            <p:nvPr/>
          </p:nvSpPr>
          <p:spPr>
            <a:xfrm>
              <a:off x="2210404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5" name="テキスト ボックス 134">
              <a:extLst>
                <a:ext uri="{FF2B5EF4-FFF2-40B4-BE49-F238E27FC236}">
                  <ns2:creationId id="{ECAAE9D7-60B1-09D5-7786-2999DF77F8AB}"/>
                </a:ext>
              </a:extLst>
            </p:cNvPr>
            <p:cNvSpPr txBox="1"/>
            <p:nvPr/>
          </p:nvSpPr>
          <p:spPr>
            <a:xfrm>
              <a:off x="814652" y="4782522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6" name="テキスト ボックス 135">
              <a:extLst>
                <a:ext uri="{FF2B5EF4-FFF2-40B4-BE49-F238E27FC236}">
                  <ns2:creationId id="{604C407C-7B38-2D44-AAFB-99A005D776CB}"/>
                </a:ext>
              </a:extLst>
            </p:cNvPr>
            <p:cNvSpPr txBox="1"/>
            <p:nvPr/>
          </p:nvSpPr>
          <p:spPr>
            <a:xfrm>
              <a:off x="2210404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B9C1A244-DD11-488E-E5A6-4BD0822E4FF7}"/>
                </a:ext>
              </a:extLst>
            </p:cNvPr>
            <p:cNvSpPr txBox="1"/>
            <p:nvPr/>
          </p:nvSpPr>
          <p:spPr>
            <a:xfrm>
              <a:off x="2763030" y="2939940"/>
              <a:ext cx="1453430" cy="407804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ns2:creationId id="{7669863E-61BA-26F6-422B-919857EECA72}"/>
                </a:ext>
              </a:extLst>
            </p:cNvPr>
            <p:cNvSpPr txBox="1"/>
            <p:nvPr/>
          </p:nvSpPr>
          <p:spPr>
            <a:xfrm>
              <a:off x="4158782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9" name="テキスト ボックス 138">
              <a:extLst>
                <a:ext uri="{FF2B5EF4-FFF2-40B4-BE49-F238E27FC236}">
                  <ns2:creationId id="{2040B7E9-03F6-128D-CCAA-DF78E2765CB9}"/>
                </a:ext>
              </a:extLst>
            </p:cNvPr>
            <p:cNvSpPr txBox="1"/>
            <p:nvPr/>
          </p:nvSpPr>
          <p:spPr>
            <a:xfrm>
              <a:off x="2763030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0" name="テキスト ボックス 139">
              <a:extLst>
                <a:ext uri="{FF2B5EF4-FFF2-40B4-BE49-F238E27FC236}">
                  <ns2:creationId id="{71A7E86E-DEE2-9104-4528-815CFD63720B}"/>
                </a:ext>
              </a:extLst>
            </p:cNvPr>
            <p:cNvSpPr txBox="1"/>
            <p:nvPr/>
          </p:nvSpPr>
          <p:spPr>
            <a:xfrm>
              <a:off x="4158782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1" name="テキスト ボックス 140">
              <a:extLst>
                <a:ext uri="{FF2B5EF4-FFF2-40B4-BE49-F238E27FC236}">
                  <ns2:creationId id="{00668582-F572-BA13-BE17-338D787D0E56}"/>
                </a:ext>
              </a:extLst>
            </p:cNvPr>
            <p:cNvSpPr txBox="1"/>
            <p:nvPr/>
          </p:nvSpPr>
          <p:spPr>
            <a:xfrm>
              <a:off x="2763030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2" name="テキスト ボックス 141">
              <a:extLst>
                <a:ext uri="{FF2B5EF4-FFF2-40B4-BE49-F238E27FC236}">
                  <ns2:creationId id="{3AC7F61B-7706-AE5A-029A-391E62379115}"/>
                </a:ext>
              </a:extLst>
            </p:cNvPr>
            <p:cNvSpPr txBox="1"/>
            <p:nvPr/>
          </p:nvSpPr>
          <p:spPr>
            <a:xfrm>
              <a:off x="4158782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43" name="テキスト ボックス 142">
              <a:extLst>
                <a:ext uri="{FF2B5EF4-FFF2-40B4-BE49-F238E27FC236}">
                  <ns2:creationId id="{4A3A2293-7711-2736-2971-045BE2CFDA17}"/>
                </a:ext>
              </a:extLst>
            </p:cNvPr>
            <p:cNvSpPr txBox="1"/>
            <p:nvPr/>
          </p:nvSpPr>
          <p:spPr>
            <a:xfrm>
              <a:off x="2763030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kumimoji="1" lang="en-US" altLang="ja-JP" sz="1100" dirty="0">
                  <a:solidFill>
                    <a:srgbClr val="008000"/>
                  </a:solidFill>
                </a:rPr>
              </a:b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BCB05B72-969D-C91C-6A93-7EA7EBB937A0}"/>
                </a:ext>
              </a:extLst>
            </p:cNvPr>
            <p:cNvSpPr txBox="1"/>
            <p:nvPr/>
          </p:nvSpPr>
          <p:spPr>
            <a:xfrm>
              <a:off x="4158782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5" name="テキスト ボックス 144">
              <a:extLst>
                <a:ext uri="{FF2B5EF4-FFF2-40B4-BE49-F238E27FC236}">
                  <ns2:creationId id="{4A34ABBF-A22D-F59E-A3F2-EADCED25AAE9}"/>
                </a:ext>
              </a:extLst>
            </p:cNvPr>
            <p:cNvSpPr txBox="1"/>
            <p:nvPr/>
          </p:nvSpPr>
          <p:spPr>
            <a:xfrm>
              <a:off x="2763030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6" name="テキスト ボックス 145">
              <a:extLst>
                <a:ext uri="{FF2B5EF4-FFF2-40B4-BE49-F238E27FC236}">
                  <ns2:creationId id="{1902C4C5-4505-FEE7-DC2B-C49349B696AD}"/>
                </a:ext>
              </a:extLst>
            </p:cNvPr>
            <p:cNvSpPr txBox="1"/>
            <p:nvPr/>
          </p:nvSpPr>
          <p:spPr>
            <a:xfrm>
              <a:off x="4158782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7" name="テキスト ボックス 146">
              <a:extLst>
                <a:ext uri="{FF2B5EF4-FFF2-40B4-BE49-F238E27FC236}">
                  <ns2:creationId id="{4AB94242-ACB4-4E80-9186-2F6204E0C286}"/>
                </a:ext>
              </a:extLst>
            </p:cNvPr>
            <p:cNvSpPr txBox="1"/>
            <p:nvPr/>
          </p:nvSpPr>
          <p:spPr>
            <a:xfrm>
              <a:off x="4726415" y="2943786"/>
              <a:ext cx="1450385" cy="4001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48" name="テキスト ボックス 147">
              <a:extLst>
                <a:ext uri="{FF2B5EF4-FFF2-40B4-BE49-F238E27FC236}">
                  <ns2:creationId id="{807B7051-A2DE-92BC-0BC9-770285330260}"/>
                </a:ext>
              </a:extLst>
            </p:cNvPr>
            <p:cNvSpPr txBox="1"/>
            <p:nvPr/>
          </p:nvSpPr>
          <p:spPr>
            <a:xfrm>
              <a:off x="6122168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9" name="テキスト ボックス 148">
              <a:extLst>
                <a:ext uri="{FF2B5EF4-FFF2-40B4-BE49-F238E27FC236}">
                  <ns2:creationId id="{2E3D559F-B957-A634-1394-360259C58078}"/>
                </a:ext>
              </a:extLst>
            </p:cNvPr>
            <p:cNvSpPr txBox="1"/>
            <p:nvPr/>
          </p:nvSpPr>
          <p:spPr>
            <a:xfrm>
              <a:off x="4726416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0" name="テキスト ボックス 149">
              <a:extLst>
                <a:ext uri="{FF2B5EF4-FFF2-40B4-BE49-F238E27FC236}">
                  <ns2:creationId id="{DA8F544C-A576-D6DC-123B-6FD7E63BA701}"/>
                </a:ext>
              </a:extLst>
            </p:cNvPr>
            <p:cNvSpPr txBox="1"/>
            <p:nvPr/>
          </p:nvSpPr>
          <p:spPr>
            <a:xfrm>
              <a:off x="6122168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1" name="テキスト ボックス 150">
              <a:extLst>
                <a:ext uri="{FF2B5EF4-FFF2-40B4-BE49-F238E27FC236}">
                  <ns2:creationId id="{18BC4909-44D3-F46C-D8BD-F3328639ABD4}"/>
                </a:ext>
              </a:extLst>
            </p:cNvPr>
            <p:cNvSpPr txBox="1"/>
            <p:nvPr/>
          </p:nvSpPr>
          <p:spPr>
            <a:xfrm>
              <a:off x="4726416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2" name="テキスト ボックス 151">
              <a:extLst>
                <a:ext uri="{FF2B5EF4-FFF2-40B4-BE49-F238E27FC236}">
                  <ns2:creationId id="{2A6432A5-973D-8D8D-5109-FF4AE8DE7BB4}"/>
                </a:ext>
              </a:extLst>
            </p:cNvPr>
            <p:cNvSpPr txBox="1"/>
            <p:nvPr/>
          </p:nvSpPr>
          <p:spPr>
            <a:xfrm>
              <a:off x="6122168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3" name="テキスト ボックス 152">
              <a:extLst>
                <a:ext uri="{FF2B5EF4-FFF2-40B4-BE49-F238E27FC236}">
                  <ns2:creationId id="{013958BB-9353-C75C-2058-5333F74112FB}"/>
                </a:ext>
              </a:extLst>
            </p:cNvPr>
            <p:cNvSpPr txBox="1"/>
            <p:nvPr/>
          </p:nvSpPr>
          <p:spPr>
            <a:xfrm>
              <a:off x="4726416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lang="en-US" altLang="ja-JP" sz="1100" dirty="0">
                  <a:solidFill>
                    <a:srgbClr val="008000"/>
                  </a:solidFill>
                </a:rPr>
              </a:br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endParaRPr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54" name="テキスト ボックス 153">
              <a:extLst>
                <a:ext uri="{FF2B5EF4-FFF2-40B4-BE49-F238E27FC236}">
                  <ns2:creationId id="{6C3D08B6-6187-C876-800B-5B67A369525F}"/>
                </a:ext>
              </a:extLst>
            </p:cNvPr>
            <p:cNvSpPr txBox="1"/>
            <p:nvPr/>
          </p:nvSpPr>
          <p:spPr>
            <a:xfrm>
              <a:off x="6122168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5" name="テキスト ボックス 154">
              <a:extLst>
                <a:ext uri="{FF2B5EF4-FFF2-40B4-BE49-F238E27FC236}">
                  <ns2:creationId id="{DA589B15-7189-BE08-57F0-3BEC5007BA1F}"/>
                </a:ext>
              </a:extLst>
            </p:cNvPr>
            <p:cNvSpPr txBox="1"/>
            <p:nvPr/>
          </p:nvSpPr>
          <p:spPr>
            <a:xfrm>
              <a:off x="4726416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6" name="テキスト ボックス 155">
              <a:extLst>
                <a:ext uri="{FF2B5EF4-FFF2-40B4-BE49-F238E27FC236}">
                  <ns2:creationId id="{E53B8CDD-026D-419E-97F5-EB4E1F751538}"/>
                </a:ext>
              </a:extLst>
            </p:cNvPr>
            <p:cNvSpPr txBox="1"/>
            <p:nvPr/>
          </p:nvSpPr>
          <p:spPr>
            <a:xfrm>
              <a:off x="6122168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8B38D2B6-9CD6-6E3C-10D6-3FD9C3CAB6A7}"/>
                </a:ext>
              </a:extLst>
            </p:cNvPr>
            <p:cNvGrpSpPr/>
            <p:nvPr/>
          </p:nvGrpSpPr>
          <p:grpSpPr>
            <a:xfrm>
              <a:off x="814652" y="3372062"/>
              <a:ext cx="5802464" cy="0"/>
              <a:chOff x="814652" y="3379746"/>
              <a:chExt cx="5802464" cy="0"/>
            </a:xfrm>
          </p:grpSpPr>
          <p:cxnSp>
            <p:nvCxnSpPr>
              <p:cNvPr id="158" name="直線コネクタ 157">
                <a:extLst>
                  <a:ext uri="{FF2B5EF4-FFF2-40B4-BE49-F238E27FC236}">
                    <ns2:creationId id="{06DBCB5F-56C6-C812-3AC3-257202C561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直線コネクタ 158">
                <a:extLst>
                  <a:ext uri="{FF2B5EF4-FFF2-40B4-BE49-F238E27FC236}">
                    <ns2:creationId id="{2B0A1848-3528-CC86-339A-DCB73D5EDB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ns2:creationId id="{01D02303-1539-382E-AE6F-C4226A18A9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2" name="グループ化 161">
              <a:extLst>
                <a:ext uri="{FF2B5EF4-FFF2-40B4-BE49-F238E27FC236}">
                  <ns2:creationId id="{B0BF5300-58C9-8A2A-25B3-05AF887B6CFC}"/>
                </a:ext>
              </a:extLst>
            </p:cNvPr>
            <p:cNvGrpSpPr/>
            <p:nvPr/>
          </p:nvGrpSpPr>
          <p:grpSpPr>
            <a:xfrm>
              <a:off x="814652" y="3841029"/>
              <a:ext cx="5802464" cy="0"/>
              <a:chOff x="814652" y="3379746"/>
              <a:chExt cx="5802464" cy="0"/>
            </a:xfrm>
          </p:grpSpPr>
          <p:cxnSp>
            <p:nvCxnSpPr>
              <p:cNvPr id="163" name="直線コネクタ 162">
                <a:extLst>
                  <a:ext uri="{FF2B5EF4-FFF2-40B4-BE49-F238E27FC236}">
                    <ns2:creationId id="{571CCA07-2ABB-5E3A-A48E-D02A2E0930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コネクタ 163">
                <a:extLst>
                  <a:ext uri="{FF2B5EF4-FFF2-40B4-BE49-F238E27FC236}">
                    <ns2:creationId id="{24F9CFC5-FCEE-44E9-CB6D-F0DE099C58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直線コネクタ 164">
                <a:extLst>
                  <a:ext uri="{FF2B5EF4-FFF2-40B4-BE49-F238E27FC236}">
                    <ns2:creationId id="{31B993C7-C36D-EB27-CE87-3F956B9CF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グループ化 165">
              <a:extLst>
                <a:ext uri="{FF2B5EF4-FFF2-40B4-BE49-F238E27FC236}">
                  <ns2:creationId id="{01963109-58A1-BB17-5E0D-185765C470E9}"/>
                </a:ext>
              </a:extLst>
            </p:cNvPr>
            <p:cNvGrpSpPr/>
            <p:nvPr/>
          </p:nvGrpSpPr>
          <p:grpSpPr>
            <a:xfrm>
              <a:off x="814652" y="4304508"/>
              <a:ext cx="5802464" cy="0"/>
              <a:chOff x="814652" y="3379746"/>
              <a:chExt cx="5802464" cy="0"/>
            </a:xfrm>
          </p:grpSpPr>
          <p:cxnSp>
            <p:nvCxnSpPr>
              <p:cNvPr id="167" name="直線コネクタ 166">
                <a:extLst>
                  <a:ext uri="{FF2B5EF4-FFF2-40B4-BE49-F238E27FC236}">
                    <ns2:creationId id="{873CC5E2-5237-D5BB-70C2-2029F95E5C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線コネクタ 167">
                <a:extLst>
                  <a:ext uri="{FF2B5EF4-FFF2-40B4-BE49-F238E27FC236}">
                    <ns2:creationId id="{BD46B3FE-7748-AEF8-15EF-4F0308651D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線コネクタ 168">
                <a:extLst>
                  <a:ext uri="{FF2B5EF4-FFF2-40B4-BE49-F238E27FC236}">
                    <ns2:creationId id="{AC6361C6-63D4-5B34-2C96-3F76905A2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0" name="グループ化 169">
              <a:extLst>
                <a:ext uri="{FF2B5EF4-FFF2-40B4-BE49-F238E27FC236}">
                  <ns2:creationId id="{2112CF48-5A5A-DC95-EA0F-FECFDABBE500}"/>
                </a:ext>
              </a:extLst>
            </p:cNvPr>
            <p:cNvGrpSpPr/>
            <p:nvPr/>
          </p:nvGrpSpPr>
          <p:grpSpPr>
            <a:xfrm>
              <a:off x="814652" y="4760800"/>
              <a:ext cx="5802464" cy="0"/>
              <a:chOff x="814652" y="3379746"/>
              <a:chExt cx="5802464" cy="0"/>
            </a:xfrm>
          </p:grpSpPr>
          <p:cxnSp>
            <p:nvCxnSpPr>
              <p:cNvPr id="171" name="直線コネクタ 170">
                <a:extLst>
                  <a:ext uri="{FF2B5EF4-FFF2-40B4-BE49-F238E27FC236}">
                    <ns2:creationId id="{EFF3DBDF-8DFA-3E5D-FB18-B9B0056544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BC5E74D4-6408-0E2D-E945-CA8D5127A6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0BAABD52-9E3D-1B9D-E8CD-896CF148C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6" name="正方形/長方形 125">
              <a:extLst>
                <a:ext uri="{FF2B5EF4-FFF2-40B4-BE49-F238E27FC236}">
                  <ns2:creationId id="{804FDB13-FDA2-B898-98B0-C04D64EDC842}"/>
                </a:ext>
              </a:extLst>
            </p:cNvPr>
            <p:cNvSpPr/>
            <p:nvPr/>
          </p:nvSpPr>
          <p:spPr>
            <a:xfrm>
              <a:off x="334963" y="4784199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1362217791"/>
      </p:ext>
    </p:extLst>
  </p:cSld>
  <p:clrMapOvr>
    <a:masterClrMapping/>
  </p:clrMapOvr>
</p:sld>
</file>

<file path=ppt/slides/slide148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AF90569-217D-A7C3-0FEF-4968392F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9AB64DC-4219-F5FE-A481-DE88A24158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7" name="Rectangle 1">
            <a:extLst>
              <a:ext uri="{FF2B5EF4-FFF2-40B4-BE49-F238E27FC236}">
                <ns2:creationId id="{B8998F65-857C-D81E-2101-1E0E32182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9389" y="1077610"/>
            <a:ext cx="184731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 sz="1100"/>
          </a:p>
        </p:txBody>
      </p:sp>
      <p:grpSp>
        <p:nvGrpSpPr>
          <p:cNvPr id="147" name="グループ化 146">
            <a:extLst>
              <a:ext uri="{FF2B5EF4-FFF2-40B4-BE49-F238E27FC236}">
                <ns2:creationId id="{66BACFEA-DDB2-8613-61FC-08B6232E25BC}"/>
              </a:ext>
            </a:extLst>
          </p:cNvPr>
          <p:cNvGrpSpPr/>
          <p:nvPr/>
        </p:nvGrpSpPr>
        <p:grpSpPr>
          <a:xfrm>
            <a:off x="340466" y="1640319"/>
            <a:ext cx="11515046" cy="4676113"/>
            <a:chOff x="340466" y="1640319"/>
            <a:chExt cx="11515046" cy="4676113"/>
          </a:xfrm>
        </p:grpSpPr>
        <p:sp>
          <p:nvSpPr>
            <p:cNvPr id="56" name="矢印: 五方向 8">
              <a:extLst>
                <a:ext uri="{FF2B5EF4-FFF2-40B4-BE49-F238E27FC236}">
                  <ns2:creationId id="{2B21B2E1-8802-C5A0-D47E-AAD1E3DCCB95}"/>
                </a:ext>
              </a:extLst>
            </p:cNvPr>
            <p:cNvSpPr/>
            <p:nvPr/>
          </p:nvSpPr>
          <p:spPr>
            <a:xfrm>
              <a:off x="9695512" y="2028561"/>
              <a:ext cx="216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矢印: 五方向 69">
              <a:extLst>
                <a:ext uri="{FF2B5EF4-FFF2-40B4-BE49-F238E27FC236}">
                  <ns2:creationId id="{70F69DB6-7A89-B43D-EC8E-041CD8FEFB97}"/>
                </a:ext>
              </a:extLst>
            </p:cNvPr>
            <p:cNvSpPr/>
            <p:nvPr/>
          </p:nvSpPr>
          <p:spPr>
            <a:xfrm>
              <a:off x="4063988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6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矢印: 五方向 70">
              <a:extLst>
                <a:ext uri="{FF2B5EF4-FFF2-40B4-BE49-F238E27FC236}">
                  <ns2:creationId id="{50588CF5-489D-6329-64C9-2C4F0649C276}"/>
                </a:ext>
              </a:extLst>
            </p:cNvPr>
            <p:cNvSpPr/>
            <p:nvPr/>
          </p:nvSpPr>
          <p:spPr>
            <a:xfrm>
              <a:off x="6645749" y="2028561"/>
              <a:ext cx="2988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7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矢印: 五方向 69">
              <a:extLst>
                <a:ext uri="{FF2B5EF4-FFF2-40B4-BE49-F238E27FC236}">
                  <ns2:creationId id="{578CB91A-7A81-9F9D-77CB-F62AAD593FCF}"/>
                </a:ext>
              </a:extLst>
            </p:cNvPr>
            <p:cNvSpPr/>
            <p:nvPr/>
          </p:nvSpPr>
          <p:spPr>
            <a:xfrm>
              <a:off x="1482227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5607BE7C-BEDB-8EEC-546E-30F0A5756378}"/>
                </a:ext>
              </a:extLst>
            </p:cNvPr>
            <p:cNvSpPr/>
            <p:nvPr/>
          </p:nvSpPr>
          <p:spPr>
            <a:xfrm>
              <a:off x="1487670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13FA2255-8595-AEB1-08A2-E33E16DC7FF1}"/>
                </a:ext>
              </a:extLst>
            </p:cNvPr>
            <p:cNvSpPr/>
            <p:nvPr/>
          </p:nvSpPr>
          <p:spPr>
            <a:xfrm>
              <a:off x="4074875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DF87CDFE-5C76-D8DC-9879-A8E8C5DCDEFC}"/>
                </a:ext>
              </a:extLst>
            </p:cNvPr>
            <p:cNvSpPr/>
            <p:nvPr/>
          </p:nvSpPr>
          <p:spPr>
            <a:xfrm>
              <a:off x="6662077" y="1640319"/>
              <a:ext cx="2909905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E7DA87CF-1841-2490-1AE3-5CBA6F194696}"/>
                </a:ext>
              </a:extLst>
            </p:cNvPr>
            <p:cNvSpPr/>
            <p:nvPr/>
          </p:nvSpPr>
          <p:spPr>
            <a:xfrm>
              <a:off x="9717285" y="1640320"/>
              <a:ext cx="2070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ns2:creationId id="{FD26A231-6F31-4399-67EC-65C6F2A54601}"/>
                </a:ext>
              </a:extLst>
            </p:cNvPr>
            <p:cNvGrpSpPr/>
            <p:nvPr/>
          </p:nvGrpSpPr>
          <p:grpSpPr>
            <a:xfrm>
              <a:off x="1516102" y="2433512"/>
              <a:ext cx="2419568" cy="983698"/>
              <a:chOff x="1516102" y="2433512"/>
              <a:chExt cx="2419568" cy="98369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5C418F5E-8504-B64A-8D77-042394800D6A}"/>
                  </a:ext>
                </a:extLst>
              </p:cNvPr>
              <p:cNvSpPr/>
              <p:nvPr/>
            </p:nvSpPr>
            <p:spPr>
              <a:xfrm>
                <a:off x="1516102" y="2433512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A0359733-8490-C1E7-CA25-142F1F866038}"/>
                  </a:ext>
                </a:extLst>
              </p:cNvPr>
              <p:cNvSpPr/>
              <p:nvPr/>
            </p:nvSpPr>
            <p:spPr>
              <a:xfrm>
                <a:off x="1516102" y="3165210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4328CB76-1417-A7A4-A18A-927AC2BC62AB}"/>
                  </a:ext>
                </a:extLst>
              </p:cNvPr>
              <p:cNvSpPr/>
              <p:nvPr/>
            </p:nvSpPr>
            <p:spPr>
              <a:xfrm>
                <a:off x="2855670" y="2709361"/>
                <a:ext cx="1080000" cy="43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771A344E-9253-0D4C-FAB3-86AE4F9D612F}"/>
                  </a:ext>
                </a:extLst>
              </p:cNvPr>
              <p:cNvCxnSpPr>
                <a:stCxn id="4" idx="3"/>
                <a:endCxn id="6" idx="1"/>
              </p:cNvCxnSpPr>
              <p:nvPr/>
            </p:nvCxnSpPr>
            <p:spPr>
              <a:xfrm>
                <a:off x="2596102" y="2559512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コネクタ: カギ線 29">
                <a:extLst>
                  <a:ext uri="{FF2B5EF4-FFF2-40B4-BE49-F238E27FC236}">
                    <ns2:creationId id="{4646EB75-0DF7-CA4C-2499-F85F9A551792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2596102" y="2925361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グループ化 93">
              <a:extLst>
                <a:ext uri="{FF2B5EF4-FFF2-40B4-BE49-F238E27FC236}">
                  <ns2:creationId id="{60420B15-52A7-2328-597A-711E5FF06578}"/>
                </a:ext>
              </a:extLst>
            </p:cNvPr>
            <p:cNvGrpSpPr/>
            <p:nvPr/>
          </p:nvGrpSpPr>
          <p:grpSpPr>
            <a:xfrm>
              <a:off x="7021357" y="2451832"/>
              <a:ext cx="2191345" cy="950270"/>
              <a:chOff x="6865602" y="3120179"/>
              <a:chExt cx="2364619" cy="2531207"/>
            </a:xfrm>
          </p:grpSpPr>
          <p:sp>
            <p:nvSpPr>
              <p:cNvPr id="81" name="楕円 31">
                <a:extLst>
                  <a:ext uri="{FF2B5EF4-FFF2-40B4-BE49-F238E27FC236}">
                    <ns2:creationId id="{3594A652-A1D0-11B9-834E-FF6A8BFD55CC}"/>
                  </a:ext>
                </a:extLst>
              </p:cNvPr>
              <p:cNvSpPr/>
              <p:nvPr/>
            </p:nvSpPr>
            <p:spPr>
              <a:xfrm>
                <a:off x="6865602" y="4060625"/>
                <a:ext cx="664209" cy="650314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47AF7BC1-B10F-B4FA-B6FC-C60935298F0B}"/>
                  </a:ext>
                </a:extLst>
              </p:cNvPr>
              <p:cNvSpPr/>
              <p:nvPr/>
            </p:nvSpPr>
            <p:spPr>
              <a:xfrm>
                <a:off x="7758470" y="34336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6F055DC8-9D8E-C5A4-CD70-3477F5C01396}"/>
                  </a:ext>
                </a:extLst>
              </p:cNvPr>
              <p:cNvSpPr/>
              <p:nvPr/>
            </p:nvSpPr>
            <p:spPr>
              <a:xfrm>
                <a:off x="8608675" y="3120179"/>
                <a:ext cx="621546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06EE582A-F84B-7CA4-EF2F-AC883BA28ACA}"/>
                  </a:ext>
                </a:extLst>
              </p:cNvPr>
              <p:cNvSpPr/>
              <p:nvPr/>
            </p:nvSpPr>
            <p:spPr>
              <a:xfrm>
                <a:off x="7758470" y="48584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7BD4692F-0566-4836-A20E-FA8594714A12}"/>
                  </a:ext>
                </a:extLst>
              </p:cNvPr>
              <p:cNvSpPr/>
              <p:nvPr/>
            </p:nvSpPr>
            <p:spPr>
              <a:xfrm>
                <a:off x="8608676" y="37471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5DDECDD2-F647-5439-6AB3-95655CB98F79}"/>
                  </a:ext>
                </a:extLst>
              </p:cNvPr>
              <p:cNvSpPr/>
              <p:nvPr/>
            </p:nvSpPr>
            <p:spPr>
              <a:xfrm>
                <a:off x="8608676" y="45449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ECC1F3D8-FACD-82F0-BAFD-E2D6FE9B7572}"/>
                  </a:ext>
                </a:extLst>
              </p:cNvPr>
              <p:cNvSpPr/>
              <p:nvPr/>
            </p:nvSpPr>
            <p:spPr>
              <a:xfrm>
                <a:off x="8608675" y="5171925"/>
                <a:ext cx="621546" cy="47946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8" name="コネクタ: カギ線 39">
                <a:extLst>
                  <a:ext uri="{FF2B5EF4-FFF2-40B4-BE49-F238E27FC236}">
                    <ns2:creationId id="{B6249786-0BA7-094D-F51B-DAB129686A4F}"/>
                  </a:ext>
                </a:extLst>
              </p:cNvPr>
              <p:cNvCxnSpPr>
                <a:stCxn id="81" idx="6"/>
                <a:endCxn id="82" idx="1"/>
              </p:cNvCxnSpPr>
              <p:nvPr/>
            </p:nvCxnSpPr>
            <p:spPr>
              <a:xfrm flipV="1">
                <a:off x="7529811" y="3673392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42">
                <a:extLst>
                  <a:ext uri="{FF2B5EF4-FFF2-40B4-BE49-F238E27FC236}">
                    <ns2:creationId id="{99734B0D-8A60-2EF9-576B-2E08EC11F7DE}"/>
                  </a:ext>
                </a:extLst>
              </p:cNvPr>
              <p:cNvCxnSpPr>
                <a:stCxn id="81" idx="6"/>
                <a:endCxn id="84" idx="1"/>
              </p:cNvCxnSpPr>
              <p:nvPr/>
            </p:nvCxnSpPr>
            <p:spPr>
              <a:xfrm>
                <a:off x="7529811" y="4385783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コネクタ: カギ線 44">
                <a:extLst>
                  <a:ext uri="{FF2B5EF4-FFF2-40B4-BE49-F238E27FC236}">
                    <ns2:creationId id="{C86EAE02-7C7C-8568-A84A-913C21E3142B}"/>
                  </a:ext>
                </a:extLst>
              </p:cNvPr>
              <p:cNvCxnSpPr>
                <a:stCxn id="82" idx="3"/>
                <a:endCxn id="83" idx="1"/>
              </p:cNvCxnSpPr>
              <p:nvPr/>
            </p:nvCxnSpPr>
            <p:spPr>
              <a:xfrm flipV="1">
                <a:off x="8380016" y="3359909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コネクタ: カギ線 46">
                <a:extLst>
                  <a:ext uri="{FF2B5EF4-FFF2-40B4-BE49-F238E27FC236}">
                    <ns2:creationId id="{D2909456-FFBC-8AA5-6C6F-8F202E830B09}"/>
                  </a:ext>
                </a:extLst>
              </p:cNvPr>
              <p:cNvCxnSpPr>
                <a:stCxn id="82" idx="3"/>
                <a:endCxn id="85" idx="1"/>
              </p:cNvCxnSpPr>
              <p:nvPr/>
            </p:nvCxnSpPr>
            <p:spPr>
              <a:xfrm>
                <a:off x="8380016" y="3673392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コネクタ: カギ線 48">
                <a:extLst>
                  <a:ext uri="{FF2B5EF4-FFF2-40B4-BE49-F238E27FC236}">
                    <ns2:creationId id="{5839FD1A-215A-E585-A7FF-EBBA5D757AC5}"/>
                  </a:ext>
                </a:extLst>
              </p:cNvPr>
              <p:cNvCxnSpPr>
                <a:stCxn id="84" idx="3"/>
                <a:endCxn id="86" idx="1"/>
              </p:cNvCxnSpPr>
              <p:nvPr/>
            </p:nvCxnSpPr>
            <p:spPr>
              <a:xfrm flipV="1">
                <a:off x="8380016" y="4784691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コネクタ: カギ線 50">
                <a:extLst>
                  <a:ext uri="{FF2B5EF4-FFF2-40B4-BE49-F238E27FC236}">
                    <ns2:creationId id="{EACAB328-2B63-8B40-2F90-1719F4BACB03}"/>
                  </a:ext>
                </a:extLst>
              </p:cNvPr>
              <p:cNvCxnSpPr>
                <a:cxnSpLocks/>
                <a:stCxn id="84" idx="3"/>
                <a:endCxn id="87" idx="1"/>
              </p:cNvCxnSpPr>
              <p:nvPr/>
            </p:nvCxnSpPr>
            <p:spPr>
              <a:xfrm>
                <a:off x="8380016" y="5098173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5" name="グループ化 164">
              <a:extLst>
                <a:ext uri="{FF2B5EF4-FFF2-40B4-BE49-F238E27FC236}">
                  <ns2:creationId id="{5F4F8C19-571B-3FC1-69D4-92550CEDB972}"/>
                </a:ext>
              </a:extLst>
            </p:cNvPr>
            <p:cNvGrpSpPr/>
            <p:nvPr/>
          </p:nvGrpSpPr>
          <p:grpSpPr>
            <a:xfrm>
              <a:off x="4606386" y="2439332"/>
              <a:ext cx="1384978" cy="976815"/>
              <a:chOff x="4572992" y="2439332"/>
              <a:chExt cx="1384978" cy="976815"/>
            </a:xfrm>
          </p:grpSpPr>
          <p:sp>
            <p:nvSpPr>
              <p:cNvPr id="95" name="楕円 23">
                <a:extLst>
                  <a:ext uri="{FF2B5EF4-FFF2-40B4-BE49-F238E27FC236}">
                    <ns2:creationId id="{B814914E-5E17-AB10-A643-8A409124CF2C}"/>
                  </a:ext>
                </a:extLst>
              </p:cNvPr>
              <p:cNvSpPr/>
              <p:nvPr/>
            </p:nvSpPr>
            <p:spPr>
              <a:xfrm>
                <a:off x="4572992" y="2816974"/>
                <a:ext cx="546564" cy="22153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楕円 25">
                <a:extLst>
                  <a:ext uri="{FF2B5EF4-FFF2-40B4-BE49-F238E27FC236}">
                    <ns2:creationId id="{3A08ED5B-2F71-BD19-DF27-B1D4E2648BB3}"/>
                  </a:ext>
                </a:extLst>
              </p:cNvPr>
              <p:cNvSpPr/>
              <p:nvPr/>
            </p:nvSpPr>
            <p:spPr>
              <a:xfrm>
                <a:off x="5411406" y="2816974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7" name="直線矢印コネクタ 96">
                <a:extLst>
                  <a:ext uri="{FF2B5EF4-FFF2-40B4-BE49-F238E27FC236}">
                    <ns2:creationId id="{D4936362-5901-ED4F-EF48-E3EB0B8FF9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19556" y="2927739"/>
                <a:ext cx="291850" cy="0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楕円 25">
                <a:extLst>
                  <a:ext uri="{FF2B5EF4-FFF2-40B4-BE49-F238E27FC236}">
                    <ns2:creationId id="{87AACBFE-17E8-A157-8FD4-CCF7163029FE}"/>
                  </a:ext>
                </a:extLst>
              </p:cNvPr>
              <p:cNvSpPr/>
              <p:nvPr/>
            </p:nvSpPr>
            <p:spPr>
              <a:xfrm>
                <a:off x="5411406" y="2439332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楕円 25">
                <a:extLst>
                  <a:ext uri="{FF2B5EF4-FFF2-40B4-BE49-F238E27FC236}">
                    <ns2:creationId id="{6DD3B25E-8EF2-1D55-1581-1E7884A174DB}"/>
                  </a:ext>
                </a:extLst>
              </p:cNvPr>
              <p:cNvSpPr/>
              <p:nvPr/>
            </p:nvSpPr>
            <p:spPr>
              <a:xfrm>
                <a:off x="5411406" y="3194617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4" name="テキスト ボックス 23">
              <a:extLst>
                <a:ext uri="{FF2B5EF4-FFF2-40B4-BE49-F238E27FC236}">
                  <ns2:creationId id="{D714994D-F3A9-A310-DDC5-59F741C70A47}"/>
                </a:ext>
              </a:extLst>
            </p:cNvPr>
            <p:cNvSpPr txBox="1"/>
            <p:nvPr/>
          </p:nvSpPr>
          <p:spPr>
            <a:xfrm>
              <a:off x="1482226" y="3469562"/>
              <a:ext cx="2520000" cy="2520000"/>
            </a:xfrm>
            <a:prstGeom prst="rect">
              <a:avLst/>
            </a:prstGeom>
            <a:noFill/>
          </p:spPr>
          <p:txBody>
            <a:bodyPr wrap="non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en-US" altLang="ja-JP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8F4126DE-B4BC-F379-D046-136C5BC8A5BA}"/>
                </a:ext>
              </a:extLst>
            </p:cNvPr>
            <p:cNvSpPr txBox="1"/>
            <p:nvPr/>
          </p:nvSpPr>
          <p:spPr>
            <a:xfrm>
              <a:off x="4063987" y="3469562"/>
              <a:ext cx="2520000" cy="102600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4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テキスト ボックス 113">
              <a:extLst>
                <a:ext uri="{FF2B5EF4-FFF2-40B4-BE49-F238E27FC236}">
                  <ns2:creationId id="{EF67D3FC-FEB8-560E-7BF5-81E5B8FCC4BC}"/>
                </a:ext>
              </a:extLst>
            </p:cNvPr>
            <p:cNvSpPr txBox="1"/>
            <p:nvPr/>
          </p:nvSpPr>
          <p:spPr>
            <a:xfrm>
              <a:off x="6645748" y="3469562"/>
              <a:ext cx="2988000" cy="1031051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5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610DED3F-79B9-EEDE-B5FA-31305E173676}"/>
                </a:ext>
              </a:extLst>
            </p:cNvPr>
            <p:cNvSpPr txBox="1"/>
            <p:nvPr/>
          </p:nvSpPr>
          <p:spPr>
            <a:xfrm>
              <a:off x="9695511" y="3469562"/>
              <a:ext cx="2160001" cy="103105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6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1CB6F420-B0C1-15AE-E4F1-5362C88EFDDF}"/>
                </a:ext>
              </a:extLst>
            </p:cNvPr>
            <p:cNvSpPr/>
            <p:nvPr/>
          </p:nvSpPr>
          <p:spPr>
            <a:xfrm>
              <a:off x="1487670" y="6027517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C800A082-2561-C551-3A1E-561B15F1CA13}"/>
                </a:ext>
              </a:extLst>
            </p:cNvPr>
            <p:cNvSpPr/>
            <p:nvPr/>
          </p:nvSpPr>
          <p:spPr>
            <a:xfrm>
              <a:off x="4074875" y="6028432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FC5C8916-E295-0EA4-F982-3286DBC0DAB8}"/>
                </a:ext>
              </a:extLst>
            </p:cNvPr>
            <p:cNvSpPr/>
            <p:nvPr/>
          </p:nvSpPr>
          <p:spPr>
            <a:xfrm>
              <a:off x="6662077" y="6028432"/>
              <a:ext cx="2909905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ns2:creationId id="{5916F2E1-34EA-BA0A-4A8C-FB1F2213A32E}"/>
                </a:ext>
              </a:extLst>
            </p:cNvPr>
            <p:cNvSpPr/>
            <p:nvPr/>
          </p:nvSpPr>
          <p:spPr>
            <a:xfrm>
              <a:off x="9717284" y="6028432"/>
              <a:ext cx="2088001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46" name="グループ化 145">
              <a:extLst>
                <a:ext uri="{FF2B5EF4-FFF2-40B4-BE49-F238E27FC236}">
                  <ns2:creationId id="{2CB358BF-83A7-FB8C-2590-AA31B44430AF}"/>
                </a:ext>
              </a:extLst>
            </p:cNvPr>
            <p:cNvGrpSpPr/>
            <p:nvPr/>
          </p:nvGrpSpPr>
          <p:grpSpPr>
            <a:xfrm>
              <a:off x="4074875" y="4438994"/>
              <a:ext cx="5497107" cy="1548149"/>
              <a:chOff x="4074875" y="4438994"/>
              <a:chExt cx="5497107" cy="1548149"/>
            </a:xfrm>
          </p:grpSpPr>
          <p:sp>
            <p:nvSpPr>
              <p:cNvPr id="34" name="四角形: 角を丸くする 33">
                <a:extLst>
                  <a:ext uri="{FF2B5EF4-FFF2-40B4-BE49-F238E27FC236}">
                    <ns2:creationId id="{1232CA0A-F24A-85E0-7551-72E25F6C1923}"/>
                  </a:ext>
                </a:extLst>
              </p:cNvPr>
              <p:cNvSpPr/>
              <p:nvPr/>
            </p:nvSpPr>
            <p:spPr>
              <a:xfrm>
                <a:off x="4074875" y="4582994"/>
                <a:ext cx="5497107" cy="1404149"/>
              </a:xfrm>
              <a:prstGeom prst="roundRect">
                <a:avLst>
                  <a:gd name="adj" fmla="val 5128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ns2:creationId id="{408723C8-666D-21E8-0432-79B388005A96}"/>
                  </a:ext>
                </a:extLst>
              </p:cNvPr>
              <p:cNvSpPr txBox="1"/>
              <p:nvPr/>
            </p:nvSpPr>
            <p:spPr>
              <a:xfrm>
                <a:off x="4133174" y="4886420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ns2:creationId id="{924A360A-A71E-1315-DED9-6CC5ACA1C5BA}"/>
                  </a:ext>
                </a:extLst>
              </p:cNvPr>
              <p:cNvSpPr txBox="1"/>
              <p:nvPr/>
            </p:nvSpPr>
            <p:spPr>
              <a:xfrm>
                <a:off x="4133174" y="5159069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テキスト ボックス 102">
                <a:extLst>
                  <a:ext uri="{FF2B5EF4-FFF2-40B4-BE49-F238E27FC236}">
                    <ns2:creationId id="{1B7AA2CE-324C-37E0-814D-BCB3E6D8FEEF}"/>
                  </a:ext>
                </a:extLst>
              </p:cNvPr>
              <p:cNvSpPr txBox="1"/>
              <p:nvPr/>
            </p:nvSpPr>
            <p:spPr>
              <a:xfrm>
                <a:off x="4133174" y="5431718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テキスト ボックス 104">
                <a:extLst>
                  <a:ext uri="{FF2B5EF4-FFF2-40B4-BE49-F238E27FC236}">
                    <ns2:creationId id="{67FF4851-33F3-4010-CE73-86A98279FE62}"/>
                  </a:ext>
                </a:extLst>
              </p:cNvPr>
              <p:cNvSpPr txBox="1"/>
              <p:nvPr/>
            </p:nvSpPr>
            <p:spPr>
              <a:xfrm>
                <a:off x="4133174" y="5704366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429ADC74-462B-4A89-8093-1531582DA468}"/>
                  </a:ext>
                </a:extLst>
              </p:cNvPr>
              <p:cNvSpPr txBox="1"/>
              <p:nvPr/>
            </p:nvSpPr>
            <p:spPr>
              <a:xfrm>
                <a:off x="4487151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5B9C8837-2ECB-79DF-5B07-0309F65FBE63}"/>
                  </a:ext>
                </a:extLst>
              </p:cNvPr>
              <p:cNvSpPr txBox="1"/>
              <p:nvPr/>
            </p:nvSpPr>
            <p:spPr>
              <a:xfrm>
                <a:off x="4487151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テキスト ボックス 42">
                <a:extLst>
                  <a:ext uri="{FF2B5EF4-FFF2-40B4-BE49-F238E27FC236}">
                    <ns2:creationId id="{23A45509-503E-556F-EEC8-0B1DFB35D359}"/>
                  </a:ext>
                </a:extLst>
              </p:cNvPr>
              <p:cNvSpPr txBox="1"/>
              <p:nvPr/>
            </p:nvSpPr>
            <p:spPr>
              <a:xfrm>
                <a:off x="4487151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AF2EE0CC-6DB1-5497-97E0-8565BD4A8F5D}"/>
                  </a:ext>
                </a:extLst>
              </p:cNvPr>
              <p:cNvSpPr txBox="1"/>
              <p:nvPr/>
            </p:nvSpPr>
            <p:spPr>
              <a:xfrm>
                <a:off x="4487151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3426D015-65DC-67FA-8DFF-D97B68829111}"/>
                  </a:ext>
                </a:extLst>
              </p:cNvPr>
              <p:cNvSpPr txBox="1"/>
              <p:nvPr/>
            </p:nvSpPr>
            <p:spPr>
              <a:xfrm>
                <a:off x="4487151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D2F5578F-B67F-2E05-18D8-336DB89E7B9E}"/>
                  </a:ext>
                </a:extLst>
              </p:cNvPr>
              <p:cNvSpPr txBox="1"/>
              <p:nvPr/>
            </p:nvSpPr>
            <p:spPr>
              <a:xfrm>
                <a:off x="5201129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16E7C8BA-C75C-6D1C-2E3A-66FD2A617000}"/>
                  </a:ext>
                </a:extLst>
              </p:cNvPr>
              <p:cNvSpPr txBox="1"/>
              <p:nvPr/>
            </p:nvSpPr>
            <p:spPr>
              <a:xfrm>
                <a:off x="5201129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ns2:creationId id="{C1BE0465-F30F-AB5C-8AB0-5AE51745B673}"/>
                  </a:ext>
                </a:extLst>
              </p:cNvPr>
              <p:cNvSpPr txBox="1"/>
              <p:nvPr/>
            </p:nvSpPr>
            <p:spPr>
              <a:xfrm>
                <a:off x="5201129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EEF3D1E3-A151-CC04-D253-D2725AC751A2}"/>
                  </a:ext>
                </a:extLst>
              </p:cNvPr>
              <p:cNvSpPr txBox="1"/>
              <p:nvPr/>
            </p:nvSpPr>
            <p:spPr>
              <a:xfrm>
                <a:off x="5201129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BA21A455-0D43-BADA-AB24-FA01CC0F3C5D}"/>
                  </a:ext>
                </a:extLst>
              </p:cNvPr>
              <p:cNvSpPr txBox="1"/>
              <p:nvPr/>
            </p:nvSpPr>
            <p:spPr>
              <a:xfrm>
                <a:off x="5201129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DD459B55-6A6D-9FDA-05F9-03E49D14A3B8}"/>
                  </a:ext>
                </a:extLst>
              </p:cNvPr>
              <p:cNvSpPr txBox="1"/>
              <p:nvPr/>
            </p:nvSpPr>
            <p:spPr>
              <a:xfrm>
                <a:off x="5915107" y="4613771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55F218F9-A685-BDAA-33A1-241EA6305C9B}"/>
                  </a:ext>
                </a:extLst>
              </p:cNvPr>
              <p:cNvSpPr txBox="1"/>
              <p:nvPr/>
            </p:nvSpPr>
            <p:spPr>
              <a:xfrm>
                <a:off x="5915107" y="4886420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テキスト ボックス 60">
                <a:extLst>
                  <a:ext uri="{FF2B5EF4-FFF2-40B4-BE49-F238E27FC236}">
                    <ns2:creationId id="{8FB793EB-8F52-6828-DCD4-B45104411A0E}"/>
                  </a:ext>
                </a:extLst>
              </p:cNvPr>
              <p:cNvSpPr txBox="1"/>
              <p:nvPr/>
            </p:nvSpPr>
            <p:spPr>
              <a:xfrm>
                <a:off x="5915107" y="5159069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2" name="テキスト ボックス 61">
                <a:extLst>
                  <a:ext uri="{FF2B5EF4-FFF2-40B4-BE49-F238E27FC236}">
                    <ns2:creationId id="{221141A5-D0D4-6BBB-963F-8A26211B9CFC}"/>
                  </a:ext>
                </a:extLst>
              </p:cNvPr>
              <p:cNvSpPr txBox="1"/>
              <p:nvPr/>
            </p:nvSpPr>
            <p:spPr>
              <a:xfrm>
                <a:off x="5915107" y="5431718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ns2:creationId id="{300D3B4B-0544-4D3C-770A-F5260440BB2E}"/>
                  </a:ext>
                </a:extLst>
              </p:cNvPr>
              <p:cNvSpPr txBox="1"/>
              <p:nvPr/>
            </p:nvSpPr>
            <p:spPr>
              <a:xfrm>
                <a:off x="5915107" y="5704366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98D02711-4D48-B009-C463-4F091FC3884F}"/>
                  </a:ext>
                </a:extLst>
              </p:cNvPr>
              <p:cNvSpPr txBox="1"/>
              <p:nvPr/>
            </p:nvSpPr>
            <p:spPr>
              <a:xfrm>
                <a:off x="6627126" y="4613771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5A9A0DDA-B1AA-2675-6A6D-36EB82FB9A01}"/>
                  </a:ext>
                </a:extLst>
              </p:cNvPr>
              <p:cNvSpPr txBox="1"/>
              <p:nvPr/>
            </p:nvSpPr>
            <p:spPr>
              <a:xfrm>
                <a:off x="6627126" y="4886420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ns2:creationId id="{04A3522E-6EC1-EA31-B7D1-F3E89B164F54}"/>
                  </a:ext>
                </a:extLst>
              </p:cNvPr>
              <p:cNvSpPr txBox="1"/>
              <p:nvPr/>
            </p:nvSpPr>
            <p:spPr>
              <a:xfrm>
                <a:off x="6627126" y="5159069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18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b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テキスト ボックス 48">
                <a:extLst>
                  <a:ext uri="{FF2B5EF4-FFF2-40B4-BE49-F238E27FC236}">
                    <ns2:creationId id="{C23B30B5-ADCB-6015-5B87-559C094F92A2}"/>
                  </a:ext>
                </a:extLst>
              </p:cNvPr>
              <p:cNvSpPr txBox="1"/>
              <p:nvPr/>
            </p:nvSpPr>
            <p:spPr>
              <a:xfrm>
                <a:off x="6627126" y="5431718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6DE33788-F489-BEB7-6363-C820634CE1D6}"/>
                  </a:ext>
                </a:extLst>
              </p:cNvPr>
              <p:cNvSpPr txBox="1"/>
              <p:nvPr/>
            </p:nvSpPr>
            <p:spPr>
              <a:xfrm>
                <a:off x="6627126" y="5704366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ns2:creationId id="{0D3B93F6-FE59-F6BB-882A-A3A71E733F7D}"/>
                  </a:ext>
                </a:extLst>
              </p:cNvPr>
              <p:cNvSpPr txBox="1"/>
              <p:nvPr/>
            </p:nvSpPr>
            <p:spPr>
              <a:xfrm>
                <a:off x="8853103" y="4613771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ns2:creationId id="{8903424D-7227-4A97-A8D0-BAD4542AD323}"/>
                  </a:ext>
                </a:extLst>
              </p:cNvPr>
              <p:cNvSpPr txBox="1"/>
              <p:nvPr/>
            </p:nvSpPr>
            <p:spPr>
              <a:xfrm>
                <a:off x="8853103" y="4886420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テキスト ボックス 45">
                <a:extLst>
                  <a:ext uri="{FF2B5EF4-FFF2-40B4-BE49-F238E27FC236}">
                    <ns2:creationId id="{8ECB765D-AE7A-944B-BA0C-2773E261D332}"/>
                  </a:ext>
                </a:extLst>
              </p:cNvPr>
              <p:cNvSpPr txBox="1"/>
              <p:nvPr/>
            </p:nvSpPr>
            <p:spPr>
              <a:xfrm>
                <a:off x="8853103" y="5159069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8BFCE90B-3781-C28B-B004-5872104CB6C0}"/>
                  </a:ext>
                </a:extLst>
              </p:cNvPr>
              <p:cNvSpPr txBox="1"/>
              <p:nvPr/>
            </p:nvSpPr>
            <p:spPr>
              <a:xfrm>
                <a:off x="8853103" y="5431718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BA3B04D6-7B4D-4C41-5F7E-C45764D5CAEF}"/>
                  </a:ext>
                </a:extLst>
              </p:cNvPr>
              <p:cNvSpPr txBox="1"/>
              <p:nvPr/>
            </p:nvSpPr>
            <p:spPr>
              <a:xfrm>
                <a:off x="8853103" y="5704366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36" name="グループ化 135">
                <a:extLst>
                  <a:ext uri="{FF2B5EF4-FFF2-40B4-BE49-F238E27FC236}">
                    <ns2:creationId id="{24683E04-0280-6EA1-8927-9154A5A497C9}"/>
                  </a:ext>
                </a:extLst>
              </p:cNvPr>
              <p:cNvGrpSpPr/>
              <p:nvPr/>
            </p:nvGrpSpPr>
            <p:grpSpPr>
              <a:xfrm>
                <a:off x="4487151" y="5159069"/>
                <a:ext cx="5012682" cy="0"/>
                <a:chOff x="4487151" y="5123204"/>
                <a:chExt cx="5012682" cy="0"/>
              </a:xfrm>
            </p:grpSpPr>
            <p:cxnSp>
              <p:nvCxnSpPr>
                <p:cNvPr id="107" name="直線コネクタ 106">
                  <a:extLst>
                    <a:ext uri="{FF2B5EF4-FFF2-40B4-BE49-F238E27FC236}">
                      <ns2:creationId id="{F44D8BEC-8AF6-B03C-DCD1-304ADC9806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CE9948E0-6F72-A3B1-F066-2C5489D9FE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15">
                  <a:extLst>
                    <a:ext uri="{FF2B5EF4-FFF2-40B4-BE49-F238E27FC236}">
                      <ns2:creationId id="{F221CD01-93AA-5E34-2F97-09B3116D1C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12320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17">
                  <a:extLst>
                    <a:ext uri="{FF2B5EF4-FFF2-40B4-BE49-F238E27FC236}">
                      <ns2:creationId id="{128CEE3A-D96C-3999-D1BE-3216094088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12320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直線コネクタ 120">
                  <a:extLst>
                    <a:ext uri="{FF2B5EF4-FFF2-40B4-BE49-F238E27FC236}">
                      <ns2:creationId id="{DF598F83-3426-7417-270C-7364A6566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12320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グループ化 136">
                <a:extLst>
                  <a:ext uri="{FF2B5EF4-FFF2-40B4-BE49-F238E27FC236}">
                    <ns2:creationId id="{841D711E-265F-F946-261F-540D523906BC}"/>
                  </a:ext>
                </a:extLst>
              </p:cNvPr>
              <p:cNvGrpSpPr/>
              <p:nvPr/>
            </p:nvGrpSpPr>
            <p:grpSpPr>
              <a:xfrm>
                <a:off x="4487151" y="5426649"/>
                <a:ext cx="5012682" cy="0"/>
                <a:chOff x="4487151" y="5390784"/>
                <a:chExt cx="5012682" cy="0"/>
              </a:xfrm>
            </p:grpSpPr>
            <p:cxnSp>
              <p:nvCxnSpPr>
                <p:cNvPr id="125" name="直線コネクタ 124">
                  <a:extLst>
                    <a:ext uri="{FF2B5EF4-FFF2-40B4-BE49-F238E27FC236}">
                      <ns2:creationId id="{02AB1E32-C0EF-444C-AE27-75F4D7A453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25">
                  <a:extLst>
                    <a:ext uri="{FF2B5EF4-FFF2-40B4-BE49-F238E27FC236}">
                      <ns2:creationId id="{61BCCFF7-B280-C03E-8A86-EFD509709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8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26">
                  <a:extLst>
                    <a:ext uri="{FF2B5EF4-FFF2-40B4-BE49-F238E27FC236}">
                      <ns2:creationId id="{B4D76801-2A8C-AB42-D996-91968EB99E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39078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直線コネクタ 127">
                  <a:extLst>
                    <a:ext uri="{FF2B5EF4-FFF2-40B4-BE49-F238E27FC236}">
                      <ns2:creationId id="{0262A8E6-16A2-9A02-F8B8-5C4A7AAC9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39078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直線コネクタ 128">
                  <a:extLst>
                    <a:ext uri="{FF2B5EF4-FFF2-40B4-BE49-F238E27FC236}">
                      <ns2:creationId id="{867394F2-2EEB-1110-E72C-4986CBF20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39078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グループ化 142">
                <a:extLst>
                  <a:ext uri="{FF2B5EF4-FFF2-40B4-BE49-F238E27FC236}">
                    <ns2:creationId id="{BE3686E9-6731-E9A5-D80C-579A0E779BC2}"/>
                  </a:ext>
                </a:extLst>
              </p:cNvPr>
              <p:cNvGrpSpPr/>
              <p:nvPr/>
            </p:nvGrpSpPr>
            <p:grpSpPr>
              <a:xfrm>
                <a:off x="4487151" y="5694228"/>
                <a:ext cx="5012682" cy="0"/>
                <a:chOff x="4487151" y="5658363"/>
                <a:chExt cx="5012682" cy="0"/>
              </a:xfrm>
            </p:grpSpPr>
            <p:cxnSp>
              <p:nvCxnSpPr>
                <p:cNvPr id="130" name="直線コネクタ 129">
                  <a:extLst>
                    <a:ext uri="{FF2B5EF4-FFF2-40B4-BE49-F238E27FC236}">
                      <ns2:creationId id="{E2F59BF0-8408-A19A-98EA-13B189F07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直線コネクタ 130">
                  <a:extLst>
                    <a:ext uri="{FF2B5EF4-FFF2-40B4-BE49-F238E27FC236}">
                      <ns2:creationId id="{70BBAA84-11A6-EEED-1C4A-3820D30F67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直線コネクタ 131">
                  <a:extLst>
                    <a:ext uri="{FF2B5EF4-FFF2-40B4-BE49-F238E27FC236}">
                      <ns2:creationId id="{4A7485F7-4A29-7561-EBDF-E76967C935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658363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直線コネクタ 132">
                  <a:extLst>
                    <a:ext uri="{FF2B5EF4-FFF2-40B4-BE49-F238E27FC236}">
                      <ns2:creationId id="{DE684666-A027-5B33-8302-094135470F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658363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直線コネクタ 133">
                  <a:extLst>
                    <a:ext uri="{FF2B5EF4-FFF2-40B4-BE49-F238E27FC236}">
                      <ns2:creationId id="{CF5E0B6D-C896-6BC9-2589-7FEA0E1E3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658363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グループ化 134">
                <a:extLst>
                  <a:ext uri="{FF2B5EF4-FFF2-40B4-BE49-F238E27FC236}">
                    <ns2:creationId id="{A4936DAE-636B-B16D-3821-A85FDFC24EA8}"/>
                  </a:ext>
                </a:extLst>
              </p:cNvPr>
              <p:cNvGrpSpPr/>
              <p:nvPr/>
            </p:nvGrpSpPr>
            <p:grpSpPr>
              <a:xfrm>
                <a:off x="4487151" y="4865771"/>
                <a:ext cx="5012682" cy="0"/>
                <a:chOff x="4487151" y="4829906"/>
                <a:chExt cx="5012682" cy="0"/>
              </a:xfrm>
            </p:grpSpPr>
            <p:cxnSp>
              <p:nvCxnSpPr>
                <p:cNvPr id="138" name="直線コネクタ 137">
                  <a:extLst>
                    <a:ext uri="{FF2B5EF4-FFF2-40B4-BE49-F238E27FC236}">
                      <ns2:creationId id="{24D59982-C1AF-D3EE-EEC3-FB5C9EE65E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線コネクタ 138">
                  <a:extLst>
                    <a:ext uri="{FF2B5EF4-FFF2-40B4-BE49-F238E27FC236}">
                      <ns2:creationId id="{EAA3A556-AC3E-3DF5-4434-DFB99621CD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直線コネクタ 139">
                  <a:extLst>
                    <a:ext uri="{FF2B5EF4-FFF2-40B4-BE49-F238E27FC236}">
                      <ns2:creationId id="{C996C7F2-0271-546B-552D-9A099CC918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4829906"/>
                  <a:ext cx="64604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線コネクタ 140">
                  <a:extLst>
                    <a:ext uri="{FF2B5EF4-FFF2-40B4-BE49-F238E27FC236}">
                      <ns2:creationId id="{C2A7F560-A81A-720A-4B68-5F4A0E5E82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4829906"/>
                  <a:ext cx="215999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直線コネクタ 141">
                  <a:extLst>
                    <a:ext uri="{FF2B5EF4-FFF2-40B4-BE49-F238E27FC236}">
                      <ns2:creationId id="{3B73BB19-02EF-7D76-A8B0-40A8FFEC4B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4829906"/>
                  <a:ext cx="6467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7" name="二等辺三角形 156">
                <a:extLst>
                  <a:ext uri="{FF2B5EF4-FFF2-40B4-BE49-F238E27FC236}">
                    <ns2:creationId id="{27677426-EE08-0C31-5440-2315991E9794}"/>
                  </a:ext>
                </a:extLst>
              </p:cNvPr>
              <p:cNvSpPr/>
              <p:nvPr/>
            </p:nvSpPr>
            <p:spPr>
              <a:xfrm>
                <a:off x="8009030" y="4438994"/>
                <a:ext cx="144000" cy="144000"/>
              </a:xfrm>
              <a:prstGeom prst="triangle">
                <a:avLst/>
              </a:prstGeom>
              <a:solidFill>
                <a:srgbClr val="EDEDED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" name="グループ化 14">
              <a:extLst>
                <a:ext uri="{FF2B5EF4-FFF2-40B4-BE49-F238E27FC236}">
                  <ns2:creationId id="{4049AA9D-34E5-AE44-B492-E2BAA9CA6A2E}"/>
                </a:ext>
              </a:extLst>
            </p:cNvPr>
            <p:cNvGrpSpPr/>
            <p:nvPr/>
          </p:nvGrpSpPr>
          <p:grpSpPr>
            <a:xfrm>
              <a:off x="9695511" y="2466132"/>
              <a:ext cx="2091774" cy="920881"/>
              <a:chOff x="9695511" y="2466132"/>
              <a:chExt cx="2091774" cy="920881"/>
            </a:xfrm>
          </p:grpSpPr>
          <p:cxnSp>
            <p:nvCxnSpPr>
              <p:cNvPr id="76" name="コネクタ: カギ線 64">
                <a:extLst>
                  <a:ext uri="{FF2B5EF4-FFF2-40B4-BE49-F238E27FC236}">
                    <ns2:creationId id="{5FBB2960-DE7D-0069-5886-25A32B3D2F73}"/>
                  </a:ext>
                </a:extLst>
              </p:cNvPr>
              <p:cNvCxnSpPr>
                <a:stCxn id="68" idx="3"/>
                <a:endCxn id="69" idx="1"/>
              </p:cNvCxnSpPr>
              <p:nvPr/>
            </p:nvCxnSpPr>
            <p:spPr>
              <a:xfrm flipV="1">
                <a:off x="11029398" y="255613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コネクタ: カギ線 65">
                <a:extLst>
                  <a:ext uri="{FF2B5EF4-FFF2-40B4-BE49-F238E27FC236}">
                    <ns2:creationId id="{7D2301B9-CAF9-70D4-4C7C-E4DEEFE21D93}"/>
                  </a:ext>
                </a:extLst>
              </p:cNvPr>
              <p:cNvCxnSpPr>
                <a:stCxn id="68" idx="3"/>
                <a:endCxn id="71" idx="1"/>
              </p:cNvCxnSpPr>
              <p:nvPr/>
            </p:nvCxnSpPr>
            <p:spPr>
              <a:xfrm>
                <a:off x="11029398" y="267961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コネクタ: カギ線 66">
                <a:extLst>
                  <a:ext uri="{FF2B5EF4-FFF2-40B4-BE49-F238E27FC236}">
                    <ns2:creationId id="{79EA3759-D4A4-6755-5FFC-08D1EEB0716A}"/>
                  </a:ext>
                </a:extLst>
              </p:cNvPr>
              <p:cNvCxnSpPr>
                <a:stCxn id="70" idx="3"/>
                <a:endCxn id="72" idx="1"/>
              </p:cNvCxnSpPr>
              <p:nvPr/>
            </p:nvCxnSpPr>
            <p:spPr>
              <a:xfrm flipV="1">
                <a:off x="11029400" y="3050052"/>
                <a:ext cx="181885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コネクタ: カギ線 67">
                <a:extLst>
                  <a:ext uri="{FF2B5EF4-FFF2-40B4-BE49-F238E27FC236}">
                    <ns2:creationId id="{E60E67CA-8223-0D6B-3241-D644A497DEB8}"/>
                  </a:ext>
                </a:extLst>
              </p:cNvPr>
              <p:cNvCxnSpPr>
                <a:cxnSpLocks/>
                <a:stCxn id="70" idx="3"/>
                <a:endCxn id="73" idx="1"/>
              </p:cNvCxnSpPr>
              <p:nvPr/>
            </p:nvCxnSpPr>
            <p:spPr>
              <a:xfrm>
                <a:off x="11029400" y="3173532"/>
                <a:ext cx="181885" cy="123481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正方形/長方形 66">
                <a:extLst>
                  <a:ext uri="{FF2B5EF4-FFF2-40B4-BE49-F238E27FC236}">
                    <ns2:creationId id="{2DB375E0-9C76-603E-E64D-90D7A8987513}"/>
                  </a:ext>
                </a:extLst>
              </p:cNvPr>
              <p:cNvSpPr/>
              <p:nvPr/>
            </p:nvSpPr>
            <p:spPr>
              <a:xfrm>
                <a:off x="9695511" y="2836572"/>
                <a:ext cx="576000" cy="180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9F39E44-7034-E3D2-7565-B62D2D75D526}"/>
                  </a:ext>
                </a:extLst>
              </p:cNvPr>
              <p:cNvSpPr/>
              <p:nvPr/>
            </p:nvSpPr>
            <p:spPr>
              <a:xfrm>
                <a:off x="10453398" y="258961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3720F4-0406-16A6-3C71-04029E128534}"/>
                  </a:ext>
                </a:extLst>
              </p:cNvPr>
              <p:cNvSpPr/>
              <p:nvPr/>
            </p:nvSpPr>
            <p:spPr>
              <a:xfrm>
                <a:off x="11211285" y="24661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A62C4655-73DA-E819-3805-E2118B00229B}"/>
                  </a:ext>
                </a:extLst>
              </p:cNvPr>
              <p:cNvSpPr/>
              <p:nvPr/>
            </p:nvSpPr>
            <p:spPr>
              <a:xfrm>
                <a:off x="10453400" y="30835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8C1525EC-C4E3-B88A-87CE-8389ECA5C4E0}"/>
                  </a:ext>
                </a:extLst>
              </p:cNvPr>
              <p:cNvSpPr/>
              <p:nvPr/>
            </p:nvSpPr>
            <p:spPr>
              <a:xfrm>
                <a:off x="11211285" y="2713092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8D8D3079-922F-D283-62C1-417DD82671E0}"/>
                  </a:ext>
                </a:extLst>
              </p:cNvPr>
              <p:cNvSpPr/>
              <p:nvPr/>
            </p:nvSpPr>
            <p:spPr>
              <a:xfrm>
                <a:off x="11211285" y="296005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0E85E6E7-A0C3-934F-1401-832D2F34F964}"/>
                  </a:ext>
                </a:extLst>
              </p:cNvPr>
              <p:cNvSpPr/>
              <p:nvPr/>
            </p:nvSpPr>
            <p:spPr>
              <a:xfrm>
                <a:off x="11211285" y="3207013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" name="コネクタ: カギ線 65">
                <a:extLst>
                  <a:ext uri="{FF2B5EF4-FFF2-40B4-BE49-F238E27FC236}">
                    <ns2:creationId id="{3BE3CF5D-6F27-B4C6-0AFC-7FDE5132A440}"/>
                  </a:ext>
                </a:extLst>
              </p:cNvPr>
              <p:cNvCxnSpPr>
                <a:cxnSpLocks/>
                <a:stCxn id="67" idx="3"/>
                <a:endCxn id="70" idx="1"/>
              </p:cNvCxnSpPr>
              <p:nvPr/>
            </p:nvCxnSpPr>
            <p:spPr>
              <a:xfrm>
                <a:off x="10271511" y="2926572"/>
                <a:ext cx="181889" cy="24696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コネクタ: カギ線 65">
                <a:extLst>
                  <a:ext uri="{FF2B5EF4-FFF2-40B4-BE49-F238E27FC236}">
                    <ns2:creationId id="{61AD9A62-B863-9F1D-F124-DA038A239A68}"/>
                  </a:ext>
                </a:extLst>
              </p:cNvPr>
              <p:cNvCxnSpPr>
                <a:cxnSpLocks/>
                <a:stCxn id="67" idx="3"/>
                <a:endCxn id="68" idx="1"/>
              </p:cNvCxnSpPr>
              <p:nvPr/>
            </p:nvCxnSpPr>
            <p:spPr>
              <a:xfrm flipV="1">
                <a:off x="10271511" y="2679612"/>
                <a:ext cx="181887" cy="24696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グループ化 25">
              <a:extLst>
                <a:ext uri="{FF2B5EF4-FFF2-40B4-BE49-F238E27FC236}">
                  <ns2:creationId id="{6CD0714D-A96A-EBC1-FC86-DE07A7ADB576}"/>
                </a:ext>
              </a:extLst>
            </p:cNvPr>
            <p:cNvGrpSpPr/>
            <p:nvPr/>
          </p:nvGrpSpPr>
          <p:grpSpPr>
            <a:xfrm>
              <a:off x="340466" y="2028561"/>
              <a:ext cx="1080000" cy="342000"/>
              <a:chOff x="340466" y="2028561"/>
              <a:chExt cx="1080000" cy="342000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F5298996-1CC0-87D1-EAC8-042650C1004A}"/>
                  </a:ext>
                </a:extLst>
              </p:cNvPr>
              <p:cNvSpPr/>
              <p:nvPr/>
            </p:nvSpPr>
            <p:spPr>
              <a:xfrm>
                <a:off x="340466" y="2028561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8" name="グラフィックス 17" descr="電球と鉛筆 単色塗りつぶし">
                <a:extLst>
                  <a:ext uri="{FF2B5EF4-FFF2-40B4-BE49-F238E27FC236}">
                    <ns2:creationId id="{215FDCA3-DE79-FE2B-9F7D-266DA54F90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168466" y="211856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0F06C731-F370-939F-7084-F8D2B380B93D}"/>
                </a:ext>
              </a:extLst>
            </p:cNvPr>
            <p:cNvGrpSpPr/>
            <p:nvPr/>
          </p:nvGrpSpPr>
          <p:grpSpPr>
            <a:xfrm>
              <a:off x="340466" y="1640319"/>
              <a:ext cx="1080000" cy="342000"/>
              <a:chOff x="340466" y="1640319"/>
              <a:chExt cx="1080000" cy="342000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A5C4B21F-37CD-A31A-F060-2904CDEA0865}"/>
                  </a:ext>
                </a:extLst>
              </p:cNvPr>
              <p:cNvSpPr/>
              <p:nvPr/>
            </p:nvSpPr>
            <p:spPr>
              <a:xfrm>
                <a:off x="340466" y="1640319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kumimoji="1"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" name="グラフィックス 18" descr="日毎カレンダー 単色塗りつぶし">
                <a:extLst>
                  <a:ext uri="{FF2B5EF4-FFF2-40B4-BE49-F238E27FC236}">
                    <ns2:creationId id="{DA0A0570-E3D5-4697-3DDD-936179D81A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68466" y="1685319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D6EF1006-20D1-F7E8-F5E9-27CA5BF0831B}"/>
                </a:ext>
              </a:extLst>
            </p:cNvPr>
            <p:cNvGrpSpPr/>
            <p:nvPr/>
          </p:nvGrpSpPr>
          <p:grpSpPr>
            <a:xfrm>
              <a:off x="340466" y="2416803"/>
              <a:ext cx="1080000" cy="3898714"/>
              <a:chOff x="340466" y="2416803"/>
              <a:chExt cx="1080000" cy="3898714"/>
            </a:xfrm>
          </p:grpSpPr>
          <p:sp>
            <p:nvSpPr>
              <p:cNvPr id="102" name="正方形/長方形 101">
                <a:extLst>
                  <a:ext uri="{FF2B5EF4-FFF2-40B4-BE49-F238E27FC236}">
                    <ns2:creationId id="{70DB5327-424E-8116-1EEB-F68949CBED24}"/>
                  </a:ext>
                </a:extLst>
              </p:cNvPr>
              <p:cNvSpPr/>
              <p:nvPr/>
            </p:nvSpPr>
            <p:spPr>
              <a:xfrm>
                <a:off x="340466" y="2416803"/>
                <a:ext cx="1080000" cy="3898714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" name="グラフィックス 19" descr="クリップボード: チェックマーク 単色塗りつぶし">
                <a:extLst>
                  <a:ext uri="{FF2B5EF4-FFF2-40B4-BE49-F238E27FC236}">
                    <ns2:creationId id="{562A3F8D-E91D-EB64-BC02-2FA80D8A36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68466" y="4506860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188674625"/>
      </p:ext>
    </p:extLst>
  </p:cSld>
  <p:clrMapOvr>
    <a:masterClrMapping/>
  </p:clrMapOvr>
</p:sld>
</file>

<file path=ppt/slides/slide149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markup-compatibility/2006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7A3A11E-67D6-1E33-A862-D4E520C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3617772-2A2B-84D9-0147-295226930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AI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5" name="グループ化 24">
            <a:extLst>
              <a:ext uri="{FF2B5EF4-FFF2-40B4-BE49-F238E27FC236}">
                <ns2:creationId id="{130EFED5-369A-F6CD-6520-F2E2923C1CE1}"/>
              </a:ext>
            </a:extLst>
          </p:cNvPr>
          <p:cNvGrpSpPr/>
          <p:nvPr/>
        </p:nvGrpSpPr>
        <p:grpSpPr>
          <a:xfrm>
            <a:off x="334963" y="998379"/>
            <a:ext cx="11522075" cy="911245"/>
            <a:chOff x="334963" y="998379"/>
            <a:chExt cx="11522075" cy="1032653"/>
          </a:xfrm>
        </p:grpSpPr>
        <p:sp>
          <p:nvSpPr>
            <p:cNvPr id="9" name="正方形/長方形 8">
              <a:extLst>
                <a:ext uri="{FF2B5EF4-FFF2-40B4-BE49-F238E27FC236}">
                  <ns2:creationId id="{89E492C0-5AC3-3F36-E210-15DD626CE06D}"/>
                </a:ext>
              </a:extLst>
            </p:cNvPr>
            <p:cNvSpPr/>
            <p:nvPr/>
          </p:nvSpPr>
          <p:spPr>
            <a:xfrm>
              <a:off x="334963" y="1171925"/>
              <a:ext cx="11522075" cy="859107"/>
            </a:xfrm>
            <a:prstGeom prst="rect">
              <a:avLst/>
            </a:prstGeom>
            <a:noFill/>
            <a:ln w="38100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Meiryo UI" panose="020B0604030504040204" pitchFamily="34" charset="-128"/>
                <a:buChar char="▶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0CE3708-F456-2C04-F20D-907A731B1735}"/>
                </a:ext>
              </a:extLst>
            </p:cNvPr>
            <p:cNvSpPr/>
            <p:nvPr/>
          </p:nvSpPr>
          <p:spPr>
            <a:xfrm>
              <a:off x="569046" y="998379"/>
              <a:ext cx="1260833" cy="30784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36" name="グループ化 135">
            <a:extLst>
              <a:ext uri="{FF2B5EF4-FFF2-40B4-BE49-F238E27FC236}">
                <ns2:creationId id="{B0970527-B180-EF2B-1713-40E724F85D7D}"/>
              </a:ext>
            </a:extLst>
          </p:cNvPr>
          <p:cNvGrpSpPr/>
          <p:nvPr/>
        </p:nvGrpSpPr>
        <p:grpSpPr>
          <a:xfrm>
            <a:off x="4723867" y="2002335"/>
            <a:ext cx="300360" cy="4302000"/>
            <a:chOff x="4723867" y="2002335"/>
            <a:chExt cx="300360" cy="4302000"/>
          </a:xfrm>
        </p:grpSpPr>
        <p:cxnSp>
          <p:nvCxnSpPr>
            <p:cNvPr id="4" name="直線コネクタ 3">
              <a:extLst>
                <a:ext uri="{FF2B5EF4-FFF2-40B4-BE49-F238E27FC236}">
                  <ns2:creationId id="{1B994430-D603-1947-07B3-757ECFE678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4997" y="2002335"/>
              <a:ext cx="0" cy="4302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グループ化 5">
              <a:extLst>
                <a:ext uri="{FF2B5EF4-FFF2-40B4-BE49-F238E27FC236}">
                  <ns2:creationId id="{A8610AFC-BD9C-80AB-E783-3B5070F2A81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23867" y="4008946"/>
              <a:ext cx="300360" cy="288779"/>
              <a:chOff x="4481975" y="4551664"/>
              <a:chExt cx="375450" cy="360974"/>
            </a:xfrm>
          </p:grpSpPr>
          <p:sp>
            <p:nvSpPr>
              <p:cNvPr id="11" name="円/楕円 8">
                <a:extLst>
                  <a:ext uri="{FF2B5EF4-FFF2-40B4-BE49-F238E27FC236}">
                    <ns2:creationId id="{C9728E11-196F-8C8E-8B34-4FAFF12C60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ADEA0174-E99A-2BBE-AF9C-12E3C688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5" name="グループ化 134">
            <a:extLst>
              <a:ext uri="{FF2B5EF4-FFF2-40B4-BE49-F238E27FC236}">
                <ns2:creationId id="{474FB201-B335-90A8-195C-B6217BEF3CBD}"/>
              </a:ext>
            </a:extLst>
          </p:cNvPr>
          <p:cNvGrpSpPr/>
          <p:nvPr/>
        </p:nvGrpSpPr>
        <p:grpSpPr>
          <a:xfrm>
            <a:off x="334963" y="2002747"/>
            <a:ext cx="4306485" cy="4301175"/>
            <a:chOff x="334963" y="2002747"/>
            <a:chExt cx="4306485" cy="4301175"/>
          </a:xfrm>
        </p:grpSpPr>
        <p:grpSp>
          <p:nvGrpSpPr>
            <p:cNvPr id="126" name="グループ化 125">
              <a:extLst>
                <a:ext uri="{FF2B5EF4-FFF2-40B4-BE49-F238E27FC236}">
                  <ns2:creationId id="{CECB28FE-FA09-FEBF-76E7-9A389A840EE6}"/>
                </a:ext>
              </a:extLst>
            </p:cNvPr>
            <p:cNvGrpSpPr/>
            <p:nvPr/>
          </p:nvGrpSpPr>
          <p:grpSpPr>
            <a:xfrm>
              <a:off x="334963" y="4172164"/>
              <a:ext cx="4306485" cy="2131758"/>
              <a:chOff x="334963" y="4172164"/>
              <a:chExt cx="4306485" cy="2131758"/>
            </a:xfrm>
          </p:grpSpPr>
          <p:grpSp>
            <p:nvGrpSpPr>
              <p:cNvPr id="54" name="グループ化 53">
                <a:extLst>
                  <a:ext uri="{FF2B5EF4-FFF2-40B4-BE49-F238E27FC236}">
                    <ns2:creationId id="{8C3CBC41-B747-3FFF-EA4D-6ED65AF3AF22}"/>
                  </a:ext>
                </a:extLst>
              </p:cNvPr>
              <p:cNvGrpSpPr/>
              <p:nvPr/>
            </p:nvGrpSpPr>
            <p:grpSpPr>
              <a:xfrm>
                <a:off x="399434" y="4481118"/>
                <a:ext cx="4177543" cy="1780686"/>
                <a:chOff x="6758734" y="4508812"/>
                <a:chExt cx="4177543" cy="1780686"/>
              </a:xfrm>
            </p:grpSpPr>
            <p:grpSp>
              <p:nvGrpSpPr>
                <p:cNvPr id="53" name="グループ化 52">
                  <a:extLst>
                    <a:ext uri="{FF2B5EF4-FFF2-40B4-BE49-F238E27FC236}">
                      <ns2:creationId id="{06328206-A5BC-BC9D-3234-278918E2F1AD}"/>
                    </a:ext>
                  </a:extLst>
                </p:cNvPr>
                <p:cNvGrpSpPr/>
                <p:nvPr/>
              </p:nvGrpSpPr>
              <p:grpSpPr>
                <a:xfrm>
                  <a:off x="6758734" y="4508812"/>
                  <a:ext cx="1354251" cy="1780686"/>
                  <a:chOff x="6758734" y="4528040"/>
                  <a:chExt cx="1354251" cy="1780686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ns2:creationId id="{13CB9394-5258-33D9-2D16-6E3CAF5E9714}"/>
                      </a:ext>
                    </a:extLst>
                  </p:cNvPr>
                  <p:cNvSpPr/>
                  <p:nvPr/>
                </p:nvSpPr>
                <p:spPr>
                  <a:xfrm>
                    <a:off x="6758734" y="4528040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8" name="正方形/長方形 47">
                    <a:extLst>
                      <a:ext uri="{FF2B5EF4-FFF2-40B4-BE49-F238E27FC236}">
                        <ns2:creationId id="{79055012-15D1-3256-98D7-6DE2A47A9970}"/>
                      </a:ext>
                    </a:extLst>
                  </p:cNvPr>
                  <p:cNvSpPr/>
                  <p:nvPr/>
                </p:nvSpPr>
                <p:spPr>
                  <a:xfrm>
                    <a:off x="6758734" y="4947485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2" name="グループ化 51">
                  <a:extLst>
                    <a:ext uri="{FF2B5EF4-FFF2-40B4-BE49-F238E27FC236}">
                      <ns2:creationId id="{22318CE2-3A61-64A1-247D-0D0455929EFD}"/>
                    </a:ext>
                  </a:extLst>
                </p:cNvPr>
                <p:cNvGrpSpPr/>
                <p:nvPr/>
              </p:nvGrpSpPr>
              <p:grpSpPr>
                <a:xfrm>
                  <a:off x="8170380" y="4508812"/>
                  <a:ext cx="1354251" cy="1780686"/>
                  <a:chOff x="8211770" y="4508812"/>
                  <a:chExt cx="1354251" cy="1780686"/>
                </a:xfrm>
              </p:grpSpPr>
              <p:sp>
                <p:nvSpPr>
                  <p:cNvPr id="45" name="正方形/長方形 44">
                    <a:extLst>
                      <a:ext uri="{FF2B5EF4-FFF2-40B4-BE49-F238E27FC236}">
                        <ns2:creationId id="{F0A4D8CA-40D9-FD4C-0D76-7D00909B7579}"/>
                      </a:ext>
                    </a:extLst>
                  </p:cNvPr>
                  <p:cNvSpPr/>
                  <p:nvPr/>
                </p:nvSpPr>
                <p:spPr>
                  <a:xfrm>
                    <a:off x="8211770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9" name="正方形/長方形 48">
                    <a:extLst>
                      <a:ext uri="{FF2B5EF4-FFF2-40B4-BE49-F238E27FC236}">
                        <ns2:creationId id="{BD0F4E31-AAE7-A0B2-A378-41B103158AA3}"/>
                      </a:ext>
                    </a:extLst>
                  </p:cNvPr>
                  <p:cNvSpPr/>
                  <p:nvPr/>
                </p:nvSpPr>
                <p:spPr>
                  <a:xfrm>
                    <a:off x="8211770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432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</a:b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) 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1" name="グループ化 50">
                  <a:extLst>
                    <a:ext uri="{FF2B5EF4-FFF2-40B4-BE49-F238E27FC236}">
                      <ns2:creationId id="{A207FCF2-7468-758A-ED2D-FCB2E1565614}"/>
                    </a:ext>
                  </a:extLst>
                </p:cNvPr>
                <p:cNvGrpSpPr/>
                <p:nvPr/>
              </p:nvGrpSpPr>
              <p:grpSpPr>
                <a:xfrm>
                  <a:off x="9582026" y="4508812"/>
                  <a:ext cx="1354251" cy="1780686"/>
                  <a:chOff x="9582026" y="4508812"/>
                  <a:chExt cx="1354251" cy="1780686"/>
                </a:xfrm>
              </p:grpSpPr>
              <p:sp>
                <p:nvSpPr>
                  <p:cNvPr id="46" name="正方形/長方形 45">
                    <a:extLst>
                      <a:ext uri="{FF2B5EF4-FFF2-40B4-BE49-F238E27FC236}">
                        <ns2:creationId id="{CC3D9466-C89D-04C5-0112-472622230903}"/>
                      </a:ext>
                    </a:extLst>
                  </p:cNvPr>
                  <p:cNvSpPr/>
                  <p:nvPr/>
                </p:nvSpPr>
                <p:spPr>
                  <a:xfrm>
                    <a:off x="9582026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0" name="正方形/長方形 49">
                    <a:extLst>
                      <a:ext uri="{FF2B5EF4-FFF2-40B4-BE49-F238E27FC236}">
                        <ns2:creationId id="{8712D47C-AB04-0246-2043-189C5E9D20FA}"/>
                      </a:ext>
                    </a:extLst>
                  </p:cNvPr>
                  <p:cNvSpPr/>
                  <p:nvPr/>
                </p:nvSpPr>
                <p:spPr>
                  <a:xfrm>
                    <a:off x="9582026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108" name="グループ化 107">
                <a:extLst>
                  <a:ext uri="{FF2B5EF4-FFF2-40B4-BE49-F238E27FC236}">
                    <ns2:creationId id="{51AEAD16-5986-6152-2473-9B34EBEB602A}"/>
                  </a:ext>
                </a:extLst>
              </p:cNvPr>
              <p:cNvGrpSpPr/>
              <p:nvPr/>
            </p:nvGrpSpPr>
            <p:grpSpPr>
              <a:xfrm>
                <a:off x="334963" y="4172164"/>
                <a:ext cx="4306485" cy="2131758"/>
                <a:chOff x="334963" y="1958989"/>
                <a:chExt cx="4306485" cy="2131758"/>
              </a:xfrm>
            </p:grpSpPr>
            <p:sp>
              <p:nvSpPr>
                <p:cNvPr id="109" name="正方形/長方形 108">
                  <a:extLst>
                    <a:ext uri="{FF2B5EF4-FFF2-40B4-BE49-F238E27FC236}">
                      <ns2:creationId id="{62570DFE-6D0F-486A-6840-601667BDED93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4306485" cy="2131758"/>
                </a:xfrm>
                <a:prstGeom prst="rect">
                  <a:avLst/>
                </a:prstGeom>
                <a:noFill/>
                <a:ln w="9525">
                  <a:solidFill>
                    <a:srgbClr val="96969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A7181BEB-7F6F-7A36-6EF8-A70247ED4C6C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576000" cy="252000"/>
                </a:xfrm>
                <a:prstGeom prst="rect">
                  <a:avLst/>
                </a:prstGeom>
                <a:solidFill>
                  <a:srgbClr val="969696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直角三角形 110">
                  <a:extLst>
                    <a:ext uri="{FF2B5EF4-FFF2-40B4-BE49-F238E27FC236}">
                      <ns2:creationId id="{D0609E05-8347-1091-0CDD-BB6717BDF29C}"/>
                    </a:ext>
                  </a:extLst>
                </p:cNvPr>
                <p:cNvSpPr/>
                <p:nvPr/>
              </p:nvSpPr>
              <p:spPr>
                <a:xfrm flipV="1">
                  <a:off x="910963" y="1958989"/>
                  <a:ext cx="180000" cy="252000"/>
                </a:xfrm>
                <a:prstGeom prst="rtTriangle">
                  <a:avLst/>
                </a:prstGeom>
                <a:solidFill>
                  <a:srgbClr val="96969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25" name="グループ化 124">
              <a:extLst>
                <a:ext uri="{FF2B5EF4-FFF2-40B4-BE49-F238E27FC236}">
                  <ns2:creationId id="{55AC6BE7-61AE-6073-CC27-78AE1697D693}"/>
                </a:ext>
              </a:extLst>
            </p:cNvPr>
            <p:cNvGrpSpPr/>
            <p:nvPr/>
          </p:nvGrpSpPr>
          <p:grpSpPr>
            <a:xfrm>
              <a:off x="334963" y="2002747"/>
              <a:ext cx="4306485" cy="2088000"/>
              <a:chOff x="334963" y="2002747"/>
              <a:chExt cx="4306485" cy="20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8CE86F6-6F4C-C4A8-42F2-8D1056AA1208}"/>
                  </a:ext>
                </a:extLst>
              </p:cNvPr>
              <p:cNvSpPr/>
              <p:nvPr/>
            </p:nvSpPr>
            <p:spPr>
              <a:xfrm>
                <a:off x="335405" y="2365117"/>
                <a:ext cx="4305600" cy="429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6" name="グループ化 115">
                <a:extLst>
                  <a:ext uri="{FF2B5EF4-FFF2-40B4-BE49-F238E27FC236}">
                    <ns2:creationId id="{FCA1956E-2F94-D893-2669-9E149925C594}"/>
                  </a:ext>
                </a:extLst>
              </p:cNvPr>
              <p:cNvGrpSpPr/>
              <p:nvPr/>
            </p:nvGrpSpPr>
            <p:grpSpPr>
              <a:xfrm>
                <a:off x="1545005" y="2875949"/>
                <a:ext cx="3096000" cy="540000"/>
                <a:chOff x="1240966" y="2794532"/>
                <a:chExt cx="3096000" cy="540000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ns2:creationId id="{D8C18B06-F8A8-7F6F-56A0-D5987E69EA0A}"/>
                    </a:ext>
                  </a:extLst>
                </p:cNvPr>
                <p:cNvSpPr/>
                <p:nvPr/>
              </p:nvSpPr>
              <p:spPr>
                <a:xfrm>
                  <a:off x="1240966" y="2794532"/>
                  <a:ext cx="3096000" cy="54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" name="正方形/長方形 32">
                  <a:extLst>
                    <a:ext uri="{FF2B5EF4-FFF2-40B4-BE49-F238E27FC236}">
                      <ns2:creationId id="{F9AB846F-34F7-D3F3-3B87-3AF2FD528422}"/>
                    </a:ext>
                  </a:extLst>
                </p:cNvPr>
                <p:cNvSpPr/>
                <p:nvPr/>
              </p:nvSpPr>
              <p:spPr>
                <a:xfrm>
                  <a:off x="2599763" y="2794532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ns2:creationId id="{687B398B-5BC2-73B1-1D0B-35756EEC815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07094" y="2923680"/>
                <a:ext cx="898399" cy="1073152"/>
                <a:chOff x="6923314" y="4093279"/>
                <a:chExt cx="916399" cy="1094653"/>
              </a:xfrm>
            </p:grpSpPr>
            <p:sp>
              <p:nvSpPr>
                <p:cNvPr id="35" name="二等辺三角形 34">
                  <a:extLst>
                    <a:ext uri="{FF2B5EF4-FFF2-40B4-BE49-F238E27FC236}">
                      <ns2:creationId id="{912D59EF-AC3B-613A-3B1A-486B5385D98E}"/>
                    </a:ext>
                  </a:extLst>
                </p:cNvPr>
                <p:cNvSpPr/>
                <p:nvPr/>
              </p:nvSpPr>
              <p:spPr>
                <a:xfrm rot="10800000">
                  <a:off x="6923314" y="4093279"/>
                  <a:ext cx="916399" cy="1094652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ns2:creationId id="{603291D8-1BF3-5D18-89DB-19C4B93239BE}"/>
                    </a:ext>
                  </a:extLst>
                </p:cNvPr>
                <p:cNvSpPr/>
                <p:nvPr/>
              </p:nvSpPr>
              <p:spPr>
                <a:xfrm rot="10800000">
                  <a:off x="7115285" y="4550736"/>
                  <a:ext cx="532459" cy="637196"/>
                </a:xfrm>
                <a:prstGeom prst="triangl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熱望 単色塗りつぶし">
                  <a:extLst>
                    <a:ext uri="{FF2B5EF4-FFF2-40B4-BE49-F238E27FC236}">
                      <ns2:creationId id="{9A9132DE-B93E-40FF-0A0F-BA78EC0BCE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179547" y="4108321"/>
                  <a:ext cx="403934" cy="403934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歯車付きの頭 単色塗りつぶし">
                  <a:extLst>
                    <a:ext uri="{FF2B5EF4-FFF2-40B4-BE49-F238E27FC236}">
                      <ns2:creationId id="{C488F727-CC12-B64F-883C-26BB686248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7234629" y="4620691"/>
                  <a:ext cx="293770" cy="293770"/>
                </a:xfrm>
                <a:prstGeom prst="rect">
                  <a:avLst/>
                </a:prstGeom>
              </p:spPr>
            </p:pic>
          </p:grpSp>
          <p:grpSp>
            <p:nvGrpSpPr>
              <p:cNvPr id="112" name="グループ化 111">
                <a:extLst>
                  <a:ext uri="{FF2B5EF4-FFF2-40B4-BE49-F238E27FC236}">
                    <ns2:creationId id="{E8FFAAFF-39FF-2D7C-1C72-285F9737BA58}"/>
                  </a:ext>
                </a:extLst>
              </p:cNvPr>
              <p:cNvGrpSpPr/>
              <p:nvPr/>
            </p:nvGrpSpPr>
            <p:grpSpPr>
              <a:xfrm>
                <a:off x="1714205" y="2052414"/>
                <a:ext cx="1620000" cy="324000"/>
                <a:chOff x="-2252987" y="3354113"/>
                <a:chExt cx="1620000" cy="324000"/>
              </a:xfrm>
            </p:grpSpPr>
            <p:pic>
              <p:nvPicPr>
                <p:cNvPr id="38" name="グラフィックス 37" descr="事業の成長 単色塗りつぶし">
                  <a:extLst>
                    <a:ext uri="{FF2B5EF4-FFF2-40B4-BE49-F238E27FC236}">
                      <ns2:creationId id="{ACF5BD24-EBC2-12A6-6B9C-9F037ADCE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2252987" y="3354113"/>
                  <a:ext cx="324000" cy="324000"/>
                </a:xfrm>
                <a:prstGeom prst="rect">
                  <a:avLst/>
                </a:prstGeom>
              </p:spPr>
            </p:pic>
            <p:sp>
              <p:nvSpPr>
                <p:cNvPr id="105" name="テキスト ボックス 104">
                  <a:extLst>
                    <a:ext uri="{FF2B5EF4-FFF2-40B4-BE49-F238E27FC236}">
                      <ns2:creationId id="{C9B0DA43-EF3D-6743-9416-BD7995344E6C}"/>
                    </a:ext>
                  </a:extLst>
                </p:cNvPr>
                <p:cNvSpPr txBox="1"/>
                <p:nvPr/>
              </p:nvSpPr>
              <p:spPr>
                <a:xfrm>
                  <a:off x="-1928987" y="3354113"/>
                  <a:ext cx="1296000" cy="32400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5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50A28D5D-EDE6-51C0-8C4A-A9E304A3359D}"/>
                  </a:ext>
                </a:extLst>
              </p:cNvPr>
              <p:cNvGrpSpPr/>
              <p:nvPr/>
            </p:nvGrpSpPr>
            <p:grpSpPr>
              <a:xfrm>
                <a:off x="334963" y="2002747"/>
                <a:ext cx="4306485" cy="2088000"/>
                <a:chOff x="334963" y="2002747"/>
                <a:chExt cx="4306485" cy="2088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C22D698F-60B9-802E-CDE8-0886CB68B027}"/>
                    </a:ext>
                  </a:extLst>
                </p:cNvPr>
                <p:cNvSpPr/>
                <p:nvPr/>
              </p:nvSpPr>
              <p:spPr>
                <a:xfrm>
                  <a:off x="334963" y="2002747"/>
                  <a:ext cx="4306485" cy="20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AB62DE65-0E5C-FE1B-8D78-770B94F7C254}"/>
                    </a:ext>
                  </a:extLst>
                </p:cNvPr>
                <p:cNvSpPr/>
                <p:nvPr/>
              </p:nvSpPr>
              <p:spPr>
                <a:xfrm>
                  <a:off x="334963" y="2002748"/>
                  <a:ext cx="576000" cy="252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6" name="直角三角形 105">
                  <a:extLst>
                    <a:ext uri="{FF2B5EF4-FFF2-40B4-BE49-F238E27FC236}">
                      <ns2:creationId id="{417B707E-52BA-6B5D-14F6-B1A78B487B97}"/>
                    </a:ext>
                  </a:extLst>
                </p:cNvPr>
                <p:cNvSpPr/>
                <p:nvPr/>
              </p:nvSpPr>
              <p:spPr>
                <a:xfrm flipV="1">
                  <a:off x="910963" y="2002748"/>
                  <a:ext cx="180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6537C25C-8981-6A46-A3BD-FAAA1EBD69BA}"/>
                  </a:ext>
                </a:extLst>
              </p:cNvPr>
              <p:cNvGrpSpPr/>
              <p:nvPr/>
            </p:nvGrpSpPr>
            <p:grpSpPr>
              <a:xfrm>
                <a:off x="1545005" y="3497366"/>
                <a:ext cx="3096000" cy="541229"/>
                <a:chOff x="1240966" y="3425174"/>
                <a:chExt cx="3096000" cy="541229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FD148D56-476E-A024-AEA7-C3DB7C3C1494}"/>
                    </a:ext>
                  </a:extLst>
                </p:cNvPr>
                <p:cNvSpPr/>
                <p:nvPr/>
              </p:nvSpPr>
              <p:spPr>
                <a:xfrm>
                  <a:off x="1240966" y="3425174"/>
                  <a:ext cx="3096000" cy="54122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ns2:creationId id="{E7FC59A3-C7FF-2BB9-9936-CB406BAA6E20}"/>
                    </a:ext>
                  </a:extLst>
                </p:cNvPr>
                <p:cNvSpPr/>
                <p:nvPr/>
              </p:nvSpPr>
              <p:spPr>
                <a:xfrm>
                  <a:off x="2599763" y="3425174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19" name="直線コネクタ 118">
                <a:extLst>
                  <a:ext uri="{FF2B5EF4-FFF2-40B4-BE49-F238E27FC236}">
                    <ns2:creationId id="{14E19CF1-4255-C2EB-D244-74F1EEB4E6D3}"/>
                  </a:ext>
                </a:extLst>
              </p:cNvPr>
              <p:cNvCxnSpPr/>
              <p:nvPr/>
            </p:nvCxnSpPr>
            <p:spPr>
              <a:xfrm>
                <a:off x="1467465" y="288925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F7F99A9A-740A-E8F5-518E-12AC9EB62985}"/>
                  </a:ext>
                </a:extLst>
              </p:cNvPr>
              <p:cNvCxnSpPr/>
              <p:nvPr/>
            </p:nvCxnSpPr>
            <p:spPr>
              <a:xfrm>
                <a:off x="1467465" y="349798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401162DC-4761-973D-E392-663FF0A7988B}"/>
                  </a:ext>
                </a:extLst>
              </p:cNvPr>
              <p:cNvCxnSpPr/>
              <p:nvPr/>
            </p:nvCxnSpPr>
            <p:spPr>
              <a:xfrm flipH="1">
                <a:off x="1179465" y="3160555"/>
                <a:ext cx="288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45F0791E-CA88-E80C-418F-15F99C4CE4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27465" y="3767980"/>
                <a:ext cx="540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0" name="グループ化 139">
            <a:extLst>
              <a:ext uri="{FF2B5EF4-FFF2-40B4-BE49-F238E27FC236}">
                <ns2:creationId id="{F52C130C-E303-8261-4DC3-6D9A35340630}"/>
              </a:ext>
            </a:extLst>
          </p:cNvPr>
          <p:cNvGrpSpPr/>
          <p:nvPr/>
        </p:nvGrpSpPr>
        <p:grpSpPr>
          <a:xfrm>
            <a:off x="5068545" y="2002748"/>
            <a:ext cx="6788625" cy="4301174"/>
            <a:chOff x="5068545" y="2002748"/>
            <a:chExt cx="6788625" cy="4301174"/>
          </a:xfrm>
        </p:grpSpPr>
        <p:sp>
          <p:nvSpPr>
            <p:cNvPr id="10" name="正方形/長方形 9">
              <a:extLst>
                <a:ext uri="{FF2B5EF4-FFF2-40B4-BE49-F238E27FC236}">
                  <ns2:creationId id="{60C85A8F-89B0-E232-A9B2-E67BCB3FD6CD}"/>
                </a:ext>
              </a:extLst>
            </p:cNvPr>
            <p:cNvSpPr/>
            <p:nvPr/>
          </p:nvSpPr>
          <p:spPr>
            <a:xfrm>
              <a:off x="5068545" y="2002748"/>
              <a:ext cx="6788492" cy="43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(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AI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CB11B0CB-A7F5-EE50-DCB5-6ED5111E9E0E}"/>
                </a:ext>
              </a:extLst>
            </p:cNvPr>
            <p:cNvGrpSpPr/>
            <p:nvPr/>
          </p:nvGrpSpPr>
          <p:grpSpPr>
            <a:xfrm>
              <a:off x="6579569" y="2508494"/>
              <a:ext cx="5277600" cy="1224000"/>
              <a:chOff x="6579570" y="2508494"/>
              <a:chExt cx="5277600" cy="1224000"/>
            </a:xfrm>
          </p:grpSpPr>
          <p:sp>
            <p:nvSpPr>
              <p:cNvPr id="56" name="正方形/長方形 55">
                <a:extLst>
                  <a:ext uri="{FF2B5EF4-FFF2-40B4-BE49-F238E27FC236}">
                    <ns2:creationId id="{D9F33EF1-C667-058B-F074-88D06F3D93CC}"/>
                  </a:ext>
                </a:extLst>
              </p:cNvPr>
              <p:cNvSpPr/>
              <p:nvPr/>
            </p:nvSpPr>
            <p:spPr>
              <a:xfrm>
                <a:off x="6579703" y="2508494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5F984B4D-F5EC-6AD9-BF20-A2121FE4FD73}"/>
                  </a:ext>
                </a:extLst>
              </p:cNvPr>
              <p:cNvSpPr/>
              <p:nvPr/>
            </p:nvSpPr>
            <p:spPr>
              <a:xfrm>
                <a:off x="6579570" y="2757913"/>
                <a:ext cx="5277600" cy="9694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Meiryo UI" panose="020B0604030504040204" pitchFamily="34" charset="-128"/>
                  <a:buChar char="▶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六角形 14">
              <a:extLst>
                <a:ext uri="{FF2B5EF4-FFF2-40B4-BE49-F238E27FC236}">
                  <ns2:creationId id="{CE18BA2F-7FDF-5AFD-D913-867CBFFA16A7}"/>
                </a:ext>
              </a:extLst>
            </p:cNvPr>
            <p:cNvSpPr/>
            <p:nvPr/>
          </p:nvSpPr>
          <p:spPr>
            <a:xfrm>
              <a:off x="5188353" y="2573168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楕円 17">
              <a:extLst>
                <a:ext uri="{FF2B5EF4-FFF2-40B4-BE49-F238E27FC236}">
                  <ns2:creationId id="{92386597-DD68-15A9-5D33-94685AE4D797}"/>
                </a:ext>
              </a:extLst>
            </p:cNvPr>
            <p:cNvSpPr/>
            <p:nvPr/>
          </p:nvSpPr>
          <p:spPr>
            <a:xfrm>
              <a:off x="5125695" y="2573620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6" name="グラフィックス 75" descr="人工知能 単色塗りつぶし">
              <a:extLst>
                <a:ext uri="{FF2B5EF4-FFF2-40B4-BE49-F238E27FC236}">
                  <ns2:creationId id="{1C1D3796-5B03-7D55-1CCE-B3D850997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3160555"/>
              <a:ext cx="437671" cy="437671"/>
            </a:xfrm>
            <a:prstGeom prst="rect">
              <a:avLst/>
            </a:prstGeom>
          </p:spPr>
        </p:pic>
        <p:sp>
          <p:nvSpPr>
            <p:cNvPr id="16" name="六角形 15">
              <a:extLst>
                <a:ext uri="{FF2B5EF4-FFF2-40B4-BE49-F238E27FC236}">
                  <ns2:creationId id="{C4451D22-6087-2EF1-2695-C54830B3C4D9}"/>
                </a:ext>
              </a:extLst>
            </p:cNvPr>
            <p:cNvSpPr/>
            <p:nvPr/>
          </p:nvSpPr>
          <p:spPr>
            <a:xfrm>
              <a:off x="5188353" y="3858882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楕円 18">
              <a:extLst>
                <a:ext uri="{FF2B5EF4-FFF2-40B4-BE49-F238E27FC236}">
                  <ns2:creationId id="{D455F9EE-7ADB-9066-A503-61A448789F2B}"/>
                </a:ext>
              </a:extLst>
            </p:cNvPr>
            <p:cNvSpPr/>
            <p:nvPr/>
          </p:nvSpPr>
          <p:spPr>
            <a:xfrm>
              <a:off x="5125695" y="3862934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グラフィックス 76" descr="人工知能 単色塗りつぶし">
              <a:extLst>
                <a:ext uri="{FF2B5EF4-FFF2-40B4-BE49-F238E27FC236}">
                  <ns2:creationId id="{78F166DC-4FAD-28C0-EC48-98EFA469A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4459915"/>
              <a:ext cx="437671" cy="437671"/>
            </a:xfrm>
            <a:prstGeom prst="rect">
              <a:avLst/>
            </a:prstGeom>
          </p:spPr>
        </p:pic>
        <p:sp>
          <p:nvSpPr>
            <p:cNvPr id="17" name="六角形 16">
              <a:extLst>
                <a:ext uri="{FF2B5EF4-FFF2-40B4-BE49-F238E27FC236}">
                  <ns2:creationId id="{DDC897D9-4115-76FE-B102-2774A3E6F361}"/>
                </a:ext>
              </a:extLst>
            </p:cNvPr>
            <p:cNvSpPr/>
            <p:nvPr/>
          </p:nvSpPr>
          <p:spPr>
            <a:xfrm>
              <a:off x="5188353" y="5144596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AC079A18-F514-E989-883D-3F15C47CCB98}"/>
                </a:ext>
              </a:extLst>
            </p:cNvPr>
            <p:cNvSpPr/>
            <p:nvPr/>
          </p:nvSpPr>
          <p:spPr>
            <a:xfrm>
              <a:off x="5125695" y="5151552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人工知能 単色塗りつぶし">
              <a:extLst>
                <a:ext uri="{FF2B5EF4-FFF2-40B4-BE49-F238E27FC236}">
                  <ns2:creationId id="{8D342DE8-A9AC-CF4F-A4FD-95B375B5E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5759275"/>
              <a:ext cx="437671" cy="437671"/>
            </a:xfrm>
            <a:prstGeom prst="rect">
              <a:avLst/>
            </a:prstGeom>
          </p:spPr>
        </p:pic>
        <p:grpSp>
          <p:nvGrpSpPr>
            <p:cNvPr id="62" name="グループ化 61">
              <a:extLst>
                <a:ext uri="{FF2B5EF4-FFF2-40B4-BE49-F238E27FC236}">
                  <ns2:creationId id="{F3D90ADB-D3D4-D3F7-0CD5-7D5364B6A977}"/>
                </a:ext>
              </a:extLst>
            </p:cNvPr>
            <p:cNvGrpSpPr/>
            <p:nvPr/>
          </p:nvGrpSpPr>
          <p:grpSpPr>
            <a:xfrm>
              <a:off x="6579570" y="5079922"/>
              <a:ext cx="5277600" cy="1224000"/>
              <a:chOff x="6579570" y="5079922"/>
              <a:chExt cx="5277600" cy="1224000"/>
            </a:xfrm>
          </p:grpSpPr>
          <p:sp>
            <p:nvSpPr>
              <p:cNvPr id="60" name="正方形/長方形 59">
                <a:extLst>
                  <a:ext uri="{FF2B5EF4-FFF2-40B4-BE49-F238E27FC236}">
                    <ns2:creationId id="{F73F7D2C-C06D-AF80-748E-CADCEFF1F3ED}"/>
                  </a:ext>
                </a:extLst>
              </p:cNvPr>
              <p:cNvSpPr/>
              <p:nvPr/>
            </p:nvSpPr>
            <p:spPr>
              <a:xfrm>
                <a:off x="6579703" y="5079922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CC084C9F-736F-C480-E03D-05B767C48DB2}"/>
                  </a:ext>
                </a:extLst>
              </p:cNvPr>
              <p:cNvSpPr/>
              <p:nvPr/>
            </p:nvSpPr>
            <p:spPr>
              <a:xfrm>
                <a:off x="6579570" y="5355481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三角形 60">
                <a:extLst>
                  <a:ext uri="{FF2B5EF4-FFF2-40B4-BE49-F238E27FC236}">
                    <ns2:creationId id="{78A42193-3B79-4B1F-F5DF-2C8F7AFE00CD}"/>
                  </a:ext>
                </a:extLst>
              </p:cNvPr>
              <p:cNvSpPr/>
              <p:nvPr/>
            </p:nvSpPr>
            <p:spPr>
              <a:xfrm rot="10800000">
                <a:off x="8858370" y="5567507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ns5:AlternateContent>
            <ns5:Choice Requires="p14">
              <p:contentPart ns6:bwMode="auto" r:id="rId7">
                <ns6:nvContentPartPr>
                  <ns6:cNvPr id="74" name="インク 73">
                    <a:extLst>
                      <a:ext uri="{FF2B5EF4-FFF2-40B4-BE49-F238E27FC236}">
                        <ns2:creationId id="{2282561A-B032-D387-C6D4-3E5CE7A0C26F}"/>
                      </a:ext>
                    </a:extLst>
                  </ns6:cNvPr>
                  <ns6:cNvContentPartPr/>
                  <ns6:nvPr/>
                </ns6:nvContentPartPr>
                <ns6:xfrm>
                  <a:off x="8985620" y="5445390"/>
                  <a:ext cx="360" cy="360"/>
                </ns6:xfrm>
              </p:contentPart>
            </ns5:Choice>
            <ns5:Fallback>
              <p:pic>
                <p:nvPicPr>
                  <p:cNvPr id="74" name="インク 73">
                    <a:extLst>
                      <a:ext uri="{FF2B5EF4-FFF2-40B4-BE49-F238E27FC236}">
                        <ns2:creationId id="{2282561A-B032-D387-C6D4-3E5CE7A0C26F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980940" y="5440710"/>
                    <a:ext cx="9360" cy="9360"/>
                  </a:xfrm>
                  <a:prstGeom prst="rect">
                    <a:avLst/>
                  </a:prstGeom>
                </p:spPr>
              </p:pic>
            </ns5:Fallback>
          </ns5:AlternateContent>
          <p:sp>
            <p:nvSpPr>
              <p:cNvPr id="37" name="正方形/長方形 36">
                <a:extLst>
                  <a:ext uri="{FF2B5EF4-FFF2-40B4-BE49-F238E27FC236}">
                    <ns2:creationId id="{CFF9745D-F73A-DBB5-298F-89D1ACF00A66}"/>
                  </a:ext>
                </a:extLst>
              </p:cNvPr>
              <p:cNvSpPr/>
              <p:nvPr/>
            </p:nvSpPr>
            <p:spPr>
              <a:xfrm>
                <a:off x="6579570" y="5761950"/>
                <a:ext cx="5277600" cy="48474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ns2:creationId id="{CDD962E7-50BF-57F0-F958-B9949525A21B}"/>
                </a:ext>
              </a:extLst>
            </p:cNvPr>
            <p:cNvGrpSpPr/>
            <p:nvPr/>
          </p:nvGrpSpPr>
          <p:grpSpPr>
            <a:xfrm>
              <a:off x="6579569" y="3794208"/>
              <a:ext cx="5277600" cy="1224000"/>
              <a:chOff x="6579569" y="3794208"/>
              <a:chExt cx="5277600" cy="1224000"/>
            </a:xfrm>
          </p:grpSpPr>
          <p:sp>
            <p:nvSpPr>
              <p:cNvPr id="59" name="正方形/長方形 58">
                <a:extLst>
                  <a:ext uri="{FF2B5EF4-FFF2-40B4-BE49-F238E27FC236}">
                    <ns2:creationId id="{155F8C6C-F565-D470-AA10-FEC3ACE0D891}"/>
                  </a:ext>
                </a:extLst>
              </p:cNvPr>
              <p:cNvSpPr/>
              <p:nvPr/>
            </p:nvSpPr>
            <p:spPr>
              <a:xfrm>
                <a:off x="6579702" y="3794208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C8C4B59-BF9D-C09F-1254-B39E871D74EC}"/>
                  </a:ext>
                </a:extLst>
              </p:cNvPr>
              <p:cNvSpPr/>
              <p:nvPr/>
            </p:nvSpPr>
            <p:spPr>
              <a:xfrm>
                <a:off x="6579569" y="4821462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三角形 60">
                <a:extLst>
                  <a:ext uri="{FF2B5EF4-FFF2-40B4-BE49-F238E27FC236}">
                    <ns2:creationId id="{D61C19E3-D1A3-B175-6225-617F282E2811}"/>
                  </a:ext>
                </a:extLst>
              </p:cNvPr>
              <p:cNvSpPr/>
              <p:nvPr/>
            </p:nvSpPr>
            <p:spPr>
              <a:xfrm rot="10800000">
                <a:off x="8858370" y="4605102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62E6E02F-B491-A0AD-ACC6-D3A64D18A6FD}"/>
                  </a:ext>
                </a:extLst>
              </p:cNvPr>
              <p:cNvSpPr txBox="1"/>
              <p:nvPr/>
            </p:nvSpPr>
            <p:spPr>
              <a:xfrm>
                <a:off x="6579569" y="4079828"/>
                <a:ext cx="5277600" cy="498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ts val="9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AI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8" name="直線コネクタ 67">
              <a:extLst>
                <a:ext uri="{FF2B5EF4-FFF2-40B4-BE49-F238E27FC236}">
                  <ns2:creationId id="{1C814F87-4067-74A0-FF09-CD49C463D449}"/>
                </a:ext>
              </a:extLst>
            </p:cNvPr>
            <p:cNvCxnSpPr/>
            <p:nvPr/>
          </p:nvCxnSpPr>
          <p:spPr>
            <a:xfrm>
              <a:off x="6579636" y="3763351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ns2:creationId id="{9A2788F4-4A5F-EF7C-E268-ED8D9CA51D59}"/>
                </a:ext>
              </a:extLst>
            </p:cNvPr>
            <p:cNvCxnSpPr/>
            <p:nvPr/>
          </p:nvCxnSpPr>
          <p:spPr>
            <a:xfrm>
              <a:off x="6579636" y="5049065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FB02A6E8-8DC1-F232-9E1E-0023DCAADE16}"/>
                </a:ext>
              </a:extLst>
            </p:cNvPr>
            <p:cNvGrpSpPr/>
            <p:nvPr/>
          </p:nvGrpSpPr>
          <p:grpSpPr>
            <a:xfrm>
              <a:off x="5561780" y="5250794"/>
              <a:ext cx="662564" cy="667325"/>
              <a:chOff x="5561780" y="5250794"/>
              <a:chExt cx="662564" cy="667325"/>
            </a:xfrm>
          </p:grpSpPr>
          <p:sp>
            <p:nvSpPr>
              <p:cNvPr id="81" name="四角形: 角を丸くする 80">
                <a:extLst>
                  <a:ext uri="{FF2B5EF4-FFF2-40B4-BE49-F238E27FC236}">
                    <ns2:creationId id="{C4EDB50D-B22F-4298-9883-4C691F6471B3}"/>
                  </a:ext>
                </a:extLst>
              </p:cNvPr>
              <p:cNvSpPr/>
              <p:nvPr/>
            </p:nvSpPr>
            <p:spPr>
              <a:xfrm>
                <a:off x="5561780" y="525079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二等辺三角形 83">
                <a:extLst>
                  <a:ext uri="{FF2B5EF4-FFF2-40B4-BE49-F238E27FC236}">
                    <ns2:creationId id="{5F56B93D-09D0-D70D-663F-39B8F693FBC4}"/>
                  </a:ext>
                </a:extLst>
              </p:cNvPr>
              <p:cNvSpPr/>
              <p:nvPr/>
            </p:nvSpPr>
            <p:spPr>
              <a:xfrm rot="1500000" flipV="1">
                <a:off x="5782958" y="570211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7" name="グラフィックス 86" descr="リサーチ 単色塗りつぶし">
                <a:extLst>
                  <a:ext uri="{FF2B5EF4-FFF2-40B4-BE49-F238E27FC236}">
                    <ns2:creationId id="{2C0B6D5F-E8EF-1F00-0C4D-2961D52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5713062" y="532503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3DCC74E6-E466-0C2D-AA7B-B46836E832AE}"/>
                </a:ext>
              </a:extLst>
            </p:cNvPr>
            <p:cNvGrpSpPr/>
            <p:nvPr/>
          </p:nvGrpSpPr>
          <p:grpSpPr>
            <a:xfrm>
              <a:off x="5561780" y="3951434"/>
              <a:ext cx="662564" cy="667325"/>
              <a:chOff x="5561780" y="3951434"/>
              <a:chExt cx="662564" cy="667325"/>
            </a:xfrm>
          </p:grpSpPr>
          <p:sp>
            <p:nvSpPr>
              <p:cNvPr id="99" name="四角形: 角を丸くする 98">
                <a:extLst>
                  <a:ext uri="{FF2B5EF4-FFF2-40B4-BE49-F238E27FC236}">
                    <ns2:creationId id="{82AF2EEC-6623-10B0-9A8E-D2AF1010301D}"/>
                  </a:ext>
                </a:extLst>
              </p:cNvPr>
              <p:cNvSpPr/>
              <p:nvPr/>
            </p:nvSpPr>
            <p:spPr>
              <a:xfrm>
                <a:off x="5561780" y="395143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二等辺三角形 99">
                <a:extLst>
                  <a:ext uri="{FF2B5EF4-FFF2-40B4-BE49-F238E27FC236}">
                    <ns2:creationId id="{47B65461-C57D-BE28-8D2A-6891346EB230}"/>
                  </a:ext>
                </a:extLst>
              </p:cNvPr>
              <p:cNvSpPr/>
              <p:nvPr/>
            </p:nvSpPr>
            <p:spPr>
              <a:xfrm rot="1500000" flipV="1">
                <a:off x="5782958" y="440275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意思決定図 単色塗りつぶし">
                <a:extLst>
                  <a:ext uri="{FF2B5EF4-FFF2-40B4-BE49-F238E27FC236}">
                    <ns2:creationId id="{41204B24-02F8-022C-2495-991FB5771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5713062" y="4025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C21093F6-6E57-DFAB-013C-E1057D0BB325}"/>
                </a:ext>
              </a:extLst>
            </p:cNvPr>
            <p:cNvGrpSpPr/>
            <p:nvPr/>
          </p:nvGrpSpPr>
          <p:grpSpPr>
            <a:xfrm>
              <a:off x="5561780" y="2652074"/>
              <a:ext cx="662564" cy="667325"/>
              <a:chOff x="5561780" y="2652074"/>
              <a:chExt cx="662564" cy="667325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042BEE0D-BB74-5C5E-F6CF-6D1DF67D23EB}"/>
                  </a:ext>
                </a:extLst>
              </p:cNvPr>
              <p:cNvSpPr/>
              <p:nvPr/>
            </p:nvSpPr>
            <p:spPr>
              <a:xfrm>
                <a:off x="5561780" y="265207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二等辺三角形 93">
                <a:extLst>
                  <a:ext uri="{FF2B5EF4-FFF2-40B4-BE49-F238E27FC236}">
                    <ns2:creationId id="{9F96BBA8-BFCF-6F2C-8D0B-17E29565EEB7}"/>
                  </a:ext>
                </a:extLst>
              </p:cNvPr>
              <p:cNvSpPr/>
              <p:nvPr/>
            </p:nvSpPr>
            <p:spPr>
              <a:xfrm rot="1500000" flipV="1">
                <a:off x="5782958" y="310339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1" name="グラフィックス 130" descr="クリップボード 単色塗りつぶし">
                <a:extLst>
                  <a:ext uri="{FF2B5EF4-FFF2-40B4-BE49-F238E27FC236}">
                    <ns2:creationId id="{577BC537-1FDF-63D6-3CBA-78E7A6702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5713062" y="2726314"/>
                <a:ext cx="360000" cy="360000"/>
              </a:xfrm>
              <a:prstGeom prst="rect">
                <a:avLst/>
              </a:prstGeom>
            </p:spPr>
          </p:pic>
        </p:grpSp>
        <p:pic>
          <p:nvPicPr>
            <p:cNvPr id="139" name="グラフィックス 138" descr="コンパス 単色塗りつぶし">
              <a:extLst>
                <a:ext uri="{FF2B5EF4-FFF2-40B4-BE49-F238E27FC236}">
                  <ns2:creationId id="{046AC74A-72DA-60A6-DA18-5E08DA2185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6962639" y="200274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1356723509"/>
      </p:ext>
    </p:extLst>
  </p:cSld>
  <p:clrMapOvr>
    <a:masterClrMapping/>
  </p:clrMapOvr>
</p:sld>
</file>

<file path=ppt/slides/slide15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9CB14DE-36D3-683D-C7F2-EA025833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A669433-20DA-6687-0DA3-B5F2C87CC2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2" name="グループ化 11">
            <a:extLst>
              <a:ext uri="{FF2B5EF4-FFF2-40B4-BE49-F238E27FC236}">
                <ns2:creationId id="{9E659D8C-4420-79C2-C71F-9EF54DF3C798}"/>
              </a:ext>
            </a:extLst>
          </p:cNvPr>
          <p:cNvGrpSpPr/>
          <p:nvPr/>
        </p:nvGrpSpPr>
        <p:grpSpPr>
          <a:xfrm>
            <a:off x="334963" y="1628776"/>
            <a:ext cx="11522076" cy="4679949"/>
            <a:chOff x="334963" y="1628776"/>
            <a:chExt cx="11522076" cy="4679949"/>
          </a:xfrm>
        </p:grpSpPr>
        <p:grpSp>
          <p:nvGrpSpPr>
            <p:cNvPr id="8" name="グループ化 7">
              <a:extLst>
                <a:ext uri="{FF2B5EF4-FFF2-40B4-BE49-F238E27FC236}">
                  <ns2:creationId id="{E9E8A83B-98CF-DF25-3869-A55A8FC70EE3}"/>
                </a:ext>
              </a:extLst>
            </p:cNvPr>
            <p:cNvGrpSpPr/>
            <p:nvPr/>
          </p:nvGrpSpPr>
          <p:grpSpPr>
            <a:xfrm>
              <a:off x="334963" y="4138948"/>
              <a:ext cx="11522076" cy="2169777"/>
              <a:chOff x="334963" y="4138948"/>
              <a:chExt cx="11522076" cy="2169777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65F54306-CC5D-9DB5-9311-31D63CE99812}"/>
                  </a:ext>
                </a:extLst>
              </p:cNvPr>
              <p:cNvSpPr/>
              <p:nvPr/>
            </p:nvSpPr>
            <p:spPr>
              <a:xfrm>
                <a:off x="334963" y="4138948"/>
                <a:ext cx="11522075" cy="18640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i="0" u="none" strike="noStrike" dirty="0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AFAD1B41-2466-6C67-3F1B-1D19401A41CA}"/>
                  </a:ext>
                </a:extLst>
              </p:cNvPr>
              <p:cNvSpPr/>
              <p:nvPr/>
            </p:nvSpPr>
            <p:spPr>
              <a:xfrm>
                <a:off x="91963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95575E95-A49C-98C5-1555-91A3BD701BC6}"/>
                  </a:ext>
                </a:extLst>
              </p:cNvPr>
              <p:cNvSpPr/>
              <p:nvPr/>
            </p:nvSpPr>
            <p:spPr>
              <a:xfrm>
                <a:off x="191722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67427A36-0213-8AA9-594C-2F41C3964689}"/>
                  </a:ext>
                </a:extLst>
              </p:cNvPr>
              <p:cNvSpPr/>
              <p:nvPr/>
            </p:nvSpPr>
            <p:spPr>
              <a:xfrm>
                <a:off x="291480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5" name="正方形/長方形 274">
                <a:extLst>
                  <a:ext uri="{FF2B5EF4-FFF2-40B4-BE49-F238E27FC236}">
                    <ns2:creationId id="{661826E9-EDE4-D2F1-DF63-4AC5230D09B0}"/>
                  </a:ext>
                </a:extLst>
              </p:cNvPr>
              <p:cNvSpPr/>
              <p:nvPr/>
            </p:nvSpPr>
            <p:spPr>
              <a:xfrm>
                <a:off x="391238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7C4D35C-F67E-4AF1-43CF-4824C23F8DF2}"/>
                  </a:ext>
                </a:extLst>
              </p:cNvPr>
              <p:cNvSpPr/>
              <p:nvPr/>
            </p:nvSpPr>
            <p:spPr>
              <a:xfrm>
                <a:off x="490996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C5F27404-6313-3467-1D6D-581E01F63E73}"/>
                  </a:ext>
                </a:extLst>
              </p:cNvPr>
              <p:cNvSpPr/>
              <p:nvPr/>
            </p:nvSpPr>
            <p:spPr>
              <a:xfrm>
                <a:off x="590754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8" name="正方形/長方形 277">
                <a:extLst>
                  <a:ext uri="{FF2B5EF4-FFF2-40B4-BE49-F238E27FC236}">
                    <ns2:creationId id="{C81CCFA7-CB18-499D-9A0B-6B06B930A6EA}"/>
                  </a:ext>
                </a:extLst>
              </p:cNvPr>
              <p:cNvSpPr/>
              <p:nvPr/>
            </p:nvSpPr>
            <p:spPr>
              <a:xfrm>
                <a:off x="690513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正方形/長方形 278">
                <a:extLst>
                  <a:ext uri="{FF2B5EF4-FFF2-40B4-BE49-F238E27FC236}">
                    <ns2:creationId id="{B8E7354E-5DAA-94CB-7566-4671031551F3}"/>
                  </a:ext>
                </a:extLst>
              </p:cNvPr>
              <p:cNvSpPr/>
              <p:nvPr/>
            </p:nvSpPr>
            <p:spPr>
              <a:xfrm>
                <a:off x="790271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18000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s-CO" altLang="zh-TW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ja-JP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ED7AE859-0A6F-E931-B991-B84F8C5D4495}"/>
                  </a:ext>
                </a:extLst>
              </p:cNvPr>
              <p:cNvSpPr/>
              <p:nvPr/>
            </p:nvSpPr>
            <p:spPr>
              <a:xfrm>
                <a:off x="890029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670BA5FC-BDC8-8331-B84C-F3810EAFA441}"/>
                  </a:ext>
                </a:extLst>
              </p:cNvPr>
              <p:cNvSpPr/>
              <p:nvPr/>
            </p:nvSpPr>
            <p:spPr>
              <a:xfrm>
                <a:off x="989787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正方形/長方形 281">
                <a:extLst>
                  <a:ext uri="{FF2B5EF4-FFF2-40B4-BE49-F238E27FC236}">
                    <ns2:creationId id="{CB842AB3-EDE8-78E5-CF5A-43CC83773472}"/>
                  </a:ext>
                </a:extLst>
              </p:cNvPr>
              <p:cNvSpPr/>
              <p:nvPr/>
            </p:nvSpPr>
            <p:spPr>
              <a:xfrm>
                <a:off x="1089545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72" name="グループ化 371">
                <a:extLst>
                  <a:ext uri="{FF2B5EF4-FFF2-40B4-BE49-F238E27FC236}">
                    <ns2:creationId id="{A00F4C08-9E16-3C79-DDF0-E68304EBF01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1"/>
                </p:custDataLst>
              </p:nvPr>
            </p:nvGrpSpPr>
            <p:grpSpPr>
              <a:xfrm>
                <a:off x="445699" y="4809116"/>
                <a:ext cx="332570" cy="95020"/>
                <a:chOff x="6019799" y="3352800"/>
                <a:chExt cx="533403" cy="152400"/>
              </a:xfrm>
            </p:grpSpPr>
            <p:sp>
              <p:nvSpPr>
                <p:cNvPr id="401" name="background" hidden="1">
                  <a:extLst>
                    <a:ext uri="{FF2B5EF4-FFF2-40B4-BE49-F238E27FC236}">
                      <ns2:creationId id="{27C9EE6B-434A-879F-C02E-7C3883107D2D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2" name="on" hidden="1">
                  <a:extLst>
                    <a:ext uri="{FF2B5EF4-FFF2-40B4-BE49-F238E27FC236}">
                      <ns2:creationId id="{A75BB80E-6AE4-7FCC-4690-B8A8094DC24B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3" name="off" hidden="1">
                  <a:extLst>
                    <a:ext uri="{FF2B5EF4-FFF2-40B4-BE49-F238E27FC236}">
                      <ns2:creationId id="{872F2192-8C86-1416-3BFF-D54EC47E680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4" name="1">
                  <a:extLst>
                    <a:ext uri="{FF2B5EF4-FFF2-40B4-BE49-F238E27FC236}">
                      <ns2:creationId id="{35B4ADA5-B594-B3DA-0F16-A4BA0D216FF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5" name="2">
                  <a:extLst>
                    <a:ext uri="{FF2B5EF4-FFF2-40B4-BE49-F238E27FC236}">
                      <ns2:creationId id="{B3A7D001-FA1B-E6D7-CEEB-39551F2EFC18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6" name="3">
                  <a:extLst>
                    <a:ext uri="{FF2B5EF4-FFF2-40B4-BE49-F238E27FC236}">
                      <ns2:creationId id="{62D7805F-E6EE-2DEA-847F-F6CEF7C45156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7" name="4" hidden="1">
                  <a:extLst>
                    <a:ext uri="{FF2B5EF4-FFF2-40B4-BE49-F238E27FC236}">
                      <ns2:creationId id="{9FAEB0E8-9571-B125-7B0D-E7E61457D1CC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8" name="5" hidden="1">
                  <a:extLst>
                    <a:ext uri="{FF2B5EF4-FFF2-40B4-BE49-F238E27FC236}">
                      <ns2:creationId id="{4D005672-7D18-804D-05D9-0CE65D4355CB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9" name="6" hidden="1">
                  <a:extLst>
                    <a:ext uri="{FF2B5EF4-FFF2-40B4-BE49-F238E27FC236}">
                      <ns2:creationId id="{64A83B4A-C736-3390-28B0-65FFFD70FF46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0" name="7" hidden="1">
                  <a:extLst>
                    <a:ext uri="{FF2B5EF4-FFF2-40B4-BE49-F238E27FC236}">
                      <ns2:creationId id="{60E8F439-FFE9-179C-BEF7-E21E02BC5794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1" name="8" hidden="1">
                  <a:extLst>
                    <a:ext uri="{FF2B5EF4-FFF2-40B4-BE49-F238E27FC236}">
                      <ns2:creationId id="{E6679776-69BF-87EB-35D9-9DA5949FC039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2" name="9" hidden="1">
                  <a:extLst>
                    <a:ext uri="{FF2B5EF4-FFF2-40B4-BE49-F238E27FC236}">
                      <ns2:creationId id="{E6DA4517-3C9B-94E4-4D74-5FC62DD33402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3" name="10" hidden="1">
                  <a:extLst>
                    <a:ext uri="{FF2B5EF4-FFF2-40B4-BE49-F238E27FC236}">
                      <ns2:creationId id="{E142A6A3-E3EF-F620-E0D3-F011B60AB0DE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3" name="グループ化 372">
                <a:extLst>
                  <a:ext uri="{FF2B5EF4-FFF2-40B4-BE49-F238E27FC236}">
                    <ns2:creationId id="{0998EBF2-0D27-0919-D749-77B2974A016E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2"/>
                </p:custDataLst>
              </p:nvPr>
            </p:nvGrpSpPr>
            <p:grpSpPr>
              <a:xfrm>
                <a:off x="445699" y="5368879"/>
                <a:ext cx="332570" cy="95020"/>
                <a:chOff x="6019799" y="3352800"/>
                <a:chExt cx="533403" cy="152400"/>
              </a:xfrm>
            </p:grpSpPr>
            <p:sp>
              <p:nvSpPr>
                <p:cNvPr id="388" name="background" hidden="1">
                  <a:extLst>
                    <a:ext uri="{FF2B5EF4-FFF2-40B4-BE49-F238E27FC236}">
                      <ns2:creationId id="{6126A628-33DE-8EA4-A1C7-08BB5E3632B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9" name="on" hidden="1">
                  <a:extLst>
                    <a:ext uri="{FF2B5EF4-FFF2-40B4-BE49-F238E27FC236}">
                      <ns2:creationId id="{E186B5E8-A8FC-6719-5A59-AFBE38467FC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0" name="off" hidden="1">
                  <a:extLst>
                    <a:ext uri="{FF2B5EF4-FFF2-40B4-BE49-F238E27FC236}">
                      <ns2:creationId id="{0535BAFC-23DE-6BF3-0564-0D2757284DD1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1" name="1">
                  <a:extLst>
                    <a:ext uri="{FF2B5EF4-FFF2-40B4-BE49-F238E27FC236}">
                      <ns2:creationId id="{B448FA77-6115-3049-FEE8-3B856822D7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2" name="2">
                  <a:extLst>
                    <a:ext uri="{FF2B5EF4-FFF2-40B4-BE49-F238E27FC236}">
                      <ns2:creationId id="{015B39FB-F072-2BCF-5A3D-1FD34496A9FD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3" name="3">
                  <a:extLst>
                    <a:ext uri="{FF2B5EF4-FFF2-40B4-BE49-F238E27FC236}">
                      <ns2:creationId id="{1A7F2458-D33B-9FD5-B3F1-2E213DF29027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4" name="4" hidden="1">
                  <a:extLst>
                    <a:ext uri="{FF2B5EF4-FFF2-40B4-BE49-F238E27FC236}">
                      <ns2:creationId id="{4DF66BDE-02BF-1C3A-9AC1-C61B53CAD88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5" name="5" hidden="1">
                  <a:extLst>
                    <a:ext uri="{FF2B5EF4-FFF2-40B4-BE49-F238E27FC236}">
                      <ns2:creationId id="{F46DFC3B-975A-6B3F-D382-91E18DFA980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6" name="6" hidden="1">
                  <a:extLst>
                    <a:ext uri="{FF2B5EF4-FFF2-40B4-BE49-F238E27FC236}">
                      <ns2:creationId id="{5FCD4646-11AE-2C7C-9E23-AF2E9693BE8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7" name="7" hidden="1">
                  <a:extLst>
                    <a:ext uri="{FF2B5EF4-FFF2-40B4-BE49-F238E27FC236}">
                      <ns2:creationId id="{C36A850D-1E89-5B99-9C74-126B867B78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8" name="8" hidden="1">
                  <a:extLst>
                    <a:ext uri="{FF2B5EF4-FFF2-40B4-BE49-F238E27FC236}">
                      <ns2:creationId id="{5E1D04D6-1EFE-E140-6869-C7A5210BD5D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9" name="9" hidden="1">
                  <a:extLst>
                    <a:ext uri="{FF2B5EF4-FFF2-40B4-BE49-F238E27FC236}">
                      <ns2:creationId id="{8C8BB63F-50A7-D647-9FCF-C83659B1696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0" name="10" hidden="1">
                  <a:extLst>
                    <a:ext uri="{FF2B5EF4-FFF2-40B4-BE49-F238E27FC236}">
                      <ns2:creationId id="{6BD00AB5-2A4D-A617-CE38-60E3A1C121C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4" name="グループ化 373">
                <a:extLst>
                  <a:ext uri="{FF2B5EF4-FFF2-40B4-BE49-F238E27FC236}">
                    <ns2:creationId id="{04A65328-F3AF-09A3-EE02-6C516023C60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3"/>
                </p:custDataLst>
              </p:nvPr>
            </p:nvGrpSpPr>
            <p:grpSpPr>
              <a:xfrm>
                <a:off x="445699" y="5924917"/>
                <a:ext cx="332570" cy="95020"/>
                <a:chOff x="6019799" y="3352800"/>
                <a:chExt cx="533403" cy="152400"/>
              </a:xfrm>
            </p:grpSpPr>
            <p:sp>
              <p:nvSpPr>
                <p:cNvPr id="375" name="background" hidden="1">
                  <a:extLst>
                    <a:ext uri="{FF2B5EF4-FFF2-40B4-BE49-F238E27FC236}">
                      <ns2:creationId id="{D9457EBA-1187-A9BA-7029-5F7AC181C6D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6" name="on" hidden="1">
                  <a:extLst>
                    <a:ext uri="{FF2B5EF4-FFF2-40B4-BE49-F238E27FC236}">
                      <ns2:creationId id="{5F4B0F24-DE90-1E12-FEB1-6415FCE8C972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7" name="off" hidden="1">
                  <a:extLst>
                    <a:ext uri="{FF2B5EF4-FFF2-40B4-BE49-F238E27FC236}">
                      <ns2:creationId id="{06400AD5-FFAB-4947-3BEF-27976847AC06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8" name="1">
                  <a:extLst>
                    <a:ext uri="{FF2B5EF4-FFF2-40B4-BE49-F238E27FC236}">
                      <ns2:creationId id="{CCC4C571-38C6-1660-1B7C-FEC5C23B606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9" name="2">
                  <a:extLst>
                    <a:ext uri="{FF2B5EF4-FFF2-40B4-BE49-F238E27FC236}">
                      <ns2:creationId id="{3F673C80-3163-E218-3B0D-92559C06FF43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0" name="3">
                  <a:extLst>
                    <a:ext uri="{FF2B5EF4-FFF2-40B4-BE49-F238E27FC236}">
                      <ns2:creationId id="{32A366DB-0FCF-CC04-E703-B0B16C9C68BE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1" name="4" hidden="1">
                  <a:extLst>
                    <a:ext uri="{FF2B5EF4-FFF2-40B4-BE49-F238E27FC236}">
                      <ns2:creationId id="{3F9F3898-272E-BE1F-3E16-BD4E26533C1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2" name="5" hidden="1">
                  <a:extLst>
                    <a:ext uri="{FF2B5EF4-FFF2-40B4-BE49-F238E27FC236}">
                      <ns2:creationId id="{18AB77FF-B511-9C65-EACD-0492DF02BC6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3" name="6" hidden="1">
                  <a:extLst>
                    <a:ext uri="{FF2B5EF4-FFF2-40B4-BE49-F238E27FC236}">
                      <ns2:creationId id="{4A172CD1-8C96-C9ED-9408-BB9B80EE681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4" name="7" hidden="1">
                  <a:extLst>
                    <a:ext uri="{FF2B5EF4-FFF2-40B4-BE49-F238E27FC236}">
                      <ns2:creationId id="{6CCC0172-8105-E553-9876-80335352E72B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5" name="8" hidden="1">
                  <a:extLst>
                    <a:ext uri="{FF2B5EF4-FFF2-40B4-BE49-F238E27FC236}">
                      <ns2:creationId id="{166B8B9F-4F02-087C-71AE-0C9DF7B477A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6" name="9" hidden="1">
                  <a:extLst>
                    <a:ext uri="{FF2B5EF4-FFF2-40B4-BE49-F238E27FC236}">
                      <ns2:creationId id="{D58037B9-F90C-0744-9509-7B5A7A41B5A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7" name="10" hidden="1">
                  <a:extLst>
                    <a:ext uri="{FF2B5EF4-FFF2-40B4-BE49-F238E27FC236}">
                      <ns2:creationId id="{048A1D85-9D06-CBD5-C266-EA5772583BD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2" name="正方形/長方形 201">
                <a:extLst>
                  <a:ext uri="{FF2B5EF4-FFF2-40B4-BE49-F238E27FC236}">
                    <ns2:creationId id="{7380EE19-8779-BAA3-7375-E67708826ACA}"/>
                  </a:ext>
                </a:extLst>
              </p:cNvPr>
              <p:cNvSpPr/>
              <p:nvPr/>
            </p:nvSpPr>
            <p:spPr>
              <a:xfrm>
                <a:off x="334963" y="4682648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9" name="正方形/長方形 248">
                <a:extLst>
                  <a:ext uri="{FF2B5EF4-FFF2-40B4-BE49-F238E27FC236}">
                    <ns2:creationId id="{B5D2D3CE-881E-C9A1-3E7E-1263953D7A13}"/>
                  </a:ext>
                </a:extLst>
              </p:cNvPr>
              <p:cNvSpPr/>
              <p:nvPr/>
            </p:nvSpPr>
            <p:spPr>
              <a:xfrm>
                <a:off x="334963" y="523638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C996A2C3-2C52-B572-F575-2070F7055D99}"/>
                  </a:ext>
                </a:extLst>
              </p:cNvPr>
              <p:cNvSpPr/>
              <p:nvPr/>
            </p:nvSpPr>
            <p:spPr>
              <a:xfrm>
                <a:off x="334963" y="579012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7" name="グループ化 436">
                <a:extLst>
                  <a:ext uri="{FF2B5EF4-FFF2-40B4-BE49-F238E27FC236}">
                    <ns2:creationId id="{D6316ACF-4A3F-9751-317D-772B9B858AAD}"/>
                  </a:ext>
                </a:extLst>
              </p:cNvPr>
              <p:cNvGrpSpPr/>
              <p:nvPr/>
            </p:nvGrpSpPr>
            <p:grpSpPr>
              <a:xfrm>
                <a:off x="919639" y="5218816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26" name="直線コネクタ 425">
                  <a:extLst>
                    <a:ext uri="{FF2B5EF4-FFF2-40B4-BE49-F238E27FC236}">
                      <ns2:creationId id="{E5805819-D8DD-BEAA-642D-FBFBA16392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7" name="直線コネクタ 426">
                  <a:extLst>
                    <a:ext uri="{FF2B5EF4-FFF2-40B4-BE49-F238E27FC236}">
                      <ns2:creationId id="{2D32EFC2-CED7-7A71-97CE-CA41444441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8" name="直線コネクタ 427">
                  <a:extLst>
                    <a:ext uri="{FF2B5EF4-FFF2-40B4-BE49-F238E27FC236}">
                      <ns2:creationId id="{BA6B013C-C198-04DC-7755-9461E0CDBA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9" name="直線コネクタ 428">
                  <a:extLst>
                    <a:ext uri="{FF2B5EF4-FFF2-40B4-BE49-F238E27FC236}">
                      <ns2:creationId id="{5C1FD206-EF97-74E9-31AE-1F28CBA42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0" name="直線コネクタ 429">
                  <a:extLst>
                    <a:ext uri="{FF2B5EF4-FFF2-40B4-BE49-F238E27FC236}">
                      <ns2:creationId id="{3A768DE2-964B-DDDE-1C27-EB674AFB1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1" name="直線コネクタ 430">
                  <a:extLst>
                    <a:ext uri="{FF2B5EF4-FFF2-40B4-BE49-F238E27FC236}">
                      <ns2:creationId id="{A43F7F4D-FC64-EAD9-1098-A8E1E87275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2" name="直線コネクタ 431">
                  <a:extLst>
                    <a:ext uri="{FF2B5EF4-FFF2-40B4-BE49-F238E27FC236}">
                      <ns2:creationId id="{C817FECE-95DF-8EB8-302A-19C6AC00F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3" name="直線コネクタ 432">
                  <a:extLst>
                    <a:ext uri="{FF2B5EF4-FFF2-40B4-BE49-F238E27FC236}">
                      <ns2:creationId id="{A15BA1C2-D76C-9A33-132D-CB32C5D276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4" name="直線コネクタ 433">
                  <a:extLst>
                    <a:ext uri="{FF2B5EF4-FFF2-40B4-BE49-F238E27FC236}">
                      <ns2:creationId id="{57E6B66E-50BF-D00D-A88D-46F0183C1E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5" name="直線コネクタ 434">
                  <a:extLst>
                    <a:ext uri="{FF2B5EF4-FFF2-40B4-BE49-F238E27FC236}">
                      <ns2:creationId id="{4581E1A0-0CBF-DA6B-C4EC-54BEBC102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直線コネクタ 435">
                  <a:extLst>
                    <a:ext uri="{FF2B5EF4-FFF2-40B4-BE49-F238E27FC236}">
                      <ns2:creationId id="{50621EEE-CB3C-1981-98FE-569F599AD3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8" name="グループ化 437">
                <a:extLst>
                  <a:ext uri="{FF2B5EF4-FFF2-40B4-BE49-F238E27FC236}">
                    <ns2:creationId id="{379D69DB-B8E4-89F6-623E-96F19C851E5E}"/>
                  </a:ext>
                </a:extLst>
              </p:cNvPr>
              <p:cNvGrpSpPr/>
              <p:nvPr/>
            </p:nvGrpSpPr>
            <p:grpSpPr>
              <a:xfrm>
                <a:off x="919639" y="5772557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39" name="直線コネクタ 438">
                  <a:extLst>
                    <a:ext uri="{FF2B5EF4-FFF2-40B4-BE49-F238E27FC236}">
                      <ns2:creationId id="{2EADCE4C-EC18-1BE1-0664-B4D0E735C6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0" name="直線コネクタ 439">
                  <a:extLst>
                    <a:ext uri="{FF2B5EF4-FFF2-40B4-BE49-F238E27FC236}">
                      <ns2:creationId id="{26D2031F-3D95-98A0-5BA7-5C49CBA590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1" name="直線コネクタ 440">
                  <a:extLst>
                    <a:ext uri="{FF2B5EF4-FFF2-40B4-BE49-F238E27FC236}">
                      <ns2:creationId id="{57D18BF5-A281-C28A-1CD0-427224BB63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2" name="直線コネクタ 441">
                  <a:extLst>
                    <a:ext uri="{FF2B5EF4-FFF2-40B4-BE49-F238E27FC236}">
                      <ns2:creationId id="{BBE6570D-2473-9D71-5EBB-3CDA785593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3" name="直線コネクタ 442">
                  <a:extLst>
                    <a:ext uri="{FF2B5EF4-FFF2-40B4-BE49-F238E27FC236}">
                      <ns2:creationId id="{E664D8DE-BF3D-FA49-1148-CC0B768223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4" name="直線コネクタ 443">
                  <a:extLst>
                    <a:ext uri="{FF2B5EF4-FFF2-40B4-BE49-F238E27FC236}">
                      <ns2:creationId id="{94208E71-9440-C5CB-4D6C-DF05FBEDAB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直線コネクタ 444">
                  <a:extLst>
                    <a:ext uri="{FF2B5EF4-FFF2-40B4-BE49-F238E27FC236}">
                      <ns2:creationId id="{5F0DFC1F-0AA2-9094-FC9B-71847D653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6" name="直線コネクタ 445">
                  <a:extLst>
                    <a:ext uri="{FF2B5EF4-FFF2-40B4-BE49-F238E27FC236}">
                      <ns2:creationId id="{01C7B59B-BC03-F518-8195-0CA7FC27A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直線コネクタ 446">
                  <a:extLst>
                    <a:ext uri="{FF2B5EF4-FFF2-40B4-BE49-F238E27FC236}">
                      <ns2:creationId id="{7BCD854D-6A3F-8C9B-EA80-2F501025DA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8" name="直線コネクタ 447">
                  <a:extLst>
                    <a:ext uri="{FF2B5EF4-FFF2-40B4-BE49-F238E27FC236}">
                      <ns2:creationId id="{3F69D2E9-08FD-1FA3-6604-7697318C1F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9" name="直線コネクタ 448">
                  <a:extLst>
                    <a:ext uri="{FF2B5EF4-FFF2-40B4-BE49-F238E27FC236}">
                      <ns2:creationId id="{413679F6-289E-EF99-3671-5FA84210F6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50" name="正方形/長方形 449">
                <a:extLst>
                  <a:ext uri="{FF2B5EF4-FFF2-40B4-BE49-F238E27FC236}">
                    <ns2:creationId id="{83E0D3AE-CCA5-DDE0-837E-825051CEA3CB}"/>
                  </a:ext>
                </a:extLst>
              </p:cNvPr>
              <p:cNvSpPr/>
              <p:nvPr/>
            </p:nvSpPr>
            <p:spPr>
              <a:xfrm>
                <a:off x="91963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CA3F2C62-BBC2-9E6E-A7FA-10F5FF1C33B6}"/>
                  </a:ext>
                </a:extLst>
              </p:cNvPr>
              <p:cNvSpPr/>
              <p:nvPr/>
            </p:nvSpPr>
            <p:spPr>
              <a:xfrm>
                <a:off x="191721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2" name="正方形/長方形 451">
                <a:extLst>
                  <a:ext uri="{FF2B5EF4-FFF2-40B4-BE49-F238E27FC236}">
                    <ns2:creationId id="{F57416BD-DB7E-D03D-8172-C8526A078F0E}"/>
                  </a:ext>
                </a:extLst>
              </p:cNvPr>
              <p:cNvSpPr/>
              <p:nvPr/>
            </p:nvSpPr>
            <p:spPr>
              <a:xfrm>
                <a:off x="2914800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3" name="正方形/長方形 452">
                <a:extLst>
                  <a:ext uri="{FF2B5EF4-FFF2-40B4-BE49-F238E27FC236}">
                    <ns2:creationId id="{B2E2BA91-44E1-1D2C-CB7D-45FA3BCAAC48}"/>
                  </a:ext>
                </a:extLst>
              </p:cNvPr>
              <p:cNvSpPr/>
              <p:nvPr/>
            </p:nvSpPr>
            <p:spPr>
              <a:xfrm>
                <a:off x="3912382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n-US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143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正方形/長方形 453">
                <a:extLst>
                  <a:ext uri="{FF2B5EF4-FFF2-40B4-BE49-F238E27FC236}">
                    <ns2:creationId id="{983CEC1D-116E-F330-F423-4820D448C135}"/>
                  </a:ext>
                </a:extLst>
              </p:cNvPr>
              <p:cNvSpPr/>
              <p:nvPr/>
            </p:nvSpPr>
            <p:spPr>
              <a:xfrm>
                <a:off x="490996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45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5" name="正方形/長方形 454">
                <a:extLst>
                  <a:ext uri="{FF2B5EF4-FFF2-40B4-BE49-F238E27FC236}">
                    <ns2:creationId id="{F6332E3F-6B3A-2CD9-AB33-A336B6B4A19F}"/>
                  </a:ext>
                </a:extLst>
              </p:cNvPr>
              <p:cNvSpPr/>
              <p:nvPr/>
            </p:nvSpPr>
            <p:spPr>
              <a:xfrm>
                <a:off x="5907546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正方形/長方形 455">
                <a:extLst>
                  <a:ext uri="{FF2B5EF4-FFF2-40B4-BE49-F238E27FC236}">
                    <ns2:creationId id="{C9705422-46E5-637A-3594-7EC8B3D35A6B}"/>
                  </a:ext>
                </a:extLst>
              </p:cNvPr>
              <p:cNvSpPr/>
              <p:nvPr/>
            </p:nvSpPr>
            <p:spPr>
              <a:xfrm>
                <a:off x="690512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55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7" name="正方形/長方形 456">
                <a:extLst>
                  <a:ext uri="{FF2B5EF4-FFF2-40B4-BE49-F238E27FC236}">
                    <ns2:creationId id="{FE3B8DDB-DCCA-AEE0-14D3-C75DF1058603}"/>
                  </a:ext>
                </a:extLst>
              </p:cNvPr>
              <p:cNvSpPr/>
              <p:nvPr/>
            </p:nvSpPr>
            <p:spPr>
              <a:xfrm>
                <a:off x="790270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正方形/長方形 457">
                <a:extLst>
                  <a:ext uri="{FF2B5EF4-FFF2-40B4-BE49-F238E27FC236}">
                    <ns2:creationId id="{427208B1-99E5-390B-F308-6A3DCE4F8628}"/>
                  </a:ext>
                </a:extLst>
              </p:cNvPr>
              <p:cNvSpPr/>
              <p:nvPr/>
            </p:nvSpPr>
            <p:spPr>
              <a:xfrm>
                <a:off x="8900291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9" name="正方形/長方形 458">
                <a:extLst>
                  <a:ext uri="{FF2B5EF4-FFF2-40B4-BE49-F238E27FC236}">
                    <ns2:creationId id="{1617E5AC-8354-96C9-5AAB-38B01D9AA3DF}"/>
                  </a:ext>
                </a:extLst>
              </p:cNvPr>
              <p:cNvSpPr/>
              <p:nvPr/>
            </p:nvSpPr>
            <p:spPr>
              <a:xfrm>
                <a:off x="9897873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60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0" name="正方形/長方形 459">
                <a:extLst>
                  <a:ext uri="{FF2B5EF4-FFF2-40B4-BE49-F238E27FC236}">
                    <ns2:creationId id="{2C62B19F-6531-FD77-4FF6-C8BAA3FFC620}"/>
                  </a:ext>
                </a:extLst>
              </p:cNvPr>
              <p:cNvSpPr/>
              <p:nvPr/>
            </p:nvSpPr>
            <p:spPr>
              <a:xfrm>
                <a:off x="1089545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1" name="正方形/長方形 460">
                <a:extLst>
                  <a:ext uri="{FF2B5EF4-FFF2-40B4-BE49-F238E27FC236}">
                    <ns2:creationId id="{8C405B25-8178-2570-C4ED-FFA9B8728581}"/>
                  </a:ext>
                </a:extLst>
              </p:cNvPr>
              <p:cNvSpPr/>
              <p:nvPr/>
            </p:nvSpPr>
            <p:spPr>
              <a:xfrm>
                <a:off x="919636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正方形/長方形 461">
                <a:extLst>
                  <a:ext uri="{FF2B5EF4-FFF2-40B4-BE49-F238E27FC236}">
                    <ns2:creationId id="{0F2391A9-2D93-5160-EF11-E699D608E40A}"/>
                  </a:ext>
                </a:extLst>
              </p:cNvPr>
              <p:cNvSpPr/>
              <p:nvPr/>
            </p:nvSpPr>
            <p:spPr>
              <a:xfrm>
                <a:off x="919636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3" name="正方形/長方形 462">
                <a:extLst>
                  <a:ext uri="{FF2B5EF4-FFF2-40B4-BE49-F238E27FC236}">
                    <ns2:creationId id="{0A545E99-436D-116D-EBCB-244CB52FC509}"/>
                  </a:ext>
                </a:extLst>
              </p:cNvPr>
              <p:cNvSpPr/>
              <p:nvPr/>
            </p:nvSpPr>
            <p:spPr>
              <a:xfrm>
                <a:off x="191721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4" name="正方形/長方形 463">
                <a:extLst>
                  <a:ext uri="{FF2B5EF4-FFF2-40B4-BE49-F238E27FC236}">
                    <ns2:creationId id="{D9BA479E-EC9C-6116-5CA8-33F7B191115A}"/>
                  </a:ext>
                </a:extLst>
              </p:cNvPr>
              <p:cNvSpPr/>
              <p:nvPr/>
            </p:nvSpPr>
            <p:spPr>
              <a:xfrm>
                <a:off x="291480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5" name="正方形/長方形 464">
                <a:extLst>
                  <a:ext uri="{FF2B5EF4-FFF2-40B4-BE49-F238E27FC236}">
                    <ns2:creationId id="{74A8720A-5543-1CF0-97A6-04EDD978F942}"/>
                  </a:ext>
                </a:extLst>
              </p:cNvPr>
              <p:cNvSpPr/>
              <p:nvPr/>
            </p:nvSpPr>
            <p:spPr>
              <a:xfrm>
                <a:off x="3912381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250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6" name="正方形/長方形 465">
                <a:extLst>
                  <a:ext uri="{FF2B5EF4-FFF2-40B4-BE49-F238E27FC236}">
                    <ns2:creationId id="{D87AA120-70D6-5F48-9DD5-8002B40B8A79}"/>
                  </a:ext>
                </a:extLst>
              </p:cNvPr>
              <p:cNvSpPr/>
              <p:nvPr/>
            </p:nvSpPr>
            <p:spPr>
              <a:xfrm>
                <a:off x="4909963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35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7" name="正方形/長方形 466">
                <a:extLst>
                  <a:ext uri="{FF2B5EF4-FFF2-40B4-BE49-F238E27FC236}">
                    <ns2:creationId id="{D20FC8DD-3C2D-EDBE-3F15-253ECF7BEE70}"/>
                  </a:ext>
                </a:extLst>
              </p:cNvPr>
              <p:cNvSpPr/>
              <p:nvPr/>
            </p:nvSpPr>
            <p:spPr>
              <a:xfrm>
                <a:off x="5907545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8" name="正方形/長方形 467">
                <a:extLst>
                  <a:ext uri="{FF2B5EF4-FFF2-40B4-BE49-F238E27FC236}">
                    <ns2:creationId id="{B95BA92C-5439-F2CA-F78B-3806542F1B85}"/>
                  </a:ext>
                </a:extLst>
              </p:cNvPr>
              <p:cNvSpPr/>
              <p:nvPr/>
            </p:nvSpPr>
            <p:spPr>
              <a:xfrm>
                <a:off x="6905127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65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9" name="正方形/長方形 468">
                <a:extLst>
                  <a:ext uri="{FF2B5EF4-FFF2-40B4-BE49-F238E27FC236}">
                    <ns2:creationId id="{1CF097D2-3B39-203B-6873-4821497A90C2}"/>
                  </a:ext>
                </a:extLst>
              </p:cNvPr>
              <p:cNvSpPr/>
              <p:nvPr/>
            </p:nvSpPr>
            <p:spPr>
              <a:xfrm>
                <a:off x="790270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正方形/長方形 469">
                <a:extLst>
                  <a:ext uri="{FF2B5EF4-FFF2-40B4-BE49-F238E27FC236}">
                    <ns2:creationId id="{75B5A2AB-B1F5-0869-F18D-BEDAF4CF7458}"/>
                  </a:ext>
                </a:extLst>
              </p:cNvPr>
              <p:cNvSpPr/>
              <p:nvPr/>
            </p:nvSpPr>
            <p:spPr>
              <a:xfrm>
                <a:off x="890029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1" name="正方形/長方形 470">
                <a:extLst>
                  <a:ext uri="{FF2B5EF4-FFF2-40B4-BE49-F238E27FC236}">
                    <ns2:creationId id="{C4A64B39-CCDB-227B-0DE0-1EA7FA6B4698}"/>
                  </a:ext>
                </a:extLst>
              </p:cNvPr>
              <p:cNvSpPr/>
              <p:nvPr/>
            </p:nvSpPr>
            <p:spPr>
              <a:xfrm>
                <a:off x="9897872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60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2" name="正方形/長方形 471">
                <a:extLst>
                  <a:ext uri="{FF2B5EF4-FFF2-40B4-BE49-F238E27FC236}">
                    <ns2:creationId id="{D7B72B7D-F9A8-3752-1B71-C04A9F1006B4}"/>
                  </a:ext>
                </a:extLst>
              </p:cNvPr>
              <p:cNvSpPr/>
              <p:nvPr/>
            </p:nvSpPr>
            <p:spPr>
              <a:xfrm>
                <a:off x="10895454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3" name="正方形/長方形 472">
                <a:extLst>
                  <a:ext uri="{FF2B5EF4-FFF2-40B4-BE49-F238E27FC236}">
                    <ns2:creationId id="{F3D1835B-218D-289E-4680-6416F11AA222}"/>
                  </a:ext>
                </a:extLst>
              </p:cNvPr>
              <p:cNvSpPr/>
              <p:nvPr/>
            </p:nvSpPr>
            <p:spPr>
              <a:xfrm>
                <a:off x="191721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4" name="正方形/長方形 473">
                <a:extLst>
                  <a:ext uri="{FF2B5EF4-FFF2-40B4-BE49-F238E27FC236}">
                    <ns2:creationId id="{4B04BCF2-F87A-BAB4-D02C-D294AFFF50B9}"/>
                  </a:ext>
                </a:extLst>
              </p:cNvPr>
              <p:cNvSpPr/>
              <p:nvPr/>
            </p:nvSpPr>
            <p:spPr>
              <a:xfrm>
                <a:off x="291480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5" name="正方形/長方形 474">
                <a:extLst>
                  <a:ext uri="{FF2B5EF4-FFF2-40B4-BE49-F238E27FC236}">
                    <ns2:creationId id="{E6FB70C0-8A30-FA3E-7387-5E517791A7EB}"/>
                  </a:ext>
                </a:extLst>
              </p:cNvPr>
              <p:cNvSpPr/>
              <p:nvPr/>
            </p:nvSpPr>
            <p:spPr>
              <a:xfrm>
                <a:off x="3912381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273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6" name="正方形/長方形 475">
                <a:extLst>
                  <a:ext uri="{FF2B5EF4-FFF2-40B4-BE49-F238E27FC236}">
                    <ns2:creationId id="{B36033B8-4F7B-4931-2F52-32169D8F5912}"/>
                  </a:ext>
                </a:extLst>
              </p:cNvPr>
              <p:cNvSpPr/>
              <p:nvPr/>
            </p:nvSpPr>
            <p:spPr>
              <a:xfrm>
                <a:off x="4909963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7" name="正方形/長方形 476">
                <a:extLst>
                  <a:ext uri="{FF2B5EF4-FFF2-40B4-BE49-F238E27FC236}">
                    <ns2:creationId id="{C493BB60-14D1-12FF-1A08-88EED13D132F}"/>
                  </a:ext>
                </a:extLst>
              </p:cNvPr>
              <p:cNvSpPr/>
              <p:nvPr/>
            </p:nvSpPr>
            <p:spPr>
              <a:xfrm>
                <a:off x="5907545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8" name="正方形/長方形 477">
                <a:extLst>
                  <a:ext uri="{FF2B5EF4-FFF2-40B4-BE49-F238E27FC236}">
                    <ns2:creationId id="{580602FA-DAE7-7DDA-62B0-9CE381A47E27}"/>
                  </a:ext>
                </a:extLst>
              </p:cNvPr>
              <p:cNvSpPr/>
              <p:nvPr/>
            </p:nvSpPr>
            <p:spPr>
              <a:xfrm>
                <a:off x="6905127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70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9" name="正方形/長方形 478">
                <a:extLst>
                  <a:ext uri="{FF2B5EF4-FFF2-40B4-BE49-F238E27FC236}">
                    <ns2:creationId id="{0ECCE156-8A75-D3EB-DAA0-3D0D79B150E0}"/>
                  </a:ext>
                </a:extLst>
              </p:cNvPr>
              <p:cNvSpPr/>
              <p:nvPr/>
            </p:nvSpPr>
            <p:spPr>
              <a:xfrm>
                <a:off x="790270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0" name="正方形/長方形 479">
                <a:extLst>
                  <a:ext uri="{FF2B5EF4-FFF2-40B4-BE49-F238E27FC236}">
                    <ns2:creationId id="{9776439F-803D-4BDF-A28B-BF251DF7D468}"/>
                  </a:ext>
                </a:extLst>
              </p:cNvPr>
              <p:cNvSpPr/>
              <p:nvPr/>
            </p:nvSpPr>
            <p:spPr>
              <a:xfrm>
                <a:off x="890029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1" name="正方形/長方形 480">
                <a:extLst>
                  <a:ext uri="{FF2B5EF4-FFF2-40B4-BE49-F238E27FC236}">
                    <ns2:creationId id="{D9447593-F3F0-8FAF-2329-80FCE13E3649}"/>
                  </a:ext>
                </a:extLst>
              </p:cNvPr>
              <p:cNvSpPr/>
              <p:nvPr/>
            </p:nvSpPr>
            <p:spPr>
              <a:xfrm>
                <a:off x="9897872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60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2" name="正方形/長方形 481">
                <a:extLst>
                  <a:ext uri="{FF2B5EF4-FFF2-40B4-BE49-F238E27FC236}">
                    <ns2:creationId id="{E4E7510A-45AE-3709-E6CA-2B6AC5B28C7E}"/>
                  </a:ext>
                </a:extLst>
              </p:cNvPr>
              <p:cNvSpPr/>
              <p:nvPr/>
            </p:nvSpPr>
            <p:spPr>
              <a:xfrm>
                <a:off x="10895454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B4553609-D3EF-F70B-F932-0C58A6941B9F}"/>
                </a:ext>
              </a:extLst>
            </p:cNvPr>
            <p:cNvGrpSpPr/>
            <p:nvPr/>
          </p:nvGrpSpPr>
          <p:grpSpPr>
            <a:xfrm>
              <a:off x="334964" y="1628777"/>
              <a:ext cx="3780692" cy="2443856"/>
              <a:chOff x="334964" y="1628777"/>
              <a:chExt cx="3780692" cy="2443856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E7F9858F-A739-B6AC-72A2-30BD5936810A}"/>
                  </a:ext>
                </a:extLst>
              </p:cNvPr>
              <p:cNvSpPr/>
              <p:nvPr/>
            </p:nvSpPr>
            <p:spPr>
              <a:xfrm>
                <a:off x="334964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B4A2A2E2-817E-FC28-F85B-6A318E960B83}"/>
                  </a:ext>
                </a:extLst>
              </p:cNvPr>
              <p:cNvSpPr/>
              <p:nvPr/>
            </p:nvSpPr>
            <p:spPr>
              <a:xfrm>
                <a:off x="1289137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6D29999C-1A82-8AD2-37FB-00F5BE794F67}"/>
                  </a:ext>
                </a:extLst>
              </p:cNvPr>
              <p:cNvSpPr/>
              <p:nvPr/>
            </p:nvSpPr>
            <p:spPr>
              <a:xfrm>
                <a:off x="224331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2C43FA2E-3A64-091F-D0A6-3677E43ADD1F}"/>
                  </a:ext>
                </a:extLst>
              </p:cNvPr>
              <p:cNvSpPr/>
              <p:nvPr/>
            </p:nvSpPr>
            <p:spPr>
              <a:xfrm>
                <a:off x="3197483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A006C5A8-C4F8-D421-4B81-0A940B1A8EE7}"/>
                  </a:ext>
                </a:extLst>
              </p:cNvPr>
              <p:cNvSpPr/>
              <p:nvPr/>
            </p:nvSpPr>
            <p:spPr>
              <a:xfrm>
                <a:off x="334964" y="1947313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3" name="正方形/長方形 482">
                <a:extLst>
                  <a:ext uri="{FF2B5EF4-FFF2-40B4-BE49-F238E27FC236}">
                    <ns2:creationId id="{18371DBA-B944-CFDC-6313-33843CB4E1A3}"/>
                  </a:ext>
                </a:extLst>
              </p:cNvPr>
              <p:cNvSpPr/>
              <p:nvPr/>
            </p:nvSpPr>
            <p:spPr>
              <a:xfrm>
                <a:off x="334964" y="2380462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484" name="正方形/長方形 483">
                <a:extLst>
                  <a:ext uri="{FF2B5EF4-FFF2-40B4-BE49-F238E27FC236}">
                    <ns2:creationId id="{E5F98E16-1641-C2CC-5758-8758EB2B53A8}"/>
                  </a:ext>
                </a:extLst>
              </p:cNvPr>
              <p:cNvSpPr/>
              <p:nvPr/>
            </p:nvSpPr>
            <p:spPr>
              <a:xfrm>
                <a:off x="334964" y="2813611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5" name="正方形/長方形 484">
                <a:extLst>
                  <a:ext uri="{FF2B5EF4-FFF2-40B4-BE49-F238E27FC236}">
                    <ns2:creationId id="{F1C92DCA-1CD3-7336-24E2-863CCA0C56E9}"/>
                  </a:ext>
                </a:extLst>
              </p:cNvPr>
              <p:cNvSpPr/>
              <p:nvPr/>
            </p:nvSpPr>
            <p:spPr>
              <a:xfrm>
                <a:off x="334964" y="324676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6" name="正方形/長方形 485">
                <a:extLst>
                  <a:ext uri="{FF2B5EF4-FFF2-40B4-BE49-F238E27FC236}">
                    <ns2:creationId id="{5C270EAF-6327-A4B5-2D8C-599C921334D6}"/>
                  </a:ext>
                </a:extLst>
              </p:cNvPr>
              <p:cNvSpPr/>
              <p:nvPr/>
            </p:nvSpPr>
            <p:spPr>
              <a:xfrm>
                <a:off x="334964" y="367991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7" name="正方形/長方形 486">
                <a:extLst>
                  <a:ext uri="{FF2B5EF4-FFF2-40B4-BE49-F238E27FC236}">
                    <ns2:creationId id="{A8C2B4AC-E12E-6153-D627-441AE7DE22D5}"/>
                  </a:ext>
                </a:extLst>
              </p:cNvPr>
              <p:cNvSpPr/>
              <p:nvPr/>
            </p:nvSpPr>
            <p:spPr>
              <a:xfrm>
                <a:off x="1289137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8" name="正方形/長方形 487">
                <a:extLst>
                  <a:ext uri="{FF2B5EF4-FFF2-40B4-BE49-F238E27FC236}">
                    <ns2:creationId id="{1AA5B289-C6A8-3145-5766-EB9777B21D6D}"/>
                  </a:ext>
                </a:extLst>
              </p:cNvPr>
              <p:cNvSpPr/>
              <p:nvPr/>
            </p:nvSpPr>
            <p:spPr>
              <a:xfrm>
                <a:off x="2243310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ns2:creationId id="{C2F60A77-9ECB-209B-A02C-8FE431E8DBD4}"/>
                  </a:ext>
                </a:extLst>
              </p:cNvPr>
              <p:cNvSpPr/>
              <p:nvPr/>
            </p:nvSpPr>
            <p:spPr>
              <a:xfrm>
                <a:off x="3197483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正方形/長方形 489">
                <a:extLst>
                  <a:ext uri="{FF2B5EF4-FFF2-40B4-BE49-F238E27FC236}">
                    <ns2:creationId id="{052C0675-831D-E1C4-131E-9839ED6A3218}"/>
                  </a:ext>
                </a:extLst>
              </p:cNvPr>
              <p:cNvSpPr/>
              <p:nvPr/>
            </p:nvSpPr>
            <p:spPr>
              <a:xfrm>
                <a:off x="1289137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980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正方形/長方形 490">
                <a:extLst>
                  <a:ext uri="{FF2B5EF4-FFF2-40B4-BE49-F238E27FC236}">
                    <ns2:creationId id="{1AE9F48C-95DB-4CA2-071D-360E3A1AE5F0}"/>
                  </a:ext>
                </a:extLst>
              </p:cNvPr>
              <p:cNvSpPr/>
              <p:nvPr/>
            </p:nvSpPr>
            <p:spPr>
              <a:xfrm>
                <a:off x="2243310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2" name="正方形/長方形 491">
                <a:extLst>
                  <a:ext uri="{FF2B5EF4-FFF2-40B4-BE49-F238E27FC236}">
                    <ns2:creationId id="{9408A2DE-CC4A-2648-62D8-88EB8FED6E95}"/>
                  </a:ext>
                </a:extLst>
              </p:cNvPr>
              <p:cNvSpPr/>
              <p:nvPr/>
            </p:nvSpPr>
            <p:spPr>
              <a:xfrm>
                <a:off x="3197483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3" name="正方形/長方形 492">
                <a:extLst>
                  <a:ext uri="{FF2B5EF4-FFF2-40B4-BE49-F238E27FC236}">
                    <ns2:creationId id="{AD76CAF9-9BD5-B3BC-7375-A3143F347FBB}"/>
                  </a:ext>
                </a:extLst>
              </p:cNvPr>
              <p:cNvSpPr/>
              <p:nvPr/>
            </p:nvSpPr>
            <p:spPr>
              <a:xfrm>
                <a:off x="1289137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4" name="正方形/長方形 493">
                <a:extLst>
                  <a:ext uri="{FF2B5EF4-FFF2-40B4-BE49-F238E27FC236}">
                    <ns2:creationId id="{4BD30DB9-D11E-317C-C6ED-E20B69D36B39}"/>
                  </a:ext>
                </a:extLst>
              </p:cNvPr>
              <p:cNvSpPr/>
              <p:nvPr/>
            </p:nvSpPr>
            <p:spPr>
              <a:xfrm>
                <a:off x="2243310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35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5" name="正方形/長方形 494">
                <a:extLst>
                  <a:ext uri="{FF2B5EF4-FFF2-40B4-BE49-F238E27FC236}">
                    <ns2:creationId id="{3EC90EC7-51BC-86F2-E176-8487A0A9C506}"/>
                  </a:ext>
                </a:extLst>
              </p:cNvPr>
              <p:cNvSpPr/>
              <p:nvPr/>
            </p:nvSpPr>
            <p:spPr>
              <a:xfrm>
                <a:off x="3197483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6" name="正方形/長方形 495">
                <a:extLst>
                  <a:ext uri="{FF2B5EF4-FFF2-40B4-BE49-F238E27FC236}">
                    <ns2:creationId id="{611783B8-5789-7638-B1F8-F09536B5AED5}"/>
                  </a:ext>
                </a:extLst>
              </p:cNvPr>
              <p:cNvSpPr/>
              <p:nvPr/>
            </p:nvSpPr>
            <p:spPr>
              <a:xfrm>
                <a:off x="1289137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7" name="正方形/長方形 496">
                <a:extLst>
                  <a:ext uri="{FF2B5EF4-FFF2-40B4-BE49-F238E27FC236}">
                    <ns2:creationId id="{5D521980-7D36-BFDB-4A34-38764B321389}"/>
                  </a:ext>
                </a:extLst>
              </p:cNvPr>
              <p:cNvSpPr/>
              <p:nvPr/>
            </p:nvSpPr>
            <p:spPr>
              <a:xfrm>
                <a:off x="2243310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8" name="正方形/長方形 497">
                <a:extLst>
                  <a:ext uri="{FF2B5EF4-FFF2-40B4-BE49-F238E27FC236}">
                    <ns2:creationId id="{5A631D25-2613-5C28-92EB-B32021FB75EA}"/>
                  </a:ext>
                </a:extLst>
              </p:cNvPr>
              <p:cNvSpPr/>
              <p:nvPr/>
            </p:nvSpPr>
            <p:spPr>
              <a:xfrm>
                <a:off x="3197483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9" name="正方形/長方形 498">
                <a:extLst>
                  <a:ext uri="{FF2B5EF4-FFF2-40B4-BE49-F238E27FC236}">
                    <ns2:creationId id="{1F76D156-8435-8E60-ABC2-E0102B623717}"/>
                  </a:ext>
                </a:extLst>
              </p:cNvPr>
              <p:cNvSpPr/>
              <p:nvPr/>
            </p:nvSpPr>
            <p:spPr>
              <a:xfrm>
                <a:off x="1289137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0" name="正方形/長方形 499">
                <a:extLst>
                  <a:ext uri="{FF2B5EF4-FFF2-40B4-BE49-F238E27FC236}">
                    <ns2:creationId id="{F5D19663-A168-0DDD-2704-4F09964C57EE}"/>
                  </a:ext>
                </a:extLst>
              </p:cNvPr>
              <p:cNvSpPr/>
              <p:nvPr/>
            </p:nvSpPr>
            <p:spPr>
              <a:xfrm>
                <a:off x="2243310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1" name="正方形/長方形 500">
                <a:extLst>
                  <a:ext uri="{FF2B5EF4-FFF2-40B4-BE49-F238E27FC236}">
                    <ns2:creationId id="{1EAE206D-0D77-01AA-82C3-95C2E3DB965E}"/>
                  </a:ext>
                </a:extLst>
              </p:cNvPr>
              <p:cNvSpPr/>
              <p:nvPr/>
            </p:nvSpPr>
            <p:spPr>
              <a:xfrm>
                <a:off x="3197483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8" name="グループ化 587">
                <a:extLst>
                  <a:ext uri="{FF2B5EF4-FFF2-40B4-BE49-F238E27FC236}">
                    <ns2:creationId id="{C6F2FCF6-5A15-4011-6344-0820EFD53BC0}"/>
                  </a:ext>
                </a:extLst>
              </p:cNvPr>
              <p:cNvGrpSpPr/>
              <p:nvPr/>
            </p:nvGrpSpPr>
            <p:grpSpPr>
              <a:xfrm>
                <a:off x="1289138" y="2360249"/>
                <a:ext cx="2826518" cy="0"/>
                <a:chOff x="1289138" y="2358036"/>
                <a:chExt cx="2826518" cy="0"/>
              </a:xfrm>
            </p:grpSpPr>
            <p:cxnSp>
              <p:nvCxnSpPr>
                <p:cNvPr id="575" name="直線コネクタ 574">
                  <a:extLst>
                    <a:ext uri="{FF2B5EF4-FFF2-40B4-BE49-F238E27FC236}">
                      <ns2:creationId id="{6B19202D-E9B6-CA69-6E54-7D3FF3CADD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6" name="直線コネクタ 585">
                  <a:extLst>
                    <a:ext uri="{FF2B5EF4-FFF2-40B4-BE49-F238E27FC236}">
                      <ns2:creationId id="{8463BAC2-BAF2-7D53-99BB-6D8B3CB91B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直線コネクタ 586">
                  <a:extLst>
                    <a:ext uri="{FF2B5EF4-FFF2-40B4-BE49-F238E27FC236}">
                      <ns2:creationId id="{C5086973-073C-4C94-B24D-7CC31BDBD2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7" name="グループ化 596">
                <a:extLst>
                  <a:ext uri="{FF2B5EF4-FFF2-40B4-BE49-F238E27FC236}">
                    <ns2:creationId id="{3B39D6A1-806F-7232-8B37-CDA6D6DAA570}"/>
                  </a:ext>
                </a:extLst>
              </p:cNvPr>
              <p:cNvGrpSpPr/>
              <p:nvPr/>
            </p:nvGrpSpPr>
            <p:grpSpPr>
              <a:xfrm>
                <a:off x="1289138" y="2793398"/>
                <a:ext cx="2826518" cy="0"/>
                <a:chOff x="1289138" y="2358036"/>
                <a:chExt cx="2826518" cy="0"/>
              </a:xfrm>
            </p:grpSpPr>
            <p:cxnSp>
              <p:nvCxnSpPr>
                <p:cNvPr id="598" name="直線コネクタ 597">
                  <a:extLst>
                    <a:ext uri="{FF2B5EF4-FFF2-40B4-BE49-F238E27FC236}">
                      <ns2:creationId id="{3DD1C714-0E10-497C-3235-16D8DC5D1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9" name="直線コネクタ 598">
                  <a:extLst>
                    <a:ext uri="{FF2B5EF4-FFF2-40B4-BE49-F238E27FC236}">
                      <ns2:creationId id="{08B8BB4D-7104-6488-0811-3A8C04302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0" name="直線コネクタ 599">
                  <a:extLst>
                    <a:ext uri="{FF2B5EF4-FFF2-40B4-BE49-F238E27FC236}">
                      <ns2:creationId id="{397161E7-8654-F273-E443-3108A074B5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1" name="グループ化 600">
                <a:extLst>
                  <a:ext uri="{FF2B5EF4-FFF2-40B4-BE49-F238E27FC236}">
                    <ns2:creationId id="{4FB67E5B-2C60-4D67-C3A6-DE8E9BAEFE89}"/>
                  </a:ext>
                </a:extLst>
              </p:cNvPr>
              <p:cNvGrpSpPr/>
              <p:nvPr/>
            </p:nvGrpSpPr>
            <p:grpSpPr>
              <a:xfrm>
                <a:off x="1289138" y="3226547"/>
                <a:ext cx="2826518" cy="0"/>
                <a:chOff x="1289138" y="2358036"/>
                <a:chExt cx="2826518" cy="0"/>
              </a:xfrm>
            </p:grpSpPr>
            <p:cxnSp>
              <p:nvCxnSpPr>
                <p:cNvPr id="602" name="直線コネクタ 601">
                  <a:extLst>
                    <a:ext uri="{FF2B5EF4-FFF2-40B4-BE49-F238E27FC236}">
                      <ns2:creationId id="{D3D36192-5EFA-054C-413B-D6190B81EF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3" name="直線コネクタ 602">
                  <a:extLst>
                    <a:ext uri="{FF2B5EF4-FFF2-40B4-BE49-F238E27FC236}">
                      <ns2:creationId id="{AD284E72-B664-3F43-B4C9-94FC150E0D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4" name="直線コネクタ 603">
                  <a:extLst>
                    <a:ext uri="{FF2B5EF4-FFF2-40B4-BE49-F238E27FC236}">
                      <ns2:creationId id="{D12778C0-9133-D443-2739-814308240A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5" name="グループ化 604">
                <a:extLst>
                  <a:ext uri="{FF2B5EF4-FFF2-40B4-BE49-F238E27FC236}">
                    <ns2:creationId id="{17101633-22E4-785F-87E6-D88535849DCC}"/>
                  </a:ext>
                </a:extLst>
              </p:cNvPr>
              <p:cNvGrpSpPr/>
              <p:nvPr/>
            </p:nvGrpSpPr>
            <p:grpSpPr>
              <a:xfrm>
                <a:off x="1289138" y="3659696"/>
                <a:ext cx="2826518" cy="0"/>
                <a:chOff x="1289138" y="2358036"/>
                <a:chExt cx="2826518" cy="0"/>
              </a:xfrm>
            </p:grpSpPr>
            <p:cxnSp>
              <p:nvCxnSpPr>
                <p:cNvPr id="606" name="直線コネクタ 605">
                  <a:extLst>
                    <a:ext uri="{FF2B5EF4-FFF2-40B4-BE49-F238E27FC236}">
                      <ns2:creationId id="{BD181ECF-57FB-0952-497C-C22DE81000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7" name="直線コネクタ 606">
                  <a:extLst>
                    <a:ext uri="{FF2B5EF4-FFF2-40B4-BE49-F238E27FC236}">
                      <ns2:creationId id="{54F4CEE6-3842-E077-0BEB-93681419FA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8" name="直線コネクタ 607">
                  <a:extLst>
                    <a:ext uri="{FF2B5EF4-FFF2-40B4-BE49-F238E27FC236}">
                      <ns2:creationId id="{F6A1BDC6-4E72-7C2E-3A11-6C15C474CC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グループ化 9">
              <a:extLst>
                <a:ext uri="{FF2B5EF4-FFF2-40B4-BE49-F238E27FC236}">
                  <ns2:creationId id="{5FB701E1-21F3-070B-BFCF-5961FABC59F7}"/>
                </a:ext>
              </a:extLst>
            </p:cNvPr>
            <p:cNvGrpSpPr/>
            <p:nvPr/>
          </p:nvGrpSpPr>
          <p:grpSpPr>
            <a:xfrm>
              <a:off x="4205656" y="1628777"/>
              <a:ext cx="3780693" cy="2443856"/>
              <a:chOff x="4205656" y="1628777"/>
              <a:chExt cx="3780693" cy="2443856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89438ECE-3415-BE61-3300-645BA5DDF21C}"/>
                  </a:ext>
                </a:extLst>
              </p:cNvPr>
              <p:cNvSpPr/>
              <p:nvPr/>
            </p:nvSpPr>
            <p:spPr>
              <a:xfrm>
                <a:off x="4205656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87A63429-D487-F573-E92E-AE152FA53ACB}"/>
                  </a:ext>
                </a:extLst>
              </p:cNvPr>
              <p:cNvSpPr/>
              <p:nvPr/>
            </p:nvSpPr>
            <p:spPr>
              <a:xfrm>
                <a:off x="515983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8B536D17-5615-8313-4ECD-E76875525A3B}"/>
                  </a:ext>
                </a:extLst>
              </p:cNvPr>
              <p:cNvSpPr/>
              <p:nvPr/>
            </p:nvSpPr>
            <p:spPr>
              <a:xfrm>
                <a:off x="6114002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0FC0311A-24A4-9644-1621-1ED8BBF0C9E1}"/>
                  </a:ext>
                </a:extLst>
              </p:cNvPr>
              <p:cNvSpPr/>
              <p:nvPr/>
            </p:nvSpPr>
            <p:spPr>
              <a:xfrm>
                <a:off x="7068175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4D942B66-F3A8-36C2-C042-B8D110DB08B3}"/>
                  </a:ext>
                </a:extLst>
              </p:cNvPr>
              <p:cNvSpPr/>
              <p:nvPr/>
            </p:nvSpPr>
            <p:spPr>
              <a:xfrm>
                <a:off x="4205657" y="1947312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2" name="正方形/長方形 501">
                <a:extLst>
                  <a:ext uri="{FF2B5EF4-FFF2-40B4-BE49-F238E27FC236}">
                    <ns2:creationId id="{D7A2ADE5-4F08-ACE5-9334-2E35174C94A5}"/>
                  </a:ext>
                </a:extLst>
              </p:cNvPr>
              <p:cNvSpPr/>
              <p:nvPr/>
            </p:nvSpPr>
            <p:spPr>
              <a:xfrm>
                <a:off x="5159830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3" name="正方形/長方形 502">
                <a:extLst>
                  <a:ext uri="{FF2B5EF4-FFF2-40B4-BE49-F238E27FC236}">
                    <ns2:creationId id="{AE3C4A8B-ACF4-A95E-779C-157C968E8961}"/>
                  </a:ext>
                </a:extLst>
              </p:cNvPr>
              <p:cNvSpPr/>
              <p:nvPr/>
            </p:nvSpPr>
            <p:spPr>
              <a:xfrm>
                <a:off x="6114003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4" name="正方形/長方形 503">
                <a:extLst>
                  <a:ext uri="{FF2B5EF4-FFF2-40B4-BE49-F238E27FC236}">
                    <ns2:creationId id="{9AEA0EC6-5E59-826E-AFBE-93ED1878AE44}"/>
                  </a:ext>
                </a:extLst>
              </p:cNvPr>
              <p:cNvSpPr/>
              <p:nvPr/>
            </p:nvSpPr>
            <p:spPr>
              <a:xfrm>
                <a:off x="7068176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5" name="正方形/長方形 504">
                <a:extLst>
                  <a:ext uri="{FF2B5EF4-FFF2-40B4-BE49-F238E27FC236}">
                    <ns2:creationId id="{B832E151-2413-BDB5-328E-3193D4961E53}"/>
                  </a:ext>
                </a:extLst>
              </p:cNvPr>
              <p:cNvSpPr/>
              <p:nvPr/>
            </p:nvSpPr>
            <p:spPr>
              <a:xfrm>
                <a:off x="4205657" y="2670704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6" name="正方形/長方形 505">
                <a:extLst>
                  <a:ext uri="{FF2B5EF4-FFF2-40B4-BE49-F238E27FC236}">
                    <ns2:creationId id="{B8A82EC1-A790-0926-06DF-065A0C7997CB}"/>
                  </a:ext>
                </a:extLst>
              </p:cNvPr>
              <p:cNvSpPr/>
              <p:nvPr/>
            </p:nvSpPr>
            <p:spPr>
              <a:xfrm>
                <a:off x="5159830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7" name="正方形/長方形 506">
                <a:extLst>
                  <a:ext uri="{FF2B5EF4-FFF2-40B4-BE49-F238E27FC236}">
                    <ns2:creationId id="{909ABD1C-6001-3718-0986-541523038206}"/>
                  </a:ext>
                </a:extLst>
              </p:cNvPr>
              <p:cNvSpPr/>
              <p:nvPr/>
            </p:nvSpPr>
            <p:spPr>
              <a:xfrm>
                <a:off x="6114003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正方形/長方形 507">
                <a:extLst>
                  <a:ext uri="{FF2B5EF4-FFF2-40B4-BE49-F238E27FC236}">
                    <ns2:creationId id="{05AA2783-815B-FE28-BF49-49F111B1AD33}"/>
                  </a:ext>
                </a:extLst>
              </p:cNvPr>
              <p:cNvSpPr/>
              <p:nvPr/>
            </p:nvSpPr>
            <p:spPr>
              <a:xfrm>
                <a:off x="7068176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正方形/長方形 508">
                <a:extLst>
                  <a:ext uri="{FF2B5EF4-FFF2-40B4-BE49-F238E27FC236}">
                    <ns2:creationId id="{88A3851C-A0A6-E20E-A8E3-31B0E94804B7}"/>
                  </a:ext>
                </a:extLst>
              </p:cNvPr>
              <p:cNvSpPr/>
              <p:nvPr/>
            </p:nvSpPr>
            <p:spPr>
              <a:xfrm>
                <a:off x="4205657" y="3394095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正方形/長方形 509">
                <a:extLst>
                  <a:ext uri="{FF2B5EF4-FFF2-40B4-BE49-F238E27FC236}">
                    <ns2:creationId id="{18DCD722-74DA-5A9A-F396-51EE4137A191}"/>
                  </a:ext>
                </a:extLst>
              </p:cNvPr>
              <p:cNvSpPr/>
              <p:nvPr/>
            </p:nvSpPr>
            <p:spPr>
              <a:xfrm>
                <a:off x="5159830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正方形/長方形 510">
                <a:extLst>
                  <a:ext uri="{FF2B5EF4-FFF2-40B4-BE49-F238E27FC236}">
                    <ns2:creationId id="{4A07FCD6-81A4-EB1F-DDF9-58411C23A198}"/>
                  </a:ext>
                </a:extLst>
              </p:cNvPr>
              <p:cNvSpPr/>
              <p:nvPr/>
            </p:nvSpPr>
            <p:spPr>
              <a:xfrm>
                <a:off x="6114003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正方形/長方形 511">
                <a:extLst>
                  <a:ext uri="{FF2B5EF4-FFF2-40B4-BE49-F238E27FC236}">
                    <ns2:creationId id="{8FCA9DE6-F07B-5569-FD9B-B3DFABCCE8C5}"/>
                  </a:ext>
                </a:extLst>
              </p:cNvPr>
              <p:cNvSpPr/>
              <p:nvPr/>
            </p:nvSpPr>
            <p:spPr>
              <a:xfrm>
                <a:off x="7068176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9" name="グループ化 588">
                <a:extLst>
                  <a:ext uri="{FF2B5EF4-FFF2-40B4-BE49-F238E27FC236}">
                    <ns2:creationId id="{D47A94AC-A4B5-361F-B643-863F72966877}"/>
                  </a:ext>
                </a:extLst>
              </p:cNvPr>
              <p:cNvGrpSpPr/>
              <p:nvPr/>
            </p:nvGrpSpPr>
            <p:grpSpPr>
              <a:xfrm>
                <a:off x="5159830" y="2648277"/>
                <a:ext cx="2826518" cy="0"/>
                <a:chOff x="1289138" y="2358036"/>
                <a:chExt cx="2826518" cy="0"/>
              </a:xfrm>
            </p:grpSpPr>
            <p:cxnSp>
              <p:nvCxnSpPr>
                <p:cNvPr id="590" name="直線コネクタ 589">
                  <a:extLst>
                    <a:ext uri="{FF2B5EF4-FFF2-40B4-BE49-F238E27FC236}">
                      <ns2:creationId id="{A7F18A3B-8DD6-AC4B-E014-901E7EE8D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直線コネクタ 590">
                  <a:extLst>
                    <a:ext uri="{FF2B5EF4-FFF2-40B4-BE49-F238E27FC236}">
                      <ns2:creationId id="{B5BFF05B-E0F6-350A-E61E-CFC8D41414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直線コネクタ 591">
                  <a:extLst>
                    <a:ext uri="{FF2B5EF4-FFF2-40B4-BE49-F238E27FC236}">
                      <ns2:creationId id="{C8A1BF32-141C-4CFF-7A25-6A4387DCC7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9" name="グループ化 608">
                <a:extLst>
                  <a:ext uri="{FF2B5EF4-FFF2-40B4-BE49-F238E27FC236}">
                    <ns2:creationId id="{13133FDB-9EBD-06FB-3999-298AF03E3A67}"/>
                  </a:ext>
                </a:extLst>
              </p:cNvPr>
              <p:cNvGrpSpPr/>
              <p:nvPr/>
            </p:nvGrpSpPr>
            <p:grpSpPr>
              <a:xfrm>
                <a:off x="5159830" y="3371669"/>
                <a:ext cx="2826518" cy="0"/>
                <a:chOff x="1289138" y="2358036"/>
                <a:chExt cx="2826518" cy="0"/>
              </a:xfrm>
            </p:grpSpPr>
            <p:cxnSp>
              <p:nvCxnSpPr>
                <p:cNvPr id="610" name="直線コネクタ 609">
                  <a:extLst>
                    <a:ext uri="{FF2B5EF4-FFF2-40B4-BE49-F238E27FC236}">
                      <ns2:creationId id="{C212C15A-A497-8E22-B038-27B783B919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1" name="直線コネクタ 610">
                  <a:extLst>
                    <a:ext uri="{FF2B5EF4-FFF2-40B4-BE49-F238E27FC236}">
                      <ns2:creationId id="{0B8C8D10-4178-8D58-5C98-E62249CD0D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2" name="直線コネクタ 611">
                  <a:extLst>
                    <a:ext uri="{FF2B5EF4-FFF2-40B4-BE49-F238E27FC236}">
                      <ns2:creationId id="{D782518F-D173-510C-7C7E-07AD92A974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グループ化 10">
              <a:extLst>
                <a:ext uri="{FF2B5EF4-FFF2-40B4-BE49-F238E27FC236}">
                  <ns2:creationId id="{F44AC5EB-2347-A3DD-725A-D20123FE97A9}"/>
                </a:ext>
              </a:extLst>
            </p:cNvPr>
            <p:cNvGrpSpPr/>
            <p:nvPr/>
          </p:nvGrpSpPr>
          <p:grpSpPr>
            <a:xfrm>
              <a:off x="8076348" y="1628776"/>
              <a:ext cx="3780691" cy="2443857"/>
              <a:chOff x="8076348" y="1628776"/>
              <a:chExt cx="3780691" cy="2443857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0242BA76-A5C0-BD07-98C1-85D74B1A8C85}"/>
                  </a:ext>
                </a:extLst>
              </p:cNvPr>
              <p:cNvSpPr/>
              <p:nvPr/>
            </p:nvSpPr>
            <p:spPr>
              <a:xfrm>
                <a:off x="8076348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s-CO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A01BDEA9-BBEC-2626-FCAF-D00A12C4D18C}"/>
                  </a:ext>
                </a:extLst>
              </p:cNvPr>
              <p:cNvSpPr/>
              <p:nvPr/>
            </p:nvSpPr>
            <p:spPr>
              <a:xfrm>
                <a:off x="9030521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D83AAE69-E402-3692-4B16-EDC26F082317}"/>
                  </a:ext>
                </a:extLst>
              </p:cNvPr>
              <p:cNvSpPr/>
              <p:nvPr/>
            </p:nvSpPr>
            <p:spPr>
              <a:xfrm>
                <a:off x="9984695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FBEB801E-6134-C4A3-DAE0-B3E07EEF7ECA}"/>
                  </a:ext>
                </a:extLst>
              </p:cNvPr>
              <p:cNvSpPr/>
              <p:nvPr/>
            </p:nvSpPr>
            <p:spPr>
              <a:xfrm>
                <a:off x="10938866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31DCEF04-8F9F-8405-3628-8849701B0734}"/>
                  </a:ext>
                </a:extLst>
              </p:cNvPr>
              <p:cNvSpPr/>
              <p:nvPr/>
            </p:nvSpPr>
            <p:spPr>
              <a:xfrm>
                <a:off x="8076348" y="1939272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C71E6A46-DAD7-3775-D057-A3CD9C3CB572}"/>
                  </a:ext>
                </a:extLst>
              </p:cNvPr>
              <p:cNvSpPr/>
              <p:nvPr/>
            </p:nvSpPr>
            <p:spPr>
              <a:xfrm>
                <a:off x="9030521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800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正方形/長方形 513">
                <a:extLst>
                  <a:ext uri="{FF2B5EF4-FFF2-40B4-BE49-F238E27FC236}">
                    <ns2:creationId id="{7094F0DF-A848-3F6D-295B-5F02FC9867A3}"/>
                  </a:ext>
                </a:extLst>
              </p:cNvPr>
              <p:cNvSpPr/>
              <p:nvPr/>
            </p:nvSpPr>
            <p:spPr>
              <a:xfrm>
                <a:off x="9984692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800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正方形/長方形 514">
                <a:extLst>
                  <a:ext uri="{FF2B5EF4-FFF2-40B4-BE49-F238E27FC236}">
                    <ns2:creationId id="{B4498582-CCE4-1CA7-C7BE-38B5CC1C4D4A}"/>
                  </a:ext>
                </a:extLst>
              </p:cNvPr>
              <p:cNvSpPr/>
              <p:nvPr/>
            </p:nvSpPr>
            <p:spPr>
              <a:xfrm>
                <a:off x="10938863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正方形/長方形 515">
                <a:extLst>
                  <a:ext uri="{FF2B5EF4-FFF2-40B4-BE49-F238E27FC236}">
                    <ns2:creationId id="{7E9FA5A8-CB0E-F539-A942-08D19BC92FC1}"/>
                  </a:ext>
                </a:extLst>
              </p:cNvPr>
              <p:cNvSpPr/>
              <p:nvPr/>
            </p:nvSpPr>
            <p:spPr>
              <a:xfrm>
                <a:off x="8076348" y="2145579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7" name="正方形/長方形 516">
                <a:extLst>
                  <a:ext uri="{FF2B5EF4-FFF2-40B4-BE49-F238E27FC236}">
                    <ns2:creationId id="{978DE4EE-A1EF-28C3-A605-CFD88E95FA4A}"/>
                  </a:ext>
                </a:extLst>
              </p:cNvPr>
              <p:cNvSpPr/>
              <p:nvPr/>
            </p:nvSpPr>
            <p:spPr>
              <a:xfrm>
                <a:off x="9030521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正方形/長方形 517">
                <a:extLst>
                  <a:ext uri="{FF2B5EF4-FFF2-40B4-BE49-F238E27FC236}">
                    <ns2:creationId id="{A6C32D39-6930-27AA-321F-5A9023471B5A}"/>
                  </a:ext>
                </a:extLst>
              </p:cNvPr>
              <p:cNvSpPr/>
              <p:nvPr/>
            </p:nvSpPr>
            <p:spPr>
              <a:xfrm>
                <a:off x="9984692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正方形/長方形 518">
                <a:extLst>
                  <a:ext uri="{FF2B5EF4-FFF2-40B4-BE49-F238E27FC236}">
                    <ns2:creationId id="{3EFA65EF-588C-2016-23E2-01F6788D9816}"/>
                  </a:ext>
                </a:extLst>
              </p:cNvPr>
              <p:cNvSpPr/>
              <p:nvPr/>
            </p:nvSpPr>
            <p:spPr>
              <a:xfrm>
                <a:off x="10938863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正方形/長方形 519">
                <a:extLst>
                  <a:ext uri="{FF2B5EF4-FFF2-40B4-BE49-F238E27FC236}">
                    <ns2:creationId id="{DB4267AD-223F-AF92-3914-6411066D6C0A}"/>
                  </a:ext>
                </a:extLst>
              </p:cNvPr>
              <p:cNvSpPr/>
              <p:nvPr/>
            </p:nvSpPr>
            <p:spPr>
              <a:xfrm>
                <a:off x="8076348" y="2351886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CN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正方形/長方形 520">
                <a:extLst>
                  <a:ext uri="{FF2B5EF4-FFF2-40B4-BE49-F238E27FC236}">
                    <ns2:creationId id="{44809DF4-DEE2-D5C2-167C-79DA9FE33666}"/>
                  </a:ext>
                </a:extLst>
              </p:cNvPr>
              <p:cNvSpPr/>
              <p:nvPr/>
            </p:nvSpPr>
            <p:spPr>
              <a:xfrm>
                <a:off x="9030521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正方形/長方形 521">
                <a:extLst>
                  <a:ext uri="{FF2B5EF4-FFF2-40B4-BE49-F238E27FC236}">
                    <ns2:creationId id="{F3357E7C-7FD7-4228-F15C-48063A3FD716}"/>
                  </a:ext>
                </a:extLst>
              </p:cNvPr>
              <p:cNvSpPr/>
              <p:nvPr/>
            </p:nvSpPr>
            <p:spPr>
              <a:xfrm>
                <a:off x="9984692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12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3" name="正方形/長方形 522">
                <a:extLst>
                  <a:ext uri="{FF2B5EF4-FFF2-40B4-BE49-F238E27FC236}">
                    <ns2:creationId id="{9C2C8818-F0E1-3CA0-C91A-20A4B77DC409}"/>
                  </a:ext>
                </a:extLst>
              </p:cNvPr>
              <p:cNvSpPr/>
              <p:nvPr/>
            </p:nvSpPr>
            <p:spPr>
              <a:xfrm>
                <a:off x="10938863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4" name="正方形/長方形 523">
                <a:extLst>
                  <a:ext uri="{FF2B5EF4-FFF2-40B4-BE49-F238E27FC236}">
                    <ns2:creationId id="{80DF5695-4AEB-0F27-0ADA-7BCCD32DA35D}"/>
                  </a:ext>
                </a:extLst>
              </p:cNvPr>
              <p:cNvSpPr/>
              <p:nvPr/>
            </p:nvSpPr>
            <p:spPr>
              <a:xfrm>
                <a:off x="8076348" y="2558193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58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58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5" name="正方形/長方形 524">
                <a:extLst>
                  <a:ext uri="{FF2B5EF4-FFF2-40B4-BE49-F238E27FC236}">
                    <ns2:creationId id="{B98CFADE-3F41-1D22-6D07-D0458F5F6EA3}"/>
                  </a:ext>
                </a:extLst>
              </p:cNvPr>
              <p:cNvSpPr/>
              <p:nvPr/>
            </p:nvSpPr>
            <p:spPr>
              <a:xfrm>
                <a:off x="9030521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6" name="正方形/長方形 525">
                <a:extLst>
                  <a:ext uri="{FF2B5EF4-FFF2-40B4-BE49-F238E27FC236}">
                    <ns2:creationId id="{5AB89634-E45D-03FB-4F0A-F11C9B6D9EC6}"/>
                  </a:ext>
                </a:extLst>
              </p:cNvPr>
              <p:cNvSpPr/>
              <p:nvPr/>
            </p:nvSpPr>
            <p:spPr>
              <a:xfrm>
                <a:off x="9984692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7" name="正方形/長方形 526">
                <a:extLst>
                  <a:ext uri="{FF2B5EF4-FFF2-40B4-BE49-F238E27FC236}">
                    <ns2:creationId id="{7DA6D2F6-75B7-3C75-0A42-DDAD311D05DE}"/>
                  </a:ext>
                </a:extLst>
              </p:cNvPr>
              <p:cNvSpPr/>
              <p:nvPr/>
            </p:nvSpPr>
            <p:spPr>
              <a:xfrm>
                <a:off x="10938863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8" name="正方形/長方形 527">
                <a:extLst>
                  <a:ext uri="{FF2B5EF4-FFF2-40B4-BE49-F238E27FC236}">
                    <ns2:creationId id="{7EA16C21-B08F-7061-BD6B-C49AC47689F3}"/>
                  </a:ext>
                </a:extLst>
              </p:cNvPr>
              <p:cNvSpPr/>
              <p:nvPr/>
            </p:nvSpPr>
            <p:spPr>
              <a:xfrm>
                <a:off x="8076348" y="2764500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9" name="正方形/長方形 528">
                <a:extLst>
                  <a:ext uri="{FF2B5EF4-FFF2-40B4-BE49-F238E27FC236}">
                    <ns2:creationId id="{551D986A-C794-5494-ED98-23675933C74C}"/>
                  </a:ext>
                </a:extLst>
              </p:cNvPr>
              <p:cNvSpPr/>
              <p:nvPr/>
            </p:nvSpPr>
            <p:spPr>
              <a:xfrm>
                <a:off x="9030521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0" name="正方形/長方形 529">
                <a:extLst>
                  <a:ext uri="{FF2B5EF4-FFF2-40B4-BE49-F238E27FC236}">
                    <ns2:creationId id="{972F6421-B06F-33CD-0FA6-AF9B28C23B00}"/>
                  </a:ext>
                </a:extLst>
              </p:cNvPr>
              <p:cNvSpPr/>
              <p:nvPr/>
            </p:nvSpPr>
            <p:spPr>
              <a:xfrm>
                <a:off x="9984692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55F60737-F67A-92B7-36C1-D81D61994D32}"/>
                  </a:ext>
                </a:extLst>
              </p:cNvPr>
              <p:cNvSpPr/>
              <p:nvPr/>
            </p:nvSpPr>
            <p:spPr>
              <a:xfrm>
                <a:off x="10938863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2" name="正方形/長方形 531">
                <a:extLst>
                  <a:ext uri="{FF2B5EF4-FFF2-40B4-BE49-F238E27FC236}">
                    <ns2:creationId id="{1BF92B85-3DDB-8096-D7C1-AFCDD3801CA5}"/>
                  </a:ext>
                </a:extLst>
              </p:cNvPr>
              <p:cNvSpPr/>
              <p:nvPr/>
            </p:nvSpPr>
            <p:spPr>
              <a:xfrm>
                <a:off x="8076348" y="2970807"/>
                <a:ext cx="450086" cy="66182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E9629856-2445-A879-186F-6E077E2067AA}"/>
                  </a:ext>
                </a:extLst>
              </p:cNvPr>
              <p:cNvSpPr/>
              <p:nvPr/>
            </p:nvSpPr>
            <p:spPr>
              <a:xfrm>
                <a:off x="9030521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BFBECBD2-3882-C70E-1B87-C09C21BFBE1B}"/>
                  </a:ext>
                </a:extLst>
              </p:cNvPr>
              <p:cNvSpPr/>
              <p:nvPr/>
            </p:nvSpPr>
            <p:spPr>
              <a:xfrm>
                <a:off x="9984692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B7A2EE7F-B86D-56AB-142D-1DD944D85729}"/>
                  </a:ext>
                </a:extLst>
              </p:cNvPr>
              <p:cNvSpPr/>
              <p:nvPr/>
            </p:nvSpPr>
            <p:spPr>
              <a:xfrm>
                <a:off x="10938863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7" name="正方形/長方形 536">
                <a:extLst>
                  <a:ext uri="{FF2B5EF4-FFF2-40B4-BE49-F238E27FC236}">
                    <ns2:creationId id="{2245E5E2-DE9F-BC9D-93E9-73EBA9852FBB}"/>
                  </a:ext>
                </a:extLst>
              </p:cNvPr>
              <p:cNvSpPr/>
              <p:nvPr/>
            </p:nvSpPr>
            <p:spPr>
              <a:xfrm>
                <a:off x="9030521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8" name="正方形/長方形 537">
                <a:extLst>
                  <a:ext uri="{FF2B5EF4-FFF2-40B4-BE49-F238E27FC236}">
                    <ns2:creationId id="{40CB1768-941F-8199-2B7F-E936FAE3C00B}"/>
                  </a:ext>
                </a:extLst>
              </p:cNvPr>
              <p:cNvSpPr/>
              <p:nvPr/>
            </p:nvSpPr>
            <p:spPr>
              <a:xfrm>
                <a:off x="9984692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9" name="正方形/長方形 538">
                <a:extLst>
                  <a:ext uri="{FF2B5EF4-FFF2-40B4-BE49-F238E27FC236}">
                    <ns2:creationId id="{D86C9DA9-9CF3-27D6-631E-24BBF7AA2C4F}"/>
                  </a:ext>
                </a:extLst>
              </p:cNvPr>
              <p:cNvSpPr/>
              <p:nvPr/>
            </p:nvSpPr>
            <p:spPr>
              <a:xfrm>
                <a:off x="10938863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1" name="正方形/長方形 540">
                <a:extLst>
                  <a:ext uri="{FF2B5EF4-FFF2-40B4-BE49-F238E27FC236}">
                    <ns2:creationId id="{D517FF59-55ED-356D-C2A2-161135392FEF}"/>
                  </a:ext>
                </a:extLst>
              </p:cNvPr>
              <p:cNvSpPr/>
              <p:nvPr/>
            </p:nvSpPr>
            <p:spPr>
              <a:xfrm>
                <a:off x="9030521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2" name="正方形/長方形 541">
                <a:extLst>
                  <a:ext uri="{FF2B5EF4-FFF2-40B4-BE49-F238E27FC236}">
                    <ns2:creationId id="{0FCF4495-A329-D493-8D99-CCB46D941B7B}"/>
                  </a:ext>
                </a:extLst>
              </p:cNvPr>
              <p:cNvSpPr/>
              <p:nvPr/>
            </p:nvSpPr>
            <p:spPr>
              <a:xfrm>
                <a:off x="9984692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正方形/長方形 542">
                <a:extLst>
                  <a:ext uri="{FF2B5EF4-FFF2-40B4-BE49-F238E27FC236}">
                    <ns2:creationId id="{971C2A9C-B878-4E4E-E2FE-5EE52D4443C3}"/>
                  </a:ext>
                </a:extLst>
              </p:cNvPr>
              <p:cNvSpPr/>
              <p:nvPr/>
            </p:nvSpPr>
            <p:spPr>
              <a:xfrm>
                <a:off x="10938863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4" name="正方形/長方形 543">
                <a:extLst>
                  <a:ext uri="{FF2B5EF4-FFF2-40B4-BE49-F238E27FC236}">
                    <ns2:creationId id="{C08D3E45-6C3E-0AF0-6D3D-73603810B894}"/>
                  </a:ext>
                </a:extLst>
              </p:cNvPr>
              <p:cNvSpPr/>
              <p:nvPr/>
            </p:nvSpPr>
            <p:spPr>
              <a:xfrm>
                <a:off x="8076348" y="3644497"/>
                <a:ext cx="450086" cy="428136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正方形/長方形 544">
                <a:extLst>
                  <a:ext uri="{FF2B5EF4-FFF2-40B4-BE49-F238E27FC236}">
                    <ns2:creationId id="{4BA8232F-899F-1FFB-082A-5D1765CA4A6B}"/>
                  </a:ext>
                </a:extLst>
              </p:cNvPr>
              <p:cNvSpPr/>
              <p:nvPr/>
            </p:nvSpPr>
            <p:spPr>
              <a:xfrm>
                <a:off x="9030521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正方形/長方形 545">
                <a:extLst>
                  <a:ext uri="{FF2B5EF4-FFF2-40B4-BE49-F238E27FC236}">
                    <ns2:creationId id="{43A0C636-A960-B91A-A04D-D569FBC9D719}"/>
                  </a:ext>
                </a:extLst>
              </p:cNvPr>
              <p:cNvSpPr/>
              <p:nvPr/>
            </p:nvSpPr>
            <p:spPr>
              <a:xfrm>
                <a:off x="9984692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正方形/長方形 546">
                <a:extLst>
                  <a:ext uri="{FF2B5EF4-FFF2-40B4-BE49-F238E27FC236}">
                    <ns2:creationId id="{4FED21CF-4AD4-6605-3914-F5132BBDA9E2}"/>
                  </a:ext>
                </a:extLst>
              </p:cNvPr>
              <p:cNvSpPr/>
              <p:nvPr/>
            </p:nvSpPr>
            <p:spPr>
              <a:xfrm>
                <a:off x="10938863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9" name="正方形/長方形 548">
                <a:extLst>
                  <a:ext uri="{FF2B5EF4-FFF2-40B4-BE49-F238E27FC236}">
                    <ns2:creationId id="{44CBCE3A-0920-C730-B87F-AD1A4A335A10}"/>
                  </a:ext>
                </a:extLst>
              </p:cNvPr>
              <p:cNvSpPr/>
              <p:nvPr/>
            </p:nvSpPr>
            <p:spPr>
              <a:xfrm>
                <a:off x="9030521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正方形/長方形 549">
                <a:extLst>
                  <a:ext uri="{FF2B5EF4-FFF2-40B4-BE49-F238E27FC236}">
                    <ns2:creationId id="{85BEABC1-401F-ADE7-76F4-1044669A2EF6}"/>
                  </a:ext>
                </a:extLst>
              </p:cNvPr>
              <p:cNvSpPr/>
              <p:nvPr/>
            </p:nvSpPr>
            <p:spPr>
              <a:xfrm>
                <a:off x="9984692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正方形/長方形 550">
                <a:extLst>
                  <a:ext uri="{FF2B5EF4-FFF2-40B4-BE49-F238E27FC236}">
                    <ns2:creationId id="{B98E87AA-57BA-6FF4-6AEF-61508A8D90F5}"/>
                  </a:ext>
                </a:extLst>
              </p:cNvPr>
              <p:cNvSpPr/>
              <p:nvPr/>
            </p:nvSpPr>
            <p:spPr>
              <a:xfrm>
                <a:off x="10938863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2" name="正方形/長方形 551">
                <a:extLst>
                  <a:ext uri="{FF2B5EF4-FFF2-40B4-BE49-F238E27FC236}">
                    <ns2:creationId id="{4EC6389B-2D10-1A87-EAE3-639D1CCA226B}"/>
                  </a:ext>
                </a:extLst>
              </p:cNvPr>
              <p:cNvSpPr/>
              <p:nvPr/>
            </p:nvSpPr>
            <p:spPr>
              <a:xfrm>
                <a:off x="8544434" y="2970807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正方形/長方形 553">
                <a:extLst>
                  <a:ext uri="{FF2B5EF4-FFF2-40B4-BE49-F238E27FC236}">
                    <ns2:creationId id="{DBF5635C-2E4B-6ABF-6AF9-C4BFA6B2F90B}"/>
                  </a:ext>
                </a:extLst>
              </p:cNvPr>
              <p:cNvSpPr/>
              <p:nvPr/>
            </p:nvSpPr>
            <p:spPr>
              <a:xfrm>
                <a:off x="8544434" y="3197956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6" name="正方形/長方形 555">
                <a:extLst>
                  <a:ext uri="{FF2B5EF4-FFF2-40B4-BE49-F238E27FC236}">
                    <ns2:creationId id="{B0F77F65-993C-578E-B76D-975D8BD4F818}"/>
                  </a:ext>
                </a:extLst>
              </p:cNvPr>
              <p:cNvSpPr/>
              <p:nvPr/>
            </p:nvSpPr>
            <p:spPr>
              <a:xfrm>
                <a:off x="8544434" y="3425105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7" name="正方形/長方形 556">
                <a:extLst>
                  <a:ext uri="{FF2B5EF4-FFF2-40B4-BE49-F238E27FC236}">
                    <ns2:creationId id="{AD7BB9A5-3A21-0A34-725A-8684570A320D}"/>
                  </a:ext>
                </a:extLst>
              </p:cNvPr>
              <p:cNvSpPr/>
              <p:nvPr/>
            </p:nvSpPr>
            <p:spPr>
              <a:xfrm>
                <a:off x="8544434" y="3644497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8" name="正方形/長方形 557">
                <a:extLst>
                  <a:ext uri="{FF2B5EF4-FFF2-40B4-BE49-F238E27FC236}">
                    <ns2:creationId id="{54D3F9F8-0A7A-B69D-56E2-B77D60F35CDA}"/>
                  </a:ext>
                </a:extLst>
              </p:cNvPr>
              <p:cNvSpPr/>
              <p:nvPr/>
            </p:nvSpPr>
            <p:spPr>
              <a:xfrm>
                <a:off x="8544434" y="3867565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93" name="グループ化 592">
                <a:extLst>
                  <a:ext uri="{FF2B5EF4-FFF2-40B4-BE49-F238E27FC236}">
                    <ns2:creationId id="{A0E883CA-D0DC-EC5E-C610-0985734E9ADA}"/>
                  </a:ext>
                </a:extLst>
              </p:cNvPr>
              <p:cNvGrpSpPr/>
              <p:nvPr/>
            </p:nvGrpSpPr>
            <p:grpSpPr>
              <a:xfrm>
                <a:off x="9030521" y="2139647"/>
                <a:ext cx="2826518" cy="0"/>
                <a:chOff x="1289138" y="2358036"/>
                <a:chExt cx="2826518" cy="0"/>
              </a:xfrm>
            </p:grpSpPr>
            <p:cxnSp>
              <p:nvCxnSpPr>
                <p:cNvPr id="594" name="直線コネクタ 593">
                  <a:extLst>
                    <a:ext uri="{FF2B5EF4-FFF2-40B4-BE49-F238E27FC236}">
                      <ns2:creationId id="{8F8F5C1F-8D80-699A-C3FC-E0772EFEBC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直線コネクタ 594">
                  <a:extLst>
                    <a:ext uri="{FF2B5EF4-FFF2-40B4-BE49-F238E27FC236}">
                      <ns2:creationId id="{A6A62311-A402-044F-BDBC-FA1EBE09ED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6" name="直線コネクタ 595">
                  <a:extLst>
                    <a:ext uri="{FF2B5EF4-FFF2-40B4-BE49-F238E27FC236}">
                      <ns2:creationId id="{618126D9-3357-CA8A-6D87-706264C5FE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3" name="グループ化 612">
                <a:extLst>
                  <a:ext uri="{FF2B5EF4-FFF2-40B4-BE49-F238E27FC236}">
                    <ns2:creationId id="{75600022-9C2E-BC57-1674-EF7BBFCB3E04}"/>
                  </a:ext>
                </a:extLst>
              </p:cNvPr>
              <p:cNvGrpSpPr/>
              <p:nvPr/>
            </p:nvGrpSpPr>
            <p:grpSpPr>
              <a:xfrm>
                <a:off x="9030521" y="2345955"/>
                <a:ext cx="2826518" cy="0"/>
                <a:chOff x="1289138" y="2358036"/>
                <a:chExt cx="2826518" cy="0"/>
              </a:xfrm>
            </p:grpSpPr>
            <p:cxnSp>
              <p:nvCxnSpPr>
                <p:cNvPr id="614" name="直線コネクタ 613">
                  <a:extLst>
                    <a:ext uri="{FF2B5EF4-FFF2-40B4-BE49-F238E27FC236}">
                      <ns2:creationId id="{A0FB52EB-F18B-C924-3EE6-48BD326EDE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5" name="直線コネクタ 614">
                  <a:extLst>
                    <a:ext uri="{FF2B5EF4-FFF2-40B4-BE49-F238E27FC236}">
                      <ns2:creationId id="{574BF959-9C77-CA3E-391F-E6C85CC2C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線コネクタ 615">
                  <a:extLst>
                    <a:ext uri="{FF2B5EF4-FFF2-40B4-BE49-F238E27FC236}">
                      <ns2:creationId id="{0DB4B6EE-DBE2-1FD6-89F9-EB9A369872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7" name="グループ化 616">
                <a:extLst>
                  <a:ext uri="{FF2B5EF4-FFF2-40B4-BE49-F238E27FC236}">
                    <ns2:creationId id="{D387B1B5-940C-093E-B05A-7A6ECDBEBD42}"/>
                  </a:ext>
                </a:extLst>
              </p:cNvPr>
              <p:cNvGrpSpPr/>
              <p:nvPr/>
            </p:nvGrpSpPr>
            <p:grpSpPr>
              <a:xfrm>
                <a:off x="9030521" y="2552261"/>
                <a:ext cx="2826518" cy="0"/>
                <a:chOff x="1289138" y="2358036"/>
                <a:chExt cx="2826518" cy="0"/>
              </a:xfrm>
            </p:grpSpPr>
            <p:cxnSp>
              <p:nvCxnSpPr>
                <p:cNvPr id="618" name="直線コネクタ 617">
                  <a:extLst>
                    <a:ext uri="{FF2B5EF4-FFF2-40B4-BE49-F238E27FC236}">
                      <ns2:creationId id="{41D88951-776C-8321-72CE-A7AB03DCD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線コネクタ 618">
                  <a:extLst>
                    <a:ext uri="{FF2B5EF4-FFF2-40B4-BE49-F238E27FC236}">
                      <ns2:creationId id="{DC8EB03C-5736-29D7-DF45-CCEF099286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0" name="直線コネクタ 619">
                  <a:extLst>
                    <a:ext uri="{FF2B5EF4-FFF2-40B4-BE49-F238E27FC236}">
                      <ns2:creationId id="{A19273F3-4060-0385-8513-27AF530614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1" name="グループ化 620">
                <a:extLst>
                  <a:ext uri="{FF2B5EF4-FFF2-40B4-BE49-F238E27FC236}">
                    <ns2:creationId id="{11B72882-E08C-E914-0852-C539629285C0}"/>
                  </a:ext>
                </a:extLst>
              </p:cNvPr>
              <p:cNvGrpSpPr/>
              <p:nvPr/>
            </p:nvGrpSpPr>
            <p:grpSpPr>
              <a:xfrm>
                <a:off x="9030521" y="2758569"/>
                <a:ext cx="2826518" cy="0"/>
                <a:chOff x="1289138" y="2358036"/>
                <a:chExt cx="2826518" cy="0"/>
              </a:xfrm>
            </p:grpSpPr>
            <p:cxnSp>
              <p:nvCxnSpPr>
                <p:cNvPr id="622" name="直線コネクタ 621">
                  <a:extLst>
                    <a:ext uri="{FF2B5EF4-FFF2-40B4-BE49-F238E27FC236}">
                      <ns2:creationId id="{560E72CC-A5CF-E9D1-BCE7-8FC8334BB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直線コネクタ 622">
                  <a:extLst>
                    <a:ext uri="{FF2B5EF4-FFF2-40B4-BE49-F238E27FC236}">
                      <ns2:creationId id="{145E3771-66A2-0349-8B97-72E4710DE9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直線コネクタ 623">
                  <a:extLst>
                    <a:ext uri="{FF2B5EF4-FFF2-40B4-BE49-F238E27FC236}">
                      <ns2:creationId id="{06214680-BE71-A4FF-E098-C3CE77DB9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5" name="グループ化 624">
                <a:extLst>
                  <a:ext uri="{FF2B5EF4-FFF2-40B4-BE49-F238E27FC236}">
                    <ns2:creationId id="{552F49EB-BBD3-D372-619B-F1AC56DCA18F}"/>
                  </a:ext>
                </a:extLst>
              </p:cNvPr>
              <p:cNvGrpSpPr/>
              <p:nvPr/>
            </p:nvGrpSpPr>
            <p:grpSpPr>
              <a:xfrm>
                <a:off x="9030521" y="2964875"/>
                <a:ext cx="2826518" cy="0"/>
                <a:chOff x="1289138" y="2358036"/>
                <a:chExt cx="2826518" cy="0"/>
              </a:xfrm>
            </p:grpSpPr>
            <p:cxnSp>
              <p:nvCxnSpPr>
                <p:cNvPr id="626" name="直線コネクタ 625">
                  <a:extLst>
                    <a:ext uri="{FF2B5EF4-FFF2-40B4-BE49-F238E27FC236}">
                      <ns2:creationId id="{CD385616-EEA8-395D-0ED4-32F819D09D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7" name="直線コネクタ 626">
                  <a:extLst>
                    <a:ext uri="{FF2B5EF4-FFF2-40B4-BE49-F238E27FC236}">
                      <ns2:creationId id="{751FF7FD-E837-3EF5-3A5B-ABB1B50308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8" name="直線コネクタ 627">
                  <a:extLst>
                    <a:ext uri="{FF2B5EF4-FFF2-40B4-BE49-F238E27FC236}">
                      <ns2:creationId id="{DE2D1D9B-5525-CC25-F05D-517164DDCF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9" name="グループ化 628">
                <a:extLst>
                  <a:ext uri="{FF2B5EF4-FFF2-40B4-BE49-F238E27FC236}">
                    <ns2:creationId id="{98A9D408-EB99-E18F-EC51-FF731F0413C7}"/>
                  </a:ext>
                </a:extLst>
              </p:cNvPr>
              <p:cNvGrpSpPr/>
              <p:nvPr/>
            </p:nvGrpSpPr>
            <p:grpSpPr>
              <a:xfrm>
                <a:off x="9030521" y="3188144"/>
                <a:ext cx="2826518" cy="0"/>
                <a:chOff x="1289138" y="2358036"/>
                <a:chExt cx="2826518" cy="0"/>
              </a:xfrm>
            </p:grpSpPr>
            <p:cxnSp>
              <p:nvCxnSpPr>
                <p:cNvPr id="630" name="直線コネクタ 629">
                  <a:extLst>
                    <a:ext uri="{FF2B5EF4-FFF2-40B4-BE49-F238E27FC236}">
                      <ns2:creationId id="{BBA3DB28-03A9-A3BE-EA84-144893FD00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1" name="直線コネクタ 630">
                  <a:extLst>
                    <a:ext uri="{FF2B5EF4-FFF2-40B4-BE49-F238E27FC236}">
                      <ns2:creationId id="{EE871302-C6C0-8ECC-8F1D-73283DBBC3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2" name="直線コネクタ 631">
                  <a:extLst>
                    <a:ext uri="{FF2B5EF4-FFF2-40B4-BE49-F238E27FC236}">
                      <ns2:creationId id="{D6A731D0-C969-D32C-230A-89A66D0007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3" name="グループ化 632">
                <a:extLst>
                  <a:ext uri="{FF2B5EF4-FFF2-40B4-BE49-F238E27FC236}">
                    <ns2:creationId id="{F5D1BE47-88CC-882F-DFC7-8230C1BA1C6D}"/>
                  </a:ext>
                </a:extLst>
              </p:cNvPr>
              <p:cNvGrpSpPr/>
              <p:nvPr/>
            </p:nvGrpSpPr>
            <p:grpSpPr>
              <a:xfrm>
                <a:off x="9030521" y="3415293"/>
                <a:ext cx="2826518" cy="0"/>
                <a:chOff x="1289138" y="2358036"/>
                <a:chExt cx="2826518" cy="0"/>
              </a:xfrm>
            </p:grpSpPr>
            <p:cxnSp>
              <p:nvCxnSpPr>
                <p:cNvPr id="634" name="直線コネクタ 633">
                  <a:extLst>
                    <a:ext uri="{FF2B5EF4-FFF2-40B4-BE49-F238E27FC236}">
                      <ns2:creationId id="{0D413189-864A-0F85-569C-D3D4C8BB4E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5" name="直線コネクタ 634">
                  <a:extLst>
                    <a:ext uri="{FF2B5EF4-FFF2-40B4-BE49-F238E27FC236}">
                      <ns2:creationId id="{B11CBC2B-EA6B-827E-213B-0145885C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6" name="直線コネクタ 635">
                  <a:extLst>
                    <a:ext uri="{FF2B5EF4-FFF2-40B4-BE49-F238E27FC236}">
                      <ns2:creationId id="{8D9E9155-EDA3-4317-FDB2-7C349F301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7" name="グループ化 636">
                <a:extLst>
                  <a:ext uri="{FF2B5EF4-FFF2-40B4-BE49-F238E27FC236}">
                    <ns2:creationId id="{38527FCD-0258-57B4-08B9-55F523AB80FA}"/>
                  </a:ext>
                </a:extLst>
              </p:cNvPr>
              <p:cNvGrpSpPr/>
              <p:nvPr/>
            </p:nvGrpSpPr>
            <p:grpSpPr>
              <a:xfrm>
                <a:off x="9030521" y="3638564"/>
                <a:ext cx="2826518" cy="0"/>
                <a:chOff x="1289138" y="2358036"/>
                <a:chExt cx="2826518" cy="0"/>
              </a:xfrm>
            </p:grpSpPr>
            <p:cxnSp>
              <p:nvCxnSpPr>
                <p:cNvPr id="638" name="直線コネクタ 637">
                  <a:extLst>
                    <a:ext uri="{FF2B5EF4-FFF2-40B4-BE49-F238E27FC236}">
                      <ns2:creationId id="{35896317-833E-0439-045E-AE5C33110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線コネクタ 638">
                  <a:extLst>
                    <a:ext uri="{FF2B5EF4-FFF2-40B4-BE49-F238E27FC236}">
                      <ns2:creationId id="{13B29FBA-1FAB-CEA1-7DF8-C733FF8E2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線コネクタ 639">
                  <a:extLst>
                    <a:ext uri="{FF2B5EF4-FFF2-40B4-BE49-F238E27FC236}">
                      <ns2:creationId id="{839C1DCE-12F0-F08B-D1D6-B017D5FBCF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1" name="グループ化 640">
                <a:extLst>
                  <a:ext uri="{FF2B5EF4-FFF2-40B4-BE49-F238E27FC236}">
                    <ns2:creationId id="{80D7EE09-0021-7487-D329-2EB27DB9619A}"/>
                  </a:ext>
                </a:extLst>
              </p:cNvPr>
              <p:cNvGrpSpPr/>
              <p:nvPr/>
            </p:nvGrpSpPr>
            <p:grpSpPr>
              <a:xfrm>
                <a:off x="9030521" y="3858565"/>
                <a:ext cx="2826518" cy="0"/>
                <a:chOff x="1289138" y="2358036"/>
                <a:chExt cx="2826518" cy="0"/>
              </a:xfrm>
            </p:grpSpPr>
            <p:cxnSp>
              <p:nvCxnSpPr>
                <p:cNvPr id="642" name="直線コネクタ 641">
                  <a:extLst>
                    <a:ext uri="{FF2B5EF4-FFF2-40B4-BE49-F238E27FC236}">
                      <ns2:creationId id="{34882F77-4CFD-E5E3-D11B-1D09325A0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3" name="直線コネクタ 642">
                  <a:extLst>
                    <a:ext uri="{FF2B5EF4-FFF2-40B4-BE49-F238E27FC236}">
                      <ns2:creationId id="{5DB5CE90-C74C-AF8C-1E8E-89ABF7B3F1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4" name="直線コネクタ 643">
                  <a:extLst>
                    <a:ext uri="{FF2B5EF4-FFF2-40B4-BE49-F238E27FC236}">
                      <ns2:creationId id="{380EF1F2-D32E-E521-CD9E-A839E1D39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4:creationId val="1259607330"/>
      </p:ext>
    </p:extLst>
  </p:cSld>
  <p:clrMapOvr>
    <a:masterClrMapping/>
  </p:clrMapOvr>
</p:sld>
</file>

<file path=ppt/slides/slide15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8395BEA-36CA-1F24-BC01-F755027EB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DBB22126-CD6B-A5A0-1A3B-8065BF5662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F156C42D-3B03-8FEC-13FE-89B33EB338A4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grpSp>
        <p:nvGrpSpPr>
          <p:cNvPr id="221" name="グループ化 220">
            <a:extLst>
              <a:ext uri="{FF2B5EF4-FFF2-40B4-BE49-F238E27FC236}">
                <ns2:creationId id="{C81F1A68-5685-48CB-D902-0F1CD9AB7256}"/>
              </a:ext>
            </a:extLst>
          </p:cNvPr>
          <p:cNvGrpSpPr/>
          <p:nvPr/>
        </p:nvGrpSpPr>
        <p:grpSpPr>
          <a:xfrm>
            <a:off x="343571" y="1628775"/>
            <a:ext cx="11513467" cy="4679950"/>
            <a:chOff x="343571" y="1628775"/>
            <a:chExt cx="11513467" cy="4679950"/>
          </a:xfrm>
        </p:grpSpPr>
        <p:cxnSp>
          <p:nvCxnSpPr>
            <p:cNvPr id="215" name="直線コネクタ 214">
              <a:extLst>
                <a:ext uri="{FF2B5EF4-FFF2-40B4-BE49-F238E27FC236}">
                  <ns2:creationId id="{58EEF80F-BC7E-5DB2-2A10-14BE1610E598}"/>
                </a:ext>
              </a:extLst>
            </p:cNvPr>
            <p:cNvCxnSpPr/>
            <p:nvPr/>
          </p:nvCxnSpPr>
          <p:spPr>
            <a:xfrm>
              <a:off x="1103086" y="2594697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直線コネクタ 216">
              <a:extLst>
                <a:ext uri="{FF2B5EF4-FFF2-40B4-BE49-F238E27FC236}">
                  <ns2:creationId id="{4ED2F892-E6E2-687D-A240-232DEBCC5C9C}"/>
                </a:ext>
              </a:extLst>
            </p:cNvPr>
            <p:cNvCxnSpPr/>
            <p:nvPr/>
          </p:nvCxnSpPr>
          <p:spPr>
            <a:xfrm>
              <a:off x="1103086" y="3340262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F6F88D59-9418-F495-56EE-48DE49C5AC31}"/>
                </a:ext>
              </a:extLst>
            </p:cNvPr>
            <p:cNvCxnSpPr/>
            <p:nvPr/>
          </p:nvCxnSpPr>
          <p:spPr>
            <a:xfrm>
              <a:off x="1103086" y="4085827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ns2:creationId id="{B7B09A98-25F0-6C41-FF09-F4EB7D24D2FB}"/>
                </a:ext>
              </a:extLst>
            </p:cNvPr>
            <p:cNvCxnSpPr/>
            <p:nvPr/>
          </p:nvCxnSpPr>
          <p:spPr>
            <a:xfrm>
              <a:off x="1103086" y="4831392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3EA61715-6A47-9334-28D6-18A2B312749D}"/>
                </a:ext>
              </a:extLst>
            </p:cNvPr>
            <p:cNvCxnSpPr/>
            <p:nvPr/>
          </p:nvCxnSpPr>
          <p:spPr>
            <a:xfrm>
              <a:off x="1103086" y="5576957"/>
              <a:ext cx="10753952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3" name="グループ化 212">
              <a:extLst>
                <a:ext uri="{FF2B5EF4-FFF2-40B4-BE49-F238E27FC236}">
                  <ns2:creationId id="{86AA823B-64F0-5F95-7D9D-E8E8F2FB7C4D}"/>
                </a:ext>
              </a:extLst>
            </p:cNvPr>
            <p:cNvGrpSpPr/>
            <p:nvPr/>
          </p:nvGrpSpPr>
          <p:grpSpPr>
            <a:xfrm>
              <a:off x="1103086" y="1628775"/>
              <a:ext cx="10753952" cy="225968"/>
              <a:chOff x="1103086" y="1628775"/>
              <a:chExt cx="10753952" cy="225968"/>
            </a:xfrm>
          </p:grpSpPr>
          <p:sp>
            <p:nvSpPr>
              <p:cNvPr id="108" name="正方形/長方形 107">
                <a:extLst>
                  <a:ext uri="{FF2B5EF4-FFF2-40B4-BE49-F238E27FC236}">
                    <ns2:creationId id="{9BCB30BF-CFEC-6FDB-234E-3D5FF4C5BA58}"/>
                  </a:ext>
                </a:extLst>
              </p:cNvPr>
              <p:cNvSpPr/>
              <p:nvPr/>
            </p:nvSpPr>
            <p:spPr>
              <a:xfrm>
                <a:off x="1103086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44FB8FB8-74D5-16F0-FF99-42CE546C7374}"/>
                  </a:ext>
                </a:extLst>
              </p:cNvPr>
              <p:cNvSpPr/>
              <p:nvPr/>
            </p:nvSpPr>
            <p:spPr>
              <a:xfrm>
                <a:off x="3264758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066F8C1A-9C61-D177-0A04-7065A5A17E88}"/>
                  </a:ext>
                </a:extLst>
              </p:cNvPr>
              <p:cNvSpPr/>
              <p:nvPr/>
            </p:nvSpPr>
            <p:spPr>
              <a:xfrm>
                <a:off x="5426428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2163421B-BAC6-C54D-4189-CC6FEFD488E4}"/>
                  </a:ext>
                </a:extLst>
              </p:cNvPr>
              <p:cNvSpPr/>
              <p:nvPr/>
            </p:nvSpPr>
            <p:spPr>
              <a:xfrm>
                <a:off x="7588100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15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D298B35B-1717-935A-9331-91CFAFB94E04}"/>
                  </a:ext>
                </a:extLst>
              </p:cNvPr>
              <p:cNvSpPr/>
              <p:nvPr/>
            </p:nvSpPr>
            <p:spPr>
              <a:xfrm>
                <a:off x="9749772" y="1628775"/>
                <a:ext cx="2107266" cy="225968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zh-TW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zh-TW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r>
                  <a:rPr lang="zh-TW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13" name="正方形/長方形 112">
              <a:extLst>
                <a:ext uri="{FF2B5EF4-FFF2-40B4-BE49-F238E27FC236}">
                  <ns2:creationId id="{81FCB0BC-A98A-F99C-FADF-6F128008226D}"/>
                </a:ext>
              </a:extLst>
            </p:cNvPr>
            <p:cNvSpPr/>
            <p:nvPr/>
          </p:nvSpPr>
          <p:spPr>
            <a:xfrm>
              <a:off x="343571" y="1862929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zh-TW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zh-TW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7A526B0-A467-F43D-B022-1129F95AF8F1}"/>
                </a:ext>
              </a:extLst>
            </p:cNvPr>
            <p:cNvSpPr/>
            <p:nvPr/>
          </p:nvSpPr>
          <p:spPr>
            <a:xfrm>
              <a:off x="343571" y="2608494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654C8E4A-5FEC-98D9-6451-E95F910D2D2A}"/>
                </a:ext>
              </a:extLst>
            </p:cNvPr>
            <p:cNvSpPr/>
            <p:nvPr/>
          </p:nvSpPr>
          <p:spPr>
            <a:xfrm>
              <a:off x="343571" y="3354059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1E364284-D741-67FB-C44E-1CCCA0F0DFFC}"/>
                </a:ext>
              </a:extLst>
            </p:cNvPr>
            <p:cNvSpPr/>
            <p:nvPr/>
          </p:nvSpPr>
          <p:spPr>
            <a:xfrm>
              <a:off x="343571" y="4099624"/>
              <a:ext cx="726195" cy="71797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C7C04708-E41C-9A19-97F6-7CF8741D43B3}"/>
                </a:ext>
              </a:extLst>
            </p:cNvPr>
            <p:cNvSpPr/>
            <p:nvPr/>
          </p:nvSpPr>
          <p:spPr>
            <a:xfrm>
              <a:off x="343571" y="4845189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AA2B0233-6972-C8D9-D46D-1F296CA658D5}"/>
                </a:ext>
              </a:extLst>
            </p:cNvPr>
            <p:cNvSpPr/>
            <p:nvPr/>
          </p:nvSpPr>
          <p:spPr>
            <a:xfrm>
              <a:off x="343571" y="5590754"/>
              <a:ext cx="726195" cy="71797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1" name="グループ化 210">
              <a:extLst>
                <a:ext uri="{FF2B5EF4-FFF2-40B4-BE49-F238E27FC236}">
                  <ns2:creationId id="{5409CD71-D934-EEA3-8326-021C6CE10BD4}"/>
                </a:ext>
              </a:extLst>
            </p:cNvPr>
            <p:cNvGrpSpPr/>
            <p:nvPr/>
          </p:nvGrpSpPr>
          <p:grpSpPr>
            <a:xfrm>
              <a:off x="7942746" y="5055550"/>
              <a:ext cx="3914292" cy="1253175"/>
              <a:chOff x="7942746" y="5055550"/>
              <a:chExt cx="3914292" cy="1253175"/>
            </a:xfrm>
          </p:grpSpPr>
          <p:sp>
            <p:nvSpPr>
              <p:cNvPr id="180" name="正方形/長方形 179">
                <a:extLst>
                  <a:ext uri="{FF2B5EF4-FFF2-40B4-BE49-F238E27FC236}">
                    <ns2:creationId id="{4BB1CF9C-4F6D-049F-2530-BE20BA48506B}"/>
                  </a:ext>
                </a:extLst>
              </p:cNvPr>
              <p:cNvSpPr/>
              <p:nvPr/>
            </p:nvSpPr>
            <p:spPr>
              <a:xfrm>
                <a:off x="7942746" y="5055550"/>
                <a:ext cx="3914292" cy="125317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54000" rIns="0" bIns="0" rtlCol="0" anchor="t" anchorCtr="0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94" name="グループ化 193">
                <a:extLst>
                  <a:ext uri="{FF2B5EF4-FFF2-40B4-BE49-F238E27FC236}">
                    <ns2:creationId id="{BFB2C46B-4E10-6594-0FE9-2C05A78A5CA2}"/>
                  </a:ext>
                </a:extLst>
              </p:cNvPr>
              <p:cNvGrpSpPr/>
              <p:nvPr/>
            </p:nvGrpSpPr>
            <p:grpSpPr>
              <a:xfrm>
                <a:off x="8029117" y="5306240"/>
                <a:ext cx="3731082" cy="414661"/>
                <a:chOff x="8029117" y="5306240"/>
                <a:chExt cx="3731082" cy="374985"/>
              </a:xfrm>
            </p:grpSpPr>
            <p:sp>
              <p:nvSpPr>
                <p:cNvPr id="185" name="正方形/長方形 184">
                  <a:extLst>
                    <a:ext uri="{FF2B5EF4-FFF2-40B4-BE49-F238E27FC236}">
                      <ns2:creationId id="{86348C3F-0951-6C7A-F751-7B385334FB5E}"/>
                    </a:ext>
                  </a:extLst>
                </p:cNvPr>
                <p:cNvSpPr/>
                <p:nvPr/>
              </p:nvSpPr>
              <p:spPr>
                <a:xfrm>
                  <a:off x="8029118" y="5306240"/>
                  <a:ext cx="606882" cy="173315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7" name="正方形/長方形 186">
                  <a:extLst>
                    <a:ext uri="{FF2B5EF4-FFF2-40B4-BE49-F238E27FC236}">
                      <ns2:creationId id="{5FEDB511-792A-5ADE-AF95-21530E59A322}"/>
                    </a:ext>
                  </a:extLst>
                </p:cNvPr>
                <p:cNvSpPr/>
                <p:nvPr/>
              </p:nvSpPr>
              <p:spPr>
                <a:xfrm>
                  <a:off x="8679472" y="5306240"/>
                  <a:ext cx="3080727" cy="173315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36000" tIns="0" rIns="0" bIns="0" rtlCol="0" anchor="ctr"/>
                <a:lstStyle/>
                <a:p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6" name="正方形/長方形 185">
                  <a:extLst>
                    <a:ext uri="{FF2B5EF4-FFF2-40B4-BE49-F238E27FC236}">
                      <ns2:creationId id="{1CA148BA-9FA2-82A3-405C-71D8EFF7801F}"/>
                    </a:ext>
                  </a:extLst>
                </p:cNvPr>
                <p:cNvSpPr/>
                <p:nvPr/>
              </p:nvSpPr>
              <p:spPr>
                <a:xfrm>
                  <a:off x="8029117" y="5507910"/>
                  <a:ext cx="606882" cy="173315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ns2:creationId id="{7736406C-A5B8-B495-175E-593A7153D730}"/>
                    </a:ext>
                  </a:extLst>
                </p:cNvPr>
                <p:cNvSpPr/>
                <p:nvPr/>
              </p:nvSpPr>
              <p:spPr>
                <a:xfrm>
                  <a:off x="8679471" y="5507910"/>
                  <a:ext cx="3080727" cy="173315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36000" tIns="0" rIns="0" bIns="0" rtlCol="0" anchor="ctr"/>
                <a:lstStyle/>
                <a:p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sp>
            <p:nvSpPr>
              <p:cNvPr id="189" name="正方形/長方形 188">
                <a:extLst>
                  <a:ext uri="{FF2B5EF4-FFF2-40B4-BE49-F238E27FC236}">
                    <ns2:creationId id="{756CED86-2323-4A64-76AD-9A28187014A9}"/>
                  </a:ext>
                </a:extLst>
              </p:cNvPr>
              <p:cNvSpPr/>
              <p:nvPr/>
            </p:nvSpPr>
            <p:spPr>
              <a:xfrm>
                <a:off x="8023334" y="5748583"/>
                <a:ext cx="3681834" cy="529275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0" rIns="0" bIns="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⑤ </a:t>
                </a:r>
                <a:r>
                  <a:rPr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⑥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Bef>
                    <a:spcPts val="200"/>
                  </a:spcBef>
                </a:pPr>
                <a:r>
                  <a:rPr lang="ja-JP" altLang="en-US" sz="9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16" name="グループ化 215">
              <a:extLst>
                <a:ext uri="{FF2B5EF4-FFF2-40B4-BE49-F238E27FC236}">
                  <ns2:creationId id="{30ED47BC-607B-2BF8-34EB-3EB50AC8256E}"/>
                </a:ext>
              </a:extLst>
            </p:cNvPr>
            <p:cNvGrpSpPr/>
            <p:nvPr/>
          </p:nvGrpSpPr>
          <p:grpSpPr>
            <a:xfrm>
              <a:off x="1389935" y="1934784"/>
              <a:ext cx="8857283" cy="4373941"/>
              <a:chOff x="1389935" y="1934784"/>
              <a:chExt cx="8857283" cy="4373941"/>
            </a:xfrm>
          </p:grpSpPr>
          <p:cxnSp>
            <p:nvCxnSpPr>
              <p:cNvPr id="161" name="直線矢印コネクタ 160">
                <a:extLst>
                  <a:ext uri="{FF2B5EF4-FFF2-40B4-BE49-F238E27FC236}">
                    <ns2:creationId id="{F9A462FC-9E9E-A213-36DA-4FFA00889637}"/>
                  </a:ext>
                </a:extLst>
              </p:cNvPr>
              <p:cNvCxnSpPr>
                <a:cxnSpLocks/>
                <a:stCxn id="82" idx="2"/>
              </p:cNvCxnSpPr>
              <p:nvPr/>
            </p:nvCxnSpPr>
            <p:spPr>
              <a:xfrm>
                <a:off x="5914464" y="2764791"/>
                <a:ext cx="0" cy="1462032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カギ線コネクタ 88">
                <a:extLst>
                  <a:ext uri="{FF2B5EF4-FFF2-40B4-BE49-F238E27FC236}">
                    <ns2:creationId id="{BDA1B7EB-F726-E8D8-B26C-42349388D8A4}"/>
                  </a:ext>
                </a:extLst>
              </p:cNvPr>
              <p:cNvCxnSpPr>
                <a:cxnSpLocks/>
                <a:stCxn id="171" idx="3"/>
                <a:endCxn id="68" idx="0"/>
              </p:cNvCxnSpPr>
              <p:nvPr/>
            </p:nvCxnSpPr>
            <p:spPr>
              <a:xfrm>
                <a:off x="5339219" y="3377388"/>
                <a:ext cx="149156" cy="83783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線矢印コネクタ 18">
                <a:extLst>
                  <a:ext uri="{FF2B5EF4-FFF2-40B4-BE49-F238E27FC236}">
                    <ns2:creationId id="{E9221547-EAB0-DCC9-8393-91711C0433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21983" y="4618767"/>
                <a:ext cx="4007417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正方形/長方形 19">
                <a:extLst>
                  <a:ext uri="{FF2B5EF4-FFF2-40B4-BE49-F238E27FC236}">
                    <ns2:creationId id="{29D1B862-8EA8-2DDF-672D-90AFB6F2A6F7}"/>
                  </a:ext>
                </a:extLst>
              </p:cNvPr>
              <p:cNvSpPr/>
              <p:nvPr/>
            </p:nvSpPr>
            <p:spPr>
              <a:xfrm flipH="1">
                <a:off x="2428557" y="4226823"/>
                <a:ext cx="181840" cy="1657454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1" name="カギ線コネクタ 88">
                <a:extLst>
                  <a:ext uri="{FF2B5EF4-FFF2-40B4-BE49-F238E27FC236}">
                    <ns2:creationId id="{EC5513F9-F417-3E4B-122B-108A5AD2726D}"/>
                  </a:ext>
                </a:extLst>
              </p:cNvPr>
              <p:cNvCxnSpPr>
                <a:cxnSpLocks/>
                <a:stCxn id="27" idx="3"/>
                <a:endCxn id="20" idx="3"/>
              </p:cNvCxnSpPr>
              <p:nvPr/>
            </p:nvCxnSpPr>
            <p:spPr>
              <a:xfrm flipV="1">
                <a:off x="2097268" y="5055550"/>
                <a:ext cx="331289" cy="108308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正方形/長方形 22">
                <a:extLst>
                  <a:ext uri="{FF2B5EF4-FFF2-40B4-BE49-F238E27FC236}">
                    <ns2:creationId id="{D055073A-5AD4-476D-B7ED-45DC1EDF9A3B}"/>
                  </a:ext>
                </a:extLst>
              </p:cNvPr>
              <p:cNvSpPr/>
              <p:nvPr/>
            </p:nvSpPr>
            <p:spPr>
              <a:xfrm>
                <a:off x="2883888" y="2749752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718FEC9F-E45A-EF20-420E-C4A11EEAE530}"/>
                  </a:ext>
                </a:extLst>
              </p:cNvPr>
              <p:cNvSpPr/>
              <p:nvPr/>
            </p:nvSpPr>
            <p:spPr>
              <a:xfrm>
                <a:off x="6338926" y="2749752"/>
                <a:ext cx="181840" cy="15663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AD5CFE13-976C-60FD-87E9-D41BE4A1247D}"/>
                  </a:ext>
                </a:extLst>
              </p:cNvPr>
              <p:cNvSpPr/>
              <p:nvPr/>
            </p:nvSpPr>
            <p:spPr>
              <a:xfrm>
                <a:off x="8133380" y="2749753"/>
                <a:ext cx="181840" cy="22371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endParaRPr lang="en-US" altLang="ja-JP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AEB62CBC-BEFB-BF56-202E-C724462D5175}"/>
                  </a:ext>
                </a:extLst>
              </p:cNvPr>
              <p:cNvSpPr/>
              <p:nvPr/>
            </p:nvSpPr>
            <p:spPr>
              <a:xfrm>
                <a:off x="1389935" y="5968536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テキスト ボックス 26">
                <a:extLst>
                  <a:ext uri="{FF2B5EF4-FFF2-40B4-BE49-F238E27FC236}">
                    <ns2:creationId id="{0BC670F5-3C91-8342-2D04-FA761D824355}"/>
                  </a:ext>
                </a:extLst>
              </p:cNvPr>
              <p:cNvSpPr txBox="1"/>
              <p:nvPr/>
            </p:nvSpPr>
            <p:spPr>
              <a:xfrm>
                <a:off x="1389935" y="4447310"/>
                <a:ext cx="707333" cy="370285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1953D"/>
                    </a:solidFill>
                  </a:rPr>
                  <a:t>①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C10717C2-15C1-E3CA-4289-00ABFD6D3E2E}"/>
                  </a:ext>
                </a:extLst>
              </p:cNvPr>
              <p:cNvSpPr/>
              <p:nvPr/>
            </p:nvSpPr>
            <p:spPr>
              <a:xfrm>
                <a:off x="2883888" y="5185916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08AB1EF2-697A-FBF4-20D0-364165E8F604}"/>
                  </a:ext>
                </a:extLst>
              </p:cNvPr>
              <p:cNvSpPr/>
              <p:nvPr/>
            </p:nvSpPr>
            <p:spPr>
              <a:xfrm>
                <a:off x="3202575" y="3496438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4" name="カギ線コネクタ 88">
                <a:extLst>
                  <a:ext uri="{FF2B5EF4-FFF2-40B4-BE49-F238E27FC236}">
                    <ns2:creationId id="{E1F41004-633F-37F2-4646-F653D29B530B}"/>
                  </a:ext>
                </a:extLst>
              </p:cNvPr>
              <p:cNvCxnSpPr>
                <a:cxnSpLocks/>
                <a:stCxn id="57" idx="0"/>
                <a:endCxn id="58" idx="2"/>
              </p:cNvCxnSpPr>
              <p:nvPr/>
            </p:nvCxnSpPr>
            <p:spPr>
              <a:xfrm rot="5400000" flipH="1" flipV="1">
                <a:off x="2722254" y="4351929"/>
                <a:ext cx="1349289" cy="318687"/>
              </a:xfrm>
              <a:prstGeom prst="bentConnector3">
                <a:avLst>
                  <a:gd name="adj1" fmla="val 55961"/>
                </a:avLst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ns2:creationId id="{03E31C61-9C37-990E-AD9C-A9311FEAFC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2021" y="3666532"/>
                <a:ext cx="680415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正方形/長方形 67">
                <a:extLst>
                  <a:ext uri="{FF2B5EF4-FFF2-40B4-BE49-F238E27FC236}">
                    <ns2:creationId id="{EED97A24-8D95-5628-984A-E7B9751B91C3}"/>
                  </a:ext>
                </a:extLst>
              </p:cNvPr>
              <p:cNvSpPr/>
              <p:nvPr/>
            </p:nvSpPr>
            <p:spPr>
              <a:xfrm>
                <a:off x="4797151" y="4215222"/>
                <a:ext cx="1382448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20B25910-AA72-7F47-488F-F0A4C9701CCF}"/>
                  </a:ext>
                </a:extLst>
              </p:cNvPr>
              <p:cNvSpPr/>
              <p:nvPr/>
            </p:nvSpPr>
            <p:spPr>
              <a:xfrm>
                <a:off x="4387468" y="1934784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5CDCB705-D903-2E93-7979-E69ABB377A22}"/>
                  </a:ext>
                </a:extLst>
              </p:cNvPr>
              <p:cNvSpPr/>
              <p:nvPr/>
            </p:nvSpPr>
            <p:spPr>
              <a:xfrm>
                <a:off x="5756135" y="5184974"/>
                <a:ext cx="1281124" cy="50559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5" name="カギ線コネクタ 88">
                <a:extLst>
                  <a:ext uri="{FF2B5EF4-FFF2-40B4-BE49-F238E27FC236}">
                    <ns2:creationId id="{2072E824-8728-6628-5A98-DDA647A108F0}"/>
                  </a:ext>
                </a:extLst>
              </p:cNvPr>
              <p:cNvCxnSpPr>
                <a:cxnSpLocks/>
                <a:stCxn id="68" idx="2"/>
                <a:endCxn id="74" idx="1"/>
              </p:cNvCxnSpPr>
              <p:nvPr/>
            </p:nvCxnSpPr>
            <p:spPr>
              <a:xfrm rot="16200000" flipH="1">
                <a:off x="5181074" y="4862712"/>
                <a:ext cx="882363" cy="26776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正方形/長方形 75">
                <a:extLst>
                  <a:ext uri="{FF2B5EF4-FFF2-40B4-BE49-F238E27FC236}">
                    <ns2:creationId id="{DEF3570E-F9FE-1CEB-5A23-A5448FC57489}"/>
                  </a:ext>
                </a:extLst>
              </p:cNvPr>
              <p:cNvSpPr/>
              <p:nvPr/>
            </p:nvSpPr>
            <p:spPr>
              <a:xfrm>
                <a:off x="6662752" y="4226823"/>
                <a:ext cx="1178915" cy="35384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7" name="カギ線コネクタ 88">
                <a:extLst>
                  <a:ext uri="{FF2B5EF4-FFF2-40B4-BE49-F238E27FC236}">
                    <ns2:creationId id="{94FCC38B-4587-F705-DD55-09FC60A7153F}"/>
                  </a:ext>
                </a:extLst>
              </p:cNvPr>
              <p:cNvCxnSpPr>
                <a:cxnSpLocks/>
                <a:stCxn id="76" idx="0"/>
                <a:endCxn id="26" idx="1"/>
              </p:cNvCxnSpPr>
              <p:nvPr/>
            </p:nvCxnSpPr>
            <p:spPr>
              <a:xfrm rot="5400000" flipH="1" flipV="1">
                <a:off x="7513539" y="3606982"/>
                <a:ext cx="358512" cy="88117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カギ線コネクタ 88">
                <a:extLst>
                  <a:ext uri="{FF2B5EF4-FFF2-40B4-BE49-F238E27FC236}">
                    <ns2:creationId id="{47A7FD1E-64DC-E485-9A72-26DADF4196F9}"/>
                  </a:ext>
                </a:extLst>
              </p:cNvPr>
              <p:cNvCxnSpPr>
                <a:cxnSpLocks/>
                <a:stCxn id="74" idx="3"/>
                <a:endCxn id="76" idx="2"/>
              </p:cNvCxnSpPr>
              <p:nvPr/>
            </p:nvCxnSpPr>
            <p:spPr>
              <a:xfrm flipV="1">
                <a:off x="7037259" y="4580668"/>
                <a:ext cx="214951" cy="857106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テキスト ボックス 26">
                <a:extLst>
                  <a:ext uri="{FF2B5EF4-FFF2-40B4-BE49-F238E27FC236}">
                    <ns2:creationId id="{F4B51307-BBD3-826F-A509-053C0C36127C}"/>
                  </a:ext>
                </a:extLst>
              </p:cNvPr>
              <p:cNvSpPr txBox="1"/>
              <p:nvPr/>
            </p:nvSpPr>
            <p:spPr>
              <a:xfrm>
                <a:off x="4850648" y="4712323"/>
                <a:ext cx="1281124" cy="496358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80" name="テキスト ボックス 26">
                <a:extLst>
                  <a:ext uri="{FF2B5EF4-FFF2-40B4-BE49-F238E27FC236}">
                    <ns2:creationId id="{F1692F01-956B-4615-09ED-FAFF29D6F25F}"/>
                  </a:ext>
                </a:extLst>
              </p:cNvPr>
              <p:cNvSpPr txBox="1"/>
              <p:nvPr/>
            </p:nvSpPr>
            <p:spPr>
              <a:xfrm>
                <a:off x="6661622" y="4712323"/>
                <a:ext cx="1178915" cy="453549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/ 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38929FA9-B0B0-ABF4-D6B7-42D80DCD891B}"/>
                  </a:ext>
                </a:extLst>
              </p:cNvPr>
              <p:cNvSpPr/>
              <p:nvPr/>
            </p:nvSpPr>
            <p:spPr>
              <a:xfrm>
                <a:off x="5531351" y="2424602"/>
                <a:ext cx="766225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b="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6" name="コネクタ: カギ線 85">
                <a:extLst>
                  <a:ext uri="{FF2B5EF4-FFF2-40B4-BE49-F238E27FC236}">
                    <ns2:creationId id="{0212A49D-3AFC-0207-3F8E-5DF154FA81B7}"/>
                  </a:ext>
                </a:extLst>
              </p:cNvPr>
              <p:cNvCxnSpPr>
                <a:cxnSpLocks/>
                <a:stCxn id="69" idx="3"/>
                <a:endCxn id="82" idx="0"/>
              </p:cNvCxnSpPr>
              <p:nvPr/>
            </p:nvCxnSpPr>
            <p:spPr>
              <a:xfrm>
                <a:off x="5094801" y="2104879"/>
                <a:ext cx="819663" cy="319723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テキスト ボックス 26">
                <a:extLst>
                  <a:ext uri="{FF2B5EF4-FFF2-40B4-BE49-F238E27FC236}">
                    <ns2:creationId id="{58340AD4-425E-A255-62F7-DA0E6BFEFD19}"/>
                  </a:ext>
                </a:extLst>
              </p:cNvPr>
              <p:cNvSpPr txBox="1"/>
              <p:nvPr/>
            </p:nvSpPr>
            <p:spPr>
              <a:xfrm>
                <a:off x="5541742" y="2800631"/>
                <a:ext cx="766225" cy="480304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1953D"/>
                    </a:solidFill>
                  </a:rPr>
                  <a:t>⑦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89" name="テキスト ボックス 26">
                <a:extLst>
                  <a:ext uri="{FF2B5EF4-FFF2-40B4-BE49-F238E27FC236}">
                    <ns2:creationId id="{DAF60CC8-9E05-2092-2949-08F86840D6B0}"/>
                  </a:ext>
                </a:extLst>
              </p:cNvPr>
              <p:cNvSpPr txBox="1"/>
              <p:nvPr/>
            </p:nvSpPr>
            <p:spPr>
              <a:xfrm>
                <a:off x="3940270" y="3008174"/>
                <a:ext cx="612000" cy="646529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/>
                  <a:t>⑤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91" name="正方形/長方形 90">
                <a:extLst>
                  <a:ext uri="{FF2B5EF4-FFF2-40B4-BE49-F238E27FC236}">
                    <ns2:creationId id="{7E101C3C-A107-5605-1A34-F238C537EBB6}"/>
                  </a:ext>
                </a:extLst>
              </p:cNvPr>
              <p:cNvSpPr/>
              <p:nvPr/>
            </p:nvSpPr>
            <p:spPr>
              <a:xfrm>
                <a:off x="10065378" y="2749753"/>
                <a:ext cx="181840" cy="223711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DC5161BA-704A-CCB4-6ED8-8D8102CE733D}"/>
                  </a:ext>
                </a:extLst>
              </p:cNvPr>
              <p:cNvCxnSpPr>
                <a:cxnSpLocks/>
                <a:stCxn id="26" idx="3"/>
                <a:endCxn id="91" idx="1"/>
              </p:cNvCxnSpPr>
              <p:nvPr/>
            </p:nvCxnSpPr>
            <p:spPr>
              <a:xfrm>
                <a:off x="8315220" y="3868311"/>
                <a:ext cx="1750158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テキスト ボックス 26">
                <a:extLst>
                  <a:ext uri="{FF2B5EF4-FFF2-40B4-BE49-F238E27FC236}">
                    <ns2:creationId id="{5CBD4114-1C19-8CCF-3C66-ABE19AC4B10F}"/>
                  </a:ext>
                </a:extLst>
              </p:cNvPr>
              <p:cNvSpPr txBox="1"/>
              <p:nvPr/>
            </p:nvSpPr>
            <p:spPr>
              <a:xfrm>
                <a:off x="8661466" y="3354059"/>
                <a:ext cx="1192139" cy="482562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1800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en-US" altLang="ja-JP" sz="600" dirty="0"/>
                  <a:t>(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/ 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XX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)</a:t>
                </a:r>
              </a:p>
              <a:p>
                <a:endParaRPr lang="en-US" altLang="ja-JP" sz="900" dirty="0"/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E553FD81-6628-7D67-517C-43CE4C27F8A4}"/>
                  </a:ext>
                </a:extLst>
              </p:cNvPr>
              <p:cNvSpPr/>
              <p:nvPr/>
            </p:nvSpPr>
            <p:spPr>
              <a:xfrm>
                <a:off x="5157379" y="2250246"/>
                <a:ext cx="181840" cy="135254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テキスト ボックス 26">
                <a:extLst>
                  <a:ext uri="{FF2B5EF4-FFF2-40B4-BE49-F238E27FC236}">
                    <ns2:creationId id="{34224E7F-242E-6B12-A318-9D4A7250A791}"/>
                  </a:ext>
                </a:extLst>
              </p:cNvPr>
              <p:cNvSpPr txBox="1"/>
              <p:nvPr/>
            </p:nvSpPr>
            <p:spPr>
              <a:xfrm>
                <a:off x="4798824" y="3648812"/>
                <a:ext cx="651475" cy="520392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</a:rPr>
                  <a:t>⑥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66302871-9AAA-6A50-2C74-BC38E7A323D7}"/>
                  </a:ext>
                </a:extLst>
              </p:cNvPr>
              <p:cNvSpPr/>
              <p:nvPr/>
            </p:nvSpPr>
            <p:spPr>
              <a:xfrm>
                <a:off x="3540286" y="1934784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ns2:creationId id="{5F7479D4-A6EA-8EF0-E370-1BB0A58AC02D}"/>
                  </a:ext>
                </a:extLst>
              </p:cNvPr>
              <p:cNvCxnSpPr>
                <a:cxnSpLocks/>
                <a:stCxn id="97" idx="2"/>
              </p:cNvCxnSpPr>
              <p:nvPr/>
            </p:nvCxnSpPr>
            <p:spPr>
              <a:xfrm flipH="1">
                <a:off x="3843867" y="2274973"/>
                <a:ext cx="0" cy="1221464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正方形/長方形 98">
                <a:extLst>
                  <a:ext uri="{FF2B5EF4-FFF2-40B4-BE49-F238E27FC236}">
                    <ns2:creationId id="{81313E9C-F82E-79BF-3709-48406B59522F}"/>
                  </a:ext>
                </a:extLst>
              </p:cNvPr>
              <p:cNvSpPr/>
              <p:nvPr/>
            </p:nvSpPr>
            <p:spPr>
              <a:xfrm>
                <a:off x="2883888" y="5968536"/>
                <a:ext cx="707333" cy="34018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b="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00" name="カギ線コネクタ 88">
                <a:extLst>
                  <a:ext uri="{FF2B5EF4-FFF2-40B4-BE49-F238E27FC236}">
                    <ns2:creationId id="{D4AAB296-57B9-1300-52A5-604DF220AEFA}"/>
                  </a:ext>
                </a:extLst>
              </p:cNvPr>
              <p:cNvCxnSpPr>
                <a:cxnSpLocks/>
                <a:stCxn id="99" idx="3"/>
              </p:cNvCxnSpPr>
              <p:nvPr/>
            </p:nvCxnSpPr>
            <p:spPr>
              <a:xfrm flipV="1">
                <a:off x="3591221" y="3836627"/>
                <a:ext cx="167979" cy="230200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テキスト ボックス 26">
                <a:extLst>
                  <a:ext uri="{FF2B5EF4-FFF2-40B4-BE49-F238E27FC236}">
                    <ns2:creationId id="{1DF028DB-FD24-08EE-5292-72E05EEC6B43}"/>
                  </a:ext>
                </a:extLst>
              </p:cNvPr>
              <p:cNvSpPr txBox="1"/>
              <p:nvPr/>
            </p:nvSpPr>
            <p:spPr>
              <a:xfrm>
                <a:off x="2702305" y="5590754"/>
                <a:ext cx="1348489" cy="293523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102" name="テキスト ボックス 26">
                <a:extLst>
                  <a:ext uri="{FF2B5EF4-FFF2-40B4-BE49-F238E27FC236}">
                    <ns2:creationId id="{1B7EE35A-B5CD-F9BE-6458-7B04A67D4FE0}"/>
                  </a:ext>
                </a:extLst>
              </p:cNvPr>
              <p:cNvSpPr txBox="1"/>
              <p:nvPr/>
            </p:nvSpPr>
            <p:spPr>
              <a:xfrm>
                <a:off x="3324374" y="2329522"/>
                <a:ext cx="1202627" cy="365360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103" name="テキスト ボックス 26">
                <a:extLst>
                  <a:ext uri="{FF2B5EF4-FFF2-40B4-BE49-F238E27FC236}">
                    <ns2:creationId id="{005F701F-8CFA-687B-FE49-C20395D6D935}"/>
                  </a:ext>
                </a:extLst>
              </p:cNvPr>
              <p:cNvSpPr txBox="1"/>
              <p:nvPr/>
            </p:nvSpPr>
            <p:spPr>
              <a:xfrm>
                <a:off x="2712336" y="4845189"/>
                <a:ext cx="1348489" cy="293523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D7EA9E34-CB4F-D775-BF4C-8DB9DE9A3F42}"/>
                  </a:ext>
                </a:extLst>
              </p:cNvPr>
              <p:cNvSpPr/>
              <p:nvPr/>
            </p:nvSpPr>
            <p:spPr>
              <a:xfrm>
                <a:off x="4582436" y="2749752"/>
                <a:ext cx="181840" cy="293147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/ 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テキスト ボックス 26">
                <a:extLst>
                  <a:ext uri="{FF2B5EF4-FFF2-40B4-BE49-F238E27FC236}">
                    <ns2:creationId id="{F786E5B6-B43B-EA79-660B-B42327EBEC56}"/>
                  </a:ext>
                </a:extLst>
              </p:cNvPr>
              <p:cNvSpPr txBox="1"/>
              <p:nvPr/>
            </p:nvSpPr>
            <p:spPr>
              <a:xfrm>
                <a:off x="6844418" y="3354059"/>
                <a:ext cx="1178915" cy="482562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1800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000"/>
                    </a:solidFill>
                  </a:rPr>
                  <a:t>XX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en-US" altLang="ja-JP" sz="600" dirty="0"/>
                  <a:t>(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/ 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XX</a:t>
                </a:r>
                <a:r>
                  <a:rPr lang="ja-JP" altLang="en-US" sz="600" dirty="0"/>
                  <a:t>XX</a:t>
                </a:r>
                <a:r>
                  <a:rPr lang="en-US" altLang="ja-JP" sz="600" dirty="0"/>
                  <a:t>)</a:t>
                </a:r>
              </a:p>
              <a:p>
                <a:endParaRPr lang="en-US" altLang="ja-JP" sz="900" dirty="0"/>
              </a:p>
            </p:txBody>
          </p:sp>
          <p:sp>
            <p:nvSpPr>
              <p:cNvPr id="107" name="テキスト ボックス 26">
                <a:extLst>
                  <a:ext uri="{FF2B5EF4-FFF2-40B4-BE49-F238E27FC236}">
                    <ns2:creationId id="{83D6EAB3-B001-DA93-D533-716950111955}"/>
                  </a:ext>
                </a:extLst>
              </p:cNvPr>
              <p:cNvSpPr txBox="1"/>
              <p:nvPr/>
            </p:nvSpPr>
            <p:spPr>
              <a:xfrm>
                <a:off x="5541742" y="3424423"/>
                <a:ext cx="766225" cy="551470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</a:p>
              <a:p>
                <a:r>
                  <a:rPr lang="ja-JP" altLang="en-US" sz="900" dirty="0"/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</a:rPr>
                  <a:t>⑥</a:t>
                </a:r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cxnSp>
            <p:nvCxnSpPr>
              <p:cNvPr id="154" name="直線矢印コネクタ 153">
                <a:extLst>
                  <a:ext uri="{FF2B5EF4-FFF2-40B4-BE49-F238E27FC236}">
                    <ns2:creationId id="{BFBEB717-ADE4-1B7D-57F7-A717C7C429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56241" y="3089941"/>
                <a:ext cx="0" cy="406496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26">
                <a:extLst>
                  <a:ext uri="{FF2B5EF4-FFF2-40B4-BE49-F238E27FC236}">
                    <ns2:creationId id="{D5CBA109-7561-C111-88F6-9F3781080730}"/>
                  </a:ext>
                </a:extLst>
              </p:cNvPr>
              <p:cNvSpPr txBox="1"/>
              <p:nvPr/>
            </p:nvSpPr>
            <p:spPr>
              <a:xfrm>
                <a:off x="2678633" y="3144811"/>
                <a:ext cx="1117845" cy="293523"/>
              </a:xfrm>
              <a:prstGeom prst="flowChartDocument">
                <a:avLst/>
              </a:prstGeom>
              <a:solidFill>
                <a:srgbClr val="E5F2E5"/>
              </a:solidFill>
              <a:ln w="7290" cmpd="sng">
                <a:noFill/>
              </a:ln>
              <a:effectLst/>
            </p:spPr>
            <p:txBody>
              <a:bodyPr wrap="square" lIns="0" tIns="0" rIns="0" bIns="0" rtlCol="0" anchor="t"/>
              <a:lstStyle>
                <a:defPPr>
                  <a:defRPr lang="ja-JP"/>
                </a:defPPr>
                <a:lvl1pPr marR="0" lvl="0" indent="0" algn="ctr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kumimoji="0" sz="1000" b="0" i="0" u="none" strike="noStrike" kern="0" cap="none" spc="0" normalizeH="0" baseline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  <a:r>
                  <a:rPr lang="en-US" altLang="ja-JP" sz="900" dirty="0"/>
                  <a:t>)</a:t>
                </a:r>
              </a:p>
              <a:p>
                <a:r>
                  <a:rPr lang="ja-JP" altLang="en-US" sz="900" dirty="0"/>
                  <a:t>XX</a:t>
                </a:r>
                <a:endParaRPr lang="en-US" altLang="ja-JP" sz="900" dirty="0"/>
              </a:p>
            </p:txBody>
          </p:sp>
          <p:cxnSp>
            <p:nvCxnSpPr>
              <p:cNvPr id="156" name="直線矢印コネクタ 155">
                <a:extLst>
                  <a:ext uri="{FF2B5EF4-FFF2-40B4-BE49-F238E27FC236}">
                    <ns2:creationId id="{1415413B-8F13-D32F-BB96-25A34B43A6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4276" y="3377388"/>
                <a:ext cx="393103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直線矢印コネクタ 166">
                <a:extLst>
                  <a:ext uri="{FF2B5EF4-FFF2-40B4-BE49-F238E27FC236}">
                    <ns2:creationId id="{7AC0960E-F26A-7532-1BBA-7D90346A4D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39219" y="3377388"/>
                <a:ext cx="98855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1" name="正方形/長方形 170">
                <a:extLst>
                  <a:ext uri="{FF2B5EF4-FFF2-40B4-BE49-F238E27FC236}">
                    <ns2:creationId id="{A1EEB2C9-7FFD-3309-9072-EE5665426FFE}"/>
                  </a:ext>
                </a:extLst>
              </p:cNvPr>
              <p:cNvSpPr/>
              <p:nvPr/>
            </p:nvSpPr>
            <p:spPr>
              <a:xfrm>
                <a:off x="5248203" y="3331880"/>
                <a:ext cx="91016" cy="9101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4" name="円弧 173">
                <a:extLst>
                  <a:ext uri="{FF2B5EF4-FFF2-40B4-BE49-F238E27FC236}">
                    <ns2:creationId id="{1092620D-74F5-EBBC-C43D-01AF4383F36D}"/>
                  </a:ext>
                </a:extLst>
              </p:cNvPr>
              <p:cNvSpPr/>
              <p:nvPr/>
            </p:nvSpPr>
            <p:spPr>
              <a:xfrm>
                <a:off x="5862622" y="3329212"/>
                <a:ext cx="106975" cy="106975"/>
              </a:xfrm>
              <a:prstGeom prst="arc">
                <a:avLst>
                  <a:gd name="adj1" fmla="val 10735635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6" name="円弧 175">
                <a:extLst>
                  <a:ext uri="{FF2B5EF4-FFF2-40B4-BE49-F238E27FC236}">
                    <ns2:creationId id="{EC9311A7-BBC5-9C55-A2CC-5916954B2E94}"/>
                  </a:ext>
                </a:extLst>
              </p:cNvPr>
              <p:cNvSpPr/>
              <p:nvPr/>
            </p:nvSpPr>
            <p:spPr>
              <a:xfrm>
                <a:off x="3183362" y="4581521"/>
                <a:ext cx="106975" cy="106975"/>
              </a:xfrm>
              <a:prstGeom prst="arc">
                <a:avLst>
                  <a:gd name="adj1" fmla="val 10941793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7" name="円弧 176">
                <a:extLst>
                  <a:ext uri="{FF2B5EF4-FFF2-40B4-BE49-F238E27FC236}">
                    <ns2:creationId id="{CDA4121C-594D-C61A-9F90-96B975C09111}"/>
                  </a:ext>
                </a:extLst>
              </p:cNvPr>
              <p:cNvSpPr/>
              <p:nvPr/>
            </p:nvSpPr>
            <p:spPr>
              <a:xfrm>
                <a:off x="3706991" y="4580520"/>
                <a:ext cx="106975" cy="106975"/>
              </a:xfrm>
              <a:prstGeom prst="arc">
                <a:avLst>
                  <a:gd name="adj1" fmla="val 10735733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8" name="円弧 177">
                <a:extLst>
                  <a:ext uri="{FF2B5EF4-FFF2-40B4-BE49-F238E27FC236}">
                    <ns2:creationId id="{B4B70703-980D-771A-C0D3-D95C7BA79CAF}"/>
                  </a:ext>
                </a:extLst>
              </p:cNvPr>
              <p:cNvSpPr/>
              <p:nvPr/>
            </p:nvSpPr>
            <p:spPr>
              <a:xfrm>
                <a:off x="5434886" y="4580551"/>
                <a:ext cx="106975" cy="106975"/>
              </a:xfrm>
              <a:prstGeom prst="arc">
                <a:avLst>
                  <a:gd name="adj1" fmla="val 10737643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6" name="グラフィックス 195" descr="鉛筆 単色塗りつぶし">
                <a:extLst>
                  <a:ext uri="{FF2B5EF4-FFF2-40B4-BE49-F238E27FC236}">
                    <ns2:creationId id="{9F152E49-63A4-CD30-CAD9-BE6132D27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047285" y="2074639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199" name="グラフィックス 198" descr="ドキュメント 単色塗りつぶし">
                <a:extLst>
                  <a:ext uri="{FF2B5EF4-FFF2-40B4-BE49-F238E27FC236}">
                    <ns2:creationId id="{553D0CB3-B11E-70AD-A143-309D806C2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894467" y="2074639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0" name="グラフィックス 199" descr="ドキュメント 単色塗りつぶし">
                <a:extLst>
                  <a:ext uri="{FF2B5EF4-FFF2-40B4-BE49-F238E27FC236}">
                    <ns2:creationId id="{CECDEEC4-9F5D-2D08-0D02-2F1C91D271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90888" y="2889607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3" name="グラフィックス 202" descr="ドキュメント 単色塗りつぶし">
                <a:extLst>
                  <a:ext uri="{FF2B5EF4-FFF2-40B4-BE49-F238E27FC236}">
                    <ns2:creationId id="{3735533F-DDC4-DD4C-7975-8B55CEE8C4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709574" y="3636293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4" name="グラフィックス 203" descr="ドキュメント 単色塗りつぶし">
                <a:extLst>
                  <a:ext uri="{FF2B5EF4-FFF2-40B4-BE49-F238E27FC236}">
                    <ns2:creationId id="{FB4897F8-71D4-561D-A8BA-93FEF3A188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90887" y="5325771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5" name="グラフィックス 204" descr="ドキュメント 単色塗りつぶし">
                <a:extLst>
                  <a:ext uri="{FF2B5EF4-FFF2-40B4-BE49-F238E27FC236}">
                    <ns2:creationId id="{4650FFDC-FF79-3560-9B2C-1D0DAA85EE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90887" y="6108391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6" name="グラフィックス 205" descr="硬貨 単色塗りつぶし">
                <a:extLst>
                  <a:ext uri="{FF2B5EF4-FFF2-40B4-BE49-F238E27FC236}">
                    <ns2:creationId id="{3E437FF3-CF63-EAE3-E929-C72BDEAD93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896934" y="6108391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7" name="グラフィックス 206" descr="リサーチ 単色塗りつぶし">
                <a:extLst>
                  <a:ext uri="{FF2B5EF4-FFF2-40B4-BE49-F238E27FC236}">
                    <ns2:creationId id="{A098BF7B-47ED-F546-5A1E-75AF7241C2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5979264" y="4355077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8" name="グラフィックス 207" descr="右脳と左脳 単色塗りつぶし">
                <a:extLst>
                  <a:ext uri="{FF2B5EF4-FFF2-40B4-BE49-F238E27FC236}">
                    <ns2:creationId id="{8126C6A3-2A0A-1F5D-C0BB-05EF5FFC3C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7641334" y="4380334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09" name="グラフィックス 208" descr="クリップボード 単色塗りつぶし">
                <a:extLst>
                  <a:ext uri="{FF2B5EF4-FFF2-40B4-BE49-F238E27FC236}">
                    <ns2:creationId id="{79C969CF-24B5-8A62-333D-696E9A1EC1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836925" y="5490239"/>
                <a:ext cx="200334" cy="200334"/>
              </a:xfrm>
              <a:prstGeom prst="rect">
                <a:avLst/>
              </a:prstGeom>
            </p:spPr>
          </p:pic>
          <p:pic>
            <p:nvPicPr>
              <p:cNvPr id="210" name="グラフィックス 209" descr="お金 単色塗りつぶし">
                <a:extLst>
                  <a:ext uri="{FF2B5EF4-FFF2-40B4-BE49-F238E27FC236}">
                    <ns2:creationId id="{9063C5E7-38DC-41F3-9BE3-1D5384E0B4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097242" y="2564457"/>
                <a:ext cx="200334" cy="20033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465063840"/>
      </p:ext>
    </p:extLst>
  </p:cSld>
  <p:clrMapOvr>
    <a:masterClrMapping/>
  </p:clrMapOvr>
</p:sld>
</file>

<file path=ppt/slides/slide15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6ACBE8-4B33-E94D-2913-32AF1D87B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205F0288-722F-48D9-D1B5-250A0CEE6F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D42434A0-6AB4-9E16-67BC-2A7E68C33DB1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grpSp>
        <p:nvGrpSpPr>
          <p:cNvPr id="226" name="グループ化 225">
            <a:extLst>
              <a:ext uri="{FF2B5EF4-FFF2-40B4-BE49-F238E27FC236}">
                <ns2:creationId id="{527AB5B2-5139-E1A0-E2AF-81910F76045F}"/>
              </a:ext>
            </a:extLst>
          </p:cNvPr>
          <p:cNvGrpSpPr/>
          <p:nvPr/>
        </p:nvGrpSpPr>
        <p:grpSpPr>
          <a:xfrm>
            <a:off x="334965" y="1628776"/>
            <a:ext cx="11522073" cy="4679950"/>
            <a:chOff x="334965" y="1628776"/>
            <a:chExt cx="11522073" cy="4679950"/>
          </a:xfrm>
        </p:grpSpPr>
        <p:sp>
          <p:nvSpPr>
            <p:cNvPr id="2" name="正方形/長方形 1">
              <a:extLst>
                <a:ext uri="{FF2B5EF4-FFF2-40B4-BE49-F238E27FC236}">
                  <ns2:creationId id="{F89A3CD7-83D2-5EE8-3B82-98DD75632FC6}"/>
                </a:ext>
              </a:extLst>
            </p:cNvPr>
            <p:cNvSpPr/>
            <p:nvPr/>
          </p:nvSpPr>
          <p:spPr>
            <a:xfrm>
              <a:off x="334965" y="1628776"/>
              <a:ext cx="422802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" name="直線コネクタ 4">
              <a:extLst>
                <a:ext uri="{FF2B5EF4-FFF2-40B4-BE49-F238E27FC236}">
                  <ns2:creationId id="{98E4D63A-B0B5-E140-2564-8C584AD197A9}"/>
                </a:ext>
              </a:extLst>
            </p:cNvPr>
            <p:cNvCxnSpPr/>
            <p:nvPr/>
          </p:nvCxnSpPr>
          <p:spPr>
            <a:xfrm>
              <a:off x="757767" y="1628776"/>
              <a:ext cx="0" cy="23721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正方形/長方形 7">
              <a:extLst>
                <a:ext uri="{FF2B5EF4-FFF2-40B4-BE49-F238E27FC236}">
                  <ns2:creationId id="{91D835C5-39EA-1695-E82A-8DF3BF25DEBD}"/>
                </a:ext>
              </a:extLst>
            </p:cNvPr>
            <p:cNvSpPr/>
            <p:nvPr/>
          </p:nvSpPr>
          <p:spPr>
            <a:xfrm>
              <a:off x="334965" y="1904094"/>
              <a:ext cx="422802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" name="直線コネクタ 8">
              <a:extLst>
                <a:ext uri="{FF2B5EF4-FFF2-40B4-BE49-F238E27FC236}">
                  <ns2:creationId id="{F610FBC5-A441-CE06-C0DB-5F17702D4D63}"/>
                </a:ext>
              </a:extLst>
            </p:cNvPr>
            <p:cNvCxnSpPr/>
            <p:nvPr/>
          </p:nvCxnSpPr>
          <p:spPr>
            <a:xfrm>
              <a:off x="757767" y="1904094"/>
              <a:ext cx="0" cy="23721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0CF7E948-E27F-C1DB-B25C-07E31C8D78D8}"/>
                </a:ext>
              </a:extLst>
            </p:cNvPr>
            <p:cNvSpPr/>
            <p:nvPr/>
          </p:nvSpPr>
          <p:spPr>
            <a:xfrm>
              <a:off x="334965" y="2179411"/>
              <a:ext cx="422802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" name="直線コネクタ 11">
              <a:extLst>
                <a:ext uri="{FF2B5EF4-FFF2-40B4-BE49-F238E27FC236}">
                  <ns2:creationId id="{B41D0F7E-3051-5E66-2343-F4BDBCE9FB84}"/>
                </a:ext>
              </a:extLst>
            </p:cNvPr>
            <p:cNvCxnSpPr/>
            <p:nvPr/>
          </p:nvCxnSpPr>
          <p:spPr>
            <a:xfrm>
              <a:off x="757767" y="2179411"/>
              <a:ext cx="0" cy="237219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44324A7B-B2D5-72E0-3699-AB2AA5CED64E}"/>
                </a:ext>
              </a:extLst>
            </p:cNvPr>
            <p:cNvSpPr/>
            <p:nvPr/>
          </p:nvSpPr>
          <p:spPr>
            <a:xfrm>
              <a:off x="850899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09CDE476-85AC-9302-AA08-CF665EC80C1C}"/>
                </a:ext>
              </a:extLst>
            </p:cNvPr>
            <p:cNvSpPr/>
            <p:nvPr/>
          </p:nvSpPr>
          <p:spPr>
            <a:xfrm>
              <a:off x="1541006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4CA08CC7-F794-C4A4-2D5E-16F13645F8C2}"/>
                </a:ext>
              </a:extLst>
            </p:cNvPr>
            <p:cNvSpPr/>
            <p:nvPr/>
          </p:nvSpPr>
          <p:spPr>
            <a:xfrm>
              <a:off x="2921221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CFA7595B-8ADA-3611-6806-A6D053736674}"/>
                </a:ext>
              </a:extLst>
            </p:cNvPr>
            <p:cNvSpPr/>
            <p:nvPr/>
          </p:nvSpPr>
          <p:spPr>
            <a:xfrm>
              <a:off x="3611329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D9054E49-5C84-416D-2ED2-FA5EC16D69DA}"/>
                </a:ext>
              </a:extLst>
            </p:cNvPr>
            <p:cNvSpPr/>
            <p:nvPr/>
          </p:nvSpPr>
          <p:spPr>
            <a:xfrm>
              <a:off x="2231114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5C656C8-F054-89B2-91B0-59460C082F8C}"/>
                </a:ext>
              </a:extLst>
            </p:cNvPr>
            <p:cNvSpPr/>
            <p:nvPr/>
          </p:nvSpPr>
          <p:spPr>
            <a:xfrm>
              <a:off x="4301436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57B9308A-FB0F-143F-DB2A-BC17E1DC5D1C}"/>
                </a:ext>
              </a:extLst>
            </p:cNvPr>
            <p:cNvSpPr/>
            <p:nvPr/>
          </p:nvSpPr>
          <p:spPr>
            <a:xfrm>
              <a:off x="4991544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927FDC6-3749-59B2-3406-1F1FED426467}"/>
                </a:ext>
              </a:extLst>
            </p:cNvPr>
            <p:cNvSpPr/>
            <p:nvPr/>
          </p:nvSpPr>
          <p:spPr>
            <a:xfrm>
              <a:off x="5681651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5F879553-2100-86D0-29FE-BA5A1BC5E2C2}"/>
                </a:ext>
              </a:extLst>
            </p:cNvPr>
            <p:cNvSpPr/>
            <p:nvPr/>
          </p:nvSpPr>
          <p:spPr>
            <a:xfrm>
              <a:off x="6371759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1AC78E26-E26E-6BC3-BB8F-6D8FAD78CD5D}"/>
                </a:ext>
              </a:extLst>
            </p:cNvPr>
            <p:cNvSpPr/>
            <p:nvPr/>
          </p:nvSpPr>
          <p:spPr>
            <a:xfrm>
              <a:off x="7061866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96B246F5-0B61-33FA-E947-3DE60A84A0B8}"/>
                </a:ext>
              </a:extLst>
            </p:cNvPr>
            <p:cNvSpPr/>
            <p:nvPr/>
          </p:nvSpPr>
          <p:spPr>
            <a:xfrm>
              <a:off x="7751974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5C3AF67E-ED38-8B1E-6BF0-E9D281A5F527}"/>
                </a:ext>
              </a:extLst>
            </p:cNvPr>
            <p:cNvSpPr/>
            <p:nvPr/>
          </p:nvSpPr>
          <p:spPr>
            <a:xfrm>
              <a:off x="8442081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B997CA27-DAA9-9C8D-BA38-3D9FCA67740A}"/>
                </a:ext>
              </a:extLst>
            </p:cNvPr>
            <p:cNvSpPr/>
            <p:nvPr/>
          </p:nvSpPr>
          <p:spPr>
            <a:xfrm>
              <a:off x="9132190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0B2FBD4E-0B08-7F97-AA9B-1FFF9F64A58E}"/>
                </a:ext>
              </a:extLst>
            </p:cNvPr>
            <p:cNvSpPr/>
            <p:nvPr/>
          </p:nvSpPr>
          <p:spPr>
            <a:xfrm>
              <a:off x="9822297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4E4ABE2C-79D6-C2A7-1FB1-8E9A9184EF64}"/>
                </a:ext>
              </a:extLst>
            </p:cNvPr>
            <p:cNvSpPr/>
            <p:nvPr/>
          </p:nvSpPr>
          <p:spPr>
            <a:xfrm>
              <a:off x="10512405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96F13298-28D1-E259-FE05-AC78CA680573}"/>
                </a:ext>
              </a:extLst>
            </p:cNvPr>
            <p:cNvSpPr/>
            <p:nvPr/>
          </p:nvSpPr>
          <p:spPr>
            <a:xfrm>
              <a:off x="11202512" y="2179411"/>
              <a:ext cx="654524" cy="237219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7AB48F20-6ADB-3C6D-9ECD-8E87DBD7A620}"/>
                </a:ext>
              </a:extLst>
            </p:cNvPr>
            <p:cNvSpPr/>
            <p:nvPr/>
          </p:nvSpPr>
          <p:spPr>
            <a:xfrm>
              <a:off x="850898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6C16027E-FE9D-25C1-9936-B7F8DDE7806F}"/>
                </a:ext>
              </a:extLst>
            </p:cNvPr>
            <p:cNvSpPr/>
            <p:nvPr/>
          </p:nvSpPr>
          <p:spPr>
            <a:xfrm>
              <a:off x="3611329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16724430-6961-04A7-50BC-24276A242A78}"/>
                </a:ext>
              </a:extLst>
            </p:cNvPr>
            <p:cNvSpPr/>
            <p:nvPr/>
          </p:nvSpPr>
          <p:spPr>
            <a:xfrm>
              <a:off x="6371759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38ABEBD8-E6EA-6C8E-1915-F704BE449DF4}"/>
                </a:ext>
              </a:extLst>
            </p:cNvPr>
            <p:cNvSpPr/>
            <p:nvPr/>
          </p:nvSpPr>
          <p:spPr>
            <a:xfrm>
              <a:off x="9132190" y="1904094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2C68A615-659D-91C2-EF31-939A0BD021E3}"/>
                </a:ext>
              </a:extLst>
            </p:cNvPr>
            <p:cNvSpPr/>
            <p:nvPr/>
          </p:nvSpPr>
          <p:spPr>
            <a:xfrm>
              <a:off x="850899" y="1628776"/>
              <a:ext cx="2724845" cy="2372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EA2D32AE-A40D-A36F-3077-A953A3552D3C}"/>
                </a:ext>
              </a:extLst>
            </p:cNvPr>
            <p:cNvSpPr/>
            <p:nvPr/>
          </p:nvSpPr>
          <p:spPr>
            <a:xfrm>
              <a:off x="3611329" y="1628776"/>
              <a:ext cx="8245706" cy="237219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69992" tIns="34996" rIns="69992" bIns="34996" rtlCol="0" anchor="ctr"/>
            <a:lstStyle/>
            <a:p>
              <a:pPr algn="ctr"/>
              <a:r>
                <a:rPr lang="en-US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1" name="グループ化 80">
              <a:extLst>
                <a:ext uri="{FF2B5EF4-FFF2-40B4-BE49-F238E27FC236}">
                  <ns2:creationId id="{ABF16ACA-348A-69BE-58BD-4AA000C21183}"/>
                </a:ext>
              </a:extLst>
            </p:cNvPr>
            <p:cNvGrpSpPr/>
            <p:nvPr/>
          </p:nvGrpSpPr>
          <p:grpSpPr>
            <a:xfrm>
              <a:off x="2231114" y="2475460"/>
              <a:ext cx="2724846" cy="284111"/>
              <a:chOff x="2231114" y="2475460"/>
              <a:chExt cx="2724846" cy="284111"/>
            </a:xfrm>
          </p:grpSpPr>
          <p:cxnSp>
            <p:nvCxnSpPr>
              <p:cNvPr id="67" name="直線矢印コネクタ 66">
                <a:extLst>
                  <a:ext uri="{FF2B5EF4-FFF2-40B4-BE49-F238E27FC236}">
                    <ns2:creationId id="{868BA6C0-B07E-B808-69F6-88357011B6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正方形/長方形 72">
                <a:extLst>
                  <a:ext uri="{FF2B5EF4-FFF2-40B4-BE49-F238E27FC236}">
                    <ns2:creationId id="{76CEC287-8198-722C-69F2-3F8B93073DE1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83" name="グループ化 82">
              <a:extLst>
                <a:ext uri="{FF2B5EF4-FFF2-40B4-BE49-F238E27FC236}">
                  <ns2:creationId id="{7BDE9999-E833-6465-E4F7-61735B8ACDEE}"/>
                </a:ext>
              </a:extLst>
            </p:cNvPr>
            <p:cNvGrpSpPr/>
            <p:nvPr/>
          </p:nvGrpSpPr>
          <p:grpSpPr>
            <a:xfrm>
              <a:off x="4301436" y="2838238"/>
              <a:ext cx="2034738" cy="284111"/>
              <a:chOff x="2231114" y="2475460"/>
              <a:chExt cx="2724846" cy="284111"/>
            </a:xfrm>
          </p:grpSpPr>
          <p:cxnSp>
            <p:nvCxnSpPr>
              <p:cNvPr id="84" name="直線矢印コネクタ 83">
                <a:extLst>
                  <a:ext uri="{FF2B5EF4-FFF2-40B4-BE49-F238E27FC236}">
                    <ns2:creationId id="{0CD24FDA-EDCB-B3ED-A734-EB4708CF9C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正方形/長方形 84">
                <a:extLst>
                  <a:ext uri="{FF2B5EF4-FFF2-40B4-BE49-F238E27FC236}">
                    <ns2:creationId id="{C4047D74-2E5D-83A8-0861-B448901F7FA0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pPr algn="ctr"/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87" name="グループ化 86">
              <a:extLst>
                <a:ext uri="{FF2B5EF4-FFF2-40B4-BE49-F238E27FC236}">
                  <ns2:creationId id="{EA65C045-D653-6FEF-189B-D4A09A203AF5}"/>
                </a:ext>
              </a:extLst>
            </p:cNvPr>
            <p:cNvGrpSpPr/>
            <p:nvPr/>
          </p:nvGrpSpPr>
          <p:grpSpPr>
            <a:xfrm>
              <a:off x="5681651" y="3201016"/>
              <a:ext cx="2034738" cy="284111"/>
              <a:chOff x="2231114" y="2475460"/>
              <a:chExt cx="2724846" cy="284111"/>
            </a:xfrm>
          </p:grpSpPr>
          <p:cxnSp>
            <p:nvCxnSpPr>
              <p:cNvPr id="90" name="直線矢印コネクタ 89">
                <a:extLst>
                  <a:ext uri="{FF2B5EF4-FFF2-40B4-BE49-F238E27FC236}">
                    <ns2:creationId id="{CCC96E4E-A384-A4E5-FB81-C310A1C106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正方形/長方形 92">
                <a:extLst>
                  <a:ext uri="{FF2B5EF4-FFF2-40B4-BE49-F238E27FC236}">
                    <ns2:creationId id="{233B30F9-2EC4-346A-3E06-5165F0E95FA4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pPr algn="ctr"/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119" name="直線矢印コネクタ 118">
              <a:extLst>
                <a:ext uri="{FF2B5EF4-FFF2-40B4-BE49-F238E27FC236}">
                  <ns2:creationId id="{5ED8197D-E197-1C19-B57D-847543372787}"/>
                </a:ext>
              </a:extLst>
            </p:cNvPr>
            <p:cNvCxnSpPr>
              <a:cxnSpLocks/>
            </p:cNvCxnSpPr>
            <p:nvPr/>
          </p:nvCxnSpPr>
          <p:spPr>
            <a:xfrm>
              <a:off x="6371759" y="3847905"/>
              <a:ext cx="2034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正方形/長方形 119">
              <a:extLst>
                <a:ext uri="{FF2B5EF4-FFF2-40B4-BE49-F238E27FC236}">
                  <ns2:creationId id="{FCEAA738-97DF-412B-57E7-9F70361B1B33}"/>
                </a:ext>
              </a:extLst>
            </p:cNvPr>
            <p:cNvSpPr/>
            <p:nvPr/>
          </p:nvSpPr>
          <p:spPr>
            <a:xfrm>
              <a:off x="6371759" y="3563794"/>
              <a:ext cx="2034738" cy="237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69992" tIns="34996" rIns="69992" bIns="0" rtlCol="0" anchor="b" anchorCtr="0"/>
            <a:lstStyle/>
            <a:p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21" name="グループ化 120">
              <a:extLst>
                <a:ext uri="{FF2B5EF4-FFF2-40B4-BE49-F238E27FC236}">
                  <ns2:creationId id="{F188744C-57B9-D11A-BDA3-3590172096D1}"/>
                </a:ext>
              </a:extLst>
            </p:cNvPr>
            <p:cNvGrpSpPr/>
            <p:nvPr/>
          </p:nvGrpSpPr>
          <p:grpSpPr>
            <a:xfrm>
              <a:off x="850900" y="3926572"/>
              <a:ext cx="11006136" cy="284111"/>
              <a:chOff x="2231114" y="2475460"/>
              <a:chExt cx="2724846" cy="284111"/>
            </a:xfrm>
          </p:grpSpPr>
          <p:cxnSp>
            <p:nvCxnSpPr>
              <p:cNvPr id="122" name="直線矢印コネクタ 121">
                <a:extLst>
                  <a:ext uri="{FF2B5EF4-FFF2-40B4-BE49-F238E27FC236}">
                    <ns2:creationId id="{71EE5D19-5502-4307-7CB1-4E6FF4FDDD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1114" y="2759571"/>
                <a:ext cx="2724846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正方形/長方形 122">
                <a:extLst>
                  <a:ext uri="{FF2B5EF4-FFF2-40B4-BE49-F238E27FC236}">
                    <ns2:creationId id="{F4CDA5EB-38AC-5CB8-2134-2785E5CBD0B4}"/>
                  </a:ext>
                </a:extLst>
              </p:cNvPr>
              <p:cNvSpPr/>
              <p:nvPr/>
            </p:nvSpPr>
            <p:spPr>
              <a:xfrm>
                <a:off x="2231114" y="2475460"/>
                <a:ext cx="2724846" cy="2372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0" rtlCol="0" anchor="b" anchorCtr="0"/>
              <a:lstStyle/>
              <a:p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25" name="グループ化 224">
              <a:extLst>
                <a:ext uri="{FF2B5EF4-FFF2-40B4-BE49-F238E27FC236}">
                  <ns2:creationId id="{10653B57-5507-6733-46F5-D0B9B77C6602}"/>
                </a:ext>
              </a:extLst>
            </p:cNvPr>
            <p:cNvGrpSpPr/>
            <p:nvPr/>
          </p:nvGrpSpPr>
          <p:grpSpPr>
            <a:xfrm>
              <a:off x="334965" y="4250335"/>
              <a:ext cx="11522073" cy="2058391"/>
              <a:chOff x="334965" y="4250335"/>
              <a:chExt cx="11522073" cy="2058391"/>
            </a:xfrm>
          </p:grpSpPr>
          <p:sp>
            <p:nvSpPr>
              <p:cNvPr id="201" name="フリーフォーム: 図形 200">
                <a:extLst>
                  <a:ext uri="{FF2B5EF4-FFF2-40B4-BE49-F238E27FC236}">
                    <ns2:creationId id="{CE619A85-301A-CDF1-2A1C-EE52F659F237}"/>
                  </a:ext>
                </a:extLst>
              </p:cNvPr>
              <p:cNvSpPr/>
              <p:nvPr/>
            </p:nvSpPr>
            <p:spPr>
              <a:xfrm>
                <a:off x="334965" y="4250335"/>
                <a:ext cx="11522073" cy="2058391"/>
              </a:xfrm>
              <a:custGeom>
                <a:avLst/>
                <a:gdLst>
                  <a:gd name="csX0" fmla="*/ 1309251 w 11522073"/>
                  <a:gd name="csY0" fmla="*/ 0 h 2058391"/>
                  <a:gd name="csX1" fmla="*/ 1374494 w 11522073"/>
                  <a:gd name="csY1" fmla="*/ 191037 h 2058391"/>
                  <a:gd name="csX2" fmla="*/ 11522073 w 11522073"/>
                  <a:gd name="csY2" fmla="*/ 191037 h 2058391"/>
                  <a:gd name="csX3" fmla="*/ 11522073 w 11522073"/>
                  <a:gd name="csY3" fmla="*/ 2058391 h 2058391"/>
                  <a:gd name="csX4" fmla="*/ 0 w 11522073"/>
                  <a:gd name="csY4" fmla="*/ 2058391 h 2058391"/>
                  <a:gd name="csX5" fmla="*/ 0 w 11522073"/>
                  <a:gd name="csY5" fmla="*/ 191037 h 2058391"/>
                  <a:gd name="csX6" fmla="*/ 1244009 w 11522073"/>
                  <a:gd name="csY6" fmla="*/ 191037 h 2058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522073" h="2058391">
                    <a:moveTo>
                      <a:pt x="1309251" y="0"/>
                    </a:moveTo>
                    <a:lnTo>
                      <a:pt x="1374494" y="191037"/>
                    </a:lnTo>
                    <a:lnTo>
                      <a:pt x="11522073" y="191037"/>
                    </a:lnTo>
                    <a:lnTo>
                      <a:pt x="11522073" y="2058391"/>
                    </a:lnTo>
                    <a:lnTo>
                      <a:pt x="0" y="2058391"/>
                    </a:lnTo>
                    <a:lnTo>
                      <a:pt x="0" y="191037"/>
                    </a:lnTo>
                    <a:lnTo>
                      <a:pt x="1244009" y="191037"/>
                    </a:lnTo>
                    <a:close/>
                  </a:path>
                </a:pathLst>
              </a:cu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54000" rIns="0" bIns="0" rtlCol="0" anchor="t" anchorCtr="0">
                <a:noAutofit/>
              </a:bodyPr>
              <a:lstStyle/>
              <a:p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　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正方形/長方形 152">
                <a:extLst>
                  <a:ext uri="{FF2B5EF4-FFF2-40B4-BE49-F238E27FC236}">
                    <ns2:creationId id="{929734E2-16D3-F09A-CAB4-68C6F45D345F}"/>
                  </a:ext>
                </a:extLst>
              </p:cNvPr>
              <p:cNvSpPr/>
              <p:nvPr/>
            </p:nvSpPr>
            <p:spPr>
              <a:xfrm>
                <a:off x="446614" y="4910030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5" name="正方形/長方形 154">
                <a:extLst>
                  <a:ext uri="{FF2B5EF4-FFF2-40B4-BE49-F238E27FC236}">
                    <ns2:creationId id="{A931F678-DA6D-B42A-1E52-DC7B5D262CC3}"/>
                  </a:ext>
                </a:extLst>
              </p:cNvPr>
              <p:cNvSpPr/>
              <p:nvPr/>
            </p:nvSpPr>
            <p:spPr>
              <a:xfrm>
                <a:off x="446614" y="5256797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B247E76E-E4B4-B185-C8F6-DE9B8AA43D7A}"/>
                  </a:ext>
                </a:extLst>
              </p:cNvPr>
              <p:cNvSpPr/>
              <p:nvPr/>
            </p:nvSpPr>
            <p:spPr>
              <a:xfrm>
                <a:off x="446614" y="5603564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8" name="正方形/長方形 157">
                <a:extLst>
                  <a:ext uri="{FF2B5EF4-FFF2-40B4-BE49-F238E27FC236}">
                    <ns2:creationId id="{E82990EA-4501-44AC-549E-F6EB2B1EDD2B}"/>
                  </a:ext>
                </a:extLst>
              </p:cNvPr>
              <p:cNvSpPr/>
              <p:nvPr/>
            </p:nvSpPr>
            <p:spPr>
              <a:xfrm>
                <a:off x="446614" y="5950330"/>
                <a:ext cx="1094392" cy="310767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9992" tIns="34996" rIns="69992" bIns="34996" rtlCol="0" anchor="ctr"/>
              <a:lstStyle/>
              <a:p>
                <a:pPr algn="ctr"/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9" name="正方形/長方形 158">
                <a:extLst>
                  <a:ext uri="{FF2B5EF4-FFF2-40B4-BE49-F238E27FC236}">
                    <ns2:creationId id="{9FFA6626-7050-8BD3-60DD-2A1FD339AE37}"/>
                  </a:ext>
                </a:extLst>
              </p:cNvPr>
              <p:cNvSpPr/>
              <p:nvPr/>
            </p:nvSpPr>
            <p:spPr>
              <a:xfrm>
                <a:off x="1592701" y="4910030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0" name="正方形/長方形 159">
                <a:extLst>
                  <a:ext uri="{FF2B5EF4-FFF2-40B4-BE49-F238E27FC236}">
                    <ns2:creationId id="{FA68CF58-493A-34DE-692D-46A60B62BA87}"/>
                  </a:ext>
                </a:extLst>
              </p:cNvPr>
              <p:cNvSpPr/>
              <p:nvPr/>
            </p:nvSpPr>
            <p:spPr>
              <a:xfrm>
                <a:off x="1592701" y="5256797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2" name="正方形/長方形 161">
                <a:extLst>
                  <a:ext uri="{FF2B5EF4-FFF2-40B4-BE49-F238E27FC236}">
                    <ns2:creationId id="{786A4ADF-43A3-30C8-3400-EF45656F9483}"/>
                  </a:ext>
                </a:extLst>
              </p:cNvPr>
              <p:cNvSpPr/>
              <p:nvPr/>
            </p:nvSpPr>
            <p:spPr>
              <a:xfrm>
                <a:off x="1592701" y="5603564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A7685104-7EA6-CA48-9C4D-83E44DECCA81}"/>
                  </a:ext>
                </a:extLst>
              </p:cNvPr>
              <p:cNvSpPr/>
              <p:nvPr/>
            </p:nvSpPr>
            <p:spPr>
              <a:xfrm>
                <a:off x="1592701" y="5950330"/>
                <a:ext cx="4828485" cy="310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4996" rIns="0" bIns="34996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92" name="グループ化 191">
                <a:extLst>
                  <a:ext uri="{FF2B5EF4-FFF2-40B4-BE49-F238E27FC236}">
                    <ns2:creationId id="{0DAC0CC4-E0D9-87FA-2A7D-1D495D612942}"/>
                  </a:ext>
                </a:extLst>
              </p:cNvPr>
              <p:cNvGrpSpPr/>
              <p:nvPr/>
            </p:nvGrpSpPr>
            <p:grpSpPr>
              <a:xfrm>
                <a:off x="6451600" y="4497938"/>
                <a:ext cx="5293786" cy="1763158"/>
                <a:chOff x="6142567" y="4497938"/>
                <a:chExt cx="5602819" cy="1763158"/>
              </a:xfrm>
            </p:grpSpPr>
            <p:sp>
              <p:nvSpPr>
                <p:cNvPr id="135" name="正方形/長方形 134">
                  <a:extLst>
                    <a:ext uri="{FF2B5EF4-FFF2-40B4-BE49-F238E27FC236}">
                      <ns2:creationId id="{0EEA5C81-F07A-8EFE-9BA5-2900F8FA178E}"/>
                    </a:ext>
                  </a:extLst>
                </p:cNvPr>
                <p:cNvSpPr/>
                <p:nvPr/>
              </p:nvSpPr>
              <p:spPr>
                <a:xfrm>
                  <a:off x="6142567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6" name="正方形/長方形 135">
                  <a:extLst>
                    <a:ext uri="{FF2B5EF4-FFF2-40B4-BE49-F238E27FC236}">
                      <ns2:creationId id="{C816F4FE-389E-3C84-7CA2-114C02497E7E}"/>
                    </a:ext>
                  </a:extLst>
                </p:cNvPr>
                <p:cNvSpPr/>
                <p:nvPr/>
              </p:nvSpPr>
              <p:spPr>
                <a:xfrm>
                  <a:off x="6142567" y="449793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9" name="正方形/長方形 138">
                  <a:extLst>
                    <a:ext uri="{FF2B5EF4-FFF2-40B4-BE49-F238E27FC236}">
                      <ns2:creationId id="{146A9FAD-7AEB-00B2-6AC5-56DCD0989B36}"/>
                    </a:ext>
                  </a:extLst>
                </p:cNvPr>
                <p:cNvSpPr/>
                <p:nvPr/>
              </p:nvSpPr>
              <p:spPr>
                <a:xfrm>
                  <a:off x="7081735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0" name="正方形/長方形 139">
                  <a:extLst>
                    <a:ext uri="{FF2B5EF4-FFF2-40B4-BE49-F238E27FC236}">
                      <ns2:creationId id="{F03C5515-93BD-9002-4DBF-94F1F0E013B1}"/>
                    </a:ext>
                  </a:extLst>
                </p:cNvPr>
                <p:cNvSpPr/>
                <p:nvPr/>
              </p:nvSpPr>
              <p:spPr>
                <a:xfrm>
                  <a:off x="7081734" y="4497938"/>
                  <a:ext cx="3724484" cy="169963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2" name="正方形/長方形 141">
                  <a:extLst>
                    <a:ext uri="{FF2B5EF4-FFF2-40B4-BE49-F238E27FC236}">
                      <ns2:creationId id="{E811C981-1B90-177E-741A-37F4CE2EAC69}"/>
                    </a:ext>
                  </a:extLst>
                </p:cNvPr>
                <p:cNvSpPr/>
                <p:nvPr/>
              </p:nvSpPr>
              <p:spPr>
                <a:xfrm>
                  <a:off x="8020903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5" name="正方形/長方形 144">
                  <a:extLst>
                    <a:ext uri="{FF2B5EF4-FFF2-40B4-BE49-F238E27FC236}">
                      <ns2:creationId id="{BA4B753E-6C0C-EEF7-59CF-556465BBA529}"/>
                    </a:ext>
                  </a:extLst>
                </p:cNvPr>
                <p:cNvSpPr/>
                <p:nvPr/>
              </p:nvSpPr>
              <p:spPr>
                <a:xfrm>
                  <a:off x="8960070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8" name="正方形/長方形 147">
                  <a:extLst>
                    <a:ext uri="{FF2B5EF4-FFF2-40B4-BE49-F238E27FC236}">
                      <ns2:creationId id="{C8544511-1225-F19C-FFC0-B20CFF8ED467}"/>
                    </a:ext>
                  </a:extLst>
                </p:cNvPr>
                <p:cNvSpPr/>
                <p:nvPr/>
              </p:nvSpPr>
              <p:spPr>
                <a:xfrm>
                  <a:off x="9899238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1" name="正方形/長方形 150">
                  <a:extLst>
                    <a:ext uri="{FF2B5EF4-FFF2-40B4-BE49-F238E27FC236}">
                      <ns2:creationId id="{7E5E0BD2-9C66-1BA1-C9F6-308265AFE4E6}"/>
                    </a:ext>
                  </a:extLst>
                </p:cNvPr>
                <p:cNvSpPr/>
                <p:nvPr/>
              </p:nvSpPr>
              <p:spPr>
                <a:xfrm>
                  <a:off x="10838405" y="469519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2" name="正方形/長方形 151">
                  <a:extLst>
                    <a:ext uri="{FF2B5EF4-FFF2-40B4-BE49-F238E27FC236}">
                      <ns2:creationId id="{B46DFF6D-C4BB-D461-DB84-41EFCF486B83}"/>
                    </a:ext>
                  </a:extLst>
                </p:cNvPr>
                <p:cNvSpPr/>
                <p:nvPr/>
              </p:nvSpPr>
              <p:spPr>
                <a:xfrm>
                  <a:off x="10838405" y="4497938"/>
                  <a:ext cx="906981" cy="169963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69992" tIns="34996" rIns="69992" bIns="34996" rtlCol="0" anchor="ctr"/>
                <a:lstStyle/>
                <a:p>
                  <a:pPr algn="ctr"/>
                  <a:r>
                    <a:rPr lang="en-US" altLang="ja-JP" sz="12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4" name="矢印: 五方向 163">
                  <a:extLst>
                    <a:ext uri="{FF2B5EF4-FFF2-40B4-BE49-F238E27FC236}">
                      <ns2:creationId id="{2F7AA7AC-F19F-3710-0EBC-251103DFDC8E}"/>
                    </a:ext>
                  </a:extLst>
                </p:cNvPr>
                <p:cNvSpPr/>
                <p:nvPr/>
              </p:nvSpPr>
              <p:spPr>
                <a:xfrm>
                  <a:off x="6142567" y="4910030"/>
                  <a:ext cx="1121833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5" name="矢印: 五方向 164">
                  <a:extLst>
                    <a:ext uri="{FF2B5EF4-FFF2-40B4-BE49-F238E27FC236}">
                      <ns2:creationId id="{2673ED81-899F-9F70-8E40-E07EF63059C7}"/>
                    </a:ext>
                  </a:extLst>
                </p:cNvPr>
                <p:cNvSpPr/>
                <p:nvPr/>
              </p:nvSpPr>
              <p:spPr>
                <a:xfrm>
                  <a:off x="7279467" y="4910030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6" name="矢印: 五方向 165">
                  <a:extLst>
                    <a:ext uri="{FF2B5EF4-FFF2-40B4-BE49-F238E27FC236}">
                      <ns2:creationId id="{5610FAD8-F2AB-7F73-3E66-117BD6259A2D}"/>
                    </a:ext>
                  </a:extLst>
                </p:cNvPr>
                <p:cNvSpPr/>
                <p:nvPr/>
              </p:nvSpPr>
              <p:spPr>
                <a:xfrm>
                  <a:off x="8111209" y="4910031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9" name="矢印: 五方向 168">
                  <a:extLst>
                    <a:ext uri="{FF2B5EF4-FFF2-40B4-BE49-F238E27FC236}">
                      <ns2:creationId id="{1C171DB0-9A96-7CB6-1130-68E4D9CF9474}"/>
                    </a:ext>
                  </a:extLst>
                </p:cNvPr>
                <p:cNvSpPr/>
                <p:nvPr/>
              </p:nvSpPr>
              <p:spPr>
                <a:xfrm>
                  <a:off x="7279467" y="5256797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0" name="矢印: 五方向 169">
                  <a:extLst>
                    <a:ext uri="{FF2B5EF4-FFF2-40B4-BE49-F238E27FC236}">
                      <ns2:creationId id="{D79B81BB-485E-CF58-8570-F84EE741C6DA}"/>
                    </a:ext>
                  </a:extLst>
                </p:cNvPr>
                <p:cNvSpPr/>
                <p:nvPr/>
              </p:nvSpPr>
              <p:spPr>
                <a:xfrm>
                  <a:off x="8111209" y="5256797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2" name="矢印: 五方向 171">
                  <a:extLst>
                    <a:ext uri="{FF2B5EF4-FFF2-40B4-BE49-F238E27FC236}">
                      <ns2:creationId id="{B2702883-AEFF-5ADF-39B9-5262AA9AA422}"/>
                    </a:ext>
                  </a:extLst>
                </p:cNvPr>
                <p:cNvSpPr/>
                <p:nvPr/>
              </p:nvSpPr>
              <p:spPr>
                <a:xfrm>
                  <a:off x="8942951" y="5256797"/>
                  <a:ext cx="816675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3" name="矢印: 五方向 172">
                  <a:extLst>
                    <a:ext uri="{FF2B5EF4-FFF2-40B4-BE49-F238E27FC236}">
                      <ns2:creationId id="{3F578082-8358-7AA4-63B2-3AD71D74B7E0}"/>
                    </a:ext>
                  </a:extLst>
                </p:cNvPr>
                <p:cNvSpPr/>
                <p:nvPr/>
              </p:nvSpPr>
              <p:spPr>
                <a:xfrm>
                  <a:off x="6142567" y="5256797"/>
                  <a:ext cx="1121833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chemeClr val="accent2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5" name="矢印: 五方向 174">
                  <a:extLst>
                    <a:ext uri="{FF2B5EF4-FFF2-40B4-BE49-F238E27FC236}">
                      <ns2:creationId id="{89503ED4-23DC-D943-75A1-385DE6D58159}"/>
                    </a:ext>
                  </a:extLst>
                </p:cNvPr>
                <p:cNvSpPr/>
                <p:nvPr/>
              </p:nvSpPr>
              <p:spPr>
                <a:xfrm>
                  <a:off x="7279467" y="5603565"/>
                  <a:ext cx="1648417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chemeClr val="accent2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9" name="矢印: 五方向 178">
                  <a:extLst>
                    <a:ext uri="{FF2B5EF4-FFF2-40B4-BE49-F238E27FC236}">
                      <ns2:creationId id="{E05E9BDF-5AAE-EF62-EC56-F0AC8342EA5A}"/>
                    </a:ext>
                  </a:extLst>
                </p:cNvPr>
                <p:cNvSpPr/>
                <p:nvPr/>
              </p:nvSpPr>
              <p:spPr>
                <a:xfrm>
                  <a:off x="8960071" y="5603565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1" name="矢印: 五方向 180">
                  <a:extLst>
                    <a:ext uri="{FF2B5EF4-FFF2-40B4-BE49-F238E27FC236}">
                      <ns2:creationId id="{B5DBDA71-DDD7-8561-CF28-B8E4A420377F}"/>
                    </a:ext>
                  </a:extLst>
                </p:cNvPr>
                <p:cNvSpPr/>
                <p:nvPr/>
              </p:nvSpPr>
              <p:spPr>
                <a:xfrm>
                  <a:off x="9899238" y="5603565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2" name="矢印: 五方向 181">
                  <a:extLst>
                    <a:ext uri="{FF2B5EF4-FFF2-40B4-BE49-F238E27FC236}">
                      <ns2:creationId id="{188603CD-B0EA-59BE-B424-44BF9115F67B}"/>
                    </a:ext>
                  </a:extLst>
                </p:cNvPr>
                <p:cNvSpPr/>
                <p:nvPr/>
              </p:nvSpPr>
              <p:spPr>
                <a:xfrm>
                  <a:off x="10838405" y="5603565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3" name="矢印: 五方向 182">
                  <a:extLst>
                    <a:ext uri="{FF2B5EF4-FFF2-40B4-BE49-F238E27FC236}">
                      <ns2:creationId id="{D148211E-198A-4091-ADE6-044D1D1D7268}"/>
                    </a:ext>
                  </a:extLst>
                </p:cNvPr>
                <p:cNvSpPr/>
                <p:nvPr/>
              </p:nvSpPr>
              <p:spPr>
                <a:xfrm>
                  <a:off x="7279467" y="5950329"/>
                  <a:ext cx="1648417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chemeClr val="accent2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4" name="矢印: 五方向 183">
                  <a:extLst>
                    <a:ext uri="{FF2B5EF4-FFF2-40B4-BE49-F238E27FC236}">
                      <ns2:creationId id="{CAC643C8-8E59-6E98-F4D6-E8257F357976}"/>
                    </a:ext>
                  </a:extLst>
                </p:cNvPr>
                <p:cNvSpPr/>
                <p:nvPr/>
              </p:nvSpPr>
              <p:spPr>
                <a:xfrm>
                  <a:off x="8960071" y="5950329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90" name="矢印: 五方向 189">
                  <a:extLst>
                    <a:ext uri="{FF2B5EF4-FFF2-40B4-BE49-F238E27FC236}">
                      <ns2:creationId id="{9191F7AE-4440-A069-ABDB-CFF02D5D03C2}"/>
                    </a:ext>
                  </a:extLst>
                </p:cNvPr>
                <p:cNvSpPr/>
                <p:nvPr/>
              </p:nvSpPr>
              <p:spPr>
                <a:xfrm>
                  <a:off x="9899238" y="5950329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91" name="矢印: 五方向 190">
                  <a:extLst>
                    <a:ext uri="{FF2B5EF4-FFF2-40B4-BE49-F238E27FC236}">
                      <ns2:creationId id="{FF9DDC10-09D7-E5AD-DE6B-0868AFAD2728}"/>
                    </a:ext>
                  </a:extLst>
                </p:cNvPr>
                <p:cNvSpPr/>
                <p:nvPr/>
              </p:nvSpPr>
              <p:spPr>
                <a:xfrm>
                  <a:off x="10838405" y="5950329"/>
                  <a:ext cx="906981" cy="310767"/>
                </a:xfrm>
                <a:prstGeom prst="homePlate">
                  <a:avLst>
                    <a:gd name="adj" fmla="val 24458"/>
                  </a:avLst>
                </a:prstGeom>
                <a:solidFill>
                  <a:srgbClr val="008000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cxnSp>
            <p:nvCxnSpPr>
              <p:cNvPr id="193" name="直線コネクタ 192">
                <a:extLst>
                  <a:ext uri="{FF2B5EF4-FFF2-40B4-BE49-F238E27FC236}">
                    <ns2:creationId id="{5DA9BA7D-26E7-FAD4-0548-9F570A0DEA3A}"/>
                  </a:ext>
                </a:extLst>
              </p:cNvPr>
              <p:cNvCxnSpPr/>
              <p:nvPr/>
            </p:nvCxnSpPr>
            <p:spPr>
              <a:xfrm>
                <a:off x="1592701" y="5238797"/>
                <a:ext cx="482848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194">
                <a:extLst>
                  <a:ext uri="{FF2B5EF4-FFF2-40B4-BE49-F238E27FC236}">
                    <ns2:creationId id="{9EB7C436-1F3B-96DD-5336-5AFC1AD28E23}"/>
                  </a:ext>
                </a:extLst>
              </p:cNvPr>
              <p:cNvCxnSpPr/>
              <p:nvPr/>
            </p:nvCxnSpPr>
            <p:spPr>
              <a:xfrm>
                <a:off x="1592701" y="5585564"/>
                <a:ext cx="482848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線コネクタ 196">
                <a:extLst>
                  <a:ext uri="{FF2B5EF4-FFF2-40B4-BE49-F238E27FC236}">
                    <ns2:creationId id="{E6C8C559-01DA-B51A-36B1-E36EF9B7586D}"/>
                  </a:ext>
                </a:extLst>
              </p:cNvPr>
              <p:cNvCxnSpPr/>
              <p:nvPr/>
            </p:nvCxnSpPr>
            <p:spPr>
              <a:xfrm>
                <a:off x="1592701" y="5932331"/>
                <a:ext cx="482848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2" name="グループ化 221">
                <a:extLst>
                  <a:ext uri="{FF2B5EF4-FFF2-40B4-BE49-F238E27FC236}">
                    <ns2:creationId id="{1DE65D39-B5AC-9C22-EFF9-4AFDDCAA3B1A}"/>
                  </a:ext>
                </a:extLst>
              </p:cNvPr>
              <p:cNvGrpSpPr/>
              <p:nvPr/>
            </p:nvGrpSpPr>
            <p:grpSpPr>
              <a:xfrm>
                <a:off x="446614" y="4609680"/>
                <a:ext cx="1094392" cy="255481"/>
                <a:chOff x="446614" y="4609680"/>
                <a:chExt cx="1094392" cy="255481"/>
              </a:xfrm>
            </p:grpSpPr>
            <p:sp>
              <p:nvSpPr>
                <p:cNvPr id="129" name="正方形/長方形 128">
                  <a:extLst>
                    <a:ext uri="{FF2B5EF4-FFF2-40B4-BE49-F238E27FC236}">
                      <ns2:creationId id="{F5C2763A-5EEE-BDA4-7B48-D980465279BF}"/>
                    </a:ext>
                  </a:extLst>
                </p:cNvPr>
                <p:cNvSpPr/>
                <p:nvPr/>
              </p:nvSpPr>
              <p:spPr>
                <a:xfrm>
                  <a:off x="446614" y="4609681"/>
                  <a:ext cx="1094392" cy="2554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288000" tIns="34996" rIns="0" bIns="34996"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130" name="直線矢印コネクタ 129">
                  <a:extLst>
                    <a:ext uri="{FF2B5EF4-FFF2-40B4-BE49-F238E27FC236}">
                      <ns2:creationId id="{A70B1321-D2DA-701E-0883-FFA7EB3A1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6614" y="4865161"/>
                  <a:ext cx="1094392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12" name="グラフィックス 211" descr="的中 単色塗りつぶし">
                  <a:extLst>
                    <a:ext uri="{FF2B5EF4-FFF2-40B4-BE49-F238E27FC236}">
                      <ns2:creationId id="{A41FB209-761F-09AF-3F2F-3C737E2678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rcRect/>
                <a:stretch/>
              </p:blipFill>
              <p:spPr>
                <a:xfrm>
                  <a:off x="519379" y="4609680"/>
                  <a:ext cx="255480" cy="255480"/>
                </a:xfrm>
                <a:prstGeom prst="rect">
                  <a:avLst/>
                </a:prstGeom>
              </p:spPr>
            </p:pic>
          </p:grpSp>
          <p:grpSp>
            <p:nvGrpSpPr>
              <p:cNvPr id="224" name="グループ化 223">
                <a:extLst>
                  <a:ext uri="{FF2B5EF4-FFF2-40B4-BE49-F238E27FC236}">
                    <ns2:creationId id="{BDB7DC6F-AF2F-F06D-648A-D2433C644E3C}"/>
                  </a:ext>
                </a:extLst>
              </p:cNvPr>
              <p:cNvGrpSpPr/>
              <p:nvPr/>
            </p:nvGrpSpPr>
            <p:grpSpPr>
              <a:xfrm>
                <a:off x="1592702" y="4609680"/>
                <a:ext cx="4828486" cy="255481"/>
                <a:chOff x="1592702" y="4609680"/>
                <a:chExt cx="4828486" cy="255481"/>
              </a:xfrm>
            </p:grpSpPr>
            <p:sp>
              <p:nvSpPr>
                <p:cNvPr id="133" name="正方形/長方形 132">
                  <a:extLst>
                    <a:ext uri="{FF2B5EF4-FFF2-40B4-BE49-F238E27FC236}">
                      <ns2:creationId id="{30F3D144-B81D-75CE-3B2D-188884EFA852}"/>
                    </a:ext>
                  </a:extLst>
                </p:cNvPr>
                <p:cNvSpPr/>
                <p:nvPr/>
              </p:nvSpPr>
              <p:spPr>
                <a:xfrm>
                  <a:off x="1592702" y="4609681"/>
                  <a:ext cx="4828486" cy="25548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288000" tIns="34996" rIns="0" bIns="34996"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134" name="直線矢印コネクタ 133">
                  <a:extLst>
                    <a:ext uri="{FF2B5EF4-FFF2-40B4-BE49-F238E27FC236}">
                      <ns2:creationId id="{14911554-A47A-1320-9657-8A1D6DCCE9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92702" y="4865161"/>
                  <a:ext cx="4828486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14" name="グラフィックス 213" descr="リスト 単色塗りつぶし">
                  <a:extLst>
                    <a:ext uri="{FF2B5EF4-FFF2-40B4-BE49-F238E27FC236}">
                      <ns2:creationId id="{05526FBE-A5A0-5E76-AA3E-DBCC82E21AE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2195530" y="4609680"/>
                  <a:ext cx="255480" cy="25548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1149349879"/>
      </p:ext>
    </p:extLst>
  </p:cSld>
  <p:clrMapOvr>
    <a:masterClrMapping/>
  </p:clrMapOvr>
</p:sld>
</file>

<file path=ppt/slides/slide15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3DDCF45-4FA3-47D3-DF29-FA2132AC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/>
              <a:t>XX</a:t>
            </a:r>
            <a:r>
              <a:rPr lang="en-US" altLang="ja-JP" dirty="0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D92584A-DEFF-0332-5CCB-205C02CB54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0" name="ホームベース 9">
            <a:extLst>
              <a:ext uri="{FF2B5EF4-FFF2-40B4-BE49-F238E27FC236}">
                <ns2:creationId id="{642FA1E9-6195-D08B-EFAB-BBD2719B2DA2}"/>
              </a:ext>
            </a:extLst>
          </p:cNvPr>
          <p:cNvSpPr/>
          <p:nvPr/>
        </p:nvSpPr>
        <p:spPr>
          <a:xfrm>
            <a:off x="1708727" y="1628775"/>
            <a:ext cx="3461885" cy="982268"/>
          </a:xfrm>
          <a:prstGeom prst="homePlate">
            <a:avLst>
              <a:gd name="adj" fmla="val 18206"/>
            </a:avLst>
          </a:prstGeom>
          <a:solidFill>
            <a:srgbClr val="008D2E">
              <a:alpha val="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360363" indent="-1778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 marL="360363" indent="-1778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 marL="360363" indent="-1778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r>
              <a:rPr lang="en-US" altLang="ja-JP" sz="1400" dirty="0">
                <a:solidFill>
                  <a:schemeClr val="tx1"/>
                </a:solidFill>
              </a:rPr>
              <a:t>	</a:t>
            </a: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kumimoji="1" lang="ja-JP" altLang="en-US" sz="1400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" name="山形 10">
            <a:extLst>
              <a:ext uri="{FF2B5EF4-FFF2-40B4-BE49-F238E27FC236}">
                <ns2:creationId id="{BD307E28-23B9-04A3-3DD0-10A9BEB5D86A}"/>
              </a:ext>
            </a:extLst>
          </p:cNvPr>
          <p:cNvSpPr/>
          <p:nvPr/>
        </p:nvSpPr>
        <p:spPr>
          <a:xfrm>
            <a:off x="5051940" y="1628775"/>
            <a:ext cx="3461885" cy="982268"/>
          </a:xfrm>
          <a:prstGeom prst="chevron">
            <a:avLst>
              <a:gd name="adj" fmla="val 18094"/>
            </a:avLst>
          </a:prstGeom>
          <a:solidFill>
            <a:srgbClr val="008D2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28800" rIns="28800" bIns="28800" rtlCol="0" anchor="ctr"/>
          <a:lstStyle/>
          <a:p>
            <a:pPr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lang="en-US" altLang="ja-JP" sz="1400" dirty="0">
              <a:solidFill>
                <a:schemeClr val="tx1"/>
              </a:solidFill>
            </a:endParaRPr>
          </a:p>
          <a:p>
            <a:pPr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94C4BC0-E793-AAD4-010F-0E0B23BFD626}"/>
              </a:ext>
            </a:extLst>
          </p:cNvPr>
          <p:cNvSpPr/>
          <p:nvPr/>
        </p:nvSpPr>
        <p:spPr>
          <a:xfrm>
            <a:off x="1708727" y="2678642"/>
            <a:ext cx="10148311" cy="368220"/>
          </a:xfrm>
          <a:prstGeom prst="rect">
            <a:avLst/>
          </a:prstGeom>
          <a:solidFill>
            <a:srgbClr val="008D2E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4150" marR="0" lvl="1" indent="-889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3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cxnSp>
        <p:nvCxnSpPr>
          <p:cNvPr id="21" name="直線コネクタ 20">
            <a:extLst>
              <a:ext uri="{FF2B5EF4-FFF2-40B4-BE49-F238E27FC236}">
                <ns2:creationId id="{2B783B78-EEF6-567F-6572-1CC371B2CCCA}"/>
              </a:ext>
            </a:extLst>
          </p:cNvPr>
          <p:cNvCxnSpPr/>
          <p:nvPr/>
        </p:nvCxnSpPr>
        <p:spPr>
          <a:xfrm>
            <a:off x="1708727" y="4724725"/>
            <a:ext cx="10148311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グループ化 60">
            <a:extLst>
              <a:ext uri="{FF2B5EF4-FFF2-40B4-BE49-F238E27FC236}">
                <ns2:creationId id="{22B10BF9-FBDD-4264-3B86-6CB741CA1AC5}"/>
              </a:ext>
            </a:extLst>
          </p:cNvPr>
          <p:cNvGrpSpPr/>
          <p:nvPr/>
        </p:nvGrpSpPr>
        <p:grpSpPr>
          <a:xfrm>
            <a:off x="334962" y="1628774"/>
            <a:ext cx="1289101" cy="979672"/>
            <a:chOff x="334962" y="1628774"/>
            <a:chExt cx="1289101" cy="979672"/>
          </a:xfrm>
        </p:grpSpPr>
        <p:sp>
          <p:nvSpPr>
            <p:cNvPr id="6" name="正方形/長方形 5">
              <a:extLst>
                <a:ext uri="{FF2B5EF4-FFF2-40B4-BE49-F238E27FC236}">
                  <ns2:creationId id="{01E89DEB-3E12-F290-522F-CC081072AEFD}"/>
                </a:ext>
              </a:extLst>
            </p:cNvPr>
            <p:cNvSpPr/>
            <p:nvPr/>
          </p:nvSpPr>
          <p:spPr>
            <a:xfrm>
              <a:off x="334962" y="1628774"/>
              <a:ext cx="1289101" cy="979672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540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41" name="グラフィックス 40" descr="的中 単色塗りつぶし">
              <a:extLst>
                <a:ext uri="{FF2B5EF4-FFF2-40B4-BE49-F238E27FC236}">
                  <ns2:creationId id="{81859603-369C-4DCB-7614-218B05650B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09512" y="173237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グループ化 61">
            <a:extLst>
              <a:ext uri="{FF2B5EF4-FFF2-40B4-BE49-F238E27FC236}">
                <ns2:creationId id="{5F028862-503C-0799-FA11-5D50D9E9EA96}"/>
              </a:ext>
            </a:extLst>
          </p:cNvPr>
          <p:cNvGrpSpPr/>
          <p:nvPr/>
        </p:nvGrpSpPr>
        <p:grpSpPr>
          <a:xfrm>
            <a:off x="334962" y="2678641"/>
            <a:ext cx="1289101" cy="3630084"/>
            <a:chOff x="334962" y="2678641"/>
            <a:chExt cx="1289101" cy="3630084"/>
          </a:xfrm>
        </p:grpSpPr>
        <p:sp>
          <p:nvSpPr>
            <p:cNvPr id="8" name="正方形/長方形 7">
              <a:extLst>
                <a:ext uri="{FF2B5EF4-FFF2-40B4-BE49-F238E27FC236}">
                  <ns2:creationId id="{300E2204-7F5D-53ED-6E91-244763D9D5E1}"/>
                </a:ext>
              </a:extLst>
            </p:cNvPr>
            <p:cNvSpPr/>
            <p:nvPr/>
          </p:nvSpPr>
          <p:spPr>
            <a:xfrm>
              <a:off x="334962" y="2678641"/>
              <a:ext cx="1289101" cy="3630084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bg1"/>
                  </a:solidFill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</a:rPr>
                <a:t>XX</a:t>
              </a:r>
              <a:endParaRPr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2" name="グラフィックス 41" descr="手のひらと植物 単色塗りつぶし">
              <a:extLst>
                <a:ext uri="{FF2B5EF4-FFF2-40B4-BE49-F238E27FC236}">
                  <ns2:creationId id="{B8AEBEF4-3B10-FF80-580C-6CA7EB8C3F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09512" y="3743304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ns2:creationId id="{5541B213-8394-F382-B311-78349AEDF40C}"/>
              </a:ext>
            </a:extLst>
          </p:cNvPr>
          <p:cNvGrpSpPr/>
          <p:nvPr/>
        </p:nvGrpSpPr>
        <p:grpSpPr>
          <a:xfrm>
            <a:off x="1708727" y="3140725"/>
            <a:ext cx="1927102" cy="3168000"/>
            <a:chOff x="1708727" y="3140725"/>
            <a:chExt cx="1927102" cy="3168000"/>
          </a:xfrm>
        </p:grpSpPr>
        <p:sp>
          <p:nvSpPr>
            <p:cNvPr id="13" name="三角形 12">
              <a:extLst>
                <a:ext uri="{FF2B5EF4-FFF2-40B4-BE49-F238E27FC236}">
                  <ns2:creationId id="{19DF14EF-7D59-95AB-7ECE-3586CB4EBA97}"/>
                </a:ext>
              </a:extLst>
            </p:cNvPr>
            <p:cNvSpPr/>
            <p:nvPr/>
          </p:nvSpPr>
          <p:spPr>
            <a:xfrm>
              <a:off x="1708727" y="3140725"/>
              <a:ext cx="1927102" cy="3168000"/>
            </a:xfrm>
            <a:prstGeom prst="triangle">
              <a:avLst>
                <a:gd name="adj" fmla="val 49675"/>
              </a:avLst>
            </a:prstGeom>
            <a:gradFill>
              <a:gsLst>
                <a:gs pos="0">
                  <a:srgbClr val="008D2E">
                    <a:alpha val="5000"/>
                  </a:srgbClr>
                </a:gs>
                <a:gs pos="52000">
                  <a:srgbClr val="008D2E">
                    <a:alpha val="20000"/>
                  </a:srgbClr>
                </a:gs>
                <a:gs pos="83000">
                  <a:srgbClr val="008000">
                    <a:alpha val="30000"/>
                  </a:srgbClr>
                </a:gs>
                <a:gs pos="100000">
                  <a:srgbClr val="008000">
                    <a:alpha val="35000"/>
                  </a:srgbClr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5" name="グループ化 64">
              <a:extLst>
                <a:ext uri="{FF2B5EF4-FFF2-40B4-BE49-F238E27FC236}">
                  <ns2:creationId id="{E64873B5-38B0-6385-EB64-98FF9CD9B410}"/>
                </a:ext>
              </a:extLst>
            </p:cNvPr>
            <p:cNvGrpSpPr/>
            <p:nvPr/>
          </p:nvGrpSpPr>
          <p:grpSpPr>
            <a:xfrm>
              <a:off x="1708727" y="3140725"/>
              <a:ext cx="1927102" cy="1548000"/>
              <a:chOff x="1708727" y="3140725"/>
              <a:chExt cx="1927102" cy="1548000"/>
            </a:xfrm>
          </p:grpSpPr>
          <p:sp>
            <p:nvSpPr>
              <p:cNvPr id="39" name="正方形/長方形 38">
                <a:extLst>
                  <a:ext uri="{FF2B5EF4-FFF2-40B4-BE49-F238E27FC236}">
                    <ns2:creationId id="{468ED978-FA2E-75AF-C4DF-9C2CF86245BB}"/>
                  </a:ext>
                </a:extLst>
              </p:cNvPr>
              <p:cNvSpPr/>
              <p:nvPr/>
            </p:nvSpPr>
            <p:spPr>
              <a:xfrm>
                <a:off x="1708727" y="3140725"/>
                <a:ext cx="1927102" cy="15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b="1">
                    <a:solidFill>
                      <a:srgbClr val="008D2E"/>
                    </a:solidFill>
                  </a:rPr>
                  <a:t>XX</a:t>
                </a:r>
                <a:endParaRPr kumimoji="1" lang="ja-JP" alt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4" name="グラフィックス 43" descr="オフィス ワーカー (男性) 単色塗りつぶし">
                <a:extLst>
                  <a:ext uri="{FF2B5EF4-FFF2-40B4-BE49-F238E27FC236}">
                    <ns2:creationId id="{632AFD90-C8AD-CB0F-9952-AD32CC1F71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2384278" y="3624794"/>
                <a:ext cx="576000" cy="576000"/>
              </a:xfrm>
              <a:prstGeom prst="rect">
                <a:avLst/>
              </a:prstGeom>
            </p:spPr>
          </p:pic>
        </p:grpSp>
        <p:grpSp>
          <p:nvGrpSpPr>
            <p:cNvPr id="64" name="グループ化 63">
              <a:extLst>
                <a:ext uri="{FF2B5EF4-FFF2-40B4-BE49-F238E27FC236}">
                  <ns2:creationId id="{0AD9774B-39E9-C95F-A89A-8332C148CD9B}"/>
                </a:ext>
              </a:extLst>
            </p:cNvPr>
            <p:cNvGrpSpPr/>
            <p:nvPr/>
          </p:nvGrpSpPr>
          <p:grpSpPr>
            <a:xfrm>
              <a:off x="1708727" y="4760725"/>
              <a:ext cx="1927102" cy="1548000"/>
              <a:chOff x="1708727" y="4760725"/>
              <a:chExt cx="1927102" cy="1548000"/>
            </a:xfrm>
          </p:grpSpPr>
          <p:sp>
            <p:nvSpPr>
              <p:cNvPr id="40" name="正方形/長方形 39">
                <a:extLst>
                  <a:ext uri="{FF2B5EF4-FFF2-40B4-BE49-F238E27FC236}">
                    <ns2:creationId id="{9CFC3AB8-A68D-B62F-EFB3-C218B0C0F84B}"/>
                  </a:ext>
                </a:extLst>
              </p:cNvPr>
              <p:cNvSpPr/>
              <p:nvPr/>
            </p:nvSpPr>
            <p:spPr>
              <a:xfrm>
                <a:off x="1708727" y="4760725"/>
                <a:ext cx="1927102" cy="15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b="1">
                    <a:solidFill>
                      <a:srgbClr val="008D2E"/>
                    </a:solidFill>
                  </a:rPr>
                  <a:t>XX</a:t>
                </a:r>
                <a:endParaRPr kumimoji="1" lang="ja-JP" alt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6" name="グラフィックス 45" descr="男性のプロフィール 単色塗りつぶし">
                <a:extLst>
                  <a:ext uri="{FF2B5EF4-FFF2-40B4-BE49-F238E27FC236}">
                    <ns2:creationId id="{3589B70C-ED6E-197D-6BF4-2C6C54118D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2384278" y="5352365"/>
                <a:ext cx="576000" cy="576000"/>
              </a:xfrm>
              <a:prstGeom prst="rect">
                <a:avLst/>
              </a:prstGeom>
            </p:spPr>
          </p:pic>
        </p:grpSp>
      </p:grpSp>
      <p:grpSp>
        <p:nvGrpSpPr>
          <p:cNvPr id="67" name="グループ化 66">
            <a:extLst>
              <a:ext uri="{FF2B5EF4-FFF2-40B4-BE49-F238E27FC236}">
                <ns2:creationId id="{2D6E43CC-C5F2-60EC-CB45-E5CB27C6506E}"/>
              </a:ext>
            </a:extLst>
          </p:cNvPr>
          <p:cNvGrpSpPr/>
          <p:nvPr/>
        </p:nvGrpSpPr>
        <p:grpSpPr>
          <a:xfrm>
            <a:off x="3720493" y="4756714"/>
            <a:ext cx="1207634" cy="1552011"/>
            <a:chOff x="3720493" y="4756714"/>
            <a:chExt cx="1207634" cy="1552011"/>
          </a:xfrm>
        </p:grpSpPr>
        <p:sp>
          <p:nvSpPr>
            <p:cNvPr id="19" name="正方形/長方形 18">
              <a:extLst>
                <a:ext uri="{FF2B5EF4-FFF2-40B4-BE49-F238E27FC236}">
                  <ns2:creationId id="{15B15B08-51A0-4ED8-7979-6CA93189F861}"/>
                </a:ext>
              </a:extLst>
            </p:cNvPr>
            <p:cNvSpPr/>
            <p:nvPr/>
          </p:nvSpPr>
          <p:spPr>
            <a:xfrm>
              <a:off x="3720493" y="4760725"/>
              <a:ext cx="1207634" cy="1548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827999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ja-JP" altLang="en-US" sz="1400" dirty="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en-US" altLang="ja-JP" sz="1400" dirty="0">
                  <a:solidFill>
                    <a:srgbClr val="008D2E"/>
                  </a:solidFill>
                </a:rPr>
                <a:t>(</a:t>
              </a:r>
              <a:r>
                <a:rPr lang="ja-JP" altLang="en-US" sz="1400" dirty="0">
                  <a:solidFill>
                    <a:srgbClr val="008D2E"/>
                  </a:solidFill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</a:rPr>
                <a:t>)</a:t>
              </a:r>
            </a:p>
            <a:p>
              <a:pPr algn="ctr"/>
              <a:endParaRPr kumimoji="1"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8" name="グラフィックス 47" descr="上階 単色塗りつぶし">
              <a:extLst>
                <a:ext uri="{FF2B5EF4-FFF2-40B4-BE49-F238E27FC236}">
                  <ns2:creationId id="{2EFE828C-42B0-8E7C-F9E9-672A2A1B3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982310" y="4756714"/>
              <a:ext cx="684000" cy="684000"/>
            </a:xfrm>
            <a:prstGeom prst="rect">
              <a:avLst/>
            </a:prstGeom>
          </p:spPr>
        </p:pic>
      </p:grpSp>
      <p:grpSp>
        <p:nvGrpSpPr>
          <p:cNvPr id="68" name="グループ化 67">
            <a:extLst>
              <a:ext uri="{FF2B5EF4-FFF2-40B4-BE49-F238E27FC236}">
                <ns2:creationId id="{1196089D-2506-C96B-B00B-F1C482DC4D42}"/>
              </a:ext>
            </a:extLst>
          </p:cNvPr>
          <p:cNvGrpSpPr/>
          <p:nvPr/>
        </p:nvGrpSpPr>
        <p:grpSpPr>
          <a:xfrm>
            <a:off x="3720493" y="3140725"/>
            <a:ext cx="1207634" cy="1548000"/>
            <a:chOff x="3720493" y="3140725"/>
            <a:chExt cx="1207634" cy="1548000"/>
          </a:xfrm>
        </p:grpSpPr>
        <p:sp>
          <p:nvSpPr>
            <p:cNvPr id="18" name="正方形/長方形 17">
              <a:extLst>
                <a:ext uri="{FF2B5EF4-FFF2-40B4-BE49-F238E27FC236}">
                  <ns2:creationId id="{B920601F-44A2-FE83-906C-79452860845B}"/>
                </a:ext>
              </a:extLst>
            </p:cNvPr>
            <p:cNvSpPr/>
            <p:nvPr/>
          </p:nvSpPr>
          <p:spPr>
            <a:xfrm>
              <a:off x="3720493" y="3140725"/>
              <a:ext cx="1207634" cy="1548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827999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ja-JP" altLang="en-US" sz="1400">
                  <a:solidFill>
                    <a:srgbClr val="008D2E"/>
                  </a:solidFill>
                </a:rPr>
                <a:t>XX</a:t>
              </a:r>
              <a:endParaRPr lang="en-US" altLang="ja-JP" sz="1400" dirty="0">
                <a:solidFill>
                  <a:srgbClr val="008D2E"/>
                </a:solidFill>
              </a:endParaRPr>
            </a:p>
            <a:p>
              <a:pPr algn="ctr"/>
              <a:r>
                <a:rPr lang="en-US" altLang="ja-JP" sz="1400" dirty="0">
                  <a:solidFill>
                    <a:srgbClr val="008D2E"/>
                  </a:solidFill>
                </a:rPr>
                <a:t>XX</a:t>
              </a:r>
              <a:r>
                <a:rPr lang="ja-JP" altLang="en-US" sz="1400">
                  <a:solidFill>
                    <a:srgbClr val="008D2E"/>
                  </a:solidFill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</a:rPr>
                <a:t>)</a:t>
              </a:r>
              <a:endParaRPr kumimoji="1"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0" name="グラフィックス 49" descr="階下 単色塗りつぶし">
              <a:extLst>
                <a:ext uri="{FF2B5EF4-FFF2-40B4-BE49-F238E27FC236}">
                  <ns2:creationId id="{995A67D0-EA1C-AD93-BC0A-B9AEA433DB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3982310" y="3145035"/>
              <a:ext cx="684000" cy="684000"/>
            </a:xfrm>
            <a:prstGeom prst="rect">
              <a:avLst/>
            </a:prstGeom>
          </p:spPr>
        </p:pic>
      </p:grpSp>
      <p:sp>
        <p:nvSpPr>
          <p:cNvPr id="32" name="正方形/長方形 31">
            <a:extLst>
              <a:ext uri="{FF2B5EF4-FFF2-40B4-BE49-F238E27FC236}">
                <ns2:creationId id="{3A536CA8-F9DF-E01F-1A0F-4880128FEDF2}"/>
              </a:ext>
            </a:extLst>
          </p:cNvPr>
          <p:cNvSpPr/>
          <p:nvPr/>
        </p:nvSpPr>
        <p:spPr>
          <a:xfrm>
            <a:off x="5051940" y="4759407"/>
            <a:ext cx="6805098" cy="221954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12700"/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85" name="グループ化 84">
            <a:extLst>
              <a:ext uri="{FF2B5EF4-FFF2-40B4-BE49-F238E27FC236}">
                <ns2:creationId id="{F5648EE2-9051-33EA-40D5-87F33C1354EF}"/>
              </a:ext>
            </a:extLst>
          </p:cNvPr>
          <p:cNvGrpSpPr/>
          <p:nvPr/>
        </p:nvGrpSpPr>
        <p:grpSpPr>
          <a:xfrm>
            <a:off x="9697038" y="5012513"/>
            <a:ext cx="2160000" cy="1294891"/>
            <a:chOff x="9697038" y="5012513"/>
            <a:chExt cx="2160000" cy="1294891"/>
          </a:xfrm>
        </p:grpSpPr>
        <p:sp>
          <p:nvSpPr>
            <p:cNvPr id="35" name="角丸四角形 34">
              <a:extLst>
                <a:ext uri="{FF2B5EF4-FFF2-40B4-BE49-F238E27FC236}">
                  <ns2:creationId id="{4D0D23A2-CD6B-F356-331E-5D0A12979B43}"/>
                </a:ext>
              </a:extLst>
            </p:cNvPr>
            <p:cNvSpPr/>
            <p:nvPr/>
          </p:nvSpPr>
          <p:spPr>
            <a:xfrm>
              <a:off x="9697038" y="5012513"/>
              <a:ext cx="2160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5" name="グループ化 54">
              <a:extLst>
                <a:ext uri="{FF2B5EF4-FFF2-40B4-BE49-F238E27FC236}">
                  <ns2:creationId id="{D75CAEB3-3C32-D9C6-0DEF-4B7050DF6596}"/>
                </a:ext>
              </a:extLst>
            </p:cNvPr>
            <p:cNvGrpSpPr/>
            <p:nvPr/>
          </p:nvGrpSpPr>
          <p:grpSpPr>
            <a:xfrm>
              <a:off x="9697038" y="5361985"/>
              <a:ext cx="2160000" cy="945419"/>
              <a:chOff x="9697038" y="5361985"/>
              <a:chExt cx="2160000" cy="945419"/>
            </a:xfrm>
          </p:grpSpPr>
          <p:sp>
            <p:nvSpPr>
              <p:cNvPr id="38" name="四角形: 角を丸くする 79">
                <a:extLst>
                  <a:ext uri="{FF2B5EF4-FFF2-40B4-BE49-F238E27FC236}">
                    <ns2:creationId id="{B5829608-5794-AF81-4391-F0A791FE7657}"/>
                  </a:ext>
                </a:extLst>
              </p:cNvPr>
              <p:cNvSpPr/>
              <p:nvPr/>
            </p:nvSpPr>
            <p:spPr>
              <a:xfrm>
                <a:off x="9697038" y="5361985"/>
                <a:ext cx="2160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2" name="グラフィックス 51" descr="リスト 単色塗りつぶし">
                <a:extLst>
                  <a:ext uri="{FF2B5EF4-FFF2-40B4-BE49-F238E27FC236}">
                    <ns2:creationId id="{6A3ADB70-27C3-1B90-4C0C-5BFD38838E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11245038" y="5695404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53" name="グループ化 52">
            <a:extLst>
              <a:ext uri="{FF2B5EF4-FFF2-40B4-BE49-F238E27FC236}">
                <ns2:creationId id="{8C986E78-FB00-04B0-FFF2-30BE97125D2A}"/>
              </a:ext>
            </a:extLst>
          </p:cNvPr>
          <p:cNvGrpSpPr/>
          <p:nvPr/>
        </p:nvGrpSpPr>
        <p:grpSpPr>
          <a:xfrm>
            <a:off x="7374489" y="5012513"/>
            <a:ext cx="2160000" cy="1294891"/>
            <a:chOff x="7374489" y="5012513"/>
            <a:chExt cx="2160000" cy="1294891"/>
          </a:xfrm>
        </p:grpSpPr>
        <p:sp>
          <p:nvSpPr>
            <p:cNvPr id="34" name="角丸四角形 33">
              <a:extLst>
                <a:ext uri="{FF2B5EF4-FFF2-40B4-BE49-F238E27FC236}">
                  <ns2:creationId id="{F281FD59-EBA9-F7D1-51AA-497DA160FBC1}"/>
                </a:ext>
              </a:extLst>
            </p:cNvPr>
            <p:cNvSpPr/>
            <p:nvPr/>
          </p:nvSpPr>
          <p:spPr>
            <a:xfrm>
              <a:off x="7374489" y="5012513"/>
              <a:ext cx="2160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14F58155-33EA-4749-B5DB-474E0A5F0324}"/>
                </a:ext>
              </a:extLst>
            </p:cNvPr>
            <p:cNvGrpSpPr/>
            <p:nvPr/>
          </p:nvGrpSpPr>
          <p:grpSpPr>
            <a:xfrm>
              <a:off x="7374489" y="5361985"/>
              <a:ext cx="2160000" cy="945419"/>
              <a:chOff x="7374489" y="5361985"/>
              <a:chExt cx="2160000" cy="945419"/>
            </a:xfrm>
          </p:grpSpPr>
          <p:sp>
            <p:nvSpPr>
              <p:cNvPr id="37" name="四角形: 角を丸くする 79">
                <a:extLst>
                  <a:ext uri="{FF2B5EF4-FFF2-40B4-BE49-F238E27FC236}">
                    <ns2:creationId id="{A60F7E4E-A863-62CA-C425-98892E605248}"/>
                  </a:ext>
                </a:extLst>
              </p:cNvPr>
              <p:cNvSpPr/>
              <p:nvPr/>
            </p:nvSpPr>
            <p:spPr>
              <a:xfrm>
                <a:off x="7374489" y="5361985"/>
                <a:ext cx="2160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AI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AI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en-US" altLang="ja-JP" sz="900" dirty="0" err="1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4" name="グラフィックス 53" descr="封筒 単色塗りつぶし">
                <a:extLst>
                  <a:ext uri="{FF2B5EF4-FFF2-40B4-BE49-F238E27FC236}">
                    <ns2:creationId id="{1A2598CB-E282-364F-110B-64E8BA6AE7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8922489" y="5695404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49" name="グループ化 48">
            <a:extLst>
              <a:ext uri="{FF2B5EF4-FFF2-40B4-BE49-F238E27FC236}">
                <ns2:creationId id="{3CAE065D-2B74-286D-E2AB-8F9848CCF135}"/>
              </a:ext>
            </a:extLst>
          </p:cNvPr>
          <p:cNvGrpSpPr/>
          <p:nvPr/>
        </p:nvGrpSpPr>
        <p:grpSpPr>
          <a:xfrm>
            <a:off x="5051940" y="5012513"/>
            <a:ext cx="2160000" cy="1294891"/>
            <a:chOff x="5051940" y="5012513"/>
            <a:chExt cx="2160000" cy="1294891"/>
          </a:xfrm>
        </p:grpSpPr>
        <p:sp>
          <p:nvSpPr>
            <p:cNvPr id="33" name="角丸四角形 32">
              <a:extLst>
                <a:ext uri="{FF2B5EF4-FFF2-40B4-BE49-F238E27FC236}">
                  <ns2:creationId id="{352A0AAA-4E25-4828-A0C8-69B7FA9EE076}"/>
                </a:ext>
              </a:extLst>
            </p:cNvPr>
            <p:cNvSpPr/>
            <p:nvPr/>
          </p:nvSpPr>
          <p:spPr>
            <a:xfrm>
              <a:off x="5051940" y="5012513"/>
              <a:ext cx="2160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7" name="グループ化 46">
              <a:extLst>
                <a:ext uri="{FF2B5EF4-FFF2-40B4-BE49-F238E27FC236}">
                  <ns2:creationId id="{4AACA149-5BEC-2B78-6FB7-B294CE948F7F}"/>
                </a:ext>
              </a:extLst>
            </p:cNvPr>
            <p:cNvGrpSpPr/>
            <p:nvPr/>
          </p:nvGrpSpPr>
          <p:grpSpPr>
            <a:xfrm>
              <a:off x="5051940" y="5361985"/>
              <a:ext cx="2160000" cy="945419"/>
              <a:chOff x="5051940" y="5361985"/>
              <a:chExt cx="2160000" cy="945419"/>
            </a:xfrm>
          </p:grpSpPr>
          <p:sp>
            <p:nvSpPr>
              <p:cNvPr id="36" name="四角形: 角を丸くする 79">
                <a:extLst>
                  <a:ext uri="{FF2B5EF4-FFF2-40B4-BE49-F238E27FC236}">
                    <ns2:creationId id="{FBCE365D-C2DC-AFC3-3145-ACFA328A366E}"/>
                  </a:ext>
                </a:extLst>
              </p:cNvPr>
              <p:cNvSpPr/>
              <p:nvPr/>
            </p:nvSpPr>
            <p:spPr>
              <a:xfrm>
                <a:off x="5051940" y="5361985"/>
                <a:ext cx="2160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30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AI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会議 単色塗りつぶし">
                <a:extLst>
                  <a:ext uri="{FF2B5EF4-FFF2-40B4-BE49-F238E27FC236}">
                    <ns2:creationId id="{25430902-AEEC-2196-C46C-0D77C3F039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6599940" y="5695404"/>
                <a:ext cx="612000" cy="612000"/>
              </a:xfrm>
              <a:prstGeom prst="rect">
                <a:avLst/>
              </a:prstGeom>
            </p:spPr>
          </p:pic>
        </p:grpSp>
      </p:grpSp>
      <p:sp>
        <p:nvSpPr>
          <p:cNvPr id="22" name="正方形/長方形 21">
            <a:extLst>
              <a:ext uri="{FF2B5EF4-FFF2-40B4-BE49-F238E27FC236}">
                <ns2:creationId id="{FE588E7D-F006-3174-309F-DA6734AA25EB}"/>
              </a:ext>
            </a:extLst>
          </p:cNvPr>
          <p:cNvSpPr/>
          <p:nvPr/>
        </p:nvSpPr>
        <p:spPr>
          <a:xfrm>
            <a:off x="5051940" y="3140726"/>
            <a:ext cx="6805098" cy="221954"/>
          </a:xfrm>
          <a:prstGeom prst="rect">
            <a:avLst/>
          </a:prstGeom>
          <a:solidFill>
            <a:srgbClr val="008000">
              <a:alpha val="7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12700"/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(</a:t>
            </a: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" name="グループ化 15">
            <a:extLst>
              <a:ext uri="{FF2B5EF4-FFF2-40B4-BE49-F238E27FC236}">
                <ns2:creationId id="{FBA97E87-943D-BA6B-511E-556FE8FFF5F0}"/>
              </a:ext>
            </a:extLst>
          </p:cNvPr>
          <p:cNvGrpSpPr/>
          <p:nvPr/>
        </p:nvGrpSpPr>
        <p:grpSpPr>
          <a:xfrm>
            <a:off x="8484672" y="3393832"/>
            <a:ext cx="1656000" cy="1294891"/>
            <a:chOff x="8484672" y="3393832"/>
            <a:chExt cx="1656000" cy="1294891"/>
          </a:xfrm>
        </p:grpSpPr>
        <p:sp>
          <p:nvSpPr>
            <p:cNvPr id="25" name="角丸四角形 24">
              <a:extLst>
                <a:ext uri="{FF2B5EF4-FFF2-40B4-BE49-F238E27FC236}">
                  <ns2:creationId id="{3E1B2166-6AF9-CA3E-CC3E-A885F0F7F94B}"/>
                </a:ext>
              </a:extLst>
            </p:cNvPr>
            <p:cNvSpPr/>
            <p:nvPr/>
          </p:nvSpPr>
          <p:spPr>
            <a:xfrm>
              <a:off x="8484672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835218F3-51E0-2CAB-F896-CC41AC1489DC}"/>
                </a:ext>
              </a:extLst>
            </p:cNvPr>
            <p:cNvGrpSpPr/>
            <p:nvPr/>
          </p:nvGrpSpPr>
          <p:grpSpPr>
            <a:xfrm>
              <a:off x="8484672" y="3743304"/>
              <a:ext cx="1656000" cy="945419"/>
              <a:chOff x="8484672" y="3743304"/>
              <a:chExt cx="1656000" cy="945419"/>
            </a:xfrm>
          </p:grpSpPr>
          <p:sp>
            <p:nvSpPr>
              <p:cNvPr id="30" name="四角形: 角を丸くする 79">
                <a:extLst>
                  <a:ext uri="{FF2B5EF4-FFF2-40B4-BE49-F238E27FC236}">
                    <ns2:creationId id="{E4B8B93B-8BEE-7229-66CF-893812E60CF9}"/>
                  </a:ext>
                </a:extLst>
              </p:cNvPr>
              <p:cNvSpPr/>
              <p:nvPr/>
            </p:nvSpPr>
            <p:spPr>
              <a:xfrm>
                <a:off x="8484672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7" name="グラフィックス 56" descr="クリップボード: チェックマーク 単色塗りつぶし">
                <a:extLst>
                  <a:ext uri="{FF2B5EF4-FFF2-40B4-BE49-F238E27FC236}">
                    <ns2:creationId id="{D539846E-2B95-289F-87BD-0DE77519B9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9528672" y="4076723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28" name="グループ化 27">
            <a:extLst>
              <a:ext uri="{FF2B5EF4-FFF2-40B4-BE49-F238E27FC236}">
                <ns2:creationId id="{B96D7F66-1552-9205-E79E-CB0CD376D81B}"/>
              </a:ext>
            </a:extLst>
          </p:cNvPr>
          <p:cNvGrpSpPr/>
          <p:nvPr/>
        </p:nvGrpSpPr>
        <p:grpSpPr>
          <a:xfrm>
            <a:off x="6768306" y="3393832"/>
            <a:ext cx="1656000" cy="1294891"/>
            <a:chOff x="6768306" y="3393832"/>
            <a:chExt cx="1656000" cy="1294891"/>
          </a:xfrm>
        </p:grpSpPr>
        <p:sp>
          <p:nvSpPr>
            <p:cNvPr id="24" name="角丸四角形 23">
              <a:extLst>
                <a:ext uri="{FF2B5EF4-FFF2-40B4-BE49-F238E27FC236}">
                  <ns2:creationId id="{9556350F-5DFC-A99F-6B44-B6F1EC9A6369}"/>
                </a:ext>
              </a:extLst>
            </p:cNvPr>
            <p:cNvSpPr/>
            <p:nvPr/>
          </p:nvSpPr>
          <p:spPr>
            <a:xfrm>
              <a:off x="6768306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07FD3144-168B-839E-BB16-27D51A40776E}"/>
                </a:ext>
              </a:extLst>
            </p:cNvPr>
            <p:cNvGrpSpPr/>
            <p:nvPr/>
          </p:nvGrpSpPr>
          <p:grpSpPr>
            <a:xfrm>
              <a:off x="6768306" y="3743304"/>
              <a:ext cx="1656000" cy="945419"/>
              <a:chOff x="6768306" y="3743304"/>
              <a:chExt cx="1656000" cy="945419"/>
            </a:xfrm>
          </p:grpSpPr>
          <p:sp>
            <p:nvSpPr>
              <p:cNvPr id="29" name="四角形: 角を丸くする 79">
                <a:extLst>
                  <a:ext uri="{FF2B5EF4-FFF2-40B4-BE49-F238E27FC236}">
                    <ns2:creationId id="{B40EA35B-B797-F88E-499C-6483F6FDEB79}"/>
                  </a:ext>
                </a:extLst>
              </p:cNvPr>
              <p:cNvSpPr/>
              <p:nvPr/>
            </p:nvSpPr>
            <p:spPr>
              <a:xfrm>
                <a:off x="6768306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8" name="グラフィックス 57" descr="硬貨 単色塗りつぶし">
                <a:extLst>
                  <a:ext uri="{FF2B5EF4-FFF2-40B4-BE49-F238E27FC236}">
                    <ns2:creationId id="{90CB4512-8D36-BBFB-D9CD-A1AA314077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7812306" y="4076723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45" name="グループ化 44">
            <a:extLst>
              <a:ext uri="{FF2B5EF4-FFF2-40B4-BE49-F238E27FC236}">
                <ns2:creationId id="{7369B232-E699-C428-24D4-4299B485DE21}"/>
              </a:ext>
            </a:extLst>
          </p:cNvPr>
          <p:cNvGrpSpPr/>
          <p:nvPr/>
        </p:nvGrpSpPr>
        <p:grpSpPr>
          <a:xfrm>
            <a:off x="5051940" y="3393832"/>
            <a:ext cx="1656000" cy="1294891"/>
            <a:chOff x="5051940" y="3393832"/>
            <a:chExt cx="1656000" cy="1294891"/>
          </a:xfrm>
        </p:grpSpPr>
        <p:sp>
          <p:nvSpPr>
            <p:cNvPr id="23" name="角丸四角形 22">
              <a:extLst>
                <a:ext uri="{FF2B5EF4-FFF2-40B4-BE49-F238E27FC236}">
                  <ns2:creationId id="{C2860BDA-B48B-AB81-5BA0-7471AF09AAB8}"/>
                </a:ext>
              </a:extLst>
            </p:cNvPr>
            <p:cNvSpPr/>
            <p:nvPr/>
          </p:nvSpPr>
          <p:spPr>
            <a:xfrm>
              <a:off x="5051940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4E662141-31D9-DB29-159F-F9FB314D015F}"/>
                </a:ext>
              </a:extLst>
            </p:cNvPr>
            <p:cNvGrpSpPr/>
            <p:nvPr/>
          </p:nvGrpSpPr>
          <p:grpSpPr>
            <a:xfrm>
              <a:off x="5051940" y="3743304"/>
              <a:ext cx="1656000" cy="945419"/>
              <a:chOff x="5051940" y="3743304"/>
              <a:chExt cx="1656000" cy="945419"/>
            </a:xfrm>
          </p:grpSpPr>
          <p:sp>
            <p:nvSpPr>
              <p:cNvPr id="27" name="四角形: 角を丸くする 79">
                <a:extLst>
                  <a:ext uri="{FF2B5EF4-FFF2-40B4-BE49-F238E27FC236}">
                    <ns2:creationId id="{3E145113-2FE5-4E02-A206-B9869501073B}"/>
                  </a:ext>
                </a:extLst>
              </p:cNvPr>
              <p:cNvSpPr/>
              <p:nvPr/>
            </p:nvSpPr>
            <p:spPr>
              <a:xfrm>
                <a:off x="5051940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</a:endParaRP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9" name="グラフィックス 58" descr="人と循環 単色塗りつぶし">
                <a:extLst>
                  <a:ext uri="{FF2B5EF4-FFF2-40B4-BE49-F238E27FC236}">
                    <ns2:creationId id="{E62383BE-951C-7E00-7730-E3CF258114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6095940" y="4076723"/>
                <a:ext cx="612000" cy="612000"/>
              </a:xfrm>
              <a:prstGeom prst="rect">
                <a:avLst/>
              </a:prstGeom>
            </p:spPr>
          </p:pic>
        </p:grpSp>
      </p:grpSp>
      <p:grpSp>
        <p:nvGrpSpPr>
          <p:cNvPr id="14" name="グループ化 13">
            <a:extLst>
              <a:ext uri="{FF2B5EF4-FFF2-40B4-BE49-F238E27FC236}">
                <ns2:creationId id="{C622F0F4-21A6-13D6-CA80-5C222A8BF9F6}"/>
              </a:ext>
            </a:extLst>
          </p:cNvPr>
          <p:cNvGrpSpPr/>
          <p:nvPr/>
        </p:nvGrpSpPr>
        <p:grpSpPr>
          <a:xfrm>
            <a:off x="10201038" y="3393832"/>
            <a:ext cx="1656000" cy="1294891"/>
            <a:chOff x="10201038" y="3393832"/>
            <a:chExt cx="1656000" cy="1294891"/>
          </a:xfrm>
        </p:grpSpPr>
        <p:sp>
          <p:nvSpPr>
            <p:cNvPr id="26" name="角丸四角形 25">
              <a:extLst>
                <a:ext uri="{FF2B5EF4-FFF2-40B4-BE49-F238E27FC236}">
                  <ns2:creationId id="{8481C802-93C6-E797-73BF-ACC47E05C37E}"/>
                </a:ext>
              </a:extLst>
            </p:cNvPr>
            <p:cNvSpPr/>
            <p:nvPr/>
          </p:nvSpPr>
          <p:spPr>
            <a:xfrm>
              <a:off x="10201038" y="3393832"/>
              <a:ext cx="1656000" cy="31832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F1247F63-2F6C-781F-D517-360937B4782E}"/>
                </a:ext>
              </a:extLst>
            </p:cNvPr>
            <p:cNvGrpSpPr/>
            <p:nvPr/>
          </p:nvGrpSpPr>
          <p:grpSpPr>
            <a:xfrm>
              <a:off x="10201038" y="3743304"/>
              <a:ext cx="1656000" cy="945419"/>
              <a:chOff x="10201038" y="3743304"/>
              <a:chExt cx="1656000" cy="945419"/>
            </a:xfrm>
          </p:grpSpPr>
          <p:sp>
            <p:nvSpPr>
              <p:cNvPr id="31" name="四角形: 角を丸くする 79">
                <a:extLst>
                  <a:ext uri="{FF2B5EF4-FFF2-40B4-BE49-F238E27FC236}">
                    <ns2:creationId id="{873A19D1-3F0F-6F76-468B-AFCE83D733D6}"/>
                  </a:ext>
                </a:extLst>
              </p:cNvPr>
              <p:cNvSpPr/>
              <p:nvPr/>
            </p:nvSpPr>
            <p:spPr>
              <a:xfrm>
                <a:off x="10201038" y="3743304"/>
                <a:ext cx="1656000" cy="945419"/>
              </a:xfrm>
              <a:prstGeom prst="roundRect">
                <a:avLst>
                  <a:gd name="adj" fmla="val 4678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</a:p>
              <a:p>
                <a:pPr>
                  <a:buClr>
                    <a:srgbClr val="008000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endParaRPr lang="ja-JP" altLang="en-US" sz="900" dirty="0">
                  <a:solidFill>
                    <a:srgbClr val="00953C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60" name="グラフィックス 59" descr="指数的グラフ 単色塗りつぶし">
                <a:extLst>
                  <a:ext uri="{FF2B5EF4-FFF2-40B4-BE49-F238E27FC236}">
                    <ns2:creationId id="{6BED9A37-7B8E-B688-8CE7-43A49179AB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11245038" y="4076723"/>
                <a:ext cx="612000" cy="612000"/>
              </a:xfrm>
              <a:prstGeom prst="rect">
                <a:avLst/>
              </a:prstGeom>
            </p:spPr>
          </p:pic>
        </p:grpSp>
      </p:grpSp>
      <p:sp>
        <p:nvSpPr>
          <p:cNvPr id="12" name="山形 11">
            <a:extLst>
              <a:ext uri="{FF2B5EF4-FFF2-40B4-BE49-F238E27FC236}">
                <ns2:creationId id="{3B5CDC9F-ECD3-4BA9-B5AB-4836098C6B78}"/>
              </a:ext>
            </a:extLst>
          </p:cNvPr>
          <p:cNvSpPr/>
          <p:nvPr/>
        </p:nvSpPr>
        <p:spPr>
          <a:xfrm>
            <a:off x="8395153" y="1628775"/>
            <a:ext cx="3461885" cy="982268"/>
          </a:xfrm>
          <a:prstGeom prst="chevron">
            <a:avLst>
              <a:gd name="adj" fmla="val 18094"/>
            </a:avLst>
          </a:prstGeom>
          <a:solidFill>
            <a:srgbClr val="008D2E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/>
          <a:lstStyle/>
          <a:p>
            <a:pPr algn="ctr">
              <a:buClr>
                <a:schemeClr val="accent1"/>
              </a:buClr>
            </a:pPr>
            <a:r>
              <a:rPr lang="ja-JP" altLang="en-US" sz="1400" dirty="0">
                <a:solidFill>
                  <a:schemeClr val="tx1"/>
                </a:solidFill>
              </a:rPr>
              <a:t>XX</a:t>
            </a:r>
            <a:endParaRPr kumimoji="1" lang="ja-JP" altLang="en-US" sz="1400" dirty="0">
              <a:solidFill>
                <a:schemeClr val="bg1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pic>
        <p:nvPicPr>
          <p:cNvPr id="5" name="グラフィックス 4" descr="棒グラフ (上昇) 単色塗りつぶし">
            <a:extLst>
              <a:ext uri="{FF2B5EF4-FFF2-40B4-BE49-F238E27FC236}">
                <ns2:creationId id="{10F8809C-B372-F952-2620-60B45BD58C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5"/>
              </a:ext>
            </a:extLst>
          </a:blip>
          <a:srcRect/>
          <a:stretch/>
        </p:blipFill>
        <p:spPr>
          <a:xfrm>
            <a:off x="8688657" y="1903909"/>
            <a:ext cx="432000" cy="432000"/>
          </a:xfrm>
          <a:prstGeom prst="rect">
            <a:avLst/>
          </a:prstGeom>
        </p:spPr>
      </p:pic>
    </p:spTree>
    <p:extLst>
      <p:ext uri="{BB962C8B-B14F-4D97-AF65-F5344CB8AC3E}">
        <ns5:creationId val="334923757"/>
      </p:ext>
    </p:extLst>
  </p:cSld>
  <p:clrMapOvr>
    <a:masterClrMapping/>
  </p:clrMapOvr>
</p:sld>
</file>

<file path=ppt/slides/slide15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2BDDFA0-1F21-2E79-E66D-C63839FB7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9ACA39A-3FBD-1E9E-7DF9-1F6FF11573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ns2:creationId id="{1D324ED3-CC39-F24E-9873-CF859258817E}"/>
              </a:ext>
            </a:extLst>
          </p:cNvPr>
          <p:cNvSpPr/>
          <p:nvPr/>
        </p:nvSpPr>
        <p:spPr>
          <a:xfrm>
            <a:off x="1112108" y="2067598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3" name="グループ化 13">
            <a:extLst>
              <a:ext uri="{FF2B5EF4-FFF2-40B4-BE49-F238E27FC236}">
                <ns2:creationId id="{31667FDC-BD6C-5EF8-A991-72C1FB42EA22}"/>
              </a:ext>
            </a:extLst>
          </p:cNvPr>
          <p:cNvGrpSpPr/>
          <p:nvPr/>
        </p:nvGrpSpPr>
        <p:grpSpPr>
          <a:xfrm>
            <a:off x="6191739" y="1165510"/>
            <a:ext cx="5656905" cy="828675"/>
            <a:chOff x="695325" y="1160463"/>
            <a:chExt cx="5331832" cy="828675"/>
          </a:xfrm>
        </p:grpSpPr>
        <p:sp>
          <p:nvSpPr>
            <p:cNvPr id="25" name="テキスト ボックス 15">
              <a:extLst>
                <a:ext uri="{FF2B5EF4-FFF2-40B4-BE49-F238E27FC236}">
                  <ns2:creationId id="{89842317-4F4E-3776-39BF-2B681E649635}"/>
                </a:ext>
              </a:extLst>
            </p:cNvPr>
            <p:cNvSpPr txBox="1"/>
            <p:nvPr/>
          </p:nvSpPr>
          <p:spPr>
            <a:xfrm>
              <a:off x="695325" y="1160463"/>
              <a:ext cx="1986261" cy="828675"/>
            </a:xfrm>
            <a:prstGeom prst="rect">
              <a:avLst/>
            </a:prstGeom>
            <a:noFill/>
          </p:spPr>
          <p:txBody>
            <a:bodyPr wrap="none" lIns="756000" tIns="36000" rIns="36000" bIns="36000" rtlCol="0" anchor="b">
              <a:noAutofit/>
            </a:bodyPr>
            <a:lstStyle/>
            <a:p>
              <a:r>
                <a:rPr lang="ja-JP" altLang="en-US" dirty="0"/>
                <a:t>XX</a:t>
              </a:r>
              <a:r>
                <a:rPr lang="en-US" altLang="ja-JP" dirty="0"/>
                <a:t>XX</a:t>
              </a:r>
              <a:r>
                <a:rPr lang="ja-JP" altLang="en-US" dirty="0"/>
                <a:t> </a:t>
              </a:r>
              <a:endParaRPr lang="en-US" altLang="ja-JP" dirty="0"/>
            </a:p>
          </p:txBody>
        </p:sp>
        <p:cxnSp>
          <p:nvCxnSpPr>
            <p:cNvPr id="26" name="直線コネクタ 16">
              <a:extLst>
                <a:ext uri="{FF2B5EF4-FFF2-40B4-BE49-F238E27FC236}">
                  <ns2:creationId id="{04CC71F6-709E-7A57-C574-C3752A490F37}"/>
                </a:ext>
              </a:extLst>
            </p:cNvPr>
            <p:cNvCxnSpPr>
              <a:cxnSpLocks/>
            </p:cNvCxnSpPr>
            <p:nvPr/>
          </p:nvCxnSpPr>
          <p:spPr>
            <a:xfrm>
              <a:off x="695325" y="1989138"/>
              <a:ext cx="5331832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Graphic 457" descr="道路 枠線">
            <a:extLst>
              <a:ext uri="{FF2B5EF4-FFF2-40B4-BE49-F238E27FC236}">
                <ns2:creationId id="{71CC8752-DC75-DB88-FEB5-3E348ECE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6096000" y="1225198"/>
            <a:ext cx="828675" cy="828675"/>
          </a:xfrm>
          <a:prstGeom prst="rect">
            <a:avLst/>
          </a:prstGeom>
        </p:spPr>
      </p:pic>
      <p:sp>
        <p:nvSpPr>
          <p:cNvPr id="31" name="テキスト ボックス 15">
            <a:extLst>
              <a:ext uri="{FF2B5EF4-FFF2-40B4-BE49-F238E27FC236}">
                <ns2:creationId id="{C3CBFD9A-61EF-5FA2-B135-049C216DFA2F}"/>
              </a:ext>
            </a:extLst>
          </p:cNvPr>
          <p:cNvSpPr txBox="1"/>
          <p:nvPr/>
        </p:nvSpPr>
        <p:spPr>
          <a:xfrm>
            <a:off x="326505" y="1179235"/>
            <a:ext cx="4135106" cy="828675"/>
          </a:xfrm>
          <a:prstGeom prst="rect">
            <a:avLst/>
          </a:prstGeom>
          <a:noFill/>
        </p:spPr>
        <p:txBody>
          <a:bodyPr wrap="none" lIns="756000" tIns="36000" rIns="36000" bIns="36000" rtlCol="0" anchor="b">
            <a:noAutofit/>
          </a:bodyPr>
          <a:lstStyle/>
          <a:p>
            <a:r>
              <a:rPr lang="en-US" altLang="ja-JP" dirty="0"/>
              <a:t>PL</a:t>
            </a:r>
            <a:r>
              <a:rPr lang="ja-JP" altLang="en-US" dirty="0"/>
              <a:t>XX</a:t>
            </a:r>
            <a:r>
              <a:rPr lang="en-US" altLang="ja-JP" dirty="0"/>
              <a:t> 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</a:p>
        </p:txBody>
      </p:sp>
      <p:cxnSp>
        <p:nvCxnSpPr>
          <p:cNvPr id="32" name="直線コネクタ 16">
            <a:extLst>
              <a:ext uri="{FF2B5EF4-FFF2-40B4-BE49-F238E27FC236}">
                <ns2:creationId id="{1D4105C3-BD15-75B7-E8D1-542B0C3AE586}"/>
              </a:ext>
            </a:extLst>
          </p:cNvPr>
          <p:cNvCxnSpPr>
            <a:cxnSpLocks/>
          </p:cNvCxnSpPr>
          <p:nvPr/>
        </p:nvCxnSpPr>
        <p:spPr>
          <a:xfrm>
            <a:off x="364660" y="2007910"/>
            <a:ext cx="5656905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Graphic 457" descr="レーダー チャート 枠線">
            <a:extLst>
              <a:ext uri="{FF2B5EF4-FFF2-40B4-BE49-F238E27FC236}">
                <ns2:creationId id="{4A7F46D1-7A3D-DA24-A4C2-0B3AB65DD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268921" y="1238923"/>
            <a:ext cx="828675" cy="828675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ns2:creationId id="{E4DBA19B-4290-E84A-C41F-6D2E190BDE3E}"/>
              </a:ext>
            </a:extLst>
          </p:cNvPr>
          <p:cNvSpPr/>
          <p:nvPr/>
        </p:nvSpPr>
        <p:spPr>
          <a:xfrm>
            <a:off x="1112108" y="2922690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C90043EB-1F8D-30C4-47DC-FCA4DC0594FD}"/>
              </a:ext>
            </a:extLst>
          </p:cNvPr>
          <p:cNvSpPr/>
          <p:nvPr/>
        </p:nvSpPr>
        <p:spPr>
          <a:xfrm>
            <a:off x="1112108" y="3777782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6B9873EA-C582-4565-9330-873529106725}"/>
              </a:ext>
            </a:extLst>
          </p:cNvPr>
          <p:cNvSpPr/>
          <p:nvPr/>
        </p:nvSpPr>
        <p:spPr>
          <a:xfrm>
            <a:off x="1112108" y="4632874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36000" bIns="36000"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r>
              <a:rPr lang="en-US" altLang="ja-JP" sz="1200" dirty="0">
                <a:solidFill>
                  <a:schemeClr val="tx1"/>
                </a:solidFill>
              </a:rPr>
              <a:t>3</a:t>
            </a:r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37112C0A-51A3-0270-4490-DDD42B767B4F}"/>
              </a:ext>
            </a:extLst>
          </p:cNvPr>
          <p:cNvSpPr/>
          <p:nvPr/>
        </p:nvSpPr>
        <p:spPr>
          <a:xfrm>
            <a:off x="1112108" y="5487963"/>
            <a:ext cx="1210962" cy="820762"/>
          </a:xfrm>
          <a:prstGeom prst="rect">
            <a:avLst/>
          </a:prstGeom>
          <a:solidFill>
            <a:srgbClr val="008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tIns="36000" bIns="36000" rtlCol="0" anchor="ctr"/>
          <a:lstStyle/>
          <a:p>
            <a:pPr algn="ctr"/>
            <a:r>
              <a:rPr lang="ja-JP" altLang="en-US" sz="1200">
                <a:solidFill>
                  <a:schemeClr val="tx1"/>
                </a:solidFill>
              </a:rPr>
              <a:t>XX</a:t>
            </a:r>
            <a:r>
              <a:rPr lang="en-US" altLang="ja-JP" sz="1200" dirty="0">
                <a:solidFill>
                  <a:schemeClr val="tx1"/>
                </a:solidFill>
              </a:rPr>
              <a:t>AI</a:t>
            </a:r>
            <a:r>
              <a:rPr lang="ja-JP" altLang="en-US" sz="120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200">
                <a:solidFill>
                  <a:schemeClr val="tx1"/>
                </a:solidFill>
              </a:rPr>
              <a:t>XX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ja-JP" altLang="en-US" sz="16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41" name="グループ化 140">
            <a:extLst>
              <a:ext uri="{FF2B5EF4-FFF2-40B4-BE49-F238E27FC236}">
                <ns2:creationId id="{DF8BD204-C4C5-0C63-E194-9C596230410A}"/>
              </a:ext>
            </a:extLst>
          </p:cNvPr>
          <p:cNvGrpSpPr/>
          <p:nvPr/>
        </p:nvGrpSpPr>
        <p:grpSpPr>
          <a:xfrm>
            <a:off x="334963" y="2060737"/>
            <a:ext cx="716755" cy="2530941"/>
            <a:chOff x="334963" y="2060737"/>
            <a:chExt cx="716755" cy="2530941"/>
          </a:xfrm>
        </p:grpSpPr>
        <p:sp>
          <p:nvSpPr>
            <p:cNvPr id="62" name="正方形/長方形 61">
              <a:extLst>
                <a:ext uri="{FF2B5EF4-FFF2-40B4-BE49-F238E27FC236}">
                  <ns2:creationId id="{0EFC496D-85D3-8211-FB89-1ED114BD547F}"/>
                </a:ext>
              </a:extLst>
            </p:cNvPr>
            <p:cNvSpPr/>
            <p:nvPr/>
          </p:nvSpPr>
          <p:spPr>
            <a:xfrm>
              <a:off x="334963" y="2060737"/>
              <a:ext cx="716755" cy="2530941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0" rtlCol="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</a:rPr>
                <a:t>XX</a:t>
              </a:r>
              <a:endParaRPr lang="en-US" altLang="ja-JP" sz="1400" dirty="0">
                <a:solidFill>
                  <a:schemeClr val="bg1"/>
                </a:solidFill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  <a:endParaRPr lang="en-US" altLang="ja-JP" sz="1050" dirty="0">
                <a:solidFill>
                  <a:schemeClr val="bg1"/>
                </a:solidFill>
              </a:endParaRPr>
            </a:p>
          </p:txBody>
        </p:sp>
        <p:pic>
          <p:nvPicPr>
            <p:cNvPr id="63" name="グラフィックス 62" descr="建物 単色塗りつぶし">
              <a:extLst>
                <a:ext uri="{FF2B5EF4-FFF2-40B4-BE49-F238E27FC236}">
                  <ns2:creationId id="{42A935E5-D954-EEEA-74B5-F465A102AE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82216" y="2857760"/>
              <a:ext cx="422248" cy="422248"/>
            </a:xfrm>
            <a:prstGeom prst="rect">
              <a:avLst/>
            </a:prstGeom>
          </p:spPr>
        </p:pic>
      </p:grpSp>
      <p:grpSp>
        <p:nvGrpSpPr>
          <p:cNvPr id="140" name="グループ化 139">
            <a:extLst>
              <a:ext uri="{FF2B5EF4-FFF2-40B4-BE49-F238E27FC236}">
                <ns2:creationId id="{2EB6298B-AFD0-A17F-0979-AE1F89239B5B}"/>
              </a:ext>
            </a:extLst>
          </p:cNvPr>
          <p:cNvGrpSpPr/>
          <p:nvPr/>
        </p:nvGrpSpPr>
        <p:grpSpPr>
          <a:xfrm>
            <a:off x="334963" y="4632872"/>
            <a:ext cx="716755" cy="1675854"/>
            <a:chOff x="334963" y="4632872"/>
            <a:chExt cx="716755" cy="1675854"/>
          </a:xfrm>
        </p:grpSpPr>
        <p:sp>
          <p:nvSpPr>
            <p:cNvPr id="65" name="正方形/長方形 64">
              <a:extLst>
                <a:ext uri="{FF2B5EF4-FFF2-40B4-BE49-F238E27FC236}">
                  <ns2:creationId id="{75322796-9B43-BBF7-9FA3-31F0AF59B426}"/>
                </a:ext>
              </a:extLst>
            </p:cNvPr>
            <p:cNvSpPr/>
            <p:nvPr/>
          </p:nvSpPr>
          <p:spPr>
            <a:xfrm>
              <a:off x="334963" y="4632872"/>
              <a:ext cx="716755" cy="1675854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6" name="グラフィックス 65" descr="階層 単色塗りつぶし">
              <a:extLst>
                <a:ext uri="{FF2B5EF4-FFF2-40B4-BE49-F238E27FC236}">
                  <ns2:creationId id="{8A179070-FA96-1759-D74C-5887D534B7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482216" y="5006608"/>
              <a:ext cx="422248" cy="422248"/>
            </a:xfrm>
            <a:prstGeom prst="rect">
              <a:avLst/>
            </a:prstGeom>
          </p:spPr>
        </p:pic>
      </p:grpSp>
      <p:grpSp>
        <p:nvGrpSpPr>
          <p:cNvPr id="142" name="グループ化 141">
            <a:extLst>
              <a:ext uri="{FF2B5EF4-FFF2-40B4-BE49-F238E27FC236}">
                <ns2:creationId id="{1927F987-58CE-D86C-E0D7-D860C8E25D00}"/>
              </a:ext>
            </a:extLst>
          </p:cNvPr>
          <p:cNvGrpSpPr/>
          <p:nvPr/>
        </p:nvGrpSpPr>
        <p:grpSpPr>
          <a:xfrm>
            <a:off x="2496523" y="2153865"/>
            <a:ext cx="3479164" cy="648228"/>
            <a:chOff x="2496523" y="2153865"/>
            <a:chExt cx="3479164" cy="648228"/>
          </a:xfrm>
        </p:grpSpPr>
        <p:sp>
          <p:nvSpPr>
            <p:cNvPr id="67" name="正方形/長方形 66">
              <a:extLst>
                <a:ext uri="{FF2B5EF4-FFF2-40B4-BE49-F238E27FC236}">
                  <ns2:creationId id="{D14527D1-9F35-9014-859B-FBAC3EF1AA74}"/>
                </a:ext>
              </a:extLst>
            </p:cNvPr>
            <p:cNvSpPr/>
            <p:nvPr/>
          </p:nvSpPr>
          <p:spPr>
            <a:xfrm>
              <a:off x="2496523" y="2153865"/>
              <a:ext cx="900000" cy="64822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EB067C07-E3B8-A35F-CA48-8300D3B76BBB}"/>
                </a:ext>
              </a:extLst>
            </p:cNvPr>
            <p:cNvSpPr/>
            <p:nvPr/>
          </p:nvSpPr>
          <p:spPr>
            <a:xfrm>
              <a:off x="3786105" y="2153865"/>
              <a:ext cx="900000" cy="64822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D23C247F-E5E9-6E60-B0CD-A003DA51D185}"/>
                </a:ext>
              </a:extLst>
            </p:cNvPr>
            <p:cNvSpPr/>
            <p:nvPr/>
          </p:nvSpPr>
          <p:spPr>
            <a:xfrm>
              <a:off x="5075687" y="2153865"/>
              <a:ext cx="900000" cy="64822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加算記号 69">
              <a:extLst>
                <a:ext uri="{FF2B5EF4-FFF2-40B4-BE49-F238E27FC236}">
                  <ns2:creationId id="{A6DBF197-23D9-5ACD-A1B2-3901CF8FD5A8}"/>
                </a:ext>
              </a:extLst>
            </p:cNvPr>
            <p:cNvSpPr/>
            <p:nvPr/>
          </p:nvSpPr>
          <p:spPr>
            <a:xfrm>
              <a:off x="3444683" y="2327347"/>
              <a:ext cx="293262" cy="293262"/>
            </a:xfrm>
            <a:prstGeom prst="mathPlus">
              <a:avLst/>
            </a:prstGeom>
            <a:solidFill>
              <a:schemeClr val="bg2">
                <a:lumMod val="9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加算記号 70">
              <a:extLst>
                <a:ext uri="{FF2B5EF4-FFF2-40B4-BE49-F238E27FC236}">
                  <ns2:creationId id="{DF2383E3-DA60-A251-D697-C75C4E351452}"/>
                </a:ext>
              </a:extLst>
            </p:cNvPr>
            <p:cNvSpPr/>
            <p:nvPr/>
          </p:nvSpPr>
          <p:spPr>
            <a:xfrm>
              <a:off x="4734265" y="2327347"/>
              <a:ext cx="293262" cy="293262"/>
            </a:xfrm>
            <a:prstGeom prst="mathPlus">
              <a:avLst/>
            </a:prstGeom>
            <a:solidFill>
              <a:schemeClr val="bg2">
                <a:lumMod val="9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73" name="直線コネクタ 72">
            <a:extLst>
              <a:ext uri="{FF2B5EF4-FFF2-40B4-BE49-F238E27FC236}">
                <ns2:creationId id="{2416BCCB-AF8F-863E-4496-20858C6DB132}"/>
              </a:ext>
            </a:extLst>
          </p:cNvPr>
          <p:cNvCxnSpPr/>
          <p:nvPr/>
        </p:nvCxnSpPr>
        <p:spPr>
          <a:xfrm>
            <a:off x="2323070" y="2905525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ns2:creationId id="{6A3FBE3A-6BE6-3713-CFAE-C02D08B95CF7}"/>
              </a:ext>
            </a:extLst>
          </p:cNvPr>
          <p:cNvCxnSpPr/>
          <p:nvPr/>
        </p:nvCxnSpPr>
        <p:spPr>
          <a:xfrm>
            <a:off x="2323070" y="3760617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ns2:creationId id="{3622481D-7CCC-FEDA-28C6-34C394CD7DC8}"/>
              </a:ext>
            </a:extLst>
          </p:cNvPr>
          <p:cNvCxnSpPr/>
          <p:nvPr/>
        </p:nvCxnSpPr>
        <p:spPr>
          <a:xfrm>
            <a:off x="2323070" y="4615709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コネクタ 75">
            <a:extLst>
              <a:ext uri="{FF2B5EF4-FFF2-40B4-BE49-F238E27FC236}">
                <ns2:creationId id="{84C58264-6D2E-34C1-BCD9-671C3FD7D117}"/>
              </a:ext>
            </a:extLst>
          </p:cNvPr>
          <p:cNvCxnSpPr/>
          <p:nvPr/>
        </p:nvCxnSpPr>
        <p:spPr>
          <a:xfrm>
            <a:off x="2323070" y="5470801"/>
            <a:ext cx="365261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グループ化 84">
            <a:extLst>
              <a:ext uri="{FF2B5EF4-FFF2-40B4-BE49-F238E27FC236}">
                <ns2:creationId id="{054DB935-0AB3-E030-133B-CC1AF5F36C8C}"/>
              </a:ext>
            </a:extLst>
          </p:cNvPr>
          <p:cNvGrpSpPr/>
          <p:nvPr/>
        </p:nvGrpSpPr>
        <p:grpSpPr>
          <a:xfrm>
            <a:off x="2394058" y="5628344"/>
            <a:ext cx="3581616" cy="540000"/>
            <a:chOff x="2394058" y="5628344"/>
            <a:chExt cx="3581616" cy="540000"/>
          </a:xfrm>
        </p:grpSpPr>
        <p:pic>
          <p:nvPicPr>
            <p:cNvPr id="81" name="グラフィックス 80" descr="モノのインターネット 単色塗りつぶし">
              <a:extLst>
                <a:ext uri="{FF2B5EF4-FFF2-40B4-BE49-F238E27FC236}">
                  <ns2:creationId id="{2BE996EF-8ED8-C781-8F0C-3BD1DF85A4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394058" y="5628344"/>
              <a:ext cx="540000" cy="540000"/>
            </a:xfrm>
            <a:prstGeom prst="rect">
              <a:avLst/>
            </a:prstGeom>
          </p:spPr>
        </p:pic>
        <p:cxnSp>
          <p:nvCxnSpPr>
            <p:cNvPr id="83" name="直線コネクタ 82">
              <a:extLst>
                <a:ext uri="{FF2B5EF4-FFF2-40B4-BE49-F238E27FC236}">
                  <ns2:creationId id="{6D7EFC5F-FBB3-910B-3455-A9B0C0C5597C}"/>
                </a:ext>
              </a:extLst>
            </p:cNvPr>
            <p:cNvCxnSpPr/>
            <p:nvPr/>
          </p:nvCxnSpPr>
          <p:spPr>
            <a:xfrm>
              <a:off x="2985642" y="5628344"/>
              <a:ext cx="0" cy="54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正方形/長方形 83">
              <a:extLst>
                <a:ext uri="{FF2B5EF4-FFF2-40B4-BE49-F238E27FC236}">
                  <ns2:creationId id="{B873EA56-A633-D996-D3CE-860DC2E37C02}"/>
                </a:ext>
              </a:extLst>
            </p:cNvPr>
            <p:cNvSpPr/>
            <p:nvPr/>
          </p:nvSpPr>
          <p:spPr>
            <a:xfrm>
              <a:off x="3037227" y="5628344"/>
              <a:ext cx="2938447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3" name="グループ化 142">
            <a:extLst>
              <a:ext uri="{FF2B5EF4-FFF2-40B4-BE49-F238E27FC236}">
                <ns2:creationId id="{0E24C42D-7970-C880-E4B5-12F2214DA9C4}"/>
              </a:ext>
            </a:extLst>
          </p:cNvPr>
          <p:cNvGrpSpPr/>
          <p:nvPr/>
        </p:nvGrpSpPr>
        <p:grpSpPr>
          <a:xfrm>
            <a:off x="2394058" y="3918163"/>
            <a:ext cx="3581616" cy="540000"/>
            <a:chOff x="2394058" y="3918163"/>
            <a:chExt cx="3581616" cy="540000"/>
          </a:xfrm>
        </p:grpSpPr>
        <p:pic>
          <p:nvPicPr>
            <p:cNvPr id="87" name="グラフィックス 86" descr="硬貨 単色塗りつぶし">
              <a:extLst>
                <a:ext uri="{FF2B5EF4-FFF2-40B4-BE49-F238E27FC236}">
                  <ns2:creationId id="{06D7DD77-E7DD-73F4-E190-ED95D604AD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394058" y="3918163"/>
              <a:ext cx="540000" cy="540000"/>
            </a:xfrm>
            <a:prstGeom prst="rect">
              <a:avLst/>
            </a:prstGeom>
          </p:spPr>
        </p:pic>
        <p:cxnSp>
          <p:nvCxnSpPr>
            <p:cNvPr id="88" name="直線コネクタ 87">
              <a:extLst>
                <a:ext uri="{FF2B5EF4-FFF2-40B4-BE49-F238E27FC236}">
                  <ns2:creationId id="{3F84D975-3137-DD7A-0A7B-CBADEFE4CE89}"/>
                </a:ext>
              </a:extLst>
            </p:cNvPr>
            <p:cNvCxnSpPr/>
            <p:nvPr/>
          </p:nvCxnSpPr>
          <p:spPr>
            <a:xfrm>
              <a:off x="2985642" y="3918163"/>
              <a:ext cx="0" cy="54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正方形/長方形 88">
              <a:extLst>
                <a:ext uri="{FF2B5EF4-FFF2-40B4-BE49-F238E27FC236}">
                  <ns2:creationId id="{DDDC3235-D323-7AD2-31ED-2BBE1D6BF318}"/>
                </a:ext>
              </a:extLst>
            </p:cNvPr>
            <p:cNvSpPr/>
            <p:nvPr/>
          </p:nvSpPr>
          <p:spPr>
            <a:xfrm>
              <a:off x="3037227" y="3918163"/>
              <a:ext cx="2938447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0" name="グループ化 89">
            <a:extLst>
              <a:ext uri="{FF2B5EF4-FFF2-40B4-BE49-F238E27FC236}">
                <ns2:creationId id="{760ECAEF-A035-78FE-815B-E789CA2779A3}"/>
              </a:ext>
            </a:extLst>
          </p:cNvPr>
          <p:cNvGrpSpPr/>
          <p:nvPr/>
        </p:nvGrpSpPr>
        <p:grpSpPr>
          <a:xfrm>
            <a:off x="2394058" y="3050391"/>
            <a:ext cx="3581616" cy="540000"/>
            <a:chOff x="2394058" y="5628344"/>
            <a:chExt cx="3581616" cy="540000"/>
          </a:xfrm>
        </p:grpSpPr>
        <p:pic>
          <p:nvPicPr>
            <p:cNvPr id="91" name="グラフィックス 90">
              <a:extLst>
                <a:ext uri="{FF2B5EF4-FFF2-40B4-BE49-F238E27FC236}">
                  <ns2:creationId id="{08075CDE-A38A-1A93-2D5D-E756FA600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2394058" y="5628344"/>
              <a:ext cx="540000" cy="540000"/>
            </a:xfrm>
            <a:prstGeom prst="rect">
              <a:avLst/>
            </a:prstGeom>
          </p:spPr>
        </p:pic>
        <p:cxnSp>
          <p:nvCxnSpPr>
            <p:cNvPr id="92" name="直線コネクタ 91">
              <a:extLst>
                <a:ext uri="{FF2B5EF4-FFF2-40B4-BE49-F238E27FC236}">
                  <ns2:creationId id="{56AFE338-F076-918F-9DA2-B77C3B530DDF}"/>
                </a:ext>
              </a:extLst>
            </p:cNvPr>
            <p:cNvCxnSpPr/>
            <p:nvPr/>
          </p:nvCxnSpPr>
          <p:spPr>
            <a:xfrm>
              <a:off x="2985642" y="5628344"/>
              <a:ext cx="0" cy="54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正方形/長方形 92">
              <a:extLst>
                <a:ext uri="{FF2B5EF4-FFF2-40B4-BE49-F238E27FC236}">
                  <ns2:creationId id="{59CD1904-B8EC-CD48-B851-EEEED39AB047}"/>
                </a:ext>
              </a:extLst>
            </p:cNvPr>
            <p:cNvSpPr/>
            <p:nvPr/>
          </p:nvSpPr>
          <p:spPr>
            <a:xfrm>
              <a:off x="3037227" y="5628344"/>
              <a:ext cx="2938447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 </a:t>
              </a:r>
            </a:p>
            <a:p>
              <a:r>
                <a:rPr lang="en-US" altLang="ja-JP" sz="1200" dirty="0">
                  <a:solidFill>
                    <a:schemeClr val="tx1"/>
                  </a:solidFill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)</a:t>
              </a:r>
              <a:endParaRPr lang="ja-JP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4" name="グループ化 143">
            <a:extLst>
              <a:ext uri="{FF2B5EF4-FFF2-40B4-BE49-F238E27FC236}">
                <ns2:creationId id="{CD6B37B4-B5CB-DBBC-B4BF-3E7A5E09394D}"/>
              </a:ext>
            </a:extLst>
          </p:cNvPr>
          <p:cNvGrpSpPr/>
          <p:nvPr/>
        </p:nvGrpSpPr>
        <p:grpSpPr>
          <a:xfrm>
            <a:off x="2394058" y="4637919"/>
            <a:ext cx="3002272" cy="777019"/>
            <a:chOff x="2394058" y="4637919"/>
            <a:chExt cx="3002272" cy="777019"/>
          </a:xfrm>
        </p:grpSpPr>
        <p:grpSp>
          <p:nvGrpSpPr>
            <p:cNvPr id="103" name="グループ化 102">
              <a:extLst>
                <a:ext uri="{FF2B5EF4-FFF2-40B4-BE49-F238E27FC236}">
                  <ns2:creationId id="{F650BAE5-0235-2626-275E-8C4BBFB985CA}"/>
                </a:ext>
              </a:extLst>
            </p:cNvPr>
            <p:cNvGrpSpPr/>
            <p:nvPr/>
          </p:nvGrpSpPr>
          <p:grpSpPr>
            <a:xfrm>
              <a:off x="2394058" y="4637919"/>
              <a:ext cx="1026133" cy="360000"/>
              <a:chOff x="2454739" y="4637919"/>
              <a:chExt cx="1026133" cy="360000"/>
            </a:xfrm>
          </p:grpSpPr>
          <p:pic>
            <p:nvPicPr>
              <p:cNvPr id="96" name="グラフィックス 95" descr="会議 単色塗りつぶし">
                <a:extLst>
                  <a:ext uri="{FF2B5EF4-FFF2-40B4-BE49-F238E27FC236}">
                    <ns2:creationId id="{CAFF77D7-2F09-384E-B52B-CC125249D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2454739" y="4637919"/>
                <a:ext cx="360000" cy="360000"/>
              </a:xfrm>
              <a:prstGeom prst="rect">
                <a:avLst/>
              </a:prstGeom>
            </p:spPr>
          </p:pic>
          <p:sp>
            <p:nvSpPr>
              <p:cNvPr id="97" name="正方形/長方形 96">
                <a:extLst>
                  <a:ext uri="{FF2B5EF4-FFF2-40B4-BE49-F238E27FC236}">
                    <ns2:creationId id="{8A64D3E9-E526-1D2A-285D-E0906803AA67}"/>
                  </a:ext>
                </a:extLst>
              </p:cNvPr>
              <p:cNvSpPr/>
              <p:nvPr/>
            </p:nvSpPr>
            <p:spPr>
              <a:xfrm>
                <a:off x="2797755" y="4693779"/>
                <a:ext cx="683117" cy="2482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ns2:creationId id="{414B1F6E-9253-62AD-048E-28DF01FED782}"/>
                </a:ext>
              </a:extLst>
            </p:cNvPr>
            <p:cNvGrpSpPr/>
            <p:nvPr/>
          </p:nvGrpSpPr>
          <p:grpSpPr>
            <a:xfrm>
              <a:off x="3331560" y="4637919"/>
              <a:ext cx="1028030" cy="360000"/>
              <a:chOff x="3742389" y="4637919"/>
              <a:chExt cx="1028030" cy="360000"/>
            </a:xfrm>
          </p:grpSpPr>
          <p:pic>
            <p:nvPicPr>
              <p:cNvPr id="95" name="グラフィックス 94" descr="封筒 単色塗りつぶし">
                <a:extLst>
                  <a:ext uri="{FF2B5EF4-FFF2-40B4-BE49-F238E27FC236}">
                    <ns2:creationId id="{37EE8496-43BB-6D4C-B4E4-295F1B9CE5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3742389" y="4637919"/>
                <a:ext cx="360000" cy="360000"/>
              </a:xfrm>
              <a:prstGeom prst="rect">
                <a:avLst/>
              </a:prstGeom>
            </p:spPr>
          </p:pic>
          <p:sp>
            <p:nvSpPr>
              <p:cNvPr id="98" name="正方形/長方形 97">
                <a:extLst>
                  <a:ext uri="{FF2B5EF4-FFF2-40B4-BE49-F238E27FC236}">
                    <ns2:creationId id="{EB7B99B1-C67F-E2B4-BE56-55D2B92111B2}"/>
                  </a:ext>
                </a:extLst>
              </p:cNvPr>
              <p:cNvSpPr/>
              <p:nvPr/>
            </p:nvSpPr>
            <p:spPr>
              <a:xfrm>
                <a:off x="4087302" y="4693779"/>
                <a:ext cx="683117" cy="2482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5" name="グループ化 104">
              <a:extLst>
                <a:ext uri="{FF2B5EF4-FFF2-40B4-BE49-F238E27FC236}">
                  <ns2:creationId id="{2CC53FFA-507C-872C-A104-E48DB266A21C}"/>
                </a:ext>
              </a:extLst>
            </p:cNvPr>
            <p:cNvGrpSpPr/>
            <p:nvPr/>
          </p:nvGrpSpPr>
          <p:grpSpPr>
            <a:xfrm>
              <a:off x="4360924" y="4637919"/>
              <a:ext cx="987227" cy="360000"/>
              <a:chOff x="4988447" y="4637919"/>
              <a:chExt cx="987227" cy="360000"/>
            </a:xfrm>
          </p:grpSpPr>
          <p:pic>
            <p:nvPicPr>
              <p:cNvPr id="94" name="グラフィックス 93" descr="リスト 単色塗りつぶし">
                <a:extLst>
                  <a:ext uri="{FF2B5EF4-FFF2-40B4-BE49-F238E27FC236}">
                    <ns2:creationId id="{4B168237-E55D-A45C-F553-E93D6F4C60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4988447" y="4637919"/>
                <a:ext cx="360000" cy="360000"/>
              </a:xfrm>
              <a:prstGeom prst="rect">
                <a:avLst/>
              </a:prstGeom>
            </p:spPr>
          </p:pic>
          <p:sp>
            <p:nvSpPr>
              <p:cNvPr id="99" name="正方形/長方形 98">
                <a:extLst>
                  <a:ext uri="{FF2B5EF4-FFF2-40B4-BE49-F238E27FC236}">
                    <ns2:creationId id="{0FBDD453-AEEC-8433-AE4B-E69D4BEA1344}"/>
                  </a:ext>
                </a:extLst>
              </p:cNvPr>
              <p:cNvSpPr/>
              <p:nvPr/>
            </p:nvSpPr>
            <p:spPr>
              <a:xfrm>
                <a:off x="5292557" y="4693779"/>
                <a:ext cx="683117" cy="2482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07" name="正方形/長方形 106">
              <a:extLst>
                <a:ext uri="{FF2B5EF4-FFF2-40B4-BE49-F238E27FC236}">
                  <ns2:creationId id="{38859F9D-8EC0-B38C-03F6-FD77D0C61DDF}"/>
                </a:ext>
              </a:extLst>
            </p:cNvPr>
            <p:cNvSpPr/>
            <p:nvPr/>
          </p:nvSpPr>
          <p:spPr>
            <a:xfrm>
              <a:off x="2394058" y="4964360"/>
              <a:ext cx="3002272" cy="45057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endParaRPr lang="en-US" altLang="ja-JP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ns2:creationId id="{97227CB5-97FB-EC58-552E-9A6C5A948B61}"/>
              </a:ext>
            </a:extLst>
          </p:cNvPr>
          <p:cNvGrpSpPr/>
          <p:nvPr/>
        </p:nvGrpSpPr>
        <p:grpSpPr>
          <a:xfrm>
            <a:off x="6249540" y="2346093"/>
            <a:ext cx="5541305" cy="3962270"/>
            <a:chOff x="6314166" y="2346093"/>
            <a:chExt cx="5541305" cy="3962270"/>
          </a:xfrm>
        </p:grpSpPr>
        <p:grpSp>
          <p:nvGrpSpPr>
            <p:cNvPr id="129" name="グループ化 128">
              <a:extLst>
                <a:ext uri="{FF2B5EF4-FFF2-40B4-BE49-F238E27FC236}">
                  <ns2:creationId id="{B32EA8DB-B7B3-FFA7-D3D7-58E0DD7D6B34}"/>
                </a:ext>
              </a:extLst>
            </p:cNvPr>
            <p:cNvGrpSpPr/>
            <p:nvPr/>
          </p:nvGrpSpPr>
          <p:grpSpPr>
            <a:xfrm>
              <a:off x="7745940" y="3064858"/>
              <a:ext cx="2548502" cy="2552200"/>
              <a:chOff x="7505897" y="2618761"/>
              <a:chExt cx="3207702" cy="3212356"/>
            </a:xfrm>
          </p:grpSpPr>
          <p:sp>
            <p:nvSpPr>
              <p:cNvPr id="108" name="円: 塗りつぶしなし 23">
                <a:extLst>
                  <a:ext uri="{FF2B5EF4-FFF2-40B4-BE49-F238E27FC236}">
                    <ns2:creationId id="{5FAB4064-CBA9-8D97-E9CB-DBE13E6AEE10}"/>
                  </a:ext>
                </a:extLst>
              </p:cNvPr>
              <p:cNvSpPr/>
              <p:nvPr/>
            </p:nvSpPr>
            <p:spPr>
              <a:xfrm>
                <a:off x="7904736" y="3027780"/>
                <a:ext cx="2400188" cy="2402627"/>
              </a:xfrm>
              <a:prstGeom prst="donut">
                <a:avLst>
                  <a:gd name="adj" fmla="val 4484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09" name="フローチャート: 結合子 108">
                <a:extLst>
                  <a:ext uri="{FF2B5EF4-FFF2-40B4-BE49-F238E27FC236}">
                    <ns2:creationId id="{A024A586-1E49-F699-4DE8-B2D486550121}"/>
                  </a:ext>
                </a:extLst>
              </p:cNvPr>
              <p:cNvSpPr/>
              <p:nvPr/>
            </p:nvSpPr>
            <p:spPr>
              <a:xfrm>
                <a:off x="8629806" y="2620609"/>
                <a:ext cx="910108" cy="910107"/>
              </a:xfrm>
              <a:prstGeom prst="flowChartConnector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0" name="グラフィックス 109" descr="ユーザー 単色塗りつぶし">
                <a:extLst>
                  <a:ext uri="{FF2B5EF4-FFF2-40B4-BE49-F238E27FC236}">
                    <ns2:creationId id="{54D2FB3E-A627-3862-0E6C-CFB9C88B5B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8799771" y="2618761"/>
                <a:ext cx="570177" cy="570177"/>
              </a:xfrm>
              <a:prstGeom prst="rect">
                <a:avLst/>
              </a:prstGeom>
            </p:spPr>
          </p:pic>
          <p:sp>
            <p:nvSpPr>
              <p:cNvPr id="111" name="フローチャート: 結合子 110">
                <a:extLst>
                  <a:ext uri="{FF2B5EF4-FFF2-40B4-BE49-F238E27FC236}">
                    <ns2:creationId id="{A4923A8C-6135-812E-11E0-EAE250DEF8F5}"/>
                  </a:ext>
                </a:extLst>
              </p:cNvPr>
              <p:cNvSpPr/>
              <p:nvPr/>
            </p:nvSpPr>
            <p:spPr>
              <a:xfrm>
                <a:off x="9803491" y="3744887"/>
                <a:ext cx="910108" cy="910107"/>
              </a:xfrm>
              <a:prstGeom prst="flowChartConnector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2" name="グラフィックス 111" descr="ターゲット 単色塗りつぶし">
                <a:extLst>
                  <a:ext uri="{FF2B5EF4-FFF2-40B4-BE49-F238E27FC236}">
                    <ns2:creationId id="{E381AAA9-1D43-57E2-6189-32390E8A3E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9973457" y="3743039"/>
                <a:ext cx="570178" cy="570177"/>
              </a:xfrm>
              <a:prstGeom prst="rect">
                <a:avLst/>
              </a:prstGeom>
            </p:spPr>
          </p:pic>
          <p:sp>
            <p:nvSpPr>
              <p:cNvPr id="113" name="フローチャート: 結合子 112">
                <a:extLst>
                  <a:ext uri="{FF2B5EF4-FFF2-40B4-BE49-F238E27FC236}">
                    <ns2:creationId id="{EBE384A8-A26F-40AE-E925-9363C5042481}"/>
                  </a:ext>
                </a:extLst>
              </p:cNvPr>
              <p:cNvSpPr/>
              <p:nvPr/>
            </p:nvSpPr>
            <p:spPr>
              <a:xfrm>
                <a:off x="7505897" y="3756907"/>
                <a:ext cx="910108" cy="910106"/>
              </a:xfrm>
              <a:prstGeom prst="flowChartConnector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4" name="グラフィックス 113" descr="手のひらと植物 単色塗りつぶし">
                <a:extLst>
                  <a:ext uri="{FF2B5EF4-FFF2-40B4-BE49-F238E27FC236}">
                    <ns2:creationId id="{284556C2-906C-5853-F71A-03A66DDC18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7675861" y="3755058"/>
                <a:ext cx="570177" cy="570177"/>
              </a:xfrm>
              <a:prstGeom prst="rect">
                <a:avLst/>
              </a:prstGeom>
            </p:spPr>
          </p:pic>
          <p:sp>
            <p:nvSpPr>
              <p:cNvPr id="115" name="フローチャート: 結合子 114">
                <a:extLst>
                  <a:ext uri="{FF2B5EF4-FFF2-40B4-BE49-F238E27FC236}">
                    <ns2:creationId id="{59C95D4A-CC63-2CF4-7786-EF3C743A5919}"/>
                  </a:ext>
                </a:extLst>
              </p:cNvPr>
              <p:cNvSpPr/>
              <p:nvPr/>
            </p:nvSpPr>
            <p:spPr>
              <a:xfrm>
                <a:off x="8649776" y="4921010"/>
                <a:ext cx="910108" cy="910107"/>
              </a:xfrm>
              <a:prstGeom prst="flowChartConnector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116" name="グラフィックス 115" descr="時計 単色塗りつぶし">
                <a:extLst>
                  <a:ext uri="{FF2B5EF4-FFF2-40B4-BE49-F238E27FC236}">
                    <ns2:creationId id="{72586C44-22EF-72FC-A778-E5F8DC82A3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8819741" y="4919161"/>
                <a:ext cx="570177" cy="570177"/>
              </a:xfrm>
              <a:prstGeom prst="rect">
                <a:avLst/>
              </a:prstGeom>
            </p:spPr>
          </p:pic>
          <p:sp>
            <p:nvSpPr>
              <p:cNvPr id="118" name="正方形/長方形 117">
                <a:extLst>
                  <a:ext uri="{FF2B5EF4-FFF2-40B4-BE49-F238E27FC236}">
                    <ns2:creationId id="{912006E2-FFE0-153F-30C0-5F88F33A952A}"/>
                  </a:ext>
                </a:extLst>
              </p:cNvPr>
              <p:cNvSpPr/>
              <p:nvPr/>
            </p:nvSpPr>
            <p:spPr>
              <a:xfrm>
                <a:off x="8728501" y="3075661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0AC16DEE-8ED1-A165-E33C-7DEE78165C36}"/>
                  </a:ext>
                </a:extLst>
              </p:cNvPr>
              <p:cNvSpPr/>
              <p:nvPr/>
            </p:nvSpPr>
            <p:spPr>
              <a:xfrm>
                <a:off x="8748471" y="5394481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F8CFB201-AEB1-6869-3461-A736752A6E86}"/>
                  </a:ext>
                </a:extLst>
              </p:cNvPr>
              <p:cNvSpPr/>
              <p:nvPr/>
            </p:nvSpPr>
            <p:spPr>
              <a:xfrm>
                <a:off x="9902185" y="4214915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64E15ACF-6CDA-7DF6-1E96-A795FBDAED4F}"/>
                  </a:ext>
                </a:extLst>
              </p:cNvPr>
              <p:cNvSpPr/>
              <p:nvPr/>
            </p:nvSpPr>
            <p:spPr>
              <a:xfrm>
                <a:off x="7604590" y="4214915"/>
                <a:ext cx="712722" cy="420306"/>
              </a:xfrm>
              <a:prstGeom prst="rect">
                <a:avLst/>
              </a:prstGeom>
              <a:noFill/>
              <a:ln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9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</a:rPr>
                  <a:t>)</a:t>
                </a:r>
                <a:endParaRPr kumimoji="1" lang="ja-JP" altLang="en-US" sz="900" dirty="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745B3A1D-424B-599F-4C42-62DD64D1F868}"/>
                </a:ext>
              </a:extLst>
            </p:cNvPr>
            <p:cNvGrpSpPr/>
            <p:nvPr/>
          </p:nvGrpSpPr>
          <p:grpSpPr>
            <a:xfrm>
              <a:off x="6715020" y="5609432"/>
              <a:ext cx="3312930" cy="698931"/>
              <a:chOff x="6715020" y="5609432"/>
              <a:chExt cx="3312930" cy="698931"/>
            </a:xfrm>
          </p:grpSpPr>
          <p:sp>
            <p:nvSpPr>
              <p:cNvPr id="125" name="テキスト ボックス 72">
                <a:extLst>
                  <a:ext uri="{FF2B5EF4-FFF2-40B4-BE49-F238E27FC236}">
                    <ns2:creationId id="{1DD9DEB9-8F9A-E66C-C08F-905143F95E16}"/>
                  </a:ext>
                </a:extLst>
              </p:cNvPr>
              <p:cNvSpPr txBox="1"/>
              <p:nvPr/>
            </p:nvSpPr>
            <p:spPr>
              <a:xfrm>
                <a:off x="6774997" y="5609434"/>
                <a:ext cx="3252953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r>
                  <a:rPr lang="en-US" altLang="ja-JP" sz="1050" dirty="0"/>
                  <a:t>12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en-US" altLang="ja-JP" sz="1050" dirty="0"/>
                  <a:t>XX</a:t>
                </a:r>
                <a:r>
                  <a:rPr lang="ja-JP" altLang="en-US" sz="1050" dirty="0"/>
                  <a:t>XX</a:t>
                </a:r>
                <a:r>
                  <a:rPr lang="en-US" altLang="ja-JP" sz="1050" dirty="0"/>
                  <a:t>1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en-US" altLang="ja-JP" sz="1050" dirty="0"/>
                  <a:t>4</a:t>
                </a:r>
                <a:r>
                  <a:rPr lang="ja-JP" altLang="en-US" sz="1050" dirty="0"/>
                  <a:t>XX</a:t>
                </a:r>
                <a:r>
                  <a:rPr lang="en-US" altLang="ja-JP" sz="1050" dirty="0"/>
                  <a:t>1</a:t>
                </a: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28" name="直線コネクタ 127">
                <a:extLst>
                  <a:ext uri="{FF2B5EF4-FFF2-40B4-BE49-F238E27FC236}">
                    <ns2:creationId id="{9B22C2BB-7E41-FE66-2304-D2755EE87E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15020" y="5609432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グループ化 6">
              <a:extLst>
                <a:ext uri="{FF2B5EF4-FFF2-40B4-BE49-F238E27FC236}">
                  <ns2:creationId id="{FF726627-3423-AF2E-3502-317C9CC7E680}"/>
                </a:ext>
              </a:extLst>
            </p:cNvPr>
            <p:cNvGrpSpPr/>
            <p:nvPr/>
          </p:nvGrpSpPr>
          <p:grpSpPr>
            <a:xfrm>
              <a:off x="6314166" y="3460183"/>
              <a:ext cx="2087143" cy="698931"/>
              <a:chOff x="6160160" y="3412058"/>
              <a:chExt cx="2087143" cy="698931"/>
            </a:xfrm>
          </p:grpSpPr>
          <p:sp>
            <p:nvSpPr>
              <p:cNvPr id="132" name="テキスト ボックス 72">
                <a:extLst>
                  <a:ext uri="{FF2B5EF4-FFF2-40B4-BE49-F238E27FC236}">
                    <ns2:creationId id="{3C5EE258-B1A7-1719-477A-C3E43B1152A8}"/>
                  </a:ext>
                </a:extLst>
              </p:cNvPr>
              <p:cNvSpPr txBox="1"/>
              <p:nvPr/>
            </p:nvSpPr>
            <p:spPr>
              <a:xfrm>
                <a:off x="6219451" y="3412060"/>
                <a:ext cx="2027852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r>
                  <a:rPr lang="en-US" altLang="ja-JP" sz="1050" dirty="0"/>
                  <a:t>AI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33" name="直線コネクタ 132">
                <a:extLst>
                  <a:ext uri="{FF2B5EF4-FFF2-40B4-BE49-F238E27FC236}">
                    <ns2:creationId id="{3AAF48D3-C21B-CC11-081E-3C699F8053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60160" y="3412058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グループ化 10">
              <a:extLst>
                <a:ext uri="{FF2B5EF4-FFF2-40B4-BE49-F238E27FC236}">
                  <ns2:creationId id="{91C0FEB6-DCA3-7D05-B584-70E9AD1EAA92}"/>
                </a:ext>
              </a:extLst>
            </p:cNvPr>
            <p:cNvGrpSpPr/>
            <p:nvPr/>
          </p:nvGrpSpPr>
          <p:grpSpPr>
            <a:xfrm>
              <a:off x="9164023" y="2346093"/>
              <a:ext cx="2660823" cy="698931"/>
              <a:chOff x="9164023" y="2346093"/>
              <a:chExt cx="2660823" cy="698931"/>
            </a:xfrm>
          </p:grpSpPr>
          <p:sp>
            <p:nvSpPr>
              <p:cNvPr id="135" name="テキスト ボックス 72">
                <a:extLst>
                  <a:ext uri="{FF2B5EF4-FFF2-40B4-BE49-F238E27FC236}">
                    <ns2:creationId id="{3F0079BA-931E-7E6D-B282-EFFB414C1241}"/>
                  </a:ext>
                </a:extLst>
              </p:cNvPr>
              <p:cNvSpPr txBox="1"/>
              <p:nvPr/>
            </p:nvSpPr>
            <p:spPr>
              <a:xfrm>
                <a:off x="9210436" y="2346093"/>
                <a:ext cx="2614410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br>
                  <a:rPr lang="en-US" altLang="ja-JP" sz="1050" dirty="0"/>
                </a:b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36" name="直線コネクタ 135">
                <a:extLst>
                  <a:ext uri="{FF2B5EF4-FFF2-40B4-BE49-F238E27FC236}">
                    <ns2:creationId id="{813D31DE-10DB-53F4-D252-4BDD130993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64023" y="2346093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グループ化 8">
              <a:extLst>
                <a:ext uri="{FF2B5EF4-FFF2-40B4-BE49-F238E27FC236}">
                  <ns2:creationId id="{493515A1-EDFA-E876-ED73-4FEDD383F0DE}"/>
                </a:ext>
              </a:extLst>
            </p:cNvPr>
            <p:cNvGrpSpPr/>
            <p:nvPr/>
          </p:nvGrpSpPr>
          <p:grpSpPr>
            <a:xfrm>
              <a:off x="10269990" y="4562560"/>
              <a:ext cx="1585481" cy="698931"/>
              <a:chOff x="10269990" y="4658810"/>
              <a:chExt cx="1585481" cy="698931"/>
            </a:xfrm>
          </p:grpSpPr>
          <p:sp>
            <p:nvSpPr>
              <p:cNvPr id="138" name="テキスト ボックス 72">
                <a:extLst>
                  <a:ext uri="{FF2B5EF4-FFF2-40B4-BE49-F238E27FC236}">
                    <ns2:creationId id="{E32DD14C-BD69-BEE8-90CB-34EB07EE9C46}"/>
                  </a:ext>
                </a:extLst>
              </p:cNvPr>
              <p:cNvSpPr txBox="1"/>
              <p:nvPr/>
            </p:nvSpPr>
            <p:spPr>
              <a:xfrm>
                <a:off x="10320221" y="4658812"/>
                <a:ext cx="1535250" cy="698927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r>
                  <a:rPr lang="en-US" altLang="ja-JP" sz="1050" dirty="0"/>
                  <a:t>3</a:t>
                </a: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lang="en-US" altLang="ja-JP" sz="1050" dirty="0"/>
              </a:p>
              <a:p>
                <a:pPr>
                  <a:spcAft>
                    <a:spcPts val="300"/>
                  </a:spcAft>
                  <a:buClr>
                    <a:schemeClr val="accent1"/>
                  </a:buClr>
                </a:pPr>
                <a:r>
                  <a:rPr lang="ja-JP" altLang="en-US" sz="1050" dirty="0"/>
                  <a:t>XX</a:t>
                </a:r>
                <a:endParaRPr kumimoji="1" lang="en-US" altLang="ja-JP" sz="1050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139" name="直線コネクタ 138">
                <a:extLst>
                  <a:ext uri="{FF2B5EF4-FFF2-40B4-BE49-F238E27FC236}">
                    <ns2:creationId id="{383EE0CE-6895-9664-E1F0-BF0BAA8C8D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69990" y="4658810"/>
                <a:ext cx="0" cy="698931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2493053073"/>
      </p:ext>
    </p:extLst>
  </p:cSld>
  <p:clrMapOvr>
    <a:masterClrMapping/>
  </p:clrMapOvr>
</p:sld>
</file>

<file path=ppt/slides/slide15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C17C510-CB17-4619-5D17-F4262CA8D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CA1C930-FEFD-9EEF-C06D-0AC674DFD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ns2:creationId id="{9CE52455-76F0-9EDD-DD96-56865DCB26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/>
                </a:solidFill>
              </a:rPr>
              <a:pPr/>
              <a:t>156</a:t>
            </a:fld>
            <a:endParaRPr lang="ja-JP" altLang="en-US" dirty="0">
              <a:solidFill>
                <a:srgbClr val="7F7F7F"/>
              </a:solidFill>
            </a:endParaRPr>
          </a:p>
        </p:txBody>
      </p:sp>
      <p:sp>
        <p:nvSpPr>
          <p:cNvPr id="6" name="テキスト プレースホルダー 3">
            <a:extLst>
              <a:ext uri="{FF2B5EF4-FFF2-40B4-BE49-F238E27FC236}">
                <ns2:creationId id="{CC0ABD7C-4A5C-9A5F-0534-DBBA23AED128}"/>
              </a:ext>
            </a:extLst>
          </p:cNvPr>
          <p:cNvSpPr txBox="1">
            <a:spLocks/>
          </p:cNvSpPr>
          <p:nvPr/>
        </p:nvSpPr>
        <p:spPr>
          <a:xfrm>
            <a:off x="371475" y="786717"/>
            <a:ext cx="11449050" cy="427038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28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24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20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>
                    <a:lumMod val="75000"/>
                  </a:schemeClr>
                </a:solidFill>
                <a:latin typeface="Trebuchet MS" panose="020B0703020202090204" pitchFamily="34" charset="0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8000"/>
              </a:buClr>
              <a:buFont typeface="Wingdings" panose="05000000000000000000" pitchFamily="2" charset="2"/>
              <a:buChar char="n"/>
            </a:pPr>
            <a:r>
              <a:rPr lang="ja-JP" altLang="en-US" sz="1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ns2:creationId id="{76985A70-DAC7-8B43-7518-E40CC028CD28}"/>
              </a:ext>
            </a:extLst>
          </p:cNvPr>
          <p:cNvSpPr/>
          <p:nvPr/>
        </p:nvSpPr>
        <p:spPr>
          <a:xfrm>
            <a:off x="373856" y="6195620"/>
            <a:ext cx="11449050" cy="28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36000" bIns="36000" rtlCol="0" anchor="ctr"/>
          <a:lstStyle/>
          <a:p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」「</a:t>
            </a:r>
            <a:r>
              <a:rPr lang="en-US" altLang="ja-JP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9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09" name="グループ化 108">
            <a:extLst>
              <a:ext uri="{FF2B5EF4-FFF2-40B4-BE49-F238E27FC236}">
                <ns2:creationId id="{CC8DF8C1-203F-CF83-6D63-90EF34F40AF1}"/>
              </a:ext>
            </a:extLst>
          </p:cNvPr>
          <p:cNvGrpSpPr/>
          <p:nvPr/>
        </p:nvGrpSpPr>
        <p:grpSpPr>
          <a:xfrm>
            <a:off x="373856" y="1161416"/>
            <a:ext cx="11447832" cy="4967139"/>
            <a:chOff x="373856" y="1161416"/>
            <a:chExt cx="11447832" cy="4967139"/>
          </a:xfrm>
        </p:grpSpPr>
        <p:cxnSp>
          <p:nvCxnSpPr>
            <p:cNvPr id="97" name="直線コネクタ 96">
              <a:extLst>
                <a:ext uri="{FF2B5EF4-FFF2-40B4-BE49-F238E27FC236}">
                  <ns2:creationId id="{5BA56F6A-1F69-0B5D-DB79-2277BBAD83CA}"/>
                </a:ext>
              </a:extLst>
            </p:cNvPr>
            <p:cNvCxnSpPr/>
            <p:nvPr/>
          </p:nvCxnSpPr>
          <p:spPr>
            <a:xfrm flipV="1">
              <a:off x="1547122" y="2149058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CF22EA15-9C04-8B95-10EA-E71A24204CBB}"/>
                </a:ext>
              </a:extLst>
            </p:cNvPr>
            <p:cNvCxnSpPr/>
            <p:nvPr/>
          </p:nvCxnSpPr>
          <p:spPr>
            <a:xfrm flipV="1">
              <a:off x="1547122" y="3671454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F9E31A1E-7C29-7284-FCF4-2046E095F890}"/>
                </a:ext>
              </a:extLst>
            </p:cNvPr>
            <p:cNvCxnSpPr/>
            <p:nvPr/>
          </p:nvCxnSpPr>
          <p:spPr>
            <a:xfrm flipV="1">
              <a:off x="1547122" y="4725370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コネクタ 101">
              <a:extLst>
                <a:ext uri="{FF2B5EF4-FFF2-40B4-BE49-F238E27FC236}">
                  <ns2:creationId id="{D8082759-3451-23B8-0B92-0085D69A6F46}"/>
                </a:ext>
              </a:extLst>
            </p:cNvPr>
            <p:cNvCxnSpPr/>
            <p:nvPr/>
          </p:nvCxnSpPr>
          <p:spPr>
            <a:xfrm flipV="1">
              <a:off x="1547122" y="5162568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C904BCF7-9D0C-5BCF-6C9F-93AAC6AFADA2}"/>
                </a:ext>
              </a:extLst>
            </p:cNvPr>
            <p:cNvCxnSpPr/>
            <p:nvPr/>
          </p:nvCxnSpPr>
          <p:spPr>
            <a:xfrm flipV="1">
              <a:off x="1547122" y="5599766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BCD8685C-AADF-2793-4337-8EBEFB5E5B30}"/>
                </a:ext>
              </a:extLst>
            </p:cNvPr>
            <p:cNvCxnSpPr/>
            <p:nvPr/>
          </p:nvCxnSpPr>
          <p:spPr>
            <a:xfrm flipV="1">
              <a:off x="1547122" y="4108652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839D462A-E4A1-C7CA-28D4-17026AECD74B}"/>
                </a:ext>
              </a:extLst>
            </p:cNvPr>
            <p:cNvCxnSpPr/>
            <p:nvPr/>
          </p:nvCxnSpPr>
          <p:spPr>
            <a:xfrm flipV="1">
              <a:off x="1547122" y="2910256"/>
              <a:ext cx="102744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ホームベース 91">
              <a:extLst>
                <a:ext uri="{FF2B5EF4-FFF2-40B4-BE49-F238E27FC236}">
                  <ns2:creationId id="{F251E6F8-2E28-821E-831D-4D42F2A075A0}"/>
                </a:ext>
              </a:extLst>
            </p:cNvPr>
            <p:cNvSpPr/>
            <p:nvPr/>
          </p:nvSpPr>
          <p:spPr>
            <a:xfrm rot="5400000">
              <a:off x="552088" y="1342899"/>
              <a:ext cx="719520" cy="1075983"/>
            </a:xfrm>
            <a:prstGeom prst="homePlate">
              <a:avLst>
                <a:gd name="adj" fmla="val 16576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46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600" b="0" i="0" u="none" strike="noStrike" kern="1200" cap="none" spc="0" normalizeH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" name="山形 92">
              <a:extLst>
                <a:ext uri="{FF2B5EF4-FFF2-40B4-BE49-F238E27FC236}">
                  <ns2:creationId id="{6C6F9E5F-A50D-98A3-503E-DD2A4502DA02}"/>
                </a:ext>
              </a:extLst>
            </p:cNvPr>
            <p:cNvSpPr/>
            <p:nvPr/>
          </p:nvSpPr>
          <p:spPr>
            <a:xfrm rot="5400000">
              <a:off x="479848" y="2031857"/>
              <a:ext cx="864000" cy="1075983"/>
            </a:xfrm>
            <a:prstGeom prst="chevron">
              <a:avLst>
                <a:gd name="adj" fmla="val 13804"/>
              </a:avLst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28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山形 92">
              <a:extLst>
                <a:ext uri="{FF2B5EF4-FFF2-40B4-BE49-F238E27FC236}">
                  <ns2:creationId id="{F1AE510C-47BC-1759-716D-0D1B0000C08F}"/>
                </a:ext>
              </a:extLst>
            </p:cNvPr>
            <p:cNvSpPr/>
            <p:nvPr/>
          </p:nvSpPr>
          <p:spPr>
            <a:xfrm rot="5400000">
              <a:off x="479848" y="2793055"/>
              <a:ext cx="864000" cy="1075983"/>
            </a:xfrm>
            <a:prstGeom prst="chevron">
              <a:avLst>
                <a:gd name="adj" fmla="val 13804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24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山形 92">
              <a:extLst>
                <a:ext uri="{FF2B5EF4-FFF2-40B4-BE49-F238E27FC236}">
                  <ns2:creationId id="{1831DD25-916D-84C9-E4EE-4B3A31737CA7}"/>
                </a:ext>
              </a:extLst>
            </p:cNvPr>
            <p:cNvSpPr/>
            <p:nvPr/>
          </p:nvSpPr>
          <p:spPr>
            <a:xfrm rot="5400000">
              <a:off x="641848" y="3392253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70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山形 92">
              <a:extLst>
                <a:ext uri="{FF2B5EF4-FFF2-40B4-BE49-F238E27FC236}">
                  <ns2:creationId id="{44FEB7E3-DB64-E3D7-15A4-041250C9A7B6}"/>
                </a:ext>
              </a:extLst>
            </p:cNvPr>
            <p:cNvSpPr/>
            <p:nvPr/>
          </p:nvSpPr>
          <p:spPr>
            <a:xfrm rot="5400000">
              <a:off x="552088" y="3919211"/>
              <a:ext cx="719520" cy="1075983"/>
            </a:xfrm>
            <a:prstGeom prst="chevron">
              <a:avLst>
                <a:gd name="adj" fmla="val 16576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88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山形 92">
              <a:extLst>
                <a:ext uri="{FF2B5EF4-FFF2-40B4-BE49-F238E27FC236}">
                  <ns2:creationId id="{6B21286F-9E45-8CEB-642D-34C43190822D}"/>
                </a:ext>
              </a:extLst>
            </p:cNvPr>
            <p:cNvSpPr/>
            <p:nvPr/>
          </p:nvSpPr>
          <p:spPr>
            <a:xfrm rot="5400000">
              <a:off x="641848" y="4446169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270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山形 92">
              <a:extLst>
                <a:ext uri="{FF2B5EF4-FFF2-40B4-BE49-F238E27FC236}">
                  <ns2:creationId id="{E5499B53-CA23-6CFD-453D-F72546E8CEAA}"/>
                </a:ext>
              </a:extLst>
            </p:cNvPr>
            <p:cNvSpPr/>
            <p:nvPr/>
          </p:nvSpPr>
          <p:spPr>
            <a:xfrm rot="5400000">
              <a:off x="641848" y="4883367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24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山形 92">
              <a:extLst>
                <a:ext uri="{FF2B5EF4-FFF2-40B4-BE49-F238E27FC236}">
                  <ns2:creationId id="{CEA5B1C2-314A-AE83-9382-41AC8417F7AD}"/>
                </a:ext>
              </a:extLst>
            </p:cNvPr>
            <p:cNvSpPr/>
            <p:nvPr/>
          </p:nvSpPr>
          <p:spPr>
            <a:xfrm rot="5400000">
              <a:off x="641848" y="5320563"/>
              <a:ext cx="540000" cy="1075983"/>
            </a:xfrm>
            <a:prstGeom prst="chevron">
              <a:avLst>
                <a:gd name="adj" fmla="val 22087"/>
              </a:avLst>
            </a:prstGeom>
            <a:solidFill>
              <a:srgbClr val="008000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lIns="252000" tIns="28800" rIns="28800" bIns="28800" rtlCol="0" anchor="ctr"/>
            <a:lstStyle/>
            <a:p>
              <a:pPr algn="ctr">
                <a:buClr>
                  <a:srgbClr val="046294"/>
                </a:buClr>
                <a:defRPr/>
              </a:pPr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8" name="四角形: 角を丸くする 17">
              <a:extLst>
                <a:ext uri="{FF2B5EF4-FFF2-40B4-BE49-F238E27FC236}">
                  <ns2:creationId id="{4D53EFD2-9E73-6D86-E32E-BD49A3AAC98A}"/>
                </a:ext>
              </a:extLst>
            </p:cNvPr>
            <p:cNvSpPr/>
            <p:nvPr/>
          </p:nvSpPr>
          <p:spPr>
            <a:xfrm>
              <a:off x="1547122" y="1161416"/>
              <a:ext cx="3168000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AFC31703-BAB8-9E73-75B9-A791DFFBB641}"/>
                </a:ext>
              </a:extLst>
            </p:cNvPr>
            <p:cNvSpPr/>
            <p:nvPr/>
          </p:nvSpPr>
          <p:spPr>
            <a:xfrm>
              <a:off x="4812405" y="1161416"/>
              <a:ext cx="3744000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24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1685FEBB-2E1D-1BC5-48BA-ADF1D68F816C}"/>
                </a:ext>
              </a:extLst>
            </p:cNvPr>
            <p:cNvSpPr/>
            <p:nvPr/>
          </p:nvSpPr>
          <p:spPr>
            <a:xfrm>
              <a:off x="8653687" y="1161416"/>
              <a:ext cx="3168000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四角形: 角を丸くする 36">
              <a:extLst>
                <a:ext uri="{FF2B5EF4-FFF2-40B4-BE49-F238E27FC236}">
                  <ns2:creationId id="{148CCD1A-E7B3-40E0-DB3D-432F344C643C}"/>
                </a:ext>
              </a:extLst>
            </p:cNvPr>
            <p:cNvSpPr/>
            <p:nvPr/>
          </p:nvSpPr>
          <p:spPr>
            <a:xfrm>
              <a:off x="8653687" y="4862969"/>
              <a:ext cx="2916000" cy="16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2" name="コネクタ: カギ線 41">
              <a:extLst>
                <a:ext uri="{FF2B5EF4-FFF2-40B4-BE49-F238E27FC236}">
                  <ns2:creationId id="{35F6FBEF-0F14-2789-D171-8E3288783D87}"/>
                </a:ext>
              </a:extLst>
            </p:cNvPr>
            <p:cNvCxnSpPr>
              <a:cxnSpLocks/>
              <a:stCxn id="21" idx="3"/>
              <a:endCxn id="24" idx="0"/>
            </p:cNvCxnSpPr>
            <p:nvPr/>
          </p:nvCxnSpPr>
          <p:spPr>
            <a:xfrm>
              <a:off x="3246265" y="1602131"/>
              <a:ext cx="3672140" cy="573517"/>
            </a:xfrm>
            <a:prstGeom prst="bentConnector2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コネクタ: カギ線 62">
              <a:extLst>
                <a:ext uri="{FF2B5EF4-FFF2-40B4-BE49-F238E27FC236}">
                  <ns2:creationId id="{DD8A551D-8759-A387-B5EF-DAB28ABCC43C}"/>
                </a:ext>
              </a:extLst>
            </p:cNvPr>
            <p:cNvCxnSpPr>
              <a:cxnSpLocks/>
              <a:stCxn id="24" idx="3"/>
              <a:endCxn id="26" idx="0"/>
            </p:cNvCxnSpPr>
            <p:nvPr/>
          </p:nvCxnSpPr>
          <p:spPr>
            <a:xfrm>
              <a:off x="9024405" y="2256648"/>
              <a:ext cx="403282" cy="674469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コネクタ: カギ線 87">
              <a:extLst>
                <a:ext uri="{FF2B5EF4-FFF2-40B4-BE49-F238E27FC236}">
                  <ns2:creationId id="{AF4FEB9F-DA89-3F05-3AE0-263B6FA5AC4C}"/>
                </a:ext>
              </a:extLst>
            </p:cNvPr>
            <p:cNvCxnSpPr>
              <a:cxnSpLocks/>
              <a:stCxn id="25" idx="3"/>
              <a:endCxn id="55" idx="0"/>
            </p:cNvCxnSpPr>
            <p:nvPr/>
          </p:nvCxnSpPr>
          <p:spPr>
            <a:xfrm>
              <a:off x="8376405" y="2438654"/>
              <a:ext cx="924885" cy="492463"/>
            </a:xfrm>
            <a:prstGeom prst="bentConnector2">
              <a:avLst/>
            </a:prstGeom>
            <a:ln w="9525">
              <a:solidFill>
                <a:srgbClr val="41414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89353EFB-2AAF-C78D-CC78-103324C08790}"/>
                </a:ext>
              </a:extLst>
            </p:cNvPr>
            <p:cNvCxnSpPr>
              <a:cxnSpLocks/>
              <a:stCxn id="32" idx="1"/>
              <a:endCxn id="34" idx="0"/>
            </p:cNvCxnSpPr>
            <p:nvPr/>
          </p:nvCxnSpPr>
          <p:spPr>
            <a:xfrm rot="10800000" flipV="1">
              <a:off x="2814265" y="3792159"/>
              <a:ext cx="5839422" cy="345055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コネクタ: カギ線 125">
              <a:extLst>
                <a:ext uri="{FF2B5EF4-FFF2-40B4-BE49-F238E27FC236}">
                  <ns2:creationId id="{D2EDC945-A6D1-F049-2733-0F0EA262C253}"/>
                </a:ext>
              </a:extLst>
            </p:cNvPr>
            <p:cNvCxnSpPr>
              <a:cxnSpLocks/>
              <a:stCxn id="34" idx="3"/>
              <a:endCxn id="37" idx="0"/>
            </p:cNvCxnSpPr>
            <p:nvPr/>
          </p:nvCxnSpPr>
          <p:spPr>
            <a:xfrm>
              <a:off x="4074265" y="4218215"/>
              <a:ext cx="6037422" cy="644754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コネクタ: カギ線 134">
              <a:extLst>
                <a:ext uri="{FF2B5EF4-FFF2-40B4-BE49-F238E27FC236}">
                  <ns2:creationId id="{5132B3B3-F394-5C08-FCE5-7B639D77BCB0}"/>
                </a:ext>
              </a:extLst>
            </p:cNvPr>
            <p:cNvCxnSpPr>
              <a:cxnSpLocks/>
              <a:stCxn id="37" idx="1"/>
              <a:endCxn id="38" idx="0"/>
            </p:cNvCxnSpPr>
            <p:nvPr/>
          </p:nvCxnSpPr>
          <p:spPr>
            <a:xfrm rot="10800000" flipV="1">
              <a:off x="3131123" y="4943969"/>
              <a:ext cx="5522565" cy="293198"/>
            </a:xfrm>
            <a:prstGeom prst="bentConnector2">
              <a:avLst/>
            </a:prstGeom>
            <a:ln w="9525">
              <a:solidFill>
                <a:srgbClr val="41414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4" name="グラフィックス 183" descr="計算機 枠線">
              <a:extLst>
                <a:ext uri="{FF2B5EF4-FFF2-40B4-BE49-F238E27FC236}">
                  <ns2:creationId id="{BEBBD7A8-E0F8-BEFF-6501-8CDB896409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5931187" y="1179416"/>
              <a:ext cx="288000" cy="288000"/>
            </a:xfrm>
            <a:prstGeom prst="rect">
              <a:avLst/>
            </a:prstGeom>
          </p:spPr>
        </p:pic>
        <p:pic>
          <p:nvPicPr>
            <p:cNvPr id="186" name="グラフィックス 185" descr="プログラマー男性 枠線">
              <a:extLst>
                <a:ext uri="{FF2B5EF4-FFF2-40B4-BE49-F238E27FC236}">
                  <ns2:creationId id="{D73FECB4-E9E5-B3D0-2DC4-57FC1A411D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298281" y="1179416"/>
              <a:ext cx="288000" cy="288000"/>
            </a:xfrm>
            <a:prstGeom prst="rect">
              <a:avLst/>
            </a:prstGeom>
          </p:spPr>
        </p:pic>
        <p:sp>
          <p:nvSpPr>
            <p:cNvPr id="38" name="四角形: 角を丸くする 37">
              <a:extLst>
                <a:ext uri="{FF2B5EF4-FFF2-40B4-BE49-F238E27FC236}">
                  <ns2:creationId id="{C890C488-02E3-BC52-61F9-3A76AB8AC38B}"/>
                </a:ext>
              </a:extLst>
            </p:cNvPr>
            <p:cNvSpPr/>
            <p:nvPr/>
          </p:nvSpPr>
          <p:spPr>
            <a:xfrm>
              <a:off x="1547122" y="5237167"/>
              <a:ext cx="3168000" cy="288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四角形: 角を丸くする 38">
              <a:extLst>
                <a:ext uri="{FF2B5EF4-FFF2-40B4-BE49-F238E27FC236}">
                  <ns2:creationId id="{FEAE7CA5-087B-F7EC-BC07-EDD88D670D7E}"/>
                </a:ext>
              </a:extLst>
            </p:cNvPr>
            <p:cNvSpPr/>
            <p:nvPr/>
          </p:nvSpPr>
          <p:spPr>
            <a:xfrm>
              <a:off x="1547122" y="5679474"/>
              <a:ext cx="3168000" cy="288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lvl="1"/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46" name="コネクタ: カギ線 45">
              <a:extLst>
                <a:ext uri="{FF2B5EF4-FFF2-40B4-BE49-F238E27FC236}">
                  <ns2:creationId id="{BF528C1D-D7F2-B075-19CA-9F34182F2195}"/>
                </a:ext>
              </a:extLst>
            </p:cNvPr>
            <p:cNvCxnSpPr>
              <a:cxnSpLocks/>
              <a:stCxn id="7" idx="2"/>
              <a:endCxn id="22" idx="1"/>
            </p:cNvCxnSpPr>
            <p:nvPr/>
          </p:nvCxnSpPr>
          <p:spPr>
            <a:xfrm rot="16200000" flipH="1">
              <a:off x="1924908" y="1630384"/>
              <a:ext cx="108505" cy="213997"/>
            </a:xfrm>
            <a:prstGeom prst="bentConnector2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0" name="グラフィックス 179" descr="電球と鉛筆 枠線">
              <a:extLst>
                <a:ext uri="{FF2B5EF4-FFF2-40B4-BE49-F238E27FC236}">
                  <ns2:creationId id="{EDDD5822-FA57-3D31-D165-3632DDF6C6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530624" y="1179416"/>
              <a:ext cx="288000" cy="288000"/>
            </a:xfrm>
            <a:prstGeom prst="rect">
              <a:avLst/>
            </a:prstGeom>
          </p:spPr>
        </p:pic>
        <p:sp>
          <p:nvSpPr>
            <p:cNvPr id="21" name="四角形: 角を丸くする 20">
              <a:extLst>
                <a:ext uri="{FF2B5EF4-FFF2-40B4-BE49-F238E27FC236}">
                  <ns2:creationId id="{B35CFB8C-92E0-6240-75B4-980B4653C4F8}"/>
                </a:ext>
              </a:extLst>
            </p:cNvPr>
            <p:cNvSpPr/>
            <p:nvPr/>
          </p:nvSpPr>
          <p:spPr>
            <a:xfrm>
              <a:off x="1554265" y="1521131"/>
              <a:ext cx="1692000" cy="16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4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BA052DD2-1003-8122-0492-706C6CFF02A3}"/>
                </a:ext>
              </a:extLst>
            </p:cNvPr>
            <p:cNvSpPr/>
            <p:nvPr/>
          </p:nvSpPr>
          <p:spPr>
            <a:xfrm>
              <a:off x="2086159" y="1710636"/>
              <a:ext cx="2232000" cy="162000"/>
            </a:xfrm>
            <a:prstGeom prst="roundRect">
              <a:avLst>
                <a:gd name="adj" fmla="val 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四角形: 角を丸くする 22">
              <a:extLst>
                <a:ext uri="{FF2B5EF4-FFF2-40B4-BE49-F238E27FC236}">
                  <ns2:creationId id="{7BB128ED-D749-B365-90A5-C21B9879E9B2}"/>
                </a:ext>
              </a:extLst>
            </p:cNvPr>
            <p:cNvSpPr/>
            <p:nvPr/>
          </p:nvSpPr>
          <p:spPr>
            <a:xfrm>
              <a:off x="2086159" y="1900142"/>
              <a:ext cx="2232000" cy="216000"/>
            </a:xfrm>
            <a:prstGeom prst="roundRect">
              <a:avLst>
                <a:gd name="adj" fmla="val 0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43" name="コネクタ: カギ線 42">
              <a:extLst>
                <a:ext uri="{FF2B5EF4-FFF2-40B4-BE49-F238E27FC236}">
                  <ns2:creationId id="{49319D9A-02B2-2192-73E3-A4D8FFD12962}"/>
                </a:ext>
              </a:extLst>
            </p:cNvPr>
            <p:cNvCxnSpPr>
              <a:cxnSpLocks/>
              <a:stCxn id="7" idx="2"/>
              <a:endCxn id="23" idx="1"/>
            </p:cNvCxnSpPr>
            <p:nvPr/>
          </p:nvCxnSpPr>
          <p:spPr>
            <a:xfrm rot="16200000" flipH="1">
              <a:off x="1816655" y="1738637"/>
              <a:ext cx="325011" cy="213997"/>
            </a:xfrm>
            <a:prstGeom prst="bentConnector2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ns2:creationId id="{FEC2ECB6-B044-922D-DFC5-131C9DCA0256}"/>
                </a:ext>
              </a:extLst>
            </p:cNvPr>
            <p:cNvSpPr/>
            <p:nvPr/>
          </p:nvSpPr>
          <p:spPr>
            <a:xfrm>
              <a:off x="1840015" y="1634364"/>
              <a:ext cx="64294" cy="487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A729B1CA-296F-44DB-32FF-DC603CD8FB1D}"/>
                </a:ext>
              </a:extLst>
            </p:cNvPr>
            <p:cNvGrpSpPr/>
            <p:nvPr/>
          </p:nvGrpSpPr>
          <p:grpSpPr>
            <a:xfrm>
              <a:off x="1554265" y="4137215"/>
              <a:ext cx="2520000" cy="559592"/>
              <a:chOff x="1554265" y="3882186"/>
              <a:chExt cx="2520000" cy="559592"/>
            </a:xfrm>
          </p:grpSpPr>
          <p:sp>
            <p:nvSpPr>
              <p:cNvPr id="34" name="四角形: 角を丸くする 33">
                <a:extLst>
                  <a:ext uri="{FF2B5EF4-FFF2-40B4-BE49-F238E27FC236}">
                    <ns2:creationId id="{24822990-DA2E-9491-06A0-09C1D47524E9}"/>
                  </a:ext>
                </a:extLst>
              </p:cNvPr>
              <p:cNvSpPr/>
              <p:nvPr/>
            </p:nvSpPr>
            <p:spPr>
              <a:xfrm>
                <a:off x="1554265" y="3882186"/>
                <a:ext cx="2520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3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9F7C8EE1-7F5F-EF23-4D31-7B91D0CEB10A}"/>
                  </a:ext>
                </a:extLst>
              </p:cNvPr>
              <p:cNvSpPr/>
              <p:nvPr/>
            </p:nvSpPr>
            <p:spPr>
              <a:xfrm>
                <a:off x="2086159" y="4082606"/>
                <a:ext cx="187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49883676-5D6F-8032-613E-50B81F20FE40}"/>
                  </a:ext>
                </a:extLst>
              </p:cNvPr>
              <p:cNvSpPr/>
              <p:nvPr/>
            </p:nvSpPr>
            <p:spPr>
              <a:xfrm>
                <a:off x="2086159" y="4279778"/>
                <a:ext cx="187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16" name="コネクタ: カギ線 115">
                <a:extLst>
                  <a:ext uri="{FF2B5EF4-FFF2-40B4-BE49-F238E27FC236}">
                    <ns2:creationId id="{60657EFC-5162-0B02-E512-CBDC4E055941}"/>
                  </a:ext>
                </a:extLst>
              </p:cNvPr>
              <p:cNvCxnSpPr>
                <a:cxnSpLocks/>
                <a:stCxn id="48" idx="2"/>
                <a:endCxn id="36" idx="1"/>
              </p:cNvCxnSpPr>
              <p:nvPr/>
            </p:nvCxnSpPr>
            <p:spPr>
              <a:xfrm rot="16200000" flipH="1">
                <a:off x="1820864" y="4095483"/>
                <a:ext cx="316592" cy="213997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コネクタ: カギ線 9">
                <a:extLst>
                  <a:ext uri="{FF2B5EF4-FFF2-40B4-BE49-F238E27FC236}">
                    <ns2:creationId id="{6FA38F40-DE45-1306-74F4-4C7985B90426}"/>
                  </a:ext>
                </a:extLst>
              </p:cNvPr>
              <p:cNvCxnSpPr>
                <a:cxnSpLocks/>
                <a:stCxn id="48" idx="2"/>
                <a:endCxn id="35" idx="1"/>
              </p:cNvCxnSpPr>
              <p:nvPr/>
            </p:nvCxnSpPr>
            <p:spPr>
              <a:xfrm rot="16200000" flipH="1">
                <a:off x="1919450" y="3996897"/>
                <a:ext cx="119420" cy="213997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正方形/長方形 47">
                <a:extLst>
                  <a:ext uri="{FF2B5EF4-FFF2-40B4-BE49-F238E27FC236}">
                    <ns2:creationId id="{F931575E-7528-F6D8-7F26-32A9A2CEF349}"/>
                  </a:ext>
                </a:extLst>
              </p:cNvPr>
              <p:cNvSpPr/>
              <p:nvPr/>
            </p:nvSpPr>
            <p:spPr>
              <a:xfrm>
                <a:off x="1840015" y="3995419"/>
                <a:ext cx="64294" cy="4876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cxnSp>
          <p:nvCxnSpPr>
            <p:cNvPr id="52" name="コネクタ: カギ線 51">
              <a:extLst>
                <a:ext uri="{FF2B5EF4-FFF2-40B4-BE49-F238E27FC236}">
                  <ns2:creationId id="{8379C4FC-2535-2CB8-7966-3BBA906820FC}"/>
                </a:ext>
              </a:extLst>
            </p:cNvPr>
            <p:cNvCxnSpPr>
              <a:cxnSpLocks/>
              <a:stCxn id="30" idx="3"/>
              <a:endCxn id="55" idx="0"/>
            </p:cNvCxnSpPr>
            <p:nvPr/>
          </p:nvCxnSpPr>
          <p:spPr>
            <a:xfrm>
              <a:off x="8376405" y="2620660"/>
              <a:ext cx="924885" cy="310457"/>
            </a:xfrm>
            <a:prstGeom prst="bentConnector2">
              <a:avLst/>
            </a:prstGeom>
            <a:ln w="9525">
              <a:solidFill>
                <a:srgbClr val="41414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" name="グループ化 89">
              <a:extLst>
                <a:ext uri="{FF2B5EF4-FFF2-40B4-BE49-F238E27FC236}">
                  <ns2:creationId id="{A3035231-B6BD-A15C-8962-9795296E3399}"/>
                </a:ext>
              </a:extLst>
            </p:cNvPr>
            <p:cNvGrpSpPr/>
            <p:nvPr/>
          </p:nvGrpSpPr>
          <p:grpSpPr>
            <a:xfrm>
              <a:off x="8653687" y="2931117"/>
              <a:ext cx="3168001" cy="719477"/>
              <a:chOff x="8653687" y="2659367"/>
              <a:chExt cx="3168001" cy="719477"/>
            </a:xfrm>
          </p:grpSpPr>
          <p:sp>
            <p:nvSpPr>
              <p:cNvPr id="26" name="四角形: 角を丸くする 25">
                <a:extLst>
                  <a:ext uri="{FF2B5EF4-FFF2-40B4-BE49-F238E27FC236}">
                    <ns2:creationId id="{5F1F8E79-3B43-BF8F-EF00-AC0F2EEF685C}"/>
                  </a:ext>
                </a:extLst>
              </p:cNvPr>
              <p:cNvSpPr/>
              <p:nvPr/>
            </p:nvSpPr>
            <p:spPr>
              <a:xfrm>
                <a:off x="8653687" y="2659367"/>
                <a:ext cx="1548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四角形: 角を丸くする 26">
                <a:extLst>
                  <a:ext uri="{FF2B5EF4-FFF2-40B4-BE49-F238E27FC236}">
                    <ns2:creationId id="{FD89904E-7C88-75F3-F1EF-744F7B3F3F45}"/>
                  </a:ext>
                </a:extLst>
              </p:cNvPr>
              <p:cNvSpPr/>
              <p:nvPr/>
            </p:nvSpPr>
            <p:spPr>
              <a:xfrm>
                <a:off x="9067240" y="2845193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8" name="四角形: 角を丸くする 27">
                <a:extLst>
                  <a:ext uri="{FF2B5EF4-FFF2-40B4-BE49-F238E27FC236}">
                    <ns2:creationId id="{03A7B6EB-FDF0-F501-F39C-A0228AE0B978}"/>
                  </a:ext>
                </a:extLst>
              </p:cNvPr>
              <p:cNvSpPr/>
              <p:nvPr/>
            </p:nvSpPr>
            <p:spPr>
              <a:xfrm>
                <a:off x="9067240" y="3031019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9" name="四角形: 角を丸くする 28">
                <a:extLst>
                  <a:ext uri="{FF2B5EF4-FFF2-40B4-BE49-F238E27FC236}">
                    <ns2:creationId id="{E8669F92-7DD8-E57B-F967-C91107EA73CD}"/>
                  </a:ext>
                </a:extLst>
              </p:cNvPr>
              <p:cNvSpPr/>
              <p:nvPr/>
            </p:nvSpPr>
            <p:spPr>
              <a:xfrm>
                <a:off x="9067240" y="3216844"/>
                <a:ext cx="2754448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cxnSp>
            <p:nvCxnSpPr>
              <p:cNvPr id="67" name="コネクタ: カギ線 66">
                <a:extLst>
                  <a:ext uri="{FF2B5EF4-FFF2-40B4-BE49-F238E27FC236}">
                    <ns2:creationId id="{39A00FC3-C012-D8A7-1231-B0090B54A3A8}"/>
                  </a:ext>
                </a:extLst>
              </p:cNvPr>
              <p:cNvCxnSpPr>
                <a:cxnSpLocks/>
                <a:stCxn id="59" idx="2"/>
                <a:endCxn id="29" idx="1"/>
              </p:cNvCxnSpPr>
              <p:nvPr/>
            </p:nvCxnSpPr>
            <p:spPr>
              <a:xfrm rot="16200000" flipH="1">
                <a:off x="8769784" y="3000387"/>
                <a:ext cx="476477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正方形/長方形 54">
                <a:extLst>
                  <a:ext uri="{FF2B5EF4-FFF2-40B4-BE49-F238E27FC236}">
                    <ns2:creationId id="{02F67ED9-A39B-4CEB-02CA-2B7211106790}"/>
                  </a:ext>
                </a:extLst>
              </p:cNvPr>
              <p:cNvSpPr/>
              <p:nvPr/>
            </p:nvSpPr>
            <p:spPr>
              <a:xfrm>
                <a:off x="9269143" y="2659367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cxnSp>
            <p:nvCxnSpPr>
              <p:cNvPr id="61" name="コネクタ: カギ線 60">
                <a:extLst>
                  <a:ext uri="{FF2B5EF4-FFF2-40B4-BE49-F238E27FC236}">
                    <ns2:creationId id="{B6D9927B-3C55-0327-113E-3DF068BE333F}"/>
                  </a:ext>
                </a:extLst>
              </p:cNvPr>
              <p:cNvCxnSpPr>
                <a:cxnSpLocks/>
                <a:stCxn id="59" idx="2"/>
                <a:endCxn id="28" idx="1"/>
              </p:cNvCxnSpPr>
              <p:nvPr/>
            </p:nvCxnSpPr>
            <p:spPr>
              <a:xfrm rot="16200000" flipH="1">
                <a:off x="8862696" y="2907475"/>
                <a:ext cx="290652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コネクタ: カギ線 61">
                <a:extLst>
                  <a:ext uri="{FF2B5EF4-FFF2-40B4-BE49-F238E27FC236}">
                    <ns2:creationId id="{D224BA8F-1D02-98B3-AE3B-112A004BE0FE}"/>
                  </a:ext>
                </a:extLst>
              </p:cNvPr>
              <p:cNvCxnSpPr>
                <a:cxnSpLocks/>
                <a:stCxn id="59" idx="2"/>
                <a:endCxn id="27" idx="1"/>
              </p:cNvCxnSpPr>
              <p:nvPr/>
            </p:nvCxnSpPr>
            <p:spPr>
              <a:xfrm rot="16200000" flipH="1">
                <a:off x="8955609" y="2814562"/>
                <a:ext cx="104826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正方形/長方形 58">
                <a:extLst>
                  <a:ext uri="{FF2B5EF4-FFF2-40B4-BE49-F238E27FC236}">
                    <ns2:creationId id="{13643400-6F66-F912-6A08-96588B535B97}"/>
                  </a:ext>
                </a:extLst>
              </p:cNvPr>
              <p:cNvSpPr/>
              <p:nvPr/>
            </p:nvSpPr>
            <p:spPr>
              <a:xfrm>
                <a:off x="8916658" y="2775648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grpSp>
          <p:nvGrpSpPr>
            <p:cNvPr id="107" name="グループ化 106">
              <a:extLst>
                <a:ext uri="{FF2B5EF4-FFF2-40B4-BE49-F238E27FC236}">
                  <ns2:creationId id="{ADF8ADA5-D79F-086F-E681-41262587CA4E}"/>
                </a:ext>
              </a:extLst>
            </p:cNvPr>
            <p:cNvGrpSpPr/>
            <p:nvPr/>
          </p:nvGrpSpPr>
          <p:grpSpPr>
            <a:xfrm>
              <a:off x="4812405" y="2175648"/>
              <a:ext cx="4212000" cy="708018"/>
              <a:chOff x="4812405" y="2160420"/>
              <a:chExt cx="4212000" cy="708018"/>
            </a:xfrm>
          </p:grpSpPr>
          <p:sp>
            <p:nvSpPr>
              <p:cNvPr id="24" name="四角形: 角を丸くする 23">
                <a:extLst>
                  <a:ext uri="{FF2B5EF4-FFF2-40B4-BE49-F238E27FC236}">
                    <ns2:creationId id="{B27D654D-D508-BFC6-1F6D-893208CADF7A}"/>
                  </a:ext>
                </a:extLst>
              </p:cNvPr>
              <p:cNvSpPr/>
              <p:nvPr/>
            </p:nvSpPr>
            <p:spPr>
              <a:xfrm>
                <a:off x="4812405" y="2160420"/>
                <a:ext cx="4212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4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四角形: 角を丸くする 24">
                <a:extLst>
                  <a:ext uri="{FF2B5EF4-FFF2-40B4-BE49-F238E27FC236}">
                    <ns2:creationId id="{CC61E67B-C7FA-4C4F-3D33-4877D1A8B720}"/>
                  </a:ext>
                </a:extLst>
              </p:cNvPr>
              <p:cNvSpPr/>
              <p:nvPr/>
            </p:nvSpPr>
            <p:spPr>
              <a:xfrm>
                <a:off x="6684405" y="2342426"/>
                <a:ext cx="1692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3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6" name="コネクタ: カギ線 55">
                <a:extLst>
                  <a:ext uri="{FF2B5EF4-FFF2-40B4-BE49-F238E27FC236}">
                    <ns2:creationId id="{1A3FD00F-EA92-4C4E-814C-63D7D8E6B55A}"/>
                  </a:ext>
                </a:extLst>
              </p:cNvPr>
              <p:cNvCxnSpPr>
                <a:cxnSpLocks/>
                <a:stCxn id="44" idx="2"/>
                <a:endCxn id="25" idx="1"/>
              </p:cNvCxnSpPr>
              <p:nvPr/>
            </p:nvCxnSpPr>
            <p:spPr>
              <a:xfrm rot="16200000" flipH="1">
                <a:off x="6527015" y="2266036"/>
                <a:ext cx="101006" cy="213774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" name="四角形: 角を丸くする 186">
                <a:extLst>
                  <a:ext uri="{FF2B5EF4-FFF2-40B4-BE49-F238E27FC236}">
                    <ns2:creationId id="{48C025A7-1D9E-0A54-21B3-E422835ABC2B}"/>
                  </a:ext>
                </a:extLst>
              </p:cNvPr>
              <p:cNvSpPr/>
              <p:nvPr/>
            </p:nvSpPr>
            <p:spPr>
              <a:xfrm>
                <a:off x="6684405" y="2706438"/>
                <a:ext cx="936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3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8" name="コネクタ: カギ線 197">
                <a:extLst>
                  <a:ext uri="{FF2B5EF4-FFF2-40B4-BE49-F238E27FC236}">
                    <ns2:creationId id="{5181BFE3-85ED-2922-0C39-ADEAAA7296C7}"/>
                  </a:ext>
                </a:extLst>
              </p:cNvPr>
              <p:cNvCxnSpPr>
                <a:cxnSpLocks/>
                <a:stCxn id="44" idx="2"/>
                <a:endCxn id="187" idx="1"/>
              </p:cNvCxnSpPr>
              <p:nvPr/>
            </p:nvCxnSpPr>
            <p:spPr>
              <a:xfrm rot="16200000" flipH="1">
                <a:off x="6345009" y="2448042"/>
                <a:ext cx="465018" cy="213774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正方形/長方形 43">
                <a:extLst>
                  <a:ext uri="{FF2B5EF4-FFF2-40B4-BE49-F238E27FC236}">
                    <ns2:creationId id="{DA86324C-097A-5F5D-9F6F-02A8C5A766C5}"/>
                  </a:ext>
                </a:extLst>
              </p:cNvPr>
              <p:cNvSpPr/>
              <p:nvPr/>
            </p:nvSpPr>
            <p:spPr>
              <a:xfrm>
                <a:off x="6438484" y="2276701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30" name="四角形: 角を丸くする 29">
                <a:extLst>
                  <a:ext uri="{FF2B5EF4-FFF2-40B4-BE49-F238E27FC236}">
                    <ns2:creationId id="{71F0709E-A632-7C1C-738C-A8E2BD47F1ED}"/>
                  </a:ext>
                </a:extLst>
              </p:cNvPr>
              <p:cNvSpPr/>
              <p:nvPr/>
            </p:nvSpPr>
            <p:spPr>
              <a:xfrm>
                <a:off x="4812405" y="2524432"/>
                <a:ext cx="3564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60C420D2-8233-6E70-CB5E-9DA2493B934E}"/>
                </a:ext>
              </a:extLst>
            </p:cNvPr>
            <p:cNvGrpSpPr/>
            <p:nvPr/>
          </p:nvGrpSpPr>
          <p:grpSpPr>
            <a:xfrm>
              <a:off x="8653687" y="3711160"/>
              <a:ext cx="2700000" cy="357787"/>
              <a:chOff x="8653687" y="3580575"/>
              <a:chExt cx="2700000" cy="357787"/>
            </a:xfrm>
          </p:grpSpPr>
          <p:sp>
            <p:nvSpPr>
              <p:cNvPr id="32" name="四角形: 角を丸くする 31">
                <a:extLst>
                  <a:ext uri="{FF2B5EF4-FFF2-40B4-BE49-F238E27FC236}">
                    <ns2:creationId id="{E7BBCDF5-59A4-7243-6E96-27A36E17BC4C}"/>
                  </a:ext>
                </a:extLst>
              </p:cNvPr>
              <p:cNvSpPr/>
              <p:nvPr/>
            </p:nvSpPr>
            <p:spPr>
              <a:xfrm>
                <a:off x="8653687" y="3580575"/>
                <a:ext cx="2700000" cy="162000"/>
              </a:xfrm>
              <a:prstGeom prst="roundRect">
                <a:avLst>
                  <a:gd name="adj" fmla="val 0"/>
                </a:avLst>
              </a:prstGeom>
              <a:solidFill>
                <a:srgbClr val="E2F0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四角形: 角を丸くする 32">
                <a:extLst>
                  <a:ext uri="{FF2B5EF4-FFF2-40B4-BE49-F238E27FC236}">
                    <ns2:creationId id="{AE4FB2C4-CB3A-394C-8DCC-5A37FE2E3235}"/>
                  </a:ext>
                </a:extLst>
              </p:cNvPr>
              <p:cNvSpPr/>
              <p:nvPr/>
            </p:nvSpPr>
            <p:spPr>
              <a:xfrm>
                <a:off x="9067240" y="3776362"/>
                <a:ext cx="1188000" cy="162000"/>
              </a:xfrm>
              <a:prstGeom prst="roundRect">
                <a:avLst>
                  <a:gd name="adj" fmla="val 0"/>
                </a:avLst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12" name="コネクタ: カギ線 111">
                <a:extLst>
                  <a:ext uri="{FF2B5EF4-FFF2-40B4-BE49-F238E27FC236}">
                    <ns2:creationId id="{BC464498-92D1-2F00-3CFC-950385EC60C4}"/>
                  </a:ext>
                </a:extLst>
              </p:cNvPr>
              <p:cNvCxnSpPr>
                <a:cxnSpLocks/>
                <a:stCxn id="84" idx="2"/>
                <a:endCxn id="33" idx="1"/>
              </p:cNvCxnSpPr>
              <p:nvPr/>
            </p:nvCxnSpPr>
            <p:spPr>
              <a:xfrm rot="16200000" flipH="1">
                <a:off x="8950629" y="3740750"/>
                <a:ext cx="114787" cy="118435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正方形/長方形 83">
                <a:extLst>
                  <a:ext uri="{FF2B5EF4-FFF2-40B4-BE49-F238E27FC236}">
                    <ns2:creationId id="{B96D9C15-8B21-517D-7AE1-9C46E6DAF346}"/>
                  </a:ext>
                </a:extLst>
              </p:cNvPr>
              <p:cNvSpPr/>
              <p:nvPr/>
            </p:nvSpPr>
            <p:spPr>
              <a:xfrm>
                <a:off x="8916658" y="3696856"/>
                <a:ext cx="64294" cy="45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pic>
          <p:nvPicPr>
            <p:cNvPr id="163" name="グラフィックス 162" descr="硬貨 単色塗りつぶし">
              <a:extLst>
                <a:ext uri="{FF2B5EF4-FFF2-40B4-BE49-F238E27FC236}">
                  <ns2:creationId id="{05552469-19AD-BDC0-1ABF-754A46CAE3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03848" y="1583196"/>
              <a:ext cx="216000" cy="216000"/>
            </a:xfrm>
            <a:prstGeom prst="rect">
              <a:avLst/>
            </a:prstGeom>
          </p:spPr>
        </p:pic>
        <p:pic>
          <p:nvPicPr>
            <p:cNvPr id="165" name="グラフィックス 164" descr="電球と鉛筆 単色塗りつぶし">
              <a:extLst>
                <a:ext uri="{FF2B5EF4-FFF2-40B4-BE49-F238E27FC236}">
                  <ns2:creationId id="{01D1A1F8-4775-2E83-E129-BAAA45BAF5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803848" y="2358214"/>
              <a:ext cx="216000" cy="216000"/>
            </a:xfrm>
            <a:prstGeom prst="rect">
              <a:avLst/>
            </a:prstGeom>
          </p:spPr>
        </p:pic>
        <p:pic>
          <p:nvPicPr>
            <p:cNvPr id="167" name="グラフィックス 166" descr="優先順位 単色塗りつぶし">
              <a:extLst>
                <a:ext uri="{FF2B5EF4-FFF2-40B4-BE49-F238E27FC236}">
                  <ns2:creationId id="{DFB339E9-174D-8A4F-F417-F3994B33AC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03848" y="3093760"/>
              <a:ext cx="216000" cy="216000"/>
            </a:xfrm>
            <a:prstGeom prst="rect">
              <a:avLst/>
            </a:prstGeom>
          </p:spPr>
        </p:pic>
        <p:pic>
          <p:nvPicPr>
            <p:cNvPr id="169" name="グラフィックス 168" descr="チャットの吹き出し 単色塗りつぶし">
              <a:extLst>
                <a:ext uri="{FF2B5EF4-FFF2-40B4-BE49-F238E27FC236}">
                  <ns2:creationId id="{440E7CA9-DCD7-B3E8-9C7B-E17204FEEA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803848" y="3784069"/>
              <a:ext cx="216000" cy="216000"/>
            </a:xfrm>
            <a:prstGeom prst="rect">
              <a:avLst/>
            </a:prstGeom>
          </p:spPr>
        </p:pic>
        <p:pic>
          <p:nvPicPr>
            <p:cNvPr id="171" name="グラフィックス 170" descr="評価: 3 つ星 単色塗りつぶし">
              <a:extLst>
                <a:ext uri="{FF2B5EF4-FFF2-40B4-BE49-F238E27FC236}">
                  <ns2:creationId id="{861E9706-79EC-6437-41B4-E2860DD316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03848" y="4298720"/>
              <a:ext cx="216000" cy="216000"/>
            </a:xfrm>
            <a:prstGeom prst="rect">
              <a:avLst/>
            </a:prstGeom>
          </p:spPr>
        </p:pic>
        <p:pic>
          <p:nvPicPr>
            <p:cNvPr id="172" name="グラフィックス 171" descr="チャットの吹き出し 単色塗りつぶし">
              <a:extLst>
                <a:ext uri="{FF2B5EF4-FFF2-40B4-BE49-F238E27FC236}">
                  <ns2:creationId id="{D758ADEB-88DD-61EF-E76F-F20C71FD3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803848" y="4837985"/>
              <a:ext cx="216000" cy="216000"/>
            </a:xfrm>
            <a:prstGeom prst="rect">
              <a:avLst/>
            </a:prstGeom>
          </p:spPr>
        </p:pic>
        <p:pic>
          <p:nvPicPr>
            <p:cNvPr id="174" name="グラフィックス 173" descr="契約 単色塗りつぶし">
              <a:extLst>
                <a:ext uri="{FF2B5EF4-FFF2-40B4-BE49-F238E27FC236}">
                  <ns2:creationId id="{65AF169D-D233-13D7-D356-7E9E9AA6AF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803848" y="5291107"/>
              <a:ext cx="216000" cy="216000"/>
            </a:xfrm>
            <a:prstGeom prst="rect">
              <a:avLst/>
            </a:prstGeom>
          </p:spPr>
        </p:pic>
        <p:pic>
          <p:nvPicPr>
            <p:cNvPr id="176" name="グラフィックス 175" descr="付箋 単色塗りつぶし">
              <a:extLst>
                <a:ext uri="{FF2B5EF4-FFF2-40B4-BE49-F238E27FC236}">
                  <ns2:creationId id="{EA891CA3-2895-A41F-4F45-33F4DC140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803848" y="5696134"/>
              <a:ext cx="216000" cy="216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41640051"/>
      </p:ext>
    </p:extLst>
  </p:cSld>
  <p:clrMapOvr>
    <a:masterClrMapping/>
  </p:clrMapOvr>
</p:sld>
</file>

<file path=ppt/slides/slide157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465847D-2123-70F6-FA90-55C7B8CF3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26D2A-2368-DF31-2C0A-D1F05AB55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/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2158B5E-1972-BEEA-3CDE-71F6BFE716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>
                <a:latin typeface="+mn-ea"/>
              </a:rPr>
              <a:t>XX</a:t>
            </a:r>
            <a:r>
              <a:rPr lang="en-US" altLang="ja-JP">
                <a:latin typeface="+mn-ea"/>
              </a:rPr>
              <a:t>XX</a:t>
            </a:r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  <a:p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D325FA7E-1231-3544-0ED3-3780D957A4D1}"/>
              </a:ext>
            </a:extLst>
          </p:cNvPr>
          <p:cNvGrpSpPr/>
          <p:nvPr/>
        </p:nvGrpSpPr>
        <p:grpSpPr>
          <a:xfrm>
            <a:off x="334962" y="1837592"/>
            <a:ext cx="11522076" cy="4471133"/>
            <a:chOff x="334962" y="1837592"/>
            <a:chExt cx="11522076" cy="4471133"/>
          </a:xfrm>
        </p:grpSpPr>
        <p:sp>
          <p:nvSpPr>
            <p:cNvPr id="7" name="Rectangle: Rounded Corners 6">
              <a:extLst>
                <a:ext uri="{FF2B5EF4-FFF2-40B4-BE49-F238E27FC236}">
                  <ns2:creationId id="{1656E5D9-1814-2DE6-7259-D05D3C0683BB}"/>
                </a:ext>
              </a:extLst>
            </p:cNvPr>
            <p:cNvSpPr/>
            <p:nvPr/>
          </p:nvSpPr>
          <p:spPr>
            <a:xfrm>
              <a:off x="334963" y="1837592"/>
              <a:ext cx="4464000" cy="419879"/>
            </a:xfrm>
            <a:prstGeom prst="roundRect">
              <a:avLst>
                <a:gd name="adj" fmla="val 42869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fr-FR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ns2:creationId id="{7D3375AA-AF2B-E780-13BC-BD2D1489E766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778369"/>
              <a:ext cx="1152207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ns2:creationId id="{A4C36B65-C079-F14A-45C4-7DB66A956E23}"/>
                </a:ext>
              </a:extLst>
            </p:cNvPr>
            <p:cNvSpPr/>
            <p:nvPr/>
          </p:nvSpPr>
          <p:spPr>
            <a:xfrm>
              <a:off x="2690445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600"/>
                </a:spcBef>
              </a:pPr>
              <a:r>
                <a:rPr kumimoji="1"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ns2:creationId id="{46E937C8-64BD-74EB-830B-7BD3473FC678}"/>
                </a:ext>
              </a:extLst>
            </p:cNvPr>
            <p:cNvSpPr/>
            <p:nvPr/>
          </p:nvSpPr>
          <p:spPr>
            <a:xfrm>
              <a:off x="5774653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ns2:creationId id="{1C062AF7-FEBF-CF0A-DFBA-1AC0AC7162E9}"/>
                </a:ext>
              </a:extLst>
            </p:cNvPr>
            <p:cNvSpPr/>
            <p:nvPr/>
          </p:nvSpPr>
          <p:spPr>
            <a:xfrm>
              <a:off x="8858861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ns2:creationId id="{451B8AFD-5457-67E5-95E5-E39E1B89C6EB}"/>
                </a:ext>
              </a:extLst>
            </p:cNvPr>
            <p:cNvSpPr/>
            <p:nvPr/>
          </p:nvSpPr>
          <p:spPr>
            <a:xfrm>
              <a:off x="334963" y="5602489"/>
              <a:ext cx="2215230" cy="70623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EBBDAAE7-02B7-56A7-75F4-0054C71527E1}"/>
                </a:ext>
              </a:extLst>
            </p:cNvPr>
            <p:cNvSpPr/>
            <p:nvPr/>
          </p:nvSpPr>
          <p:spPr>
            <a:xfrm>
              <a:off x="334962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ns2:creationId id="{FC6D4B98-F8DA-9E34-B88D-A5833F0D7A0F}"/>
                </a:ext>
              </a:extLst>
            </p:cNvPr>
            <p:cNvSpPr/>
            <p:nvPr/>
          </p:nvSpPr>
          <p:spPr>
            <a:xfrm>
              <a:off x="4220687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6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ns2:creationId id="{BBD71284-CFAB-B6B8-AA48-54929108B30E}"/>
                </a:ext>
              </a:extLst>
            </p:cNvPr>
            <p:cNvSpPr/>
            <p:nvPr/>
          </p:nvSpPr>
          <p:spPr>
            <a:xfrm>
              <a:off x="8106411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12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ns2:creationId id="{FDF95A12-C2EA-001B-D861-076C5A3594FC}"/>
                </a:ext>
              </a:extLst>
            </p:cNvPr>
            <p:cNvSpPr/>
            <p:nvPr/>
          </p:nvSpPr>
          <p:spPr>
            <a:xfrm>
              <a:off x="334962" y="2373923"/>
              <a:ext cx="11522076" cy="4044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kumimoji="1" lang="ja-JP" altLang="en-US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ns2:creationId id="{FBA81040-C3DB-AC23-DF2E-08899F2DB552}"/>
                </a:ext>
              </a:extLst>
            </p:cNvPr>
            <p:cNvSpPr/>
            <p:nvPr/>
          </p:nvSpPr>
          <p:spPr>
            <a:xfrm>
              <a:off x="441960" y="3599309"/>
              <a:ext cx="468000" cy="10774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ns2:creationId id="{6FE03D04-81BB-CE7D-972E-64B36CAC27C1}"/>
                </a:ext>
              </a:extLst>
            </p:cNvPr>
            <p:cNvGrpSpPr/>
            <p:nvPr/>
          </p:nvGrpSpPr>
          <p:grpSpPr>
            <a:xfrm>
              <a:off x="3139608" y="4915172"/>
              <a:ext cx="5912783" cy="533029"/>
              <a:chOff x="3139608" y="5032567"/>
              <a:chExt cx="5912783" cy="533029"/>
            </a:xfrm>
          </p:grpSpPr>
          <p:sp>
            <p:nvSpPr>
              <p:cNvPr id="23" name="AutoShape 2">
                <a:extLst>
                  <a:ext uri="{FF2B5EF4-FFF2-40B4-BE49-F238E27FC236}">
                    <ns2:creationId id="{2EB8A534-A901-0863-EB64-B2A252CDAADF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2"/>
                </p:custDataLst>
              </p:nvPr>
            </p:nvSpPr>
            <p:spPr bwMode="auto">
              <a:xfrm rot="16200000" flipH="1">
                <a:off x="5862000" y="2310175"/>
                <a:ext cx="468000" cy="5912783"/>
              </a:xfrm>
              <a:prstGeom prst="homePlate">
                <a:avLst>
                  <a:gd name="adj" fmla="val 10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fr-FR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ns2:creationId id="{F428D8C0-A132-56A5-A48E-54C93D63AC96}"/>
                  </a:ext>
                </a:extLst>
              </p:cNvPr>
              <p:cNvSpPr/>
              <p:nvPr/>
            </p:nvSpPr>
            <p:spPr>
              <a:xfrm>
                <a:off x="4377125" y="5043269"/>
                <a:ext cx="3437751" cy="52232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</a:pPr>
                <a:r>
                  <a: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ns2:creationId id="{C6DB92CC-6300-5C46-8C9F-B26C74D4AEC3}"/>
                </a:ext>
              </a:extLst>
            </p:cNvPr>
            <p:cNvCxnSpPr>
              <a:cxnSpLocks/>
            </p:cNvCxnSpPr>
            <p:nvPr/>
          </p:nvCxnSpPr>
          <p:spPr>
            <a:xfrm>
              <a:off x="2578115" y="5602489"/>
              <a:ext cx="0" cy="706236"/>
            </a:xfrm>
            <a:prstGeom prst="line">
              <a:avLst/>
            </a:prstGeom>
            <a:ln w="38100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Graphic 35" descr="Hierarchy with solid fill">
              <a:extLst>
                <a:ext uri="{FF2B5EF4-FFF2-40B4-BE49-F238E27FC236}">
                  <ns2:creationId id="{DE378FF6-6163-5279-3B8B-A1E31A87B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3401589" y="4059450"/>
              <a:ext cx="684000" cy="684000"/>
            </a:xfrm>
            <a:prstGeom prst="rect">
              <a:avLst/>
            </a:prstGeom>
          </p:spPr>
        </p:pic>
        <p:pic>
          <p:nvPicPr>
            <p:cNvPr id="38" name="Graphic 37" descr="Battery charging with solid fill">
              <a:extLst>
                <a:ext uri="{FF2B5EF4-FFF2-40B4-BE49-F238E27FC236}">
                  <ns2:creationId id="{A560FD5F-5C59-7ECE-F159-42778D4295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1173038" y="4059450"/>
              <a:ext cx="684000" cy="684000"/>
            </a:xfrm>
            <a:prstGeom prst="rect">
              <a:avLst/>
            </a:prstGeom>
          </p:spPr>
        </p:pic>
        <p:pic>
          <p:nvPicPr>
            <p:cNvPr id="40" name="Graphic 39" descr="Circles with arrows with solid fill">
              <a:extLst>
                <a:ext uri="{FF2B5EF4-FFF2-40B4-BE49-F238E27FC236}">
                  <ns2:creationId id="{4869FD00-6891-A78E-9D33-3527823FC6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7287314" y="4059450"/>
              <a:ext cx="684000" cy="684000"/>
            </a:xfrm>
            <a:prstGeom prst="rect">
              <a:avLst/>
            </a:prstGeom>
          </p:spPr>
        </p:pic>
        <p:pic>
          <p:nvPicPr>
            <p:cNvPr id="42" name="Graphic 41" descr="Compass with solid fill">
              <a:extLst>
                <a:ext uri="{FF2B5EF4-FFF2-40B4-BE49-F238E27FC236}">
                  <ns2:creationId id="{B1D7F07D-9044-6A49-36F3-9F75E6EFA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077006" y="2373923"/>
              <a:ext cx="403200" cy="403200"/>
            </a:xfrm>
            <a:prstGeom prst="rect">
              <a:avLst/>
            </a:prstGeom>
          </p:spPr>
        </p:pic>
      </p:grpSp>
      <p:sp>
        <p:nvSpPr>
          <p:cNvPr id="43" name="Textfeld 1">
            <a:extLst>
              <a:ext uri="{FF2B5EF4-FFF2-40B4-BE49-F238E27FC236}">
                <ns2:creationId id="{B7312F8C-A771-12F3-AA8B-A82EC7D7D0D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3618152055"/>
      </p:ext>
    </p:extLst>
  </p:cSld>
  <p:clrMapOvr>
    <a:masterClrMapping/>
  </p:clrMapOvr>
</p:sld>
</file>

<file path=ppt/slides/slide16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2985083-6459-4928-9B72-E5885D365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01563D8-4F61-3874-B6E3-39908E9AB3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</a:p>
        </p:txBody>
      </p:sp>
      <p:grpSp>
        <p:nvGrpSpPr>
          <p:cNvPr id="15" name="グループ化 14">
            <a:extLst>
              <a:ext uri="{FF2B5EF4-FFF2-40B4-BE49-F238E27FC236}">
                <ns2:creationId id="{ADB1BE21-3E93-519E-543E-B35876634992}"/>
              </a:ext>
            </a:extLst>
          </p:cNvPr>
          <p:cNvGrpSpPr/>
          <p:nvPr/>
        </p:nvGrpSpPr>
        <p:grpSpPr>
          <a:xfrm>
            <a:off x="334962" y="1635460"/>
            <a:ext cx="11570196" cy="468000"/>
            <a:chOff x="334962" y="1635460"/>
            <a:chExt cx="11570196" cy="468000"/>
          </a:xfrm>
        </p:grpSpPr>
        <p:sp>
          <p:nvSpPr>
            <p:cNvPr id="7" name="Rectangle: Rounded Corners 6">
              <a:extLst>
                <a:ext uri="{FF2B5EF4-FFF2-40B4-BE49-F238E27FC236}">
                  <ns2:creationId id="{EF7413BE-B490-888B-DF28-E798732409ED}"/>
                </a:ext>
              </a:extLst>
            </p:cNvPr>
            <p:cNvSpPr/>
            <p:nvPr/>
          </p:nvSpPr>
          <p:spPr>
            <a:xfrm>
              <a:off x="802962" y="1635460"/>
              <a:ext cx="11102196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" name="グラフィックス 4" descr="リサーチ 枠線">
              <a:extLst>
                <a:ext uri="{FF2B5EF4-FFF2-40B4-BE49-F238E27FC236}">
                  <ns2:creationId id="{A24DB045-B4D3-508E-29D1-A3905C587C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34962" y="1635460"/>
              <a:ext cx="468000" cy="468000"/>
            </a:xfrm>
            <a:prstGeom prst="rect">
              <a:avLst/>
            </a:prstGeom>
          </p:spPr>
        </p:pic>
      </p:grpSp>
      <p:grpSp>
        <p:nvGrpSpPr>
          <p:cNvPr id="14" name="グループ化 13">
            <a:extLst>
              <a:ext uri="{FF2B5EF4-FFF2-40B4-BE49-F238E27FC236}">
                <ns2:creationId id="{05A92CFD-6DFD-59CE-7646-1490825EFEC8}"/>
              </a:ext>
            </a:extLst>
          </p:cNvPr>
          <p:cNvGrpSpPr/>
          <p:nvPr/>
        </p:nvGrpSpPr>
        <p:grpSpPr>
          <a:xfrm>
            <a:off x="334963" y="2231688"/>
            <a:ext cx="11514066" cy="4096760"/>
            <a:chOff x="334963" y="2231688"/>
            <a:chExt cx="11514066" cy="4096760"/>
          </a:xfrm>
        </p:grpSpPr>
        <p:sp>
          <p:nvSpPr>
            <p:cNvPr id="9" name="四角形: 角を丸くする 6">
              <a:extLst>
                <a:ext uri="{FF2B5EF4-FFF2-40B4-BE49-F238E27FC236}">
                  <ns2:creationId id="{F9904991-4583-CA06-76C6-1A1CC7746D70}"/>
                </a:ext>
              </a:extLst>
            </p:cNvPr>
            <p:cNvSpPr/>
            <p:nvPr/>
          </p:nvSpPr>
          <p:spPr>
            <a:xfrm>
              <a:off x="334963" y="3318860"/>
              <a:ext cx="972000" cy="3009588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四角形: 角を丸くする 6">
              <a:extLst>
                <a:ext uri="{FF2B5EF4-FFF2-40B4-BE49-F238E27FC236}">
                  <ns2:creationId id="{071CF808-4A4A-A322-F28B-551B3E1BABD6}"/>
                </a:ext>
              </a:extLst>
            </p:cNvPr>
            <p:cNvSpPr/>
            <p:nvPr/>
          </p:nvSpPr>
          <p:spPr>
            <a:xfrm>
              <a:off x="334963" y="2572045"/>
              <a:ext cx="972000" cy="288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6">
              <a:extLst>
                <a:ext uri="{FF2B5EF4-FFF2-40B4-BE49-F238E27FC236}">
                  <ns2:creationId id="{FA1F84AC-99F8-7770-ACF2-07E65054020D}"/>
                </a:ext>
              </a:extLst>
            </p:cNvPr>
            <p:cNvSpPr/>
            <p:nvPr/>
          </p:nvSpPr>
          <p:spPr>
            <a:xfrm>
              <a:off x="334963" y="2891453"/>
              <a:ext cx="972000" cy="396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6">
              <a:extLst>
                <a:ext uri="{FF2B5EF4-FFF2-40B4-BE49-F238E27FC236}">
                  <ns2:creationId id="{64787BE7-82DB-28BD-74F9-791568020D7A}"/>
                </a:ext>
              </a:extLst>
            </p:cNvPr>
            <p:cNvSpPr/>
            <p:nvPr/>
          </p:nvSpPr>
          <p:spPr>
            <a:xfrm>
              <a:off x="1368361" y="2572045"/>
              <a:ext cx="5200343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四角形: 角を丸くする 6">
              <a:extLst>
                <a:ext uri="{FF2B5EF4-FFF2-40B4-BE49-F238E27FC236}">
                  <ns2:creationId id="{E4DEB895-4571-7355-06BE-739A743A31BC}"/>
                </a:ext>
              </a:extLst>
            </p:cNvPr>
            <p:cNvSpPr/>
            <p:nvPr/>
          </p:nvSpPr>
          <p:spPr>
            <a:xfrm>
              <a:off x="1368361" y="2891453"/>
              <a:ext cx="520034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四角形: 角を丸くする 6">
              <a:extLst>
                <a:ext uri="{FF2B5EF4-FFF2-40B4-BE49-F238E27FC236}">
                  <ns2:creationId id="{DA913066-749B-9002-04AC-9155D8ADDF0C}"/>
                </a:ext>
              </a:extLst>
            </p:cNvPr>
            <p:cNvSpPr/>
            <p:nvPr/>
          </p:nvSpPr>
          <p:spPr>
            <a:xfrm>
              <a:off x="1368361" y="3340894"/>
              <a:ext cx="5200343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2" name="四角形: 角を丸くする 6">
              <a:extLst>
                <a:ext uri="{FF2B5EF4-FFF2-40B4-BE49-F238E27FC236}">
                  <ns2:creationId id="{A527E421-2C72-6DAD-3531-C14642536801}"/>
                </a:ext>
              </a:extLst>
            </p:cNvPr>
            <p:cNvSpPr/>
            <p:nvPr/>
          </p:nvSpPr>
          <p:spPr>
            <a:xfrm>
              <a:off x="6616166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6">
              <a:extLst>
                <a:ext uri="{FF2B5EF4-FFF2-40B4-BE49-F238E27FC236}">
                  <ns2:creationId id="{67A773D7-A5AD-94E8-A7D0-13C3026C5D28}"/>
                </a:ext>
              </a:extLst>
            </p:cNvPr>
            <p:cNvSpPr/>
            <p:nvPr/>
          </p:nvSpPr>
          <p:spPr>
            <a:xfrm>
              <a:off x="6616166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四角形: 角を丸くする 6">
              <a:extLst>
                <a:ext uri="{FF2B5EF4-FFF2-40B4-BE49-F238E27FC236}">
                  <ns2:creationId id="{0A5E0DD6-0292-1840-EA9B-774540AB1CB9}"/>
                </a:ext>
              </a:extLst>
            </p:cNvPr>
            <p:cNvSpPr/>
            <p:nvPr/>
          </p:nvSpPr>
          <p:spPr>
            <a:xfrm>
              <a:off x="9230113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四角形: 角を丸くする 6">
              <a:extLst>
                <a:ext uri="{FF2B5EF4-FFF2-40B4-BE49-F238E27FC236}">
                  <ns2:creationId id="{5DC7023C-1CFB-0A31-A415-B0D34A0C0120}"/>
                </a:ext>
              </a:extLst>
            </p:cNvPr>
            <p:cNvSpPr/>
            <p:nvPr/>
          </p:nvSpPr>
          <p:spPr>
            <a:xfrm>
              <a:off x="9230113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四角形: 角を丸くする 6">
              <a:extLst>
                <a:ext uri="{FF2B5EF4-FFF2-40B4-BE49-F238E27FC236}">
                  <ns2:creationId id="{FFB6B7CB-B41E-150F-5881-A32356752F33}"/>
                </a:ext>
              </a:extLst>
            </p:cNvPr>
            <p:cNvSpPr/>
            <p:nvPr/>
          </p:nvSpPr>
          <p:spPr>
            <a:xfrm>
              <a:off x="6616166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8" name="四角形: 角を丸くする 6">
              <a:extLst>
                <a:ext uri="{FF2B5EF4-FFF2-40B4-BE49-F238E27FC236}">
                  <ns2:creationId id="{F745D00D-567A-B436-3A57-AB225C0A2B5A}"/>
                </a:ext>
              </a:extLst>
            </p:cNvPr>
            <p:cNvSpPr/>
            <p:nvPr/>
          </p:nvSpPr>
          <p:spPr>
            <a:xfrm>
              <a:off x="9230113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0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8" name="直線コネクタ 97">
              <a:extLst>
                <a:ext uri="{FF2B5EF4-FFF2-40B4-BE49-F238E27FC236}">
                  <ns2:creationId id="{AD35D24C-7942-05EA-EACD-855AF459F734}"/>
                </a:ext>
              </a:extLst>
            </p:cNvPr>
            <p:cNvCxnSpPr/>
            <p:nvPr/>
          </p:nvCxnSpPr>
          <p:spPr>
            <a:xfrm>
              <a:off x="9230114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556430E2-24CB-DA93-0767-B5A5F70363D5}"/>
                </a:ext>
              </a:extLst>
            </p:cNvPr>
            <p:cNvCxnSpPr/>
            <p:nvPr/>
          </p:nvCxnSpPr>
          <p:spPr>
            <a:xfrm>
              <a:off x="6616167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7BFEE0A9-6D7A-D19D-0CBC-71CB2AD60024}"/>
                </a:ext>
              </a:extLst>
            </p:cNvPr>
            <p:cNvCxnSpPr/>
            <p:nvPr/>
          </p:nvCxnSpPr>
          <p:spPr>
            <a:xfrm>
              <a:off x="1368361" y="2875749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54718723-2FE4-C224-A56F-FBCD55848FF9}"/>
                </a:ext>
              </a:extLst>
            </p:cNvPr>
            <p:cNvCxnSpPr/>
            <p:nvPr/>
          </p:nvCxnSpPr>
          <p:spPr>
            <a:xfrm>
              <a:off x="9230114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3B3586E0-BA92-4FB0-9466-D7F529677524}"/>
                </a:ext>
              </a:extLst>
            </p:cNvPr>
            <p:cNvCxnSpPr/>
            <p:nvPr/>
          </p:nvCxnSpPr>
          <p:spPr>
            <a:xfrm>
              <a:off x="6616167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3309F27C-F285-F5A3-100D-1339344726A4}"/>
                </a:ext>
              </a:extLst>
            </p:cNvPr>
            <p:cNvCxnSpPr/>
            <p:nvPr/>
          </p:nvCxnSpPr>
          <p:spPr>
            <a:xfrm>
              <a:off x="1368361" y="3303156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四角形: 角を丸くする 6">
              <a:extLst>
                <a:ext uri="{FF2B5EF4-FFF2-40B4-BE49-F238E27FC236}">
                  <ns2:creationId id="{A1685533-94FE-8DD7-63B6-C67B755D44B6}"/>
                </a:ext>
              </a:extLst>
            </p:cNvPr>
            <p:cNvSpPr/>
            <p:nvPr/>
          </p:nvSpPr>
          <p:spPr>
            <a:xfrm>
              <a:off x="6631075" y="4030541"/>
              <a:ext cx="763664" cy="112499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四角形: 角を丸くする 6">
              <a:extLst>
                <a:ext uri="{FF2B5EF4-FFF2-40B4-BE49-F238E27FC236}">
                  <ns2:creationId id="{835E2156-B002-C607-2186-E1E8B55DEBF6}"/>
                </a:ext>
              </a:extLst>
            </p:cNvPr>
            <p:cNvSpPr/>
            <p:nvPr/>
          </p:nvSpPr>
          <p:spPr>
            <a:xfrm>
              <a:off x="7438807" y="4030542"/>
              <a:ext cx="1749772" cy="112499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四角形: 角を丸くする 6">
              <a:extLst>
                <a:ext uri="{FF2B5EF4-FFF2-40B4-BE49-F238E27FC236}">
                  <ns2:creationId id="{02AF61B4-256C-49D3-F6E7-4E153E739AED}"/>
                </a:ext>
              </a:extLst>
            </p:cNvPr>
            <p:cNvSpPr/>
            <p:nvPr/>
          </p:nvSpPr>
          <p:spPr>
            <a:xfrm>
              <a:off x="6631075" y="5197103"/>
              <a:ext cx="763664" cy="11205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7" name="四角形: 角を丸くする 6">
              <a:extLst>
                <a:ext uri="{FF2B5EF4-FFF2-40B4-BE49-F238E27FC236}">
                  <ns2:creationId id="{31758A50-5C02-297B-ED04-B1FF9D5D4C10}"/>
                </a:ext>
              </a:extLst>
            </p:cNvPr>
            <p:cNvSpPr/>
            <p:nvPr/>
          </p:nvSpPr>
          <p:spPr>
            <a:xfrm>
              <a:off x="7438807" y="5197103"/>
              <a:ext cx="1749772" cy="112054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四角形: 角を丸くする 6">
              <a:extLst>
                <a:ext uri="{FF2B5EF4-FFF2-40B4-BE49-F238E27FC236}">
                  <ns2:creationId id="{69B18B90-BBA1-9A4D-CDDA-9DADC58663F0}"/>
                </a:ext>
              </a:extLst>
            </p:cNvPr>
            <p:cNvSpPr/>
            <p:nvPr/>
          </p:nvSpPr>
          <p:spPr>
            <a:xfrm>
              <a:off x="9230112" y="4030539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it-IT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四角形: 角を丸くする 6">
              <a:extLst>
                <a:ext uri="{FF2B5EF4-FFF2-40B4-BE49-F238E27FC236}">
                  <ns2:creationId id="{8D4606A8-ED8A-8E6C-CD41-AC0483C6C706}"/>
                </a:ext>
              </a:extLst>
            </p:cNvPr>
            <p:cNvSpPr/>
            <p:nvPr/>
          </p:nvSpPr>
          <p:spPr>
            <a:xfrm>
              <a:off x="10037845" y="4030539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四角形: 角を丸くする 6">
              <a:extLst>
                <a:ext uri="{FF2B5EF4-FFF2-40B4-BE49-F238E27FC236}">
                  <ns2:creationId id="{EB409A18-5354-9325-E557-1963FBB608FC}"/>
                </a:ext>
              </a:extLst>
            </p:cNvPr>
            <p:cNvSpPr/>
            <p:nvPr/>
          </p:nvSpPr>
          <p:spPr>
            <a:xfrm>
              <a:off x="9230112" y="4804117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四角形: 角を丸くする 6">
              <a:extLst>
                <a:ext uri="{FF2B5EF4-FFF2-40B4-BE49-F238E27FC236}">
                  <ns2:creationId id="{2FAE24C6-92A5-EE2D-F2A2-58190F818025}"/>
                </a:ext>
              </a:extLst>
            </p:cNvPr>
            <p:cNvSpPr/>
            <p:nvPr/>
          </p:nvSpPr>
          <p:spPr>
            <a:xfrm>
              <a:off x="10037845" y="4804117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四角形: 角を丸くする 6">
              <a:extLst>
                <a:ext uri="{FF2B5EF4-FFF2-40B4-BE49-F238E27FC236}">
                  <ns2:creationId id="{2B47616D-7635-1364-04D8-B9A8992C60FA}"/>
                </a:ext>
              </a:extLst>
            </p:cNvPr>
            <p:cNvSpPr/>
            <p:nvPr/>
          </p:nvSpPr>
          <p:spPr>
            <a:xfrm>
              <a:off x="9230112" y="5577695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四角形: 角を丸くする 6">
              <a:extLst>
                <a:ext uri="{FF2B5EF4-FFF2-40B4-BE49-F238E27FC236}">
                  <ns2:creationId id="{02B6A3B6-C3E6-1B38-08D8-138E82D561E2}"/>
                </a:ext>
              </a:extLst>
            </p:cNvPr>
            <p:cNvSpPr/>
            <p:nvPr/>
          </p:nvSpPr>
          <p:spPr>
            <a:xfrm>
              <a:off x="10037845" y="5577695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11" name="直線コネクタ 110">
              <a:extLst>
                <a:ext uri="{FF2B5EF4-FFF2-40B4-BE49-F238E27FC236}">
                  <ns2:creationId id="{C4677A3B-E76B-3D5F-2473-61C8D3E31F07}"/>
                </a:ext>
              </a:extLst>
            </p:cNvPr>
            <p:cNvCxnSpPr/>
            <p:nvPr/>
          </p:nvCxnSpPr>
          <p:spPr>
            <a:xfrm>
              <a:off x="7438806" y="5176321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EC64B4E8-D40D-DDDB-9692-EEB68D648B05}"/>
                </a:ext>
              </a:extLst>
            </p:cNvPr>
            <p:cNvCxnSpPr/>
            <p:nvPr/>
          </p:nvCxnSpPr>
          <p:spPr>
            <a:xfrm>
              <a:off x="10037845" y="4787304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F2545787-C18D-5030-0C77-4DF9301D9D9E}"/>
                </a:ext>
              </a:extLst>
            </p:cNvPr>
            <p:cNvCxnSpPr/>
            <p:nvPr/>
          </p:nvCxnSpPr>
          <p:spPr>
            <a:xfrm>
              <a:off x="10037845" y="5560882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0" name="グループ化 129">
              <a:extLst>
                <a:ext uri="{FF2B5EF4-FFF2-40B4-BE49-F238E27FC236}">
                  <ns2:creationId id="{3C0A5A7D-67F2-1BCD-6C68-49E0044E60B6}"/>
                </a:ext>
              </a:extLst>
            </p:cNvPr>
            <p:cNvGrpSpPr/>
            <p:nvPr/>
          </p:nvGrpSpPr>
          <p:grpSpPr>
            <a:xfrm>
              <a:off x="6616167" y="2231688"/>
              <a:ext cx="2618916" cy="288000"/>
              <a:chOff x="6616167" y="2231688"/>
              <a:chExt cx="2618916" cy="288000"/>
            </a:xfrm>
          </p:grpSpPr>
          <p:sp>
            <p:nvSpPr>
              <p:cNvPr id="21" name="山形 65">
                <a:extLst>
                  <a:ext uri="{FF2B5EF4-FFF2-40B4-BE49-F238E27FC236}">
                    <ns2:creationId id="{38886E1E-8435-B34E-489B-FD677B027323}"/>
                  </a:ext>
                </a:extLst>
              </p:cNvPr>
              <p:cNvSpPr/>
              <p:nvPr/>
            </p:nvSpPr>
            <p:spPr>
              <a:xfrm>
                <a:off x="6616167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2 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3" name="グラフィックス 122" descr="ターゲット 単色塗りつぶし">
                <a:extLst>
                  <a:ext uri="{FF2B5EF4-FFF2-40B4-BE49-F238E27FC236}">
                    <ns2:creationId id="{5A96DF25-BCA4-A37F-DAF8-624698A33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012779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9" name="グループ化 128">
              <a:extLst>
                <a:ext uri="{FF2B5EF4-FFF2-40B4-BE49-F238E27FC236}">
                  <ns2:creationId id="{D8EA121B-41B1-E886-2ED2-2B0608760554}"/>
                </a:ext>
              </a:extLst>
            </p:cNvPr>
            <p:cNvGrpSpPr/>
            <p:nvPr/>
          </p:nvGrpSpPr>
          <p:grpSpPr>
            <a:xfrm>
              <a:off x="9230113" y="2231688"/>
              <a:ext cx="2618916" cy="288000"/>
              <a:chOff x="9230113" y="2231688"/>
              <a:chExt cx="2618916" cy="288000"/>
            </a:xfrm>
          </p:grpSpPr>
          <p:sp>
            <p:nvSpPr>
              <p:cNvPr id="25" name="山形 66">
                <a:extLst>
                  <a:ext uri="{FF2B5EF4-FFF2-40B4-BE49-F238E27FC236}">
                    <ns2:creationId id="{B6C34CBF-A99D-EF34-9335-8310C0DA7B64}"/>
                  </a:ext>
                </a:extLst>
              </p:cNvPr>
              <p:cNvSpPr/>
              <p:nvPr/>
            </p:nvSpPr>
            <p:spPr>
              <a:xfrm>
                <a:off x="9230113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3 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5" name="グラフィックス 124" descr="フローチャート 単色塗りつぶし">
                <a:extLst>
                  <a:ext uri="{FF2B5EF4-FFF2-40B4-BE49-F238E27FC236}">
                    <ns2:creationId id="{A6E37B78-6416-4F3A-D4B5-E7F71378A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417402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31" name="グループ化 130">
              <a:extLst>
                <a:ext uri="{FF2B5EF4-FFF2-40B4-BE49-F238E27FC236}">
                  <ns2:creationId id="{7255D184-FAE0-FBBC-C361-46B7D941B882}"/>
                </a:ext>
              </a:extLst>
            </p:cNvPr>
            <p:cNvGrpSpPr/>
            <p:nvPr/>
          </p:nvGrpSpPr>
          <p:grpSpPr>
            <a:xfrm>
              <a:off x="1368361" y="2231688"/>
              <a:ext cx="5252776" cy="288000"/>
              <a:chOff x="1368361" y="2231688"/>
              <a:chExt cx="5252776" cy="288000"/>
            </a:xfrm>
          </p:grpSpPr>
          <p:sp>
            <p:nvSpPr>
              <p:cNvPr id="13" name="ホームベース 64">
                <a:extLst>
                  <a:ext uri="{FF2B5EF4-FFF2-40B4-BE49-F238E27FC236}">
                    <ns2:creationId id="{992F5DF7-38D7-9237-EBEA-240862B0FE8F}"/>
                  </a:ext>
                </a:extLst>
              </p:cNvPr>
              <p:cNvSpPr/>
              <p:nvPr/>
            </p:nvSpPr>
            <p:spPr>
              <a:xfrm>
                <a:off x="1368361" y="2231688"/>
                <a:ext cx="5252776" cy="288000"/>
              </a:xfrm>
              <a:prstGeom prst="homePlate">
                <a:avLst>
                  <a:gd name="adj" fmla="val 18206"/>
                </a:avLst>
              </a:prstGeom>
              <a:solidFill>
                <a:schemeClr val="accent5"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>
                    <a:latin typeface="+mn-ea"/>
                  </a:rPr>
                  <a:t>XX</a:t>
                </a:r>
                <a:r>
                  <a:rPr kumimoji="1" lang="ja-JP" altLang="en-US" sz="1100">
                    <a:latin typeface="+mn-ea"/>
                  </a:rPr>
                  <a:t> </a:t>
                </a:r>
                <a:r>
                  <a:rPr kumimoji="1" lang="ja-JP" altLang="en-US" sz="1400">
                    <a:latin typeface="+mn-ea"/>
                  </a:rPr>
                  <a:t>XX</a:t>
                </a:r>
                <a:r>
                  <a:rPr kumimoji="1" lang="ja-JP" altLang="en-US" sz="1400" dirty="0">
                    <a:latin typeface="+mn-ea"/>
                  </a:rPr>
                  <a:t>XX</a:t>
                </a:r>
              </a:p>
            </p:txBody>
          </p:sp>
          <p:pic>
            <p:nvPicPr>
              <p:cNvPr id="127" name="グラフィックス 126" descr="クリップボード: 混合 単色塗りつぶし">
                <a:extLst>
                  <a:ext uri="{FF2B5EF4-FFF2-40B4-BE49-F238E27FC236}">
                    <ns2:creationId id="{CAED53A1-8867-24C4-7E75-B659474F3C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3086995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6B131AF0-03DE-6F4E-6B7D-664B31E01D31}"/>
                </a:ext>
              </a:extLst>
            </p:cNvPr>
            <p:cNvGrpSpPr/>
            <p:nvPr/>
          </p:nvGrpSpPr>
          <p:grpSpPr>
            <a:xfrm>
              <a:off x="1368361" y="4030541"/>
              <a:ext cx="5145749" cy="2278183"/>
              <a:chOff x="1368361" y="4033637"/>
              <a:chExt cx="5145749" cy="2334326"/>
            </a:xfrm>
          </p:grpSpPr>
          <p:sp>
            <p:nvSpPr>
              <p:cNvPr id="53" name="四角形: 角を丸くする 6">
                <a:extLst>
                  <a:ext uri="{FF2B5EF4-FFF2-40B4-BE49-F238E27FC236}">
                    <ns2:creationId id="{2ECBF6E5-9161-E73F-05FB-4B8DF3A4811D}"/>
                  </a:ext>
                </a:extLst>
              </p:cNvPr>
              <p:cNvSpPr/>
              <p:nvPr/>
            </p:nvSpPr>
            <p:spPr>
              <a:xfrm>
                <a:off x="1368361" y="5304279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四角形: 角を丸くする 6">
                <a:extLst>
                  <a:ext uri="{FF2B5EF4-FFF2-40B4-BE49-F238E27FC236}">
                    <ns2:creationId id="{3B93273D-81A2-4B1E-CEF0-43428E9F29C3}"/>
                  </a:ext>
                </a:extLst>
              </p:cNvPr>
              <p:cNvSpPr/>
              <p:nvPr/>
            </p:nvSpPr>
            <p:spPr>
              <a:xfrm>
                <a:off x="1368361" y="5671324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四角形: 角を丸くする 6">
                <a:extLst>
                  <a:ext uri="{FF2B5EF4-FFF2-40B4-BE49-F238E27FC236}">
                    <ns2:creationId id="{55C38EC9-9C5D-9598-FA45-B1963DC0E7E1}"/>
                  </a:ext>
                </a:extLst>
              </p:cNvPr>
              <p:cNvSpPr/>
              <p:nvPr/>
            </p:nvSpPr>
            <p:spPr>
              <a:xfrm>
                <a:off x="1368361" y="6038368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四角形: 角を丸くする 6">
                <a:extLst>
                  <a:ext uri="{FF2B5EF4-FFF2-40B4-BE49-F238E27FC236}">
                    <ns2:creationId id="{5500AD66-ADA4-5C94-153B-5F9DC4DAB591}"/>
                  </a:ext>
                </a:extLst>
              </p:cNvPr>
              <p:cNvSpPr/>
              <p:nvPr/>
            </p:nvSpPr>
            <p:spPr>
              <a:xfrm>
                <a:off x="2348318" y="5304279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四角形: 角を丸くする 6">
                <a:extLst>
                  <a:ext uri="{FF2B5EF4-FFF2-40B4-BE49-F238E27FC236}">
                    <ns2:creationId id="{EDE51E28-5E1D-F06E-1EA1-847DB35CC6BA}"/>
                  </a:ext>
                </a:extLst>
              </p:cNvPr>
              <p:cNvSpPr/>
              <p:nvPr/>
            </p:nvSpPr>
            <p:spPr>
              <a:xfrm>
                <a:off x="2348318" y="5678543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四角形: 角を丸くする 6">
                <a:extLst>
                  <a:ext uri="{FF2B5EF4-FFF2-40B4-BE49-F238E27FC236}">
                    <ns2:creationId id="{96ABC09C-DF5C-2616-11D7-A627AADDE2DA}"/>
                  </a:ext>
                </a:extLst>
              </p:cNvPr>
              <p:cNvSpPr/>
              <p:nvPr/>
            </p:nvSpPr>
            <p:spPr>
              <a:xfrm>
                <a:off x="2348318" y="6027766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6">
                <a:extLst>
                  <a:ext uri="{FF2B5EF4-FFF2-40B4-BE49-F238E27FC236}">
                    <ns2:creationId id="{270C5D98-7BE6-DC5E-F021-EE10A563384A}"/>
                  </a:ext>
                </a:extLst>
              </p:cNvPr>
              <p:cNvSpPr/>
              <p:nvPr/>
            </p:nvSpPr>
            <p:spPr>
              <a:xfrm>
                <a:off x="1368361" y="4033637"/>
                <a:ext cx="916838" cy="1233193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四角形: 角を丸くする 6">
                <a:extLst>
                  <a:ext uri="{FF2B5EF4-FFF2-40B4-BE49-F238E27FC236}">
                    <ns2:creationId id="{E95D0FED-1BC0-3C44-10D1-07E8BE89DC92}"/>
                  </a:ext>
                </a:extLst>
              </p:cNvPr>
              <p:cNvSpPr/>
              <p:nvPr/>
            </p:nvSpPr>
            <p:spPr>
              <a:xfrm>
                <a:off x="2348318" y="4351067"/>
                <a:ext cx="720000" cy="2808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6">
                <a:extLst>
                  <a:ext uri="{FF2B5EF4-FFF2-40B4-BE49-F238E27FC236}">
                    <ns2:creationId id="{83251656-E5FC-A7F9-9D3E-6F8A16025E8F}"/>
                  </a:ext>
                </a:extLst>
              </p:cNvPr>
              <p:cNvSpPr/>
              <p:nvPr/>
            </p:nvSpPr>
            <p:spPr>
              <a:xfrm>
                <a:off x="2348318" y="4667113"/>
                <a:ext cx="720000" cy="28113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6">
                <a:extLst>
                  <a:ext uri="{FF2B5EF4-FFF2-40B4-BE49-F238E27FC236}">
                    <ns2:creationId id="{82B7DC16-E470-ECC0-C8D5-D3B82610BC4F}"/>
                  </a:ext>
                </a:extLst>
              </p:cNvPr>
              <p:cNvSpPr/>
              <p:nvPr/>
            </p:nvSpPr>
            <p:spPr>
              <a:xfrm>
                <a:off x="2348318" y="4985696"/>
                <a:ext cx="720000" cy="281134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四角形: 角を丸くする 6">
                <a:extLst>
                  <a:ext uri="{FF2B5EF4-FFF2-40B4-BE49-F238E27FC236}">
                    <ns2:creationId id="{1BAC5E24-3697-7F52-B4F9-8550C51D680C}"/>
                  </a:ext>
                </a:extLst>
              </p:cNvPr>
              <p:cNvSpPr/>
              <p:nvPr/>
            </p:nvSpPr>
            <p:spPr>
              <a:xfrm>
                <a:off x="3114400" y="4351067"/>
                <a:ext cx="3399709" cy="280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6">
                <a:extLst>
                  <a:ext uri="{FF2B5EF4-FFF2-40B4-BE49-F238E27FC236}">
                    <ns2:creationId id="{41B19619-AF62-B990-39AD-B045336D38EC}"/>
                  </a:ext>
                </a:extLst>
              </p:cNvPr>
              <p:cNvSpPr/>
              <p:nvPr/>
            </p:nvSpPr>
            <p:spPr>
              <a:xfrm>
                <a:off x="3114400" y="4668917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6">
                <a:extLst>
                  <a:ext uri="{FF2B5EF4-FFF2-40B4-BE49-F238E27FC236}">
                    <ns2:creationId id="{65D3DF1B-ED14-1ACB-CD97-A8EE6C0FCA5A}"/>
                  </a:ext>
                </a:extLst>
              </p:cNvPr>
              <p:cNvSpPr/>
              <p:nvPr/>
            </p:nvSpPr>
            <p:spPr>
              <a:xfrm>
                <a:off x="3114400" y="4989306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2B731989-D2AB-D6E4-3A27-B64F50A32F99}"/>
                  </a:ext>
                </a:extLst>
              </p:cNvPr>
              <p:cNvCxnSpPr/>
              <p:nvPr/>
            </p:nvCxnSpPr>
            <p:spPr>
              <a:xfrm>
                <a:off x="3114400" y="4649290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コネクタ 106">
                <a:extLst>
                  <a:ext uri="{FF2B5EF4-FFF2-40B4-BE49-F238E27FC236}">
                    <ns2:creationId id="{30BBC1AB-99E5-4088-7D06-4C84638D8121}"/>
                  </a:ext>
                </a:extLst>
              </p:cNvPr>
              <p:cNvCxnSpPr/>
              <p:nvPr/>
            </p:nvCxnSpPr>
            <p:spPr>
              <a:xfrm>
                <a:off x="3114400" y="4969679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E7B35B18-180F-0ABC-D39A-583E46626C14}"/>
                  </a:ext>
                </a:extLst>
              </p:cNvPr>
              <p:cNvCxnSpPr/>
              <p:nvPr/>
            </p:nvCxnSpPr>
            <p:spPr>
              <a:xfrm>
                <a:off x="2348318" y="5290067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線コネクタ 108">
                <a:extLst>
                  <a:ext uri="{FF2B5EF4-FFF2-40B4-BE49-F238E27FC236}">
                    <ns2:creationId id="{31ACD2C5-9E27-5AC5-D198-4E9AEB537C66}"/>
                  </a:ext>
                </a:extLst>
              </p:cNvPr>
              <p:cNvCxnSpPr/>
              <p:nvPr/>
            </p:nvCxnSpPr>
            <p:spPr>
              <a:xfrm>
                <a:off x="2348318" y="5658916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109">
                <a:extLst>
                  <a:ext uri="{FF2B5EF4-FFF2-40B4-BE49-F238E27FC236}">
                    <ns2:creationId id="{73677633-E462-CA5D-BC5E-9BFA089DEA75}"/>
                  </a:ext>
                </a:extLst>
              </p:cNvPr>
              <p:cNvCxnSpPr/>
              <p:nvPr/>
            </p:nvCxnSpPr>
            <p:spPr>
              <a:xfrm>
                <a:off x="2348318" y="6002719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四角形: 角を丸くする 6">
                <a:extLst>
                  <a:ext uri="{FF2B5EF4-FFF2-40B4-BE49-F238E27FC236}">
                    <ns2:creationId id="{72AAA3DB-A981-0D99-F120-A86E59620002}"/>
                  </a:ext>
                </a:extLst>
              </p:cNvPr>
              <p:cNvSpPr/>
              <p:nvPr/>
            </p:nvSpPr>
            <p:spPr>
              <a:xfrm>
                <a:off x="2341642" y="4033637"/>
                <a:ext cx="4165791" cy="2923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5:creationId val="2448052771"/>
      </p:ext>
    </p:extLst>
  </p:cSld>
  <p:clrMapOvr>
    <a:masterClrMapping/>
  </p:clrMapOvr>
</p:sld>
</file>

<file path=ppt/slides/slide163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465847D-2123-70F6-FA90-55C7B8CF3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26D2A-2368-DF31-2C0A-D1F05AB55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/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2158B5E-1972-BEEA-3CDE-71F6BFE716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>
                <a:latin typeface="+mn-ea"/>
              </a:rPr>
              <a:t>XX</a:t>
            </a:r>
            <a:r>
              <a:rPr lang="en-US" altLang="ja-JP">
                <a:latin typeface="+mn-ea"/>
              </a:rPr>
              <a:t>XX</a:t>
            </a:r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  <a:p>
            <a:r>
              <a:rPr lang="ja-JP" altLang="en-US">
                <a:latin typeface="+mn-ea"/>
              </a:rPr>
              <a:t>XX</a:t>
            </a:r>
            <a:endParaRPr lang="en-US" altLang="ja-JP">
              <a:latin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D325FA7E-1231-3544-0ED3-3780D957A4D1}"/>
              </a:ext>
            </a:extLst>
          </p:cNvPr>
          <p:cNvGrpSpPr/>
          <p:nvPr/>
        </p:nvGrpSpPr>
        <p:grpSpPr>
          <a:xfrm>
            <a:off x="334962" y="1837592"/>
            <a:ext cx="11522076" cy="4471133"/>
            <a:chOff x="334962" y="1837592"/>
            <a:chExt cx="11522076" cy="4471133"/>
          </a:xfrm>
        </p:grpSpPr>
        <p:sp>
          <p:nvSpPr>
            <p:cNvPr id="7" name="Rectangle: Rounded Corners 6">
              <a:extLst>
                <a:ext uri="{FF2B5EF4-FFF2-40B4-BE49-F238E27FC236}">
                  <ns2:creationId id="{1656E5D9-1814-2DE6-7259-D05D3C0683BB}"/>
                </a:ext>
              </a:extLst>
            </p:cNvPr>
            <p:cNvSpPr/>
            <p:nvPr/>
          </p:nvSpPr>
          <p:spPr>
            <a:xfrm>
              <a:off x="334963" y="1837592"/>
              <a:ext cx="4464000" cy="419879"/>
            </a:xfrm>
            <a:prstGeom prst="roundRect">
              <a:avLst>
                <a:gd name="adj" fmla="val 42869"/>
              </a:avLst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fr-FR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3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ns2:creationId id="{7D3375AA-AF2B-E780-13BC-BD2D1489E766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778369"/>
              <a:ext cx="1152207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ns2:creationId id="{A4C36B65-C079-F14A-45C4-7DB66A956E23}"/>
                </a:ext>
              </a:extLst>
            </p:cNvPr>
            <p:cNvSpPr/>
            <p:nvPr/>
          </p:nvSpPr>
          <p:spPr>
            <a:xfrm>
              <a:off x="2690445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600"/>
                </a:spcBef>
              </a:pPr>
              <a:r>
                <a:rPr kumimoji="1" lang="en-US" altLang="ja-JP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ns2:creationId id="{46E937C8-64BD-74EB-830B-7BD3473FC678}"/>
                </a:ext>
              </a:extLst>
            </p:cNvPr>
            <p:cNvSpPr/>
            <p:nvPr/>
          </p:nvSpPr>
          <p:spPr>
            <a:xfrm>
              <a:off x="5774653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ns2:creationId id="{1C062AF7-FEBF-CF0A-DFBA-1AC0AC7162E9}"/>
                </a:ext>
              </a:extLst>
            </p:cNvPr>
            <p:cNvSpPr/>
            <p:nvPr/>
          </p:nvSpPr>
          <p:spPr>
            <a:xfrm>
              <a:off x="8858861" y="5602489"/>
              <a:ext cx="2998177" cy="706236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spcBef>
                  <a:spcPts val="600"/>
                </a:spcBef>
              </a:pPr>
              <a:r>
                <a:rPr kumimoji="1" lang="fr-FR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ns2:creationId id="{451B8AFD-5457-67E5-95E5-E39E1B89C6EB}"/>
                </a:ext>
              </a:extLst>
            </p:cNvPr>
            <p:cNvSpPr/>
            <p:nvPr/>
          </p:nvSpPr>
          <p:spPr>
            <a:xfrm>
              <a:off x="334963" y="5602489"/>
              <a:ext cx="2215230" cy="70623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fr-FR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ns2:creationId id="{EBBDAAE7-02B7-56A7-75F4-0054C71527E1}"/>
                </a:ext>
              </a:extLst>
            </p:cNvPr>
            <p:cNvSpPr/>
            <p:nvPr/>
          </p:nvSpPr>
          <p:spPr>
            <a:xfrm>
              <a:off x="334962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98525" indent="-266400">
                <a:spcBef>
                  <a:spcPts val="3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fr-FR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ns2:creationId id="{FC6D4B98-F8DA-9E34-B88D-A5833F0D7A0F}"/>
                </a:ext>
              </a:extLst>
            </p:cNvPr>
            <p:cNvSpPr/>
            <p:nvPr/>
          </p:nvSpPr>
          <p:spPr>
            <a:xfrm>
              <a:off x="4220687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6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ns2:creationId id="{BBD71284-CFAB-B6B8-AA48-54929108B30E}"/>
                </a:ext>
              </a:extLst>
            </p:cNvPr>
            <p:cNvSpPr/>
            <p:nvPr/>
          </p:nvSpPr>
          <p:spPr>
            <a:xfrm>
              <a:off x="8106411" y="2862108"/>
              <a:ext cx="3750627" cy="1881342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Bef>
                  <a:spcPts val="200"/>
                </a:spcBef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spcBef>
                  <a:spcPts val="1200"/>
                </a:spcBef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lnSpc>
                  <a:spcPct val="150000"/>
                </a:lnSpc>
                <a:buClr>
                  <a:schemeClr val="accent5"/>
                </a:buClr>
                <a:buFont typeface="+mj-ea"/>
                <a:buAutoNum type="circleNumDbPlain"/>
              </a:pP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ns2:creationId id="{FDF95A12-C2EA-001B-D861-076C5A3594FC}"/>
                </a:ext>
              </a:extLst>
            </p:cNvPr>
            <p:cNvSpPr/>
            <p:nvPr/>
          </p:nvSpPr>
          <p:spPr>
            <a:xfrm>
              <a:off x="334962" y="2373923"/>
              <a:ext cx="11522076" cy="40444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kumimoji="1" lang="ja-JP" altLang="en-US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ns2:creationId id="{FBA81040-C3DB-AC23-DF2E-08899F2DB552}"/>
                </a:ext>
              </a:extLst>
            </p:cNvPr>
            <p:cNvSpPr/>
            <p:nvPr/>
          </p:nvSpPr>
          <p:spPr>
            <a:xfrm>
              <a:off x="441960" y="3599309"/>
              <a:ext cx="468000" cy="10774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fr-FR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fr-FR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ns2:creationId id="{6FE03D04-81BB-CE7D-972E-64B36CAC27C1}"/>
                </a:ext>
              </a:extLst>
            </p:cNvPr>
            <p:cNvGrpSpPr/>
            <p:nvPr/>
          </p:nvGrpSpPr>
          <p:grpSpPr>
            <a:xfrm>
              <a:off x="3139608" y="4915172"/>
              <a:ext cx="5912783" cy="533029"/>
              <a:chOff x="3139608" y="5032567"/>
              <a:chExt cx="5912783" cy="533029"/>
            </a:xfrm>
          </p:grpSpPr>
          <p:sp>
            <p:nvSpPr>
              <p:cNvPr id="23" name="AutoShape 2">
                <a:extLst>
                  <a:ext uri="{FF2B5EF4-FFF2-40B4-BE49-F238E27FC236}">
                    <ns2:creationId id="{2EB8A534-A901-0863-EB64-B2A252CDAADF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2"/>
                </p:custDataLst>
              </p:nvPr>
            </p:nvSpPr>
            <p:spPr bwMode="auto">
              <a:xfrm rot="16200000" flipH="1">
                <a:off x="5862000" y="2310175"/>
                <a:ext cx="468000" cy="5912783"/>
              </a:xfrm>
              <a:prstGeom prst="homePlate">
                <a:avLst>
                  <a:gd name="adj" fmla="val 100000"/>
                </a:avLst>
              </a:prstGeom>
              <a:solidFill>
                <a:schemeClr val="accent5">
                  <a:alpha val="50000"/>
                </a:schemeClr>
              </a:solidFill>
              <a:ln>
                <a:noFill/>
              </a:ln>
              <a:effectLst/>
            </p:spPr>
            <p:txBody>
              <a:bodyPr wrap="none" lIns="0" tIns="0" rIns="0" bIns="0" anchor="ctr"/>
              <a:lstStyle/>
              <a:p>
                <a:endParaRPr lang="fr-FR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ns2:creationId id="{F428D8C0-A132-56A5-A48E-54C93D63AC96}"/>
                  </a:ext>
                </a:extLst>
              </p:cNvPr>
              <p:cNvSpPr/>
              <p:nvPr/>
            </p:nvSpPr>
            <p:spPr>
              <a:xfrm>
                <a:off x="4377125" y="5043269"/>
                <a:ext cx="3437751" cy="52232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</a:pPr>
                <a:r>
                  <a:rPr kumimoji="1" lang="fr-FR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fr-FR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ns2:creationId id="{C6DB92CC-6300-5C46-8C9F-B26C74D4AEC3}"/>
                </a:ext>
              </a:extLst>
            </p:cNvPr>
            <p:cNvCxnSpPr>
              <a:cxnSpLocks/>
            </p:cNvCxnSpPr>
            <p:nvPr/>
          </p:nvCxnSpPr>
          <p:spPr>
            <a:xfrm>
              <a:off x="2578115" y="5602489"/>
              <a:ext cx="0" cy="706236"/>
            </a:xfrm>
            <a:prstGeom prst="line">
              <a:avLst/>
            </a:prstGeom>
            <a:ln w="38100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Graphic 35" descr="Hierarchy with solid fill">
              <a:extLst>
                <a:ext uri="{FF2B5EF4-FFF2-40B4-BE49-F238E27FC236}">
                  <ns2:creationId id="{DE378FF6-6163-5279-3B8B-A1E31A87B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3401589" y="4059450"/>
              <a:ext cx="684000" cy="684000"/>
            </a:xfrm>
            <a:prstGeom prst="rect">
              <a:avLst/>
            </a:prstGeom>
          </p:spPr>
        </p:pic>
        <p:pic>
          <p:nvPicPr>
            <p:cNvPr id="38" name="Graphic 37" descr="Battery charging with solid fill">
              <a:extLst>
                <a:ext uri="{FF2B5EF4-FFF2-40B4-BE49-F238E27FC236}">
                  <ns2:creationId id="{A560FD5F-5C59-7ECE-F159-42778D4295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1173038" y="4059450"/>
              <a:ext cx="684000" cy="684000"/>
            </a:xfrm>
            <a:prstGeom prst="rect">
              <a:avLst/>
            </a:prstGeom>
          </p:spPr>
        </p:pic>
        <p:pic>
          <p:nvPicPr>
            <p:cNvPr id="40" name="Graphic 39" descr="Circles with arrows with solid fill">
              <a:extLst>
                <a:ext uri="{FF2B5EF4-FFF2-40B4-BE49-F238E27FC236}">
                  <ns2:creationId id="{4869FD00-6891-A78E-9D33-3527823FC6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7287314" y="4059450"/>
              <a:ext cx="684000" cy="684000"/>
            </a:xfrm>
            <a:prstGeom prst="rect">
              <a:avLst/>
            </a:prstGeom>
          </p:spPr>
        </p:pic>
        <p:pic>
          <p:nvPicPr>
            <p:cNvPr id="42" name="Graphic 41" descr="Compass with solid fill">
              <a:extLst>
                <a:ext uri="{FF2B5EF4-FFF2-40B4-BE49-F238E27FC236}">
                  <ns2:creationId id="{B1D7F07D-9044-6A49-36F3-9F75E6EFA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5077006" y="2373923"/>
              <a:ext cx="403200" cy="403200"/>
            </a:xfrm>
            <a:prstGeom prst="rect">
              <a:avLst/>
            </a:prstGeom>
          </p:spPr>
        </p:pic>
      </p:grpSp>
      <p:sp>
        <p:nvSpPr>
          <p:cNvPr id="43" name="Textfeld 1">
            <a:extLst>
              <a:ext uri="{FF2B5EF4-FFF2-40B4-BE49-F238E27FC236}">
                <ns2:creationId id="{B7312F8C-A771-12F3-AA8B-A82EC7D7D0D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0985580" y="92115"/>
            <a:ext cx="1101000" cy="274648"/>
          </a:xfrm>
          <a:prstGeom prst="rect">
            <a:avLst/>
          </a:prstGeom>
          <a:solidFill>
            <a:srgbClr val="FFD94D"/>
          </a:solidFill>
          <a:ln w="9525" cap="rnd" cmpd="sng">
            <a:solidFill>
              <a:srgbClr val="858585">
                <a:lumMod val="100000"/>
              </a:srgbClr>
            </a:solidFill>
            <a:prstDash val="solid"/>
          </a:ln>
        </p:spPr>
        <p:txBody>
          <a:bodyPr vert="horz" wrap="square" lIns="107400" tIns="53700" rIns="107400" bIns="53700" rtlCol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358"/>
              </a:spcAft>
            </a:pPr>
            <a:r>
              <a:rPr lang="fr-FR" altLang="ja-JP" sz="1200" b="1">
                <a:solidFill>
                  <a:srgbClr val="000000"/>
                </a:solidFill>
                <a:sym typeface="Trebuchet MS" panose="020B0603020202020204" pitchFamily="34" charset="0"/>
              </a:rPr>
              <a:t>XX</a:t>
            </a:r>
            <a:endParaRPr lang="fr-FR" altLang="ja-JP" sz="1200" b="1">
              <a:solidFill>
                <a:srgbClr val="000000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ns5:creationId val="381757408"/>
      </p:ext>
    </p:extLst>
  </p:cSld>
  <p:clrMapOvr>
    <a:masterClrMapping/>
  </p:clrMapOvr>
</p:sld>
</file>

<file path=ppt/slides/slide16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2985083-6459-4928-9B72-E5885D365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01563D8-4F61-3874-B6E3-39908E9AB3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</a:p>
        </p:txBody>
      </p:sp>
      <p:grpSp>
        <p:nvGrpSpPr>
          <p:cNvPr id="15" name="グループ化 14">
            <a:extLst>
              <a:ext uri="{FF2B5EF4-FFF2-40B4-BE49-F238E27FC236}">
                <ns2:creationId id="{ADB1BE21-3E93-519E-543E-B35876634992}"/>
              </a:ext>
            </a:extLst>
          </p:cNvPr>
          <p:cNvGrpSpPr/>
          <p:nvPr/>
        </p:nvGrpSpPr>
        <p:grpSpPr>
          <a:xfrm>
            <a:off x="334962" y="1635460"/>
            <a:ext cx="11570196" cy="468000"/>
            <a:chOff x="334962" y="1635460"/>
            <a:chExt cx="11570196" cy="468000"/>
          </a:xfrm>
        </p:grpSpPr>
        <p:sp>
          <p:nvSpPr>
            <p:cNvPr id="7" name="Rectangle: Rounded Corners 6">
              <a:extLst>
                <a:ext uri="{FF2B5EF4-FFF2-40B4-BE49-F238E27FC236}">
                  <ns2:creationId id="{EF7413BE-B490-888B-DF28-E798732409ED}"/>
                </a:ext>
              </a:extLst>
            </p:cNvPr>
            <p:cNvSpPr/>
            <p:nvPr/>
          </p:nvSpPr>
          <p:spPr>
            <a:xfrm>
              <a:off x="802962" y="1635460"/>
              <a:ext cx="11102196" cy="46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5" name="グラフィックス 4" descr="リサーチ 枠線">
              <a:extLst>
                <a:ext uri="{FF2B5EF4-FFF2-40B4-BE49-F238E27FC236}">
                  <ns2:creationId id="{A24DB045-B4D3-508E-29D1-A3905C587C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34962" y="1635460"/>
              <a:ext cx="468000" cy="468000"/>
            </a:xfrm>
            <a:prstGeom prst="rect">
              <a:avLst/>
            </a:prstGeom>
          </p:spPr>
        </p:pic>
      </p:grpSp>
      <p:grpSp>
        <p:nvGrpSpPr>
          <p:cNvPr id="14" name="グループ化 13">
            <a:extLst>
              <a:ext uri="{FF2B5EF4-FFF2-40B4-BE49-F238E27FC236}">
                <ns2:creationId id="{05A92CFD-6DFD-59CE-7646-1490825EFEC8}"/>
              </a:ext>
            </a:extLst>
          </p:cNvPr>
          <p:cNvGrpSpPr/>
          <p:nvPr/>
        </p:nvGrpSpPr>
        <p:grpSpPr>
          <a:xfrm>
            <a:off x="334963" y="2231688"/>
            <a:ext cx="11514066" cy="4096760"/>
            <a:chOff x="334963" y="2231688"/>
            <a:chExt cx="11514066" cy="4096760"/>
          </a:xfrm>
        </p:grpSpPr>
        <p:sp>
          <p:nvSpPr>
            <p:cNvPr id="9" name="四角形: 角を丸くする 6">
              <a:extLst>
                <a:ext uri="{FF2B5EF4-FFF2-40B4-BE49-F238E27FC236}">
                  <ns2:creationId id="{F9904991-4583-CA06-76C6-1A1CC7746D70}"/>
                </a:ext>
              </a:extLst>
            </p:cNvPr>
            <p:cNvSpPr/>
            <p:nvPr/>
          </p:nvSpPr>
          <p:spPr>
            <a:xfrm>
              <a:off x="334963" y="3318860"/>
              <a:ext cx="972000" cy="3009588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四角形: 角を丸くする 6">
              <a:extLst>
                <a:ext uri="{FF2B5EF4-FFF2-40B4-BE49-F238E27FC236}">
                  <ns2:creationId id="{071CF808-4A4A-A322-F28B-551B3E1BABD6}"/>
                </a:ext>
              </a:extLst>
            </p:cNvPr>
            <p:cNvSpPr/>
            <p:nvPr/>
          </p:nvSpPr>
          <p:spPr>
            <a:xfrm>
              <a:off x="334963" y="2572045"/>
              <a:ext cx="972000" cy="288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6">
              <a:extLst>
                <a:ext uri="{FF2B5EF4-FFF2-40B4-BE49-F238E27FC236}">
                  <ns2:creationId id="{FA1F84AC-99F8-7770-ACF2-07E65054020D}"/>
                </a:ext>
              </a:extLst>
            </p:cNvPr>
            <p:cNvSpPr/>
            <p:nvPr/>
          </p:nvSpPr>
          <p:spPr>
            <a:xfrm>
              <a:off x="334963" y="2891453"/>
              <a:ext cx="972000" cy="396000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6">
              <a:extLst>
                <a:ext uri="{FF2B5EF4-FFF2-40B4-BE49-F238E27FC236}">
                  <ns2:creationId id="{64787BE7-82DB-28BD-74F9-791568020D7A}"/>
                </a:ext>
              </a:extLst>
            </p:cNvPr>
            <p:cNvSpPr/>
            <p:nvPr/>
          </p:nvSpPr>
          <p:spPr>
            <a:xfrm>
              <a:off x="1368361" y="2572045"/>
              <a:ext cx="5200343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四角形: 角を丸くする 6">
              <a:extLst>
                <a:ext uri="{FF2B5EF4-FFF2-40B4-BE49-F238E27FC236}">
                  <ns2:creationId id="{E4DEB895-4571-7355-06BE-739A743A31BC}"/>
                </a:ext>
              </a:extLst>
            </p:cNvPr>
            <p:cNvSpPr/>
            <p:nvPr/>
          </p:nvSpPr>
          <p:spPr>
            <a:xfrm>
              <a:off x="1368361" y="2891453"/>
              <a:ext cx="520034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四角形: 角を丸くする 6">
              <a:extLst>
                <a:ext uri="{FF2B5EF4-FFF2-40B4-BE49-F238E27FC236}">
                  <ns2:creationId id="{DA913066-749B-9002-04AC-9155D8ADDF0C}"/>
                </a:ext>
              </a:extLst>
            </p:cNvPr>
            <p:cNvSpPr/>
            <p:nvPr/>
          </p:nvSpPr>
          <p:spPr>
            <a:xfrm>
              <a:off x="1368361" y="3340894"/>
              <a:ext cx="5200343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2" name="四角形: 角を丸くする 6">
              <a:extLst>
                <a:ext uri="{FF2B5EF4-FFF2-40B4-BE49-F238E27FC236}">
                  <ns2:creationId id="{A527E421-2C72-6DAD-3531-C14642536801}"/>
                </a:ext>
              </a:extLst>
            </p:cNvPr>
            <p:cNvSpPr/>
            <p:nvPr/>
          </p:nvSpPr>
          <p:spPr>
            <a:xfrm>
              <a:off x="6616166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6">
              <a:extLst>
                <a:ext uri="{FF2B5EF4-FFF2-40B4-BE49-F238E27FC236}">
                  <ns2:creationId id="{67A773D7-A5AD-94E8-A7D0-13C3026C5D28}"/>
                </a:ext>
              </a:extLst>
            </p:cNvPr>
            <p:cNvSpPr/>
            <p:nvPr/>
          </p:nvSpPr>
          <p:spPr>
            <a:xfrm>
              <a:off x="6616166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四角形: 角を丸くする 6">
              <a:extLst>
                <a:ext uri="{FF2B5EF4-FFF2-40B4-BE49-F238E27FC236}">
                  <ns2:creationId id="{0A5E0DD6-0292-1840-EA9B-774540AB1CB9}"/>
                </a:ext>
              </a:extLst>
            </p:cNvPr>
            <p:cNvSpPr/>
            <p:nvPr/>
          </p:nvSpPr>
          <p:spPr>
            <a:xfrm>
              <a:off x="9230113" y="2572045"/>
              <a:ext cx="2557504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四角形: 角を丸くする 6">
              <a:extLst>
                <a:ext uri="{FF2B5EF4-FFF2-40B4-BE49-F238E27FC236}">
                  <ns2:creationId id="{5DC7023C-1CFB-0A31-A415-B0D34A0C0120}"/>
                </a:ext>
              </a:extLst>
            </p:cNvPr>
            <p:cNvSpPr/>
            <p:nvPr/>
          </p:nvSpPr>
          <p:spPr>
            <a:xfrm>
              <a:off x="9230113" y="2891453"/>
              <a:ext cx="2557504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四角形: 角を丸くする 6">
              <a:extLst>
                <a:ext uri="{FF2B5EF4-FFF2-40B4-BE49-F238E27FC236}">
                  <ns2:creationId id="{FFB6B7CB-B41E-150F-5881-A32356752F33}"/>
                </a:ext>
              </a:extLst>
            </p:cNvPr>
            <p:cNvSpPr/>
            <p:nvPr/>
          </p:nvSpPr>
          <p:spPr>
            <a:xfrm>
              <a:off x="6616166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8" name="四角形: 角を丸くする 6">
              <a:extLst>
                <a:ext uri="{FF2B5EF4-FFF2-40B4-BE49-F238E27FC236}">
                  <ns2:creationId id="{F745D00D-567A-B436-3A57-AB225C0A2B5A}"/>
                </a:ext>
              </a:extLst>
            </p:cNvPr>
            <p:cNvSpPr/>
            <p:nvPr/>
          </p:nvSpPr>
          <p:spPr>
            <a:xfrm>
              <a:off x="9230113" y="3340894"/>
              <a:ext cx="2557504" cy="649867"/>
            </a:xfrm>
            <a:prstGeom prst="roundRect">
              <a:avLst>
                <a:gd name="adj" fmla="val 8309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0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8" name="直線コネクタ 97">
              <a:extLst>
                <a:ext uri="{FF2B5EF4-FFF2-40B4-BE49-F238E27FC236}">
                  <ns2:creationId id="{AD35D24C-7942-05EA-EACD-855AF459F734}"/>
                </a:ext>
              </a:extLst>
            </p:cNvPr>
            <p:cNvCxnSpPr/>
            <p:nvPr/>
          </p:nvCxnSpPr>
          <p:spPr>
            <a:xfrm>
              <a:off x="9230114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556430E2-24CB-DA93-0767-B5A5F70363D5}"/>
                </a:ext>
              </a:extLst>
            </p:cNvPr>
            <p:cNvCxnSpPr/>
            <p:nvPr/>
          </p:nvCxnSpPr>
          <p:spPr>
            <a:xfrm>
              <a:off x="6616167" y="2875750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7BFEE0A9-6D7A-D19D-0CBC-71CB2AD60024}"/>
                </a:ext>
              </a:extLst>
            </p:cNvPr>
            <p:cNvCxnSpPr/>
            <p:nvPr/>
          </p:nvCxnSpPr>
          <p:spPr>
            <a:xfrm>
              <a:off x="1368361" y="2875749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54718723-2FE4-C224-A56F-FBCD55848FF9}"/>
                </a:ext>
              </a:extLst>
            </p:cNvPr>
            <p:cNvCxnSpPr/>
            <p:nvPr/>
          </p:nvCxnSpPr>
          <p:spPr>
            <a:xfrm>
              <a:off x="9230114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3B3586E0-BA92-4FB0-9466-D7F529677524}"/>
                </a:ext>
              </a:extLst>
            </p:cNvPr>
            <p:cNvCxnSpPr/>
            <p:nvPr/>
          </p:nvCxnSpPr>
          <p:spPr>
            <a:xfrm>
              <a:off x="6616167" y="3303157"/>
              <a:ext cx="2557504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3309F27C-F285-F5A3-100D-1339344726A4}"/>
                </a:ext>
              </a:extLst>
            </p:cNvPr>
            <p:cNvCxnSpPr/>
            <p:nvPr/>
          </p:nvCxnSpPr>
          <p:spPr>
            <a:xfrm>
              <a:off x="1368361" y="3303156"/>
              <a:ext cx="519887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四角形: 角を丸くする 6">
              <a:extLst>
                <a:ext uri="{FF2B5EF4-FFF2-40B4-BE49-F238E27FC236}">
                  <ns2:creationId id="{A1685533-94FE-8DD7-63B6-C67B755D44B6}"/>
                </a:ext>
              </a:extLst>
            </p:cNvPr>
            <p:cNvSpPr/>
            <p:nvPr/>
          </p:nvSpPr>
          <p:spPr>
            <a:xfrm>
              <a:off x="6631075" y="4030541"/>
              <a:ext cx="763664" cy="112499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四角形: 角を丸くする 6">
              <a:extLst>
                <a:ext uri="{FF2B5EF4-FFF2-40B4-BE49-F238E27FC236}">
                  <ns2:creationId id="{835E2156-B002-C607-2186-E1E8B55DEBF6}"/>
                </a:ext>
              </a:extLst>
            </p:cNvPr>
            <p:cNvSpPr/>
            <p:nvPr/>
          </p:nvSpPr>
          <p:spPr>
            <a:xfrm>
              <a:off x="7438807" y="4030542"/>
              <a:ext cx="1749772" cy="112499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四角形: 角を丸くする 6">
              <a:extLst>
                <a:ext uri="{FF2B5EF4-FFF2-40B4-BE49-F238E27FC236}">
                  <ns2:creationId id="{02AF61B4-256C-49D3-F6E7-4E153E739AED}"/>
                </a:ext>
              </a:extLst>
            </p:cNvPr>
            <p:cNvSpPr/>
            <p:nvPr/>
          </p:nvSpPr>
          <p:spPr>
            <a:xfrm>
              <a:off x="6631075" y="5197103"/>
              <a:ext cx="763664" cy="11205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7" name="四角形: 角を丸くする 6">
              <a:extLst>
                <a:ext uri="{FF2B5EF4-FFF2-40B4-BE49-F238E27FC236}">
                  <ns2:creationId id="{31758A50-5C02-297B-ED04-B1FF9D5D4C10}"/>
                </a:ext>
              </a:extLst>
            </p:cNvPr>
            <p:cNvSpPr/>
            <p:nvPr/>
          </p:nvSpPr>
          <p:spPr>
            <a:xfrm>
              <a:off x="7438807" y="5197103"/>
              <a:ext cx="1749772" cy="112054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四角形: 角を丸くする 6">
              <a:extLst>
                <a:ext uri="{FF2B5EF4-FFF2-40B4-BE49-F238E27FC236}">
                  <ns2:creationId id="{69B18B90-BBA1-9A4D-CDDA-9DADC58663F0}"/>
                </a:ext>
              </a:extLst>
            </p:cNvPr>
            <p:cNvSpPr/>
            <p:nvPr/>
          </p:nvSpPr>
          <p:spPr>
            <a:xfrm>
              <a:off x="9230112" y="4030539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it-IT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四角形: 角を丸くする 6">
              <a:extLst>
                <a:ext uri="{FF2B5EF4-FFF2-40B4-BE49-F238E27FC236}">
                  <ns2:creationId id="{8D4606A8-ED8A-8E6C-CD41-AC0483C6C706}"/>
                </a:ext>
              </a:extLst>
            </p:cNvPr>
            <p:cNvSpPr/>
            <p:nvPr/>
          </p:nvSpPr>
          <p:spPr>
            <a:xfrm>
              <a:off x="10037845" y="4030539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四角形: 角を丸くする 6">
              <a:extLst>
                <a:ext uri="{FF2B5EF4-FFF2-40B4-BE49-F238E27FC236}">
                  <ns2:creationId id="{EB409A18-5354-9325-E557-1963FBB608FC}"/>
                </a:ext>
              </a:extLst>
            </p:cNvPr>
            <p:cNvSpPr/>
            <p:nvPr/>
          </p:nvSpPr>
          <p:spPr>
            <a:xfrm>
              <a:off x="9230112" y="4804117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四角形: 角を丸くする 6">
              <a:extLst>
                <a:ext uri="{FF2B5EF4-FFF2-40B4-BE49-F238E27FC236}">
                  <ns2:creationId id="{2FAE24C6-92A5-EE2D-F2A2-58190F818025}"/>
                </a:ext>
              </a:extLst>
            </p:cNvPr>
            <p:cNvSpPr/>
            <p:nvPr/>
          </p:nvSpPr>
          <p:spPr>
            <a:xfrm>
              <a:off x="10037845" y="4804117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四角形: 角を丸くする 6">
              <a:extLst>
                <a:ext uri="{FF2B5EF4-FFF2-40B4-BE49-F238E27FC236}">
                  <ns2:creationId id="{2B47616D-7635-1364-04D8-B9A8992C60FA}"/>
                </a:ext>
              </a:extLst>
            </p:cNvPr>
            <p:cNvSpPr/>
            <p:nvPr/>
          </p:nvSpPr>
          <p:spPr>
            <a:xfrm>
              <a:off x="9230112" y="5577695"/>
              <a:ext cx="763664" cy="739953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四角形: 角を丸くする 6">
              <a:extLst>
                <a:ext uri="{FF2B5EF4-FFF2-40B4-BE49-F238E27FC236}">
                  <ns2:creationId id="{02B6A3B6-C3E6-1B38-08D8-138E82D561E2}"/>
                </a:ext>
              </a:extLst>
            </p:cNvPr>
            <p:cNvSpPr/>
            <p:nvPr/>
          </p:nvSpPr>
          <p:spPr>
            <a:xfrm>
              <a:off x="10037845" y="5577695"/>
              <a:ext cx="1749772" cy="73995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11" name="直線コネクタ 110">
              <a:extLst>
                <a:ext uri="{FF2B5EF4-FFF2-40B4-BE49-F238E27FC236}">
                  <ns2:creationId id="{C4677A3B-E76B-3D5F-2473-61C8D3E31F07}"/>
                </a:ext>
              </a:extLst>
            </p:cNvPr>
            <p:cNvCxnSpPr/>
            <p:nvPr/>
          </p:nvCxnSpPr>
          <p:spPr>
            <a:xfrm>
              <a:off x="7438806" y="5176321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EC64B4E8-D40D-DDDB-9692-EEB68D648B05}"/>
                </a:ext>
              </a:extLst>
            </p:cNvPr>
            <p:cNvCxnSpPr/>
            <p:nvPr/>
          </p:nvCxnSpPr>
          <p:spPr>
            <a:xfrm>
              <a:off x="10037845" y="4787304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F2545787-C18D-5030-0C77-4DF9301D9D9E}"/>
                </a:ext>
              </a:extLst>
            </p:cNvPr>
            <p:cNvCxnSpPr/>
            <p:nvPr/>
          </p:nvCxnSpPr>
          <p:spPr>
            <a:xfrm>
              <a:off x="10037845" y="5560882"/>
              <a:ext cx="17497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0" name="グループ化 129">
              <a:extLst>
                <a:ext uri="{FF2B5EF4-FFF2-40B4-BE49-F238E27FC236}">
                  <ns2:creationId id="{3C0A5A7D-67F2-1BCD-6C68-49E0044E60B6}"/>
                </a:ext>
              </a:extLst>
            </p:cNvPr>
            <p:cNvGrpSpPr/>
            <p:nvPr/>
          </p:nvGrpSpPr>
          <p:grpSpPr>
            <a:xfrm>
              <a:off x="6616167" y="2231688"/>
              <a:ext cx="2618916" cy="288000"/>
              <a:chOff x="6616167" y="2231688"/>
              <a:chExt cx="2618916" cy="288000"/>
            </a:xfrm>
          </p:grpSpPr>
          <p:sp>
            <p:nvSpPr>
              <p:cNvPr id="21" name="山形 65">
                <a:extLst>
                  <a:ext uri="{FF2B5EF4-FFF2-40B4-BE49-F238E27FC236}">
                    <ns2:creationId id="{38886E1E-8435-B34E-489B-FD677B027323}"/>
                  </a:ext>
                </a:extLst>
              </p:cNvPr>
              <p:cNvSpPr/>
              <p:nvPr/>
            </p:nvSpPr>
            <p:spPr>
              <a:xfrm>
                <a:off x="6616167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2 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3" name="グラフィックス 122" descr="ターゲット 単色塗りつぶし">
                <a:extLst>
                  <a:ext uri="{FF2B5EF4-FFF2-40B4-BE49-F238E27FC236}">
                    <ns2:creationId id="{5A96DF25-BCA4-A37F-DAF8-624698A33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012779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9" name="グループ化 128">
              <a:extLst>
                <a:ext uri="{FF2B5EF4-FFF2-40B4-BE49-F238E27FC236}">
                  <ns2:creationId id="{D8EA121B-41B1-E886-2ED2-2B0608760554}"/>
                </a:ext>
              </a:extLst>
            </p:cNvPr>
            <p:cNvGrpSpPr/>
            <p:nvPr/>
          </p:nvGrpSpPr>
          <p:grpSpPr>
            <a:xfrm>
              <a:off x="9230113" y="2231688"/>
              <a:ext cx="2618916" cy="288000"/>
              <a:chOff x="9230113" y="2231688"/>
              <a:chExt cx="2618916" cy="288000"/>
            </a:xfrm>
          </p:grpSpPr>
          <p:sp>
            <p:nvSpPr>
              <p:cNvPr id="25" name="山形 66">
                <a:extLst>
                  <a:ext uri="{FF2B5EF4-FFF2-40B4-BE49-F238E27FC236}">
                    <ns2:creationId id="{B6C34CBF-A99D-EF34-9335-8310C0DA7B64}"/>
                  </a:ext>
                </a:extLst>
              </p:cNvPr>
              <p:cNvSpPr/>
              <p:nvPr/>
            </p:nvSpPr>
            <p:spPr>
              <a:xfrm>
                <a:off x="9230113" y="2231688"/>
                <a:ext cx="2618916" cy="288000"/>
              </a:xfrm>
              <a:prstGeom prst="chevron">
                <a:avLst>
                  <a:gd name="adj" fmla="val 18094"/>
                </a:avLst>
              </a:prstGeom>
              <a:solidFill>
                <a:schemeClr val="accent5">
                  <a:alpha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+mn-ea"/>
                  </a:rPr>
                  <a:t>3 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kumimoji="1" lang="ja-JP" altLang="en-US" sz="14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25" name="グラフィックス 124" descr="フローチャート 単色塗りつぶし">
                <a:extLst>
                  <a:ext uri="{FF2B5EF4-FFF2-40B4-BE49-F238E27FC236}">
                    <ns2:creationId id="{A6E37B78-6416-4F3A-D4B5-E7F71378A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417402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31" name="グループ化 130">
              <a:extLst>
                <a:ext uri="{FF2B5EF4-FFF2-40B4-BE49-F238E27FC236}">
                  <ns2:creationId id="{7255D184-FAE0-FBBC-C361-46B7D941B882}"/>
                </a:ext>
              </a:extLst>
            </p:cNvPr>
            <p:cNvGrpSpPr/>
            <p:nvPr/>
          </p:nvGrpSpPr>
          <p:grpSpPr>
            <a:xfrm>
              <a:off x="1368361" y="2231688"/>
              <a:ext cx="5252776" cy="288000"/>
              <a:chOff x="1368361" y="2231688"/>
              <a:chExt cx="5252776" cy="288000"/>
            </a:xfrm>
          </p:grpSpPr>
          <p:sp>
            <p:nvSpPr>
              <p:cNvPr id="13" name="ホームベース 64">
                <a:extLst>
                  <a:ext uri="{FF2B5EF4-FFF2-40B4-BE49-F238E27FC236}">
                    <ns2:creationId id="{992F5DF7-38D7-9237-EBEA-240862B0FE8F}"/>
                  </a:ext>
                </a:extLst>
              </p:cNvPr>
              <p:cNvSpPr/>
              <p:nvPr/>
            </p:nvSpPr>
            <p:spPr>
              <a:xfrm>
                <a:off x="1368361" y="2231688"/>
                <a:ext cx="5252776" cy="288000"/>
              </a:xfrm>
              <a:prstGeom prst="homePlate">
                <a:avLst>
                  <a:gd name="adj" fmla="val 18206"/>
                </a:avLst>
              </a:prstGeom>
              <a:solidFill>
                <a:schemeClr val="accent5"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>
                    <a:latin typeface="+mn-ea"/>
                  </a:rPr>
                  <a:t>XX</a:t>
                </a:r>
                <a:r>
                  <a:rPr kumimoji="1" lang="ja-JP" altLang="en-US" sz="1100">
                    <a:latin typeface="+mn-ea"/>
                  </a:rPr>
                  <a:t> </a:t>
                </a:r>
                <a:r>
                  <a:rPr kumimoji="1" lang="ja-JP" altLang="en-US" sz="1400">
                    <a:latin typeface="+mn-ea"/>
                  </a:rPr>
                  <a:t>XX</a:t>
                </a:r>
                <a:r>
                  <a:rPr kumimoji="1" lang="ja-JP" altLang="en-US" sz="1400" dirty="0">
                    <a:latin typeface="+mn-ea"/>
                  </a:rPr>
                  <a:t>XX</a:t>
                </a:r>
              </a:p>
            </p:txBody>
          </p:sp>
          <p:pic>
            <p:nvPicPr>
              <p:cNvPr id="127" name="グラフィックス 126" descr="クリップボード: 混合 単色塗りつぶし">
                <a:extLst>
                  <a:ext uri="{FF2B5EF4-FFF2-40B4-BE49-F238E27FC236}">
                    <ns2:creationId id="{CAED53A1-8867-24C4-7E75-B659474F3C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3086995" y="2231688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6B131AF0-03DE-6F4E-6B7D-664B31E01D31}"/>
                </a:ext>
              </a:extLst>
            </p:cNvPr>
            <p:cNvGrpSpPr/>
            <p:nvPr/>
          </p:nvGrpSpPr>
          <p:grpSpPr>
            <a:xfrm>
              <a:off x="1368361" y="4030541"/>
              <a:ext cx="5145749" cy="2278183"/>
              <a:chOff x="1368361" y="4033637"/>
              <a:chExt cx="5145749" cy="2334326"/>
            </a:xfrm>
          </p:grpSpPr>
          <p:sp>
            <p:nvSpPr>
              <p:cNvPr id="53" name="四角形: 角を丸くする 6">
                <a:extLst>
                  <a:ext uri="{FF2B5EF4-FFF2-40B4-BE49-F238E27FC236}">
                    <ns2:creationId id="{2ECBF6E5-9161-E73F-05FB-4B8DF3A4811D}"/>
                  </a:ext>
                </a:extLst>
              </p:cNvPr>
              <p:cNvSpPr/>
              <p:nvPr/>
            </p:nvSpPr>
            <p:spPr>
              <a:xfrm>
                <a:off x="1368361" y="5304279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四角形: 角を丸くする 6">
                <a:extLst>
                  <a:ext uri="{FF2B5EF4-FFF2-40B4-BE49-F238E27FC236}">
                    <ns2:creationId id="{3B93273D-81A2-4B1E-CEF0-43428E9F29C3}"/>
                  </a:ext>
                </a:extLst>
              </p:cNvPr>
              <p:cNvSpPr/>
              <p:nvPr/>
            </p:nvSpPr>
            <p:spPr>
              <a:xfrm>
                <a:off x="1368361" y="5671324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四角形: 角を丸くする 6">
                <a:extLst>
                  <a:ext uri="{FF2B5EF4-FFF2-40B4-BE49-F238E27FC236}">
                    <ns2:creationId id="{55C38EC9-9C5D-9598-FA45-B1963DC0E7E1}"/>
                  </a:ext>
                </a:extLst>
              </p:cNvPr>
              <p:cNvSpPr/>
              <p:nvPr/>
            </p:nvSpPr>
            <p:spPr>
              <a:xfrm>
                <a:off x="1368361" y="6038368"/>
                <a:ext cx="916838" cy="329595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四角形: 角を丸くする 6">
                <a:extLst>
                  <a:ext uri="{FF2B5EF4-FFF2-40B4-BE49-F238E27FC236}">
                    <ns2:creationId id="{5500AD66-ADA4-5C94-153B-5F9DC4DAB591}"/>
                  </a:ext>
                </a:extLst>
              </p:cNvPr>
              <p:cNvSpPr/>
              <p:nvPr/>
            </p:nvSpPr>
            <p:spPr>
              <a:xfrm>
                <a:off x="2348318" y="5304279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四角形: 角を丸くする 6">
                <a:extLst>
                  <a:ext uri="{FF2B5EF4-FFF2-40B4-BE49-F238E27FC236}">
                    <ns2:creationId id="{EDE51E28-5E1D-F06E-1EA1-847DB35CC6BA}"/>
                  </a:ext>
                </a:extLst>
              </p:cNvPr>
              <p:cNvSpPr/>
              <p:nvPr/>
            </p:nvSpPr>
            <p:spPr>
              <a:xfrm>
                <a:off x="2348318" y="5678543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四角形: 角を丸くする 6">
                <a:extLst>
                  <a:ext uri="{FF2B5EF4-FFF2-40B4-BE49-F238E27FC236}">
                    <ns2:creationId id="{96ABC09C-DF5C-2616-11D7-A627AADDE2DA}"/>
                  </a:ext>
                </a:extLst>
              </p:cNvPr>
              <p:cNvSpPr/>
              <p:nvPr/>
            </p:nvSpPr>
            <p:spPr>
              <a:xfrm>
                <a:off x="2348318" y="6027766"/>
                <a:ext cx="4165791" cy="3295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6">
                <a:extLst>
                  <a:ext uri="{FF2B5EF4-FFF2-40B4-BE49-F238E27FC236}">
                    <ns2:creationId id="{270C5D98-7BE6-DC5E-F021-EE10A563384A}"/>
                  </a:ext>
                </a:extLst>
              </p:cNvPr>
              <p:cNvSpPr/>
              <p:nvPr/>
            </p:nvSpPr>
            <p:spPr>
              <a:xfrm>
                <a:off x="1368361" y="4033637"/>
                <a:ext cx="916838" cy="1233193"/>
              </a:xfrm>
              <a:prstGeom prst="rect">
                <a:avLst/>
              </a:prstGeom>
              <a:solidFill>
                <a:srgbClr val="008D2E">
                  <a:alpha val="30196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四角形: 角を丸くする 6">
                <a:extLst>
                  <a:ext uri="{FF2B5EF4-FFF2-40B4-BE49-F238E27FC236}">
                    <ns2:creationId id="{E95D0FED-1BC0-3C44-10D1-07E8BE89DC92}"/>
                  </a:ext>
                </a:extLst>
              </p:cNvPr>
              <p:cNvSpPr/>
              <p:nvPr/>
            </p:nvSpPr>
            <p:spPr>
              <a:xfrm>
                <a:off x="2348318" y="4351067"/>
                <a:ext cx="720000" cy="2808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6">
                <a:extLst>
                  <a:ext uri="{FF2B5EF4-FFF2-40B4-BE49-F238E27FC236}">
                    <ns2:creationId id="{83251656-E5FC-A7F9-9D3E-6F8A16025E8F}"/>
                  </a:ext>
                </a:extLst>
              </p:cNvPr>
              <p:cNvSpPr/>
              <p:nvPr/>
            </p:nvSpPr>
            <p:spPr>
              <a:xfrm>
                <a:off x="2348318" y="4667113"/>
                <a:ext cx="720000" cy="281134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6">
                <a:extLst>
                  <a:ext uri="{FF2B5EF4-FFF2-40B4-BE49-F238E27FC236}">
                    <ns2:creationId id="{82B7DC16-E470-ECC0-C8D5-D3B82610BC4F}"/>
                  </a:ext>
                </a:extLst>
              </p:cNvPr>
              <p:cNvSpPr/>
              <p:nvPr/>
            </p:nvSpPr>
            <p:spPr>
              <a:xfrm>
                <a:off x="2348318" y="4985696"/>
                <a:ext cx="720000" cy="281134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四角形: 角を丸くする 6">
                <a:extLst>
                  <a:ext uri="{FF2B5EF4-FFF2-40B4-BE49-F238E27FC236}">
                    <ns2:creationId id="{1BAC5E24-3697-7F52-B4F9-8550C51D680C}"/>
                  </a:ext>
                </a:extLst>
              </p:cNvPr>
              <p:cNvSpPr/>
              <p:nvPr/>
            </p:nvSpPr>
            <p:spPr>
              <a:xfrm>
                <a:off x="3114400" y="4351067"/>
                <a:ext cx="3399709" cy="280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6">
                <a:extLst>
                  <a:ext uri="{FF2B5EF4-FFF2-40B4-BE49-F238E27FC236}">
                    <ns2:creationId id="{41B19619-AF62-B990-39AD-B045336D38EC}"/>
                  </a:ext>
                </a:extLst>
              </p:cNvPr>
              <p:cNvSpPr/>
              <p:nvPr/>
            </p:nvSpPr>
            <p:spPr>
              <a:xfrm>
                <a:off x="3114400" y="4668917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6">
                <a:extLst>
                  <a:ext uri="{FF2B5EF4-FFF2-40B4-BE49-F238E27FC236}">
                    <ns2:creationId id="{65D3DF1B-ED14-1ACB-CD97-A8EE6C0FCA5A}"/>
                  </a:ext>
                </a:extLst>
              </p:cNvPr>
              <p:cNvSpPr/>
              <p:nvPr/>
            </p:nvSpPr>
            <p:spPr>
              <a:xfrm>
                <a:off x="3114400" y="4989306"/>
                <a:ext cx="3399709" cy="2811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2B731989-D2AB-D6E4-3A27-B64F50A32F99}"/>
                  </a:ext>
                </a:extLst>
              </p:cNvPr>
              <p:cNvCxnSpPr/>
              <p:nvPr/>
            </p:nvCxnSpPr>
            <p:spPr>
              <a:xfrm>
                <a:off x="3114400" y="4649290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コネクタ 106">
                <a:extLst>
                  <a:ext uri="{FF2B5EF4-FFF2-40B4-BE49-F238E27FC236}">
                    <ns2:creationId id="{30BBC1AB-99E5-4088-7D06-4C84638D8121}"/>
                  </a:ext>
                </a:extLst>
              </p:cNvPr>
              <p:cNvCxnSpPr/>
              <p:nvPr/>
            </p:nvCxnSpPr>
            <p:spPr>
              <a:xfrm>
                <a:off x="3114400" y="4969679"/>
                <a:ext cx="3399710" cy="0"/>
              </a:xfrm>
              <a:prstGeom prst="line">
                <a:avLst/>
              </a:prstGeom>
              <a:ln w="9525">
                <a:solidFill>
                  <a:schemeClr val="bg1">
                    <a:lumMod val="7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E7B35B18-180F-0ABC-D39A-583E46626C14}"/>
                  </a:ext>
                </a:extLst>
              </p:cNvPr>
              <p:cNvCxnSpPr/>
              <p:nvPr/>
            </p:nvCxnSpPr>
            <p:spPr>
              <a:xfrm>
                <a:off x="2348318" y="5290067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線コネクタ 108">
                <a:extLst>
                  <a:ext uri="{FF2B5EF4-FFF2-40B4-BE49-F238E27FC236}">
                    <ns2:creationId id="{31ACD2C5-9E27-5AC5-D198-4E9AEB537C66}"/>
                  </a:ext>
                </a:extLst>
              </p:cNvPr>
              <p:cNvCxnSpPr/>
              <p:nvPr/>
            </p:nvCxnSpPr>
            <p:spPr>
              <a:xfrm>
                <a:off x="2348318" y="5658916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109">
                <a:extLst>
                  <a:ext uri="{FF2B5EF4-FFF2-40B4-BE49-F238E27FC236}">
                    <ns2:creationId id="{73677633-E462-CA5D-BC5E-9BFA089DEA75}"/>
                  </a:ext>
                </a:extLst>
              </p:cNvPr>
              <p:cNvCxnSpPr/>
              <p:nvPr/>
            </p:nvCxnSpPr>
            <p:spPr>
              <a:xfrm>
                <a:off x="2348318" y="6002719"/>
                <a:ext cx="4165791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四角形: 角を丸くする 6">
                <a:extLst>
                  <a:ext uri="{FF2B5EF4-FFF2-40B4-BE49-F238E27FC236}">
                    <ns2:creationId id="{72AAA3DB-A981-0D99-F120-A86E59620002}"/>
                  </a:ext>
                </a:extLst>
              </p:cNvPr>
              <p:cNvSpPr/>
              <p:nvPr/>
            </p:nvSpPr>
            <p:spPr>
              <a:xfrm>
                <a:off x="2341642" y="4033637"/>
                <a:ext cx="4165791" cy="2923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5:creationId val="3764342199"/>
      </p:ext>
    </p:extLst>
  </p:cSld>
  <p:clrMapOvr>
    <a:masterClrMapping/>
  </p:clrMapOvr>
</p:sld>
</file>

<file path=ppt/slides/slide16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1490C08-F1EE-E2CA-4C68-ABBFACA19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5A07E56-D39D-6652-496A-969475F16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XX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037956D-F207-140A-E8FF-973F283998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XX</a:t>
            </a:r>
            <a:endParaRPr kumimoji="1" lang="ja-JP" altLang="en-US" dirty="0">
              <a:latin typeface="+mj-lt"/>
            </a:endParaRPr>
          </a:p>
        </p:txBody>
      </p:sp>
      <p:grpSp>
        <p:nvGrpSpPr>
          <p:cNvPr id="25" name="Group 24">
            <a:extLst>
              <a:ext uri="{FF2B5EF4-FFF2-40B4-BE49-F238E27FC236}">
                <ns2:creationId id="{BD8C5D63-0FFA-0778-AAF6-1E5987983BE3}"/>
              </a:ext>
            </a:extLst>
          </p:cNvPr>
          <p:cNvGrpSpPr/>
          <p:nvPr/>
        </p:nvGrpSpPr>
        <p:grpSpPr>
          <a:xfrm>
            <a:off x="335333" y="1632943"/>
            <a:ext cx="5737586" cy="4681308"/>
            <a:chOff x="335333" y="1632943"/>
            <a:chExt cx="5737586" cy="4681308"/>
          </a:xfrm>
        </p:grpSpPr>
        <p:sp>
          <p:nvSpPr>
            <p:cNvPr id="6" name="正方形/長方形 5">
              <a:extLst>
                <a:ext uri="{FF2B5EF4-FFF2-40B4-BE49-F238E27FC236}">
                  <ns2:creationId id="{85CC508C-55AC-B1F5-47EA-8105FAA90742}"/>
                </a:ext>
              </a:extLst>
            </p:cNvPr>
            <p:cNvSpPr/>
            <p:nvPr/>
          </p:nvSpPr>
          <p:spPr>
            <a:xfrm>
              <a:off x="492918" y="2069874"/>
              <a:ext cx="55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rgbClr val="008000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ns2:creationId id="{38F5EC3D-7E64-7EDF-35C3-04602DBB5AF4}"/>
                </a:ext>
              </a:extLst>
            </p:cNvPr>
            <p:cNvGrpSpPr/>
            <p:nvPr/>
          </p:nvGrpSpPr>
          <p:grpSpPr>
            <a:xfrm>
              <a:off x="335333" y="1632943"/>
              <a:ext cx="5737586" cy="436931"/>
              <a:chOff x="335333" y="1632943"/>
              <a:chExt cx="5737586" cy="436931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ACF5F9F8-E2D0-94A8-0BA5-C98C507AD721}"/>
                  </a:ext>
                </a:extLst>
              </p:cNvPr>
              <p:cNvSpPr/>
              <p:nvPr/>
            </p:nvSpPr>
            <p:spPr>
              <a:xfrm>
                <a:off x="492919" y="1709874"/>
                <a:ext cx="5580000" cy="3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en-US" altLang="ja-JP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4" name="楕円 23">
                <a:extLst>
                  <a:ext uri="{FF2B5EF4-FFF2-40B4-BE49-F238E27FC236}">
                    <ns2:creationId id="{AFF4206D-696E-C81B-E567-4936BB6EC2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5333" y="1632943"/>
                <a:ext cx="252000" cy="252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2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1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26" name="グラフィックス 25" descr="ターゲット 単色塗りつぶし">
                <a:extLst>
                  <a:ext uri="{FF2B5EF4-FFF2-40B4-BE49-F238E27FC236}">
                    <ns2:creationId id="{BCF21900-2DA7-41D3-6699-B57FD12D2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77863" y="174587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ns2:creationId id="{978DC5DF-126E-FB05-BC5D-44E798153886}"/>
                </a:ext>
              </a:extLst>
            </p:cNvPr>
            <p:cNvGrpSpPr/>
            <p:nvPr/>
          </p:nvGrpSpPr>
          <p:grpSpPr>
            <a:xfrm>
              <a:off x="3408919" y="3650251"/>
              <a:ext cx="2664000" cy="2664000"/>
              <a:chOff x="3408919" y="3650251"/>
              <a:chExt cx="2664000" cy="266400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ns2:creationId id="{C2A3F663-3007-E539-E258-1D8BE3349D0E}"/>
                  </a:ext>
                </a:extLst>
              </p:cNvPr>
              <p:cNvSpPr/>
              <p:nvPr/>
            </p:nvSpPr>
            <p:spPr>
              <a:xfrm>
                <a:off x="3408919" y="3650251"/>
                <a:ext cx="2664000" cy="2664000"/>
              </a:xfrm>
              <a:prstGeom prst="roundRect">
                <a:avLst>
                  <a:gd name="adj" fmla="val 2229"/>
                </a:avLst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1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「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2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上の 2 つの角を丸める 45">
                <a:extLst>
                  <a:ext uri="{FF2B5EF4-FFF2-40B4-BE49-F238E27FC236}">
                    <ns2:creationId id="{FB66A125-6742-B251-B35E-728CF7E7D14B}"/>
                  </a:ext>
                </a:extLst>
              </p:cNvPr>
              <p:cNvSpPr/>
              <p:nvPr/>
            </p:nvSpPr>
            <p:spPr>
              <a:xfrm>
                <a:off x="3408919" y="3650251"/>
                <a:ext cx="2664000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72" name="グラフィックス 71" descr="硬貨 単色塗りつぶし">
                <a:extLst>
                  <a:ext uri="{FF2B5EF4-FFF2-40B4-BE49-F238E27FC236}">
                    <ns2:creationId id="{FD074CAE-D136-58C4-551A-FE253A8DE4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4141094" y="3689851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5" name="Group 14">
              <a:extLst>
                <a:ext uri="{FF2B5EF4-FFF2-40B4-BE49-F238E27FC236}">
                  <ns2:creationId id="{640111F9-5B2A-6666-946D-F0C70CD68633}"/>
                </a:ext>
              </a:extLst>
            </p:cNvPr>
            <p:cNvGrpSpPr/>
            <p:nvPr/>
          </p:nvGrpSpPr>
          <p:grpSpPr>
            <a:xfrm>
              <a:off x="492919" y="2325561"/>
              <a:ext cx="5580000" cy="1224001"/>
              <a:chOff x="492919" y="2325561"/>
              <a:chExt cx="5580000" cy="1224001"/>
            </a:xfrm>
          </p:grpSpPr>
          <p:sp>
            <p:nvSpPr>
              <p:cNvPr id="8" name="正方形/長方形 7">
                <a:extLst>
                  <a:ext uri="{FF2B5EF4-FFF2-40B4-BE49-F238E27FC236}">
                    <ns2:creationId id="{BE8EA481-A148-3B2B-E465-4703A2475B5E}"/>
                  </a:ext>
                </a:extLst>
              </p:cNvPr>
              <p:cNvSpPr/>
              <p:nvPr/>
            </p:nvSpPr>
            <p:spPr>
              <a:xfrm>
                <a:off x="492919" y="2325562"/>
                <a:ext cx="1152000" cy="1224000"/>
              </a:xfrm>
              <a:prstGeom prst="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68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spcAft>
                    <a:spcPts val="200"/>
                  </a:spcAft>
                </a:pPr>
                <a:r>
                  <a:rPr kumimoji="1"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0" lvl="1" algn="ctr">
                  <a:spcAft>
                    <a:spcPts val="200"/>
                  </a:spcAft>
                </a:pPr>
                <a:r>
                  <a:rPr kumimoji="1"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F28B2670-E34E-6349-25D9-8CB27D56A5C3}"/>
                  </a:ext>
                </a:extLst>
              </p:cNvPr>
              <p:cNvSpPr/>
              <p:nvPr/>
            </p:nvSpPr>
            <p:spPr>
              <a:xfrm>
                <a:off x="1644919" y="2325561"/>
                <a:ext cx="4428000" cy="1224000"/>
              </a:xfrm>
              <a:prstGeom prst="rect">
                <a:avLst/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7312" lvl="2">
                  <a:spcAft>
                    <a:spcPts val="200"/>
                  </a:spcAft>
                </a:pP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13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2" lvl="2">
                  <a:spcAft>
                    <a:spcPts val="1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・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・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3" lvl="2">
                  <a:spcAft>
                    <a:spcPts val="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4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2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3" lvl="2">
                  <a:spcAft>
                    <a:spcPts val="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87313" lvl="2">
                  <a:spcAft>
                    <a:spcPts val="200"/>
                  </a:spcAft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TAM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8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6444877C-8D11-97A4-9649-26A6CCC8D6DA}"/>
                  </a:ext>
                </a:extLst>
              </p:cNvPr>
              <p:cNvSpPr/>
              <p:nvPr/>
            </p:nvSpPr>
            <p:spPr>
              <a:xfrm>
                <a:off x="1770199" y="2423256"/>
                <a:ext cx="1152000" cy="360000"/>
              </a:xfrm>
              <a:prstGeom prst="roundRect">
                <a:avLst>
                  <a:gd name="adj" fmla="val 20000"/>
                </a:avLst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E675E668-04CF-37AD-1A80-E82890987453}"/>
                  </a:ext>
                </a:extLst>
              </p:cNvPr>
              <p:cNvSpPr/>
              <p:nvPr/>
            </p:nvSpPr>
            <p:spPr>
              <a:xfrm>
                <a:off x="1770199" y="2882609"/>
                <a:ext cx="1152000" cy="576000"/>
              </a:xfrm>
              <a:prstGeom prst="roundRect">
                <a:avLst>
                  <a:gd name="adj" fmla="val 12500"/>
                </a:avLst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8" name="グラフィックス 77" descr="無限大 単色塗りつぶし">
                <a:extLst>
                  <a:ext uri="{FF2B5EF4-FFF2-40B4-BE49-F238E27FC236}">
                    <ns2:creationId id="{086F269B-7842-7326-921E-052D3E9EF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52919" y="2470683"/>
                <a:ext cx="432000" cy="432000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ns2:creationId id="{3B8B2035-BE18-9523-B1CC-EE620F040291}"/>
                </a:ext>
              </a:extLst>
            </p:cNvPr>
            <p:cNvGrpSpPr/>
            <p:nvPr/>
          </p:nvGrpSpPr>
          <p:grpSpPr>
            <a:xfrm>
              <a:off x="492919" y="3650251"/>
              <a:ext cx="2736000" cy="2664000"/>
              <a:chOff x="492919" y="3650251"/>
              <a:chExt cx="2736000" cy="2664000"/>
            </a:xfrm>
          </p:grpSpPr>
          <p:sp>
            <p:nvSpPr>
              <p:cNvPr id="42" name="四角形: 角を丸くする 41">
                <a:extLst>
                  <a:ext uri="{FF2B5EF4-FFF2-40B4-BE49-F238E27FC236}">
                    <ns2:creationId id="{08BE6AE4-3C00-F93A-454D-9922D3187AB3}"/>
                  </a:ext>
                </a:extLst>
              </p:cNvPr>
              <p:cNvSpPr/>
              <p:nvPr/>
            </p:nvSpPr>
            <p:spPr>
              <a:xfrm>
                <a:off x="492919" y="3650251"/>
                <a:ext cx="2736000" cy="2664000"/>
              </a:xfrm>
              <a:prstGeom prst="roundRect">
                <a:avLst>
                  <a:gd name="adj" fmla="val 2467"/>
                </a:avLst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9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・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・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CRM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上の 2 つの角を丸める 40">
                <a:extLst>
                  <a:ext uri="{FF2B5EF4-FFF2-40B4-BE49-F238E27FC236}">
                    <ns2:creationId id="{8189A8E3-9068-63E5-2B30-61C6CA3B27EE}"/>
                  </a:ext>
                </a:extLst>
              </p:cNvPr>
              <p:cNvSpPr/>
              <p:nvPr/>
            </p:nvSpPr>
            <p:spPr>
              <a:xfrm>
                <a:off x="492919" y="3650251"/>
                <a:ext cx="2736000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80" name="グラフィックス 79" descr="統計 単色塗りつぶし">
                <a:extLst>
                  <a:ext uri="{FF2B5EF4-FFF2-40B4-BE49-F238E27FC236}">
                    <ns2:creationId id="{465841AF-06CB-C457-1CC1-862A176E87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23054" y="3689748"/>
                <a:ext cx="288000" cy="288000"/>
              </a:xfrm>
              <a:prstGeom prst="rect">
                <a:avLst/>
              </a:prstGeom>
            </p:spPr>
          </p:pic>
        </p:grpSp>
      </p:grpSp>
      <p:sp>
        <p:nvSpPr>
          <p:cNvPr id="5" name="正方形/長方形 89">
            <a:extLst>
              <a:ext uri="{FF2B5EF4-FFF2-40B4-BE49-F238E27FC236}">
                <ns2:creationId id="{86976D4E-9CB1-B195-734D-B52FD317F58C}"/>
              </a:ext>
            </a:extLst>
          </p:cNvPr>
          <p:cNvSpPr/>
          <p:nvPr/>
        </p:nvSpPr>
        <p:spPr>
          <a:xfrm>
            <a:off x="334962" y="6371841"/>
            <a:ext cx="11527266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7" name="Group 26">
            <a:extLst>
              <a:ext uri="{FF2B5EF4-FFF2-40B4-BE49-F238E27FC236}">
                <ns2:creationId id="{C8D497FD-66AA-E450-000F-DA6F5C7108BD}"/>
              </a:ext>
            </a:extLst>
          </p:cNvPr>
          <p:cNvGrpSpPr/>
          <p:nvPr/>
        </p:nvGrpSpPr>
        <p:grpSpPr>
          <a:xfrm>
            <a:off x="6120887" y="1632943"/>
            <a:ext cx="5737586" cy="4681308"/>
            <a:chOff x="6120887" y="1632943"/>
            <a:chExt cx="5737586" cy="4681308"/>
          </a:xfrm>
        </p:grpSpPr>
        <p:sp>
          <p:nvSpPr>
            <p:cNvPr id="11" name="Isosceles Triangle 10">
              <a:extLst>
                <a:ext uri="{FF2B5EF4-FFF2-40B4-BE49-F238E27FC236}">
                  <ns2:creationId id="{F8EA5AB1-BCB8-F1E7-F45D-32C68CC66F0A}"/>
                </a:ext>
              </a:extLst>
            </p:cNvPr>
            <p:cNvSpPr/>
            <p:nvPr/>
          </p:nvSpPr>
          <p:spPr>
            <a:xfrm>
              <a:off x="7665821" y="3034040"/>
              <a:ext cx="2805303" cy="2418365"/>
            </a:xfrm>
            <a:prstGeom prst="triangle">
              <a:avLst/>
            </a:prstGeom>
            <a:noFill/>
            <a:ln w="127000">
              <a:solidFill>
                <a:srgbClr val="40A04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E9392D6E-3CE4-F398-A338-EE951FDEADD5}"/>
                </a:ext>
              </a:extLst>
            </p:cNvPr>
            <p:cNvSpPr/>
            <p:nvPr/>
          </p:nvSpPr>
          <p:spPr>
            <a:xfrm>
              <a:off x="6278473" y="2069874"/>
              <a:ext cx="5580000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000"/>
                  </a:solidFill>
                  <a:latin typeface="+mj-lt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ns2:creationId id="{1A267A90-C055-BDB2-F144-43607908D5B7}"/>
                </a:ext>
              </a:extLst>
            </p:cNvPr>
            <p:cNvGrpSpPr/>
            <p:nvPr/>
          </p:nvGrpSpPr>
          <p:grpSpPr>
            <a:xfrm>
              <a:off x="6120887" y="1632943"/>
              <a:ext cx="5737586" cy="436931"/>
              <a:chOff x="6120887" y="1632943"/>
              <a:chExt cx="5737586" cy="436931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A7A1DBAC-589B-81C0-EFEB-CE9ED428532D}"/>
                  </a:ext>
                </a:extLst>
              </p:cNvPr>
              <p:cNvSpPr/>
              <p:nvPr/>
            </p:nvSpPr>
            <p:spPr>
              <a:xfrm>
                <a:off x="6278473" y="1709874"/>
                <a:ext cx="5580000" cy="3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30" name="楕円 29">
                <a:extLst>
                  <a:ext uri="{FF2B5EF4-FFF2-40B4-BE49-F238E27FC236}">
                    <ns2:creationId id="{C688C0F1-9E38-FC74-DB17-0277130AEF4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120887" y="1632943"/>
                <a:ext cx="252000" cy="252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2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66" name="グラフィックス 65" descr="歯科医療 単色塗りつぶし">
                <a:extLst>
                  <a:ext uri="{FF2B5EF4-FFF2-40B4-BE49-F238E27FC236}">
                    <ns2:creationId id="{91BFD049-7CA7-AFB5-5D87-44DEE552D1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512204" y="174587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22" name="Group 21">
              <a:extLst>
                <a:ext uri="{FF2B5EF4-FFF2-40B4-BE49-F238E27FC236}">
                  <ns2:creationId id="{3D870952-473A-858A-19F4-F7D843634427}"/>
                </a:ext>
              </a:extLst>
            </p:cNvPr>
            <p:cNvGrpSpPr/>
            <p:nvPr/>
          </p:nvGrpSpPr>
          <p:grpSpPr>
            <a:xfrm>
              <a:off x="6278473" y="4300813"/>
              <a:ext cx="2448000" cy="2013438"/>
              <a:chOff x="6278473" y="4300813"/>
              <a:chExt cx="2448000" cy="2013438"/>
            </a:xfrm>
          </p:grpSpPr>
          <p:sp>
            <p:nvSpPr>
              <p:cNvPr id="48" name="四角形: 角を丸くする 47">
                <a:extLst>
                  <a:ext uri="{FF2B5EF4-FFF2-40B4-BE49-F238E27FC236}">
                    <ns2:creationId id="{915206D7-A54A-A961-3850-289C07870F2A}"/>
                  </a:ext>
                </a:extLst>
              </p:cNvPr>
              <p:cNvSpPr/>
              <p:nvPr/>
            </p:nvSpPr>
            <p:spPr>
              <a:xfrm>
                <a:off x="6278473" y="4300813"/>
                <a:ext cx="2448000" cy="2013438"/>
              </a:xfrm>
              <a:prstGeom prst="roundRect">
                <a:avLst>
                  <a:gd name="adj" fmla="val 1912"/>
                </a:avLst>
              </a:prstGeom>
              <a:solidFill>
                <a:schemeClr val="bg1">
                  <a:alpha val="90000"/>
                </a:scheme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75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)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15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四角形: 上の 2 つの角を丸める 48">
                <a:extLst>
                  <a:ext uri="{FF2B5EF4-FFF2-40B4-BE49-F238E27FC236}">
                    <ns2:creationId id="{CEF5414E-B9F5-39CB-7449-1C20F55B859E}"/>
                  </a:ext>
                </a:extLst>
              </p:cNvPr>
              <p:cNvSpPr/>
              <p:nvPr/>
            </p:nvSpPr>
            <p:spPr>
              <a:xfrm>
                <a:off x="6278473" y="4300813"/>
                <a:ext cx="2448000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四角形: 角を丸くする 59">
                <a:extLst>
                  <a:ext uri="{FF2B5EF4-FFF2-40B4-BE49-F238E27FC236}">
                    <ns2:creationId id="{92DDFDCC-37A2-D885-0BF9-842429F4266D}"/>
                  </a:ext>
                </a:extLst>
              </p:cNvPr>
              <p:cNvSpPr/>
              <p:nvPr/>
            </p:nvSpPr>
            <p:spPr>
              <a:xfrm>
                <a:off x="6585685" y="4748891"/>
                <a:ext cx="1866127" cy="360000"/>
              </a:xfrm>
              <a:prstGeom prst="roundRect">
                <a:avLst>
                  <a:gd name="adj" fmla="val 9060"/>
                </a:avLst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 algn="ctr">
                  <a:spcAft>
                    <a:spcPts val="200"/>
                  </a:spcAft>
                </a:pPr>
                <a:r>
                  <a:rPr lang="ja-JP" altLang="en-US" sz="12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70" name="グラフィックス 69" descr="ラベル 単色塗りつぶし">
                <a:extLst>
                  <a:ext uri="{FF2B5EF4-FFF2-40B4-BE49-F238E27FC236}">
                    <ns2:creationId id="{79DF63C1-3591-A742-156F-9A2962C5F9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735924" y="4340414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21" name="Group 20">
              <a:extLst>
                <a:ext uri="{FF2B5EF4-FFF2-40B4-BE49-F238E27FC236}">
                  <ns2:creationId id="{22A5628A-7EE4-AE48-4DD7-8C654C78979C}"/>
                </a:ext>
              </a:extLst>
            </p:cNvPr>
            <p:cNvGrpSpPr/>
            <p:nvPr/>
          </p:nvGrpSpPr>
          <p:grpSpPr>
            <a:xfrm>
              <a:off x="6278473" y="2325561"/>
              <a:ext cx="5580000" cy="1735199"/>
              <a:chOff x="6278473" y="2325561"/>
              <a:chExt cx="5580000" cy="1735199"/>
            </a:xfrm>
          </p:grpSpPr>
          <p:sp>
            <p:nvSpPr>
              <p:cNvPr id="18" name="正方形/長方形 17">
                <a:extLst>
                  <a:ext uri="{FF2B5EF4-FFF2-40B4-BE49-F238E27FC236}">
                    <ns2:creationId id="{58A3BDD7-0AF8-B2BE-3723-A541CCBF3F92}"/>
                  </a:ext>
                </a:extLst>
              </p:cNvPr>
              <p:cNvSpPr/>
              <p:nvPr/>
            </p:nvSpPr>
            <p:spPr>
              <a:xfrm>
                <a:off x="6278473" y="2325561"/>
                <a:ext cx="5580000" cy="367200"/>
              </a:xfrm>
              <a:prstGeom prst="rect">
                <a:avLst/>
              </a:prstGeom>
              <a:solidFill>
                <a:srgbClr val="008000">
                  <a:alpha val="74902"/>
                </a:srgb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/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 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6DCFFE52-F6FD-E0AC-9C43-8CCEF0D654B7}"/>
                  </a:ext>
                </a:extLst>
              </p:cNvPr>
              <p:cNvSpPr/>
              <p:nvPr/>
            </p:nvSpPr>
            <p:spPr>
              <a:xfrm>
                <a:off x="6278473" y="2692760"/>
                <a:ext cx="5580000" cy="13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1200"/>
                  </a:spcAft>
                </a:pPr>
                <a:r>
                  <a:rPr lang="en-US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GB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: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1200"/>
                  </a:spcAft>
                </a:pPr>
                <a:r>
                  <a:rPr lang="en-US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GB" altLang="ja-JP" sz="1100" b="1" dirty="0">
                    <a:solidFill>
                      <a:srgbClr val="008000"/>
                    </a:solidFill>
                    <a:ea typeface="Meiryo UI" panose="020B0604030504040204" pitchFamily="50" charset="-128"/>
                  </a:rPr>
                  <a:t>: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MVP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lang="en-GB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1200"/>
                  </a:spcAft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100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976F91FF-72A7-DF1A-BEC0-B6FDF76474C5}"/>
                  </a:ext>
                </a:extLst>
              </p:cNvPr>
              <p:cNvSpPr/>
              <p:nvPr/>
            </p:nvSpPr>
            <p:spPr>
              <a:xfrm>
                <a:off x="6417281" y="2759338"/>
                <a:ext cx="288000" cy="288000"/>
              </a:xfrm>
              <a:prstGeom prst="ellipse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altLang="ja-JP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1</a:t>
                </a:r>
                <a:endPara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4717009E-DA63-923D-5EEF-6E681021BB9D}"/>
                  </a:ext>
                </a:extLst>
              </p:cNvPr>
              <p:cNvSpPr/>
              <p:nvPr/>
            </p:nvSpPr>
            <p:spPr>
              <a:xfrm>
                <a:off x="6417281" y="3202251"/>
                <a:ext cx="288000" cy="288000"/>
              </a:xfrm>
              <a:prstGeom prst="ellipse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altLang="ja-JP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2</a:t>
                </a:r>
                <a:endPara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74" name="グラフィックス 73" descr="ベン図 単色塗りつぶし">
                <a:extLst>
                  <a:ext uri="{FF2B5EF4-FFF2-40B4-BE49-F238E27FC236}">
                    <ns2:creationId id="{172D5FBA-1B6F-8A9D-FBF1-DE35FF09EB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33824" y="2347161"/>
                <a:ext cx="324000" cy="324000"/>
              </a:xfrm>
              <a:prstGeom prst="rect">
                <a:avLst/>
              </a:prstGeom>
            </p:spPr>
          </p:pic>
          <p:sp>
            <p:nvSpPr>
              <p:cNvPr id="9" name="四角形: 角を丸くする 36">
                <a:extLst>
                  <a:ext uri="{FF2B5EF4-FFF2-40B4-BE49-F238E27FC236}">
                    <ns2:creationId id="{A60B87D9-AC7F-BCE6-7087-BD1D4D11DC0B}"/>
                  </a:ext>
                </a:extLst>
              </p:cNvPr>
              <p:cNvSpPr/>
              <p:nvPr/>
            </p:nvSpPr>
            <p:spPr>
              <a:xfrm>
                <a:off x="6417281" y="3688026"/>
                <a:ext cx="288000" cy="288000"/>
              </a:xfrm>
              <a:prstGeom prst="ellipse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GB" altLang="ja-JP" sz="1200" dirty="0">
                    <a:solidFill>
                      <a:schemeClr val="tx1"/>
                    </a:solidFill>
                    <a:latin typeface="+mj-lt"/>
                    <a:ea typeface="Meiryo UI" panose="020B0604030504040204" pitchFamily="50" charset="-128"/>
                  </a:rPr>
                  <a:t>3</a:t>
                </a:r>
                <a:endParaRPr kumimoji="1" lang="ja-JP" altLang="en-US" sz="1200" dirty="0">
                  <a:solidFill>
                    <a:schemeClr val="tx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ns2:creationId id="{9FB66375-D22C-09C3-358D-BA2A3C29D1BF}"/>
                </a:ext>
              </a:extLst>
            </p:cNvPr>
            <p:cNvGrpSpPr/>
            <p:nvPr/>
          </p:nvGrpSpPr>
          <p:grpSpPr>
            <a:xfrm>
              <a:off x="8923472" y="4300813"/>
              <a:ext cx="2935001" cy="2013438"/>
              <a:chOff x="8923472" y="4300813"/>
              <a:chExt cx="2935001" cy="2013438"/>
            </a:xfrm>
          </p:grpSpPr>
          <p:sp>
            <p:nvSpPr>
              <p:cNvPr id="51" name="四角形: 角を丸くする 50">
                <a:extLst>
                  <a:ext uri="{FF2B5EF4-FFF2-40B4-BE49-F238E27FC236}">
                    <ns2:creationId id="{FF372E07-C5D6-2CF2-8FD7-CA1A930E5B96}"/>
                  </a:ext>
                </a:extLst>
              </p:cNvPr>
              <p:cNvSpPr/>
              <p:nvPr/>
            </p:nvSpPr>
            <p:spPr>
              <a:xfrm>
                <a:off x="8923472" y="4300813"/>
                <a:ext cx="2935001" cy="2013438"/>
              </a:xfrm>
              <a:prstGeom prst="roundRect">
                <a:avLst>
                  <a:gd name="adj" fmla="val 1912"/>
                </a:avLst>
              </a:prstGeom>
              <a:solidFill>
                <a:schemeClr val="bg1">
                  <a:alpha val="90000"/>
                </a:schemeClr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72000" tIns="43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1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CRM</a:t>
                </a: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  <a:p>
                <a:pPr marL="0" lvl="2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四角形: 上の 2 つの角を丸める 51">
                <a:extLst>
                  <a:ext uri="{FF2B5EF4-FFF2-40B4-BE49-F238E27FC236}">
                    <ns2:creationId id="{71D6DD64-D32F-5E2B-06B2-C59A1646E73E}"/>
                  </a:ext>
                </a:extLst>
              </p:cNvPr>
              <p:cNvSpPr/>
              <p:nvPr/>
            </p:nvSpPr>
            <p:spPr>
              <a:xfrm>
                <a:off x="8923472" y="4300813"/>
                <a:ext cx="2935001" cy="367200"/>
              </a:xfrm>
              <a:prstGeom prst="round2Same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chemeClr val="bg1"/>
                    </a:solidFill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ea typeface="Meiryo UI" panose="020B0604030504040204" pitchFamily="50" charset="-128"/>
                </a:endParaRPr>
              </a:p>
            </p:txBody>
          </p:sp>
          <p:pic>
            <p:nvPicPr>
              <p:cNvPr id="62" name="グラフィックス 61" descr="2 つのピン間の経路表示 単色塗りつぶし">
                <a:extLst>
                  <a:ext uri="{FF2B5EF4-FFF2-40B4-BE49-F238E27FC236}">
                    <ns2:creationId id="{79F4D80F-6344-2852-933E-944BFD5E1F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9615200" y="4340414"/>
                <a:ext cx="288000" cy="288000"/>
              </a:xfrm>
              <a:prstGeom prst="rect">
                <a:avLst/>
              </a:prstGeom>
            </p:spPr>
          </p:pic>
          <p:sp>
            <p:nvSpPr>
              <p:cNvPr id="39" name="ホームベース 13">
                <a:extLst>
                  <a:ext uri="{FF2B5EF4-FFF2-40B4-BE49-F238E27FC236}">
                    <ns2:creationId id="{C319145C-1DC6-EF15-525F-716D4F18AD49}"/>
                  </a:ext>
                </a:extLst>
              </p:cNvPr>
              <p:cNvSpPr/>
              <p:nvPr/>
            </p:nvSpPr>
            <p:spPr>
              <a:xfrm rot="5400000">
                <a:off x="9111480" y="4799703"/>
                <a:ext cx="648000" cy="684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200" dirty="0">
                    <a:latin typeface="+mj-lt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latin typeface="+mj-lt"/>
                  <a:ea typeface="Meiryo" panose="020B0604030504040204" pitchFamily="34" charset="-128"/>
                </a:endParaRPr>
              </a:p>
            </p:txBody>
          </p:sp>
          <p:sp>
            <p:nvSpPr>
              <p:cNvPr id="40" name="山形 14">
                <a:extLst>
                  <a:ext uri="{FF2B5EF4-FFF2-40B4-BE49-F238E27FC236}">
                    <ns2:creationId id="{306E80DD-5EF4-3212-ECD5-36C2E68FC3AD}"/>
                  </a:ext>
                </a:extLst>
              </p:cNvPr>
              <p:cNvSpPr/>
              <p:nvPr/>
            </p:nvSpPr>
            <p:spPr>
              <a:xfrm rot="5400000">
                <a:off x="9003481" y="5490675"/>
                <a:ext cx="864000" cy="684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ns5:creationId val="2300476589"/>
      </p:ext>
    </p:extLst>
  </p:cSld>
  <p:clrMapOvr>
    <a:masterClrMapping/>
  </p:clrMapOvr>
</p:sld>
</file>

<file path=ppt/slides/slide170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DCBBBED-A0EB-A4DF-35CB-CAE914208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49F4E7D-79DA-5E47-6653-B71E150DB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4C2CB86-21D0-2137-F6BB-4B6A5CD0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28" name="Group 27">
            <a:extLst>
              <a:ext uri="{FF2B5EF4-FFF2-40B4-BE49-F238E27FC236}">
                <ns2:creationId id="{6558BC5C-A6F1-2057-5E92-FAD4C511D3FB}"/>
              </a:ext>
            </a:extLst>
          </p:cNvPr>
          <p:cNvGrpSpPr/>
          <p:nvPr/>
        </p:nvGrpSpPr>
        <p:grpSpPr>
          <a:xfrm>
            <a:off x="335333" y="1632943"/>
            <a:ext cx="5737586" cy="4675254"/>
            <a:chOff x="335333" y="1632943"/>
            <a:chExt cx="5737586" cy="4675254"/>
          </a:xfrm>
        </p:grpSpPr>
        <p:sp>
          <p:nvSpPr>
            <p:cNvPr id="29" name="AutoShape 2">
              <a:extLst>
                <a:ext uri="{FF2B5EF4-FFF2-40B4-BE49-F238E27FC236}">
                  <ns2:creationId id="{40007CE3-5545-8A65-AC93-94580D76CAA3}"/>
                </a:ext>
              </a:extLst>
            </p:cNvPr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0800000">
              <a:off x="2833883" y="3025733"/>
              <a:ext cx="180000" cy="1006611"/>
            </a:xfrm>
            <a:prstGeom prst="homePlate">
              <a:avLst>
                <a:gd name="adj" fmla="val 100000"/>
              </a:avLst>
            </a:prstGeom>
            <a:solidFill>
              <a:srgbClr val="40A040">
                <a:alpha val="50000"/>
              </a:srgbClr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ja-JP" altLang="en-US" dirty="0"/>
            </a:p>
          </p:txBody>
        </p:sp>
        <p:grpSp>
          <p:nvGrpSpPr>
            <p:cNvPr id="20" name="Group 19">
              <a:extLst>
                <a:ext uri="{FF2B5EF4-FFF2-40B4-BE49-F238E27FC236}">
                  <ns2:creationId id="{B3EE05EC-2E72-4909-6F26-94F8A5FC0DCB}"/>
                </a:ext>
              </a:extLst>
            </p:cNvPr>
            <p:cNvGrpSpPr/>
            <p:nvPr/>
          </p:nvGrpSpPr>
          <p:grpSpPr>
            <a:xfrm>
              <a:off x="3133819" y="2346438"/>
              <a:ext cx="2939100" cy="2365199"/>
              <a:chOff x="3133819" y="2346437"/>
              <a:chExt cx="2939100" cy="2365199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765B41DF-63E7-C5FB-4049-5A54A6200365}"/>
                  </a:ext>
                </a:extLst>
              </p:cNvPr>
              <p:cNvSpPr/>
              <p:nvPr/>
            </p:nvSpPr>
            <p:spPr>
              <a:xfrm>
                <a:off x="3133819" y="2346437"/>
                <a:ext cx="2939100" cy="367200"/>
              </a:xfrm>
              <a:prstGeom prst="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6498C8E5-3335-D496-4673-3A5B240786C9}"/>
                  </a:ext>
                </a:extLst>
              </p:cNvPr>
              <p:cNvSpPr/>
              <p:nvPr/>
            </p:nvSpPr>
            <p:spPr>
              <a:xfrm>
                <a:off x="3133819" y="2713636"/>
                <a:ext cx="2939100" cy="1998000"/>
              </a:xfrm>
              <a:prstGeom prst="rect">
                <a:avLst/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3">
                  <a:spcAft>
                    <a:spcPts val="2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80975" lvl="3">
                  <a:spcAft>
                    <a:spcPts val="1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200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lvl="3">
                  <a:spcAft>
                    <a:spcPts val="200"/>
                  </a:spcAft>
                </a:pPr>
                <a:r>
                  <a:rPr lang="en-US" altLang="ja-JP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lvl="3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lvl="3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lvl="3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8" name="グラフィックス 87" descr="ユーザー ネットワーク 単色塗りつぶし">
                <a:extLst>
                  <a:ext uri="{FF2B5EF4-FFF2-40B4-BE49-F238E27FC236}">
                    <ns2:creationId id="{CD255490-6E02-FC96-3B1D-5E1482A78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579353" y="2368037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ns2:creationId id="{8002539C-B2B2-4AF0-3C57-55A191E0561A}"/>
                </a:ext>
              </a:extLst>
            </p:cNvPr>
            <p:cNvGrpSpPr/>
            <p:nvPr/>
          </p:nvGrpSpPr>
          <p:grpSpPr>
            <a:xfrm>
              <a:off x="492919" y="2346437"/>
              <a:ext cx="2221028" cy="2365200"/>
              <a:chOff x="492919" y="2346437"/>
              <a:chExt cx="2221028" cy="23652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806FDBA4-9B95-A5A9-7B27-DC116C1A4602}"/>
                  </a:ext>
                </a:extLst>
              </p:cNvPr>
              <p:cNvSpPr/>
              <p:nvPr/>
            </p:nvSpPr>
            <p:spPr>
              <a:xfrm>
                <a:off x="492919" y="2346437"/>
                <a:ext cx="2221028" cy="367200"/>
              </a:xfrm>
              <a:prstGeom prst="rect">
                <a:avLst/>
              </a:prstGeom>
              <a:solidFill>
                <a:srgbClr val="40A040"/>
              </a:solidFill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ns2:creationId id="{FCD3C172-DD1C-AFEF-4C74-33DDA2CFDD1D}"/>
                  </a:ext>
                </a:extLst>
              </p:cNvPr>
              <p:cNvSpPr/>
              <p:nvPr/>
            </p:nvSpPr>
            <p:spPr>
              <a:xfrm>
                <a:off x="492919" y="2713637"/>
                <a:ext cx="2221028" cy="1998000"/>
              </a:xfrm>
              <a:prstGeom prst="rect">
                <a:avLst/>
              </a:prstGeom>
              <a:noFill/>
              <a:ln w="9525">
                <a:solidFill>
                  <a:srgbClr val="40A04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2">
                  <a:spcAft>
                    <a:spcPts val="400"/>
                  </a:spcAft>
                </a:pPr>
                <a:r>
                  <a:rPr lang="ja-JP" altLang="en-US" sz="14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2" indent="-171450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2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GB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0" name="グラフィックス 89" descr="対象の人々 単色塗りつぶし">
                <a:extLst>
                  <a:ext uri="{FF2B5EF4-FFF2-40B4-BE49-F238E27FC236}">
                    <ns2:creationId id="{20B47AFA-C963-2F0C-5B73-25DA58EC88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06444" y="2368037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ns2:creationId id="{98176CFA-182F-D995-31D2-3508A2E46F14}"/>
                </a:ext>
              </a:extLst>
            </p:cNvPr>
            <p:cNvGrpSpPr/>
            <p:nvPr/>
          </p:nvGrpSpPr>
          <p:grpSpPr>
            <a:xfrm>
              <a:off x="492918" y="4802915"/>
              <a:ext cx="5580001" cy="1505282"/>
              <a:chOff x="492918" y="4802915"/>
              <a:chExt cx="5580001" cy="1505282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4CDDAA33-669C-7577-3392-AA8E520D9F0E}"/>
                  </a:ext>
                </a:extLst>
              </p:cNvPr>
              <p:cNvSpPr/>
              <p:nvPr/>
            </p:nvSpPr>
            <p:spPr>
              <a:xfrm>
                <a:off x="492918" y="5170115"/>
                <a:ext cx="5580000" cy="25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3"/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14A3D5E1-90FE-994B-341B-28CB34F1FDA5}"/>
                  </a:ext>
                </a:extLst>
              </p:cNvPr>
              <p:cNvSpPr/>
              <p:nvPr/>
            </p:nvSpPr>
            <p:spPr>
              <a:xfrm>
                <a:off x="492919" y="6056197"/>
                <a:ext cx="5580000" cy="25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3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8" name="Group 17">
                <a:extLst>
                  <a:ext uri="{FF2B5EF4-FFF2-40B4-BE49-F238E27FC236}">
                    <ns2:creationId id="{4DB77705-DCE1-FB8A-0C39-24D5A5CD80BF}"/>
                  </a:ext>
                </a:extLst>
              </p:cNvPr>
              <p:cNvGrpSpPr/>
              <p:nvPr/>
            </p:nvGrpSpPr>
            <p:grpSpPr>
              <a:xfrm>
                <a:off x="492919" y="5462572"/>
                <a:ext cx="5580000" cy="553169"/>
                <a:chOff x="492919" y="5462572"/>
                <a:chExt cx="5580000" cy="553169"/>
              </a:xfrm>
            </p:grpSpPr>
            <p:sp>
              <p:nvSpPr>
                <p:cNvPr id="34" name="ホームベース 64">
                  <a:extLst>
                    <a:ext uri="{FF2B5EF4-FFF2-40B4-BE49-F238E27FC236}">
                      <ns2:creationId id="{F0902652-304C-C36F-C3DD-7C43837D605E}"/>
                    </a:ext>
                  </a:extLst>
                </p:cNvPr>
                <p:cNvSpPr/>
                <p:nvPr/>
              </p:nvSpPr>
              <p:spPr>
                <a:xfrm>
                  <a:off x="492919" y="5462572"/>
                  <a:ext cx="1440000" cy="553169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008000">
                    <a:alpha val="4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35" name="山形 65">
                  <a:extLst>
                    <a:ext uri="{FF2B5EF4-FFF2-40B4-BE49-F238E27FC236}">
                      <ns2:creationId id="{2291A7F5-CB49-DDA6-F055-469E6B09A5E2}"/>
                    </a:ext>
                  </a:extLst>
                </p:cNvPr>
                <p:cNvSpPr/>
                <p:nvPr/>
              </p:nvSpPr>
              <p:spPr>
                <a:xfrm>
                  <a:off x="1860919" y="5462572"/>
                  <a:ext cx="1440000" cy="553169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36" name="山形 66">
                  <a:extLst>
                    <a:ext uri="{FF2B5EF4-FFF2-40B4-BE49-F238E27FC236}">
                      <ns2:creationId id="{370F1E2B-E21F-E5C6-0340-D570312D303D}"/>
                    </a:ext>
                  </a:extLst>
                </p:cNvPr>
                <p:cNvSpPr/>
                <p:nvPr/>
              </p:nvSpPr>
              <p:spPr>
                <a:xfrm>
                  <a:off x="3228919" y="5462572"/>
                  <a:ext cx="1440000" cy="553169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8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37" name="山形 66">
                  <a:extLst>
                    <a:ext uri="{FF2B5EF4-FFF2-40B4-BE49-F238E27FC236}">
                      <ns2:creationId id="{ED2E6379-B762-A44A-3915-BB835925AA5C}"/>
                    </a:ext>
                  </a:extLst>
                </p:cNvPr>
                <p:cNvSpPr/>
                <p:nvPr/>
              </p:nvSpPr>
              <p:spPr>
                <a:xfrm>
                  <a:off x="4596919" y="5462572"/>
                  <a:ext cx="1476000" cy="553169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j-lt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2" name="Group 21">
                <a:extLst>
                  <a:ext uri="{FF2B5EF4-FFF2-40B4-BE49-F238E27FC236}">
                    <ns2:creationId id="{9B1379EF-F6EE-5F41-4AE6-B8ACA5355EFE}"/>
                  </a:ext>
                </a:extLst>
              </p:cNvPr>
              <p:cNvGrpSpPr/>
              <p:nvPr/>
            </p:nvGrpSpPr>
            <p:grpSpPr>
              <a:xfrm>
                <a:off x="492919" y="4802915"/>
                <a:ext cx="5580000" cy="367200"/>
                <a:chOff x="492919" y="4802915"/>
                <a:chExt cx="5580000" cy="367200"/>
              </a:xfrm>
            </p:grpSpPr>
            <p:sp>
              <p:nvSpPr>
                <p:cNvPr id="32" name="四角形: 角を丸くする 31">
                  <a:extLst>
                    <a:ext uri="{FF2B5EF4-FFF2-40B4-BE49-F238E27FC236}">
                      <ns2:creationId id="{1E9E9E18-8BEF-8225-CF06-66C8F58DD369}"/>
                    </a:ext>
                  </a:extLst>
                </p:cNvPr>
                <p:cNvSpPr/>
                <p:nvPr/>
              </p:nvSpPr>
              <p:spPr>
                <a:xfrm>
                  <a:off x="492919" y="4802915"/>
                  <a:ext cx="5580000" cy="3672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0A04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02" name="グラフィックス 101" descr="道路 単色塗りつぶし">
                  <a:extLst>
                    <a:ext uri="{FF2B5EF4-FFF2-40B4-BE49-F238E27FC236}">
                      <ns2:creationId id="{51A1E6DF-0A07-5169-4782-87A73DC90A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334353" y="4842516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1" name="Group 20">
              <a:extLst>
                <a:ext uri="{FF2B5EF4-FFF2-40B4-BE49-F238E27FC236}">
                  <ns2:creationId id="{C1238C90-BC6C-09B6-FB19-125C99AE2267}"/>
                </a:ext>
              </a:extLst>
            </p:cNvPr>
            <p:cNvGrpSpPr/>
            <p:nvPr/>
          </p:nvGrpSpPr>
          <p:grpSpPr>
            <a:xfrm>
              <a:off x="335333" y="1632943"/>
              <a:ext cx="5737586" cy="616931"/>
              <a:chOff x="335333" y="1632943"/>
              <a:chExt cx="5737586" cy="616931"/>
            </a:xfrm>
          </p:grpSpPr>
          <p:sp>
            <p:nvSpPr>
              <p:cNvPr id="5" name="正方形/長方形 3">
                <a:extLst>
                  <a:ext uri="{FF2B5EF4-FFF2-40B4-BE49-F238E27FC236}">
                    <ns2:creationId id="{0D049BE4-ABF9-133D-9215-3D0FDACB5694}"/>
                  </a:ext>
                </a:extLst>
              </p:cNvPr>
              <p:cNvSpPr/>
              <p:nvPr/>
            </p:nvSpPr>
            <p:spPr>
              <a:xfrm>
                <a:off x="492919" y="1709874"/>
                <a:ext cx="5580000" cy="54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楕円 23">
                <a:extLst>
                  <a:ext uri="{FF2B5EF4-FFF2-40B4-BE49-F238E27FC236}">
                    <ns2:creationId id="{84CD56C7-B3BF-8C99-296A-B2AF9D7D64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5333" y="1632943"/>
                <a:ext cx="252000" cy="252000"/>
              </a:xfrm>
              <a:prstGeom prst="ellipse">
                <a:avLst/>
              </a:prstGeom>
              <a:solidFill>
                <a:srgbClr val="008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bg1"/>
                    </a:solidFill>
                    <a:latin typeface="+mj-lt"/>
                    <a:ea typeface="Meiryo UI" panose="020B0604030504040204" pitchFamily="50" charset="-128"/>
                  </a:rPr>
                  <a:t>3</a:t>
                </a:r>
                <a:endParaRPr kumimoji="1" lang="ja-JP" altLang="en-US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endParaRPr>
              </a:p>
            </p:txBody>
          </p:sp>
          <p:pic>
            <p:nvPicPr>
              <p:cNvPr id="92" name="グラフィックス 91" descr="UI UX 単色塗りつぶし">
                <a:extLst>
                  <a:ext uri="{FF2B5EF4-FFF2-40B4-BE49-F238E27FC236}">
                    <ns2:creationId id="{675D28D1-AB5B-38EC-1D9C-34F7CCE3CB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64340" y="1799874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ns2:creationId id="{2B0016A3-B9DF-AF6E-4D8A-41D7FC98D46D}"/>
              </a:ext>
            </a:extLst>
          </p:cNvPr>
          <p:cNvGrpSpPr/>
          <p:nvPr/>
        </p:nvGrpSpPr>
        <p:grpSpPr>
          <a:xfrm>
            <a:off x="6120887" y="1632943"/>
            <a:ext cx="5737586" cy="4675820"/>
            <a:chOff x="6120887" y="1632943"/>
            <a:chExt cx="5737586" cy="4675820"/>
          </a:xfrm>
        </p:grpSpPr>
        <p:sp>
          <p:nvSpPr>
            <p:cNvPr id="44" name="四角形: 角を丸くする 43">
              <a:extLst>
                <a:ext uri="{FF2B5EF4-FFF2-40B4-BE49-F238E27FC236}">
                  <ns2:creationId id="{EF0ECD90-989A-B4AE-778A-1F7BD22C23BF}"/>
                </a:ext>
              </a:extLst>
            </p:cNvPr>
            <p:cNvSpPr/>
            <p:nvPr/>
          </p:nvSpPr>
          <p:spPr>
            <a:xfrm>
              <a:off x="8941351" y="2378223"/>
              <a:ext cx="2916000" cy="1260000"/>
            </a:xfrm>
            <a:prstGeom prst="roundRect">
              <a:avLst>
                <a:gd name="adj" fmla="val 4824"/>
              </a:avLst>
            </a:prstGeom>
            <a:noFill/>
            <a:ln w="9525">
              <a:solidFill>
                <a:srgbClr val="82C18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96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」、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四角形: 上の 2 つの角を丸める 44">
              <a:extLst>
                <a:ext uri="{FF2B5EF4-FFF2-40B4-BE49-F238E27FC236}">
                  <ns2:creationId id="{C6F6CADC-C7C9-16D2-F73A-F3DD0A2DA501}"/>
                </a:ext>
              </a:extLst>
            </p:cNvPr>
            <p:cNvSpPr/>
            <p:nvPr/>
          </p:nvSpPr>
          <p:spPr>
            <a:xfrm>
              <a:off x="8941351" y="2378224"/>
              <a:ext cx="2916000" cy="362515"/>
            </a:xfrm>
            <a:prstGeom prst="round2SameRect">
              <a:avLst/>
            </a:prstGeom>
            <a:solidFill>
              <a:srgbClr val="4DA64D">
                <a:alpha val="70000"/>
              </a:srgbClr>
            </a:solidFill>
            <a:ln w="9525">
              <a:solidFill>
                <a:srgbClr val="82C18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549A6849-7291-93B7-7F4C-5F4A18E04CA0}"/>
                </a:ext>
              </a:extLst>
            </p:cNvPr>
            <p:cNvSpPr/>
            <p:nvPr/>
          </p:nvSpPr>
          <p:spPr>
            <a:xfrm>
              <a:off x="8941350" y="3968763"/>
              <a:ext cx="2916000" cy="2340000"/>
            </a:xfrm>
            <a:prstGeom prst="roundRect">
              <a:avLst>
                <a:gd name="adj" fmla="val 2809"/>
              </a:avLst>
            </a:prstGeom>
            <a:noFill/>
            <a:ln w="9525">
              <a:solidFill>
                <a:srgbClr val="5EAF5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96000" rIns="72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1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四角形: 上の 2 つの角を丸める 46">
              <a:extLst>
                <a:ext uri="{FF2B5EF4-FFF2-40B4-BE49-F238E27FC236}">
                  <ns2:creationId id="{2EB0ABDF-C66A-CE12-65D9-3EFF22FB11A1}"/>
                </a:ext>
              </a:extLst>
            </p:cNvPr>
            <p:cNvSpPr/>
            <p:nvPr/>
          </p:nvSpPr>
          <p:spPr>
            <a:xfrm>
              <a:off x="8941350" y="3968763"/>
              <a:ext cx="2916000" cy="362515"/>
            </a:xfrm>
            <a:prstGeom prst="round2SameRect">
              <a:avLst/>
            </a:prstGeom>
            <a:solidFill>
              <a:srgbClr val="4DA64D">
                <a:alpha val="90000"/>
              </a:srgbClr>
            </a:solidFill>
            <a:ln w="9525">
              <a:solidFill>
                <a:srgbClr val="5EAF5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55F2EE7C-23BE-6FCE-C322-7C809CEA835B}"/>
                </a:ext>
              </a:extLst>
            </p:cNvPr>
            <p:cNvSpPr/>
            <p:nvPr/>
          </p:nvSpPr>
          <p:spPr>
            <a:xfrm>
              <a:off x="6278473" y="3968763"/>
              <a:ext cx="2592000" cy="2340000"/>
            </a:xfrm>
            <a:prstGeom prst="roundRect">
              <a:avLst>
                <a:gd name="adj" fmla="val 2809"/>
              </a:avLst>
            </a:prstGeom>
            <a:noFill/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9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1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CRM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lvl="2">
                <a:spcAft>
                  <a:spcPts val="200"/>
                </a:spcAft>
              </a:pPr>
              <a:r>
                <a:rPr lang="ja-JP" altLang="en-US" sz="14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2">
                <a:spcAft>
                  <a:spcPts val="200"/>
                </a:spcAft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GB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" name="四角形: 上の 2 つの角を丸める 48">
              <a:extLst>
                <a:ext uri="{FF2B5EF4-FFF2-40B4-BE49-F238E27FC236}">
                  <ns2:creationId id="{0AA90C35-BC3D-C188-3E59-1002E9B9A2F2}"/>
                </a:ext>
              </a:extLst>
            </p:cNvPr>
            <p:cNvSpPr/>
            <p:nvPr/>
          </p:nvSpPr>
          <p:spPr>
            <a:xfrm>
              <a:off x="6278473" y="3968763"/>
              <a:ext cx="2592000" cy="362515"/>
            </a:xfrm>
            <a:prstGeom prst="round2SameRect">
              <a:avLst/>
            </a:prstGeom>
            <a:solidFill>
              <a:srgbClr val="4DA64D"/>
            </a:solidFill>
            <a:ln w="9525">
              <a:solidFill>
                <a:srgbClr val="4DA6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ns2:creationId id="{A54D4A28-AFAC-76A4-450A-EF209EF252F8}"/>
                </a:ext>
              </a:extLst>
            </p:cNvPr>
            <p:cNvGrpSpPr>
              <a:grpSpLocks/>
            </p:cNvGrpSpPr>
            <p:nvPr/>
          </p:nvGrpSpPr>
          <p:grpSpPr>
            <a:xfrm>
              <a:off x="6745167" y="2332210"/>
              <a:ext cx="1658613" cy="1507268"/>
              <a:chOff x="7279515" y="2332211"/>
              <a:chExt cx="1579631" cy="1435493"/>
            </a:xfrm>
          </p:grpSpPr>
          <p:sp>
            <p:nvSpPr>
              <p:cNvPr id="41" name="楕円 10">
                <a:extLst>
                  <a:ext uri="{FF2B5EF4-FFF2-40B4-BE49-F238E27FC236}">
                    <ns2:creationId id="{64071F11-4F5E-CA3F-8CCA-6CD195F233F1}"/>
                  </a:ext>
                </a:extLst>
              </p:cNvPr>
              <p:cNvSpPr/>
              <p:nvPr/>
            </p:nvSpPr>
            <p:spPr>
              <a:xfrm>
                <a:off x="7279515" y="2889490"/>
                <a:ext cx="878213" cy="878214"/>
              </a:xfrm>
              <a:prstGeom prst="ellipse">
                <a:avLst/>
              </a:prstGeom>
              <a:solidFill>
                <a:srgbClr val="008000">
                  <a:alpha val="6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923" tIns="12961" rIns="25923" bIns="12961" rtlCol="0" anchor="ctr"/>
              <a:lstStyle/>
              <a:p>
                <a:pPr algn="ctr"/>
                <a:endParaRPr kumimoji="1" lang="ja-JP" altLang="en-US" sz="1350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42" name="楕円 18">
                <a:extLst>
                  <a:ext uri="{FF2B5EF4-FFF2-40B4-BE49-F238E27FC236}">
                    <ns2:creationId id="{362B1458-2165-466E-A04B-5363747E561F}"/>
                  </a:ext>
                </a:extLst>
              </p:cNvPr>
              <p:cNvSpPr/>
              <p:nvPr/>
            </p:nvSpPr>
            <p:spPr>
              <a:xfrm>
                <a:off x="7613637" y="2332211"/>
                <a:ext cx="878213" cy="878214"/>
              </a:xfrm>
              <a:prstGeom prst="ellipse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923" tIns="12961" rIns="25923" bIns="12961" rtlCol="0" anchor="ctr"/>
              <a:lstStyle/>
              <a:p>
                <a:pPr algn="ctr"/>
                <a:endParaRPr kumimoji="1" lang="ja-JP" altLang="en-US" sz="1350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43" name="楕円 19">
                <a:extLst>
                  <a:ext uri="{FF2B5EF4-FFF2-40B4-BE49-F238E27FC236}">
                    <ns2:creationId id="{C9D79D3E-9232-0E44-8F59-B7F9C9D20FA7}"/>
                  </a:ext>
                </a:extLst>
              </p:cNvPr>
              <p:cNvSpPr/>
              <p:nvPr/>
            </p:nvSpPr>
            <p:spPr>
              <a:xfrm>
                <a:off x="7980933" y="2889490"/>
                <a:ext cx="878213" cy="878214"/>
              </a:xfrm>
              <a:prstGeom prst="ellipse">
                <a:avLst/>
              </a:prstGeom>
              <a:solidFill>
                <a:srgbClr val="00800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923" tIns="12961" rIns="25923" bIns="12961" rtlCol="0" anchor="ctr"/>
              <a:lstStyle/>
              <a:p>
                <a:pPr algn="ctr"/>
                <a:endParaRPr kumimoji="1" lang="ja-JP" altLang="en-US" sz="1350" dirty="0">
                  <a:latin typeface="Trebuchet MS" panose="020B0603020202020204" pitchFamily="34" charset="0"/>
                </a:endParaRPr>
              </a:p>
            </p:txBody>
          </p:sp>
          <p:pic>
            <p:nvPicPr>
              <p:cNvPr id="94" name="グラフィックス 93" descr="フローチャート 単色塗りつぶし">
                <a:extLst>
                  <a:ext uri="{FF2B5EF4-FFF2-40B4-BE49-F238E27FC236}">
                    <ns2:creationId id="{012850CF-5BE6-E0D9-4359-CC17816B81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7466336" y="3147006"/>
                <a:ext cx="480000" cy="480000"/>
              </a:xfrm>
              <a:prstGeom prst="rect">
                <a:avLst/>
              </a:prstGeom>
            </p:spPr>
          </p:pic>
          <p:pic>
            <p:nvPicPr>
              <p:cNvPr id="98" name="グラフィックス 97" descr="チェックマークの付いた盾 単色塗りつぶし">
                <a:extLst>
                  <a:ext uri="{FF2B5EF4-FFF2-40B4-BE49-F238E27FC236}">
                    <ns2:creationId id="{7AA0048D-6327-14E8-D913-D1FA287803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8204040" y="3147006"/>
                <a:ext cx="480000" cy="480000"/>
              </a:xfrm>
              <a:prstGeom prst="rect">
                <a:avLst/>
              </a:prstGeom>
            </p:spPr>
          </p:pic>
          <p:pic>
            <p:nvPicPr>
              <p:cNvPr id="100" name="グラフィックス 99" descr="棒グラフ (上昇) 単色塗りつぶし">
                <a:extLst>
                  <a:ext uri="{FF2B5EF4-FFF2-40B4-BE49-F238E27FC236}">
                    <ns2:creationId id="{B8804C4B-1B3F-070B-E0DF-E749C2C7AD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7812742" y="2452958"/>
                <a:ext cx="480000" cy="480000"/>
              </a:xfrm>
              <a:prstGeom prst="rect">
                <a:avLst/>
              </a:prstGeom>
            </p:spPr>
          </p:pic>
        </p:grpSp>
        <p:sp>
          <p:nvSpPr>
            <p:cNvPr id="15" name="正方形/長方形 28">
              <a:extLst>
                <a:ext uri="{FF2B5EF4-FFF2-40B4-BE49-F238E27FC236}">
                  <ns2:creationId id="{E6A863F2-4A7B-BDC9-FFD7-2F83B41AF7C0}"/>
                </a:ext>
              </a:extLst>
            </p:cNvPr>
            <p:cNvSpPr/>
            <p:nvPr/>
          </p:nvSpPr>
          <p:spPr>
            <a:xfrm>
              <a:off x="6278473" y="1709874"/>
              <a:ext cx="5580000" cy="540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楕円 29">
              <a:extLst>
                <a:ext uri="{FF2B5EF4-FFF2-40B4-BE49-F238E27FC236}">
                  <ns2:creationId id="{178F12EB-43B4-5ECD-83AB-2B9B873A6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20887" y="1632943"/>
              <a:ext cx="252000" cy="25200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dirty="0">
                  <a:solidFill>
                    <a:schemeClr val="bg1"/>
                  </a:solidFill>
                  <a:latin typeface="+mj-lt"/>
                  <a:ea typeface="Meiryo UI" panose="020B0604030504040204" pitchFamily="50" charset="-128"/>
                </a:rPr>
                <a:t>4</a:t>
              </a:r>
              <a:endParaRPr kumimoji="1" lang="ja-JP" altLang="en-US" sz="1200" dirty="0">
                <a:solidFill>
                  <a:schemeClr val="bg1"/>
                </a:solidFill>
                <a:latin typeface="+mj-lt"/>
                <a:ea typeface="Meiryo UI" panose="020B0604030504040204" pitchFamily="50" charset="-128"/>
              </a:endParaRPr>
            </a:p>
          </p:txBody>
        </p:sp>
        <p:pic>
          <p:nvPicPr>
            <p:cNvPr id="96" name="グラフィックス 95" descr="マネジメント 単色塗りつぶし">
              <a:extLst>
                <a:ext uri="{FF2B5EF4-FFF2-40B4-BE49-F238E27FC236}">
                  <ns2:creationId id="{FFCF472D-9E84-FE7A-2ED8-EE4071BF66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6528414" y="1799874"/>
              <a:ext cx="360000" cy="360000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ns2:creationId id="{DB712282-A264-ACC0-C073-D38D97A6733E}"/>
                </a:ext>
              </a:extLst>
            </p:cNvPr>
            <p:cNvCxnSpPr>
              <a:cxnSpLocks/>
              <a:endCxn id="41" idx="4"/>
            </p:cNvCxnSpPr>
            <p:nvPr/>
          </p:nvCxnSpPr>
          <p:spPr>
            <a:xfrm flipV="1">
              <a:off x="7206229" y="3839478"/>
              <a:ext cx="0" cy="12928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ns2:creationId id="{8023E3A8-0832-2B3A-E47F-AB58DC779D2E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flipH="1" flipV="1">
              <a:off x="7915275" y="2552700"/>
              <a:ext cx="102607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: Elbow 53">
              <a:extLst>
                <a:ext uri="{FF2B5EF4-FFF2-40B4-BE49-F238E27FC236}">
                  <ns2:creationId id="{C7737F08-4D67-FBD2-052D-D4A9E14B87EB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9153975" y="2790287"/>
              <a:ext cx="216000" cy="2160000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406841292"/>
      </p:ext>
    </p:extLst>
  </p:cSld>
  <p:clrMapOvr>
    <a:masterClrMapping/>
  </p:clrMapOvr>
</p:sld>
</file>

<file path=ppt/slides/slide17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8FF3EE8-E0B7-99CF-E87C-3451B4D0A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F3D8518-6EB4-0992-1155-03A2122F7C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9" name="グループ化 8">
            <a:extLst>
              <a:ext uri="{FF2B5EF4-FFF2-40B4-BE49-F238E27FC236}">
                <ns2:creationId id="{7F4BDBE7-FEC4-CFC2-5188-4E2305B9F4B8}"/>
              </a:ext>
            </a:extLst>
          </p:cNvPr>
          <p:cNvGrpSpPr/>
          <p:nvPr/>
        </p:nvGrpSpPr>
        <p:grpSpPr>
          <a:xfrm>
            <a:off x="9661983" y="1635352"/>
            <a:ext cx="2200127" cy="4669332"/>
            <a:chOff x="9661983" y="1635352"/>
            <a:chExt cx="2200127" cy="4669332"/>
          </a:xfrm>
        </p:grpSpPr>
        <p:sp>
          <p:nvSpPr>
            <p:cNvPr id="24" name="四角形: 角を丸くする 23">
              <a:extLst>
                <a:ext uri="{FF2B5EF4-FFF2-40B4-BE49-F238E27FC236}">
                  <ns2:creationId id="{A970E700-A0A8-7E9B-E143-C49AD0BA46C8}"/>
                </a:ext>
              </a:extLst>
            </p:cNvPr>
            <p:cNvSpPr/>
            <p:nvPr/>
          </p:nvSpPr>
          <p:spPr>
            <a:xfrm>
              <a:off x="9661983" y="1635352"/>
              <a:ext cx="2200127" cy="4669332"/>
            </a:xfrm>
            <a:prstGeom prst="roundRect">
              <a:avLst>
                <a:gd name="adj" fmla="val 2454"/>
              </a:avLst>
            </a:prstGeom>
            <a:solidFill>
              <a:schemeClr val="accent5">
                <a:alpha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9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6" name="グラフィックス 25" descr="事業の成長 単色塗りつぶし">
              <a:extLst>
                <a:ext uri="{FF2B5EF4-FFF2-40B4-BE49-F238E27FC236}">
                  <ns2:creationId id="{0D8A2F57-3B55-24D0-860A-07DE46FF2A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10258047" y="2903973"/>
              <a:ext cx="1008000" cy="1008000"/>
            </a:xfrm>
            <a:prstGeom prst="rect">
              <a:avLst/>
            </a:prstGeom>
          </p:spPr>
        </p:pic>
      </p:grpSp>
      <p:grpSp>
        <p:nvGrpSpPr>
          <p:cNvPr id="8" name="グループ化 7">
            <a:extLst>
              <a:ext uri="{FF2B5EF4-FFF2-40B4-BE49-F238E27FC236}">
                <ns2:creationId id="{0A7E152D-A169-651A-A0AA-079E4662A9D3}"/>
              </a:ext>
            </a:extLst>
          </p:cNvPr>
          <p:cNvGrpSpPr/>
          <p:nvPr/>
        </p:nvGrpSpPr>
        <p:grpSpPr>
          <a:xfrm>
            <a:off x="8933537" y="1635352"/>
            <a:ext cx="375450" cy="4669332"/>
            <a:chOff x="8933537" y="1635352"/>
            <a:chExt cx="375450" cy="4669332"/>
          </a:xfrm>
        </p:grpSpPr>
        <p:cxnSp>
          <p:nvCxnSpPr>
            <p:cNvPr id="28" name="直線コネクタ 27">
              <a:extLst>
                <a:ext uri="{FF2B5EF4-FFF2-40B4-BE49-F238E27FC236}">
                  <ns2:creationId id="{5268327C-9278-041B-7175-31CD9EFA55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1263" y="1635352"/>
              <a:ext cx="0" cy="4669332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グループ化 28">
              <a:extLst>
                <a:ext uri="{FF2B5EF4-FFF2-40B4-BE49-F238E27FC236}">
                  <ns2:creationId id="{42EF62BD-104F-8C82-2D98-25F1863CD6C4}"/>
                </a:ext>
              </a:extLst>
            </p:cNvPr>
            <p:cNvGrpSpPr/>
            <p:nvPr/>
          </p:nvGrpSpPr>
          <p:grpSpPr>
            <a:xfrm>
              <a:off x="8933537" y="3789531"/>
              <a:ext cx="375450" cy="360974"/>
              <a:chOff x="4481975" y="4551664"/>
              <a:chExt cx="375450" cy="360974"/>
            </a:xfrm>
            <a:solidFill>
              <a:srgbClr val="008000"/>
            </a:solidFill>
          </p:grpSpPr>
          <p:sp>
            <p:nvSpPr>
              <p:cNvPr id="30" name="円/楕円 8">
                <a:extLst>
                  <a:ext uri="{FF2B5EF4-FFF2-40B4-BE49-F238E27FC236}">
                    <ns2:creationId id="{E38A5335-B4F9-313B-D2FE-71763483096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31" name="グラフィックス 30">
                <a:extLst>
                  <a:ext uri="{FF2B5EF4-FFF2-40B4-BE49-F238E27FC236}">
                    <ns2:creationId id="{6E17E13A-E5DA-E097-21CA-CAA55BE57D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" name="グループ化 12">
            <a:extLst>
              <a:ext uri="{FF2B5EF4-FFF2-40B4-BE49-F238E27FC236}">
                <ns2:creationId id="{B596F38C-5FE5-DEB2-D7BB-7127F9732DDB}"/>
              </a:ext>
            </a:extLst>
          </p:cNvPr>
          <p:cNvGrpSpPr/>
          <p:nvPr/>
        </p:nvGrpSpPr>
        <p:grpSpPr>
          <a:xfrm>
            <a:off x="334963" y="1635353"/>
            <a:ext cx="4140000" cy="873733"/>
            <a:chOff x="334963" y="1635353"/>
            <a:chExt cx="4140000" cy="873733"/>
          </a:xfrm>
        </p:grpSpPr>
        <p:sp>
          <p:nvSpPr>
            <p:cNvPr id="10" name="ホームベース 51">
              <a:extLst>
                <a:ext uri="{FF2B5EF4-FFF2-40B4-BE49-F238E27FC236}">
                  <ns2:creationId id="{974F28ED-67F6-0F69-E90A-A032E4D3F33E}"/>
                </a:ext>
              </a:extLst>
            </p:cNvPr>
            <p:cNvSpPr/>
            <p:nvPr/>
          </p:nvSpPr>
          <p:spPr>
            <a:xfrm>
              <a:off x="334963" y="1774771"/>
              <a:ext cx="4140000" cy="360000"/>
            </a:xfrm>
            <a:prstGeom prst="homePlate">
              <a:avLst>
                <a:gd name="adj" fmla="val 14725"/>
              </a:avLst>
            </a:prstGeom>
            <a:solidFill>
              <a:srgbClr val="008D2E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98A9DBA6-3467-67B9-A9D7-96032FBB5FCC}"/>
                </a:ext>
              </a:extLst>
            </p:cNvPr>
            <p:cNvSpPr/>
            <p:nvPr/>
          </p:nvSpPr>
          <p:spPr>
            <a:xfrm>
              <a:off x="390918" y="1635353"/>
              <a:ext cx="756000" cy="252000"/>
            </a:xfrm>
            <a:prstGeom prst="roundRect">
              <a:avLst>
                <a:gd name="adj" fmla="val 78084"/>
              </a:avLst>
            </a:prstGeom>
            <a:solidFill>
              <a:schemeClr val="accent5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ns2:creationId id="{A9144963-7D6C-2886-6199-B4FB4F75A1D4}"/>
                </a:ext>
              </a:extLst>
            </p:cNvPr>
            <p:cNvSpPr txBox="1"/>
            <p:nvPr/>
          </p:nvSpPr>
          <p:spPr>
            <a:xfrm>
              <a:off x="334963" y="2170532"/>
              <a:ext cx="4035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、</a:t>
              </a:r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XX</a:t>
              </a:r>
            </a:p>
          </p:txBody>
        </p:sp>
      </p:grpSp>
      <p:grpSp>
        <p:nvGrpSpPr>
          <p:cNvPr id="12" name="グループ化 11">
            <a:extLst>
              <a:ext uri="{FF2B5EF4-FFF2-40B4-BE49-F238E27FC236}">
                <ns2:creationId id="{0F5791B4-AC58-0EB7-2C90-C1D0307DDE99}"/>
              </a:ext>
            </a:extLst>
          </p:cNvPr>
          <p:cNvGrpSpPr/>
          <p:nvPr/>
        </p:nvGrpSpPr>
        <p:grpSpPr>
          <a:xfrm>
            <a:off x="4544841" y="1635353"/>
            <a:ext cx="4140000" cy="873733"/>
            <a:chOff x="4544841" y="1635353"/>
            <a:chExt cx="4140000" cy="873733"/>
          </a:xfrm>
        </p:grpSpPr>
        <p:sp>
          <p:nvSpPr>
            <p:cNvPr id="11" name="矢印: 山形 37">
              <a:extLst>
                <a:ext uri="{FF2B5EF4-FFF2-40B4-BE49-F238E27FC236}">
                  <ns2:creationId id="{1B1FE110-7553-78BC-41B9-20C10B210542}"/>
                </a:ext>
              </a:extLst>
            </p:cNvPr>
            <p:cNvSpPr/>
            <p:nvPr/>
          </p:nvSpPr>
          <p:spPr>
            <a:xfrm>
              <a:off x="4544841" y="1777473"/>
              <a:ext cx="4140000" cy="360000"/>
            </a:xfrm>
            <a:prstGeom prst="chevron">
              <a:avLst>
                <a:gd name="adj" fmla="val 14706"/>
              </a:avLst>
            </a:prstGeom>
            <a:solidFill>
              <a:srgbClr val="008D2E">
                <a:alpha val="60000"/>
              </a:srgb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3" name="四角形: 角を丸くする 22">
              <a:extLst>
                <a:ext uri="{FF2B5EF4-FFF2-40B4-BE49-F238E27FC236}">
                  <ns2:creationId id="{F6756729-CB1E-99FC-BDFD-9E30BFC06A5B}"/>
                </a:ext>
              </a:extLst>
            </p:cNvPr>
            <p:cNvSpPr/>
            <p:nvPr/>
          </p:nvSpPr>
          <p:spPr>
            <a:xfrm>
              <a:off x="4597391" y="1635353"/>
              <a:ext cx="756000" cy="252000"/>
            </a:xfrm>
            <a:prstGeom prst="roundRect">
              <a:avLst>
                <a:gd name="adj" fmla="val 78084"/>
              </a:avLst>
            </a:prstGeom>
            <a:solidFill>
              <a:schemeClr val="accent5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E730F450-A746-E185-C42F-2E92C74100B2}"/>
                </a:ext>
              </a:extLst>
            </p:cNvPr>
            <p:cNvSpPr txBox="1"/>
            <p:nvPr/>
          </p:nvSpPr>
          <p:spPr>
            <a:xfrm>
              <a:off x="4544841" y="2170532"/>
              <a:ext cx="4035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、</a:t>
              </a:r>
              <a:r>
                <a:rPr kumimoji="1" lang="en-US" altLang="ja-JP" sz="1600" dirty="0"/>
                <a:t>XX</a:t>
              </a:r>
              <a:r>
                <a:rPr kumimoji="1" lang="ja-JP" altLang="en-US" sz="1600" dirty="0"/>
                <a:t>XX</a:t>
              </a:r>
            </a:p>
          </p:txBody>
        </p:sp>
      </p:grpSp>
      <p:grpSp>
        <p:nvGrpSpPr>
          <p:cNvPr id="53" name="グループ化 52">
            <a:extLst>
              <a:ext uri="{FF2B5EF4-FFF2-40B4-BE49-F238E27FC236}">
                <ns2:creationId id="{EF743EC4-BB87-C51E-9020-9D8724C2B89F}"/>
              </a:ext>
            </a:extLst>
          </p:cNvPr>
          <p:cNvGrpSpPr/>
          <p:nvPr/>
        </p:nvGrpSpPr>
        <p:grpSpPr>
          <a:xfrm>
            <a:off x="334962" y="2593210"/>
            <a:ext cx="8245581" cy="3711475"/>
            <a:chOff x="334962" y="2593210"/>
            <a:chExt cx="8245581" cy="3711475"/>
          </a:xfrm>
        </p:grpSpPr>
        <p:grpSp>
          <p:nvGrpSpPr>
            <p:cNvPr id="17" name="グループ化 16">
              <a:extLst>
                <a:ext uri="{FF2B5EF4-FFF2-40B4-BE49-F238E27FC236}">
                  <ns2:creationId id="{7168C692-B335-862F-74B5-CFA28B631B34}"/>
                </a:ext>
              </a:extLst>
            </p:cNvPr>
            <p:cNvGrpSpPr/>
            <p:nvPr/>
          </p:nvGrpSpPr>
          <p:grpSpPr>
            <a:xfrm>
              <a:off x="334962" y="5872685"/>
              <a:ext cx="8245580" cy="432000"/>
              <a:chOff x="334962" y="5872685"/>
              <a:chExt cx="8245580" cy="432000"/>
            </a:xfrm>
          </p:grpSpPr>
          <p:sp>
            <p:nvSpPr>
              <p:cNvPr id="32" name="四角形: 角を丸くする 31">
                <a:extLst>
                  <a:ext uri="{FF2B5EF4-FFF2-40B4-BE49-F238E27FC236}">
                    <ns2:creationId id="{D7A24843-EEED-9717-DC13-C889C236A9A9}"/>
                  </a:ext>
                </a:extLst>
              </p:cNvPr>
              <p:cNvSpPr/>
              <p:nvPr/>
            </p:nvSpPr>
            <p:spPr>
              <a:xfrm>
                <a:off x="334962" y="5872685"/>
                <a:ext cx="8245580" cy="432000"/>
              </a:xfrm>
              <a:prstGeom prst="roundRect">
                <a:avLst>
                  <a:gd name="adj" fmla="val 920"/>
                </a:avLst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7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tabLst>
                    <a:tab pos="1071563" algn="l"/>
                  </a:tabLst>
                </a:pP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" name="グラフィックス 32" descr="棒グラフ (上昇) 単色塗りつぶし">
                <a:extLst>
                  <a:ext uri="{FF2B5EF4-FFF2-40B4-BE49-F238E27FC236}">
                    <ns2:creationId id="{A6EF8455-F38A-9E34-ACCD-BD3525B11B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778726" y="5872685"/>
                <a:ext cx="432000" cy="432000"/>
              </a:xfrm>
              <a:prstGeom prst="rect">
                <a:avLst/>
              </a:prstGeom>
            </p:spPr>
          </p:pic>
        </p:grpSp>
        <p:cxnSp>
          <p:nvCxnSpPr>
            <p:cNvPr id="40" name="直線コネクタ 39">
              <a:extLst>
                <a:ext uri="{FF2B5EF4-FFF2-40B4-BE49-F238E27FC236}">
                  <ns2:creationId id="{52C34AEF-3B45-A8A1-E4B9-986D631146D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4457753" y="6584"/>
              <a:ext cx="0" cy="824558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コネクタ: カギ線 42">
              <a:extLst>
                <a:ext uri="{FF2B5EF4-FFF2-40B4-BE49-F238E27FC236}">
                  <ns2:creationId id="{466F7829-B95B-6005-571E-7E6A08CBB0A7}"/>
                </a:ext>
              </a:extLst>
            </p:cNvPr>
            <p:cNvCxnSpPr>
              <a:stCxn id="38" idx="3"/>
              <a:endCxn id="39" idx="0"/>
            </p:cNvCxnSpPr>
            <p:nvPr/>
          </p:nvCxnSpPr>
          <p:spPr>
            <a:xfrm>
              <a:off x="4370664" y="3313210"/>
              <a:ext cx="2192028" cy="912328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グループ化 24">
              <a:extLst>
                <a:ext uri="{FF2B5EF4-FFF2-40B4-BE49-F238E27FC236}">
                  <ns2:creationId id="{8EF31BCA-532A-C70B-14F0-96724FCB5A2B}"/>
                </a:ext>
              </a:extLst>
            </p:cNvPr>
            <p:cNvGrpSpPr/>
            <p:nvPr/>
          </p:nvGrpSpPr>
          <p:grpSpPr>
            <a:xfrm>
              <a:off x="6582090" y="2934605"/>
              <a:ext cx="1440000" cy="904003"/>
              <a:chOff x="6582090" y="2934605"/>
              <a:chExt cx="1440000" cy="904003"/>
            </a:xfrm>
          </p:grpSpPr>
          <p:pic>
            <p:nvPicPr>
              <p:cNvPr id="22" name="グラフィックス 21" descr="階層 単色塗りつぶし">
                <a:extLst>
                  <a:ext uri="{FF2B5EF4-FFF2-40B4-BE49-F238E27FC236}">
                    <ns2:creationId id="{9BBCC703-1B2D-77F7-CD84-E77A1D44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7086088" y="2934605"/>
                <a:ext cx="432000" cy="432000"/>
              </a:xfrm>
              <a:prstGeom prst="rect">
                <a:avLst/>
              </a:prstGeom>
            </p:spPr>
          </p:pic>
          <p:sp>
            <p:nvSpPr>
              <p:cNvPr id="61" name="四角形: 角を丸くする 60">
                <a:extLst>
                  <a:ext uri="{FF2B5EF4-FFF2-40B4-BE49-F238E27FC236}">
                    <ns2:creationId id="{34FA66FC-DF34-FBDD-B70D-47BBF7CC768E}"/>
                  </a:ext>
                </a:extLst>
              </p:cNvPr>
              <p:cNvSpPr/>
              <p:nvPr/>
            </p:nvSpPr>
            <p:spPr>
              <a:xfrm>
                <a:off x="6582090" y="3334608"/>
                <a:ext cx="1440000" cy="504000"/>
              </a:xfrm>
              <a:prstGeom prst="roundRect">
                <a:avLst>
                  <a:gd name="adj" fmla="val 92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ns2:creationId id="{6F3DA469-1298-2C51-FBF3-92A330C89DA4}"/>
                </a:ext>
              </a:extLst>
            </p:cNvPr>
            <p:cNvGrpSpPr/>
            <p:nvPr/>
          </p:nvGrpSpPr>
          <p:grpSpPr>
            <a:xfrm>
              <a:off x="334963" y="2593210"/>
              <a:ext cx="4035701" cy="1440000"/>
              <a:chOff x="334963" y="2593210"/>
              <a:chExt cx="4035701" cy="1440000"/>
            </a:xfrm>
          </p:grpSpPr>
          <p:sp>
            <p:nvSpPr>
              <p:cNvPr id="38" name="正方形/長方形 37">
                <a:extLst>
                  <a:ext uri="{FF2B5EF4-FFF2-40B4-BE49-F238E27FC236}">
                    <ns2:creationId id="{A6D3908D-1EF5-6497-912A-7C31F272F54E}"/>
                  </a:ext>
                </a:extLst>
              </p:cNvPr>
              <p:cNvSpPr/>
              <p:nvPr/>
            </p:nvSpPr>
            <p:spPr>
              <a:xfrm>
                <a:off x="334963" y="2593210"/>
                <a:ext cx="4035701" cy="144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alpha val="4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2" name="コネクタ: カギ線 51">
                <a:extLst>
                  <a:ext uri="{FF2B5EF4-FFF2-40B4-BE49-F238E27FC236}">
                    <ns2:creationId id="{0DC3112D-F33A-8FED-DCB1-7253204E678B}"/>
                  </a:ext>
                </a:extLst>
              </p:cNvPr>
              <p:cNvCxnSpPr>
                <a:cxnSpLocks/>
                <a:stCxn id="50" idx="3"/>
                <a:endCxn id="51" idx="0"/>
              </p:cNvCxnSpPr>
              <p:nvPr/>
            </p:nvCxnSpPr>
            <p:spPr>
              <a:xfrm>
                <a:off x="2337933" y="2924268"/>
                <a:ext cx="900000" cy="261510"/>
              </a:xfrm>
              <a:prstGeom prst="bentConnector2">
                <a:avLst/>
              </a:prstGeom>
              <a:ln w="19050">
                <a:solidFill>
                  <a:schemeClr val="accent5"/>
                </a:solidFill>
                <a:headEnd type="none" w="med" len="med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四角形: 角を丸くする 49">
                <a:extLst>
                  <a:ext uri="{FF2B5EF4-FFF2-40B4-BE49-F238E27FC236}">
                    <ns2:creationId id="{707353E2-CD79-BF00-E114-74C8A2AC444F}"/>
                  </a:ext>
                </a:extLst>
              </p:cNvPr>
              <p:cNvSpPr/>
              <p:nvPr/>
            </p:nvSpPr>
            <p:spPr>
              <a:xfrm>
                <a:off x="537933" y="2654268"/>
                <a:ext cx="1800000" cy="540000"/>
              </a:xfrm>
              <a:prstGeom prst="roundRect">
                <a:avLst>
                  <a:gd name="adj" fmla="val 920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男性の集団 単色塗りつぶし">
                <a:extLst>
                  <a:ext uri="{FF2B5EF4-FFF2-40B4-BE49-F238E27FC236}">
                    <ns2:creationId id="{C0667E69-8B11-44C6-E4A5-E825566A4C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1977933" y="2834268"/>
                <a:ext cx="360000" cy="360000"/>
              </a:xfrm>
              <a:prstGeom prst="rect">
                <a:avLst/>
              </a:prstGeom>
            </p:spPr>
          </p:pic>
          <p:sp>
            <p:nvSpPr>
              <p:cNvPr id="51" name="四角形: 角を丸くする 50">
                <a:extLst>
                  <a:ext uri="{FF2B5EF4-FFF2-40B4-BE49-F238E27FC236}">
                    <ns2:creationId id="{9F3A333F-4154-7A5F-E429-912E91F2B499}"/>
                  </a:ext>
                </a:extLst>
              </p:cNvPr>
              <p:cNvSpPr/>
              <p:nvPr/>
            </p:nvSpPr>
            <p:spPr>
              <a:xfrm>
                <a:off x="2337933" y="3185778"/>
                <a:ext cx="1800000" cy="808586"/>
              </a:xfrm>
              <a:prstGeom prst="roundRect">
                <a:avLst>
                  <a:gd name="adj" fmla="val 920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80975">
                  <a:spcAft>
                    <a:spcPts val="2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80975">
                  <a:spcAft>
                    <a:spcPts val="2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80975">
                  <a:spcAft>
                    <a:spcPts val="200"/>
                  </a:spcAft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7" name="グラフィックス 56" descr="男性 単色塗りつぶし">
                <a:extLst>
                  <a:ext uri="{FF2B5EF4-FFF2-40B4-BE49-F238E27FC236}">
                    <ns2:creationId id="{CDE76BD6-F04C-0507-EB4C-53FD838205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3777933" y="3634364"/>
                <a:ext cx="360000" cy="360000"/>
              </a:xfrm>
              <a:prstGeom prst="rect">
                <a:avLst/>
              </a:prstGeom>
            </p:spPr>
          </p:pic>
          <p:grpSp>
            <p:nvGrpSpPr>
              <p:cNvPr id="27" name="グループ化 26">
                <a:extLst>
                  <a:ext uri="{FF2B5EF4-FFF2-40B4-BE49-F238E27FC236}">
                    <ns2:creationId id="{FA6C1F16-48ED-5D0C-1C04-B9734034A4C6}"/>
                  </a:ext>
                </a:extLst>
              </p:cNvPr>
              <p:cNvGrpSpPr/>
              <p:nvPr/>
            </p:nvGrpSpPr>
            <p:grpSpPr>
              <a:xfrm>
                <a:off x="3280342" y="2664564"/>
                <a:ext cx="1080000" cy="535855"/>
                <a:chOff x="3280342" y="2664564"/>
                <a:chExt cx="1080000" cy="535855"/>
              </a:xfrm>
            </p:grpSpPr>
            <p:pic>
              <p:nvPicPr>
                <p:cNvPr id="19" name="グラフィックス 18" descr="階層 単色塗りつぶし">
                  <a:extLst>
                    <a:ext uri="{FF2B5EF4-FFF2-40B4-BE49-F238E27FC236}">
                      <ns2:creationId id="{A453C337-2F6B-09C7-BB5B-7CC94E6555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76341" y="2664564"/>
                  <a:ext cx="288000" cy="288000"/>
                </a:xfrm>
                <a:prstGeom prst="rect">
                  <a:avLst/>
                </a:prstGeom>
              </p:spPr>
            </p:pic>
            <p:sp>
              <p:nvSpPr>
                <p:cNvPr id="62" name="四角形: 角を丸くする 61">
                  <a:extLst>
                    <a:ext uri="{FF2B5EF4-FFF2-40B4-BE49-F238E27FC236}">
                      <ns2:creationId id="{ADA86699-2D98-930E-807E-79113E12CA3E}"/>
                    </a:ext>
                  </a:extLst>
                </p:cNvPr>
                <p:cNvSpPr/>
                <p:nvPr/>
              </p:nvSpPr>
              <p:spPr>
                <a:xfrm>
                  <a:off x="3280342" y="2948419"/>
                  <a:ext cx="1080000" cy="252000"/>
                </a:xfrm>
                <a:prstGeom prst="roundRect">
                  <a:avLst>
                    <a:gd name="adj" fmla="val 92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5" name="グループ化 14">
              <a:extLst>
                <a:ext uri="{FF2B5EF4-FFF2-40B4-BE49-F238E27FC236}">
                  <ns2:creationId id="{5A15DAE4-7E13-3B45-809F-7D4A5BE21F3D}"/>
                </a:ext>
              </a:extLst>
            </p:cNvPr>
            <p:cNvGrpSpPr/>
            <p:nvPr/>
          </p:nvGrpSpPr>
          <p:grpSpPr>
            <a:xfrm>
              <a:off x="4544841" y="4225538"/>
              <a:ext cx="4035701" cy="1440000"/>
              <a:chOff x="4544841" y="4225538"/>
              <a:chExt cx="4035701" cy="1440000"/>
            </a:xfrm>
          </p:grpSpPr>
          <p:sp>
            <p:nvSpPr>
              <p:cNvPr id="39" name="正方形/長方形 38">
                <a:extLst>
                  <a:ext uri="{FF2B5EF4-FFF2-40B4-BE49-F238E27FC236}">
                    <ns2:creationId id="{F1597DF5-13C9-D5CC-D1A7-258C13BAC3FE}"/>
                  </a:ext>
                </a:extLst>
              </p:cNvPr>
              <p:cNvSpPr/>
              <p:nvPr/>
            </p:nvSpPr>
            <p:spPr>
              <a:xfrm>
                <a:off x="4544841" y="4225538"/>
                <a:ext cx="4035701" cy="144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alpha val="6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756000" rIns="36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A18861D5-72E2-AC4A-8E3C-EFD240E55F73}"/>
                  </a:ext>
                </a:extLst>
              </p:cNvPr>
              <p:cNvGrpSpPr/>
              <p:nvPr/>
            </p:nvGrpSpPr>
            <p:grpSpPr>
              <a:xfrm>
                <a:off x="4972816" y="4424730"/>
                <a:ext cx="3179751" cy="553250"/>
                <a:chOff x="4852845" y="4424730"/>
                <a:chExt cx="3179751" cy="553250"/>
              </a:xfrm>
            </p:grpSpPr>
            <p:pic>
              <p:nvPicPr>
                <p:cNvPr id="46" name="グラフィックス 45" descr="硬貨 単色塗りつぶし">
                  <a:extLst>
                    <a:ext uri="{FF2B5EF4-FFF2-40B4-BE49-F238E27FC236}">
                      <ns2:creationId id="{F4B7687A-8FCB-E3BA-459F-0195DC27BC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7156639" y="4485355"/>
                  <a:ext cx="432000" cy="432000"/>
                </a:xfrm>
                <a:prstGeom prst="rect">
                  <a:avLst/>
                </a:prstGeom>
              </p:spPr>
            </p:pic>
            <p:pic>
              <p:nvPicPr>
                <p:cNvPr id="47" name="グラフィックス 46" descr="矢印: 時計回りの曲線 単色塗りつぶし">
                  <a:extLst>
                    <a:ext uri="{FF2B5EF4-FFF2-40B4-BE49-F238E27FC236}">
                      <ns2:creationId id="{342164CF-0F73-04EF-C6C3-A447B85535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rcRect/>
                <a:stretch/>
              </p:blipFill>
              <p:spPr>
                <a:xfrm flipH="1">
                  <a:off x="7528596" y="4449354"/>
                  <a:ext cx="504000" cy="504000"/>
                </a:xfrm>
                <a:prstGeom prst="rect">
                  <a:avLst/>
                </a:prstGeom>
              </p:spPr>
            </p:pic>
            <p:sp>
              <p:nvSpPr>
                <p:cNvPr id="48" name="AutoShape 2">
                  <a:extLst>
                    <a:ext uri="{FF2B5EF4-FFF2-40B4-BE49-F238E27FC236}">
                      <ns2:creationId id="{525DF80C-27A2-616D-ABD4-7A40CC0255AB}"/>
                    </a:ext>
                  </a:extLst>
                </p:cNvPr>
                <p:cNvSpPr>
                  <a:spLocks noChangeArrowheads="1"/>
                </p:cNvSpPr>
                <p:nvPr>
                  <p:custDataLst>
                    <p:tags r:id="rId1"/>
                  </p:custDataLst>
                </p:nvPr>
              </p:nvSpPr>
              <p:spPr bwMode="auto">
                <a:xfrm rot="10800000" flipH="1">
                  <a:off x="6832742" y="4521357"/>
                  <a:ext cx="144000" cy="360000"/>
                </a:xfrm>
                <a:prstGeom prst="homePlate">
                  <a:avLst>
                    <a:gd name="adj" fmla="val 100000"/>
                  </a:avLst>
                </a:prstGeom>
                <a:solidFill>
                  <a:schemeClr val="bg1">
                    <a:lumMod val="75000"/>
                    <a:alpha val="97000"/>
                  </a:schemeClr>
                </a:solidFill>
                <a:ln>
                  <a:noFill/>
                </a:ln>
                <a:effectLst/>
              </p:spPr>
              <p:txBody>
                <a:bodyPr wrap="none" lIns="0" tIns="0" rIns="0" bIns="0" anchor="ctr"/>
                <a:lstStyle/>
                <a:p>
                  <a:endParaRPr lang="ja-JP" altLang="en-US" dirty="0"/>
                </a:p>
              </p:txBody>
            </p:sp>
            <p:sp>
              <p:nvSpPr>
                <p:cNvPr id="49" name="四角形: 角を丸くする 48">
                  <a:extLst>
                    <a:ext uri="{FF2B5EF4-FFF2-40B4-BE49-F238E27FC236}">
                      <ns2:creationId id="{A0DAAD13-AF60-1927-3021-96D34B901B69}"/>
                    </a:ext>
                  </a:extLst>
                </p:cNvPr>
                <p:cNvSpPr/>
                <p:nvPr/>
              </p:nvSpPr>
              <p:spPr>
                <a:xfrm>
                  <a:off x="4852845" y="4424730"/>
                  <a:ext cx="1800000" cy="553250"/>
                </a:xfrm>
                <a:prstGeom prst="roundRect">
                  <a:avLst>
                    <a:gd name="adj" fmla="val 9761"/>
                  </a:avLst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5" name="グループ化 4">
                  <a:extLst>
                    <a:ext uri="{FF2B5EF4-FFF2-40B4-BE49-F238E27FC236}">
                      <ns2:creationId id="{59F14A2D-AF37-11B4-CEAC-B40B9EDD455D}"/>
                    </a:ext>
                  </a:extLst>
                </p:cNvPr>
                <p:cNvGrpSpPr/>
                <p:nvPr/>
              </p:nvGrpSpPr>
              <p:grpSpPr>
                <a:xfrm>
                  <a:off x="5043198" y="4485355"/>
                  <a:ext cx="1419295" cy="432000"/>
                  <a:chOff x="5043197" y="4474469"/>
                  <a:chExt cx="1419295" cy="432000"/>
                </a:xfrm>
              </p:grpSpPr>
              <p:pic>
                <p:nvPicPr>
                  <p:cNvPr id="44" name="グラフィックス 43" descr="プログラマー男性 単色塗りつぶし">
                    <a:extLst>
                      <a:ext uri="{FF2B5EF4-FFF2-40B4-BE49-F238E27FC236}">
                        <ns2:creationId id="{C28B9698-62AB-1015-E5AA-EB5CA2108F1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2"/>
                      </a:ext>
                    </a:extLst>
                  </a:blip>
                  <a:srcRect/>
                  <a:stretch/>
                </p:blipFill>
                <p:spPr>
                  <a:xfrm>
                    <a:off x="5043197" y="4474469"/>
                    <a:ext cx="432000" cy="432000"/>
                  </a:xfrm>
                  <a:prstGeom prst="rect">
                    <a:avLst/>
                  </a:prstGeom>
                </p:spPr>
              </p:pic>
              <p:pic>
                <p:nvPicPr>
                  <p:cNvPr id="45" name="グラフィックス 44" descr="オフィス ワーカー (男性) 単色塗りつぶし">
                    <a:extLst>
                      <a:ext uri="{FF2B5EF4-FFF2-40B4-BE49-F238E27FC236}">
                        <ns2:creationId id="{F9245CF2-BCDE-D1DB-C50E-05DA00AD5D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3"/>
                      </a:ext>
                    </a:extLst>
                  </a:blip>
                  <a:srcRect/>
                  <a:stretch/>
                </p:blipFill>
                <p:spPr>
                  <a:xfrm>
                    <a:off x="6030492" y="4474469"/>
                    <a:ext cx="432000" cy="432000"/>
                  </a:xfrm>
                  <a:prstGeom prst="rect">
                    <a:avLst/>
                  </a:prstGeom>
                </p:spPr>
              </p:pic>
              <p:sp>
                <p:nvSpPr>
                  <p:cNvPr id="66" name="AutoShape 2">
                    <a:extLst>
                      <a:ext uri="{FF2B5EF4-FFF2-40B4-BE49-F238E27FC236}">
                        <ns2:creationId id="{AAA8BAE1-35B0-A3CE-66DC-C2BBF3F2424A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2"/>
                    </p:custDataLst>
                  </p:nvPr>
                </p:nvSpPr>
                <p:spPr bwMode="auto">
                  <a:xfrm rot="10800000" flipH="1">
                    <a:off x="5680844" y="4510470"/>
                    <a:ext cx="144000" cy="360000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ja-JP" altLang="en-US" dirty="0"/>
                  </a:p>
                </p:txBody>
              </p:sp>
            </p:grpSp>
          </p:grpSp>
        </p:grpSp>
      </p:grpSp>
    </p:spTree>
    <p:extLst>
      <p:ext uri="{BB962C8B-B14F-4D97-AF65-F5344CB8AC3E}">
        <ns5:creationId val="3336045824"/>
      </p:ext>
    </p:extLst>
  </p:cSld>
  <p:clrMapOvr>
    <a:masterClrMapping/>
  </p:clrMapOvr>
</p:sld>
</file>

<file path=ppt/slides/slide17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1C4C13-E8A3-FE36-9F13-FC4E1674F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0EE484B-C4BE-CD8C-B815-15A7769A5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5456AC7-E5EC-933C-D079-2ACB13418B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ns2:creationId id="{41A11277-800C-EAE7-D38E-5B10FEF9AED7}"/>
              </a:ext>
            </a:extLst>
          </p:cNvPr>
          <p:cNvGrpSpPr/>
          <p:nvPr/>
        </p:nvGrpSpPr>
        <p:grpSpPr>
          <a:xfrm>
            <a:off x="340073" y="1639049"/>
            <a:ext cx="11525759" cy="4673603"/>
            <a:chOff x="340073" y="1639049"/>
            <a:chExt cx="11525759" cy="4673603"/>
          </a:xfrm>
        </p:grpSpPr>
        <p:sp>
          <p:nvSpPr>
            <p:cNvPr id="54" name="正方形/長方形 22">
              <a:extLst>
                <a:ext uri="{FF2B5EF4-FFF2-40B4-BE49-F238E27FC236}">
                  <ns2:creationId id="{41B14F9F-89AB-9F02-0D0D-778DC3E107D4}"/>
                </a:ext>
              </a:extLst>
            </p:cNvPr>
            <p:cNvSpPr/>
            <p:nvPr/>
          </p:nvSpPr>
          <p:spPr>
            <a:xfrm>
              <a:off x="346621" y="2653073"/>
              <a:ext cx="2016000" cy="4572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lang="en-US" altLang="ja-JP" sz="1400" b="1">
                  <a:solidFill>
                    <a:srgbClr val="008000"/>
                  </a:solidFill>
                  <a:latin typeface="+mn-ea"/>
                </a:rPr>
              </a:b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9" name="Isosceles Triangle 78">
              <a:extLst>
                <a:ext uri="{FF2B5EF4-FFF2-40B4-BE49-F238E27FC236}">
                  <ns2:creationId id="{839FF75E-61F5-BC2A-D712-A58975DAE020}"/>
                </a:ext>
              </a:extLst>
            </p:cNvPr>
            <p:cNvSpPr/>
            <p:nvPr/>
          </p:nvSpPr>
          <p:spPr>
            <a:xfrm>
              <a:off x="340073" y="1644277"/>
              <a:ext cx="2009715" cy="4668375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Isosceles Triangle 79">
              <a:extLst>
                <a:ext uri="{FF2B5EF4-FFF2-40B4-BE49-F238E27FC236}">
                  <ns2:creationId id="{B210E3B4-2802-D825-14AB-AE1FBFE50556}"/>
                </a:ext>
              </a:extLst>
            </p:cNvPr>
            <p:cNvSpPr/>
            <p:nvPr/>
          </p:nvSpPr>
          <p:spPr>
            <a:xfrm>
              <a:off x="452630" y="1644277"/>
              <a:ext cx="1791007" cy="4171468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1" name="Isosceles Triangle 80">
              <a:extLst>
                <a:ext uri="{FF2B5EF4-FFF2-40B4-BE49-F238E27FC236}">
                  <ns2:creationId id="{8CA23555-82ED-C71A-9C44-EEC1173EDFFC}"/>
                </a:ext>
              </a:extLst>
            </p:cNvPr>
            <p:cNvSpPr/>
            <p:nvPr/>
          </p:nvSpPr>
          <p:spPr>
            <a:xfrm>
              <a:off x="806808" y="1644277"/>
              <a:ext cx="1077237" cy="2497578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ns2:creationId id="{EBF84E30-5F53-2828-BD23-A00016E4A154}"/>
                </a:ext>
              </a:extLst>
            </p:cNvPr>
            <p:cNvSpPr/>
            <p:nvPr/>
          </p:nvSpPr>
          <p:spPr>
            <a:xfrm>
              <a:off x="1031857" y="1640350"/>
              <a:ext cx="629303" cy="1467911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3" name="Isosceles Triangle 82">
              <a:extLst>
                <a:ext uri="{FF2B5EF4-FFF2-40B4-BE49-F238E27FC236}">
                  <ns2:creationId id="{945085AC-FC89-1606-A8CA-9A5D251306A0}"/>
                </a:ext>
              </a:extLst>
            </p:cNvPr>
            <p:cNvSpPr/>
            <p:nvPr/>
          </p:nvSpPr>
          <p:spPr>
            <a:xfrm>
              <a:off x="1137451" y="1644277"/>
              <a:ext cx="420839" cy="972553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4" name="Isosceles Triangle 83">
              <a:extLst>
                <a:ext uri="{FF2B5EF4-FFF2-40B4-BE49-F238E27FC236}">
                  <ns2:creationId id="{CDF2F977-F25B-3D1D-FE47-B40BD41FD890}"/>
                </a:ext>
              </a:extLst>
            </p:cNvPr>
            <p:cNvSpPr/>
            <p:nvPr/>
          </p:nvSpPr>
          <p:spPr>
            <a:xfrm>
              <a:off x="1243965" y="1644277"/>
              <a:ext cx="203836" cy="482188"/>
            </a:xfrm>
            <a:prstGeom prst="triangl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2" name="正方形/長方形 22">
              <a:extLst>
                <a:ext uri="{FF2B5EF4-FFF2-40B4-BE49-F238E27FC236}">
                  <ns2:creationId id="{6A5C0E50-A8CE-EB97-C014-B45E9924AFCD}"/>
                </a:ext>
              </a:extLst>
            </p:cNvPr>
            <p:cNvSpPr/>
            <p:nvPr/>
          </p:nvSpPr>
          <p:spPr>
            <a:xfrm>
              <a:off x="346621" y="1639049"/>
              <a:ext cx="2016000" cy="432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>
                    <a:outerShdw blurRad="25400" dist="12700" sx="105000" sy="105000" algn="ctr" rotWithShape="0">
                      <a:schemeClr val="bg1">
                        <a:alpha val="70000"/>
                      </a:schemeClr>
                    </a:outerShdw>
                  </a:effectLst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1" name="Graphic 60" descr="Bullseye with solid fill">
              <a:extLst>
                <a:ext uri="{FF2B5EF4-FFF2-40B4-BE49-F238E27FC236}">
                  <ns2:creationId id="{BA09FE61-5C83-6CC4-1B15-0039DFA3D8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47243" y="1688950"/>
              <a:ext cx="360000" cy="360000"/>
            </a:xfrm>
            <a:prstGeom prst="rect">
              <a:avLst/>
            </a:prstGeom>
          </p:spPr>
        </p:pic>
        <p:sp>
          <p:nvSpPr>
            <p:cNvPr id="53" name="正方形/長方形 22">
              <a:extLst>
                <a:ext uri="{FF2B5EF4-FFF2-40B4-BE49-F238E27FC236}">
                  <ns2:creationId id="{E60A2826-F136-33B7-260C-C6D1389AF232}"/>
                </a:ext>
              </a:extLst>
            </p:cNvPr>
            <p:cNvSpPr/>
            <p:nvPr/>
          </p:nvSpPr>
          <p:spPr>
            <a:xfrm>
              <a:off x="346621" y="2141312"/>
              <a:ext cx="2016000" cy="468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>
                    <a:outerShdw blurRad="25400" dist="12700" sx="105000" sy="105000" algn="ctr" rotWithShape="0">
                      <a:schemeClr val="bg1">
                        <a:alpha val="70000"/>
                      </a:schemeClr>
                    </a:outerShdw>
                  </a:effectLst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>
                    <a:outerShdw blurRad="25400" dist="12700" sx="105000" sy="105000" algn="ctr" rotWithShape="0">
                      <a:schemeClr val="bg1">
                        <a:alpha val="70000"/>
                      </a:schemeClr>
                    </a:outerShdw>
                  </a:effectLst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2" name="Graphic 61" descr="Meeting with solid fill">
              <a:extLst>
                <a:ext uri="{FF2B5EF4-FFF2-40B4-BE49-F238E27FC236}">
                  <ns2:creationId id="{1C1822ED-CDE0-61B2-80EA-28F1A8F53A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347243" y="2195312"/>
              <a:ext cx="360000" cy="360000"/>
            </a:xfrm>
            <a:prstGeom prst="rect">
              <a:avLst/>
            </a:prstGeom>
          </p:spPr>
        </p:pic>
        <p:pic>
          <p:nvPicPr>
            <p:cNvPr id="63" name="Graphic 62" descr="Target with solid fill">
              <a:extLst>
                <a:ext uri="{FF2B5EF4-FFF2-40B4-BE49-F238E27FC236}">
                  <ns2:creationId id="{2D931A03-0104-A3A4-AEAC-FD362B8F8F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47243" y="2701673"/>
              <a:ext cx="360000" cy="360000"/>
            </a:xfrm>
            <a:prstGeom prst="rect">
              <a:avLst/>
            </a:prstGeom>
          </p:spPr>
        </p:pic>
        <p:sp>
          <p:nvSpPr>
            <p:cNvPr id="55" name="正方形/長方形 22">
              <a:extLst>
                <a:ext uri="{FF2B5EF4-FFF2-40B4-BE49-F238E27FC236}">
                  <ns2:creationId id="{CFFCA105-14E1-175E-D57B-E521A038140E}"/>
                </a:ext>
              </a:extLst>
            </p:cNvPr>
            <p:cNvSpPr/>
            <p:nvPr/>
          </p:nvSpPr>
          <p:spPr>
            <a:xfrm>
              <a:off x="346621" y="3145510"/>
              <a:ext cx="2016000" cy="992289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4" name="Graphic 63" descr="Inbox Check with solid fill">
              <a:extLst>
                <a:ext uri="{FF2B5EF4-FFF2-40B4-BE49-F238E27FC236}">
                  <ns2:creationId id="{1CF4A2BE-D58F-CB76-8518-5B052A71F4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47243" y="3461655"/>
              <a:ext cx="360000" cy="360000"/>
            </a:xfrm>
            <a:prstGeom prst="rect">
              <a:avLst/>
            </a:prstGeom>
          </p:spPr>
        </p:pic>
        <p:sp>
          <p:nvSpPr>
            <p:cNvPr id="56" name="正方形/長方形 22">
              <a:extLst>
                <a:ext uri="{FF2B5EF4-FFF2-40B4-BE49-F238E27FC236}">
                  <ns2:creationId id="{26067F4C-183C-4E85-B08F-29333C274D5D}"/>
                </a:ext>
              </a:extLst>
            </p:cNvPr>
            <p:cNvSpPr/>
            <p:nvPr/>
          </p:nvSpPr>
          <p:spPr>
            <a:xfrm>
              <a:off x="346621" y="4207714"/>
              <a:ext cx="2016000" cy="1576564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32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5" name="Graphic 64" descr="Management with solid fill">
              <a:extLst>
                <a:ext uri="{FF2B5EF4-FFF2-40B4-BE49-F238E27FC236}">
                  <ns2:creationId id="{AF0A1B13-D21E-CE59-B722-AA588DE381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47243" y="4815996"/>
              <a:ext cx="360000" cy="360000"/>
            </a:xfrm>
            <a:prstGeom prst="rect">
              <a:avLst/>
            </a:prstGeom>
          </p:spPr>
        </p:pic>
        <p:sp>
          <p:nvSpPr>
            <p:cNvPr id="57" name="正方形/長方形 22">
              <a:extLst>
                <a:ext uri="{FF2B5EF4-FFF2-40B4-BE49-F238E27FC236}">
                  <ns2:creationId id="{28677A40-42B3-3EA7-5F7E-70A979A978C8}"/>
                </a:ext>
              </a:extLst>
            </p:cNvPr>
            <p:cNvSpPr/>
            <p:nvPr/>
          </p:nvSpPr>
          <p:spPr>
            <a:xfrm>
              <a:off x="346621" y="5850136"/>
              <a:ext cx="2016000" cy="4572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36000" rIns="0" bIns="36000" rtlCol="0" anchor="ctr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tabLst/>
                <a:defRPr/>
              </a:pPr>
              <a:r>
                <a: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pic>
          <p:nvPicPr>
            <p:cNvPr id="66" name="Graphic 65" descr="User with solid fill">
              <a:extLst>
                <a:ext uri="{FF2B5EF4-FFF2-40B4-BE49-F238E27FC236}">
                  <ns2:creationId id="{962B521E-A84C-CE49-9E48-3B2C56A97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347243" y="5898736"/>
              <a:ext cx="360000" cy="360000"/>
            </a:xfrm>
            <a:prstGeom prst="rect">
              <a:avLst/>
            </a:prstGeom>
          </p:spPr>
        </p:pic>
        <p:cxnSp>
          <p:nvCxnSpPr>
            <p:cNvPr id="93" name="直線コネクタ 20">
              <a:extLst>
                <a:ext uri="{FF2B5EF4-FFF2-40B4-BE49-F238E27FC236}">
                  <ns2:creationId id="{429684EE-A2AF-39A4-0B84-18F17D85ED53}"/>
                </a:ext>
              </a:extLst>
            </p:cNvPr>
            <p:cNvCxnSpPr/>
            <p:nvPr/>
          </p:nvCxnSpPr>
          <p:spPr>
            <a:xfrm>
              <a:off x="2456018" y="2106331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20">
              <a:extLst>
                <a:ext uri="{FF2B5EF4-FFF2-40B4-BE49-F238E27FC236}">
                  <ns2:creationId id="{AD0CBC2E-222A-99A7-9E5C-8B4F04755FE4}"/>
                </a:ext>
              </a:extLst>
            </p:cNvPr>
            <p:cNvCxnSpPr/>
            <p:nvPr/>
          </p:nvCxnSpPr>
          <p:spPr>
            <a:xfrm>
              <a:off x="2456018" y="2608895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ns2:creationId id="{CF54DE44-F803-239C-0456-D0300E2AA515}"/>
                </a:ext>
              </a:extLst>
            </p:cNvPr>
            <p:cNvGrpSpPr/>
            <p:nvPr/>
          </p:nvGrpSpPr>
          <p:grpSpPr>
            <a:xfrm>
              <a:off x="2456019" y="1639049"/>
              <a:ext cx="9401697" cy="432000"/>
              <a:chOff x="2456019" y="1639049"/>
              <a:chExt cx="9401697" cy="432000"/>
            </a:xfrm>
          </p:grpSpPr>
          <p:sp>
            <p:nvSpPr>
              <p:cNvPr id="17" name="正方形/長方形 21">
                <a:extLst>
                  <a:ext uri="{FF2B5EF4-FFF2-40B4-BE49-F238E27FC236}">
                    <ns2:creationId id="{006B60D3-7DB1-60EC-0D59-80E4A6B90E1B}"/>
                  </a:ext>
                </a:extLst>
              </p:cNvPr>
              <p:cNvSpPr/>
              <p:nvPr/>
            </p:nvSpPr>
            <p:spPr>
              <a:xfrm>
                <a:off x="6742710" y="1639049"/>
                <a:ext cx="2520000" cy="432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ROIC</a:t>
                </a:r>
                <a:r>
                  <a:rPr lang="en-US" altLang="ja-JP" sz="1600" noProof="0">
                    <a:solidFill>
                      <a:srgbClr val="FFFFFF"/>
                    </a:solidFill>
                    <a:latin typeface="+mn-ea"/>
                  </a:rPr>
                  <a:t> </a:t>
                </a:r>
                <a:r>
                  <a:rPr kumimoji="1" lang="en-US" altLang="ja-JP" sz="2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8" name="正方形/長方形 21">
                <a:extLst>
                  <a:ext uri="{FF2B5EF4-FFF2-40B4-BE49-F238E27FC236}">
                    <ns2:creationId id="{E94EC098-62BB-36F4-6BC9-B95346C0CE72}"/>
                  </a:ext>
                </a:extLst>
              </p:cNvPr>
              <p:cNvSpPr/>
              <p:nvPr/>
            </p:nvSpPr>
            <p:spPr>
              <a:xfrm>
                <a:off x="9337716" y="1639049"/>
                <a:ext cx="2520000" cy="432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600" noProof="0">
                    <a:solidFill>
                      <a:srgbClr val="FFFFFF"/>
                    </a:solidFill>
                    <a:latin typeface="+mn-ea"/>
                  </a:rPr>
                  <a:t> </a:t>
                </a:r>
                <a:r>
                  <a:rPr kumimoji="1" lang="en-US" altLang="ja-JP" sz="2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6" name="正方形/長方形 22">
                <a:extLst>
                  <a:ext uri="{FF2B5EF4-FFF2-40B4-BE49-F238E27FC236}">
                    <ns2:creationId id="{B61A16D7-E367-08DE-92C9-0D8CF34661FC}"/>
                  </a:ext>
                </a:extLst>
              </p:cNvPr>
              <p:cNvSpPr/>
              <p:nvPr/>
            </p:nvSpPr>
            <p:spPr>
              <a:xfrm>
                <a:off x="2456019" y="1639049"/>
                <a:ext cx="4211686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6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cxnSp>
          <p:nvCxnSpPr>
            <p:cNvPr id="100" name="直線コネクタ 19">
              <a:extLst>
                <a:ext uri="{FF2B5EF4-FFF2-40B4-BE49-F238E27FC236}">
                  <ns2:creationId id="{671100A7-7AA8-9C89-B331-55761A056199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1639049"/>
              <a:ext cx="0" cy="432000"/>
            </a:xfrm>
            <a:prstGeom prst="line">
              <a:avLst/>
            </a:prstGeom>
            <a:ln w="38100">
              <a:solidFill>
                <a:srgbClr val="2B962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22">
              <a:extLst>
                <a:ext uri="{FF2B5EF4-FFF2-40B4-BE49-F238E27FC236}">
                  <ns2:creationId id="{1F63A77E-5CDC-D183-FD1D-8655E3C180EA}"/>
                </a:ext>
              </a:extLst>
            </p:cNvPr>
            <p:cNvSpPr/>
            <p:nvPr/>
          </p:nvSpPr>
          <p:spPr>
            <a:xfrm>
              <a:off x="2456018" y="2141613"/>
              <a:ext cx="9401018" cy="432000"/>
            </a:xfrm>
            <a:prstGeom prst="rect">
              <a:avLst/>
            </a:prstGeom>
            <a:noFill/>
            <a:ln w="9525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101" name="直線コネクタ 19">
              <a:extLst>
                <a:ext uri="{FF2B5EF4-FFF2-40B4-BE49-F238E27FC236}">
                  <ns2:creationId id="{7E373D12-67ED-B8C8-82C9-AA3FF35C8635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2141613"/>
              <a:ext cx="0" cy="432000"/>
            </a:xfrm>
            <a:prstGeom prst="line">
              <a:avLst/>
            </a:prstGeom>
            <a:ln w="38100">
              <a:solidFill>
                <a:srgbClr val="3EA03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グループ化 8">
              <a:extLst>
                <a:ext uri="{FF2B5EF4-FFF2-40B4-BE49-F238E27FC236}">
                  <ns2:creationId id="{D47CDBAB-FF0F-2D48-4ED6-91840E6E76C8}"/>
                </a:ext>
              </a:extLst>
            </p:cNvPr>
            <p:cNvGrpSpPr/>
            <p:nvPr/>
          </p:nvGrpSpPr>
          <p:grpSpPr>
            <a:xfrm>
              <a:off x="2456018" y="2644177"/>
              <a:ext cx="9394843" cy="432000"/>
              <a:chOff x="2456018" y="2644177"/>
              <a:chExt cx="9394843" cy="432000"/>
            </a:xfrm>
          </p:grpSpPr>
          <p:sp>
            <p:nvSpPr>
              <p:cNvPr id="20" name="正方形/長方形 21">
                <a:extLst>
                  <a:ext uri="{FF2B5EF4-FFF2-40B4-BE49-F238E27FC236}">
                    <ns2:creationId id="{0A231ADA-0A8D-DF8F-955D-B2286E025854}"/>
                  </a:ext>
                </a:extLst>
              </p:cNvPr>
              <p:cNvSpPr/>
              <p:nvPr/>
            </p:nvSpPr>
            <p:spPr>
              <a:xfrm>
                <a:off x="2456018" y="2644177"/>
                <a:ext cx="842993" cy="432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1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KGI</a:t>
                </a:r>
                <a:endParaRPr kumimoji="1" lang="ja-JP" altLang="en-US" sz="1600" b="1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正方形/長方形 22">
                <a:extLst>
                  <a:ext uri="{FF2B5EF4-FFF2-40B4-BE49-F238E27FC236}">
                    <ns2:creationId id="{6E9B9755-03A8-EA13-9B88-28A27F76A2E9}"/>
                  </a:ext>
                </a:extLst>
              </p:cNvPr>
              <p:cNvSpPr/>
              <p:nvPr/>
            </p:nvSpPr>
            <p:spPr>
              <a:xfrm>
                <a:off x="3292835" y="2644177"/>
                <a:ext cx="8558026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DX</a:t>
                </a:r>
                <a:r>
                  <a:rPr kumimoji="1" lang="ja-JP" altLang="en-US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600">
                    <a:solidFill>
                      <a:srgbClr val="008000"/>
                    </a:solidFill>
                    <a:latin typeface="+mn-ea"/>
                  </a:rPr>
                  <a:t>)</a:t>
                </a:r>
                <a:endParaRPr kumimoji="1" lang="ja-JP" altLang="en-US" sz="16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  <p:cxnSp>
          <p:nvCxnSpPr>
            <p:cNvPr id="103" name="直線コネクタ 19">
              <a:extLst>
                <a:ext uri="{FF2B5EF4-FFF2-40B4-BE49-F238E27FC236}">
                  <ns2:creationId id="{9F9AB0A6-75AF-FF11-5871-2EDF4939AA60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2644177"/>
              <a:ext cx="0" cy="432000"/>
            </a:xfrm>
            <a:prstGeom prst="line">
              <a:avLst/>
            </a:prstGeom>
            <a:ln w="38100">
              <a:solidFill>
                <a:srgbClr val="59AD5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20">
              <a:extLst>
                <a:ext uri="{FF2B5EF4-FFF2-40B4-BE49-F238E27FC236}">
                  <ns2:creationId id="{ADA12DCC-EEC4-906D-B626-4330C1FFB0CB}"/>
                </a:ext>
              </a:extLst>
            </p:cNvPr>
            <p:cNvCxnSpPr/>
            <p:nvPr/>
          </p:nvCxnSpPr>
          <p:spPr>
            <a:xfrm>
              <a:off x="2456018" y="3117005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グループ化 11">
              <a:extLst>
                <a:ext uri="{FF2B5EF4-FFF2-40B4-BE49-F238E27FC236}">
                  <ns2:creationId id="{F948A5E9-3A78-07B1-75D2-FE4DE829113B}"/>
                </a:ext>
              </a:extLst>
            </p:cNvPr>
            <p:cNvGrpSpPr/>
            <p:nvPr/>
          </p:nvGrpSpPr>
          <p:grpSpPr>
            <a:xfrm>
              <a:off x="2456018" y="3157834"/>
              <a:ext cx="9395912" cy="895469"/>
              <a:chOff x="2456018" y="3157834"/>
              <a:chExt cx="9395912" cy="895469"/>
            </a:xfrm>
          </p:grpSpPr>
          <p:sp>
            <p:nvSpPr>
              <p:cNvPr id="27" name="正方形/長方形 22">
                <a:extLst>
                  <a:ext uri="{FF2B5EF4-FFF2-40B4-BE49-F238E27FC236}">
                    <ns2:creationId id="{C2AD8CE9-2F8D-5257-7875-8BCF4EF69DE4}"/>
                  </a:ext>
                </a:extLst>
              </p:cNvPr>
              <p:cNvSpPr/>
              <p:nvPr/>
            </p:nvSpPr>
            <p:spPr>
              <a:xfrm>
                <a:off x="3345773" y="3441302"/>
                <a:ext cx="2717993" cy="61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4" name="ホームベース 51">
                <a:extLst>
                  <a:ext uri="{FF2B5EF4-FFF2-40B4-BE49-F238E27FC236}">
                    <ns2:creationId id="{28B22B13-51E5-F7EF-8BA2-543BD20B48AF}"/>
                  </a:ext>
                </a:extLst>
              </p:cNvPr>
              <p:cNvSpPr/>
              <p:nvPr/>
            </p:nvSpPr>
            <p:spPr>
              <a:xfrm>
                <a:off x="3345773" y="3177257"/>
                <a:ext cx="2763872" cy="252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>
                    <a:solidFill>
                      <a:srgbClr val="FFFFFF"/>
                    </a:solidFill>
                    <a:latin typeface="+mn-ea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8" name="正方形/長方形 22">
                <a:extLst>
                  <a:ext uri="{FF2B5EF4-FFF2-40B4-BE49-F238E27FC236}">
                    <ns2:creationId id="{B2C8CEBD-A79B-DA4B-E3EA-9174DBC6B814}"/>
                  </a:ext>
                </a:extLst>
              </p:cNvPr>
              <p:cNvSpPr/>
              <p:nvPr/>
            </p:nvSpPr>
            <p:spPr>
              <a:xfrm>
                <a:off x="6110175" y="3441302"/>
                <a:ext cx="2740336" cy="61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5" name="山形 52">
                <a:extLst>
                  <a:ext uri="{FF2B5EF4-FFF2-40B4-BE49-F238E27FC236}">
                    <ns2:creationId id="{03220427-AFA3-6913-A763-96F46D2F2970}"/>
                  </a:ext>
                </a:extLst>
              </p:cNvPr>
              <p:cNvSpPr/>
              <p:nvPr/>
            </p:nvSpPr>
            <p:spPr>
              <a:xfrm>
                <a:off x="6110175" y="3177257"/>
                <a:ext cx="2785933" cy="252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>
                    <a:solidFill>
                      <a:srgbClr val="FFFFFF"/>
                    </a:solidFill>
                    <a:latin typeface="+mn-ea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6" name="山形 53">
                <a:extLst>
                  <a:ext uri="{FF2B5EF4-FFF2-40B4-BE49-F238E27FC236}">
                    <ns2:creationId id="{AAAD7325-F1CB-9B80-55C1-8AA8CBC3A08A}"/>
                  </a:ext>
                </a:extLst>
              </p:cNvPr>
              <p:cNvSpPr/>
              <p:nvPr/>
            </p:nvSpPr>
            <p:spPr>
              <a:xfrm>
                <a:off x="8896637" y="3177257"/>
                <a:ext cx="2955293" cy="252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9" name="正方形/長方形 22">
                <a:extLst>
                  <a:ext uri="{FF2B5EF4-FFF2-40B4-BE49-F238E27FC236}">
                    <ns2:creationId id="{D1D2E662-545A-77D1-73EB-E1DFE917ED15}"/>
                  </a:ext>
                </a:extLst>
              </p:cNvPr>
              <p:cNvSpPr/>
              <p:nvPr/>
            </p:nvSpPr>
            <p:spPr>
              <a:xfrm>
                <a:off x="8896636" y="3441302"/>
                <a:ext cx="2909696" cy="61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673826D6-573B-6E4D-DB2E-6A12413291AD}"/>
                  </a:ext>
                </a:extLst>
              </p:cNvPr>
              <p:cNvSpPr/>
              <p:nvPr/>
            </p:nvSpPr>
            <p:spPr>
              <a:xfrm>
                <a:off x="2456018" y="3157834"/>
                <a:ext cx="842993" cy="895469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cxnSp>
          <p:nvCxnSpPr>
            <p:cNvPr id="104" name="直線コネクタ 19">
              <a:extLst>
                <a:ext uri="{FF2B5EF4-FFF2-40B4-BE49-F238E27FC236}">
                  <ns2:creationId id="{3CF511F8-350A-E4E8-BED4-35EF72C4A46E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3146741"/>
              <a:ext cx="0" cy="895469"/>
            </a:xfrm>
            <a:prstGeom prst="line">
              <a:avLst/>
            </a:prstGeom>
            <a:ln w="38100">
              <a:solidFill>
                <a:srgbClr val="80C08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9">
              <a:extLst>
                <a:ext uri="{FF2B5EF4-FFF2-40B4-BE49-F238E27FC236}">
                  <ns2:creationId id="{D278642A-4680-086A-7DC5-09C2E0AF34C1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4112774"/>
              <a:ext cx="0" cy="1692000"/>
            </a:xfrm>
            <a:prstGeom prst="line">
              <a:avLst/>
            </a:prstGeom>
            <a:ln w="38100">
              <a:solidFill>
                <a:srgbClr val="B7DBB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ns2:creationId id="{E4A1BC51-6385-BEF8-D4AA-63AE986B2457}"/>
                </a:ext>
              </a:extLst>
            </p:cNvPr>
            <p:cNvGrpSpPr/>
            <p:nvPr/>
          </p:nvGrpSpPr>
          <p:grpSpPr>
            <a:xfrm>
              <a:off x="2456018" y="5875336"/>
              <a:ext cx="9409814" cy="432000"/>
              <a:chOff x="2456018" y="5875336"/>
              <a:chExt cx="9409814" cy="432000"/>
            </a:xfrm>
          </p:grpSpPr>
          <p:sp>
            <p:nvSpPr>
              <p:cNvPr id="38" name="正方形/長方形 22">
                <a:extLst>
                  <a:ext uri="{FF2B5EF4-FFF2-40B4-BE49-F238E27FC236}">
                    <ns2:creationId id="{49C232DE-8D06-E622-3929-BE2E723842F8}"/>
                  </a:ext>
                </a:extLst>
              </p:cNvPr>
              <p:cNvSpPr/>
              <p:nvPr/>
            </p:nvSpPr>
            <p:spPr>
              <a:xfrm>
                <a:off x="4045373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9" name="正方形/長方形 22">
                <a:extLst>
                  <a:ext uri="{FF2B5EF4-FFF2-40B4-BE49-F238E27FC236}">
                    <ns2:creationId id="{B7402CEA-3398-3E94-F702-B523DC95DDFD}"/>
                  </a:ext>
                </a:extLst>
              </p:cNvPr>
              <p:cNvSpPr/>
              <p:nvPr/>
            </p:nvSpPr>
            <p:spPr>
              <a:xfrm>
                <a:off x="5634728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0" name="正方形/長方形 21">
                <a:extLst>
                  <a:ext uri="{FF2B5EF4-FFF2-40B4-BE49-F238E27FC236}">
                    <ns2:creationId id="{D8C38005-2304-B120-0011-71806DB687D8}"/>
                  </a:ext>
                </a:extLst>
              </p:cNvPr>
              <p:cNvSpPr/>
              <p:nvPr/>
            </p:nvSpPr>
            <p:spPr>
              <a:xfrm>
                <a:off x="7224083" y="5875336"/>
                <a:ext cx="1463040" cy="43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1" name="正方形/長方形 22">
                <a:extLst>
                  <a:ext uri="{FF2B5EF4-FFF2-40B4-BE49-F238E27FC236}">
                    <ns2:creationId id="{E0BF4F06-8A72-B3DC-CA6D-3AB294216DD8}"/>
                  </a:ext>
                </a:extLst>
              </p:cNvPr>
              <p:cNvSpPr/>
              <p:nvPr/>
            </p:nvSpPr>
            <p:spPr>
              <a:xfrm>
                <a:off x="8813438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2" name="正方形/長方形 22">
                <a:extLst>
                  <a:ext uri="{FF2B5EF4-FFF2-40B4-BE49-F238E27FC236}">
                    <ns2:creationId id="{7ED0CD2A-E5B0-8592-1F53-64F93F67DAF7}"/>
                  </a:ext>
                </a:extLst>
              </p:cNvPr>
              <p:cNvSpPr/>
              <p:nvPr/>
            </p:nvSpPr>
            <p:spPr>
              <a:xfrm>
                <a:off x="10402792" y="5875336"/>
                <a:ext cx="1463040" cy="43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174625" marR="0" lvl="0" indent="-1746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7" name="正方形/長方形 21">
                <a:extLst>
                  <a:ext uri="{FF2B5EF4-FFF2-40B4-BE49-F238E27FC236}">
                    <ns2:creationId id="{FF85ACF3-73F3-AD32-6EF6-02F51A046D66}"/>
                  </a:ext>
                </a:extLst>
              </p:cNvPr>
              <p:cNvSpPr/>
              <p:nvPr/>
            </p:nvSpPr>
            <p:spPr>
              <a:xfrm>
                <a:off x="2456018" y="5875336"/>
                <a:ext cx="1463040" cy="43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6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60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  <p:cxnSp>
          <p:nvCxnSpPr>
            <p:cNvPr id="106" name="直線コネクタ 19">
              <a:extLst>
                <a:ext uri="{FF2B5EF4-FFF2-40B4-BE49-F238E27FC236}">
                  <ns2:creationId id="{F741A865-C8F8-2A51-2022-66B63F4B3FBE}"/>
                </a:ext>
              </a:extLst>
            </p:cNvPr>
            <p:cNvCxnSpPr>
              <a:cxnSpLocks/>
            </p:cNvCxnSpPr>
            <p:nvPr/>
          </p:nvCxnSpPr>
          <p:spPr>
            <a:xfrm>
              <a:off x="2395058" y="5875336"/>
              <a:ext cx="0" cy="432000"/>
            </a:xfrm>
            <a:prstGeom prst="line">
              <a:avLst/>
            </a:prstGeom>
            <a:ln w="38100">
              <a:solidFill>
                <a:srgbClr val="E5F2E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ホームベース 51">
              <a:extLst>
                <a:ext uri="{FF2B5EF4-FFF2-40B4-BE49-F238E27FC236}">
                  <ns2:creationId id="{4A1DE260-473C-856A-8126-4B55B21652EA}"/>
                </a:ext>
              </a:extLst>
            </p:cNvPr>
            <p:cNvSpPr/>
            <p:nvPr/>
          </p:nvSpPr>
          <p:spPr>
            <a:xfrm>
              <a:off x="7308532" y="4112774"/>
              <a:ext cx="4549446" cy="1692000"/>
            </a:xfrm>
            <a:prstGeom prst="homePlate">
              <a:avLst>
                <a:gd name="adj" fmla="val 18206"/>
              </a:avLst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t" anchorCtr="0"/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endParaRPr kumimoji="1" lang="ja-JP" altLang="en-US" sz="1400" b="0" i="0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96" name="直線コネクタ 20">
              <a:extLst>
                <a:ext uri="{FF2B5EF4-FFF2-40B4-BE49-F238E27FC236}">
                  <ns2:creationId id="{CA0FFBAD-8553-5A0E-E422-4475CC40AF83}"/>
                </a:ext>
              </a:extLst>
            </p:cNvPr>
            <p:cNvCxnSpPr/>
            <p:nvPr/>
          </p:nvCxnSpPr>
          <p:spPr>
            <a:xfrm>
              <a:off x="2456018" y="4092621"/>
              <a:ext cx="9401018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グループ化 12">
              <a:extLst>
                <a:ext uri="{FF2B5EF4-FFF2-40B4-BE49-F238E27FC236}">
                  <ns2:creationId id="{127CB4D8-3F27-84E0-2395-7925E3DFB170}"/>
                </a:ext>
              </a:extLst>
            </p:cNvPr>
            <p:cNvGrpSpPr/>
            <p:nvPr/>
          </p:nvGrpSpPr>
          <p:grpSpPr>
            <a:xfrm>
              <a:off x="2456018" y="4112774"/>
              <a:ext cx="9401020" cy="1736864"/>
              <a:chOff x="2456018" y="4112774"/>
              <a:chExt cx="9401020" cy="1736864"/>
            </a:xfrm>
          </p:grpSpPr>
          <p:cxnSp>
            <p:nvCxnSpPr>
              <p:cNvPr id="97" name="直線コネクタ 20">
                <a:extLst>
                  <a:ext uri="{FF2B5EF4-FFF2-40B4-BE49-F238E27FC236}">
                    <ns2:creationId id="{5AD2F162-C750-B5CE-EEDD-D89B24531DF0}"/>
                  </a:ext>
                </a:extLst>
              </p:cNvPr>
              <p:cNvCxnSpPr/>
              <p:nvPr/>
            </p:nvCxnSpPr>
            <p:spPr>
              <a:xfrm>
                <a:off x="2456018" y="5849638"/>
                <a:ext cx="9401018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正方形/長方形 21">
                <a:extLst>
                  <a:ext uri="{FF2B5EF4-FFF2-40B4-BE49-F238E27FC236}">
                    <ns2:creationId id="{64210714-407C-32AD-A8F7-89C2AA680DAC}"/>
                  </a:ext>
                </a:extLst>
              </p:cNvPr>
              <p:cNvSpPr/>
              <p:nvPr/>
            </p:nvSpPr>
            <p:spPr>
              <a:xfrm>
                <a:off x="2456018" y="4112774"/>
                <a:ext cx="288000" cy="169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1" name="ホームベース 51">
                <a:extLst>
                  <a:ext uri="{FF2B5EF4-FFF2-40B4-BE49-F238E27FC236}">
                    <ns2:creationId id="{CCFFCB10-AACF-7445-C4F8-C4311629A818}"/>
                  </a:ext>
                </a:extLst>
              </p:cNvPr>
              <p:cNvSpPr/>
              <p:nvPr/>
            </p:nvSpPr>
            <p:spPr>
              <a:xfrm>
                <a:off x="2744018" y="4112774"/>
                <a:ext cx="4212000" cy="1692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28800" bIns="28800" rtlCol="0" anchor="t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2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20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3" name="正方形/長方形 21">
                <a:extLst>
                  <a:ext uri="{FF2B5EF4-FFF2-40B4-BE49-F238E27FC236}">
                    <ns2:creationId id="{483CC816-6851-F255-59B0-5F3A24F6DAA3}"/>
                  </a:ext>
                </a:extLst>
              </p:cNvPr>
              <p:cNvSpPr/>
              <p:nvPr/>
            </p:nvSpPr>
            <p:spPr>
              <a:xfrm>
                <a:off x="2854895" y="4668148"/>
                <a:ext cx="2340000" cy="1080000"/>
              </a:xfrm>
              <a:prstGeom prst="rect">
                <a:avLst/>
              </a:prstGeom>
              <a:solidFill>
                <a:srgbClr val="EDED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24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82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41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5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22238" marR="0" lvl="0" indent="-12223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10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44" name="正方形/長方形 21">
                <a:extLst>
                  <a:ext uri="{FF2B5EF4-FFF2-40B4-BE49-F238E27FC236}">
                    <ns2:creationId id="{DD0F4ADA-DDE4-2655-D16F-5CDC7C11FA64}"/>
                  </a:ext>
                </a:extLst>
              </p:cNvPr>
              <p:cNvSpPr/>
              <p:nvPr/>
            </p:nvSpPr>
            <p:spPr>
              <a:xfrm>
                <a:off x="5251943" y="4668148"/>
                <a:ext cx="1332000" cy="1080000"/>
              </a:xfrm>
              <a:prstGeom prst="rect">
                <a:avLst/>
              </a:prstGeom>
              <a:solidFill>
                <a:srgbClr val="EDED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15888" marR="0" lvl="0" indent="-115888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  <a:endParaRPr kumimoji="1" lang="ja-JP" altLang="en-US" sz="1050" b="0" i="0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36" name="正方形/長方形 21">
                <a:extLst>
                  <a:ext uri="{FF2B5EF4-FFF2-40B4-BE49-F238E27FC236}">
                    <ns2:creationId id="{E6DDFA44-1128-9B0B-8303-C1AC7F4B6537}"/>
                  </a:ext>
                </a:extLst>
              </p:cNvPr>
              <p:cNvSpPr/>
              <p:nvPr/>
            </p:nvSpPr>
            <p:spPr>
              <a:xfrm>
                <a:off x="7020532" y="4112774"/>
                <a:ext cx="288000" cy="1692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200" b="0" i="0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51" name="正方形/長方形 22">
                <a:extLst>
                  <a:ext uri="{FF2B5EF4-FFF2-40B4-BE49-F238E27FC236}">
                    <ns2:creationId id="{54189123-492C-9EB0-E4AC-92E965163424}"/>
                  </a:ext>
                </a:extLst>
              </p:cNvPr>
              <p:cNvSpPr/>
              <p:nvPr/>
            </p:nvSpPr>
            <p:spPr>
              <a:xfrm>
                <a:off x="7535471" y="5533559"/>
                <a:ext cx="3936959" cy="252000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R="0" lvl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tabLst/>
                  <a:defRPr/>
                </a:pPr>
                <a:r>
                  <a: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※</a:t>
                </a:r>
                <a:r>
                  <a:rPr kumimoji="1" lang="ja-JP" altLang="en-US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14" name="正方形/長方形 22">
                <a:extLst>
                  <a:ext uri="{FF2B5EF4-FFF2-40B4-BE49-F238E27FC236}">
                    <ns2:creationId id="{E4B2E770-82C6-2D56-8752-21D4818D4B5E}"/>
                  </a:ext>
                </a:extLst>
              </p:cNvPr>
              <p:cNvSpPr/>
              <p:nvPr/>
            </p:nvSpPr>
            <p:spPr>
              <a:xfrm>
                <a:off x="7348737" y="4174926"/>
                <a:ext cx="4508301" cy="755337"/>
              </a:xfrm>
              <a:prstGeom prst="rect">
                <a:avLst/>
              </a:prstGeom>
              <a:noFill/>
              <a:ln w="9525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numCol="2" rtlCol="0" anchor="ctr"/>
              <a:lstStyle/>
              <a:p>
                <a:pPr marL="111125" marR="0" lvl="0" indent="-1111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  <a:p>
                <a:pPr marL="111125" marR="0" lvl="0" indent="-1111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400" b="1" i="0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11125" marR="0" lvl="0" indent="-111125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1" lang="en-US" altLang="ja-JP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111125" lvl="0" indent="-111125"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400" b="1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b="1">
                  <a:solidFill>
                    <a:srgbClr val="008000"/>
                  </a:solidFill>
                  <a:latin typeface="+mn-ea"/>
                </a:endParaRPr>
              </a:p>
              <a:p>
                <a:pPr marL="111125" lvl="0" indent="-111125"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400" b="1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b="1">
                  <a:solidFill>
                    <a:srgbClr val="008000"/>
                  </a:solidFill>
                  <a:latin typeface="+mn-ea"/>
                </a:endParaRPr>
              </a:p>
              <a:p>
                <a:pPr marR="0" lvl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  <a:defRPr/>
                </a:pPr>
                <a:endParaRPr kumimoji="1" lang="ja-JP" altLang="en-US" sz="1400" b="1" i="0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70" name="Group 69">
                <a:extLst>
                  <a:ext uri="{FF2B5EF4-FFF2-40B4-BE49-F238E27FC236}">
                    <ns2:creationId id="{984457D7-6556-96FA-B1B4-9E229776A7A7}"/>
                  </a:ext>
                </a:extLst>
              </p:cNvPr>
              <p:cNvGrpSpPr/>
              <p:nvPr/>
            </p:nvGrpSpPr>
            <p:grpSpPr>
              <a:xfrm>
                <a:off x="7533871" y="4810884"/>
                <a:ext cx="3960000" cy="756000"/>
                <a:chOff x="7550460" y="4709266"/>
                <a:chExt cx="3960000" cy="756000"/>
              </a:xfrm>
            </p:grpSpPr>
            <p:sp>
              <p:nvSpPr>
                <p:cNvPr id="49" name="正方形/長方形 21">
                  <a:extLst>
                    <a:ext uri="{FF2B5EF4-FFF2-40B4-BE49-F238E27FC236}">
                      <ns2:creationId id="{BDEA545E-2E1E-F1EF-359C-59337FEA4531}"/>
                    </a:ext>
                  </a:extLst>
                </p:cNvPr>
                <p:cNvSpPr/>
                <p:nvPr/>
              </p:nvSpPr>
              <p:spPr>
                <a:xfrm>
                  <a:off x="9350460" y="4709266"/>
                  <a:ext cx="2160000" cy="756000"/>
                </a:xfrm>
                <a:prstGeom prst="rect">
                  <a:avLst/>
                </a:prstGeom>
                <a:solidFill>
                  <a:srgbClr val="EDEDED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3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</a:t>
                  </a:r>
                  <a:endParaRPr lang="en-US" altLang="ja-JP" sz="105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</a:t>
                  </a:r>
                  <a:endPara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endParaRPr lang="en-US" altLang="ja-JP" sz="105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Wingdings" panose="05000000000000000000" pitchFamily="2" charset="2"/>
                    <a:buChar char="Ø"/>
                    <a:tabLst/>
                    <a:defRPr/>
                  </a:pP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120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8" name="正方形/長方形 21">
                  <a:extLst>
                    <a:ext uri="{FF2B5EF4-FFF2-40B4-BE49-F238E27FC236}">
                      <ns2:creationId id="{3F17CD30-8B66-60D1-6D06-BE291FB0DE3A}"/>
                    </a:ext>
                  </a:extLst>
                </p:cNvPr>
                <p:cNvSpPr/>
                <p:nvPr/>
              </p:nvSpPr>
              <p:spPr>
                <a:xfrm>
                  <a:off x="7550460" y="4709266"/>
                  <a:ext cx="1800000" cy="756000"/>
                </a:xfrm>
                <a:prstGeom prst="rect">
                  <a:avLst/>
                </a:prstGeom>
                <a:solidFill>
                  <a:srgbClr val="EDEDED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08000" tIns="36000" rIns="36000" bIns="36000" rtlCol="0" anchor="ctr"/>
                <a:lstStyle/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Meiryo UI" panose="020B0604030504040204" pitchFamily="34" charset="-128"/>
                    <a:buChar char="⁃"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lang="en-US" altLang="ja-JP" sz="105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Meiryo UI" panose="020B0604030504040204" pitchFamily="34" charset="-128"/>
                    <a:buChar char="⁃"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71450" marR="0" lvl="0" indent="-1714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Meiryo UI" panose="020B0604030504040204" pitchFamily="34" charset="-128"/>
                    <a:buChar char="⁃"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105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R="0" lvl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  <a:defRPr/>
                  </a:pP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30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/ 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150</a:t>
                  </a:r>
                  <a:r>
                    <a:rPr kumimoji="1" lang="ja-JP" altLang="en-US" sz="1050" b="0" i="0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000" b="0" i="0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1302190449"/>
      </p:ext>
    </p:extLst>
  </p:cSld>
  <p:clrMapOvr>
    <a:masterClrMapping/>
  </p:clrMapOvr>
</p:sld>
</file>

<file path=ppt/slides/slide17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75D061-9F76-366D-EC0B-F1447A87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F7506-CA91-68B2-A846-707C71DF2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7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AE9D22B9-DCBF-4773-8360-BE7ECD451E54}"/>
              </a:ext>
            </a:extLst>
          </p:cNvPr>
          <p:cNvGrpSpPr/>
          <p:nvPr/>
        </p:nvGrpSpPr>
        <p:grpSpPr>
          <a:xfrm>
            <a:off x="334962" y="1630877"/>
            <a:ext cx="11527608" cy="4677849"/>
            <a:chOff x="334962" y="1630877"/>
            <a:chExt cx="11527608" cy="4677849"/>
          </a:xfrm>
        </p:grpSpPr>
        <p:grpSp>
          <p:nvGrpSpPr>
            <p:cNvPr id="29" name="グループ化 28">
              <a:extLst>
                <a:ext uri="{FF2B5EF4-FFF2-40B4-BE49-F238E27FC236}">
                  <ns2:creationId id="{E06CFD3D-8D15-AF0F-54FC-83CDD81B378D}"/>
                </a:ext>
              </a:extLst>
            </p:cNvPr>
            <p:cNvGrpSpPr/>
            <p:nvPr/>
          </p:nvGrpSpPr>
          <p:grpSpPr>
            <a:xfrm>
              <a:off x="334962" y="3068526"/>
              <a:ext cx="11527608" cy="2160000"/>
              <a:chOff x="334962" y="3068526"/>
              <a:chExt cx="11527608" cy="2160000"/>
            </a:xfrm>
          </p:grpSpPr>
          <p:sp>
            <p:nvSpPr>
              <p:cNvPr id="144" name="テキスト ボックス 24">
                <a:extLst>
                  <a:ext uri="{FF2B5EF4-FFF2-40B4-BE49-F238E27FC236}">
                    <ns2:creationId id="{DCA25AB3-3668-DF4F-A7A4-C0C054AEAA9E}"/>
                  </a:ext>
                </a:extLst>
              </p:cNvPr>
              <p:cNvSpPr txBox="1"/>
              <p:nvPr/>
            </p:nvSpPr>
            <p:spPr>
              <a:xfrm>
                <a:off x="8875585" y="3311662"/>
                <a:ext cx="2981453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27" name="テキスト ボックス 24">
                <a:extLst>
                  <a:ext uri="{FF2B5EF4-FFF2-40B4-BE49-F238E27FC236}">
                    <ns2:creationId id="{11F266EC-1F9E-179A-C9E5-FF50869ACAB8}"/>
                  </a:ext>
                </a:extLst>
              </p:cNvPr>
              <p:cNvSpPr txBox="1"/>
              <p:nvPr/>
            </p:nvSpPr>
            <p:spPr>
              <a:xfrm>
                <a:off x="334962" y="330893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l">
                  <a:buClr>
                    <a:schemeClr val="accent1"/>
                  </a:buClr>
                </a:pP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29D4E903-9B82-918D-9163-D60D22E6420E}"/>
                  </a:ext>
                </a:extLst>
              </p:cNvPr>
              <p:cNvSpPr/>
              <p:nvPr/>
            </p:nvSpPr>
            <p:spPr>
              <a:xfrm>
                <a:off x="334963" y="3068526"/>
                <a:ext cx="3132138" cy="24486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t"/>
              <a:lstStyle/>
              <a:p>
                <a:pPr fontAlgn="ctr"/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FA301E0A-EC72-ABBD-D6AC-93FB4644D47D}"/>
                  </a:ext>
                </a:extLst>
              </p:cNvPr>
              <p:cNvSpPr/>
              <p:nvPr/>
            </p:nvSpPr>
            <p:spPr>
              <a:xfrm>
                <a:off x="3505197" y="3068526"/>
                <a:ext cx="1350000" cy="24486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C4D9B2E5-557A-4869-23EC-314EF23D75FB}"/>
                  </a:ext>
                </a:extLst>
              </p:cNvPr>
              <p:cNvSpPr/>
              <p:nvPr/>
            </p:nvSpPr>
            <p:spPr>
              <a:xfrm>
                <a:off x="4892992" y="3068526"/>
                <a:ext cx="6963426" cy="244864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</a:p>
            </p:txBody>
          </p:sp>
          <p:grpSp>
            <p:nvGrpSpPr>
              <p:cNvPr id="212" name="グループ化 211">
                <a:extLst>
                  <a:ext uri="{FF2B5EF4-FFF2-40B4-BE49-F238E27FC236}">
                    <ns2:creationId id="{02DBF4A9-F4F9-6935-E6F5-BA6D8A5E04F7}"/>
                  </a:ext>
                </a:extLst>
              </p:cNvPr>
              <p:cNvGrpSpPr/>
              <p:nvPr/>
            </p:nvGrpSpPr>
            <p:grpSpPr>
              <a:xfrm>
                <a:off x="334965" y="3551866"/>
                <a:ext cx="11447671" cy="0"/>
                <a:chOff x="334965" y="3122819"/>
                <a:chExt cx="11447671" cy="0"/>
              </a:xfrm>
            </p:grpSpPr>
            <p:cxnSp>
              <p:nvCxnSpPr>
                <p:cNvPr id="112" name="直線コネクタ 13">
                  <a:extLst>
                    <a:ext uri="{FF2B5EF4-FFF2-40B4-BE49-F238E27FC236}">
                      <ns2:creationId id="{4C2C3066-D4B8-4AD0-6A7E-8ACBAEB8DB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122819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直線コネクタ 13">
                  <a:extLst>
                    <a:ext uri="{FF2B5EF4-FFF2-40B4-BE49-F238E27FC236}">
                      <ns2:creationId id="{FEB635CB-1C3C-230D-3F32-9848714F6B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122819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線コネクタ 13">
                  <a:extLst>
                    <a:ext uri="{FF2B5EF4-FFF2-40B4-BE49-F238E27FC236}">
                      <ns2:creationId id="{6AE3BC7D-55E2-71C7-09A1-AB0C59E86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コネクタ 13">
                  <a:extLst>
                    <a:ext uri="{FF2B5EF4-FFF2-40B4-BE49-F238E27FC236}">
                      <ns2:creationId id="{AE2D8DBE-541E-7F0D-EC45-4A7CA085E2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線コネクタ 13">
                  <a:extLst>
                    <a:ext uri="{FF2B5EF4-FFF2-40B4-BE49-F238E27FC236}">
                      <ns2:creationId id="{0794FABB-DC8A-5415-C489-8BE43A91D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122819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" name="テキスト ボックス 24">
                <a:extLst>
                  <a:ext uri="{FF2B5EF4-FFF2-40B4-BE49-F238E27FC236}">
                    <ns2:creationId id="{3A7DA540-B765-8AA6-B17E-853DAF802434}"/>
                  </a:ext>
                </a:extLst>
              </p:cNvPr>
              <p:cNvSpPr txBox="1"/>
              <p:nvPr/>
            </p:nvSpPr>
            <p:spPr>
              <a:xfrm>
                <a:off x="334962" y="3788515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6" name="テキスト ボックス 24">
                <a:extLst>
                  <a:ext uri="{FF2B5EF4-FFF2-40B4-BE49-F238E27FC236}">
                    <ns2:creationId id="{0A05B660-E1A5-379F-19C6-CEE1C5F5C01B}"/>
                  </a:ext>
                </a:extLst>
              </p:cNvPr>
              <p:cNvSpPr txBox="1"/>
              <p:nvPr/>
            </p:nvSpPr>
            <p:spPr>
              <a:xfrm>
                <a:off x="334962" y="402422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72" name="テキスト ボックス 24">
                <a:extLst>
                  <a:ext uri="{FF2B5EF4-FFF2-40B4-BE49-F238E27FC236}">
                    <ns2:creationId id="{A93D66E0-7609-EBE5-CC03-5E19A81B29FF}"/>
                  </a:ext>
                </a:extLst>
              </p:cNvPr>
              <p:cNvSpPr txBox="1"/>
              <p:nvPr/>
            </p:nvSpPr>
            <p:spPr>
              <a:xfrm>
                <a:off x="334962" y="4499964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91" name="テキスト ボックス 24">
                <a:extLst>
                  <a:ext uri="{FF2B5EF4-FFF2-40B4-BE49-F238E27FC236}">
                    <ns2:creationId id="{37BF01A2-25BE-6730-1DFC-7A2DADE15EE5}"/>
                  </a:ext>
                </a:extLst>
              </p:cNvPr>
              <p:cNvSpPr txBox="1"/>
              <p:nvPr/>
            </p:nvSpPr>
            <p:spPr>
              <a:xfrm>
                <a:off x="334962" y="426425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2" name="テキスト ボックス 24">
                <a:extLst>
                  <a:ext uri="{FF2B5EF4-FFF2-40B4-BE49-F238E27FC236}">
                    <ns2:creationId id="{E757AA83-236C-658C-9679-CFA99C33ADC8}"/>
                  </a:ext>
                </a:extLst>
              </p:cNvPr>
              <p:cNvSpPr txBox="1"/>
              <p:nvPr/>
            </p:nvSpPr>
            <p:spPr>
              <a:xfrm>
                <a:off x="334962" y="473566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3" name="テキスト ボックス 24">
                <a:extLst>
                  <a:ext uri="{FF2B5EF4-FFF2-40B4-BE49-F238E27FC236}">
                    <ns2:creationId id="{48849768-5A4F-70C8-82A8-159941B85955}"/>
                  </a:ext>
                </a:extLst>
              </p:cNvPr>
              <p:cNvSpPr txBox="1"/>
              <p:nvPr/>
            </p:nvSpPr>
            <p:spPr>
              <a:xfrm>
                <a:off x="334962" y="497570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4" name="テキスト ボックス 24">
                <a:extLst>
                  <a:ext uri="{FF2B5EF4-FFF2-40B4-BE49-F238E27FC236}">
                    <ns2:creationId id="{D5ED0F09-D8C2-9FB1-7A6C-735626BF33DE}"/>
                  </a:ext>
                </a:extLst>
              </p:cNvPr>
              <p:cNvSpPr txBox="1"/>
              <p:nvPr/>
            </p:nvSpPr>
            <p:spPr>
              <a:xfrm>
                <a:off x="3505198" y="330893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5" name="テキスト ボックス 24">
                <a:extLst>
                  <a:ext uri="{FF2B5EF4-FFF2-40B4-BE49-F238E27FC236}">
                    <ns2:creationId id="{7E3B3DA8-F241-F05B-5088-05CC6588F9A8}"/>
                  </a:ext>
                </a:extLst>
              </p:cNvPr>
              <p:cNvSpPr txBox="1"/>
              <p:nvPr/>
            </p:nvSpPr>
            <p:spPr>
              <a:xfrm>
                <a:off x="3505198" y="3548476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6" name="テキスト ボックス 24">
                <a:extLst>
                  <a:ext uri="{FF2B5EF4-FFF2-40B4-BE49-F238E27FC236}">
                    <ns2:creationId id="{175B7467-9237-F7CD-E15F-892BFF6F4F49}"/>
                  </a:ext>
                </a:extLst>
              </p:cNvPr>
              <p:cNvSpPr txBox="1"/>
              <p:nvPr/>
            </p:nvSpPr>
            <p:spPr>
              <a:xfrm>
                <a:off x="3505198" y="3788515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7" name="テキスト ボックス 24">
                <a:extLst>
                  <a:ext uri="{FF2B5EF4-FFF2-40B4-BE49-F238E27FC236}">
                    <ns2:creationId id="{E3648EC8-5DB0-155E-7D24-5755CA626146}"/>
                  </a:ext>
                </a:extLst>
              </p:cNvPr>
              <p:cNvSpPr txBox="1"/>
              <p:nvPr/>
            </p:nvSpPr>
            <p:spPr>
              <a:xfrm>
                <a:off x="3505198" y="402422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8" name="テキスト ボックス 24">
                <a:extLst>
                  <a:ext uri="{FF2B5EF4-FFF2-40B4-BE49-F238E27FC236}">
                    <ns2:creationId id="{4A67C0BB-82C0-E697-A7A8-F62E7899EC93}"/>
                  </a:ext>
                </a:extLst>
              </p:cNvPr>
              <p:cNvSpPr txBox="1"/>
              <p:nvPr/>
            </p:nvSpPr>
            <p:spPr>
              <a:xfrm>
                <a:off x="3505198" y="426425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9" name="テキスト ボックス 24">
                <a:extLst>
                  <a:ext uri="{FF2B5EF4-FFF2-40B4-BE49-F238E27FC236}">
                    <ns2:creationId id="{9AB6B9A9-2275-6A29-5610-50A06B4508E7}"/>
                  </a:ext>
                </a:extLst>
              </p:cNvPr>
              <p:cNvSpPr txBox="1"/>
              <p:nvPr/>
            </p:nvSpPr>
            <p:spPr>
              <a:xfrm>
                <a:off x="3505198" y="4499964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0" name="テキスト ボックス 24">
                <a:extLst>
                  <a:ext uri="{FF2B5EF4-FFF2-40B4-BE49-F238E27FC236}">
                    <ns2:creationId id="{4448F684-63EC-3551-BF9B-444B080DD112}"/>
                  </a:ext>
                </a:extLst>
              </p:cNvPr>
              <p:cNvSpPr txBox="1"/>
              <p:nvPr/>
            </p:nvSpPr>
            <p:spPr>
              <a:xfrm>
                <a:off x="3505198" y="473566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1" name="テキスト ボックス 24">
                <a:extLst>
                  <a:ext uri="{FF2B5EF4-FFF2-40B4-BE49-F238E27FC236}">
                    <ns2:creationId id="{F8DA79F3-0603-6203-48B8-F924EA9559F7}"/>
                  </a:ext>
                </a:extLst>
              </p:cNvPr>
              <p:cNvSpPr txBox="1"/>
              <p:nvPr/>
            </p:nvSpPr>
            <p:spPr>
              <a:xfrm>
                <a:off x="3505198" y="497570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4" name="テキスト ボックス 24">
                <a:extLst>
                  <a:ext uri="{FF2B5EF4-FFF2-40B4-BE49-F238E27FC236}">
                    <ns2:creationId id="{2A5E6319-310F-B62C-55F6-009A596348A7}"/>
                  </a:ext>
                </a:extLst>
              </p:cNvPr>
              <p:cNvSpPr txBox="1"/>
              <p:nvPr/>
            </p:nvSpPr>
            <p:spPr>
              <a:xfrm>
                <a:off x="334962" y="3548476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72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128" name="テキスト ボックス 24">
                <a:extLst>
                  <a:ext uri="{FF2B5EF4-FFF2-40B4-BE49-F238E27FC236}">
                    <ns2:creationId id="{8AA90A85-472D-79E4-F8B8-473870F61B1E}"/>
                  </a:ext>
                </a:extLst>
              </p:cNvPr>
              <p:cNvSpPr txBox="1"/>
              <p:nvPr/>
            </p:nvSpPr>
            <p:spPr>
              <a:xfrm>
                <a:off x="4891440" y="3313037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9" name="テキスト ボックス 24">
                <a:extLst>
                  <a:ext uri="{FF2B5EF4-FFF2-40B4-BE49-F238E27FC236}">
                    <ns2:creationId id="{E84AA4DF-092B-07D3-46C2-46421DEC1B7C}"/>
                  </a:ext>
                </a:extLst>
              </p:cNvPr>
              <p:cNvSpPr txBox="1"/>
              <p:nvPr/>
            </p:nvSpPr>
            <p:spPr>
              <a:xfrm>
                <a:off x="4891440" y="3551981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0" name="テキスト ボックス 24">
                <a:extLst>
                  <a:ext uri="{FF2B5EF4-FFF2-40B4-BE49-F238E27FC236}">
                    <ns2:creationId id="{02BA8E19-F7F7-E0C2-6BF6-BBB232C8919B}"/>
                  </a:ext>
                </a:extLst>
              </p:cNvPr>
              <p:cNvSpPr txBox="1"/>
              <p:nvPr/>
            </p:nvSpPr>
            <p:spPr>
              <a:xfrm>
                <a:off x="4849560" y="3814595"/>
                <a:ext cx="1008000" cy="237868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1" name="テキスト ボックス 24">
                <a:extLst>
                  <a:ext uri="{FF2B5EF4-FFF2-40B4-BE49-F238E27FC236}">
                    <ns2:creationId id="{3B8D27F0-1528-23B3-F54A-7A73BE66A308}"/>
                  </a:ext>
                </a:extLst>
              </p:cNvPr>
              <p:cNvSpPr txBox="1"/>
              <p:nvPr/>
            </p:nvSpPr>
            <p:spPr>
              <a:xfrm>
                <a:off x="4891440" y="4027773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2" name="テキスト ボックス 24">
                <a:extLst>
                  <a:ext uri="{FF2B5EF4-FFF2-40B4-BE49-F238E27FC236}">
                    <ns2:creationId id="{F1DC08F3-E475-5B2E-BFA1-4DE20271276C}"/>
                  </a:ext>
                </a:extLst>
              </p:cNvPr>
              <p:cNvSpPr txBox="1"/>
              <p:nvPr/>
            </p:nvSpPr>
            <p:spPr>
              <a:xfrm>
                <a:off x="4891440" y="4265894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3" name="テキスト ボックス 24">
                <a:extLst>
                  <a:ext uri="{FF2B5EF4-FFF2-40B4-BE49-F238E27FC236}">
                    <ns2:creationId id="{2818515D-2AB7-74F1-4CAD-723D24D1B6AD}"/>
                  </a:ext>
                </a:extLst>
              </p:cNvPr>
              <p:cNvSpPr txBox="1"/>
              <p:nvPr/>
            </p:nvSpPr>
            <p:spPr>
              <a:xfrm>
                <a:off x="4891440" y="45063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4" name="テキスト ボックス 24">
                <a:extLst>
                  <a:ext uri="{FF2B5EF4-FFF2-40B4-BE49-F238E27FC236}">
                    <ns2:creationId id="{B9C9CBB2-A9FD-4A24-5071-46E5E10ACCC6}"/>
                  </a:ext>
                </a:extLst>
              </p:cNvPr>
              <p:cNvSpPr txBox="1"/>
              <p:nvPr/>
            </p:nvSpPr>
            <p:spPr>
              <a:xfrm>
                <a:off x="4891440" y="4744482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5" name="テキスト ボックス 24">
                <a:extLst>
                  <a:ext uri="{FF2B5EF4-FFF2-40B4-BE49-F238E27FC236}">
                    <ns2:creationId id="{959D2272-C412-26FD-8D68-E79DAC84AEC6}"/>
                  </a:ext>
                </a:extLst>
              </p:cNvPr>
              <p:cNvSpPr txBox="1"/>
              <p:nvPr/>
            </p:nvSpPr>
            <p:spPr>
              <a:xfrm>
                <a:off x="4891440" y="49802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6" name="テキスト ボックス 24">
                <a:extLst>
                  <a:ext uri="{FF2B5EF4-FFF2-40B4-BE49-F238E27FC236}">
                    <ns2:creationId id="{D2609258-2702-D776-4102-BD87651B2F60}"/>
                  </a:ext>
                </a:extLst>
              </p:cNvPr>
              <p:cNvSpPr txBox="1"/>
              <p:nvPr/>
            </p:nvSpPr>
            <p:spPr>
              <a:xfrm>
                <a:off x="5899441" y="331124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7" name="テキスト ボックス 24">
                <a:extLst>
                  <a:ext uri="{FF2B5EF4-FFF2-40B4-BE49-F238E27FC236}">
                    <ns2:creationId id="{F49072A7-28FE-749E-2BA0-D2EEC106B33E}"/>
                  </a:ext>
                </a:extLst>
              </p:cNvPr>
              <p:cNvSpPr txBox="1"/>
              <p:nvPr/>
            </p:nvSpPr>
            <p:spPr>
              <a:xfrm>
                <a:off x="5900797" y="3551529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8" name="テキスト ボックス 24">
                <a:extLst>
                  <a:ext uri="{FF2B5EF4-FFF2-40B4-BE49-F238E27FC236}">
                    <ns2:creationId id="{1EBBBAD8-7557-E08C-E6EE-206848554356}"/>
                  </a:ext>
                </a:extLst>
              </p:cNvPr>
              <p:cNvSpPr txBox="1"/>
              <p:nvPr/>
            </p:nvSpPr>
            <p:spPr>
              <a:xfrm>
                <a:off x="5898385" y="3789651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9" name="テキスト ボックス 24">
                <a:extLst>
                  <a:ext uri="{FF2B5EF4-FFF2-40B4-BE49-F238E27FC236}">
                    <ns2:creationId id="{4DDD9B72-B641-4289-9FE7-7E9F009656BF}"/>
                  </a:ext>
                </a:extLst>
              </p:cNvPr>
              <p:cNvSpPr txBox="1"/>
              <p:nvPr/>
            </p:nvSpPr>
            <p:spPr>
              <a:xfrm>
                <a:off x="5898385" y="40301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0" name="テキスト ボックス 24">
                <a:extLst>
                  <a:ext uri="{FF2B5EF4-FFF2-40B4-BE49-F238E27FC236}">
                    <ns2:creationId id="{32BAD40C-3857-587A-A15E-DE0904F7277C}"/>
                  </a:ext>
                </a:extLst>
              </p:cNvPr>
              <p:cNvSpPr txBox="1"/>
              <p:nvPr/>
            </p:nvSpPr>
            <p:spPr>
              <a:xfrm>
                <a:off x="5900798" y="42674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1" name="テキスト ボックス 24">
                <a:extLst>
                  <a:ext uri="{FF2B5EF4-FFF2-40B4-BE49-F238E27FC236}">
                    <ns2:creationId id="{F5C1D1EA-4BA2-BC4A-5E59-EA169A947D85}"/>
                  </a:ext>
                </a:extLst>
              </p:cNvPr>
              <p:cNvSpPr txBox="1"/>
              <p:nvPr/>
            </p:nvSpPr>
            <p:spPr>
              <a:xfrm>
                <a:off x="5900798" y="45063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2" name="テキスト ボックス 24">
                <a:extLst>
                  <a:ext uri="{FF2B5EF4-FFF2-40B4-BE49-F238E27FC236}">
                    <ns2:creationId id="{0493CC33-6878-6082-0D75-28720DEF3941}"/>
                  </a:ext>
                </a:extLst>
              </p:cNvPr>
              <p:cNvSpPr txBox="1"/>
              <p:nvPr/>
            </p:nvSpPr>
            <p:spPr>
              <a:xfrm>
                <a:off x="5900798" y="474448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3" name="テキスト ボックス 24">
                <a:extLst>
                  <a:ext uri="{FF2B5EF4-FFF2-40B4-BE49-F238E27FC236}">
                    <ns2:creationId id="{7BB65786-3530-C844-5666-F82289DEA6C3}"/>
                  </a:ext>
                </a:extLst>
              </p:cNvPr>
              <p:cNvSpPr txBox="1"/>
              <p:nvPr/>
            </p:nvSpPr>
            <p:spPr>
              <a:xfrm>
                <a:off x="5900798" y="49802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5" name="テキスト ボックス 24">
                <a:extLst>
                  <a:ext uri="{FF2B5EF4-FFF2-40B4-BE49-F238E27FC236}">
                    <ns2:creationId id="{13841864-7246-3FD8-8FFB-6EB9D9363453}"/>
                  </a:ext>
                </a:extLst>
              </p:cNvPr>
              <p:cNvSpPr txBox="1"/>
              <p:nvPr/>
            </p:nvSpPr>
            <p:spPr>
              <a:xfrm>
                <a:off x="8879356" y="3552280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6" name="テキスト ボックス 24">
                <a:extLst>
                  <a:ext uri="{FF2B5EF4-FFF2-40B4-BE49-F238E27FC236}">
                    <ns2:creationId id="{EFB8D3AF-9C5A-A75B-72C9-29CC3BFAB8AC}"/>
                  </a:ext>
                </a:extLst>
              </p:cNvPr>
              <p:cNvSpPr txBox="1"/>
              <p:nvPr/>
            </p:nvSpPr>
            <p:spPr>
              <a:xfrm>
                <a:off x="8876944" y="3789762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7" name="テキスト ボックス 24">
                <a:extLst>
                  <a:ext uri="{FF2B5EF4-FFF2-40B4-BE49-F238E27FC236}">
                    <ns2:creationId id="{A708A551-259D-9A92-ACA9-A57226EA6354}"/>
                  </a:ext>
                </a:extLst>
              </p:cNvPr>
              <p:cNvSpPr txBox="1"/>
              <p:nvPr/>
            </p:nvSpPr>
            <p:spPr>
              <a:xfrm>
                <a:off x="8876944" y="4031174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8" name="テキスト ボックス 24">
                <a:extLst>
                  <a:ext uri="{FF2B5EF4-FFF2-40B4-BE49-F238E27FC236}">
                    <ns2:creationId id="{8FBA6A55-B499-547C-4912-38ADCB394B84}"/>
                  </a:ext>
                </a:extLst>
              </p:cNvPr>
              <p:cNvSpPr txBox="1"/>
              <p:nvPr/>
            </p:nvSpPr>
            <p:spPr>
              <a:xfrm>
                <a:off x="8879357" y="4269296"/>
                <a:ext cx="297904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9" name="テキスト ボックス 24">
                <a:extLst>
                  <a:ext uri="{FF2B5EF4-FFF2-40B4-BE49-F238E27FC236}">
                    <ns2:creationId id="{8E0D7AE5-7B77-5EFF-2485-484CE94A5FB1}"/>
                  </a:ext>
                </a:extLst>
              </p:cNvPr>
              <p:cNvSpPr txBox="1"/>
              <p:nvPr/>
            </p:nvSpPr>
            <p:spPr>
              <a:xfrm>
                <a:off x="8881770" y="4507418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0" name="テキスト ボックス 24">
                <a:extLst>
                  <a:ext uri="{FF2B5EF4-FFF2-40B4-BE49-F238E27FC236}">
                    <ns2:creationId id="{F776A262-D7B3-1311-2C89-91025BC70EF0}"/>
                  </a:ext>
                </a:extLst>
              </p:cNvPr>
              <p:cNvSpPr txBox="1"/>
              <p:nvPr/>
            </p:nvSpPr>
            <p:spPr>
              <a:xfrm>
                <a:off x="8881770" y="4745539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1" name="テキスト ボックス 24">
                <a:extLst>
                  <a:ext uri="{FF2B5EF4-FFF2-40B4-BE49-F238E27FC236}">
                    <ns2:creationId id="{15FBAAFC-5F8F-64D5-5D7E-155D7B7D7982}"/>
                  </a:ext>
                </a:extLst>
              </p:cNvPr>
              <p:cNvSpPr txBox="1"/>
              <p:nvPr/>
            </p:nvSpPr>
            <p:spPr>
              <a:xfrm>
                <a:off x="8881770" y="4983662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61" name="円/楕円 34">
                <a:extLst>
                  <a:ext uri="{FF2B5EF4-FFF2-40B4-BE49-F238E27FC236}">
                    <ns2:creationId id="{F9F7A3BB-5984-70F7-AC88-3FC04BD4C1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円/楕円 34">
                <a:extLst>
                  <a:ext uri="{FF2B5EF4-FFF2-40B4-BE49-F238E27FC236}">
                    <ns2:creationId id="{7906D385-0EFD-DABB-3CD8-9E02D8CC83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3" name="円/楕円 34">
                <a:extLst>
                  <a:ext uri="{FF2B5EF4-FFF2-40B4-BE49-F238E27FC236}">
                    <ns2:creationId id="{31691C65-1CD0-D5FD-C92A-2CBE10BE62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4" name="円/楕円 34">
                <a:extLst>
                  <a:ext uri="{FF2B5EF4-FFF2-40B4-BE49-F238E27FC236}">
                    <ns2:creationId id="{0446C31E-7F03-3A62-4206-C3A3B71855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5" name="円/楕円 34">
                <a:extLst>
                  <a:ext uri="{FF2B5EF4-FFF2-40B4-BE49-F238E27FC236}">
                    <ns2:creationId id="{323D96AA-D2A7-98B5-6A37-B28CB5BEBF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6" name="円/楕円 34">
                <a:extLst>
                  <a:ext uri="{FF2B5EF4-FFF2-40B4-BE49-F238E27FC236}">
                    <ns2:creationId id="{C05562AB-9256-666C-6F41-AA0FE587B5E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6" name="円/楕円 34">
                <a:extLst>
                  <a:ext uri="{FF2B5EF4-FFF2-40B4-BE49-F238E27FC236}">
                    <ns2:creationId id="{95CDA662-461B-BAC9-6C60-AB60063E18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7" name="円/楕円 34">
                <a:extLst>
                  <a:ext uri="{FF2B5EF4-FFF2-40B4-BE49-F238E27FC236}">
                    <ns2:creationId id="{8541758D-0111-B9C7-DEFB-21F0ABEAB17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8" name="円/楕円 34">
                <a:extLst>
                  <a:ext uri="{FF2B5EF4-FFF2-40B4-BE49-F238E27FC236}">
                    <ns2:creationId id="{8B6C316A-DAF1-D031-4139-50D5897CB1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9" name="円/楕円 34">
                <a:extLst>
                  <a:ext uri="{FF2B5EF4-FFF2-40B4-BE49-F238E27FC236}">
                    <ns2:creationId id="{953C3F9F-1EBE-C0B5-9C65-0AE0D5A4C6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0" name="円/楕円 34">
                <a:extLst>
                  <a:ext uri="{FF2B5EF4-FFF2-40B4-BE49-F238E27FC236}">
                    <ns2:creationId id="{38C8DD03-001C-5039-E6C6-65C4594A55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1" name="円/楕円 34">
                <a:extLst>
                  <a:ext uri="{FF2B5EF4-FFF2-40B4-BE49-F238E27FC236}">
                    <ns2:creationId id="{D9C20BE1-EE96-C3A1-FD1E-7CF76AB905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2" name="円/楕円 34">
                <a:extLst>
                  <a:ext uri="{FF2B5EF4-FFF2-40B4-BE49-F238E27FC236}">
                    <ns2:creationId id="{DF5C7C9B-32D0-C25A-390B-CA14BB190FE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3" name="円/楕円 34">
                <a:extLst>
                  <a:ext uri="{FF2B5EF4-FFF2-40B4-BE49-F238E27FC236}">
                    <ns2:creationId id="{225235C5-DD1D-8082-E612-A7DFAAAF657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4" name="円/楕円 34">
                <a:extLst>
                  <a:ext uri="{FF2B5EF4-FFF2-40B4-BE49-F238E27FC236}">
                    <ns2:creationId id="{09FB5D3C-18D1-82E3-FF59-E6D57993141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5" name="円/楕円 34">
                <a:extLst>
                  <a:ext uri="{FF2B5EF4-FFF2-40B4-BE49-F238E27FC236}">
                    <ns2:creationId id="{8365BF6C-348C-A453-1DE7-48267BD4EE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6" name="円/楕円 34">
                <a:extLst>
                  <a:ext uri="{FF2B5EF4-FFF2-40B4-BE49-F238E27FC236}">
                    <ns2:creationId id="{1CCA3AEB-962D-BB52-BD33-CDF655C8D9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7" name="円/楕円 34">
                <a:extLst>
                  <a:ext uri="{FF2B5EF4-FFF2-40B4-BE49-F238E27FC236}">
                    <ns2:creationId id="{1F2A3114-A329-13AB-6385-D280103ECB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8" name="円/楕円 34">
                <a:extLst>
                  <a:ext uri="{FF2B5EF4-FFF2-40B4-BE49-F238E27FC236}">
                    <ns2:creationId id="{28EA8C64-671B-5340-959F-0761DB8CBB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5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9" name="円/楕円 34">
                <a:extLst>
                  <a:ext uri="{FF2B5EF4-FFF2-40B4-BE49-F238E27FC236}">
                    <ns2:creationId id="{5619786D-AB1F-386A-D8E6-0EB158898C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0" name="円/楕円 34">
                <a:extLst>
                  <a:ext uri="{FF2B5EF4-FFF2-40B4-BE49-F238E27FC236}">
                    <ns2:creationId id="{5F3BFD2A-B1EC-9D28-E973-E2FFD841F7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1" name="円/楕円 34">
                <a:extLst>
                  <a:ext uri="{FF2B5EF4-FFF2-40B4-BE49-F238E27FC236}">
                    <ns2:creationId id="{EDDEC6BA-5E79-A473-B5E7-C188A89F98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534944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2" name="円/楕円 34">
                <a:extLst>
                  <a:ext uri="{FF2B5EF4-FFF2-40B4-BE49-F238E27FC236}">
                    <ns2:creationId id="{6165AF69-E424-51BB-8508-511B59279A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3" name="円/楕円 34">
                <a:extLst>
                  <a:ext uri="{FF2B5EF4-FFF2-40B4-BE49-F238E27FC236}">
                    <ns2:creationId id="{679B56F2-D756-CC06-7370-FE810140C6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grpSp>
            <p:nvGrpSpPr>
              <p:cNvPr id="216" name="グループ化 215">
                <a:extLst>
                  <a:ext uri="{FF2B5EF4-FFF2-40B4-BE49-F238E27FC236}">
                    <ns2:creationId id="{E3366E3B-18C3-E01D-C48D-AAB15C62A9D1}"/>
                  </a:ext>
                </a:extLst>
              </p:cNvPr>
              <p:cNvGrpSpPr/>
              <p:nvPr/>
            </p:nvGrpSpPr>
            <p:grpSpPr>
              <a:xfrm>
                <a:off x="334965" y="4741309"/>
                <a:ext cx="11447671" cy="0"/>
                <a:chOff x="334965" y="4329724"/>
                <a:chExt cx="11447671" cy="0"/>
              </a:xfrm>
            </p:grpSpPr>
            <p:cxnSp>
              <p:nvCxnSpPr>
                <p:cNvPr id="71" name="直線コネクタ 13">
                  <a:extLst>
                    <a:ext uri="{FF2B5EF4-FFF2-40B4-BE49-F238E27FC236}">
                      <ns2:creationId id="{4493EB9E-40CA-9B85-AE22-53B4B8F815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329724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3">
                  <a:extLst>
                    <a:ext uri="{FF2B5EF4-FFF2-40B4-BE49-F238E27FC236}">
                      <ns2:creationId id="{529B37E6-CE61-40BB-8C45-E53B1BD87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329724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直線コネクタ 13">
                  <a:extLst>
                    <a:ext uri="{FF2B5EF4-FFF2-40B4-BE49-F238E27FC236}">
                      <ns2:creationId id="{5BB512A2-268E-2A6C-C2D3-ECF930CF6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329724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線コネクタ 13">
                  <a:extLst>
                    <a:ext uri="{FF2B5EF4-FFF2-40B4-BE49-F238E27FC236}">
                      <ns2:creationId id="{53B92E06-F045-45F3-96CB-AABC2893EB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コネクタ 13">
                  <a:extLst>
                    <a:ext uri="{FF2B5EF4-FFF2-40B4-BE49-F238E27FC236}">
                      <ns2:creationId id="{2913E24E-42A9-FB60-65CC-77306DCC0F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5" name="グループ化 214">
                <a:extLst>
                  <a:ext uri="{FF2B5EF4-FFF2-40B4-BE49-F238E27FC236}">
                    <ns2:creationId id="{8E7DC883-94E9-2E79-7ED7-583C206B8618}"/>
                  </a:ext>
                </a:extLst>
              </p:cNvPr>
              <p:cNvGrpSpPr/>
              <p:nvPr/>
            </p:nvGrpSpPr>
            <p:grpSpPr>
              <a:xfrm>
                <a:off x="334965" y="4979197"/>
                <a:ext cx="11426701" cy="0"/>
                <a:chOff x="334965" y="4571106"/>
                <a:chExt cx="11426701" cy="0"/>
              </a:xfrm>
            </p:grpSpPr>
            <p:cxnSp>
              <p:nvCxnSpPr>
                <p:cNvPr id="57" name="直線コネクタ 13">
                  <a:extLst>
                    <a:ext uri="{FF2B5EF4-FFF2-40B4-BE49-F238E27FC236}">
                      <ns2:creationId id="{BFCC8385-8822-D8C2-08E9-22680BFEF3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571106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直線コネクタ 13">
                  <a:extLst>
                    <a:ext uri="{FF2B5EF4-FFF2-40B4-BE49-F238E27FC236}">
                      <ns2:creationId id="{2E540BA8-65B0-2440-D598-97A5352575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571106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線コネクタ 13">
                  <a:extLst>
                    <a:ext uri="{FF2B5EF4-FFF2-40B4-BE49-F238E27FC236}">
                      <ns2:creationId id="{08991801-8C14-D0C6-012E-0CF5896AC6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571106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直線コネクタ 13">
                  <a:extLst>
                    <a:ext uri="{FF2B5EF4-FFF2-40B4-BE49-F238E27FC236}">
                      <ns2:creationId id="{89747A1D-547D-D289-A9CF-DBAEECA89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27848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コネクタ 13">
                  <a:extLst>
                    <a:ext uri="{FF2B5EF4-FFF2-40B4-BE49-F238E27FC236}">
                      <ns2:creationId id="{567EA10E-8A05-EA36-E8C1-5BFF9447C9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81666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7" name="グループ化 216">
                <a:extLst>
                  <a:ext uri="{FF2B5EF4-FFF2-40B4-BE49-F238E27FC236}">
                    <ns2:creationId id="{0998D664-DAEC-0E9C-BE10-D44509AACEF0}"/>
                  </a:ext>
                </a:extLst>
              </p:cNvPr>
              <p:cNvGrpSpPr/>
              <p:nvPr/>
            </p:nvGrpSpPr>
            <p:grpSpPr>
              <a:xfrm>
                <a:off x="334965" y="4503420"/>
                <a:ext cx="11447671" cy="0"/>
                <a:chOff x="334965" y="4088343"/>
                <a:chExt cx="11447671" cy="0"/>
              </a:xfrm>
            </p:grpSpPr>
            <p:cxnSp>
              <p:nvCxnSpPr>
                <p:cNvPr id="68" name="直線コネクタ 13">
                  <a:extLst>
                    <a:ext uri="{FF2B5EF4-FFF2-40B4-BE49-F238E27FC236}">
                      <ns2:creationId id="{91025057-AD21-8B22-03E6-CD89BA2ED1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088343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3">
                  <a:extLst>
                    <a:ext uri="{FF2B5EF4-FFF2-40B4-BE49-F238E27FC236}">
                      <ns2:creationId id="{F2460598-6761-D2D2-DE66-6A17B02CC8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088343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3">
                  <a:extLst>
                    <a:ext uri="{FF2B5EF4-FFF2-40B4-BE49-F238E27FC236}">
                      <ns2:creationId id="{7806D4F5-4C37-B640-81DA-4C59230463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088343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直線コネクタ 13">
                  <a:extLst>
                    <a:ext uri="{FF2B5EF4-FFF2-40B4-BE49-F238E27FC236}">
                      <ns2:creationId id="{2406B5BA-06E0-5DF6-B7E8-2E4DD83CF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コネクタ 13">
                  <a:extLst>
                    <a:ext uri="{FF2B5EF4-FFF2-40B4-BE49-F238E27FC236}">
                      <ns2:creationId id="{5C42AA29-5391-BEB6-E58B-7BFFC6B319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4" name="グループ化 213">
                <a:extLst>
                  <a:ext uri="{FF2B5EF4-FFF2-40B4-BE49-F238E27FC236}">
                    <ns2:creationId id="{0F7497A6-FFB0-F710-EA70-BBBDC65F2394}"/>
                  </a:ext>
                </a:extLst>
              </p:cNvPr>
              <p:cNvGrpSpPr/>
              <p:nvPr/>
            </p:nvGrpSpPr>
            <p:grpSpPr>
              <a:xfrm>
                <a:off x="334965" y="4265532"/>
                <a:ext cx="11447671" cy="0"/>
                <a:chOff x="334965" y="3846962"/>
                <a:chExt cx="11447671" cy="0"/>
              </a:xfrm>
            </p:grpSpPr>
            <p:cxnSp>
              <p:nvCxnSpPr>
                <p:cNvPr id="60" name="直線コネクタ 13">
                  <a:extLst>
                    <a:ext uri="{FF2B5EF4-FFF2-40B4-BE49-F238E27FC236}">
                      <ns2:creationId id="{B73C8D13-805F-E979-4FA7-8962F0AB40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846962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線コネクタ 13">
                  <a:extLst>
                    <a:ext uri="{FF2B5EF4-FFF2-40B4-BE49-F238E27FC236}">
                      <ns2:creationId id="{E73CDA10-3A26-F480-3A39-0415999A1F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846962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3">
                  <a:extLst>
                    <a:ext uri="{FF2B5EF4-FFF2-40B4-BE49-F238E27FC236}">
                      <ns2:creationId id="{46BC09E2-8806-67A1-75F7-A24871E7D2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846962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直線コネクタ 13">
                  <a:extLst>
                    <a:ext uri="{FF2B5EF4-FFF2-40B4-BE49-F238E27FC236}">
                      <ns2:creationId id="{37CE16A7-C2AC-B1FA-52D3-FD79D787E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13">
                  <a:extLst>
                    <a:ext uri="{FF2B5EF4-FFF2-40B4-BE49-F238E27FC236}">
                      <ns2:creationId id="{FA859850-DBDA-6463-0B43-9F2585A25A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8" name="グループ化 217">
                <a:extLst>
                  <a:ext uri="{FF2B5EF4-FFF2-40B4-BE49-F238E27FC236}">
                    <ns2:creationId id="{D59B1B57-686A-2C46-1E1D-E0046A3B6756}"/>
                  </a:ext>
                </a:extLst>
              </p:cNvPr>
              <p:cNvGrpSpPr/>
              <p:nvPr/>
            </p:nvGrpSpPr>
            <p:grpSpPr>
              <a:xfrm>
                <a:off x="334965" y="4027643"/>
                <a:ext cx="11447671" cy="0"/>
                <a:chOff x="334965" y="3605581"/>
                <a:chExt cx="11447671" cy="0"/>
              </a:xfrm>
            </p:grpSpPr>
            <p:cxnSp>
              <p:nvCxnSpPr>
                <p:cNvPr id="59" name="直線コネクタ 13">
                  <a:extLst>
                    <a:ext uri="{FF2B5EF4-FFF2-40B4-BE49-F238E27FC236}">
                      <ns2:creationId id="{3CE4A974-07C0-9282-76CA-22583CFA14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605581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3">
                  <a:extLst>
                    <a:ext uri="{FF2B5EF4-FFF2-40B4-BE49-F238E27FC236}">
                      <ns2:creationId id="{575FE8F9-8DEA-B1CC-FF3F-D78B1B133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605581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線コネクタ 13">
                  <a:extLst>
                    <a:ext uri="{FF2B5EF4-FFF2-40B4-BE49-F238E27FC236}">
                      <ns2:creationId id="{8A6C635E-E4F2-E261-656B-301F12F9F2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605581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コネクタ 13">
                  <a:extLst>
                    <a:ext uri="{FF2B5EF4-FFF2-40B4-BE49-F238E27FC236}">
                      <ns2:creationId id="{32A3AED5-43BA-2A11-1906-A274F896F7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直線コネクタ 13">
                  <a:extLst>
                    <a:ext uri="{FF2B5EF4-FFF2-40B4-BE49-F238E27FC236}">
                      <ns2:creationId id="{BEB88E54-928C-3276-DF96-346EAF0D5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グループ化 212">
                <a:extLst>
                  <a:ext uri="{FF2B5EF4-FFF2-40B4-BE49-F238E27FC236}">
                    <ns2:creationId id="{037F82B3-2F90-DD44-39E7-DB00DEEF03E4}"/>
                  </a:ext>
                </a:extLst>
              </p:cNvPr>
              <p:cNvGrpSpPr/>
              <p:nvPr/>
            </p:nvGrpSpPr>
            <p:grpSpPr>
              <a:xfrm>
                <a:off x="334965" y="3789755"/>
                <a:ext cx="11447671" cy="0"/>
                <a:chOff x="334965" y="3364200"/>
                <a:chExt cx="11447671" cy="0"/>
              </a:xfrm>
            </p:grpSpPr>
            <p:cxnSp>
              <p:nvCxnSpPr>
                <p:cNvPr id="58" name="直線コネクタ 13">
                  <a:extLst>
                    <a:ext uri="{FF2B5EF4-FFF2-40B4-BE49-F238E27FC236}">
                      <ns2:creationId id="{2071F044-38ED-F8EF-CFA5-C23C2F1EA2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364200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直線コネクタ 13">
                  <a:extLst>
                    <a:ext uri="{FF2B5EF4-FFF2-40B4-BE49-F238E27FC236}">
                      <ns2:creationId id="{FF25D559-ED76-6BED-4565-DBCD16E01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364200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直線コネクタ 13">
                  <a:extLst>
                    <a:ext uri="{FF2B5EF4-FFF2-40B4-BE49-F238E27FC236}">
                      <ns2:creationId id="{B5907569-F49A-5AD5-BE8F-D23294B4E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364200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直線コネクタ 13">
                  <a:extLst>
                    <a:ext uri="{FF2B5EF4-FFF2-40B4-BE49-F238E27FC236}">
                      <ns2:creationId id="{98DBBCA7-30DC-B40D-9337-B0C86856E5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直線コネクタ 13">
                  <a:extLst>
                    <a:ext uri="{FF2B5EF4-FFF2-40B4-BE49-F238E27FC236}">
                      <ns2:creationId id="{376609BB-8C3E-D05B-BAC5-075E8B347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グループ化 14">
              <a:extLst>
                <a:ext uri="{FF2B5EF4-FFF2-40B4-BE49-F238E27FC236}">
                  <ns2:creationId id="{2D59DBA7-0E0C-BA20-552B-A4CB6C36C756}"/>
                </a:ext>
              </a:extLst>
            </p:cNvPr>
            <p:cNvGrpSpPr/>
            <p:nvPr/>
          </p:nvGrpSpPr>
          <p:grpSpPr>
            <a:xfrm>
              <a:off x="337343" y="1630877"/>
              <a:ext cx="11519695" cy="1368000"/>
              <a:chOff x="337343" y="1630877"/>
              <a:chExt cx="11519695" cy="13680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32D2B87A-43C6-8786-3678-6BFF668DACFF}"/>
                  </a:ext>
                </a:extLst>
              </p:cNvPr>
              <p:cNvSpPr/>
              <p:nvPr/>
            </p:nvSpPr>
            <p:spPr>
              <a:xfrm>
                <a:off x="337343" y="1630877"/>
                <a:ext cx="1440000" cy="1368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57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pic>
            <p:nvPicPr>
              <p:cNvPr id="8" name="Graphic 187">
                <a:extLst>
                  <a:ext uri="{FF2B5EF4-FFF2-40B4-BE49-F238E27FC236}">
                    <ns2:creationId id="{0500931F-BD4A-E802-F545-6BFDAF8CBD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87343" y="1779667"/>
                <a:ext cx="540000" cy="540000"/>
              </a:xfrm>
              <a:prstGeom prst="rect">
                <a:avLst/>
              </a:prstGeom>
            </p:spPr>
          </p:pic>
          <p:sp>
            <p:nvSpPr>
              <p:cNvPr id="9" name="テキスト ボックス 8">
                <a:extLst>
                  <a:ext uri="{FF2B5EF4-FFF2-40B4-BE49-F238E27FC236}">
                    <ns2:creationId id="{BAAF8569-327C-1277-0604-06FF139F434D}"/>
                  </a:ext>
                </a:extLst>
              </p:cNvPr>
              <p:cNvSpPr txBox="1"/>
              <p:nvPr/>
            </p:nvSpPr>
            <p:spPr>
              <a:xfrm>
                <a:off x="2406881" y="1649155"/>
                <a:ext cx="9450157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spAutoFit/>
              </a:bodyPr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1" name="ホームベース 51">
                <a:extLst>
                  <a:ext uri="{FF2B5EF4-FFF2-40B4-BE49-F238E27FC236}">
                    <ns2:creationId id="{E37051A6-0AF2-671F-F43B-5C7361DEBC5C}"/>
                  </a:ext>
                </a:extLst>
              </p:cNvPr>
              <p:cNvSpPr/>
              <p:nvPr/>
            </p:nvSpPr>
            <p:spPr>
              <a:xfrm>
                <a:off x="2406881" y="1918877"/>
                <a:ext cx="3096000" cy="216000"/>
              </a:xfrm>
              <a:prstGeom prst="homePlate">
                <a:avLst>
                  <a:gd name="adj" fmla="val 28868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rgbClr val="008000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ns2:creationId id="{E84A2C46-9721-EC26-BC17-0BDA4C438E94}"/>
                  </a:ext>
                </a:extLst>
              </p:cNvPr>
              <p:cNvSpPr txBox="1"/>
              <p:nvPr/>
            </p:nvSpPr>
            <p:spPr>
              <a:xfrm>
                <a:off x="2406880" y="2162322"/>
                <a:ext cx="29880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000" dirty="0">
                    <a:solidFill>
                      <a:srgbClr val="000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2" name="山形 52">
                <a:extLst>
                  <a:ext uri="{FF2B5EF4-FFF2-40B4-BE49-F238E27FC236}">
                    <ns2:creationId id="{CE18DCEA-A98C-DCFD-C9BD-5313D74508BD}"/>
                  </a:ext>
                </a:extLst>
              </p:cNvPr>
              <p:cNvSpPr/>
              <p:nvPr/>
            </p:nvSpPr>
            <p:spPr>
              <a:xfrm>
                <a:off x="5583650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ns2:creationId id="{2CA670CF-9F47-2B22-C572-F972F3D73E24}"/>
                  </a:ext>
                </a:extLst>
              </p:cNvPr>
              <p:cNvSpPr txBox="1"/>
              <p:nvPr/>
            </p:nvSpPr>
            <p:spPr>
              <a:xfrm>
                <a:off x="5583650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623F00B1-6D4D-C433-10DF-FBDB9505D3D6}"/>
                  </a:ext>
                </a:extLst>
              </p:cNvPr>
              <p:cNvSpPr txBox="1"/>
              <p:nvPr/>
            </p:nvSpPr>
            <p:spPr>
              <a:xfrm>
                <a:off x="5583650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" name="山形 53">
                <a:extLst>
                  <a:ext uri="{FF2B5EF4-FFF2-40B4-BE49-F238E27FC236}">
                    <ns2:creationId id="{28F6D518-F71F-ED69-3C32-14812F9BEB02}"/>
                  </a:ext>
                </a:extLst>
              </p:cNvPr>
              <p:cNvSpPr/>
              <p:nvPr/>
            </p:nvSpPr>
            <p:spPr>
              <a:xfrm>
                <a:off x="8760418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AF4D2AFD-CFAB-0CDA-D7F1-5A9CC03B8106}"/>
                  </a:ext>
                </a:extLst>
              </p:cNvPr>
              <p:cNvSpPr txBox="1"/>
              <p:nvPr/>
            </p:nvSpPr>
            <p:spPr>
              <a:xfrm>
                <a:off x="8760417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6FF20DC2-0476-F7CF-CDD7-FC71E5E7BA3F}"/>
                  </a:ext>
                </a:extLst>
              </p:cNvPr>
              <p:cNvSpPr txBox="1"/>
              <p:nvPr/>
            </p:nvSpPr>
            <p:spPr>
              <a:xfrm>
                <a:off x="8760418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 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69A66BE5-240E-EAE8-224E-0D749F04C4FD}"/>
                  </a:ext>
                </a:extLst>
              </p:cNvPr>
              <p:cNvGrpSpPr/>
              <p:nvPr/>
            </p:nvGrpSpPr>
            <p:grpSpPr>
              <a:xfrm>
                <a:off x="1858112" y="2367428"/>
                <a:ext cx="3556281" cy="631449"/>
                <a:chOff x="1858112" y="2167746"/>
                <a:chExt cx="3556281" cy="759131"/>
              </a:xfrm>
            </p:grpSpPr>
            <p:sp>
              <p:nvSpPr>
                <p:cNvPr id="18" name="テキスト ボックス 17">
                  <a:extLst>
                    <a:ext uri="{FF2B5EF4-FFF2-40B4-BE49-F238E27FC236}">
                      <ns2:creationId id="{64383E3B-A405-9694-E2F2-EA65F77504C8}"/>
                    </a:ext>
                  </a:extLst>
                </p:cNvPr>
                <p:cNvSpPr txBox="1"/>
                <p:nvPr/>
              </p:nvSpPr>
              <p:spPr>
                <a:xfrm>
                  <a:off x="2406881" y="2167746"/>
                  <a:ext cx="1440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9" name="テキスト ボックス 18">
                  <a:extLst>
                    <a:ext uri="{FF2B5EF4-FFF2-40B4-BE49-F238E27FC236}">
                      <ns2:creationId id="{EFDBD883-41F8-6EBC-74A9-AD61857CBAB5}"/>
                    </a:ext>
                  </a:extLst>
                </p:cNvPr>
                <p:cNvSpPr txBox="1"/>
                <p:nvPr/>
              </p:nvSpPr>
              <p:spPr>
                <a:xfrm>
                  <a:off x="3902393" y="2167746"/>
                  <a:ext cx="1512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ns2:creationId id="{CA0D702C-CC34-144C-E0E2-73CC8CE031CB}"/>
                    </a:ext>
                  </a:extLst>
                </p:cNvPr>
                <p:cNvSpPr txBox="1"/>
                <p:nvPr/>
              </p:nvSpPr>
              <p:spPr>
                <a:xfrm>
                  <a:off x="1858112" y="2383746"/>
                  <a:ext cx="468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ED923DA8-FB61-313A-D456-BD94EC01EEB2}"/>
                    </a:ext>
                  </a:extLst>
                </p:cNvPr>
                <p:cNvSpPr txBox="1"/>
                <p:nvPr/>
              </p:nvSpPr>
              <p:spPr>
                <a:xfrm>
                  <a:off x="1858112" y="2638877"/>
                  <a:ext cx="468000" cy="288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3" name="テキスト ボックス 22">
                  <a:extLst>
                    <a:ext uri="{FF2B5EF4-FFF2-40B4-BE49-F238E27FC236}">
                      <ns2:creationId id="{4752F049-459F-8115-B688-7D245FD19B61}"/>
                    </a:ext>
                  </a:extLst>
                </p:cNvPr>
                <p:cNvSpPr txBox="1"/>
                <p:nvPr/>
              </p:nvSpPr>
              <p:spPr>
                <a:xfrm>
                  <a:off x="2404005" y="2383746"/>
                  <a:ext cx="1440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24" name="テキスト ボックス 23">
                  <a:extLst>
                    <a:ext uri="{FF2B5EF4-FFF2-40B4-BE49-F238E27FC236}">
                      <ns2:creationId id="{ACE0FEDC-155E-D36F-41F6-902CE45FCAF0}"/>
                    </a:ext>
                  </a:extLst>
                </p:cNvPr>
                <p:cNvSpPr txBox="1"/>
                <p:nvPr/>
              </p:nvSpPr>
              <p:spPr>
                <a:xfrm>
                  <a:off x="2404005" y="2638877"/>
                  <a:ext cx="1440000" cy="288000"/>
                </a:xfrm>
                <a:prstGeom prst="rect">
                  <a:avLst/>
                </a:prstGeom>
                <a:noFill/>
              </p:spPr>
              <p:txBody>
                <a:bodyPr wrap="square" lIns="72000" tIns="0" rIns="36000" bIns="0" rtlCol="0" anchor="ctr">
                  <a:noAutofit/>
                </a:bodyPr>
                <a:lstStyle/>
                <a:p>
                  <a:pPr fontAlgn="t"/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60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0" name="テキスト ボックス 29">
                  <a:extLst>
                    <a:ext uri="{FF2B5EF4-FFF2-40B4-BE49-F238E27FC236}">
                      <ns2:creationId id="{7A7F4230-AB48-E5AF-8349-22FB8E8A73A6}"/>
                    </a:ext>
                  </a:extLst>
                </p:cNvPr>
                <p:cNvSpPr txBox="1"/>
                <p:nvPr/>
              </p:nvSpPr>
              <p:spPr>
                <a:xfrm>
                  <a:off x="3902393" y="2383746"/>
                  <a:ext cx="1512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t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/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BI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ns2:creationId id="{4DB090A3-DACC-117A-3BAC-F7E8CD80CD7B}"/>
                    </a:ext>
                  </a:extLst>
                </p:cNvPr>
                <p:cNvSpPr txBox="1"/>
                <p:nvPr/>
              </p:nvSpPr>
              <p:spPr>
                <a:xfrm>
                  <a:off x="3902393" y="2638877"/>
                  <a:ext cx="1512000" cy="288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5733872E-0EE9-5CAE-5AE8-17ABA6707BA0}"/>
                    </a:ext>
                  </a:extLst>
                </p:cNvPr>
                <p:cNvCxnSpPr/>
                <p:nvPr/>
              </p:nvCxnSpPr>
              <p:spPr>
                <a:xfrm>
                  <a:off x="3902393" y="2619312"/>
                  <a:ext cx="151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コネクタ 3">
                  <a:extLst>
                    <a:ext uri="{FF2B5EF4-FFF2-40B4-BE49-F238E27FC236}">
                      <ns2:creationId id="{2BC47EA5-5D10-6595-8FB3-4A455BD0FF02}"/>
                    </a:ext>
                  </a:extLst>
                </p:cNvPr>
                <p:cNvCxnSpPr/>
                <p:nvPr/>
              </p:nvCxnSpPr>
              <p:spPr>
                <a:xfrm>
                  <a:off x="2404005" y="2619312"/>
                  <a:ext cx="144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グループ化 27">
              <a:extLst>
                <a:ext uri="{FF2B5EF4-FFF2-40B4-BE49-F238E27FC236}">
                  <ns2:creationId id="{412E7926-971A-C2D5-EB8E-E3507AAB3074}"/>
                </a:ext>
              </a:extLst>
            </p:cNvPr>
            <p:cNvGrpSpPr/>
            <p:nvPr/>
          </p:nvGrpSpPr>
          <p:grpSpPr>
            <a:xfrm>
              <a:off x="337343" y="5274960"/>
              <a:ext cx="11522075" cy="1033766"/>
              <a:chOff x="337343" y="5274960"/>
              <a:chExt cx="11522075" cy="1033766"/>
            </a:xfrm>
          </p:grpSpPr>
          <p:sp>
            <p:nvSpPr>
              <p:cNvPr id="42" name="四角形: 角を丸くする 41">
                <a:extLst>
                  <a:ext uri="{FF2B5EF4-FFF2-40B4-BE49-F238E27FC236}">
                    <ns2:creationId id="{EB40244C-F9D6-CEDB-9475-7DB462A7713E}"/>
                  </a:ext>
                </a:extLst>
              </p:cNvPr>
              <p:cNvSpPr/>
              <p:nvPr/>
            </p:nvSpPr>
            <p:spPr>
              <a:xfrm>
                <a:off x="337343" y="5274960"/>
                <a:ext cx="11522075" cy="1033766"/>
              </a:xfrm>
              <a:prstGeom prst="roundRect">
                <a:avLst>
                  <a:gd name="adj" fmla="val 1767"/>
                </a:avLst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10" name="グループ化 209">
                <a:extLst>
                  <a:ext uri="{FF2B5EF4-FFF2-40B4-BE49-F238E27FC236}">
                    <ns2:creationId id="{5082963E-E810-3952-E25D-35763B1F1B4E}"/>
                  </a:ext>
                </a:extLst>
              </p:cNvPr>
              <p:cNvGrpSpPr/>
              <p:nvPr/>
            </p:nvGrpSpPr>
            <p:grpSpPr>
              <a:xfrm>
                <a:off x="364639" y="5313872"/>
                <a:ext cx="1269274" cy="396000"/>
                <a:chOff x="442006" y="4887920"/>
                <a:chExt cx="1269274" cy="396000"/>
              </a:xfrm>
            </p:grpSpPr>
            <p:sp>
              <p:nvSpPr>
                <p:cNvPr id="43" name="テキスト ボックス 42">
                  <a:extLst>
                    <a:ext uri="{FF2B5EF4-FFF2-40B4-BE49-F238E27FC236}">
                      <ns2:creationId id="{E98DC75D-9DD0-32DE-18BD-3F98D35D48E4}"/>
                    </a:ext>
                  </a:extLst>
                </p:cNvPr>
                <p:cNvSpPr txBox="1"/>
                <p:nvPr/>
              </p:nvSpPr>
              <p:spPr>
                <a:xfrm>
                  <a:off x="703280" y="4889951"/>
                  <a:ext cx="1008000" cy="391939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 fontAlgn="ctr"/>
                  <a:r>
                    <a:rPr lang="ja-JP" altLang="en-US" sz="1400" dirty="0">
                      <a:solidFill>
                        <a:srgbClr val="008000"/>
                      </a:solidFill>
                      <a:latin typeface="+mj-ea"/>
                      <a:ea typeface="+mj-ea"/>
                    </a:rPr>
                    <a:t>XX</a:t>
                  </a:r>
                  <a:endPara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endParaRPr>
                </a:p>
              </p:txBody>
            </p:sp>
            <p:pic>
              <p:nvPicPr>
                <p:cNvPr id="44" name="Graphic 187">
                  <a:extLst>
                    <a:ext uri="{FF2B5EF4-FFF2-40B4-BE49-F238E27FC236}">
                      <ns2:creationId id="{0645C658-0316-012A-30C7-F39989E50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442006" y="4887920"/>
                  <a:ext cx="396000" cy="396000"/>
                </a:xfrm>
                <a:prstGeom prst="rect">
                  <a:avLst/>
                </a:prstGeom>
              </p:spPr>
            </p:pic>
          </p:grpSp>
          <p:sp>
            <p:nvSpPr>
              <p:cNvPr id="45" name="円/楕円 34">
                <a:extLst>
                  <a:ext uri="{FF2B5EF4-FFF2-40B4-BE49-F238E27FC236}">
                    <ns2:creationId id="{895F4013-6083-9DBF-B17B-6657C556260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395234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2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１</a:t>
                </a:r>
              </a:p>
            </p:txBody>
          </p:sp>
          <p:sp>
            <p:nvSpPr>
              <p:cNvPr id="49" name="円/楕円 34">
                <a:extLst>
                  <a:ext uri="{FF2B5EF4-FFF2-40B4-BE49-F238E27FC236}">
                    <ns2:creationId id="{0B44AD90-A804-4D9B-69D3-FB1372DC1AF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677295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1" name="円/楕円 34">
                <a:extLst>
                  <a:ext uri="{FF2B5EF4-FFF2-40B4-BE49-F238E27FC236}">
                    <ns2:creationId id="{8CA77BE9-A395-8482-10AB-6ED5904595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48972" y="5959357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3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CC3ABA46-7F21-DE64-08ED-E24DDA38D8A7}"/>
                  </a:ext>
                </a:extLst>
              </p:cNvPr>
              <p:cNvSpPr txBox="1"/>
              <p:nvPr/>
            </p:nvSpPr>
            <p:spPr>
              <a:xfrm>
                <a:off x="2011456" y="5668731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620E9055-6CE3-AB8F-A457-886BEAE6A133}"/>
                  </a:ext>
                </a:extLst>
              </p:cNvPr>
              <p:cNvSpPr txBox="1"/>
              <p:nvPr/>
            </p:nvSpPr>
            <p:spPr>
              <a:xfrm>
                <a:off x="2011456" y="5950793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11" name="テキスト ボックス 210">
                <a:extLst>
                  <a:ext uri="{FF2B5EF4-FFF2-40B4-BE49-F238E27FC236}">
                    <ns2:creationId id="{720D5915-1831-60B8-E7B7-18907DD0BC5D}"/>
                  </a:ext>
                </a:extLst>
              </p:cNvPr>
              <p:cNvSpPr txBox="1"/>
              <p:nvPr/>
            </p:nvSpPr>
            <p:spPr>
              <a:xfrm>
                <a:off x="9899496" y="5920016"/>
                <a:ext cx="1872000" cy="276999"/>
              </a:xfrm>
              <a:prstGeom prst="rect">
                <a:avLst/>
              </a:prstGeom>
              <a:noFill/>
            </p:spPr>
            <p:txBody>
              <a:bodyPr wrap="square" rIns="0" rtlCol="0">
                <a:noAutofit/>
              </a:bodyPr>
              <a:lstStyle/>
              <a:p>
                <a:r>
                  <a:rPr kumimoji="1" lang="en-US" altLang="ja-JP" sz="1200" dirty="0">
                    <a:latin typeface="+mn-ea"/>
                  </a:rPr>
                  <a:t>※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kumimoji="1"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411BD87B-5936-40AF-F00A-822FC4F65E7D}"/>
                  </a:ext>
                </a:extLst>
              </p:cNvPr>
              <p:cNvSpPr txBox="1"/>
              <p:nvPr/>
            </p:nvSpPr>
            <p:spPr>
              <a:xfrm>
                <a:off x="2011456" y="5386670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/>
                  <a:t>XX</a:t>
                </a:r>
                <a:r>
                  <a:rPr lang="en-US" altLang="ja-JP" sz="1400" dirty="0"/>
                  <a:t>/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50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 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75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FFC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×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5:creationId val="1410747877"/>
      </p:ext>
    </p:extLst>
  </p:cSld>
  <p:clrMapOvr>
    <a:masterClrMapping/>
  </p:clrMapOvr>
</p:sld>
</file>

<file path=ppt/slides/slide17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B5E46DE-C53F-30ED-8520-B573B9EA0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2AB0FBF-2536-BCB5-01F1-2C8F218C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2F47A70-89B2-DEC7-6C76-14A49E03FC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37" name="グループ化 36">
            <a:extLst>
              <a:ext uri="{FF2B5EF4-FFF2-40B4-BE49-F238E27FC236}">
                <ns2:creationId id="{10C9633D-79A6-E08B-CD92-383C70A9E37C}"/>
              </a:ext>
            </a:extLst>
          </p:cNvPr>
          <p:cNvGrpSpPr/>
          <p:nvPr/>
        </p:nvGrpSpPr>
        <p:grpSpPr>
          <a:xfrm>
            <a:off x="334964" y="1625331"/>
            <a:ext cx="11530488" cy="4676620"/>
            <a:chOff x="334964" y="1625331"/>
            <a:chExt cx="11530488" cy="4676620"/>
          </a:xfrm>
        </p:grpSpPr>
        <p:grpSp>
          <p:nvGrpSpPr>
            <p:cNvPr id="32" name="グループ化 31">
              <a:extLst>
                <a:ext uri="{FF2B5EF4-FFF2-40B4-BE49-F238E27FC236}">
                  <ns2:creationId id="{D4D7CA54-CAEE-C3F1-68C9-3EBD20BD96F0}"/>
                </a:ext>
              </a:extLst>
            </p:cNvPr>
            <p:cNvGrpSpPr/>
            <p:nvPr/>
          </p:nvGrpSpPr>
          <p:grpSpPr>
            <a:xfrm>
              <a:off x="3247338" y="1625331"/>
              <a:ext cx="2880000" cy="354076"/>
              <a:chOff x="8417909" y="1625331"/>
              <a:chExt cx="3439129" cy="354076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A8573481-BC50-8960-E3C1-0E0D20ABAB64}"/>
                  </a:ext>
                </a:extLst>
              </p:cNvPr>
              <p:cNvCxnSpPr/>
              <p:nvPr/>
            </p:nvCxnSpPr>
            <p:spPr>
              <a:xfrm flipH="1">
                <a:off x="8417909" y="1979407"/>
                <a:ext cx="343912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テキスト ボックス 30">
                <a:extLst>
                  <a:ext uri="{FF2B5EF4-FFF2-40B4-BE49-F238E27FC236}">
                    <ns2:creationId id="{A9746029-801B-D0E8-C6A0-96AD708D1AAB}"/>
                  </a:ext>
                </a:extLst>
              </p:cNvPr>
              <p:cNvSpPr txBox="1"/>
              <p:nvPr/>
            </p:nvSpPr>
            <p:spPr>
              <a:xfrm>
                <a:off x="8417909" y="1625331"/>
                <a:ext cx="34391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cxnSp>
          <p:nvCxnSpPr>
            <p:cNvPr id="34" name="直線コネクタ 33">
              <a:extLst>
                <a:ext uri="{FF2B5EF4-FFF2-40B4-BE49-F238E27FC236}">
                  <ns2:creationId id="{65ECCE7B-07DF-5946-0135-83E192581F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55389" y="197940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ns2:creationId id="{0E4BFAB2-EC01-9B43-3387-A3E01F3E09F4}"/>
                </a:ext>
              </a:extLst>
            </p:cNvPr>
            <p:cNvSpPr txBox="1"/>
            <p:nvPr/>
          </p:nvSpPr>
          <p:spPr>
            <a:xfrm>
              <a:off x="6465452" y="1625331"/>
              <a:ext cx="54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600">
                  <a:solidFill>
                    <a:srgbClr val="008000"/>
                  </a:solidFill>
                </a:rPr>
                <a:t>XX</a:t>
              </a:r>
              <a:endParaRPr kumimoji="1" lang="ja-JP" altLang="en-US" sz="1600">
                <a:solidFill>
                  <a:srgbClr val="008000"/>
                </a:solidFill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F1EFDD00-81AC-1526-7F3E-2F9DF709D2FB}"/>
                </a:ext>
              </a:extLst>
            </p:cNvPr>
            <p:cNvGrpSpPr/>
            <p:nvPr/>
          </p:nvGrpSpPr>
          <p:grpSpPr>
            <a:xfrm>
              <a:off x="339977" y="1625331"/>
              <a:ext cx="2354575" cy="354076"/>
              <a:chOff x="380618" y="1625331"/>
              <a:chExt cx="1944000" cy="354076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EBB1D52B-8FF3-2B0F-517E-7DDDCEE3EDAA}"/>
                  </a:ext>
                </a:extLst>
              </p:cNvPr>
              <p:cNvCxnSpPr/>
              <p:nvPr/>
            </p:nvCxnSpPr>
            <p:spPr>
              <a:xfrm flipH="1">
                <a:off x="380618" y="1979407"/>
                <a:ext cx="19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81876B40-7EAE-7EDF-A4D0-AF75BE135BB1}"/>
                  </a:ext>
                </a:extLst>
              </p:cNvPr>
              <p:cNvSpPr txBox="1"/>
              <p:nvPr/>
            </p:nvSpPr>
            <p:spPr>
              <a:xfrm>
                <a:off x="380618" y="1625331"/>
                <a:ext cx="19440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grpSp>
          <p:nvGrpSpPr>
            <p:cNvPr id="36" name="グループ化 35">
              <a:extLst>
                <a:ext uri="{FF2B5EF4-FFF2-40B4-BE49-F238E27FC236}">
                  <ns2:creationId id="{78E370AA-8669-17EB-354C-FB14E5848328}"/>
                </a:ext>
              </a:extLst>
            </p:cNvPr>
            <p:cNvGrpSpPr/>
            <p:nvPr/>
          </p:nvGrpSpPr>
          <p:grpSpPr>
            <a:xfrm>
              <a:off x="334964" y="2008004"/>
              <a:ext cx="11520425" cy="4293947"/>
              <a:chOff x="334964" y="2008004"/>
              <a:chExt cx="11520425" cy="4293947"/>
            </a:xfrm>
          </p:grpSpPr>
          <p:grpSp>
            <p:nvGrpSpPr>
              <p:cNvPr id="145" name="グループ化 144">
                <a:extLst>
                  <a:ext uri="{FF2B5EF4-FFF2-40B4-BE49-F238E27FC236}">
                    <ns2:creationId id="{3565F737-677D-0848-12A0-D542060058B5}"/>
                  </a:ext>
                </a:extLst>
              </p:cNvPr>
              <p:cNvGrpSpPr/>
              <p:nvPr/>
            </p:nvGrpSpPr>
            <p:grpSpPr>
              <a:xfrm>
                <a:off x="3247339" y="2030877"/>
                <a:ext cx="2880000" cy="1991987"/>
                <a:chOff x="3247339" y="2030877"/>
                <a:chExt cx="2880000" cy="1991987"/>
              </a:xfrm>
            </p:grpSpPr>
            <p:sp>
              <p:nvSpPr>
                <p:cNvPr id="22" name="正方形/長方形 21">
                  <a:extLst>
                    <a:ext uri="{FF2B5EF4-FFF2-40B4-BE49-F238E27FC236}">
                      <ns2:creationId id="{9E67478D-7FA3-49E9-969D-D820EEA0D6C4}"/>
                    </a:ext>
                  </a:extLst>
                </p:cNvPr>
                <p:cNvSpPr/>
                <p:nvPr/>
              </p:nvSpPr>
              <p:spPr>
                <a:xfrm>
                  <a:off x="3247339" y="2030877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03ABD6EE-1A20-9F4A-471E-7AFC231D7A50}"/>
                    </a:ext>
                  </a:extLst>
                </p:cNvPr>
                <p:cNvSpPr/>
                <p:nvPr/>
              </p:nvSpPr>
              <p:spPr>
                <a:xfrm>
                  <a:off x="3247339" y="271187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rgbClr val="000000"/>
                      </a:solidFill>
                    </a:rPr>
                  </a:br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06E88DCF-729E-52BD-A664-E0DF92ED07FB}"/>
                    </a:ext>
                  </a:extLst>
                </p:cNvPr>
                <p:cNvSpPr/>
                <p:nvPr/>
              </p:nvSpPr>
              <p:spPr>
                <a:xfrm>
                  <a:off x="3247339" y="3392864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0" name="コネクタ: カギ線 99">
                  <a:extLst>
                    <a:ext uri="{FF2B5EF4-FFF2-40B4-BE49-F238E27FC236}">
                      <ns2:creationId id="{968ECB01-EB60-1DE1-1F88-F868B4ACF281}"/>
                    </a:ext>
                  </a:extLst>
                </p:cNvPr>
                <p:cNvCxnSpPr>
                  <a:cxnSpLocks/>
                  <a:stCxn id="24" idx="1"/>
                  <a:endCxn id="22" idx="1"/>
                </p:cNvCxnSpPr>
                <p:nvPr/>
              </p:nvCxnSpPr>
              <p:spPr>
                <a:xfrm rot="10800000">
                  <a:off x="3247339" y="2345878"/>
                  <a:ext cx="12700" cy="1361987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グループ化 143">
                <a:extLst>
                  <a:ext uri="{FF2B5EF4-FFF2-40B4-BE49-F238E27FC236}">
                    <ns2:creationId id="{C42DD1A0-87BB-AEBB-3A04-ED08F71A5058}"/>
                  </a:ext>
                </a:extLst>
              </p:cNvPr>
              <p:cNvGrpSpPr/>
              <p:nvPr/>
            </p:nvGrpSpPr>
            <p:grpSpPr>
              <a:xfrm>
                <a:off x="3247339" y="4304842"/>
                <a:ext cx="2880000" cy="1990539"/>
                <a:chOff x="3247339" y="4304842"/>
                <a:chExt cx="2880000" cy="1990539"/>
              </a:xfrm>
            </p:grpSpPr>
            <p:sp>
              <p:nvSpPr>
                <p:cNvPr id="25" name="正方形/長方形 24">
                  <a:extLst>
                    <a:ext uri="{FF2B5EF4-FFF2-40B4-BE49-F238E27FC236}">
                      <ns2:creationId id="{3B8C331D-36DE-F5AE-C8C3-8080D09A51AB}"/>
                    </a:ext>
                  </a:extLst>
                </p:cNvPr>
                <p:cNvSpPr/>
                <p:nvPr/>
              </p:nvSpPr>
              <p:spPr>
                <a:xfrm>
                  <a:off x="3247339" y="430484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</a:t>
                  </a:r>
                  <a:endParaRPr lang="ja-JP" altLang="en-US" sz="12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403DCB0A-C9E2-51C9-827E-FB65F0D3D9D2}"/>
                    </a:ext>
                  </a:extLst>
                </p:cNvPr>
                <p:cNvSpPr/>
                <p:nvPr/>
              </p:nvSpPr>
              <p:spPr>
                <a:xfrm>
                  <a:off x="3247339" y="498511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 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B1CEF1BA-36FD-DDFC-FCE5-ACDC5E0A1787}"/>
                    </a:ext>
                  </a:extLst>
                </p:cNvPr>
                <p:cNvSpPr/>
                <p:nvPr/>
              </p:nvSpPr>
              <p:spPr>
                <a:xfrm>
                  <a:off x="3247339" y="566538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endParaRPr kumimoji="1"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7" name="コネクタ: カギ線 106">
                  <a:extLst>
                    <a:ext uri="{FF2B5EF4-FFF2-40B4-BE49-F238E27FC236}">
                      <ns2:creationId id="{D3B4E798-08F9-86AC-BB05-EE156AE2E991}"/>
                    </a:ext>
                  </a:extLst>
                </p:cNvPr>
                <p:cNvCxnSpPr>
                  <a:cxnSpLocks/>
                  <a:stCxn id="27" idx="1"/>
                  <a:endCxn id="25" idx="1"/>
                </p:cNvCxnSpPr>
                <p:nvPr/>
              </p:nvCxnSpPr>
              <p:spPr>
                <a:xfrm rot="10800000">
                  <a:off x="3247339" y="4619843"/>
                  <a:ext cx="12700" cy="1360539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グループ化 32">
                <a:extLst>
                  <a:ext uri="{FF2B5EF4-FFF2-40B4-BE49-F238E27FC236}">
                    <ns2:creationId id="{3B0953C0-DCBE-C7D8-61DF-FEE2349C9896}"/>
                  </a:ext>
                </a:extLst>
              </p:cNvPr>
              <p:cNvGrpSpPr/>
              <p:nvPr/>
            </p:nvGrpSpPr>
            <p:grpSpPr>
              <a:xfrm>
                <a:off x="334964" y="2669268"/>
                <a:ext cx="2912375" cy="3245578"/>
                <a:chOff x="334964" y="2669268"/>
                <a:chExt cx="2912375" cy="3245578"/>
              </a:xfrm>
            </p:grpSpPr>
            <p:sp>
              <p:nvSpPr>
                <p:cNvPr id="4" name="正方形/長方形 3">
                  <a:extLst>
                    <a:ext uri="{FF2B5EF4-FFF2-40B4-BE49-F238E27FC236}">
                      <ns2:creationId id="{A94E928E-0C83-B743-3EB0-B19FF7A276D0}"/>
                    </a:ext>
                  </a:extLst>
                </p:cNvPr>
                <p:cNvSpPr/>
                <p:nvPr/>
              </p:nvSpPr>
              <p:spPr>
                <a:xfrm>
                  <a:off x="334964" y="3153792"/>
                  <a:ext cx="1021488" cy="187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61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5" name="グループ化 74">
                  <a:extLst>
                    <a:ext uri="{FF2B5EF4-FFF2-40B4-BE49-F238E27FC236}">
                      <ns2:creationId id="{3026D9D3-0D18-FEB1-1046-A9C8E54588A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2669268"/>
                  <a:ext cx="720000" cy="720000"/>
                  <a:chOff x="2650454" y="3608624"/>
                  <a:chExt cx="1563550" cy="1563550"/>
                </a:xfrm>
                <a:solidFill>
                  <a:srgbClr val="008000">
                    <a:alpha val="80000"/>
                  </a:srgbClr>
                </a:solidFill>
              </p:grpSpPr>
              <p:sp>
                <p:nvSpPr>
                  <p:cNvPr id="76" name="円/楕円 42">
                    <a:extLst>
                      <a:ext uri="{FF2B5EF4-FFF2-40B4-BE49-F238E27FC236}">
                        <ns2:creationId id="{61588ABC-0A2D-74EC-3830-955E943A768B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78" name="グラフィックス 77" descr="上階 単色塗りつぶし">
                    <a:extLst>
                      <a:ext uri="{FF2B5EF4-FFF2-40B4-BE49-F238E27FC236}">
                        <ns2:creationId id="{2A2A46A9-4940-7076-3675-CFF6E66C62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85" name="正方形/長方形 84">
                  <a:extLst>
                    <a:ext uri="{FF2B5EF4-FFF2-40B4-BE49-F238E27FC236}">
                      <ns2:creationId id="{09C172E1-917D-D0B0-CD61-7252AEE10F4E}"/>
                    </a:ext>
                  </a:extLst>
                </p:cNvPr>
                <p:cNvSpPr/>
                <p:nvPr/>
              </p:nvSpPr>
              <p:spPr>
                <a:xfrm>
                  <a:off x="1684264" y="3447563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4CA64C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97981C-1EDA-070B-635A-2534AFA5FB15}"/>
                    </a:ext>
                  </a:extLst>
                </p:cNvPr>
                <p:cNvSpPr/>
                <p:nvPr/>
              </p:nvSpPr>
              <p:spPr>
                <a:xfrm>
                  <a:off x="1668954" y="5662846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7FBF7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87" name="グループ化 86">
                  <a:extLst>
                    <a:ext uri="{FF2B5EF4-FFF2-40B4-BE49-F238E27FC236}">
                      <ns2:creationId id="{285D3B1E-B97D-5B6D-8D69-C38EA29A785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4935091"/>
                  <a:ext cx="720000" cy="720000"/>
                  <a:chOff x="2650454" y="3608624"/>
                  <a:chExt cx="1563550" cy="1563550"/>
                </a:xfrm>
              </p:grpSpPr>
              <p:sp>
                <p:nvSpPr>
                  <p:cNvPr id="88" name="円/楕円 42">
                    <a:extLst>
                      <a:ext uri="{FF2B5EF4-FFF2-40B4-BE49-F238E27FC236}">
                        <ns2:creationId id="{8AFB08AD-2AB9-F421-9FD9-AEFEA6ECB8B7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89" name="グラフィックス 88" descr="意思決定図 単色塗りつぶし">
                    <a:extLst>
                      <a:ext uri="{FF2B5EF4-FFF2-40B4-BE49-F238E27FC236}">
                        <ns2:creationId id="{AE7D1A7E-6AB4-6FAC-07BE-E21C8C682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92" name="グラフィックス 91" descr="事業の成長 単色塗りつぶし">
                  <a:extLst>
                    <a:ext uri="{FF2B5EF4-FFF2-40B4-BE49-F238E27FC236}">
                      <ns2:creationId id="{6D988CC4-7AA8-B75C-9216-104CCB7B05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61117" y="3385881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96" name="コネクタ: カギ線 95">
                  <a:extLst>
                    <a:ext uri="{FF2B5EF4-FFF2-40B4-BE49-F238E27FC236}">
                      <ns2:creationId id="{EC5417BC-E527-A421-C1BC-A1EE4FCCCA38}"/>
                    </a:ext>
                  </a:extLst>
                </p:cNvPr>
                <p:cNvCxnSpPr>
                  <a:stCxn id="4" idx="3"/>
                  <a:endCxn id="76" idx="2"/>
                </p:cNvCxnSpPr>
                <p:nvPr/>
              </p:nvCxnSpPr>
              <p:spPr>
                <a:xfrm flipV="1">
                  <a:off x="1356452" y="3029268"/>
                  <a:ext cx="618101" cy="1060524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コネクタ: カギ線 96">
                  <a:extLst>
                    <a:ext uri="{FF2B5EF4-FFF2-40B4-BE49-F238E27FC236}">
                      <ns2:creationId id="{C598E272-1764-A2A7-4AB1-95F39DB7D0F1}"/>
                    </a:ext>
                  </a:extLst>
                </p:cNvPr>
                <p:cNvCxnSpPr>
                  <a:cxnSpLocks/>
                  <a:stCxn id="4" idx="3"/>
                  <a:endCxn id="88" idx="2"/>
                </p:cNvCxnSpPr>
                <p:nvPr/>
              </p:nvCxnSpPr>
              <p:spPr>
                <a:xfrm>
                  <a:off x="1356452" y="4089792"/>
                  <a:ext cx="618101" cy="1205299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直線コネクタ 105">
                  <a:extLst>
                    <a:ext uri="{FF2B5EF4-FFF2-40B4-BE49-F238E27FC236}">
                      <ns2:creationId id="{3F0B6EA9-CB32-895E-7D85-2A1FA369AC47}"/>
                    </a:ext>
                  </a:extLst>
                </p:cNvPr>
                <p:cNvCxnSpPr>
                  <a:cxnSpLocks/>
                  <a:stCxn id="76" idx="6"/>
                </p:cNvCxnSpPr>
                <p:nvPr/>
              </p:nvCxnSpPr>
              <p:spPr>
                <a:xfrm flipV="1">
                  <a:off x="2694553" y="302687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F5452B6D-BCF0-AC50-68A8-D3C2104CE180}"/>
                    </a:ext>
                  </a:extLst>
                </p:cNvPr>
                <p:cNvCxnSpPr>
                  <a:cxnSpLocks/>
                  <a:stCxn id="88" idx="6"/>
                  <a:endCxn id="26" idx="1"/>
                </p:cNvCxnSpPr>
                <p:nvPr/>
              </p:nvCxnSpPr>
              <p:spPr>
                <a:xfrm>
                  <a:off x="2694553" y="529509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" name="グループ化 5">
                <a:extLst>
                  <a:ext uri="{FF2B5EF4-FFF2-40B4-BE49-F238E27FC236}">
                    <ns2:creationId id="{E9999A97-4DC5-82C5-21D0-B8030696365F}"/>
                  </a:ext>
                </a:extLst>
              </p:cNvPr>
              <p:cNvGrpSpPr/>
              <p:nvPr/>
            </p:nvGrpSpPr>
            <p:grpSpPr>
              <a:xfrm>
                <a:off x="6127339" y="2008004"/>
                <a:ext cx="5728050" cy="649429"/>
                <a:chOff x="6127339" y="2008004"/>
                <a:chExt cx="5728050" cy="649429"/>
              </a:xfrm>
            </p:grpSpPr>
            <p:grpSp>
              <p:nvGrpSpPr>
                <p:cNvPr id="147" name="グループ化 146">
                  <a:extLst>
                    <a:ext uri="{FF2B5EF4-FFF2-40B4-BE49-F238E27FC236}">
                      <ns2:creationId id="{3EC0938D-A386-CF53-1565-943F7482F14C}"/>
                    </a:ext>
                  </a:extLst>
                </p:cNvPr>
                <p:cNvGrpSpPr/>
                <p:nvPr/>
              </p:nvGrpSpPr>
              <p:grpSpPr>
                <a:xfrm>
                  <a:off x="6455389" y="2030877"/>
                  <a:ext cx="5400000" cy="626556"/>
                  <a:chOff x="6455389" y="2030877"/>
                  <a:chExt cx="5400000" cy="626556"/>
                </a:xfrm>
              </p:grpSpPr>
              <p:sp>
                <p:nvSpPr>
                  <p:cNvPr id="14" name="正方形/長方形 13">
                    <a:extLst>
                      <a:ext uri="{FF2B5EF4-FFF2-40B4-BE49-F238E27FC236}">
                        <ns2:creationId id="{A8C5E620-CB3D-EEC7-AEA3-59F7DC9FDBB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243433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05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8" name="正方形/長方形 7">
                    <a:extLst>
                      <a:ext uri="{FF2B5EF4-FFF2-40B4-BE49-F238E27FC236}">
                        <ns2:creationId id="{9BC50D65-9A7A-1B24-8222-AD362DB3B87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030877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pic>
              <p:nvPicPr>
                <p:cNvPr id="55" name="グラフィックス 54" descr="スプラッシュ 1 単色塗りつぶし">
                  <a:extLst>
                    <a:ext uri="{FF2B5EF4-FFF2-40B4-BE49-F238E27FC236}">
                      <ns2:creationId id="{03B1C060-AFDE-5AFF-D4E2-2BFD1932D8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7818223" y="2008004"/>
                  <a:ext cx="252000" cy="252000"/>
                </a:xfrm>
                <a:prstGeom prst="rect">
                  <a:avLst/>
                </a:prstGeom>
              </p:spPr>
            </p:pic>
            <p:cxnSp>
              <p:nvCxnSpPr>
                <p:cNvPr id="41" name="直線コネクタ 40">
                  <a:extLst>
                    <a:ext uri="{FF2B5EF4-FFF2-40B4-BE49-F238E27FC236}">
                      <ns2:creationId id="{5B9F6D1A-D846-8256-9355-59150D59FB4F}"/>
                    </a:ext>
                  </a:extLst>
                </p:cNvPr>
                <p:cNvCxnSpPr>
                  <a:cxnSpLocks/>
                  <a:stCxn id="22" idx="3"/>
                </p:cNvCxnSpPr>
                <p:nvPr/>
              </p:nvCxnSpPr>
              <p:spPr>
                <a:xfrm flipV="1">
                  <a:off x="6127339" y="234375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グループ化 6">
                <a:extLst>
                  <a:ext uri="{FF2B5EF4-FFF2-40B4-BE49-F238E27FC236}">
                    <ns2:creationId id="{22481E09-C24C-D1E7-A496-361B55D1129B}"/>
                  </a:ext>
                </a:extLst>
              </p:cNvPr>
              <p:cNvGrpSpPr/>
              <p:nvPr/>
            </p:nvGrpSpPr>
            <p:grpSpPr>
              <a:xfrm>
                <a:off x="6127339" y="2687616"/>
                <a:ext cx="5728050" cy="646922"/>
                <a:chOff x="6127339" y="2687616"/>
                <a:chExt cx="5728050" cy="646922"/>
              </a:xfrm>
            </p:grpSpPr>
            <p:grpSp>
              <p:nvGrpSpPr>
                <p:cNvPr id="153" name="グループ化 152">
                  <a:extLst>
                    <a:ext uri="{FF2B5EF4-FFF2-40B4-BE49-F238E27FC236}">
                      <ns2:creationId id="{9369CD57-8A1F-AD65-6CEB-BED4A22EBC69}"/>
                    </a:ext>
                  </a:extLst>
                </p:cNvPr>
                <p:cNvGrpSpPr/>
                <p:nvPr/>
              </p:nvGrpSpPr>
              <p:grpSpPr>
                <a:xfrm>
                  <a:off x="6455389" y="2687616"/>
                  <a:ext cx="5400000" cy="646922"/>
                  <a:chOff x="6455389" y="2687616"/>
                  <a:chExt cx="5400000" cy="646922"/>
                </a:xfrm>
              </p:grpSpPr>
              <p:sp>
                <p:nvSpPr>
                  <p:cNvPr id="15" name="正方形/長方形 14">
                    <a:extLst>
                      <a:ext uri="{FF2B5EF4-FFF2-40B4-BE49-F238E27FC236}">
                        <ns2:creationId id="{FD44DB5D-D816-1913-B4CA-401220CA43F5}"/>
                      </a:ext>
                    </a:extLst>
                  </p:cNvPr>
                  <p:cNvSpPr/>
                  <p:nvPr/>
                </p:nvSpPr>
                <p:spPr>
                  <a:xfrm>
                    <a:off x="6455389" y="2920538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" name="正方形/長方形 8">
                    <a:extLst>
                      <a:ext uri="{FF2B5EF4-FFF2-40B4-BE49-F238E27FC236}">
                        <ns2:creationId id="{B94A0024-6361-9EC5-597B-EDA3D5BF2F67}"/>
                      </a:ext>
                    </a:extLst>
                  </p:cNvPr>
                  <p:cNvSpPr/>
                  <p:nvPr/>
                </p:nvSpPr>
                <p:spPr>
                  <a:xfrm>
                    <a:off x="6455389" y="2711870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3" name="グラフィックス 62" descr="シャッフル 単色塗りつぶし">
                    <a:extLst>
                      <a:ext uri="{FF2B5EF4-FFF2-40B4-BE49-F238E27FC236}">
                        <ns2:creationId id="{B1A19649-AE7C-312B-7FAF-FE0A2FF3D87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2687616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4" name="直線コネクタ 43">
                  <a:extLst>
                    <a:ext uri="{FF2B5EF4-FFF2-40B4-BE49-F238E27FC236}">
                      <ns2:creationId id="{FD52E46C-EF58-F961-E537-7551B7BB17C6}"/>
                    </a:ext>
                  </a:extLst>
                </p:cNvPr>
                <p:cNvCxnSpPr>
                  <a:cxnSpLocks/>
                  <a:stCxn id="23" idx="3"/>
                </p:cNvCxnSpPr>
                <p:nvPr/>
              </p:nvCxnSpPr>
              <p:spPr>
                <a:xfrm>
                  <a:off x="6127339" y="302687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グループ化 19">
                <a:extLst>
                  <a:ext uri="{FF2B5EF4-FFF2-40B4-BE49-F238E27FC236}">
                    <ns2:creationId id="{9453B84A-5F72-FC8D-CB44-20EF34280F93}"/>
                  </a:ext>
                </a:extLst>
              </p:cNvPr>
              <p:cNvGrpSpPr/>
              <p:nvPr/>
            </p:nvGrpSpPr>
            <p:grpSpPr>
              <a:xfrm>
                <a:off x="6127339" y="3383122"/>
                <a:ext cx="5728050" cy="637194"/>
                <a:chOff x="6127339" y="3383122"/>
                <a:chExt cx="5728050" cy="637194"/>
              </a:xfrm>
            </p:grpSpPr>
            <p:grpSp>
              <p:nvGrpSpPr>
                <p:cNvPr id="149" name="グループ化 148">
                  <a:extLst>
                    <a:ext uri="{FF2B5EF4-FFF2-40B4-BE49-F238E27FC236}">
                      <ns2:creationId id="{433097F7-B098-8135-402D-76E68DAD01F4}"/>
                    </a:ext>
                  </a:extLst>
                </p:cNvPr>
                <p:cNvGrpSpPr/>
                <p:nvPr/>
              </p:nvGrpSpPr>
              <p:grpSpPr>
                <a:xfrm>
                  <a:off x="6455389" y="3383122"/>
                  <a:ext cx="5400000" cy="637194"/>
                  <a:chOff x="6455389" y="3383122"/>
                  <a:chExt cx="5400000" cy="637194"/>
                </a:xfrm>
              </p:grpSpPr>
              <p:sp>
                <p:nvSpPr>
                  <p:cNvPr id="16" name="正方形/長方形 15">
                    <a:extLst>
                      <a:ext uri="{FF2B5EF4-FFF2-40B4-BE49-F238E27FC236}">
                        <ns2:creationId id="{9DF1134A-B00D-9972-0CD8-9DD1BAE89348}"/>
                      </a:ext>
                    </a:extLst>
                  </p:cNvPr>
                  <p:cNvSpPr/>
                  <p:nvPr/>
                </p:nvSpPr>
                <p:spPr>
                  <a:xfrm>
                    <a:off x="6455389" y="3606316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" name="正方形/長方形 9">
                    <a:extLst>
                      <a:ext uri="{FF2B5EF4-FFF2-40B4-BE49-F238E27FC236}">
                        <ns2:creationId id="{3F330653-D181-AD80-87B6-7566075B9AAC}"/>
                      </a:ext>
                    </a:extLst>
                  </p:cNvPr>
                  <p:cNvSpPr/>
                  <p:nvPr/>
                </p:nvSpPr>
                <p:spPr>
                  <a:xfrm>
                    <a:off x="6455389" y="3392864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PDCA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4" name="グラフィックス 63" descr="バツを付けたチェック ボックス 単色塗りつぶし">
                    <a:extLst>
                      <a:ext uri="{FF2B5EF4-FFF2-40B4-BE49-F238E27FC236}">
                        <ns2:creationId id="{8A040303-3763-CFF1-109C-985379ABC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7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3383122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7" name="直線コネクタ 46">
                  <a:extLst>
                    <a:ext uri="{FF2B5EF4-FFF2-40B4-BE49-F238E27FC236}">
                      <ns2:creationId id="{94694F1C-95B9-BC04-624C-E2502CC5E692}"/>
                    </a:ext>
                  </a:extLst>
                </p:cNvPr>
                <p:cNvCxnSpPr>
                  <a:cxnSpLocks/>
                  <a:stCxn id="24" idx="3"/>
                </p:cNvCxnSpPr>
                <p:nvPr/>
              </p:nvCxnSpPr>
              <p:spPr>
                <a:xfrm flipV="1">
                  <a:off x="6127339" y="3699563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グループ化 20">
                <a:extLst>
                  <a:ext uri="{FF2B5EF4-FFF2-40B4-BE49-F238E27FC236}">
                    <ns2:creationId id="{E07BE4C3-23D9-7080-966A-184152366033}"/>
                  </a:ext>
                </a:extLst>
              </p:cNvPr>
              <p:cNvGrpSpPr/>
              <p:nvPr/>
            </p:nvGrpSpPr>
            <p:grpSpPr>
              <a:xfrm>
                <a:off x="6127339" y="4287101"/>
                <a:ext cx="5728050" cy="641148"/>
                <a:chOff x="6127339" y="4287101"/>
                <a:chExt cx="5728050" cy="641148"/>
              </a:xfrm>
            </p:grpSpPr>
            <p:grpSp>
              <p:nvGrpSpPr>
                <p:cNvPr id="150" name="グループ化 149">
                  <a:extLst>
                    <a:ext uri="{FF2B5EF4-FFF2-40B4-BE49-F238E27FC236}">
                      <ns2:creationId id="{FBC1DC27-835D-B9DA-CCD9-E70BD79B24EF}"/>
                    </a:ext>
                  </a:extLst>
                </p:cNvPr>
                <p:cNvGrpSpPr/>
                <p:nvPr/>
              </p:nvGrpSpPr>
              <p:grpSpPr>
                <a:xfrm>
                  <a:off x="6455389" y="4287101"/>
                  <a:ext cx="5400000" cy="641148"/>
                  <a:chOff x="6455389" y="4287101"/>
                  <a:chExt cx="5400000" cy="641148"/>
                </a:xfrm>
              </p:grpSpPr>
              <p:sp>
                <p:nvSpPr>
                  <p:cNvPr id="17" name="正方形/長方形 16">
                    <a:extLst>
                      <a:ext uri="{FF2B5EF4-FFF2-40B4-BE49-F238E27FC236}">
                        <ns2:creationId id="{4A4964ED-970C-1415-4BA1-007EAD25F281}"/>
                      </a:ext>
                    </a:extLst>
                  </p:cNvPr>
                  <p:cNvSpPr/>
                  <p:nvPr/>
                </p:nvSpPr>
                <p:spPr>
                  <a:xfrm>
                    <a:off x="6455389" y="4514249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49804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SAP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BW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11" name="正方形/長方形 10">
                    <a:extLst>
                      <a:ext uri="{FF2B5EF4-FFF2-40B4-BE49-F238E27FC236}">
                        <ns2:creationId id="{1B0F7D3E-CDE4-FBEA-2D5B-1F8AEE137AFB}"/>
                      </a:ext>
                    </a:extLst>
                  </p:cNvPr>
                  <p:cNvSpPr/>
                  <p:nvPr/>
                </p:nvSpPr>
                <p:spPr>
                  <a:xfrm>
                    <a:off x="6455389" y="4304842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5" name="グラフィックス 64" descr="接続済み 単色塗りつぶし">
                    <a:extLst>
                      <a:ext uri="{FF2B5EF4-FFF2-40B4-BE49-F238E27FC236}">
                        <ns2:creationId id="{62A81D25-5CC3-C21A-C086-5A980DB16D5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287101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9" name="直線コネクタ 48">
                  <a:extLst>
                    <a:ext uri="{FF2B5EF4-FFF2-40B4-BE49-F238E27FC236}">
                      <ns2:creationId id="{54534FDA-76EA-0D95-66FC-CF74C5859D60}"/>
                    </a:ext>
                  </a:extLst>
                </p:cNvPr>
                <p:cNvCxnSpPr>
                  <a:cxnSpLocks/>
                  <a:stCxn id="25" idx="3"/>
                </p:cNvCxnSpPr>
                <p:nvPr/>
              </p:nvCxnSpPr>
              <p:spPr>
                <a:xfrm>
                  <a:off x="6127339" y="4619842"/>
                  <a:ext cx="328050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グループ化 27">
                <a:extLst>
                  <a:ext uri="{FF2B5EF4-FFF2-40B4-BE49-F238E27FC236}">
                    <ns2:creationId id="{60DF0535-903D-839C-1A93-F93E36E8D2AC}"/>
                  </a:ext>
                </a:extLst>
              </p:cNvPr>
              <p:cNvGrpSpPr/>
              <p:nvPr/>
            </p:nvGrpSpPr>
            <p:grpSpPr>
              <a:xfrm>
                <a:off x="6127339" y="4975085"/>
                <a:ext cx="5728050" cy="642921"/>
                <a:chOff x="6127339" y="4975085"/>
                <a:chExt cx="5728050" cy="642921"/>
              </a:xfrm>
            </p:grpSpPr>
            <p:grpSp>
              <p:nvGrpSpPr>
                <p:cNvPr id="151" name="グループ化 150">
                  <a:extLst>
                    <a:ext uri="{FF2B5EF4-FFF2-40B4-BE49-F238E27FC236}">
                      <ns2:creationId id="{867636DA-79F6-174A-027B-0766974B7534}"/>
                    </a:ext>
                  </a:extLst>
                </p:cNvPr>
                <p:cNvGrpSpPr/>
                <p:nvPr/>
              </p:nvGrpSpPr>
              <p:grpSpPr>
                <a:xfrm>
                  <a:off x="6455389" y="4975085"/>
                  <a:ext cx="5400000" cy="642921"/>
                  <a:chOff x="6455389" y="4975085"/>
                  <a:chExt cx="5400000" cy="642921"/>
                </a:xfrm>
              </p:grpSpPr>
              <p:sp>
                <p:nvSpPr>
                  <p:cNvPr id="18" name="正方形/長方形 17">
                    <a:extLst>
                      <a:ext uri="{FF2B5EF4-FFF2-40B4-BE49-F238E27FC236}">
                        <ns2:creationId id="{2DC34310-0562-EF8A-E1ED-8E8065382654}"/>
                      </a:ext>
                    </a:extLst>
                  </p:cNvPr>
                  <p:cNvSpPr/>
                  <p:nvPr/>
                </p:nvSpPr>
                <p:spPr>
                  <a:xfrm>
                    <a:off x="6455389" y="5204006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/ 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)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" name="正方形/長方形 11">
                    <a:extLst>
                      <a:ext uri="{FF2B5EF4-FFF2-40B4-BE49-F238E27FC236}">
                        <ns2:creationId id="{E0ED649F-8A33-FEDD-6EA3-41D0A90D4D50}"/>
                      </a:ext>
                    </a:extLst>
                  </p:cNvPr>
                  <p:cNvSpPr/>
                  <p:nvPr/>
                </p:nvSpPr>
                <p:spPr>
                  <a:xfrm>
                    <a:off x="6455389" y="4985111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(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)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71" name="グラフィックス 70" descr="数学 単色塗りつぶし">
                    <a:extLst>
                      <a:ext uri="{FF2B5EF4-FFF2-40B4-BE49-F238E27FC236}">
                        <ns2:creationId id="{05C382BB-52C8-6334-F4F8-3785819E32D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9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975085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0" name="直線コネクタ 49">
                  <a:extLst>
                    <a:ext uri="{FF2B5EF4-FFF2-40B4-BE49-F238E27FC236}">
                      <ns2:creationId id="{316990FA-46C5-8B2E-0E72-F84C7A50C31A}"/>
                    </a:ext>
                  </a:extLst>
                </p:cNvPr>
                <p:cNvCxnSpPr>
                  <a:cxnSpLocks/>
                  <a:stCxn id="26" idx="3"/>
                </p:cNvCxnSpPr>
                <p:nvPr/>
              </p:nvCxnSpPr>
              <p:spPr>
                <a:xfrm>
                  <a:off x="6127339" y="5300112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グループ化 28">
                <a:extLst>
                  <a:ext uri="{FF2B5EF4-FFF2-40B4-BE49-F238E27FC236}">
                    <ns2:creationId id="{6B46D0F9-75D2-A6E1-4B73-49384376E0A3}"/>
                  </a:ext>
                </a:extLst>
              </p:cNvPr>
              <p:cNvGrpSpPr/>
              <p:nvPr/>
            </p:nvGrpSpPr>
            <p:grpSpPr>
              <a:xfrm>
                <a:off x="6127339" y="5656187"/>
                <a:ext cx="5728050" cy="645764"/>
                <a:chOff x="6127339" y="5656187"/>
                <a:chExt cx="5728050" cy="645764"/>
              </a:xfrm>
            </p:grpSpPr>
            <p:grpSp>
              <p:nvGrpSpPr>
                <p:cNvPr id="152" name="グループ化 151">
                  <a:extLst>
                    <a:ext uri="{FF2B5EF4-FFF2-40B4-BE49-F238E27FC236}">
                      <ns2:creationId id="{7F744153-BFF4-BA31-402D-8ECD3D21E94E}"/>
                    </a:ext>
                  </a:extLst>
                </p:cNvPr>
                <p:cNvGrpSpPr/>
                <p:nvPr/>
              </p:nvGrpSpPr>
              <p:grpSpPr>
                <a:xfrm>
                  <a:off x="6455389" y="5656187"/>
                  <a:ext cx="5400000" cy="645764"/>
                  <a:chOff x="6455389" y="5656187"/>
                  <a:chExt cx="5400000" cy="645764"/>
                </a:xfrm>
              </p:grpSpPr>
              <p:sp>
                <p:nvSpPr>
                  <p:cNvPr id="19" name="正方形/長方形 18">
                    <a:extLst>
                      <a:ext uri="{FF2B5EF4-FFF2-40B4-BE49-F238E27FC236}">
                        <ns2:creationId id="{4C7A57ED-2B62-08EE-DFA3-8C6BE585138B}"/>
                      </a:ext>
                    </a:extLst>
                  </p:cNvPr>
                  <p:cNvSpPr/>
                  <p:nvPr/>
                </p:nvSpPr>
                <p:spPr>
                  <a:xfrm>
                    <a:off x="6455389" y="5887951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10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Excel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" name="正方形/長方形 12">
                    <a:extLst>
                      <a:ext uri="{FF2B5EF4-FFF2-40B4-BE49-F238E27FC236}">
                        <ns2:creationId id="{655138D5-5A85-33EF-732D-421114232637}"/>
                      </a:ext>
                    </a:extLst>
                  </p:cNvPr>
                  <p:cNvSpPr/>
                  <p:nvPr/>
                </p:nvSpPr>
                <p:spPr>
                  <a:xfrm>
                    <a:off x="6455389" y="5675655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kumimoji="1" lang="ja-JP" altLang="en-US" sz="12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74" name="グラフィックス 73" descr="クリップボード 単色塗りつぶし">
                    <a:extLst>
                      <a:ext uri="{FF2B5EF4-FFF2-40B4-BE49-F238E27FC236}">
                        <ns2:creationId id="{72D929F0-5774-4CE7-411D-FE8E859B40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0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5656187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1" name="直線コネクタ 50">
                  <a:extLst>
                    <a:ext uri="{FF2B5EF4-FFF2-40B4-BE49-F238E27FC236}">
                      <ns2:creationId id="{54B4E457-96A5-F70E-CE9D-ED42CD55A89D}"/>
                    </a:ext>
                  </a:extLst>
                </p:cNvPr>
                <p:cNvCxnSpPr>
                  <a:cxnSpLocks/>
                  <a:stCxn id="27" idx="3"/>
                </p:cNvCxnSpPr>
                <p:nvPr/>
              </p:nvCxnSpPr>
              <p:spPr>
                <a:xfrm flipV="1">
                  <a:off x="6127339" y="5975655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2216829417"/>
      </p:ext>
    </p:extLst>
  </p:cSld>
  <p:clrMapOvr>
    <a:masterClrMapping/>
  </p:clrMapOvr>
</p:sld>
</file>

<file path=ppt/slides/slide17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6B8666-AB17-0E16-8836-D4C44AE7D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D10A482-7D7D-7A51-AE24-CE9103D1B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24BCA9C-0559-2B4D-D26F-FE90E3D4F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66" name="グループ化 165">
            <a:extLst>
              <a:ext uri="{FF2B5EF4-FFF2-40B4-BE49-F238E27FC236}">
                <ns2:creationId id="{C6DAD4A5-BFEA-26CA-D902-3894A796FB97}"/>
              </a:ext>
            </a:extLst>
          </p:cNvPr>
          <p:cNvGrpSpPr/>
          <p:nvPr/>
        </p:nvGrpSpPr>
        <p:grpSpPr>
          <a:xfrm>
            <a:off x="341744" y="4869389"/>
            <a:ext cx="11519500" cy="1444942"/>
            <a:chOff x="341744" y="4869389"/>
            <a:chExt cx="11519500" cy="1444942"/>
          </a:xfrm>
        </p:grpSpPr>
        <p:grpSp>
          <p:nvGrpSpPr>
            <p:cNvPr id="152" name="グループ化 151">
              <a:extLst>
                <a:ext uri="{FF2B5EF4-FFF2-40B4-BE49-F238E27FC236}">
                  <ns2:creationId id="{E4A9D6FB-F9B3-CEF9-26F4-AC652A2DDCE2}"/>
                </a:ext>
              </a:extLst>
            </p:cNvPr>
            <p:cNvGrpSpPr/>
            <p:nvPr/>
          </p:nvGrpSpPr>
          <p:grpSpPr>
            <a:xfrm>
              <a:off x="341744" y="4869389"/>
              <a:ext cx="5673521" cy="1444942"/>
              <a:chOff x="341744" y="4869389"/>
              <a:chExt cx="5673521" cy="1444942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B14F9E27-EEE0-5D5F-78A8-8ACE295A1853}"/>
                  </a:ext>
                </a:extLst>
              </p:cNvPr>
              <p:cNvSpPr/>
              <p:nvPr/>
            </p:nvSpPr>
            <p:spPr>
              <a:xfrm>
                <a:off x="341744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10EAAD6-E672-20D1-F2F5-1F872917CA7D}"/>
                  </a:ext>
                </a:extLst>
              </p:cNvPr>
              <p:cNvSpPr/>
              <p:nvPr/>
            </p:nvSpPr>
            <p:spPr>
              <a:xfrm>
                <a:off x="723265" y="6098331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</a:rPr>
                  <a:t>XX</a:t>
                </a:r>
                <a:endParaRPr lang="ja-JP" altLang="en-US" sz="10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0" name="グループ化 149">
                <a:extLst>
                  <a:ext uri="{FF2B5EF4-FFF2-40B4-BE49-F238E27FC236}">
                    <ns2:creationId id="{CB27D07E-AF7E-BC75-7CE5-3BF51E6CDC4E}"/>
                  </a:ext>
                </a:extLst>
              </p:cNvPr>
              <p:cNvGrpSpPr/>
              <p:nvPr/>
            </p:nvGrpSpPr>
            <p:grpSpPr>
              <a:xfrm>
                <a:off x="724740" y="4877122"/>
                <a:ext cx="5274250" cy="1193426"/>
                <a:chOff x="724740" y="4877122"/>
                <a:chExt cx="5274250" cy="119342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EC699C23-22A5-9553-6E4B-1531819B976C}"/>
                    </a:ext>
                  </a:extLst>
                </p:cNvPr>
                <p:cNvSpPr/>
                <p:nvPr/>
              </p:nvSpPr>
              <p:spPr>
                <a:xfrm>
                  <a:off x="724740" y="5121479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5" name="正方形/長方形 64">
                  <a:extLst>
                    <a:ext uri="{FF2B5EF4-FFF2-40B4-BE49-F238E27FC236}">
                      <ns2:creationId id="{9257D92D-6208-2307-D1AF-EE169D5B0430}"/>
                    </a:ext>
                  </a:extLst>
                </p:cNvPr>
                <p:cNvSpPr/>
                <p:nvPr/>
              </p:nvSpPr>
              <p:spPr>
                <a:xfrm>
                  <a:off x="1349466" y="5121479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66" name="正方形/長方形 65">
                  <a:extLst>
                    <a:ext uri="{FF2B5EF4-FFF2-40B4-BE49-F238E27FC236}">
                      <ns2:creationId id="{C61BEC5D-F926-EEE4-8AD3-F90444A997D0}"/>
                    </a:ext>
                  </a:extLst>
                </p:cNvPr>
                <p:cNvSpPr/>
                <p:nvPr/>
              </p:nvSpPr>
              <p:spPr>
                <a:xfrm>
                  <a:off x="724740" y="5365836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7" name="正方形/長方形 66">
                  <a:extLst>
                    <a:ext uri="{FF2B5EF4-FFF2-40B4-BE49-F238E27FC236}">
                      <ns2:creationId id="{AC8FF3A4-DD5C-E700-B3A9-B96375DE11F5}"/>
                    </a:ext>
                  </a:extLst>
                </p:cNvPr>
                <p:cNvSpPr/>
                <p:nvPr/>
              </p:nvSpPr>
              <p:spPr>
                <a:xfrm>
                  <a:off x="1349466" y="5365836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DE44ED23-CABD-FE0B-B421-35FB0F0474ED}"/>
                    </a:ext>
                  </a:extLst>
                </p:cNvPr>
                <p:cNvSpPr/>
                <p:nvPr/>
              </p:nvSpPr>
              <p:spPr>
                <a:xfrm>
                  <a:off x="724740" y="5610193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ns2:creationId id="{95B00AE4-539F-1EAC-70DF-760EAC1E13FE}"/>
                    </a:ext>
                  </a:extLst>
                </p:cNvPr>
                <p:cNvSpPr/>
                <p:nvPr/>
              </p:nvSpPr>
              <p:spPr>
                <a:xfrm>
                  <a:off x="1349466" y="5610193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70" name="正方形/長方形 69">
                  <a:extLst>
                    <a:ext uri="{FF2B5EF4-FFF2-40B4-BE49-F238E27FC236}">
                      <ns2:creationId id="{A5BF9F23-4EB5-0F3D-774C-97EB2A640F9E}"/>
                    </a:ext>
                  </a:extLst>
                </p:cNvPr>
                <p:cNvSpPr/>
                <p:nvPr/>
              </p:nvSpPr>
              <p:spPr>
                <a:xfrm>
                  <a:off x="724740" y="4877122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4" name="正方形/長方形 73">
                  <a:extLst>
                    <a:ext uri="{FF2B5EF4-FFF2-40B4-BE49-F238E27FC236}">
                      <ns2:creationId id="{D8950188-206F-E5CF-68E9-A3CBFB0554D1}"/>
                    </a:ext>
                  </a:extLst>
                </p:cNvPr>
                <p:cNvSpPr/>
                <p:nvPr/>
              </p:nvSpPr>
              <p:spPr>
                <a:xfrm>
                  <a:off x="1349466" y="4877122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91BF7A1B-9318-2823-B0EB-FB7C3A405133}"/>
                    </a:ext>
                  </a:extLst>
                </p:cNvPr>
                <p:cNvSpPr/>
                <p:nvPr/>
              </p:nvSpPr>
              <p:spPr>
                <a:xfrm>
                  <a:off x="724740" y="585454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3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2B602631-745D-A706-1645-805F444B70B6}"/>
                    </a:ext>
                  </a:extLst>
                </p:cNvPr>
                <p:cNvSpPr/>
                <p:nvPr/>
              </p:nvSpPr>
              <p:spPr>
                <a:xfrm>
                  <a:off x="1349466" y="585454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6652B6D3-DB4F-87D7-A625-71D422589FE5}"/>
                    </a:ext>
                  </a:extLst>
                </p:cNvPr>
                <p:cNvSpPr/>
                <p:nvPr/>
              </p:nvSpPr>
              <p:spPr>
                <a:xfrm>
                  <a:off x="2465794" y="5121479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7A9301-B5C4-7C28-7B51-C231A75CC912}"/>
                    </a:ext>
                  </a:extLst>
                </p:cNvPr>
                <p:cNvSpPr/>
                <p:nvPr/>
              </p:nvSpPr>
              <p:spPr>
                <a:xfrm>
                  <a:off x="2465794" y="5365836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7" name="正方形/長方形 86">
                  <a:extLst>
                    <a:ext uri="{FF2B5EF4-FFF2-40B4-BE49-F238E27FC236}">
                      <ns2:creationId id="{C869ADF6-9CBC-84ED-6DC2-F0E77FE7CEA1}"/>
                    </a:ext>
                  </a:extLst>
                </p:cNvPr>
                <p:cNvSpPr/>
                <p:nvPr/>
              </p:nvSpPr>
              <p:spPr>
                <a:xfrm>
                  <a:off x="2465794" y="5610193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8" name="正方形/長方形 87">
                  <a:extLst>
                    <a:ext uri="{FF2B5EF4-FFF2-40B4-BE49-F238E27FC236}">
                      <ns2:creationId id="{5E60B347-2308-2088-CC5E-0B1D5DB6CD66}"/>
                    </a:ext>
                  </a:extLst>
                </p:cNvPr>
                <p:cNvSpPr/>
                <p:nvPr/>
              </p:nvSpPr>
              <p:spPr>
                <a:xfrm>
                  <a:off x="2465794" y="4877122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90" name="正方形/長方形 89">
                  <a:extLst>
                    <a:ext uri="{FF2B5EF4-FFF2-40B4-BE49-F238E27FC236}">
                      <ns2:creationId id="{4A3AD08D-2A7F-563C-AAFA-D0EBC57A3C5D}"/>
                    </a:ext>
                  </a:extLst>
                </p:cNvPr>
                <p:cNvSpPr/>
                <p:nvPr/>
              </p:nvSpPr>
              <p:spPr>
                <a:xfrm>
                  <a:off x="2465794" y="585454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3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111" name="グループ化 110">
                  <a:extLst>
                    <a:ext uri="{FF2B5EF4-FFF2-40B4-BE49-F238E27FC236}">
                      <ns2:creationId id="{D4C10FF6-4852-8CCF-80F9-326D613ADBBC}"/>
                    </a:ext>
                  </a:extLst>
                </p:cNvPr>
                <p:cNvGrpSpPr/>
                <p:nvPr/>
              </p:nvGrpSpPr>
              <p:grpSpPr>
                <a:xfrm>
                  <a:off x="724740" y="5097396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2" name="直線コネクタ 111">
                    <a:extLst>
                      <a:ext uri="{FF2B5EF4-FFF2-40B4-BE49-F238E27FC236}">
                        <ns2:creationId id="{8C42AF61-6FB4-B5CF-FF9B-DA75CB93A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コネクタ 112">
                    <a:extLst>
                      <a:ext uri="{FF2B5EF4-FFF2-40B4-BE49-F238E27FC236}">
                        <ns2:creationId id="{3BD0B624-6B52-A199-164B-96FB5BF5D2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コネクタ 113">
                    <a:extLst>
                      <a:ext uri="{FF2B5EF4-FFF2-40B4-BE49-F238E27FC236}">
                        <ns2:creationId id="{4E9FF369-BE18-2D6E-521F-F90EF452A0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グループ化 114">
                  <a:extLst>
                    <a:ext uri="{FF2B5EF4-FFF2-40B4-BE49-F238E27FC236}">
                      <ns2:creationId id="{941F15A9-09E3-A5AC-DE93-B6F16B647776}"/>
                    </a:ext>
                  </a:extLst>
                </p:cNvPr>
                <p:cNvGrpSpPr/>
                <p:nvPr/>
              </p:nvGrpSpPr>
              <p:grpSpPr>
                <a:xfrm>
                  <a:off x="724740" y="533556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6" name="直線コネクタ 115">
                    <a:extLst>
                      <a:ext uri="{FF2B5EF4-FFF2-40B4-BE49-F238E27FC236}">
                        <ns2:creationId id="{39519C59-504F-A61F-5E60-C775EF67F0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線コネクタ 116">
                    <a:extLst>
                      <a:ext uri="{FF2B5EF4-FFF2-40B4-BE49-F238E27FC236}">
                        <ns2:creationId id="{97BD6E2C-2BAC-EA0E-B3D2-1F32ABF650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線コネクタ 117">
                    <a:extLst>
                      <a:ext uri="{FF2B5EF4-FFF2-40B4-BE49-F238E27FC236}">
                        <ns2:creationId id="{DA5AF314-BA1A-7D27-B371-F0F4C39A73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9" name="グループ化 118">
                  <a:extLst>
                    <a:ext uri="{FF2B5EF4-FFF2-40B4-BE49-F238E27FC236}">
                      <ns2:creationId id="{85C3536E-669C-2334-C351-61A38366C61F}"/>
                    </a:ext>
                  </a:extLst>
                </p:cNvPr>
                <p:cNvGrpSpPr/>
                <p:nvPr/>
              </p:nvGrpSpPr>
              <p:grpSpPr>
                <a:xfrm>
                  <a:off x="724740" y="5596071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0" name="直線コネクタ 119">
                    <a:extLst>
                      <a:ext uri="{FF2B5EF4-FFF2-40B4-BE49-F238E27FC236}">
                        <ns2:creationId id="{908A9403-CF75-E520-5BBC-9C0BEF7CA5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直線コネクタ 120">
                    <a:extLst>
                      <a:ext uri="{FF2B5EF4-FFF2-40B4-BE49-F238E27FC236}">
                        <ns2:creationId id="{39B4B2A8-2DF1-3556-849F-A18480753DD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直線コネクタ 121">
                    <a:extLst>
                      <a:ext uri="{FF2B5EF4-FFF2-40B4-BE49-F238E27FC236}">
                        <ns2:creationId id="{FBEBAA39-492D-1117-BB04-5CB3B18115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3" name="グループ化 122">
                  <a:extLst>
                    <a:ext uri="{FF2B5EF4-FFF2-40B4-BE49-F238E27FC236}">
                      <ns2:creationId id="{C0D7D639-359E-A984-61B7-3877B1114E4C}"/>
                    </a:ext>
                  </a:extLst>
                </p:cNvPr>
                <p:cNvGrpSpPr/>
                <p:nvPr/>
              </p:nvGrpSpPr>
              <p:grpSpPr>
                <a:xfrm>
                  <a:off x="724740" y="585011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4" name="直線コネクタ 123">
                    <a:extLst>
                      <a:ext uri="{FF2B5EF4-FFF2-40B4-BE49-F238E27FC236}">
                        <ns2:creationId id="{20F75E50-429C-494C-AECB-D290029216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直線コネクタ 124">
                    <a:extLst>
                      <a:ext uri="{FF2B5EF4-FFF2-40B4-BE49-F238E27FC236}">
                        <ns2:creationId id="{0DAB8FE9-50DB-E127-E0FE-26A73756C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直線コネクタ 125">
                    <a:extLst>
                      <a:ext uri="{FF2B5EF4-FFF2-40B4-BE49-F238E27FC236}">
                        <ns2:creationId id="{2FAD3451-2970-1F48-8A8F-DF164EEC2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53" name="グループ化 152">
              <a:extLst>
                <a:ext uri="{FF2B5EF4-FFF2-40B4-BE49-F238E27FC236}">
                  <ns2:creationId id="{E5279548-F95A-3A9E-57E2-C3ECE7F02FDC}"/>
                </a:ext>
              </a:extLst>
            </p:cNvPr>
            <p:cNvGrpSpPr/>
            <p:nvPr/>
          </p:nvGrpSpPr>
          <p:grpSpPr>
            <a:xfrm>
              <a:off x="6182452" y="4869389"/>
              <a:ext cx="5678792" cy="1443461"/>
              <a:chOff x="6182452" y="4869389"/>
              <a:chExt cx="5678792" cy="1443461"/>
            </a:xfrm>
          </p:grpSpPr>
          <p:sp>
            <p:nvSpPr>
              <p:cNvPr id="91" name="正方形/長方形 90">
                <a:extLst>
                  <a:ext uri="{FF2B5EF4-FFF2-40B4-BE49-F238E27FC236}">
                    <ns2:creationId id="{B0203898-4B4A-D4F2-32E1-82B5FDD5E442}"/>
                  </a:ext>
                </a:extLst>
              </p:cNvPr>
              <p:cNvSpPr/>
              <p:nvPr/>
            </p:nvSpPr>
            <p:spPr>
              <a:xfrm>
                <a:off x="6182452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12E71F4E-A149-5E3F-4A09-D3419C2AF275}"/>
                  </a:ext>
                </a:extLst>
              </p:cNvPr>
              <p:cNvSpPr/>
              <p:nvPr/>
            </p:nvSpPr>
            <p:spPr>
              <a:xfrm>
                <a:off x="6569244" y="6096850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bg1"/>
                    </a:solidFill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1" name="グループ化 150">
                <a:extLst>
                  <a:ext uri="{FF2B5EF4-FFF2-40B4-BE49-F238E27FC236}">
                    <ns2:creationId id="{0D5EA8BF-CAE2-DCAE-DAD6-0B8456D6A5B2}"/>
                  </a:ext>
                </a:extLst>
              </p:cNvPr>
              <p:cNvGrpSpPr/>
              <p:nvPr/>
            </p:nvGrpSpPr>
            <p:grpSpPr>
              <a:xfrm>
                <a:off x="6575594" y="4885384"/>
                <a:ext cx="5281444" cy="1193426"/>
                <a:chOff x="6575594" y="4885384"/>
                <a:chExt cx="5281444" cy="1193426"/>
              </a:xfrm>
            </p:grpSpPr>
            <p:sp>
              <p:nvSpPr>
                <p:cNvPr id="93" name="正方形/長方形 92">
                  <a:extLst>
                    <a:ext uri="{FF2B5EF4-FFF2-40B4-BE49-F238E27FC236}">
                      <ns2:creationId id="{112D9805-C896-3F22-33EC-EE948A163B3F}"/>
                    </a:ext>
                  </a:extLst>
                </p:cNvPr>
                <p:cNvSpPr/>
                <p:nvPr/>
              </p:nvSpPr>
              <p:spPr>
                <a:xfrm>
                  <a:off x="6578147" y="5129741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4" name="正方形/長方形 93">
                  <a:extLst>
                    <a:ext uri="{FF2B5EF4-FFF2-40B4-BE49-F238E27FC236}">
                      <ns2:creationId id="{99A3B094-4BFC-6EF4-7CE2-CE400AC348C9}"/>
                    </a:ext>
                  </a:extLst>
                </p:cNvPr>
                <p:cNvSpPr/>
                <p:nvPr/>
              </p:nvSpPr>
              <p:spPr>
                <a:xfrm>
                  <a:off x="7193348" y="5129741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96" name="正方形/長方形 95">
                  <a:extLst>
                    <a:ext uri="{FF2B5EF4-FFF2-40B4-BE49-F238E27FC236}">
                      <ns2:creationId id="{E791E29E-6536-723D-8265-817BEE648328}"/>
                    </a:ext>
                  </a:extLst>
                </p:cNvPr>
                <p:cNvSpPr/>
                <p:nvPr/>
              </p:nvSpPr>
              <p:spPr>
                <a:xfrm>
                  <a:off x="8300151" y="5129741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10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7" name="正方形/長方形 96">
                  <a:extLst>
                    <a:ext uri="{FF2B5EF4-FFF2-40B4-BE49-F238E27FC236}">
                      <ns2:creationId id="{07C740EE-4533-501E-D70E-C6C6464F8EB3}"/>
                    </a:ext>
                  </a:extLst>
                </p:cNvPr>
                <p:cNvSpPr/>
                <p:nvPr/>
              </p:nvSpPr>
              <p:spPr>
                <a:xfrm>
                  <a:off x="6578147" y="537409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8" name="正方形/長方形 97">
                  <a:extLst>
                    <a:ext uri="{FF2B5EF4-FFF2-40B4-BE49-F238E27FC236}">
                      <ns2:creationId id="{BFBB0422-6558-9E9E-152A-89AE2D14722F}"/>
                    </a:ext>
                  </a:extLst>
                </p:cNvPr>
                <p:cNvSpPr/>
                <p:nvPr/>
              </p:nvSpPr>
              <p:spPr>
                <a:xfrm>
                  <a:off x="7193348" y="537409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0" name="正方形/長方形 99">
                  <a:extLst>
                    <a:ext uri="{FF2B5EF4-FFF2-40B4-BE49-F238E27FC236}">
                      <ns2:creationId id="{7A8058A9-872E-A7A2-B676-9D8E455BDDAB}"/>
                    </a:ext>
                  </a:extLst>
                </p:cNvPr>
                <p:cNvSpPr/>
                <p:nvPr/>
              </p:nvSpPr>
              <p:spPr>
                <a:xfrm>
                  <a:off x="8300151" y="537409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SAP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BW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GCP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1" name="正方形/長方形 100">
                  <a:extLst>
                    <a:ext uri="{FF2B5EF4-FFF2-40B4-BE49-F238E27FC236}">
                      <ns2:creationId id="{D22C199F-263A-B01C-CD3E-240101703776}"/>
                    </a:ext>
                  </a:extLst>
                </p:cNvPr>
                <p:cNvSpPr/>
                <p:nvPr/>
              </p:nvSpPr>
              <p:spPr>
                <a:xfrm>
                  <a:off x="6578147" y="5618455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ns2:creationId id="{E0AAF8B0-C68C-8E56-2170-44B8078468FC}"/>
                    </a:ext>
                  </a:extLst>
                </p:cNvPr>
                <p:cNvSpPr/>
                <p:nvPr/>
              </p:nvSpPr>
              <p:spPr>
                <a:xfrm>
                  <a:off x="7193348" y="5618455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4" name="正方形/長方形 103">
                  <a:extLst>
                    <a:ext uri="{FF2B5EF4-FFF2-40B4-BE49-F238E27FC236}">
                      <ns2:creationId id="{DB3AF833-D960-C762-674B-3D3C35524D7D}"/>
                    </a:ext>
                  </a:extLst>
                </p:cNvPr>
                <p:cNvSpPr/>
                <p:nvPr/>
              </p:nvSpPr>
              <p:spPr>
                <a:xfrm>
                  <a:off x="8300151" y="5618455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Excel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5" name="正方形/長方形 104">
                  <a:extLst>
                    <a:ext uri="{FF2B5EF4-FFF2-40B4-BE49-F238E27FC236}">
                      <ns2:creationId id="{DAD82BD1-14C6-B07B-8363-B47C2C209F03}"/>
                    </a:ext>
                  </a:extLst>
                </p:cNvPr>
                <p:cNvSpPr/>
                <p:nvPr/>
              </p:nvSpPr>
              <p:spPr>
                <a:xfrm>
                  <a:off x="6578147" y="4885384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6" name="正方形/長方形 105">
                  <a:extLst>
                    <a:ext uri="{FF2B5EF4-FFF2-40B4-BE49-F238E27FC236}">
                      <ns2:creationId id="{9A249F54-9271-4154-13FC-AEE0156A2D8D}"/>
                    </a:ext>
                  </a:extLst>
                </p:cNvPr>
                <p:cNvSpPr/>
                <p:nvPr/>
              </p:nvSpPr>
              <p:spPr>
                <a:xfrm>
                  <a:off x="7193348" y="4885384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7" name="正方形/長方形 106">
                  <a:extLst>
                    <a:ext uri="{FF2B5EF4-FFF2-40B4-BE49-F238E27FC236}">
                      <ns2:creationId id="{B2430D9C-45BE-15C9-C2B3-96D839994897}"/>
                    </a:ext>
                  </a:extLst>
                </p:cNvPr>
                <p:cNvSpPr/>
                <p:nvPr/>
              </p:nvSpPr>
              <p:spPr>
                <a:xfrm>
                  <a:off x="8300151" y="4885384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8" name="正方形/長方形 107">
                  <a:extLst>
                    <a:ext uri="{FF2B5EF4-FFF2-40B4-BE49-F238E27FC236}">
                      <ns2:creationId id="{953F0C98-D0D4-E6D7-E8D8-857EDF433119}"/>
                    </a:ext>
                  </a:extLst>
                </p:cNvPr>
                <p:cNvSpPr/>
                <p:nvPr/>
              </p:nvSpPr>
              <p:spPr>
                <a:xfrm>
                  <a:off x="6578147" y="5862810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3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C4E61ED8-29F9-84B2-2094-FFB2CDEA1E7F}"/>
                    </a:ext>
                  </a:extLst>
                </p:cNvPr>
                <p:cNvSpPr/>
                <p:nvPr/>
              </p:nvSpPr>
              <p:spPr>
                <a:xfrm>
                  <a:off x="7193348" y="5862810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F36D6BD2-653F-50F6-F4C1-3167D7CFC2F7}"/>
                    </a:ext>
                  </a:extLst>
                </p:cNvPr>
                <p:cNvSpPr/>
                <p:nvPr/>
              </p:nvSpPr>
              <p:spPr>
                <a:xfrm>
                  <a:off x="8300151" y="5862810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" name="グループ化 7">
                  <a:extLst>
                    <a:ext uri="{FF2B5EF4-FFF2-40B4-BE49-F238E27FC236}">
                      <ns2:creationId id="{1EE32E7D-AA2F-E0D1-190B-AB5D040A7D2A}"/>
                    </a:ext>
                  </a:extLst>
                </p:cNvPr>
                <p:cNvGrpSpPr/>
                <p:nvPr/>
              </p:nvGrpSpPr>
              <p:grpSpPr>
                <a:xfrm>
                  <a:off x="6575594" y="5097395"/>
                  <a:ext cx="5281444" cy="0"/>
                  <a:chOff x="6575594" y="5097395"/>
                  <a:chExt cx="5281444" cy="0"/>
                </a:xfrm>
              </p:grpSpPr>
              <p:cxnSp>
                <p:nvCxnSpPr>
                  <p:cNvPr id="128" name="直線コネクタ 127">
                    <a:extLst>
                      <a:ext uri="{FF2B5EF4-FFF2-40B4-BE49-F238E27FC236}">
                        <ns2:creationId id="{2B1CCF00-C823-75C7-FBFB-546554DB85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575594" y="5097395"/>
                    <a:ext cx="577938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9" name="直線コネクタ 128">
                    <a:extLst>
                      <a:ext uri="{FF2B5EF4-FFF2-40B4-BE49-F238E27FC236}">
                        <ns2:creationId id="{930C030B-CC3F-A183-D188-A9E78CE9FDC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10182" y="5097395"/>
                    <a:ext cx="1083635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線コネクタ 129">
                    <a:extLst>
                      <a:ext uri="{FF2B5EF4-FFF2-40B4-BE49-F238E27FC236}">
                        <ns2:creationId id="{9285CCC8-8A78-A9E0-2687-A7060FDCD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327721" y="5097395"/>
                    <a:ext cx="3529317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1" name="グループ化 130">
                  <a:extLst>
                    <a:ext uri="{FF2B5EF4-FFF2-40B4-BE49-F238E27FC236}">
                      <ns2:creationId id="{6AEA5936-7513-FDD1-D097-7075DF85A836}"/>
                    </a:ext>
                  </a:extLst>
                </p:cNvPr>
                <p:cNvGrpSpPr/>
                <p:nvPr/>
              </p:nvGrpSpPr>
              <p:grpSpPr>
                <a:xfrm>
                  <a:off x="6575594" y="533408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2" name="直線コネクタ 131">
                    <a:extLst>
                      <a:ext uri="{FF2B5EF4-FFF2-40B4-BE49-F238E27FC236}">
                        <ns2:creationId id="{F501D7E6-A58B-77C6-0AAF-C74ECE2CD9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直線コネクタ 132">
                    <a:extLst>
                      <a:ext uri="{FF2B5EF4-FFF2-40B4-BE49-F238E27FC236}">
                        <ns2:creationId id="{EAF622B7-97C2-A11C-DD32-21D0F552B0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直線コネクタ 133">
                    <a:extLst>
                      <a:ext uri="{FF2B5EF4-FFF2-40B4-BE49-F238E27FC236}">
                        <ns2:creationId id="{06277755-DBBC-6CC0-D47C-DB427E6837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5" name="グループ化 134">
                  <a:extLst>
                    <a:ext uri="{FF2B5EF4-FFF2-40B4-BE49-F238E27FC236}">
                      <ns2:creationId id="{B4B61DD6-973B-0542-62E1-0534477183F2}"/>
                    </a:ext>
                  </a:extLst>
                </p:cNvPr>
                <p:cNvGrpSpPr/>
                <p:nvPr/>
              </p:nvGrpSpPr>
              <p:grpSpPr>
                <a:xfrm>
                  <a:off x="6575594" y="5594590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6" name="直線コネクタ 135">
                    <a:extLst>
                      <a:ext uri="{FF2B5EF4-FFF2-40B4-BE49-F238E27FC236}">
                        <ns2:creationId id="{705B2CC2-7F70-D18F-37B7-BEDDA5AF8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7" name="直線コネクタ 136">
                    <a:extLst>
                      <a:ext uri="{FF2B5EF4-FFF2-40B4-BE49-F238E27FC236}">
                        <ns2:creationId id="{2B597EF4-C1DA-775B-80FA-EAB884F2BD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線コネクタ 137">
                    <a:extLst>
                      <a:ext uri="{FF2B5EF4-FFF2-40B4-BE49-F238E27FC236}">
                        <ns2:creationId id="{F12BD516-792B-143E-E3F6-2BD39FEF77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9" name="グループ化 138">
                  <a:extLst>
                    <a:ext uri="{FF2B5EF4-FFF2-40B4-BE49-F238E27FC236}">
                      <ns2:creationId id="{ECA113EC-7E9A-6D32-6BBB-0C9C6619AD1A}"/>
                    </a:ext>
                  </a:extLst>
                </p:cNvPr>
                <p:cNvGrpSpPr/>
                <p:nvPr/>
              </p:nvGrpSpPr>
              <p:grpSpPr>
                <a:xfrm>
                  <a:off x="6575594" y="584863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40" name="直線コネクタ 139">
                    <a:extLst>
                      <a:ext uri="{FF2B5EF4-FFF2-40B4-BE49-F238E27FC236}">
                        <ns2:creationId id="{6217E910-FF0D-1190-39C3-64261FCB95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線コネクタ 140">
                    <a:extLst>
                      <a:ext uri="{FF2B5EF4-FFF2-40B4-BE49-F238E27FC236}">
                        <ns2:creationId id="{7275B933-1741-B988-9AF2-3BDB137E37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線コネクタ 141">
                    <a:extLst>
                      <a:ext uri="{FF2B5EF4-FFF2-40B4-BE49-F238E27FC236}">
                        <ns2:creationId id="{B4F83118-FFC1-8049-5233-DBBEDD6F08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165" name="グループ化 164">
            <a:extLst>
              <a:ext uri="{FF2B5EF4-FFF2-40B4-BE49-F238E27FC236}">
                <ns2:creationId id="{75C8801A-56F4-A96F-8C63-7DA2739EB407}"/>
              </a:ext>
            </a:extLst>
          </p:cNvPr>
          <p:cNvGrpSpPr/>
          <p:nvPr/>
        </p:nvGrpSpPr>
        <p:grpSpPr>
          <a:xfrm>
            <a:off x="334963" y="1636044"/>
            <a:ext cx="11523175" cy="3197481"/>
            <a:chOff x="334963" y="1636044"/>
            <a:chExt cx="11523175" cy="3197481"/>
          </a:xfrm>
        </p:grpSpPr>
        <p:sp>
          <p:nvSpPr>
            <p:cNvPr id="15" name="ホームベース 64">
              <a:extLst>
                <a:ext uri="{FF2B5EF4-FFF2-40B4-BE49-F238E27FC236}">
                  <ns2:creationId id="{54343A36-3E92-07A7-5FE5-0AE808E6AFAD}"/>
                </a:ext>
              </a:extLst>
            </p:cNvPr>
            <p:cNvSpPr/>
            <p:nvPr/>
          </p:nvSpPr>
          <p:spPr>
            <a:xfrm>
              <a:off x="341745" y="1636044"/>
              <a:ext cx="5220000" cy="324000"/>
            </a:xfrm>
            <a:prstGeom prst="homePlate">
              <a:avLst>
                <a:gd name="adj" fmla="val 48118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latin typeface="+mj-ea"/>
                  <a:ea typeface="+mj-ea"/>
                </a:rPr>
                <a:t>XX</a:t>
              </a:r>
              <a:endParaRPr kumimoji="1" lang="ja-JP" altLang="en-US" sz="1400">
                <a:latin typeface="+mj-ea"/>
                <a:ea typeface="+mj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0255257-6213-62B3-0CC5-06067219D522}"/>
                </a:ext>
              </a:extLst>
            </p:cNvPr>
            <p:cNvSpPr/>
            <p:nvPr/>
          </p:nvSpPr>
          <p:spPr>
            <a:xfrm>
              <a:off x="6892119" y="1636044"/>
              <a:ext cx="4966019" cy="324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3CE4D3E9-46EB-3D78-848F-24CAD1CCF39D}"/>
                </a:ext>
              </a:extLst>
            </p:cNvPr>
            <p:cNvGrpSpPr/>
            <p:nvPr/>
          </p:nvGrpSpPr>
          <p:grpSpPr>
            <a:xfrm>
              <a:off x="6892120" y="2012192"/>
              <a:ext cx="4907041" cy="936000"/>
              <a:chOff x="6892120" y="2012192"/>
              <a:chExt cx="4907041" cy="936000"/>
            </a:xfrm>
          </p:grpSpPr>
          <p:sp>
            <p:nvSpPr>
              <p:cNvPr id="24" name="ホームベース 13">
                <a:extLst>
                  <a:ext uri="{FF2B5EF4-FFF2-40B4-BE49-F238E27FC236}">
                    <ns2:creationId id="{5A426EE6-B79F-702D-48BC-B6AA9A5C8AA3}"/>
                  </a:ext>
                </a:extLst>
              </p:cNvPr>
              <p:cNvSpPr/>
              <p:nvPr/>
            </p:nvSpPr>
            <p:spPr>
              <a:xfrm rot="5400000">
                <a:off x="6604120" y="2300192"/>
                <a:ext cx="936000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lnSpc>
                    <a:spcPts val="1200"/>
                  </a:lnSpc>
                  <a:buClr>
                    <a:schemeClr val="accent1"/>
                  </a:buClr>
                </a:pPr>
                <a:r>
                  <a:rPr lang="en-US" altLang="ja-JP" sz="7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①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5340B45E-5E0F-C9E8-45AF-B3180699CD26}"/>
                  </a:ext>
                </a:extLst>
              </p:cNvPr>
              <p:cNvSpPr/>
              <p:nvPr/>
            </p:nvSpPr>
            <p:spPr>
              <a:xfrm>
                <a:off x="7516531" y="2012192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BW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71F1C07F-921C-A130-9EB2-D7E43760DE13}"/>
                  </a:ext>
                </a:extLst>
              </p:cNvPr>
              <p:cNvSpPr/>
              <p:nvPr/>
            </p:nvSpPr>
            <p:spPr>
              <a:xfrm>
                <a:off x="7529231" y="2169969"/>
                <a:ext cx="1151317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B3C65A01-88D6-023E-01BC-BDC39162F87B}"/>
                  </a:ext>
                </a:extLst>
              </p:cNvPr>
              <p:cNvSpPr/>
              <p:nvPr/>
            </p:nvSpPr>
            <p:spPr>
              <a:xfrm>
                <a:off x="7529231" y="2430319"/>
                <a:ext cx="1116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0D59B8E0-E266-D785-D827-F5ECB3D74F76}"/>
                  </a:ext>
                </a:extLst>
              </p:cNvPr>
              <p:cNvSpPr/>
              <p:nvPr/>
            </p:nvSpPr>
            <p:spPr>
              <a:xfrm>
                <a:off x="7529231" y="2703369"/>
                <a:ext cx="140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5" name="グループ化 154">
              <a:extLst>
                <a:ext uri="{FF2B5EF4-FFF2-40B4-BE49-F238E27FC236}">
                  <ns2:creationId id="{7A459B6F-C264-55A8-D017-103861120C42}"/>
                </a:ext>
              </a:extLst>
            </p:cNvPr>
            <p:cNvGrpSpPr/>
            <p:nvPr/>
          </p:nvGrpSpPr>
          <p:grpSpPr>
            <a:xfrm>
              <a:off x="6892120" y="2967769"/>
              <a:ext cx="4907041" cy="936002"/>
              <a:chOff x="6892120" y="2967769"/>
              <a:chExt cx="4907041" cy="936002"/>
            </a:xfrm>
          </p:grpSpPr>
          <p:sp>
            <p:nvSpPr>
              <p:cNvPr id="25" name="山形 14">
                <a:extLst>
                  <a:ext uri="{FF2B5EF4-FFF2-40B4-BE49-F238E27FC236}">
                    <ns2:creationId id="{20EBA465-CFA5-935B-5D43-9CA417DF4C85}"/>
                  </a:ext>
                </a:extLst>
              </p:cNvPr>
              <p:cNvSpPr/>
              <p:nvPr/>
            </p:nvSpPr>
            <p:spPr>
              <a:xfrm rot="5400000">
                <a:off x="6604120" y="3255771"/>
                <a:ext cx="93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②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B576E048-B95C-02D7-2D0E-6ABEB15A1B61}"/>
                  </a:ext>
                </a:extLst>
              </p:cNvPr>
              <p:cNvSpPr/>
              <p:nvPr/>
            </p:nvSpPr>
            <p:spPr>
              <a:xfrm>
                <a:off x="7516531" y="2967769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1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3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AB24D903-7824-22B7-A7AA-362F72ACB064}"/>
                  </a:ext>
                </a:extLst>
              </p:cNvPr>
              <p:cNvSpPr/>
              <p:nvPr/>
            </p:nvSpPr>
            <p:spPr>
              <a:xfrm>
                <a:off x="7541930" y="3114513"/>
                <a:ext cx="1170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CA479595-A43D-4543-1544-23C0FBCB497C}"/>
                  </a:ext>
                </a:extLst>
              </p:cNvPr>
              <p:cNvSpPr/>
              <p:nvPr/>
            </p:nvSpPr>
            <p:spPr>
              <a:xfrm>
                <a:off x="7541931" y="3389294"/>
                <a:ext cx="1062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C29BB292-1B20-56D5-B119-B36D3D496EBD}"/>
                  </a:ext>
                </a:extLst>
              </p:cNvPr>
              <p:cNvSpPr/>
              <p:nvPr/>
            </p:nvSpPr>
            <p:spPr>
              <a:xfrm>
                <a:off x="7541931" y="3636367"/>
                <a:ext cx="86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4" name="正方形/長方形 53">
              <a:extLst>
                <a:ext uri="{FF2B5EF4-FFF2-40B4-BE49-F238E27FC236}">
                  <ns2:creationId id="{14603911-F83C-58E9-738F-7A8C2A04D0E2}"/>
                </a:ext>
              </a:extLst>
            </p:cNvPr>
            <p:cNvSpPr/>
            <p:nvPr/>
          </p:nvSpPr>
          <p:spPr>
            <a:xfrm>
              <a:off x="334963" y="4581525"/>
              <a:ext cx="11522075" cy="25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latin typeface="+mn-ea"/>
                </a:rPr>
                <a:t>XX</a:t>
              </a:r>
              <a:endParaRPr lang="ja-JP" altLang="en-US" sz="1200">
                <a:latin typeface="+mn-ea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7B946F7-FC29-D926-FB8A-874AC26F3398}"/>
                </a:ext>
              </a:extLst>
            </p:cNvPr>
            <p:cNvGrpSpPr/>
            <p:nvPr/>
          </p:nvGrpSpPr>
          <p:grpSpPr>
            <a:xfrm>
              <a:off x="334963" y="2807238"/>
              <a:ext cx="5148000" cy="1209298"/>
              <a:chOff x="340295" y="2788662"/>
              <a:chExt cx="5148000" cy="1209298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5C9C0A7-950E-927D-B045-4504CA5D5D27}"/>
                  </a:ext>
                </a:extLst>
              </p:cNvPr>
              <p:cNvSpPr/>
              <p:nvPr/>
            </p:nvSpPr>
            <p:spPr>
              <a:xfrm>
                <a:off x="340295" y="2788662"/>
                <a:ext cx="5148000" cy="120929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A446B46-16D2-4604-D925-D0C8883A6538}"/>
                  </a:ext>
                </a:extLst>
              </p:cNvPr>
              <p:cNvSpPr/>
              <p:nvPr/>
            </p:nvSpPr>
            <p:spPr>
              <a:xfrm>
                <a:off x="392839" y="2819806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4" name="グラフィックス 43" descr="スプラッシュ 1 単色塗りつぶし">
                <a:extLst>
                  <a:ext uri="{FF2B5EF4-FFF2-40B4-BE49-F238E27FC236}">
                    <ns2:creationId id="{5C43B69D-95DC-D7F1-DA11-CBBB1FE0B6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67295" y="29098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2" name="正方形/長方形 51">
                <a:extLst>
                  <a:ext uri="{FF2B5EF4-FFF2-40B4-BE49-F238E27FC236}">
                    <ns2:creationId id="{5D5552E6-23D0-0119-0811-51EE78492132}"/>
                  </a:ext>
                </a:extLst>
              </p:cNvPr>
              <p:cNvSpPr/>
              <p:nvPr/>
            </p:nvSpPr>
            <p:spPr>
              <a:xfrm>
                <a:off x="392839" y="3276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PDCA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8" name="グラフィックス 47" descr="バツを付けたチェック ボックス 単色塗りつぶし">
                <a:extLst>
                  <a:ext uri="{FF2B5EF4-FFF2-40B4-BE49-F238E27FC236}">
                    <ns2:creationId id="{68772A60-A85F-C270-CDFC-F990DF7FE7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67295" y="33122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8341379F-70A4-0E21-A409-38B4E6D1D56A}"/>
                  </a:ext>
                </a:extLst>
              </p:cNvPr>
              <p:cNvSpPr/>
              <p:nvPr/>
            </p:nvSpPr>
            <p:spPr>
              <a:xfrm>
                <a:off x="392839" y="3635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)</a:t>
                </a:r>
              </a:p>
              <a:p>
                <a:pPr>
                  <a:spcAft>
                    <a:spcPts val="200"/>
                  </a:spcAft>
                </a:pP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/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2" name="グラフィックス 71" descr="数学 単色塗りつぶし">
                <a:extLst>
                  <a:ext uri="{FF2B5EF4-FFF2-40B4-BE49-F238E27FC236}">
                    <ns2:creationId id="{5E05B9AF-EDA5-4334-3C70-C18BE1D06F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67295" y="3671206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ns2:creationId id="{A61F584B-CDE4-7B02-144B-550EEC815355}"/>
                </a:ext>
              </a:extLst>
            </p:cNvPr>
            <p:cNvGrpSpPr/>
            <p:nvPr/>
          </p:nvGrpSpPr>
          <p:grpSpPr>
            <a:xfrm>
              <a:off x="334963" y="2027536"/>
              <a:ext cx="5148000" cy="756408"/>
              <a:chOff x="340295" y="1993449"/>
              <a:chExt cx="5148000" cy="756408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92A93AB4-9082-4662-3D78-BB15875396AA}"/>
                  </a:ext>
                </a:extLst>
              </p:cNvPr>
              <p:cNvSpPr/>
              <p:nvPr/>
            </p:nvSpPr>
            <p:spPr>
              <a:xfrm>
                <a:off x="340295" y="1993449"/>
                <a:ext cx="5148000" cy="75640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AEA2F19A-867A-E3D4-5ED1-190BEB7D7D56}"/>
                  </a:ext>
                </a:extLst>
              </p:cNvPr>
              <p:cNvSpPr/>
              <p:nvPr/>
            </p:nvSpPr>
            <p:spPr>
              <a:xfrm>
                <a:off x="392839" y="2035734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</a:rPr>
                  <a:t>SAP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BW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</a:p>
            </p:txBody>
          </p:sp>
          <p:pic>
            <p:nvPicPr>
              <p:cNvPr id="71" name="グラフィックス 70" descr="接続済み 単色塗りつぶし">
                <a:extLst>
                  <a:ext uri="{FF2B5EF4-FFF2-40B4-BE49-F238E27FC236}">
                    <ns2:creationId id="{E80CA7B1-EA81-8D38-491C-411EAD5E5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67295" y="2071734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1" name="正方形/長方形 60">
                <a:extLst>
                  <a:ext uri="{FF2B5EF4-FFF2-40B4-BE49-F238E27FC236}">
                    <ns2:creationId id="{5375DB84-651C-F698-3563-00368BDEEACC}"/>
                  </a:ext>
                </a:extLst>
              </p:cNvPr>
              <p:cNvSpPr/>
              <p:nvPr/>
            </p:nvSpPr>
            <p:spPr>
              <a:xfrm>
                <a:off x="392839" y="2381121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10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Excel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3" name="グラフィックス 72" descr="クリップボード 単色塗りつぶし">
                <a:extLst>
                  <a:ext uri="{FF2B5EF4-FFF2-40B4-BE49-F238E27FC236}">
                    <ns2:creationId id="{F195478E-6169-468F-11D4-D54B0D871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67295" y="241712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56" name="グループ化 155">
              <a:extLst>
                <a:ext uri="{FF2B5EF4-FFF2-40B4-BE49-F238E27FC236}">
                  <ns2:creationId id="{A603064F-69D2-6C1A-5260-6D4D25359168}"/>
                </a:ext>
              </a:extLst>
            </p:cNvPr>
            <p:cNvGrpSpPr/>
            <p:nvPr/>
          </p:nvGrpSpPr>
          <p:grpSpPr>
            <a:xfrm>
              <a:off x="6892121" y="3938030"/>
              <a:ext cx="4919740" cy="576003"/>
              <a:chOff x="6892121" y="3938030"/>
              <a:chExt cx="4919740" cy="576003"/>
            </a:xfrm>
          </p:grpSpPr>
          <p:sp>
            <p:nvSpPr>
              <p:cNvPr id="41" name="正方形/長方形 40">
                <a:extLst>
                  <a:ext uri="{FF2B5EF4-FFF2-40B4-BE49-F238E27FC236}">
                    <ns2:creationId id="{A10A13B9-9FC2-32CB-A80C-D201AA67AA8A}"/>
                  </a:ext>
                </a:extLst>
              </p:cNvPr>
              <p:cNvSpPr/>
              <p:nvPr/>
            </p:nvSpPr>
            <p:spPr>
              <a:xfrm>
                <a:off x="7529231" y="3938030"/>
                <a:ext cx="4282630" cy="57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5B717F9C-718F-1C4B-4A61-63A267391747}"/>
                  </a:ext>
                </a:extLst>
              </p:cNvPr>
              <p:cNvSpPr/>
              <p:nvPr/>
            </p:nvSpPr>
            <p:spPr>
              <a:xfrm>
                <a:off x="7547704" y="4109451"/>
                <a:ext cx="810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05E70187-BCA0-768D-4FF9-5976368D46CA}"/>
                  </a:ext>
                </a:extLst>
              </p:cNvPr>
              <p:cNvSpPr/>
              <p:nvPr/>
            </p:nvSpPr>
            <p:spPr>
              <a:xfrm>
                <a:off x="7547704" y="4254801"/>
                <a:ext cx="1188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山形 14">
                <a:extLst>
                  <a:ext uri="{FF2B5EF4-FFF2-40B4-BE49-F238E27FC236}">
                    <ns2:creationId id="{CDAC78DB-C360-84E5-0013-2BCE5266BFB6}"/>
                  </a:ext>
                </a:extLst>
              </p:cNvPr>
              <p:cNvSpPr/>
              <p:nvPr/>
            </p:nvSpPr>
            <p:spPr>
              <a:xfrm rot="5400000">
                <a:off x="6784121" y="4046033"/>
                <a:ext cx="57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  <a:ea typeface="+mj-ea"/>
                  </a:rPr>
                  <a:t>③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76" name="グループ化 75">
              <a:extLst>
                <a:ext uri="{FF2B5EF4-FFF2-40B4-BE49-F238E27FC236}">
                  <ns2:creationId id="{F58162D0-1083-1B24-7768-80135D56F353}"/>
                </a:ext>
              </a:extLst>
            </p:cNvPr>
            <p:cNvGrpSpPr/>
            <p:nvPr/>
          </p:nvGrpSpPr>
          <p:grpSpPr>
            <a:xfrm>
              <a:off x="334963" y="4039829"/>
              <a:ext cx="5148000" cy="485671"/>
              <a:chOff x="340295" y="4055901"/>
              <a:chExt cx="5148000" cy="485671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FE39501C-7AAF-79FD-2B4F-39E9C7909A46}"/>
                  </a:ext>
                </a:extLst>
              </p:cNvPr>
              <p:cNvSpPr/>
              <p:nvPr/>
            </p:nvSpPr>
            <p:spPr>
              <a:xfrm>
                <a:off x="340295" y="4055901"/>
                <a:ext cx="5148000" cy="485671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A64B8F6-6D22-20A5-64C9-E683FA581698}"/>
                  </a:ext>
                </a:extLst>
              </p:cNvPr>
              <p:cNvSpPr/>
              <p:nvPr/>
            </p:nvSpPr>
            <p:spPr>
              <a:xfrm>
                <a:off x="392839" y="4082737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6" name="グラフィックス 45" descr="シャッフル 単色塗りつぶし">
                <a:extLst>
                  <a:ext uri="{FF2B5EF4-FFF2-40B4-BE49-F238E27FC236}">
                    <ns2:creationId id="{042FE79B-8E21-5EAE-26C8-08E1D76933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7295" y="4172736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99" name="コネクタ: カギ線 98">
              <a:extLst>
                <a:ext uri="{FF2B5EF4-FFF2-40B4-BE49-F238E27FC236}">
                  <ns2:creationId id="{01277870-0CE2-B3CB-DB94-C077AC34465C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>
              <a:off x="5477873" y="2208237"/>
              <a:ext cx="1414247" cy="239184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コネクタ: カギ線 101">
              <a:extLst>
                <a:ext uri="{FF2B5EF4-FFF2-40B4-BE49-F238E27FC236}">
                  <ns2:creationId id="{54A07E27-2D00-0435-B285-76463C4F178B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5465521" y="4193464"/>
              <a:ext cx="1426600" cy="182656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線矢印コネクタ 148">
              <a:extLst>
                <a:ext uri="{FF2B5EF4-FFF2-40B4-BE49-F238E27FC236}">
                  <ns2:creationId id="{65CD9E71-AB57-AECE-43C2-D9DD1119C5F8}"/>
                </a:ext>
              </a:extLst>
            </p:cNvPr>
            <p:cNvCxnSpPr>
              <a:stCxn id="20" idx="3"/>
              <a:endCxn id="25" idx="2"/>
            </p:cNvCxnSpPr>
            <p:nvPr/>
          </p:nvCxnSpPr>
          <p:spPr>
            <a:xfrm flipV="1">
              <a:off x="5482963" y="3403202"/>
              <a:ext cx="1409157" cy="868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012760446"/>
      </p:ext>
    </p:extLst>
  </p:cSld>
  <p:clrMapOvr>
    <a:masterClrMapping/>
  </p:clrMapOvr>
</p:sld>
</file>

<file path=ppt/slides/slide18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A37FFE5-82B1-34FB-8280-5532993D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1046258-6099-B790-D122-807D36C9A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ns2:creationId id="{D9A2520C-6DB2-2E46-FA74-9E45BB621241}"/>
              </a:ext>
            </a:extLst>
          </p:cNvPr>
          <p:cNvCxnSpPr/>
          <p:nvPr/>
        </p:nvCxnSpPr>
        <p:spPr>
          <a:xfrm flipV="1">
            <a:off x="6246391" y="2443355"/>
            <a:ext cx="0" cy="14400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プレースホルダー 3">
            <a:extLst>
              <a:ext uri="{FF2B5EF4-FFF2-40B4-BE49-F238E27FC236}">
                <ns2:creationId id="{06E23325-4EB1-BEB7-D76C-6CBB490EC3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</a:p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KGI</a:t>
            </a:r>
            <a:r>
              <a:rPr lang="ja-JP" altLang="en-US"/>
              <a:t>XX</a:t>
            </a:r>
          </a:p>
        </p:txBody>
      </p:sp>
      <p:grpSp>
        <p:nvGrpSpPr>
          <p:cNvPr id="77" name="グループ化 76">
            <a:extLst>
              <a:ext uri="{FF2B5EF4-FFF2-40B4-BE49-F238E27FC236}">
                <ns2:creationId id="{E54FA29C-C48E-1009-E56E-A8D3AF4C8912}"/>
              </a:ext>
            </a:extLst>
          </p:cNvPr>
          <p:cNvGrpSpPr/>
          <p:nvPr/>
        </p:nvGrpSpPr>
        <p:grpSpPr>
          <a:xfrm>
            <a:off x="334964" y="1774094"/>
            <a:ext cx="11534290" cy="4534643"/>
            <a:chOff x="-7196" y="1774094"/>
            <a:chExt cx="11876450" cy="4534643"/>
          </a:xfrm>
        </p:grpSpPr>
        <p:grpSp>
          <p:nvGrpSpPr>
            <p:cNvPr id="19" name="グループ化 18">
              <a:extLst>
                <a:ext uri="{FF2B5EF4-FFF2-40B4-BE49-F238E27FC236}">
                  <ns2:creationId id="{38AB108B-EDED-BBCB-EB46-8477257143C3}"/>
                </a:ext>
              </a:extLst>
            </p:cNvPr>
            <p:cNvGrpSpPr/>
            <p:nvPr/>
          </p:nvGrpSpPr>
          <p:grpSpPr>
            <a:xfrm>
              <a:off x="-7196" y="1774094"/>
              <a:ext cx="11864234" cy="4534631"/>
              <a:chOff x="-7196" y="1659794"/>
              <a:chExt cx="11864234" cy="4534631"/>
            </a:xfrm>
          </p:grpSpPr>
          <p:sp>
            <p:nvSpPr>
              <p:cNvPr id="37" name="正方形/長方形 36">
                <a:extLst>
                  <a:ext uri="{FF2B5EF4-FFF2-40B4-BE49-F238E27FC236}">
                    <ns2:creationId id="{ED331457-F327-1690-BBD2-2D5362A584F1}"/>
                  </a:ext>
                </a:extLst>
              </p:cNvPr>
              <p:cNvSpPr/>
              <p:nvPr/>
            </p:nvSpPr>
            <p:spPr>
              <a:xfrm>
                <a:off x="334963" y="1659794"/>
                <a:ext cx="11522074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1" name="直線コネクタ 40">
                <a:extLst>
                  <a:ext uri="{FF2B5EF4-FFF2-40B4-BE49-F238E27FC236}">
                    <ns2:creationId id="{ED7E87EC-1A6A-D26A-7B39-85BE2176505C}"/>
                  </a:ext>
                </a:extLst>
              </p:cNvPr>
              <p:cNvCxnSpPr/>
              <p:nvPr/>
            </p:nvCxnSpPr>
            <p:spPr>
              <a:xfrm>
                <a:off x="334963" y="1983794"/>
                <a:ext cx="1152207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正方形/長方形 77">
                <a:extLst>
                  <a:ext uri="{FF2B5EF4-FFF2-40B4-BE49-F238E27FC236}">
                    <ns2:creationId id="{75FA3125-BE78-E567-F2AC-C4D6D29738C4}"/>
                  </a:ext>
                </a:extLst>
              </p:cNvPr>
              <p:cNvSpPr/>
              <p:nvPr/>
            </p:nvSpPr>
            <p:spPr>
              <a:xfrm>
                <a:off x="-7196" y="2473055"/>
                <a:ext cx="392449" cy="372137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cxnSp>
          <p:nvCxnSpPr>
            <p:cNvPr id="23" name="直線矢印コネクタ 22">
              <a:extLst>
                <a:ext uri="{FF2B5EF4-FFF2-40B4-BE49-F238E27FC236}">
                  <ns2:creationId id="{34825340-E798-D22A-5662-9267D75944E5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4" y="2587355"/>
              <a:ext cx="0" cy="372137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D525BA24-10B1-ED4E-7D8F-E4C2CCEFF549}"/>
                </a:ext>
              </a:extLst>
            </p:cNvPr>
            <p:cNvSpPr/>
            <p:nvPr/>
          </p:nvSpPr>
          <p:spPr>
            <a:xfrm>
              <a:off x="3350957" y="2237159"/>
              <a:ext cx="8373898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87CFA611-F505-7CB1-830C-0DEDE40DDB67}"/>
                </a:ext>
              </a:extLst>
            </p:cNvPr>
            <p:cNvSpPr/>
            <p:nvPr/>
          </p:nvSpPr>
          <p:spPr>
            <a:xfrm>
              <a:off x="514008" y="2671175"/>
              <a:ext cx="2700000" cy="36000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3231EE64-8F70-573E-2A71-A44D02357DBA}"/>
                </a:ext>
              </a:extLst>
            </p:cNvPr>
            <p:cNvSpPr/>
            <p:nvPr/>
          </p:nvSpPr>
          <p:spPr>
            <a:xfrm>
              <a:off x="3350957" y="2671175"/>
              <a:ext cx="2700000" cy="360000"/>
            </a:xfrm>
            <a:prstGeom prst="rect">
              <a:avLst/>
            </a:prstGeom>
            <a:solidFill>
              <a:srgbClr val="168A16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 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90695A3-8C1E-D07F-AF05-E101F7C2A5D7}"/>
                </a:ext>
              </a:extLst>
            </p:cNvPr>
            <p:cNvSpPr/>
            <p:nvPr/>
          </p:nvSpPr>
          <p:spPr>
            <a:xfrm>
              <a:off x="6187906" y="2671175"/>
              <a:ext cx="2700000" cy="360000"/>
            </a:xfrm>
            <a:prstGeom prst="rect">
              <a:avLst/>
            </a:prstGeom>
            <a:solidFill>
              <a:srgbClr val="168A16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4830FCAF-BADA-8FFC-3F76-0E857D98CDCA}"/>
                </a:ext>
              </a:extLst>
            </p:cNvPr>
            <p:cNvSpPr/>
            <p:nvPr/>
          </p:nvSpPr>
          <p:spPr>
            <a:xfrm>
              <a:off x="9024855" y="2671175"/>
              <a:ext cx="2700000" cy="360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A86AE5F0-FDEA-0F32-C39F-51CBF488E33E}"/>
                </a:ext>
              </a:extLst>
            </p:cNvPr>
            <p:cNvSpPr/>
            <p:nvPr/>
          </p:nvSpPr>
          <p:spPr>
            <a:xfrm>
              <a:off x="514008" y="2237159"/>
              <a:ext cx="2700000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ns2:creationId id="{0C097B50-59ED-A740-D903-75FC5BB9813E}"/>
                </a:ext>
              </a:extLst>
            </p:cNvPr>
            <p:cNvCxnSpPr/>
            <p:nvPr/>
          </p:nvCxnSpPr>
          <p:spPr>
            <a:xfrm>
              <a:off x="385254" y="2587355"/>
              <a:ext cx="11484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矢印: 下 78">
              <a:extLst>
                <a:ext uri="{FF2B5EF4-FFF2-40B4-BE49-F238E27FC236}">
                  <ns2:creationId id="{271CD705-1717-5BD2-3B23-B2B722029782}"/>
                </a:ext>
              </a:extLst>
            </p:cNvPr>
            <p:cNvSpPr/>
            <p:nvPr/>
          </p:nvSpPr>
          <p:spPr>
            <a:xfrm>
              <a:off x="1738008" y="4227432"/>
              <a:ext cx="252000" cy="324000"/>
            </a:xfrm>
            <a:prstGeom prst="downArrow">
              <a:avLst/>
            </a:prstGeom>
            <a:solidFill>
              <a:srgbClr val="72B87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C6943C1-4A53-DB85-04BE-A713F068B635}"/>
                </a:ext>
              </a:extLst>
            </p:cNvPr>
            <p:cNvSpPr/>
            <p:nvPr/>
          </p:nvSpPr>
          <p:spPr>
            <a:xfrm>
              <a:off x="694008" y="3828809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80F51FEB-FBB7-3B50-74F6-B2E6708CEBB3}"/>
                </a:ext>
              </a:extLst>
            </p:cNvPr>
            <p:cNvSpPr/>
            <p:nvPr/>
          </p:nvSpPr>
          <p:spPr>
            <a:xfrm>
              <a:off x="694008" y="4482056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DCCB23EE-1653-2FFB-B2DE-B13B5A9E02B0}"/>
                </a:ext>
              </a:extLst>
            </p:cNvPr>
            <p:cNvSpPr/>
            <p:nvPr/>
          </p:nvSpPr>
          <p:spPr>
            <a:xfrm>
              <a:off x="514008" y="3774810"/>
              <a:ext cx="2700000" cy="1229246"/>
            </a:xfrm>
            <a:prstGeom prst="rect">
              <a:avLst/>
            </a:prstGeom>
            <a:noFill/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2871C00-1FE7-29DA-1EE1-12DD669A20D5}"/>
                </a:ext>
              </a:extLst>
            </p:cNvPr>
            <p:cNvSpPr/>
            <p:nvPr/>
          </p:nvSpPr>
          <p:spPr>
            <a:xfrm>
              <a:off x="514008" y="3774810"/>
              <a:ext cx="612000" cy="216000"/>
            </a:xfrm>
            <a:prstGeom prst="rect">
              <a:avLst/>
            </a:prstGeom>
            <a:solidFill>
              <a:srgbClr val="72B872"/>
            </a:solidFill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2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5AFB040B-8D27-65DE-997D-F5F0BB77E798}"/>
                </a:ext>
              </a:extLst>
            </p:cNvPr>
            <p:cNvSpPr/>
            <p:nvPr/>
          </p:nvSpPr>
          <p:spPr>
            <a:xfrm>
              <a:off x="514008" y="3121562"/>
              <a:ext cx="2700000" cy="57600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2EC3BD4C-9649-9D9B-DBC1-72797A280913}"/>
                </a:ext>
              </a:extLst>
            </p:cNvPr>
            <p:cNvSpPr/>
            <p:nvPr/>
          </p:nvSpPr>
          <p:spPr>
            <a:xfrm>
              <a:off x="694008" y="3175562"/>
              <a:ext cx="2340000" cy="468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2CD126A-17BE-C3E3-5F7A-2B15F392FD06}"/>
                </a:ext>
              </a:extLst>
            </p:cNvPr>
            <p:cNvSpPr/>
            <p:nvPr/>
          </p:nvSpPr>
          <p:spPr>
            <a:xfrm>
              <a:off x="514008" y="3121562"/>
              <a:ext cx="612000" cy="216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1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56CC8B9E-EB2A-8805-5101-5FBA8C73F57D}"/>
                </a:ext>
              </a:extLst>
            </p:cNvPr>
            <p:cNvSpPr/>
            <p:nvPr/>
          </p:nvSpPr>
          <p:spPr>
            <a:xfrm>
              <a:off x="514008" y="5079491"/>
              <a:ext cx="2700000" cy="1229246"/>
            </a:xfrm>
            <a:prstGeom prst="rect">
              <a:avLst/>
            </a:prstGeom>
            <a:noFill/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D399C82A-0576-B220-E32B-12944C562C63}"/>
                </a:ext>
              </a:extLst>
            </p:cNvPr>
            <p:cNvSpPr/>
            <p:nvPr/>
          </p:nvSpPr>
          <p:spPr>
            <a:xfrm>
              <a:off x="694008" y="5135303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5DA916EE-B49A-3843-3B77-8CBBB48C374B}"/>
                </a:ext>
              </a:extLst>
            </p:cNvPr>
            <p:cNvSpPr/>
            <p:nvPr/>
          </p:nvSpPr>
          <p:spPr>
            <a:xfrm>
              <a:off x="694008" y="5788550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BE0ADF6D-75B6-1575-D4EF-AD2881BE4543}"/>
                </a:ext>
              </a:extLst>
            </p:cNvPr>
            <p:cNvSpPr/>
            <p:nvPr/>
          </p:nvSpPr>
          <p:spPr>
            <a:xfrm>
              <a:off x="514008" y="5079491"/>
              <a:ext cx="612000" cy="216000"/>
            </a:xfrm>
            <a:prstGeom prst="rect">
              <a:avLst/>
            </a:prstGeom>
            <a:solidFill>
              <a:srgbClr val="44A244"/>
            </a:solidFill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4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A4B147C3-5753-303D-3502-DDCD627D8A0A}"/>
                </a:ext>
              </a:extLst>
            </p:cNvPr>
            <p:cNvSpPr/>
            <p:nvPr/>
          </p:nvSpPr>
          <p:spPr>
            <a:xfrm>
              <a:off x="3530958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6C9A8901-C9B1-A827-1D56-6B570D17DB4D}"/>
                </a:ext>
              </a:extLst>
            </p:cNvPr>
            <p:cNvSpPr/>
            <p:nvPr/>
          </p:nvSpPr>
          <p:spPr>
            <a:xfrm>
              <a:off x="3350957" y="3774810"/>
              <a:ext cx="8373898" cy="2531815"/>
            </a:xfrm>
            <a:prstGeom prst="rect">
              <a:avLst/>
            </a:prstGeom>
            <a:noFill/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E8611B7-9C01-3AF2-62BF-A2558761BD53}"/>
                </a:ext>
              </a:extLst>
            </p:cNvPr>
            <p:cNvSpPr/>
            <p:nvPr/>
          </p:nvSpPr>
          <p:spPr>
            <a:xfrm>
              <a:off x="3350957" y="3774810"/>
              <a:ext cx="612000" cy="216000"/>
            </a:xfrm>
            <a:prstGeom prst="rect">
              <a:avLst/>
            </a:prstGeom>
            <a:solidFill>
              <a:srgbClr val="168A16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5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4DFF4389-3CC7-DFCE-B59C-457BC56E3C66}"/>
                </a:ext>
              </a:extLst>
            </p:cNvPr>
            <p:cNvSpPr/>
            <p:nvPr/>
          </p:nvSpPr>
          <p:spPr>
            <a:xfrm>
              <a:off x="3530958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1A1EAA0D-8DCA-2FE9-D566-DC221E8452B5}"/>
                </a:ext>
              </a:extLst>
            </p:cNvPr>
            <p:cNvSpPr/>
            <p:nvPr/>
          </p:nvSpPr>
          <p:spPr>
            <a:xfrm>
              <a:off x="3530958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455E4AB3-E998-E1CD-2892-66528B32BD27}"/>
                </a:ext>
              </a:extLst>
            </p:cNvPr>
            <p:cNvSpPr/>
            <p:nvPr/>
          </p:nvSpPr>
          <p:spPr>
            <a:xfrm>
              <a:off x="3350957" y="3121562"/>
              <a:ext cx="8373898" cy="576000"/>
            </a:xfrm>
            <a:prstGeom prst="rect">
              <a:avLst/>
            </a:prstGeom>
            <a:noFill/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AE747153-93AA-CBEA-F465-4F1D88C08B34}"/>
                </a:ext>
              </a:extLst>
            </p:cNvPr>
            <p:cNvSpPr/>
            <p:nvPr/>
          </p:nvSpPr>
          <p:spPr>
            <a:xfrm>
              <a:off x="3530957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5C8AA7F-6307-CD5D-2474-9D18A02221B8}"/>
                </a:ext>
              </a:extLst>
            </p:cNvPr>
            <p:cNvSpPr/>
            <p:nvPr/>
          </p:nvSpPr>
          <p:spPr>
            <a:xfrm>
              <a:off x="3350957" y="3121562"/>
              <a:ext cx="612000" cy="2160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3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2234A6F2-4E87-3AC0-D5C0-30630D69A47D}"/>
                </a:ext>
              </a:extLst>
            </p:cNvPr>
            <p:cNvSpPr/>
            <p:nvPr/>
          </p:nvSpPr>
          <p:spPr>
            <a:xfrm>
              <a:off x="3530958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3357737-E319-0050-CAB0-7B526A9C871B}"/>
                </a:ext>
              </a:extLst>
            </p:cNvPr>
            <p:cNvSpPr/>
            <p:nvPr/>
          </p:nvSpPr>
          <p:spPr>
            <a:xfrm>
              <a:off x="6403701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91B27BF7-761D-D524-7734-363A65F084A2}"/>
                </a:ext>
              </a:extLst>
            </p:cNvPr>
            <p:cNvSpPr/>
            <p:nvPr/>
          </p:nvSpPr>
          <p:spPr>
            <a:xfrm>
              <a:off x="9204855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C7334C23-0019-D92D-3868-3DB93967627F}"/>
                </a:ext>
              </a:extLst>
            </p:cNvPr>
            <p:cNvSpPr/>
            <p:nvPr/>
          </p:nvSpPr>
          <p:spPr>
            <a:xfrm>
              <a:off x="6403701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4F242860-98A3-A358-9494-22B6FB78B2CB}"/>
                </a:ext>
              </a:extLst>
            </p:cNvPr>
            <p:cNvSpPr/>
            <p:nvPr/>
          </p:nvSpPr>
          <p:spPr>
            <a:xfrm>
              <a:off x="6403701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5D6234C4-1143-E001-051F-976E3C5A5D2E}"/>
                </a:ext>
              </a:extLst>
            </p:cNvPr>
            <p:cNvSpPr/>
            <p:nvPr/>
          </p:nvSpPr>
          <p:spPr>
            <a:xfrm>
              <a:off x="6403701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A7EF6258-9EE4-49E4-DFB9-C56B318782AB}"/>
                </a:ext>
              </a:extLst>
            </p:cNvPr>
            <p:cNvSpPr/>
            <p:nvPr/>
          </p:nvSpPr>
          <p:spPr>
            <a:xfrm>
              <a:off x="6403701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189B7267-68C1-0266-630C-D07F283F9EF9}"/>
                </a:ext>
              </a:extLst>
            </p:cNvPr>
            <p:cNvSpPr/>
            <p:nvPr/>
          </p:nvSpPr>
          <p:spPr>
            <a:xfrm>
              <a:off x="9204856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06AC7778-444B-C253-A568-759F5960526E}"/>
                </a:ext>
              </a:extLst>
            </p:cNvPr>
            <p:cNvSpPr/>
            <p:nvPr/>
          </p:nvSpPr>
          <p:spPr>
            <a:xfrm>
              <a:off x="9204856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1C18599-9562-DDF2-42EA-AAC0ED87286C}"/>
                </a:ext>
              </a:extLst>
            </p:cNvPr>
            <p:cNvSpPr/>
            <p:nvPr/>
          </p:nvSpPr>
          <p:spPr>
            <a:xfrm>
              <a:off x="9204856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E5731D24-EA64-8857-9683-BE0A98FCD890}"/>
                </a:ext>
              </a:extLst>
            </p:cNvPr>
            <p:cNvSpPr/>
            <p:nvPr/>
          </p:nvSpPr>
          <p:spPr>
            <a:xfrm>
              <a:off x="9204856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9" name="矢印: 下 58">
              <a:extLst>
                <a:ext uri="{FF2B5EF4-FFF2-40B4-BE49-F238E27FC236}">
                  <ns2:creationId id="{FDAC00AB-0B20-7CE5-E813-018BF489B8AB}"/>
                </a:ext>
              </a:extLst>
            </p:cNvPr>
            <p:cNvSpPr/>
            <p:nvPr/>
          </p:nvSpPr>
          <p:spPr>
            <a:xfrm rot="16200000">
              <a:off x="3156482" y="3189287"/>
              <a:ext cx="252000" cy="612000"/>
            </a:xfrm>
            <a:prstGeom prst="downArrow">
              <a:avLst/>
            </a:prstGeom>
            <a:solidFill>
              <a:srgbClr val="44A244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1" name="矢印: 下 60">
              <a:extLst>
                <a:ext uri="{FF2B5EF4-FFF2-40B4-BE49-F238E27FC236}">
                  <ns2:creationId id="{78E273E7-F5A7-AF30-B283-A989050FE541}"/>
                </a:ext>
              </a:extLst>
            </p:cNvPr>
            <p:cNvSpPr/>
            <p:nvPr/>
          </p:nvSpPr>
          <p:spPr>
            <a:xfrm>
              <a:off x="7447701" y="3565185"/>
              <a:ext cx="252000" cy="324000"/>
            </a:xfrm>
            <a:prstGeom prst="downArrow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pic>
        <p:nvPicPr>
          <p:cNvPr id="71" name="グラフィックス 70" descr="世界 単色塗りつぶし">
            <a:extLst>
              <a:ext uri="{FF2B5EF4-FFF2-40B4-BE49-F238E27FC236}">
                <ns2:creationId id="{6B2322C3-ACB7-D2D7-E1B3-FCC9912A3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314866" y="2237159"/>
            <a:ext cx="350196" cy="350196"/>
          </a:xfrm>
          <a:prstGeom prst="rect">
            <a:avLst/>
          </a:prstGeom>
        </p:spPr>
      </p:pic>
      <p:pic>
        <p:nvPicPr>
          <p:cNvPr id="76" name="Grafik 3">
            <a:extLst>
              <a:ext uri="{FF2B5EF4-FFF2-40B4-BE49-F238E27FC236}">
                <ns2:creationId id="{CBD57045-5146-BBAB-E2E7-C0A4511F11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p:blipFill>
        <p:spPr>
          <a:xfrm>
            <a:off x="1371244" y="2290085"/>
            <a:ext cx="343368" cy="244344"/>
          </a:xfrm>
          <a:prstGeom prst="rect">
            <a:avLst/>
          </a:prstGeom>
          <a:ln w="9525" cap="flat" cmpd="sng" algn="ctr">
            <a:solidFill>
              <a:srgbClr val="808080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  <p:extLst>
      <p:ext uri="{BB962C8B-B14F-4D97-AF65-F5344CB8AC3E}">
        <ns6:creationId val="4123631029"/>
      </p:ext>
    </p:extLst>
  </p:cSld>
  <p:clrMapOvr>
    <a:masterClrMapping/>
  </p:clrMapOvr>
</p:sld>
</file>

<file path=ppt/slides/slide18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8DB822-8069-A5C3-144F-062863201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6D8E2E2-235C-2A38-4298-6945BF20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 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ns2:creationId id="{D3EA2685-B009-20D2-9230-ADA29B3A2A72}"/>
              </a:ext>
            </a:extLst>
          </p:cNvPr>
          <p:cNvSpPr txBox="1"/>
          <p:nvPr/>
        </p:nvSpPr>
        <p:spPr>
          <a:xfrm>
            <a:off x="334963" y="6308724"/>
            <a:ext cx="11522075" cy="498877"/>
          </a:xfrm>
          <a:prstGeom prst="rect">
            <a:avLst/>
          </a:prstGeom>
          <a:noFill/>
          <a:ln w="9525">
            <a:noFill/>
          </a:ln>
        </p:spPr>
        <p:txBody>
          <a:bodyPr wrap="square" tIns="36000" bIns="36000" numCol="2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7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12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5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…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PL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5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grpSp>
        <p:nvGrpSpPr>
          <p:cNvPr id="296" name="グループ化 295">
            <a:extLst>
              <a:ext uri="{FF2B5EF4-FFF2-40B4-BE49-F238E27FC236}">
                <ns2:creationId id="{E4A87712-790F-034D-0003-15E8189AC3E4}"/>
              </a:ext>
            </a:extLst>
          </p:cNvPr>
          <p:cNvGrpSpPr/>
          <p:nvPr/>
        </p:nvGrpSpPr>
        <p:grpSpPr>
          <a:xfrm>
            <a:off x="7355541" y="261493"/>
            <a:ext cx="3224021" cy="579088"/>
            <a:chOff x="8206450" y="261493"/>
            <a:chExt cx="3650583" cy="579088"/>
          </a:xfrm>
        </p:grpSpPr>
        <p:sp>
          <p:nvSpPr>
            <p:cNvPr id="11" name="正方形/長方形 10">
              <a:extLst>
                <a:ext uri="{FF2B5EF4-FFF2-40B4-BE49-F238E27FC236}">
                  <ns2:creationId id="{4981D41D-184E-D236-1DD5-1E3D674A7974}"/>
                </a:ext>
              </a:extLst>
            </p:cNvPr>
            <p:cNvSpPr/>
            <p:nvPr/>
          </p:nvSpPr>
          <p:spPr>
            <a:xfrm>
              <a:off x="8206450" y="261493"/>
              <a:ext cx="3650583" cy="579088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txBody>
            <a:bodyPr vert="horz" wrap="square" lIns="72000" tIns="72000" rIns="72000" bIns="72000" numCol="2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【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)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】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4A1345CF-7368-E8BC-C963-DBAF18E7ECAA}"/>
                </a:ext>
              </a:extLst>
            </p:cNvPr>
            <p:cNvSpPr/>
            <p:nvPr/>
          </p:nvSpPr>
          <p:spPr>
            <a:xfrm>
              <a:off x="8972724" y="501737"/>
              <a:ext cx="676037" cy="316076"/>
            </a:xfrm>
            <a:prstGeom prst="rect">
              <a:avLst/>
            </a:prstGeom>
            <a:solidFill>
              <a:srgbClr val="CCE6CC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10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DE478FDE-08A2-3BAE-F616-97C5427BF3D2}"/>
                </a:ext>
              </a:extLst>
            </p:cNvPr>
            <p:cNvSpPr/>
            <p:nvPr/>
          </p:nvSpPr>
          <p:spPr>
            <a:xfrm>
              <a:off x="9692135" y="501737"/>
              <a:ext cx="676037" cy="316076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11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ADA9EB96-D9C3-DE3E-F8BC-0658DE8260A2}"/>
                </a:ext>
              </a:extLst>
            </p:cNvPr>
            <p:cNvSpPr/>
            <p:nvPr/>
          </p:nvSpPr>
          <p:spPr>
            <a:xfrm>
              <a:off x="11130957" y="501737"/>
              <a:ext cx="676037" cy="31607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zh-TW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15F18CED-E359-9577-D376-03ABA6F2521E}"/>
                </a:ext>
              </a:extLst>
            </p:cNvPr>
            <p:cNvSpPr/>
            <p:nvPr/>
          </p:nvSpPr>
          <p:spPr>
            <a:xfrm>
              <a:off x="8253312" y="501737"/>
              <a:ext cx="676037" cy="31607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9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2177CEA1-CAC5-612A-0E14-62590C6782C3}"/>
                </a:ext>
              </a:extLst>
            </p:cNvPr>
            <p:cNvSpPr/>
            <p:nvPr/>
          </p:nvSpPr>
          <p:spPr>
            <a:xfrm>
              <a:off x="10411546" y="501737"/>
              <a:ext cx="676037" cy="316076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12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5" name="テキスト プレースホルダー 4">
            <a:extLst>
              <a:ext uri="{FF2B5EF4-FFF2-40B4-BE49-F238E27FC236}">
                <ns2:creationId id="{519B8EBA-4FA9-2795-3253-7A21E43A56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</a:p>
        </p:txBody>
      </p:sp>
      <p:grpSp>
        <p:nvGrpSpPr>
          <p:cNvPr id="20" name="グループ化 19">
            <a:extLst>
              <a:ext uri="{FF2B5EF4-FFF2-40B4-BE49-F238E27FC236}">
                <ns2:creationId id="{BE74F0B9-90E7-56A6-BC6B-4B612CC09D69}"/>
              </a:ext>
            </a:extLst>
          </p:cNvPr>
          <p:cNvGrpSpPr/>
          <p:nvPr/>
        </p:nvGrpSpPr>
        <p:grpSpPr>
          <a:xfrm>
            <a:off x="9841040" y="1674704"/>
            <a:ext cx="2016000" cy="324000"/>
            <a:chOff x="334963" y="1659794"/>
            <a:chExt cx="8766996" cy="324000"/>
          </a:xfrm>
        </p:grpSpPr>
        <p:sp>
          <p:nvSpPr>
            <p:cNvPr id="21" name="正方形/長方形 20">
              <a:extLst>
                <a:ext uri="{FF2B5EF4-FFF2-40B4-BE49-F238E27FC236}">
                  <ns2:creationId id="{2DAAC653-C877-7851-DF72-C99EF60D1D51}"/>
                </a:ext>
              </a:extLst>
            </p:cNvPr>
            <p:cNvSpPr/>
            <p:nvPr/>
          </p:nvSpPr>
          <p:spPr>
            <a:xfrm>
              <a:off x="334963" y="1659794"/>
              <a:ext cx="8766996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例</a:t>
              </a:r>
              <a:r>
                <a:rPr kumimoji="1" lang="it-IT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lang="ja-JP" altLang="en-US" sz="1600">
                <a:solidFill>
                  <a:srgbClr val="168A16"/>
                </a:solidFill>
                <a:latin typeface="+mn-ea"/>
              </a:endParaRPr>
            </a:p>
          </p:txBody>
        </p:sp>
        <p:cxnSp>
          <p:nvCxnSpPr>
            <p:cNvPr id="22" name="直線コネクタ 21">
              <a:extLst>
                <a:ext uri="{FF2B5EF4-FFF2-40B4-BE49-F238E27FC236}">
                  <ns2:creationId id="{C031C618-2E62-8412-701A-0FF3FB2B9BAD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983794"/>
              <a:ext cx="876699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4" name="グループ化 293">
            <a:extLst>
              <a:ext uri="{FF2B5EF4-FFF2-40B4-BE49-F238E27FC236}">
                <ns2:creationId id="{E0288A62-A17C-E943-594D-41C0D3E6D0A1}"/>
              </a:ext>
            </a:extLst>
          </p:cNvPr>
          <p:cNvGrpSpPr/>
          <p:nvPr/>
        </p:nvGrpSpPr>
        <p:grpSpPr>
          <a:xfrm>
            <a:off x="9841040" y="2062240"/>
            <a:ext cx="2016004" cy="4249989"/>
            <a:chOff x="9841040" y="2098426"/>
            <a:chExt cx="2016004" cy="4203864"/>
          </a:xfrm>
        </p:grpSpPr>
        <p:grpSp>
          <p:nvGrpSpPr>
            <p:cNvPr id="292" name="グループ化 291">
              <a:extLst>
                <a:ext uri="{FF2B5EF4-FFF2-40B4-BE49-F238E27FC236}">
                  <ns2:creationId id="{22077CC5-10E9-432F-1E0B-98D66D53A10C}"/>
                </a:ext>
              </a:extLst>
            </p:cNvPr>
            <p:cNvGrpSpPr/>
            <p:nvPr/>
          </p:nvGrpSpPr>
          <p:grpSpPr>
            <a:xfrm>
              <a:off x="9841040" y="2098426"/>
              <a:ext cx="2016002" cy="1368001"/>
              <a:chOff x="9841040" y="2098426"/>
              <a:chExt cx="2016002" cy="1368001"/>
            </a:xfrm>
          </p:grpSpPr>
          <p:sp>
            <p:nvSpPr>
              <p:cNvPr id="25" name="ホームベース 13">
                <a:extLst>
                  <a:ext uri="{FF2B5EF4-FFF2-40B4-BE49-F238E27FC236}">
                    <ns2:creationId id="{E80F19DE-817E-1C25-83B8-53FF01B5D8CD}"/>
                  </a:ext>
                </a:extLst>
              </p:cNvPr>
              <p:cNvSpPr/>
              <p:nvPr/>
            </p:nvSpPr>
            <p:spPr>
              <a:xfrm rot="5400000">
                <a:off x="10165042" y="1774427"/>
                <a:ext cx="136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16000" tIns="36000" rIns="36000" bIns="36000" rtlCol="0" anchor="ctr"/>
              <a:lstStyle/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F087F038-6699-AE1B-07EF-8556C43244B7}"/>
                  </a:ext>
                </a:extLst>
              </p:cNvPr>
              <p:cNvSpPr/>
              <p:nvPr/>
            </p:nvSpPr>
            <p:spPr>
              <a:xfrm>
                <a:off x="9841040" y="2098426"/>
                <a:ext cx="2016001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1" name="グループ化 290">
              <a:extLst>
                <a:ext uri="{FF2B5EF4-FFF2-40B4-BE49-F238E27FC236}">
                  <ns2:creationId id="{D1BDBDF0-5E9C-1F17-EEE2-58CEBA0D3636}"/>
                </a:ext>
              </a:extLst>
            </p:cNvPr>
            <p:cNvGrpSpPr/>
            <p:nvPr/>
          </p:nvGrpSpPr>
          <p:grpSpPr>
            <a:xfrm>
              <a:off x="9841040" y="3552357"/>
              <a:ext cx="2016003" cy="1476001"/>
              <a:chOff x="9841040" y="3552357"/>
              <a:chExt cx="2016003" cy="1476001"/>
            </a:xfrm>
          </p:grpSpPr>
          <p:sp>
            <p:nvSpPr>
              <p:cNvPr id="31" name="ホームベース 13">
                <a:extLst>
                  <a:ext uri="{FF2B5EF4-FFF2-40B4-BE49-F238E27FC236}">
                    <ns2:creationId id="{81489766-2EF2-323C-562E-7F7A6529EBD5}"/>
                  </a:ext>
                </a:extLst>
              </p:cNvPr>
              <p:cNvSpPr/>
              <p:nvPr/>
            </p:nvSpPr>
            <p:spPr>
              <a:xfrm rot="5400000">
                <a:off x="10111043" y="3282358"/>
                <a:ext cx="1476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0" tIns="36000" rIns="36000" bIns="36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22B28A67-4BC3-855E-6128-6387F96D63BA}"/>
                  </a:ext>
                </a:extLst>
              </p:cNvPr>
              <p:cNvSpPr/>
              <p:nvPr/>
            </p:nvSpPr>
            <p:spPr>
              <a:xfrm>
                <a:off x="9841040" y="3552357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3" name="グループ化 292">
              <a:extLst>
                <a:ext uri="{FF2B5EF4-FFF2-40B4-BE49-F238E27FC236}">
                  <ns2:creationId id="{4C7142F1-7B67-37A2-3596-8A0B0C98107F}"/>
                </a:ext>
              </a:extLst>
            </p:cNvPr>
            <p:cNvGrpSpPr/>
            <p:nvPr/>
          </p:nvGrpSpPr>
          <p:grpSpPr>
            <a:xfrm>
              <a:off x="9841043" y="5114289"/>
              <a:ext cx="2016001" cy="1188001"/>
              <a:chOff x="9841043" y="5114289"/>
              <a:chExt cx="2016001" cy="1188001"/>
            </a:xfrm>
          </p:grpSpPr>
          <p:sp>
            <p:nvSpPr>
              <p:cNvPr id="34" name="ホームベース 13">
                <a:extLst>
                  <a:ext uri="{FF2B5EF4-FFF2-40B4-BE49-F238E27FC236}">
                    <ns2:creationId id="{8C5675F9-0705-21E4-989A-4B09CE64117D}"/>
                  </a:ext>
                </a:extLst>
              </p:cNvPr>
              <p:cNvSpPr/>
              <p:nvPr/>
            </p:nvSpPr>
            <p:spPr>
              <a:xfrm rot="5400000">
                <a:off x="10255044" y="4700290"/>
                <a:ext cx="118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24000" tIns="36000" rIns="36000" bIns="144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11D63093-64E4-27B6-E987-E8CC3732B7AF}"/>
                  </a:ext>
                </a:extLst>
              </p:cNvPr>
              <p:cNvSpPr/>
              <p:nvPr/>
            </p:nvSpPr>
            <p:spPr>
              <a:xfrm>
                <a:off x="9841043" y="5114289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  <p:grpSp>
        <p:nvGrpSpPr>
          <p:cNvPr id="295" name="グループ化 294">
            <a:extLst>
              <a:ext uri="{FF2B5EF4-FFF2-40B4-BE49-F238E27FC236}">
                <ns2:creationId id="{764A6A0F-7F70-D355-3676-B76E695E0988}"/>
              </a:ext>
            </a:extLst>
          </p:cNvPr>
          <p:cNvGrpSpPr/>
          <p:nvPr/>
        </p:nvGrpSpPr>
        <p:grpSpPr>
          <a:xfrm>
            <a:off x="334963" y="1674704"/>
            <a:ext cx="9357173" cy="4637525"/>
            <a:chOff x="334963" y="1674704"/>
            <a:chExt cx="9357173" cy="4637525"/>
          </a:xfrm>
        </p:grpSpPr>
        <p:grpSp>
          <p:nvGrpSpPr>
            <p:cNvPr id="6" name="グループ化 5">
              <a:extLst>
                <a:ext uri="{FF2B5EF4-FFF2-40B4-BE49-F238E27FC236}">
                  <ns2:creationId id="{AFE50D73-223C-D124-C0DE-56C3F1EACAD8}"/>
                </a:ext>
              </a:extLst>
            </p:cNvPr>
            <p:cNvGrpSpPr/>
            <p:nvPr/>
          </p:nvGrpSpPr>
          <p:grpSpPr>
            <a:xfrm>
              <a:off x="334963" y="1674704"/>
              <a:ext cx="9357172" cy="324000"/>
              <a:chOff x="334963" y="1659794"/>
              <a:chExt cx="8766996" cy="324000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FBCE53B1-DA73-481A-ED23-3A74DA6159B7}"/>
                  </a:ext>
                </a:extLst>
              </p:cNvPr>
              <p:cNvSpPr/>
              <p:nvPr/>
            </p:nvSpPr>
            <p:spPr>
              <a:xfrm>
                <a:off x="334963" y="1659794"/>
                <a:ext cx="8766996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1" i="0" u="none" strike="noStrike" kern="1200" cap="none" spc="0" normalizeH="0" baseline="0" noProof="0">
                    <a:ln>
                      <a:noFill/>
                    </a:ln>
                    <a:solidFill>
                      <a:srgbClr val="168A16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76F3E66B-E134-BB7B-01DF-271639B96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1983794"/>
                <a:ext cx="876699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正方形/長方形 42">
              <a:extLst>
                <a:ext uri="{FF2B5EF4-FFF2-40B4-BE49-F238E27FC236}">
                  <ns2:creationId id="{2499D83D-46B0-6ED5-23D0-E08D1742E2E4}"/>
                </a:ext>
              </a:extLst>
            </p:cNvPr>
            <p:cNvSpPr/>
            <p:nvPr/>
          </p:nvSpPr>
          <p:spPr>
            <a:xfrm>
              <a:off x="1382008" y="2397098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4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4521DF07-8162-B951-718B-2050E96226B0}"/>
                </a:ext>
              </a:extLst>
            </p:cNvPr>
            <p:cNvSpPr/>
            <p:nvPr/>
          </p:nvSpPr>
          <p:spPr>
            <a:xfrm>
              <a:off x="3054540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58359FD4-4FA7-876E-9D0D-952E19E14234}"/>
                </a:ext>
              </a:extLst>
            </p:cNvPr>
            <p:cNvSpPr/>
            <p:nvPr/>
          </p:nvSpPr>
          <p:spPr>
            <a:xfrm>
              <a:off x="4727072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DB425CE-DCD5-B34F-7B27-53346CF0B75C}"/>
                </a:ext>
              </a:extLst>
            </p:cNvPr>
            <p:cNvSpPr/>
            <p:nvPr/>
          </p:nvSpPr>
          <p:spPr>
            <a:xfrm>
              <a:off x="682554" y="279524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D2DB784-6D6C-1266-E309-99AA8D44B1FA}"/>
                </a:ext>
              </a:extLst>
            </p:cNvPr>
            <p:cNvSpPr/>
            <p:nvPr/>
          </p:nvSpPr>
          <p:spPr>
            <a:xfrm>
              <a:off x="682554" y="3259351"/>
              <a:ext cx="654062" cy="1728672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80955C87-4211-ED25-668F-F2A72DEE1C94}"/>
                </a:ext>
              </a:extLst>
            </p:cNvPr>
            <p:cNvSpPr/>
            <p:nvPr/>
          </p:nvSpPr>
          <p:spPr>
            <a:xfrm>
              <a:off x="682554" y="502012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CB56E5C-D9E1-5FC7-2FE8-8F94D11FC131}"/>
                </a:ext>
              </a:extLst>
            </p:cNvPr>
            <p:cNvSpPr/>
            <p:nvPr/>
          </p:nvSpPr>
          <p:spPr>
            <a:xfrm>
              <a:off x="682554" y="5484229"/>
              <a:ext cx="654062" cy="828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baseline="300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427B2213-B133-82C7-2D91-BFE5DA3092EB}"/>
                </a:ext>
              </a:extLst>
            </p:cNvPr>
            <p:cNvSpPr/>
            <p:nvPr/>
          </p:nvSpPr>
          <p:spPr>
            <a:xfrm>
              <a:off x="6399604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4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4A214096-D49A-0EE0-CB56-A6A12C66E2E1}"/>
                </a:ext>
              </a:extLst>
            </p:cNvPr>
            <p:cNvSpPr/>
            <p:nvPr/>
          </p:nvSpPr>
          <p:spPr>
            <a:xfrm>
              <a:off x="8072135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3594D064-5B79-C958-8BB2-0D2613ABA4E7}"/>
                </a:ext>
              </a:extLst>
            </p:cNvPr>
            <p:cNvSpPr/>
            <p:nvPr/>
          </p:nvSpPr>
          <p:spPr>
            <a:xfrm>
              <a:off x="334964" y="2798769"/>
              <a:ext cx="287918" cy="2191601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65" name="グラフィックス 64" descr="受信箱: チェックマーク 単色塗りつぶし">
              <a:extLst>
                <a:ext uri="{FF2B5EF4-FFF2-40B4-BE49-F238E27FC236}">
                  <ns2:creationId id="{528666BE-F99C-D28C-3694-A3F78D9807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52923" y="3520471"/>
              <a:ext cx="252000" cy="252000"/>
            </a:xfrm>
            <a:prstGeom prst="rect">
              <a:avLst/>
            </a:prstGeom>
          </p:spPr>
        </p:pic>
        <p:sp>
          <p:nvSpPr>
            <p:cNvPr id="68" name="正方形/長方形 67">
              <a:extLst>
                <a:ext uri="{FF2B5EF4-FFF2-40B4-BE49-F238E27FC236}">
                  <ns2:creationId id="{BEF1E97B-9FA4-8C32-1FF0-38620D8387E1}"/>
                </a:ext>
              </a:extLst>
            </p:cNvPr>
            <p:cNvSpPr/>
            <p:nvPr/>
          </p:nvSpPr>
          <p:spPr>
            <a:xfrm>
              <a:off x="334964" y="5021299"/>
              <a:ext cx="287918" cy="129093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1" name="グラフィックス 70" descr="将来 単色塗りつぶし">
              <a:extLst>
                <a:ext uri="{FF2B5EF4-FFF2-40B4-BE49-F238E27FC236}">
                  <ns2:creationId id="{ED080054-C8AA-6D3E-135C-0F357F009A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52923" y="5208460"/>
              <a:ext cx="252000" cy="252000"/>
            </a:xfrm>
            <a:prstGeom prst="rect">
              <a:avLst/>
            </a:prstGeom>
          </p:spPr>
        </p:pic>
        <p:sp>
          <p:nvSpPr>
            <p:cNvPr id="72" name="正方形/長方形 71">
              <a:extLst>
                <a:ext uri="{FF2B5EF4-FFF2-40B4-BE49-F238E27FC236}">
                  <ns2:creationId id="{3F90918C-486C-4F56-705C-6376D4D2F111}"/>
                </a:ext>
              </a:extLst>
            </p:cNvPr>
            <p:cNvSpPr/>
            <p:nvPr/>
          </p:nvSpPr>
          <p:spPr>
            <a:xfrm>
              <a:off x="1382008" y="2062239"/>
              <a:ext cx="4965064" cy="302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F7A7427D-D398-3511-E605-08829156DC6F}"/>
                </a:ext>
              </a:extLst>
            </p:cNvPr>
            <p:cNvSpPr/>
            <p:nvPr/>
          </p:nvSpPr>
          <p:spPr>
            <a:xfrm>
              <a:off x="1577067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A67D4B99-1E62-DC07-A3E2-DFBE6AEA508D}"/>
                </a:ext>
              </a:extLst>
            </p:cNvPr>
            <p:cNvSpPr/>
            <p:nvPr/>
          </p:nvSpPr>
          <p:spPr>
            <a:xfrm>
              <a:off x="6399603" y="2062240"/>
              <a:ext cx="3292532" cy="30275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DF60AA45-9DE4-ECC6-6755-B01E4EE2161D}"/>
                </a:ext>
              </a:extLst>
            </p:cNvPr>
            <p:cNvSpPr/>
            <p:nvPr/>
          </p:nvSpPr>
          <p:spPr>
            <a:xfrm>
              <a:off x="6509581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D271801D-EC04-6D57-37E5-70C904390EB4}"/>
                </a:ext>
              </a:extLst>
            </p:cNvPr>
            <p:cNvSpPr/>
            <p:nvPr/>
          </p:nvSpPr>
          <p:spPr>
            <a:xfrm>
              <a:off x="1382008" y="2798769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7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2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9E08FA26-D483-0166-FF79-B0C4C94C62E4}"/>
                </a:ext>
              </a:extLst>
            </p:cNvPr>
            <p:cNvSpPr/>
            <p:nvPr/>
          </p:nvSpPr>
          <p:spPr>
            <a:xfrm>
              <a:off x="3054540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7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A0B8683A-387D-2E64-64DE-A6047E769F02}"/>
                </a:ext>
              </a:extLst>
            </p:cNvPr>
            <p:cNvSpPr/>
            <p:nvPr/>
          </p:nvSpPr>
          <p:spPr>
            <a:xfrm>
              <a:off x="4727072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BC8DE020-6404-AB03-E936-65DFD1D37FD8}"/>
                </a:ext>
              </a:extLst>
            </p:cNvPr>
            <p:cNvSpPr/>
            <p:nvPr/>
          </p:nvSpPr>
          <p:spPr>
            <a:xfrm>
              <a:off x="1382008" y="5020127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48C87FB1-B64D-D1B6-7DE9-EEDC2D180D5A}"/>
                </a:ext>
              </a:extLst>
            </p:cNvPr>
            <p:cNvSpPr/>
            <p:nvPr/>
          </p:nvSpPr>
          <p:spPr>
            <a:xfrm>
              <a:off x="3054539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C935633D-1659-FC9F-D0CC-35E5B36F107A}"/>
                </a:ext>
              </a:extLst>
            </p:cNvPr>
            <p:cNvSpPr/>
            <p:nvPr/>
          </p:nvSpPr>
          <p:spPr>
            <a:xfrm>
              <a:off x="4727070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A4689F7D-8462-B1E9-E407-2F19E5FE02FF}"/>
                </a:ext>
              </a:extLst>
            </p:cNvPr>
            <p:cNvSpPr/>
            <p:nvPr/>
          </p:nvSpPr>
          <p:spPr>
            <a:xfrm>
              <a:off x="6399604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ADA3B629-141A-94EA-D779-3F135CA440E8}"/>
                </a:ext>
              </a:extLst>
            </p:cNvPr>
            <p:cNvSpPr/>
            <p:nvPr/>
          </p:nvSpPr>
          <p:spPr>
            <a:xfrm>
              <a:off x="8072135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1033E5CF-9A7E-090F-92EE-D26CB671C376}"/>
                </a:ext>
              </a:extLst>
            </p:cNvPr>
            <p:cNvSpPr/>
            <p:nvPr/>
          </p:nvSpPr>
          <p:spPr>
            <a:xfrm>
              <a:off x="6399601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C58822FD-CD88-D168-4AD1-E8D432E89A76}"/>
                </a:ext>
              </a:extLst>
            </p:cNvPr>
            <p:cNvSpPr/>
            <p:nvPr/>
          </p:nvSpPr>
          <p:spPr>
            <a:xfrm>
              <a:off x="8072134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49C2C2BE-970D-955A-170F-E303D5DD25A6}"/>
                </a:ext>
              </a:extLst>
            </p:cNvPr>
            <p:cNvSpPr/>
            <p:nvPr/>
          </p:nvSpPr>
          <p:spPr>
            <a:xfrm>
              <a:off x="1382008" y="3259351"/>
              <a:ext cx="1620000" cy="1728672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E3681BE4-57CA-118E-A0E4-003CF3F3D09A}"/>
                </a:ext>
              </a:extLst>
            </p:cNvPr>
            <p:cNvSpPr/>
            <p:nvPr/>
          </p:nvSpPr>
          <p:spPr>
            <a:xfrm>
              <a:off x="3054540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6A6C2720-B142-9587-5A35-0024D8E64498}"/>
                </a:ext>
              </a:extLst>
            </p:cNvPr>
            <p:cNvSpPr/>
            <p:nvPr/>
          </p:nvSpPr>
          <p:spPr>
            <a:xfrm>
              <a:off x="4727072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FCDF5752-B48D-AEC1-1C01-B2FFEDED7EA6}"/>
                </a:ext>
              </a:extLst>
            </p:cNvPr>
            <p:cNvSpPr/>
            <p:nvPr/>
          </p:nvSpPr>
          <p:spPr>
            <a:xfrm>
              <a:off x="639960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873DD037-E45B-BDAC-4619-D38B821357C3}"/>
                </a:ext>
              </a:extLst>
            </p:cNvPr>
            <p:cNvSpPr/>
            <p:nvPr/>
          </p:nvSpPr>
          <p:spPr>
            <a:xfrm>
              <a:off x="807213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4FA76C3-B351-DFD9-2B0E-61FDD6267B63}"/>
                </a:ext>
              </a:extLst>
            </p:cNvPr>
            <p:cNvSpPr/>
            <p:nvPr/>
          </p:nvSpPr>
          <p:spPr>
            <a:xfrm>
              <a:off x="1382008" y="5484229"/>
              <a:ext cx="1620000" cy="82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75AAB534-40B3-F484-5BB8-1ECE2DC10496}"/>
                </a:ext>
              </a:extLst>
            </p:cNvPr>
            <p:cNvSpPr/>
            <p:nvPr/>
          </p:nvSpPr>
          <p:spPr>
            <a:xfrm>
              <a:off x="3054540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99C090BB-27F7-F224-8660-E07A852F3531}"/>
                </a:ext>
              </a:extLst>
            </p:cNvPr>
            <p:cNvSpPr/>
            <p:nvPr/>
          </p:nvSpPr>
          <p:spPr>
            <a:xfrm>
              <a:off x="4727072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正方形/長方形 204">
              <a:extLst>
                <a:ext uri="{FF2B5EF4-FFF2-40B4-BE49-F238E27FC236}">
                  <ns2:creationId id="{D10FA92E-354A-04AC-60B1-943466299BA1}"/>
                </a:ext>
              </a:extLst>
            </p:cNvPr>
            <p:cNvSpPr/>
            <p:nvPr/>
          </p:nvSpPr>
          <p:spPr>
            <a:xfrm>
              <a:off x="6399603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6B21D4A7-7D9F-390C-9CB4-95D7E33D5665}"/>
                </a:ext>
              </a:extLst>
            </p:cNvPr>
            <p:cNvSpPr/>
            <p:nvPr/>
          </p:nvSpPr>
          <p:spPr>
            <a:xfrm>
              <a:off x="8072136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5CC6C1E6-6B6C-886A-A70C-D2CC7D5BDD8C}"/>
                </a:ext>
              </a:extLst>
            </p:cNvPr>
            <p:cNvSpPr/>
            <p:nvPr/>
          </p:nvSpPr>
          <p:spPr>
            <a:xfrm>
              <a:off x="1431704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4BCA71B4-7DF4-DD1C-9139-CEB4FE8D399A}"/>
                </a:ext>
              </a:extLst>
            </p:cNvPr>
            <p:cNvSpPr/>
            <p:nvPr/>
          </p:nvSpPr>
          <p:spPr>
            <a:xfrm>
              <a:off x="1431704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D4214B79-2CD8-91FF-1CA6-4470C2CBFAFE}"/>
                </a:ext>
              </a:extLst>
            </p:cNvPr>
            <p:cNvSpPr/>
            <p:nvPr/>
          </p:nvSpPr>
          <p:spPr>
            <a:xfrm>
              <a:off x="2016369" y="3498461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7C1FAE3D-7744-3211-625E-70F87FE3C097}"/>
                </a:ext>
              </a:extLst>
            </p:cNvPr>
            <p:cNvSpPr/>
            <p:nvPr/>
          </p:nvSpPr>
          <p:spPr>
            <a:xfrm>
              <a:off x="2016369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CF8AA1A6-EA20-6408-4226-E9DB63493B84}"/>
                </a:ext>
              </a:extLst>
            </p:cNvPr>
            <p:cNvSpPr/>
            <p:nvPr/>
          </p:nvSpPr>
          <p:spPr>
            <a:xfrm>
              <a:off x="1431704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BBF5FCBE-A94E-8D64-992A-9D3B5C3DAC39}"/>
                </a:ext>
              </a:extLst>
            </p:cNvPr>
            <p:cNvSpPr/>
            <p:nvPr/>
          </p:nvSpPr>
          <p:spPr>
            <a:xfrm>
              <a:off x="1431704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73F7EA00-4DE0-4FC6-F959-9B1B10C630E5}"/>
                </a:ext>
              </a:extLst>
            </p:cNvPr>
            <p:cNvSpPr/>
            <p:nvPr/>
          </p:nvSpPr>
          <p:spPr>
            <a:xfrm>
              <a:off x="2016369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89F78B2F-1773-995D-3374-C163C6175CA7}"/>
                </a:ext>
              </a:extLst>
            </p:cNvPr>
            <p:cNvSpPr/>
            <p:nvPr/>
          </p:nvSpPr>
          <p:spPr>
            <a:xfrm>
              <a:off x="1382008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3" name="正方形/長方形 232">
              <a:extLst>
                <a:ext uri="{FF2B5EF4-FFF2-40B4-BE49-F238E27FC236}">
                  <ns2:creationId id="{064EE077-8CEE-AF9A-C84F-8EEC10D9E5B6}"/>
                </a:ext>
              </a:extLst>
            </p:cNvPr>
            <p:cNvSpPr/>
            <p:nvPr/>
          </p:nvSpPr>
          <p:spPr>
            <a:xfrm>
              <a:off x="2016369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DE13EAF8-9009-2B6B-FC18-0D0AD5187D20}"/>
                </a:ext>
              </a:extLst>
            </p:cNvPr>
            <p:cNvSpPr/>
            <p:nvPr/>
          </p:nvSpPr>
          <p:spPr>
            <a:xfrm>
              <a:off x="3104235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76AC4C15-3DAF-C0D8-CED7-1425EC33FBF0}"/>
                </a:ext>
              </a:extLst>
            </p:cNvPr>
            <p:cNvSpPr/>
            <p:nvPr/>
          </p:nvSpPr>
          <p:spPr>
            <a:xfrm>
              <a:off x="3104235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203A8B68-6051-B67F-AFC4-F5ED6D344E51}"/>
                </a:ext>
              </a:extLst>
            </p:cNvPr>
            <p:cNvSpPr/>
            <p:nvPr/>
          </p:nvSpPr>
          <p:spPr>
            <a:xfrm>
              <a:off x="3699311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527126BF-A888-8DB8-DFA7-E4C20FC3C8EE}"/>
                </a:ext>
              </a:extLst>
            </p:cNvPr>
            <p:cNvSpPr/>
            <p:nvPr/>
          </p:nvSpPr>
          <p:spPr>
            <a:xfrm>
              <a:off x="3699311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C3D03B5-BDED-DDBC-19ED-7F2DC85AE6BB}"/>
                </a:ext>
              </a:extLst>
            </p:cNvPr>
            <p:cNvSpPr/>
            <p:nvPr/>
          </p:nvSpPr>
          <p:spPr>
            <a:xfrm>
              <a:off x="3104235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39920E79-D225-A8CC-93D8-1B30CCF34DB4}"/>
                </a:ext>
              </a:extLst>
            </p:cNvPr>
            <p:cNvSpPr/>
            <p:nvPr/>
          </p:nvSpPr>
          <p:spPr>
            <a:xfrm>
              <a:off x="3104235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459F2B32-FF6A-3B6C-90EC-1675DA17B4C7}"/>
                </a:ext>
              </a:extLst>
            </p:cNvPr>
            <p:cNvSpPr/>
            <p:nvPr/>
          </p:nvSpPr>
          <p:spPr>
            <a:xfrm>
              <a:off x="3699311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E7D63494-FC42-FF17-4BB2-244C8B7B81FA}"/>
                </a:ext>
              </a:extLst>
            </p:cNvPr>
            <p:cNvSpPr/>
            <p:nvPr/>
          </p:nvSpPr>
          <p:spPr>
            <a:xfrm>
              <a:off x="3054540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275E33CA-F2D4-5DC5-DF2C-1D4CA2D35098}"/>
                </a:ext>
              </a:extLst>
            </p:cNvPr>
            <p:cNvSpPr/>
            <p:nvPr/>
          </p:nvSpPr>
          <p:spPr>
            <a:xfrm>
              <a:off x="3699312" y="46591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2E4041D2-356E-1AD2-CD67-14F233E46119}"/>
                </a:ext>
              </a:extLst>
            </p:cNvPr>
            <p:cNvSpPr/>
            <p:nvPr/>
          </p:nvSpPr>
          <p:spPr>
            <a:xfrm>
              <a:off x="4776767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0E863A23-FE9A-2C8C-E206-6878B0F67A8A}"/>
                </a:ext>
              </a:extLst>
            </p:cNvPr>
            <p:cNvSpPr/>
            <p:nvPr/>
          </p:nvSpPr>
          <p:spPr>
            <a:xfrm>
              <a:off x="4776767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2AE46677-6983-DB9E-0362-1D65A2A51A16}"/>
                </a:ext>
              </a:extLst>
            </p:cNvPr>
            <p:cNvSpPr/>
            <p:nvPr/>
          </p:nvSpPr>
          <p:spPr>
            <a:xfrm>
              <a:off x="5371844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A559DBC3-EA59-5075-73B2-AA72C7F9C0AB}"/>
                </a:ext>
              </a:extLst>
            </p:cNvPr>
            <p:cNvSpPr/>
            <p:nvPr/>
          </p:nvSpPr>
          <p:spPr>
            <a:xfrm>
              <a:off x="5371844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1F89B41B-25BB-50E9-8B18-9522D0A187EC}"/>
                </a:ext>
              </a:extLst>
            </p:cNvPr>
            <p:cNvSpPr/>
            <p:nvPr/>
          </p:nvSpPr>
          <p:spPr>
            <a:xfrm>
              <a:off x="4776767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3096A0B9-66E0-5AD4-7955-485A5295B801}"/>
                </a:ext>
              </a:extLst>
            </p:cNvPr>
            <p:cNvSpPr/>
            <p:nvPr/>
          </p:nvSpPr>
          <p:spPr>
            <a:xfrm>
              <a:off x="4776767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9" name="正方形/長方形 248">
              <a:extLst>
                <a:ext uri="{FF2B5EF4-FFF2-40B4-BE49-F238E27FC236}">
                  <ns2:creationId id="{D98849E6-266B-04C9-72D9-5020A4FE6A26}"/>
                </a:ext>
              </a:extLst>
            </p:cNvPr>
            <p:cNvSpPr/>
            <p:nvPr/>
          </p:nvSpPr>
          <p:spPr>
            <a:xfrm>
              <a:off x="5371844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0C68E8E2-7D56-F80F-7B25-F8497FE60C7C}"/>
                </a:ext>
              </a:extLst>
            </p:cNvPr>
            <p:cNvSpPr/>
            <p:nvPr/>
          </p:nvSpPr>
          <p:spPr>
            <a:xfrm>
              <a:off x="4727072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3EA86346-79B8-88FB-F298-0F1AF8F30AC8}"/>
                </a:ext>
              </a:extLst>
            </p:cNvPr>
            <p:cNvSpPr/>
            <p:nvPr/>
          </p:nvSpPr>
          <p:spPr>
            <a:xfrm>
              <a:off x="5371844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E9C2700C-FDBF-B9B2-F3AB-9D52C5B2DE77}"/>
                </a:ext>
              </a:extLst>
            </p:cNvPr>
            <p:cNvSpPr/>
            <p:nvPr/>
          </p:nvSpPr>
          <p:spPr>
            <a:xfrm>
              <a:off x="6449298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EB4F16BD-42CC-F0D9-D504-48DF08EF8D68}"/>
                </a:ext>
              </a:extLst>
            </p:cNvPr>
            <p:cNvSpPr/>
            <p:nvPr/>
          </p:nvSpPr>
          <p:spPr>
            <a:xfrm>
              <a:off x="6449298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5137F9EE-13FD-E18B-6C28-94E88988E012}"/>
                </a:ext>
              </a:extLst>
            </p:cNvPr>
            <p:cNvSpPr/>
            <p:nvPr/>
          </p:nvSpPr>
          <p:spPr>
            <a:xfrm>
              <a:off x="6996713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66388907-8EBC-4A93-ED8B-7649CF2D5116}"/>
                </a:ext>
              </a:extLst>
            </p:cNvPr>
            <p:cNvSpPr/>
            <p:nvPr/>
          </p:nvSpPr>
          <p:spPr>
            <a:xfrm>
              <a:off x="6996713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62D406A3-F4B1-5613-C1C9-26F58637C3F2}"/>
                </a:ext>
              </a:extLst>
            </p:cNvPr>
            <p:cNvSpPr/>
            <p:nvPr/>
          </p:nvSpPr>
          <p:spPr>
            <a:xfrm>
              <a:off x="6449298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A5ADA5F2-CBAA-D6F0-AB2B-BC8B094398C3}"/>
                </a:ext>
              </a:extLst>
            </p:cNvPr>
            <p:cNvSpPr/>
            <p:nvPr/>
          </p:nvSpPr>
          <p:spPr>
            <a:xfrm>
              <a:off x="6449298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7D4F0A85-7F5B-F549-A47C-85BC568AB529}"/>
                </a:ext>
              </a:extLst>
            </p:cNvPr>
            <p:cNvSpPr/>
            <p:nvPr/>
          </p:nvSpPr>
          <p:spPr>
            <a:xfrm>
              <a:off x="6996713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2B431428-D48D-778E-756B-29438384904F}"/>
                </a:ext>
              </a:extLst>
            </p:cNvPr>
            <p:cNvSpPr/>
            <p:nvPr/>
          </p:nvSpPr>
          <p:spPr>
            <a:xfrm>
              <a:off x="639960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20192CF9-E53A-096D-81B3-A0312AE5B159}"/>
                </a:ext>
              </a:extLst>
            </p:cNvPr>
            <p:cNvSpPr/>
            <p:nvPr/>
          </p:nvSpPr>
          <p:spPr>
            <a:xfrm>
              <a:off x="6996713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DDEE4B56-4B3A-5B12-638E-DF6746A15EC6}"/>
                </a:ext>
              </a:extLst>
            </p:cNvPr>
            <p:cNvSpPr/>
            <p:nvPr/>
          </p:nvSpPr>
          <p:spPr>
            <a:xfrm>
              <a:off x="8121831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71D230A3-0F1A-B811-F9D3-A772456FDE86}"/>
                </a:ext>
              </a:extLst>
            </p:cNvPr>
            <p:cNvSpPr/>
            <p:nvPr/>
          </p:nvSpPr>
          <p:spPr>
            <a:xfrm>
              <a:off x="8121831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919CA77B-CFDF-B029-9DE2-BE6CF9B476F6}"/>
                </a:ext>
              </a:extLst>
            </p:cNvPr>
            <p:cNvSpPr/>
            <p:nvPr/>
          </p:nvSpPr>
          <p:spPr>
            <a:xfrm>
              <a:off x="8669248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en-US" altLang="ja-JP" sz="900" b="0" i="0" u="none" strike="noStrike" kern="1200" cap="none" spc="0" normalizeH="0" baseline="3000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FC7B38B2-2F00-37CB-3504-8561C0E31063}"/>
                </a:ext>
              </a:extLst>
            </p:cNvPr>
            <p:cNvSpPr/>
            <p:nvPr/>
          </p:nvSpPr>
          <p:spPr>
            <a:xfrm>
              <a:off x="8669248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A121A8FE-3B0F-18C2-3F72-D987E575E516}"/>
                </a:ext>
              </a:extLst>
            </p:cNvPr>
            <p:cNvSpPr/>
            <p:nvPr/>
          </p:nvSpPr>
          <p:spPr>
            <a:xfrm>
              <a:off x="8121831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676B5EC3-1BD0-EAFA-C7D9-4CA3CE79B300}"/>
                </a:ext>
              </a:extLst>
            </p:cNvPr>
            <p:cNvSpPr/>
            <p:nvPr/>
          </p:nvSpPr>
          <p:spPr>
            <a:xfrm>
              <a:off x="8121831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FE6DB5D1-9AF4-83A5-9C10-205464394070}"/>
                </a:ext>
              </a:extLst>
            </p:cNvPr>
            <p:cNvSpPr/>
            <p:nvPr/>
          </p:nvSpPr>
          <p:spPr>
            <a:xfrm>
              <a:off x="8669248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306E26B4-272C-DB1E-36F9-07F5A7738478}"/>
                </a:ext>
              </a:extLst>
            </p:cNvPr>
            <p:cNvSpPr/>
            <p:nvPr/>
          </p:nvSpPr>
          <p:spPr>
            <a:xfrm>
              <a:off x="807213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6D326A3F-4028-00BD-651C-ACEA8A7B2ABB}"/>
                </a:ext>
              </a:extLst>
            </p:cNvPr>
            <p:cNvSpPr/>
            <p:nvPr/>
          </p:nvSpPr>
          <p:spPr>
            <a:xfrm>
              <a:off x="8669248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112F8B5A-6C7E-FFB8-A406-1E12F776BBCB}"/>
                </a:ext>
              </a:extLst>
            </p:cNvPr>
            <p:cNvSpPr/>
            <p:nvPr/>
          </p:nvSpPr>
          <p:spPr>
            <a:xfrm>
              <a:off x="1431703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301ADF18-8FD0-708E-D9B4-863F2C77DE8D}"/>
                </a:ext>
              </a:extLst>
            </p:cNvPr>
            <p:cNvSpPr/>
            <p:nvPr/>
          </p:nvSpPr>
          <p:spPr>
            <a:xfrm>
              <a:off x="2016369" y="5788515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85E8C428-85EC-F4AF-D42F-38F8B5AFF5A8}"/>
                </a:ext>
              </a:extLst>
            </p:cNvPr>
            <p:cNvSpPr/>
            <p:nvPr/>
          </p:nvSpPr>
          <p:spPr>
            <a:xfrm>
              <a:off x="1431703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81BAE229-E323-B347-E695-5E3FD98518FE}"/>
                </a:ext>
              </a:extLst>
            </p:cNvPr>
            <p:cNvSpPr/>
            <p:nvPr/>
          </p:nvSpPr>
          <p:spPr>
            <a:xfrm>
              <a:off x="2016369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300CBAAA-DBB2-DBD8-F7D2-120029820A85}"/>
                </a:ext>
              </a:extLst>
            </p:cNvPr>
            <p:cNvSpPr/>
            <p:nvPr/>
          </p:nvSpPr>
          <p:spPr>
            <a:xfrm>
              <a:off x="3104235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1EFD728A-02E1-6933-8CB7-E38119CAC153}"/>
                </a:ext>
              </a:extLst>
            </p:cNvPr>
            <p:cNvSpPr/>
            <p:nvPr/>
          </p:nvSpPr>
          <p:spPr>
            <a:xfrm>
              <a:off x="3699311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6" name="正方形/長方形 275">
              <a:extLst>
                <a:ext uri="{FF2B5EF4-FFF2-40B4-BE49-F238E27FC236}">
                  <ns2:creationId id="{4A3F98A1-E80B-6104-F286-DD2C184D3BC6}"/>
                </a:ext>
              </a:extLst>
            </p:cNvPr>
            <p:cNvSpPr/>
            <p:nvPr/>
          </p:nvSpPr>
          <p:spPr>
            <a:xfrm>
              <a:off x="3104235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7" name="正方形/長方形 276">
              <a:extLst>
                <a:ext uri="{FF2B5EF4-FFF2-40B4-BE49-F238E27FC236}">
                  <ns2:creationId id="{49E46885-7B73-A6DC-8592-C92F18B1C26C}"/>
                </a:ext>
              </a:extLst>
            </p:cNvPr>
            <p:cNvSpPr/>
            <p:nvPr/>
          </p:nvSpPr>
          <p:spPr>
            <a:xfrm>
              <a:off x="3699311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012C16D3-63B0-EE5E-8B7B-B15A7A32325B}"/>
                </a:ext>
              </a:extLst>
            </p:cNvPr>
            <p:cNvSpPr/>
            <p:nvPr/>
          </p:nvSpPr>
          <p:spPr>
            <a:xfrm>
              <a:off x="4776767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99DAEF7F-C53B-53B5-2618-8F963AABCE46}"/>
                </a:ext>
              </a:extLst>
            </p:cNvPr>
            <p:cNvSpPr/>
            <p:nvPr/>
          </p:nvSpPr>
          <p:spPr>
            <a:xfrm>
              <a:off x="537184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A0EF1A3E-5276-9A45-E5F2-8ACFF055D7D5}"/>
                </a:ext>
              </a:extLst>
            </p:cNvPr>
            <p:cNvSpPr/>
            <p:nvPr/>
          </p:nvSpPr>
          <p:spPr>
            <a:xfrm>
              <a:off x="4776767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1" name="正方形/長方形 280">
              <a:extLst>
                <a:ext uri="{FF2B5EF4-FFF2-40B4-BE49-F238E27FC236}">
                  <ns2:creationId id="{63E496D9-DB3E-1EC9-3DA5-FBCF039EF3EB}"/>
                </a:ext>
              </a:extLst>
            </p:cNvPr>
            <p:cNvSpPr/>
            <p:nvPr/>
          </p:nvSpPr>
          <p:spPr>
            <a:xfrm>
              <a:off x="537184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0311D489-DAB8-DB6A-DBB8-F5E4558A64B2}"/>
                </a:ext>
              </a:extLst>
            </p:cNvPr>
            <p:cNvSpPr/>
            <p:nvPr/>
          </p:nvSpPr>
          <p:spPr>
            <a:xfrm>
              <a:off x="6449298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6135404E-F425-3792-1EFB-0AAAD06D6897}"/>
                </a:ext>
              </a:extLst>
            </p:cNvPr>
            <p:cNvSpPr/>
            <p:nvPr/>
          </p:nvSpPr>
          <p:spPr>
            <a:xfrm>
              <a:off x="699671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136438A3-9859-E6F3-2A0B-DCCED6DDC7BD}"/>
                </a:ext>
              </a:extLst>
            </p:cNvPr>
            <p:cNvSpPr/>
            <p:nvPr/>
          </p:nvSpPr>
          <p:spPr>
            <a:xfrm>
              <a:off x="6449298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7A681597-E383-B0AA-71A8-9CAEAFBDDE6E}"/>
                </a:ext>
              </a:extLst>
            </p:cNvPr>
            <p:cNvSpPr/>
            <p:nvPr/>
          </p:nvSpPr>
          <p:spPr>
            <a:xfrm>
              <a:off x="699671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E85326CC-E090-80ED-C22C-952239BB6129}"/>
                </a:ext>
              </a:extLst>
            </p:cNvPr>
            <p:cNvSpPr/>
            <p:nvPr/>
          </p:nvSpPr>
          <p:spPr>
            <a:xfrm>
              <a:off x="8121831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1CF68A42-4A2A-0972-9DC8-E26EF057D58C}"/>
                </a:ext>
              </a:extLst>
            </p:cNvPr>
            <p:cNvSpPr/>
            <p:nvPr/>
          </p:nvSpPr>
          <p:spPr>
            <a:xfrm>
              <a:off x="8669248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932F5E7E-BBFF-C9D4-9A0D-57F563B7401D}"/>
                </a:ext>
              </a:extLst>
            </p:cNvPr>
            <p:cNvSpPr/>
            <p:nvPr/>
          </p:nvSpPr>
          <p:spPr>
            <a:xfrm>
              <a:off x="8121831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21262EDC-A8DF-D0A3-8177-2A8DA4ADE770}"/>
                </a:ext>
              </a:extLst>
            </p:cNvPr>
            <p:cNvSpPr/>
            <p:nvPr/>
          </p:nvSpPr>
          <p:spPr>
            <a:xfrm>
              <a:off x="8669248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1602160237"/>
      </p:ext>
    </p:extLst>
  </p:cSld>
  <p:clrMapOvr>
    <a:masterClrMapping/>
  </p:clrMapOvr>
</p:sld>
</file>

<file path=ppt/slides/slide18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59E8A0-9D17-EA45-F93B-8FE6BBD0B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60B6407-842C-B91E-25AF-2DDFBED6D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/>
              <a:t>【</a:t>
            </a:r>
            <a:r>
              <a:rPr lang="ja-JP" altLang="en-US"/>
              <a:t>XX</a:t>
            </a:r>
            <a:r>
              <a:rPr lang="en-US" altLang="ja-JP"/>
              <a:t>】</a:t>
            </a:r>
            <a:r>
              <a:rPr lang="ja-JP" altLang="en-US"/>
              <a:t>XX</a:t>
            </a:r>
            <a:r>
              <a:rPr lang="en-US" altLang="ja-JP"/>
              <a:t>/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grpSp>
        <p:nvGrpSpPr>
          <p:cNvPr id="129" name="グループ化 128">
            <a:extLst>
              <a:ext uri="{FF2B5EF4-FFF2-40B4-BE49-F238E27FC236}">
                <ns2:creationId id="{3A317226-D7EF-D1F7-F28B-7DDDE9982A5C}"/>
              </a:ext>
            </a:extLst>
          </p:cNvPr>
          <p:cNvGrpSpPr/>
          <p:nvPr/>
        </p:nvGrpSpPr>
        <p:grpSpPr>
          <a:xfrm>
            <a:off x="8206449" y="480573"/>
            <a:ext cx="2553195" cy="360008"/>
            <a:chOff x="4284624" y="645102"/>
            <a:chExt cx="2493204" cy="138922"/>
          </a:xfrm>
        </p:grpSpPr>
        <p:sp>
          <p:nvSpPr>
            <p:cNvPr id="130" name="テキスト ボックス 129">
              <a:extLst>
                <a:ext uri="{FF2B5EF4-FFF2-40B4-BE49-F238E27FC236}">
                  <ns2:creationId id="{7A627EF9-2ED1-8411-85F0-DE7BD99FCF1A}"/>
                </a:ext>
              </a:extLst>
            </p:cNvPr>
            <p:cNvSpPr txBox="1"/>
            <p:nvPr/>
          </p:nvSpPr>
          <p:spPr>
            <a:xfrm>
              <a:off x="4868094" y="645105"/>
              <a:ext cx="1909734" cy="13891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手動 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		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31" name="直線矢印コネクタ 130">
              <a:extLst>
                <a:ext uri="{FF2B5EF4-FFF2-40B4-BE49-F238E27FC236}">
                  <ns2:creationId id="{CDFE0980-C32D-FE44-7A8F-6953BC3626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4" y="686230"/>
              <a:ext cx="540000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矢印コネクタ 132">
              <a:extLst>
                <a:ext uri="{FF2B5EF4-FFF2-40B4-BE49-F238E27FC236}">
                  <ns2:creationId id="{10165495-040D-5302-B02A-1F2F2745DD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2" y="745058"/>
              <a:ext cx="540000" cy="0"/>
            </a:xfrm>
            <a:prstGeom prst="straightConnector1">
              <a:avLst/>
            </a:prstGeom>
            <a:ln w="9525">
              <a:solidFill>
                <a:srgbClr val="168A16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四角形: 角を丸くする 133">
              <a:extLst>
                <a:ext uri="{FF2B5EF4-FFF2-40B4-BE49-F238E27FC236}">
                  <ns2:creationId id="{8229EE80-7648-F25D-96F9-0306FFF5FF64}"/>
                </a:ext>
              </a:extLst>
            </p:cNvPr>
            <p:cNvSpPr/>
            <p:nvPr/>
          </p:nvSpPr>
          <p:spPr>
            <a:xfrm>
              <a:off x="4284624" y="645102"/>
              <a:ext cx="540000" cy="138919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4" name="テキスト プレースホルダー 3">
            <a:extLst>
              <a:ext uri="{FF2B5EF4-FFF2-40B4-BE49-F238E27FC236}">
                <ns2:creationId id="{A4AC6C30-D8FD-6820-7C64-23D86D8D98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26</a:t>
            </a:r>
            <a:r>
              <a:rPr lang="ja-JP" altLang="en-US"/>
              <a:t>XX</a:t>
            </a:r>
            <a:r>
              <a:rPr lang="en-US" altLang="ja-JP"/>
              <a:t>/ </a:t>
            </a:r>
            <a:r>
              <a:rPr lang="ja-JP" altLang="en-US"/>
              <a:t>XX</a:t>
            </a:r>
            <a:br>
              <a:rPr lang="ja-JP" altLang="en-US"/>
            </a:br>
            <a:r>
              <a:rPr lang="en-US" altLang="ja-JP"/>
              <a:t>30</a:t>
            </a:r>
            <a:r>
              <a:rPr lang="ja-JP" altLang="en-US"/>
              <a:t>XX</a:t>
            </a:r>
          </a:p>
          <a:p>
            <a:pPr marL="0" indent="0">
              <a:buNone/>
            </a:pPr>
            <a:endParaRPr lang="ja-JP" altLang="en-US"/>
          </a:p>
        </p:txBody>
      </p:sp>
      <p:grpSp>
        <p:nvGrpSpPr>
          <p:cNvPr id="689" name="グループ化 688">
            <a:extLst>
              <a:ext uri="{FF2B5EF4-FFF2-40B4-BE49-F238E27FC236}">
                <ns2:creationId id="{C01BD6C8-3A5F-B2FC-5535-A58E32519DDE}"/>
              </a:ext>
            </a:extLst>
          </p:cNvPr>
          <p:cNvGrpSpPr/>
          <p:nvPr/>
        </p:nvGrpSpPr>
        <p:grpSpPr>
          <a:xfrm>
            <a:off x="340299" y="1628775"/>
            <a:ext cx="11510054" cy="4678778"/>
            <a:chOff x="340299" y="1628775"/>
            <a:chExt cx="11510054" cy="4678778"/>
          </a:xfrm>
        </p:grpSpPr>
        <p:sp>
          <p:nvSpPr>
            <p:cNvPr id="22" name="矢印: 五方向 21">
              <a:extLst>
                <a:ext uri="{FF2B5EF4-FFF2-40B4-BE49-F238E27FC236}">
                  <ns2:creationId id="{3F42BA07-BD1C-9E6C-CC55-35035BC9C626}"/>
                </a:ext>
              </a:extLst>
            </p:cNvPr>
            <p:cNvSpPr/>
            <p:nvPr/>
          </p:nvSpPr>
          <p:spPr>
            <a:xfrm>
              <a:off x="340299" y="1628775"/>
              <a:ext cx="3852000" cy="432000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5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65354" tIns="82677" rIns="353679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600">
                  <a:solidFill>
                    <a:prstClr val="white"/>
                  </a:solidFill>
                  <a:latin typeface="Meiryo UI"/>
                  <a:ea typeface="Meiryo UI"/>
                </a:rPr>
                <a:t> </a:t>
              </a: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BC98AD00-FD78-FAF5-D6D8-F156FA153092}"/>
                </a:ext>
              </a:extLst>
            </p:cNvPr>
            <p:cNvSpPr/>
            <p:nvPr/>
          </p:nvSpPr>
          <p:spPr>
            <a:xfrm>
              <a:off x="340299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" name="矢印: 山形 22">
              <a:extLst>
                <a:ext uri="{FF2B5EF4-FFF2-40B4-BE49-F238E27FC236}">
                  <ns2:creationId id="{23309F7F-2865-82CA-352A-93D7AA12388B}"/>
                </a:ext>
              </a:extLst>
            </p:cNvPr>
            <p:cNvSpPr/>
            <p:nvPr/>
          </p:nvSpPr>
          <p:spPr>
            <a:xfrm>
              <a:off x="4169326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5C563ED2-2DC0-CAC7-1944-951102E1B5A8}"/>
                </a:ext>
              </a:extLst>
            </p:cNvPr>
            <p:cNvSpPr/>
            <p:nvPr/>
          </p:nvSpPr>
          <p:spPr>
            <a:xfrm>
              <a:off x="4181783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rgbClr val="168A16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indent="-1440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矢印: 山形 23">
              <a:extLst>
                <a:ext uri="{FF2B5EF4-FFF2-40B4-BE49-F238E27FC236}">
                  <ns2:creationId id="{4A0F3B44-55D8-3F8C-3FDD-64CA9B5D32E7}"/>
                </a:ext>
              </a:extLst>
            </p:cNvPr>
            <p:cNvSpPr/>
            <p:nvPr/>
          </p:nvSpPr>
          <p:spPr>
            <a:xfrm>
              <a:off x="7998353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9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～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D52883A5-7765-EB18-08C4-7AA94D4116C1}"/>
                </a:ext>
              </a:extLst>
            </p:cNvPr>
            <p:cNvSpPr/>
            <p:nvPr/>
          </p:nvSpPr>
          <p:spPr>
            <a:xfrm>
              <a:off x="8023267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※</a:t>
              </a:r>
              <a:r>
                <a:rPr kumimoji="1" lang="ja-JP" altLang="en-US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28" name="グループ化 127">
              <a:extLst>
                <a:ext uri="{FF2B5EF4-FFF2-40B4-BE49-F238E27FC236}">
                  <ns2:creationId id="{D18C3883-F253-8070-30B1-B21CFA968150}"/>
                </a:ext>
              </a:extLst>
            </p:cNvPr>
            <p:cNvGrpSpPr/>
            <p:nvPr/>
          </p:nvGrpSpPr>
          <p:grpSpPr>
            <a:xfrm>
              <a:off x="354367" y="3038123"/>
              <a:ext cx="3755759" cy="3269430"/>
              <a:chOff x="354367" y="3038123"/>
              <a:chExt cx="3755759" cy="3269430"/>
            </a:xfrm>
          </p:grpSpPr>
          <p:sp>
            <p:nvSpPr>
              <p:cNvPr id="415" name="四角形: 角を丸くする 414">
                <a:extLst>
                  <a:ext uri="{FF2B5EF4-FFF2-40B4-BE49-F238E27FC236}">
                    <ns2:creationId id="{7A8C16B3-2B6F-9BF8-F68C-11BF29CDD780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5" name="四角形: 角を丸くする 404">
                <a:extLst>
                  <a:ext uri="{FF2B5EF4-FFF2-40B4-BE49-F238E27FC236}">
                    <ns2:creationId id="{824C463E-55EC-35D9-2B79-DF8297E25065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7" name="四角形: 角を丸くする 406">
                <a:extLst>
                  <a:ext uri="{FF2B5EF4-FFF2-40B4-BE49-F238E27FC236}">
                    <ns2:creationId id="{4DCF5277-BA74-8A27-469B-6105FD990E2E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1" name="四角形: 角を丸くする 410">
                <a:extLst>
                  <a:ext uri="{FF2B5EF4-FFF2-40B4-BE49-F238E27FC236}">
                    <ns2:creationId id="{055F2997-377C-A922-7207-6E44CDBD80F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6" name="四角形: 角を丸くする 415">
                <a:extLst>
                  <a:ext uri="{FF2B5EF4-FFF2-40B4-BE49-F238E27FC236}">
                    <ns2:creationId id="{331FCE13-45E3-E85A-405A-01DCDFB9AA3C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7" name="四角形: 角を丸くする 416">
                <a:extLst>
                  <a:ext uri="{FF2B5EF4-FFF2-40B4-BE49-F238E27FC236}">
                    <ns2:creationId id="{B9CD13D5-318C-691D-2E8E-A4C03C194591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6" name="四角形: 角を丸くする 405">
                <a:extLst>
                  <a:ext uri="{FF2B5EF4-FFF2-40B4-BE49-F238E27FC236}">
                    <ns2:creationId id="{2446BEB2-1BE1-08EB-3C17-48469209898D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3" name="正方形/長方形 392">
                <a:extLst>
                  <a:ext uri="{FF2B5EF4-FFF2-40B4-BE49-F238E27FC236}">
                    <ns2:creationId id="{7B976454-6DE7-5DB9-5535-12EAC6798EE7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1" name="正方形/長方形 390">
                <a:extLst>
                  <a:ext uri="{FF2B5EF4-FFF2-40B4-BE49-F238E27FC236}">
                    <ns2:creationId id="{DDCC7168-4152-2F54-2549-64D1AACD24DB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3E5D6F50-6152-304F-6433-44850C51AD38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CF70FEC7-FA76-9769-2C96-2B2EB97D0B68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1" name="正方形/長方形 380">
                <a:extLst>
                  <a:ext uri="{FF2B5EF4-FFF2-40B4-BE49-F238E27FC236}">
                    <ns2:creationId id="{D4978B48-F1E3-38C9-94D2-E8929E8F31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D1DE863A-4B53-FADE-08CE-28E029FDB0C1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380" name="Grafik 3">
                <a:extLst>
                  <a:ext uri="{FF2B5EF4-FFF2-40B4-BE49-F238E27FC236}">
                    <ns2:creationId id="{D36346CC-6A6E-D843-F18F-EF52D0F75A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397" name="図 396">
                <a:extLst>
                  <a:ext uri="{FF2B5EF4-FFF2-40B4-BE49-F238E27FC236}">
                    <ns2:creationId id="{64B4428F-F908-4A35-2869-6105292312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398" name="フローチャート: 磁気ディスク 397">
                <a:extLst>
                  <a:ext uri="{FF2B5EF4-FFF2-40B4-BE49-F238E27FC236}">
                    <ns2:creationId id="{05CE1472-58D0-FFAA-AE7F-4FEBE06374B1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9" name="フローチャート: 磁気ディスク 398">
                <a:extLst>
                  <a:ext uri="{FF2B5EF4-FFF2-40B4-BE49-F238E27FC236}">
                    <ns2:creationId id="{8B404B33-F8E0-ED4B-F546-5CC20CF9D03C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0" name="フローチャート: 磁気ディスク 399">
                <a:extLst>
                  <a:ext uri="{FF2B5EF4-FFF2-40B4-BE49-F238E27FC236}">
                    <ns2:creationId id="{E7E30E5D-EA42-973E-1DDD-C9F1BEB9F6E3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1" name="フローチャート: 磁気ディスク 400">
                <a:extLst>
                  <a:ext uri="{FF2B5EF4-FFF2-40B4-BE49-F238E27FC236}">
                    <ns2:creationId id="{6FAFF5E0-C5D1-AB16-2E90-5A614DD860E8}"/>
                  </a:ext>
                </a:extLst>
              </p:cNvPr>
              <p:cNvSpPr/>
              <p:nvPr/>
            </p:nvSpPr>
            <p:spPr>
              <a:xfrm>
                <a:off x="2686001" y="3819408"/>
                <a:ext cx="576000" cy="190439"/>
              </a:xfrm>
              <a:prstGeom prst="flowChartMagneticDisk">
                <a:avLst/>
              </a:prstGeom>
              <a:solidFill>
                <a:srgbClr val="168A17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2" name="フローチャート: 複数書類 401">
                <a:extLst>
                  <a:ext uri="{FF2B5EF4-FFF2-40B4-BE49-F238E27FC236}">
                    <ns2:creationId id="{C1D980F5-B1A4-BAF0-89FA-49B127A82AFE}"/>
                  </a:ext>
                </a:extLst>
              </p:cNvPr>
              <p:cNvSpPr/>
              <p:nvPr/>
            </p:nvSpPr>
            <p:spPr>
              <a:xfrm>
                <a:off x="2046222" y="3974562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4" name="フローチャート: 磁気ディスク 403">
                <a:extLst>
                  <a:ext uri="{FF2B5EF4-FFF2-40B4-BE49-F238E27FC236}">
                    <ns2:creationId id="{16D27A2B-7B15-99C0-2ABE-C48D891D2FE0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408" name="直線コネクタ 407">
                <a:extLst>
                  <a:ext uri="{FF2B5EF4-FFF2-40B4-BE49-F238E27FC236}">
                    <ns2:creationId id="{70378E0F-5B77-6BF8-2012-32C44E81C0A6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直線コネクタ 409">
                <a:extLst>
                  <a:ext uri="{FF2B5EF4-FFF2-40B4-BE49-F238E27FC236}">
                    <ns2:creationId id="{2AC15A38-21A9-A813-95E8-2921D6BD9C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2" name="フローチャート: 磁気ディスク 411">
                <a:extLst>
                  <a:ext uri="{FF2B5EF4-FFF2-40B4-BE49-F238E27FC236}">
                    <ns2:creationId id="{F43CB866-7D86-9759-172E-6D859F391B3D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13" name="グラフィックス 412" descr="ユーザー 単色塗りつぶし">
                <a:extLst>
                  <a:ext uri="{FF2B5EF4-FFF2-40B4-BE49-F238E27FC236}">
                    <ns2:creationId id="{718916D6-89E8-9D3C-727C-4C7D228EE5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3809956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14" name="グラフィックス 413" descr="ユーザー 単色塗りつぶし">
                <a:extLst>
                  <a:ext uri="{FF2B5EF4-FFF2-40B4-BE49-F238E27FC236}">
                    <ns2:creationId id="{5B32837D-ED3D-74E3-C1AA-02009E32BB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18" name="コネクタ: カギ線 417">
                <a:extLst>
                  <a:ext uri="{FF2B5EF4-FFF2-40B4-BE49-F238E27FC236}">
                    <ns2:creationId id="{8448682E-F25B-BABC-7589-5A30C688D3B4}"/>
                  </a:ext>
                </a:extLst>
              </p:cNvPr>
              <p:cNvCxnSpPr>
                <a:cxnSpLocks/>
                <a:stCxn id="398" idx="4"/>
                <a:endCxn id="401" idx="2"/>
              </p:cNvCxnSpPr>
              <p:nvPr/>
            </p:nvCxnSpPr>
            <p:spPr>
              <a:xfrm>
                <a:off x="1312700" y="3657990"/>
                <a:ext cx="1373301" cy="256638"/>
              </a:xfrm>
              <a:prstGeom prst="bentConnector3">
                <a:avLst>
                  <a:gd name="adj1" fmla="val 74848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コネクタ: カギ線 418">
                <a:extLst>
                  <a:ext uri="{FF2B5EF4-FFF2-40B4-BE49-F238E27FC236}">
                    <ns2:creationId id="{50C0ACBF-74CB-9430-94AB-A12F3FFE643E}"/>
                  </a:ext>
                </a:extLst>
              </p:cNvPr>
              <p:cNvCxnSpPr>
                <a:cxnSpLocks/>
                <a:stCxn id="413" idx="3"/>
                <a:endCxn id="402" idx="1"/>
              </p:cNvCxnSpPr>
              <p:nvPr/>
            </p:nvCxnSpPr>
            <p:spPr>
              <a:xfrm>
                <a:off x="1516337" y="3914628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コネクタ: カギ線 419">
                <a:extLst>
                  <a:ext uri="{FF2B5EF4-FFF2-40B4-BE49-F238E27FC236}">
                    <ns2:creationId id="{112AC54F-8A9E-6E96-DC3A-AADAB5BBB3C2}"/>
                  </a:ext>
                </a:extLst>
              </p:cNvPr>
              <p:cNvCxnSpPr>
                <a:cxnSpLocks/>
                <a:stCxn id="414" idx="3"/>
                <a:endCxn id="402" idx="1"/>
              </p:cNvCxnSpPr>
              <p:nvPr/>
            </p:nvCxnSpPr>
            <p:spPr>
              <a:xfrm flipV="1">
                <a:off x="1516337" y="4042946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コネクタ: カギ線 420">
                <a:extLst>
                  <a:ext uri="{FF2B5EF4-FFF2-40B4-BE49-F238E27FC236}">
                    <ns2:creationId id="{DE04E4E4-F9EC-3630-EBA1-847AA2692366}"/>
                  </a:ext>
                </a:extLst>
              </p:cNvPr>
              <p:cNvCxnSpPr>
                <a:cxnSpLocks/>
                <a:stCxn id="402" idx="3"/>
                <a:endCxn id="401" idx="2"/>
              </p:cNvCxnSpPr>
              <p:nvPr/>
            </p:nvCxnSpPr>
            <p:spPr>
              <a:xfrm flipV="1">
                <a:off x="2207923" y="3914628"/>
                <a:ext cx="478078" cy="128318"/>
              </a:xfrm>
              <a:prstGeom prst="bentConnector3">
                <a:avLst>
                  <a:gd name="adj1" fmla="val 27695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矢印コネクタ 421">
                <a:extLst>
                  <a:ext uri="{FF2B5EF4-FFF2-40B4-BE49-F238E27FC236}">
                    <ns2:creationId id="{FC562475-C0BB-F9BD-8CB7-3074E1C3808A}"/>
                  </a:ext>
                </a:extLst>
              </p:cNvPr>
              <p:cNvCxnSpPr>
                <a:cxnSpLocks/>
                <a:stCxn id="401" idx="4"/>
                <a:endCxn id="397" idx="1"/>
              </p:cNvCxnSpPr>
              <p:nvPr/>
            </p:nvCxnSpPr>
            <p:spPr>
              <a:xfrm>
                <a:off x="3262001" y="3914628"/>
                <a:ext cx="303423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3" name="フローチャート: 複数書類 422">
                <a:extLst>
                  <a:ext uri="{FF2B5EF4-FFF2-40B4-BE49-F238E27FC236}">
                    <ns2:creationId id="{030F548B-F397-1291-84A6-8C4C2EC90347}"/>
                  </a:ext>
                </a:extLst>
              </p:cNvPr>
              <p:cNvSpPr/>
              <p:nvPr/>
            </p:nvSpPr>
            <p:spPr>
              <a:xfrm>
                <a:off x="2046222" y="480000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26" name="フローチャート: 複数書類 425">
                <a:extLst>
                  <a:ext uri="{FF2B5EF4-FFF2-40B4-BE49-F238E27FC236}">
                    <ns2:creationId id="{6F38DB2E-6336-6BA0-967E-6995B679844E}"/>
                  </a:ext>
                </a:extLst>
              </p:cNvPr>
              <p:cNvSpPr/>
              <p:nvPr/>
            </p:nvSpPr>
            <p:spPr>
              <a:xfrm>
                <a:off x="2046222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3" name="フローチャート: 磁気ディスク 402">
                <a:extLst>
                  <a:ext uri="{FF2B5EF4-FFF2-40B4-BE49-F238E27FC236}">
                    <ns2:creationId id="{7918A00C-5051-5A45-DA63-09FB5BC6BFB7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9" name="フローチャート: 磁気ディスク 408">
                <a:extLst>
                  <a:ext uri="{FF2B5EF4-FFF2-40B4-BE49-F238E27FC236}">
                    <ns2:creationId id="{CD53D7CF-C831-1E2C-7391-62A3B6FD2B65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27" name="グラフィックス 426" descr="ユーザー 単色塗りつぶし">
                <a:extLst>
                  <a:ext uri="{FF2B5EF4-FFF2-40B4-BE49-F238E27FC236}">
                    <ns2:creationId id="{BD986FAF-EC61-0163-7D56-61DA946D5C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63478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8" name="グラフィックス 427" descr="ユーザー 単色塗りつぶし">
                <a:extLst>
                  <a:ext uri="{FF2B5EF4-FFF2-40B4-BE49-F238E27FC236}">
                    <ns2:creationId id="{A60C005E-F640-2C67-F994-9C3E665568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9" name="グラフィックス 428" descr="ユーザー 単色塗りつぶし">
                <a:extLst>
                  <a:ext uri="{FF2B5EF4-FFF2-40B4-BE49-F238E27FC236}">
                    <ns2:creationId id="{F394A6D3-30EC-3B0C-BD76-CC5E2B24B0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3" name="コネクタ: カギ線 432">
                <a:extLst>
                  <a:ext uri="{FF2B5EF4-FFF2-40B4-BE49-F238E27FC236}">
                    <ns2:creationId id="{BD91FB4B-E5AA-7A80-E008-63A6DF39AEF4}"/>
                  </a:ext>
                </a:extLst>
              </p:cNvPr>
              <p:cNvCxnSpPr>
                <a:cxnSpLocks/>
                <a:stCxn id="423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85854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コネクタ: カギ線 433">
                <a:extLst>
                  <a:ext uri="{FF2B5EF4-FFF2-40B4-BE49-F238E27FC236}">
                    <ns2:creationId id="{38D75ADC-D467-D54C-D0AA-82534DEA10E9}"/>
                  </a:ext>
                </a:extLst>
              </p:cNvPr>
              <p:cNvCxnSpPr>
                <a:cxnSpLocks/>
                <a:stCxn id="42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6" name="フローチャート: 複数書類 435">
                <a:extLst>
                  <a:ext uri="{FF2B5EF4-FFF2-40B4-BE49-F238E27FC236}">
                    <ns2:creationId id="{DC65252A-F150-2B50-A8B0-531EFCEDB656}"/>
                  </a:ext>
                </a:extLst>
              </p:cNvPr>
              <p:cNvSpPr/>
              <p:nvPr/>
            </p:nvSpPr>
            <p:spPr>
              <a:xfrm>
                <a:off x="2046222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38" name="グラフィックス 437" descr="ユーザー 単色塗りつぶし">
                <a:extLst>
                  <a:ext uri="{FF2B5EF4-FFF2-40B4-BE49-F238E27FC236}">
                    <ns2:creationId id="{815224FD-DD63-272C-7A68-7CC2DD89F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9" name="コネクタ: カギ線 438">
                <a:extLst>
                  <a:ext uri="{FF2B5EF4-FFF2-40B4-BE49-F238E27FC236}">
                    <ns2:creationId id="{CE9C300C-7514-52A3-91D8-3876EA4A5FA5}"/>
                  </a:ext>
                </a:extLst>
              </p:cNvPr>
              <p:cNvCxnSpPr>
                <a:cxnSpLocks/>
                <a:stCxn id="43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62" name="グラフィックス 561" descr="開いたフォルダー 単色塗りつぶし">
                <a:extLst>
                  <a:ext uri="{FF2B5EF4-FFF2-40B4-BE49-F238E27FC236}">
                    <ns2:creationId id="{3937007E-06E4-ED08-5645-C8FF7A1196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4" name="グラフィックス 563" descr="ダウンロード 単色塗りつぶし">
                <a:extLst>
                  <a:ext uri="{FF2B5EF4-FFF2-40B4-BE49-F238E27FC236}">
                    <ns2:creationId id="{FBCB1269-2978-CAE0-0958-3B94A4AAA3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6" name="グラフィックス 565" descr="リサーチ 単色塗りつぶし">
                <a:extLst>
                  <a:ext uri="{FF2B5EF4-FFF2-40B4-BE49-F238E27FC236}">
                    <ns2:creationId id="{AA07EB62-F45D-9750-5285-4D41E74B9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8" name="グラフィックス 567" descr="世界 単色塗りつぶし">
                <a:extLst>
                  <a:ext uri="{FF2B5EF4-FFF2-40B4-BE49-F238E27FC236}">
                    <ns2:creationId id="{B9915098-1DB5-F47C-5288-8ADFB8C834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70" name="グラフィックス 569" descr="リンク 単色塗りつぶし">
                <a:extLst>
                  <a:ext uri="{FF2B5EF4-FFF2-40B4-BE49-F238E27FC236}">
                    <ns2:creationId id="{4EA12DD0-FA2D-3323-2DE3-199A0E9A9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575" name="コネクタ: カギ線 574">
                <a:extLst>
                  <a:ext uri="{FF2B5EF4-FFF2-40B4-BE49-F238E27FC236}">
                    <ns2:creationId id="{7C842265-AD10-123F-585A-67ABC141869E}"/>
                  </a:ext>
                </a:extLst>
              </p:cNvPr>
              <p:cNvCxnSpPr>
                <a:cxnSpLocks/>
                <a:stCxn id="427" idx="3"/>
                <a:endCxn id="423" idx="1"/>
              </p:cNvCxnSpPr>
              <p:nvPr/>
            </p:nvCxnSpPr>
            <p:spPr>
              <a:xfrm>
                <a:off x="1516337" y="473945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コネクタ: カギ線 575">
                <a:extLst>
                  <a:ext uri="{FF2B5EF4-FFF2-40B4-BE49-F238E27FC236}">
                    <ns2:creationId id="{D2F9A811-930F-015F-DBB3-E6C940F35A9E}"/>
                  </a:ext>
                </a:extLst>
              </p:cNvPr>
              <p:cNvCxnSpPr>
                <a:cxnSpLocks/>
                <a:stCxn id="428" idx="3"/>
                <a:endCxn id="423" idx="1"/>
              </p:cNvCxnSpPr>
              <p:nvPr/>
            </p:nvCxnSpPr>
            <p:spPr>
              <a:xfrm flipV="1">
                <a:off x="1516337" y="486839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矢印コネクタ 582">
                <a:extLst>
                  <a:ext uri="{FF2B5EF4-FFF2-40B4-BE49-F238E27FC236}">
                    <ns2:creationId id="{5645DA78-EF46-510C-B765-F1BDE4FF478A}"/>
                  </a:ext>
                </a:extLst>
              </p:cNvPr>
              <p:cNvCxnSpPr>
                <a:cxnSpLocks/>
                <a:stCxn id="429" idx="3"/>
                <a:endCxn id="426" idx="1"/>
              </p:cNvCxnSpPr>
              <p:nvPr/>
            </p:nvCxnSpPr>
            <p:spPr>
              <a:xfrm>
                <a:off x="1516337" y="5470227"/>
                <a:ext cx="529885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矢印コネクタ 583">
                <a:extLst>
                  <a:ext uri="{FF2B5EF4-FFF2-40B4-BE49-F238E27FC236}">
                    <ns2:creationId id="{861D14B1-AB27-3FB8-9DE2-ACFD5131D6EF}"/>
                  </a:ext>
                </a:extLst>
              </p:cNvPr>
              <p:cNvCxnSpPr>
                <a:cxnSpLocks/>
                <a:stCxn id="438" idx="3"/>
                <a:endCxn id="436" idx="1"/>
              </p:cNvCxnSpPr>
              <p:nvPr/>
            </p:nvCxnSpPr>
            <p:spPr>
              <a:xfrm>
                <a:off x="1516337" y="6019553"/>
                <a:ext cx="529885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5" name="正方形/長方形 394">
                <a:extLst>
                  <a:ext uri="{FF2B5EF4-FFF2-40B4-BE49-F238E27FC236}">
                    <ns2:creationId id="{FB1AB555-F5D7-6574-28B4-43D86D985C39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560" name="グラフィックス 559" descr="データベース 単色塗りつぶし">
                <a:extLst>
                  <a:ext uri="{FF2B5EF4-FFF2-40B4-BE49-F238E27FC236}">
                    <ns2:creationId id="{E64B62B6-80E5-4B3E-F74C-35745F1F8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8597FE7F-CD5F-15EF-2894-A2AFA333CF42}"/>
                </a:ext>
              </a:extLst>
            </p:cNvPr>
            <p:cNvGrpSpPr/>
            <p:nvPr/>
          </p:nvGrpSpPr>
          <p:grpSpPr>
            <a:xfrm>
              <a:off x="4195851" y="3038123"/>
              <a:ext cx="3755759" cy="3269430"/>
              <a:chOff x="354367" y="3038123"/>
              <a:chExt cx="3755759" cy="3269430"/>
            </a:xfrm>
          </p:grpSpPr>
          <p:sp>
            <p:nvSpPr>
              <p:cNvPr id="138" name="四角形: 角を丸くする 137">
                <a:extLst>
                  <a:ext uri="{FF2B5EF4-FFF2-40B4-BE49-F238E27FC236}">
                    <ns2:creationId id="{F171ACBB-7190-4102-CA64-D667099844ED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50" name="四角形: 角を丸くする 149">
                <a:extLst>
                  <a:ext uri="{FF2B5EF4-FFF2-40B4-BE49-F238E27FC236}">
                    <ns2:creationId id="{6702DF0D-469F-6C70-8D2A-2FF2706972D9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1" name="四角形: 角を丸くする 150">
                <a:extLst>
                  <a:ext uri="{FF2B5EF4-FFF2-40B4-BE49-F238E27FC236}">
                    <ns2:creationId id="{512651DA-F2C6-CF0B-D1D1-48263CE6038A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4" name="四角形: 角を丸くする 153">
                <a:extLst>
                  <a:ext uri="{FF2B5EF4-FFF2-40B4-BE49-F238E27FC236}">
                    <ns2:creationId id="{224B45A0-8E5B-F101-97F4-91F2631F0FFE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8" name="四角形: 角を丸くする 157">
                <a:extLst>
                  <a:ext uri="{FF2B5EF4-FFF2-40B4-BE49-F238E27FC236}">
                    <ns2:creationId id="{8D9F60F8-82DD-35EF-8C67-A823E1D2E2A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9" name="四角形: 角を丸くする 158">
                <a:extLst>
                  <a:ext uri="{FF2B5EF4-FFF2-40B4-BE49-F238E27FC236}">
                    <ns2:creationId id="{C88D69D2-54B2-E15B-6D67-1A9D109C077E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8" name="四角形: 角を丸くする 167">
                <a:extLst>
                  <a:ext uri="{FF2B5EF4-FFF2-40B4-BE49-F238E27FC236}">
                    <ns2:creationId id="{53FD6694-D512-F45E-8FBC-7CC208668107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3B56A0B7-D87C-12F0-5826-294412AD932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665D205F-8BB9-4169-3A35-1CAD61FFE89D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E9D89847-5B4B-4DD8-0081-3FD836B69AC5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6E5F7266-0FFD-1C51-3AD9-67EAB877CE4B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BC17145E-316C-486B-A7F7-158F865E8E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A23EDFC2-D7A3-4E53-4F71-5354942B29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42" name="Grafik 3">
                <a:extLst>
                  <a:ext uri="{FF2B5EF4-FFF2-40B4-BE49-F238E27FC236}">
                    <ns2:creationId id="{088EFA2B-1D1B-E80B-2626-F79E532CE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143" name="図 142">
                <a:extLst>
                  <a:ext uri="{FF2B5EF4-FFF2-40B4-BE49-F238E27FC236}">
                    <ns2:creationId id="{E58DCBE6-6D99-EB94-E44B-469BF137D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147" name="フローチャート: 磁気ディスク 146">
                <a:extLst>
                  <a:ext uri="{FF2B5EF4-FFF2-40B4-BE49-F238E27FC236}">
                    <ns2:creationId id="{E638C029-F852-CC95-3182-3A0CF74BC1C1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8" name="フローチャート: 複数書類 147">
                <a:extLst>
                  <a:ext uri="{FF2B5EF4-FFF2-40B4-BE49-F238E27FC236}">
                    <ns2:creationId id="{9F3695A7-2662-2CF1-DDE8-2197758D1F10}"/>
                  </a:ext>
                </a:extLst>
              </p:cNvPr>
              <p:cNvSpPr/>
              <p:nvPr/>
            </p:nvSpPr>
            <p:spPr>
              <a:xfrm>
                <a:off x="2046223" y="4102881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152" name="直線コネクタ 151">
                <a:extLst>
                  <a:ext uri="{FF2B5EF4-FFF2-40B4-BE49-F238E27FC236}">
                    <ns2:creationId id="{8880C905-5768-32D7-153C-20CA23D762C2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5D0F2ACD-D3B4-D941-6AF3-BAD7E7D54A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57" name="グラフィックス 156" descr="ユーザー 単色塗りつぶし">
                <a:extLst>
                  <a:ext uri="{FF2B5EF4-FFF2-40B4-BE49-F238E27FC236}">
                    <ns2:creationId id="{50C77D12-7167-7735-2AB7-014952E3A2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60" name="コネクタ: カギ線 159">
                <a:extLst>
                  <a:ext uri="{FF2B5EF4-FFF2-40B4-BE49-F238E27FC236}">
                    <ns2:creationId id="{3307A711-2DD8-1EFC-968D-484DEA7CD754}"/>
                  </a:ext>
                </a:extLst>
              </p:cNvPr>
              <p:cNvCxnSpPr>
                <a:cxnSpLocks/>
                <a:stCxn id="144" idx="4"/>
                <a:endCxn id="14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75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コネクタ: カギ線 161">
                <a:extLst>
                  <a:ext uri="{FF2B5EF4-FFF2-40B4-BE49-F238E27FC236}">
                    <ns2:creationId id="{663D2EDD-21DE-A78F-4D6B-06DEF81E79EF}"/>
                  </a:ext>
                </a:extLst>
              </p:cNvPr>
              <p:cNvCxnSpPr>
                <a:cxnSpLocks/>
                <a:stCxn id="157" idx="3"/>
                <a:endCxn id="148" idx="1"/>
              </p:cNvCxnSpPr>
              <p:nvPr/>
            </p:nvCxnSpPr>
            <p:spPr>
              <a:xfrm>
                <a:off x="1516337" y="4171264"/>
                <a:ext cx="529886" cy="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コネクタ: カギ線 162">
                <a:extLst>
                  <a:ext uri="{FF2B5EF4-FFF2-40B4-BE49-F238E27FC236}">
                    <ns2:creationId id="{3ED36472-47BA-53A1-0B94-33FCA5AB5517}"/>
                  </a:ext>
                </a:extLst>
              </p:cNvPr>
              <p:cNvCxnSpPr>
                <a:cxnSpLocks/>
                <a:stCxn id="148" idx="3"/>
                <a:endCxn id="147" idx="2"/>
              </p:cNvCxnSpPr>
              <p:nvPr/>
            </p:nvCxnSpPr>
            <p:spPr>
              <a:xfrm flipV="1">
                <a:off x="2207924" y="3914628"/>
                <a:ext cx="478078" cy="256637"/>
              </a:xfrm>
              <a:prstGeom prst="bentConnector3">
                <a:avLst>
                  <a:gd name="adj1" fmla="val 28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矢印コネクタ 163">
                <a:extLst>
                  <a:ext uri="{FF2B5EF4-FFF2-40B4-BE49-F238E27FC236}">
                    <ns2:creationId id="{A6C43F8D-347A-B372-2814-30E65292C45D}"/>
                  </a:ext>
                </a:extLst>
              </p:cNvPr>
              <p:cNvCxnSpPr>
                <a:cxnSpLocks/>
                <a:stCxn id="147" idx="4"/>
                <a:endCxn id="143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フローチャート: 複数書類 164">
                <a:extLst>
                  <a:ext uri="{FF2B5EF4-FFF2-40B4-BE49-F238E27FC236}">
                    <ns2:creationId id="{EBDE570E-5CC3-8553-6CB0-5533A379D7F7}"/>
                  </a:ext>
                </a:extLst>
              </p:cNvPr>
              <p:cNvSpPr/>
              <p:nvPr/>
            </p:nvSpPr>
            <p:spPr>
              <a:xfrm>
                <a:off x="2046223" y="492894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6" name="フローチャート: 複数書類 165">
                <a:extLst>
                  <a:ext uri="{FF2B5EF4-FFF2-40B4-BE49-F238E27FC236}">
                    <ns2:creationId id="{F47AA612-801E-511F-D7F6-871349EE0E9B}"/>
                  </a:ext>
                </a:extLst>
              </p:cNvPr>
              <p:cNvSpPr/>
              <p:nvPr/>
            </p:nvSpPr>
            <p:spPr>
              <a:xfrm>
                <a:off x="2046223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1" name="グラフィックス 170" descr="ユーザー 単色塗りつぶし">
                <a:extLst>
                  <a:ext uri="{FF2B5EF4-FFF2-40B4-BE49-F238E27FC236}">
                    <ns2:creationId id="{1EEA1193-31ED-592D-D6E0-2106482097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172" name="グラフィックス 171" descr="ユーザー 単色塗りつぶし">
                <a:extLst>
                  <a:ext uri="{FF2B5EF4-FFF2-40B4-BE49-F238E27FC236}">
                    <ns2:creationId id="{8FAD23B7-D1A8-01CB-EED4-EB40766203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3" name="コネクタ: カギ線 172">
                <a:extLst>
                  <a:ext uri="{FF2B5EF4-FFF2-40B4-BE49-F238E27FC236}">
                    <ns2:creationId id="{838D0FAB-46DC-3F2C-3A34-9F00D1E6B4A7}"/>
                  </a:ext>
                </a:extLst>
              </p:cNvPr>
              <p:cNvCxnSpPr>
                <a:cxnSpLocks/>
                <a:stCxn id="16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コネクタ: カギ線 173">
                <a:extLst>
                  <a:ext uri="{FF2B5EF4-FFF2-40B4-BE49-F238E27FC236}">
                    <ns2:creationId id="{48A81575-D4ED-7745-BBBC-9F7755C1024A}"/>
                  </a:ext>
                </a:extLst>
              </p:cNvPr>
              <p:cNvCxnSpPr>
                <a:cxnSpLocks/>
                <a:stCxn id="166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フローチャート: 複数書類 174">
                <a:extLst>
                  <a:ext uri="{FF2B5EF4-FFF2-40B4-BE49-F238E27FC236}">
                    <ns2:creationId id="{153B6125-944F-0C2D-18BF-F1E27ABB2F0F}"/>
                  </a:ext>
                </a:extLst>
              </p:cNvPr>
              <p:cNvSpPr/>
              <p:nvPr/>
            </p:nvSpPr>
            <p:spPr>
              <a:xfrm>
                <a:off x="2046223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6" name="グラフィックス 175" descr="ユーザー 単色塗りつぶし">
                <a:extLst>
                  <a:ext uri="{FF2B5EF4-FFF2-40B4-BE49-F238E27FC236}">
                    <ns2:creationId id="{6A644112-BBD0-C45F-2A98-E1BB13D7AB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7" name="コネクタ: カギ線 176">
                <a:extLst>
                  <a:ext uri="{FF2B5EF4-FFF2-40B4-BE49-F238E27FC236}">
                    <ns2:creationId id="{DAFA2871-2D93-9AE4-57FC-FC391691ADFB}"/>
                  </a:ext>
                </a:extLst>
              </p:cNvPr>
              <p:cNvCxnSpPr>
                <a:cxnSpLocks/>
                <a:stCxn id="17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78" name="グラフィックス 177" descr="開いたフォルダー 単色塗りつぶし">
                <a:extLst>
                  <a:ext uri="{FF2B5EF4-FFF2-40B4-BE49-F238E27FC236}">
                    <ns2:creationId id="{603D751F-54BA-CE8C-A469-9B8AD9ED1D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79" name="グラフィックス 178" descr="ダウンロード 単色塗りつぶし">
                <a:extLst>
                  <a:ext uri="{FF2B5EF4-FFF2-40B4-BE49-F238E27FC236}">
                    <ns2:creationId id="{8F92D768-B56A-9377-A8C8-CB278DE693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0" name="グラフィックス 179" descr="リサーチ 単色塗りつぶし">
                <a:extLst>
                  <a:ext uri="{FF2B5EF4-FFF2-40B4-BE49-F238E27FC236}">
                    <ns2:creationId id="{C993E7C8-095C-76F0-361B-BBEC95E4F3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1" name="グラフィックス 180" descr="世界 単色塗りつぶし">
                <a:extLst>
                  <a:ext uri="{FF2B5EF4-FFF2-40B4-BE49-F238E27FC236}">
                    <ns2:creationId id="{26653BE7-06FC-BF30-459F-BFC3D2599F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2" name="グラフィックス 181" descr="リンク 単色塗りつぶし">
                <a:extLst>
                  <a:ext uri="{FF2B5EF4-FFF2-40B4-BE49-F238E27FC236}">
                    <ns2:creationId id="{C5E570B7-4A2C-F9BB-03C9-1A214A7078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185" name="直線矢印コネクタ 184">
                <a:extLst>
                  <a:ext uri="{FF2B5EF4-FFF2-40B4-BE49-F238E27FC236}">
                    <ns2:creationId id="{13AB43B3-FE24-18B4-C4A7-FB4CA7849F4D}"/>
                  </a:ext>
                </a:extLst>
              </p:cNvPr>
              <p:cNvCxnSpPr>
                <a:cxnSpLocks/>
                <a:stCxn id="172" idx="3"/>
                <a:endCxn id="166" idx="1"/>
              </p:cNvCxnSpPr>
              <p:nvPr/>
            </p:nvCxnSpPr>
            <p:spPr>
              <a:xfrm>
                <a:off x="1516337" y="5470227"/>
                <a:ext cx="529886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直線矢印コネクタ 185">
                <a:extLst>
                  <a:ext uri="{FF2B5EF4-FFF2-40B4-BE49-F238E27FC236}">
                    <ns2:creationId id="{1ACB29C2-2D05-8EED-3127-F6395D23C95B}"/>
                  </a:ext>
                </a:extLst>
              </p:cNvPr>
              <p:cNvCxnSpPr>
                <a:cxnSpLocks/>
                <a:stCxn id="176" idx="3"/>
                <a:endCxn id="175" idx="1"/>
              </p:cNvCxnSpPr>
              <p:nvPr/>
            </p:nvCxnSpPr>
            <p:spPr>
              <a:xfrm>
                <a:off x="1516337" y="601955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" name="正方形/長方形 186">
                <a:extLst>
                  <a:ext uri="{FF2B5EF4-FFF2-40B4-BE49-F238E27FC236}">
                    <ns2:creationId id="{F19D0496-A2D2-C711-A956-86DEA87F9D51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88" name="グラフィックス 187" descr="データベース 単色塗りつぶし">
                <a:extLst>
                  <a:ext uri="{FF2B5EF4-FFF2-40B4-BE49-F238E27FC236}">
                    <ns2:creationId id="{5C652462-379C-A18A-44BA-8F95E909F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372" name="直線矢印コネクタ 371">
                <a:extLst>
                  <a:ext uri="{FF2B5EF4-FFF2-40B4-BE49-F238E27FC236}">
                    <ns2:creationId id="{6953BE39-437F-3B95-FBC4-5388C52BFEDA}"/>
                  </a:ext>
                </a:extLst>
              </p:cNvPr>
              <p:cNvCxnSpPr>
                <a:cxnSpLocks/>
                <a:stCxn id="171" idx="3"/>
                <a:endCxn id="165" idx="1"/>
              </p:cNvCxnSpPr>
              <p:nvPr/>
            </p:nvCxnSpPr>
            <p:spPr>
              <a:xfrm>
                <a:off x="1516337" y="499733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0" name="コネクタ: カギ線 679">
                <a:extLst>
                  <a:ext uri="{FF2B5EF4-FFF2-40B4-BE49-F238E27FC236}">
                    <ns2:creationId id="{5887412A-2D6A-0601-C08D-419DE396269A}"/>
                  </a:ext>
                </a:extLst>
              </p:cNvPr>
              <p:cNvCxnSpPr>
                <a:cxnSpLocks/>
                <a:stCxn id="167" idx="4"/>
                <a:endCxn id="14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フローチャート: 磁気ディスク 143">
                <a:extLst>
                  <a:ext uri="{FF2B5EF4-FFF2-40B4-BE49-F238E27FC236}">
                    <ns2:creationId id="{3769973B-023F-47A5-94EA-2A2BF81FC1F4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5" name="フローチャート: 磁気ディスク 144">
                <a:extLst>
                  <a:ext uri="{FF2B5EF4-FFF2-40B4-BE49-F238E27FC236}">
                    <ns2:creationId id="{C4E2CFBA-2BED-4A4F-8A6C-4D952AAF0E97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6" name="フローチャート: 磁気ディスク 145">
                <a:extLst>
                  <a:ext uri="{FF2B5EF4-FFF2-40B4-BE49-F238E27FC236}">
                    <ns2:creationId id="{413D5A84-25D7-442F-54AA-66A6E7F3AFC2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9" name="フローチャート: 磁気ディスク 148">
                <a:extLst>
                  <a:ext uri="{FF2B5EF4-FFF2-40B4-BE49-F238E27FC236}">
                    <ns2:creationId id="{2C9C4DE8-EDDB-5038-D54B-CEE0F1C8FFED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5" name="フローチャート: 磁気ディスク 154">
                <a:extLst>
                  <a:ext uri="{FF2B5EF4-FFF2-40B4-BE49-F238E27FC236}">
                    <ns2:creationId id="{682B5648-E50C-ADAB-35B2-087C184695DC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7" name="フローチャート: 磁気ディスク 166">
                <a:extLst>
                  <a:ext uri="{FF2B5EF4-FFF2-40B4-BE49-F238E27FC236}">
                    <ns2:creationId id="{6DAEC5AF-93E6-AFCB-75CB-CE9C4D107526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9" name="フローチャート: 磁気ディスク 168">
                <a:extLst>
                  <a:ext uri="{FF2B5EF4-FFF2-40B4-BE49-F238E27FC236}">
                    <ns2:creationId id="{64B980D6-1690-A9BC-CBE1-BF86FBEF9C0D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377" name="直線矢印コネクタ 376">
              <a:extLst>
                <a:ext uri="{FF2B5EF4-FFF2-40B4-BE49-F238E27FC236}">
                  <ns2:creationId id="{F94EC67E-ABA9-7AEC-D7E5-D84B4665B619}"/>
                </a:ext>
              </a:extLst>
            </p:cNvPr>
            <p:cNvCxnSpPr>
              <a:stCxn id="145" idx="4"/>
              <a:endCxn id="147" idx="2"/>
            </p:cNvCxnSpPr>
            <p:nvPr/>
          </p:nvCxnSpPr>
          <p:spPr>
            <a:xfrm>
              <a:off x="5154184" y="3914628"/>
              <a:ext cx="1373302" cy="0"/>
            </a:xfrm>
            <a:prstGeom prst="straightConnector1">
              <a:avLst/>
            </a:prstGeom>
            <a:ln w="9525">
              <a:solidFill>
                <a:srgbClr val="168A1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6" name="グループ化 385">
              <a:extLst>
                <a:ext uri="{FF2B5EF4-FFF2-40B4-BE49-F238E27FC236}">
                  <ns2:creationId id="{247D1586-A8B3-D000-2599-F0F2C4265705}"/>
                </a:ext>
              </a:extLst>
            </p:cNvPr>
            <p:cNvGrpSpPr/>
            <p:nvPr/>
          </p:nvGrpSpPr>
          <p:grpSpPr>
            <a:xfrm>
              <a:off x="8037334" y="3038123"/>
              <a:ext cx="3755759" cy="3269430"/>
              <a:chOff x="354367" y="3038123"/>
              <a:chExt cx="3755759" cy="3269430"/>
            </a:xfrm>
          </p:grpSpPr>
          <p:sp>
            <p:nvSpPr>
              <p:cNvPr id="392" name="四角形: 角を丸くする 391">
                <a:extLst>
                  <a:ext uri="{FF2B5EF4-FFF2-40B4-BE49-F238E27FC236}">
                    <ns2:creationId id="{06E169F7-9CBB-7A27-1C5A-AB13DAEEFA06}"/>
                  </a:ext>
                </a:extLst>
              </p:cNvPr>
              <p:cNvSpPr/>
              <p:nvPr/>
            </p:nvSpPr>
            <p:spPr>
              <a:xfrm>
                <a:off x="1785406" y="5731552"/>
                <a:ext cx="683333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42" name="四角形: 角を丸くする 441">
                <a:extLst>
                  <a:ext uri="{FF2B5EF4-FFF2-40B4-BE49-F238E27FC236}">
                    <ns2:creationId id="{CB926667-C9FB-08BC-243C-FC1AB5D1CF96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3" name="四角形: 角を丸くする 442">
                <a:extLst>
                  <a:ext uri="{FF2B5EF4-FFF2-40B4-BE49-F238E27FC236}">
                    <ns2:creationId id="{5D8206D4-CAEE-57C5-5FD8-F79F8295AF10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7" name="四角形: 角を丸くする 446">
                <a:extLst>
                  <a:ext uri="{FF2B5EF4-FFF2-40B4-BE49-F238E27FC236}">
                    <ns2:creationId id="{DFFD69B4-6E89-427A-D28D-8AA83948797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6" name="コネクタ: カギ線 645">
                <a:extLst>
                  <a:ext uri="{FF2B5EF4-FFF2-40B4-BE49-F238E27FC236}">
                    <ns2:creationId id="{13B409DE-97F2-AFB2-BA0F-13CC53EB21ED}"/>
                  </a:ext>
                </a:extLst>
              </p:cNvPr>
              <p:cNvCxnSpPr>
                <a:cxnSpLocks/>
                <a:stCxn id="435" idx="4"/>
                <a:endCxn id="437" idx="2"/>
              </p:cNvCxnSpPr>
              <p:nvPr/>
            </p:nvCxnSpPr>
            <p:spPr>
              <a:xfrm flipV="1">
                <a:off x="1312700" y="3914628"/>
                <a:ext cx="1373302" cy="25663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1" name="四角形: 角を丸くする 650">
                <a:extLst>
                  <a:ext uri="{FF2B5EF4-FFF2-40B4-BE49-F238E27FC236}">
                    <ns2:creationId id="{7D2702D0-C656-91F2-1B41-C2E9AEB8175F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55" name="コネクタ: カギ線 654">
                <a:extLst>
                  <a:ext uri="{FF2B5EF4-FFF2-40B4-BE49-F238E27FC236}">
                    <ns2:creationId id="{E30F1749-FA27-2126-E7B5-94FD7A6FD2FB}"/>
                  </a:ext>
                </a:extLst>
              </p:cNvPr>
              <p:cNvCxnSpPr>
                <a:cxnSpLocks/>
                <a:stCxn id="652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7" name="正方形/長方形 386">
                <a:extLst>
                  <a:ext uri="{FF2B5EF4-FFF2-40B4-BE49-F238E27FC236}">
                    <ns2:creationId id="{CF7B252A-6B77-9E8B-EAA3-FCE1CB368BA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chemeClr val="bg1">
                  <a:lumMod val="75000"/>
                  <a:alpha val="9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5AEADA23-DCEF-59D3-B38F-75BC15E97217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0" name="正方形/長方形 389">
                <a:extLst>
                  <a:ext uri="{FF2B5EF4-FFF2-40B4-BE49-F238E27FC236}">
                    <ns2:creationId id="{AAC3DB17-3A2B-9A2F-5360-6AF5CD68075C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4" name="正方形/長方形 393">
                <a:extLst>
                  <a:ext uri="{FF2B5EF4-FFF2-40B4-BE49-F238E27FC236}">
                    <ns2:creationId id="{FBE7688F-F705-BCC0-6DCE-5F1A1E395C1E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6" name="正方形/長方形 395">
                <a:extLst>
                  <a:ext uri="{FF2B5EF4-FFF2-40B4-BE49-F238E27FC236}">
                    <ns2:creationId id="{EEABC20E-9947-6F0B-9FC3-32DF2B6B14D9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24" name="正方形/長方形 423">
                <a:extLst>
                  <a:ext uri="{FF2B5EF4-FFF2-40B4-BE49-F238E27FC236}">
                    <ns2:creationId id="{549B530F-37CD-4D01-21F9-F009FE4B31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425" name="Grafik 3">
                <a:extLst>
                  <a:ext uri="{FF2B5EF4-FFF2-40B4-BE49-F238E27FC236}">
                    <ns2:creationId id="{9A90A7C9-2D07-8F59-FF3C-DD6AB5B2F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430" name="図 429">
                <a:extLst>
                  <a:ext uri="{FF2B5EF4-FFF2-40B4-BE49-F238E27FC236}">
                    <ns2:creationId id="{ECF79B22-5D42-ADE1-5A25-B297DE6DC5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437" name="フローチャート: 磁気ディスク 436">
                <a:extLst>
                  <a:ext uri="{FF2B5EF4-FFF2-40B4-BE49-F238E27FC236}">
                    <ns2:creationId id="{8AC34171-401C-2576-4C34-6746ED6ED3B6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444" name="直線コネクタ 443">
                <a:extLst>
                  <a:ext uri="{FF2B5EF4-FFF2-40B4-BE49-F238E27FC236}">
                    <ns2:creationId id="{03DA426D-219C-0ED1-C960-17F7593F8F80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直線コネクタ 444">
                <a:extLst>
                  <a:ext uri="{FF2B5EF4-FFF2-40B4-BE49-F238E27FC236}">
                    <ns2:creationId id="{AC8865A7-94C6-E193-7448-2EB801E403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四角形: 角を丸くする 641">
                <a:extLst>
                  <a:ext uri="{FF2B5EF4-FFF2-40B4-BE49-F238E27FC236}">
                    <ns2:creationId id="{EE5EA3AC-C71D-0116-FD5F-20B9B8D0430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3" name="四角形: 角を丸くする 642">
                <a:extLst>
                  <a:ext uri="{FF2B5EF4-FFF2-40B4-BE49-F238E27FC236}">
                    <ns2:creationId id="{0CCD17C5-0053-13DC-0CCC-FE745F63D185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4" name="コネクタ: カギ線 643">
                <a:extLst>
                  <a:ext uri="{FF2B5EF4-FFF2-40B4-BE49-F238E27FC236}">
                    <ns2:creationId id="{F73BD63C-4A25-D250-4BBB-0C48AD0343D6}"/>
                  </a:ext>
                </a:extLst>
              </p:cNvPr>
              <p:cNvCxnSpPr>
                <a:cxnSpLocks/>
                <a:stCxn id="431" idx="4"/>
                <a:endCxn id="43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直線矢印コネクタ 646">
                <a:extLst>
                  <a:ext uri="{FF2B5EF4-FFF2-40B4-BE49-F238E27FC236}">
                    <ns2:creationId id="{B8FD112C-0971-3306-01EE-B6D6622022AF}"/>
                  </a:ext>
                </a:extLst>
              </p:cNvPr>
              <p:cNvCxnSpPr>
                <a:cxnSpLocks/>
                <a:stCxn id="437" idx="4"/>
                <a:endCxn id="430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6" name="コネクタ: カギ線 655">
                <a:extLst>
                  <a:ext uri="{FF2B5EF4-FFF2-40B4-BE49-F238E27FC236}">
                    <ns2:creationId id="{DB6834E6-1EBF-DC57-72EA-971C3DC06AF3}"/>
                  </a:ext>
                </a:extLst>
              </p:cNvPr>
              <p:cNvCxnSpPr>
                <a:cxnSpLocks/>
                <a:stCxn id="441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7" name="フローチャート: 複数書類 656">
                <a:extLst>
                  <a:ext uri="{FF2B5EF4-FFF2-40B4-BE49-F238E27FC236}">
                    <ns2:creationId id="{3A28E026-8E45-92FB-4CDD-5E0A8B6BA216}"/>
                  </a:ext>
                </a:extLst>
              </p:cNvPr>
              <p:cNvSpPr/>
              <p:nvPr/>
            </p:nvSpPr>
            <p:spPr>
              <a:xfrm>
                <a:off x="1894506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658" name="グラフィックス 657" descr="ユーザー 単色塗りつぶし">
                <a:extLst>
                  <a:ext uri="{FF2B5EF4-FFF2-40B4-BE49-F238E27FC236}">
                    <ns2:creationId id="{5CED9684-C0B8-68CF-69C8-4A3FBB8EA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659" name="コネクタ: カギ線 658">
                <a:extLst>
                  <a:ext uri="{FF2B5EF4-FFF2-40B4-BE49-F238E27FC236}">
                    <ns2:creationId id="{CF51EAB1-0470-0B9C-3305-DD98643AE09F}"/>
                  </a:ext>
                </a:extLst>
              </p:cNvPr>
              <p:cNvCxnSpPr>
                <a:cxnSpLocks/>
                <a:stCxn id="657" idx="3"/>
                <a:endCxn id="437" idx="3"/>
              </p:cNvCxnSpPr>
              <p:nvPr/>
            </p:nvCxnSpPr>
            <p:spPr>
              <a:xfrm flipV="1">
                <a:off x="2056207" y="4009847"/>
                <a:ext cx="917795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60" name="グラフィックス 659" descr="開いたフォルダー 単色塗りつぶし">
                <a:extLst>
                  <a:ext uri="{FF2B5EF4-FFF2-40B4-BE49-F238E27FC236}">
                    <ns2:creationId id="{0B466E9C-D425-D1A4-B148-7A109B6F10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1" name="グラフィックス 660" descr="ダウンロード 単色塗りつぶし">
                <a:extLst>
                  <a:ext uri="{FF2B5EF4-FFF2-40B4-BE49-F238E27FC236}">
                    <ns2:creationId id="{C77200CD-62F7-C49A-3EA2-B8F9E698F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2" name="グラフィックス 661" descr="リサーチ 単色塗りつぶし">
                <a:extLst>
                  <a:ext uri="{FF2B5EF4-FFF2-40B4-BE49-F238E27FC236}">
                    <ns2:creationId id="{D3F424BC-CD8A-BD85-BF6D-036D649CB0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3" name="グラフィックス 662" descr="世界 単色塗りつぶし">
                <a:extLst>
                  <a:ext uri="{FF2B5EF4-FFF2-40B4-BE49-F238E27FC236}">
                    <ns2:creationId id="{9D6F6C29-C8CF-FD98-567A-92FECEAA94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4" name="グラフィックス 663" descr="リンク 単色塗りつぶし">
                <a:extLst>
                  <a:ext uri="{FF2B5EF4-FFF2-40B4-BE49-F238E27FC236}">
                    <ns2:creationId id="{DA3A65D5-C92C-0B82-5E93-E76F9E5A7B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66" name="直線矢印コネクタ 665">
                <a:extLst>
                  <a:ext uri="{FF2B5EF4-FFF2-40B4-BE49-F238E27FC236}">
                    <ns2:creationId id="{888125C2-EB87-FA6C-9254-58F84CDC7B15}"/>
                  </a:ext>
                </a:extLst>
              </p:cNvPr>
              <p:cNvCxnSpPr>
                <a:cxnSpLocks/>
                <a:stCxn id="658" idx="3"/>
                <a:endCxn id="657" idx="1"/>
              </p:cNvCxnSpPr>
              <p:nvPr/>
            </p:nvCxnSpPr>
            <p:spPr>
              <a:xfrm>
                <a:off x="1516337" y="6019553"/>
                <a:ext cx="378169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7" name="正方形/長方形 666">
                <a:extLst>
                  <a:ext uri="{FF2B5EF4-FFF2-40B4-BE49-F238E27FC236}">
                    <ns2:creationId id="{32A4438C-A2CB-0B02-D22E-DFD5297FC628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668" name="グラフィックス 667" descr="データベース 単色塗りつぶし">
                <a:extLst>
                  <a:ext uri="{FF2B5EF4-FFF2-40B4-BE49-F238E27FC236}">
                    <ns2:creationId id="{7279B1BA-6D21-A46D-3E1B-7622A9B47E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83" name="コネクタ: カギ線 682">
                <a:extLst>
                  <a:ext uri="{FF2B5EF4-FFF2-40B4-BE49-F238E27FC236}">
                    <ns2:creationId id="{8949C818-E7C3-D4EE-ADFF-8054CE2A3436}"/>
                  </a:ext>
                </a:extLst>
              </p:cNvPr>
              <p:cNvCxnSpPr>
                <a:cxnSpLocks/>
                <a:stCxn id="650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1" name="フローチャート: 磁気ディスク 430">
                <a:extLst>
                  <a:ext uri="{FF2B5EF4-FFF2-40B4-BE49-F238E27FC236}">
                    <ns2:creationId id="{E8BC2EA1-579E-1D2D-27CE-40EC0480508F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2" name="フローチャート: 磁気ディスク 431">
                <a:extLst>
                  <a:ext uri="{FF2B5EF4-FFF2-40B4-BE49-F238E27FC236}">
                    <ns2:creationId id="{BEAF9C02-B6E7-BB30-9F27-7386E480BA9A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5" name="フローチャート: 磁気ディスク 434">
                <a:extLst>
                  <a:ext uri="{FF2B5EF4-FFF2-40B4-BE49-F238E27FC236}">
                    <ns2:creationId id="{8C333B8A-B19E-108A-9B79-57A0051ACE16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1" name="フローチャート: 磁気ディスク 440">
                <a:extLst>
                  <a:ext uri="{FF2B5EF4-FFF2-40B4-BE49-F238E27FC236}">
                    <ns2:creationId id="{2F8900BD-26BA-A82D-F229-4DE4D15B5B19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0" name="フローチャート: 磁気ディスク 639">
                <a:extLst>
                  <a:ext uri="{FF2B5EF4-FFF2-40B4-BE49-F238E27FC236}">
                    <ns2:creationId id="{73759940-6C12-E1A7-0E59-8BF5B4511D9E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0" name="フローチャート: 磁気ディスク 649">
                <a:extLst>
                  <a:ext uri="{FF2B5EF4-FFF2-40B4-BE49-F238E27FC236}">
                    <ns2:creationId id="{36E9AE46-3FCE-A4F4-66EE-6F08192A8285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2" name="フローチャート: 磁気ディスク 651">
                <a:extLst>
                  <a:ext uri="{FF2B5EF4-FFF2-40B4-BE49-F238E27FC236}">
                    <ns2:creationId id="{0CE4A34B-A45E-8BDE-F5DE-0E1DF1DF194A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6:creationId val="1220227439"/>
      </p:ext>
    </p:extLst>
  </p:cSld>
  <p:clrMapOvr>
    <a:masterClrMapping/>
  </p:clrMapOvr>
</p:sld>
</file>

<file path=ppt/slides/slide18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89C3B8A-E8EA-C24A-2361-6FA5D660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DF438EE-C536-FF27-2031-474164CC1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 </a:t>
            </a:r>
            <a:r>
              <a:rPr lang="ja-JP" altLang="en-US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br>
              <a:rPr lang="it-IT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2" name="グループ化 21">
            <a:extLst>
              <a:ext uri="{FF2B5EF4-FFF2-40B4-BE49-F238E27FC236}">
                <ns2:creationId id="{F4FAF604-0FF5-208D-8246-FB736B59B5B4}"/>
              </a:ext>
            </a:extLst>
          </p:cNvPr>
          <p:cNvGrpSpPr/>
          <p:nvPr/>
        </p:nvGrpSpPr>
        <p:grpSpPr>
          <a:xfrm>
            <a:off x="6795197" y="500731"/>
            <a:ext cx="3694027" cy="281411"/>
            <a:chOff x="6013465" y="488245"/>
            <a:chExt cx="4442711" cy="360000"/>
          </a:xfrm>
        </p:grpSpPr>
        <p:sp>
          <p:nvSpPr>
            <p:cNvPr id="26" name="ホームベース 85">
              <a:extLst>
                <a:ext uri="{FF2B5EF4-FFF2-40B4-BE49-F238E27FC236}">
                  <ns2:creationId id="{DE119137-4DDA-F5D0-2F2C-C5E51F5B4D70}"/>
                </a:ext>
              </a:extLst>
            </p:cNvPr>
            <p:cNvSpPr/>
            <p:nvPr/>
          </p:nvSpPr>
          <p:spPr>
            <a:xfrm>
              <a:off x="6013465" y="488245"/>
              <a:ext cx="900000" cy="360000"/>
            </a:xfrm>
            <a:prstGeom prst="homePlate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山形 86">
              <a:extLst>
                <a:ext uri="{FF2B5EF4-FFF2-40B4-BE49-F238E27FC236}">
                  <ns2:creationId id="{49DD68B8-4B30-975D-2422-CC2A209F2ABF}"/>
                </a:ext>
              </a:extLst>
            </p:cNvPr>
            <p:cNvSpPr/>
            <p:nvPr/>
          </p:nvSpPr>
          <p:spPr>
            <a:xfrm>
              <a:off x="6899143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山形 87">
              <a:extLst>
                <a:ext uri="{FF2B5EF4-FFF2-40B4-BE49-F238E27FC236}">
                  <ns2:creationId id="{058C1473-68DE-0A6B-75DF-6A77E51DBBCB}"/>
                </a:ext>
              </a:extLst>
            </p:cNvPr>
            <p:cNvSpPr/>
            <p:nvPr/>
          </p:nvSpPr>
          <p:spPr>
            <a:xfrm>
              <a:off x="7784821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山形 88">
              <a:extLst>
                <a:ext uri="{FF2B5EF4-FFF2-40B4-BE49-F238E27FC236}">
                  <ns2:creationId id="{85386562-34C5-D331-EE42-572471A3ED15}"/>
                </a:ext>
              </a:extLst>
            </p:cNvPr>
            <p:cNvSpPr/>
            <p:nvPr/>
          </p:nvSpPr>
          <p:spPr>
            <a:xfrm>
              <a:off x="8670500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山形 89">
              <a:extLst>
                <a:ext uri="{FF2B5EF4-FFF2-40B4-BE49-F238E27FC236}">
                  <ns2:creationId id="{91D1B9FB-EDD5-7D9E-4DA9-76BC1A87927C}"/>
                </a:ext>
              </a:extLst>
            </p:cNvPr>
            <p:cNvSpPr/>
            <p:nvPr/>
          </p:nvSpPr>
          <p:spPr>
            <a:xfrm>
              <a:off x="9556176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32" name="四角形: 角を丸くする 83">
            <a:extLst>
              <a:ext uri="{FF2B5EF4-FFF2-40B4-BE49-F238E27FC236}">
                <ns2:creationId id="{53242579-C6A2-338D-C6BA-9E845D1D9480}"/>
              </a:ext>
            </a:extLst>
          </p:cNvPr>
          <p:cNvSpPr/>
          <p:nvPr/>
        </p:nvSpPr>
        <p:spPr>
          <a:xfrm>
            <a:off x="8624078" y="2001862"/>
            <a:ext cx="3240000" cy="4305333"/>
          </a:xfrm>
          <a:prstGeom prst="roundRect">
            <a:avLst>
              <a:gd name="adj" fmla="val 1111"/>
            </a:avLst>
          </a:prstGeom>
          <a:noFill/>
          <a:ln w="2857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96000" tIns="36000" rIns="36000" bIns="36000" rtlCol="0" anchor="ctr"/>
          <a:lstStyle/>
          <a:p>
            <a:endParaRPr lang="ja-JP" altLang="en-US" sz="1100" b="1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3" name="四角形: 角を丸くする 113">
            <a:extLst>
              <a:ext uri="{FF2B5EF4-FFF2-40B4-BE49-F238E27FC236}">
                <ns2:creationId id="{04784637-8970-5D8B-5AB5-D1B8DD9B9A8A}"/>
              </a:ext>
            </a:extLst>
          </p:cNvPr>
          <p:cNvSpPr/>
          <p:nvPr/>
        </p:nvSpPr>
        <p:spPr>
          <a:xfrm>
            <a:off x="342989" y="2001862"/>
            <a:ext cx="1440000" cy="684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ns2:creationId id="{ACF02361-C38F-1FE6-94BF-A513DBB41E03}"/>
              </a:ext>
            </a:extLst>
          </p:cNvPr>
          <p:cNvSpPr txBox="1"/>
          <p:nvPr/>
        </p:nvSpPr>
        <p:spPr>
          <a:xfrm>
            <a:off x="194231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35" name="四角形: 角を丸くする 79">
            <a:extLst>
              <a:ext uri="{FF2B5EF4-FFF2-40B4-BE49-F238E27FC236}">
                <ns2:creationId id="{9E40AE97-ADA3-5684-C5BA-81E188C85B84}"/>
              </a:ext>
            </a:extLst>
          </p:cNvPr>
          <p:cNvSpPr/>
          <p:nvPr/>
        </p:nvSpPr>
        <p:spPr>
          <a:xfrm>
            <a:off x="1852326" y="1630641"/>
            <a:ext cx="10004712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6" name="四角形: 角を丸くする 79">
            <a:extLst>
              <a:ext uri="{FF2B5EF4-FFF2-40B4-BE49-F238E27FC236}">
                <ns2:creationId id="{E5A86D5C-C3AF-1BCE-486C-EE1BC892F39E}"/>
              </a:ext>
            </a:extLst>
          </p:cNvPr>
          <p:cNvSpPr/>
          <p:nvPr/>
        </p:nvSpPr>
        <p:spPr>
          <a:xfrm>
            <a:off x="342989" y="1630642"/>
            <a:ext cx="1440000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四角形: 角を丸くする 113">
            <a:extLst>
              <a:ext uri="{FF2B5EF4-FFF2-40B4-BE49-F238E27FC236}">
                <ns2:creationId id="{890A14A5-EBD8-5448-5262-C75B7579D3EF}"/>
              </a:ext>
            </a:extLst>
          </p:cNvPr>
          <p:cNvSpPr/>
          <p:nvPr/>
        </p:nvSpPr>
        <p:spPr>
          <a:xfrm>
            <a:off x="342989" y="2733082"/>
            <a:ext cx="1440000" cy="396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8" name="四角形: 角を丸くする 113">
            <a:extLst>
              <a:ext uri="{FF2B5EF4-FFF2-40B4-BE49-F238E27FC236}">
                <ns2:creationId id="{E0CB6B87-8EDC-06AE-DCB8-FC0941C8FC89}"/>
              </a:ext>
            </a:extLst>
          </p:cNvPr>
          <p:cNvSpPr/>
          <p:nvPr/>
        </p:nvSpPr>
        <p:spPr>
          <a:xfrm>
            <a:off x="342989" y="3176302"/>
            <a:ext cx="1440000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9" name="四角形: 角を丸くする 113">
            <a:extLst>
              <a:ext uri="{FF2B5EF4-FFF2-40B4-BE49-F238E27FC236}">
                <ns2:creationId id="{F4B37E4F-4613-ACA4-C47B-05A0C5DE33D7}"/>
              </a:ext>
            </a:extLst>
          </p:cNvPr>
          <p:cNvSpPr/>
          <p:nvPr/>
        </p:nvSpPr>
        <p:spPr>
          <a:xfrm>
            <a:off x="342989" y="4015522"/>
            <a:ext cx="771882" cy="1014834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40" name="四角形: 角を丸くする 113">
            <a:extLst>
              <a:ext uri="{FF2B5EF4-FFF2-40B4-BE49-F238E27FC236}">
                <ns2:creationId id="{B59E0E84-C09B-9AA6-1162-8DE25273349C}"/>
              </a:ext>
            </a:extLst>
          </p:cNvPr>
          <p:cNvSpPr/>
          <p:nvPr/>
        </p:nvSpPr>
        <p:spPr>
          <a:xfrm>
            <a:off x="1170989" y="5919926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1" name="四角形: 角を丸くする 113">
            <a:extLst>
              <a:ext uri="{FF2B5EF4-FFF2-40B4-BE49-F238E27FC236}">
                <ns2:creationId id="{4276F779-57F8-478E-7C52-9A7A1AB8E237}"/>
              </a:ext>
            </a:extLst>
          </p:cNvPr>
          <p:cNvSpPr/>
          <p:nvPr/>
        </p:nvSpPr>
        <p:spPr>
          <a:xfrm>
            <a:off x="1170989" y="5077578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2" name="四角形: 角を丸くする 113">
            <a:extLst>
              <a:ext uri="{FF2B5EF4-FFF2-40B4-BE49-F238E27FC236}">
                <ns2:creationId id="{F92D99B0-154A-1F2C-00D1-00EB9D0F5578}"/>
              </a:ext>
            </a:extLst>
          </p:cNvPr>
          <p:cNvSpPr/>
          <p:nvPr/>
        </p:nvSpPr>
        <p:spPr>
          <a:xfrm>
            <a:off x="1170989" y="5498752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ns2:creationId id="{3C081514-A6FE-C961-997C-DB11773C31AB}"/>
              </a:ext>
            </a:extLst>
          </p:cNvPr>
          <p:cNvSpPr txBox="1"/>
          <p:nvPr/>
        </p:nvSpPr>
        <p:spPr>
          <a:xfrm>
            <a:off x="194231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0488" indent="-90488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88900" indent="-88900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ns2:creationId id="{1D12D89D-7C25-68E9-3DA5-A4B3D23285B5}"/>
              </a:ext>
            </a:extLst>
          </p:cNvPr>
          <p:cNvSpPr txBox="1"/>
          <p:nvPr/>
        </p:nvSpPr>
        <p:spPr>
          <a:xfrm>
            <a:off x="194231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ROIC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ns2:creationId id="{6B84B4BB-2B22-EAF4-144B-05C5D7FBBDD1}"/>
              </a:ext>
            </a:extLst>
          </p:cNvPr>
          <p:cNvSpPr txBox="1"/>
          <p:nvPr/>
        </p:nvSpPr>
        <p:spPr>
          <a:xfrm>
            <a:off x="194231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9" name="ホームベース 43">
            <a:extLst>
              <a:ext uri="{FF2B5EF4-FFF2-40B4-BE49-F238E27FC236}">
                <ns2:creationId id="{965E8921-D138-8909-65D2-4CF7742DADBC}"/>
              </a:ext>
            </a:extLst>
          </p:cNvPr>
          <p:cNvSpPr/>
          <p:nvPr/>
        </p:nvSpPr>
        <p:spPr>
          <a:xfrm rot="5400000">
            <a:off x="1242933" y="3943579"/>
            <a:ext cx="468113" cy="612000"/>
          </a:xfrm>
          <a:prstGeom prst="homePlate">
            <a:avLst>
              <a:gd name="adj" fmla="val 18206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1</a:t>
            </a:r>
          </a:p>
        </p:txBody>
      </p:sp>
      <p:sp>
        <p:nvSpPr>
          <p:cNvPr id="50" name="山形 44">
            <a:extLst>
              <a:ext uri="{FF2B5EF4-FFF2-40B4-BE49-F238E27FC236}">
                <ns2:creationId id="{F58BCE78-B011-AD2A-C43C-DA34AA6E9566}"/>
              </a:ext>
            </a:extLst>
          </p:cNvPr>
          <p:cNvSpPr/>
          <p:nvPr/>
        </p:nvSpPr>
        <p:spPr>
          <a:xfrm rot="5400000">
            <a:off x="1188990" y="4436356"/>
            <a:ext cx="576000" cy="612000"/>
          </a:xfrm>
          <a:prstGeom prst="chevron">
            <a:avLst>
              <a:gd name="adj" fmla="val 18094"/>
            </a:avLst>
          </a:prstGeom>
          <a:solidFill>
            <a:srgbClr val="008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2</a:t>
            </a:r>
            <a:endParaRPr kumimoji="1" lang="ja-JP" altLang="en-US" sz="1400">
              <a:solidFill>
                <a:srgbClr val="008000"/>
              </a:solidFill>
              <a:ea typeface="Meiryo" panose="020B0604030504040204" pitchFamily="34" charset="-128"/>
            </a:endParaRPr>
          </a:p>
        </p:txBody>
      </p:sp>
      <p:sp>
        <p:nvSpPr>
          <p:cNvPr id="51" name="四角形: 角を丸くする 113">
            <a:extLst>
              <a:ext uri="{FF2B5EF4-FFF2-40B4-BE49-F238E27FC236}">
                <ns2:creationId id="{85329D18-D1F2-60E8-A6BC-83E9FBAB4564}"/>
              </a:ext>
            </a:extLst>
          </p:cNvPr>
          <p:cNvSpPr/>
          <p:nvPr/>
        </p:nvSpPr>
        <p:spPr>
          <a:xfrm>
            <a:off x="342989" y="5077578"/>
            <a:ext cx="771883" cy="1231148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algn="ctr" rtl="0" eaLnBrk="1" latinLnBrk="0" hangingPunct="1">
              <a:buNone/>
            </a:pP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br>
              <a:rPr kumimoji="1" lang="it-IT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</a:b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endParaRPr lang="ja-JP" altLang="ja-JP" sz="1400" dirty="0">
              <a:solidFill>
                <a:schemeClr val="bg1"/>
              </a:solidFill>
              <a:effectLst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ns2:creationId id="{718C3C18-49F7-EDAE-436C-93F116C7F65E}"/>
              </a:ext>
            </a:extLst>
          </p:cNvPr>
          <p:cNvSpPr txBox="1"/>
          <p:nvPr/>
        </p:nvSpPr>
        <p:spPr>
          <a:xfrm>
            <a:off x="528319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ns2:creationId id="{075AB14F-D557-AA2A-DB81-8E776E8EA60F}"/>
              </a:ext>
            </a:extLst>
          </p:cNvPr>
          <p:cNvSpPr txBox="1"/>
          <p:nvPr/>
        </p:nvSpPr>
        <p:spPr>
          <a:xfrm>
            <a:off x="528319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ns2:creationId id="{DCD134BB-B374-01BA-244E-B65F987BD9DC}"/>
              </a:ext>
            </a:extLst>
          </p:cNvPr>
          <p:cNvSpPr txBox="1"/>
          <p:nvPr/>
        </p:nvSpPr>
        <p:spPr>
          <a:xfrm>
            <a:off x="528319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ns2:creationId id="{05BB8052-8761-B316-6BA7-D54BC451D825}"/>
              </a:ext>
            </a:extLst>
          </p:cNvPr>
          <p:cNvSpPr txBox="1"/>
          <p:nvPr/>
        </p:nvSpPr>
        <p:spPr>
          <a:xfrm>
            <a:off x="528319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ns2:creationId id="{0242E7B3-6EB9-5D0F-5CB3-4C33E7E7B4BF}"/>
              </a:ext>
            </a:extLst>
          </p:cNvPr>
          <p:cNvSpPr txBox="1"/>
          <p:nvPr/>
        </p:nvSpPr>
        <p:spPr>
          <a:xfrm>
            <a:off x="8624078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ns2:creationId id="{A2117DCC-B3F8-D6B4-AC8F-72274EEBFD88}"/>
              </a:ext>
            </a:extLst>
          </p:cNvPr>
          <p:cNvSpPr txBox="1"/>
          <p:nvPr/>
        </p:nvSpPr>
        <p:spPr>
          <a:xfrm>
            <a:off x="8624078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lang="en-US" altLang="ja-JP" sz="1100" b="1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 dirty="0">
                <a:ea typeface="Meiryo UI" panose="020B0604030504040204" pitchFamily="50" charset="-128"/>
              </a:rPr>
            </a:b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ns2:creationId id="{884A7D2C-D4A4-BEB2-3AA2-8DF4F0CE9E5C}"/>
              </a:ext>
            </a:extLst>
          </p:cNvPr>
          <p:cNvSpPr txBox="1"/>
          <p:nvPr/>
        </p:nvSpPr>
        <p:spPr>
          <a:xfrm>
            <a:off x="8624078" y="4015522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ns2:creationId id="{82C90D2A-15AF-9294-60C1-4384285F1FDD}"/>
              </a:ext>
            </a:extLst>
          </p:cNvPr>
          <p:cNvSpPr txBox="1"/>
          <p:nvPr/>
        </p:nvSpPr>
        <p:spPr>
          <a:xfrm>
            <a:off x="8624078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>
                <a:ea typeface="Meiryo UI" panose="020B0604030504040204" pitchFamily="50" charset="-128"/>
              </a:rPr>
            </a:br>
            <a:r>
              <a:rPr lang="ja-JP" altLang="en-US" sz="1100" b="1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grpSp>
        <p:nvGrpSpPr>
          <p:cNvPr id="122" name="グループ化 121">
            <a:extLst>
              <a:ext uri="{FF2B5EF4-FFF2-40B4-BE49-F238E27FC236}">
                <ns2:creationId id="{F0388A63-A713-EF0D-5DC0-9A473E4F8650}"/>
              </a:ext>
            </a:extLst>
          </p:cNvPr>
          <p:cNvGrpSpPr/>
          <p:nvPr/>
        </p:nvGrpSpPr>
        <p:grpSpPr>
          <a:xfrm>
            <a:off x="5216416" y="1962414"/>
            <a:ext cx="3306781" cy="723448"/>
            <a:chOff x="5216416" y="1962414"/>
            <a:chExt cx="3306781" cy="723448"/>
          </a:xfrm>
        </p:grpSpPr>
        <p:sp>
          <p:nvSpPr>
            <p:cNvPr id="44" name="四角形: 角を丸くする 83">
              <a:extLst>
                <a:ext uri="{FF2B5EF4-FFF2-40B4-BE49-F238E27FC236}">
                  <ns2:creationId id="{CD273D8C-3C8C-6860-D4FB-B014D0795227}"/>
                </a:ext>
              </a:extLst>
            </p:cNvPr>
            <p:cNvSpPr/>
            <p:nvPr/>
          </p:nvSpPr>
          <p:spPr>
            <a:xfrm>
              <a:off x="528319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円/楕円 92">
              <a:extLst>
                <a:ext uri="{FF2B5EF4-FFF2-40B4-BE49-F238E27FC236}">
                  <ns2:creationId id="{8542F2E2-8509-6D7C-2746-E759AB833599}"/>
                </a:ext>
              </a:extLst>
            </p:cNvPr>
            <p:cNvSpPr/>
            <p:nvPr/>
          </p:nvSpPr>
          <p:spPr>
            <a:xfrm>
              <a:off x="521641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2" name="グラフィックス 71" descr="ネットワーク図 単色塗りつぶし">
              <a:extLst>
                <a:ext uri="{FF2B5EF4-FFF2-40B4-BE49-F238E27FC236}">
                  <ns2:creationId id="{43DBFD90-B77A-EDB8-FB2F-C68233BE1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327265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1" name="グループ化 120">
            <a:extLst>
              <a:ext uri="{FF2B5EF4-FFF2-40B4-BE49-F238E27FC236}">
                <ns2:creationId id="{349198AA-8C52-3D16-494C-3C44ACE11A63}"/>
              </a:ext>
            </a:extLst>
          </p:cNvPr>
          <p:cNvGrpSpPr/>
          <p:nvPr/>
        </p:nvGrpSpPr>
        <p:grpSpPr>
          <a:xfrm>
            <a:off x="8562154" y="1971554"/>
            <a:ext cx="3301924" cy="714308"/>
            <a:chOff x="8562154" y="1971554"/>
            <a:chExt cx="3301924" cy="714308"/>
          </a:xfrm>
        </p:grpSpPr>
        <p:sp>
          <p:nvSpPr>
            <p:cNvPr id="45" name="四角形: 角を丸くする 83">
              <a:extLst>
                <a:ext uri="{FF2B5EF4-FFF2-40B4-BE49-F238E27FC236}">
                  <ns2:creationId id="{73295B08-8953-46C5-EE58-642BD1447E46}"/>
                </a:ext>
              </a:extLst>
            </p:cNvPr>
            <p:cNvSpPr/>
            <p:nvPr/>
          </p:nvSpPr>
          <p:spPr>
            <a:xfrm>
              <a:off x="8624078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円/楕円 93">
              <a:extLst>
                <a:ext uri="{FF2B5EF4-FFF2-40B4-BE49-F238E27FC236}">
                  <ns2:creationId id="{071249A8-3F90-449B-42B3-748264252BA2}"/>
                </a:ext>
              </a:extLst>
            </p:cNvPr>
            <p:cNvSpPr/>
            <p:nvPr/>
          </p:nvSpPr>
          <p:spPr>
            <a:xfrm>
              <a:off x="8562154" y="197155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3" name="グラフィックス 72" descr="教師 単色塗りつぶし">
              <a:extLst>
                <a:ext uri="{FF2B5EF4-FFF2-40B4-BE49-F238E27FC236}">
                  <ns2:creationId id="{D2AD1547-CC43-0FFD-4FE2-4B8984055E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68146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3" name="グループ化 122">
            <a:extLst>
              <a:ext uri="{FF2B5EF4-FFF2-40B4-BE49-F238E27FC236}">
                <ns2:creationId id="{F6272AD3-B3B8-FB66-F7D2-682659D42F9B}"/>
              </a:ext>
            </a:extLst>
          </p:cNvPr>
          <p:cNvGrpSpPr/>
          <p:nvPr/>
        </p:nvGrpSpPr>
        <p:grpSpPr>
          <a:xfrm>
            <a:off x="1852326" y="1962414"/>
            <a:ext cx="3329991" cy="723448"/>
            <a:chOff x="1852326" y="1962414"/>
            <a:chExt cx="3329991" cy="723448"/>
          </a:xfrm>
        </p:grpSpPr>
        <p:sp>
          <p:nvSpPr>
            <p:cNvPr id="43" name="四角形: 角を丸くする 83">
              <a:extLst>
                <a:ext uri="{FF2B5EF4-FFF2-40B4-BE49-F238E27FC236}">
                  <ns2:creationId id="{CE2685EB-F052-2592-CA69-7A3C34E3D62C}"/>
                </a:ext>
              </a:extLst>
            </p:cNvPr>
            <p:cNvSpPr/>
            <p:nvPr/>
          </p:nvSpPr>
          <p:spPr>
            <a:xfrm>
              <a:off x="194231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/ 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・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ROIC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円/楕円 91">
              <a:extLst>
                <a:ext uri="{FF2B5EF4-FFF2-40B4-BE49-F238E27FC236}">
                  <ns2:creationId id="{3554995B-D391-A659-CA1F-97B5CE06ADCA}"/>
                </a:ext>
              </a:extLst>
            </p:cNvPr>
            <p:cNvSpPr/>
            <p:nvPr/>
          </p:nvSpPr>
          <p:spPr>
            <a:xfrm>
              <a:off x="185232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ペン 単色塗りつぶし">
              <a:extLst>
                <a:ext uri="{FF2B5EF4-FFF2-40B4-BE49-F238E27FC236}">
                  <ns2:creationId id="{09DD9456-0B10-6B6D-C466-B11133D3F0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385" y="2211964"/>
              <a:ext cx="396000" cy="396000"/>
            </a:xfrm>
            <a:prstGeom prst="rect">
              <a:avLst/>
            </a:prstGeom>
          </p:spPr>
        </p:pic>
      </p:grpSp>
      <p:cxnSp>
        <p:nvCxnSpPr>
          <p:cNvPr id="78" name="直線コネクタ 77">
            <a:extLst>
              <a:ext uri="{FF2B5EF4-FFF2-40B4-BE49-F238E27FC236}">
                <ns2:creationId id="{A2D49198-77A0-0BF5-9964-0E489185ABEE}"/>
              </a:ext>
            </a:extLst>
          </p:cNvPr>
          <p:cNvCxnSpPr>
            <a:cxnSpLocks/>
          </p:cNvCxnSpPr>
          <p:nvPr/>
        </p:nvCxnSpPr>
        <p:spPr>
          <a:xfrm>
            <a:off x="194231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ns2:creationId id="{57D37C88-C9BA-6B56-A12E-94A5FEFECF37}"/>
              </a:ext>
            </a:extLst>
          </p:cNvPr>
          <p:cNvCxnSpPr>
            <a:cxnSpLocks/>
          </p:cNvCxnSpPr>
          <p:nvPr/>
        </p:nvCxnSpPr>
        <p:spPr>
          <a:xfrm>
            <a:off x="194231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ns2:creationId id="{5AE90C9B-41CA-A52C-706D-9B4F345B4E6A}"/>
              </a:ext>
            </a:extLst>
          </p:cNvPr>
          <p:cNvCxnSpPr>
            <a:cxnSpLocks/>
          </p:cNvCxnSpPr>
          <p:nvPr/>
        </p:nvCxnSpPr>
        <p:spPr>
          <a:xfrm>
            <a:off x="194231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ns2:creationId id="{C8CAABA2-33FA-646D-AEBB-26A8402F06CF}"/>
              </a:ext>
            </a:extLst>
          </p:cNvPr>
          <p:cNvCxnSpPr>
            <a:cxnSpLocks/>
          </p:cNvCxnSpPr>
          <p:nvPr/>
        </p:nvCxnSpPr>
        <p:spPr>
          <a:xfrm>
            <a:off x="528319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E438F93E-C4B9-0DC2-2E69-423BAE97616C}"/>
              </a:ext>
            </a:extLst>
          </p:cNvPr>
          <p:cNvCxnSpPr>
            <a:cxnSpLocks/>
          </p:cNvCxnSpPr>
          <p:nvPr/>
        </p:nvCxnSpPr>
        <p:spPr>
          <a:xfrm>
            <a:off x="528319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コネクタ 85">
            <a:extLst>
              <a:ext uri="{FF2B5EF4-FFF2-40B4-BE49-F238E27FC236}">
                <ns2:creationId id="{C70F4C54-A6DE-6433-7201-8E9D4F4799EC}"/>
              </a:ext>
            </a:extLst>
          </p:cNvPr>
          <p:cNvCxnSpPr>
            <a:cxnSpLocks/>
          </p:cNvCxnSpPr>
          <p:nvPr/>
        </p:nvCxnSpPr>
        <p:spPr>
          <a:xfrm>
            <a:off x="528319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グループ化 94">
            <a:extLst>
              <a:ext uri="{FF2B5EF4-FFF2-40B4-BE49-F238E27FC236}">
                <ns2:creationId id="{C0518212-AB33-7536-8D14-D1D64D6B6A1A}"/>
              </a:ext>
            </a:extLst>
          </p:cNvPr>
          <p:cNvGrpSpPr/>
          <p:nvPr/>
        </p:nvGrpSpPr>
        <p:grpSpPr>
          <a:xfrm>
            <a:off x="1942317" y="3991912"/>
            <a:ext cx="9921761" cy="0"/>
            <a:chOff x="1942317" y="3991912"/>
            <a:chExt cx="9921761" cy="0"/>
          </a:xfrm>
        </p:grpSpPr>
        <p:cxnSp>
          <p:nvCxnSpPr>
            <p:cNvPr id="75" name="直線コネクタ 74">
              <a:extLst>
                <a:ext uri="{FF2B5EF4-FFF2-40B4-BE49-F238E27FC236}">
                  <ns2:creationId id="{2F824703-2C45-808E-F38D-39EBCB1B2DD4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線コネクタ 80">
              <a:extLst>
                <a:ext uri="{FF2B5EF4-FFF2-40B4-BE49-F238E27FC236}">
                  <ns2:creationId id="{2581E031-8486-0072-0188-8B2DF51F0B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1E585B17-A9D3-9C24-3500-7A0F46253CA5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グループ化 93">
            <a:extLst>
              <a:ext uri="{FF2B5EF4-FFF2-40B4-BE49-F238E27FC236}">
                <ns2:creationId id="{0DA2C5F8-941D-97CD-E523-26ADD9575A37}"/>
              </a:ext>
            </a:extLst>
          </p:cNvPr>
          <p:cNvGrpSpPr/>
          <p:nvPr/>
        </p:nvGrpSpPr>
        <p:grpSpPr>
          <a:xfrm>
            <a:off x="1942317" y="4426383"/>
            <a:ext cx="9921761" cy="0"/>
            <a:chOff x="1942317" y="4613412"/>
            <a:chExt cx="9921761" cy="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A0A8A419-3F36-2D53-5BE4-7DE2DC7047FE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ns2:creationId id="{1E522B36-5D15-DC03-0B01-A4B884B2C7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A93FA6CB-D779-C985-FBD8-8A3AB9D0A33A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グループ化 95">
            <a:extLst>
              <a:ext uri="{FF2B5EF4-FFF2-40B4-BE49-F238E27FC236}">
                <ns2:creationId id="{433BD3D3-9EA6-96FD-FA32-4069B2BC1211}"/>
              </a:ext>
            </a:extLst>
          </p:cNvPr>
          <p:cNvGrpSpPr/>
          <p:nvPr/>
        </p:nvGrpSpPr>
        <p:grpSpPr>
          <a:xfrm>
            <a:off x="1942317" y="3152692"/>
            <a:ext cx="9921761" cy="0"/>
            <a:chOff x="1942317" y="3152692"/>
            <a:chExt cx="9921761" cy="0"/>
          </a:xfrm>
        </p:grpSpPr>
        <p:cxnSp>
          <p:nvCxnSpPr>
            <p:cNvPr id="77" name="直線コネクタ 76">
              <a:extLst>
                <a:ext uri="{FF2B5EF4-FFF2-40B4-BE49-F238E27FC236}">
                  <ns2:creationId id="{0F55C67F-F58E-1E7D-9260-6B6C2A9B24E9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ns2:creationId id="{55C73B9C-ED95-0DD0-2F78-C1D8CE8458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7E068327-1F86-A34C-09D2-C43E17D4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直線コネクタ 89">
            <a:extLst>
              <a:ext uri="{FF2B5EF4-FFF2-40B4-BE49-F238E27FC236}">
                <ns2:creationId id="{F427EBC5-AECE-2827-86C4-D615414DA652}"/>
              </a:ext>
            </a:extLst>
          </p:cNvPr>
          <p:cNvCxnSpPr>
            <a:cxnSpLocks/>
          </p:cNvCxnSpPr>
          <p:nvPr/>
        </p:nvCxnSpPr>
        <p:spPr>
          <a:xfrm>
            <a:off x="8624078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9600F4F5-AFD5-5C56-D57A-0F6619C54AE3}"/>
              </a:ext>
            </a:extLst>
          </p:cNvPr>
          <p:cNvCxnSpPr>
            <a:cxnSpLocks/>
          </p:cNvCxnSpPr>
          <p:nvPr/>
        </p:nvCxnSpPr>
        <p:spPr>
          <a:xfrm>
            <a:off x="8624078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ns2:creationId id="{680BAB05-0104-7582-E196-4B793B7FB26A}"/>
              </a:ext>
            </a:extLst>
          </p:cNvPr>
          <p:cNvCxnSpPr>
            <a:cxnSpLocks/>
          </p:cNvCxnSpPr>
          <p:nvPr/>
        </p:nvCxnSpPr>
        <p:spPr>
          <a:xfrm>
            <a:off x="8624078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二等辺三角形 105">
            <a:extLst>
              <a:ext uri="{FF2B5EF4-FFF2-40B4-BE49-F238E27FC236}">
                <ns2:creationId id="{2E6E3367-F385-03B4-D02A-47CD04693A45}"/>
              </a:ext>
            </a:extLst>
          </p:cNvPr>
          <p:cNvSpPr/>
          <p:nvPr/>
        </p:nvSpPr>
        <p:spPr>
          <a:xfrm>
            <a:off x="3458628" y="5603766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7" name="楕円 106">
            <a:extLst>
              <a:ext uri="{FF2B5EF4-FFF2-40B4-BE49-F238E27FC236}">
                <ns2:creationId id="{49039E94-C6F3-FD94-DD7F-E633752AF169}"/>
              </a:ext>
            </a:extLst>
          </p:cNvPr>
          <p:cNvSpPr/>
          <p:nvPr/>
        </p:nvSpPr>
        <p:spPr>
          <a:xfrm>
            <a:off x="3458628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8" name="楕円 107">
            <a:extLst>
              <a:ext uri="{FF2B5EF4-FFF2-40B4-BE49-F238E27FC236}">
                <ns2:creationId id="{0B49643A-6EC1-FF7A-4AD1-F3E8D80F7119}"/>
              </a:ext>
            </a:extLst>
          </p:cNvPr>
          <p:cNvSpPr/>
          <p:nvPr/>
        </p:nvSpPr>
        <p:spPr>
          <a:xfrm>
            <a:off x="10140391" y="6010638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9" name="楕円 108">
            <a:extLst>
              <a:ext uri="{FF2B5EF4-FFF2-40B4-BE49-F238E27FC236}">
                <ns2:creationId id="{A725930B-8444-F038-0AE4-7E294956C107}"/>
              </a:ext>
            </a:extLst>
          </p:cNvPr>
          <p:cNvSpPr/>
          <p:nvPr/>
        </p:nvSpPr>
        <p:spPr>
          <a:xfrm>
            <a:off x="10140390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2" name="十字形 111">
            <a:extLst>
              <a:ext uri="{FF2B5EF4-FFF2-40B4-BE49-F238E27FC236}">
                <ns2:creationId id="{078AF6FB-F7A4-524D-CCF8-B9B3C06CFD48}"/>
              </a:ext>
            </a:extLst>
          </p:cNvPr>
          <p:cNvSpPr/>
          <p:nvPr/>
        </p:nvSpPr>
        <p:spPr>
          <a:xfrm rot="18900000">
            <a:off x="6778156" y="5568110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3" name="十字形 112">
            <a:extLst>
              <a:ext uri="{FF2B5EF4-FFF2-40B4-BE49-F238E27FC236}">
                <ns2:creationId id="{EE77EB90-2A11-EFC5-4140-37AFA7860CEB}"/>
              </a:ext>
            </a:extLst>
          </p:cNvPr>
          <p:cNvSpPr/>
          <p:nvPr/>
        </p:nvSpPr>
        <p:spPr>
          <a:xfrm rot="18900000">
            <a:off x="6778156" y="5989285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4" name="二等辺三角形 113">
            <a:extLst>
              <a:ext uri="{FF2B5EF4-FFF2-40B4-BE49-F238E27FC236}">
                <ns2:creationId id="{9D483903-4115-CCF8-D936-BD14A12462D3}"/>
              </a:ext>
            </a:extLst>
          </p:cNvPr>
          <p:cNvSpPr/>
          <p:nvPr/>
        </p:nvSpPr>
        <p:spPr>
          <a:xfrm>
            <a:off x="3458629" y="6024939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5" name="円: 塗りつぶしなし 114">
            <a:extLst>
              <a:ext uri="{FF2B5EF4-FFF2-40B4-BE49-F238E27FC236}">
                <ns2:creationId id="{BAE1CA54-8951-E56A-1165-D53BDBB00A24}"/>
              </a:ext>
            </a:extLst>
          </p:cNvPr>
          <p:cNvSpPr/>
          <p:nvPr/>
        </p:nvSpPr>
        <p:spPr>
          <a:xfrm>
            <a:off x="6795197" y="5163978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6" name="円: 塗りつぶしなし 115">
            <a:extLst>
              <a:ext uri="{FF2B5EF4-FFF2-40B4-BE49-F238E27FC236}">
                <ns2:creationId id="{B20E6F7D-FB49-63BB-569C-84259B3414EF}"/>
              </a:ext>
            </a:extLst>
          </p:cNvPr>
          <p:cNvSpPr/>
          <p:nvPr/>
        </p:nvSpPr>
        <p:spPr>
          <a:xfrm>
            <a:off x="10136080" y="5585152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513147761"/>
      </p:ext>
    </p:extLst>
  </p:cSld>
  <p:clrMapOvr>
    <a:masterClrMapping/>
  </p:clrMapOvr>
</p:sld>
</file>

<file path=ppt/slides/slide18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３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76" name="グループ化 75">
            <a:extLst>
              <a:ext uri="{FF2B5EF4-FFF2-40B4-BE49-F238E27FC236}">
                <ns2:creationId id="{CF8E8DB3-61F8-7916-233D-A0511E2555F2}"/>
              </a:ext>
            </a:extLst>
          </p:cNvPr>
          <p:cNvGrpSpPr/>
          <p:nvPr/>
        </p:nvGrpSpPr>
        <p:grpSpPr>
          <a:xfrm>
            <a:off x="346870" y="1637162"/>
            <a:ext cx="11498259" cy="1990387"/>
            <a:chOff x="346870" y="1637162"/>
            <a:chExt cx="11498259" cy="1990387"/>
          </a:xfrm>
        </p:grpSpPr>
        <p:sp>
          <p:nvSpPr>
            <p:cNvPr id="5" name="正方形/長方形 4">
              <a:extLst>
                <a:ext uri="{FF2B5EF4-FFF2-40B4-BE49-F238E27FC236}">
                  <ns2:creationId id="{F9720B41-6AB0-9578-A2CC-61838875269F}"/>
                </a:ext>
              </a:extLst>
            </p:cNvPr>
            <p:cNvSpPr/>
            <p:nvPr/>
          </p:nvSpPr>
          <p:spPr>
            <a:xfrm>
              <a:off x="346870" y="1640417"/>
              <a:ext cx="1246546" cy="36822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4150" lvl="1" indent="-88900" algn="ctr"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PEST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D9F1D6FF-A3F7-D1A9-4C70-1736AA888B49}"/>
                </a:ext>
              </a:extLst>
            </p:cNvPr>
            <p:cNvSpPr/>
            <p:nvPr/>
          </p:nvSpPr>
          <p:spPr>
            <a:xfrm>
              <a:off x="1593414" y="1637162"/>
              <a:ext cx="10251715" cy="36822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2" name="グループ化 71">
              <a:extLst>
                <a:ext uri="{FF2B5EF4-FFF2-40B4-BE49-F238E27FC236}">
                  <ns2:creationId id="{6870AD16-DF8E-4735-2DBC-B63F7744435D}"/>
                </a:ext>
              </a:extLst>
            </p:cNvPr>
            <p:cNvGrpSpPr/>
            <p:nvPr/>
          </p:nvGrpSpPr>
          <p:grpSpPr>
            <a:xfrm>
              <a:off x="346870" y="2145720"/>
              <a:ext cx="2697076" cy="1481829"/>
              <a:chOff x="346870" y="2145720"/>
              <a:chExt cx="2697076" cy="1481829"/>
            </a:xfrm>
          </p:grpSpPr>
          <p:sp>
            <p:nvSpPr>
              <p:cNvPr id="9" name="四角形: 角を丸くする 8">
                <a:extLst>
                  <a:ext uri="{FF2B5EF4-FFF2-40B4-BE49-F238E27FC236}">
                    <ns2:creationId id="{756A9C72-A7B6-0959-326B-5530B34E88C8}"/>
                  </a:ext>
                </a:extLst>
              </p:cNvPr>
              <p:cNvSpPr/>
              <p:nvPr/>
            </p:nvSpPr>
            <p:spPr>
              <a:xfrm>
                <a:off x="346870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9DC4BFEA-BB23-E294-7604-C030D081EEF6}"/>
                  </a:ext>
                </a:extLst>
              </p:cNvPr>
              <p:cNvSpPr/>
              <p:nvPr/>
            </p:nvSpPr>
            <p:spPr>
              <a:xfrm>
                <a:off x="449608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57" descr="持続可能性 単色塗りつぶし">
                <a:extLst>
                  <a:ext uri="{FF2B5EF4-FFF2-40B4-BE49-F238E27FC236}">
                    <ns2:creationId id="{C6271242-E8E0-540B-660B-44D8708603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2542632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3" name="グループ化 72">
              <a:extLst>
                <a:ext uri="{FF2B5EF4-FFF2-40B4-BE49-F238E27FC236}">
                  <ns2:creationId id="{AF04EC10-D6DD-2C0F-8F06-BD83B87CE308}"/>
                </a:ext>
              </a:extLst>
            </p:cNvPr>
            <p:cNvGrpSpPr/>
            <p:nvPr/>
          </p:nvGrpSpPr>
          <p:grpSpPr>
            <a:xfrm>
              <a:off x="3280598" y="2145720"/>
              <a:ext cx="2697076" cy="1481829"/>
              <a:chOff x="3280598" y="2145720"/>
              <a:chExt cx="2697076" cy="1481829"/>
            </a:xfrm>
          </p:grpSpPr>
          <p:sp>
            <p:nvSpPr>
              <p:cNvPr id="11" name="四角形: 角を丸くする 10">
                <a:extLst>
                  <a:ext uri="{FF2B5EF4-FFF2-40B4-BE49-F238E27FC236}">
                    <ns2:creationId id="{2DF765FB-EDE9-3D71-F7EF-56BC62350E83}"/>
                  </a:ext>
                </a:extLst>
              </p:cNvPr>
              <p:cNvSpPr/>
              <p:nvPr/>
            </p:nvSpPr>
            <p:spPr>
              <a:xfrm>
                <a:off x="3280598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24BECC96-3C55-5786-F37F-DCFCDE8754BF}"/>
                  </a:ext>
                </a:extLst>
              </p:cNvPr>
              <p:cNvSpPr/>
              <p:nvPr/>
            </p:nvSpPr>
            <p:spPr>
              <a:xfrm>
                <a:off x="3306693" y="2615291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9" name="グラフィックス 58" descr="慈善 単色塗りつぶし">
                <a:extLst>
                  <a:ext uri="{FF2B5EF4-FFF2-40B4-BE49-F238E27FC236}">
                    <ns2:creationId id="{414C70B9-13C7-BB8E-F0E0-42D9023834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439826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72B468F0-F667-0DFB-C799-745EE847D1EF}"/>
                </a:ext>
              </a:extLst>
            </p:cNvPr>
            <p:cNvGrpSpPr/>
            <p:nvPr/>
          </p:nvGrpSpPr>
          <p:grpSpPr>
            <a:xfrm>
              <a:off x="6214325" y="2145720"/>
              <a:ext cx="2697076" cy="1481829"/>
              <a:chOff x="6214325" y="2145720"/>
              <a:chExt cx="2697076" cy="1481829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ns2:creationId id="{06C8460A-0F95-CCAB-3470-B46DBD48779B}"/>
                  </a:ext>
                </a:extLst>
              </p:cNvPr>
              <p:cNvSpPr/>
              <p:nvPr/>
            </p:nvSpPr>
            <p:spPr>
              <a:xfrm>
                <a:off x="6214325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8585658F-1FD2-A2F2-DE3E-8D1743356D8C}"/>
                  </a:ext>
                </a:extLst>
              </p:cNvPr>
              <p:cNvSpPr/>
              <p:nvPr/>
            </p:nvSpPr>
            <p:spPr>
              <a:xfrm>
                <a:off x="6317063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0" name="グラフィックス 59" descr="ヨガ 単色塗りつぶし">
                <a:extLst>
                  <a:ext uri="{FF2B5EF4-FFF2-40B4-BE49-F238E27FC236}">
                    <ns2:creationId id="{F1858CAD-E671-005E-72DC-95610A95B8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337020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5" name="グループ化 74">
              <a:extLst>
                <a:ext uri="{FF2B5EF4-FFF2-40B4-BE49-F238E27FC236}">
                  <ns2:creationId id="{75A8911B-7EFF-B104-49F1-293830D03BEF}"/>
                </a:ext>
              </a:extLst>
            </p:cNvPr>
            <p:cNvGrpSpPr/>
            <p:nvPr/>
          </p:nvGrpSpPr>
          <p:grpSpPr>
            <a:xfrm>
              <a:off x="9148053" y="2145720"/>
              <a:ext cx="2697076" cy="1481829"/>
              <a:chOff x="9148053" y="2145720"/>
              <a:chExt cx="2697076" cy="1481829"/>
            </a:xfrm>
          </p:grpSpPr>
          <p:sp>
            <p:nvSpPr>
              <p:cNvPr id="14" name="四角形: 角を丸くする 13">
                <a:extLst>
                  <a:ext uri="{FF2B5EF4-FFF2-40B4-BE49-F238E27FC236}">
                    <ns2:creationId id="{248019CC-BBFB-8FA1-0C8F-56934125146C}"/>
                  </a:ext>
                </a:extLst>
              </p:cNvPr>
              <p:cNvSpPr/>
              <p:nvPr/>
            </p:nvSpPr>
            <p:spPr>
              <a:xfrm>
                <a:off x="9148053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4891FFFD-F9AB-9E4B-5D77-2268070D4E82}"/>
                  </a:ext>
                </a:extLst>
              </p:cNvPr>
              <p:cNvSpPr/>
              <p:nvPr/>
            </p:nvSpPr>
            <p:spPr>
              <a:xfrm>
                <a:off x="9174148" y="2615290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2" name="グラフィックス 61" descr="人工知能 単色塗りつぶし">
                <a:extLst>
                  <a:ext uri="{FF2B5EF4-FFF2-40B4-BE49-F238E27FC236}">
                    <ns2:creationId id="{B43768B9-0441-9C8D-268C-583117911C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1234214" y="3189716"/>
                <a:ext cx="398579" cy="398579"/>
              </a:xfrm>
              <a:prstGeom prst="rect">
                <a:avLst/>
              </a:prstGeom>
            </p:spPr>
          </p:pic>
        </p:grpSp>
      </p:grpSp>
      <p:grpSp>
        <p:nvGrpSpPr>
          <p:cNvPr id="80" name="グループ化 79">
            <a:extLst>
              <a:ext uri="{FF2B5EF4-FFF2-40B4-BE49-F238E27FC236}">
                <ns2:creationId id="{AC4D905E-D42D-164A-6AF7-7C8D3F116179}"/>
              </a:ext>
            </a:extLst>
          </p:cNvPr>
          <p:cNvGrpSpPr/>
          <p:nvPr/>
        </p:nvGrpSpPr>
        <p:grpSpPr>
          <a:xfrm>
            <a:off x="346870" y="3980795"/>
            <a:ext cx="11553709" cy="2337913"/>
            <a:chOff x="346870" y="3980795"/>
            <a:chExt cx="11553709" cy="2337913"/>
          </a:xfrm>
        </p:grpSpPr>
        <p:grpSp>
          <p:nvGrpSpPr>
            <p:cNvPr id="20" name="グループ化 19">
              <a:extLst>
                <a:ext uri="{FF2B5EF4-FFF2-40B4-BE49-F238E27FC236}">
                  <ns2:creationId id="{09CA7744-5823-F146-595F-680019B78291}"/>
                </a:ext>
              </a:extLst>
            </p:cNvPr>
            <p:cNvGrpSpPr/>
            <p:nvPr/>
          </p:nvGrpSpPr>
          <p:grpSpPr>
            <a:xfrm>
              <a:off x="358779" y="3980795"/>
              <a:ext cx="11498259" cy="368220"/>
              <a:chOff x="346870" y="1637162"/>
              <a:chExt cx="11498259" cy="36822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06BB28CF-1108-E0B7-FC41-CF708B9509D1}"/>
                  </a:ext>
                </a:extLst>
              </p:cNvPr>
              <p:cNvSpPr/>
              <p:nvPr/>
            </p:nvSpPr>
            <p:spPr>
              <a:xfrm>
                <a:off x="346870" y="1637162"/>
                <a:ext cx="1246546" cy="36822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84150" lvl="1" indent="-88900" algn="ctr"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45E6FCDE-62A0-95E4-3869-AF0FBF76D18F}"/>
                  </a:ext>
                </a:extLst>
              </p:cNvPr>
              <p:cNvSpPr/>
              <p:nvPr/>
            </p:nvSpPr>
            <p:spPr>
              <a:xfrm>
                <a:off x="1593414" y="1637162"/>
                <a:ext cx="10251715" cy="36822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7" name="グループ化 76">
              <a:extLst>
                <a:ext uri="{FF2B5EF4-FFF2-40B4-BE49-F238E27FC236}">
                  <ns2:creationId id="{CA0FA3C3-6FB3-3B08-633D-FBA247C4D594}"/>
                </a:ext>
              </a:extLst>
            </p:cNvPr>
            <p:cNvGrpSpPr/>
            <p:nvPr/>
          </p:nvGrpSpPr>
          <p:grpSpPr>
            <a:xfrm>
              <a:off x="346870" y="4486700"/>
              <a:ext cx="3630044" cy="1822025"/>
              <a:chOff x="346870" y="4486700"/>
              <a:chExt cx="3630044" cy="1822025"/>
            </a:xfrm>
          </p:grpSpPr>
          <p:sp>
            <p:nvSpPr>
              <p:cNvPr id="23" name="四角形: 角を丸くする 22">
                <a:extLst>
                  <a:ext uri="{FF2B5EF4-FFF2-40B4-BE49-F238E27FC236}">
                    <ns2:creationId id="{4D552A5A-75EA-5135-10ED-B6A15BADCE29}"/>
                  </a:ext>
                </a:extLst>
              </p:cNvPr>
              <p:cNvSpPr/>
              <p:nvPr/>
            </p:nvSpPr>
            <p:spPr>
              <a:xfrm>
                <a:off x="346870" y="4486700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A001AFE8-6AD7-ABEC-1EDD-F0F1CEE7EE5C}"/>
                  </a:ext>
                </a:extLst>
              </p:cNvPr>
              <p:cNvSpPr/>
              <p:nvPr/>
            </p:nvSpPr>
            <p:spPr>
              <a:xfrm>
                <a:off x="55524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0FA08232-1EAF-372A-9CA0-49F890CA0C0E}"/>
                  </a:ext>
                </a:extLst>
              </p:cNvPr>
              <p:cNvSpPr/>
              <p:nvPr/>
            </p:nvSpPr>
            <p:spPr>
              <a:xfrm>
                <a:off x="55524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147F8E1E-29A7-8805-27CB-99D72CDEE2B2}"/>
                  </a:ext>
                </a:extLst>
              </p:cNvPr>
              <p:cNvSpPr/>
              <p:nvPr/>
            </p:nvSpPr>
            <p:spPr>
              <a:xfrm>
                <a:off x="2299863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670B216A-AEAB-B220-BE67-FEFDD6D6FC4A}"/>
                  </a:ext>
                </a:extLst>
              </p:cNvPr>
              <p:cNvSpPr/>
              <p:nvPr/>
            </p:nvSpPr>
            <p:spPr>
              <a:xfrm>
                <a:off x="2299863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6" name="グラフィックス 65" descr="ユーザー 単色塗りつぶし">
                <a:extLst>
                  <a:ext uri="{FF2B5EF4-FFF2-40B4-BE49-F238E27FC236}">
                    <ns2:creationId id="{C6CCE024-A49F-33B2-82A4-888ACE1A58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878748" y="4958486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68" name="グラフィックス 67" descr="ストア 単色塗りつぶし">
                <a:extLst>
                  <a:ext uri="{FF2B5EF4-FFF2-40B4-BE49-F238E27FC236}">
                    <ns2:creationId id="{23EA23D7-7944-4C93-0416-59A0C54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2669496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ns2:creationId id="{799C1EBB-5DA7-9781-F12D-2E771548BC7A}"/>
                </a:ext>
              </a:extLst>
            </p:cNvPr>
            <p:cNvGrpSpPr/>
            <p:nvPr/>
          </p:nvGrpSpPr>
          <p:grpSpPr>
            <a:xfrm>
              <a:off x="4280978" y="4461514"/>
              <a:ext cx="3630044" cy="1822025"/>
              <a:chOff x="4280978" y="4461514"/>
              <a:chExt cx="3630044" cy="1822025"/>
            </a:xfrm>
          </p:grpSpPr>
          <p:sp>
            <p:nvSpPr>
              <p:cNvPr id="36" name="四角形: 角を丸くする 35">
                <a:extLst>
                  <a:ext uri="{FF2B5EF4-FFF2-40B4-BE49-F238E27FC236}">
                    <ns2:creationId id="{75E07F81-CDEF-1EA3-6522-06A53BBE6176}"/>
                  </a:ext>
                </a:extLst>
              </p:cNvPr>
              <p:cNvSpPr/>
              <p:nvPr/>
            </p:nvSpPr>
            <p:spPr>
              <a:xfrm>
                <a:off x="4280978" y="4461514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407C4A32-D9DC-8165-9250-EC30F051A5E2}"/>
                  </a:ext>
                </a:extLst>
              </p:cNvPr>
              <p:cNvSpPr/>
              <p:nvPr/>
            </p:nvSpPr>
            <p:spPr>
              <a:xfrm>
                <a:off x="4489352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0A2877DF-CF09-778A-97F9-67047177BC0C}"/>
                  </a:ext>
                </a:extLst>
              </p:cNvPr>
              <p:cNvSpPr/>
              <p:nvPr/>
            </p:nvSpPr>
            <p:spPr>
              <a:xfrm>
                <a:off x="4489352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6625AF3D-2B60-688D-C276-C4228E3B50AC}"/>
                  </a:ext>
                </a:extLst>
              </p:cNvPr>
              <p:cNvSpPr/>
              <p:nvPr/>
            </p:nvSpPr>
            <p:spPr>
              <a:xfrm>
                <a:off x="621432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0B1B8A65-9163-4BC0-66E4-9A8A040CFA63}"/>
                  </a:ext>
                </a:extLst>
              </p:cNvPr>
              <p:cNvSpPr/>
              <p:nvPr/>
            </p:nvSpPr>
            <p:spPr>
              <a:xfrm>
                <a:off x="621432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9" name="グラフィックス 68" descr="世界 単色塗りつぶし">
                <a:extLst>
                  <a:ext uri="{FF2B5EF4-FFF2-40B4-BE49-F238E27FC236}">
                    <ns2:creationId id="{B3077C10-8580-EAAF-8F17-30B078BD6B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21407" y="49584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70" name="グラフィックス 69" descr="建物 単色塗りつぶし">
                <a:extLst>
                  <a:ext uri="{FF2B5EF4-FFF2-40B4-BE49-F238E27FC236}">
                    <ns2:creationId id="{C2274ED3-3817-B178-63F1-399AC91273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440682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9" name="グループ化 78">
              <a:extLst>
                <a:ext uri="{FF2B5EF4-FFF2-40B4-BE49-F238E27FC236}">
                  <ns2:creationId id="{F73B3AF9-5DF6-5D61-7F0F-08EDCBFE5A69}"/>
                </a:ext>
              </a:extLst>
            </p:cNvPr>
            <p:cNvGrpSpPr/>
            <p:nvPr/>
          </p:nvGrpSpPr>
          <p:grpSpPr>
            <a:xfrm>
              <a:off x="8270535" y="4496683"/>
              <a:ext cx="3630044" cy="1822025"/>
              <a:chOff x="8270535" y="4496683"/>
              <a:chExt cx="3630044" cy="1822025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ns2:creationId id="{E38E64BA-638E-B40D-F88F-89981FC35136}"/>
                  </a:ext>
                </a:extLst>
              </p:cNvPr>
              <p:cNvSpPr/>
              <p:nvPr/>
            </p:nvSpPr>
            <p:spPr>
              <a:xfrm>
                <a:off x="8270535" y="4496683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E348A066-157E-24E2-8064-120335B281EF}"/>
                  </a:ext>
                </a:extLst>
              </p:cNvPr>
              <p:cNvSpPr/>
              <p:nvPr/>
            </p:nvSpPr>
            <p:spPr>
              <a:xfrm>
                <a:off x="8478909" y="4929431"/>
                <a:ext cx="3183199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632B9503-F5F8-F6F9-F48D-8F5E3083D73E}"/>
                  </a:ext>
                </a:extLst>
              </p:cNvPr>
              <p:cNvSpPr/>
              <p:nvPr/>
            </p:nvSpPr>
            <p:spPr>
              <a:xfrm>
                <a:off x="8478909" y="5220839"/>
                <a:ext cx="3183199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1" name="グラフィックス 70" descr="筋骨たくましい腕 単色塗りつぶし">
                <a:extLst>
                  <a:ext uri="{FF2B5EF4-FFF2-40B4-BE49-F238E27FC236}">
                    <ns2:creationId id="{A47141D3-7B8A-BF42-0E4D-5837A71758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9689321" y="4958487"/>
                <a:ext cx="233296" cy="2332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4128771932"/>
      </p:ext>
    </p:extLst>
  </p:cSld>
  <p:clrMapOvr>
    <a:masterClrMapping/>
  </p:clrMapOvr>
</p:sld>
</file>

<file path=ppt/slides/slide18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ja-JP" altLang="en-US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dirty="0">
                <a:latin typeface="+mn-ea"/>
                <a:ea typeface="+mn-ea"/>
              </a:rPr>
              <a:t>AI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44118B60-03F8-7E94-7284-A26793518328}"/>
              </a:ext>
            </a:extLst>
          </p:cNvPr>
          <p:cNvGrpSpPr/>
          <p:nvPr/>
        </p:nvGrpSpPr>
        <p:grpSpPr>
          <a:xfrm>
            <a:off x="334963" y="1628773"/>
            <a:ext cx="11522076" cy="4679948"/>
            <a:chOff x="334963" y="1628773"/>
            <a:chExt cx="11522076" cy="4679948"/>
          </a:xfrm>
        </p:grpSpPr>
        <p:cxnSp>
          <p:nvCxnSpPr>
            <p:cNvPr id="84" name="直線コネクタ 83">
              <a:extLst>
                <a:ext uri="{FF2B5EF4-FFF2-40B4-BE49-F238E27FC236}">
                  <ns2:creationId id="{97F7B208-3F5A-DF9B-D676-3AEC8958F44D}"/>
                </a:ext>
              </a:extLst>
            </p:cNvPr>
            <p:cNvCxnSpPr/>
            <p:nvPr/>
          </p:nvCxnSpPr>
          <p:spPr>
            <a:xfrm>
              <a:off x="4995526" y="3931046"/>
              <a:ext cx="68615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ホームベース 91">
              <a:extLst>
                <a:ext uri="{FF2B5EF4-FFF2-40B4-BE49-F238E27FC236}">
                  <ns2:creationId id="{3F08752F-3197-B92D-2936-B32147A713B5}"/>
                </a:ext>
              </a:extLst>
            </p:cNvPr>
            <p:cNvSpPr/>
            <p:nvPr/>
          </p:nvSpPr>
          <p:spPr>
            <a:xfrm rot="5400000">
              <a:off x="-463340" y="2427077"/>
              <a:ext cx="2373317" cy="77671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0" rIns="0" bIns="0" rtlCol="0" anchor="ctr"/>
            <a:lstStyle/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FFFFFF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</a:p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20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D03E70B5-521E-B238-B892-554105F75C9F}"/>
                </a:ext>
              </a:extLst>
            </p:cNvPr>
            <p:cNvSpPr/>
            <p:nvPr/>
          </p:nvSpPr>
          <p:spPr>
            <a:xfrm>
              <a:off x="1249518" y="2370658"/>
              <a:ext cx="1158091" cy="1157018"/>
            </a:xfrm>
            <a:prstGeom prst="ellipse">
              <a:avLst/>
            </a:prstGeom>
            <a:solidFill>
              <a:srgbClr val="DCE9DC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effectLst/>
                <a:latin typeface="+mn-ea"/>
              </a:endParaRPr>
            </a:p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ja-JP" altLang="en-US" sz="700" dirty="0"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26" name="楕円 25">
              <a:extLst>
                <a:ext uri="{FF2B5EF4-FFF2-40B4-BE49-F238E27FC236}">
                  <ns2:creationId id="{BD5BADD0-8DBE-FF4B-66F9-EFB028740E84}"/>
                </a:ext>
              </a:extLst>
            </p:cNvPr>
            <p:cNvSpPr/>
            <p:nvPr/>
          </p:nvSpPr>
          <p:spPr>
            <a:xfrm>
              <a:off x="3332281" y="2087676"/>
              <a:ext cx="1417785" cy="1416475"/>
            </a:xfrm>
            <a:prstGeom prst="ellipse">
              <a:avLst/>
            </a:prstGeom>
            <a:solidFill>
              <a:srgbClr val="44A244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図形 28">
              <a:extLst>
                <a:ext uri="{FF2B5EF4-FFF2-40B4-BE49-F238E27FC236}">
                  <ns2:creationId id="{51CB6346-B471-BAAB-D4CF-9EB09B0C4106}"/>
                </a:ext>
              </a:extLst>
            </p:cNvPr>
            <p:cNvSpPr/>
            <p:nvPr/>
          </p:nvSpPr>
          <p:spPr>
            <a:xfrm rot="18358563" flipV="1">
              <a:off x="2543166" y="2793349"/>
              <a:ext cx="719157" cy="487441"/>
            </a:xfrm>
            <a:prstGeom prst="swooshArrow">
              <a:avLst>
                <a:gd name="adj1" fmla="val 25982"/>
                <a:gd name="adj2" fmla="val 3137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ja-JP" altLang="en-US">
                <a:latin typeface="+mn-ea"/>
              </a:endParaRPr>
            </a:p>
          </p:txBody>
        </p:sp>
        <p:grpSp>
          <p:nvGrpSpPr>
            <p:cNvPr id="105" name="グループ化 104">
              <a:extLst>
                <a:ext uri="{FF2B5EF4-FFF2-40B4-BE49-F238E27FC236}">
                  <ns2:creationId id="{30A6CB54-DDD6-8024-599A-3AC2A0F6D62C}"/>
                </a:ext>
              </a:extLst>
            </p:cNvPr>
            <p:cNvGrpSpPr/>
            <p:nvPr/>
          </p:nvGrpSpPr>
          <p:grpSpPr>
            <a:xfrm>
              <a:off x="4905842" y="1650722"/>
              <a:ext cx="6951197" cy="2081515"/>
              <a:chOff x="4905842" y="1650722"/>
              <a:chExt cx="6951197" cy="2081515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49438D76-CB5E-009C-E0C8-819EB94950BE}"/>
                  </a:ext>
                </a:extLst>
              </p:cNvPr>
              <p:cNvSpPr/>
              <p:nvPr/>
            </p:nvSpPr>
            <p:spPr>
              <a:xfrm>
                <a:off x="4995526" y="1755183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 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CB7EB5-6E7E-9149-86E6-9512140B6A8E}"/>
                  </a:ext>
                </a:extLst>
              </p:cNvPr>
              <p:cNvSpPr/>
              <p:nvPr/>
            </p:nvSpPr>
            <p:spPr>
              <a:xfrm>
                <a:off x="6357938" y="1755183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FAC127ED-C4B9-DACD-6F85-15934996D899}"/>
                  </a:ext>
                </a:extLst>
              </p:cNvPr>
              <p:cNvSpPr/>
              <p:nvPr/>
            </p:nvSpPr>
            <p:spPr>
              <a:xfrm>
                <a:off x="4995526" y="2428802"/>
                <a:ext cx="1362412" cy="629817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8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) 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352B956-F7F8-3D47-9F70-EF20AEDB66C6}"/>
                  </a:ext>
                </a:extLst>
              </p:cNvPr>
              <p:cNvSpPr/>
              <p:nvPr/>
            </p:nvSpPr>
            <p:spPr>
              <a:xfrm>
                <a:off x="6357938" y="2428802"/>
                <a:ext cx="5499101" cy="629817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AAE9AE9D-FD78-6599-B41D-88D4BF5EC08C}"/>
                  </a:ext>
                </a:extLst>
              </p:cNvPr>
              <p:cNvSpPr/>
              <p:nvPr/>
            </p:nvSpPr>
            <p:spPr>
              <a:xfrm>
                <a:off x="4995526" y="3159676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4BB2CCED-47ED-2535-67FE-BEFC8D953BE9}"/>
                  </a:ext>
                </a:extLst>
              </p:cNvPr>
              <p:cNvSpPr/>
              <p:nvPr/>
            </p:nvSpPr>
            <p:spPr>
              <a:xfrm>
                <a:off x="6357938" y="3159676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87" name="グループ化 86">
                <a:extLst>
                  <a:ext uri="{FF2B5EF4-FFF2-40B4-BE49-F238E27FC236}">
                    <ns2:creationId id="{EB40FCE4-7740-B487-2A7C-B055733FEEAA}"/>
                  </a:ext>
                </a:extLst>
              </p:cNvPr>
              <p:cNvGrpSpPr/>
              <p:nvPr/>
            </p:nvGrpSpPr>
            <p:grpSpPr>
              <a:xfrm>
                <a:off x="4905842" y="1650722"/>
                <a:ext cx="179369" cy="1628970"/>
                <a:chOff x="4905842" y="1682252"/>
                <a:chExt cx="179369" cy="1628970"/>
              </a:xfrm>
            </p:grpSpPr>
            <p:sp>
              <p:nvSpPr>
                <p:cNvPr id="83" name="楕円 82">
                  <a:extLst>
                    <a:ext uri="{FF2B5EF4-FFF2-40B4-BE49-F238E27FC236}">
                      <ns2:creationId id="{F9E00D2C-D39D-F299-2842-0DFAC49D36C2}"/>
                    </a:ext>
                  </a:extLst>
                </p:cNvPr>
                <p:cNvSpPr/>
                <p:nvPr/>
              </p:nvSpPr>
              <p:spPr>
                <a:xfrm>
                  <a:off x="4905842" y="1682252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1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5" name="楕円 84">
                  <a:extLst>
                    <a:ext uri="{FF2B5EF4-FFF2-40B4-BE49-F238E27FC236}">
                      <ns2:creationId id="{EFF49E5C-DE05-41F2-9884-436CAA0F3A48}"/>
                    </a:ext>
                  </a:extLst>
                </p:cNvPr>
                <p:cNvSpPr/>
                <p:nvPr/>
              </p:nvSpPr>
              <p:spPr>
                <a:xfrm>
                  <a:off x="4905843" y="2407136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2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6A32F502-73FE-2BAD-1199-72544D0716AE}"/>
                    </a:ext>
                  </a:extLst>
                </p:cNvPr>
                <p:cNvSpPr/>
                <p:nvPr/>
              </p:nvSpPr>
              <p:spPr>
                <a:xfrm>
                  <a:off x="4905843" y="3132020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3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92" name="グラフィックス 91" descr="対象の人々 単色塗りつぶし">
                <a:extLst>
                  <a:ext uri="{FF2B5EF4-FFF2-40B4-BE49-F238E27FC236}">
                    <ns2:creationId id="{995FA723-EF78-AEC2-7DE8-FF2057FDE1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048222" y="19060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3" name="グラフィックス 92" descr="山形の矢印 単色塗りつぶし">
                <a:extLst>
                  <a:ext uri="{FF2B5EF4-FFF2-40B4-BE49-F238E27FC236}">
                    <ns2:creationId id="{334E8206-5B4E-0C8F-2997-5486CD8C1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048222" y="2627063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4" name="グラフィックス 93" descr="教師 単色塗りつぶし">
                <a:extLst>
                  <a:ext uri="{FF2B5EF4-FFF2-40B4-BE49-F238E27FC236}">
                    <ns2:creationId id="{812496CB-C108-666F-D0EA-EC49B7B24F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048222" y="3329309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108" name="グループ化 107">
              <a:extLst>
                <a:ext uri="{FF2B5EF4-FFF2-40B4-BE49-F238E27FC236}">
                  <ns2:creationId id="{A7F22D3C-571A-1AFB-913D-4AE0EA6D2F89}"/>
                </a:ext>
              </a:extLst>
            </p:cNvPr>
            <p:cNvGrpSpPr/>
            <p:nvPr/>
          </p:nvGrpSpPr>
          <p:grpSpPr>
            <a:xfrm>
              <a:off x="334963" y="3935404"/>
              <a:ext cx="11522076" cy="2373317"/>
              <a:chOff x="334963" y="3935404"/>
              <a:chExt cx="11522076" cy="2373317"/>
            </a:xfrm>
          </p:grpSpPr>
          <p:sp>
            <p:nvSpPr>
              <p:cNvPr id="10" name="山形 92">
                <a:extLst>
                  <a:ext uri="{FF2B5EF4-FFF2-40B4-BE49-F238E27FC236}">
                    <ns2:creationId id="{17BCEE03-B13F-DAC4-A6B9-E79989671910}"/>
                  </a:ext>
                </a:extLst>
              </p:cNvPr>
              <p:cNvSpPr/>
              <p:nvPr/>
            </p:nvSpPr>
            <p:spPr>
              <a:xfrm rot="5400000">
                <a:off x="-463341" y="4733708"/>
                <a:ext cx="2373317" cy="77671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tIns="0" rIns="0" bIns="0" rtlCol="0" anchor="ctr"/>
              <a:lstStyle/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82" name="グループ化 81">
                <a:extLst>
                  <a:ext uri="{FF2B5EF4-FFF2-40B4-BE49-F238E27FC236}">
                    <ns2:creationId id="{D73194D8-31C0-012C-0542-56817B9CCA4D}"/>
                  </a:ext>
                </a:extLst>
              </p:cNvPr>
              <p:cNvGrpSpPr/>
              <p:nvPr/>
            </p:nvGrpSpPr>
            <p:grpSpPr>
              <a:xfrm>
                <a:off x="1744444" y="4144615"/>
                <a:ext cx="2360522" cy="1981879"/>
                <a:chOff x="1309928" y="4312375"/>
                <a:chExt cx="2360522" cy="1981879"/>
              </a:xfrm>
            </p:grpSpPr>
            <p:grpSp>
              <p:nvGrpSpPr>
                <p:cNvPr id="78" name="グループ化 77">
                  <a:extLst>
                    <a:ext uri="{FF2B5EF4-FFF2-40B4-BE49-F238E27FC236}">
                      <ns2:creationId id="{8A389CA1-EB39-DE24-23D9-782F63D0CDE6}"/>
                    </a:ext>
                  </a:extLst>
                </p:cNvPr>
                <p:cNvGrpSpPr/>
                <p:nvPr/>
              </p:nvGrpSpPr>
              <p:grpSpPr>
                <a:xfrm>
                  <a:off x="1309928" y="4739412"/>
                  <a:ext cx="2360522" cy="1554842"/>
                  <a:chOff x="1309928" y="4876572"/>
                  <a:chExt cx="2360522" cy="1554842"/>
                </a:xfrm>
              </p:grpSpPr>
              <p:sp>
                <p:nvSpPr>
                  <p:cNvPr id="73" name="ひし形 72">
                    <a:extLst>
                      <a:ext uri="{FF2B5EF4-FFF2-40B4-BE49-F238E27FC236}">
                        <ns2:creationId id="{8ACAA9AD-EA39-7983-53BA-97998CAA813F}"/>
                      </a:ext>
                    </a:extLst>
                  </p:cNvPr>
                  <p:cNvSpPr/>
                  <p:nvPr/>
                </p:nvSpPr>
                <p:spPr>
                  <a:xfrm>
                    <a:off x="1309928" y="5253522"/>
                    <a:ext cx="2360522" cy="1170403"/>
                  </a:xfrm>
                  <a:prstGeom prst="diamond">
                    <a:avLst/>
                  </a:prstGeom>
                  <a:solidFill>
                    <a:srgbClr val="008000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4" name="ひし形 73">
                    <a:extLst>
                      <a:ext uri="{FF2B5EF4-FFF2-40B4-BE49-F238E27FC236}">
                        <ns2:creationId id="{D54F2C51-7326-0A00-3DAA-5D01A719E1FE}"/>
                      </a:ext>
                    </a:extLst>
                  </p:cNvPr>
                  <p:cNvSpPr/>
                  <p:nvPr/>
                </p:nvSpPr>
                <p:spPr>
                  <a:xfrm>
                    <a:off x="1309928" y="4876572"/>
                    <a:ext cx="2360522" cy="1170403"/>
                  </a:xfrm>
                  <a:prstGeom prst="diamond">
                    <a:avLst/>
                  </a:prstGeom>
                  <a:solidFill>
                    <a:srgbClr val="9CC39C"/>
                  </a:solidFill>
                  <a:ln w="3175">
                    <a:noFill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 dirty="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5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7" name="テキスト ボックス 76">
                    <a:extLst>
                      <a:ext uri="{FF2B5EF4-FFF2-40B4-BE49-F238E27FC236}">
                        <ns2:creationId id="{6D0BFEF3-BD91-9299-7790-C4CF07D11EA1}"/>
                      </a:ext>
                    </a:extLst>
                  </p:cNvPr>
                  <p:cNvSpPr txBox="1"/>
                  <p:nvPr/>
                </p:nvSpPr>
                <p:spPr>
                  <a:xfrm>
                    <a:off x="1759139" y="6031304"/>
                    <a:ext cx="1462100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AI</a:t>
                    </a:r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en-US" altLang="ja-JP" sz="1000" dirty="0">
                      <a:solidFill>
                        <a:srgbClr val="008000"/>
                      </a:solidFill>
                      <a:latin typeface="+mn-ea"/>
                    </a:endParaRPr>
                  </a:p>
                  <a:p>
                    <a:pPr algn="ctr"/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sp>
              <p:nvSpPr>
                <p:cNvPr id="79" name="楕円 78">
                  <a:extLst>
                    <a:ext uri="{FF2B5EF4-FFF2-40B4-BE49-F238E27FC236}">
                      <ns2:creationId id="{EBC7A9BD-4C31-F991-CC47-94459317A8E8}"/>
                    </a:ext>
                  </a:extLst>
                </p:cNvPr>
                <p:cNvSpPr/>
                <p:nvPr/>
              </p:nvSpPr>
              <p:spPr>
                <a:xfrm>
                  <a:off x="2017553" y="4312375"/>
                  <a:ext cx="975886" cy="97498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05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8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pic>
              <p:nvPicPr>
                <p:cNvPr id="80" name="グラフィックス 79" descr="人工知能 単色塗りつぶし">
                  <a:extLst>
                    <a:ext uri="{FF2B5EF4-FFF2-40B4-BE49-F238E27FC236}">
                      <ns2:creationId id="{776AB92D-53A5-C866-E344-CB22D1100F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2818821" y="5748346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81" name="グラフィックス 80" descr="データベース 単色塗りつぶし">
                  <a:extLst>
                    <a:ext uri="{FF2B5EF4-FFF2-40B4-BE49-F238E27FC236}">
                      <ns2:creationId id="{B9356E6C-DC75-2F56-5BB7-A0ED203328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2818821" y="5349061"/>
                  <a:ext cx="233296" cy="233296"/>
                </a:xfrm>
                <a:prstGeom prst="rect">
                  <a:avLst/>
                </a:prstGeom>
              </p:spPr>
            </p:pic>
          </p:grpSp>
          <p:grpSp>
            <p:nvGrpSpPr>
              <p:cNvPr id="98" name="グループ化 97">
                <a:extLst>
                  <a:ext uri="{FF2B5EF4-FFF2-40B4-BE49-F238E27FC236}">
                    <ns2:creationId id="{4462B0CA-C671-C1EA-7F19-F1B0BD7C8E8D}"/>
                  </a:ext>
                </a:extLst>
              </p:cNvPr>
              <p:cNvGrpSpPr/>
              <p:nvPr/>
            </p:nvGrpSpPr>
            <p:grpSpPr>
              <a:xfrm>
                <a:off x="4905842" y="4057269"/>
                <a:ext cx="6951197" cy="2095831"/>
                <a:chOff x="4905842" y="4030666"/>
                <a:chExt cx="6951197" cy="2095831"/>
              </a:xfrm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BB5CE46A-5654-486B-51FF-4B890809C32C}"/>
                    </a:ext>
                  </a:extLst>
                </p:cNvPr>
                <p:cNvSpPr/>
                <p:nvPr/>
              </p:nvSpPr>
              <p:spPr>
                <a:xfrm>
                  <a:off x="4995526" y="4121317"/>
                  <a:ext cx="1362412" cy="600683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6CFF47FB-B780-4440-FDFE-60D723FE62E1}"/>
                    </a:ext>
                  </a:extLst>
                </p:cNvPr>
                <p:cNvSpPr/>
                <p:nvPr/>
              </p:nvSpPr>
              <p:spPr>
                <a:xfrm>
                  <a:off x="6357938" y="4121317"/>
                  <a:ext cx="5499101" cy="600683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IoT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583F1471-1BAE-F32C-55D1-E2595C0EAECE}"/>
                    </a:ext>
                  </a:extLst>
                </p:cNvPr>
                <p:cNvSpPr/>
                <p:nvPr/>
              </p:nvSpPr>
              <p:spPr>
                <a:xfrm>
                  <a:off x="4995526" y="4851687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7D424B39-543F-731D-141C-689DAC6BEA11}"/>
                    </a:ext>
                  </a:extLst>
                </p:cNvPr>
                <p:cNvSpPr/>
                <p:nvPr/>
              </p:nvSpPr>
              <p:spPr>
                <a:xfrm>
                  <a:off x="6357938" y="4851687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b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A622D173-6D62-1AAD-C828-273CC03997CA}"/>
                    </a:ext>
                  </a:extLst>
                </p:cNvPr>
                <p:cNvSpPr/>
                <p:nvPr/>
              </p:nvSpPr>
              <p:spPr>
                <a:xfrm>
                  <a:off x="4995526" y="5553936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・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31DE1768-7A36-A80A-DED4-694ACC820C27}"/>
                    </a:ext>
                  </a:extLst>
                </p:cNvPr>
                <p:cNvSpPr/>
                <p:nvPr/>
              </p:nvSpPr>
              <p:spPr>
                <a:xfrm>
                  <a:off x="6357938" y="5553935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8" name="グループ化 87">
                  <a:extLst>
                    <a:ext uri="{FF2B5EF4-FFF2-40B4-BE49-F238E27FC236}">
                      <ns2:creationId id="{6744C972-55CE-DBED-2C2E-AD627B14BABF}"/>
                    </a:ext>
                  </a:extLst>
                </p:cNvPr>
                <p:cNvGrpSpPr/>
                <p:nvPr/>
              </p:nvGrpSpPr>
              <p:grpSpPr>
                <a:xfrm>
                  <a:off x="4905842" y="4030666"/>
                  <a:ext cx="179369" cy="1648020"/>
                  <a:chOff x="4905842" y="1663202"/>
                  <a:chExt cx="179369" cy="1648020"/>
                </a:xfrm>
              </p:grpSpPr>
              <p:sp>
                <p:nvSpPr>
                  <p:cNvPr id="89" name="楕円 88">
                    <a:extLst>
                      <a:ext uri="{FF2B5EF4-FFF2-40B4-BE49-F238E27FC236}">
                        <ns2:creationId id="{0DC4DDA7-AF67-6990-5E96-6D3DC81719C3}"/>
                      </a:ext>
                    </a:extLst>
                  </p:cNvPr>
                  <p:cNvSpPr/>
                  <p:nvPr/>
                </p:nvSpPr>
                <p:spPr>
                  <a:xfrm>
                    <a:off x="4905842" y="1663202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1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0" name="楕円 89">
                    <a:extLst>
                      <a:ext uri="{FF2B5EF4-FFF2-40B4-BE49-F238E27FC236}">
                        <ns2:creationId id="{F2603FDC-BBD9-D039-68AF-AD0F9678DA2F}"/>
                      </a:ext>
                    </a:extLst>
                  </p:cNvPr>
                  <p:cNvSpPr/>
                  <p:nvPr/>
                </p:nvSpPr>
                <p:spPr>
                  <a:xfrm>
                    <a:off x="4905843" y="2407136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2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1" name="楕円 90">
                    <a:extLst>
                      <a:ext uri="{FF2B5EF4-FFF2-40B4-BE49-F238E27FC236}">
                        <ns2:creationId id="{301D2E8D-E8E6-390E-DA05-F410E0A6F7F1}"/>
                      </a:ext>
                    </a:extLst>
                  </p:cNvPr>
                  <p:cNvSpPr/>
                  <p:nvPr/>
                </p:nvSpPr>
                <p:spPr>
                  <a:xfrm>
                    <a:off x="4905843" y="3132020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3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pic>
              <p:nvPicPr>
                <p:cNvPr id="95" name="グラフィックス 94" descr="データベース 単色塗りつぶし">
                  <a:extLst>
                    <a:ext uri="{FF2B5EF4-FFF2-40B4-BE49-F238E27FC236}">
                      <ns2:creationId id="{DDD22290-BB4E-AEA7-C115-0808277ED8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5048222" y="4334413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6" name="グラフィックス 95" descr="人工知能 単色塗りつぶし">
                  <a:extLst>
                    <a:ext uri="{FF2B5EF4-FFF2-40B4-BE49-F238E27FC236}">
                      <ns2:creationId id="{C8B0A3FD-B856-F1B9-2D4D-2FEB3B0BF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5048222" y="5014534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7" name="グラフィックス 96" descr="循環フローチャート 単色塗りつぶし">
                  <a:extLst>
                    <a:ext uri="{FF2B5EF4-FFF2-40B4-BE49-F238E27FC236}">
                      <ns2:creationId id="{5E99EA4E-ED45-1028-7163-A38882535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5048222" y="5723569"/>
                  <a:ext cx="233296" cy="233296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00" name="直線コネクタ 99">
              <a:extLst>
                <a:ext uri="{FF2B5EF4-FFF2-40B4-BE49-F238E27FC236}">
                  <ns2:creationId id="{C5AE348A-296A-511E-1173-F1E31D16A03A}"/>
                </a:ext>
              </a:extLst>
            </p:cNvPr>
            <p:cNvCxnSpPr>
              <a:cxnSpLocks/>
            </p:cNvCxnSpPr>
            <p:nvPr/>
          </p:nvCxnSpPr>
          <p:spPr>
            <a:xfrm>
              <a:off x="1247775" y="3931047"/>
              <a:ext cx="3495675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549574515"/>
      </p:ext>
    </p:extLst>
  </p:cSld>
  <p:clrMapOvr>
    <a:masterClrMapping/>
  </p:clrMapOvr>
</p:sld>
</file>

<file path=ppt/slides/slide18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PL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47" name="グループ化 146">
            <a:extLst>
              <a:ext uri="{FF2B5EF4-FFF2-40B4-BE49-F238E27FC236}">
                <ns2:creationId id="{B78156CA-5445-0FEE-379E-3FFBCE098F95}"/>
              </a:ext>
            </a:extLst>
          </p:cNvPr>
          <p:cNvGrpSpPr/>
          <p:nvPr/>
        </p:nvGrpSpPr>
        <p:grpSpPr>
          <a:xfrm>
            <a:off x="334962" y="1628774"/>
            <a:ext cx="11522077" cy="4679951"/>
            <a:chOff x="334962" y="1628774"/>
            <a:chExt cx="11522077" cy="4679951"/>
          </a:xfrm>
        </p:grpSpPr>
        <p:grpSp>
          <p:nvGrpSpPr>
            <p:cNvPr id="145" name="グループ化 144">
              <a:extLst>
                <a:ext uri="{FF2B5EF4-FFF2-40B4-BE49-F238E27FC236}">
                  <ns2:creationId id="{4CDE1D98-31C6-252D-C237-9D06304A167B}"/>
                </a:ext>
              </a:extLst>
            </p:cNvPr>
            <p:cNvGrpSpPr/>
            <p:nvPr/>
          </p:nvGrpSpPr>
          <p:grpSpPr>
            <a:xfrm>
              <a:off x="6169515" y="1628774"/>
              <a:ext cx="5687524" cy="2267850"/>
              <a:chOff x="6169515" y="1628774"/>
              <a:chExt cx="5687524" cy="2267850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B8C848C3-777C-ED29-6F66-48FD7A38A336}"/>
                  </a:ext>
                </a:extLst>
              </p:cNvPr>
              <p:cNvSpPr/>
              <p:nvPr/>
            </p:nvSpPr>
            <p:spPr>
              <a:xfrm>
                <a:off x="6169515" y="1628774"/>
                <a:ext cx="5687524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152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51" name="グループ化 50">
                <a:extLst>
                  <a:ext uri="{FF2B5EF4-FFF2-40B4-BE49-F238E27FC236}">
                    <ns2:creationId id="{FF8F0064-EC2E-D69C-C838-8F4E8E0E55A7}"/>
                  </a:ext>
                </a:extLst>
              </p:cNvPr>
              <p:cNvGrpSpPr/>
              <p:nvPr/>
            </p:nvGrpSpPr>
            <p:grpSpPr>
              <a:xfrm>
                <a:off x="7784104" y="2197727"/>
                <a:ext cx="3995714" cy="1698897"/>
                <a:chOff x="7861324" y="2270948"/>
                <a:chExt cx="4311076" cy="1474222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2E0F2B22-1CA3-9384-3F3E-152444003F7E}"/>
                    </a:ext>
                  </a:extLst>
                </p:cNvPr>
                <p:cNvSpPr/>
                <p:nvPr/>
              </p:nvSpPr>
              <p:spPr>
                <a:xfrm>
                  <a:off x="7861324" y="2270948"/>
                  <a:ext cx="4311076" cy="56784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ns2:creationId id="{DB49AA7F-4A11-69CE-B46E-E6C763CC495A}"/>
                    </a:ext>
                  </a:extLst>
                </p:cNvPr>
                <p:cNvSpPr/>
                <p:nvPr/>
              </p:nvSpPr>
              <p:spPr>
                <a:xfrm>
                  <a:off x="7861324" y="2889249"/>
                  <a:ext cx="4311076" cy="85592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3" name="グループ化 142">
              <a:extLst>
                <a:ext uri="{FF2B5EF4-FFF2-40B4-BE49-F238E27FC236}">
                  <ns2:creationId id="{2011CBAC-EAB3-A0F5-8DD3-F54E426088F6}"/>
                </a:ext>
              </a:extLst>
            </p:cNvPr>
            <p:cNvGrpSpPr/>
            <p:nvPr/>
          </p:nvGrpSpPr>
          <p:grpSpPr>
            <a:xfrm>
              <a:off x="6169515" y="3946584"/>
              <a:ext cx="5687524" cy="2362141"/>
              <a:chOff x="6169515" y="3946584"/>
              <a:chExt cx="5687524" cy="2362141"/>
            </a:xfrm>
          </p:grpSpPr>
          <p:sp>
            <p:nvSpPr>
              <p:cNvPr id="131" name="正方形/長方形 130">
                <a:extLst>
                  <a:ext uri="{FF2B5EF4-FFF2-40B4-BE49-F238E27FC236}">
                    <ns2:creationId id="{1B0BC75E-ABF7-B789-A9CB-A1EBC0BA1397}"/>
                  </a:ext>
                </a:extLst>
              </p:cNvPr>
              <p:cNvSpPr/>
              <p:nvPr/>
            </p:nvSpPr>
            <p:spPr>
              <a:xfrm>
                <a:off x="6169515" y="3946584"/>
                <a:ext cx="5687524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142" name="グループ化 141">
                <a:extLst>
                  <a:ext uri="{FF2B5EF4-FFF2-40B4-BE49-F238E27FC236}">
                    <ns2:creationId id="{89371112-C5E6-0109-562E-EE5E3B582C79}"/>
                  </a:ext>
                </a:extLst>
              </p:cNvPr>
              <p:cNvGrpSpPr/>
              <p:nvPr/>
            </p:nvGrpSpPr>
            <p:grpSpPr>
              <a:xfrm>
                <a:off x="7784104" y="4404917"/>
                <a:ext cx="3995714" cy="1588376"/>
                <a:chOff x="7784104" y="4404917"/>
                <a:chExt cx="3995714" cy="158837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999F5F2A-5CA3-9AC6-9585-87AF8903D3FD}"/>
                    </a:ext>
                  </a:extLst>
                </p:cNvPr>
                <p:cNvSpPr/>
                <p:nvPr/>
              </p:nvSpPr>
              <p:spPr>
                <a:xfrm>
                  <a:off x="7784104" y="4404917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0" name="正方形/長方形 59">
                  <a:extLst>
                    <a:ext uri="{FF2B5EF4-FFF2-40B4-BE49-F238E27FC236}">
                      <ns2:creationId id="{5D17DA06-B071-A1DA-6F7B-4FBD2C5829C8}"/>
                    </a:ext>
                  </a:extLst>
                </p:cNvPr>
                <p:cNvSpPr/>
                <p:nvPr/>
              </p:nvSpPr>
              <p:spPr>
                <a:xfrm>
                  <a:off x="7784104" y="5221352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4" name="グループ化 143">
              <a:extLst>
                <a:ext uri="{FF2B5EF4-FFF2-40B4-BE49-F238E27FC236}">
                  <ns2:creationId id="{46C0334C-390F-2534-EC11-0A61C84326D9}"/>
                </a:ext>
              </a:extLst>
            </p:cNvPr>
            <p:cNvGrpSpPr/>
            <p:nvPr/>
          </p:nvGrpSpPr>
          <p:grpSpPr>
            <a:xfrm>
              <a:off x="334962" y="3946584"/>
              <a:ext cx="5724000" cy="2362141"/>
              <a:chOff x="334962" y="3946584"/>
              <a:chExt cx="5724000" cy="2362141"/>
            </a:xfrm>
          </p:grpSpPr>
          <p:sp>
            <p:nvSpPr>
              <p:cNvPr id="64" name="正方形/長方形 63">
                <a:extLst>
                  <a:ext uri="{FF2B5EF4-FFF2-40B4-BE49-F238E27FC236}">
                    <ns2:creationId id="{BCF07665-C1FD-7B8F-A7C9-EA2F8CC3FD84}"/>
                  </a:ext>
                </a:extLst>
              </p:cNvPr>
              <p:cNvSpPr/>
              <p:nvPr/>
            </p:nvSpPr>
            <p:spPr>
              <a:xfrm>
                <a:off x="334962" y="3946584"/>
                <a:ext cx="5724000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AI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2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66" name="グループ化 65">
                <a:extLst>
                  <a:ext uri="{FF2B5EF4-FFF2-40B4-BE49-F238E27FC236}">
                    <ns2:creationId id="{2868B185-24ED-EDAF-0EBD-A3BB747662BC}"/>
                  </a:ext>
                </a:extLst>
              </p:cNvPr>
              <p:cNvGrpSpPr/>
              <p:nvPr/>
            </p:nvGrpSpPr>
            <p:grpSpPr>
              <a:xfrm>
                <a:off x="540660" y="4641973"/>
                <a:ext cx="4126629" cy="1500579"/>
                <a:chOff x="7772441" y="4799248"/>
                <a:chExt cx="3995714" cy="1348502"/>
              </a:xfrm>
            </p:grpSpPr>
            <p:sp>
              <p:nvSpPr>
                <p:cNvPr id="67" name="正方形/長方形 66">
                  <a:extLst>
                    <a:ext uri="{FF2B5EF4-FFF2-40B4-BE49-F238E27FC236}">
                      <ns2:creationId id="{4279C033-DA3D-F088-4E94-097A9DBBFAA2}"/>
                    </a:ext>
                  </a:extLst>
                </p:cNvPr>
                <p:cNvSpPr/>
                <p:nvPr/>
              </p:nvSpPr>
              <p:spPr>
                <a:xfrm>
                  <a:off x="7772441" y="4799248"/>
                  <a:ext cx="3995714" cy="61481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059AFC75-8A2E-146C-9D27-70FDEC65A06D}"/>
                    </a:ext>
                  </a:extLst>
                </p:cNvPr>
                <p:cNvSpPr/>
                <p:nvPr/>
              </p:nvSpPr>
              <p:spPr>
                <a:xfrm>
                  <a:off x="7772441" y="5454042"/>
                  <a:ext cx="3995714" cy="69370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1" name="グループ化 140">
              <a:extLst>
                <a:ext uri="{FF2B5EF4-FFF2-40B4-BE49-F238E27FC236}">
                  <ns2:creationId id="{3929DBB4-60CF-7013-C7D5-3142F766DCAF}"/>
                </a:ext>
              </a:extLst>
            </p:cNvPr>
            <p:cNvGrpSpPr/>
            <p:nvPr/>
          </p:nvGrpSpPr>
          <p:grpSpPr>
            <a:xfrm>
              <a:off x="334962" y="1628774"/>
              <a:ext cx="5724000" cy="2207190"/>
              <a:chOff x="334962" y="1628774"/>
              <a:chExt cx="5724000" cy="2207190"/>
            </a:xfrm>
          </p:grpSpPr>
          <p:sp>
            <p:nvSpPr>
              <p:cNvPr id="69" name="正方形/長方形 68">
                <a:extLst>
                  <a:ext uri="{FF2B5EF4-FFF2-40B4-BE49-F238E27FC236}">
                    <ns2:creationId id="{B40E9A04-B31B-FD6E-136B-3FBD42E202F8}"/>
                  </a:ext>
                </a:extLst>
              </p:cNvPr>
              <p:cNvSpPr/>
              <p:nvPr/>
            </p:nvSpPr>
            <p:spPr>
              <a:xfrm>
                <a:off x="334962" y="1628774"/>
                <a:ext cx="5724000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102" name="グループ化 101">
                <a:extLst>
                  <a:ext uri="{FF2B5EF4-FFF2-40B4-BE49-F238E27FC236}">
                    <ns2:creationId id="{0E0BE5B3-8424-39BD-25C8-0D0A3AA7D4D7}"/>
                  </a:ext>
                </a:extLst>
              </p:cNvPr>
              <p:cNvGrpSpPr/>
              <p:nvPr/>
            </p:nvGrpSpPr>
            <p:grpSpPr>
              <a:xfrm>
                <a:off x="540660" y="2128322"/>
                <a:ext cx="4126629" cy="1619426"/>
                <a:chOff x="526362" y="2128322"/>
                <a:chExt cx="3839802" cy="1619426"/>
              </a:xfrm>
            </p:grpSpPr>
            <p:sp>
              <p:nvSpPr>
                <p:cNvPr id="71" name="正方形/長方形 70">
                  <a:extLst>
                    <a:ext uri="{FF2B5EF4-FFF2-40B4-BE49-F238E27FC236}">
                      <ns2:creationId id="{541CF148-BB9E-898D-82E1-DCE0B4AC99F2}"/>
                    </a:ext>
                  </a:extLst>
                </p:cNvPr>
                <p:cNvSpPr/>
                <p:nvPr/>
              </p:nvSpPr>
              <p:spPr>
                <a:xfrm>
                  <a:off x="526362" y="2128322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ns2:creationId id="{500D3B13-9203-6703-A51F-C4D548166D5F}"/>
                    </a:ext>
                  </a:extLst>
                </p:cNvPr>
                <p:cNvSpPr/>
                <p:nvPr/>
              </p:nvSpPr>
              <p:spPr>
                <a:xfrm>
                  <a:off x="526362" y="2673889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03C09D16-2070-2178-9584-ED7DBBC369D9}"/>
                    </a:ext>
                  </a:extLst>
                </p:cNvPr>
                <p:cNvSpPr/>
                <p:nvPr/>
              </p:nvSpPr>
              <p:spPr>
                <a:xfrm>
                  <a:off x="526362" y="3219456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146" name="グループ化 145">
              <a:extLst>
                <a:ext uri="{FF2B5EF4-FFF2-40B4-BE49-F238E27FC236}">
                  <ns2:creationId id="{62FF77F8-5600-E016-B968-453C5672748B}"/>
                </a:ext>
              </a:extLst>
            </p:cNvPr>
            <p:cNvGrpSpPr/>
            <p:nvPr/>
          </p:nvGrpSpPr>
          <p:grpSpPr>
            <a:xfrm>
              <a:off x="4413318" y="2225936"/>
              <a:ext cx="3485090" cy="3369742"/>
              <a:chOff x="4413318" y="2225936"/>
              <a:chExt cx="3485090" cy="3369742"/>
            </a:xfrm>
          </p:grpSpPr>
          <p:grpSp>
            <p:nvGrpSpPr>
              <p:cNvPr id="117" name="グループ化 116">
                <a:extLst>
                  <a:ext uri="{FF2B5EF4-FFF2-40B4-BE49-F238E27FC236}">
                    <ns2:creationId id="{48D72C9E-666B-43E4-DC65-56B3B8343307}"/>
                  </a:ext>
                </a:extLst>
              </p:cNvPr>
              <p:cNvGrpSpPr/>
              <p:nvPr/>
            </p:nvGrpSpPr>
            <p:grpSpPr>
              <a:xfrm>
                <a:off x="4413318" y="2225936"/>
                <a:ext cx="3370786" cy="3369742"/>
                <a:chOff x="3525838" y="860426"/>
                <a:chExt cx="5140326" cy="5138738"/>
              </a:xfrm>
              <a:solidFill>
                <a:srgbClr val="008000"/>
              </a:solidFill>
            </p:grpSpPr>
            <p:sp>
              <p:nvSpPr>
                <p:cNvPr id="118" name="Freeform 5">
                  <a:extLst>
                    <a:ext uri="{FF2B5EF4-FFF2-40B4-BE49-F238E27FC236}">
                      <ns2:creationId id="{67E5E355-B694-0E43-CE17-15383175F4D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860426"/>
                  <a:ext cx="2570163" cy="2568575"/>
                </a:xfrm>
                <a:custGeom>
                  <a:avLst/>
                  <a:gdLst>
                    <a:gd name="T0" fmla="*/ 0 w 6745"/>
                    <a:gd name="T1" fmla="*/ 0 h 6744"/>
                    <a:gd name="T2" fmla="*/ 6745 w 6745"/>
                    <a:gd name="T3" fmla="*/ 6744 h 6744"/>
                    <a:gd name="T4" fmla="*/ 0 w 6745"/>
                    <a:gd name="T5" fmla="*/ 6744 h 6744"/>
                    <a:gd name="T6" fmla="*/ 0 w 6745"/>
                    <a:gd name="T7" fmla="*/ 0 h 67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4">
                      <a:moveTo>
                        <a:pt x="0" y="0"/>
                      </a:moveTo>
                      <a:cubicBezTo>
                        <a:pt x="3725" y="0"/>
                        <a:pt x="6745" y="3020"/>
                        <a:pt x="6745" y="6744"/>
                      </a:cubicBezTo>
                      <a:lnTo>
                        <a:pt x="0" y="67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000">
                    <a:alpha val="6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19" name="Freeform 7">
                  <a:extLst>
                    <a:ext uri="{FF2B5EF4-FFF2-40B4-BE49-F238E27FC236}">
                      <ns2:creationId id="{707685B7-A53E-5232-563D-4A25F9C69B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3429001"/>
                  <a:ext cx="2570163" cy="2570163"/>
                </a:xfrm>
                <a:custGeom>
                  <a:avLst/>
                  <a:gdLst>
                    <a:gd name="T0" fmla="*/ 6745 w 6745"/>
                    <a:gd name="T1" fmla="*/ 0 h 6745"/>
                    <a:gd name="T2" fmla="*/ 0 w 6745"/>
                    <a:gd name="T3" fmla="*/ 6745 h 6745"/>
                    <a:gd name="T4" fmla="*/ 0 w 6745"/>
                    <a:gd name="T5" fmla="*/ 0 h 6745"/>
                    <a:gd name="T6" fmla="*/ 6745 w 6745"/>
                    <a:gd name="T7" fmla="*/ 0 h 67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5">
                      <a:moveTo>
                        <a:pt x="6745" y="0"/>
                      </a:moveTo>
                      <a:cubicBezTo>
                        <a:pt x="6745" y="3725"/>
                        <a:pt x="3725" y="6745"/>
                        <a:pt x="0" y="6745"/>
                      </a:cubicBezTo>
                      <a:lnTo>
                        <a:pt x="0" y="0"/>
                      </a:lnTo>
                      <a:lnTo>
                        <a:pt x="6745" y="0"/>
                      </a:lnTo>
                      <a:close/>
                    </a:path>
                  </a:pathLst>
                </a:custGeom>
                <a:solidFill>
                  <a:srgbClr val="008000">
                    <a:alpha val="8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0" name="Freeform 9">
                  <a:extLst>
                    <a:ext uri="{FF2B5EF4-FFF2-40B4-BE49-F238E27FC236}">
                      <ns2:creationId id="{D9A8B8C6-E39C-43E8-D893-ACB0DC06C7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3429000"/>
                  <a:ext cx="2570163" cy="2570164"/>
                </a:xfrm>
                <a:custGeom>
                  <a:avLst/>
                  <a:gdLst>
                    <a:gd name="T0" fmla="*/ 13488 w 13488"/>
                    <a:gd name="T1" fmla="*/ 13489 h 13489"/>
                    <a:gd name="T2" fmla="*/ 0 w 13488"/>
                    <a:gd name="T3" fmla="*/ 0 h 13489"/>
                    <a:gd name="T4" fmla="*/ 13488 w 13488"/>
                    <a:gd name="T5" fmla="*/ 0 h 13489"/>
                    <a:gd name="T6" fmla="*/ 13488 w 13488"/>
                    <a:gd name="T7" fmla="*/ 13489 h 134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9">
                      <a:moveTo>
                        <a:pt x="13488" y="13489"/>
                      </a:moveTo>
                      <a:cubicBezTo>
                        <a:pt x="6039" y="13489"/>
                        <a:pt x="0" y="7450"/>
                        <a:pt x="0" y="0"/>
                      </a:cubicBezTo>
                      <a:lnTo>
                        <a:pt x="13488" y="0"/>
                      </a:lnTo>
                      <a:lnTo>
                        <a:pt x="13488" y="13489"/>
                      </a:lnTo>
                      <a:close/>
                    </a:path>
                  </a:pathLst>
                </a:custGeom>
                <a:grpFill/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1" name="Freeform 11">
                  <a:extLst>
                    <a:ext uri="{FF2B5EF4-FFF2-40B4-BE49-F238E27FC236}">
                      <ns2:creationId id="{29DB06D0-A651-3358-AFF3-2594D2462C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860426"/>
                  <a:ext cx="2570163" cy="2568575"/>
                </a:xfrm>
                <a:custGeom>
                  <a:avLst/>
                  <a:gdLst>
                    <a:gd name="T0" fmla="*/ 0 w 13488"/>
                    <a:gd name="T1" fmla="*/ 13488 h 13488"/>
                    <a:gd name="T2" fmla="*/ 13488 w 13488"/>
                    <a:gd name="T3" fmla="*/ 0 h 13488"/>
                    <a:gd name="T4" fmla="*/ 13488 w 13488"/>
                    <a:gd name="T5" fmla="*/ 13488 h 13488"/>
                    <a:gd name="T6" fmla="*/ 0 w 13488"/>
                    <a:gd name="T7" fmla="*/ 13488 h 134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8">
                      <a:moveTo>
                        <a:pt x="0" y="13488"/>
                      </a:moveTo>
                      <a:cubicBezTo>
                        <a:pt x="0" y="6039"/>
                        <a:pt x="6039" y="0"/>
                        <a:pt x="13488" y="0"/>
                      </a:cubicBezTo>
                      <a:lnTo>
                        <a:pt x="13488" y="13488"/>
                      </a:lnTo>
                      <a:lnTo>
                        <a:pt x="0" y="13488"/>
                      </a:lnTo>
                      <a:close/>
                    </a:path>
                  </a:pathLst>
                </a:custGeom>
                <a:solidFill>
                  <a:srgbClr val="008000">
                    <a:alpha val="50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22" name="正方形/長方形 121">
                <a:extLst>
                  <a:ext uri="{FF2B5EF4-FFF2-40B4-BE49-F238E27FC236}">
                    <ns2:creationId id="{646D82D1-978B-344C-DF60-43E6267EA2A8}"/>
                  </a:ext>
                </a:extLst>
              </p:cNvPr>
              <p:cNvSpPr/>
              <p:nvPr/>
            </p:nvSpPr>
            <p:spPr>
              <a:xfrm>
                <a:off x="4687366" y="3946583"/>
                <a:ext cx="1482149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12E35998-DB53-9634-38F9-5F2A7F2FCFBC}"/>
                  </a:ext>
                </a:extLst>
              </p:cNvPr>
              <p:cNvSpPr/>
              <p:nvPr/>
            </p:nvSpPr>
            <p:spPr>
              <a:xfrm>
                <a:off x="6169515" y="2845656"/>
                <a:ext cx="1543785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445D4135-A476-5BB5-9067-6B686FA500D7}"/>
                  </a:ext>
                </a:extLst>
              </p:cNvPr>
              <p:cNvSpPr/>
              <p:nvPr/>
            </p:nvSpPr>
            <p:spPr>
              <a:xfrm>
                <a:off x="4759921" y="2845656"/>
                <a:ext cx="1409594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LTV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FDB3AD1F-820E-6D33-D682-F730598DF052}"/>
                  </a:ext>
                </a:extLst>
              </p:cNvPr>
              <p:cNvSpPr/>
              <p:nvPr/>
            </p:nvSpPr>
            <p:spPr>
              <a:xfrm>
                <a:off x="6777729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2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6" name="楕円 125">
                <a:extLst>
                  <a:ext uri="{FF2B5EF4-FFF2-40B4-BE49-F238E27FC236}">
                    <ns2:creationId id="{38B9BEF9-1667-BE15-EC4B-FDFA9B39B3E9}"/>
                  </a:ext>
                </a:extLst>
              </p:cNvPr>
              <p:cNvSpPr/>
              <p:nvPr/>
            </p:nvSpPr>
            <p:spPr>
              <a:xfrm>
                <a:off x="677772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3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7" name="楕円 126">
                <a:extLst>
                  <a:ext uri="{FF2B5EF4-FFF2-40B4-BE49-F238E27FC236}">
                    <ns2:creationId id="{78E834E3-2621-1E17-D3FD-2563146687DA}"/>
                  </a:ext>
                </a:extLst>
              </p:cNvPr>
              <p:cNvSpPr/>
              <p:nvPr/>
            </p:nvSpPr>
            <p:spPr>
              <a:xfrm>
                <a:off x="512870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4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8" name="楕円 127">
                <a:extLst>
                  <a:ext uri="{FF2B5EF4-FFF2-40B4-BE49-F238E27FC236}">
                    <ns2:creationId id="{C765B362-8CBC-5839-7E6E-315C51648F01}"/>
                  </a:ext>
                </a:extLst>
              </p:cNvPr>
              <p:cNvSpPr/>
              <p:nvPr/>
            </p:nvSpPr>
            <p:spPr>
              <a:xfrm>
                <a:off x="5128708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1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7FCB6D35-2A9D-0DD4-2853-FA85FF5A415C}"/>
                  </a:ext>
                </a:extLst>
              </p:cNvPr>
              <p:cNvSpPr/>
              <p:nvPr/>
            </p:nvSpPr>
            <p:spPr>
              <a:xfrm>
                <a:off x="6169516" y="3946583"/>
                <a:ext cx="1728892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  <a:p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ROI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34" name="グラフィックス 133" descr="棒グラフ (上昇) 単色塗りつぶし">
                <a:extLst>
                  <a:ext uri="{FF2B5EF4-FFF2-40B4-BE49-F238E27FC236}">
                    <ns2:creationId id="{67BE4D5A-1CCC-BAF0-38D8-BB3D41804E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530799" y="3386199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5" name="グラフィックス 134" descr="慈善 単色塗りつぶし">
                <a:extLst>
                  <a:ext uri="{FF2B5EF4-FFF2-40B4-BE49-F238E27FC236}">
                    <ns2:creationId id="{E586E53B-7855-DCF0-CF18-4266DDFE1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169515" y="338504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8" name="グラフィックス 137" descr="上矢印 単色塗りつぶし">
                <a:extLst>
                  <a:ext uri="{FF2B5EF4-FFF2-40B4-BE49-F238E27FC236}">
                    <ns2:creationId id="{F9AF3AC8-BDBB-B12F-AB75-AF044B47B3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508053" y="497425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9" name="グラフィックス 138" descr="繰り返し 単色塗りつぶし">
                <a:extLst>
                  <a:ext uri="{FF2B5EF4-FFF2-40B4-BE49-F238E27FC236}">
                    <ns2:creationId id="{B9735F3B-D7F2-017A-D02E-6824A4561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6146769" y="4973105"/>
                <a:ext cx="475280" cy="47528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819450379"/>
      </p:ext>
    </p:extLst>
  </p:cSld>
  <p:clrMapOvr>
    <a:masterClrMapping/>
  </p:clrMapOvr>
</p:sld>
</file>

<file path=ppt/slides/slide18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9E5B4D-6FA7-AB7F-A1AF-F9C1EFDE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正方形/長方形 45">
            <a:extLst>
              <a:ext uri="{FF2B5EF4-FFF2-40B4-BE49-F238E27FC236}">
                <ns2:creationId id="{F56B9B04-37EE-2B54-0459-746CD767CB01}"/>
              </a:ext>
            </a:extLst>
          </p:cNvPr>
          <p:cNvSpPr/>
          <p:nvPr/>
        </p:nvSpPr>
        <p:spPr>
          <a:xfrm>
            <a:off x="5648644" y="2257089"/>
            <a:ext cx="6209817" cy="3048883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12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0" name="正方形/長方形 219">
            <a:extLst>
              <a:ext uri="{FF2B5EF4-FFF2-40B4-BE49-F238E27FC236}">
                <ns2:creationId id="{F62DD336-B19A-993E-6E39-29A5C589D122}"/>
              </a:ext>
            </a:extLst>
          </p:cNvPr>
          <p:cNvSpPr/>
          <p:nvPr/>
        </p:nvSpPr>
        <p:spPr>
          <a:xfrm>
            <a:off x="6174090" y="2911227"/>
            <a:ext cx="1836000" cy="24927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46800" rtlCol="0" anchor="ctr">
            <a:noAutofit/>
          </a:bodyPr>
          <a:lstStyle/>
          <a:p>
            <a:pPr marL="0" lvl="1" algn="ctr"/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1" name="正方形/長方形 220">
            <a:extLst>
              <a:ext uri="{FF2B5EF4-FFF2-40B4-BE49-F238E27FC236}">
                <ns2:creationId id="{4D86059B-B255-8678-1907-465F87E4D6AE}"/>
              </a:ext>
            </a:extLst>
          </p:cNvPr>
          <p:cNvSpPr/>
          <p:nvPr/>
        </p:nvSpPr>
        <p:spPr>
          <a:xfrm>
            <a:off x="8063442" y="2911227"/>
            <a:ext cx="1836000" cy="24927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46800" rIns="36000" rtlCol="0" anchor="ctr">
            <a:noAutofit/>
          </a:bodyPr>
          <a:lstStyle/>
          <a:p>
            <a:pPr marL="0" lvl="1" algn="ctr"/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2" name="正方形/長方形 221">
            <a:extLst>
              <a:ext uri="{FF2B5EF4-FFF2-40B4-BE49-F238E27FC236}">
                <ns2:creationId id="{58E9565E-2DDF-0F3A-C277-9BF765688EB5}"/>
              </a:ext>
            </a:extLst>
          </p:cNvPr>
          <p:cNvSpPr/>
          <p:nvPr/>
        </p:nvSpPr>
        <p:spPr>
          <a:xfrm>
            <a:off x="9952793" y="2911227"/>
            <a:ext cx="1836000" cy="249279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46800" rtlCol="0" anchor="ctr">
            <a:noAutofit/>
          </a:bodyPr>
          <a:lstStyle/>
          <a:p>
            <a:pPr marL="0" lvl="1" algn="ctr"/>
            <a:r>
              <a:rPr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CDD50D4D-1C7F-DB40-FDC0-D74744D0AC4E}"/>
              </a:ext>
            </a:extLst>
          </p:cNvPr>
          <p:cNvSpPr/>
          <p:nvPr/>
        </p:nvSpPr>
        <p:spPr>
          <a:xfrm>
            <a:off x="334964" y="2257090"/>
            <a:ext cx="5238906" cy="3048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2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B6E44C6D-8683-AA88-877A-AB595B47A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AI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B569260-0393-6072-351F-D22362B84D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/>
              <a:t>XX</a:t>
            </a:r>
            <a:r>
              <a:rPr kumimoji="1" lang="ja-JP" altLang="en-US" sz="1800"/>
              <a:t>XX</a:t>
            </a:r>
            <a:r>
              <a:rPr kumimoji="1" lang="en-US" altLang="ja-JP" sz="1800"/>
              <a:t>XX</a:t>
            </a:r>
            <a:r>
              <a:rPr kumimoji="1" lang="ja-JP" altLang="en-US" sz="1800"/>
              <a:t>XX</a:t>
            </a:r>
            <a:r>
              <a:rPr kumimoji="1" lang="en-US" altLang="ja-JP" sz="1800"/>
              <a:t>) </a:t>
            </a:r>
            <a:r>
              <a:rPr kumimoji="1" lang="ja-JP" altLang="en-US" sz="1800"/>
              <a:t>XX</a:t>
            </a:r>
          </a:p>
        </p:txBody>
      </p:sp>
      <p:sp>
        <p:nvSpPr>
          <p:cNvPr id="12" name="テキスト ボックス 15">
            <a:extLst>
              <a:ext uri="{FF2B5EF4-FFF2-40B4-BE49-F238E27FC236}">
                <ns2:creationId id="{8CDA657D-89E3-2DE6-392C-A258164140AC}"/>
              </a:ext>
            </a:extLst>
          </p:cNvPr>
          <p:cNvSpPr txBox="1"/>
          <p:nvPr/>
        </p:nvSpPr>
        <p:spPr>
          <a:xfrm>
            <a:off x="5684846" y="1781289"/>
            <a:ext cx="6172192" cy="388023"/>
          </a:xfrm>
          <a:prstGeom prst="rect">
            <a:avLst/>
          </a:prstGeom>
          <a:noFill/>
        </p:spPr>
        <p:txBody>
          <a:bodyPr wrap="none" lIns="540000" tIns="36000" rIns="36000" bIns="36000" rtlCol="0" anchor="b"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 </a:t>
            </a:r>
            <a:r>
              <a:rPr lang="ja-JP" altLang="en-US"/>
              <a:t>XX</a:t>
            </a:r>
          </a:p>
        </p:txBody>
      </p:sp>
      <p:cxnSp>
        <p:nvCxnSpPr>
          <p:cNvPr id="13" name="直線コネクタ 16">
            <a:extLst>
              <a:ext uri="{FF2B5EF4-FFF2-40B4-BE49-F238E27FC236}">
                <ns2:creationId id="{E57141C8-E483-C5A0-7F97-5D2FEC474575}"/>
              </a:ext>
            </a:extLst>
          </p:cNvPr>
          <p:cNvCxnSpPr>
            <a:cxnSpLocks/>
          </p:cNvCxnSpPr>
          <p:nvPr/>
        </p:nvCxnSpPr>
        <p:spPr>
          <a:xfrm>
            <a:off x="5648644" y="2169312"/>
            <a:ext cx="6200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5">
            <a:extLst>
              <a:ext uri="{FF2B5EF4-FFF2-40B4-BE49-F238E27FC236}">
                <ns2:creationId id="{5CAF3F3B-AD3E-B083-281B-90B7D862E9B4}"/>
              </a:ext>
            </a:extLst>
          </p:cNvPr>
          <p:cNvSpPr txBox="1"/>
          <p:nvPr/>
        </p:nvSpPr>
        <p:spPr>
          <a:xfrm>
            <a:off x="326505" y="1754362"/>
            <a:ext cx="4135106" cy="388023"/>
          </a:xfrm>
          <a:prstGeom prst="rect">
            <a:avLst/>
          </a:prstGeom>
          <a:noFill/>
        </p:spPr>
        <p:txBody>
          <a:bodyPr wrap="none" lIns="540000" tIns="36000" rIns="36000" bIns="36000" rtlCol="0" anchor="b">
            <a:noAutofit/>
          </a:bodyPr>
          <a:lstStyle/>
          <a:p>
            <a:r>
              <a:rPr lang="ja-JP" altLang="en-US"/>
              <a:t>XX</a:t>
            </a:r>
          </a:p>
        </p:txBody>
      </p:sp>
      <p:cxnSp>
        <p:nvCxnSpPr>
          <p:cNvPr id="15" name="直線コネクタ 16">
            <a:extLst>
              <a:ext uri="{FF2B5EF4-FFF2-40B4-BE49-F238E27FC236}">
                <ns2:creationId id="{54FE9489-D193-15C9-F987-52FE7722F8F1}"/>
              </a:ext>
            </a:extLst>
          </p:cNvPr>
          <p:cNvCxnSpPr>
            <a:cxnSpLocks/>
          </p:cNvCxnSpPr>
          <p:nvPr/>
        </p:nvCxnSpPr>
        <p:spPr>
          <a:xfrm>
            <a:off x="343356" y="2142385"/>
            <a:ext cx="5230514" cy="26927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角を丸くする 19">
            <a:extLst>
              <a:ext uri="{FF2B5EF4-FFF2-40B4-BE49-F238E27FC236}">
                <ns2:creationId id="{23170518-DEEC-9324-D027-DE973D28DD2B}"/>
              </a:ext>
            </a:extLst>
          </p:cNvPr>
          <p:cNvSpPr/>
          <p:nvPr/>
        </p:nvSpPr>
        <p:spPr>
          <a:xfrm>
            <a:off x="1371755" y="2361623"/>
            <a:ext cx="1189650" cy="274153"/>
          </a:xfrm>
          <a:prstGeom prst="roundRect">
            <a:avLst>
              <a:gd name="adj" fmla="val 50000"/>
            </a:avLst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ns2:creationId id="{1AEC2C64-1E01-14A7-FBDE-80E66A1217C1}"/>
              </a:ext>
            </a:extLst>
          </p:cNvPr>
          <p:cNvSpPr txBox="1"/>
          <p:nvPr/>
        </p:nvSpPr>
        <p:spPr>
          <a:xfrm>
            <a:off x="1354124" y="2666314"/>
            <a:ext cx="2829359" cy="338554"/>
          </a:xfrm>
          <a:prstGeom prst="rect">
            <a:avLst/>
          </a:prstGeom>
          <a:noFill/>
        </p:spPr>
        <p:txBody>
          <a:bodyPr wrap="square" lIns="72000" rIns="72000">
            <a:noAutofit/>
          </a:bodyPr>
          <a:lstStyle/>
          <a:p>
            <a:pPr marL="0" lvl="1"/>
            <a:r>
              <a:rPr kumimoji="1" lang="ja-JP" altLang="en-US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ns2:creationId id="{6A1EC25C-EC38-1C1A-2C8D-CB3203A7C2B0}"/>
              </a:ext>
            </a:extLst>
          </p:cNvPr>
          <p:cNvSpPr txBox="1"/>
          <p:nvPr/>
        </p:nvSpPr>
        <p:spPr>
          <a:xfrm>
            <a:off x="587285" y="3028795"/>
            <a:ext cx="4770193" cy="454518"/>
          </a:xfrm>
          <a:prstGeom prst="rect">
            <a:avLst/>
          </a:prstGeom>
          <a:noFill/>
        </p:spPr>
        <p:txBody>
          <a:bodyPr wrap="square" lIns="72000" rIns="72000" anchor="ctr">
            <a:noAutofit/>
          </a:bodyPr>
          <a:lstStyle/>
          <a:p>
            <a:pPr marL="0" lvl="1"/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ns2:creationId id="{46767413-25CD-6D5B-87AD-7D605EF33B03}"/>
              </a:ext>
            </a:extLst>
          </p:cNvPr>
          <p:cNvSpPr txBox="1"/>
          <p:nvPr/>
        </p:nvSpPr>
        <p:spPr>
          <a:xfrm>
            <a:off x="5658313" y="2297011"/>
            <a:ext cx="5601000" cy="6001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92075" lvl="1" indent="-9207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92075" lvl="1" indent="-9207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19" name="グループ化 218">
            <a:extLst>
              <a:ext uri="{FF2B5EF4-FFF2-40B4-BE49-F238E27FC236}">
                <ns2:creationId id="{3FE0569E-C22E-BB62-7B34-C86AF9F95585}"/>
              </a:ext>
            </a:extLst>
          </p:cNvPr>
          <p:cNvGrpSpPr/>
          <p:nvPr/>
        </p:nvGrpSpPr>
        <p:grpSpPr>
          <a:xfrm>
            <a:off x="410729" y="3519934"/>
            <a:ext cx="5093972" cy="1698793"/>
            <a:chOff x="410729" y="3556744"/>
            <a:chExt cx="5093972" cy="1698793"/>
          </a:xfrm>
        </p:grpSpPr>
        <p:sp>
          <p:nvSpPr>
            <p:cNvPr id="214" name="正方形/長方形 213">
              <a:extLst>
                <a:ext uri="{FF2B5EF4-FFF2-40B4-BE49-F238E27FC236}">
                  <ns2:creationId id="{4BCC4770-F9E2-C055-4227-605B8FF261B5}"/>
                </a:ext>
              </a:extLst>
            </p:cNvPr>
            <p:cNvSpPr/>
            <p:nvPr/>
          </p:nvSpPr>
          <p:spPr>
            <a:xfrm>
              <a:off x="4280701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ns2:creationId id="{2D1275D9-BC14-6F86-CAF3-35CE60B1D0E0}"/>
                </a:ext>
              </a:extLst>
            </p:cNvPr>
            <p:cNvSpPr txBox="1"/>
            <p:nvPr/>
          </p:nvSpPr>
          <p:spPr>
            <a:xfrm>
              <a:off x="4285092" y="3702001"/>
              <a:ext cx="1215455" cy="246221"/>
            </a:xfrm>
            <a:prstGeom prst="rect">
              <a:avLst/>
            </a:prstGeom>
            <a:noFill/>
          </p:spPr>
          <p:txBody>
            <a:bodyPr wrap="square" lIns="72000" rIns="72000">
              <a:noAutofit/>
            </a:bodyPr>
            <a:lstStyle/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テキスト ボックス 43">
              <a:extLst>
                <a:ext uri="{FF2B5EF4-FFF2-40B4-BE49-F238E27FC236}">
                  <ns2:creationId id="{1F04DAAF-AE1A-CF00-F820-B44B7846D9B3}"/>
                </a:ext>
              </a:extLst>
            </p:cNvPr>
            <p:cNvSpPr txBox="1"/>
            <p:nvPr/>
          </p:nvSpPr>
          <p:spPr>
            <a:xfrm>
              <a:off x="4294732" y="4568105"/>
              <a:ext cx="1205815" cy="646331"/>
            </a:xfrm>
            <a:prstGeom prst="rect">
              <a:avLst/>
            </a:prstGeom>
            <a:noFill/>
          </p:spPr>
          <p:txBody>
            <a:bodyPr wrap="square" lIns="36000" rIns="36000">
              <a:noAutofit/>
            </a:bodyPr>
            <a:lstStyle/>
            <a:p>
              <a:pPr marL="0" lvl="1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07" name="グラフィックス 106" descr="時計 単色塗りつぶし">
              <a:extLst>
                <a:ext uri="{FF2B5EF4-FFF2-40B4-BE49-F238E27FC236}">
                  <ns2:creationId id="{7EF915DD-9F49-82CE-CA72-8F088C531F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645639" y="4050883"/>
              <a:ext cx="504000" cy="504000"/>
            </a:xfrm>
            <a:prstGeom prst="rect">
              <a:avLst/>
            </a:prstGeom>
          </p:spPr>
        </p:pic>
        <p:sp>
          <p:nvSpPr>
            <p:cNvPr id="213" name="正方形/長方形 212">
              <a:extLst>
                <a:ext uri="{FF2B5EF4-FFF2-40B4-BE49-F238E27FC236}">
                  <ns2:creationId id="{82A2C4A5-F0B7-2152-D8EE-57C10028979D}"/>
                </a:ext>
              </a:extLst>
            </p:cNvPr>
            <p:cNvSpPr/>
            <p:nvPr/>
          </p:nvSpPr>
          <p:spPr>
            <a:xfrm>
              <a:off x="2986318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ns2:creationId id="{C520C54D-55F2-0EE8-3B10-74AAD52BCDF2}"/>
                </a:ext>
              </a:extLst>
            </p:cNvPr>
            <p:cNvSpPr txBox="1"/>
            <p:nvPr/>
          </p:nvSpPr>
          <p:spPr>
            <a:xfrm>
              <a:off x="2988149" y="3625056"/>
              <a:ext cx="1224190" cy="400110"/>
            </a:xfrm>
            <a:prstGeom prst="rect">
              <a:avLst/>
            </a:prstGeom>
            <a:noFill/>
          </p:spPr>
          <p:txBody>
            <a:bodyPr wrap="square" lIns="0" rIns="0">
              <a:noAutofit/>
            </a:bodyPr>
            <a:lstStyle/>
            <a:p>
              <a:pPr marL="0" lvl="1" algn="ctr"/>
              <a:r>
                <a:rPr kumimoji="1"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en-US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ns2:creationId id="{CFD6B31E-A78A-79E9-F5BE-C48644AC987D}"/>
                </a:ext>
              </a:extLst>
            </p:cNvPr>
            <p:cNvSpPr txBox="1"/>
            <p:nvPr/>
          </p:nvSpPr>
          <p:spPr>
            <a:xfrm>
              <a:off x="3000349" y="4568105"/>
              <a:ext cx="1205815" cy="507831"/>
            </a:xfrm>
            <a:prstGeom prst="rect">
              <a:avLst/>
            </a:prstGeom>
            <a:noFill/>
          </p:spPr>
          <p:txBody>
            <a:bodyPr wrap="square" lIns="0" rIns="0">
              <a:noAutofit/>
            </a:bodyPr>
            <a:lstStyle/>
            <a:p>
              <a:pPr marL="0" lvl="1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09" name="グラフィックス 108" descr="開いたフォルダー 単色塗りつぶし">
              <a:extLst>
                <a:ext uri="{FF2B5EF4-FFF2-40B4-BE49-F238E27FC236}">
                  <ns2:creationId id="{349B16B9-BA92-D0E5-500B-14FC381D58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351256" y="4027791"/>
              <a:ext cx="504000" cy="504000"/>
            </a:xfrm>
            <a:prstGeom prst="rect">
              <a:avLst/>
            </a:prstGeom>
          </p:spPr>
        </p:pic>
        <p:sp>
          <p:nvSpPr>
            <p:cNvPr id="212" name="正方形/長方形 211">
              <a:extLst>
                <a:ext uri="{FF2B5EF4-FFF2-40B4-BE49-F238E27FC236}">
                  <ns2:creationId id="{04622B12-D696-CECD-8E2F-79063B2BB0B5}"/>
                </a:ext>
              </a:extLst>
            </p:cNvPr>
            <p:cNvSpPr/>
            <p:nvPr/>
          </p:nvSpPr>
          <p:spPr>
            <a:xfrm>
              <a:off x="1696995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A902F5E4-553C-9317-23EF-3D931C237D19}"/>
                </a:ext>
              </a:extLst>
            </p:cNvPr>
            <p:cNvSpPr txBox="1"/>
            <p:nvPr/>
          </p:nvSpPr>
          <p:spPr>
            <a:xfrm>
              <a:off x="1703090" y="3625056"/>
              <a:ext cx="1213751" cy="400110"/>
            </a:xfrm>
            <a:prstGeom prst="rect">
              <a:avLst/>
            </a:prstGeom>
            <a:noFill/>
          </p:spPr>
          <p:txBody>
            <a:bodyPr wrap="square" lIns="72000" rIns="72000">
              <a:noAutofit/>
            </a:bodyPr>
            <a:lstStyle/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テキスト ボックス 35">
              <a:extLst>
                <a:ext uri="{FF2B5EF4-FFF2-40B4-BE49-F238E27FC236}">
                  <ns2:creationId id="{73279358-E54C-1D75-1DE0-AFBDCADBF76E}"/>
                </a:ext>
              </a:extLst>
            </p:cNvPr>
            <p:cNvSpPr txBox="1"/>
            <p:nvPr/>
          </p:nvSpPr>
          <p:spPr>
            <a:xfrm>
              <a:off x="1711026" y="4568105"/>
              <a:ext cx="1205815" cy="615553"/>
            </a:xfrm>
            <a:prstGeom prst="rect">
              <a:avLst/>
            </a:prstGeom>
            <a:noFill/>
          </p:spPr>
          <p:txBody>
            <a:bodyPr wrap="square" lIns="36000" rIns="36000">
              <a:noAutofit/>
            </a:bodyPr>
            <a:lstStyle/>
            <a:p>
              <a:pPr marL="0" lvl="1"/>
              <a:r>
                <a:rPr kumimoji="1" lang="ja-JP" altLang="en-US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1" name="グラフィックス 110" descr="電球 単色塗りつぶし">
              <a:extLst>
                <a:ext uri="{FF2B5EF4-FFF2-40B4-BE49-F238E27FC236}">
                  <ns2:creationId id="{0C462746-F5F3-8BE1-4082-CFA5CC055E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061933" y="4016790"/>
              <a:ext cx="504000" cy="504000"/>
            </a:xfrm>
            <a:prstGeom prst="rect">
              <a:avLst/>
            </a:prstGeom>
          </p:spPr>
        </p:pic>
        <p:sp>
          <p:nvSpPr>
            <p:cNvPr id="211" name="正方形/長方形 210">
              <a:extLst>
                <a:ext uri="{FF2B5EF4-FFF2-40B4-BE49-F238E27FC236}">
                  <ns2:creationId id="{D80EF891-56EA-FD2C-1A70-3CBDA39B1E14}"/>
                </a:ext>
              </a:extLst>
            </p:cNvPr>
            <p:cNvSpPr/>
            <p:nvPr/>
          </p:nvSpPr>
          <p:spPr>
            <a:xfrm>
              <a:off x="414882" y="3556744"/>
              <a:ext cx="1224000" cy="16987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468000" rtlCol="0" anchor="ctr">
              <a:noAutofit/>
            </a:bodyPr>
            <a:lstStyle/>
            <a:p>
              <a:pPr algn="ctr"/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ns2:creationId id="{35227D11-E645-B3E4-57F0-86B20173AE7A}"/>
                </a:ext>
              </a:extLst>
            </p:cNvPr>
            <p:cNvSpPr txBox="1"/>
            <p:nvPr/>
          </p:nvSpPr>
          <p:spPr>
            <a:xfrm>
              <a:off x="410729" y="3625056"/>
              <a:ext cx="1224000" cy="400110"/>
            </a:xfrm>
            <a:prstGeom prst="rect">
              <a:avLst/>
            </a:prstGeom>
            <a:noFill/>
          </p:spPr>
          <p:txBody>
            <a:bodyPr wrap="square" lIns="72000" rIns="72000">
              <a:noAutofit/>
            </a:bodyPr>
            <a:lstStyle/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02E2AC9B-9BCB-EE7B-B4CA-7DE0DA812EC6}"/>
                </a:ext>
              </a:extLst>
            </p:cNvPr>
            <p:cNvSpPr txBox="1"/>
            <p:nvPr/>
          </p:nvSpPr>
          <p:spPr>
            <a:xfrm>
              <a:off x="428913" y="4568105"/>
              <a:ext cx="1205815" cy="507831"/>
            </a:xfrm>
            <a:prstGeom prst="rect">
              <a:avLst/>
            </a:prstGeom>
            <a:noFill/>
          </p:spPr>
          <p:txBody>
            <a:bodyPr wrap="square" lIns="36000" rIns="36000">
              <a:noAutofit/>
            </a:bodyPr>
            <a:lstStyle/>
            <a:p>
              <a:pPr marL="0" lvl="1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13" name="グラフィックス 112" descr="ペン 単色塗りつぶし">
              <a:extLst>
                <a:ext uri="{FF2B5EF4-FFF2-40B4-BE49-F238E27FC236}">
                  <ns2:creationId id="{146CD2FC-F655-92AD-DC99-67BE3F6B93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79820" y="4050883"/>
              <a:ext cx="504000" cy="504000"/>
            </a:xfrm>
            <a:prstGeom prst="rect">
              <a:avLst/>
            </a:prstGeom>
          </p:spPr>
        </p:pic>
      </p:grpSp>
      <p:grpSp>
        <p:nvGrpSpPr>
          <p:cNvPr id="137" name="グループ化 136">
            <a:extLst>
              <a:ext uri="{FF2B5EF4-FFF2-40B4-BE49-F238E27FC236}">
                <ns2:creationId id="{06833267-AC03-378B-58B4-CB67DECC7C52}"/>
              </a:ext>
            </a:extLst>
          </p:cNvPr>
          <p:cNvGrpSpPr/>
          <p:nvPr/>
        </p:nvGrpSpPr>
        <p:grpSpPr>
          <a:xfrm>
            <a:off x="11260916" y="2293014"/>
            <a:ext cx="542577" cy="542577"/>
            <a:chOff x="11471475" y="2025213"/>
            <a:chExt cx="707827" cy="707827"/>
          </a:xfrm>
        </p:grpSpPr>
        <p:sp>
          <p:nvSpPr>
            <p:cNvPr id="29" name="楕円 28">
              <a:extLst>
                <a:ext uri="{FF2B5EF4-FFF2-40B4-BE49-F238E27FC236}">
                  <ns2:creationId id="{8B9B72DC-296C-71EF-E569-71AA6BCAADA9}"/>
                </a:ext>
              </a:extLst>
            </p:cNvPr>
            <p:cNvSpPr/>
            <p:nvPr/>
          </p:nvSpPr>
          <p:spPr>
            <a:xfrm>
              <a:off x="11471475" y="2025213"/>
              <a:ext cx="707827" cy="707827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288000" rtlCol="0" anchor="ctr">
              <a:noAutofit/>
            </a:bodyPr>
            <a:lstStyle/>
            <a:p>
              <a:pPr algn="ctr"/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6" name="グラフィックス 135" descr="チェック マーク 単色塗りつぶし">
              <a:extLst>
                <a:ext uri="{FF2B5EF4-FFF2-40B4-BE49-F238E27FC236}">
                  <ns2:creationId id="{7F3F2E96-29ED-CA8D-3FD5-B5290FB819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1659398" y="2090435"/>
              <a:ext cx="335351" cy="335351"/>
            </a:xfrm>
            <a:prstGeom prst="rect">
              <a:avLst/>
            </a:prstGeom>
          </p:spPr>
        </p:pic>
      </p:grpSp>
      <p:pic>
        <p:nvPicPr>
          <p:cNvPr id="143" name="グラフィックス 142" descr="キー 枠線">
            <a:extLst>
              <a:ext uri="{FF2B5EF4-FFF2-40B4-BE49-F238E27FC236}">
                <ns2:creationId id="{61F8FCC4-EEAA-4392-260D-586E042C7E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5648644" y="1682679"/>
            <a:ext cx="468000" cy="468000"/>
          </a:xfrm>
          <a:prstGeom prst="rect">
            <a:avLst/>
          </a:prstGeom>
        </p:spPr>
      </p:pic>
      <p:pic>
        <p:nvPicPr>
          <p:cNvPr id="145" name="グラフィックス 144" descr="世界 枠線">
            <a:extLst>
              <a:ext uri="{FF2B5EF4-FFF2-40B4-BE49-F238E27FC236}">
                <ns2:creationId id="{A3299429-F986-9268-D411-4F4FE41DB4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343356" y="1646516"/>
            <a:ext cx="468000" cy="468000"/>
          </a:xfrm>
          <a:prstGeom prst="rect">
            <a:avLst/>
          </a:prstGeom>
        </p:spPr>
      </p:pic>
      <p:pic>
        <p:nvPicPr>
          <p:cNvPr id="153" name="グラフィックス 152" descr="男性のプロフィール 単色塗りつぶし">
            <a:extLst>
              <a:ext uri="{FF2B5EF4-FFF2-40B4-BE49-F238E27FC236}">
                <ns2:creationId id="{154B5F70-118D-891B-CB72-8F7E54C72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618801" y="2371542"/>
            <a:ext cx="648000" cy="648000"/>
          </a:xfrm>
          <a:prstGeom prst="rect">
            <a:avLst/>
          </a:prstGeom>
        </p:spPr>
      </p:pic>
      <p:grpSp>
        <p:nvGrpSpPr>
          <p:cNvPr id="16" name="グループ化 15">
            <a:extLst>
              <a:ext uri="{FF2B5EF4-FFF2-40B4-BE49-F238E27FC236}">
                <ns2:creationId id="{25D84314-F14F-F13F-C4BF-210BAE95E477}"/>
              </a:ext>
            </a:extLst>
          </p:cNvPr>
          <p:cNvGrpSpPr/>
          <p:nvPr/>
        </p:nvGrpSpPr>
        <p:grpSpPr>
          <a:xfrm>
            <a:off x="5684846" y="3195287"/>
            <a:ext cx="6103947" cy="1583977"/>
            <a:chOff x="5684846" y="3439127"/>
            <a:chExt cx="6103947" cy="1583977"/>
          </a:xfrm>
        </p:grpSpPr>
        <p:sp>
          <p:nvSpPr>
            <p:cNvPr id="65" name="テキスト ボックス 64">
              <a:extLst>
                <a:ext uri="{FF2B5EF4-FFF2-40B4-BE49-F238E27FC236}">
                  <ns2:creationId id="{A80A9248-59C3-D583-B300-367B871A337A}"/>
                </a:ext>
              </a:extLst>
            </p:cNvPr>
            <p:cNvSpPr txBox="1"/>
            <p:nvPr/>
          </p:nvSpPr>
          <p:spPr>
            <a:xfrm>
              <a:off x="5684846" y="4612861"/>
              <a:ext cx="404132" cy="410243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2" name="直線コネクタ 101">
              <a:extLst>
                <a:ext uri="{FF2B5EF4-FFF2-40B4-BE49-F238E27FC236}">
                  <ns2:creationId id="{D42CCC88-32B4-B868-D58A-D4D25ECDC214}"/>
                </a:ext>
              </a:extLst>
            </p:cNvPr>
            <p:cNvCxnSpPr>
              <a:cxnSpLocks/>
            </p:cNvCxnSpPr>
            <p:nvPr/>
          </p:nvCxnSpPr>
          <p:spPr>
            <a:xfrm>
              <a:off x="6114221" y="4612861"/>
              <a:ext cx="0" cy="410243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テキスト ボックス 86">
              <a:extLst>
                <a:ext uri="{FF2B5EF4-FFF2-40B4-BE49-F238E27FC236}">
                  <ns2:creationId id="{3CC43E9F-6D5C-4C4A-0BCF-1D446D444FE1}"/>
                </a:ext>
              </a:extLst>
            </p:cNvPr>
            <p:cNvSpPr txBox="1"/>
            <p:nvPr/>
          </p:nvSpPr>
          <p:spPr>
            <a:xfrm>
              <a:off x="8063442" y="4612861"/>
              <a:ext cx="1836000" cy="410243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テキスト ボックス 77">
              <a:extLst>
                <a:ext uri="{FF2B5EF4-FFF2-40B4-BE49-F238E27FC236}">
                  <ns2:creationId id="{376D172C-C380-621A-A105-7F4B791417FA}"/>
                </a:ext>
              </a:extLst>
            </p:cNvPr>
            <p:cNvSpPr txBox="1"/>
            <p:nvPr/>
          </p:nvSpPr>
          <p:spPr>
            <a:xfrm>
              <a:off x="6174090" y="4612861"/>
              <a:ext cx="1836000" cy="410243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テキスト ボックス 59">
              <a:extLst>
                <a:ext uri="{FF2B5EF4-FFF2-40B4-BE49-F238E27FC236}">
                  <ns2:creationId id="{723449EA-30EA-DCB2-A5E3-D039D6C53BF9}"/>
                </a:ext>
              </a:extLst>
            </p:cNvPr>
            <p:cNvSpPr txBox="1"/>
            <p:nvPr/>
          </p:nvSpPr>
          <p:spPr>
            <a:xfrm>
              <a:off x="5684846" y="3439127"/>
              <a:ext cx="404132" cy="360000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99" name="直線コネクタ 98">
              <a:extLst>
                <a:ext uri="{FF2B5EF4-FFF2-40B4-BE49-F238E27FC236}">
                  <ns2:creationId id="{3299CE47-AB2B-3BBC-ABCF-4A5F513F8D74}"/>
                </a:ext>
              </a:extLst>
            </p:cNvPr>
            <p:cNvCxnSpPr>
              <a:cxnSpLocks/>
            </p:cNvCxnSpPr>
            <p:nvPr/>
          </p:nvCxnSpPr>
          <p:spPr>
            <a:xfrm>
              <a:off x="6114221" y="3439127"/>
              <a:ext cx="0" cy="36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テキスト ボックス 88">
              <a:extLst>
                <a:ext uri="{FF2B5EF4-FFF2-40B4-BE49-F238E27FC236}">
                  <ns2:creationId id="{CF04D44C-1C35-32EA-B64B-8AC394837F1E}"/>
                </a:ext>
              </a:extLst>
            </p:cNvPr>
            <p:cNvSpPr txBox="1"/>
            <p:nvPr/>
          </p:nvSpPr>
          <p:spPr>
            <a:xfrm>
              <a:off x="9952793" y="3439127"/>
              <a:ext cx="1836000" cy="36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ns2:creationId id="{14BB205C-8369-4344-1249-A6FD1E286891}"/>
                </a:ext>
              </a:extLst>
            </p:cNvPr>
            <p:cNvSpPr txBox="1"/>
            <p:nvPr/>
          </p:nvSpPr>
          <p:spPr>
            <a:xfrm>
              <a:off x="8063442" y="3439127"/>
              <a:ext cx="1836000" cy="36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テキスト ボックス 75">
              <a:extLst>
                <a:ext uri="{FF2B5EF4-FFF2-40B4-BE49-F238E27FC236}">
                  <ns2:creationId id="{7DB3DDD4-5EB8-34A8-D940-6709B61AFF42}"/>
                </a:ext>
              </a:extLst>
            </p:cNvPr>
            <p:cNvSpPr txBox="1"/>
            <p:nvPr/>
          </p:nvSpPr>
          <p:spPr>
            <a:xfrm>
              <a:off x="6174090" y="3439127"/>
              <a:ext cx="1836000" cy="36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0" lvl="1"/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テキスト ボックス 63">
              <a:extLst>
                <a:ext uri="{FF2B5EF4-FFF2-40B4-BE49-F238E27FC236}">
                  <ns2:creationId id="{A81DDCA8-A460-9699-DC21-61377BFED911}"/>
                </a:ext>
              </a:extLst>
            </p:cNvPr>
            <p:cNvSpPr txBox="1"/>
            <p:nvPr/>
          </p:nvSpPr>
          <p:spPr>
            <a:xfrm>
              <a:off x="5684846" y="3850115"/>
              <a:ext cx="404132" cy="720000"/>
            </a:xfrm>
            <a:prstGeom prst="rect">
              <a:avLst/>
            </a:prstGeom>
            <a:noFill/>
          </p:spPr>
          <p:txBody>
            <a:bodyPr wrap="square" lIns="0" rIns="0" anchor="ctr">
              <a:noAutofit/>
            </a:bodyPr>
            <a:lstStyle/>
            <a:p>
              <a:pPr marL="0" lvl="1" algn="ctr"/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01" name="直線コネクタ 100">
              <a:extLst>
                <a:ext uri="{FF2B5EF4-FFF2-40B4-BE49-F238E27FC236}">
                  <ns2:creationId id="{8CDA1A55-7FCD-6E4B-412C-D6DE488B6D19}"/>
                </a:ext>
              </a:extLst>
            </p:cNvPr>
            <p:cNvCxnSpPr>
              <a:cxnSpLocks/>
            </p:cNvCxnSpPr>
            <p:nvPr/>
          </p:nvCxnSpPr>
          <p:spPr>
            <a:xfrm>
              <a:off x="6114221" y="3850115"/>
              <a:ext cx="0" cy="72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テキスト ボックス 89">
              <a:extLst>
                <a:ext uri="{FF2B5EF4-FFF2-40B4-BE49-F238E27FC236}">
                  <ns2:creationId id="{0B2E4BD0-E993-50B9-7CCD-A87198839785}"/>
                </a:ext>
              </a:extLst>
            </p:cNvPr>
            <p:cNvSpPr txBox="1"/>
            <p:nvPr/>
          </p:nvSpPr>
          <p:spPr>
            <a:xfrm>
              <a:off x="9952793" y="3850115"/>
              <a:ext cx="1836000" cy="72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テキスト ボックス 85">
              <a:extLst>
                <a:ext uri="{FF2B5EF4-FFF2-40B4-BE49-F238E27FC236}">
                  <ns2:creationId id="{4529EDE9-4E79-B948-99BB-DBB0B6ACB89C}"/>
                </a:ext>
              </a:extLst>
            </p:cNvPr>
            <p:cNvSpPr txBox="1"/>
            <p:nvPr/>
          </p:nvSpPr>
          <p:spPr>
            <a:xfrm>
              <a:off x="8063442" y="3850115"/>
              <a:ext cx="1836000" cy="72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lvl="1" indent="-87313"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ns2:creationId id="{7D276220-7643-6BDA-4990-A77EF1877912}"/>
                </a:ext>
              </a:extLst>
            </p:cNvPr>
            <p:cNvSpPr txBox="1"/>
            <p:nvPr/>
          </p:nvSpPr>
          <p:spPr>
            <a:xfrm>
              <a:off x="6174090" y="3850115"/>
              <a:ext cx="1836000" cy="720000"/>
            </a:xfrm>
            <a:prstGeom prst="rect">
              <a:avLst/>
            </a:prstGeom>
            <a:noFill/>
          </p:spPr>
          <p:txBody>
            <a:bodyPr wrap="square" lIns="36000" rIns="36000" anchor="ctr">
              <a:noAutofit/>
            </a:bodyPr>
            <a:lstStyle/>
            <a:p>
              <a:pPr marL="92075" lvl="1" indent="-92075">
                <a:lnSpc>
                  <a:spcPts val="800"/>
                </a:lnSpc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2075" lvl="1" indent="-92075">
                <a:lnSpc>
                  <a:spcPts val="800"/>
                </a:lnSpc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Word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PowerPoint</a:t>
              </a: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2075" lvl="1" indent="-92075">
                <a:lnSpc>
                  <a:spcPts val="800"/>
                </a:lnSpc>
                <a:spcAft>
                  <a:spcPts val="2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tabLst>
                  <a:tab pos="447675" algn="l"/>
                  <a:tab pos="625475" algn="l"/>
                </a:tabLst>
              </a:pPr>
              <a:r>
                <a: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55" name="グループ化 154">
            <a:extLst>
              <a:ext uri="{FF2B5EF4-FFF2-40B4-BE49-F238E27FC236}">
                <ns2:creationId id="{C3881232-E91D-EC8F-6427-86D66FF09EF7}"/>
              </a:ext>
            </a:extLst>
          </p:cNvPr>
          <p:cNvGrpSpPr/>
          <p:nvPr/>
        </p:nvGrpSpPr>
        <p:grpSpPr>
          <a:xfrm>
            <a:off x="5875938" y="4909877"/>
            <a:ext cx="5875162" cy="369332"/>
            <a:chOff x="6312374" y="5651150"/>
            <a:chExt cx="5875162" cy="369332"/>
          </a:xfrm>
        </p:grpSpPr>
        <p:sp>
          <p:nvSpPr>
            <p:cNvPr id="147" name="テキスト ボックス 146">
              <a:extLst>
                <a:ext uri="{FF2B5EF4-FFF2-40B4-BE49-F238E27FC236}">
                  <ns2:creationId id="{DEE73C9E-57EA-93A1-66F3-C7A5FE75A75E}"/>
                </a:ext>
              </a:extLst>
            </p:cNvPr>
            <p:cNvSpPr txBox="1"/>
            <p:nvPr/>
          </p:nvSpPr>
          <p:spPr>
            <a:xfrm>
              <a:off x="6393314" y="5651150"/>
              <a:ext cx="5794222" cy="369332"/>
            </a:xfrm>
            <a:prstGeom prst="rect">
              <a:avLst/>
            </a:prstGeom>
            <a:noFill/>
          </p:spPr>
          <p:txBody>
            <a:bodyPr wrap="square">
              <a:noAutofit/>
            </a:bodyPr>
            <a:lstStyle/>
            <a:p>
              <a:pPr marL="92075" lvl="2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『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』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『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)』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三角形 60">
              <a:extLst>
                <a:ext uri="{FF2B5EF4-FFF2-40B4-BE49-F238E27FC236}">
                  <ns2:creationId id="{1B7CBC98-DC14-7C29-7617-99E24D67BBBF}"/>
                </a:ext>
              </a:extLst>
            </p:cNvPr>
            <p:cNvSpPr/>
            <p:nvPr/>
          </p:nvSpPr>
          <p:spPr>
            <a:xfrm rot="5400000">
              <a:off x="6205519" y="5793737"/>
              <a:ext cx="297867" cy="84158"/>
            </a:xfrm>
            <a:prstGeom prst="triangl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ns2:creationId id="{F6297D7D-ACD8-F8C2-CAD5-972D0DFDCE16}"/>
              </a:ext>
            </a:extLst>
          </p:cNvPr>
          <p:cNvGrpSpPr/>
          <p:nvPr/>
        </p:nvGrpSpPr>
        <p:grpSpPr>
          <a:xfrm>
            <a:off x="343356" y="5405680"/>
            <a:ext cx="11529358" cy="904341"/>
            <a:chOff x="343356" y="5544575"/>
            <a:chExt cx="11529358" cy="904341"/>
          </a:xfrm>
        </p:grpSpPr>
        <p:sp>
          <p:nvSpPr>
            <p:cNvPr id="156" name="正方形/長方形 155">
              <a:extLst>
                <a:ext uri="{FF2B5EF4-FFF2-40B4-BE49-F238E27FC236}">
                  <ns2:creationId id="{DEDBA0CA-1F46-EA12-EC48-9DF55EBDF087}"/>
                </a:ext>
              </a:extLst>
            </p:cNvPr>
            <p:cNvSpPr/>
            <p:nvPr/>
          </p:nvSpPr>
          <p:spPr>
            <a:xfrm>
              <a:off x="343356" y="5575156"/>
              <a:ext cx="243929" cy="87376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86FE283E-0FFF-7785-79FF-E47B9760C69B}"/>
                </a:ext>
              </a:extLst>
            </p:cNvPr>
            <p:cNvSpPr/>
            <p:nvPr/>
          </p:nvSpPr>
          <p:spPr>
            <a:xfrm>
              <a:off x="647893" y="6021428"/>
              <a:ext cx="1664778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zh-TW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zh-TW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zh-TW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zh-TW" altLang="en-US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CCA28BD1-3DBF-4BFA-CCE8-5AA8B4AE756E}"/>
                </a:ext>
              </a:extLst>
            </p:cNvPr>
            <p:cNvSpPr/>
            <p:nvPr/>
          </p:nvSpPr>
          <p:spPr>
            <a:xfrm>
              <a:off x="647893" y="6244565"/>
              <a:ext cx="1664778" cy="198000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922DAEA4-74EE-7929-E462-917F98DD56BE}"/>
                </a:ext>
              </a:extLst>
            </p:cNvPr>
            <p:cNvSpPr/>
            <p:nvPr/>
          </p:nvSpPr>
          <p:spPr>
            <a:xfrm>
              <a:off x="2387772" y="5544575"/>
              <a:ext cx="9469266" cy="198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E181D87A-FD2E-E5D8-6DFA-C7A8B9A8DE5F}"/>
                </a:ext>
              </a:extLst>
            </p:cNvPr>
            <p:cNvSpPr/>
            <p:nvPr/>
          </p:nvSpPr>
          <p:spPr>
            <a:xfrm>
              <a:off x="2387772" y="5798292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C0FDF8CE-1A72-2946-533E-1DCD9FE36E4D}"/>
                </a:ext>
              </a:extLst>
            </p:cNvPr>
            <p:cNvSpPr/>
            <p:nvPr/>
          </p:nvSpPr>
          <p:spPr>
            <a:xfrm>
              <a:off x="4763416" y="5798292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08BF9EFD-BA6D-8A5B-4C3C-18B904295907}"/>
                </a:ext>
              </a:extLst>
            </p:cNvPr>
            <p:cNvSpPr/>
            <p:nvPr/>
          </p:nvSpPr>
          <p:spPr>
            <a:xfrm>
              <a:off x="7139060" y="5798292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43756BD9-5C97-46CC-69E2-46BF25A1E29D}"/>
                </a:ext>
              </a:extLst>
            </p:cNvPr>
            <p:cNvSpPr/>
            <p:nvPr/>
          </p:nvSpPr>
          <p:spPr>
            <a:xfrm>
              <a:off x="9514704" y="5796867"/>
              <a:ext cx="2340000" cy="19800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13CCB674-8E2C-481A-6EAB-57C16BC8BD3A}"/>
                </a:ext>
              </a:extLst>
            </p:cNvPr>
            <p:cNvSpPr/>
            <p:nvPr/>
          </p:nvSpPr>
          <p:spPr>
            <a:xfrm>
              <a:off x="2387772" y="6021428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020A54CF-A998-839E-D58B-07A8AE6C152D}"/>
                </a:ext>
              </a:extLst>
            </p:cNvPr>
            <p:cNvSpPr/>
            <p:nvPr/>
          </p:nvSpPr>
          <p:spPr>
            <a:xfrm>
              <a:off x="4763416" y="6021428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BB8038B4-B0B4-9C8D-7ECF-668F0C38E018}"/>
                </a:ext>
              </a:extLst>
            </p:cNvPr>
            <p:cNvSpPr/>
            <p:nvPr/>
          </p:nvSpPr>
          <p:spPr>
            <a:xfrm>
              <a:off x="7139060" y="6021428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1B9E6B11-5025-C3C2-241D-5B8035CAD8D2}"/>
                </a:ext>
              </a:extLst>
            </p:cNvPr>
            <p:cNvSpPr/>
            <p:nvPr/>
          </p:nvSpPr>
          <p:spPr>
            <a:xfrm>
              <a:off x="9514704" y="6020003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E505156D-9B59-9769-D306-55EC82B14FD4}"/>
                </a:ext>
              </a:extLst>
            </p:cNvPr>
            <p:cNvSpPr/>
            <p:nvPr/>
          </p:nvSpPr>
          <p:spPr>
            <a:xfrm>
              <a:off x="2387772" y="6245200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90BA28C0-D20D-DC99-4099-F1978829FE26}"/>
                </a:ext>
              </a:extLst>
            </p:cNvPr>
            <p:cNvSpPr/>
            <p:nvPr/>
          </p:nvSpPr>
          <p:spPr>
            <a:xfrm>
              <a:off x="4763416" y="6245200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95DF8650-0CFE-9321-6494-ECC1E5947688}"/>
                </a:ext>
              </a:extLst>
            </p:cNvPr>
            <p:cNvSpPr/>
            <p:nvPr/>
          </p:nvSpPr>
          <p:spPr>
            <a:xfrm>
              <a:off x="7139060" y="6245200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E8C91A35-BE28-9783-F65E-E21D5909A824}"/>
                </a:ext>
              </a:extLst>
            </p:cNvPr>
            <p:cNvSpPr/>
            <p:nvPr/>
          </p:nvSpPr>
          <p:spPr>
            <a:xfrm>
              <a:off x="9514704" y="6243775"/>
              <a:ext cx="2340000" cy="19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12C8B408-A6D4-E5F4-1FF0-C0A5B84D339A}"/>
                </a:ext>
              </a:extLst>
            </p:cNvPr>
            <p:cNvSpPr/>
            <p:nvPr/>
          </p:nvSpPr>
          <p:spPr>
            <a:xfrm>
              <a:off x="2418252" y="5825311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Q1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E0D537F0-27F1-7684-833F-AE91F57C5B48}"/>
                </a:ext>
              </a:extLst>
            </p:cNvPr>
            <p:cNvSpPr/>
            <p:nvPr/>
          </p:nvSpPr>
          <p:spPr>
            <a:xfrm>
              <a:off x="4789817" y="5825977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Q2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02C8AD79-9847-6945-345C-643B04AE3F29}"/>
                </a:ext>
              </a:extLst>
            </p:cNvPr>
            <p:cNvSpPr/>
            <p:nvPr/>
          </p:nvSpPr>
          <p:spPr>
            <a:xfrm>
              <a:off x="7164460" y="5825977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Q3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0D13C0DF-98BC-DAE7-6D65-D673C5794C6C}"/>
                </a:ext>
              </a:extLst>
            </p:cNvPr>
            <p:cNvSpPr/>
            <p:nvPr/>
          </p:nvSpPr>
          <p:spPr>
            <a:xfrm>
              <a:off x="9540400" y="5825977"/>
              <a:ext cx="284148" cy="151272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Q4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2" name="直線コネクタ 191">
              <a:extLst>
                <a:ext uri="{FF2B5EF4-FFF2-40B4-BE49-F238E27FC236}">
                  <ns2:creationId id="{23F64599-C8CF-76AB-8E2A-4C6B032E5D85}"/>
                </a:ext>
              </a:extLst>
            </p:cNvPr>
            <p:cNvCxnSpPr>
              <a:cxnSpLocks/>
            </p:cNvCxnSpPr>
            <p:nvPr/>
          </p:nvCxnSpPr>
          <p:spPr>
            <a:xfrm>
              <a:off x="2425480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E754A8C3-7E22-12F0-0A53-24AAF7791E94}"/>
                </a:ext>
              </a:extLst>
            </p:cNvPr>
            <p:cNvCxnSpPr>
              <a:cxnSpLocks/>
            </p:cNvCxnSpPr>
            <p:nvPr/>
          </p:nvCxnSpPr>
          <p:spPr>
            <a:xfrm>
              <a:off x="9585224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645EFC2B-C9F0-E816-BC0A-6053365FA97F}"/>
                </a:ext>
              </a:extLst>
            </p:cNvPr>
            <p:cNvCxnSpPr>
              <a:cxnSpLocks/>
            </p:cNvCxnSpPr>
            <p:nvPr/>
          </p:nvCxnSpPr>
          <p:spPr>
            <a:xfrm>
              <a:off x="7198642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5DE04A52-6349-9F05-8445-DD2EEB0F3031}"/>
                </a:ext>
              </a:extLst>
            </p:cNvPr>
            <p:cNvCxnSpPr>
              <a:cxnSpLocks/>
            </p:cNvCxnSpPr>
            <p:nvPr/>
          </p:nvCxnSpPr>
          <p:spPr>
            <a:xfrm>
              <a:off x="4812061" y="6233615"/>
              <a:ext cx="228749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8" name="グラフィックス 207" descr="チャットの吹き出し 単色塗りつぶし">
              <a:extLst>
                <a:ext uri="{FF2B5EF4-FFF2-40B4-BE49-F238E27FC236}">
                  <ns2:creationId id="{8EB55475-BDE9-8C02-815E-677C989B65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648466" y="5556262"/>
              <a:ext cx="180000" cy="180000"/>
            </a:xfrm>
            <a:prstGeom prst="rect">
              <a:avLst/>
            </a:prstGeom>
          </p:spPr>
        </p:pic>
        <p:pic>
          <p:nvPicPr>
            <p:cNvPr id="210" name="グラフィックス 209" descr="分岐路 単色塗りつぶし">
              <a:extLst>
                <a:ext uri="{FF2B5EF4-FFF2-40B4-BE49-F238E27FC236}">
                  <ns2:creationId id="{579109BF-F4D3-D1AC-8B57-83085BFAA2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376160" y="5621665"/>
              <a:ext cx="178320" cy="178320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ns2:creationId id="{6739D340-09BD-033D-9942-1601007939DD}"/>
              </a:ext>
            </a:extLst>
          </p:cNvPr>
          <p:cNvGrpSpPr/>
          <p:nvPr/>
        </p:nvGrpSpPr>
        <p:grpSpPr>
          <a:xfrm>
            <a:off x="6174090" y="3568938"/>
            <a:ext cx="5599242" cy="780288"/>
            <a:chOff x="6174090" y="3568938"/>
            <a:chExt cx="5599242" cy="780288"/>
          </a:xfrm>
        </p:grpSpPr>
        <p:grpSp>
          <p:nvGrpSpPr>
            <p:cNvPr id="24" name="グループ化 23">
              <a:extLst>
                <a:ext uri="{FF2B5EF4-FFF2-40B4-BE49-F238E27FC236}">
                  <ns2:creationId id="{6BBB078B-E5CE-0556-A669-8B091A81E9C2}"/>
                </a:ext>
              </a:extLst>
            </p:cNvPr>
            <p:cNvGrpSpPr/>
            <p:nvPr/>
          </p:nvGrpSpPr>
          <p:grpSpPr>
            <a:xfrm>
              <a:off x="6174090" y="3568938"/>
              <a:ext cx="5599242" cy="0"/>
              <a:chOff x="6174090" y="3568938"/>
              <a:chExt cx="5599242" cy="0"/>
            </a:xfrm>
          </p:grpSpPr>
          <p:cxnSp>
            <p:nvCxnSpPr>
              <p:cNvPr id="19" name="直線コネクタ 18">
                <a:extLst>
                  <a:ext uri="{FF2B5EF4-FFF2-40B4-BE49-F238E27FC236}">
                    <ns2:creationId id="{E9FCF6CC-6052-2CF6-A99B-873E2A5555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74090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コネクタ 20">
                <a:extLst>
                  <a:ext uri="{FF2B5EF4-FFF2-40B4-BE49-F238E27FC236}">
                    <ns2:creationId id="{7C05893A-8E9F-02D2-F493-37B701BE46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63441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コネクタ 22">
                <a:extLst>
                  <a:ext uri="{FF2B5EF4-FFF2-40B4-BE49-F238E27FC236}">
                    <ns2:creationId id="{59044836-C71F-1090-FE66-4AF111C21C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793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グループ化 27">
              <a:extLst>
                <a:ext uri="{FF2B5EF4-FFF2-40B4-BE49-F238E27FC236}">
                  <ns2:creationId id="{D2FAC868-41EA-D97B-D9D9-2C1186044DF4}"/>
                </a:ext>
              </a:extLst>
            </p:cNvPr>
            <p:cNvGrpSpPr/>
            <p:nvPr/>
          </p:nvGrpSpPr>
          <p:grpSpPr>
            <a:xfrm>
              <a:off x="6174090" y="4349226"/>
              <a:ext cx="5599242" cy="0"/>
              <a:chOff x="6174090" y="3568938"/>
              <a:chExt cx="5599242" cy="0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D1BEF1C3-CF02-7C83-1846-1E40E448CA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74090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コネクタ 30">
                <a:extLst>
                  <a:ext uri="{FF2B5EF4-FFF2-40B4-BE49-F238E27FC236}">
                    <ns2:creationId id="{2D820BD5-A5EE-A106-9F16-7AA4E9C25D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63441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612408B0-34DE-4ADA-584F-3DA8B78F3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793" y="3568938"/>
                <a:ext cx="1820539" cy="0"/>
              </a:xfrm>
              <a:prstGeom prst="line">
                <a:avLst/>
              </a:prstGeom>
              <a:ln w="9525">
                <a:solidFill>
                  <a:schemeClr val="accent3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623370038"/>
      </p:ext>
    </p:extLst>
  </p:cSld>
  <p:clrMapOvr>
    <a:masterClrMapping/>
  </p:clrMapOvr>
</p:sld>
</file>

<file path=ppt/slides/slide188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4EEE024-A0C2-C780-E643-44EC9355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XX</a:t>
            </a:r>
            <a:r>
              <a:rPr lang="ja-JP" altLang="en-US" dirty="0"/>
              <a:t>XX</a:t>
            </a:r>
            <a:r>
              <a:rPr lang="zh-TW" altLang="en-US" dirty="0"/>
              <a:t>XX</a:t>
            </a:r>
            <a:r>
              <a:rPr lang="en-AU" altLang="zh-TW" dirty="0"/>
              <a:t>(</a:t>
            </a:r>
            <a:r>
              <a:rPr lang="en-AU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34852D6-788E-7623-D747-1923B95B6D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48000"/>
          </a:xfrm>
        </p:spPr>
        <p:txBody>
          <a:bodyPr/>
          <a:lstStyle/>
          <a:p>
            <a:r>
              <a:rPr lang="ja-JP" altLang="en-US" dirty="0"/>
              <a:t>「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en-AU" altLang="ja-JP" dirty="0"/>
              <a:t>(</a:t>
            </a:r>
            <a:r>
              <a:rPr lang="ja-JP" altLang="en-US" dirty="0"/>
              <a:t>XX</a:t>
            </a:r>
            <a:r>
              <a:rPr lang="en-AU" altLang="ja-JP" dirty="0"/>
              <a:t>) </a:t>
            </a:r>
            <a:r>
              <a:rPr lang="ja-JP" altLang="en-US" dirty="0"/>
              <a:t>XX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ns2:creationId id="{BA80D695-D45B-DAC3-5AF4-24D876B4A582}"/>
              </a:ext>
            </a:extLst>
          </p:cNvPr>
          <p:cNvSpPr/>
          <p:nvPr/>
        </p:nvSpPr>
        <p:spPr>
          <a:xfrm>
            <a:off x="334963" y="1637567"/>
            <a:ext cx="11520000" cy="648000"/>
          </a:xfrm>
          <a:prstGeom prst="roundRect">
            <a:avLst>
              <a:gd name="adj" fmla="val 5896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lnSpc>
                <a:spcPct val="110000"/>
              </a:lnSpc>
            </a:pP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lang="en-AU" altLang="ja-JP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AU" altLang="ja-JP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lnSpc>
                <a:spcPct val="110000"/>
              </a:lnSpc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8" name="グループ化 47">
            <a:extLst>
              <a:ext uri="{FF2B5EF4-FFF2-40B4-BE49-F238E27FC236}">
                <ns2:creationId id="{3AEF8936-388A-EA51-C824-493A3FE56ABD}"/>
              </a:ext>
            </a:extLst>
          </p:cNvPr>
          <p:cNvGrpSpPr/>
          <p:nvPr/>
        </p:nvGrpSpPr>
        <p:grpSpPr>
          <a:xfrm>
            <a:off x="334963" y="2296342"/>
            <a:ext cx="11520001" cy="4014604"/>
            <a:chOff x="334963" y="2296342"/>
            <a:chExt cx="11520001" cy="4014604"/>
          </a:xfrm>
        </p:grpSpPr>
        <p:pic>
          <p:nvPicPr>
            <p:cNvPr id="10" name="図 9">
              <a:extLst>
                <a:ext uri="{FF2B5EF4-FFF2-40B4-BE49-F238E27FC236}">
                  <ns2:creationId id="{7B6B11E4-4AEE-A345-60C0-EEAB2C38B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5715" y="2296342"/>
              <a:ext cx="1769249" cy="144000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grpSp>
          <p:nvGrpSpPr>
            <p:cNvPr id="47" name="グループ化 46">
              <a:extLst>
                <a:ext uri="{FF2B5EF4-FFF2-40B4-BE49-F238E27FC236}">
                  <ns2:creationId id="{EE6E10E7-261D-7977-C666-59423847B662}"/>
                </a:ext>
              </a:extLst>
            </p:cNvPr>
            <p:cNvGrpSpPr/>
            <p:nvPr/>
          </p:nvGrpSpPr>
          <p:grpSpPr>
            <a:xfrm>
              <a:off x="334963" y="2498253"/>
              <a:ext cx="11516243" cy="3812693"/>
              <a:chOff x="334963" y="2498253"/>
              <a:chExt cx="11516243" cy="3812693"/>
            </a:xfrm>
          </p:grpSpPr>
          <p:grpSp>
            <p:nvGrpSpPr>
              <p:cNvPr id="18" name="グループ化 17">
                <a:extLst>
                  <a:ext uri="{FF2B5EF4-FFF2-40B4-BE49-F238E27FC236}">
                    <ns2:creationId id="{A6449342-13C3-952F-04B8-C073D7F5218C}"/>
                  </a:ext>
                </a:extLst>
              </p:cNvPr>
              <p:cNvGrpSpPr/>
              <p:nvPr/>
            </p:nvGrpSpPr>
            <p:grpSpPr>
              <a:xfrm>
                <a:off x="334963" y="2498253"/>
                <a:ext cx="9540000" cy="1145455"/>
                <a:chOff x="334963" y="2498253"/>
                <a:chExt cx="9540000" cy="1145455"/>
              </a:xfrm>
            </p:grpSpPr>
            <p:sp>
              <p:nvSpPr>
                <p:cNvPr id="7" name="Richtungspfeil 1">
                  <a:extLst>
                    <a:ext uri="{FF2B5EF4-FFF2-40B4-BE49-F238E27FC236}">
                      <ns2:creationId id="{F21CCCA4-5F6C-59DA-89AD-AAC50D42A43F}"/>
                    </a:ext>
                  </a:extLst>
                </p:cNvPr>
                <p:cNvSpPr/>
                <p:nvPr>
                  <p:custDataLst>
                    <p:tags r:id="rId3"/>
                  </p:custDataLst>
                </p:nvPr>
              </p:nvSpPr>
              <p:spPr bwMode="auto">
                <a:xfrm>
                  <a:off x="334963" y="2498253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7FBF7F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" name="テキスト ボックス 10">
                  <a:extLst>
                    <a:ext uri="{FF2B5EF4-FFF2-40B4-BE49-F238E27FC236}">
                      <ns2:creationId id="{43867468-6D84-AA13-F502-8F65131CE62C}"/>
                    </a:ext>
                  </a:extLst>
                </p:cNvPr>
                <p:cNvSpPr txBox="1"/>
                <p:nvPr/>
              </p:nvSpPr>
              <p:spPr>
                <a:xfrm>
                  <a:off x="334963" y="2498253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50000"/>
                  </a:srgbClr>
                </a:solidFill>
                <a:ln>
                  <a:solidFill>
                    <a:srgbClr val="7FBF7F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i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022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" name="楕円 13">
                  <a:extLst>
                    <a:ext uri="{FF2B5EF4-FFF2-40B4-BE49-F238E27FC236}">
                      <ns2:creationId id="{DEDD91C6-2F64-0D80-13E3-EF2A24F9C6D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979354" y="2602980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36A74E2B-F189-EB78-9C94-6BBEFC541041}"/>
                    </a:ext>
                  </a:extLst>
                </p:cNvPr>
                <p:cNvSpPr txBox="1"/>
                <p:nvPr/>
              </p:nvSpPr>
              <p:spPr>
                <a:xfrm>
                  <a:off x="3004627" y="2566980"/>
                  <a:ext cx="2115195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AU" altLang="ja-JP" b="1" dirty="0" err="1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" name="直線矢印コネクタ 21">
                  <a:extLst>
                    <a:ext uri="{FF2B5EF4-FFF2-40B4-BE49-F238E27FC236}">
                      <ns2:creationId id="{B6F19F0D-57E0-F149-CDB8-C8FA7849F540}"/>
                    </a:ext>
                  </a:extLst>
                </p:cNvPr>
                <p:cNvCxnSpPr/>
                <p:nvPr/>
              </p:nvCxnSpPr>
              <p:spPr>
                <a:xfrm>
                  <a:off x="6654930" y="2566980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>
                      <a:alpha val="60000"/>
                    </a:srgbClr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4" name="グラフィックス 23" descr="手のひらと植物 単色塗りつぶし">
                  <a:extLst>
                    <a:ext uri="{FF2B5EF4-FFF2-40B4-BE49-F238E27FC236}">
                      <ns2:creationId id="{92FAD2E4-60CC-146E-66DB-15D676621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rcRect/>
                <a:stretch/>
              </p:blipFill>
              <p:spPr>
                <a:xfrm>
                  <a:off x="5868540" y="2783417"/>
                  <a:ext cx="575126" cy="575126"/>
                </a:xfrm>
                <a:prstGeom prst="rect">
                  <a:avLst/>
                </a:prstGeom>
              </p:spPr>
            </p:pic>
            <p:sp>
              <p:nvSpPr>
                <p:cNvPr id="25" name="テキスト ボックス 24">
                  <a:extLst>
                    <a:ext uri="{FF2B5EF4-FFF2-40B4-BE49-F238E27FC236}">
                      <ns2:creationId id="{9BF4942C-3D3B-0DEE-1D0D-D22742FA1453}"/>
                    </a:ext>
                  </a:extLst>
                </p:cNvPr>
                <p:cNvSpPr txBox="1"/>
                <p:nvPr/>
              </p:nvSpPr>
              <p:spPr>
                <a:xfrm>
                  <a:off x="6859717" y="2566980"/>
                  <a:ext cx="2520000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3" name="グループ化 12">
                <a:extLst>
                  <a:ext uri="{FF2B5EF4-FFF2-40B4-BE49-F238E27FC236}">
                    <ns2:creationId id="{2BF26371-ADB5-C83E-03EC-13298976FDAB}"/>
                  </a:ext>
                </a:extLst>
              </p:cNvPr>
              <p:cNvGrpSpPr/>
              <p:nvPr/>
            </p:nvGrpSpPr>
            <p:grpSpPr>
              <a:xfrm>
                <a:off x="2311206" y="5165491"/>
                <a:ext cx="9540000" cy="1145455"/>
                <a:chOff x="2311206" y="5112941"/>
                <a:chExt cx="9540000" cy="1145455"/>
              </a:xfrm>
            </p:grpSpPr>
            <p:sp>
              <p:nvSpPr>
                <p:cNvPr id="9" name="Richtungspfeil 1">
                  <a:extLst>
                    <a:ext uri="{FF2B5EF4-FFF2-40B4-BE49-F238E27FC236}">
                      <ns2:creationId id="{26E4262D-79F5-5C68-D389-D8BB939E5C6D}"/>
                    </a:ext>
                  </a:extLst>
                </p:cNvPr>
                <p:cNvSpPr/>
                <p:nvPr>
                  <p:custDataLst>
                    <p:tags r:id="rId2"/>
                  </p:custDataLst>
                </p:nvPr>
              </p:nvSpPr>
              <p:spPr bwMode="auto">
                <a:xfrm>
                  <a:off x="2311206" y="5112941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gradFill>
                  <a:gsLst>
                    <a:gs pos="0">
                      <a:schemeClr val="bg1">
                        <a:alpha val="10000"/>
                      </a:schemeClr>
                    </a:gs>
                    <a:gs pos="100000">
                      <a:srgbClr val="008D2E">
                        <a:alpha val="30000"/>
                      </a:srgbClr>
                    </a:gs>
                  </a:gsLst>
                  <a:lin ang="0" scaled="1"/>
                </a:gradFill>
                <a:ln w="9525" cmpd="sng">
                  <a:solidFill>
                    <a:srgbClr val="008000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" name="テキスト ボックス 15">
                  <a:extLst>
                    <a:ext uri="{FF2B5EF4-FFF2-40B4-BE49-F238E27FC236}">
                      <ns2:creationId id="{F9096E8A-0564-F2C2-6E5D-A3734413F7DC}"/>
                    </a:ext>
                  </a:extLst>
                </p:cNvPr>
                <p:cNvSpPr txBox="1"/>
                <p:nvPr/>
              </p:nvSpPr>
              <p:spPr>
                <a:xfrm>
                  <a:off x="2311206" y="5112941"/>
                  <a:ext cx="1440000" cy="114545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solidFill>
                    <a:srgbClr val="008000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" name="楕円 19">
                  <a:extLst>
                    <a:ext uri="{FF2B5EF4-FFF2-40B4-BE49-F238E27FC236}">
                      <ns2:creationId id="{99580BC0-5F0B-20FA-E533-EFE2BEFE0AF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65172" y="521766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7" name="テキスト ボックス 26">
                  <a:extLst>
                    <a:ext uri="{FF2B5EF4-FFF2-40B4-BE49-F238E27FC236}">
                      <ns2:creationId id="{7387E7BE-BC9D-E9D5-108C-C7F801F72675}"/>
                    </a:ext>
                  </a:extLst>
                </p:cNvPr>
                <p:cNvSpPr txBox="1"/>
                <p:nvPr/>
              </p:nvSpPr>
              <p:spPr>
                <a:xfrm>
                  <a:off x="4935461" y="5112941"/>
                  <a:ext cx="2263333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2" name="グラフィックス 41" descr="地球: 南北アメリカ 単色塗りつぶし">
                  <a:extLst>
                    <a:ext uri="{FF2B5EF4-FFF2-40B4-BE49-F238E27FC236}">
                      <ns2:creationId id="{BFA2BD55-EBA8-9631-29F4-3670AE8DD1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7"/>
                    </a:ext>
                  </a:extLst>
                </a:blip>
                <a:srcRect/>
                <a:stretch/>
              </p:blipFill>
              <p:spPr>
                <a:xfrm>
                  <a:off x="7720538" y="5397668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43" name="直線矢印コネクタ 42">
                  <a:extLst>
                    <a:ext uri="{FF2B5EF4-FFF2-40B4-BE49-F238E27FC236}">
                      <ns2:creationId id="{8A111A30-6AB0-0A32-3E8E-C859544846CA}"/>
                    </a:ext>
                  </a:extLst>
                </p:cNvPr>
                <p:cNvCxnSpPr/>
                <p:nvPr/>
              </p:nvCxnSpPr>
              <p:spPr>
                <a:xfrm>
                  <a:off x="8481705" y="5181668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/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4" name="テキスト ボックス 43">
                  <a:extLst>
                    <a:ext uri="{FF2B5EF4-FFF2-40B4-BE49-F238E27FC236}">
                      <ns2:creationId id="{8FDA13B2-B5DE-AD6D-9066-7F8BA0A9CCB8}"/>
                    </a:ext>
                  </a:extLst>
                </p:cNvPr>
                <p:cNvSpPr txBox="1"/>
                <p:nvPr/>
              </p:nvSpPr>
              <p:spPr>
                <a:xfrm>
                  <a:off x="8575349" y="5112941"/>
                  <a:ext cx="2664000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F14EA722-2056-61FD-6270-A2AFA419C4E8}"/>
                  </a:ext>
                </a:extLst>
              </p:cNvPr>
              <p:cNvGrpSpPr/>
              <p:nvPr/>
            </p:nvGrpSpPr>
            <p:grpSpPr>
              <a:xfrm>
                <a:off x="1351075" y="3831872"/>
                <a:ext cx="9540000" cy="1145455"/>
                <a:chOff x="1351075" y="3831872"/>
                <a:chExt cx="9540000" cy="1145455"/>
              </a:xfrm>
            </p:grpSpPr>
            <p:sp>
              <p:nvSpPr>
                <p:cNvPr id="8" name="Richtungspfeil 1">
                  <a:extLst>
                    <a:ext uri="{FF2B5EF4-FFF2-40B4-BE49-F238E27FC236}">
                      <ns2:creationId id="{A1B87E43-2675-5693-1774-7C5838BFEA72}"/>
                    </a:ext>
                  </a:extLst>
                </p:cNvPr>
                <p:cNvSpPr/>
                <p:nvPr>
                  <p:custDataLst>
                    <p:tags r:id="rId1"/>
                  </p:custDataLst>
                </p:nvPr>
              </p:nvSpPr>
              <p:spPr bwMode="auto">
                <a:xfrm>
                  <a:off x="1351075" y="3831872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339933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" name="テキスト ボックス 14">
                  <a:extLst>
                    <a:ext uri="{FF2B5EF4-FFF2-40B4-BE49-F238E27FC236}">
                      <ns2:creationId id="{809405BD-B460-A333-D5D2-CF35F7B07D40}"/>
                    </a:ext>
                  </a:extLst>
                </p:cNvPr>
                <p:cNvSpPr txBox="1"/>
                <p:nvPr/>
              </p:nvSpPr>
              <p:spPr>
                <a:xfrm>
                  <a:off x="1351075" y="3831872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  <a:ln>
                  <a:solidFill>
                    <a:srgbClr val="339933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" name="楕円 18">
                  <a:extLst>
                    <a:ext uri="{FF2B5EF4-FFF2-40B4-BE49-F238E27FC236}">
                      <ns2:creationId id="{E31CFA1C-4B60-2A24-186F-B7B157F6AA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30882" y="393659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テキスト ボックス 25">
                  <a:extLst>
                    <a:ext uri="{FF2B5EF4-FFF2-40B4-BE49-F238E27FC236}">
                      <ns2:creationId id="{E52B1125-BC9B-6619-BA07-9B859474128F}"/>
                    </a:ext>
                  </a:extLst>
                </p:cNvPr>
                <p:cNvSpPr txBox="1"/>
                <p:nvPr/>
              </p:nvSpPr>
              <p:spPr>
                <a:xfrm>
                  <a:off x="4059428" y="3931271"/>
                  <a:ext cx="1910268" cy="946657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ja-JP" altLang="en-US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41" name="グループ化 40">
                  <a:extLst>
                    <a:ext uri="{FF2B5EF4-FFF2-40B4-BE49-F238E27FC236}">
                      <ns2:creationId id="{E7702B3A-BD24-719B-0CAD-A2F73FD7A255}"/>
                    </a:ext>
                  </a:extLst>
                </p:cNvPr>
                <p:cNvGrpSpPr/>
                <p:nvPr/>
              </p:nvGrpSpPr>
              <p:grpSpPr>
                <a:xfrm>
                  <a:off x="5984936" y="4207583"/>
                  <a:ext cx="4516247" cy="720000"/>
                  <a:chOff x="6109183" y="4207583"/>
                  <a:chExt cx="4392000" cy="720000"/>
                </a:xfrm>
              </p:grpSpPr>
              <p:sp>
                <p:nvSpPr>
                  <p:cNvPr id="29" name="四角形: 角を丸くする 28">
                    <a:extLst>
                      <a:ext uri="{FF2B5EF4-FFF2-40B4-BE49-F238E27FC236}">
                        <ns2:creationId id="{57E7515B-36AE-2F0D-17C1-130F6C5DBEDA}"/>
                      </a:ext>
                    </a:extLst>
                  </p:cNvPr>
                  <p:cNvSpPr/>
                  <p:nvPr/>
                </p:nvSpPr>
                <p:spPr>
                  <a:xfrm>
                    <a:off x="6109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AU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0" name="四角形: 角を丸くする 29">
                    <a:extLst>
                      <a:ext uri="{FF2B5EF4-FFF2-40B4-BE49-F238E27FC236}">
                        <ns2:creationId id="{C6AE102A-8DE1-23BE-69EC-031726C98B03}"/>
                      </a:ext>
                    </a:extLst>
                  </p:cNvPr>
                  <p:cNvSpPr/>
                  <p:nvPr/>
                </p:nvSpPr>
                <p:spPr>
                  <a:xfrm>
                    <a:off x="7603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1" name="四角形: 角を丸くする 30">
                    <a:extLst>
                      <a:ext uri="{FF2B5EF4-FFF2-40B4-BE49-F238E27FC236}">
                        <ns2:creationId id="{4D5ABE14-B5A1-2D0D-968A-22E000E6546D}"/>
                      </a:ext>
                    </a:extLst>
                  </p:cNvPr>
                  <p:cNvSpPr/>
                  <p:nvPr/>
                </p:nvSpPr>
                <p:spPr>
                  <a:xfrm>
                    <a:off x="9097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39" name="グループ化 38">
                  <a:extLst>
                    <a:ext uri="{FF2B5EF4-FFF2-40B4-BE49-F238E27FC236}">
                      <ns2:creationId id="{F252B30B-6E66-CEAF-C69C-4B8EB5C4314A}"/>
                    </a:ext>
                  </a:extLst>
                </p:cNvPr>
                <p:cNvGrpSpPr/>
                <p:nvPr/>
              </p:nvGrpSpPr>
              <p:grpSpPr>
                <a:xfrm>
                  <a:off x="5984936" y="3940647"/>
                  <a:ext cx="4516246" cy="216000"/>
                  <a:chOff x="6109185" y="3788247"/>
                  <a:chExt cx="4392000" cy="216000"/>
                </a:xfrm>
              </p:grpSpPr>
              <p:cxnSp>
                <p:nvCxnSpPr>
                  <p:cNvPr id="45" name="直線矢印コネクタ 44">
                    <a:extLst>
                      <a:ext uri="{FF2B5EF4-FFF2-40B4-BE49-F238E27FC236}">
                        <ns2:creationId id="{641120A1-FA7B-C07F-D79C-1C8781C694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8305185" y="1700249"/>
                    <a:ext cx="0" cy="4392000"/>
                  </a:xfrm>
                  <a:prstGeom prst="straightConnector1">
                    <a:avLst/>
                  </a:prstGeom>
                  <a:ln w="9525">
                    <a:solidFill>
                      <a:schemeClr val="tx1"/>
                    </a:solidFill>
                    <a:headEnd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" name="テキスト ボックス 27">
                    <a:extLst>
                      <a:ext uri="{FF2B5EF4-FFF2-40B4-BE49-F238E27FC236}">
                        <ns2:creationId id="{101EA7B0-DE52-E15D-ED2C-7708E29D0702}"/>
                      </a:ext>
                    </a:extLst>
                  </p:cNvPr>
                  <p:cNvSpPr txBox="1"/>
                  <p:nvPr/>
                </p:nvSpPr>
                <p:spPr>
                  <a:xfrm>
                    <a:off x="7405183" y="3788247"/>
                    <a:ext cx="1800000" cy="216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lIns="36000" tIns="0" rIns="36000" bIns="0" anchor="ctr" anchorCtr="0">
                    <a:no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en-AU" altLang="ja-JP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3</a:t>
                    </a:r>
                    <a:r>
                      <a:rPr lang="ja-JP" altLang="en-US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</p:grpSp>
            <p:pic>
              <p:nvPicPr>
                <p:cNvPr id="23" name="グラフィックス 22" descr="棒グラフ (上昇) 単色塗りつぶし">
                  <a:extLst>
                    <a:ext uri="{FF2B5EF4-FFF2-40B4-BE49-F238E27FC236}">
                      <ns2:creationId id="{38E883F3-1035-4359-CEFD-D6C3AD6BA8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92799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5" name="グラフィックス 34" descr="ドキュメント 単色塗りつぶし">
                  <a:extLst>
                    <a:ext uri="{FF2B5EF4-FFF2-40B4-BE49-F238E27FC236}">
                      <ns2:creationId id="{B1F94C11-338B-BB77-6D31-B9FE17A120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98797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7" name="グラフィックス 36" descr="筋骨たくましい腕 単色塗りつぶし">
                  <a:extLst>
                    <a:ext uri="{FF2B5EF4-FFF2-40B4-BE49-F238E27FC236}">
                      <ns2:creationId id="{F1BED1C2-4BD0-8526-8A99-DC4E07A490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86796" y="4608820"/>
                  <a:ext cx="270645" cy="270645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3668681584"/>
      </p:ext>
    </p:extLst>
  </p:cSld>
  <p:clrMapOvr>
    <a:masterClrMapping/>
  </p:clrMapOvr>
</p:sld>
</file>

<file path=ppt/slides/slide18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81AA40-46FA-CD8E-CFDA-476CAD8B9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0578006-CA8E-7E79-936E-AC9B826E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 </a:t>
            </a:r>
            <a:r>
              <a:rPr kumimoji="1" lang="en-US" altLang="ja-JP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99430A4-7BBC-C3E4-5795-6C00DFC27E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27" name="グループ化 226">
            <a:extLst>
              <a:ext uri="{FF2B5EF4-FFF2-40B4-BE49-F238E27FC236}">
                <ns2:creationId id="{8A504367-BE0A-A718-A1B2-2DD4DC2E0FD0}"/>
              </a:ext>
            </a:extLst>
          </p:cNvPr>
          <p:cNvGrpSpPr/>
          <p:nvPr/>
        </p:nvGrpSpPr>
        <p:grpSpPr>
          <a:xfrm>
            <a:off x="441801" y="2139759"/>
            <a:ext cx="5319608" cy="1397049"/>
            <a:chOff x="441801" y="2139759"/>
            <a:chExt cx="5319608" cy="1397049"/>
          </a:xfrm>
        </p:grpSpPr>
        <p:sp>
          <p:nvSpPr>
            <p:cNvPr id="40" name="テキスト ボックス 39">
              <a:extLst>
                <a:ext uri="{FF2B5EF4-FFF2-40B4-BE49-F238E27FC236}">
                  <ns2:creationId id="{D2AAEB0C-AABE-2566-F85C-CAEAB3C294B4}"/>
                </a:ext>
              </a:extLst>
            </p:cNvPr>
            <p:cNvSpPr txBox="1"/>
            <p:nvPr/>
          </p:nvSpPr>
          <p:spPr>
            <a:xfrm>
              <a:off x="1536031" y="2139759"/>
              <a:ext cx="4225378" cy="13970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10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latin typeface="+mn-ea"/>
                </a:rPr>
                <a:t>24</a:t>
              </a: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3F9123CB-A837-3634-F225-883F7EC5CFB3}"/>
                </a:ext>
              </a:extLst>
            </p:cNvPr>
            <p:cNvGrpSpPr/>
            <p:nvPr/>
          </p:nvGrpSpPr>
          <p:grpSpPr>
            <a:xfrm>
              <a:off x="441801" y="2331913"/>
              <a:ext cx="1236759" cy="1012740"/>
              <a:chOff x="346233" y="2638292"/>
              <a:chExt cx="1236759" cy="1012740"/>
            </a:xfrm>
          </p:grpSpPr>
          <p:sp>
            <p:nvSpPr>
              <p:cNvPr id="29" name="テキスト ボックス 28">
                <a:extLst>
                  <a:ext uri="{FF2B5EF4-FFF2-40B4-BE49-F238E27FC236}">
                    <ns2:creationId id="{8A478927-4BEC-17AF-A909-CDAAE5E35297}"/>
                  </a:ext>
                </a:extLst>
              </p:cNvPr>
              <p:cNvSpPr txBox="1"/>
              <p:nvPr/>
            </p:nvSpPr>
            <p:spPr>
              <a:xfrm>
                <a:off x="346233" y="3374868"/>
                <a:ext cx="1236759" cy="27616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20612AA3-6743-9EFD-7746-C3A4C8F1B8E7}"/>
                  </a:ext>
                </a:extLst>
              </p:cNvPr>
              <p:cNvGrpSpPr/>
              <p:nvPr/>
            </p:nvGrpSpPr>
            <p:grpSpPr>
              <a:xfrm>
                <a:off x="609681" y="2638292"/>
                <a:ext cx="709863" cy="709863"/>
                <a:chOff x="757990" y="2638292"/>
                <a:chExt cx="709863" cy="709863"/>
              </a:xfrm>
            </p:grpSpPr>
            <p:sp>
              <p:nvSpPr>
                <p:cNvPr id="39" name="楕円 38">
                  <a:extLst>
                    <a:ext uri="{FF2B5EF4-FFF2-40B4-BE49-F238E27FC236}">
                      <ns2:creationId id="{2D225144-185E-20D7-A9B9-033D8CAD0054}"/>
                    </a:ext>
                  </a:extLst>
                </p:cNvPr>
                <p:cNvSpPr/>
                <p:nvPr/>
              </p:nvSpPr>
              <p:spPr>
                <a:xfrm>
                  <a:off x="757990" y="2638292"/>
                  <a:ext cx="709863" cy="709863"/>
                </a:xfrm>
                <a:prstGeom prst="ellipse">
                  <a:avLst/>
                </a:prstGeom>
                <a:solidFill>
                  <a:srgbClr val="969696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 descr="棒グラフ (下降) 単色塗りつぶし">
                  <a:extLst>
                    <a:ext uri="{FF2B5EF4-FFF2-40B4-BE49-F238E27FC236}">
                      <ns2:creationId id="{D635E0E5-36DD-DAF9-8B7A-9799AD3CA7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661" y="2763963"/>
                  <a:ext cx="458522" cy="45852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03" name="グループ化 102">
            <a:extLst>
              <a:ext uri="{FF2B5EF4-FFF2-40B4-BE49-F238E27FC236}">
                <ns2:creationId id="{3EEAFE53-323C-E510-507A-DED06339750D}"/>
              </a:ext>
            </a:extLst>
          </p:cNvPr>
          <p:cNvGrpSpPr/>
          <p:nvPr/>
        </p:nvGrpSpPr>
        <p:grpSpPr>
          <a:xfrm>
            <a:off x="335127" y="1628775"/>
            <a:ext cx="5760873" cy="4679329"/>
            <a:chOff x="335111" y="1628775"/>
            <a:chExt cx="6139354" cy="4679329"/>
          </a:xfrm>
        </p:grpSpPr>
        <p:sp>
          <p:nvSpPr>
            <p:cNvPr id="101" name="Freeform 5">
              <a:extLst>
                <a:ext uri="{FF2B5EF4-FFF2-40B4-BE49-F238E27FC236}">
                  <ns2:creationId id="{D17156CB-7CA1-CA6B-F016-20B65B3BF4F0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5111" y="1628775"/>
              <a:ext cx="5782781" cy="413760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0" fmla="*/ 0 w 2670"/>
                <a:gd name="connsiteY0" fmla="*/ 0 h 0"/>
                <a:gd name="connsiteX1" fmla="*/ 2670 w 2670"/>
                <a:gd name="connsiteY1" fmla="*/ 0 h 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41"/>
                <a:gd name="connsiteY0" fmla="*/ 0 h 413760"/>
                <a:gd name="connsiteX1" fmla="*/ 2704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6" h="413760">
                  <a:moveTo>
                    <a:pt x="0" y="0"/>
                  </a:moveTo>
                  <a:lnTo>
                    <a:pt x="2699" y="0"/>
                  </a:lnTo>
                  <a:lnTo>
                    <a:pt x="2736" y="413760"/>
                  </a:lnTo>
                  <a:lnTo>
                    <a:pt x="0" y="413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70000"/>
              </a:srgbClr>
            </a:solidFill>
            <a:ln w="9525" cap="flat" cmpd="sng">
              <a:solidFill>
                <a:srgbClr val="B5B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tIns="0" bIns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2" name="ホームベース 64">
              <a:extLst>
                <a:ext uri="{FF2B5EF4-FFF2-40B4-BE49-F238E27FC236}">
                  <ns2:creationId id="{305BE19F-7ACB-E345-B156-725ACF5A5E53}"/>
                </a:ext>
              </a:extLst>
            </p:cNvPr>
            <p:cNvSpPr/>
            <p:nvPr/>
          </p:nvSpPr>
          <p:spPr>
            <a:xfrm>
              <a:off x="335372" y="1628775"/>
              <a:ext cx="6139093" cy="4679329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1" name="Rechteck 19">
            <a:extLst>
              <a:ext uri="{FF2B5EF4-FFF2-40B4-BE49-F238E27FC236}">
                <ns2:creationId id="{D5B842D8-305F-7598-936A-177EC5A276AA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6318178" y="1628775"/>
            <a:ext cx="5542369" cy="413760"/>
          </a:xfrm>
          <a:prstGeom prst="rect">
            <a:avLst/>
          </a:prstGeom>
          <a:solidFill>
            <a:srgbClr val="008000"/>
          </a:solidFill>
          <a:ln w="9525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Text Placeholder 7">
            <a:extLst>
              <a:ext uri="{FF2B5EF4-FFF2-40B4-BE49-F238E27FC236}">
                <ns2:creationId id="{B207656D-2973-7807-C5E4-C21A534C243A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6318178" y="2042535"/>
            <a:ext cx="5542369" cy="4265569"/>
          </a:xfrm>
          <a:prstGeom prst="rect">
            <a:avLst/>
          </a:prstGeom>
          <a:ln w="9525" cmpd="sng">
            <a:solidFill>
              <a:srgbClr val="008000"/>
            </a:solidFill>
            <a:prstDash val="solid"/>
          </a:ln>
        </p:spPr>
        <p:txBody>
          <a:bodyPr vert="horz" lIns="72000" tIns="72000" rIns="3600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8600" lvl="2" indent="0">
              <a:buNone/>
            </a:pPr>
            <a:endParaRPr lang="ja-JP" altLang="en-US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ns2:creationId id="{18608318-F735-9366-56C8-D21A8A6FB6B2}"/>
              </a:ext>
            </a:extLst>
          </p:cNvPr>
          <p:cNvGrpSpPr/>
          <p:nvPr/>
        </p:nvGrpSpPr>
        <p:grpSpPr>
          <a:xfrm>
            <a:off x="6314259" y="2077206"/>
            <a:ext cx="5550207" cy="4157317"/>
            <a:chOff x="6314259" y="2077206"/>
            <a:chExt cx="5550207" cy="4157317"/>
          </a:xfrm>
        </p:grpSpPr>
        <p:sp>
          <p:nvSpPr>
            <p:cNvPr id="143" name="テキスト ボックス 142">
              <a:extLst>
                <a:ext uri="{FF2B5EF4-FFF2-40B4-BE49-F238E27FC236}">
                  <ns2:creationId id="{2D9F4026-DECB-B4A3-8F4E-F8E87BF7A726}"/>
                </a:ext>
              </a:extLst>
            </p:cNvPr>
            <p:cNvSpPr txBox="1"/>
            <p:nvPr/>
          </p:nvSpPr>
          <p:spPr>
            <a:xfrm>
              <a:off x="6318178" y="2077206"/>
              <a:ext cx="5542369" cy="370665"/>
            </a:xfrm>
            <a:prstGeom prst="rect">
              <a:avLst/>
            </a:prstGeom>
            <a:noFill/>
          </p:spPr>
          <p:txBody>
            <a:bodyPr wrap="square" lIns="216000" tIns="108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33BEC014-22EE-573E-8434-DE8F9AF619D0}"/>
                </a:ext>
              </a:extLst>
            </p:cNvPr>
            <p:cNvSpPr txBox="1"/>
            <p:nvPr/>
          </p:nvSpPr>
          <p:spPr>
            <a:xfrm>
              <a:off x="6314259" y="3460421"/>
              <a:ext cx="5542369" cy="307777"/>
            </a:xfrm>
            <a:prstGeom prst="rect">
              <a:avLst/>
            </a:prstGeom>
            <a:noFill/>
          </p:spPr>
          <p:txBody>
            <a:bodyPr wrap="square" lIns="216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/>
                <a:t>XX</a:t>
              </a: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857BBB50-425A-00EF-B203-8CB0C9D5E71E}"/>
                </a:ext>
              </a:extLst>
            </p:cNvPr>
            <p:cNvGrpSpPr/>
            <p:nvPr/>
          </p:nvGrpSpPr>
          <p:grpSpPr>
            <a:xfrm>
              <a:off x="6709597" y="2489129"/>
              <a:ext cx="5020031" cy="930034"/>
              <a:chOff x="6709597" y="2464036"/>
              <a:chExt cx="5020031" cy="930034"/>
            </a:xfrm>
          </p:grpSpPr>
          <p:grpSp>
            <p:nvGrpSpPr>
              <p:cNvPr id="185" name="グループ化 184">
                <a:extLst>
                  <a:ext uri="{FF2B5EF4-FFF2-40B4-BE49-F238E27FC236}">
                    <ns2:creationId id="{7FCFA079-0972-E02D-50E6-4786CB499D59}"/>
                  </a:ext>
                </a:extLst>
              </p:cNvPr>
              <p:cNvGrpSpPr/>
              <p:nvPr/>
            </p:nvGrpSpPr>
            <p:grpSpPr>
              <a:xfrm>
                <a:off x="6709597" y="2464036"/>
                <a:ext cx="1975310" cy="930034"/>
                <a:chOff x="6709597" y="2464036"/>
                <a:chExt cx="1975310" cy="930034"/>
              </a:xfrm>
            </p:grpSpPr>
            <p:sp>
              <p:nvSpPr>
                <p:cNvPr id="157" name="四角形: 角を丸くする 156">
                  <a:extLst>
                    <a:ext uri="{FF2B5EF4-FFF2-40B4-BE49-F238E27FC236}">
                      <ns2:creationId id="{0895D9F6-EB09-88EC-A4A4-27C2D27B8B08}"/>
                    </a:ext>
                  </a:extLst>
                </p:cNvPr>
                <p:cNvSpPr/>
                <p:nvPr/>
              </p:nvSpPr>
              <p:spPr>
                <a:xfrm>
                  <a:off x="6709597" y="246403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四角形: 角を丸くする 157">
                  <a:extLst>
                    <a:ext uri="{FF2B5EF4-FFF2-40B4-BE49-F238E27FC236}">
                      <ns2:creationId id="{F0A90307-AF4C-3108-CCB0-1E21EF1CE583}"/>
                    </a:ext>
                  </a:extLst>
                </p:cNvPr>
                <p:cNvSpPr/>
                <p:nvPr/>
              </p:nvSpPr>
              <p:spPr>
                <a:xfrm>
                  <a:off x="6709597" y="297845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79" name="グループ化 178">
                  <a:extLst>
                    <a:ext uri="{FF2B5EF4-FFF2-40B4-BE49-F238E27FC236}">
                      <ns2:creationId id="{96595CE6-F4D4-A8C1-4766-6E7A554D814D}"/>
                    </a:ext>
                  </a:extLst>
                </p:cNvPr>
                <p:cNvGrpSpPr/>
                <p:nvPr/>
              </p:nvGrpSpPr>
              <p:grpSpPr>
                <a:xfrm>
                  <a:off x="8224908" y="2555046"/>
                  <a:ext cx="459999" cy="748013"/>
                  <a:chOff x="8232528" y="2555046"/>
                  <a:chExt cx="459999" cy="748013"/>
                </a:xfrm>
              </p:grpSpPr>
              <p:cxnSp>
                <p:nvCxnSpPr>
                  <p:cNvPr id="167" name="コネクタ: カギ線 166">
                    <a:extLst>
                      <a:ext uri="{FF2B5EF4-FFF2-40B4-BE49-F238E27FC236}">
                        <ns2:creationId id="{FA02A702-703C-4FCD-A82C-F36DDF9F01FF}"/>
                      </a:ext>
                    </a:extLst>
                  </p:cNvPr>
                  <p:cNvCxnSpPr>
                    <a:stCxn id="159" idx="1"/>
                    <a:endCxn id="162" idx="1"/>
                  </p:cNvCxnSpPr>
                  <p:nvPr/>
                </p:nvCxnSpPr>
                <p:spPr>
                  <a:xfrm rot="10800000" flipV="1">
                    <a:off x="8679827" y="2555046"/>
                    <a:ext cx="12700" cy="748013"/>
                  </a:xfrm>
                  <a:prstGeom prst="bentConnector3">
                    <a:avLst>
                      <a:gd name="adj1" fmla="val 136000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コネクタ: カギ線 171">
                    <a:extLst>
                      <a:ext uri="{FF2B5EF4-FFF2-40B4-BE49-F238E27FC236}">
                        <ns2:creationId id="{D8F7049E-3076-4B81-5B28-0F8A88D2657D}"/>
                      </a:ext>
                    </a:extLst>
                  </p:cNvPr>
                  <p:cNvCxnSpPr>
                    <a:stCxn id="157" idx="3"/>
                    <a:endCxn id="158" idx="3"/>
                  </p:cNvCxnSpPr>
                  <p:nvPr/>
                </p:nvCxnSpPr>
                <p:spPr>
                  <a:xfrm>
                    <a:off x="8232528" y="2671843"/>
                    <a:ext cx="12700" cy="514420"/>
                  </a:xfrm>
                  <a:prstGeom prst="bentConnector3">
                    <a:avLst>
                      <a:gd name="adj1" fmla="val 136063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直線コネクタ 174">
                    <a:extLst>
                      <a:ext uri="{FF2B5EF4-FFF2-40B4-BE49-F238E27FC236}">
                        <ns2:creationId id="{4818D50E-65DB-99A3-438A-9E06E2F68AD1}"/>
                      </a:ext>
                    </a:extLst>
                  </p:cNvPr>
                  <p:cNvCxnSpPr/>
                  <p:nvPr/>
                </p:nvCxnSpPr>
                <p:spPr>
                  <a:xfrm>
                    <a:off x="8409940" y="2929052"/>
                    <a:ext cx="114300" cy="0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" name="直線コネクタ 176">
                    <a:extLst>
                      <a:ext uri="{FF2B5EF4-FFF2-40B4-BE49-F238E27FC236}">
                        <ns2:creationId id="{F27BE04D-5AB0-F16A-841D-30E90C675783}"/>
                      </a:ext>
                    </a:extLst>
                  </p:cNvPr>
                  <p:cNvCxnSpPr>
                    <a:stCxn id="160" idx="1"/>
                  </p:cNvCxnSpPr>
                  <p:nvPr/>
                </p:nvCxnSpPr>
                <p:spPr>
                  <a:xfrm flipH="1" flipV="1">
                    <a:off x="8524240" y="2804384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8" name="直線コネクタ 177">
                    <a:extLst>
                      <a:ext uri="{FF2B5EF4-FFF2-40B4-BE49-F238E27FC236}">
                        <ns2:creationId id="{07366690-5FE4-352D-B982-FCB24BF0A8C5}"/>
                      </a:ext>
                    </a:extLst>
                  </p:cNvPr>
                  <p:cNvCxnSpPr/>
                  <p:nvPr/>
                </p:nvCxnSpPr>
                <p:spPr>
                  <a:xfrm flipH="1" flipV="1">
                    <a:off x="8524240" y="3059816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グループ化 183">
                <a:extLst>
                  <a:ext uri="{FF2B5EF4-FFF2-40B4-BE49-F238E27FC236}">
                    <ns2:creationId id="{F39193D6-1D81-E484-BF65-9F880136DA9E}"/>
                  </a:ext>
                </a:extLst>
              </p:cNvPr>
              <p:cNvGrpSpPr/>
              <p:nvPr/>
            </p:nvGrpSpPr>
            <p:grpSpPr>
              <a:xfrm>
                <a:off x="8679827" y="2464036"/>
                <a:ext cx="3049801" cy="930034"/>
                <a:chOff x="8679827" y="2464036"/>
                <a:chExt cx="3049801" cy="930034"/>
              </a:xfrm>
            </p:grpSpPr>
            <p:sp>
              <p:nvSpPr>
                <p:cNvPr id="159" name="四角形: 角を丸くする 158">
                  <a:extLst>
                    <a:ext uri="{FF2B5EF4-FFF2-40B4-BE49-F238E27FC236}">
                      <ns2:creationId id="{7AD994D6-7CE6-3107-9935-B4E13160E1B6}"/>
                    </a:ext>
                  </a:extLst>
                </p:cNvPr>
                <p:cNvSpPr/>
                <p:nvPr/>
              </p:nvSpPr>
              <p:spPr>
                <a:xfrm>
                  <a:off x="8679827" y="2464036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0" name="四角形: 角を丸くする 159">
                  <a:extLst>
                    <a:ext uri="{FF2B5EF4-FFF2-40B4-BE49-F238E27FC236}">
                      <ns2:creationId id="{594C7D63-8798-5387-E961-96E83D19AE5A}"/>
                    </a:ext>
                  </a:extLst>
                </p:cNvPr>
                <p:cNvSpPr/>
                <p:nvPr/>
              </p:nvSpPr>
              <p:spPr>
                <a:xfrm>
                  <a:off x="8679827" y="2713374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四角形: 角を丸くする 160">
                  <a:extLst>
                    <a:ext uri="{FF2B5EF4-FFF2-40B4-BE49-F238E27FC236}">
                      <ns2:creationId id="{3D26F57F-E7BB-8CF0-6CB2-F70AFA4FE52D}"/>
                    </a:ext>
                  </a:extLst>
                </p:cNvPr>
                <p:cNvSpPr/>
                <p:nvPr/>
              </p:nvSpPr>
              <p:spPr>
                <a:xfrm>
                  <a:off x="8679827" y="2962712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2" name="四角形: 角を丸くする 161">
                  <a:extLst>
                    <a:ext uri="{FF2B5EF4-FFF2-40B4-BE49-F238E27FC236}">
                      <ns2:creationId id="{24400FAC-E1A1-6F8D-5247-A98D7B335FEE}"/>
                    </a:ext>
                  </a:extLst>
                </p:cNvPr>
                <p:cNvSpPr/>
                <p:nvPr/>
              </p:nvSpPr>
              <p:spPr>
                <a:xfrm>
                  <a:off x="8679827" y="3212049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0" name="楕円 179">
                  <a:extLst>
                    <a:ext uri="{FF2B5EF4-FFF2-40B4-BE49-F238E27FC236}">
                      <ns2:creationId id="{6459C272-A03D-2AB6-6552-BD4AB781BFB1}"/>
                    </a:ext>
                  </a:extLst>
                </p:cNvPr>
                <p:cNvSpPr/>
                <p:nvPr/>
              </p:nvSpPr>
              <p:spPr>
                <a:xfrm>
                  <a:off x="8712848" y="2482139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1" name="楕円 180">
                  <a:extLst>
                    <a:ext uri="{FF2B5EF4-FFF2-40B4-BE49-F238E27FC236}">
                      <ns2:creationId id="{AD6740CD-546E-E822-5341-73BD7C6D83A8}"/>
                    </a:ext>
                  </a:extLst>
                </p:cNvPr>
                <p:cNvSpPr/>
                <p:nvPr/>
              </p:nvSpPr>
              <p:spPr>
                <a:xfrm>
                  <a:off x="8712849" y="2731477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2" name="楕円 181">
                  <a:extLst>
                    <a:ext uri="{FF2B5EF4-FFF2-40B4-BE49-F238E27FC236}">
                      <ns2:creationId id="{39088982-FEB7-44F5-93DD-476B55A2D86D}"/>
                    </a:ext>
                  </a:extLst>
                </p:cNvPr>
                <p:cNvSpPr/>
                <p:nvPr/>
              </p:nvSpPr>
              <p:spPr>
                <a:xfrm>
                  <a:off x="8712849" y="2980815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3" name="楕円 182">
                  <a:extLst>
                    <a:ext uri="{FF2B5EF4-FFF2-40B4-BE49-F238E27FC236}">
                      <ns2:creationId id="{BFDE973C-693A-1F8A-4B54-8CC164E4B720}"/>
                    </a:ext>
                  </a:extLst>
                </p:cNvPr>
                <p:cNvSpPr/>
                <p:nvPr/>
              </p:nvSpPr>
              <p:spPr>
                <a:xfrm>
                  <a:off x="8712849" y="3230152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19" name="グループ化 218">
              <a:extLst>
                <a:ext uri="{FF2B5EF4-FFF2-40B4-BE49-F238E27FC236}">
                  <ns2:creationId id="{F47DC762-1E57-63AA-FD65-8026824D7DE2}"/>
                </a:ext>
              </a:extLst>
            </p:cNvPr>
            <p:cNvGrpSpPr/>
            <p:nvPr/>
          </p:nvGrpSpPr>
          <p:grpSpPr>
            <a:xfrm>
              <a:off x="6586597" y="3809455"/>
              <a:ext cx="687962" cy="661278"/>
              <a:chOff x="6586597" y="3809455"/>
              <a:chExt cx="687962" cy="661278"/>
            </a:xfrm>
          </p:grpSpPr>
          <p:sp>
            <p:nvSpPr>
              <p:cNvPr id="151" name="ホームベース 13">
                <a:extLst>
                  <a:ext uri="{FF2B5EF4-FFF2-40B4-BE49-F238E27FC236}">
                    <ns2:creationId id="{B1D6319C-525E-8943-E9DE-D56E33114FB7}"/>
                  </a:ext>
                </a:extLst>
              </p:cNvPr>
              <p:cNvSpPr/>
              <p:nvPr/>
            </p:nvSpPr>
            <p:spPr>
              <a:xfrm rot="5400000">
                <a:off x="6599939" y="3796113"/>
                <a:ext cx="661278" cy="687962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88" name="グラフィックス 187" descr="矢印付きの円 単色塗りつぶし">
                <a:extLst>
                  <a:ext uri="{FF2B5EF4-FFF2-40B4-BE49-F238E27FC236}">
                    <ns2:creationId id="{FA9104F9-D3C9-C54C-F36A-458F11D79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737478" y="3950291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7" name="グループ化 216">
              <a:extLst>
                <a:ext uri="{FF2B5EF4-FFF2-40B4-BE49-F238E27FC236}">
                  <ns2:creationId id="{98B8E981-A9DB-642A-81ED-48FB8348AAFE}"/>
                </a:ext>
              </a:extLst>
            </p:cNvPr>
            <p:cNvGrpSpPr/>
            <p:nvPr/>
          </p:nvGrpSpPr>
          <p:grpSpPr>
            <a:xfrm>
              <a:off x="6586597" y="4985315"/>
              <a:ext cx="687962" cy="661278"/>
              <a:chOff x="6586597" y="4994376"/>
              <a:chExt cx="687962" cy="661278"/>
            </a:xfrm>
          </p:grpSpPr>
          <p:sp>
            <p:nvSpPr>
              <p:cNvPr id="152" name="山形 14">
                <a:extLst>
                  <a:ext uri="{FF2B5EF4-FFF2-40B4-BE49-F238E27FC236}">
                    <ns2:creationId id="{EF292A9F-F0A5-8A93-8F70-39380743001E}"/>
                  </a:ext>
                </a:extLst>
              </p:cNvPr>
              <p:cNvSpPr/>
              <p:nvPr/>
            </p:nvSpPr>
            <p:spPr>
              <a:xfrm rot="5400000">
                <a:off x="6599939" y="4981034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4" name="グラフィックス 193" descr="受信箱: チェックマーク 単色塗りつぶし">
                <a:extLst>
                  <a:ext uri="{FF2B5EF4-FFF2-40B4-BE49-F238E27FC236}">
                    <ns2:creationId id="{AC8A415D-6A7F-E76A-49B7-01D35F8BA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737478" y="513521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6" name="グループ化 215">
              <a:extLst>
                <a:ext uri="{FF2B5EF4-FFF2-40B4-BE49-F238E27FC236}">
                  <ns2:creationId id="{FEE097EB-FD03-A4B6-394F-DE26E628AE08}"/>
                </a:ext>
              </a:extLst>
            </p:cNvPr>
            <p:cNvGrpSpPr/>
            <p:nvPr/>
          </p:nvGrpSpPr>
          <p:grpSpPr>
            <a:xfrm>
              <a:off x="6586595" y="5573245"/>
              <a:ext cx="687964" cy="661278"/>
              <a:chOff x="6586595" y="5573245"/>
              <a:chExt cx="687964" cy="661278"/>
            </a:xfrm>
          </p:grpSpPr>
          <p:sp>
            <p:nvSpPr>
              <p:cNvPr id="153" name="山形 14">
                <a:extLst>
                  <a:ext uri="{FF2B5EF4-FFF2-40B4-BE49-F238E27FC236}">
                    <ns2:creationId id="{9C6CD184-078B-5447-A801-EECCF05A628A}"/>
                  </a:ext>
                </a:extLst>
              </p:cNvPr>
              <p:cNvSpPr/>
              <p:nvPr/>
            </p:nvSpPr>
            <p:spPr>
              <a:xfrm rot="5400000">
                <a:off x="6599938" y="5559902"/>
                <a:ext cx="661278" cy="687964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5" name="グラフィックス 194" descr="階層 単色塗りつぶし">
                <a:extLst>
                  <a:ext uri="{FF2B5EF4-FFF2-40B4-BE49-F238E27FC236}">
                    <ns2:creationId id="{90081B0D-541D-3A57-39B3-8607018E3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737478" y="571408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8" name="グループ化 217">
              <a:extLst>
                <a:ext uri="{FF2B5EF4-FFF2-40B4-BE49-F238E27FC236}">
                  <ns2:creationId id="{91414BF9-640F-76E3-8B29-8FDCFCD144E7}"/>
                </a:ext>
              </a:extLst>
            </p:cNvPr>
            <p:cNvGrpSpPr/>
            <p:nvPr/>
          </p:nvGrpSpPr>
          <p:grpSpPr>
            <a:xfrm>
              <a:off x="6586597" y="4397385"/>
              <a:ext cx="687962" cy="661278"/>
              <a:chOff x="6586597" y="4415505"/>
              <a:chExt cx="687962" cy="661278"/>
            </a:xfrm>
          </p:grpSpPr>
          <p:sp>
            <p:nvSpPr>
              <p:cNvPr id="154" name="山形 14">
                <a:extLst>
                  <a:ext uri="{FF2B5EF4-FFF2-40B4-BE49-F238E27FC236}">
                    <ns2:creationId id="{ACE78A19-0619-2A21-9B66-FDDADB111BC1}"/>
                  </a:ext>
                </a:extLst>
              </p:cNvPr>
              <p:cNvSpPr/>
              <p:nvPr/>
            </p:nvSpPr>
            <p:spPr>
              <a:xfrm rot="5400000">
                <a:off x="6599939" y="4402163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6" name="グラフィックス 195" descr="アイデア 単色塗りつぶし">
                <a:extLst>
                  <a:ext uri="{FF2B5EF4-FFF2-40B4-BE49-F238E27FC236}">
                    <ns2:creationId id="{AF09FA84-3342-CAEC-D108-29BA0BE6C9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737478" y="4556342"/>
                <a:ext cx="379602" cy="379602"/>
              </a:xfrm>
              <a:prstGeom prst="rect">
                <a:avLst/>
              </a:prstGeom>
            </p:spPr>
          </p:pic>
        </p:grpSp>
        <p:sp>
          <p:nvSpPr>
            <p:cNvPr id="206" name="四角形: 角を丸くする 205">
              <a:extLst>
                <a:ext uri="{FF2B5EF4-FFF2-40B4-BE49-F238E27FC236}">
                  <ns2:creationId id="{207A5A8D-FFDF-25E8-EA33-E265564DB9FE}"/>
                </a:ext>
              </a:extLst>
            </p:cNvPr>
            <p:cNvSpPr/>
            <p:nvPr/>
          </p:nvSpPr>
          <p:spPr>
            <a:xfrm>
              <a:off x="7267961" y="439738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70CC426-A826-E446-6B62-C14700EE263E}"/>
                </a:ext>
              </a:extLst>
            </p:cNvPr>
            <p:cNvSpPr/>
            <p:nvPr/>
          </p:nvSpPr>
          <p:spPr>
            <a:xfrm>
              <a:off x="7267960" y="380945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b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6213" lvl="3"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9" name="楕円 208">
              <a:extLst>
                <a:ext uri="{FF2B5EF4-FFF2-40B4-BE49-F238E27FC236}">
                  <ns2:creationId id="{7EF16C29-CC5D-F1DE-DEDB-486F9EDC4631}"/>
                </a:ext>
              </a:extLst>
            </p:cNvPr>
            <p:cNvSpPr/>
            <p:nvPr/>
          </p:nvSpPr>
          <p:spPr>
            <a:xfrm>
              <a:off x="7325247" y="3818164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楕円 209">
              <a:extLst>
                <a:ext uri="{FF2B5EF4-FFF2-40B4-BE49-F238E27FC236}">
                  <ns2:creationId id="{1E1D9A43-0EF4-0935-5F92-6A76E9E0CE79}"/>
                </a:ext>
              </a:extLst>
            </p:cNvPr>
            <p:cNvSpPr/>
            <p:nvPr/>
          </p:nvSpPr>
          <p:spPr>
            <a:xfrm>
              <a:off x="7325248" y="447576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四角形: 角を丸くする 206">
              <a:extLst>
                <a:ext uri="{FF2B5EF4-FFF2-40B4-BE49-F238E27FC236}">
                  <ns2:creationId id="{2CA7A2E2-63EC-C988-1ADB-DC36F861C024}"/>
                </a:ext>
              </a:extLst>
            </p:cNvPr>
            <p:cNvSpPr/>
            <p:nvPr/>
          </p:nvSpPr>
          <p:spPr>
            <a:xfrm>
              <a:off x="7267960" y="498531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1" name="楕円 210">
              <a:extLst>
                <a:ext uri="{FF2B5EF4-FFF2-40B4-BE49-F238E27FC236}">
                  <ns2:creationId id="{964FACAE-623A-AACB-AF92-D79FD1A05BCC}"/>
                </a:ext>
              </a:extLst>
            </p:cNvPr>
            <p:cNvSpPr/>
            <p:nvPr/>
          </p:nvSpPr>
          <p:spPr>
            <a:xfrm>
              <a:off x="7325248" y="506369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8" name="四角形: 角を丸くする 207">
              <a:extLst>
                <a:ext uri="{FF2B5EF4-FFF2-40B4-BE49-F238E27FC236}">
                  <ns2:creationId id="{B8F14692-9642-CB98-CD0C-84A77E41C65E}"/>
                </a:ext>
              </a:extLst>
            </p:cNvPr>
            <p:cNvSpPr/>
            <p:nvPr/>
          </p:nvSpPr>
          <p:spPr>
            <a:xfrm>
              <a:off x="7267960" y="557324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楕円 211">
              <a:extLst>
                <a:ext uri="{FF2B5EF4-FFF2-40B4-BE49-F238E27FC236}">
                  <ns2:creationId id="{F6DB592C-8CE8-598C-6BF2-C3648D2BACA1}"/>
                </a:ext>
              </a:extLst>
            </p:cNvPr>
            <p:cNvSpPr/>
            <p:nvPr/>
          </p:nvSpPr>
          <p:spPr>
            <a:xfrm>
              <a:off x="7325248" y="565162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ns2:creationId id="{585D6CA7-2A43-74B8-5221-5DDD0B3F52A0}"/>
              </a:ext>
            </a:extLst>
          </p:cNvPr>
          <p:cNvGrpSpPr/>
          <p:nvPr/>
        </p:nvGrpSpPr>
        <p:grpSpPr>
          <a:xfrm>
            <a:off x="492600" y="3636187"/>
            <a:ext cx="4916508" cy="2619508"/>
            <a:chOff x="492600" y="3636187"/>
            <a:chExt cx="4916508" cy="2619508"/>
          </a:xfrm>
        </p:grpSpPr>
        <p:cxnSp>
          <p:nvCxnSpPr>
            <p:cNvPr id="134" name="直線コネクタ 133">
              <a:extLst>
                <a:ext uri="{FF2B5EF4-FFF2-40B4-BE49-F238E27FC236}">
                  <ns2:creationId id="{018E1ED7-DD92-AEA7-1658-582CD5FA1F58}"/>
                </a:ext>
              </a:extLst>
            </p:cNvPr>
            <p:cNvCxnSpPr>
              <a:cxnSpLocks/>
              <a:stCxn id="11" idx="3"/>
              <a:endCxn id="112" idx="2"/>
            </p:cNvCxnSpPr>
            <p:nvPr/>
          </p:nvCxnSpPr>
          <p:spPr>
            <a:xfrm>
              <a:off x="1380003" y="4997280"/>
              <a:ext cx="417418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正方形/長方形 47">
              <a:extLst>
                <a:ext uri="{FF2B5EF4-FFF2-40B4-BE49-F238E27FC236}">
                  <ns2:creationId id="{DA86B3D7-FE67-CFB3-C7D1-2A4027C73E94}"/>
                </a:ext>
              </a:extLst>
            </p:cNvPr>
            <p:cNvSpPr/>
            <p:nvPr/>
          </p:nvSpPr>
          <p:spPr>
            <a:xfrm>
              <a:off x="492600" y="3636187"/>
              <a:ext cx="1800000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CF5DAEBB-FDBA-2857-D4BF-3B13266FD68F}"/>
                </a:ext>
              </a:extLst>
            </p:cNvPr>
            <p:cNvSpPr/>
            <p:nvPr/>
          </p:nvSpPr>
          <p:spPr>
            <a:xfrm>
              <a:off x="2402864" y="3636187"/>
              <a:ext cx="3006244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0A3ABE53-D87F-C794-BEC6-D375320BEEC6}"/>
                </a:ext>
              </a:extLst>
            </p:cNvPr>
            <p:cNvSpPr/>
            <p:nvPr/>
          </p:nvSpPr>
          <p:spPr>
            <a:xfrm>
              <a:off x="492600" y="4045231"/>
              <a:ext cx="887403" cy="2181298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648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CDD9AEE1-5274-681B-07B7-6CBEF59C0C67}"/>
                </a:ext>
              </a:extLst>
            </p:cNvPr>
            <p:cNvSpPr txBox="1"/>
            <p:nvPr/>
          </p:nvSpPr>
          <p:spPr>
            <a:xfrm>
              <a:off x="2371297" y="4015965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A9730DF4-6EEE-B1BE-98AA-661C626A7940}"/>
                </a:ext>
              </a:extLst>
            </p:cNvPr>
            <p:cNvGrpSpPr/>
            <p:nvPr/>
          </p:nvGrpSpPr>
          <p:grpSpPr>
            <a:xfrm>
              <a:off x="1658087" y="4045231"/>
              <a:ext cx="648000" cy="646331"/>
              <a:chOff x="1658087" y="4045231"/>
              <a:chExt cx="648000" cy="646331"/>
            </a:xfrm>
          </p:grpSpPr>
          <p:grpSp>
            <p:nvGrpSpPr>
              <p:cNvPr id="110" name="グループ化 109">
                <a:extLst>
                  <a:ext uri="{FF2B5EF4-FFF2-40B4-BE49-F238E27FC236}">
                    <ns2:creationId id="{AB5AB55A-5C3F-4AB5-FB8D-10BFE0EA3B5A}"/>
                  </a:ext>
                </a:extLst>
              </p:cNvPr>
              <p:cNvGrpSpPr/>
              <p:nvPr/>
            </p:nvGrpSpPr>
            <p:grpSpPr>
              <a:xfrm>
                <a:off x="1797421" y="4045231"/>
                <a:ext cx="369332" cy="369332"/>
                <a:chOff x="1496377" y="4393823"/>
                <a:chExt cx="599123" cy="599123"/>
              </a:xfrm>
            </p:grpSpPr>
            <p:sp>
              <p:nvSpPr>
                <p:cNvPr id="108" name="楕円 107">
                  <a:extLst>
                    <a:ext uri="{FF2B5EF4-FFF2-40B4-BE49-F238E27FC236}">
                      <ns2:creationId id="{FF63573F-409F-884C-8D14-E8F47F0C6793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09" name="グラフィックス 108" descr="クリップボード: 部分的にチェックマーク 単色塗りつぶし">
                  <a:extLst>
                    <a:ext uri="{FF2B5EF4-FFF2-40B4-BE49-F238E27FC236}">
                      <ns2:creationId id="{9042C0E7-03A9-24FE-389D-E5B29217B6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0" name="テキスト ボックス 119">
                <a:extLst>
                  <a:ext uri="{FF2B5EF4-FFF2-40B4-BE49-F238E27FC236}">
                    <ns2:creationId id="{20E2FF88-DE24-BAD7-0134-C84FB2B4E763}"/>
                  </a:ext>
                </a:extLst>
              </p:cNvPr>
              <p:cNvSpPr txBox="1"/>
              <p:nvPr/>
            </p:nvSpPr>
            <p:spPr>
              <a:xfrm>
                <a:off x="1658087" y="4414563"/>
                <a:ext cx="648000" cy="276999"/>
              </a:xfrm>
              <a:prstGeom prst="rect">
                <a:avLst/>
              </a:prstGeom>
              <a:noFill/>
            </p:spPr>
            <p:txBody>
              <a:bodyPr wrap="none" lIns="108000" tIns="0" rIns="108000" bIns="0" rtlCol="0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/>
              </a:p>
            </p:txBody>
          </p:sp>
        </p:grpSp>
        <p:sp>
          <p:nvSpPr>
            <p:cNvPr id="118" name="テキスト ボックス 117">
              <a:extLst>
                <a:ext uri="{FF2B5EF4-FFF2-40B4-BE49-F238E27FC236}">
                  <ns2:creationId id="{24DD2EF4-A549-A468-252A-A78134F92744}"/>
                </a:ext>
              </a:extLst>
            </p:cNvPr>
            <p:cNvSpPr txBox="1"/>
            <p:nvPr/>
          </p:nvSpPr>
          <p:spPr>
            <a:xfrm>
              <a:off x="2371297" y="4783348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111" name="グループ化 110">
              <a:extLst>
                <a:ext uri="{FF2B5EF4-FFF2-40B4-BE49-F238E27FC236}">
                  <ns2:creationId id="{DEF48D2C-E951-6FD4-2913-44C9723250E7}"/>
                </a:ext>
              </a:extLst>
            </p:cNvPr>
            <p:cNvGrpSpPr/>
            <p:nvPr/>
          </p:nvGrpSpPr>
          <p:grpSpPr>
            <a:xfrm>
              <a:off x="1797421" y="4812614"/>
              <a:ext cx="369332" cy="369332"/>
              <a:chOff x="1496377" y="4393823"/>
              <a:chExt cx="599123" cy="599123"/>
            </a:xfrm>
          </p:grpSpPr>
          <p:sp>
            <p:nvSpPr>
              <p:cNvPr id="112" name="楕円 111">
                <a:extLst>
                  <a:ext uri="{FF2B5EF4-FFF2-40B4-BE49-F238E27FC236}">
                    <ns2:creationId id="{865976A5-417B-8208-797F-29B77E130773}"/>
                  </a:ext>
                </a:extLst>
              </p:cNvPr>
              <p:cNvSpPr/>
              <p:nvPr/>
            </p:nvSpPr>
            <p:spPr>
              <a:xfrm>
                <a:off x="1496377" y="4393823"/>
                <a:ext cx="599123" cy="599123"/>
              </a:xfrm>
              <a:prstGeom prst="ellipse">
                <a:avLst/>
              </a:prstGeom>
              <a:solidFill>
                <a:srgbClr val="969696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3" name="グラフィックス 112" descr="手 単色塗りつぶし">
                <a:extLst>
                  <a:ext uri="{FF2B5EF4-FFF2-40B4-BE49-F238E27FC236}">
                    <ns2:creationId id="{1F68C4DD-14AD-F26D-F978-943B0423D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602442" y="4499889"/>
                <a:ext cx="386992" cy="386992"/>
              </a:xfrm>
              <a:prstGeom prst="rect">
                <a:avLst/>
              </a:prstGeom>
            </p:spPr>
          </p:pic>
        </p:grpSp>
        <p:sp>
          <p:nvSpPr>
            <p:cNvPr id="121" name="テキスト ボックス 120">
              <a:extLst>
                <a:ext uri="{FF2B5EF4-FFF2-40B4-BE49-F238E27FC236}">
                  <ns2:creationId id="{21E9BEF8-D4A5-AD8B-458A-F8ECF0EFA0F8}"/>
                </a:ext>
              </a:extLst>
            </p:cNvPr>
            <p:cNvSpPr txBox="1"/>
            <p:nvPr/>
          </p:nvSpPr>
          <p:spPr>
            <a:xfrm>
              <a:off x="1658087" y="5181946"/>
              <a:ext cx="648000" cy="276999"/>
            </a:xfrm>
            <a:prstGeom prst="rect">
              <a:avLst/>
            </a:prstGeom>
            <a:noFill/>
          </p:spPr>
          <p:txBody>
            <a:bodyPr wrap="none" lIns="36000" tIns="0" rIns="36000" bIns="0" rtlCol="0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900" dirty="0"/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908ADC0A-8168-773B-86E5-304E8A50B1FB}"/>
                </a:ext>
              </a:extLst>
            </p:cNvPr>
            <p:cNvSpPr txBox="1"/>
            <p:nvPr/>
          </p:nvSpPr>
          <p:spPr>
            <a:xfrm>
              <a:off x="2371297" y="5550831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A917E3D3-09C9-2D9F-BACE-2FF8D7A2D3A2}"/>
                </a:ext>
              </a:extLst>
            </p:cNvPr>
            <p:cNvGrpSpPr/>
            <p:nvPr/>
          </p:nvGrpSpPr>
          <p:grpSpPr>
            <a:xfrm>
              <a:off x="1658087" y="5579997"/>
              <a:ext cx="648000" cy="646532"/>
              <a:chOff x="1658087" y="5531577"/>
              <a:chExt cx="648000" cy="646532"/>
            </a:xfrm>
          </p:grpSpPr>
          <p:grpSp>
            <p:nvGrpSpPr>
              <p:cNvPr id="114" name="グループ化 113">
                <a:extLst>
                  <a:ext uri="{FF2B5EF4-FFF2-40B4-BE49-F238E27FC236}">
                    <ns2:creationId id="{E2A1A330-A6A5-501C-29F1-57BF7429F9D5}"/>
                  </a:ext>
                </a:extLst>
              </p:cNvPr>
              <p:cNvGrpSpPr/>
              <p:nvPr/>
            </p:nvGrpSpPr>
            <p:grpSpPr>
              <a:xfrm>
                <a:off x="1797421" y="5531577"/>
                <a:ext cx="369332" cy="369332"/>
                <a:chOff x="1496377" y="4393823"/>
                <a:chExt cx="599123" cy="599123"/>
              </a:xfrm>
            </p:grpSpPr>
            <p:sp>
              <p:nvSpPr>
                <p:cNvPr id="115" name="楕円 114">
                  <a:extLst>
                    <a:ext uri="{FF2B5EF4-FFF2-40B4-BE49-F238E27FC236}">
                      <ns2:creationId id="{5BF90A00-B73A-662E-3228-1BC34C78EA62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6" name="グラフィックス 115" descr="思案中の吹き出し 単色塗りつぶし">
                  <a:extLst>
                    <a:ext uri="{FF2B5EF4-FFF2-40B4-BE49-F238E27FC236}">
                      <ns2:creationId id="{B3DDC20C-257D-54E2-8459-BD062DBB97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2" name="テキスト ボックス 121">
                <a:extLst>
                  <a:ext uri="{FF2B5EF4-FFF2-40B4-BE49-F238E27FC236}">
                    <ns2:creationId id="{4903C237-C3AD-0B3D-0D68-644B54F7817E}"/>
                  </a:ext>
                </a:extLst>
              </p:cNvPr>
              <p:cNvSpPr txBox="1"/>
              <p:nvPr/>
            </p:nvSpPr>
            <p:spPr>
              <a:xfrm>
                <a:off x="1658087" y="5900909"/>
                <a:ext cx="648000" cy="277200"/>
              </a:xfrm>
              <a:prstGeom prst="rect">
                <a:avLst/>
              </a:prstGeom>
              <a:noFill/>
            </p:spPr>
            <p:txBody>
              <a:bodyPr wrap="none" lIns="36000" tIns="0" rIns="36000" bIns="0" rtlCol="0" anchor="ctr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</a:endParaRPr>
              </a:p>
            </p:txBody>
          </p:sp>
        </p:grpSp>
        <p:pic>
          <p:nvPicPr>
            <p:cNvPr id="221" name="グラフィックス 220" descr="速度計: 低速 単色塗りつぶし">
              <a:extLst>
                <a:ext uri="{FF2B5EF4-FFF2-40B4-BE49-F238E27FC236}">
                  <ns2:creationId id="{389BFB52-3ECB-D2D3-237D-601F1C7633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89502" y="4478428"/>
              <a:ext cx="493598" cy="493598"/>
            </a:xfrm>
            <a:prstGeom prst="rect">
              <a:avLst/>
            </a:prstGeom>
          </p:spPr>
        </p:pic>
        <p:cxnSp>
          <p:nvCxnSpPr>
            <p:cNvPr id="8" name="コネクタ: カギ線 7">
              <a:extLst>
                <a:ext uri="{FF2B5EF4-FFF2-40B4-BE49-F238E27FC236}">
                  <ns2:creationId id="{290C2A51-E44C-6CEB-4EF8-ABCC6F1DD7EB}"/>
                </a:ext>
              </a:extLst>
            </p:cNvPr>
            <p:cNvCxnSpPr>
              <a:cxnSpLocks/>
              <a:stCxn id="11" idx="3"/>
              <a:endCxn id="108" idx="2"/>
            </p:cNvCxnSpPr>
            <p:nvPr/>
          </p:nvCxnSpPr>
          <p:spPr>
            <a:xfrm flipV="1">
              <a:off x="1380003" y="4229897"/>
              <a:ext cx="417418" cy="630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コネクタ: カギ線 9">
              <a:extLst>
                <a:ext uri="{FF2B5EF4-FFF2-40B4-BE49-F238E27FC236}">
                  <ns2:creationId id="{60060CA7-0F16-67FA-80E9-8B8F495CC23C}"/>
                </a:ext>
              </a:extLst>
            </p:cNvPr>
            <p:cNvCxnSpPr>
              <a:cxnSpLocks/>
              <a:stCxn id="105" idx="3"/>
              <a:endCxn id="115" idx="2"/>
            </p:cNvCxnSpPr>
            <p:nvPr/>
          </p:nvCxnSpPr>
          <p:spPr>
            <a:xfrm>
              <a:off x="1380003" y="5135880"/>
              <a:ext cx="417418" cy="628783"/>
            </a:xfrm>
            <a:prstGeom prst="bentConnector3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F99EB2E9-0C4E-4D5C-253B-EED7A397E6B6}"/>
                </a:ext>
              </a:extLst>
            </p:cNvPr>
            <p:cNvSpPr/>
            <p:nvPr/>
          </p:nvSpPr>
          <p:spPr>
            <a:xfrm>
              <a:off x="1222775" y="4908239"/>
              <a:ext cx="157228" cy="1780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718177317"/>
      </p:ext>
    </p:extLst>
  </p:cSld>
  <p:clrMapOvr>
    <a:masterClrMapping/>
  </p:clrMapOvr>
</p:sld>
</file>

<file path=ppt/slides/slide190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6D9DA23-4FB9-343D-3423-CA20296E6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ns2:creationId id="{6DF2E7EE-81E2-0033-3FC5-CEFFC11D8723}"/>
              </a:ext>
            </a:extLst>
          </p:cNvPr>
          <p:cNvGrpSpPr/>
          <p:nvPr/>
        </p:nvGrpSpPr>
        <p:grpSpPr>
          <a:xfrm>
            <a:off x="6227621" y="1895945"/>
            <a:ext cx="5527961" cy="2024934"/>
            <a:chOff x="6262948" y="1958516"/>
            <a:chExt cx="5527961" cy="2310382"/>
          </a:xfrm>
        </p:grpSpPr>
        <p:sp>
          <p:nvSpPr>
            <p:cNvPr id="14" name="角丸四角形 29">
              <a:extLst>
                <a:ext uri="{FF2B5EF4-FFF2-40B4-BE49-F238E27FC236}">
                  <ns2:creationId id="{06D15C78-5644-FD9C-0C53-A83C6514ECA9}"/>
                </a:ext>
              </a:extLst>
            </p:cNvPr>
            <p:cNvSpPr/>
            <p:nvPr/>
          </p:nvSpPr>
          <p:spPr>
            <a:xfrm>
              <a:off x="6656151" y="4054126"/>
              <a:ext cx="5080412" cy="214772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9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角丸四角形 29">
              <a:extLst>
                <a:ext uri="{FF2B5EF4-FFF2-40B4-BE49-F238E27FC236}">
                  <ns2:creationId id="{B05AB9E9-36E0-6D22-DFC6-A1182BA92BD0}"/>
                </a:ext>
              </a:extLst>
            </p:cNvPr>
            <p:cNvSpPr/>
            <p:nvPr/>
          </p:nvSpPr>
          <p:spPr>
            <a:xfrm rot="5400000">
              <a:off x="5347160" y="2977847"/>
              <a:ext cx="2005854" cy="174277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aphicFrame>
          <p:nvGraphicFramePr>
            <p:cNvPr id="16" name="グラフ 15">
              <a:extLst>
                <a:ext uri="{FF2B5EF4-FFF2-40B4-BE49-F238E27FC236}">
                  <ns2:creationId id="{949E87F7-CE8A-29F3-1741-541648BF1F3A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6479592" y="1958516"/>
            <a:ext cx="5311317" cy="2142299"/>
          </p:xfrm>
          <a:graphic>
            <a:graphicData uri="http://schemas.openxmlformats.org/drawingml/2006/chart">
              <ns3:chart r:id="rId2"/>
            </a:graphicData>
          </a:graphic>
        </p:graphicFrame>
      </p:grpSp>
      <p:graphicFrame>
        <p:nvGraphicFramePr>
          <p:cNvPr id="34" name="グラフ 33">
            <a:extLst>
              <a:ext uri="{FF2B5EF4-FFF2-40B4-BE49-F238E27FC236}">
                <ns2:creationId id="{D2ADCFBB-2F2F-96D2-A731-376AE180527D}"/>
              </a:ext>
            </a:extLst>
          </p:cNvPr>
          <p:cNvGraphicFramePr/>
          <p:nvPr/>
        </p:nvGraphicFramePr>
        <p:xfrm>
          <a:off x="335502" y="1648046"/>
          <a:ext cx="5610162" cy="2257537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2" name="タイトル 1">
            <a:extLst>
              <a:ext uri="{FF2B5EF4-FFF2-40B4-BE49-F238E27FC236}">
                <ns2:creationId id="{27D85EA2-8AF1-449D-47B6-AD99E6345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6439F4D-D1ED-389A-0585-12DBACDC52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8" name="角丸四角形 29">
            <a:extLst>
              <a:ext uri="{FF2B5EF4-FFF2-40B4-BE49-F238E27FC236}">
                <ns2:creationId id="{42290186-80B0-9361-F9B8-878D2AB1C1FF}"/>
              </a:ext>
            </a:extLst>
          </p:cNvPr>
          <p:cNvSpPr/>
          <p:nvPr/>
        </p:nvSpPr>
        <p:spPr>
          <a:xfrm>
            <a:off x="6285340" y="1290286"/>
            <a:ext cx="5571158" cy="234564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ns2:creationId id="{6B1B74E6-F537-8877-4B77-01E4B2566885}"/>
              </a:ext>
            </a:extLst>
          </p:cNvPr>
          <p:cNvSpPr txBox="1"/>
          <p:nvPr/>
        </p:nvSpPr>
        <p:spPr>
          <a:xfrm>
            <a:off x="6285340" y="1523560"/>
            <a:ext cx="55711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10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24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4" name="角丸四角形 29">
            <a:extLst>
              <a:ext uri="{FF2B5EF4-FFF2-40B4-BE49-F238E27FC236}">
                <ns2:creationId id="{829978C4-CF09-AA52-8004-F0EF10F07458}"/>
              </a:ext>
            </a:extLst>
          </p:cNvPr>
          <p:cNvSpPr/>
          <p:nvPr/>
        </p:nvSpPr>
        <p:spPr>
          <a:xfrm>
            <a:off x="334963" y="3920879"/>
            <a:ext cx="11499942" cy="257165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21E760D1-1FC2-A1ED-5693-30E5C14C3E43}"/>
              </a:ext>
            </a:extLst>
          </p:cNvPr>
          <p:cNvSpPr/>
          <p:nvPr/>
        </p:nvSpPr>
        <p:spPr>
          <a:xfrm>
            <a:off x="341201" y="6192387"/>
            <a:ext cx="3282386" cy="1207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r>
              <a:rPr kumimoji="1" lang="ja-JP" altLang="en-US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出典</a:t>
            </a:r>
            <a:r>
              <a:rPr lang="en-US" altLang="ja-JP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r>
              <a:rPr lang="ja-JP" altLang="en-US" sz="5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endParaRPr lang="en-US" altLang="ja-JP" sz="5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4" name="角丸四角形 29">
            <a:extLst>
              <a:ext uri="{FF2B5EF4-FFF2-40B4-BE49-F238E27FC236}">
                <ns2:creationId id="{18D864D1-E90D-9B9C-043A-63ABDE3345E0}"/>
              </a:ext>
            </a:extLst>
          </p:cNvPr>
          <p:cNvSpPr/>
          <p:nvPr/>
        </p:nvSpPr>
        <p:spPr>
          <a:xfrm>
            <a:off x="329540" y="1276134"/>
            <a:ext cx="5544498" cy="247426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</a:p>
        </p:txBody>
      </p:sp>
      <p:sp>
        <p:nvSpPr>
          <p:cNvPr id="7" name="テキスト ボックス 6">
            <a:extLst>
              <a:ext uri="{FF2B5EF4-FFF2-40B4-BE49-F238E27FC236}">
                <ns2:creationId id="{A633746D-0BF2-9BA5-A4D0-3CDA049AF09D}"/>
              </a:ext>
            </a:extLst>
          </p:cNvPr>
          <p:cNvSpPr txBox="1"/>
          <p:nvPr/>
        </p:nvSpPr>
        <p:spPr>
          <a:xfrm>
            <a:off x="434004" y="1949738"/>
            <a:ext cx="362902" cy="2631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ns2:creationId id="{6B18DEAB-67EC-36C7-81EA-0100B455AA71}"/>
              </a:ext>
            </a:extLst>
          </p:cNvPr>
          <p:cNvSpPr txBox="1"/>
          <p:nvPr/>
        </p:nvSpPr>
        <p:spPr>
          <a:xfrm>
            <a:off x="3791862" y="3116592"/>
            <a:ext cx="1468985" cy="25391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rgbClr val="008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1</a:t>
            </a:r>
            <a:r>
              <a:rPr kumimoji="1" lang="en-US" altLang="ja-JP" sz="1050" baseline="300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5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ns2:creationId id="{60BC6E42-C6EC-9E7A-9C06-6A92541D31B6}"/>
              </a:ext>
            </a:extLst>
          </p:cNvPr>
          <p:cNvSpPr txBox="1"/>
          <p:nvPr/>
        </p:nvSpPr>
        <p:spPr>
          <a:xfrm>
            <a:off x="329540" y="1531864"/>
            <a:ext cx="55444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1050" i="0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ns2:creationId id="{AB485EDF-9EF2-1DF1-C43B-3A6DCDC62125}"/>
              </a:ext>
            </a:extLst>
          </p:cNvPr>
          <p:cNvSpPr txBox="1"/>
          <p:nvPr/>
        </p:nvSpPr>
        <p:spPr>
          <a:xfrm>
            <a:off x="357095" y="4160024"/>
            <a:ext cx="551694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graphicFrame>
        <p:nvGraphicFramePr>
          <p:cNvPr id="40" name="グラフ 39">
            <a:extLst>
              <a:ext uri="{FF2B5EF4-FFF2-40B4-BE49-F238E27FC236}">
                <ns2:creationId id="{7FC74FA4-EF85-26FE-803E-7E4324ED4B70}"/>
              </a:ext>
            </a:extLst>
          </p:cNvPr>
          <p:cNvGraphicFramePr/>
          <p:nvPr/>
        </p:nvGraphicFramePr>
        <p:xfrm>
          <a:off x="334963" y="4534503"/>
          <a:ext cx="4062131" cy="1700181"/>
        </p:xfrm>
        <a:graphic>
          <a:graphicData uri="http://schemas.openxmlformats.org/drawingml/2006/chart">
            <ns3:chart r:id="rId4"/>
          </a:graphicData>
        </a:graphic>
      </p:graphicFrame>
      <p:sp>
        <p:nvSpPr>
          <p:cNvPr id="41" name="テキスト ボックス 40">
            <a:extLst>
              <a:ext uri="{FF2B5EF4-FFF2-40B4-BE49-F238E27FC236}">
                <ns2:creationId id="{DB98E1F1-B1F0-2F0B-9AE4-54D899C24372}"/>
              </a:ext>
            </a:extLst>
          </p:cNvPr>
          <p:cNvSpPr txBox="1"/>
          <p:nvPr/>
        </p:nvSpPr>
        <p:spPr>
          <a:xfrm>
            <a:off x="4282554" y="4381277"/>
            <a:ext cx="1518806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lIns="36000" tIns="18000" r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r>
              <a:rPr lang="en-US" altLang="ja-JP" sz="800" dirty="0">
                <a:latin typeface="+mn-ea"/>
              </a:rPr>
              <a:t>:</a:t>
            </a: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ns2:creationId id="{03B360F6-ACE4-041C-B333-37BC7529B0F5}"/>
              </a:ext>
            </a:extLst>
          </p:cNvPr>
          <p:cNvSpPr txBox="1"/>
          <p:nvPr/>
        </p:nvSpPr>
        <p:spPr>
          <a:xfrm>
            <a:off x="1369060" y="4381277"/>
            <a:ext cx="2854960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tIns="18000" b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8B0C6E5D-ABD0-5C86-415B-33CA85D41B8C}"/>
              </a:ext>
            </a:extLst>
          </p:cNvPr>
          <p:cNvSpPr/>
          <p:nvPr/>
        </p:nvSpPr>
        <p:spPr>
          <a:xfrm>
            <a:off x="4461102" y="463663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5" name="正方形/長方形 44">
            <a:extLst>
              <a:ext uri="{FF2B5EF4-FFF2-40B4-BE49-F238E27FC236}">
                <ns2:creationId id="{E6880AC6-977D-217F-F315-3F38E0A62E6B}"/>
              </a:ext>
            </a:extLst>
          </p:cNvPr>
          <p:cNvSpPr/>
          <p:nvPr/>
        </p:nvSpPr>
        <p:spPr>
          <a:xfrm>
            <a:off x="4461102" y="475860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849875E5-5268-6E7B-1698-0699A95AE53D}"/>
              </a:ext>
            </a:extLst>
          </p:cNvPr>
          <p:cNvSpPr/>
          <p:nvPr/>
        </p:nvSpPr>
        <p:spPr>
          <a:xfrm>
            <a:off x="4461102" y="488056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FF49FC7A-420B-28A7-DE1B-4B4F445A25AE}"/>
              </a:ext>
            </a:extLst>
          </p:cNvPr>
          <p:cNvSpPr/>
          <p:nvPr/>
        </p:nvSpPr>
        <p:spPr>
          <a:xfrm>
            <a:off x="4461102" y="500253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8" name="正方形/長方形 47">
            <a:extLst>
              <a:ext uri="{FF2B5EF4-FFF2-40B4-BE49-F238E27FC236}">
                <ns2:creationId id="{2357A5FD-2D25-3BB3-E1BD-A28E8830B7F9}"/>
              </a:ext>
            </a:extLst>
          </p:cNvPr>
          <p:cNvSpPr/>
          <p:nvPr/>
        </p:nvSpPr>
        <p:spPr>
          <a:xfrm>
            <a:off x="4461102" y="512450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9" name="正方形/長方形 48">
            <a:extLst>
              <a:ext uri="{FF2B5EF4-FFF2-40B4-BE49-F238E27FC236}">
                <ns2:creationId id="{DC538A6D-EA7A-41BE-33B1-C354A9EF9238}"/>
              </a:ext>
            </a:extLst>
          </p:cNvPr>
          <p:cNvSpPr/>
          <p:nvPr/>
        </p:nvSpPr>
        <p:spPr>
          <a:xfrm>
            <a:off x="4461102" y="524646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09ED1DF0-8978-A5AB-16F6-C1864562A96D}"/>
              </a:ext>
            </a:extLst>
          </p:cNvPr>
          <p:cNvSpPr/>
          <p:nvPr/>
        </p:nvSpPr>
        <p:spPr>
          <a:xfrm>
            <a:off x="4461102" y="53684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C4CBB80F-FBA3-EA6E-8057-EAF0520A4641}"/>
              </a:ext>
            </a:extLst>
          </p:cNvPr>
          <p:cNvSpPr/>
          <p:nvPr/>
        </p:nvSpPr>
        <p:spPr>
          <a:xfrm>
            <a:off x="4461102" y="549039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4E5CB6C7-5C8E-BA1C-A96A-C204D86B9453}"/>
              </a:ext>
            </a:extLst>
          </p:cNvPr>
          <p:cNvSpPr/>
          <p:nvPr/>
        </p:nvSpPr>
        <p:spPr>
          <a:xfrm>
            <a:off x="4461102" y="561236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3" name="正方形/長方形 52">
            <a:extLst>
              <a:ext uri="{FF2B5EF4-FFF2-40B4-BE49-F238E27FC236}">
                <ns2:creationId id="{6C74490F-98BC-E9D2-F746-51ACDB17B36D}"/>
              </a:ext>
            </a:extLst>
          </p:cNvPr>
          <p:cNvSpPr/>
          <p:nvPr/>
        </p:nvSpPr>
        <p:spPr>
          <a:xfrm>
            <a:off x="4461102" y="573433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354AFE00-178A-EA3A-61A2-C791154E728B}"/>
              </a:ext>
            </a:extLst>
          </p:cNvPr>
          <p:cNvSpPr/>
          <p:nvPr/>
        </p:nvSpPr>
        <p:spPr>
          <a:xfrm>
            <a:off x="4461102" y="585629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DAE99366-675F-5CAA-9E62-6CDE7D1D26BE}"/>
              </a:ext>
            </a:extLst>
          </p:cNvPr>
          <p:cNvSpPr/>
          <p:nvPr/>
        </p:nvSpPr>
        <p:spPr>
          <a:xfrm>
            <a:off x="4461102" y="597826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6" name="正方形/長方形 55">
            <a:extLst>
              <a:ext uri="{FF2B5EF4-FFF2-40B4-BE49-F238E27FC236}">
                <ns2:creationId id="{3A7BB8C8-BD70-088D-3E18-FCF8EC6539B1}"/>
              </a:ext>
            </a:extLst>
          </p:cNvPr>
          <p:cNvSpPr/>
          <p:nvPr/>
        </p:nvSpPr>
        <p:spPr>
          <a:xfrm>
            <a:off x="4461102" y="61002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80" name="グループ化 279">
            <a:extLst>
              <a:ext uri="{FF2B5EF4-FFF2-40B4-BE49-F238E27FC236}">
                <ns2:creationId id="{F0A5789F-9C30-6D44-DA35-7FDEB4B8B1D4}"/>
              </a:ext>
            </a:extLst>
          </p:cNvPr>
          <p:cNvGrpSpPr/>
          <p:nvPr/>
        </p:nvGrpSpPr>
        <p:grpSpPr>
          <a:xfrm>
            <a:off x="1407160" y="4751620"/>
            <a:ext cx="4394200" cy="1341626"/>
            <a:chOff x="1407160" y="4751620"/>
            <a:chExt cx="4394200" cy="1341626"/>
          </a:xfrm>
        </p:grpSpPr>
        <p:cxnSp>
          <p:nvCxnSpPr>
            <p:cNvPr id="58" name="直線コネクタ 57">
              <a:extLst>
                <a:ext uri="{FF2B5EF4-FFF2-40B4-BE49-F238E27FC236}">
                  <ns2:creationId id="{C6BBCA45-57F9-7370-07AF-428E950DB39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75162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CBF7CCBC-67E4-0640-F697-E058653BC18A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87358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74FAF225-76D3-2622-E162-8B4AEAB6359E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99555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C5207755-DB26-4981-1985-CCEA884031A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11751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75216EC2-690F-A43C-FD24-E98B76DBDE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23948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AA8E835C-616D-E08F-FBBD-998C8F7A7A5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36145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ns2:creationId id="{3B0F101C-0A0C-67C5-31FF-0803E051E386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48341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ns2:creationId id="{122AA24B-5A61-2128-35E5-80D74BA6106C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60538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D237F962-C8E9-5F48-B1BC-108E419951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72734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557122B7-2798-6431-ECE8-394A255A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84931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D4FDBA48-394E-DB04-CDD1-8FD843BD3F7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97128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ns2:creationId id="{2363E40F-6ADE-34D0-A9EC-CF79959B08E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609324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テキスト ボックス 79">
            <a:extLst>
              <a:ext uri="{FF2B5EF4-FFF2-40B4-BE49-F238E27FC236}">
                <ns2:creationId id="{8A3896D8-52F0-7855-45A8-367C9F59A4FA}"/>
              </a:ext>
            </a:extLst>
          </p:cNvPr>
          <p:cNvSpPr txBox="1"/>
          <p:nvPr/>
        </p:nvSpPr>
        <p:spPr>
          <a:xfrm>
            <a:off x="8879841" y="4206571"/>
            <a:ext cx="429894" cy="317533"/>
          </a:xfrm>
          <a:prstGeom prst="rect">
            <a:avLst/>
          </a:prstGeom>
          <a:noFill/>
        </p:spPr>
        <p:txBody>
          <a:bodyPr wrap="square" lIns="72000" rIns="72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ns2:creationId id="{CBE72C73-674B-0B37-00D2-6DDA3FC8703A}"/>
              </a:ext>
            </a:extLst>
          </p:cNvPr>
          <p:cNvSpPr txBox="1"/>
          <p:nvPr/>
        </p:nvSpPr>
        <p:spPr>
          <a:xfrm>
            <a:off x="9337165" y="4206571"/>
            <a:ext cx="2497739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cxnSp>
        <p:nvCxnSpPr>
          <p:cNvPr id="90" name="直線コネクタ 89">
            <a:extLst>
              <a:ext uri="{FF2B5EF4-FFF2-40B4-BE49-F238E27FC236}">
                <ns2:creationId id="{6EDE7760-925A-80AE-0178-0C58F85864DA}"/>
              </a:ext>
            </a:extLst>
          </p:cNvPr>
          <p:cNvCxnSpPr>
            <a:cxnSpLocks/>
          </p:cNvCxnSpPr>
          <p:nvPr/>
        </p:nvCxnSpPr>
        <p:spPr>
          <a:xfrm>
            <a:off x="8879840" y="4546517"/>
            <a:ext cx="42989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B28077F5-EBCD-93DD-3845-B5A848961ED8}"/>
              </a:ext>
            </a:extLst>
          </p:cNvPr>
          <p:cNvCxnSpPr>
            <a:cxnSpLocks/>
          </p:cNvCxnSpPr>
          <p:nvPr/>
        </p:nvCxnSpPr>
        <p:spPr>
          <a:xfrm>
            <a:off x="9337164" y="4546517"/>
            <a:ext cx="2497739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テキスト ボックス 97">
            <a:extLst>
              <a:ext uri="{FF2B5EF4-FFF2-40B4-BE49-F238E27FC236}">
                <ns2:creationId id="{B3F73A43-E62D-7D79-D730-03DADD692A46}"/>
              </a:ext>
            </a:extLst>
          </p:cNvPr>
          <p:cNvSpPr txBox="1"/>
          <p:nvPr/>
        </p:nvSpPr>
        <p:spPr>
          <a:xfrm>
            <a:off x="8879841" y="4581269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ns2:creationId id="{6C2B0A9C-93A1-BD4E-5906-3A2C61DEF837}"/>
              </a:ext>
            </a:extLst>
          </p:cNvPr>
          <p:cNvSpPr txBox="1"/>
          <p:nvPr/>
        </p:nvSpPr>
        <p:spPr>
          <a:xfrm>
            <a:off x="9337165" y="4581269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1" name="テキスト ボックス 190">
            <a:extLst>
              <a:ext uri="{FF2B5EF4-FFF2-40B4-BE49-F238E27FC236}">
                <ns2:creationId id="{CDAA720A-8802-DC11-2D1F-995975DDEB69}"/>
              </a:ext>
            </a:extLst>
          </p:cNvPr>
          <p:cNvSpPr txBox="1"/>
          <p:nvPr/>
        </p:nvSpPr>
        <p:spPr>
          <a:xfrm>
            <a:off x="8879841" y="5020468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192" name="テキスト ボックス 191">
            <a:extLst>
              <a:ext uri="{FF2B5EF4-FFF2-40B4-BE49-F238E27FC236}">
                <ns2:creationId id="{83D8DD98-651F-64EB-A636-2B5CC408B712}"/>
              </a:ext>
            </a:extLst>
          </p:cNvPr>
          <p:cNvSpPr txBox="1"/>
          <p:nvPr/>
        </p:nvSpPr>
        <p:spPr>
          <a:xfrm>
            <a:off x="9337165" y="5020468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8" name="テキスト ボックス 197">
            <a:extLst>
              <a:ext uri="{FF2B5EF4-FFF2-40B4-BE49-F238E27FC236}">
                <ns2:creationId id="{D7FFA233-A907-F976-9CB5-ED1F8B392EB8}"/>
              </a:ext>
            </a:extLst>
          </p:cNvPr>
          <p:cNvSpPr txBox="1"/>
          <p:nvPr/>
        </p:nvSpPr>
        <p:spPr>
          <a:xfrm>
            <a:off x="8879841" y="5459667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/>
              <a:t>XX</a:t>
            </a:r>
          </a:p>
        </p:txBody>
      </p:sp>
      <p:sp>
        <p:nvSpPr>
          <p:cNvPr id="199" name="テキスト ボックス 198">
            <a:extLst>
              <a:ext uri="{FF2B5EF4-FFF2-40B4-BE49-F238E27FC236}">
                <ns2:creationId id="{2B786CAC-284D-2ED0-5FDC-47C611493821}"/>
              </a:ext>
            </a:extLst>
          </p:cNvPr>
          <p:cNvSpPr txBox="1"/>
          <p:nvPr/>
        </p:nvSpPr>
        <p:spPr>
          <a:xfrm>
            <a:off x="9337165" y="54596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)</a:t>
            </a:r>
          </a:p>
        </p:txBody>
      </p:sp>
      <p:sp>
        <p:nvSpPr>
          <p:cNvPr id="205" name="テキスト ボックス 204">
            <a:extLst>
              <a:ext uri="{FF2B5EF4-FFF2-40B4-BE49-F238E27FC236}">
                <ns2:creationId id="{CC0D996A-1A16-72BD-6087-51CC7936865A}"/>
              </a:ext>
            </a:extLst>
          </p:cNvPr>
          <p:cNvSpPr txBox="1"/>
          <p:nvPr/>
        </p:nvSpPr>
        <p:spPr>
          <a:xfrm>
            <a:off x="8879841" y="5898867"/>
            <a:ext cx="429894" cy="402279"/>
          </a:xfrm>
          <a:prstGeom prst="rect">
            <a:avLst/>
          </a:prstGeom>
          <a:solidFill>
            <a:srgbClr val="FF505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endParaRPr lang="ja-JP" altLang="en-US" dirty="0"/>
          </a:p>
        </p:txBody>
      </p:sp>
      <p:sp>
        <p:nvSpPr>
          <p:cNvPr id="206" name="テキスト ボックス 205">
            <a:extLst>
              <a:ext uri="{FF2B5EF4-FFF2-40B4-BE49-F238E27FC236}">
                <ns2:creationId id="{00FC7511-720A-E81F-D97E-C935E968BCD0}"/>
              </a:ext>
            </a:extLst>
          </p:cNvPr>
          <p:cNvSpPr txBox="1"/>
          <p:nvPr/>
        </p:nvSpPr>
        <p:spPr>
          <a:xfrm>
            <a:off x="9337165" y="58988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br>
              <a:rPr lang="en-US" altLang="ja-JP" sz="1000" dirty="0">
                <a:solidFill>
                  <a:srgbClr val="FF5050"/>
                </a:solidFill>
              </a:rPr>
            </a:br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endParaRPr lang="en-US" altLang="ja-JP" sz="1000" dirty="0">
              <a:solidFill>
                <a:srgbClr val="FF5050"/>
              </a:solidFill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ns2:creationId id="{AE19FC2A-157E-7152-AEE4-EBC69C231528}"/>
              </a:ext>
            </a:extLst>
          </p:cNvPr>
          <p:cNvSpPr txBox="1"/>
          <p:nvPr/>
        </p:nvSpPr>
        <p:spPr>
          <a:xfrm>
            <a:off x="6191045" y="4206571"/>
            <a:ext cx="258782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00" name="テキスト ボックス 99">
            <a:extLst>
              <a:ext uri="{FF2B5EF4-FFF2-40B4-BE49-F238E27FC236}">
                <ns2:creationId id="{C2A3E0C2-3291-4D47-F8AE-1023B50ADBB5}"/>
              </a:ext>
            </a:extLst>
          </p:cNvPr>
          <p:cNvSpPr txBox="1"/>
          <p:nvPr/>
        </p:nvSpPr>
        <p:spPr>
          <a:xfrm>
            <a:off x="6191045" y="4581269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3" name="テキスト ボックス 192">
            <a:extLst>
              <a:ext uri="{FF2B5EF4-FFF2-40B4-BE49-F238E27FC236}">
                <ns2:creationId id="{D88933A6-51F4-0B7B-1D3F-7189CC4840D6}"/>
              </a:ext>
            </a:extLst>
          </p:cNvPr>
          <p:cNvSpPr txBox="1"/>
          <p:nvPr/>
        </p:nvSpPr>
        <p:spPr>
          <a:xfrm>
            <a:off x="6191045" y="5020468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0" name="テキスト ボックス 199">
            <a:extLst>
              <a:ext uri="{FF2B5EF4-FFF2-40B4-BE49-F238E27FC236}">
                <ns2:creationId id="{682A8836-309C-7802-7BB8-E395BE5CDCDB}"/>
              </a:ext>
            </a:extLst>
          </p:cNvPr>
          <p:cNvSpPr txBox="1"/>
          <p:nvPr/>
        </p:nvSpPr>
        <p:spPr>
          <a:xfrm>
            <a:off x="6191045" y="54596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7" name="テキスト ボックス 206">
            <a:extLst>
              <a:ext uri="{FF2B5EF4-FFF2-40B4-BE49-F238E27FC236}">
                <ns2:creationId id="{CDED4F82-6BEE-17CE-44DF-32F68ED57DCF}"/>
              </a:ext>
            </a:extLst>
          </p:cNvPr>
          <p:cNvSpPr txBox="1"/>
          <p:nvPr/>
        </p:nvSpPr>
        <p:spPr>
          <a:xfrm>
            <a:off x="6191045" y="58988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8" name="楕円 207">
            <a:extLst>
              <a:ext uri="{FF2B5EF4-FFF2-40B4-BE49-F238E27FC236}">
                <ns2:creationId id="{1969544B-7BA1-0A90-E6C6-C4139FA44702}"/>
              </a:ext>
            </a:extLst>
          </p:cNvPr>
          <p:cNvSpPr/>
          <p:nvPr/>
        </p:nvSpPr>
        <p:spPr>
          <a:xfrm>
            <a:off x="6261874" y="4709501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9" name="楕円 208">
            <a:extLst>
              <a:ext uri="{FF2B5EF4-FFF2-40B4-BE49-F238E27FC236}">
                <ns2:creationId id="{A8520C90-006B-788F-4251-709673079740}"/>
              </a:ext>
            </a:extLst>
          </p:cNvPr>
          <p:cNvSpPr/>
          <p:nvPr/>
        </p:nvSpPr>
        <p:spPr>
          <a:xfrm>
            <a:off x="6261874" y="5148700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0" name="楕円 209">
            <a:extLst>
              <a:ext uri="{FF2B5EF4-FFF2-40B4-BE49-F238E27FC236}">
                <ns2:creationId id="{2BE8646A-2083-0B9E-C738-2466152B8426}"/>
              </a:ext>
            </a:extLst>
          </p:cNvPr>
          <p:cNvSpPr/>
          <p:nvPr/>
        </p:nvSpPr>
        <p:spPr>
          <a:xfrm>
            <a:off x="6261874" y="55878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1" name="楕円 210">
            <a:extLst>
              <a:ext uri="{FF2B5EF4-FFF2-40B4-BE49-F238E27FC236}">
                <ns2:creationId id="{747BB1FD-8496-8D4B-4EC5-AC200F55CB71}"/>
              </a:ext>
            </a:extLst>
          </p:cNvPr>
          <p:cNvSpPr/>
          <p:nvPr/>
        </p:nvSpPr>
        <p:spPr>
          <a:xfrm>
            <a:off x="6261874" y="60270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ns2:creationId id="{501B1709-307E-1ECF-6673-E183F37E8061}"/>
              </a:ext>
            </a:extLst>
          </p:cNvPr>
          <p:cNvSpPr txBox="1"/>
          <p:nvPr/>
        </p:nvSpPr>
        <p:spPr>
          <a:xfrm>
            <a:off x="7500116" y="4206571"/>
            <a:ext cx="307844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cxnSp>
        <p:nvCxnSpPr>
          <p:cNvPr id="87" name="直線コネクタ 86">
            <a:extLst>
              <a:ext uri="{FF2B5EF4-FFF2-40B4-BE49-F238E27FC236}">
                <ns2:creationId id="{FC043245-5146-C3A2-0C11-A0D36179921E}"/>
              </a:ext>
            </a:extLst>
          </p:cNvPr>
          <p:cNvCxnSpPr>
            <a:cxnSpLocks/>
          </p:cNvCxnSpPr>
          <p:nvPr/>
        </p:nvCxnSpPr>
        <p:spPr>
          <a:xfrm>
            <a:off x="7500116" y="4546517"/>
            <a:ext cx="30784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テキスト ボックス 95">
            <a:extLst>
              <a:ext uri="{FF2B5EF4-FFF2-40B4-BE49-F238E27FC236}">
                <ns2:creationId id="{936241F3-825A-C078-5DE4-F9305C73F88C}"/>
              </a:ext>
            </a:extLst>
          </p:cNvPr>
          <p:cNvSpPr txBox="1"/>
          <p:nvPr/>
        </p:nvSpPr>
        <p:spPr>
          <a:xfrm>
            <a:off x="7500116" y="4581269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189" name="テキスト ボックス 188">
            <a:extLst>
              <a:ext uri="{FF2B5EF4-FFF2-40B4-BE49-F238E27FC236}">
                <ns2:creationId id="{BF234280-B2F2-077C-B4FE-9F24DA4D1101}"/>
              </a:ext>
            </a:extLst>
          </p:cNvPr>
          <p:cNvSpPr txBox="1"/>
          <p:nvPr/>
        </p:nvSpPr>
        <p:spPr>
          <a:xfrm>
            <a:off x="7500116" y="5020468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  <a:p>
            <a:pPr algn="ctr"/>
            <a:endParaRPr lang="ja-JP" altLang="en-US" sz="1400" dirty="0"/>
          </a:p>
        </p:txBody>
      </p:sp>
      <p:sp>
        <p:nvSpPr>
          <p:cNvPr id="196" name="テキスト ボックス 195">
            <a:extLst>
              <a:ext uri="{FF2B5EF4-FFF2-40B4-BE49-F238E27FC236}">
                <ns2:creationId id="{74F0B9AE-CF6E-1E35-57B7-86A0749A2828}"/>
              </a:ext>
            </a:extLst>
          </p:cNvPr>
          <p:cNvSpPr txBox="1"/>
          <p:nvPr/>
        </p:nvSpPr>
        <p:spPr>
          <a:xfrm>
            <a:off x="7500116" y="54596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203" name="テキスト ボックス 202">
            <a:extLst>
              <a:ext uri="{FF2B5EF4-FFF2-40B4-BE49-F238E27FC236}">
                <ns2:creationId id="{67622BE4-DCD8-9AA3-D241-FB25E41BCE74}"/>
              </a:ext>
            </a:extLst>
          </p:cNvPr>
          <p:cNvSpPr txBox="1"/>
          <p:nvPr/>
        </p:nvSpPr>
        <p:spPr>
          <a:xfrm>
            <a:off x="7500116" y="58988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77" name="テキスト ボックス 76">
            <a:extLst>
              <a:ext uri="{FF2B5EF4-FFF2-40B4-BE49-F238E27FC236}">
                <ns2:creationId id="{FA95A4FB-F56D-CF00-1BA3-FC209B439A3A}"/>
              </a:ext>
            </a:extLst>
          </p:cNvPr>
          <p:cNvSpPr txBox="1"/>
          <p:nvPr/>
        </p:nvSpPr>
        <p:spPr>
          <a:xfrm>
            <a:off x="6477260" y="4206571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endParaRPr lang="en-US" altLang="ja-JP" sz="900" dirty="0"/>
          </a:p>
          <a:p>
            <a:pPr algn="ctr"/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6" name="直線コネクタ 85">
            <a:extLst>
              <a:ext uri="{FF2B5EF4-FFF2-40B4-BE49-F238E27FC236}">
                <ns2:creationId id="{7530B1D0-B7F6-636F-6A79-F8EF57F32444}"/>
              </a:ext>
            </a:extLst>
          </p:cNvPr>
          <p:cNvCxnSpPr/>
          <p:nvPr/>
        </p:nvCxnSpPr>
        <p:spPr>
          <a:xfrm>
            <a:off x="6477260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テキスト ボックス 94">
            <a:extLst>
              <a:ext uri="{FF2B5EF4-FFF2-40B4-BE49-F238E27FC236}">
                <ns2:creationId id="{E3A87722-7BB0-3254-8652-146A1589A4CE}"/>
              </a:ext>
            </a:extLst>
          </p:cNvPr>
          <p:cNvSpPr txBox="1"/>
          <p:nvPr/>
        </p:nvSpPr>
        <p:spPr>
          <a:xfrm>
            <a:off x="6477260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88" name="テキスト ボックス 187">
            <a:extLst>
              <a:ext uri="{FF2B5EF4-FFF2-40B4-BE49-F238E27FC236}">
                <ns2:creationId id="{D7C79FE9-351D-3B92-E9DE-4D3942934548}"/>
              </a:ext>
            </a:extLst>
          </p:cNvPr>
          <p:cNvSpPr txBox="1"/>
          <p:nvPr/>
        </p:nvSpPr>
        <p:spPr>
          <a:xfrm>
            <a:off x="6477260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5" name="テキスト ボックス 194">
            <a:extLst>
              <a:ext uri="{FF2B5EF4-FFF2-40B4-BE49-F238E27FC236}">
                <ns2:creationId id="{0A646DF9-2636-027D-D34E-A34BA32A923A}"/>
              </a:ext>
            </a:extLst>
          </p:cNvPr>
          <p:cNvSpPr txBox="1"/>
          <p:nvPr/>
        </p:nvSpPr>
        <p:spPr>
          <a:xfrm>
            <a:off x="6477260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2" name="テキスト ボックス 201">
            <a:extLst>
              <a:ext uri="{FF2B5EF4-FFF2-40B4-BE49-F238E27FC236}">
                <ns2:creationId id="{33C85DC3-897D-A94A-F698-08230F63A345}"/>
              </a:ext>
            </a:extLst>
          </p:cNvPr>
          <p:cNvSpPr txBox="1"/>
          <p:nvPr/>
        </p:nvSpPr>
        <p:spPr>
          <a:xfrm>
            <a:off x="6477260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36" name="グループ化 235">
            <a:extLst>
              <a:ext uri="{FF2B5EF4-FFF2-40B4-BE49-F238E27FC236}">
                <ns2:creationId id="{17C40D0C-2681-8841-0ED8-F429E217EEE2}"/>
              </a:ext>
            </a:extLst>
          </p:cNvPr>
          <p:cNvGrpSpPr/>
          <p:nvPr/>
        </p:nvGrpSpPr>
        <p:grpSpPr>
          <a:xfrm>
            <a:off x="6719795" y="4641568"/>
            <a:ext cx="510352" cy="294382"/>
            <a:chOff x="6687067" y="4641568"/>
            <a:chExt cx="510352" cy="294382"/>
          </a:xfrm>
        </p:grpSpPr>
        <p:sp>
          <p:nvSpPr>
            <p:cNvPr id="233" name="矢印: 上 232">
              <a:extLst>
                <a:ext uri="{FF2B5EF4-FFF2-40B4-BE49-F238E27FC236}">
                  <ns2:creationId id="{868378E2-8863-B467-E617-063D3EF5529E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矢印: 上 233">
              <a:extLst>
                <a:ext uri="{FF2B5EF4-FFF2-40B4-BE49-F238E27FC236}">
                  <ns2:creationId id="{3E9EB4CC-CC2E-A79C-A6AE-AD4B5C614825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5" name="矢印: 上 234">
              <a:extLst>
                <a:ext uri="{FF2B5EF4-FFF2-40B4-BE49-F238E27FC236}">
                  <ns2:creationId id="{862461DD-9133-BD5B-8AED-03289ACAE800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39" name="矢印: 上 238">
            <a:extLst>
              <a:ext uri="{FF2B5EF4-FFF2-40B4-BE49-F238E27FC236}">
                <ns2:creationId id="{1A93466B-96DA-0754-3863-24BBDA3D7A5D}"/>
              </a:ext>
            </a:extLst>
          </p:cNvPr>
          <p:cNvSpPr/>
          <p:nvPr/>
        </p:nvSpPr>
        <p:spPr>
          <a:xfrm>
            <a:off x="6902066" y="5092391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1" name="矢印: 上 240">
            <a:extLst>
              <a:ext uri="{FF2B5EF4-FFF2-40B4-BE49-F238E27FC236}">
                <ns2:creationId id="{6548DA5A-7E70-D7EA-EEE9-0EA907C64865}"/>
              </a:ext>
            </a:extLst>
          </p:cNvPr>
          <p:cNvSpPr/>
          <p:nvPr/>
        </p:nvSpPr>
        <p:spPr>
          <a:xfrm>
            <a:off x="6902066" y="5952816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2" name="矢印: 上 241">
            <a:extLst>
              <a:ext uri="{FF2B5EF4-FFF2-40B4-BE49-F238E27FC236}">
                <ns2:creationId id="{DBE7016E-E5E9-11C2-8F33-0254C113E13A}"/>
              </a:ext>
            </a:extLst>
          </p:cNvPr>
          <p:cNvSpPr/>
          <p:nvPr/>
        </p:nvSpPr>
        <p:spPr>
          <a:xfrm flipV="1">
            <a:off x="6902066" y="5513615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ns2:creationId id="{7E1B8AA6-F81F-99B6-AFB7-FB7A00382F18}"/>
              </a:ext>
            </a:extLst>
          </p:cNvPr>
          <p:cNvSpPr txBox="1"/>
          <p:nvPr/>
        </p:nvSpPr>
        <p:spPr>
          <a:xfrm>
            <a:off x="7846253" y="4213624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9" name="直線コネクタ 88">
            <a:extLst>
              <a:ext uri="{FF2B5EF4-FFF2-40B4-BE49-F238E27FC236}">
                <ns2:creationId id="{845579E9-5488-AD5E-D6D2-C34CAA382EE5}"/>
              </a:ext>
            </a:extLst>
          </p:cNvPr>
          <p:cNvCxnSpPr>
            <a:cxnSpLocks/>
          </p:cNvCxnSpPr>
          <p:nvPr/>
        </p:nvCxnSpPr>
        <p:spPr>
          <a:xfrm>
            <a:off x="7846253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テキスト ボックス 96">
            <a:extLst>
              <a:ext uri="{FF2B5EF4-FFF2-40B4-BE49-F238E27FC236}">
                <ns2:creationId id="{C8A9A33B-EB39-14EE-8CB9-905C04978202}"/>
              </a:ext>
            </a:extLst>
          </p:cNvPr>
          <p:cNvSpPr txBox="1"/>
          <p:nvPr/>
        </p:nvSpPr>
        <p:spPr>
          <a:xfrm>
            <a:off x="7846253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0" name="テキスト ボックス 189">
            <a:extLst>
              <a:ext uri="{FF2B5EF4-FFF2-40B4-BE49-F238E27FC236}">
                <ns2:creationId id="{9D83F50C-A187-7E03-418E-E70772283713}"/>
              </a:ext>
            </a:extLst>
          </p:cNvPr>
          <p:cNvSpPr txBox="1"/>
          <p:nvPr/>
        </p:nvSpPr>
        <p:spPr>
          <a:xfrm>
            <a:off x="7846253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7" name="テキスト ボックス 196">
            <a:extLst>
              <a:ext uri="{FF2B5EF4-FFF2-40B4-BE49-F238E27FC236}">
                <ns2:creationId id="{69C891AE-940F-1911-0490-2DDC02623DE2}"/>
              </a:ext>
            </a:extLst>
          </p:cNvPr>
          <p:cNvSpPr txBox="1"/>
          <p:nvPr/>
        </p:nvSpPr>
        <p:spPr>
          <a:xfrm>
            <a:off x="7846253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4" name="テキスト ボックス 203">
            <a:extLst>
              <a:ext uri="{FF2B5EF4-FFF2-40B4-BE49-F238E27FC236}">
                <ns2:creationId id="{B0265198-60D2-BBF7-EC60-5AD5394936F8}"/>
              </a:ext>
            </a:extLst>
          </p:cNvPr>
          <p:cNvSpPr txBox="1"/>
          <p:nvPr/>
        </p:nvSpPr>
        <p:spPr>
          <a:xfrm>
            <a:off x="7846253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69" name="グループ化 268">
            <a:extLst>
              <a:ext uri="{FF2B5EF4-FFF2-40B4-BE49-F238E27FC236}">
                <ns2:creationId id="{A5809A6F-3BF4-936C-7BB1-70B64F93B29C}"/>
              </a:ext>
            </a:extLst>
          </p:cNvPr>
          <p:cNvGrpSpPr/>
          <p:nvPr/>
        </p:nvGrpSpPr>
        <p:grpSpPr>
          <a:xfrm>
            <a:off x="6191045" y="5002008"/>
            <a:ext cx="5643858" cy="0"/>
            <a:chOff x="6191045" y="5002008"/>
            <a:chExt cx="5643858" cy="0"/>
          </a:xfrm>
        </p:grpSpPr>
        <p:cxnSp>
          <p:nvCxnSpPr>
            <p:cNvPr id="217" name="直線コネクタ 216">
              <a:extLst>
                <a:ext uri="{FF2B5EF4-FFF2-40B4-BE49-F238E27FC236}">
                  <ns2:creationId id="{D05AA83B-6D83-6599-9938-69E3681576C1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002008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709750A9-9D92-70EF-3F75-EDA7ED77C69B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002008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EE01A6F0-11C9-FFDD-105A-C32347B1AA08}"/>
                </a:ext>
              </a:extLst>
            </p:cNvPr>
            <p:cNvCxnSpPr/>
            <p:nvPr/>
          </p:nvCxnSpPr>
          <p:spPr>
            <a:xfrm>
              <a:off x="6191045" y="5002008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ns2:creationId id="{00DDE76E-CBB1-04E5-B421-8EB46BDA64EF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002008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D5B32EE3-F9F1-F727-399C-B9D7C0D34F83}"/>
                </a:ext>
              </a:extLst>
            </p:cNvPr>
            <p:cNvCxnSpPr/>
            <p:nvPr/>
          </p:nvCxnSpPr>
          <p:spPr>
            <a:xfrm>
              <a:off x="6477260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3FECF608-BB64-E460-9948-889C5C9D1819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グループ化 267">
            <a:extLst>
              <a:ext uri="{FF2B5EF4-FFF2-40B4-BE49-F238E27FC236}">
                <ns2:creationId id="{DA2CDEB1-267C-A392-5C70-53636FF9D4F2}"/>
              </a:ext>
            </a:extLst>
          </p:cNvPr>
          <p:cNvGrpSpPr/>
          <p:nvPr/>
        </p:nvGrpSpPr>
        <p:grpSpPr>
          <a:xfrm>
            <a:off x="6191045" y="5441207"/>
            <a:ext cx="5643858" cy="0"/>
            <a:chOff x="6191045" y="5442622"/>
            <a:chExt cx="5643858" cy="0"/>
          </a:xfrm>
        </p:grpSpPr>
        <p:cxnSp>
          <p:nvCxnSpPr>
            <p:cNvPr id="224" name="直線コネクタ 223">
              <a:extLst>
                <a:ext uri="{FF2B5EF4-FFF2-40B4-BE49-F238E27FC236}">
                  <ns2:creationId id="{5B096D56-383B-F9E7-A6AB-B7B100A57B7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442622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E0C9EA1F-F14C-5410-F469-815E4AA46966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442622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477896DF-994F-CC34-EC73-85AD6BABBCD0}"/>
                </a:ext>
              </a:extLst>
            </p:cNvPr>
            <p:cNvCxnSpPr/>
            <p:nvPr/>
          </p:nvCxnSpPr>
          <p:spPr>
            <a:xfrm>
              <a:off x="6191045" y="5442622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線コネクタ 221">
              <a:extLst>
                <a:ext uri="{FF2B5EF4-FFF2-40B4-BE49-F238E27FC236}">
                  <ns2:creationId id="{3FAC02EB-FB88-275D-7FC7-29F2C99D613A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442622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ns2:creationId id="{B6D3C034-9408-1E21-382A-69CD23082A9E}"/>
                </a:ext>
              </a:extLst>
            </p:cNvPr>
            <p:cNvCxnSpPr/>
            <p:nvPr/>
          </p:nvCxnSpPr>
          <p:spPr>
            <a:xfrm>
              <a:off x="6477260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直線コネクタ 222">
              <a:extLst>
                <a:ext uri="{FF2B5EF4-FFF2-40B4-BE49-F238E27FC236}">
                  <ns2:creationId id="{D92A49E2-4234-DC94-19C1-0B04AA73D50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7" name="グループ化 266">
            <a:extLst>
              <a:ext uri="{FF2B5EF4-FFF2-40B4-BE49-F238E27FC236}">
                <ns2:creationId id="{45A9B285-F960-12E6-6762-3B227591B256}"/>
              </a:ext>
            </a:extLst>
          </p:cNvPr>
          <p:cNvGrpSpPr/>
          <p:nvPr/>
        </p:nvGrpSpPr>
        <p:grpSpPr>
          <a:xfrm>
            <a:off x="6191045" y="5880406"/>
            <a:ext cx="5643858" cy="0"/>
            <a:chOff x="6191045" y="5898867"/>
            <a:chExt cx="5643858" cy="0"/>
          </a:xfrm>
        </p:grpSpPr>
        <p:cxnSp>
          <p:nvCxnSpPr>
            <p:cNvPr id="227" name="直線コネクタ 226">
              <a:extLst>
                <a:ext uri="{FF2B5EF4-FFF2-40B4-BE49-F238E27FC236}">
                  <ns2:creationId id="{9468E354-3917-B0E7-A39F-DE60DBFAF390}"/>
                </a:ext>
              </a:extLst>
            </p:cNvPr>
            <p:cNvCxnSpPr/>
            <p:nvPr/>
          </p:nvCxnSpPr>
          <p:spPr>
            <a:xfrm>
              <a:off x="6191045" y="5898867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6C1E2533-F99F-CA40-7234-90557CA527E3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898867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146D4E5E-3A34-4A7E-9711-C1CCAA99062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898867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915654E3-4103-7CA3-7435-853C3AD8DD01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898867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537E57E0-96BE-E0B3-5745-CE3CE63879C1}"/>
                </a:ext>
              </a:extLst>
            </p:cNvPr>
            <p:cNvCxnSpPr/>
            <p:nvPr/>
          </p:nvCxnSpPr>
          <p:spPr>
            <a:xfrm>
              <a:off x="6477260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6B4ADFF5-E1A8-E740-10A4-17F849E4D4B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5" name="矢印: 上 244">
            <a:extLst>
              <a:ext uri="{FF2B5EF4-FFF2-40B4-BE49-F238E27FC236}">
                <ns2:creationId id="{A83C0383-BFF5-EB5D-E73A-10E2333365AA}"/>
              </a:ext>
            </a:extLst>
          </p:cNvPr>
          <p:cNvSpPr/>
          <p:nvPr/>
        </p:nvSpPr>
        <p:spPr>
          <a:xfrm flipV="1">
            <a:off x="8271058" y="5074417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49" name="グループ化 248">
            <a:extLst>
              <a:ext uri="{FF2B5EF4-FFF2-40B4-BE49-F238E27FC236}">
                <ns2:creationId id="{F1804E24-1647-80EA-2AEE-EB5DEA804EB4}"/>
              </a:ext>
            </a:extLst>
          </p:cNvPr>
          <p:cNvGrpSpPr/>
          <p:nvPr/>
        </p:nvGrpSpPr>
        <p:grpSpPr>
          <a:xfrm>
            <a:off x="8077501" y="5513616"/>
            <a:ext cx="532924" cy="294382"/>
            <a:chOff x="8157310" y="5504541"/>
            <a:chExt cx="532924" cy="294382"/>
          </a:xfrm>
        </p:grpSpPr>
        <p:sp>
          <p:nvSpPr>
            <p:cNvPr id="246" name="矢印: 上 245">
              <a:extLst>
                <a:ext uri="{FF2B5EF4-FFF2-40B4-BE49-F238E27FC236}">
                  <ns2:creationId id="{2E01EA9D-10D9-8142-89C9-BC45ABC7A70D}"/>
                </a:ext>
              </a:extLst>
            </p:cNvPr>
            <p:cNvSpPr/>
            <p:nvPr/>
          </p:nvSpPr>
          <p:spPr>
            <a:xfrm flipV="1">
              <a:off x="8350865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矢印: 上 246">
              <a:extLst>
                <a:ext uri="{FF2B5EF4-FFF2-40B4-BE49-F238E27FC236}">
                  <ns2:creationId id="{1502E793-51DA-E8A6-EAE3-D13CB837D459}"/>
                </a:ext>
              </a:extLst>
            </p:cNvPr>
            <p:cNvSpPr/>
            <p:nvPr/>
          </p:nvSpPr>
          <p:spPr>
            <a:xfrm flipV="1">
              <a:off x="8157310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矢印: 上 247">
              <a:extLst>
                <a:ext uri="{FF2B5EF4-FFF2-40B4-BE49-F238E27FC236}">
                  <ns2:creationId id="{B1933CD6-4F7B-1799-5C69-90F57759273F}"/>
                </a:ext>
              </a:extLst>
            </p:cNvPr>
            <p:cNvSpPr/>
            <p:nvPr/>
          </p:nvSpPr>
          <p:spPr>
            <a:xfrm flipV="1">
              <a:off x="8544419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0" name="グループ化 249">
            <a:extLst>
              <a:ext uri="{FF2B5EF4-FFF2-40B4-BE49-F238E27FC236}">
                <ns2:creationId id="{99AF33E1-B5EA-E194-9415-E82E45DEC9EC}"/>
              </a:ext>
            </a:extLst>
          </p:cNvPr>
          <p:cNvGrpSpPr/>
          <p:nvPr/>
        </p:nvGrpSpPr>
        <p:grpSpPr>
          <a:xfrm>
            <a:off x="8088788" y="5952815"/>
            <a:ext cx="510352" cy="294382"/>
            <a:chOff x="6687067" y="4641568"/>
            <a:chExt cx="510352" cy="294382"/>
          </a:xfrm>
        </p:grpSpPr>
        <p:sp>
          <p:nvSpPr>
            <p:cNvPr id="251" name="矢印: 上 250">
              <a:extLst>
                <a:ext uri="{FF2B5EF4-FFF2-40B4-BE49-F238E27FC236}">
                  <ns2:creationId id="{48BA831F-FE2B-71AF-6081-383E0FF8F12C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2" name="矢印: 上 251">
              <a:extLst>
                <a:ext uri="{FF2B5EF4-FFF2-40B4-BE49-F238E27FC236}">
                  <ns2:creationId id="{586CF8E2-B63F-B4FC-87D4-814EB3F4B6EE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3" name="矢印: 上 252">
              <a:extLst>
                <a:ext uri="{FF2B5EF4-FFF2-40B4-BE49-F238E27FC236}">
                  <ns2:creationId id="{67E9BBC8-6972-102E-2BD9-944BA70263C3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54" name="矢印: 上 253">
            <a:extLst>
              <a:ext uri="{FF2B5EF4-FFF2-40B4-BE49-F238E27FC236}">
                <ns2:creationId id="{B75F3BD9-38B5-CDF4-79C2-CC9C09450948}"/>
              </a:ext>
            </a:extLst>
          </p:cNvPr>
          <p:cNvSpPr/>
          <p:nvPr/>
        </p:nvSpPr>
        <p:spPr>
          <a:xfrm>
            <a:off x="8271058" y="4635217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66" name="グラフィックス 265" descr="閉じる 単色塗りつぶし">
            <a:extLst>
              <a:ext uri="{FF2B5EF4-FFF2-40B4-BE49-F238E27FC236}">
                <ns2:creationId id="{2A31772D-C8DA-41EF-EDCE-B5CE4D7A8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5"/>
              </a:ext>
            </a:extLst>
          </a:blip>
          <a:stretch>
            <a:fillRect/>
          </a:stretch>
        </p:blipFill>
        <p:spPr>
          <a:xfrm>
            <a:off x="9010237" y="6015456"/>
            <a:ext cx="169101" cy="169101"/>
          </a:xfrm>
          <a:prstGeom prst="rect">
            <a:avLst/>
          </a:prstGeom>
        </p:spPr>
      </p:pic>
      <p:grpSp>
        <p:nvGrpSpPr>
          <p:cNvPr id="278" name="グループ化 277">
            <a:extLst>
              <a:ext uri="{FF2B5EF4-FFF2-40B4-BE49-F238E27FC236}">
                <ns2:creationId id="{7C3542D3-DFBD-10A2-57B5-6C3BD7A93E46}"/>
              </a:ext>
            </a:extLst>
          </p:cNvPr>
          <p:cNvGrpSpPr/>
          <p:nvPr/>
        </p:nvGrpSpPr>
        <p:grpSpPr>
          <a:xfrm>
            <a:off x="1009650" y="5975604"/>
            <a:ext cx="5223118" cy="132447"/>
            <a:chOff x="1009650" y="5975604"/>
            <a:chExt cx="5223118" cy="132447"/>
          </a:xfrm>
        </p:grpSpPr>
        <p:sp>
          <p:nvSpPr>
            <p:cNvPr id="76" name="正方形/長方形 75">
              <a:extLst>
                <a:ext uri="{FF2B5EF4-FFF2-40B4-BE49-F238E27FC236}">
                  <ns2:creationId id="{F78EB83D-504E-41AE-434C-8246CF32AA68}"/>
                </a:ext>
              </a:extLst>
            </p:cNvPr>
            <p:cNvSpPr/>
            <p:nvPr/>
          </p:nvSpPr>
          <p:spPr>
            <a:xfrm>
              <a:off x="1009650" y="5975604"/>
              <a:ext cx="4864388" cy="132447"/>
            </a:xfrm>
            <a:prstGeom prst="rect">
              <a:avLst/>
            </a:prstGeom>
            <a:noFill/>
            <a:ln w="9525">
              <a:solidFill>
                <a:srgbClr val="008000">
                  <a:alpha val="63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76" name="コネクタ: カギ線 275">
              <a:extLst>
                <a:ext uri="{FF2B5EF4-FFF2-40B4-BE49-F238E27FC236}">
                  <ns2:creationId id="{4DF78E1A-FD58-38D6-5359-3CCDE992E6A8}"/>
                </a:ext>
              </a:extLst>
            </p:cNvPr>
            <p:cNvCxnSpPr>
              <a:cxnSpLocks/>
            </p:cNvCxnSpPr>
            <p:nvPr/>
          </p:nvCxnSpPr>
          <p:spPr>
            <a:xfrm>
              <a:off x="5872768" y="6030358"/>
              <a:ext cx="360000" cy="73419"/>
            </a:xfrm>
            <a:prstGeom prst="bentConnector3">
              <a:avLst/>
            </a:prstGeom>
            <a:ln w="9525">
              <a:solidFill>
                <a:srgbClr val="008000">
                  <a:alpha val="63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1" name="正方形/長方形 290">
            <a:extLst>
              <a:ext uri="{FF2B5EF4-FFF2-40B4-BE49-F238E27FC236}">
                <ns2:creationId id="{A0394407-3FE8-E0B7-964F-C214EA045DA9}"/>
              </a:ext>
            </a:extLst>
          </p:cNvPr>
          <p:cNvSpPr/>
          <p:nvPr/>
        </p:nvSpPr>
        <p:spPr>
          <a:xfrm>
            <a:off x="6230111" y="5902895"/>
            <a:ext cx="5604793" cy="396000"/>
          </a:xfrm>
          <a:prstGeom prst="rect">
            <a:avLst/>
          </a:prstGeom>
          <a:noFill/>
          <a:ln w="38100">
            <a:solidFill>
              <a:srgbClr val="008000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1350632427"/>
      </p:ext>
    </p:extLst>
  </p:cSld>
  <p:clrMapOvr>
    <a:masterClrMapping/>
  </p:clrMapOvr>
</p:sld>
</file>

<file path=ppt/slides/slide19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81AA40-46FA-CD8E-CFDA-476CAD8B9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0578006-CA8E-7E79-936E-AC9B826E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99430A4-7BBC-C3E4-5795-6C00DFC27E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27" name="グループ化 226">
            <a:extLst>
              <a:ext uri="{FF2B5EF4-FFF2-40B4-BE49-F238E27FC236}">
                <ns2:creationId id="{8A504367-BE0A-A718-A1B2-2DD4DC2E0FD0}"/>
              </a:ext>
            </a:extLst>
          </p:cNvPr>
          <p:cNvGrpSpPr/>
          <p:nvPr/>
        </p:nvGrpSpPr>
        <p:grpSpPr>
          <a:xfrm>
            <a:off x="441801" y="2139759"/>
            <a:ext cx="5319608" cy="1204894"/>
            <a:chOff x="441801" y="2139759"/>
            <a:chExt cx="5319608" cy="1204894"/>
          </a:xfrm>
        </p:grpSpPr>
        <p:sp>
          <p:nvSpPr>
            <p:cNvPr id="40" name="テキスト ボックス 39">
              <a:extLst>
                <a:ext uri="{FF2B5EF4-FFF2-40B4-BE49-F238E27FC236}">
                  <ns2:creationId id="{D2AAEB0C-AABE-2566-F85C-CAEAB3C294B4}"/>
                </a:ext>
              </a:extLst>
            </p:cNvPr>
            <p:cNvSpPr txBox="1"/>
            <p:nvPr/>
          </p:nvSpPr>
          <p:spPr>
            <a:xfrm>
              <a:off x="1536031" y="2139759"/>
              <a:ext cx="4225378" cy="117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10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latin typeface="+mn-ea"/>
                </a:rPr>
                <a:t>24</a:t>
              </a: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3F9123CB-A837-3634-F225-883F7EC5CFB3}"/>
                </a:ext>
              </a:extLst>
            </p:cNvPr>
            <p:cNvGrpSpPr/>
            <p:nvPr/>
          </p:nvGrpSpPr>
          <p:grpSpPr>
            <a:xfrm>
              <a:off x="441801" y="2331913"/>
              <a:ext cx="1236759" cy="1012740"/>
              <a:chOff x="346233" y="2638292"/>
              <a:chExt cx="1236759" cy="1012740"/>
            </a:xfrm>
          </p:grpSpPr>
          <p:sp>
            <p:nvSpPr>
              <p:cNvPr id="29" name="テキスト ボックス 28">
                <a:extLst>
                  <a:ext uri="{FF2B5EF4-FFF2-40B4-BE49-F238E27FC236}">
                    <ns2:creationId id="{8A478927-4BEC-17AF-A909-CDAAE5E35297}"/>
                  </a:ext>
                </a:extLst>
              </p:cNvPr>
              <p:cNvSpPr txBox="1"/>
              <p:nvPr/>
            </p:nvSpPr>
            <p:spPr>
              <a:xfrm>
                <a:off x="346233" y="3374868"/>
                <a:ext cx="1236759" cy="27616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20612AA3-6743-9EFD-7746-C3A4C8F1B8E7}"/>
                  </a:ext>
                </a:extLst>
              </p:cNvPr>
              <p:cNvGrpSpPr/>
              <p:nvPr/>
            </p:nvGrpSpPr>
            <p:grpSpPr>
              <a:xfrm>
                <a:off x="609681" y="2638292"/>
                <a:ext cx="709863" cy="709863"/>
                <a:chOff x="757990" y="2638292"/>
                <a:chExt cx="709863" cy="709863"/>
              </a:xfrm>
            </p:grpSpPr>
            <p:sp>
              <p:nvSpPr>
                <p:cNvPr id="39" name="楕円 38">
                  <a:extLst>
                    <a:ext uri="{FF2B5EF4-FFF2-40B4-BE49-F238E27FC236}">
                      <ns2:creationId id="{2D225144-185E-20D7-A9B9-033D8CAD0054}"/>
                    </a:ext>
                  </a:extLst>
                </p:cNvPr>
                <p:cNvSpPr/>
                <p:nvPr/>
              </p:nvSpPr>
              <p:spPr>
                <a:xfrm>
                  <a:off x="757990" y="2638292"/>
                  <a:ext cx="709863" cy="709863"/>
                </a:xfrm>
                <a:prstGeom prst="ellipse">
                  <a:avLst/>
                </a:prstGeom>
                <a:solidFill>
                  <a:srgbClr val="969696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 descr="棒グラフ (下降) 単色塗りつぶし">
                  <a:extLst>
                    <a:ext uri="{FF2B5EF4-FFF2-40B4-BE49-F238E27FC236}">
                      <ns2:creationId id="{D635E0E5-36DD-DAF9-8B7A-9799AD3CA7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661" y="2763963"/>
                  <a:ext cx="458522" cy="45852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03" name="グループ化 102">
            <a:extLst>
              <a:ext uri="{FF2B5EF4-FFF2-40B4-BE49-F238E27FC236}">
                <ns2:creationId id="{3EEAFE53-323C-E510-507A-DED06339750D}"/>
              </a:ext>
            </a:extLst>
          </p:cNvPr>
          <p:cNvGrpSpPr/>
          <p:nvPr/>
        </p:nvGrpSpPr>
        <p:grpSpPr>
          <a:xfrm>
            <a:off x="335127" y="1628775"/>
            <a:ext cx="5760873" cy="4679329"/>
            <a:chOff x="335111" y="1628775"/>
            <a:chExt cx="6139354" cy="4679329"/>
          </a:xfrm>
        </p:grpSpPr>
        <p:sp>
          <p:nvSpPr>
            <p:cNvPr id="101" name="Freeform 5">
              <a:extLst>
                <a:ext uri="{FF2B5EF4-FFF2-40B4-BE49-F238E27FC236}">
                  <ns2:creationId id="{D17156CB-7CA1-CA6B-F016-20B65B3BF4F0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5111" y="1628775"/>
              <a:ext cx="5782781" cy="413760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0" fmla="*/ 0 w 2670"/>
                <a:gd name="connsiteY0" fmla="*/ 0 h 0"/>
                <a:gd name="connsiteX1" fmla="*/ 2670 w 2670"/>
                <a:gd name="connsiteY1" fmla="*/ 0 h 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41"/>
                <a:gd name="connsiteY0" fmla="*/ 0 h 413760"/>
                <a:gd name="connsiteX1" fmla="*/ 2704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6" h="413760">
                  <a:moveTo>
                    <a:pt x="0" y="0"/>
                  </a:moveTo>
                  <a:lnTo>
                    <a:pt x="2699" y="0"/>
                  </a:lnTo>
                  <a:lnTo>
                    <a:pt x="2736" y="413760"/>
                  </a:lnTo>
                  <a:lnTo>
                    <a:pt x="0" y="413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70000"/>
              </a:srgbClr>
            </a:solidFill>
            <a:ln w="9525" cap="flat" cmpd="sng">
              <a:solidFill>
                <a:srgbClr val="B5B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tIns="0" bIns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2" name="ホームベース 64">
              <a:extLst>
                <a:ext uri="{FF2B5EF4-FFF2-40B4-BE49-F238E27FC236}">
                  <ns2:creationId id="{305BE19F-7ACB-E345-B156-725ACF5A5E53}"/>
                </a:ext>
              </a:extLst>
            </p:cNvPr>
            <p:cNvSpPr/>
            <p:nvPr/>
          </p:nvSpPr>
          <p:spPr>
            <a:xfrm>
              <a:off x="335372" y="1628775"/>
              <a:ext cx="6139093" cy="4679329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1" name="Rechteck 19">
            <a:extLst>
              <a:ext uri="{FF2B5EF4-FFF2-40B4-BE49-F238E27FC236}">
                <ns2:creationId id="{D5B842D8-305F-7598-936A-177EC5A276AA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6318178" y="1628775"/>
            <a:ext cx="5542369" cy="413760"/>
          </a:xfrm>
          <a:prstGeom prst="rect">
            <a:avLst/>
          </a:prstGeom>
          <a:solidFill>
            <a:srgbClr val="008000"/>
          </a:solidFill>
          <a:ln w="9525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Text Placeholder 7">
            <a:extLst>
              <a:ext uri="{FF2B5EF4-FFF2-40B4-BE49-F238E27FC236}">
                <ns2:creationId id="{B207656D-2973-7807-C5E4-C21A534C243A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6318178" y="2042535"/>
            <a:ext cx="5542369" cy="4265569"/>
          </a:xfrm>
          <a:prstGeom prst="rect">
            <a:avLst/>
          </a:prstGeom>
          <a:ln w="9525" cmpd="sng">
            <a:solidFill>
              <a:srgbClr val="008000"/>
            </a:solidFill>
            <a:prstDash val="solid"/>
          </a:ln>
        </p:spPr>
        <p:txBody>
          <a:bodyPr vert="horz" lIns="72000" tIns="72000" rIns="3600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8600" lvl="2" indent="0">
              <a:buNone/>
            </a:pPr>
            <a:endParaRPr lang="ja-JP" altLang="en-US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ns2:creationId id="{18608318-F735-9366-56C8-D21A8A6FB6B2}"/>
              </a:ext>
            </a:extLst>
          </p:cNvPr>
          <p:cNvGrpSpPr/>
          <p:nvPr/>
        </p:nvGrpSpPr>
        <p:grpSpPr>
          <a:xfrm>
            <a:off x="6314259" y="2077206"/>
            <a:ext cx="5550207" cy="4157317"/>
            <a:chOff x="6314259" y="2077206"/>
            <a:chExt cx="5550207" cy="4157317"/>
          </a:xfrm>
        </p:grpSpPr>
        <p:sp>
          <p:nvSpPr>
            <p:cNvPr id="143" name="テキスト ボックス 142">
              <a:extLst>
                <a:ext uri="{FF2B5EF4-FFF2-40B4-BE49-F238E27FC236}">
                  <ns2:creationId id="{2D9F4026-DECB-B4A3-8F4E-F8E87BF7A726}"/>
                </a:ext>
              </a:extLst>
            </p:cNvPr>
            <p:cNvSpPr txBox="1"/>
            <p:nvPr/>
          </p:nvSpPr>
          <p:spPr>
            <a:xfrm>
              <a:off x="6318178" y="2077206"/>
              <a:ext cx="5542369" cy="370665"/>
            </a:xfrm>
            <a:prstGeom prst="rect">
              <a:avLst/>
            </a:prstGeom>
            <a:noFill/>
          </p:spPr>
          <p:txBody>
            <a:bodyPr wrap="square" lIns="216000" tIns="108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33BEC014-22EE-573E-8434-DE8F9AF619D0}"/>
                </a:ext>
              </a:extLst>
            </p:cNvPr>
            <p:cNvSpPr txBox="1"/>
            <p:nvPr/>
          </p:nvSpPr>
          <p:spPr>
            <a:xfrm>
              <a:off x="6314259" y="3460421"/>
              <a:ext cx="5542369" cy="307777"/>
            </a:xfrm>
            <a:prstGeom prst="rect">
              <a:avLst/>
            </a:prstGeom>
            <a:noFill/>
          </p:spPr>
          <p:txBody>
            <a:bodyPr wrap="square" lIns="216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/>
                <a:t>XX</a:t>
              </a: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857BBB50-425A-00EF-B203-8CB0C9D5E71E}"/>
                </a:ext>
              </a:extLst>
            </p:cNvPr>
            <p:cNvGrpSpPr/>
            <p:nvPr/>
          </p:nvGrpSpPr>
          <p:grpSpPr>
            <a:xfrm>
              <a:off x="6709597" y="2489129"/>
              <a:ext cx="5020031" cy="930034"/>
              <a:chOff x="6709597" y="2464036"/>
              <a:chExt cx="5020031" cy="930034"/>
            </a:xfrm>
          </p:grpSpPr>
          <p:grpSp>
            <p:nvGrpSpPr>
              <p:cNvPr id="185" name="グループ化 184">
                <a:extLst>
                  <a:ext uri="{FF2B5EF4-FFF2-40B4-BE49-F238E27FC236}">
                    <ns2:creationId id="{7FCFA079-0972-E02D-50E6-4786CB499D59}"/>
                  </a:ext>
                </a:extLst>
              </p:cNvPr>
              <p:cNvGrpSpPr/>
              <p:nvPr/>
            </p:nvGrpSpPr>
            <p:grpSpPr>
              <a:xfrm>
                <a:off x="6709597" y="2464036"/>
                <a:ext cx="1975310" cy="930034"/>
                <a:chOff x="6709597" y="2464036"/>
                <a:chExt cx="1975310" cy="930034"/>
              </a:xfrm>
            </p:grpSpPr>
            <p:sp>
              <p:nvSpPr>
                <p:cNvPr id="157" name="四角形: 角を丸くする 156">
                  <a:extLst>
                    <a:ext uri="{FF2B5EF4-FFF2-40B4-BE49-F238E27FC236}">
                      <ns2:creationId id="{0895D9F6-EB09-88EC-A4A4-27C2D27B8B08}"/>
                    </a:ext>
                  </a:extLst>
                </p:cNvPr>
                <p:cNvSpPr/>
                <p:nvPr/>
              </p:nvSpPr>
              <p:spPr>
                <a:xfrm>
                  <a:off x="6709597" y="246403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四角形: 角を丸くする 157">
                  <a:extLst>
                    <a:ext uri="{FF2B5EF4-FFF2-40B4-BE49-F238E27FC236}">
                      <ns2:creationId id="{F0A90307-AF4C-3108-CCB0-1E21EF1CE583}"/>
                    </a:ext>
                  </a:extLst>
                </p:cNvPr>
                <p:cNvSpPr/>
                <p:nvPr/>
              </p:nvSpPr>
              <p:spPr>
                <a:xfrm>
                  <a:off x="6709597" y="297845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79" name="グループ化 178">
                  <a:extLst>
                    <a:ext uri="{FF2B5EF4-FFF2-40B4-BE49-F238E27FC236}">
                      <ns2:creationId id="{96595CE6-F4D4-A8C1-4766-6E7A554D814D}"/>
                    </a:ext>
                  </a:extLst>
                </p:cNvPr>
                <p:cNvGrpSpPr/>
                <p:nvPr/>
              </p:nvGrpSpPr>
              <p:grpSpPr>
                <a:xfrm>
                  <a:off x="8224908" y="2555046"/>
                  <a:ext cx="459999" cy="748013"/>
                  <a:chOff x="8232528" y="2555046"/>
                  <a:chExt cx="459999" cy="748013"/>
                </a:xfrm>
              </p:grpSpPr>
              <p:cxnSp>
                <p:nvCxnSpPr>
                  <p:cNvPr id="167" name="コネクタ: カギ線 166">
                    <a:extLst>
                      <a:ext uri="{FF2B5EF4-FFF2-40B4-BE49-F238E27FC236}">
                        <ns2:creationId id="{FA02A702-703C-4FCD-A82C-F36DDF9F01FF}"/>
                      </a:ext>
                    </a:extLst>
                  </p:cNvPr>
                  <p:cNvCxnSpPr>
                    <a:stCxn id="159" idx="1"/>
                    <a:endCxn id="162" idx="1"/>
                  </p:cNvCxnSpPr>
                  <p:nvPr/>
                </p:nvCxnSpPr>
                <p:spPr>
                  <a:xfrm rot="10800000" flipV="1">
                    <a:off x="8679827" y="2555046"/>
                    <a:ext cx="12700" cy="748013"/>
                  </a:xfrm>
                  <a:prstGeom prst="bentConnector3">
                    <a:avLst>
                      <a:gd name="adj1" fmla="val 136000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コネクタ: カギ線 171">
                    <a:extLst>
                      <a:ext uri="{FF2B5EF4-FFF2-40B4-BE49-F238E27FC236}">
                        <ns2:creationId id="{D8F7049E-3076-4B81-5B28-0F8A88D2657D}"/>
                      </a:ext>
                    </a:extLst>
                  </p:cNvPr>
                  <p:cNvCxnSpPr>
                    <a:stCxn id="157" idx="3"/>
                    <a:endCxn id="158" idx="3"/>
                  </p:cNvCxnSpPr>
                  <p:nvPr/>
                </p:nvCxnSpPr>
                <p:spPr>
                  <a:xfrm>
                    <a:off x="8232528" y="2671843"/>
                    <a:ext cx="12700" cy="514420"/>
                  </a:xfrm>
                  <a:prstGeom prst="bentConnector3">
                    <a:avLst>
                      <a:gd name="adj1" fmla="val 136063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直線コネクタ 174">
                    <a:extLst>
                      <a:ext uri="{FF2B5EF4-FFF2-40B4-BE49-F238E27FC236}">
                        <ns2:creationId id="{4818D50E-65DB-99A3-438A-9E06E2F68AD1}"/>
                      </a:ext>
                    </a:extLst>
                  </p:cNvPr>
                  <p:cNvCxnSpPr/>
                  <p:nvPr/>
                </p:nvCxnSpPr>
                <p:spPr>
                  <a:xfrm>
                    <a:off x="8409940" y="2929052"/>
                    <a:ext cx="114300" cy="0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" name="直線コネクタ 176">
                    <a:extLst>
                      <a:ext uri="{FF2B5EF4-FFF2-40B4-BE49-F238E27FC236}">
                        <ns2:creationId id="{F27BE04D-5AB0-F16A-841D-30E90C675783}"/>
                      </a:ext>
                    </a:extLst>
                  </p:cNvPr>
                  <p:cNvCxnSpPr>
                    <a:stCxn id="160" idx="1"/>
                  </p:cNvCxnSpPr>
                  <p:nvPr/>
                </p:nvCxnSpPr>
                <p:spPr>
                  <a:xfrm flipH="1" flipV="1">
                    <a:off x="8524240" y="2804384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8" name="直線コネクタ 177">
                    <a:extLst>
                      <a:ext uri="{FF2B5EF4-FFF2-40B4-BE49-F238E27FC236}">
                        <ns2:creationId id="{07366690-5FE4-352D-B982-FCB24BF0A8C5}"/>
                      </a:ext>
                    </a:extLst>
                  </p:cNvPr>
                  <p:cNvCxnSpPr/>
                  <p:nvPr/>
                </p:nvCxnSpPr>
                <p:spPr>
                  <a:xfrm flipH="1" flipV="1">
                    <a:off x="8524240" y="3059816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グループ化 183">
                <a:extLst>
                  <a:ext uri="{FF2B5EF4-FFF2-40B4-BE49-F238E27FC236}">
                    <ns2:creationId id="{F39193D6-1D81-E484-BF65-9F880136DA9E}"/>
                  </a:ext>
                </a:extLst>
              </p:cNvPr>
              <p:cNvGrpSpPr/>
              <p:nvPr/>
            </p:nvGrpSpPr>
            <p:grpSpPr>
              <a:xfrm>
                <a:off x="8679827" y="2464036"/>
                <a:ext cx="3049801" cy="930034"/>
                <a:chOff x="8679827" y="2464036"/>
                <a:chExt cx="3049801" cy="930034"/>
              </a:xfrm>
            </p:grpSpPr>
            <p:sp>
              <p:nvSpPr>
                <p:cNvPr id="159" name="四角形: 角を丸くする 158">
                  <a:extLst>
                    <a:ext uri="{FF2B5EF4-FFF2-40B4-BE49-F238E27FC236}">
                      <ns2:creationId id="{7AD994D6-7CE6-3107-9935-B4E13160E1B6}"/>
                    </a:ext>
                  </a:extLst>
                </p:cNvPr>
                <p:cNvSpPr/>
                <p:nvPr/>
              </p:nvSpPr>
              <p:spPr>
                <a:xfrm>
                  <a:off x="8679827" y="2464036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0" name="四角形: 角を丸くする 159">
                  <a:extLst>
                    <a:ext uri="{FF2B5EF4-FFF2-40B4-BE49-F238E27FC236}">
                      <ns2:creationId id="{594C7D63-8798-5387-E961-96E83D19AE5A}"/>
                    </a:ext>
                  </a:extLst>
                </p:cNvPr>
                <p:cNvSpPr/>
                <p:nvPr/>
              </p:nvSpPr>
              <p:spPr>
                <a:xfrm>
                  <a:off x="8679827" y="2713374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四角形: 角を丸くする 160">
                  <a:extLst>
                    <a:ext uri="{FF2B5EF4-FFF2-40B4-BE49-F238E27FC236}">
                      <ns2:creationId id="{3D26F57F-E7BB-8CF0-6CB2-F70AFA4FE52D}"/>
                    </a:ext>
                  </a:extLst>
                </p:cNvPr>
                <p:cNvSpPr/>
                <p:nvPr/>
              </p:nvSpPr>
              <p:spPr>
                <a:xfrm>
                  <a:off x="8679827" y="2962712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2" name="四角形: 角を丸くする 161">
                  <a:extLst>
                    <a:ext uri="{FF2B5EF4-FFF2-40B4-BE49-F238E27FC236}">
                      <ns2:creationId id="{24400FAC-E1A1-6F8D-5247-A98D7B335FEE}"/>
                    </a:ext>
                  </a:extLst>
                </p:cNvPr>
                <p:cNvSpPr/>
                <p:nvPr/>
              </p:nvSpPr>
              <p:spPr>
                <a:xfrm>
                  <a:off x="8679827" y="3212049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0" name="楕円 179">
                  <a:extLst>
                    <a:ext uri="{FF2B5EF4-FFF2-40B4-BE49-F238E27FC236}">
                      <ns2:creationId id="{6459C272-A03D-2AB6-6552-BD4AB781BFB1}"/>
                    </a:ext>
                  </a:extLst>
                </p:cNvPr>
                <p:cNvSpPr/>
                <p:nvPr/>
              </p:nvSpPr>
              <p:spPr>
                <a:xfrm>
                  <a:off x="8712848" y="2482139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1" name="楕円 180">
                  <a:extLst>
                    <a:ext uri="{FF2B5EF4-FFF2-40B4-BE49-F238E27FC236}">
                      <ns2:creationId id="{AD6740CD-546E-E822-5341-73BD7C6D83A8}"/>
                    </a:ext>
                  </a:extLst>
                </p:cNvPr>
                <p:cNvSpPr/>
                <p:nvPr/>
              </p:nvSpPr>
              <p:spPr>
                <a:xfrm>
                  <a:off x="8712849" y="2731477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2" name="楕円 181">
                  <a:extLst>
                    <a:ext uri="{FF2B5EF4-FFF2-40B4-BE49-F238E27FC236}">
                      <ns2:creationId id="{39088982-FEB7-44F5-93DD-476B55A2D86D}"/>
                    </a:ext>
                  </a:extLst>
                </p:cNvPr>
                <p:cNvSpPr/>
                <p:nvPr/>
              </p:nvSpPr>
              <p:spPr>
                <a:xfrm>
                  <a:off x="8712849" y="2980815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3" name="楕円 182">
                  <a:extLst>
                    <a:ext uri="{FF2B5EF4-FFF2-40B4-BE49-F238E27FC236}">
                      <ns2:creationId id="{BFDE973C-693A-1F8A-4B54-8CC164E4B720}"/>
                    </a:ext>
                  </a:extLst>
                </p:cNvPr>
                <p:cNvSpPr/>
                <p:nvPr/>
              </p:nvSpPr>
              <p:spPr>
                <a:xfrm>
                  <a:off x="8712849" y="3230152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19" name="グループ化 218">
              <a:extLst>
                <a:ext uri="{FF2B5EF4-FFF2-40B4-BE49-F238E27FC236}">
                  <ns2:creationId id="{F47DC762-1E57-63AA-FD65-8026824D7DE2}"/>
                </a:ext>
              </a:extLst>
            </p:cNvPr>
            <p:cNvGrpSpPr/>
            <p:nvPr/>
          </p:nvGrpSpPr>
          <p:grpSpPr>
            <a:xfrm>
              <a:off x="6586597" y="3809455"/>
              <a:ext cx="687962" cy="661278"/>
              <a:chOff x="6586597" y="3809455"/>
              <a:chExt cx="687962" cy="661278"/>
            </a:xfrm>
          </p:grpSpPr>
          <p:sp>
            <p:nvSpPr>
              <p:cNvPr id="151" name="ホームベース 13">
                <a:extLst>
                  <a:ext uri="{FF2B5EF4-FFF2-40B4-BE49-F238E27FC236}">
                    <ns2:creationId id="{B1D6319C-525E-8943-E9DE-D56E33114FB7}"/>
                  </a:ext>
                </a:extLst>
              </p:cNvPr>
              <p:cNvSpPr/>
              <p:nvPr/>
            </p:nvSpPr>
            <p:spPr>
              <a:xfrm rot="5400000">
                <a:off x="6599939" y="3796113"/>
                <a:ext cx="661278" cy="687962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88" name="グラフィックス 187" descr="矢印付きの円 単色塗りつぶし">
                <a:extLst>
                  <a:ext uri="{FF2B5EF4-FFF2-40B4-BE49-F238E27FC236}">
                    <ns2:creationId id="{FA9104F9-D3C9-C54C-F36A-458F11D79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737478" y="3950291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7" name="グループ化 216">
              <a:extLst>
                <a:ext uri="{FF2B5EF4-FFF2-40B4-BE49-F238E27FC236}">
                  <ns2:creationId id="{98B8E981-A9DB-642A-81ED-48FB8348AAFE}"/>
                </a:ext>
              </a:extLst>
            </p:cNvPr>
            <p:cNvGrpSpPr/>
            <p:nvPr/>
          </p:nvGrpSpPr>
          <p:grpSpPr>
            <a:xfrm>
              <a:off x="6586597" y="4985315"/>
              <a:ext cx="687962" cy="661278"/>
              <a:chOff x="6586597" y="4994376"/>
              <a:chExt cx="687962" cy="661278"/>
            </a:xfrm>
          </p:grpSpPr>
          <p:sp>
            <p:nvSpPr>
              <p:cNvPr id="152" name="山形 14">
                <a:extLst>
                  <a:ext uri="{FF2B5EF4-FFF2-40B4-BE49-F238E27FC236}">
                    <ns2:creationId id="{EF292A9F-F0A5-8A93-8F70-39380743001E}"/>
                  </a:ext>
                </a:extLst>
              </p:cNvPr>
              <p:cNvSpPr/>
              <p:nvPr/>
            </p:nvSpPr>
            <p:spPr>
              <a:xfrm rot="5400000">
                <a:off x="6599939" y="4981034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4" name="グラフィックス 193" descr="受信箱: チェックマーク 単色塗りつぶし">
                <a:extLst>
                  <a:ext uri="{FF2B5EF4-FFF2-40B4-BE49-F238E27FC236}">
                    <ns2:creationId id="{AC8A415D-6A7F-E76A-49B7-01D35F8BA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737478" y="513521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6" name="グループ化 215">
              <a:extLst>
                <a:ext uri="{FF2B5EF4-FFF2-40B4-BE49-F238E27FC236}">
                  <ns2:creationId id="{FEE097EB-FD03-A4B6-394F-DE26E628AE08}"/>
                </a:ext>
              </a:extLst>
            </p:cNvPr>
            <p:cNvGrpSpPr/>
            <p:nvPr/>
          </p:nvGrpSpPr>
          <p:grpSpPr>
            <a:xfrm>
              <a:off x="6586595" y="5573245"/>
              <a:ext cx="687964" cy="661278"/>
              <a:chOff x="6586595" y="5573245"/>
              <a:chExt cx="687964" cy="661278"/>
            </a:xfrm>
          </p:grpSpPr>
          <p:sp>
            <p:nvSpPr>
              <p:cNvPr id="153" name="山形 14">
                <a:extLst>
                  <a:ext uri="{FF2B5EF4-FFF2-40B4-BE49-F238E27FC236}">
                    <ns2:creationId id="{9C6CD184-078B-5447-A801-EECCF05A628A}"/>
                  </a:ext>
                </a:extLst>
              </p:cNvPr>
              <p:cNvSpPr/>
              <p:nvPr/>
            </p:nvSpPr>
            <p:spPr>
              <a:xfrm rot="5400000">
                <a:off x="6599938" y="5559902"/>
                <a:ext cx="661278" cy="687964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5" name="グラフィックス 194" descr="階層 単色塗りつぶし">
                <a:extLst>
                  <a:ext uri="{FF2B5EF4-FFF2-40B4-BE49-F238E27FC236}">
                    <ns2:creationId id="{90081B0D-541D-3A57-39B3-8607018E3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737478" y="571408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8" name="グループ化 217">
              <a:extLst>
                <a:ext uri="{FF2B5EF4-FFF2-40B4-BE49-F238E27FC236}">
                  <ns2:creationId id="{91414BF9-640F-76E3-8B29-8FDCFCD144E7}"/>
                </a:ext>
              </a:extLst>
            </p:cNvPr>
            <p:cNvGrpSpPr/>
            <p:nvPr/>
          </p:nvGrpSpPr>
          <p:grpSpPr>
            <a:xfrm>
              <a:off x="6586597" y="4397385"/>
              <a:ext cx="687962" cy="661278"/>
              <a:chOff x="6586597" y="4415505"/>
              <a:chExt cx="687962" cy="661278"/>
            </a:xfrm>
          </p:grpSpPr>
          <p:sp>
            <p:nvSpPr>
              <p:cNvPr id="154" name="山形 14">
                <a:extLst>
                  <a:ext uri="{FF2B5EF4-FFF2-40B4-BE49-F238E27FC236}">
                    <ns2:creationId id="{ACE78A19-0619-2A21-9B66-FDDADB111BC1}"/>
                  </a:ext>
                </a:extLst>
              </p:cNvPr>
              <p:cNvSpPr/>
              <p:nvPr/>
            </p:nvSpPr>
            <p:spPr>
              <a:xfrm rot="5400000">
                <a:off x="6599939" y="4402163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6" name="グラフィックス 195" descr="アイデア 単色塗りつぶし">
                <a:extLst>
                  <a:ext uri="{FF2B5EF4-FFF2-40B4-BE49-F238E27FC236}">
                    <ns2:creationId id="{AF09FA84-3342-CAEC-D108-29BA0BE6C9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737478" y="4556342"/>
                <a:ext cx="379602" cy="379602"/>
              </a:xfrm>
              <a:prstGeom prst="rect">
                <a:avLst/>
              </a:prstGeom>
            </p:spPr>
          </p:pic>
        </p:grpSp>
        <p:sp>
          <p:nvSpPr>
            <p:cNvPr id="206" name="四角形: 角を丸くする 205">
              <a:extLst>
                <a:ext uri="{FF2B5EF4-FFF2-40B4-BE49-F238E27FC236}">
                  <ns2:creationId id="{207A5A8D-FFDF-25E8-EA33-E265564DB9FE}"/>
                </a:ext>
              </a:extLst>
            </p:cNvPr>
            <p:cNvSpPr/>
            <p:nvPr/>
          </p:nvSpPr>
          <p:spPr>
            <a:xfrm>
              <a:off x="7267961" y="439738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70CC426-A826-E446-6B62-C14700EE263E}"/>
                </a:ext>
              </a:extLst>
            </p:cNvPr>
            <p:cNvSpPr/>
            <p:nvPr/>
          </p:nvSpPr>
          <p:spPr>
            <a:xfrm>
              <a:off x="7267960" y="380945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b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6213" lvl="3"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COO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9" name="楕円 208">
              <a:extLst>
                <a:ext uri="{FF2B5EF4-FFF2-40B4-BE49-F238E27FC236}">
                  <ns2:creationId id="{7EF16C29-CC5D-F1DE-DEDB-486F9EDC4631}"/>
                </a:ext>
              </a:extLst>
            </p:cNvPr>
            <p:cNvSpPr/>
            <p:nvPr/>
          </p:nvSpPr>
          <p:spPr>
            <a:xfrm>
              <a:off x="7325247" y="3818164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楕円 209">
              <a:extLst>
                <a:ext uri="{FF2B5EF4-FFF2-40B4-BE49-F238E27FC236}">
                  <ns2:creationId id="{1E1D9A43-0EF4-0935-5F92-6A76E9E0CE79}"/>
                </a:ext>
              </a:extLst>
            </p:cNvPr>
            <p:cNvSpPr/>
            <p:nvPr/>
          </p:nvSpPr>
          <p:spPr>
            <a:xfrm>
              <a:off x="7325248" y="447576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四角形: 角を丸くする 206">
              <a:extLst>
                <a:ext uri="{FF2B5EF4-FFF2-40B4-BE49-F238E27FC236}">
                  <ns2:creationId id="{2CA7A2E2-63EC-C988-1ADB-DC36F861C024}"/>
                </a:ext>
              </a:extLst>
            </p:cNvPr>
            <p:cNvSpPr/>
            <p:nvPr/>
          </p:nvSpPr>
          <p:spPr>
            <a:xfrm>
              <a:off x="7267960" y="498531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COO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1" name="楕円 210">
              <a:extLst>
                <a:ext uri="{FF2B5EF4-FFF2-40B4-BE49-F238E27FC236}">
                  <ns2:creationId id="{964FACAE-623A-AACB-AF92-D79FD1A05BCC}"/>
                </a:ext>
              </a:extLst>
            </p:cNvPr>
            <p:cNvSpPr/>
            <p:nvPr/>
          </p:nvSpPr>
          <p:spPr>
            <a:xfrm>
              <a:off x="7325248" y="506369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8" name="四角形: 角を丸くする 207">
              <a:extLst>
                <a:ext uri="{FF2B5EF4-FFF2-40B4-BE49-F238E27FC236}">
                  <ns2:creationId id="{B8F14692-9642-CB98-CD0C-84A77E41C65E}"/>
                </a:ext>
              </a:extLst>
            </p:cNvPr>
            <p:cNvSpPr/>
            <p:nvPr/>
          </p:nvSpPr>
          <p:spPr>
            <a:xfrm>
              <a:off x="7267960" y="557324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楕円 211">
              <a:extLst>
                <a:ext uri="{FF2B5EF4-FFF2-40B4-BE49-F238E27FC236}">
                  <ns2:creationId id="{F6DB592C-8CE8-598C-6BF2-C3648D2BACA1}"/>
                </a:ext>
              </a:extLst>
            </p:cNvPr>
            <p:cNvSpPr/>
            <p:nvPr/>
          </p:nvSpPr>
          <p:spPr>
            <a:xfrm>
              <a:off x="7325248" y="565162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ns2:creationId id="{585D6CA7-2A43-74B8-5221-5DDD0B3F52A0}"/>
              </a:ext>
            </a:extLst>
          </p:cNvPr>
          <p:cNvGrpSpPr/>
          <p:nvPr/>
        </p:nvGrpSpPr>
        <p:grpSpPr>
          <a:xfrm>
            <a:off x="492600" y="3636187"/>
            <a:ext cx="4916508" cy="2619508"/>
            <a:chOff x="492600" y="3636187"/>
            <a:chExt cx="4916508" cy="2619508"/>
          </a:xfrm>
        </p:grpSpPr>
        <p:cxnSp>
          <p:nvCxnSpPr>
            <p:cNvPr id="134" name="直線コネクタ 133">
              <a:extLst>
                <a:ext uri="{FF2B5EF4-FFF2-40B4-BE49-F238E27FC236}">
                  <ns2:creationId id="{018E1ED7-DD92-AEA7-1658-582CD5FA1F58}"/>
                </a:ext>
              </a:extLst>
            </p:cNvPr>
            <p:cNvCxnSpPr>
              <a:cxnSpLocks/>
              <a:stCxn id="11" idx="3"/>
              <a:endCxn id="112" idx="2"/>
            </p:cNvCxnSpPr>
            <p:nvPr/>
          </p:nvCxnSpPr>
          <p:spPr>
            <a:xfrm>
              <a:off x="1380003" y="4997280"/>
              <a:ext cx="417418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正方形/長方形 47">
              <a:extLst>
                <a:ext uri="{FF2B5EF4-FFF2-40B4-BE49-F238E27FC236}">
                  <ns2:creationId id="{DA86B3D7-FE67-CFB3-C7D1-2A4027C73E94}"/>
                </a:ext>
              </a:extLst>
            </p:cNvPr>
            <p:cNvSpPr/>
            <p:nvPr/>
          </p:nvSpPr>
          <p:spPr>
            <a:xfrm>
              <a:off x="492600" y="3636187"/>
              <a:ext cx="1800000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CF5DAEBB-FDBA-2857-D4BF-3B13266FD68F}"/>
                </a:ext>
              </a:extLst>
            </p:cNvPr>
            <p:cNvSpPr/>
            <p:nvPr/>
          </p:nvSpPr>
          <p:spPr>
            <a:xfrm>
              <a:off x="2402864" y="3636187"/>
              <a:ext cx="3006244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0A3ABE53-D87F-C794-BEC6-D375320BEEC6}"/>
                </a:ext>
              </a:extLst>
            </p:cNvPr>
            <p:cNvSpPr/>
            <p:nvPr/>
          </p:nvSpPr>
          <p:spPr>
            <a:xfrm>
              <a:off x="492600" y="4045231"/>
              <a:ext cx="887403" cy="2181298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648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CDD9AEE1-5274-681B-07B7-6CBEF59C0C67}"/>
                </a:ext>
              </a:extLst>
            </p:cNvPr>
            <p:cNvSpPr txBox="1"/>
            <p:nvPr/>
          </p:nvSpPr>
          <p:spPr>
            <a:xfrm>
              <a:off x="2371297" y="4015965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A9730DF4-6EEE-B1BE-98AA-661C626A7940}"/>
                </a:ext>
              </a:extLst>
            </p:cNvPr>
            <p:cNvGrpSpPr/>
            <p:nvPr/>
          </p:nvGrpSpPr>
          <p:grpSpPr>
            <a:xfrm>
              <a:off x="1658087" y="4045231"/>
              <a:ext cx="648000" cy="646331"/>
              <a:chOff x="1658087" y="4045231"/>
              <a:chExt cx="648000" cy="646331"/>
            </a:xfrm>
          </p:grpSpPr>
          <p:grpSp>
            <p:nvGrpSpPr>
              <p:cNvPr id="110" name="グループ化 109">
                <a:extLst>
                  <a:ext uri="{FF2B5EF4-FFF2-40B4-BE49-F238E27FC236}">
                    <ns2:creationId id="{AB5AB55A-5C3F-4AB5-FB8D-10BFE0EA3B5A}"/>
                  </a:ext>
                </a:extLst>
              </p:cNvPr>
              <p:cNvGrpSpPr/>
              <p:nvPr/>
            </p:nvGrpSpPr>
            <p:grpSpPr>
              <a:xfrm>
                <a:off x="1797421" y="4045231"/>
                <a:ext cx="369332" cy="369332"/>
                <a:chOff x="1496377" y="4393823"/>
                <a:chExt cx="599123" cy="599123"/>
              </a:xfrm>
            </p:grpSpPr>
            <p:sp>
              <p:nvSpPr>
                <p:cNvPr id="108" name="楕円 107">
                  <a:extLst>
                    <a:ext uri="{FF2B5EF4-FFF2-40B4-BE49-F238E27FC236}">
                      <ns2:creationId id="{FF63573F-409F-884C-8D14-E8F47F0C6793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09" name="グラフィックス 108" descr="クリップボード: 部分的にチェックマーク 単色塗りつぶし">
                  <a:extLst>
                    <a:ext uri="{FF2B5EF4-FFF2-40B4-BE49-F238E27FC236}">
                      <ns2:creationId id="{9042C0E7-03A9-24FE-389D-E5B29217B6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0" name="テキスト ボックス 119">
                <a:extLst>
                  <a:ext uri="{FF2B5EF4-FFF2-40B4-BE49-F238E27FC236}">
                    <ns2:creationId id="{20E2FF88-DE24-BAD7-0134-C84FB2B4E763}"/>
                  </a:ext>
                </a:extLst>
              </p:cNvPr>
              <p:cNvSpPr txBox="1"/>
              <p:nvPr/>
            </p:nvSpPr>
            <p:spPr>
              <a:xfrm>
                <a:off x="1658087" y="4414563"/>
                <a:ext cx="648000" cy="276999"/>
              </a:xfrm>
              <a:prstGeom prst="rect">
                <a:avLst/>
              </a:prstGeom>
              <a:noFill/>
            </p:spPr>
            <p:txBody>
              <a:bodyPr wrap="none" lIns="108000" tIns="0" rIns="108000" bIns="0" rtlCol="0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/>
              </a:p>
            </p:txBody>
          </p:sp>
        </p:grpSp>
        <p:sp>
          <p:nvSpPr>
            <p:cNvPr id="118" name="テキスト ボックス 117">
              <a:extLst>
                <a:ext uri="{FF2B5EF4-FFF2-40B4-BE49-F238E27FC236}">
                  <ns2:creationId id="{24DD2EF4-A549-A468-252A-A78134F92744}"/>
                </a:ext>
              </a:extLst>
            </p:cNvPr>
            <p:cNvSpPr txBox="1"/>
            <p:nvPr/>
          </p:nvSpPr>
          <p:spPr>
            <a:xfrm>
              <a:off x="2371297" y="4783348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111" name="グループ化 110">
              <a:extLst>
                <a:ext uri="{FF2B5EF4-FFF2-40B4-BE49-F238E27FC236}">
                  <ns2:creationId id="{DEF48D2C-E951-6FD4-2913-44C9723250E7}"/>
                </a:ext>
              </a:extLst>
            </p:cNvPr>
            <p:cNvGrpSpPr/>
            <p:nvPr/>
          </p:nvGrpSpPr>
          <p:grpSpPr>
            <a:xfrm>
              <a:off x="1797421" y="4812614"/>
              <a:ext cx="369332" cy="369332"/>
              <a:chOff x="1496377" y="4393823"/>
              <a:chExt cx="599123" cy="599123"/>
            </a:xfrm>
          </p:grpSpPr>
          <p:sp>
            <p:nvSpPr>
              <p:cNvPr id="112" name="楕円 111">
                <a:extLst>
                  <a:ext uri="{FF2B5EF4-FFF2-40B4-BE49-F238E27FC236}">
                    <ns2:creationId id="{865976A5-417B-8208-797F-29B77E130773}"/>
                  </a:ext>
                </a:extLst>
              </p:cNvPr>
              <p:cNvSpPr/>
              <p:nvPr/>
            </p:nvSpPr>
            <p:spPr>
              <a:xfrm>
                <a:off x="1496377" y="4393823"/>
                <a:ext cx="599123" cy="599123"/>
              </a:xfrm>
              <a:prstGeom prst="ellipse">
                <a:avLst/>
              </a:prstGeom>
              <a:solidFill>
                <a:srgbClr val="969696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3" name="グラフィックス 112" descr="手 単色塗りつぶし">
                <a:extLst>
                  <a:ext uri="{FF2B5EF4-FFF2-40B4-BE49-F238E27FC236}">
                    <ns2:creationId id="{1F68C4DD-14AD-F26D-F978-943B0423D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602442" y="4499889"/>
                <a:ext cx="386992" cy="386992"/>
              </a:xfrm>
              <a:prstGeom prst="rect">
                <a:avLst/>
              </a:prstGeom>
            </p:spPr>
          </p:pic>
        </p:grpSp>
        <p:sp>
          <p:nvSpPr>
            <p:cNvPr id="121" name="テキスト ボックス 120">
              <a:extLst>
                <a:ext uri="{FF2B5EF4-FFF2-40B4-BE49-F238E27FC236}">
                  <ns2:creationId id="{21E9BEF8-D4A5-AD8B-458A-F8ECF0EFA0F8}"/>
                </a:ext>
              </a:extLst>
            </p:cNvPr>
            <p:cNvSpPr txBox="1"/>
            <p:nvPr/>
          </p:nvSpPr>
          <p:spPr>
            <a:xfrm>
              <a:off x="1658087" y="5181946"/>
              <a:ext cx="648000" cy="276999"/>
            </a:xfrm>
            <a:prstGeom prst="rect">
              <a:avLst/>
            </a:prstGeom>
            <a:noFill/>
          </p:spPr>
          <p:txBody>
            <a:bodyPr wrap="none" lIns="36000" tIns="0" rIns="36000" bIns="0" rtlCol="0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900" dirty="0"/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908ADC0A-8168-773B-86E5-304E8A50B1FB}"/>
                </a:ext>
              </a:extLst>
            </p:cNvPr>
            <p:cNvSpPr txBox="1"/>
            <p:nvPr/>
          </p:nvSpPr>
          <p:spPr>
            <a:xfrm>
              <a:off x="2371297" y="5550831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A917E3D3-09C9-2D9F-BACE-2FF8D7A2D3A2}"/>
                </a:ext>
              </a:extLst>
            </p:cNvPr>
            <p:cNvGrpSpPr/>
            <p:nvPr/>
          </p:nvGrpSpPr>
          <p:grpSpPr>
            <a:xfrm>
              <a:off x="1658087" y="5579997"/>
              <a:ext cx="648000" cy="646532"/>
              <a:chOff x="1658087" y="5531577"/>
              <a:chExt cx="648000" cy="646532"/>
            </a:xfrm>
          </p:grpSpPr>
          <p:grpSp>
            <p:nvGrpSpPr>
              <p:cNvPr id="114" name="グループ化 113">
                <a:extLst>
                  <a:ext uri="{FF2B5EF4-FFF2-40B4-BE49-F238E27FC236}">
                    <ns2:creationId id="{E2A1A330-A6A5-501C-29F1-57BF7429F9D5}"/>
                  </a:ext>
                </a:extLst>
              </p:cNvPr>
              <p:cNvGrpSpPr/>
              <p:nvPr/>
            </p:nvGrpSpPr>
            <p:grpSpPr>
              <a:xfrm>
                <a:off x="1797421" y="5531577"/>
                <a:ext cx="369332" cy="369332"/>
                <a:chOff x="1496377" y="4393823"/>
                <a:chExt cx="599123" cy="599123"/>
              </a:xfrm>
            </p:grpSpPr>
            <p:sp>
              <p:nvSpPr>
                <p:cNvPr id="115" name="楕円 114">
                  <a:extLst>
                    <a:ext uri="{FF2B5EF4-FFF2-40B4-BE49-F238E27FC236}">
                      <ns2:creationId id="{5BF90A00-B73A-662E-3228-1BC34C78EA62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6" name="グラフィックス 115" descr="思案中の吹き出し 単色塗りつぶし">
                  <a:extLst>
                    <a:ext uri="{FF2B5EF4-FFF2-40B4-BE49-F238E27FC236}">
                      <ns2:creationId id="{B3DDC20C-257D-54E2-8459-BD062DBB97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2" name="テキスト ボックス 121">
                <a:extLst>
                  <a:ext uri="{FF2B5EF4-FFF2-40B4-BE49-F238E27FC236}">
                    <ns2:creationId id="{4903C237-C3AD-0B3D-0D68-644B54F7817E}"/>
                  </a:ext>
                </a:extLst>
              </p:cNvPr>
              <p:cNvSpPr txBox="1"/>
              <p:nvPr/>
            </p:nvSpPr>
            <p:spPr>
              <a:xfrm>
                <a:off x="1658087" y="5900909"/>
                <a:ext cx="648000" cy="277200"/>
              </a:xfrm>
              <a:prstGeom prst="rect">
                <a:avLst/>
              </a:prstGeom>
              <a:noFill/>
            </p:spPr>
            <p:txBody>
              <a:bodyPr wrap="none" lIns="36000" tIns="0" rIns="36000" bIns="0" rtlCol="0" anchor="ctr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</a:endParaRPr>
              </a:p>
            </p:txBody>
          </p:sp>
        </p:grpSp>
        <p:pic>
          <p:nvPicPr>
            <p:cNvPr id="221" name="グラフィックス 220" descr="速度計: 低速 単色塗りつぶし">
              <a:extLst>
                <a:ext uri="{FF2B5EF4-FFF2-40B4-BE49-F238E27FC236}">
                  <ns2:creationId id="{389BFB52-3ECB-D2D3-237D-601F1C7633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89502" y="4478428"/>
              <a:ext cx="493598" cy="493598"/>
            </a:xfrm>
            <a:prstGeom prst="rect">
              <a:avLst/>
            </a:prstGeom>
          </p:spPr>
        </p:pic>
        <p:cxnSp>
          <p:nvCxnSpPr>
            <p:cNvPr id="8" name="コネクタ: カギ線 7">
              <a:extLst>
                <a:ext uri="{FF2B5EF4-FFF2-40B4-BE49-F238E27FC236}">
                  <ns2:creationId id="{290C2A51-E44C-6CEB-4EF8-ABCC6F1DD7EB}"/>
                </a:ext>
              </a:extLst>
            </p:cNvPr>
            <p:cNvCxnSpPr>
              <a:cxnSpLocks/>
              <a:stCxn id="11" idx="3"/>
              <a:endCxn id="108" idx="2"/>
            </p:cNvCxnSpPr>
            <p:nvPr/>
          </p:nvCxnSpPr>
          <p:spPr>
            <a:xfrm flipV="1">
              <a:off x="1380003" y="4229897"/>
              <a:ext cx="417418" cy="630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コネクタ: カギ線 9">
              <a:extLst>
                <a:ext uri="{FF2B5EF4-FFF2-40B4-BE49-F238E27FC236}">
                  <ns2:creationId id="{60060CA7-0F16-67FA-80E9-8B8F495CC23C}"/>
                </a:ext>
              </a:extLst>
            </p:cNvPr>
            <p:cNvCxnSpPr>
              <a:cxnSpLocks/>
              <a:stCxn id="105" idx="3"/>
              <a:endCxn id="115" idx="2"/>
            </p:cNvCxnSpPr>
            <p:nvPr/>
          </p:nvCxnSpPr>
          <p:spPr>
            <a:xfrm>
              <a:off x="1380003" y="5135880"/>
              <a:ext cx="417418" cy="628783"/>
            </a:xfrm>
            <a:prstGeom prst="bentConnector3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F99EB2E9-0C4E-4D5C-253B-EED7A397E6B6}"/>
                </a:ext>
              </a:extLst>
            </p:cNvPr>
            <p:cNvSpPr/>
            <p:nvPr/>
          </p:nvSpPr>
          <p:spPr>
            <a:xfrm>
              <a:off x="1222775" y="4908239"/>
              <a:ext cx="157228" cy="1780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037276510"/>
      </p:ext>
    </p:extLst>
  </p:cSld>
  <p:clrMapOvr>
    <a:masterClrMapping/>
  </p:clrMapOvr>
</p:sld>
</file>

<file path=ppt/slides/slide19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11298CF-2AD2-C829-1EAF-6D8ED19D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0A6E9A9-361C-3B17-1087-47F8C1E4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fr-FR" altLang="ja-JP" dirty="0"/>
              <a:t>(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fr-FR" altLang="ja-JP" dirty="0"/>
              <a:t>) 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78D0C1C-3498-18DE-4657-C715A91148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/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)</a:t>
            </a:r>
            <a:r>
              <a:rPr lang="ja-JP" altLang="fr-FR" dirty="0">
                <a:latin typeface="+mn-ea"/>
                <a:ea typeface="+mn-ea"/>
              </a:rPr>
              <a:t> </a:t>
            </a:r>
            <a:endParaRPr lang="en-US" altLang="ja-JP" dirty="0">
              <a:latin typeface="+mn-ea"/>
              <a:ea typeface="+mn-ea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01099F67-4B50-5F0C-7348-C8C1D87B2A56}"/>
              </a:ext>
            </a:extLst>
          </p:cNvPr>
          <p:cNvGrpSpPr/>
          <p:nvPr/>
        </p:nvGrpSpPr>
        <p:grpSpPr>
          <a:xfrm>
            <a:off x="347663" y="1641476"/>
            <a:ext cx="11509375" cy="4667243"/>
            <a:chOff x="347663" y="1641476"/>
            <a:chExt cx="11509375" cy="4667243"/>
          </a:xfrm>
        </p:grpSpPr>
        <p:grpSp>
          <p:nvGrpSpPr>
            <p:cNvPr id="8" name="グループ化 7">
              <a:extLst>
                <a:ext uri="{FF2B5EF4-FFF2-40B4-BE49-F238E27FC236}">
                  <ns2:creationId id="{46693546-F4D1-D42A-85E7-38445EB57EBC}"/>
                </a:ext>
              </a:extLst>
            </p:cNvPr>
            <p:cNvGrpSpPr/>
            <p:nvPr/>
          </p:nvGrpSpPr>
          <p:grpSpPr>
            <a:xfrm>
              <a:off x="347663" y="1641476"/>
              <a:ext cx="5724000" cy="4667243"/>
              <a:chOff x="347663" y="1641476"/>
              <a:chExt cx="5724000" cy="4667243"/>
            </a:xfrm>
          </p:grpSpPr>
          <p:sp>
            <p:nvSpPr>
              <p:cNvPr id="4" name="ホームベース 51">
                <a:extLst>
                  <a:ext uri="{FF2B5EF4-FFF2-40B4-BE49-F238E27FC236}">
                    <ns2:creationId id="{870FF18C-C184-37FC-4A19-15E5D39B27CA}"/>
                  </a:ext>
                </a:extLst>
              </p:cNvPr>
              <p:cNvSpPr/>
              <p:nvPr/>
            </p:nvSpPr>
            <p:spPr>
              <a:xfrm>
                <a:off x="347663" y="1641476"/>
                <a:ext cx="5724000" cy="427038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DFE428AF-7367-5B97-85D2-C2C096EDDAE9}"/>
                  </a:ext>
                </a:extLst>
              </p:cNvPr>
              <p:cNvGrpSpPr/>
              <p:nvPr/>
            </p:nvGrpSpPr>
            <p:grpSpPr>
              <a:xfrm>
                <a:off x="581663" y="2157414"/>
                <a:ext cx="5256000" cy="4151305"/>
                <a:chOff x="581663" y="2157414"/>
                <a:chExt cx="5256000" cy="415130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3C6F4BAC-C488-5A18-6EEE-FA991CA80FB6}"/>
                    </a:ext>
                  </a:extLst>
                </p:cNvPr>
                <p:cNvSpPr/>
                <p:nvPr/>
              </p:nvSpPr>
              <p:spPr>
                <a:xfrm>
                  <a:off x="581663" y="2157414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ns2:creationId id="{00D5EC07-7344-9BE2-1310-2626C38ED1DE}"/>
                    </a:ext>
                  </a:extLst>
                </p:cNvPr>
                <p:cNvSpPr/>
                <p:nvPr/>
              </p:nvSpPr>
              <p:spPr>
                <a:xfrm>
                  <a:off x="581663" y="359727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b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ns2:creationId id="{FAF662E5-AD53-9B68-8907-DC76959BB3AC}"/>
                    </a:ext>
                  </a:extLst>
                </p:cNvPr>
                <p:cNvSpPr/>
                <p:nvPr/>
              </p:nvSpPr>
              <p:spPr>
                <a:xfrm>
                  <a:off x="581663" y="503713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24" name="グラフィックス 23" descr="チャット 単色塗りつぶし">
                  <a:extLst>
                    <a:ext uri="{FF2B5EF4-FFF2-40B4-BE49-F238E27FC236}">
                      <ns2:creationId id="{5A610C06-7157-598E-4662-8D396C27C7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2469207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6" name="グラフィックス 25" descr="フローチャート 単色塗りつぶし">
                  <a:extLst>
                    <a:ext uri="{FF2B5EF4-FFF2-40B4-BE49-F238E27FC236}">
                      <ns2:creationId id="{0BF38817-705B-953A-8599-1F56F338B4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3909066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会議 単色塗りつぶし">
                  <a:extLst>
                    <a:ext uri="{FF2B5EF4-FFF2-40B4-BE49-F238E27FC236}">
                      <ns2:creationId id="{EA391C00-0C7D-9B95-C9F7-ABA069538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5348926"/>
                  <a:ext cx="648000" cy="64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" name="グループ化 6">
              <a:extLst>
                <a:ext uri="{FF2B5EF4-FFF2-40B4-BE49-F238E27FC236}">
                  <ns2:creationId id="{88574E43-D7E6-E787-9339-3B9C016966B8}"/>
                </a:ext>
              </a:extLst>
            </p:cNvPr>
            <p:cNvGrpSpPr/>
            <p:nvPr/>
          </p:nvGrpSpPr>
          <p:grpSpPr>
            <a:xfrm>
              <a:off x="6133038" y="1641476"/>
              <a:ext cx="5724000" cy="4667243"/>
              <a:chOff x="6133038" y="1641476"/>
              <a:chExt cx="5724000" cy="4667243"/>
            </a:xfrm>
          </p:grpSpPr>
          <p:sp>
            <p:nvSpPr>
              <p:cNvPr id="5" name="山形 52">
                <a:extLst>
                  <a:ext uri="{FF2B5EF4-FFF2-40B4-BE49-F238E27FC236}">
                    <ns2:creationId id="{D8108582-1D30-BD56-3A17-080C541AD60D}"/>
                  </a:ext>
                </a:extLst>
              </p:cNvPr>
              <p:cNvSpPr/>
              <p:nvPr/>
            </p:nvSpPr>
            <p:spPr>
              <a:xfrm>
                <a:off x="6133038" y="1641476"/>
                <a:ext cx="5724000" cy="427038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C5318DC9-62C6-760B-F378-81DDC408EDCD}"/>
                  </a:ext>
                </a:extLst>
              </p:cNvPr>
              <p:cNvSpPr/>
              <p:nvPr/>
            </p:nvSpPr>
            <p:spPr>
              <a:xfrm>
                <a:off x="6367038" y="2157414"/>
                <a:ext cx="5256000" cy="127158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0C7AF0A2-AA86-576E-BDA2-7A82611435F4}"/>
                  </a:ext>
                </a:extLst>
              </p:cNvPr>
              <p:cNvSpPr/>
              <p:nvPr/>
            </p:nvSpPr>
            <p:spPr>
              <a:xfrm>
                <a:off x="6367038" y="3602036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1257300" lvl="5" indent="-8953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1257300" lvl="4" indent="-8953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7AD211D7-B162-4B70-697A-EF79CF8E798F}"/>
                  </a:ext>
                </a:extLst>
              </p:cNvPr>
              <p:cNvSpPr/>
              <p:nvPr/>
            </p:nvSpPr>
            <p:spPr>
              <a:xfrm>
                <a:off x="6367038" y="5037133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8B01AFF-A61C-1617-8853-9E1BA0941A9C}"/>
                  </a:ext>
                </a:extLst>
              </p:cNvPr>
              <p:cNvSpPr/>
              <p:nvPr/>
            </p:nvSpPr>
            <p:spPr>
              <a:xfrm>
                <a:off x="7648576" y="4171948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5158A8F-CD39-C691-9BDB-404F551C213F}"/>
                  </a:ext>
                </a:extLst>
              </p:cNvPr>
              <p:cNvSpPr/>
              <p:nvPr/>
            </p:nvSpPr>
            <p:spPr>
              <a:xfrm>
                <a:off x="7648576" y="4435473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fr-FR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円/楕円 34">
                <a:extLst>
                  <a:ext uri="{FF2B5EF4-FFF2-40B4-BE49-F238E27FC236}">
                    <ns2:creationId id="{C9DEE34E-6CD5-33E9-0475-E43446DD5D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3517900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１</a:t>
                </a:r>
              </a:p>
            </p:txBody>
          </p:sp>
          <p:sp>
            <p:nvSpPr>
              <p:cNvPr id="22" name="円/楕円 34">
                <a:extLst>
                  <a:ext uri="{FF2B5EF4-FFF2-40B4-BE49-F238E27FC236}">
                    <ns2:creationId id="{DF92FE68-6831-FDB5-4D41-8DD1BB2A42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495775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fr-FR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2</a:t>
                </a:r>
                <a:endParaRPr kumimoji="1" lang="ja-JP" altLang="fr-FR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29" name="グラフィックス 28" descr="ユーザー ネットワーク 単色塗りつぶし">
                <a:extLst>
                  <a:ext uri="{FF2B5EF4-FFF2-40B4-BE49-F238E27FC236}">
                    <ns2:creationId id="{204E41BB-C3C9-2F2E-7495-84296C764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552001" y="5358451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1" name="グラフィックス 30" descr="繰り返し 単色塗りつぶし">
                <a:extLst>
                  <a:ext uri="{FF2B5EF4-FFF2-40B4-BE49-F238E27FC236}">
                    <ns2:creationId id="{AB624BED-1EFE-0C10-7FF7-03CE3A90C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552001" y="2469207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3" name="グラフィックス 32" descr="山形の矢印 単色塗りつぶし">
                <a:extLst>
                  <a:ext uri="{FF2B5EF4-FFF2-40B4-BE49-F238E27FC236}">
                    <ns2:creationId id="{38C51E40-09C5-1B7E-D1D9-6251495B51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52001" y="3913829"/>
                <a:ext cx="648000" cy="64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311057810"/>
      </p:ext>
    </p:extLst>
  </p:cSld>
  <p:clrMapOvr>
    <a:masterClrMapping/>
  </p:clrMapOvr>
</p:sld>
</file>

<file path=ppt/slides/slide19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11298CF-2AD2-C829-1EAF-6D8ED19D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0A6E9A9-361C-3B17-1087-47F8C1E4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fr-FR" altLang="ja-JP" dirty="0"/>
              <a:t>(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fr-FR" altLang="ja-JP" dirty="0"/>
              <a:t>) 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78D0C1C-3498-18DE-4657-C715A91148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/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)</a:t>
            </a:r>
            <a:r>
              <a:rPr lang="ja-JP" altLang="fr-FR" dirty="0">
                <a:latin typeface="+mn-ea"/>
                <a:ea typeface="+mn-ea"/>
              </a:rPr>
              <a:t> </a:t>
            </a:r>
            <a:endParaRPr lang="en-US" altLang="ja-JP" dirty="0">
              <a:latin typeface="+mn-ea"/>
              <a:ea typeface="+mn-ea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01099F67-4B50-5F0C-7348-C8C1D87B2A56}"/>
              </a:ext>
            </a:extLst>
          </p:cNvPr>
          <p:cNvGrpSpPr/>
          <p:nvPr/>
        </p:nvGrpSpPr>
        <p:grpSpPr>
          <a:xfrm>
            <a:off x="347663" y="1641476"/>
            <a:ext cx="11509375" cy="4667243"/>
            <a:chOff x="347663" y="1641476"/>
            <a:chExt cx="11509375" cy="4667243"/>
          </a:xfrm>
        </p:grpSpPr>
        <p:grpSp>
          <p:nvGrpSpPr>
            <p:cNvPr id="8" name="グループ化 7">
              <a:extLst>
                <a:ext uri="{FF2B5EF4-FFF2-40B4-BE49-F238E27FC236}">
                  <ns2:creationId id="{46693546-F4D1-D42A-85E7-38445EB57EBC}"/>
                </a:ext>
              </a:extLst>
            </p:cNvPr>
            <p:cNvGrpSpPr/>
            <p:nvPr/>
          </p:nvGrpSpPr>
          <p:grpSpPr>
            <a:xfrm>
              <a:off x="347663" y="1641476"/>
              <a:ext cx="5724000" cy="4667243"/>
              <a:chOff x="347663" y="1641476"/>
              <a:chExt cx="5724000" cy="4667243"/>
            </a:xfrm>
          </p:grpSpPr>
          <p:sp>
            <p:nvSpPr>
              <p:cNvPr id="4" name="ホームベース 51">
                <a:extLst>
                  <a:ext uri="{FF2B5EF4-FFF2-40B4-BE49-F238E27FC236}">
                    <ns2:creationId id="{870FF18C-C184-37FC-4A19-15E5D39B27CA}"/>
                  </a:ext>
                </a:extLst>
              </p:cNvPr>
              <p:cNvSpPr/>
              <p:nvPr/>
            </p:nvSpPr>
            <p:spPr>
              <a:xfrm>
                <a:off x="347663" y="1641476"/>
                <a:ext cx="5724000" cy="427038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DFE428AF-7367-5B97-85D2-C2C096EDDAE9}"/>
                  </a:ext>
                </a:extLst>
              </p:cNvPr>
              <p:cNvGrpSpPr/>
              <p:nvPr/>
            </p:nvGrpSpPr>
            <p:grpSpPr>
              <a:xfrm>
                <a:off x="581663" y="2157414"/>
                <a:ext cx="5256000" cy="4151305"/>
                <a:chOff x="581663" y="2157414"/>
                <a:chExt cx="5256000" cy="415130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3C6F4BAC-C488-5A18-6EEE-FA991CA80FB6}"/>
                    </a:ext>
                  </a:extLst>
                </p:cNvPr>
                <p:cNvSpPr/>
                <p:nvPr/>
              </p:nvSpPr>
              <p:spPr>
                <a:xfrm>
                  <a:off x="581663" y="2157414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ns2:creationId id="{00D5EC07-7344-9BE2-1310-2626C38ED1DE}"/>
                    </a:ext>
                  </a:extLst>
                </p:cNvPr>
                <p:cNvSpPr/>
                <p:nvPr/>
              </p:nvSpPr>
              <p:spPr>
                <a:xfrm>
                  <a:off x="581663" y="359727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b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ns2:creationId id="{FAF662E5-AD53-9B68-8907-DC76959BB3AC}"/>
                    </a:ext>
                  </a:extLst>
                </p:cNvPr>
                <p:cNvSpPr/>
                <p:nvPr/>
              </p:nvSpPr>
              <p:spPr>
                <a:xfrm>
                  <a:off x="581663" y="503713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24" name="グラフィックス 23" descr="チャット 単色塗りつぶし">
                  <a:extLst>
                    <a:ext uri="{FF2B5EF4-FFF2-40B4-BE49-F238E27FC236}">
                      <ns2:creationId id="{5A610C06-7157-598E-4662-8D396C27C7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2469207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6" name="グラフィックス 25" descr="フローチャート 単色塗りつぶし">
                  <a:extLst>
                    <a:ext uri="{FF2B5EF4-FFF2-40B4-BE49-F238E27FC236}">
                      <ns2:creationId id="{0BF38817-705B-953A-8599-1F56F338B4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3909066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会議 単色塗りつぶし">
                  <a:extLst>
                    <a:ext uri="{FF2B5EF4-FFF2-40B4-BE49-F238E27FC236}">
                      <ns2:creationId id="{EA391C00-0C7D-9B95-C9F7-ABA069538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5348926"/>
                  <a:ext cx="648000" cy="64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" name="グループ化 6">
              <a:extLst>
                <a:ext uri="{FF2B5EF4-FFF2-40B4-BE49-F238E27FC236}">
                  <ns2:creationId id="{88574E43-D7E6-E787-9339-3B9C016966B8}"/>
                </a:ext>
              </a:extLst>
            </p:cNvPr>
            <p:cNvGrpSpPr/>
            <p:nvPr/>
          </p:nvGrpSpPr>
          <p:grpSpPr>
            <a:xfrm>
              <a:off x="6133038" y="1641476"/>
              <a:ext cx="5724000" cy="4667243"/>
              <a:chOff x="6133038" y="1641476"/>
              <a:chExt cx="5724000" cy="4667243"/>
            </a:xfrm>
          </p:grpSpPr>
          <p:sp>
            <p:nvSpPr>
              <p:cNvPr id="5" name="山形 52">
                <a:extLst>
                  <a:ext uri="{FF2B5EF4-FFF2-40B4-BE49-F238E27FC236}">
                    <ns2:creationId id="{D8108582-1D30-BD56-3A17-080C541AD60D}"/>
                  </a:ext>
                </a:extLst>
              </p:cNvPr>
              <p:cNvSpPr/>
              <p:nvPr/>
            </p:nvSpPr>
            <p:spPr>
              <a:xfrm>
                <a:off x="6133038" y="1641476"/>
                <a:ext cx="5724000" cy="427038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C5318DC9-62C6-760B-F378-81DDC408EDCD}"/>
                  </a:ext>
                </a:extLst>
              </p:cNvPr>
              <p:cNvSpPr/>
              <p:nvPr/>
            </p:nvSpPr>
            <p:spPr>
              <a:xfrm>
                <a:off x="6367038" y="2157414"/>
                <a:ext cx="5256000" cy="127158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0C7AF0A2-AA86-576E-BDA2-7A82611435F4}"/>
                  </a:ext>
                </a:extLst>
              </p:cNvPr>
              <p:cNvSpPr/>
              <p:nvPr/>
            </p:nvSpPr>
            <p:spPr>
              <a:xfrm>
                <a:off x="6367038" y="3602036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1257300" lvl="5" indent="-8953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1257300" lvl="4" indent="-8953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7AD211D7-B162-4B70-697A-EF79CF8E798F}"/>
                  </a:ext>
                </a:extLst>
              </p:cNvPr>
              <p:cNvSpPr/>
              <p:nvPr/>
            </p:nvSpPr>
            <p:spPr>
              <a:xfrm>
                <a:off x="6367038" y="5037133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8B01AFF-A61C-1617-8853-9E1BA0941A9C}"/>
                  </a:ext>
                </a:extLst>
              </p:cNvPr>
              <p:cNvSpPr/>
              <p:nvPr/>
            </p:nvSpPr>
            <p:spPr>
              <a:xfrm>
                <a:off x="7648576" y="4171948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5158A8F-CD39-C691-9BDB-404F551C213F}"/>
                  </a:ext>
                </a:extLst>
              </p:cNvPr>
              <p:cNvSpPr/>
              <p:nvPr/>
            </p:nvSpPr>
            <p:spPr>
              <a:xfrm>
                <a:off x="7648576" y="4435473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fr-FR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円/楕円 34">
                <a:extLst>
                  <a:ext uri="{FF2B5EF4-FFF2-40B4-BE49-F238E27FC236}">
                    <ns2:creationId id="{C9DEE34E-6CD5-33E9-0475-E43446DD5D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3517900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１</a:t>
                </a:r>
              </a:p>
            </p:txBody>
          </p:sp>
          <p:sp>
            <p:nvSpPr>
              <p:cNvPr id="22" name="円/楕円 34">
                <a:extLst>
                  <a:ext uri="{FF2B5EF4-FFF2-40B4-BE49-F238E27FC236}">
                    <ns2:creationId id="{DF92FE68-6831-FDB5-4D41-8DD1BB2A42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495775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fr-FR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2</a:t>
                </a:r>
                <a:endParaRPr kumimoji="1" lang="ja-JP" altLang="fr-FR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29" name="グラフィックス 28" descr="ユーザー ネットワーク 単色塗りつぶし">
                <a:extLst>
                  <a:ext uri="{FF2B5EF4-FFF2-40B4-BE49-F238E27FC236}">
                    <ns2:creationId id="{204E41BB-C3C9-2F2E-7495-84296C764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552001" y="5358451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1" name="グラフィックス 30" descr="繰り返し 単色塗りつぶし">
                <a:extLst>
                  <a:ext uri="{FF2B5EF4-FFF2-40B4-BE49-F238E27FC236}">
                    <ns2:creationId id="{AB624BED-1EFE-0C10-7FF7-03CE3A90C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552001" y="2469207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3" name="グラフィックス 32" descr="山形の矢印 単色塗りつぶし">
                <a:extLst>
                  <a:ext uri="{FF2B5EF4-FFF2-40B4-BE49-F238E27FC236}">
                    <ns2:creationId id="{38C51E40-09C5-1B7E-D1D9-6251495B51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52001" y="3913829"/>
                <a:ext cx="648000" cy="64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331602962"/>
      </p:ext>
    </p:extLst>
  </p:cSld>
  <p:clrMapOvr>
    <a:masterClrMapping/>
  </p:clrMapOvr>
</p:sld>
</file>

<file path=ppt/slides/slide19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FBA026-AA4B-DF01-6832-920C66685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A084D02-EDA4-7D14-E08E-F9415E16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C1C8325-2DAE-D5BB-857C-B0588A4943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2" name="グループ化 161">
            <a:extLst>
              <a:ext uri="{FF2B5EF4-FFF2-40B4-BE49-F238E27FC236}">
                <ns2:creationId id="{0F4804A2-A85B-6BB0-C98F-3FB3AC23DB18}"/>
              </a:ext>
            </a:extLst>
          </p:cNvPr>
          <p:cNvGrpSpPr/>
          <p:nvPr/>
        </p:nvGrpSpPr>
        <p:grpSpPr>
          <a:xfrm>
            <a:off x="334963" y="1628775"/>
            <a:ext cx="11522074" cy="4679950"/>
            <a:chOff x="334963" y="1628775"/>
            <a:chExt cx="11522074" cy="4679950"/>
          </a:xfrm>
        </p:grpSpPr>
        <p:sp>
          <p:nvSpPr>
            <p:cNvPr id="6" name="テキスト ボックス 5">
              <a:extLst>
                <a:ext uri="{FF2B5EF4-FFF2-40B4-BE49-F238E27FC236}">
                  <ns2:creationId id="{82136191-B1B7-F300-5D9A-CF68C1C6D1BF}"/>
                </a:ext>
              </a:extLst>
            </p:cNvPr>
            <p:cNvSpPr txBox="1"/>
            <p:nvPr/>
          </p:nvSpPr>
          <p:spPr>
            <a:xfrm>
              <a:off x="334963" y="1628775"/>
              <a:ext cx="5624284" cy="427038"/>
            </a:xfrm>
            <a:prstGeom prst="homePlate">
              <a:avLst>
                <a:gd name="adj" fmla="val 36245"/>
              </a:avLst>
            </a:prstGeom>
            <a:solidFill>
              <a:schemeClr val="bg1">
                <a:lumMod val="50000"/>
              </a:schemeClr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ns2:creationId id="{AD106D23-60B5-5677-7337-3A7676A9E589}"/>
                </a:ext>
              </a:extLst>
            </p:cNvPr>
            <p:cNvSpPr txBox="1"/>
            <p:nvPr/>
          </p:nvSpPr>
          <p:spPr>
            <a:xfrm>
              <a:off x="6232753" y="1628775"/>
              <a:ext cx="5624284" cy="427038"/>
            </a:xfrm>
            <a:prstGeom prst="chevron">
              <a:avLst>
                <a:gd name="adj" fmla="val 36245"/>
              </a:avLst>
            </a:prstGeom>
            <a:solidFill>
              <a:srgbClr val="008000"/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15879217-AFD6-0337-AC92-776284FC15D9}"/>
                </a:ext>
              </a:extLst>
            </p:cNvPr>
            <p:cNvGrpSpPr/>
            <p:nvPr/>
          </p:nvGrpSpPr>
          <p:grpSpPr>
            <a:xfrm>
              <a:off x="5908275" y="2087480"/>
              <a:ext cx="375450" cy="4221245"/>
              <a:chOff x="5900550" y="2087480"/>
              <a:chExt cx="375450" cy="4221245"/>
            </a:xfrm>
          </p:grpSpPr>
          <p:cxnSp>
            <p:nvCxnSpPr>
              <p:cNvPr id="11" name="直線コネクタ 10">
                <a:extLst>
                  <a:ext uri="{FF2B5EF4-FFF2-40B4-BE49-F238E27FC236}">
                    <ns2:creationId id="{305E5D08-C36E-83B9-458A-9BED5E2BB3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8275" y="2087480"/>
                <a:ext cx="0" cy="422124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グループ化 12">
                <a:extLst>
                  <a:ext uri="{FF2B5EF4-FFF2-40B4-BE49-F238E27FC236}">
                    <ns2:creationId id="{376AAA74-8F8B-F369-1606-8B88DF1C5DB7}"/>
                  </a:ext>
                </a:extLst>
              </p:cNvPr>
              <p:cNvGrpSpPr/>
              <p:nvPr/>
            </p:nvGrpSpPr>
            <p:grpSpPr>
              <a:xfrm>
                <a:off x="5900550" y="4010903"/>
                <a:ext cx="375450" cy="374400"/>
                <a:chOff x="4481975" y="4551664"/>
                <a:chExt cx="375450" cy="360974"/>
              </a:xfrm>
            </p:grpSpPr>
            <p:sp>
              <p:nvSpPr>
                <p:cNvPr id="40" name="円/楕円 8">
                  <a:extLst>
                    <a:ext uri="{FF2B5EF4-FFF2-40B4-BE49-F238E27FC236}">
                      <ns2:creationId id="{B1382382-4274-6F39-F3DB-374B81A1E0AB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6200000">
                  <a:off x="4488430" y="4559093"/>
                  <a:ext cx="34709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>
                  <a:extLst>
                    <a:ext uri="{FF2B5EF4-FFF2-40B4-BE49-F238E27FC236}">
                      <ns2:creationId id="{5D98E7E1-8202-8983-A2B4-86716B3F43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501025" y="4551664"/>
                  <a:ext cx="356400" cy="3564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46" name="グラフィックス 45" descr="リスト 単色塗りつぶし">
              <a:extLst>
                <a:ext uri="{FF2B5EF4-FFF2-40B4-BE49-F238E27FC236}">
                  <ns2:creationId id="{2C284B9F-74D7-4080-E182-F84231F541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280" y="1660789"/>
              <a:ext cx="363010" cy="363010"/>
            </a:xfrm>
            <a:prstGeom prst="rect">
              <a:avLst/>
            </a:prstGeom>
          </p:spPr>
        </p:pic>
        <p:pic>
          <p:nvPicPr>
            <p:cNvPr id="47" name="グラフィックス 46" descr="コンパス 単色塗りつぶし">
              <a:extLst>
                <a:ext uri="{FF2B5EF4-FFF2-40B4-BE49-F238E27FC236}">
                  <ns2:creationId id="{ECFAE366-F8AB-8EC5-0479-BF7EA38716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878686" y="1660789"/>
              <a:ext cx="363010" cy="363010"/>
            </a:xfrm>
            <a:prstGeom prst="rect">
              <a:avLst/>
            </a:prstGeom>
          </p:spPr>
        </p:pic>
        <p:grpSp>
          <p:nvGrpSpPr>
            <p:cNvPr id="99" name="グループ化 98">
              <a:extLst>
                <a:ext uri="{FF2B5EF4-FFF2-40B4-BE49-F238E27FC236}">
                  <ns2:creationId id="{6309036A-DF26-CDF4-EA48-113183FF2062}"/>
                </a:ext>
              </a:extLst>
            </p:cNvPr>
            <p:cNvGrpSpPr/>
            <p:nvPr/>
          </p:nvGrpSpPr>
          <p:grpSpPr>
            <a:xfrm>
              <a:off x="1549082" y="2087480"/>
              <a:ext cx="2377750" cy="472988"/>
              <a:chOff x="1549082" y="2087480"/>
              <a:chExt cx="2377750" cy="472988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47B2C2E3-66AA-7747-3610-8E5834206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9083" y="2560468"/>
                <a:ext cx="237774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9FAFDB39-5E40-F2F3-2819-7E7B18A496CB}"/>
                  </a:ext>
                </a:extLst>
              </p:cNvPr>
              <p:cNvSpPr txBox="1"/>
              <p:nvPr/>
            </p:nvSpPr>
            <p:spPr>
              <a:xfrm>
                <a:off x="1549082" y="2087480"/>
                <a:ext cx="2377749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7" name="グラフィックス 66" descr="リサーチ 単色塗りつぶし">
                <a:extLst>
                  <a:ext uri="{FF2B5EF4-FFF2-40B4-BE49-F238E27FC236}">
                    <ns2:creationId id="{976721F0-D8AA-3FC7-6608-FFA1774216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04775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8" name="グループ化 97">
              <a:extLst>
                <a:ext uri="{FF2B5EF4-FFF2-40B4-BE49-F238E27FC236}">
                  <ns2:creationId id="{8A814867-0526-E2CA-09A8-D569CFD1C8AF}"/>
                </a:ext>
              </a:extLst>
            </p:cNvPr>
            <p:cNvGrpSpPr/>
            <p:nvPr/>
          </p:nvGrpSpPr>
          <p:grpSpPr>
            <a:xfrm>
              <a:off x="3977320" y="2087480"/>
              <a:ext cx="1829112" cy="472988"/>
              <a:chOff x="3977320" y="2087480"/>
              <a:chExt cx="1829112" cy="472988"/>
            </a:xfrm>
          </p:grpSpPr>
          <p:cxnSp>
            <p:nvCxnSpPr>
              <p:cNvPr id="61" name="直線コネクタ 60">
                <a:extLst>
                  <a:ext uri="{FF2B5EF4-FFF2-40B4-BE49-F238E27FC236}">
                    <ns2:creationId id="{2C821A2A-7EDC-2E3F-556E-1E2FC423CA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7321" y="2560468"/>
                <a:ext cx="182911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テキスト ボックス 62">
                <a:extLst>
                  <a:ext uri="{FF2B5EF4-FFF2-40B4-BE49-F238E27FC236}">
                    <ns2:creationId id="{39F2EFFC-C27A-F91F-A916-276B084D53DC}"/>
                  </a:ext>
                </a:extLst>
              </p:cNvPr>
              <p:cNvSpPr txBox="1"/>
              <p:nvPr/>
            </p:nvSpPr>
            <p:spPr>
              <a:xfrm>
                <a:off x="3977320" y="2087480"/>
                <a:ext cx="1829111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b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</a:b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9" name="グラフィックス 68" descr="キー 単色塗りつぶし">
                <a:extLst>
                  <a:ext uri="{FF2B5EF4-FFF2-40B4-BE49-F238E27FC236}">
                    <ns2:creationId id="{433864E2-3855-CE5B-5002-432C1C1281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049003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6" name="グループ化 95">
              <a:extLst>
                <a:ext uri="{FF2B5EF4-FFF2-40B4-BE49-F238E27FC236}">
                  <ns2:creationId id="{C61C63DC-D1C4-9A10-A634-95372A4DBBDA}"/>
                </a:ext>
              </a:extLst>
            </p:cNvPr>
            <p:cNvGrpSpPr/>
            <p:nvPr/>
          </p:nvGrpSpPr>
          <p:grpSpPr>
            <a:xfrm>
              <a:off x="334963" y="2087480"/>
              <a:ext cx="1163630" cy="472988"/>
              <a:chOff x="334963" y="2087480"/>
              <a:chExt cx="1163630" cy="472988"/>
            </a:xfrm>
          </p:grpSpPr>
          <p:cxnSp>
            <p:nvCxnSpPr>
              <p:cNvPr id="54" name="直線コネクタ 53">
                <a:extLst>
                  <a:ext uri="{FF2B5EF4-FFF2-40B4-BE49-F238E27FC236}">
                    <ns2:creationId id="{A1794616-A905-1C57-14F8-DC981FB342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2560468"/>
                <a:ext cx="116363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テキスト ボックス 54">
                <a:extLst>
                  <a:ext uri="{FF2B5EF4-FFF2-40B4-BE49-F238E27FC236}">
                    <ns2:creationId id="{B25EC9ED-BA15-4948-6228-C1B04440129B}"/>
                  </a:ext>
                </a:extLst>
              </p:cNvPr>
              <p:cNvSpPr txBox="1"/>
              <p:nvPr/>
            </p:nvSpPr>
            <p:spPr>
              <a:xfrm>
                <a:off x="334963" y="2087480"/>
                <a:ext cx="1163630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</a:p>
            </p:txBody>
          </p:sp>
          <p:pic>
            <p:nvPicPr>
              <p:cNvPr id="70" name="グラフィックス 69" descr="開いたフォルダー 単色塗りつぶし">
                <a:extLst>
                  <a:ext uri="{FF2B5EF4-FFF2-40B4-BE49-F238E27FC236}">
                    <ns2:creationId id="{6583CCB0-E821-068A-BB5D-AB81079D5A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34963" y="2197458"/>
                <a:ext cx="363010" cy="363010"/>
              </a:xfrm>
              <a:prstGeom prst="rect">
                <a:avLst/>
              </a:prstGeom>
            </p:spPr>
          </p:pic>
        </p:grpSp>
        <p:sp>
          <p:nvSpPr>
            <p:cNvPr id="71" name="正方形/長方形 70">
              <a:extLst>
                <a:ext uri="{FF2B5EF4-FFF2-40B4-BE49-F238E27FC236}">
                  <ns2:creationId id="{D958B5E2-D308-F425-594B-C9753F9FD5F9}"/>
                </a:ext>
              </a:extLst>
            </p:cNvPr>
            <p:cNvSpPr/>
            <p:nvPr/>
          </p:nvSpPr>
          <p:spPr>
            <a:xfrm>
              <a:off x="334963" y="2626022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2030FE8-7CC9-0FD1-CDBF-684924891508}"/>
                </a:ext>
              </a:extLst>
            </p:cNvPr>
            <p:cNvSpPr/>
            <p:nvPr/>
          </p:nvSpPr>
          <p:spPr>
            <a:xfrm>
              <a:off x="334963" y="3871590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934F6852-6D08-4DF7-5988-80AE6FC2B23F}"/>
                </a:ext>
              </a:extLst>
            </p:cNvPr>
            <p:cNvSpPr/>
            <p:nvPr/>
          </p:nvSpPr>
          <p:spPr>
            <a:xfrm>
              <a:off x="334963" y="5117157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611BF3F-64FB-C1A4-B4D0-537781ADD3CE}"/>
                </a:ext>
              </a:extLst>
            </p:cNvPr>
            <p:cNvSpPr/>
            <p:nvPr/>
          </p:nvSpPr>
          <p:spPr>
            <a:xfrm>
              <a:off x="1549081" y="2626022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50157720-1653-93CA-616E-5F1762ADECBF}"/>
                </a:ext>
              </a:extLst>
            </p:cNvPr>
            <p:cNvSpPr/>
            <p:nvPr/>
          </p:nvSpPr>
          <p:spPr>
            <a:xfrm>
              <a:off x="1549081" y="3871590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4DF4627B-2B64-EBC7-8E77-AC2D85C861D7}"/>
                </a:ext>
              </a:extLst>
            </p:cNvPr>
            <p:cNvSpPr/>
            <p:nvPr/>
          </p:nvSpPr>
          <p:spPr>
            <a:xfrm>
              <a:off x="1549081" y="5117157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75DF9078-7051-5826-1C6A-8E8F0C8FA826}"/>
                </a:ext>
              </a:extLst>
            </p:cNvPr>
            <p:cNvSpPr/>
            <p:nvPr/>
          </p:nvSpPr>
          <p:spPr>
            <a:xfrm>
              <a:off x="3977320" y="2626022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8B43977-6253-45D8-B91B-98CC0716DF8C}"/>
                </a:ext>
              </a:extLst>
            </p:cNvPr>
            <p:cNvSpPr/>
            <p:nvPr/>
          </p:nvSpPr>
          <p:spPr>
            <a:xfrm>
              <a:off x="3977320" y="3871590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368598E6-4CC3-597E-644F-9B1558F93E85}"/>
                </a:ext>
              </a:extLst>
            </p:cNvPr>
            <p:cNvSpPr/>
            <p:nvPr/>
          </p:nvSpPr>
          <p:spPr>
            <a:xfrm>
              <a:off x="3977320" y="5117157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75F6596C-DA33-6EFA-7300-A6E671397BD0}"/>
                </a:ext>
              </a:extLst>
            </p:cNvPr>
            <p:cNvSpPr/>
            <p:nvPr/>
          </p:nvSpPr>
          <p:spPr>
            <a:xfrm>
              <a:off x="4745040" y="2686347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1D04E573-5D66-B215-6ACA-D6023F6857EF}"/>
                </a:ext>
              </a:extLst>
            </p:cNvPr>
            <p:cNvSpPr/>
            <p:nvPr/>
          </p:nvSpPr>
          <p:spPr>
            <a:xfrm>
              <a:off x="4745039" y="3931915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D7C64493-5B50-806A-96F2-61257A0083D4}"/>
                </a:ext>
              </a:extLst>
            </p:cNvPr>
            <p:cNvSpPr/>
            <p:nvPr/>
          </p:nvSpPr>
          <p:spPr>
            <a:xfrm>
              <a:off x="4745040" y="5177482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4" name="直線コネクタ 93">
              <a:extLst>
                <a:ext uri="{FF2B5EF4-FFF2-40B4-BE49-F238E27FC236}">
                  <ns2:creationId id="{85C33A0B-4E60-78B0-0986-2891C7F88B22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3844590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ns2:creationId id="{6DEBA549-8C3C-6153-82CC-26594CE4469C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5090157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正方形/長方形 99">
              <a:extLst>
                <a:ext uri="{FF2B5EF4-FFF2-40B4-BE49-F238E27FC236}">
                  <ns2:creationId id="{ABEEBE4C-9CC3-BC82-9578-EAA5ADAC9DEA}"/>
                </a:ext>
              </a:extLst>
            </p:cNvPr>
            <p:cNvSpPr/>
            <p:nvPr/>
          </p:nvSpPr>
          <p:spPr>
            <a:xfrm>
              <a:off x="6370119" y="2087480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E583BFDE-99D3-A182-8418-63D8B9A42AAB}"/>
                </a:ext>
              </a:extLst>
            </p:cNvPr>
            <p:cNvSpPr/>
            <p:nvPr/>
          </p:nvSpPr>
          <p:spPr>
            <a:xfrm>
              <a:off x="6370119" y="2945743"/>
              <a:ext cx="959595" cy="111256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5209416D-BC0A-8215-5C96-BFE4E19D2083}"/>
                </a:ext>
              </a:extLst>
            </p:cNvPr>
            <p:cNvSpPr/>
            <p:nvPr/>
          </p:nvSpPr>
          <p:spPr>
            <a:xfrm>
              <a:off x="6370119" y="4114800"/>
              <a:ext cx="959595" cy="133566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682B54BF-3811-8B6C-138D-B5CB47C18864}"/>
                </a:ext>
              </a:extLst>
            </p:cNvPr>
            <p:cNvSpPr/>
            <p:nvPr/>
          </p:nvSpPr>
          <p:spPr>
            <a:xfrm>
              <a:off x="6370119" y="5506955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2582854A-CCC9-C587-E6E6-D2E0547A790D}"/>
                </a:ext>
              </a:extLst>
            </p:cNvPr>
            <p:cNvSpPr/>
            <p:nvPr/>
          </p:nvSpPr>
          <p:spPr>
            <a:xfrm>
              <a:off x="7398887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EBD0AA4A-683C-7C94-5118-C9535873A60B}"/>
                </a:ext>
              </a:extLst>
            </p:cNvPr>
            <p:cNvSpPr/>
            <p:nvPr/>
          </p:nvSpPr>
          <p:spPr>
            <a:xfrm>
              <a:off x="9321538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74B03D15-E908-00F6-B33F-E7C2111F45E0}"/>
                </a:ext>
              </a:extLst>
            </p:cNvPr>
            <p:cNvSpPr/>
            <p:nvPr/>
          </p:nvSpPr>
          <p:spPr>
            <a:xfrm>
              <a:off x="739888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CB234FBD-CB49-70D4-3472-327CFEDFB8F2}"/>
                </a:ext>
              </a:extLst>
            </p:cNvPr>
            <p:cNvSpPr/>
            <p:nvPr/>
          </p:nvSpPr>
          <p:spPr>
            <a:xfrm>
              <a:off x="932153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9875" indent="-269875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0000" indent="-2700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C3A5F0A6-5681-827C-8B1D-594B38B2E7D8}"/>
                </a:ext>
              </a:extLst>
            </p:cNvPr>
            <p:cNvSpPr/>
            <p:nvPr/>
          </p:nvSpPr>
          <p:spPr>
            <a:xfrm>
              <a:off x="739888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AA11AE02-9EB7-D07C-384F-DEBDD3BD369D}"/>
                </a:ext>
              </a:extLst>
            </p:cNvPr>
            <p:cNvSpPr/>
            <p:nvPr/>
          </p:nvSpPr>
          <p:spPr>
            <a:xfrm>
              <a:off x="932153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8" name="直線コネクタ 127">
              <a:extLst>
                <a:ext uri="{FF2B5EF4-FFF2-40B4-BE49-F238E27FC236}">
                  <ns2:creationId id="{348E8F00-EA7A-A8B1-54B4-785B6FF5F5A8}"/>
                </a:ext>
              </a:extLst>
            </p:cNvPr>
            <p:cNvCxnSpPr>
              <a:cxnSpLocks/>
            </p:cNvCxnSpPr>
            <p:nvPr/>
          </p:nvCxnSpPr>
          <p:spPr>
            <a:xfrm>
              <a:off x="7398887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コネクタ 130">
              <a:extLst>
                <a:ext uri="{FF2B5EF4-FFF2-40B4-BE49-F238E27FC236}">
                  <ns2:creationId id="{EFF09F91-1606-EC97-2B11-B3AACBC5E581}"/>
                </a:ext>
              </a:extLst>
            </p:cNvPr>
            <p:cNvCxnSpPr>
              <a:cxnSpLocks/>
            </p:cNvCxnSpPr>
            <p:nvPr/>
          </p:nvCxnSpPr>
          <p:spPr>
            <a:xfrm>
              <a:off x="9321538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DCC23420-4D86-F34A-ED66-DBC75D5053A5}"/>
                </a:ext>
              </a:extLst>
            </p:cNvPr>
            <p:cNvGrpSpPr/>
            <p:nvPr/>
          </p:nvGrpSpPr>
          <p:grpSpPr>
            <a:xfrm>
              <a:off x="7802058" y="2283868"/>
              <a:ext cx="1068850" cy="408994"/>
              <a:chOff x="7832043" y="2283868"/>
              <a:chExt cx="1216198" cy="408994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E1D0AF79-87BF-1C1C-A0D4-3C701312AF23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387A3451-0FAF-0227-7506-0E015B30090B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ns2:creationId id="{94022880-758D-1E2A-883A-A4B0D6109DF3}"/>
                </a:ext>
              </a:extLst>
            </p:cNvPr>
            <p:cNvGrpSpPr/>
            <p:nvPr/>
          </p:nvGrpSpPr>
          <p:grpSpPr>
            <a:xfrm>
              <a:off x="9724708" y="2283868"/>
              <a:ext cx="1068850" cy="408994"/>
              <a:chOff x="7832043" y="2283868"/>
              <a:chExt cx="1216198" cy="408994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4DECE56B-6F4C-554C-9C88-3AD110CFC314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394842EB-1D05-DA04-A3DD-F51DAE4546AE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137" name="グラフィックス 136" descr="ワークフロー 単色塗りつぶし">
              <a:extLst>
                <a:ext uri="{FF2B5EF4-FFF2-40B4-BE49-F238E27FC236}">
                  <ns2:creationId id="{C641CB67-AF48-3401-F1EC-EB7E4AED3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086845" y="3002749"/>
              <a:ext cx="499274" cy="499274"/>
            </a:xfrm>
            <a:prstGeom prst="rect">
              <a:avLst/>
            </a:prstGeom>
          </p:spPr>
        </p:pic>
        <p:pic>
          <p:nvPicPr>
            <p:cNvPr id="138" name="グラフィックス 137" descr="フローチャート 単色塗りつぶし">
              <a:extLst>
                <a:ext uri="{FF2B5EF4-FFF2-40B4-BE49-F238E27FC236}">
                  <ns2:creationId id="{24D054DA-BDB0-3269-A43A-8702608474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0009497" y="3002749"/>
              <a:ext cx="499274" cy="499274"/>
            </a:xfrm>
            <a:prstGeom prst="rect">
              <a:avLst/>
            </a:prstGeom>
          </p:spPr>
        </p:pic>
        <p:pic>
          <p:nvPicPr>
            <p:cNvPr id="139" name="グラフィックス 138" descr="キー 単色塗りつぶし">
              <a:extLst>
                <a:ext uri="{FF2B5EF4-FFF2-40B4-BE49-F238E27FC236}">
                  <ns2:creationId id="{6EF0E355-510B-8561-ADBD-0C71B79C51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6830440" y="2389976"/>
              <a:ext cx="499274" cy="499274"/>
            </a:xfrm>
            <a:prstGeom prst="rect">
              <a:avLst/>
            </a:prstGeom>
          </p:spPr>
        </p:pic>
        <p:pic>
          <p:nvPicPr>
            <p:cNvPr id="140" name="グラフィックス 139" descr="指数的グラフ 単色塗りつぶし">
              <a:extLst>
                <a:ext uri="{FF2B5EF4-FFF2-40B4-BE49-F238E27FC236}">
                  <ns2:creationId id="{A04BD3AD-2F15-5FAF-24D8-94E2C95F11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6830440" y="3559030"/>
              <a:ext cx="499274" cy="499274"/>
            </a:xfrm>
            <a:prstGeom prst="rect">
              <a:avLst/>
            </a:prstGeom>
          </p:spPr>
        </p:pic>
        <p:pic>
          <p:nvPicPr>
            <p:cNvPr id="141" name="グラフィックス 140" descr="ドキュメント 単色塗りつぶし">
              <a:extLst>
                <a:ext uri="{FF2B5EF4-FFF2-40B4-BE49-F238E27FC236}">
                  <ns2:creationId id="{2925BD39-64A3-1CE0-FDA9-CE915B6CC8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6830440" y="4951186"/>
              <a:ext cx="499274" cy="499274"/>
            </a:xfrm>
            <a:prstGeom prst="rect">
              <a:avLst/>
            </a:prstGeom>
          </p:spPr>
        </p:pic>
        <p:pic>
          <p:nvPicPr>
            <p:cNvPr id="144" name="グラフィックス 143" descr="熱望 単色塗りつぶし">
              <a:extLst>
                <a:ext uri="{FF2B5EF4-FFF2-40B4-BE49-F238E27FC236}">
                  <ns2:creationId id="{350D894B-253E-01EF-4BFE-38B84F3A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830440" y="5809451"/>
              <a:ext cx="499274" cy="499274"/>
            </a:xfrm>
            <a:prstGeom prst="rect">
              <a:avLst/>
            </a:prstGeom>
          </p:spPr>
        </p:pic>
        <p:grpSp>
          <p:nvGrpSpPr>
            <p:cNvPr id="150" name="グループ化 149">
              <a:extLst>
                <a:ext uri="{FF2B5EF4-FFF2-40B4-BE49-F238E27FC236}">
                  <ns2:creationId id="{9DB5CDEA-582E-EDB0-DE07-907EE2F36C88}"/>
                </a:ext>
              </a:extLst>
            </p:cNvPr>
            <p:cNvGrpSpPr/>
            <p:nvPr/>
          </p:nvGrpSpPr>
          <p:grpSpPr>
            <a:xfrm>
              <a:off x="7398889" y="5478708"/>
              <a:ext cx="3797843" cy="0"/>
              <a:chOff x="7398889" y="5478708"/>
              <a:chExt cx="3797843" cy="0"/>
            </a:xfrm>
          </p:grpSpPr>
          <p:cxnSp>
            <p:nvCxnSpPr>
              <p:cNvPr id="147" name="直線コネクタ 146">
                <a:extLst>
                  <a:ext uri="{FF2B5EF4-FFF2-40B4-BE49-F238E27FC236}">
                    <ns2:creationId id="{BF185F49-30F0-C2EC-13F4-17DEEA5525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コネクタ 147">
                <a:extLst>
                  <a:ext uri="{FF2B5EF4-FFF2-40B4-BE49-F238E27FC236}">
                    <ns2:creationId id="{C70FFB5B-4D21-B037-52CA-21C4329A6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9" name="四角形: 角を丸くする 148">
              <a:extLst>
                <a:ext uri="{FF2B5EF4-FFF2-40B4-BE49-F238E27FC236}">
                  <ns2:creationId id="{07BDEA65-7BA8-2E24-118A-37BC8B5B9716}"/>
                </a:ext>
              </a:extLst>
            </p:cNvPr>
            <p:cNvSpPr/>
            <p:nvPr/>
          </p:nvSpPr>
          <p:spPr>
            <a:xfrm>
              <a:off x="6354668" y="4114800"/>
              <a:ext cx="4889513" cy="1335660"/>
            </a:xfrm>
            <a:prstGeom prst="roundRect">
              <a:avLst>
                <a:gd name="adj" fmla="val 5475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1" name="グループ化 150">
              <a:extLst>
                <a:ext uri="{FF2B5EF4-FFF2-40B4-BE49-F238E27FC236}">
                  <ns2:creationId id="{BEA567D5-5096-F092-9EE6-75F5FF58238D}"/>
                </a:ext>
              </a:extLst>
            </p:cNvPr>
            <p:cNvGrpSpPr/>
            <p:nvPr/>
          </p:nvGrpSpPr>
          <p:grpSpPr>
            <a:xfrm>
              <a:off x="7398889" y="4086552"/>
              <a:ext cx="3797843" cy="0"/>
              <a:chOff x="7398889" y="5478708"/>
              <a:chExt cx="3797843" cy="0"/>
            </a:xfrm>
          </p:grpSpPr>
          <p:cxnSp>
            <p:nvCxnSpPr>
              <p:cNvPr id="152" name="直線コネクタ 151">
                <a:extLst>
                  <a:ext uri="{FF2B5EF4-FFF2-40B4-BE49-F238E27FC236}">
                    <ns2:creationId id="{43D1E684-0CA3-0794-72C8-FE6F3AF4D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BCFDC927-FC33-5E9A-CBE4-56C0AEB0A4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グループ化 155">
              <a:extLst>
                <a:ext uri="{FF2B5EF4-FFF2-40B4-BE49-F238E27FC236}">
                  <ns2:creationId id="{93FB9399-7D4E-8308-CDE6-1C2830B040CD}"/>
                </a:ext>
              </a:extLst>
            </p:cNvPr>
            <p:cNvGrpSpPr/>
            <p:nvPr/>
          </p:nvGrpSpPr>
          <p:grpSpPr>
            <a:xfrm>
              <a:off x="11433175" y="4054104"/>
              <a:ext cx="300502" cy="1457051"/>
              <a:chOff x="11433175" y="4166872"/>
              <a:chExt cx="300502" cy="1457051"/>
            </a:xfrm>
          </p:grpSpPr>
          <p:sp>
            <p:nvSpPr>
              <p:cNvPr id="154" name="正方形/長方形 153">
                <a:extLst>
                  <a:ext uri="{FF2B5EF4-FFF2-40B4-BE49-F238E27FC236}">
                    <ns2:creationId id="{74AFA01E-4E7B-0568-64B6-4D3DBCFC7A6B}"/>
                  </a:ext>
                </a:extLst>
              </p:cNvPr>
              <p:cNvSpPr/>
              <p:nvPr/>
            </p:nvSpPr>
            <p:spPr>
              <a:xfrm>
                <a:off x="11433175" y="4467374"/>
                <a:ext cx="300502" cy="115654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5" name="グラフィックス 154" descr="右向き指示マーク 単色塗りつぶし">
                <a:extLst>
                  <a:ext uri="{FF2B5EF4-FFF2-40B4-BE49-F238E27FC236}">
                    <ns2:creationId id="{D8EC332C-11EC-585D-81F9-3340DACA2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11433175" y="4166872"/>
                <a:ext cx="300502" cy="300502"/>
              </a:xfrm>
              <a:prstGeom prst="rect">
                <a:avLst/>
              </a:prstGeom>
            </p:spPr>
          </p:pic>
        </p:grpSp>
        <p:cxnSp>
          <p:nvCxnSpPr>
            <p:cNvPr id="158" name="直線矢印コネクタ 157">
              <a:extLst>
                <a:ext uri="{FF2B5EF4-FFF2-40B4-BE49-F238E27FC236}">
                  <ns2:creationId id="{4F775243-3AC8-D9CE-4FE1-8EE4E1AFB8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244181" y="4782629"/>
              <a:ext cx="188994" cy="1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416370829"/>
      </p:ext>
    </p:extLst>
  </p:cSld>
  <p:clrMapOvr>
    <a:masterClrMapping/>
  </p:clrMapOvr>
</p:sld>
</file>

<file path=ppt/slides/slide19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8CC74E-A855-7B17-D80F-667D9894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E35C5E-09E3-11C2-6F6D-A55B7D9F1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 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AB7FBF2-1765-F79B-1209-5203D0000F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6" name="グループ化 105">
            <a:extLst>
              <a:ext uri="{FF2B5EF4-FFF2-40B4-BE49-F238E27FC236}">
                <ns2:creationId id="{319D26E1-2685-0C17-6072-7ADFA63B7969}"/>
              </a:ext>
            </a:extLst>
          </p:cNvPr>
          <p:cNvGrpSpPr/>
          <p:nvPr/>
        </p:nvGrpSpPr>
        <p:grpSpPr>
          <a:xfrm>
            <a:off x="371475" y="1636607"/>
            <a:ext cx="11489595" cy="4672117"/>
            <a:chOff x="371475" y="1636607"/>
            <a:chExt cx="11489595" cy="4672117"/>
          </a:xfrm>
        </p:grpSpPr>
        <p:grpSp>
          <p:nvGrpSpPr>
            <p:cNvPr id="103" name="グループ化 102">
              <a:extLst>
                <a:ext uri="{FF2B5EF4-FFF2-40B4-BE49-F238E27FC236}">
                  <ns2:creationId id="{259E8384-FBA4-94FE-9FDD-16F6BA1A4F62}"/>
                </a:ext>
              </a:extLst>
            </p:cNvPr>
            <p:cNvGrpSpPr/>
            <p:nvPr/>
          </p:nvGrpSpPr>
          <p:grpSpPr>
            <a:xfrm>
              <a:off x="371475" y="1636607"/>
              <a:ext cx="11489595" cy="4672117"/>
              <a:chOff x="371475" y="1636607"/>
              <a:chExt cx="11489595" cy="4672117"/>
            </a:xfrm>
          </p:grpSpPr>
          <p:cxnSp>
            <p:nvCxnSpPr>
              <p:cNvPr id="6" name="直線コネクタ 5">
                <a:extLst>
                  <a:ext uri="{FF2B5EF4-FFF2-40B4-BE49-F238E27FC236}">
                    <ns2:creationId id="{7B8469C4-1D8A-683B-8438-842E08D441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32592" y="2041949"/>
                <a:ext cx="224857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テキスト ボックス 6">
                <a:extLst>
                  <a:ext uri="{FF2B5EF4-FFF2-40B4-BE49-F238E27FC236}">
                    <ns2:creationId id="{AA18F3EF-EC6C-6C16-895D-67AE94E52E09}"/>
                  </a:ext>
                </a:extLst>
              </p:cNvPr>
              <p:cNvSpPr txBox="1"/>
              <p:nvPr/>
            </p:nvSpPr>
            <p:spPr>
              <a:xfrm>
                <a:off x="3132591" y="1636607"/>
                <a:ext cx="2248579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10" name="グラフィックス 9" descr="フローチャート 枠線">
                <a:extLst>
                  <a:ext uri="{FF2B5EF4-FFF2-40B4-BE49-F238E27FC236}">
                    <ns2:creationId id="{913D1D00-06CE-7C0D-4ED5-DED3209F35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502707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13" name="Freeform 22">
                <a:extLst>
                  <a:ext uri="{FF2B5EF4-FFF2-40B4-BE49-F238E27FC236}">
                    <ns2:creationId id="{2AEE59A2-79E9-08C0-DD56-22DC1775EA4C}"/>
                  </a:ext>
                </a:extLst>
              </p:cNvPr>
              <p:cNvSpPr/>
              <p:nvPr/>
            </p:nvSpPr>
            <p:spPr>
              <a:xfrm>
                <a:off x="1462607" y="2167467"/>
                <a:ext cx="479345" cy="745823"/>
              </a:xfrm>
              <a:custGeom>
                <a:avLst/>
                <a:gdLst>
                  <a:gd name="connsiteX0" fmla="*/ 493467 w 986934"/>
                  <a:gd name="connsiteY0" fmla="*/ 0 h 801098"/>
                  <a:gd name="connsiteX1" fmla="*/ 986934 w 986934"/>
                  <a:gd name="connsiteY1" fmla="*/ 801098 h 801098"/>
                  <a:gd name="connsiteX2" fmla="*/ 0 w 986934"/>
                  <a:gd name="connsiteY2" fmla="*/ 801098 h 801098"/>
                  <a:gd name="connsiteX3" fmla="*/ 493467 w 986934"/>
                  <a:gd name="connsiteY3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6934" h="801098">
                    <a:moveTo>
                      <a:pt x="493467" y="0"/>
                    </a:moveTo>
                    <a:lnTo>
                      <a:pt x="986934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06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4" name="Freeform 20">
                <a:extLst>
                  <a:ext uri="{FF2B5EF4-FFF2-40B4-BE49-F238E27FC236}">
                    <ns2:creationId id="{ECC931C2-B197-49C8-178B-8DBAB13E7D0C}"/>
                  </a:ext>
                </a:extLst>
              </p:cNvPr>
              <p:cNvSpPr/>
              <p:nvPr/>
            </p:nvSpPr>
            <p:spPr>
              <a:xfrm>
                <a:off x="1189824" y="3016325"/>
                <a:ext cx="1024909" cy="745823"/>
              </a:xfrm>
              <a:custGeom>
                <a:avLst/>
                <a:gdLst>
                  <a:gd name="connsiteX0" fmla="*/ 493467 w 2110213"/>
                  <a:gd name="connsiteY0" fmla="*/ 0 h 801098"/>
                  <a:gd name="connsiteX1" fmla="*/ 1616746 w 2110213"/>
                  <a:gd name="connsiteY1" fmla="*/ 0 h 801098"/>
                  <a:gd name="connsiteX2" fmla="*/ 2110213 w 2110213"/>
                  <a:gd name="connsiteY2" fmla="*/ 801098 h 801098"/>
                  <a:gd name="connsiteX3" fmla="*/ 0 w 2110213"/>
                  <a:gd name="connsiteY3" fmla="*/ 801098 h 801098"/>
                  <a:gd name="connsiteX4" fmla="*/ 493467 w 2110213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0213" h="801098">
                    <a:moveTo>
                      <a:pt x="493467" y="0"/>
                    </a:moveTo>
                    <a:lnTo>
                      <a:pt x="1616746" y="0"/>
                    </a:lnTo>
                    <a:lnTo>
                      <a:pt x="2110213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9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Freeform 19">
                <a:extLst>
                  <a:ext uri="{FF2B5EF4-FFF2-40B4-BE49-F238E27FC236}">
                    <ns2:creationId id="{4501C6EA-E89D-6826-D15B-A053BB9A0D0C}"/>
                  </a:ext>
                </a:extLst>
              </p:cNvPr>
              <p:cNvSpPr/>
              <p:nvPr/>
            </p:nvSpPr>
            <p:spPr>
              <a:xfrm>
                <a:off x="917041" y="3865184"/>
                <a:ext cx="1570474" cy="745823"/>
              </a:xfrm>
              <a:custGeom>
                <a:avLst/>
                <a:gdLst>
                  <a:gd name="connsiteX0" fmla="*/ 493467 w 3233491"/>
                  <a:gd name="connsiteY0" fmla="*/ 0 h 801098"/>
                  <a:gd name="connsiteX1" fmla="*/ 2740024 w 3233491"/>
                  <a:gd name="connsiteY1" fmla="*/ 0 h 801098"/>
                  <a:gd name="connsiteX2" fmla="*/ 3233491 w 3233491"/>
                  <a:gd name="connsiteY2" fmla="*/ 801098 h 801098"/>
                  <a:gd name="connsiteX3" fmla="*/ 0 w 3233491"/>
                  <a:gd name="connsiteY3" fmla="*/ 801098 h 801098"/>
                  <a:gd name="connsiteX4" fmla="*/ 493467 w 3233491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3491" h="801098">
                    <a:moveTo>
                      <a:pt x="493467" y="0"/>
                    </a:moveTo>
                    <a:lnTo>
                      <a:pt x="2740024" y="0"/>
                    </a:lnTo>
                    <a:lnTo>
                      <a:pt x="3233491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0" name="Freeform 18">
                <a:extLst>
                  <a:ext uri="{FF2B5EF4-FFF2-40B4-BE49-F238E27FC236}">
                    <ns2:creationId id="{26C8D925-05F6-1C6C-0F2D-03CFCAE752A5}"/>
                  </a:ext>
                </a:extLst>
              </p:cNvPr>
              <p:cNvSpPr/>
              <p:nvPr/>
            </p:nvSpPr>
            <p:spPr>
              <a:xfrm>
                <a:off x="644259" y="4714041"/>
                <a:ext cx="2116040" cy="745823"/>
              </a:xfrm>
              <a:custGeom>
                <a:avLst/>
                <a:gdLst>
                  <a:gd name="connsiteX0" fmla="*/ 493467 w 4356770"/>
                  <a:gd name="connsiteY0" fmla="*/ 0 h 801098"/>
                  <a:gd name="connsiteX1" fmla="*/ 3863303 w 4356770"/>
                  <a:gd name="connsiteY1" fmla="*/ 0 h 801098"/>
                  <a:gd name="connsiteX2" fmla="*/ 4356770 w 4356770"/>
                  <a:gd name="connsiteY2" fmla="*/ 801098 h 801098"/>
                  <a:gd name="connsiteX3" fmla="*/ 0 w 4356770"/>
                  <a:gd name="connsiteY3" fmla="*/ 801098 h 801098"/>
                  <a:gd name="connsiteX4" fmla="*/ 493467 w 4356770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6770" h="801098">
                    <a:moveTo>
                      <a:pt x="493467" y="0"/>
                    </a:moveTo>
                    <a:lnTo>
                      <a:pt x="3863303" y="0"/>
                    </a:lnTo>
                    <a:lnTo>
                      <a:pt x="4356770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2" name="Freeform 17">
                <a:extLst>
                  <a:ext uri="{FF2B5EF4-FFF2-40B4-BE49-F238E27FC236}">
                    <ns2:creationId id="{E3E31D15-0368-91B2-2222-014E0458E5E5}"/>
                  </a:ext>
                </a:extLst>
              </p:cNvPr>
              <p:cNvSpPr/>
              <p:nvPr/>
            </p:nvSpPr>
            <p:spPr>
              <a:xfrm>
                <a:off x="371475" y="5562900"/>
                <a:ext cx="2661606" cy="745824"/>
              </a:xfrm>
              <a:custGeom>
                <a:avLst/>
                <a:gdLst>
                  <a:gd name="connsiteX0" fmla="*/ 493468 w 5480051"/>
                  <a:gd name="connsiteY0" fmla="*/ 0 h 801099"/>
                  <a:gd name="connsiteX1" fmla="*/ 4986583 w 5480051"/>
                  <a:gd name="connsiteY1" fmla="*/ 0 h 801099"/>
                  <a:gd name="connsiteX2" fmla="*/ 5480051 w 5480051"/>
                  <a:gd name="connsiteY2" fmla="*/ 801099 h 801099"/>
                  <a:gd name="connsiteX3" fmla="*/ 0 w 5480051"/>
                  <a:gd name="connsiteY3" fmla="*/ 801099 h 801099"/>
                  <a:gd name="connsiteX4" fmla="*/ 493468 w 5480051"/>
                  <a:gd name="connsiteY4" fmla="*/ 0 h 801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801099">
                    <a:moveTo>
                      <a:pt x="493468" y="0"/>
                    </a:moveTo>
                    <a:lnTo>
                      <a:pt x="4986583" y="0"/>
                    </a:lnTo>
                    <a:lnTo>
                      <a:pt x="5480051" y="801099"/>
                    </a:lnTo>
                    <a:lnTo>
                      <a:pt x="0" y="801099"/>
                    </a:lnTo>
                    <a:lnTo>
                      <a:pt x="493468" y="0"/>
                    </a:lnTo>
                    <a:close/>
                  </a:path>
                </a:pathLst>
              </a:custGeom>
              <a:solidFill>
                <a:srgbClr val="008000">
                  <a:alpha val="6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6" name="楕円 45">
                <a:extLst>
                  <a:ext uri="{FF2B5EF4-FFF2-40B4-BE49-F238E27FC236}">
                    <ns2:creationId id="{183DDDF0-2D24-05E7-3593-E15F5A33AFC2}"/>
                  </a:ext>
                </a:extLst>
              </p:cNvPr>
              <p:cNvSpPr/>
              <p:nvPr/>
            </p:nvSpPr>
            <p:spPr>
              <a:xfrm>
                <a:off x="1567541" y="2592787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楕円 46">
                <a:extLst>
                  <a:ext uri="{FF2B5EF4-FFF2-40B4-BE49-F238E27FC236}">
                    <ns2:creationId id="{FDB8F3AD-CA81-2A46-1DD8-525D089FF85C}"/>
                  </a:ext>
                </a:extLst>
              </p:cNvPr>
              <p:cNvSpPr/>
              <p:nvPr/>
            </p:nvSpPr>
            <p:spPr>
              <a:xfrm>
                <a:off x="1567541" y="3254499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楕円 48">
                <a:extLst>
                  <a:ext uri="{FF2B5EF4-FFF2-40B4-BE49-F238E27FC236}">
                    <ns2:creationId id="{79590B90-5EC4-4D8B-D580-B69A722E97BC}"/>
                  </a:ext>
                </a:extLst>
              </p:cNvPr>
              <p:cNvSpPr/>
              <p:nvPr/>
            </p:nvSpPr>
            <p:spPr>
              <a:xfrm>
                <a:off x="1567541" y="4103358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楕円 49">
                <a:extLst>
                  <a:ext uri="{FF2B5EF4-FFF2-40B4-BE49-F238E27FC236}">
                    <ns2:creationId id="{AC55BBD1-0583-96AF-E652-9662FD6EEA02}"/>
                  </a:ext>
                </a:extLst>
              </p:cNvPr>
              <p:cNvSpPr/>
              <p:nvPr/>
            </p:nvSpPr>
            <p:spPr>
              <a:xfrm>
                <a:off x="1567541" y="495221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楕円 53">
                <a:extLst>
                  <a:ext uri="{FF2B5EF4-FFF2-40B4-BE49-F238E27FC236}">
                    <ns2:creationId id="{EA50B4F5-4B7A-AB88-5EEC-1069241D4B91}"/>
                  </a:ext>
                </a:extLst>
              </p:cNvPr>
              <p:cNvSpPr/>
              <p:nvPr/>
            </p:nvSpPr>
            <p:spPr>
              <a:xfrm>
                <a:off x="1567541" y="580107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Freeform 22">
                <a:extLst>
                  <a:ext uri="{FF2B5EF4-FFF2-40B4-BE49-F238E27FC236}">
                    <ns2:creationId id="{3E216519-43CF-0502-A046-5BE6D8816CD3}"/>
                  </a:ext>
                </a:extLst>
              </p:cNvPr>
              <p:cNvSpPr/>
              <p:nvPr/>
            </p:nvSpPr>
            <p:spPr>
              <a:xfrm>
                <a:off x="3132591" y="2167467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58" name="Freeform 20">
                <a:extLst>
                  <a:ext uri="{FF2B5EF4-FFF2-40B4-BE49-F238E27FC236}">
                    <ns2:creationId id="{96BA0185-9FC7-3179-0249-44D725ED132E}"/>
                  </a:ext>
                </a:extLst>
              </p:cNvPr>
              <p:cNvSpPr/>
              <p:nvPr/>
            </p:nvSpPr>
            <p:spPr>
              <a:xfrm>
                <a:off x="3132591" y="3016325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(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)</a:t>
                </a:r>
                <a:endParaRPr lang="ja-JP" altLang="en-US" sz="1600" dirty="0">
                  <a:solidFill>
                    <a:srgbClr val="008000"/>
                  </a:solidFill>
                  <a:latin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Freeform 19">
                <a:extLst>
                  <a:ext uri="{FF2B5EF4-FFF2-40B4-BE49-F238E27FC236}">
                    <ns2:creationId id="{C5674A15-90C2-68E0-B2D2-FCD3920001C7}"/>
                  </a:ext>
                </a:extLst>
              </p:cNvPr>
              <p:cNvSpPr/>
              <p:nvPr/>
            </p:nvSpPr>
            <p:spPr>
              <a:xfrm>
                <a:off x="3132591" y="3865182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1" name="Freeform 18">
                <a:extLst>
                  <a:ext uri="{FF2B5EF4-FFF2-40B4-BE49-F238E27FC236}">
                    <ns2:creationId id="{9AEAC525-FFB9-14CC-5C59-AB690F34BE18}"/>
                  </a:ext>
                </a:extLst>
              </p:cNvPr>
              <p:cNvSpPr/>
              <p:nvPr/>
            </p:nvSpPr>
            <p:spPr>
              <a:xfrm>
                <a:off x="3132591" y="4714041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3" name="Freeform 17">
                <a:extLst>
                  <a:ext uri="{FF2B5EF4-FFF2-40B4-BE49-F238E27FC236}">
                    <ns2:creationId id="{415E1E31-413F-4579-17D5-44743D4FDCAE}"/>
                  </a:ext>
                </a:extLst>
              </p:cNvPr>
              <p:cNvSpPr/>
              <p:nvPr/>
            </p:nvSpPr>
            <p:spPr>
              <a:xfrm>
                <a:off x="3132591" y="5562900"/>
                <a:ext cx="2248579" cy="74582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AC043D57-0BDF-0A40-2321-A7FBA82AA1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6649" y="2041949"/>
                <a:ext cx="638039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テキスト ボックス 64">
                <a:extLst>
                  <a:ext uri="{FF2B5EF4-FFF2-40B4-BE49-F238E27FC236}">
                    <ns2:creationId id="{A248431B-A40C-8E6E-32BA-7FF07D6A67DE}"/>
                  </a:ext>
                </a:extLst>
              </p:cNvPr>
              <p:cNvSpPr txBox="1"/>
              <p:nvPr/>
            </p:nvSpPr>
            <p:spPr>
              <a:xfrm>
                <a:off x="5476648" y="1636607"/>
                <a:ext cx="6380390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66" name="グラフィックス 65" descr="鉛筆 枠線">
                <a:extLst>
                  <a:ext uri="{FF2B5EF4-FFF2-40B4-BE49-F238E27FC236}">
                    <ns2:creationId id="{7DB7267A-DC9D-9685-36CD-75F6695FA3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061644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69" name="Freeform 22">
                <a:extLst>
                  <a:ext uri="{FF2B5EF4-FFF2-40B4-BE49-F238E27FC236}">
                    <ns2:creationId id="{8553A07F-452D-FFAF-D4E0-4C038AED9045}"/>
                  </a:ext>
                </a:extLst>
              </p:cNvPr>
              <p:cNvSpPr/>
              <p:nvPr/>
            </p:nvSpPr>
            <p:spPr>
              <a:xfrm>
                <a:off x="5480680" y="2167467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0" name="Freeform 20">
                <a:extLst>
                  <a:ext uri="{FF2B5EF4-FFF2-40B4-BE49-F238E27FC236}">
                    <ns2:creationId id="{DED6C629-CB8B-E05E-0EF8-0B4A5D2A9E09}"/>
                  </a:ext>
                </a:extLst>
              </p:cNvPr>
              <p:cNvSpPr/>
              <p:nvPr/>
            </p:nvSpPr>
            <p:spPr>
              <a:xfrm>
                <a:off x="5480680" y="3016326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ea typeface="Meiryo" panose="020B0604030504040204" pitchFamily="34" charset="-128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1" name="Freeform 19">
                <a:extLst>
                  <a:ext uri="{FF2B5EF4-FFF2-40B4-BE49-F238E27FC236}">
                    <ns2:creationId id="{CDA70D3D-4D95-0B51-1561-8D13F704586B}"/>
                  </a:ext>
                </a:extLst>
              </p:cNvPr>
              <p:cNvSpPr/>
              <p:nvPr/>
            </p:nvSpPr>
            <p:spPr>
              <a:xfrm>
                <a:off x="5480680" y="3865185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2" name="Freeform 18">
                <a:extLst>
                  <a:ext uri="{FF2B5EF4-FFF2-40B4-BE49-F238E27FC236}">
                    <ns2:creationId id="{41F7FA89-5895-DEDE-450A-FE6DE568ABF5}"/>
                  </a:ext>
                </a:extLst>
              </p:cNvPr>
              <p:cNvSpPr/>
              <p:nvPr/>
            </p:nvSpPr>
            <p:spPr>
              <a:xfrm>
                <a:off x="5480680" y="4714044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7" name="Freeform 17">
                <a:extLst>
                  <a:ext uri="{FF2B5EF4-FFF2-40B4-BE49-F238E27FC236}">
                    <ns2:creationId id="{2864BB09-2DAF-A959-049C-974396BE84AF}"/>
                  </a:ext>
                </a:extLst>
              </p:cNvPr>
              <p:cNvSpPr/>
              <p:nvPr/>
            </p:nvSpPr>
            <p:spPr>
              <a:xfrm>
                <a:off x="5480680" y="5562900"/>
                <a:ext cx="6380390" cy="745824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en-US" altLang="ja-JP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※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85" name="直線コネクタ 84">
                <a:extLst>
                  <a:ext uri="{FF2B5EF4-FFF2-40B4-BE49-F238E27FC236}">
                    <ns2:creationId id="{AEE37BC6-1B1B-CE25-30EF-B404A508B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2964808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46B2E7EF-41A0-77B9-21C9-E20B3713C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3813667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CCEC4BEA-EBD5-9934-4438-E9C1C18AC8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4662526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BEBC8A33-07E3-A4B2-7CDD-9CDE9F6685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5511385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3888E142-9CAE-93A9-B5E2-43FEDE01F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66383" y="2964808"/>
                <a:ext cx="116620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線コネクタ 93">
                <a:extLst>
                  <a:ext uri="{FF2B5EF4-FFF2-40B4-BE49-F238E27FC236}">
                    <ns2:creationId id="{01DFC8D8-CDF6-AC74-D6A9-1E1BB8B587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9433" y="3813667"/>
                <a:ext cx="89315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5E65E2D8-8E59-4599-8CF0-01E58CD7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4017" y="4662526"/>
                <a:ext cx="62857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線コネクタ 95">
                <a:extLst>
                  <a:ext uri="{FF2B5EF4-FFF2-40B4-BE49-F238E27FC236}">
                    <ns2:creationId id="{95AB3835-30A7-F709-421E-2594ADC65C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0299" y="5511385"/>
                <a:ext cx="3722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4" name="四角形: 角を丸くする 103">
              <a:extLst>
                <a:ext uri="{FF2B5EF4-FFF2-40B4-BE49-F238E27FC236}">
                  <ns2:creationId id="{963CB21B-28A4-0760-6063-A9ECBA838CB3}"/>
                </a:ext>
              </a:extLst>
            </p:cNvPr>
            <p:cNvSpPr/>
            <p:nvPr/>
          </p:nvSpPr>
          <p:spPr>
            <a:xfrm>
              <a:off x="3132592" y="4714038"/>
              <a:ext cx="8724446" cy="1569071"/>
            </a:xfrm>
            <a:prstGeom prst="roundRect">
              <a:avLst>
                <a:gd name="adj" fmla="val 4589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3159676202"/>
      </p:ext>
    </p:extLst>
  </p:cSld>
  <p:clrMapOvr>
    <a:masterClrMapping/>
  </p:clrMapOvr>
</p:sld>
</file>

<file path=ppt/slides/slide19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8380B6-6C70-11FA-4021-E2755C48D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EC2DC4-364A-2005-B7AF-D97FF68C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504B72A-B9EC-BC56-0502-F31C686910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" name="グループ化 9">
            <a:extLst>
              <a:ext uri="{FF2B5EF4-FFF2-40B4-BE49-F238E27FC236}">
                <ns2:creationId id="{76459F92-B2D8-CB5B-4D82-B28663346349}"/>
              </a:ext>
            </a:extLst>
          </p:cNvPr>
          <p:cNvGrpSpPr/>
          <p:nvPr/>
        </p:nvGrpSpPr>
        <p:grpSpPr>
          <a:xfrm>
            <a:off x="334965" y="1629349"/>
            <a:ext cx="5650969" cy="859851"/>
            <a:chOff x="334965" y="1629349"/>
            <a:chExt cx="5650969" cy="859851"/>
          </a:xfrm>
        </p:grpSpPr>
        <p:sp>
          <p:nvSpPr>
            <p:cNvPr id="6" name="テキスト ボックス 5">
              <a:extLst>
                <a:ext uri="{FF2B5EF4-FFF2-40B4-BE49-F238E27FC236}">
                  <ns2:creationId id="{B41AEDF7-D11A-8CE7-FB07-A2E1B701B939}"/>
                </a:ext>
              </a:extLst>
            </p:cNvPr>
            <p:cNvSpPr txBox="1"/>
            <p:nvPr/>
          </p:nvSpPr>
          <p:spPr>
            <a:xfrm>
              <a:off x="334965" y="1629349"/>
              <a:ext cx="5650969" cy="859851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  <a:r>
                <a:rPr kumimoji="1" lang="en-US" altLang="ja-JP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7" name="グラフィックス 6" descr="ブレーンストーミング 単色塗りつぶし">
              <a:extLst>
                <a:ext uri="{FF2B5EF4-FFF2-40B4-BE49-F238E27FC236}">
                  <ns2:creationId id="{F3F5C76A-612C-CC2E-9B05-75B0EF1446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402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458" name="グループ化 457">
            <a:extLst>
              <a:ext uri="{FF2B5EF4-FFF2-40B4-BE49-F238E27FC236}">
                <ns2:creationId id="{BD3D8ABA-0A8E-AB84-91D8-E55A67C7205C}"/>
              </a:ext>
            </a:extLst>
          </p:cNvPr>
          <p:cNvGrpSpPr/>
          <p:nvPr/>
        </p:nvGrpSpPr>
        <p:grpSpPr>
          <a:xfrm>
            <a:off x="6206067" y="1629349"/>
            <a:ext cx="5650969" cy="859851"/>
            <a:chOff x="6206067" y="1629349"/>
            <a:chExt cx="5650969" cy="859851"/>
          </a:xfrm>
        </p:grpSpPr>
        <p:sp>
          <p:nvSpPr>
            <p:cNvPr id="4" name="テキスト ボックス 3">
              <a:extLst>
                <a:ext uri="{FF2B5EF4-FFF2-40B4-BE49-F238E27FC236}">
                  <ns2:creationId id="{4EDE91A6-77D1-EE64-9DA3-516BB4D0A7C2}"/>
                </a:ext>
              </a:extLst>
            </p:cNvPr>
            <p:cNvSpPr txBox="1"/>
            <p:nvPr/>
          </p:nvSpPr>
          <p:spPr>
            <a:xfrm>
              <a:off x="6206067" y="1629349"/>
              <a:ext cx="5650969" cy="85985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9" name="グラフィックス 8" descr="コンパス 単色塗りつぶし">
              <a:extLst>
                <a:ext uri="{FF2B5EF4-FFF2-40B4-BE49-F238E27FC236}">
                  <ns2:creationId id="{0DCA2B70-8D8A-7D68-5F7B-D91C6CC404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625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318" name="グループ化 317">
            <a:extLst>
              <a:ext uri="{FF2B5EF4-FFF2-40B4-BE49-F238E27FC236}">
                <ns2:creationId id="{E699ECBE-3C77-85E8-A662-A55238AA880F}"/>
              </a:ext>
            </a:extLst>
          </p:cNvPr>
          <p:cNvGrpSpPr/>
          <p:nvPr/>
        </p:nvGrpSpPr>
        <p:grpSpPr>
          <a:xfrm>
            <a:off x="339691" y="2529343"/>
            <a:ext cx="5646243" cy="3779382"/>
            <a:chOff x="339691" y="2529343"/>
            <a:chExt cx="5646243" cy="3779382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080834FD-815E-0423-C7C6-5DB645444002}"/>
                </a:ext>
              </a:extLst>
            </p:cNvPr>
            <p:cNvSpPr/>
            <p:nvPr/>
          </p:nvSpPr>
          <p:spPr>
            <a:xfrm>
              <a:off x="294685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A7C4226-B8B0-ACE6-32FF-F649C6759989}"/>
                </a:ext>
              </a:extLst>
            </p:cNvPr>
            <p:cNvSpPr/>
            <p:nvPr/>
          </p:nvSpPr>
          <p:spPr>
            <a:xfrm>
              <a:off x="2946857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8121AB9B-E154-A82D-167E-9E51DFCECE23}"/>
                </a:ext>
              </a:extLst>
            </p:cNvPr>
            <p:cNvSpPr/>
            <p:nvPr/>
          </p:nvSpPr>
          <p:spPr>
            <a:xfrm>
              <a:off x="3799106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2E992398-A99D-5D1F-9930-A15B48563F81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3467796" y="2859243"/>
              <a:ext cx="0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ns2:creationId id="{8BA6CC4B-5257-8BA3-ADE0-11DE2CE10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396" y="2607682"/>
              <a:ext cx="0" cy="3523258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ns2:creationId id="{F1EE276B-856B-427B-3C80-4981B2264518}"/>
                </a:ext>
              </a:extLst>
            </p:cNvPr>
            <p:cNvSpPr/>
            <p:nvPr/>
          </p:nvSpPr>
          <p:spPr>
            <a:xfrm>
              <a:off x="339691" y="3977295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20" name="楕円 19">
              <a:extLst>
                <a:ext uri="{FF2B5EF4-FFF2-40B4-BE49-F238E27FC236}">
                  <ns2:creationId id="{CD9FC000-ED69-E294-DB33-535C4E19DBAA}"/>
                </a:ext>
              </a:extLst>
            </p:cNvPr>
            <p:cNvSpPr/>
            <p:nvPr/>
          </p:nvSpPr>
          <p:spPr>
            <a:xfrm>
              <a:off x="3799106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B4D18E42-794D-FECB-6981-96093FC69E05}"/>
                </a:ext>
              </a:extLst>
            </p:cNvPr>
            <p:cNvSpPr/>
            <p:nvPr/>
          </p:nvSpPr>
          <p:spPr>
            <a:xfrm>
              <a:off x="1077260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366AB444-A6D0-7443-5E43-A5467124507C}"/>
                </a:ext>
              </a:extLst>
            </p:cNvPr>
            <p:cNvSpPr/>
            <p:nvPr/>
          </p:nvSpPr>
          <p:spPr>
            <a:xfrm>
              <a:off x="2098036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68564AB8-E0E1-A4F4-9684-118AA048E7D3}"/>
                </a:ext>
              </a:extLst>
            </p:cNvPr>
            <p:cNvSpPr/>
            <p:nvPr/>
          </p:nvSpPr>
          <p:spPr>
            <a:xfrm>
              <a:off x="3118812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62" name="コネクタ: カギ線 61">
              <a:extLst>
                <a:ext uri="{FF2B5EF4-FFF2-40B4-BE49-F238E27FC236}">
                  <ns2:creationId id="{01AE34A5-9B03-F2F5-4F63-B86C17D41ECE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rot="16200000" flipV="1">
              <a:off x="3380823" y="3371727"/>
              <a:ext cx="173949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0D98BF8A-7FDA-5DCE-4C8A-BD891E16BB74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flipH="1" flipV="1">
              <a:off x="3467796" y="3284753"/>
              <a:ext cx="1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8" name="グループ化 207">
              <a:extLst>
                <a:ext uri="{FF2B5EF4-FFF2-40B4-BE49-F238E27FC236}">
                  <ns2:creationId id="{A2827009-71E5-9C11-6B92-D2BE2CB89637}"/>
                </a:ext>
              </a:extLst>
            </p:cNvPr>
            <p:cNvGrpSpPr/>
            <p:nvPr/>
          </p:nvGrpSpPr>
          <p:grpSpPr>
            <a:xfrm>
              <a:off x="949663" y="6109964"/>
              <a:ext cx="5036271" cy="198761"/>
              <a:chOff x="949663" y="6109964"/>
              <a:chExt cx="5036271" cy="198761"/>
            </a:xfrm>
          </p:grpSpPr>
          <p:cxnSp>
            <p:nvCxnSpPr>
              <p:cNvPr id="65" name="直線コネクタ 64">
                <a:extLst>
                  <a:ext uri="{FF2B5EF4-FFF2-40B4-BE49-F238E27FC236}">
                    <ns2:creationId id="{78617A81-DD9C-CE5E-ABA1-0BE7487B1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63" y="6209344"/>
                <a:ext cx="503627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正方形/長方形 65">
                <a:extLst>
                  <a:ext uri="{FF2B5EF4-FFF2-40B4-BE49-F238E27FC236}">
                    <ns2:creationId id="{4B3A83F6-4D3C-5244-2512-E4A4D9CE9F85}"/>
                  </a:ext>
                </a:extLst>
              </p:cNvPr>
              <p:cNvSpPr/>
              <p:nvPr/>
            </p:nvSpPr>
            <p:spPr>
              <a:xfrm>
                <a:off x="2837778" y="6109964"/>
                <a:ext cx="1260041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sp>
          <p:nvSpPr>
            <p:cNvPr id="78" name="四角形: 角を丸くする 77">
              <a:extLst>
                <a:ext uri="{FF2B5EF4-FFF2-40B4-BE49-F238E27FC236}">
                  <ns2:creationId id="{A0C753F5-23EC-DB1F-CB04-B63C1106EDFA}"/>
                </a:ext>
              </a:extLst>
            </p:cNvPr>
            <p:cNvSpPr/>
            <p:nvPr/>
          </p:nvSpPr>
          <p:spPr>
            <a:xfrm>
              <a:off x="4139588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…</a:t>
              </a:r>
            </a:p>
          </p:txBody>
        </p:sp>
        <p:sp>
          <p:nvSpPr>
            <p:cNvPr id="92" name="四角形: 角を丸くする 91">
              <a:extLst>
                <a:ext uri="{FF2B5EF4-FFF2-40B4-BE49-F238E27FC236}">
                  <ns2:creationId id="{3F7C94F0-C385-A6FE-0F8F-37E869DAD5D9}"/>
                </a:ext>
              </a:extLst>
            </p:cNvPr>
            <p:cNvSpPr/>
            <p:nvPr/>
          </p:nvSpPr>
          <p:spPr>
            <a:xfrm>
              <a:off x="5160364" y="3458702"/>
              <a:ext cx="697971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3" name="四角形: 角を丸くする 162">
              <a:extLst>
                <a:ext uri="{FF2B5EF4-FFF2-40B4-BE49-F238E27FC236}">
                  <ns2:creationId id="{881F2791-DAFF-3711-32A6-5A5FC0AB153E}"/>
                </a:ext>
              </a:extLst>
            </p:cNvPr>
            <p:cNvSpPr/>
            <p:nvPr/>
          </p:nvSpPr>
          <p:spPr>
            <a:xfrm>
              <a:off x="107726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四角形: 角を丸くする 169">
              <a:extLst>
                <a:ext uri="{FF2B5EF4-FFF2-40B4-BE49-F238E27FC236}">
                  <ns2:creationId id="{D8503E4C-284C-91B4-8C78-24EC68F39CFC}"/>
                </a:ext>
              </a:extLst>
            </p:cNvPr>
            <p:cNvSpPr/>
            <p:nvPr/>
          </p:nvSpPr>
          <p:spPr>
            <a:xfrm>
              <a:off x="158764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四角形: 角を丸くする 171">
              <a:extLst>
                <a:ext uri="{FF2B5EF4-FFF2-40B4-BE49-F238E27FC236}">
                  <ns2:creationId id="{8F40D55F-0D6E-15A1-15DA-7A01533FC86F}"/>
                </a:ext>
              </a:extLst>
            </p:cNvPr>
            <p:cNvSpPr/>
            <p:nvPr/>
          </p:nvSpPr>
          <p:spPr>
            <a:xfrm>
              <a:off x="209803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四角形: 角を丸くする 172">
              <a:extLst>
                <a:ext uri="{FF2B5EF4-FFF2-40B4-BE49-F238E27FC236}">
                  <ns2:creationId id="{51883AEC-9846-3787-80C1-353D152D0B86}"/>
                </a:ext>
              </a:extLst>
            </p:cNvPr>
            <p:cNvSpPr/>
            <p:nvPr/>
          </p:nvSpPr>
          <p:spPr>
            <a:xfrm>
              <a:off x="260842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9F7D5A59-863F-3E59-04FB-5C8CFC5A4D48}"/>
                </a:ext>
              </a:extLst>
            </p:cNvPr>
            <p:cNvSpPr/>
            <p:nvPr/>
          </p:nvSpPr>
          <p:spPr>
            <a:xfrm>
              <a:off x="3118812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四角形: 角を丸くする 184">
              <a:extLst>
                <a:ext uri="{FF2B5EF4-FFF2-40B4-BE49-F238E27FC236}">
                  <ns2:creationId id="{03C877B4-3F43-5258-F1D1-7B7115581F0A}"/>
                </a:ext>
              </a:extLst>
            </p:cNvPr>
            <p:cNvSpPr/>
            <p:nvPr/>
          </p:nvSpPr>
          <p:spPr>
            <a:xfrm>
              <a:off x="362920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四角形: 角を丸くする 185">
              <a:extLst>
                <a:ext uri="{FF2B5EF4-FFF2-40B4-BE49-F238E27FC236}">
                  <ns2:creationId id="{764F24E3-03FF-103D-675E-0A37BFF16738}"/>
                </a:ext>
              </a:extLst>
            </p:cNvPr>
            <p:cNvSpPr/>
            <p:nvPr/>
          </p:nvSpPr>
          <p:spPr>
            <a:xfrm>
              <a:off x="413958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7" name="四角形: 角を丸くする 186">
              <a:extLst>
                <a:ext uri="{FF2B5EF4-FFF2-40B4-BE49-F238E27FC236}">
                  <ns2:creationId id="{344617E3-C9AE-B659-3B18-98030D6E1D5B}"/>
                </a:ext>
              </a:extLst>
            </p:cNvPr>
            <p:cNvSpPr/>
            <p:nvPr/>
          </p:nvSpPr>
          <p:spPr>
            <a:xfrm>
              <a:off x="464997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8" name="四角形: 角を丸くする 187">
              <a:extLst>
                <a:ext uri="{FF2B5EF4-FFF2-40B4-BE49-F238E27FC236}">
                  <ns2:creationId id="{6AE5FDDE-E126-293D-4011-39DFB8BDB65A}"/>
                </a:ext>
              </a:extLst>
            </p:cNvPr>
            <p:cNvSpPr/>
            <p:nvPr/>
          </p:nvSpPr>
          <p:spPr>
            <a:xfrm>
              <a:off x="516036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四角形: 角を丸くする 188">
              <a:extLst>
                <a:ext uri="{FF2B5EF4-FFF2-40B4-BE49-F238E27FC236}">
                  <ns2:creationId id="{49571F2A-73D7-154E-7314-C1FA8E6D1B6B}"/>
                </a:ext>
              </a:extLst>
            </p:cNvPr>
            <p:cNvSpPr/>
            <p:nvPr/>
          </p:nvSpPr>
          <p:spPr>
            <a:xfrm>
              <a:off x="567075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80830E6F-6B46-16B7-A565-2EAE109A0D24}"/>
                </a:ext>
              </a:extLst>
            </p:cNvPr>
            <p:cNvSpPr/>
            <p:nvPr/>
          </p:nvSpPr>
          <p:spPr>
            <a:xfrm>
              <a:off x="464997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1C88A369-0FFC-85A4-6C33-D45BD40B8A6D}"/>
                </a:ext>
              </a:extLst>
            </p:cNvPr>
            <p:cNvSpPr/>
            <p:nvPr/>
          </p:nvSpPr>
          <p:spPr>
            <a:xfrm>
              <a:off x="5160365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F146814A-054D-CFBC-FF54-7A04D58932FB}"/>
                </a:ext>
              </a:extLst>
            </p:cNvPr>
            <p:cNvSpPr/>
            <p:nvPr/>
          </p:nvSpPr>
          <p:spPr>
            <a:xfrm>
              <a:off x="567075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379C635E-9A8E-8EC0-C04D-C867FA1024B7}"/>
                </a:ext>
              </a:extLst>
            </p:cNvPr>
            <p:cNvSpPr/>
            <p:nvPr/>
          </p:nvSpPr>
          <p:spPr>
            <a:xfrm>
              <a:off x="3629200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32FCA904-930A-7D61-E90C-F939F3C43EB2}"/>
                </a:ext>
              </a:extLst>
            </p:cNvPr>
            <p:cNvSpPr/>
            <p:nvPr/>
          </p:nvSpPr>
          <p:spPr>
            <a:xfrm>
              <a:off x="2608424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4FA2AA8E-E34D-3BF0-AAED-901E79278073}"/>
                </a:ext>
              </a:extLst>
            </p:cNvPr>
            <p:cNvSpPr/>
            <p:nvPr/>
          </p:nvSpPr>
          <p:spPr>
            <a:xfrm>
              <a:off x="209803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A1A9270C-F581-6DE5-BF29-E00C229250FE}"/>
                </a:ext>
              </a:extLst>
            </p:cNvPr>
            <p:cNvSpPr/>
            <p:nvPr/>
          </p:nvSpPr>
          <p:spPr>
            <a:xfrm>
              <a:off x="1587648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07" name="グループ化 206">
              <a:extLst>
                <a:ext uri="{FF2B5EF4-FFF2-40B4-BE49-F238E27FC236}">
                  <ns2:creationId id="{661AC900-21A9-B220-4045-005A2D9420AE}"/>
                </a:ext>
              </a:extLst>
            </p:cNvPr>
            <p:cNvGrpSpPr/>
            <p:nvPr/>
          </p:nvGrpSpPr>
          <p:grpSpPr>
            <a:xfrm>
              <a:off x="949663" y="5138952"/>
              <a:ext cx="5036271" cy="910747"/>
              <a:chOff x="949663" y="5138952"/>
              <a:chExt cx="5036271" cy="910747"/>
            </a:xfrm>
          </p:grpSpPr>
          <p:sp>
            <p:nvSpPr>
              <p:cNvPr id="97" name="四角形: 角を丸くする 96">
                <a:extLst>
                  <a:ext uri="{FF2B5EF4-FFF2-40B4-BE49-F238E27FC236}">
                    <ns2:creationId id="{855D73F0-FFD3-F3AD-AE5B-AEFB049C4CF0}"/>
                  </a:ext>
                </a:extLst>
              </p:cNvPr>
              <p:cNvSpPr/>
              <p:nvPr/>
            </p:nvSpPr>
            <p:spPr>
              <a:xfrm>
                <a:off x="579835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5607A59E-AD67-4CA5-AD69-F5AD2F093E68}"/>
                  </a:ext>
                </a:extLst>
              </p:cNvPr>
              <p:cNvSpPr/>
              <p:nvPr/>
            </p:nvSpPr>
            <p:spPr>
              <a:xfrm>
                <a:off x="554315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9A31D419-96B8-73EA-2601-CE0392FAA3B9}"/>
                  </a:ext>
                </a:extLst>
              </p:cNvPr>
              <p:cNvSpPr/>
              <p:nvPr/>
            </p:nvSpPr>
            <p:spPr>
              <a:xfrm>
                <a:off x="528796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B064495A-92AF-E21F-D8D6-C21EBF78E89D}"/>
                  </a:ext>
                </a:extLst>
              </p:cNvPr>
              <p:cNvSpPr/>
              <p:nvPr/>
            </p:nvSpPr>
            <p:spPr>
              <a:xfrm>
                <a:off x="503276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C5A7964D-5A32-F767-B28B-47CD27778D16}"/>
                  </a:ext>
                </a:extLst>
              </p:cNvPr>
              <p:cNvSpPr/>
              <p:nvPr/>
            </p:nvSpPr>
            <p:spPr>
              <a:xfrm>
                <a:off x="477757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四角形: 角を丸くする 134">
                <a:extLst>
                  <a:ext uri="{FF2B5EF4-FFF2-40B4-BE49-F238E27FC236}">
                    <ns2:creationId id="{156225BB-78F6-8508-5796-4275F2131E47}"/>
                  </a:ext>
                </a:extLst>
              </p:cNvPr>
              <p:cNvSpPr/>
              <p:nvPr/>
            </p:nvSpPr>
            <p:spPr>
              <a:xfrm>
                <a:off x="452237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四角形: 角を丸くする 135">
                <a:extLst>
                  <a:ext uri="{FF2B5EF4-FFF2-40B4-BE49-F238E27FC236}">
                    <ns2:creationId id="{22521BEA-9B8F-DF18-E817-FA3A2A6F345A}"/>
                  </a:ext>
                </a:extLst>
              </p:cNvPr>
              <p:cNvSpPr/>
              <p:nvPr/>
            </p:nvSpPr>
            <p:spPr>
              <a:xfrm>
                <a:off x="426718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四角形: 角を丸くする 136">
                <a:extLst>
                  <a:ext uri="{FF2B5EF4-FFF2-40B4-BE49-F238E27FC236}">
                    <ns2:creationId id="{EA21D59E-DDE5-AF65-34AC-09BF012B95C1}"/>
                  </a:ext>
                </a:extLst>
              </p:cNvPr>
              <p:cNvSpPr/>
              <p:nvPr/>
            </p:nvSpPr>
            <p:spPr>
              <a:xfrm>
                <a:off x="401199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四角形: 角を丸くする 137">
                <a:extLst>
                  <a:ext uri="{FF2B5EF4-FFF2-40B4-BE49-F238E27FC236}">
                    <ns2:creationId id="{3CED0A4C-3952-8EA8-771B-8533C59700DE}"/>
                  </a:ext>
                </a:extLst>
              </p:cNvPr>
              <p:cNvSpPr/>
              <p:nvPr/>
            </p:nvSpPr>
            <p:spPr>
              <a:xfrm>
                <a:off x="375679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四角形: 角を丸くする 138">
                <a:extLst>
                  <a:ext uri="{FF2B5EF4-FFF2-40B4-BE49-F238E27FC236}">
                    <ns2:creationId id="{FBD94E06-EEC1-0DB1-C52F-2813995A280F}"/>
                  </a:ext>
                </a:extLst>
              </p:cNvPr>
              <p:cNvSpPr/>
              <p:nvPr/>
            </p:nvSpPr>
            <p:spPr>
              <a:xfrm>
                <a:off x="350160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四角形: 角を丸くする 139">
                <a:extLst>
                  <a:ext uri="{FF2B5EF4-FFF2-40B4-BE49-F238E27FC236}">
                    <ns2:creationId id="{95AD4F07-8DB1-FC5E-5CBE-115D8E39B7CC}"/>
                  </a:ext>
                </a:extLst>
              </p:cNvPr>
              <p:cNvSpPr/>
              <p:nvPr/>
            </p:nvSpPr>
            <p:spPr>
              <a:xfrm>
                <a:off x="324640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四角形: 角を丸くする 140">
                <a:extLst>
                  <a:ext uri="{FF2B5EF4-FFF2-40B4-BE49-F238E27FC236}">
                    <ns2:creationId id="{07AA0D7F-0C4B-B53D-8225-895C095B0C8A}"/>
                  </a:ext>
                </a:extLst>
              </p:cNvPr>
              <p:cNvSpPr/>
              <p:nvPr/>
            </p:nvSpPr>
            <p:spPr>
              <a:xfrm>
                <a:off x="299121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四角形: 角を丸くする 141">
                <a:extLst>
                  <a:ext uri="{FF2B5EF4-FFF2-40B4-BE49-F238E27FC236}">
                    <ns2:creationId id="{BA405E3C-4972-8B8B-D602-5E9ADBB1D8E9}"/>
                  </a:ext>
                </a:extLst>
              </p:cNvPr>
              <p:cNvSpPr/>
              <p:nvPr/>
            </p:nvSpPr>
            <p:spPr>
              <a:xfrm>
                <a:off x="273602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四角形: 角を丸くする 142">
                <a:extLst>
                  <a:ext uri="{FF2B5EF4-FFF2-40B4-BE49-F238E27FC236}">
                    <ns2:creationId id="{9C1CBAE0-82EE-38B4-265C-BDEFC66592C4}"/>
                  </a:ext>
                </a:extLst>
              </p:cNvPr>
              <p:cNvSpPr/>
              <p:nvPr/>
            </p:nvSpPr>
            <p:spPr>
              <a:xfrm>
                <a:off x="248082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四角形: 角を丸くする 143">
                <a:extLst>
                  <a:ext uri="{FF2B5EF4-FFF2-40B4-BE49-F238E27FC236}">
                    <ns2:creationId id="{95EC43DF-56DD-8EC0-D1E6-882194BE530E}"/>
                  </a:ext>
                </a:extLst>
              </p:cNvPr>
              <p:cNvSpPr/>
              <p:nvPr/>
            </p:nvSpPr>
            <p:spPr>
              <a:xfrm>
                <a:off x="222563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四角形: 角を丸くする 144">
                <a:extLst>
                  <a:ext uri="{FF2B5EF4-FFF2-40B4-BE49-F238E27FC236}">
                    <ns2:creationId id="{A2F9798E-3BCB-74E9-6079-BC36D21072CD}"/>
                  </a:ext>
                </a:extLst>
              </p:cNvPr>
              <p:cNvSpPr/>
              <p:nvPr/>
            </p:nvSpPr>
            <p:spPr>
              <a:xfrm>
                <a:off x="197043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四角形: 角を丸くする 145">
                <a:extLst>
                  <a:ext uri="{FF2B5EF4-FFF2-40B4-BE49-F238E27FC236}">
                    <ns2:creationId id="{B0D3C548-FD0E-488D-13A8-51DA229A0418}"/>
                  </a:ext>
                </a:extLst>
              </p:cNvPr>
              <p:cNvSpPr/>
              <p:nvPr/>
            </p:nvSpPr>
            <p:spPr>
              <a:xfrm>
                <a:off x="171524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四角形: 角を丸くする 146">
                <a:extLst>
                  <a:ext uri="{FF2B5EF4-FFF2-40B4-BE49-F238E27FC236}">
                    <ns2:creationId id="{90744BDB-30C3-CD91-E708-F4805937BDC1}"/>
                  </a:ext>
                </a:extLst>
              </p:cNvPr>
              <p:cNvSpPr/>
              <p:nvPr/>
            </p:nvSpPr>
            <p:spPr>
              <a:xfrm>
                <a:off x="146005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四角形: 角を丸くする 147">
                <a:extLst>
                  <a:ext uri="{FF2B5EF4-FFF2-40B4-BE49-F238E27FC236}">
                    <ns2:creationId id="{7C97BFCE-F8AB-DC21-0564-A2286C026622}"/>
                  </a:ext>
                </a:extLst>
              </p:cNvPr>
              <p:cNvSpPr/>
              <p:nvPr/>
            </p:nvSpPr>
            <p:spPr>
              <a:xfrm>
                <a:off x="120485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四角形: 角を丸くする 148">
                <a:extLst>
                  <a:ext uri="{FF2B5EF4-FFF2-40B4-BE49-F238E27FC236}">
                    <ns2:creationId id="{04081A58-D8DA-8A95-8AAB-EF1508BFBA88}"/>
                  </a:ext>
                </a:extLst>
              </p:cNvPr>
              <p:cNvSpPr/>
              <p:nvPr/>
            </p:nvSpPr>
            <p:spPr>
              <a:xfrm>
                <a:off x="94966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A8B49580-B942-5CB2-97DB-A7C1ECEF2C34}"/>
                  </a:ext>
                </a:extLst>
              </p:cNvPr>
              <p:cNvSpPr/>
              <p:nvPr/>
            </p:nvSpPr>
            <p:spPr>
              <a:xfrm>
                <a:off x="1483454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CB59CA2F-44B8-CB9F-9DBB-4F2B243DE3BA}"/>
                  </a:ext>
                </a:extLst>
              </p:cNvPr>
              <p:cNvSpPr/>
              <p:nvPr/>
            </p:nvSpPr>
            <p:spPr>
              <a:xfrm>
                <a:off x="1228260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E31586D6-0E1B-7FE5-3F62-A02A59211417}"/>
                  </a:ext>
                </a:extLst>
              </p:cNvPr>
              <p:cNvSpPr/>
              <p:nvPr/>
            </p:nvSpPr>
            <p:spPr>
              <a:xfrm>
                <a:off x="973066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AE9AF0DA-6ADD-ACFB-51AF-C27F6EB4908A}"/>
                  </a:ext>
                </a:extLst>
              </p:cNvPr>
              <p:cNvSpPr/>
              <p:nvPr/>
            </p:nvSpPr>
            <p:spPr>
              <a:xfrm>
                <a:off x="1715245" y="5489108"/>
                <a:ext cx="187581" cy="21043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・・・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215" name="コネクタ: カギ線 214">
              <a:extLst>
                <a:ext uri="{FF2B5EF4-FFF2-40B4-BE49-F238E27FC236}">
                  <ns2:creationId id="{604C951C-80FA-8DB2-393A-E20FEFC9D4D8}"/>
                </a:ext>
              </a:extLst>
            </p:cNvPr>
            <p:cNvCxnSpPr>
              <a:cxnSpLocks/>
              <a:stCxn id="13" idx="2"/>
              <a:endCxn id="22" idx="0"/>
            </p:cNvCxnSpPr>
            <p:nvPr/>
          </p:nvCxnSpPr>
          <p:spPr>
            <a:xfrm rot="5400000">
              <a:off x="2870435" y="2861340"/>
              <a:ext cx="173949" cy="10207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219">
              <a:extLst>
                <a:ext uri="{FF2B5EF4-FFF2-40B4-BE49-F238E27FC236}">
                  <ns2:creationId id="{C55D4BD1-7E8C-3DCB-C203-5EA7837B0D53}"/>
                </a:ext>
              </a:extLst>
            </p:cNvPr>
            <p:cNvCxnSpPr>
              <a:cxnSpLocks/>
              <a:stCxn id="58" idx="2"/>
              <a:endCxn id="184" idx="0"/>
            </p:cNvCxnSpPr>
            <p:nvPr/>
          </p:nvCxnSpPr>
          <p:spPr>
            <a:xfrm rot="5400000">
              <a:off x="321071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222">
              <a:extLst>
                <a:ext uri="{FF2B5EF4-FFF2-40B4-BE49-F238E27FC236}">
                  <ns2:creationId id="{8149504D-A625-BCF4-8B66-9163FC20FED5}"/>
                </a:ext>
              </a:extLst>
            </p:cNvPr>
            <p:cNvCxnSpPr>
              <a:cxnSpLocks/>
              <a:stCxn id="58" idx="2"/>
              <a:endCxn id="185" idx="0"/>
            </p:cNvCxnSpPr>
            <p:nvPr/>
          </p:nvCxnSpPr>
          <p:spPr>
            <a:xfrm rot="16200000" flipH="1">
              <a:off x="346590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コネクタ: カギ線 226">
              <a:extLst>
                <a:ext uri="{FF2B5EF4-FFF2-40B4-BE49-F238E27FC236}">
                  <ns2:creationId id="{43D721EE-7EB3-D637-8EDD-603FE1EABD9F}"/>
                </a:ext>
              </a:extLst>
            </p:cNvPr>
            <p:cNvCxnSpPr>
              <a:cxnSpLocks/>
              <a:stCxn id="78" idx="2"/>
              <a:endCxn id="187" idx="0"/>
            </p:cNvCxnSpPr>
            <p:nvPr/>
          </p:nvCxnSpPr>
          <p:spPr>
            <a:xfrm rot="16200000" flipH="1">
              <a:off x="448668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229">
              <a:extLst>
                <a:ext uri="{FF2B5EF4-FFF2-40B4-BE49-F238E27FC236}">
                  <ns2:creationId id="{56BE16A6-C2B9-1D06-5079-4840DAD52DDD}"/>
                </a:ext>
              </a:extLst>
            </p:cNvPr>
            <p:cNvCxnSpPr>
              <a:cxnSpLocks/>
              <a:stCxn id="78" idx="2"/>
              <a:endCxn id="186" idx="0"/>
            </p:cNvCxnSpPr>
            <p:nvPr/>
          </p:nvCxnSpPr>
          <p:spPr>
            <a:xfrm rot="5400000">
              <a:off x="4231491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コネクタ: カギ線 232">
              <a:extLst>
                <a:ext uri="{FF2B5EF4-FFF2-40B4-BE49-F238E27FC236}">
                  <ns2:creationId id="{268EEE51-AC3E-44DC-60B6-81D2A52A28BD}"/>
                </a:ext>
              </a:extLst>
            </p:cNvPr>
            <p:cNvCxnSpPr>
              <a:cxnSpLocks/>
              <a:stCxn id="92" idx="2"/>
              <a:endCxn id="189" idx="0"/>
            </p:cNvCxnSpPr>
            <p:nvPr/>
          </p:nvCxnSpPr>
          <p:spPr>
            <a:xfrm rot="16200000" flipH="1">
              <a:off x="5507462" y="3712150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コネクタ: カギ線 233">
              <a:extLst>
                <a:ext uri="{FF2B5EF4-FFF2-40B4-BE49-F238E27FC236}">
                  <ns2:creationId id="{7AD419F6-D7A4-0001-4027-A2CAADFEBDB1}"/>
                </a:ext>
              </a:extLst>
            </p:cNvPr>
            <p:cNvCxnSpPr>
              <a:cxnSpLocks/>
              <a:stCxn id="92" idx="2"/>
              <a:endCxn id="188" idx="0"/>
            </p:cNvCxnSpPr>
            <p:nvPr/>
          </p:nvCxnSpPr>
          <p:spPr>
            <a:xfrm rot="5400000">
              <a:off x="5252268" y="3712151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コネクタ: カギ線 238">
              <a:extLst>
                <a:ext uri="{FF2B5EF4-FFF2-40B4-BE49-F238E27FC236}">
                  <ns2:creationId id="{50EA0E89-6709-FB50-0A3C-2DD56929FB5E}"/>
                </a:ext>
              </a:extLst>
            </p:cNvPr>
            <p:cNvCxnSpPr>
              <a:cxnSpLocks/>
              <a:stCxn id="22" idx="2"/>
              <a:endCxn id="173" idx="0"/>
            </p:cNvCxnSpPr>
            <p:nvPr/>
          </p:nvCxnSpPr>
          <p:spPr>
            <a:xfrm rot="16200000" flipH="1">
              <a:off x="2445133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コネクタ: カギ線 239">
              <a:extLst>
                <a:ext uri="{FF2B5EF4-FFF2-40B4-BE49-F238E27FC236}">
                  <ns2:creationId id="{65834DE3-3D3D-BB5B-F683-CCC7ED35D9D2}"/>
                </a:ext>
              </a:extLst>
            </p:cNvPr>
            <p:cNvCxnSpPr>
              <a:cxnSpLocks/>
              <a:stCxn id="22" idx="2"/>
              <a:endCxn id="172" idx="0"/>
            </p:cNvCxnSpPr>
            <p:nvPr/>
          </p:nvCxnSpPr>
          <p:spPr>
            <a:xfrm rot="5400000">
              <a:off x="218993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コネクタ: カギ線 244">
              <a:extLst>
                <a:ext uri="{FF2B5EF4-FFF2-40B4-BE49-F238E27FC236}">
                  <ns2:creationId id="{644E8DB9-344A-34BC-0D48-CE483AC88013}"/>
                </a:ext>
              </a:extLst>
            </p:cNvPr>
            <p:cNvCxnSpPr>
              <a:cxnSpLocks/>
              <a:stCxn id="21" idx="2"/>
              <a:endCxn id="170" idx="0"/>
            </p:cNvCxnSpPr>
            <p:nvPr/>
          </p:nvCxnSpPr>
          <p:spPr>
            <a:xfrm rot="16200000" flipH="1">
              <a:off x="1425798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コネクタ: カギ線 245">
              <a:extLst>
                <a:ext uri="{FF2B5EF4-FFF2-40B4-BE49-F238E27FC236}">
                  <ns2:creationId id="{78D409FE-2C5A-DA3B-5E06-04F5D711C904}"/>
                </a:ext>
              </a:extLst>
            </p:cNvPr>
            <p:cNvCxnSpPr>
              <a:cxnSpLocks/>
              <a:stCxn id="21" idx="2"/>
              <a:endCxn id="163" idx="0"/>
            </p:cNvCxnSpPr>
            <p:nvPr/>
          </p:nvCxnSpPr>
          <p:spPr>
            <a:xfrm rot="5400000">
              <a:off x="1170604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コネクタ: カギ線 250">
              <a:extLst>
                <a:ext uri="{FF2B5EF4-FFF2-40B4-BE49-F238E27FC236}">
                  <ns2:creationId id="{496DA3A8-188E-8A46-E4E0-14B4ACA8893A}"/>
                </a:ext>
              </a:extLst>
            </p:cNvPr>
            <p:cNvCxnSpPr>
              <a:cxnSpLocks/>
              <a:stCxn id="163" idx="2"/>
              <a:endCxn id="148" idx="0"/>
            </p:cNvCxnSpPr>
            <p:nvPr/>
          </p:nvCxnSpPr>
          <p:spPr>
            <a:xfrm rot="16200000" flipH="1">
              <a:off x="110536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コネクタ: カギ線 251">
              <a:extLst>
                <a:ext uri="{FF2B5EF4-FFF2-40B4-BE49-F238E27FC236}">
                  <ns2:creationId id="{5538E971-6685-218B-E602-FC93B0C6C8C4}"/>
                </a:ext>
              </a:extLst>
            </p:cNvPr>
            <p:cNvCxnSpPr>
              <a:cxnSpLocks/>
              <a:stCxn id="163" idx="2"/>
              <a:endCxn id="149" idx="0"/>
            </p:cNvCxnSpPr>
            <p:nvPr/>
          </p:nvCxnSpPr>
          <p:spPr>
            <a:xfrm rot="5400000">
              <a:off x="97776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コネクタ: カギ線 256">
              <a:extLst>
                <a:ext uri="{FF2B5EF4-FFF2-40B4-BE49-F238E27FC236}">
                  <ns2:creationId id="{92F532E5-4A33-E8E5-FBD4-05620DA02CCB}"/>
                </a:ext>
              </a:extLst>
            </p:cNvPr>
            <p:cNvCxnSpPr>
              <a:cxnSpLocks/>
              <a:stCxn id="170" idx="2"/>
              <a:endCxn id="146" idx="0"/>
            </p:cNvCxnSpPr>
            <p:nvPr/>
          </p:nvCxnSpPr>
          <p:spPr>
            <a:xfrm rot="16200000" flipH="1">
              <a:off x="161575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コネクタ: カギ線 257">
              <a:extLst>
                <a:ext uri="{FF2B5EF4-FFF2-40B4-BE49-F238E27FC236}">
                  <ns2:creationId id="{3F7A4EA3-A2CF-CB17-D049-40F0478284CA}"/>
                </a:ext>
              </a:extLst>
            </p:cNvPr>
            <p:cNvCxnSpPr>
              <a:cxnSpLocks/>
              <a:stCxn id="170" idx="2"/>
              <a:endCxn id="147" idx="0"/>
            </p:cNvCxnSpPr>
            <p:nvPr/>
          </p:nvCxnSpPr>
          <p:spPr>
            <a:xfrm rot="5400000">
              <a:off x="148815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コネクタ: カギ線 262">
              <a:extLst>
                <a:ext uri="{FF2B5EF4-FFF2-40B4-BE49-F238E27FC236}">
                  <ns2:creationId id="{80B9DCDA-8F03-C033-CA4E-1BDAA0F71D51}"/>
                </a:ext>
              </a:extLst>
            </p:cNvPr>
            <p:cNvCxnSpPr>
              <a:cxnSpLocks/>
              <a:stCxn id="172" idx="2"/>
              <a:endCxn id="144" idx="0"/>
            </p:cNvCxnSpPr>
            <p:nvPr/>
          </p:nvCxnSpPr>
          <p:spPr>
            <a:xfrm rot="16200000" flipH="1">
              <a:off x="212614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コネクタ: カギ線 263">
              <a:extLst>
                <a:ext uri="{FF2B5EF4-FFF2-40B4-BE49-F238E27FC236}">
                  <ns2:creationId id="{32C7B142-E541-1279-329E-D39EB69C2F1F}"/>
                </a:ext>
              </a:extLst>
            </p:cNvPr>
            <p:cNvCxnSpPr>
              <a:cxnSpLocks/>
              <a:stCxn id="172" idx="2"/>
              <a:endCxn id="145" idx="0"/>
            </p:cNvCxnSpPr>
            <p:nvPr/>
          </p:nvCxnSpPr>
          <p:spPr>
            <a:xfrm rot="5400000">
              <a:off x="199854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コネクタ: カギ線 268">
              <a:extLst>
                <a:ext uri="{FF2B5EF4-FFF2-40B4-BE49-F238E27FC236}">
                  <ns2:creationId id="{5AD6BA02-6AF1-8607-11F1-1B7401398062}"/>
                </a:ext>
              </a:extLst>
            </p:cNvPr>
            <p:cNvCxnSpPr>
              <a:cxnSpLocks/>
              <a:stCxn id="173" idx="2"/>
              <a:endCxn id="142" idx="0"/>
            </p:cNvCxnSpPr>
            <p:nvPr/>
          </p:nvCxnSpPr>
          <p:spPr>
            <a:xfrm rot="16200000" flipH="1">
              <a:off x="263652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コネクタ: カギ線 269">
              <a:extLst>
                <a:ext uri="{FF2B5EF4-FFF2-40B4-BE49-F238E27FC236}">
                  <ns2:creationId id="{6B5A4F04-B8A5-5F6C-4492-77441C1F0DB2}"/>
                </a:ext>
              </a:extLst>
            </p:cNvPr>
            <p:cNvCxnSpPr>
              <a:cxnSpLocks/>
              <a:stCxn id="173" idx="2"/>
              <a:endCxn id="143" idx="0"/>
            </p:cNvCxnSpPr>
            <p:nvPr/>
          </p:nvCxnSpPr>
          <p:spPr>
            <a:xfrm rot="5400000">
              <a:off x="250893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コネクタ: カギ線 274">
              <a:extLst>
                <a:ext uri="{FF2B5EF4-FFF2-40B4-BE49-F238E27FC236}">
                  <ns2:creationId id="{BCC94FCD-D28F-2582-F1CE-4E2560DF42F8}"/>
                </a:ext>
              </a:extLst>
            </p:cNvPr>
            <p:cNvCxnSpPr>
              <a:cxnSpLocks/>
              <a:stCxn id="184" idx="2"/>
              <a:endCxn id="140" idx="0"/>
            </p:cNvCxnSpPr>
            <p:nvPr/>
          </p:nvCxnSpPr>
          <p:spPr>
            <a:xfrm rot="16200000" flipH="1">
              <a:off x="3146916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8FDE5D19-A4C6-8B9B-15A5-2CA448665BE7}"/>
                </a:ext>
              </a:extLst>
            </p:cNvPr>
            <p:cNvCxnSpPr>
              <a:cxnSpLocks/>
              <a:stCxn id="184" idx="2"/>
              <a:endCxn id="141" idx="0"/>
            </p:cNvCxnSpPr>
            <p:nvPr/>
          </p:nvCxnSpPr>
          <p:spPr>
            <a:xfrm rot="5400000">
              <a:off x="3019320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コネクタ: カギ線 281">
              <a:extLst>
                <a:ext uri="{FF2B5EF4-FFF2-40B4-BE49-F238E27FC236}">
                  <ns2:creationId id="{387E3A87-88E4-BA69-7577-B5790BB42A93}"/>
                </a:ext>
              </a:extLst>
            </p:cNvPr>
            <p:cNvCxnSpPr>
              <a:cxnSpLocks/>
              <a:stCxn id="185" idx="2"/>
              <a:endCxn id="138" idx="0"/>
            </p:cNvCxnSpPr>
            <p:nvPr/>
          </p:nvCxnSpPr>
          <p:spPr>
            <a:xfrm rot="16200000" flipH="1">
              <a:off x="365730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コネクタ: カギ線 282">
              <a:extLst>
                <a:ext uri="{FF2B5EF4-FFF2-40B4-BE49-F238E27FC236}">
                  <ns2:creationId id="{5B6474AE-CBD3-E43A-E299-FFA03B080F8C}"/>
                </a:ext>
              </a:extLst>
            </p:cNvPr>
            <p:cNvCxnSpPr>
              <a:cxnSpLocks/>
              <a:stCxn id="185" idx="2"/>
              <a:endCxn id="139" idx="0"/>
            </p:cNvCxnSpPr>
            <p:nvPr/>
          </p:nvCxnSpPr>
          <p:spPr>
            <a:xfrm rot="5400000">
              <a:off x="352970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コネクタ: カギ線 287">
              <a:extLst>
                <a:ext uri="{FF2B5EF4-FFF2-40B4-BE49-F238E27FC236}">
                  <ns2:creationId id="{C28A7317-5BAA-69E1-FCCF-3AF48F1B0690}"/>
                </a:ext>
              </a:extLst>
            </p:cNvPr>
            <p:cNvCxnSpPr>
              <a:cxnSpLocks/>
              <a:stCxn id="186" idx="2"/>
              <a:endCxn id="136" idx="0"/>
            </p:cNvCxnSpPr>
            <p:nvPr/>
          </p:nvCxnSpPr>
          <p:spPr>
            <a:xfrm rot="16200000" flipH="1">
              <a:off x="416769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288">
              <a:extLst>
                <a:ext uri="{FF2B5EF4-FFF2-40B4-BE49-F238E27FC236}">
                  <ns2:creationId id="{DCF21A4D-B6D3-C732-A92C-C546F4FBC266}"/>
                </a:ext>
              </a:extLst>
            </p:cNvPr>
            <p:cNvCxnSpPr>
              <a:cxnSpLocks/>
              <a:stCxn id="186" idx="2"/>
              <a:endCxn id="137" idx="0"/>
            </p:cNvCxnSpPr>
            <p:nvPr/>
          </p:nvCxnSpPr>
          <p:spPr>
            <a:xfrm rot="5400000">
              <a:off x="404009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293">
              <a:extLst>
                <a:ext uri="{FF2B5EF4-FFF2-40B4-BE49-F238E27FC236}">
                  <ns2:creationId id="{5F7FB5F4-EB3A-5246-00BB-04FB94DB404A}"/>
                </a:ext>
              </a:extLst>
            </p:cNvPr>
            <p:cNvCxnSpPr>
              <a:cxnSpLocks/>
              <a:stCxn id="187" idx="2"/>
              <a:endCxn id="134" idx="0"/>
            </p:cNvCxnSpPr>
            <p:nvPr/>
          </p:nvCxnSpPr>
          <p:spPr>
            <a:xfrm rot="16200000" flipH="1">
              <a:off x="467808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294">
              <a:extLst>
                <a:ext uri="{FF2B5EF4-FFF2-40B4-BE49-F238E27FC236}">
                  <ns2:creationId id="{6775B734-4E64-D84F-83DB-80281D064BF1}"/>
                </a:ext>
              </a:extLst>
            </p:cNvPr>
            <p:cNvCxnSpPr>
              <a:cxnSpLocks/>
              <a:stCxn id="187" idx="2"/>
              <a:endCxn id="135" idx="0"/>
            </p:cNvCxnSpPr>
            <p:nvPr/>
          </p:nvCxnSpPr>
          <p:spPr>
            <a:xfrm rot="5400000">
              <a:off x="455048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299">
              <a:extLst>
                <a:ext uri="{FF2B5EF4-FFF2-40B4-BE49-F238E27FC236}">
                  <ns2:creationId id="{DAF0A771-BFFF-A302-AA6A-015EE3E5CF61}"/>
                </a:ext>
              </a:extLst>
            </p:cNvPr>
            <p:cNvCxnSpPr>
              <a:cxnSpLocks/>
              <a:stCxn id="188" idx="2"/>
              <a:endCxn id="132" idx="0"/>
            </p:cNvCxnSpPr>
            <p:nvPr/>
          </p:nvCxnSpPr>
          <p:spPr>
            <a:xfrm rot="16200000" flipH="1">
              <a:off x="518846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コネクタ: カギ線 300">
              <a:extLst>
                <a:ext uri="{FF2B5EF4-FFF2-40B4-BE49-F238E27FC236}">
                  <ns2:creationId id="{0935A653-228B-F600-97C0-00D9F22F094D}"/>
                </a:ext>
              </a:extLst>
            </p:cNvPr>
            <p:cNvCxnSpPr>
              <a:cxnSpLocks/>
              <a:stCxn id="188" idx="2"/>
              <a:endCxn id="133" idx="0"/>
            </p:cNvCxnSpPr>
            <p:nvPr/>
          </p:nvCxnSpPr>
          <p:spPr>
            <a:xfrm rot="5400000">
              <a:off x="506087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コネクタ: カギ線 305">
              <a:extLst>
                <a:ext uri="{FF2B5EF4-FFF2-40B4-BE49-F238E27FC236}">
                  <ns2:creationId id="{72332664-B6E1-FB65-FD75-B7BA770EFB05}"/>
                </a:ext>
              </a:extLst>
            </p:cNvPr>
            <p:cNvCxnSpPr>
              <a:cxnSpLocks/>
              <a:stCxn id="189" idx="2"/>
              <a:endCxn id="97" idx="0"/>
            </p:cNvCxnSpPr>
            <p:nvPr/>
          </p:nvCxnSpPr>
          <p:spPr>
            <a:xfrm rot="16200000" flipH="1">
              <a:off x="5698859" y="4945666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コネクタ: カギ線 306">
              <a:extLst>
                <a:ext uri="{FF2B5EF4-FFF2-40B4-BE49-F238E27FC236}">
                  <ns2:creationId id="{1E6B89FA-6D28-6DE5-15A5-DF2718E9A495}"/>
                </a:ext>
              </a:extLst>
            </p:cNvPr>
            <p:cNvCxnSpPr>
              <a:cxnSpLocks/>
              <a:stCxn id="189" idx="2"/>
              <a:endCxn id="128" idx="0"/>
            </p:cNvCxnSpPr>
            <p:nvPr/>
          </p:nvCxnSpPr>
          <p:spPr>
            <a:xfrm rot="5400000">
              <a:off x="5571261" y="4945667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コネクタ: カギ線 311">
              <a:extLst>
                <a:ext uri="{FF2B5EF4-FFF2-40B4-BE49-F238E27FC236}">
                  <ns2:creationId id="{350F5154-FCC7-1C37-9E4C-DF2834099E78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 rot="5400000">
              <a:off x="2358606" y="2352393"/>
              <a:ext cx="176831" cy="204155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ns2:creationId id="{2AF11C55-D478-A4E6-179E-452449F4CD75}"/>
                </a:ext>
              </a:extLst>
            </p:cNvPr>
            <p:cNvSpPr/>
            <p:nvPr/>
          </p:nvSpPr>
          <p:spPr>
            <a:xfrm>
              <a:off x="881146" y="324109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F6122883-2EB0-9181-9A6A-A02A8EFDAF38}"/>
                </a:ext>
              </a:extLst>
            </p:cNvPr>
            <p:cNvSpPr/>
            <p:nvPr/>
          </p:nvSpPr>
          <p:spPr>
            <a:xfrm>
              <a:off x="531896" y="4824180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7" name="楕円 316">
              <a:extLst>
                <a:ext uri="{FF2B5EF4-FFF2-40B4-BE49-F238E27FC236}">
                  <ns2:creationId id="{E446D965-249A-2A28-99DE-A844407DE644}"/>
                </a:ext>
              </a:extLst>
            </p:cNvPr>
            <p:cNvSpPr/>
            <p:nvPr/>
          </p:nvSpPr>
          <p:spPr>
            <a:xfrm>
              <a:off x="595698" y="375784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grpSp>
        <p:nvGrpSpPr>
          <p:cNvPr id="482" name="グループ化 481">
            <a:extLst>
              <a:ext uri="{FF2B5EF4-FFF2-40B4-BE49-F238E27FC236}">
                <ns2:creationId id="{9992FCA7-2F7B-A9A2-2971-6E82E107888A}"/>
              </a:ext>
            </a:extLst>
          </p:cNvPr>
          <p:cNvGrpSpPr/>
          <p:nvPr/>
        </p:nvGrpSpPr>
        <p:grpSpPr>
          <a:xfrm>
            <a:off x="6782618" y="2529343"/>
            <a:ext cx="4497867" cy="2673674"/>
            <a:chOff x="6782616" y="2529343"/>
            <a:chExt cx="4497867" cy="2673674"/>
          </a:xfrm>
        </p:grpSpPr>
        <p:sp>
          <p:nvSpPr>
            <p:cNvPr id="364" name="四角形: 角を丸くする 363">
              <a:extLst>
                <a:ext uri="{FF2B5EF4-FFF2-40B4-BE49-F238E27FC236}">
                  <ns2:creationId id="{14B08960-4EB9-E8FD-1E59-04F572A558B4}"/>
                </a:ext>
              </a:extLst>
            </p:cNvPr>
            <p:cNvSpPr/>
            <p:nvPr/>
          </p:nvSpPr>
          <p:spPr>
            <a:xfrm>
              <a:off x="887939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5" name="四角形: 角を丸くする 364">
              <a:extLst>
                <a:ext uri="{FF2B5EF4-FFF2-40B4-BE49-F238E27FC236}">
                  <ns2:creationId id="{8ECED65C-BA98-3A3A-66EB-111315BA4732}"/>
                </a:ext>
              </a:extLst>
            </p:cNvPr>
            <p:cNvSpPr/>
            <p:nvPr/>
          </p:nvSpPr>
          <p:spPr>
            <a:xfrm>
              <a:off x="8879395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6" name="楕円 365">
              <a:extLst>
                <a:ext uri="{FF2B5EF4-FFF2-40B4-BE49-F238E27FC236}">
                  <ns2:creationId id="{1B62DD6A-5201-4C31-F2F6-4E43DDCBDE87}"/>
                </a:ext>
              </a:extLst>
            </p:cNvPr>
            <p:cNvSpPr/>
            <p:nvPr/>
          </p:nvSpPr>
          <p:spPr>
            <a:xfrm>
              <a:off x="8513794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367" name="直線コネクタ 366">
              <a:extLst>
                <a:ext uri="{FF2B5EF4-FFF2-40B4-BE49-F238E27FC236}">
                  <ns2:creationId id="{FCED52E5-F661-034E-7F61-D05528167DAC}"/>
                </a:ext>
              </a:extLst>
            </p:cNvPr>
            <p:cNvCxnSpPr>
              <a:cxnSpLocks/>
              <a:stCxn id="365" idx="0"/>
              <a:endCxn id="364" idx="2"/>
            </p:cNvCxnSpPr>
            <p:nvPr/>
          </p:nvCxnSpPr>
          <p:spPr>
            <a:xfrm flipV="1">
              <a:off x="9400334" y="2859243"/>
              <a:ext cx="2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B4076E3-9EEC-8617-F227-4DF3257C71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6640" y="2607682"/>
              <a:ext cx="0" cy="2272299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正方形/長方形 368">
              <a:extLst>
                <a:ext uri="{FF2B5EF4-FFF2-40B4-BE49-F238E27FC236}">
                  <ns2:creationId id="{A2A382E7-A2B7-7CB0-8374-92BD37A43A42}"/>
                </a:ext>
              </a:extLst>
            </p:cNvPr>
            <p:cNvSpPr/>
            <p:nvPr/>
          </p:nvSpPr>
          <p:spPr>
            <a:xfrm>
              <a:off x="6782616" y="3457429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0" name="楕円 369">
              <a:extLst>
                <a:ext uri="{FF2B5EF4-FFF2-40B4-BE49-F238E27FC236}">
                  <ns2:creationId id="{43D3C7CC-1604-511D-F8F0-0F627F704967}"/>
                </a:ext>
              </a:extLst>
            </p:cNvPr>
            <p:cNvSpPr/>
            <p:nvPr/>
          </p:nvSpPr>
          <p:spPr>
            <a:xfrm>
              <a:off x="8513794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1" name="四角形: 角を丸くする 370">
              <a:extLst>
                <a:ext uri="{FF2B5EF4-FFF2-40B4-BE49-F238E27FC236}">
                  <ns2:creationId id="{2A19140E-910D-70F0-5C18-9B5C1F5F48D9}"/>
                </a:ext>
              </a:extLst>
            </p:cNvPr>
            <p:cNvSpPr/>
            <p:nvPr/>
          </p:nvSpPr>
          <p:spPr>
            <a:xfrm>
              <a:off x="7520185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2" name="四角形: 角を丸くする 371">
              <a:extLst>
                <a:ext uri="{FF2B5EF4-FFF2-40B4-BE49-F238E27FC236}">
                  <ns2:creationId id="{ADA6EAA5-B1C4-2C33-7FC5-940FC37C9A36}"/>
                </a:ext>
              </a:extLst>
            </p:cNvPr>
            <p:cNvSpPr/>
            <p:nvPr/>
          </p:nvSpPr>
          <p:spPr>
            <a:xfrm>
              <a:off x="8540961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3" name="四角形: 角を丸くする 372">
              <a:extLst>
                <a:ext uri="{FF2B5EF4-FFF2-40B4-BE49-F238E27FC236}">
                  <ns2:creationId id="{9E965955-DA5D-9764-2D0F-78D2646EE8AE}"/>
                </a:ext>
              </a:extLst>
            </p:cNvPr>
            <p:cNvSpPr/>
            <p:nvPr/>
          </p:nvSpPr>
          <p:spPr>
            <a:xfrm>
              <a:off x="9561737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374" name="コネクタ: カギ線 373">
              <a:extLst>
                <a:ext uri="{FF2B5EF4-FFF2-40B4-BE49-F238E27FC236}">
                  <ns2:creationId id="{1ECDDD82-42C1-CE7E-3999-20EAC43189E2}"/>
                </a:ext>
              </a:extLst>
            </p:cNvPr>
            <p:cNvCxnSpPr>
              <a:cxnSpLocks/>
              <a:stCxn id="373" idx="0"/>
              <a:endCxn id="365" idx="2"/>
            </p:cNvCxnSpPr>
            <p:nvPr/>
          </p:nvCxnSpPr>
          <p:spPr>
            <a:xfrm rot="16200000" flipV="1">
              <a:off x="9568554" y="3116534"/>
              <a:ext cx="173949" cy="51038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6" name="グループ化 375">
              <a:extLst>
                <a:ext uri="{FF2B5EF4-FFF2-40B4-BE49-F238E27FC236}">
                  <ns2:creationId id="{B586CFF5-7282-04E9-721B-4BFD48254A25}"/>
                </a:ext>
              </a:extLst>
            </p:cNvPr>
            <p:cNvGrpSpPr/>
            <p:nvPr/>
          </p:nvGrpSpPr>
          <p:grpSpPr>
            <a:xfrm>
              <a:off x="7514165" y="5004256"/>
              <a:ext cx="3766318" cy="198761"/>
              <a:chOff x="1107149" y="6109964"/>
              <a:chExt cx="4878785" cy="198761"/>
            </a:xfrm>
          </p:grpSpPr>
          <p:cxnSp>
            <p:nvCxnSpPr>
              <p:cNvPr id="456" name="直線コネクタ 455">
                <a:extLst>
                  <a:ext uri="{FF2B5EF4-FFF2-40B4-BE49-F238E27FC236}">
                    <ns2:creationId id="{4DB7DCBF-197C-8484-385E-B45849EF59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7149" y="6209344"/>
                <a:ext cx="487878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7" name="正方形/長方形 456">
                <a:extLst>
                  <a:ext uri="{FF2B5EF4-FFF2-40B4-BE49-F238E27FC236}">
                    <ns2:creationId id="{B0102B2F-5DF1-6358-F3E0-FD731323EB2E}"/>
                  </a:ext>
                </a:extLst>
              </p:cNvPr>
              <p:cNvSpPr/>
              <p:nvPr/>
            </p:nvSpPr>
            <p:spPr>
              <a:xfrm>
                <a:off x="3164355" y="6109964"/>
                <a:ext cx="764370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377" name="四角形: 角を丸くする 376">
              <a:extLst>
                <a:ext uri="{FF2B5EF4-FFF2-40B4-BE49-F238E27FC236}">
                  <ns2:creationId id="{0FD84E90-3BBF-9691-C79C-C4DB04A2271E}"/>
                </a:ext>
              </a:extLst>
            </p:cNvPr>
            <p:cNvSpPr/>
            <p:nvPr/>
          </p:nvSpPr>
          <p:spPr>
            <a:xfrm>
              <a:off x="10582513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9" name="四角形: 角を丸くする 378">
              <a:extLst>
                <a:ext uri="{FF2B5EF4-FFF2-40B4-BE49-F238E27FC236}">
                  <ns2:creationId id="{08A14CD9-CA09-988A-09E3-89A2A0A5C6D9}"/>
                </a:ext>
              </a:extLst>
            </p:cNvPr>
            <p:cNvSpPr/>
            <p:nvPr/>
          </p:nvSpPr>
          <p:spPr>
            <a:xfrm>
              <a:off x="752018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0" name="四角形: 角を丸くする 379">
              <a:extLst>
                <a:ext uri="{FF2B5EF4-FFF2-40B4-BE49-F238E27FC236}">
                  <ns2:creationId id="{D36708A0-4B20-AC23-A31B-A24AAB82B2D4}"/>
                </a:ext>
              </a:extLst>
            </p:cNvPr>
            <p:cNvSpPr/>
            <p:nvPr/>
          </p:nvSpPr>
          <p:spPr>
            <a:xfrm>
              <a:off x="803057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1" name="四角形: 角を丸くする 380">
              <a:extLst>
                <a:ext uri="{FF2B5EF4-FFF2-40B4-BE49-F238E27FC236}">
                  <ns2:creationId id="{C90B312D-7B34-B986-E5EC-9A035F05C5DB}"/>
                </a:ext>
              </a:extLst>
            </p:cNvPr>
            <p:cNvSpPr/>
            <p:nvPr/>
          </p:nvSpPr>
          <p:spPr>
            <a:xfrm>
              <a:off x="854096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2" name="四角形: 角を丸くする 381">
              <a:extLst>
                <a:ext uri="{FF2B5EF4-FFF2-40B4-BE49-F238E27FC236}">
                  <ns2:creationId id="{CE226114-3137-C764-A26A-035C87606D51}"/>
                </a:ext>
              </a:extLst>
            </p:cNvPr>
            <p:cNvSpPr/>
            <p:nvPr/>
          </p:nvSpPr>
          <p:spPr>
            <a:xfrm>
              <a:off x="9051349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3" name="四角形: 角を丸くする 382">
              <a:extLst>
                <a:ext uri="{FF2B5EF4-FFF2-40B4-BE49-F238E27FC236}">
                  <ns2:creationId id="{21E8791B-C335-5B47-BCF3-ED6D9344133E}"/>
                </a:ext>
              </a:extLst>
            </p:cNvPr>
            <p:cNvSpPr/>
            <p:nvPr/>
          </p:nvSpPr>
          <p:spPr>
            <a:xfrm>
              <a:off x="9561737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4" name="四角形: 角を丸くする 383">
              <a:extLst>
                <a:ext uri="{FF2B5EF4-FFF2-40B4-BE49-F238E27FC236}">
                  <ns2:creationId id="{6787292A-C3B8-C609-FEF0-2BF4A353472E}"/>
                </a:ext>
              </a:extLst>
            </p:cNvPr>
            <p:cNvSpPr/>
            <p:nvPr/>
          </p:nvSpPr>
          <p:spPr>
            <a:xfrm>
              <a:off x="1007212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5" name="四角形: 角を丸くする 384">
              <a:extLst>
                <a:ext uri="{FF2B5EF4-FFF2-40B4-BE49-F238E27FC236}">
                  <ns2:creationId id="{968982A3-3306-5F42-B7A7-CDEE30151C58}"/>
                </a:ext>
              </a:extLst>
            </p:cNvPr>
            <p:cNvSpPr/>
            <p:nvPr/>
          </p:nvSpPr>
          <p:spPr>
            <a:xfrm>
              <a:off x="1058251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6" name="四角形: 角を丸くする 385">
              <a:extLst>
                <a:ext uri="{FF2B5EF4-FFF2-40B4-BE49-F238E27FC236}">
                  <ns2:creationId id="{E8192767-8133-8A5D-1EF2-00115D7B15DD}"/>
                </a:ext>
              </a:extLst>
            </p:cNvPr>
            <p:cNvSpPr/>
            <p:nvPr/>
          </p:nvSpPr>
          <p:spPr>
            <a:xfrm>
              <a:off x="1109290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9" name="正方形/長方形 388">
              <a:extLst>
                <a:ext uri="{FF2B5EF4-FFF2-40B4-BE49-F238E27FC236}">
                  <ns2:creationId id="{9AA97B10-351A-BEC4-EBF8-E58C796E208D}"/>
                </a:ext>
              </a:extLst>
            </p:cNvPr>
            <p:cNvSpPr/>
            <p:nvPr/>
          </p:nvSpPr>
          <p:spPr>
            <a:xfrm>
              <a:off x="1109290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1AFEFE07-683A-4FF6-53C7-B5809612F136}"/>
                </a:ext>
              </a:extLst>
            </p:cNvPr>
            <p:cNvSpPr/>
            <p:nvPr/>
          </p:nvSpPr>
          <p:spPr>
            <a:xfrm>
              <a:off x="10072125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44B674D1-8E9F-89EF-6D66-6CA681B72BDD}"/>
                </a:ext>
              </a:extLst>
            </p:cNvPr>
            <p:cNvSpPr/>
            <p:nvPr/>
          </p:nvSpPr>
          <p:spPr>
            <a:xfrm>
              <a:off x="9051349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AA84A8BE-E28E-37D2-D363-C711907F47DA}"/>
                </a:ext>
              </a:extLst>
            </p:cNvPr>
            <p:cNvSpPr/>
            <p:nvPr/>
          </p:nvSpPr>
          <p:spPr>
            <a:xfrm>
              <a:off x="854096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5" name="正方形/長方形 394">
              <a:extLst>
                <a:ext uri="{FF2B5EF4-FFF2-40B4-BE49-F238E27FC236}">
                  <ns2:creationId id="{A65F9CC7-29A1-C11E-C4C2-105E06EF7430}"/>
                </a:ext>
              </a:extLst>
            </p:cNvPr>
            <p:cNvSpPr/>
            <p:nvPr/>
          </p:nvSpPr>
          <p:spPr>
            <a:xfrm>
              <a:off x="803057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97" name="コネクタ: カギ線 396">
              <a:extLst>
                <a:ext uri="{FF2B5EF4-FFF2-40B4-BE49-F238E27FC236}">
                  <ns2:creationId id="{36128A78-CB4D-FCE5-5DC5-DAFBCA05C121}"/>
                </a:ext>
              </a:extLst>
            </p:cNvPr>
            <p:cNvCxnSpPr>
              <a:cxnSpLocks/>
              <a:stCxn id="365" idx="2"/>
              <a:endCxn id="372" idx="0"/>
            </p:cNvCxnSpPr>
            <p:nvPr/>
          </p:nvCxnSpPr>
          <p:spPr>
            <a:xfrm rot="5400000">
              <a:off x="9058166" y="3116533"/>
              <a:ext cx="173949" cy="51038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コネクタ: カギ線 397">
              <a:extLst>
                <a:ext uri="{FF2B5EF4-FFF2-40B4-BE49-F238E27FC236}">
                  <ns2:creationId id="{DE05B1A1-43C5-0E2C-D24B-AB4103A29C04}"/>
                </a:ext>
              </a:extLst>
            </p:cNvPr>
            <p:cNvCxnSpPr>
              <a:cxnSpLocks/>
              <a:stCxn id="373" idx="2"/>
              <a:endCxn id="383" idx="0"/>
            </p:cNvCxnSpPr>
            <p:nvPr/>
          </p:nvCxnSpPr>
          <p:spPr>
            <a:xfrm rot="5400000">
              <a:off x="965364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コネクタ: カギ線 398">
              <a:extLst>
                <a:ext uri="{FF2B5EF4-FFF2-40B4-BE49-F238E27FC236}">
                  <ns2:creationId id="{1BDE1B86-B26B-403E-2C83-F30F21391E1F}"/>
                </a:ext>
              </a:extLst>
            </p:cNvPr>
            <p:cNvCxnSpPr>
              <a:cxnSpLocks/>
              <a:stCxn id="373" idx="2"/>
              <a:endCxn id="384" idx="0"/>
            </p:cNvCxnSpPr>
            <p:nvPr/>
          </p:nvCxnSpPr>
          <p:spPr>
            <a:xfrm rot="16200000" flipH="1">
              <a:off x="990883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コネクタ: カギ線 399">
              <a:extLst>
                <a:ext uri="{FF2B5EF4-FFF2-40B4-BE49-F238E27FC236}">
                  <ns2:creationId id="{23B00FC6-B7C3-B0E8-7580-229F65959996}"/>
                </a:ext>
              </a:extLst>
            </p:cNvPr>
            <p:cNvCxnSpPr>
              <a:cxnSpLocks/>
              <a:stCxn id="377" idx="2"/>
              <a:endCxn id="386" idx="0"/>
            </p:cNvCxnSpPr>
            <p:nvPr/>
          </p:nvCxnSpPr>
          <p:spPr>
            <a:xfrm rot="16200000" flipH="1">
              <a:off x="1092961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コネクタ: カギ線 400">
              <a:extLst>
                <a:ext uri="{FF2B5EF4-FFF2-40B4-BE49-F238E27FC236}">
                  <ns2:creationId id="{A4F60D6F-9077-3066-D32B-B42AF8C859DF}"/>
                </a:ext>
              </a:extLst>
            </p:cNvPr>
            <p:cNvCxnSpPr>
              <a:cxnSpLocks/>
              <a:stCxn id="377" idx="2"/>
              <a:endCxn id="385" idx="0"/>
            </p:cNvCxnSpPr>
            <p:nvPr/>
          </p:nvCxnSpPr>
          <p:spPr>
            <a:xfrm rot="5400000">
              <a:off x="10674416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コネクタ: カギ線 403">
              <a:extLst>
                <a:ext uri="{FF2B5EF4-FFF2-40B4-BE49-F238E27FC236}">
                  <ns2:creationId id="{05B296E3-B700-DBC8-71BF-462C0AA619E8}"/>
                </a:ext>
              </a:extLst>
            </p:cNvPr>
            <p:cNvCxnSpPr>
              <a:cxnSpLocks/>
              <a:stCxn id="372" idx="2"/>
              <a:endCxn id="382" idx="0"/>
            </p:cNvCxnSpPr>
            <p:nvPr/>
          </p:nvCxnSpPr>
          <p:spPr>
            <a:xfrm rot="16200000" flipH="1">
              <a:off x="8888058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コネクタ: カギ線 404">
              <a:extLst>
                <a:ext uri="{FF2B5EF4-FFF2-40B4-BE49-F238E27FC236}">
                  <ns2:creationId id="{8515D485-45CC-7334-D57A-B422B786E624}"/>
                </a:ext>
              </a:extLst>
            </p:cNvPr>
            <p:cNvCxnSpPr>
              <a:cxnSpLocks/>
              <a:stCxn id="372" idx="2"/>
              <a:endCxn id="381" idx="0"/>
            </p:cNvCxnSpPr>
            <p:nvPr/>
          </p:nvCxnSpPr>
          <p:spPr>
            <a:xfrm rot="5400000">
              <a:off x="863286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コネクタ: カギ線 405">
              <a:extLst>
                <a:ext uri="{FF2B5EF4-FFF2-40B4-BE49-F238E27FC236}">
                  <ns2:creationId id="{AD17CEF8-6A6F-58DC-8D96-553ED3825E01}"/>
                </a:ext>
              </a:extLst>
            </p:cNvPr>
            <p:cNvCxnSpPr>
              <a:cxnSpLocks/>
              <a:stCxn id="371" idx="2"/>
              <a:endCxn id="380" idx="0"/>
            </p:cNvCxnSpPr>
            <p:nvPr/>
          </p:nvCxnSpPr>
          <p:spPr>
            <a:xfrm rot="16200000" flipH="1">
              <a:off x="7868723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コネクタ: カギ線 406">
              <a:extLst>
                <a:ext uri="{FF2B5EF4-FFF2-40B4-BE49-F238E27FC236}">
                  <ns2:creationId id="{B7247FEB-F6A9-BB1B-B7FF-2F706B5B1A9B}"/>
                </a:ext>
              </a:extLst>
            </p:cNvPr>
            <p:cNvCxnSpPr>
              <a:cxnSpLocks/>
              <a:stCxn id="371" idx="2"/>
              <a:endCxn id="379" idx="0"/>
            </p:cNvCxnSpPr>
            <p:nvPr/>
          </p:nvCxnSpPr>
          <p:spPr>
            <a:xfrm rot="5400000">
              <a:off x="7613529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正方形/長方形 428">
              <a:extLst>
                <a:ext uri="{FF2B5EF4-FFF2-40B4-BE49-F238E27FC236}">
                  <ns2:creationId id="{F1FC4106-4A4D-2343-2AE2-E6CFFA254776}"/>
                </a:ext>
              </a:extLst>
            </p:cNvPr>
            <p:cNvSpPr/>
            <p:nvPr/>
          </p:nvSpPr>
          <p:spPr>
            <a:xfrm>
              <a:off x="7324071" y="3241095"/>
              <a:ext cx="511555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C3945B1B-22AA-6BD7-5945-B90502B00F20}"/>
                </a:ext>
              </a:extLst>
            </p:cNvPr>
            <p:cNvSpPr/>
            <p:nvPr/>
          </p:nvSpPr>
          <p:spPr>
            <a:xfrm>
              <a:off x="7194051" y="3805430"/>
              <a:ext cx="356127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62" name="正方形/長方形 461">
              <a:extLst>
                <a:ext uri="{FF2B5EF4-FFF2-40B4-BE49-F238E27FC236}">
                  <ns2:creationId id="{7E1E6C40-BD1B-F781-C554-D93A873D26D5}"/>
                </a:ext>
              </a:extLst>
            </p:cNvPr>
            <p:cNvSpPr/>
            <p:nvPr/>
          </p:nvSpPr>
          <p:spPr>
            <a:xfrm>
              <a:off x="1058251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3" name="正方形/長方形 462">
              <a:extLst>
                <a:ext uri="{FF2B5EF4-FFF2-40B4-BE49-F238E27FC236}">
                  <ns2:creationId id="{3DEE25A6-9F18-F58E-19BA-20A3A92FB2A1}"/>
                </a:ext>
              </a:extLst>
            </p:cNvPr>
            <p:cNvSpPr/>
            <p:nvPr/>
          </p:nvSpPr>
          <p:spPr>
            <a:xfrm>
              <a:off x="9561737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72" name="コネクタ: カギ線 471">
              <a:extLst>
                <a:ext uri="{FF2B5EF4-FFF2-40B4-BE49-F238E27FC236}">
                  <ns2:creationId id="{8ADFA54E-51CC-3D31-A082-269BF947109B}"/>
                </a:ext>
              </a:extLst>
            </p:cNvPr>
            <p:cNvCxnSpPr>
              <a:cxnSpLocks/>
              <a:stCxn id="377" idx="0"/>
              <a:endCxn id="365" idx="2"/>
            </p:cNvCxnSpPr>
            <p:nvPr/>
          </p:nvCxnSpPr>
          <p:spPr>
            <a:xfrm rot="16200000" flipV="1">
              <a:off x="10078942" y="2606146"/>
              <a:ext cx="173949" cy="153116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コネクタ: カギ線 427">
              <a:extLst>
                <a:ext uri="{FF2B5EF4-FFF2-40B4-BE49-F238E27FC236}">
                  <ns2:creationId id="{6D6AB718-4F90-FFD1-AC79-75200382F33C}"/>
                </a:ext>
              </a:extLst>
            </p:cNvPr>
            <p:cNvCxnSpPr>
              <a:cxnSpLocks/>
              <a:stCxn id="365" idx="2"/>
              <a:endCxn id="371" idx="0"/>
            </p:cNvCxnSpPr>
            <p:nvPr/>
          </p:nvCxnSpPr>
          <p:spPr>
            <a:xfrm rot="5400000">
              <a:off x="8546337" y="2607586"/>
              <a:ext cx="176831" cy="153116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5" name="正方形/長方形 474">
              <a:extLst>
                <a:ext uri="{FF2B5EF4-FFF2-40B4-BE49-F238E27FC236}">
                  <ns2:creationId id="{C4B0CEE4-D814-37E4-C22D-938A2A92F0F9}"/>
                </a:ext>
              </a:extLst>
            </p:cNvPr>
            <p:cNvSpPr/>
            <p:nvPr/>
          </p:nvSpPr>
          <p:spPr>
            <a:xfrm>
              <a:off x="7296148" y="2721018"/>
              <a:ext cx="1078956" cy="27068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479" name="コネクタ: カギ線 478">
              <a:extLst>
                <a:ext uri="{FF2B5EF4-FFF2-40B4-BE49-F238E27FC236}">
                  <ns2:creationId id="{B0D3CE2C-D07D-8AF1-852F-B320DD7881C9}"/>
                </a:ext>
              </a:extLst>
            </p:cNvPr>
            <p:cNvCxnSpPr>
              <a:cxnSpLocks/>
              <a:stCxn id="366" idx="2"/>
              <a:endCxn id="429" idx="0"/>
            </p:cNvCxnSpPr>
            <p:nvPr/>
          </p:nvCxnSpPr>
          <p:spPr>
            <a:xfrm rot="10800000" flipV="1">
              <a:off x="7579850" y="3065633"/>
              <a:ext cx="933945" cy="175461"/>
            </a:xfrm>
            <a:prstGeom prst="bentConnector2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837286614"/>
      </p:ext>
    </p:extLst>
  </p:cSld>
  <p:clrMapOvr>
    <a:masterClrMapping/>
  </p:clrMapOvr>
</p:sld>
</file>

<file path=ppt/slides/slide20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46F7D6D-CA8F-5297-8928-3224A0C85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0214B9C-65BE-3364-6E66-06DF6C4F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79F527B-301C-7CFC-D2AC-E713451FA7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356" name="グループ化 355">
            <a:extLst>
              <a:ext uri="{FF2B5EF4-FFF2-40B4-BE49-F238E27FC236}">
                <ns2:creationId id="{4959E017-5FB6-4124-304B-85835E74DFC2}"/>
              </a:ext>
            </a:extLst>
          </p:cNvPr>
          <p:cNvGrpSpPr/>
          <p:nvPr/>
        </p:nvGrpSpPr>
        <p:grpSpPr>
          <a:xfrm>
            <a:off x="6322767" y="1628775"/>
            <a:ext cx="5540113" cy="4683202"/>
            <a:chOff x="6322767" y="1628775"/>
            <a:chExt cx="5540113" cy="4683202"/>
          </a:xfrm>
        </p:grpSpPr>
        <p:sp>
          <p:nvSpPr>
            <p:cNvPr id="274" name="正方形/長方形 273">
              <a:extLst>
                <a:ext uri="{FF2B5EF4-FFF2-40B4-BE49-F238E27FC236}">
                  <ns2:creationId id="{847ECF0C-67A9-0C2D-8697-BF635DB0572E}"/>
                </a:ext>
              </a:extLst>
            </p:cNvPr>
            <p:cNvSpPr/>
            <p:nvPr/>
          </p:nvSpPr>
          <p:spPr>
            <a:xfrm>
              <a:off x="7618513" y="1639446"/>
              <a:ext cx="1533132" cy="38596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75" name="コネクタ: カギ線 274">
              <a:extLst>
                <a:ext uri="{FF2B5EF4-FFF2-40B4-BE49-F238E27FC236}">
                  <ns2:creationId id="{15FEB17D-F4CF-7422-7B10-3F8FC9F89C87}"/>
                </a:ext>
              </a:extLst>
            </p:cNvPr>
            <p:cNvCxnSpPr>
              <a:cxnSpLocks/>
              <a:stCxn id="274" idx="2"/>
              <a:endCxn id="304" idx="0"/>
            </p:cNvCxnSpPr>
            <p:nvPr/>
          </p:nvCxnSpPr>
          <p:spPr>
            <a:xfrm rot="16200000" flipH="1">
              <a:off x="8557129" y="1853363"/>
              <a:ext cx="884143" cy="12282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A4298CCB-9FC6-F532-D204-10C08E8F554B}"/>
                </a:ext>
              </a:extLst>
            </p:cNvPr>
            <p:cNvCxnSpPr>
              <a:cxnSpLocks/>
              <a:stCxn id="274" idx="2"/>
              <a:endCxn id="303" idx="0"/>
            </p:cNvCxnSpPr>
            <p:nvPr/>
          </p:nvCxnSpPr>
          <p:spPr>
            <a:xfrm rot="5400000">
              <a:off x="7241345" y="1765821"/>
              <a:ext cx="884143" cy="14033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Arrow: Down 125">
              <a:extLst>
                <a:ext uri="{FF2B5EF4-FFF2-40B4-BE49-F238E27FC236}">
                  <ns2:creationId id="{1E2E22C0-5FA5-2558-5ED9-F591EA127798}"/>
                </a:ext>
              </a:extLst>
            </p:cNvPr>
            <p:cNvSpPr/>
            <p:nvPr/>
          </p:nvSpPr>
          <p:spPr>
            <a:xfrm>
              <a:off x="11674000" y="1628775"/>
              <a:ext cx="188880" cy="3657224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9" name="Arrow: Down 126">
              <a:extLst>
                <a:ext uri="{FF2B5EF4-FFF2-40B4-BE49-F238E27FC236}">
                  <ns2:creationId id="{C9B3CA9C-A71A-4040-1A40-37AB897B53C1}"/>
                </a:ext>
              </a:extLst>
            </p:cNvPr>
            <p:cNvSpPr/>
            <p:nvPr/>
          </p:nvSpPr>
          <p:spPr>
            <a:xfrm>
              <a:off x="10229443" y="2909556"/>
              <a:ext cx="188880" cy="2376442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82" name="Graphic 144" descr="Plug with solid fill">
              <a:extLst>
                <a:ext uri="{FF2B5EF4-FFF2-40B4-BE49-F238E27FC236}">
                  <ns2:creationId id="{D4BBBBC6-85A9-C5E3-8798-E6141E6407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742338" y="1652429"/>
              <a:ext cx="360000" cy="360000"/>
            </a:xfrm>
            <a:prstGeom prst="rect">
              <a:avLst/>
            </a:prstGeom>
          </p:spPr>
        </p:pic>
        <p:cxnSp>
          <p:nvCxnSpPr>
            <p:cNvPr id="283" name="直線コネクタ 39">
              <a:extLst>
                <a:ext uri="{FF2B5EF4-FFF2-40B4-BE49-F238E27FC236}">
                  <ns2:creationId id="{60BEE641-5D9C-162E-4E18-E3A04A1D726C}"/>
                </a:ext>
              </a:extLst>
            </p:cNvPr>
            <p:cNvCxnSpPr>
              <a:cxnSpLocks/>
            </p:cNvCxnSpPr>
            <p:nvPr/>
          </p:nvCxnSpPr>
          <p:spPr>
            <a:xfrm>
              <a:off x="8385079" y="2355889"/>
              <a:ext cx="2154049" cy="109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4" name="正方形/長方形 30">
              <a:extLst>
                <a:ext uri="{FF2B5EF4-FFF2-40B4-BE49-F238E27FC236}">
                  <ns2:creationId id="{31F3550B-3318-324A-12F4-4BC450631E1A}"/>
                </a:ext>
              </a:extLst>
            </p:cNvPr>
            <p:cNvSpPr/>
            <p:nvPr/>
          </p:nvSpPr>
          <p:spPr>
            <a:xfrm>
              <a:off x="10539780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5" name="正方形/長方形 31">
              <a:extLst>
                <a:ext uri="{FF2B5EF4-FFF2-40B4-BE49-F238E27FC236}">
                  <ns2:creationId id="{4B72507D-9B99-3470-3B20-0FC2B18C23F0}"/>
                </a:ext>
              </a:extLst>
            </p:cNvPr>
            <p:cNvSpPr/>
            <p:nvPr/>
          </p:nvSpPr>
          <p:spPr>
            <a:xfrm>
              <a:off x="10890656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32">
              <a:extLst>
                <a:ext uri="{FF2B5EF4-FFF2-40B4-BE49-F238E27FC236}">
                  <ns2:creationId id="{586B541C-FFDA-8A2A-3138-18E2E4C23E54}"/>
                </a:ext>
              </a:extLst>
            </p:cNvPr>
            <p:cNvSpPr/>
            <p:nvPr/>
          </p:nvSpPr>
          <p:spPr>
            <a:xfrm>
              <a:off x="11241532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87" name="グループ化 286">
              <a:extLst>
                <a:ext uri="{FF2B5EF4-FFF2-40B4-BE49-F238E27FC236}">
                  <ns2:creationId id="{9E7836BF-ABD1-EA03-9FA8-1B0A922123D5}"/>
                </a:ext>
              </a:extLst>
            </p:cNvPr>
            <p:cNvGrpSpPr/>
            <p:nvPr/>
          </p:nvGrpSpPr>
          <p:grpSpPr>
            <a:xfrm>
              <a:off x="6322767" y="4114716"/>
              <a:ext cx="3774102" cy="1098915"/>
              <a:chOff x="6322767" y="3882002"/>
              <a:chExt cx="3774102" cy="1284357"/>
            </a:xfrm>
          </p:grpSpPr>
          <p:sp>
            <p:nvSpPr>
              <p:cNvPr id="328" name="正方形/長方形 33">
                <a:extLst>
                  <a:ext uri="{FF2B5EF4-FFF2-40B4-BE49-F238E27FC236}">
                    <ns2:creationId id="{09B1D7BF-3EDB-51DA-77C0-56D5F5B426DB}"/>
                  </a:ext>
                </a:extLst>
              </p:cNvPr>
              <p:cNvSpPr/>
              <p:nvPr/>
            </p:nvSpPr>
            <p:spPr>
              <a:xfrm>
                <a:off x="632276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9" name="正方形/長方形 34">
                <a:extLst>
                  <a:ext uri="{FF2B5EF4-FFF2-40B4-BE49-F238E27FC236}">
                    <ns2:creationId id="{0E6C16B6-1122-F545-891F-F6D9AF6A5F4E}"/>
                  </a:ext>
                </a:extLst>
              </p:cNvPr>
              <p:cNvSpPr/>
              <p:nvPr/>
            </p:nvSpPr>
            <p:spPr>
              <a:xfrm>
                <a:off x="667364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0" name="正方形/長方形 35">
                <a:extLst>
                  <a:ext uri="{FF2B5EF4-FFF2-40B4-BE49-F238E27FC236}">
                    <ns2:creationId id="{EAC6165D-F4A2-F2BB-47CD-06B26F2B528F}"/>
                  </a:ext>
                </a:extLst>
              </p:cNvPr>
              <p:cNvSpPr/>
              <p:nvPr/>
            </p:nvSpPr>
            <p:spPr>
              <a:xfrm>
                <a:off x="702451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1" name="正方形/長方形 36">
                <a:extLst>
                  <a:ext uri="{FF2B5EF4-FFF2-40B4-BE49-F238E27FC236}">
                    <ns2:creationId id="{5762BA60-03C8-F7A5-E37A-A1FAD1FB5F00}"/>
                  </a:ext>
                </a:extLst>
              </p:cNvPr>
              <p:cNvSpPr/>
              <p:nvPr/>
            </p:nvSpPr>
            <p:spPr>
              <a:xfrm>
                <a:off x="7375395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2" name="正方形/長方形 57">
                <a:extLst>
                  <a:ext uri="{FF2B5EF4-FFF2-40B4-BE49-F238E27FC236}">
                    <ns2:creationId id="{885047D5-BC0A-CA57-F14D-8240FADF662E}"/>
                  </a:ext>
                </a:extLst>
              </p:cNvPr>
              <p:cNvSpPr/>
              <p:nvPr/>
            </p:nvSpPr>
            <p:spPr>
              <a:xfrm>
                <a:off x="7726271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3" name="正方形/長方形 58">
                <a:extLst>
                  <a:ext uri="{FF2B5EF4-FFF2-40B4-BE49-F238E27FC236}">
                    <ns2:creationId id="{A67C230F-7C50-0755-381A-4898B0D56E5A}"/>
                  </a:ext>
                </a:extLst>
              </p:cNvPr>
              <p:cNvSpPr/>
              <p:nvPr/>
            </p:nvSpPr>
            <p:spPr>
              <a:xfrm>
                <a:off x="807714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4" name="正方形/長方形 59">
                <a:extLst>
                  <a:ext uri="{FF2B5EF4-FFF2-40B4-BE49-F238E27FC236}">
                    <ns2:creationId id="{6CD344E7-4503-D427-A5DD-527E740AA6EC}"/>
                  </a:ext>
                </a:extLst>
              </p:cNvPr>
              <p:cNvSpPr/>
              <p:nvPr/>
            </p:nvSpPr>
            <p:spPr>
              <a:xfrm>
                <a:off x="842802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5" name="正方形/長方形 60">
                <a:extLst>
                  <a:ext uri="{FF2B5EF4-FFF2-40B4-BE49-F238E27FC236}">
                    <ns2:creationId id="{F5CEB912-F377-40BB-B00D-7F28F4F87526}"/>
                  </a:ext>
                </a:extLst>
              </p:cNvPr>
              <p:cNvSpPr/>
              <p:nvPr/>
            </p:nvSpPr>
            <p:spPr>
              <a:xfrm>
                <a:off x="877889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6" name="正方形/長方形 54">
                <a:extLst>
                  <a:ext uri="{FF2B5EF4-FFF2-40B4-BE49-F238E27FC236}">
                    <ns2:creationId id="{A2D90510-0F5A-FF2F-E112-454FEA29654A}"/>
                  </a:ext>
                </a:extLst>
              </p:cNvPr>
              <p:cNvSpPr/>
              <p:nvPr/>
            </p:nvSpPr>
            <p:spPr>
              <a:xfrm>
                <a:off x="9129772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7" name="正方形/長方形 55">
                <a:extLst>
                  <a:ext uri="{FF2B5EF4-FFF2-40B4-BE49-F238E27FC236}">
                    <ns2:creationId id="{B5E541DD-7BE8-439E-76F2-1B4145A153DE}"/>
                  </a:ext>
                </a:extLst>
              </p:cNvPr>
              <p:cNvSpPr/>
              <p:nvPr/>
            </p:nvSpPr>
            <p:spPr>
              <a:xfrm>
                <a:off x="9480648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8" name="正方形/長方形 56">
                <a:extLst>
                  <a:ext uri="{FF2B5EF4-FFF2-40B4-BE49-F238E27FC236}">
                    <ns2:creationId id="{A9515152-3D9A-49BF-F359-6285ADD0B83D}"/>
                  </a:ext>
                </a:extLst>
              </p:cNvPr>
              <p:cNvSpPr/>
              <p:nvPr/>
            </p:nvSpPr>
            <p:spPr>
              <a:xfrm>
                <a:off x="9831524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288" name="コネクタ: カギ線 40">
              <a:extLst>
                <a:ext uri="{FF2B5EF4-FFF2-40B4-BE49-F238E27FC236}">
                  <ns2:creationId id="{FA44BDE1-5B06-F3FE-5AA2-B4196EE4A7C9}"/>
                </a:ext>
              </a:extLst>
            </p:cNvPr>
            <p:cNvCxnSpPr>
              <a:cxnSpLocks/>
              <a:stCxn id="305" idx="2"/>
              <a:endCxn id="286" idx="0"/>
            </p:cNvCxnSpPr>
            <p:nvPr/>
          </p:nvCxnSpPr>
          <p:spPr>
            <a:xfrm rot="16200000" flipH="1">
              <a:off x="11085918" y="2647188"/>
              <a:ext cx="225697" cy="3508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41">
              <a:extLst>
                <a:ext uri="{FF2B5EF4-FFF2-40B4-BE49-F238E27FC236}">
                  <ns2:creationId id="{973B5552-8977-E6FB-9225-66497CDB47CB}"/>
                </a:ext>
              </a:extLst>
            </p:cNvPr>
            <p:cNvCxnSpPr>
              <a:cxnSpLocks/>
              <a:stCxn id="305" idx="2"/>
              <a:endCxn id="285" idx="0"/>
            </p:cNvCxnSpPr>
            <p:nvPr/>
          </p:nvCxnSpPr>
          <p:spPr>
            <a:xfrm rot="16200000" flipH="1">
              <a:off x="10910480" y="2822626"/>
              <a:ext cx="225697" cy="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コネクタ: カギ線 42">
              <a:extLst>
                <a:ext uri="{FF2B5EF4-FFF2-40B4-BE49-F238E27FC236}">
                  <ns2:creationId id="{CE4D7001-CBF4-D4DD-D321-8DBE67A7507A}"/>
                </a:ext>
              </a:extLst>
            </p:cNvPr>
            <p:cNvCxnSpPr>
              <a:cxnSpLocks/>
              <a:stCxn id="305" idx="2"/>
              <a:endCxn id="284" idx="0"/>
            </p:cNvCxnSpPr>
            <p:nvPr/>
          </p:nvCxnSpPr>
          <p:spPr>
            <a:xfrm rot="5400000">
              <a:off x="10735043" y="2647190"/>
              <a:ext cx="225697" cy="3508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コネクタ: カギ線 43">
              <a:extLst>
                <a:ext uri="{FF2B5EF4-FFF2-40B4-BE49-F238E27FC236}">
                  <ns2:creationId id="{A3EF3C88-EE68-44A3-4D9B-3990221C9EA3}"/>
                </a:ext>
              </a:extLst>
            </p:cNvPr>
            <p:cNvCxnSpPr>
              <a:cxnSpLocks/>
              <a:stCxn id="304" idx="2"/>
              <a:endCxn id="338" idx="0"/>
            </p:cNvCxnSpPr>
            <p:nvPr/>
          </p:nvCxnSpPr>
          <p:spPr>
            <a:xfrm rot="16200000" flipH="1">
              <a:off x="9538979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コネクタ: カギ線 45">
              <a:extLst>
                <a:ext uri="{FF2B5EF4-FFF2-40B4-BE49-F238E27FC236}">
                  <ns2:creationId id="{1D444A40-EA85-7A28-5B68-B622A5AB9D5D}"/>
                </a:ext>
              </a:extLst>
            </p:cNvPr>
            <p:cNvCxnSpPr>
              <a:cxnSpLocks/>
              <a:stCxn id="304" idx="2"/>
              <a:endCxn id="336" idx="0"/>
            </p:cNvCxnSpPr>
            <p:nvPr/>
          </p:nvCxnSpPr>
          <p:spPr>
            <a:xfrm rot="5400000">
              <a:off x="9188103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コネクタ: カギ線 46">
              <a:extLst>
                <a:ext uri="{FF2B5EF4-FFF2-40B4-BE49-F238E27FC236}">
                  <ns2:creationId id="{6F8557C0-4CA8-E88D-7F04-4B120E63AFAB}"/>
                </a:ext>
              </a:extLst>
            </p:cNvPr>
            <p:cNvCxnSpPr>
              <a:cxnSpLocks/>
              <a:stCxn id="302" idx="2"/>
              <a:endCxn id="335" idx="0"/>
            </p:cNvCxnSpPr>
            <p:nvPr/>
          </p:nvCxnSpPr>
          <p:spPr>
            <a:xfrm rot="16200000" flipH="1">
              <a:off x="8398634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47">
              <a:extLst>
                <a:ext uri="{FF2B5EF4-FFF2-40B4-BE49-F238E27FC236}">
                  <ns2:creationId id="{41F963C0-FEB7-FFB1-31B1-DBF62E86C4D7}"/>
                </a:ext>
              </a:extLst>
            </p:cNvPr>
            <p:cNvCxnSpPr>
              <a:cxnSpLocks/>
              <a:endCxn id="334" idx="0"/>
            </p:cNvCxnSpPr>
            <p:nvPr/>
          </p:nvCxnSpPr>
          <p:spPr>
            <a:xfrm rot="16200000" flipH="1">
              <a:off x="8223195" y="3777215"/>
              <a:ext cx="499562" cy="1754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48">
              <a:extLst>
                <a:ext uri="{FF2B5EF4-FFF2-40B4-BE49-F238E27FC236}">
                  <ns2:creationId id="{C1E1A09C-6166-2F46-38B6-A8CECFBBB7BF}"/>
                </a:ext>
              </a:extLst>
            </p:cNvPr>
            <p:cNvCxnSpPr>
              <a:cxnSpLocks/>
              <a:endCxn id="333" idx="0"/>
            </p:cNvCxnSpPr>
            <p:nvPr/>
          </p:nvCxnSpPr>
          <p:spPr>
            <a:xfrm rot="5400000">
              <a:off x="8047762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コネクタ: カギ線 49">
              <a:extLst>
                <a:ext uri="{FF2B5EF4-FFF2-40B4-BE49-F238E27FC236}">
                  <ns2:creationId id="{D2F15F58-7E9E-2099-4D7F-94C4C3063D10}"/>
                </a:ext>
              </a:extLst>
            </p:cNvPr>
            <p:cNvCxnSpPr>
              <a:cxnSpLocks/>
              <a:stCxn id="302" idx="2"/>
              <a:endCxn id="332" idx="0"/>
            </p:cNvCxnSpPr>
            <p:nvPr/>
          </p:nvCxnSpPr>
          <p:spPr>
            <a:xfrm rot="5400000">
              <a:off x="7872321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コネクタ: カギ線 50">
              <a:extLst>
                <a:ext uri="{FF2B5EF4-FFF2-40B4-BE49-F238E27FC236}">
                  <ns2:creationId id="{23A5A9EC-F84B-837E-CF66-38E2366459AB}"/>
                </a:ext>
              </a:extLst>
            </p:cNvPr>
            <p:cNvCxnSpPr>
              <a:cxnSpLocks/>
              <a:stCxn id="303" idx="2"/>
              <a:endCxn id="331" idx="0"/>
            </p:cNvCxnSpPr>
            <p:nvPr/>
          </p:nvCxnSpPr>
          <p:spPr>
            <a:xfrm rot="16200000" flipH="1">
              <a:off x="6995130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コネクタ: カギ線 51">
              <a:extLst>
                <a:ext uri="{FF2B5EF4-FFF2-40B4-BE49-F238E27FC236}">
                  <ns2:creationId id="{179B118A-8336-1122-7385-07C8E6933AF2}"/>
                </a:ext>
              </a:extLst>
            </p:cNvPr>
            <p:cNvCxnSpPr>
              <a:cxnSpLocks/>
              <a:endCxn id="330" idx="0"/>
            </p:cNvCxnSpPr>
            <p:nvPr/>
          </p:nvCxnSpPr>
          <p:spPr>
            <a:xfrm rot="16200000" flipH="1">
              <a:off x="6819691" y="3777215"/>
              <a:ext cx="499562" cy="17544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コネクタ: カギ線 52">
              <a:extLst>
                <a:ext uri="{FF2B5EF4-FFF2-40B4-BE49-F238E27FC236}">
                  <ns2:creationId id="{80A55CF5-F32A-22D9-D3E2-FAC2ECB55F43}"/>
                </a:ext>
              </a:extLst>
            </p:cNvPr>
            <p:cNvCxnSpPr>
              <a:cxnSpLocks/>
              <a:endCxn id="329" idx="0"/>
            </p:cNvCxnSpPr>
            <p:nvPr/>
          </p:nvCxnSpPr>
          <p:spPr>
            <a:xfrm rot="5400000">
              <a:off x="6644258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53">
              <a:extLst>
                <a:ext uri="{FF2B5EF4-FFF2-40B4-BE49-F238E27FC236}">
                  <ns2:creationId id="{E33CA3E3-017C-9073-EDD8-4639F6521D8B}"/>
                </a:ext>
              </a:extLst>
            </p:cNvPr>
            <p:cNvCxnSpPr>
              <a:cxnSpLocks/>
              <a:stCxn id="303" idx="2"/>
              <a:endCxn id="328" idx="0"/>
            </p:cNvCxnSpPr>
            <p:nvPr/>
          </p:nvCxnSpPr>
          <p:spPr>
            <a:xfrm rot="5400000">
              <a:off x="6468817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20">
              <a:extLst>
                <a:ext uri="{FF2B5EF4-FFF2-40B4-BE49-F238E27FC236}">
                  <ns2:creationId id="{D654D0EC-992B-06BF-91BB-E58E631FE115}"/>
                </a:ext>
              </a:extLst>
            </p:cNvPr>
            <p:cNvCxnSpPr>
              <a:cxnSpLocks/>
              <a:endCxn id="337" idx="0"/>
            </p:cNvCxnSpPr>
            <p:nvPr/>
          </p:nvCxnSpPr>
          <p:spPr>
            <a:xfrm>
              <a:off x="9613321" y="3615156"/>
              <a:ext cx="0" cy="49956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正方形/長方形 23">
              <a:extLst>
                <a:ext uri="{FF2B5EF4-FFF2-40B4-BE49-F238E27FC236}">
                  <ns2:creationId id="{1C9F72D7-E171-1169-407A-8F682E12073E}"/>
                </a:ext>
              </a:extLst>
            </p:cNvPr>
            <p:cNvSpPr/>
            <p:nvPr/>
          </p:nvSpPr>
          <p:spPr>
            <a:xfrm>
              <a:off x="7901057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303" name="正方形/長方形 24">
              <a:extLst>
                <a:ext uri="{FF2B5EF4-FFF2-40B4-BE49-F238E27FC236}">
                  <ns2:creationId id="{D22D8D2D-CA3A-7F75-9182-25D5D98A62C4}"/>
                </a:ext>
              </a:extLst>
            </p:cNvPr>
            <p:cNvSpPr/>
            <p:nvPr/>
          </p:nvSpPr>
          <p:spPr>
            <a:xfrm>
              <a:off x="6497553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4" name="正方形/長方形 25">
              <a:extLst>
                <a:ext uri="{FF2B5EF4-FFF2-40B4-BE49-F238E27FC236}">
                  <ns2:creationId id="{0CC47651-7270-E488-C4A5-1894FD201A45}"/>
                </a:ext>
              </a:extLst>
            </p:cNvPr>
            <p:cNvSpPr/>
            <p:nvPr/>
          </p:nvSpPr>
          <p:spPr>
            <a:xfrm>
              <a:off x="9129769" y="2909556"/>
              <a:ext cx="967103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5" name="正方形/長方形 29">
              <a:extLst>
                <a:ext uri="{FF2B5EF4-FFF2-40B4-BE49-F238E27FC236}">
                  <ns2:creationId id="{DDF1A84D-6325-170B-8834-8B2E985192C3}"/>
                </a:ext>
              </a:extLst>
            </p:cNvPr>
            <p:cNvSpPr/>
            <p:nvPr/>
          </p:nvSpPr>
          <p:spPr>
            <a:xfrm>
              <a:off x="10539128" y="2004179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06" name="Graphic 226" descr="Playbook with solid fill">
              <a:extLst>
                <a:ext uri="{FF2B5EF4-FFF2-40B4-BE49-F238E27FC236}">
                  <ns2:creationId id="{8DE84502-21B8-096F-B985-7731BD37BD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0861328" y="2031889"/>
              <a:ext cx="324000" cy="324000"/>
            </a:xfrm>
            <a:prstGeom prst="rect">
              <a:avLst/>
            </a:prstGeom>
          </p:spPr>
        </p:pic>
        <p:pic>
          <p:nvPicPr>
            <p:cNvPr id="307" name="Graphic 227" descr="Cloud Computing with solid fill">
              <a:extLst>
                <a:ext uri="{FF2B5EF4-FFF2-40B4-BE49-F238E27FC236}">
                  <ns2:creationId id="{99FA9594-362F-6064-B726-FDA28F71FE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819753" y="2937266"/>
              <a:ext cx="324000" cy="324000"/>
            </a:xfrm>
            <a:prstGeom prst="rect">
              <a:avLst/>
            </a:prstGeom>
          </p:spPr>
        </p:pic>
        <p:pic>
          <p:nvPicPr>
            <p:cNvPr id="308" name="Graphic 228" descr="Cmd Terminal with solid fill">
              <a:extLst>
                <a:ext uri="{FF2B5EF4-FFF2-40B4-BE49-F238E27FC236}">
                  <ns2:creationId id="{2F70DBF5-97D4-75E8-D6EE-2BAB5431A6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223257" y="2937266"/>
              <a:ext cx="324000" cy="324000"/>
            </a:xfrm>
            <a:prstGeom prst="rect">
              <a:avLst/>
            </a:prstGeom>
          </p:spPr>
        </p:pic>
        <p:pic>
          <p:nvPicPr>
            <p:cNvPr id="309" name="Graphic 229" descr="Online meeting with solid fill">
              <a:extLst>
                <a:ext uri="{FF2B5EF4-FFF2-40B4-BE49-F238E27FC236}">
                  <ns2:creationId id="{323C4044-86F1-683D-259E-FC60722213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9451320" y="2937266"/>
              <a:ext cx="324000" cy="324000"/>
            </a:xfrm>
            <a:prstGeom prst="rect">
              <a:avLst/>
            </a:prstGeom>
          </p:spPr>
        </p:pic>
        <p:sp>
          <p:nvSpPr>
            <p:cNvPr id="310" name="Arrow: Pentagon 70">
              <a:extLst>
                <a:ext uri="{FF2B5EF4-FFF2-40B4-BE49-F238E27FC236}">
                  <ns2:creationId id="{159BA534-5088-636F-75F2-330175D8D946}"/>
                </a:ext>
              </a:extLst>
            </p:cNvPr>
            <p:cNvSpPr/>
            <p:nvPr/>
          </p:nvSpPr>
          <p:spPr>
            <a:xfrm>
              <a:off x="632276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+mn-ea"/>
              </a:endParaRPr>
            </a:p>
          </p:txBody>
        </p:sp>
        <p:grpSp>
          <p:nvGrpSpPr>
            <p:cNvPr id="311" name="グループ化 310">
              <a:extLst>
                <a:ext uri="{FF2B5EF4-FFF2-40B4-BE49-F238E27FC236}">
                  <ns2:creationId id="{1E53B51B-84EE-F32C-B9BC-CAFE4DF10064}"/>
                </a:ext>
              </a:extLst>
            </p:cNvPr>
            <p:cNvGrpSpPr/>
            <p:nvPr/>
          </p:nvGrpSpPr>
          <p:grpSpPr>
            <a:xfrm>
              <a:off x="6322767" y="5022378"/>
              <a:ext cx="3769097" cy="185618"/>
              <a:chOff x="6322767" y="4979706"/>
              <a:chExt cx="3769097" cy="185618"/>
            </a:xfrm>
          </p:grpSpPr>
          <p:sp>
            <p:nvSpPr>
              <p:cNvPr id="317" name="正方形/長方形 316">
                <a:extLst>
                  <a:ext uri="{FF2B5EF4-FFF2-40B4-BE49-F238E27FC236}">
                    <ns2:creationId id="{40C80FA4-A015-A56F-FFE3-860A2F0516F6}"/>
                  </a:ext>
                </a:extLst>
              </p:cNvPr>
              <p:cNvSpPr/>
              <p:nvPr/>
            </p:nvSpPr>
            <p:spPr>
              <a:xfrm>
                <a:off x="6322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8" name="正方形/長方形 317">
                <a:extLst>
                  <a:ext uri="{FF2B5EF4-FFF2-40B4-BE49-F238E27FC236}">
                    <ns2:creationId id="{69F5A1C3-C48B-1780-3F8F-18322BDA3B46}"/>
                  </a:ext>
                </a:extLst>
              </p:cNvPr>
              <p:cNvSpPr/>
              <p:nvPr/>
            </p:nvSpPr>
            <p:spPr>
              <a:xfrm>
                <a:off x="6673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9" name="正方形/長方形 318">
                <a:extLst>
                  <a:ext uri="{FF2B5EF4-FFF2-40B4-BE49-F238E27FC236}">
                    <ns2:creationId id="{1980E943-409D-1B00-F05E-9478A7EC5CA3}"/>
                  </a:ext>
                </a:extLst>
              </p:cNvPr>
              <p:cNvSpPr/>
              <p:nvPr/>
            </p:nvSpPr>
            <p:spPr>
              <a:xfrm>
                <a:off x="70235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4305A6C8-584B-F659-33A1-2255433C0110}"/>
                  </a:ext>
                </a:extLst>
              </p:cNvPr>
              <p:cNvSpPr/>
              <p:nvPr/>
            </p:nvSpPr>
            <p:spPr>
              <a:xfrm>
                <a:off x="73738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1DEA5A12-9449-4A1F-ECD4-0C532015BE3E}"/>
                  </a:ext>
                </a:extLst>
              </p:cNvPr>
              <p:cNvSpPr/>
              <p:nvPr/>
            </p:nvSpPr>
            <p:spPr>
              <a:xfrm>
                <a:off x="77242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2" name="正方形/長方形 321">
                <a:extLst>
                  <a:ext uri="{FF2B5EF4-FFF2-40B4-BE49-F238E27FC236}">
                    <ns2:creationId id="{86E6EF4E-9BA2-AD94-BFB3-A155527F5A8E}"/>
                  </a:ext>
                </a:extLst>
              </p:cNvPr>
              <p:cNvSpPr/>
              <p:nvPr/>
            </p:nvSpPr>
            <p:spPr>
              <a:xfrm>
                <a:off x="80746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3" name="正方形/長方形 322">
                <a:extLst>
                  <a:ext uri="{FF2B5EF4-FFF2-40B4-BE49-F238E27FC236}">
                    <ns2:creationId id="{550DC383-DB85-54AA-9BFC-709CDFCFCACA}"/>
                  </a:ext>
                </a:extLst>
              </p:cNvPr>
              <p:cNvSpPr/>
              <p:nvPr/>
            </p:nvSpPr>
            <p:spPr>
              <a:xfrm>
                <a:off x="84250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4" name="正方形/長方形 323">
                <a:extLst>
                  <a:ext uri="{FF2B5EF4-FFF2-40B4-BE49-F238E27FC236}">
                    <ns2:creationId id="{E6A3EE00-CC7A-BE06-4634-949F155796C4}"/>
                  </a:ext>
                </a:extLst>
              </p:cNvPr>
              <p:cNvSpPr/>
              <p:nvPr/>
            </p:nvSpPr>
            <p:spPr>
              <a:xfrm>
                <a:off x="87753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5" name="正方形/長方形 324">
                <a:extLst>
                  <a:ext uri="{FF2B5EF4-FFF2-40B4-BE49-F238E27FC236}">
                    <ns2:creationId id="{60909A74-8588-9E5A-0855-FA3A3497ADB8}"/>
                  </a:ext>
                </a:extLst>
              </p:cNvPr>
              <p:cNvSpPr/>
              <p:nvPr/>
            </p:nvSpPr>
            <p:spPr>
              <a:xfrm>
                <a:off x="9125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6" name="正方形/長方形 325">
                <a:extLst>
                  <a:ext uri="{FF2B5EF4-FFF2-40B4-BE49-F238E27FC236}">
                    <ns2:creationId id="{18AE4DA0-516F-651A-CC44-97EEBF641376}"/>
                  </a:ext>
                </a:extLst>
              </p:cNvPr>
              <p:cNvSpPr/>
              <p:nvPr/>
            </p:nvSpPr>
            <p:spPr>
              <a:xfrm>
                <a:off x="9476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7" name="正方形/長方形 326">
                <a:extLst>
                  <a:ext uri="{FF2B5EF4-FFF2-40B4-BE49-F238E27FC236}">
                    <ns2:creationId id="{9428F920-D1B9-D41D-ABA3-215A75C28B38}"/>
                  </a:ext>
                </a:extLst>
              </p:cNvPr>
              <p:cNvSpPr/>
              <p:nvPr/>
            </p:nvSpPr>
            <p:spPr>
              <a:xfrm>
                <a:off x="9826519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12" name="正方形/長方形 311">
              <a:extLst>
                <a:ext uri="{FF2B5EF4-FFF2-40B4-BE49-F238E27FC236}">
                  <ns2:creationId id="{5EC0F8BD-AB5B-2981-7379-E0D1F566B89A}"/>
                </a:ext>
              </a:extLst>
            </p:cNvPr>
            <p:cNvSpPr/>
            <p:nvPr/>
          </p:nvSpPr>
          <p:spPr>
            <a:xfrm>
              <a:off x="10542794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3C0137C2-0104-CCF3-1D3A-298F20B46F0E}"/>
                </a:ext>
              </a:extLst>
            </p:cNvPr>
            <p:cNvSpPr/>
            <p:nvPr/>
          </p:nvSpPr>
          <p:spPr>
            <a:xfrm>
              <a:off x="1088928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4" name="正方形/長方形 313">
              <a:extLst>
                <a:ext uri="{FF2B5EF4-FFF2-40B4-BE49-F238E27FC236}">
                  <ns2:creationId id="{1A0E2E86-63A7-951E-601E-92511DB89315}"/>
                </a:ext>
              </a:extLst>
            </p:cNvPr>
            <p:cNvSpPr/>
            <p:nvPr/>
          </p:nvSpPr>
          <p:spPr>
            <a:xfrm>
              <a:off x="1124153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15" name="直線コネクタ 314">
              <a:extLst>
                <a:ext uri="{FF2B5EF4-FFF2-40B4-BE49-F238E27FC236}">
                  <ns2:creationId id="{8D3390AD-BEDA-11A8-E0F5-0201C5D6E66F}"/>
                </a:ext>
              </a:extLst>
            </p:cNvPr>
            <p:cNvCxnSpPr>
              <a:stCxn id="274" idx="2"/>
              <a:endCxn id="302" idx="0"/>
            </p:cNvCxnSpPr>
            <p:nvPr/>
          </p:nvCxnSpPr>
          <p:spPr>
            <a:xfrm>
              <a:off x="8385079" y="2025413"/>
              <a:ext cx="178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Arrow: Down 126">
              <a:extLst>
                <a:ext uri="{FF2B5EF4-FFF2-40B4-BE49-F238E27FC236}">
                  <ns2:creationId id="{BAC9A788-9D4E-6F79-2AAE-937FC9B1FD87}"/>
                </a:ext>
              </a:extLst>
            </p:cNvPr>
            <p:cNvSpPr/>
            <p:nvPr/>
          </p:nvSpPr>
          <p:spPr>
            <a:xfrm>
              <a:off x="8913407" y="2909556"/>
              <a:ext cx="177618" cy="702327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361" name="グループ化 360">
            <a:extLst>
              <a:ext uri="{FF2B5EF4-FFF2-40B4-BE49-F238E27FC236}">
                <ns2:creationId id="{167354B2-CACD-F462-8436-A9AAB3AF316E}"/>
              </a:ext>
            </a:extLst>
          </p:cNvPr>
          <p:cNvGrpSpPr/>
          <p:nvPr/>
        </p:nvGrpSpPr>
        <p:grpSpPr>
          <a:xfrm>
            <a:off x="334963" y="1628775"/>
            <a:ext cx="5595413" cy="4683202"/>
            <a:chOff x="334963" y="1628775"/>
            <a:chExt cx="5595413" cy="4683202"/>
          </a:xfrm>
        </p:grpSpPr>
        <p:cxnSp>
          <p:nvCxnSpPr>
            <p:cNvPr id="49" name="コネクタ: カギ線 48">
              <a:extLst>
                <a:ext uri="{FF2B5EF4-FFF2-40B4-BE49-F238E27FC236}">
                  <ns2:creationId id="{AC853194-D714-112D-0BD4-02566F1AADA0}"/>
                </a:ext>
              </a:extLst>
            </p:cNvPr>
            <p:cNvCxnSpPr>
              <a:cxnSpLocks/>
              <a:stCxn id="139" idx="2"/>
              <a:endCxn id="22" idx="0"/>
            </p:cNvCxnSpPr>
            <p:nvPr/>
          </p:nvCxnSpPr>
          <p:spPr>
            <a:xfrm rot="16200000" flipH="1">
              <a:off x="2523899" y="1754845"/>
              <a:ext cx="884143" cy="14252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コネクタ: カギ線 50">
              <a:extLst>
                <a:ext uri="{FF2B5EF4-FFF2-40B4-BE49-F238E27FC236}">
                  <ns2:creationId id="{66E92BD2-6345-3532-B8CF-856E02991C90}"/>
                </a:ext>
              </a:extLst>
            </p:cNvPr>
            <p:cNvCxnSpPr>
              <a:cxnSpLocks/>
              <a:stCxn id="139" idx="2"/>
              <a:endCxn id="21" idx="0"/>
            </p:cNvCxnSpPr>
            <p:nvPr/>
          </p:nvCxnSpPr>
          <p:spPr>
            <a:xfrm rot="5400000">
              <a:off x="1094178" y="1750401"/>
              <a:ext cx="884143" cy="143416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Arrow: Down 77">
              <a:extLst>
                <a:ext uri="{FF2B5EF4-FFF2-40B4-BE49-F238E27FC236}">
                  <ns2:creationId id="{D9F61BBA-43D9-1D4E-C6E1-BD7BA4894A25}"/>
                </a:ext>
              </a:extLst>
            </p:cNvPr>
            <p:cNvSpPr/>
            <p:nvPr/>
          </p:nvSpPr>
          <p:spPr>
            <a:xfrm>
              <a:off x="5739576" y="1628775"/>
              <a:ext cx="190800" cy="4439395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ns2:creationId id="{6F44865D-5DEB-5B37-6EB1-4CA9CA7816FC}"/>
                </a:ext>
              </a:extLst>
            </p:cNvPr>
            <p:cNvGrpSpPr/>
            <p:nvPr/>
          </p:nvGrpSpPr>
          <p:grpSpPr>
            <a:xfrm>
              <a:off x="1486766" y="1639446"/>
              <a:ext cx="1533132" cy="385967"/>
              <a:chOff x="7443253" y="1639446"/>
              <a:chExt cx="1533132" cy="385967"/>
            </a:xfrm>
          </p:grpSpPr>
          <p:sp>
            <p:nvSpPr>
              <p:cNvPr id="139" name="正方形/長方形 21">
                <a:extLst>
                  <a:ext uri="{FF2B5EF4-FFF2-40B4-BE49-F238E27FC236}">
                    <ns2:creationId id="{C3DF9FFC-D3E8-3BEB-CCA1-4DFCF061C130}"/>
                  </a:ext>
                </a:extLst>
              </p:cNvPr>
              <p:cNvSpPr/>
              <p:nvPr/>
            </p:nvSpPr>
            <p:spPr>
              <a:xfrm>
                <a:off x="7443253" y="1639446"/>
                <a:ext cx="1533132" cy="385967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1" name="Graphic 140" descr="Plug with solid fill">
                <a:extLst>
                  <a:ext uri="{FF2B5EF4-FFF2-40B4-BE49-F238E27FC236}">
                    <ns2:creationId id="{E27A88F9-9D10-8B15-2006-BB8CF59872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7567078" y="1652429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151" name="Straight Connector 150">
              <a:extLst>
                <a:ext uri="{FF2B5EF4-FFF2-40B4-BE49-F238E27FC236}">
                  <ns2:creationId id="{B8BBC33E-BC60-0CC3-FC28-D28F1AED488A}"/>
                </a:ext>
              </a:extLst>
            </p:cNvPr>
            <p:cNvCxnSpPr>
              <a:cxnSpLocks/>
              <a:stCxn id="139" idx="2"/>
              <a:endCxn id="20" idx="0"/>
            </p:cNvCxnSpPr>
            <p:nvPr/>
          </p:nvCxnSpPr>
          <p:spPr>
            <a:xfrm flipH="1">
              <a:off x="2248887" y="2025413"/>
              <a:ext cx="4445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正方形/長方形 23">
              <a:extLst>
                <a:ext uri="{FF2B5EF4-FFF2-40B4-BE49-F238E27FC236}">
                  <ns2:creationId id="{86B7433C-2447-D987-AFB0-4583826216D0}"/>
                </a:ext>
              </a:extLst>
            </p:cNvPr>
            <p:cNvSpPr/>
            <p:nvPr/>
          </p:nvSpPr>
          <p:spPr>
            <a:xfrm>
              <a:off x="400952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21FCDD35-A8FB-2D18-16A0-92F8A72755AF}"/>
                </a:ext>
              </a:extLst>
            </p:cNvPr>
            <p:cNvSpPr/>
            <p:nvPr/>
          </p:nvSpPr>
          <p:spPr>
            <a:xfrm>
              <a:off x="207848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9CAA663-46F6-52E9-901F-95F6C47C9AA8}"/>
                </a:ext>
              </a:extLst>
            </p:cNvPr>
            <p:cNvSpPr/>
            <p:nvPr/>
          </p:nvSpPr>
          <p:spPr>
            <a:xfrm>
              <a:off x="2798862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8937A0FE-9A38-30F8-DD1A-A97F1B045883}"/>
                </a:ext>
              </a:extLst>
            </p:cNvPr>
            <p:cNvSpPr/>
            <p:nvPr/>
          </p:nvSpPr>
          <p:spPr>
            <a:xfrm>
              <a:off x="1769587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521D487D-7E63-E50C-21C8-1B2E02C3384B}"/>
                </a:ext>
              </a:extLst>
            </p:cNvPr>
            <p:cNvSpPr/>
            <p:nvPr/>
          </p:nvSpPr>
          <p:spPr>
            <a:xfrm>
              <a:off x="4729902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F8AF3DFB-3DD5-56F9-C168-4E511246FDAE}"/>
                </a:ext>
              </a:extLst>
            </p:cNvPr>
            <p:cNvSpPr/>
            <p:nvPr/>
          </p:nvSpPr>
          <p:spPr>
            <a:xfrm>
              <a:off x="3700627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" name="コネクタ: カギ線 34">
              <a:extLst>
                <a:ext uri="{FF2B5EF4-FFF2-40B4-BE49-F238E27FC236}">
                  <ns2:creationId id="{72BD7772-E96D-7AB7-D568-1A6DBF863939}"/>
                </a:ext>
              </a:extLst>
            </p:cNvPr>
            <p:cNvCxnSpPr>
              <a:cxnSpLocks/>
              <a:stCxn id="24" idx="2"/>
              <a:endCxn id="32" idx="0"/>
            </p:cNvCxnSpPr>
            <p:nvPr/>
          </p:nvCxnSpPr>
          <p:spPr>
            <a:xfrm rot="16200000" flipH="1">
              <a:off x="4687930" y="5170295"/>
              <a:ext cx="427037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ns2:creationId id="{4AEA1C56-AD3C-2D0C-FE2F-E4AD5AE1C57F}"/>
                </a:ext>
              </a:extLst>
            </p:cNvPr>
            <p:cNvCxnSpPr>
              <a:cxnSpLocks/>
              <a:stCxn id="24" idx="2"/>
              <a:endCxn id="33" idx="0"/>
            </p:cNvCxnSpPr>
            <p:nvPr/>
          </p:nvCxnSpPr>
          <p:spPr>
            <a:xfrm rot="5400000">
              <a:off x="4173293" y="5170295"/>
              <a:ext cx="427037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コネクタ: カギ線 38">
              <a:extLst>
                <a:ext uri="{FF2B5EF4-FFF2-40B4-BE49-F238E27FC236}">
                  <ns2:creationId id="{A0E7C37B-C2FB-004D-419D-03855F976A12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rot="16200000" flipH="1">
              <a:off x="2756890" y="5170295"/>
              <a:ext cx="427036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コネクタ: カギ線 41">
              <a:extLst>
                <a:ext uri="{FF2B5EF4-FFF2-40B4-BE49-F238E27FC236}">
                  <ns2:creationId id="{6E535339-DC63-9949-23E8-E6BF15093BAD}"/>
                </a:ext>
              </a:extLst>
            </p:cNvPr>
            <p:cNvCxnSpPr>
              <a:cxnSpLocks/>
              <a:stCxn id="25" idx="2"/>
              <a:endCxn id="28" idx="0"/>
            </p:cNvCxnSpPr>
            <p:nvPr/>
          </p:nvCxnSpPr>
          <p:spPr>
            <a:xfrm rot="5400000">
              <a:off x="2242253" y="5170295"/>
              <a:ext cx="427036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ns2:creationId id="{9F5F204F-C8F2-48D4-34B1-FA2879207BFD}"/>
                </a:ext>
              </a:extLst>
            </p:cNvPr>
            <p:cNvCxnSpPr>
              <a:cxnSpLocks/>
              <a:stCxn id="22" idx="2"/>
              <a:endCxn id="25" idx="0"/>
            </p:cNvCxnSpPr>
            <p:nvPr/>
          </p:nvCxnSpPr>
          <p:spPr>
            <a:xfrm rot="5400000">
              <a:off x="2946070" y="3382177"/>
              <a:ext cx="499560" cy="9655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ns2:creationId id="{1C9666DB-09FF-FEE8-CC3A-772824A25933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16200000" flipH="1">
              <a:off x="3911589" y="3382175"/>
              <a:ext cx="499560" cy="96552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Arrow: Pentagon 78">
              <a:extLst>
                <a:ext uri="{FF2B5EF4-FFF2-40B4-BE49-F238E27FC236}">
                  <ns2:creationId id="{B4C35744-71E9-2858-E1A4-3978635C79A5}"/>
                </a:ext>
              </a:extLst>
            </p:cNvPr>
            <p:cNvSpPr/>
            <p:nvPr/>
          </p:nvSpPr>
          <p:spPr>
            <a:xfrm>
              <a:off x="176958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grpSp>
          <p:nvGrpSpPr>
            <p:cNvPr id="358" name="グループ化 357">
              <a:extLst>
                <a:ext uri="{FF2B5EF4-FFF2-40B4-BE49-F238E27FC236}">
                  <ns2:creationId id="{66319092-BCC0-3C69-F79E-E969761AFFE9}"/>
                </a:ext>
              </a:extLst>
            </p:cNvPr>
            <p:cNvGrpSpPr/>
            <p:nvPr/>
          </p:nvGrpSpPr>
          <p:grpSpPr>
            <a:xfrm>
              <a:off x="3194409" y="2909556"/>
              <a:ext cx="968400" cy="705600"/>
              <a:chOff x="3194409" y="2909556"/>
              <a:chExt cx="968400" cy="7056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F10F3BF3-A960-96F3-984D-15AE53722773}"/>
                  </a:ext>
                </a:extLst>
              </p:cNvPr>
              <p:cNvSpPr/>
              <p:nvPr/>
            </p:nvSpPr>
            <p:spPr>
              <a:xfrm>
                <a:off x="3194409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9" name="Graphic 198" descr="Server with solid fill">
                <a:extLst>
                  <a:ext uri="{FF2B5EF4-FFF2-40B4-BE49-F238E27FC236}">
                    <ns2:creationId id="{D4A4EFE7-0B4A-70A1-07E0-50092EF071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516609" y="2937266"/>
                <a:ext cx="324000" cy="324000"/>
              </a:xfrm>
              <a:prstGeom prst="rect">
                <a:avLst/>
              </a:prstGeom>
            </p:spPr>
          </p:pic>
        </p:grpSp>
        <p:pic>
          <p:nvPicPr>
            <p:cNvPr id="206" name="Graphic 205" descr="Arrow circle with solid fill">
              <a:extLst>
                <a:ext uri="{FF2B5EF4-FFF2-40B4-BE49-F238E27FC236}">
                  <ns2:creationId id="{BBE0626F-3047-B283-A6E1-4DBE37F9F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464129" y="4251231"/>
              <a:ext cx="360000" cy="360000"/>
            </a:xfrm>
            <a:prstGeom prst="rect">
              <a:avLst/>
            </a:prstGeom>
          </p:spPr>
        </p:pic>
        <p:pic>
          <p:nvPicPr>
            <p:cNvPr id="208" name="Graphic 207" descr="Gears with solid fill">
              <a:extLst>
                <a:ext uri="{FF2B5EF4-FFF2-40B4-BE49-F238E27FC236}">
                  <ns2:creationId id="{1294E31C-C0F0-0E94-F461-9BE24ECC3A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533089" y="4251231"/>
              <a:ext cx="360000" cy="360000"/>
            </a:xfrm>
            <a:prstGeom prst="rect">
              <a:avLst/>
            </a:prstGeom>
          </p:spPr>
        </p:pic>
        <p:grpSp>
          <p:nvGrpSpPr>
            <p:cNvPr id="359" name="グループ化 358">
              <a:extLst>
                <a:ext uri="{FF2B5EF4-FFF2-40B4-BE49-F238E27FC236}">
                  <ns2:creationId id="{1A30D30B-6C62-3C7E-3686-BC2919E73A4E}"/>
                </a:ext>
              </a:extLst>
            </p:cNvPr>
            <p:cNvGrpSpPr/>
            <p:nvPr/>
          </p:nvGrpSpPr>
          <p:grpSpPr>
            <a:xfrm>
              <a:off x="1764687" y="2909556"/>
              <a:ext cx="968400" cy="705600"/>
              <a:chOff x="1576092" y="2909556"/>
              <a:chExt cx="968400" cy="705600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F933860-865F-1FAE-FB89-0BB01BAB8BAC}"/>
                  </a:ext>
                </a:extLst>
              </p:cNvPr>
              <p:cNvSpPr/>
              <p:nvPr/>
            </p:nvSpPr>
            <p:spPr>
              <a:xfrm>
                <a:off x="1576092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pic>
            <p:nvPicPr>
              <p:cNvPr id="210" name="Graphic 209" descr="Database with solid fill">
                <a:extLst>
                  <a:ext uri="{FF2B5EF4-FFF2-40B4-BE49-F238E27FC236}">
                    <ns2:creationId id="{5032422F-007F-A192-5EE3-7C37000715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898292" y="2937266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360" name="グループ化 359">
              <a:extLst>
                <a:ext uri="{FF2B5EF4-FFF2-40B4-BE49-F238E27FC236}">
                  <ns2:creationId id="{F48489F2-D731-2720-32D8-772FC59F5E49}"/>
                </a:ext>
              </a:extLst>
            </p:cNvPr>
            <p:cNvGrpSpPr/>
            <p:nvPr/>
          </p:nvGrpSpPr>
          <p:grpSpPr>
            <a:xfrm>
              <a:off x="334965" y="2909556"/>
              <a:ext cx="968400" cy="705600"/>
              <a:chOff x="334965" y="2909556"/>
              <a:chExt cx="968400" cy="70560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188E2CA9-740F-056C-B5DC-3C78D9968ACF}"/>
                  </a:ext>
                </a:extLst>
              </p:cNvPr>
              <p:cNvSpPr/>
              <p:nvPr/>
            </p:nvSpPr>
            <p:spPr>
              <a:xfrm>
                <a:off x="334965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15" name="Graphic 214" descr="Blueprint with solid fill">
                <a:extLst>
                  <a:ext uri="{FF2B5EF4-FFF2-40B4-BE49-F238E27FC236}">
                    <ns2:creationId id="{8C5F9F4A-6D43-5EBA-E274-AB32F8003A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657165" y="2937266"/>
                <a:ext cx="324000" cy="324000"/>
              </a:xfrm>
              <a:prstGeom prst="rect">
                <a:avLst/>
              </a:prstGeom>
            </p:spPr>
          </p:pic>
        </p:grpSp>
        <p:sp>
          <p:nvSpPr>
            <p:cNvPr id="349" name="Arrow: Pentagon 78">
              <a:extLst>
                <a:ext uri="{FF2B5EF4-FFF2-40B4-BE49-F238E27FC236}">
                  <ns2:creationId id="{E046CFBE-D356-F703-6767-535F7F808E1A}"/>
                </a:ext>
              </a:extLst>
            </p:cNvPr>
            <p:cNvSpPr/>
            <p:nvPr/>
          </p:nvSpPr>
          <p:spPr>
            <a:xfrm>
              <a:off x="334963" y="3637700"/>
              <a:ext cx="2375113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/>
                <a:ea typeface="Meiryo UI"/>
              </a:endParaRPr>
            </a:p>
          </p:txBody>
        </p:sp>
      </p:grpSp>
    </p:spTree>
    <p:extLst>
      <p:ext uri="{BB962C8B-B14F-4D97-AF65-F5344CB8AC3E}">
        <ns5:creationId val="3015870106"/>
      </p:ext>
    </p:extLst>
  </p:cSld>
  <p:clrMapOvr>
    <a:masterClrMapping/>
  </p:clrMapOvr>
</p:sld>
</file>

<file path=ppt/slides/slide202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markup-compatibility/2006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7A3A11E-67D6-1E33-A862-D4E520C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3617772-2A2B-84D9-0147-295226930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AI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5" name="グループ化 24">
            <a:extLst>
              <a:ext uri="{FF2B5EF4-FFF2-40B4-BE49-F238E27FC236}">
                <ns2:creationId id="{130EFED5-369A-F6CD-6520-F2E2923C1CE1}"/>
              </a:ext>
            </a:extLst>
          </p:cNvPr>
          <p:cNvGrpSpPr/>
          <p:nvPr/>
        </p:nvGrpSpPr>
        <p:grpSpPr>
          <a:xfrm>
            <a:off x="334963" y="998379"/>
            <a:ext cx="11522075" cy="911245"/>
            <a:chOff x="334963" y="998379"/>
            <a:chExt cx="11522075" cy="1032653"/>
          </a:xfrm>
        </p:grpSpPr>
        <p:sp>
          <p:nvSpPr>
            <p:cNvPr id="9" name="正方形/長方形 8">
              <a:extLst>
                <a:ext uri="{FF2B5EF4-FFF2-40B4-BE49-F238E27FC236}">
                  <ns2:creationId id="{89E492C0-5AC3-3F36-E210-15DD626CE06D}"/>
                </a:ext>
              </a:extLst>
            </p:cNvPr>
            <p:cNvSpPr/>
            <p:nvPr/>
          </p:nvSpPr>
          <p:spPr>
            <a:xfrm>
              <a:off x="334963" y="1171925"/>
              <a:ext cx="11522075" cy="859107"/>
            </a:xfrm>
            <a:prstGeom prst="rect">
              <a:avLst/>
            </a:prstGeom>
            <a:noFill/>
            <a:ln w="38100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Meiryo UI" panose="020B0604030504040204" pitchFamily="34" charset="-128"/>
                <a:buChar char="▶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0CE3708-F456-2C04-F20D-907A731B1735}"/>
                </a:ext>
              </a:extLst>
            </p:cNvPr>
            <p:cNvSpPr/>
            <p:nvPr/>
          </p:nvSpPr>
          <p:spPr>
            <a:xfrm>
              <a:off x="569046" y="998379"/>
              <a:ext cx="1260833" cy="30784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36" name="グループ化 135">
            <a:extLst>
              <a:ext uri="{FF2B5EF4-FFF2-40B4-BE49-F238E27FC236}">
                <ns2:creationId id="{B0970527-B180-EF2B-1713-40E724F85D7D}"/>
              </a:ext>
            </a:extLst>
          </p:cNvPr>
          <p:cNvGrpSpPr/>
          <p:nvPr/>
        </p:nvGrpSpPr>
        <p:grpSpPr>
          <a:xfrm>
            <a:off x="4723867" y="2002335"/>
            <a:ext cx="300360" cy="4302000"/>
            <a:chOff x="4723867" y="2002335"/>
            <a:chExt cx="300360" cy="4302000"/>
          </a:xfrm>
        </p:grpSpPr>
        <p:cxnSp>
          <p:nvCxnSpPr>
            <p:cNvPr id="4" name="直線コネクタ 3">
              <a:extLst>
                <a:ext uri="{FF2B5EF4-FFF2-40B4-BE49-F238E27FC236}">
                  <ns2:creationId id="{1B994430-D603-1947-07B3-757ECFE678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4997" y="2002335"/>
              <a:ext cx="0" cy="4302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グループ化 5">
              <a:extLst>
                <a:ext uri="{FF2B5EF4-FFF2-40B4-BE49-F238E27FC236}">
                  <ns2:creationId id="{A8610AFC-BD9C-80AB-E783-3B5070F2A81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23867" y="4008946"/>
              <a:ext cx="300360" cy="288779"/>
              <a:chOff x="4481975" y="4551664"/>
              <a:chExt cx="375450" cy="360974"/>
            </a:xfrm>
          </p:grpSpPr>
          <p:sp>
            <p:nvSpPr>
              <p:cNvPr id="11" name="円/楕円 8">
                <a:extLst>
                  <a:ext uri="{FF2B5EF4-FFF2-40B4-BE49-F238E27FC236}">
                    <ns2:creationId id="{C9728E11-196F-8C8E-8B34-4FAFF12C60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ADEA0174-E99A-2BBE-AF9C-12E3C688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5" name="グループ化 134">
            <a:extLst>
              <a:ext uri="{FF2B5EF4-FFF2-40B4-BE49-F238E27FC236}">
                <ns2:creationId id="{474FB201-B335-90A8-195C-B6217BEF3CBD}"/>
              </a:ext>
            </a:extLst>
          </p:cNvPr>
          <p:cNvGrpSpPr/>
          <p:nvPr/>
        </p:nvGrpSpPr>
        <p:grpSpPr>
          <a:xfrm>
            <a:off x="334963" y="2002747"/>
            <a:ext cx="4306485" cy="4301175"/>
            <a:chOff x="334963" y="2002747"/>
            <a:chExt cx="4306485" cy="4301175"/>
          </a:xfrm>
        </p:grpSpPr>
        <p:grpSp>
          <p:nvGrpSpPr>
            <p:cNvPr id="126" name="グループ化 125">
              <a:extLst>
                <a:ext uri="{FF2B5EF4-FFF2-40B4-BE49-F238E27FC236}">
                  <ns2:creationId id="{CECB28FE-FA09-FEBF-76E7-9A389A840EE6}"/>
                </a:ext>
              </a:extLst>
            </p:cNvPr>
            <p:cNvGrpSpPr/>
            <p:nvPr/>
          </p:nvGrpSpPr>
          <p:grpSpPr>
            <a:xfrm>
              <a:off x="334963" y="4172164"/>
              <a:ext cx="4306485" cy="2131758"/>
              <a:chOff x="334963" y="4172164"/>
              <a:chExt cx="4306485" cy="2131758"/>
            </a:xfrm>
          </p:grpSpPr>
          <p:grpSp>
            <p:nvGrpSpPr>
              <p:cNvPr id="54" name="グループ化 53">
                <a:extLst>
                  <a:ext uri="{FF2B5EF4-FFF2-40B4-BE49-F238E27FC236}">
                    <ns2:creationId id="{8C3CBC41-B747-3FFF-EA4D-6ED65AF3AF22}"/>
                  </a:ext>
                </a:extLst>
              </p:cNvPr>
              <p:cNvGrpSpPr/>
              <p:nvPr/>
            </p:nvGrpSpPr>
            <p:grpSpPr>
              <a:xfrm>
                <a:off x="399434" y="4481118"/>
                <a:ext cx="4177543" cy="1780686"/>
                <a:chOff x="6758734" y="4508812"/>
                <a:chExt cx="4177543" cy="1780686"/>
              </a:xfrm>
            </p:grpSpPr>
            <p:grpSp>
              <p:nvGrpSpPr>
                <p:cNvPr id="53" name="グループ化 52">
                  <a:extLst>
                    <a:ext uri="{FF2B5EF4-FFF2-40B4-BE49-F238E27FC236}">
                      <ns2:creationId id="{06328206-A5BC-BC9D-3234-278918E2F1AD}"/>
                    </a:ext>
                  </a:extLst>
                </p:cNvPr>
                <p:cNvGrpSpPr/>
                <p:nvPr/>
              </p:nvGrpSpPr>
              <p:grpSpPr>
                <a:xfrm>
                  <a:off x="6758734" y="4508812"/>
                  <a:ext cx="1354251" cy="1780686"/>
                  <a:chOff x="6758734" y="4528040"/>
                  <a:chExt cx="1354251" cy="1780686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ns2:creationId id="{13CB9394-5258-33D9-2D16-6E3CAF5E9714}"/>
                      </a:ext>
                    </a:extLst>
                  </p:cNvPr>
                  <p:cNvSpPr/>
                  <p:nvPr/>
                </p:nvSpPr>
                <p:spPr>
                  <a:xfrm>
                    <a:off x="6758734" y="4528040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8" name="正方形/長方形 47">
                    <a:extLst>
                      <a:ext uri="{FF2B5EF4-FFF2-40B4-BE49-F238E27FC236}">
                        <ns2:creationId id="{79055012-15D1-3256-98D7-6DE2A47A9970}"/>
                      </a:ext>
                    </a:extLst>
                  </p:cNvPr>
                  <p:cNvSpPr/>
                  <p:nvPr/>
                </p:nvSpPr>
                <p:spPr>
                  <a:xfrm>
                    <a:off x="6758734" y="4947485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2" name="グループ化 51">
                  <a:extLst>
                    <a:ext uri="{FF2B5EF4-FFF2-40B4-BE49-F238E27FC236}">
                      <ns2:creationId id="{22318CE2-3A61-64A1-247D-0D0455929EFD}"/>
                    </a:ext>
                  </a:extLst>
                </p:cNvPr>
                <p:cNvGrpSpPr/>
                <p:nvPr/>
              </p:nvGrpSpPr>
              <p:grpSpPr>
                <a:xfrm>
                  <a:off x="8170380" y="4508812"/>
                  <a:ext cx="1354251" cy="1780686"/>
                  <a:chOff x="8211770" y="4508812"/>
                  <a:chExt cx="1354251" cy="1780686"/>
                </a:xfrm>
              </p:grpSpPr>
              <p:sp>
                <p:nvSpPr>
                  <p:cNvPr id="45" name="正方形/長方形 44">
                    <a:extLst>
                      <a:ext uri="{FF2B5EF4-FFF2-40B4-BE49-F238E27FC236}">
                        <ns2:creationId id="{F0A4D8CA-40D9-FD4C-0D76-7D00909B7579}"/>
                      </a:ext>
                    </a:extLst>
                  </p:cNvPr>
                  <p:cNvSpPr/>
                  <p:nvPr/>
                </p:nvSpPr>
                <p:spPr>
                  <a:xfrm>
                    <a:off x="8211770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9" name="正方形/長方形 48">
                    <a:extLst>
                      <a:ext uri="{FF2B5EF4-FFF2-40B4-BE49-F238E27FC236}">
                        <ns2:creationId id="{BD0F4E31-AAE7-A0B2-A378-41B103158AA3}"/>
                      </a:ext>
                    </a:extLst>
                  </p:cNvPr>
                  <p:cNvSpPr/>
                  <p:nvPr/>
                </p:nvSpPr>
                <p:spPr>
                  <a:xfrm>
                    <a:off x="8211770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432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</a:b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) 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1" name="グループ化 50">
                  <a:extLst>
                    <a:ext uri="{FF2B5EF4-FFF2-40B4-BE49-F238E27FC236}">
                      <ns2:creationId id="{A207FCF2-7468-758A-ED2D-FCB2E1565614}"/>
                    </a:ext>
                  </a:extLst>
                </p:cNvPr>
                <p:cNvGrpSpPr/>
                <p:nvPr/>
              </p:nvGrpSpPr>
              <p:grpSpPr>
                <a:xfrm>
                  <a:off x="9582026" y="4508812"/>
                  <a:ext cx="1354251" cy="1780686"/>
                  <a:chOff x="9582026" y="4508812"/>
                  <a:chExt cx="1354251" cy="1780686"/>
                </a:xfrm>
              </p:grpSpPr>
              <p:sp>
                <p:nvSpPr>
                  <p:cNvPr id="46" name="正方形/長方形 45">
                    <a:extLst>
                      <a:ext uri="{FF2B5EF4-FFF2-40B4-BE49-F238E27FC236}">
                        <ns2:creationId id="{CC3D9466-C89D-04C5-0112-472622230903}"/>
                      </a:ext>
                    </a:extLst>
                  </p:cNvPr>
                  <p:cNvSpPr/>
                  <p:nvPr/>
                </p:nvSpPr>
                <p:spPr>
                  <a:xfrm>
                    <a:off x="9582026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0" name="正方形/長方形 49">
                    <a:extLst>
                      <a:ext uri="{FF2B5EF4-FFF2-40B4-BE49-F238E27FC236}">
                        <ns2:creationId id="{8712D47C-AB04-0246-2043-189C5E9D20FA}"/>
                      </a:ext>
                    </a:extLst>
                  </p:cNvPr>
                  <p:cNvSpPr/>
                  <p:nvPr/>
                </p:nvSpPr>
                <p:spPr>
                  <a:xfrm>
                    <a:off x="9582026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108" name="グループ化 107">
                <a:extLst>
                  <a:ext uri="{FF2B5EF4-FFF2-40B4-BE49-F238E27FC236}">
                    <ns2:creationId id="{51AEAD16-5986-6152-2473-9B34EBEB602A}"/>
                  </a:ext>
                </a:extLst>
              </p:cNvPr>
              <p:cNvGrpSpPr/>
              <p:nvPr/>
            </p:nvGrpSpPr>
            <p:grpSpPr>
              <a:xfrm>
                <a:off x="334963" y="4172164"/>
                <a:ext cx="4306485" cy="2131758"/>
                <a:chOff x="334963" y="1958989"/>
                <a:chExt cx="4306485" cy="2131758"/>
              </a:xfrm>
            </p:grpSpPr>
            <p:sp>
              <p:nvSpPr>
                <p:cNvPr id="109" name="正方形/長方形 108">
                  <a:extLst>
                    <a:ext uri="{FF2B5EF4-FFF2-40B4-BE49-F238E27FC236}">
                      <ns2:creationId id="{62570DFE-6D0F-486A-6840-601667BDED93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4306485" cy="2131758"/>
                </a:xfrm>
                <a:prstGeom prst="rect">
                  <a:avLst/>
                </a:prstGeom>
                <a:noFill/>
                <a:ln w="9525">
                  <a:solidFill>
                    <a:srgbClr val="96969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A7181BEB-7F6F-7A36-6EF8-A70247ED4C6C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576000" cy="252000"/>
                </a:xfrm>
                <a:prstGeom prst="rect">
                  <a:avLst/>
                </a:prstGeom>
                <a:solidFill>
                  <a:srgbClr val="969696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直角三角形 110">
                  <a:extLst>
                    <a:ext uri="{FF2B5EF4-FFF2-40B4-BE49-F238E27FC236}">
                      <ns2:creationId id="{D0609E05-8347-1091-0CDD-BB6717BDF29C}"/>
                    </a:ext>
                  </a:extLst>
                </p:cNvPr>
                <p:cNvSpPr/>
                <p:nvPr/>
              </p:nvSpPr>
              <p:spPr>
                <a:xfrm flipV="1">
                  <a:off x="910963" y="1958989"/>
                  <a:ext cx="180000" cy="252000"/>
                </a:xfrm>
                <a:prstGeom prst="rtTriangle">
                  <a:avLst/>
                </a:prstGeom>
                <a:solidFill>
                  <a:srgbClr val="96969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25" name="グループ化 124">
              <a:extLst>
                <a:ext uri="{FF2B5EF4-FFF2-40B4-BE49-F238E27FC236}">
                  <ns2:creationId id="{55AC6BE7-61AE-6073-CC27-78AE1697D693}"/>
                </a:ext>
              </a:extLst>
            </p:cNvPr>
            <p:cNvGrpSpPr/>
            <p:nvPr/>
          </p:nvGrpSpPr>
          <p:grpSpPr>
            <a:xfrm>
              <a:off x="334963" y="2002747"/>
              <a:ext cx="4306485" cy="2088000"/>
              <a:chOff x="334963" y="2002747"/>
              <a:chExt cx="4306485" cy="20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8CE86F6-6F4C-C4A8-42F2-8D1056AA1208}"/>
                  </a:ext>
                </a:extLst>
              </p:cNvPr>
              <p:cNvSpPr/>
              <p:nvPr/>
            </p:nvSpPr>
            <p:spPr>
              <a:xfrm>
                <a:off x="335405" y="2365117"/>
                <a:ext cx="4305600" cy="429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6" name="グループ化 115">
                <a:extLst>
                  <a:ext uri="{FF2B5EF4-FFF2-40B4-BE49-F238E27FC236}">
                    <ns2:creationId id="{FCA1956E-2F94-D893-2669-9E149925C594}"/>
                  </a:ext>
                </a:extLst>
              </p:cNvPr>
              <p:cNvGrpSpPr/>
              <p:nvPr/>
            </p:nvGrpSpPr>
            <p:grpSpPr>
              <a:xfrm>
                <a:off x="1545005" y="2875949"/>
                <a:ext cx="3096000" cy="540000"/>
                <a:chOff x="1240966" y="2794532"/>
                <a:chExt cx="3096000" cy="540000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ns2:creationId id="{D8C18B06-F8A8-7F6F-56A0-D5987E69EA0A}"/>
                    </a:ext>
                  </a:extLst>
                </p:cNvPr>
                <p:cNvSpPr/>
                <p:nvPr/>
              </p:nvSpPr>
              <p:spPr>
                <a:xfrm>
                  <a:off x="1240966" y="2794532"/>
                  <a:ext cx="3096000" cy="54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" name="正方形/長方形 32">
                  <a:extLst>
                    <a:ext uri="{FF2B5EF4-FFF2-40B4-BE49-F238E27FC236}">
                      <ns2:creationId id="{F9AB846F-34F7-D3F3-3B87-3AF2FD528422}"/>
                    </a:ext>
                  </a:extLst>
                </p:cNvPr>
                <p:cNvSpPr/>
                <p:nvPr/>
              </p:nvSpPr>
              <p:spPr>
                <a:xfrm>
                  <a:off x="2599763" y="2794532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ns2:creationId id="{687B398B-5BC2-73B1-1D0B-35756EEC815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07094" y="2923680"/>
                <a:ext cx="898399" cy="1073152"/>
                <a:chOff x="6923314" y="4093279"/>
                <a:chExt cx="916399" cy="1094653"/>
              </a:xfrm>
            </p:grpSpPr>
            <p:sp>
              <p:nvSpPr>
                <p:cNvPr id="35" name="二等辺三角形 34">
                  <a:extLst>
                    <a:ext uri="{FF2B5EF4-FFF2-40B4-BE49-F238E27FC236}">
                      <ns2:creationId id="{912D59EF-AC3B-613A-3B1A-486B5385D98E}"/>
                    </a:ext>
                  </a:extLst>
                </p:cNvPr>
                <p:cNvSpPr/>
                <p:nvPr/>
              </p:nvSpPr>
              <p:spPr>
                <a:xfrm rot="10800000">
                  <a:off x="6923314" y="4093279"/>
                  <a:ext cx="916399" cy="1094652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ns2:creationId id="{603291D8-1BF3-5D18-89DB-19C4B93239BE}"/>
                    </a:ext>
                  </a:extLst>
                </p:cNvPr>
                <p:cNvSpPr/>
                <p:nvPr/>
              </p:nvSpPr>
              <p:spPr>
                <a:xfrm rot="10800000">
                  <a:off x="7115285" y="4550736"/>
                  <a:ext cx="532459" cy="637196"/>
                </a:xfrm>
                <a:prstGeom prst="triangl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熱望 単色塗りつぶし">
                  <a:extLst>
                    <a:ext uri="{FF2B5EF4-FFF2-40B4-BE49-F238E27FC236}">
                      <ns2:creationId id="{9A9132DE-B93E-40FF-0A0F-BA78EC0BCE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179547" y="4108321"/>
                  <a:ext cx="403934" cy="403934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歯車付きの頭 単色塗りつぶし">
                  <a:extLst>
                    <a:ext uri="{FF2B5EF4-FFF2-40B4-BE49-F238E27FC236}">
                      <ns2:creationId id="{C488F727-CC12-B64F-883C-26BB686248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7234629" y="4620691"/>
                  <a:ext cx="293770" cy="293770"/>
                </a:xfrm>
                <a:prstGeom prst="rect">
                  <a:avLst/>
                </a:prstGeom>
              </p:spPr>
            </p:pic>
          </p:grpSp>
          <p:grpSp>
            <p:nvGrpSpPr>
              <p:cNvPr id="112" name="グループ化 111">
                <a:extLst>
                  <a:ext uri="{FF2B5EF4-FFF2-40B4-BE49-F238E27FC236}">
                    <ns2:creationId id="{E8FFAAFF-39FF-2D7C-1C72-285F9737BA58}"/>
                  </a:ext>
                </a:extLst>
              </p:cNvPr>
              <p:cNvGrpSpPr/>
              <p:nvPr/>
            </p:nvGrpSpPr>
            <p:grpSpPr>
              <a:xfrm>
                <a:off x="1714205" y="2052414"/>
                <a:ext cx="1620000" cy="324000"/>
                <a:chOff x="-2252987" y="3354113"/>
                <a:chExt cx="1620000" cy="324000"/>
              </a:xfrm>
            </p:grpSpPr>
            <p:pic>
              <p:nvPicPr>
                <p:cNvPr id="38" name="グラフィックス 37" descr="事業の成長 単色塗りつぶし">
                  <a:extLst>
                    <a:ext uri="{FF2B5EF4-FFF2-40B4-BE49-F238E27FC236}">
                      <ns2:creationId id="{ACF5BD24-EBC2-12A6-6B9C-9F037ADCE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2252987" y="3354113"/>
                  <a:ext cx="324000" cy="324000"/>
                </a:xfrm>
                <a:prstGeom prst="rect">
                  <a:avLst/>
                </a:prstGeom>
              </p:spPr>
            </p:pic>
            <p:sp>
              <p:nvSpPr>
                <p:cNvPr id="105" name="テキスト ボックス 104">
                  <a:extLst>
                    <a:ext uri="{FF2B5EF4-FFF2-40B4-BE49-F238E27FC236}">
                      <ns2:creationId id="{C9B0DA43-EF3D-6743-9416-BD7995344E6C}"/>
                    </a:ext>
                  </a:extLst>
                </p:cNvPr>
                <p:cNvSpPr txBox="1"/>
                <p:nvPr/>
              </p:nvSpPr>
              <p:spPr>
                <a:xfrm>
                  <a:off x="-1928987" y="3354113"/>
                  <a:ext cx="1296000" cy="32400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5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50A28D5D-EDE6-51C0-8C4A-A9E304A3359D}"/>
                  </a:ext>
                </a:extLst>
              </p:cNvPr>
              <p:cNvGrpSpPr/>
              <p:nvPr/>
            </p:nvGrpSpPr>
            <p:grpSpPr>
              <a:xfrm>
                <a:off x="334963" y="2002747"/>
                <a:ext cx="4306485" cy="2088000"/>
                <a:chOff x="334963" y="2002747"/>
                <a:chExt cx="4306485" cy="2088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C22D698F-60B9-802E-CDE8-0886CB68B027}"/>
                    </a:ext>
                  </a:extLst>
                </p:cNvPr>
                <p:cNvSpPr/>
                <p:nvPr/>
              </p:nvSpPr>
              <p:spPr>
                <a:xfrm>
                  <a:off x="334963" y="2002747"/>
                  <a:ext cx="4306485" cy="20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AB62DE65-0E5C-FE1B-8D78-770B94F7C254}"/>
                    </a:ext>
                  </a:extLst>
                </p:cNvPr>
                <p:cNvSpPr/>
                <p:nvPr/>
              </p:nvSpPr>
              <p:spPr>
                <a:xfrm>
                  <a:off x="334963" y="2002748"/>
                  <a:ext cx="576000" cy="252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6" name="直角三角形 105">
                  <a:extLst>
                    <a:ext uri="{FF2B5EF4-FFF2-40B4-BE49-F238E27FC236}">
                      <ns2:creationId id="{417B707E-52BA-6B5D-14F6-B1A78B487B97}"/>
                    </a:ext>
                  </a:extLst>
                </p:cNvPr>
                <p:cNvSpPr/>
                <p:nvPr/>
              </p:nvSpPr>
              <p:spPr>
                <a:xfrm flipV="1">
                  <a:off x="910963" y="2002748"/>
                  <a:ext cx="180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6537C25C-8981-6A46-A3BD-FAAA1EBD69BA}"/>
                  </a:ext>
                </a:extLst>
              </p:cNvPr>
              <p:cNvGrpSpPr/>
              <p:nvPr/>
            </p:nvGrpSpPr>
            <p:grpSpPr>
              <a:xfrm>
                <a:off x="1545005" y="3497366"/>
                <a:ext cx="3096000" cy="541229"/>
                <a:chOff x="1240966" y="3425174"/>
                <a:chExt cx="3096000" cy="541229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FD148D56-476E-A024-AEA7-C3DB7C3C1494}"/>
                    </a:ext>
                  </a:extLst>
                </p:cNvPr>
                <p:cNvSpPr/>
                <p:nvPr/>
              </p:nvSpPr>
              <p:spPr>
                <a:xfrm>
                  <a:off x="1240966" y="3425174"/>
                  <a:ext cx="3096000" cy="54122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ns2:creationId id="{E7FC59A3-C7FF-2BB9-9936-CB406BAA6E20}"/>
                    </a:ext>
                  </a:extLst>
                </p:cNvPr>
                <p:cNvSpPr/>
                <p:nvPr/>
              </p:nvSpPr>
              <p:spPr>
                <a:xfrm>
                  <a:off x="2599763" y="3425174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19" name="直線コネクタ 118">
                <a:extLst>
                  <a:ext uri="{FF2B5EF4-FFF2-40B4-BE49-F238E27FC236}">
                    <ns2:creationId id="{14E19CF1-4255-C2EB-D244-74F1EEB4E6D3}"/>
                  </a:ext>
                </a:extLst>
              </p:cNvPr>
              <p:cNvCxnSpPr/>
              <p:nvPr/>
            </p:nvCxnSpPr>
            <p:spPr>
              <a:xfrm>
                <a:off x="1467465" y="288925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F7F99A9A-740A-E8F5-518E-12AC9EB62985}"/>
                  </a:ext>
                </a:extLst>
              </p:cNvPr>
              <p:cNvCxnSpPr/>
              <p:nvPr/>
            </p:nvCxnSpPr>
            <p:spPr>
              <a:xfrm>
                <a:off x="1467465" y="349798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401162DC-4761-973D-E392-663FF0A7988B}"/>
                  </a:ext>
                </a:extLst>
              </p:cNvPr>
              <p:cNvCxnSpPr/>
              <p:nvPr/>
            </p:nvCxnSpPr>
            <p:spPr>
              <a:xfrm flipH="1">
                <a:off x="1179465" y="3160555"/>
                <a:ext cx="288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45F0791E-CA88-E80C-418F-15F99C4CE4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27465" y="3767980"/>
                <a:ext cx="540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0" name="グループ化 139">
            <a:extLst>
              <a:ext uri="{FF2B5EF4-FFF2-40B4-BE49-F238E27FC236}">
                <ns2:creationId id="{F52C130C-E303-8261-4DC3-6D9A35340630}"/>
              </a:ext>
            </a:extLst>
          </p:cNvPr>
          <p:cNvGrpSpPr/>
          <p:nvPr/>
        </p:nvGrpSpPr>
        <p:grpSpPr>
          <a:xfrm>
            <a:off x="5068545" y="2002748"/>
            <a:ext cx="6788625" cy="4301174"/>
            <a:chOff x="5068545" y="2002748"/>
            <a:chExt cx="6788625" cy="4301174"/>
          </a:xfrm>
        </p:grpSpPr>
        <p:sp>
          <p:nvSpPr>
            <p:cNvPr id="10" name="正方形/長方形 9">
              <a:extLst>
                <a:ext uri="{FF2B5EF4-FFF2-40B4-BE49-F238E27FC236}">
                  <ns2:creationId id="{60C85A8F-89B0-E232-A9B2-E67BCB3FD6CD}"/>
                </a:ext>
              </a:extLst>
            </p:cNvPr>
            <p:cNvSpPr/>
            <p:nvPr/>
          </p:nvSpPr>
          <p:spPr>
            <a:xfrm>
              <a:off x="5068545" y="2002748"/>
              <a:ext cx="6788492" cy="43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(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AI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CB11B0CB-A7F5-EE50-DCB5-6ED5111E9E0E}"/>
                </a:ext>
              </a:extLst>
            </p:cNvPr>
            <p:cNvGrpSpPr/>
            <p:nvPr/>
          </p:nvGrpSpPr>
          <p:grpSpPr>
            <a:xfrm>
              <a:off x="6579569" y="2508494"/>
              <a:ext cx="5277600" cy="1224000"/>
              <a:chOff x="6579570" y="2508494"/>
              <a:chExt cx="5277600" cy="1224000"/>
            </a:xfrm>
          </p:grpSpPr>
          <p:sp>
            <p:nvSpPr>
              <p:cNvPr id="56" name="正方形/長方形 55">
                <a:extLst>
                  <a:ext uri="{FF2B5EF4-FFF2-40B4-BE49-F238E27FC236}">
                    <ns2:creationId id="{D9F33EF1-C667-058B-F074-88D06F3D93CC}"/>
                  </a:ext>
                </a:extLst>
              </p:cNvPr>
              <p:cNvSpPr/>
              <p:nvPr/>
            </p:nvSpPr>
            <p:spPr>
              <a:xfrm>
                <a:off x="6579703" y="2508494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5F984B4D-F5EC-6AD9-BF20-A2121FE4FD73}"/>
                  </a:ext>
                </a:extLst>
              </p:cNvPr>
              <p:cNvSpPr/>
              <p:nvPr/>
            </p:nvSpPr>
            <p:spPr>
              <a:xfrm>
                <a:off x="6579570" y="2757913"/>
                <a:ext cx="5277600" cy="9694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Meiryo UI" panose="020B0604030504040204" pitchFamily="34" charset="-128"/>
                  <a:buChar char="▶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六角形 14">
              <a:extLst>
                <a:ext uri="{FF2B5EF4-FFF2-40B4-BE49-F238E27FC236}">
                  <ns2:creationId id="{CE18BA2F-7FDF-5AFD-D913-867CBFFA16A7}"/>
                </a:ext>
              </a:extLst>
            </p:cNvPr>
            <p:cNvSpPr/>
            <p:nvPr/>
          </p:nvSpPr>
          <p:spPr>
            <a:xfrm>
              <a:off x="5188353" y="2573168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楕円 17">
              <a:extLst>
                <a:ext uri="{FF2B5EF4-FFF2-40B4-BE49-F238E27FC236}">
                  <ns2:creationId id="{92386597-DD68-15A9-5D33-94685AE4D797}"/>
                </a:ext>
              </a:extLst>
            </p:cNvPr>
            <p:cNvSpPr/>
            <p:nvPr/>
          </p:nvSpPr>
          <p:spPr>
            <a:xfrm>
              <a:off x="5125695" y="2573620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6" name="グラフィックス 75" descr="人工知能 単色塗りつぶし">
              <a:extLst>
                <a:ext uri="{FF2B5EF4-FFF2-40B4-BE49-F238E27FC236}">
                  <ns2:creationId id="{1C1D3796-5B03-7D55-1CCE-B3D850997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3160555"/>
              <a:ext cx="437671" cy="437671"/>
            </a:xfrm>
            <a:prstGeom prst="rect">
              <a:avLst/>
            </a:prstGeom>
          </p:spPr>
        </p:pic>
        <p:sp>
          <p:nvSpPr>
            <p:cNvPr id="16" name="六角形 15">
              <a:extLst>
                <a:ext uri="{FF2B5EF4-FFF2-40B4-BE49-F238E27FC236}">
                  <ns2:creationId id="{C4451D22-6087-2EF1-2695-C54830B3C4D9}"/>
                </a:ext>
              </a:extLst>
            </p:cNvPr>
            <p:cNvSpPr/>
            <p:nvPr/>
          </p:nvSpPr>
          <p:spPr>
            <a:xfrm>
              <a:off x="5188353" y="3858882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楕円 18">
              <a:extLst>
                <a:ext uri="{FF2B5EF4-FFF2-40B4-BE49-F238E27FC236}">
                  <ns2:creationId id="{D455F9EE-7ADB-9066-A503-61A448789F2B}"/>
                </a:ext>
              </a:extLst>
            </p:cNvPr>
            <p:cNvSpPr/>
            <p:nvPr/>
          </p:nvSpPr>
          <p:spPr>
            <a:xfrm>
              <a:off x="5125695" y="3862934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グラフィックス 76" descr="人工知能 単色塗りつぶし">
              <a:extLst>
                <a:ext uri="{FF2B5EF4-FFF2-40B4-BE49-F238E27FC236}">
                  <ns2:creationId id="{78F166DC-4FAD-28C0-EC48-98EFA469A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4459915"/>
              <a:ext cx="437671" cy="437671"/>
            </a:xfrm>
            <a:prstGeom prst="rect">
              <a:avLst/>
            </a:prstGeom>
          </p:spPr>
        </p:pic>
        <p:sp>
          <p:nvSpPr>
            <p:cNvPr id="17" name="六角形 16">
              <a:extLst>
                <a:ext uri="{FF2B5EF4-FFF2-40B4-BE49-F238E27FC236}">
                  <ns2:creationId id="{DDC897D9-4115-76FE-B102-2774A3E6F361}"/>
                </a:ext>
              </a:extLst>
            </p:cNvPr>
            <p:cNvSpPr/>
            <p:nvPr/>
          </p:nvSpPr>
          <p:spPr>
            <a:xfrm>
              <a:off x="5188353" y="5144596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AC079A18-F514-E989-883D-3F15C47CCB98}"/>
                </a:ext>
              </a:extLst>
            </p:cNvPr>
            <p:cNvSpPr/>
            <p:nvPr/>
          </p:nvSpPr>
          <p:spPr>
            <a:xfrm>
              <a:off x="5125695" y="5151552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人工知能 単色塗りつぶし">
              <a:extLst>
                <a:ext uri="{FF2B5EF4-FFF2-40B4-BE49-F238E27FC236}">
                  <ns2:creationId id="{8D342DE8-A9AC-CF4F-A4FD-95B375B5E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5759275"/>
              <a:ext cx="437671" cy="437671"/>
            </a:xfrm>
            <a:prstGeom prst="rect">
              <a:avLst/>
            </a:prstGeom>
          </p:spPr>
        </p:pic>
        <p:grpSp>
          <p:nvGrpSpPr>
            <p:cNvPr id="62" name="グループ化 61">
              <a:extLst>
                <a:ext uri="{FF2B5EF4-FFF2-40B4-BE49-F238E27FC236}">
                  <ns2:creationId id="{F3D90ADB-D3D4-D3F7-0CD5-7D5364B6A977}"/>
                </a:ext>
              </a:extLst>
            </p:cNvPr>
            <p:cNvGrpSpPr/>
            <p:nvPr/>
          </p:nvGrpSpPr>
          <p:grpSpPr>
            <a:xfrm>
              <a:off x="6579570" y="5079922"/>
              <a:ext cx="5277600" cy="1224000"/>
              <a:chOff x="6579570" y="5079922"/>
              <a:chExt cx="5277600" cy="1224000"/>
            </a:xfrm>
          </p:grpSpPr>
          <p:sp>
            <p:nvSpPr>
              <p:cNvPr id="60" name="正方形/長方形 59">
                <a:extLst>
                  <a:ext uri="{FF2B5EF4-FFF2-40B4-BE49-F238E27FC236}">
                    <ns2:creationId id="{F73F7D2C-C06D-AF80-748E-CADCEFF1F3ED}"/>
                  </a:ext>
                </a:extLst>
              </p:cNvPr>
              <p:cNvSpPr/>
              <p:nvPr/>
            </p:nvSpPr>
            <p:spPr>
              <a:xfrm>
                <a:off x="6579703" y="5079922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CC084C9F-736F-C480-E03D-05B767C48DB2}"/>
                  </a:ext>
                </a:extLst>
              </p:cNvPr>
              <p:cNvSpPr/>
              <p:nvPr/>
            </p:nvSpPr>
            <p:spPr>
              <a:xfrm>
                <a:off x="6579570" y="5355481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三角形 60">
                <a:extLst>
                  <a:ext uri="{FF2B5EF4-FFF2-40B4-BE49-F238E27FC236}">
                    <ns2:creationId id="{78A42193-3B79-4B1F-F5DF-2C8F7AFE00CD}"/>
                  </a:ext>
                </a:extLst>
              </p:cNvPr>
              <p:cNvSpPr/>
              <p:nvPr/>
            </p:nvSpPr>
            <p:spPr>
              <a:xfrm rot="10800000">
                <a:off x="8858370" y="5567507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ns5:AlternateContent>
            <ns5:Choice Requires="p14">
              <p:contentPart ns6:bwMode="auto" r:id="rId7">
                <ns6:nvContentPartPr>
                  <ns6:cNvPr id="74" name="インク 73">
                    <a:extLst>
                      <a:ext uri="{FF2B5EF4-FFF2-40B4-BE49-F238E27FC236}">
                        <ns2:creationId id="{2282561A-B032-D387-C6D4-3E5CE7A0C26F}"/>
                      </a:ext>
                    </a:extLst>
                  </ns6:cNvPr>
                  <ns6:cNvContentPartPr/>
                  <ns6:nvPr/>
                </ns6:nvContentPartPr>
                <ns6:xfrm>
                  <a:off x="8985620" y="5445390"/>
                  <a:ext cx="360" cy="360"/>
                </ns6:xfrm>
              </p:contentPart>
            </ns5:Choice>
            <ns5:Fallback>
              <p:pic>
                <p:nvPicPr>
                  <p:cNvPr id="74" name="インク 73">
                    <a:extLst>
                      <a:ext uri="{FF2B5EF4-FFF2-40B4-BE49-F238E27FC236}">
                        <ns2:creationId id="{2282561A-B032-D387-C6D4-3E5CE7A0C26F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980940" y="5440710"/>
                    <a:ext cx="9360" cy="9360"/>
                  </a:xfrm>
                  <a:prstGeom prst="rect">
                    <a:avLst/>
                  </a:prstGeom>
                </p:spPr>
              </p:pic>
            </ns5:Fallback>
          </ns5:AlternateContent>
          <p:sp>
            <p:nvSpPr>
              <p:cNvPr id="37" name="正方形/長方形 36">
                <a:extLst>
                  <a:ext uri="{FF2B5EF4-FFF2-40B4-BE49-F238E27FC236}">
                    <ns2:creationId id="{CFF9745D-F73A-DBB5-298F-89D1ACF00A66}"/>
                  </a:ext>
                </a:extLst>
              </p:cNvPr>
              <p:cNvSpPr/>
              <p:nvPr/>
            </p:nvSpPr>
            <p:spPr>
              <a:xfrm>
                <a:off x="6579570" y="5761950"/>
                <a:ext cx="5277600" cy="48474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ns2:creationId id="{CDD962E7-50BF-57F0-F958-B9949525A21B}"/>
                </a:ext>
              </a:extLst>
            </p:cNvPr>
            <p:cNvGrpSpPr/>
            <p:nvPr/>
          </p:nvGrpSpPr>
          <p:grpSpPr>
            <a:xfrm>
              <a:off x="6579569" y="3794208"/>
              <a:ext cx="5277600" cy="1224000"/>
              <a:chOff x="6579569" y="3794208"/>
              <a:chExt cx="5277600" cy="1224000"/>
            </a:xfrm>
          </p:grpSpPr>
          <p:sp>
            <p:nvSpPr>
              <p:cNvPr id="59" name="正方形/長方形 58">
                <a:extLst>
                  <a:ext uri="{FF2B5EF4-FFF2-40B4-BE49-F238E27FC236}">
                    <ns2:creationId id="{155F8C6C-F565-D470-AA10-FEC3ACE0D891}"/>
                  </a:ext>
                </a:extLst>
              </p:cNvPr>
              <p:cNvSpPr/>
              <p:nvPr/>
            </p:nvSpPr>
            <p:spPr>
              <a:xfrm>
                <a:off x="6579702" y="3794208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C8C4B59-BF9D-C09F-1254-B39E871D74EC}"/>
                  </a:ext>
                </a:extLst>
              </p:cNvPr>
              <p:cNvSpPr/>
              <p:nvPr/>
            </p:nvSpPr>
            <p:spPr>
              <a:xfrm>
                <a:off x="6579569" y="4821462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三角形 60">
                <a:extLst>
                  <a:ext uri="{FF2B5EF4-FFF2-40B4-BE49-F238E27FC236}">
                    <ns2:creationId id="{D61C19E3-D1A3-B175-6225-617F282E2811}"/>
                  </a:ext>
                </a:extLst>
              </p:cNvPr>
              <p:cNvSpPr/>
              <p:nvPr/>
            </p:nvSpPr>
            <p:spPr>
              <a:xfrm rot="10800000">
                <a:off x="8858370" y="4605102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62E6E02F-B491-A0AD-ACC6-D3A64D18A6FD}"/>
                  </a:ext>
                </a:extLst>
              </p:cNvPr>
              <p:cNvSpPr txBox="1"/>
              <p:nvPr/>
            </p:nvSpPr>
            <p:spPr>
              <a:xfrm>
                <a:off x="6579569" y="4079828"/>
                <a:ext cx="5277600" cy="498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ts val="9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AI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8" name="直線コネクタ 67">
              <a:extLst>
                <a:ext uri="{FF2B5EF4-FFF2-40B4-BE49-F238E27FC236}">
                  <ns2:creationId id="{1C814F87-4067-74A0-FF09-CD49C463D449}"/>
                </a:ext>
              </a:extLst>
            </p:cNvPr>
            <p:cNvCxnSpPr/>
            <p:nvPr/>
          </p:nvCxnSpPr>
          <p:spPr>
            <a:xfrm>
              <a:off x="6579636" y="3763351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ns2:creationId id="{9A2788F4-4A5F-EF7C-E268-ED8D9CA51D59}"/>
                </a:ext>
              </a:extLst>
            </p:cNvPr>
            <p:cNvCxnSpPr/>
            <p:nvPr/>
          </p:nvCxnSpPr>
          <p:spPr>
            <a:xfrm>
              <a:off x="6579636" y="5049065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FB02A6E8-8DC1-F232-9E1E-0023DCAADE16}"/>
                </a:ext>
              </a:extLst>
            </p:cNvPr>
            <p:cNvGrpSpPr/>
            <p:nvPr/>
          </p:nvGrpSpPr>
          <p:grpSpPr>
            <a:xfrm>
              <a:off x="5561780" y="5250794"/>
              <a:ext cx="662564" cy="667325"/>
              <a:chOff x="5561780" y="5250794"/>
              <a:chExt cx="662564" cy="667325"/>
            </a:xfrm>
          </p:grpSpPr>
          <p:sp>
            <p:nvSpPr>
              <p:cNvPr id="81" name="四角形: 角を丸くする 80">
                <a:extLst>
                  <a:ext uri="{FF2B5EF4-FFF2-40B4-BE49-F238E27FC236}">
                    <ns2:creationId id="{C4EDB50D-B22F-4298-9883-4C691F6471B3}"/>
                  </a:ext>
                </a:extLst>
              </p:cNvPr>
              <p:cNvSpPr/>
              <p:nvPr/>
            </p:nvSpPr>
            <p:spPr>
              <a:xfrm>
                <a:off x="5561780" y="525079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二等辺三角形 83">
                <a:extLst>
                  <a:ext uri="{FF2B5EF4-FFF2-40B4-BE49-F238E27FC236}">
                    <ns2:creationId id="{5F56B93D-09D0-D70D-663F-39B8F693FBC4}"/>
                  </a:ext>
                </a:extLst>
              </p:cNvPr>
              <p:cNvSpPr/>
              <p:nvPr/>
            </p:nvSpPr>
            <p:spPr>
              <a:xfrm rot="1500000" flipV="1">
                <a:off x="5782958" y="570211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7" name="グラフィックス 86" descr="リサーチ 単色塗りつぶし">
                <a:extLst>
                  <a:ext uri="{FF2B5EF4-FFF2-40B4-BE49-F238E27FC236}">
                    <ns2:creationId id="{2C0B6D5F-E8EF-1F00-0C4D-2961D52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5713062" y="532503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3DCC74E6-E466-0C2D-AA7B-B46836E832AE}"/>
                </a:ext>
              </a:extLst>
            </p:cNvPr>
            <p:cNvGrpSpPr/>
            <p:nvPr/>
          </p:nvGrpSpPr>
          <p:grpSpPr>
            <a:xfrm>
              <a:off x="5561780" y="3951434"/>
              <a:ext cx="662564" cy="667325"/>
              <a:chOff x="5561780" y="3951434"/>
              <a:chExt cx="662564" cy="667325"/>
            </a:xfrm>
          </p:grpSpPr>
          <p:sp>
            <p:nvSpPr>
              <p:cNvPr id="99" name="四角形: 角を丸くする 98">
                <a:extLst>
                  <a:ext uri="{FF2B5EF4-FFF2-40B4-BE49-F238E27FC236}">
                    <ns2:creationId id="{82AF2EEC-6623-10B0-9A8E-D2AF1010301D}"/>
                  </a:ext>
                </a:extLst>
              </p:cNvPr>
              <p:cNvSpPr/>
              <p:nvPr/>
            </p:nvSpPr>
            <p:spPr>
              <a:xfrm>
                <a:off x="5561780" y="395143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二等辺三角形 99">
                <a:extLst>
                  <a:ext uri="{FF2B5EF4-FFF2-40B4-BE49-F238E27FC236}">
                    <ns2:creationId id="{47B65461-C57D-BE28-8D2A-6891346EB230}"/>
                  </a:ext>
                </a:extLst>
              </p:cNvPr>
              <p:cNvSpPr/>
              <p:nvPr/>
            </p:nvSpPr>
            <p:spPr>
              <a:xfrm rot="1500000" flipV="1">
                <a:off x="5782958" y="440275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意思決定図 単色塗りつぶし">
                <a:extLst>
                  <a:ext uri="{FF2B5EF4-FFF2-40B4-BE49-F238E27FC236}">
                    <ns2:creationId id="{41204B24-02F8-022C-2495-991FB5771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5713062" y="4025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C21093F6-6E57-DFAB-013C-E1057D0BB325}"/>
                </a:ext>
              </a:extLst>
            </p:cNvPr>
            <p:cNvGrpSpPr/>
            <p:nvPr/>
          </p:nvGrpSpPr>
          <p:grpSpPr>
            <a:xfrm>
              <a:off x="5561780" y="2652074"/>
              <a:ext cx="662564" cy="667325"/>
              <a:chOff x="5561780" y="2652074"/>
              <a:chExt cx="662564" cy="667325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042BEE0D-BB74-5C5E-F6CF-6D1DF67D23EB}"/>
                  </a:ext>
                </a:extLst>
              </p:cNvPr>
              <p:cNvSpPr/>
              <p:nvPr/>
            </p:nvSpPr>
            <p:spPr>
              <a:xfrm>
                <a:off x="5561780" y="265207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二等辺三角形 93">
                <a:extLst>
                  <a:ext uri="{FF2B5EF4-FFF2-40B4-BE49-F238E27FC236}">
                    <ns2:creationId id="{9F96BBA8-BFCF-6F2C-8D0B-17E29565EEB7}"/>
                  </a:ext>
                </a:extLst>
              </p:cNvPr>
              <p:cNvSpPr/>
              <p:nvPr/>
            </p:nvSpPr>
            <p:spPr>
              <a:xfrm rot="1500000" flipV="1">
                <a:off x="5782958" y="310339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1" name="グラフィックス 130" descr="クリップボード 単色塗りつぶし">
                <a:extLst>
                  <a:ext uri="{FF2B5EF4-FFF2-40B4-BE49-F238E27FC236}">
                    <ns2:creationId id="{577BC537-1FDF-63D6-3CBA-78E7A6702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5713062" y="2726314"/>
                <a:ext cx="360000" cy="360000"/>
              </a:xfrm>
              <a:prstGeom prst="rect">
                <a:avLst/>
              </a:prstGeom>
            </p:spPr>
          </p:pic>
        </p:grpSp>
        <p:pic>
          <p:nvPicPr>
            <p:cNvPr id="139" name="グラフィックス 138" descr="コンパス 単色塗りつぶし">
              <a:extLst>
                <a:ext uri="{FF2B5EF4-FFF2-40B4-BE49-F238E27FC236}">
                  <ns2:creationId id="{046AC74A-72DA-60A6-DA18-5E08DA2185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6962639" y="200274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2869232775"/>
      </p:ext>
    </p:extLst>
  </p:cSld>
  <p:clrMapOvr>
    <a:masterClrMapping/>
  </p:clrMapOvr>
</p:sld>
</file>

<file path=ppt/slides/slide20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864481E-21E2-B671-7DD6-534A78E1F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EA85A28-504E-BA7E-E83F-922647536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DX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9CD2742-F066-AB81-E5D1-B0B920A24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sz="1800" dirty="0"/>
              <a:t>XX</a:t>
            </a:r>
            <a:endParaRPr kumimoji="1" lang="ja-JP" altLang="en-US" sz="1800" dirty="0"/>
          </a:p>
        </p:txBody>
      </p:sp>
      <p:grpSp>
        <p:nvGrpSpPr>
          <p:cNvPr id="208" name="グループ化 207">
            <a:extLst>
              <a:ext uri="{FF2B5EF4-FFF2-40B4-BE49-F238E27FC236}">
                <ns2:creationId id="{788ECE9B-8306-B408-3FF2-10F5B55C3E62}"/>
              </a:ext>
            </a:extLst>
          </p:cNvPr>
          <p:cNvGrpSpPr/>
          <p:nvPr/>
        </p:nvGrpSpPr>
        <p:grpSpPr>
          <a:xfrm>
            <a:off x="334963" y="1628775"/>
            <a:ext cx="11522075" cy="4679950"/>
            <a:chOff x="334963" y="1628775"/>
            <a:chExt cx="11522075" cy="4679950"/>
          </a:xfrm>
        </p:grpSpPr>
        <p:grpSp>
          <p:nvGrpSpPr>
            <p:cNvPr id="97" name="グループ化 96">
              <a:extLst>
                <a:ext uri="{FF2B5EF4-FFF2-40B4-BE49-F238E27FC236}">
                  <ns2:creationId id="{13330D34-2414-2495-D980-7CB17D3D6BC6}"/>
                </a:ext>
              </a:extLst>
            </p:cNvPr>
            <p:cNvGrpSpPr/>
            <p:nvPr/>
          </p:nvGrpSpPr>
          <p:grpSpPr>
            <a:xfrm>
              <a:off x="334963" y="1628775"/>
              <a:ext cx="1091670" cy="330583"/>
              <a:chOff x="334963" y="1628775"/>
              <a:chExt cx="1091670" cy="330583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B6D7D343-AD5E-E076-8CAC-035E9A345253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091670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" name="直線コネクタ 33">
                <a:extLst>
                  <a:ext uri="{FF2B5EF4-FFF2-40B4-BE49-F238E27FC236}">
                    <ns2:creationId id="{F853BB37-FFE5-0693-F531-90417A9B9B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1959358"/>
                <a:ext cx="109167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6" name="グラフィックス 45" descr="チャット 枠線">
                <a:extLst>
                  <a:ext uri="{FF2B5EF4-FFF2-40B4-BE49-F238E27FC236}">
                    <ns2:creationId id="{D9A619A8-00CB-3717-F832-6B0F6C3C4B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360362" y="1628775"/>
                <a:ext cx="330583" cy="330583"/>
              </a:xfrm>
              <a:prstGeom prst="rect">
                <a:avLst/>
              </a:prstGeom>
            </p:spPr>
          </p:pic>
        </p:grpSp>
        <p:grpSp>
          <p:nvGrpSpPr>
            <p:cNvPr id="147" name="グループ化 146">
              <a:extLst>
                <a:ext uri="{FF2B5EF4-FFF2-40B4-BE49-F238E27FC236}">
                  <ns2:creationId id="{42913F8C-9F45-636E-40D6-F76F06B1C4D1}"/>
                </a:ext>
              </a:extLst>
            </p:cNvPr>
            <p:cNvGrpSpPr/>
            <p:nvPr/>
          </p:nvGrpSpPr>
          <p:grpSpPr>
            <a:xfrm>
              <a:off x="1483782" y="1628775"/>
              <a:ext cx="1957918" cy="330583"/>
              <a:chOff x="1483782" y="1628775"/>
              <a:chExt cx="1957918" cy="330583"/>
            </a:xfrm>
          </p:grpSpPr>
          <p:sp>
            <p:nvSpPr>
              <p:cNvPr id="8" name="正方形/長方形 7">
                <a:extLst>
                  <a:ext uri="{FF2B5EF4-FFF2-40B4-BE49-F238E27FC236}">
                    <ns2:creationId id="{AB43027A-DA38-5967-E673-909AD0AA43BD}"/>
                  </a:ext>
                </a:extLst>
              </p:cNvPr>
              <p:cNvSpPr/>
              <p:nvPr/>
            </p:nvSpPr>
            <p:spPr>
              <a:xfrm>
                <a:off x="1483782" y="1628775"/>
                <a:ext cx="1957918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9" name="直線コネクタ 8">
                <a:extLst>
                  <a:ext uri="{FF2B5EF4-FFF2-40B4-BE49-F238E27FC236}">
                    <ns2:creationId id="{087E271D-0431-0340-EF73-47D1C09F9E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3782" y="1959358"/>
                <a:ext cx="195791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" name="グラフィックス 9" descr="鉛筆 枠線">
                <a:extLst>
                  <a:ext uri="{FF2B5EF4-FFF2-40B4-BE49-F238E27FC236}">
                    <ns2:creationId id="{D3E15233-BA8B-1755-D573-9BD7C8C6A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935479" y="1628775"/>
                <a:ext cx="330583" cy="330583"/>
              </a:xfrm>
              <a:prstGeom prst="rect">
                <a:avLst/>
              </a:prstGeom>
            </p:spPr>
          </p:pic>
        </p:grpSp>
        <p:grpSp>
          <p:nvGrpSpPr>
            <p:cNvPr id="98" name="グループ化 97">
              <a:extLst>
                <a:ext uri="{FF2B5EF4-FFF2-40B4-BE49-F238E27FC236}">
                  <ns2:creationId id="{D409CCC9-0822-4183-44E4-6536612CCF8B}"/>
                </a:ext>
              </a:extLst>
            </p:cNvPr>
            <p:cNvGrpSpPr/>
            <p:nvPr/>
          </p:nvGrpSpPr>
          <p:grpSpPr>
            <a:xfrm>
              <a:off x="3498848" y="1628775"/>
              <a:ext cx="1595968" cy="330583"/>
              <a:chOff x="3712632" y="1628775"/>
              <a:chExt cx="1595968" cy="330583"/>
            </a:xfrm>
          </p:grpSpPr>
          <p:sp>
            <p:nvSpPr>
              <p:cNvPr id="35" name="正方形/長方形 34">
                <a:extLst>
                  <a:ext uri="{FF2B5EF4-FFF2-40B4-BE49-F238E27FC236}">
                    <ns2:creationId id="{DB00A914-C4BC-05A8-5508-0B0F66D4DE40}"/>
                  </a:ext>
                </a:extLst>
              </p:cNvPr>
              <p:cNvSpPr/>
              <p:nvPr/>
            </p:nvSpPr>
            <p:spPr>
              <a:xfrm>
                <a:off x="3712632" y="1628775"/>
                <a:ext cx="1595968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" name="直線コネクタ 35">
                <a:extLst>
                  <a:ext uri="{FF2B5EF4-FFF2-40B4-BE49-F238E27FC236}">
                    <ns2:creationId id="{FDF6B05C-5554-2701-BAE6-104B65735D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12632" y="1959358"/>
                <a:ext cx="15959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グラフィックス 38" descr="日毎カレンダー 枠線">
                <a:extLst>
                  <a:ext uri="{FF2B5EF4-FFF2-40B4-BE49-F238E27FC236}">
                    <ns2:creationId id="{3F4F7744-F0FD-DF4A-A883-D236EEEDD2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924298" y="1628775"/>
                <a:ext cx="330583" cy="330583"/>
              </a:xfrm>
              <a:prstGeom prst="rect">
                <a:avLst/>
              </a:prstGeom>
            </p:spPr>
          </p:pic>
        </p:grpSp>
        <p:sp>
          <p:nvSpPr>
            <p:cNvPr id="45" name="正方形/長方形 44">
              <a:extLst>
                <a:ext uri="{FF2B5EF4-FFF2-40B4-BE49-F238E27FC236}">
                  <ns2:creationId id="{F770EB90-23A9-ADE5-1D3C-040A5539BB65}"/>
                </a:ext>
              </a:extLst>
            </p:cNvPr>
            <p:cNvSpPr/>
            <p:nvPr/>
          </p:nvSpPr>
          <p:spPr>
            <a:xfrm>
              <a:off x="5151964" y="1628775"/>
              <a:ext cx="2875649" cy="33058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ysClr val="windowText" lastClr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1" name="直線コネクタ 50">
              <a:extLst>
                <a:ext uri="{FF2B5EF4-FFF2-40B4-BE49-F238E27FC236}">
                  <ns2:creationId id="{8A06BE07-76E7-1158-DBB6-2962315B4B3D}"/>
                </a:ext>
              </a:extLst>
            </p:cNvPr>
            <p:cNvCxnSpPr>
              <a:cxnSpLocks/>
            </p:cNvCxnSpPr>
            <p:nvPr/>
          </p:nvCxnSpPr>
          <p:spPr>
            <a:xfrm>
              <a:off x="5151964" y="1959358"/>
              <a:ext cx="287564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2" name="グラフィックス 51" descr="ユーザー 枠線">
              <a:extLst>
                <a:ext uri="{FF2B5EF4-FFF2-40B4-BE49-F238E27FC236}">
                  <ns2:creationId id="{E07AF8F6-4E5A-AD2C-7165-AE9A9DCC02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072339" y="1628775"/>
              <a:ext cx="330583" cy="330583"/>
            </a:xfrm>
            <a:prstGeom prst="rect">
              <a:avLst/>
            </a:prstGeom>
          </p:spPr>
        </p:pic>
        <p:grpSp>
          <p:nvGrpSpPr>
            <p:cNvPr id="95" name="グループ化 94">
              <a:extLst>
                <a:ext uri="{FF2B5EF4-FFF2-40B4-BE49-F238E27FC236}">
                  <ns2:creationId id="{226CEC78-2938-2104-112E-FC17D72848CE}"/>
                </a:ext>
              </a:extLst>
            </p:cNvPr>
            <p:cNvGrpSpPr/>
            <p:nvPr/>
          </p:nvGrpSpPr>
          <p:grpSpPr>
            <a:xfrm>
              <a:off x="8084761" y="1628775"/>
              <a:ext cx="3772277" cy="330583"/>
              <a:chOff x="7962052" y="1628775"/>
              <a:chExt cx="3772277" cy="330583"/>
            </a:xfrm>
          </p:grpSpPr>
          <p:sp>
            <p:nvSpPr>
              <p:cNvPr id="64" name="正方形/長方形 63">
                <a:extLst>
                  <a:ext uri="{FF2B5EF4-FFF2-40B4-BE49-F238E27FC236}">
                    <ns2:creationId id="{27735DDF-2FAD-4496-23C1-B3CE355E1B6B}"/>
                  </a:ext>
                </a:extLst>
              </p:cNvPr>
              <p:cNvSpPr/>
              <p:nvPr/>
            </p:nvSpPr>
            <p:spPr>
              <a:xfrm>
                <a:off x="7962052" y="1628775"/>
                <a:ext cx="3772277" cy="33058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ysClr val="windowText" lastClr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66" name="直線コネクタ 65">
                <a:extLst>
                  <a:ext uri="{FF2B5EF4-FFF2-40B4-BE49-F238E27FC236}">
                    <ns2:creationId id="{27AFA566-E13C-BAC6-3459-C7A8641C12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62052" y="1959358"/>
                <a:ext cx="377227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7" name="グラフィックス 66" descr="的中 枠線">
                <a:extLst>
                  <a:ext uri="{FF2B5EF4-FFF2-40B4-BE49-F238E27FC236}">
                    <ns2:creationId id="{CBC2917A-281F-5712-D50B-C753B2EAB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9271000" y="1628775"/>
                <a:ext cx="330583" cy="330583"/>
              </a:xfrm>
              <a:prstGeom prst="rect">
                <a:avLst/>
              </a:prstGeom>
            </p:spPr>
          </p:pic>
        </p:grpSp>
        <p:sp>
          <p:nvSpPr>
            <p:cNvPr id="100" name="正方形/長方形 99">
              <a:extLst>
                <a:ext uri="{FF2B5EF4-FFF2-40B4-BE49-F238E27FC236}">
                  <ns2:creationId id="{C7A169E0-A410-39A3-726D-AD39521D0C84}"/>
                </a:ext>
              </a:extLst>
            </p:cNvPr>
            <p:cNvSpPr/>
            <p:nvPr/>
          </p:nvSpPr>
          <p:spPr>
            <a:xfrm>
              <a:off x="1483782" y="2017907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DC9141E7-4BB3-718B-ED56-8C95E891175A}"/>
                </a:ext>
              </a:extLst>
            </p:cNvPr>
            <p:cNvSpPr/>
            <p:nvPr/>
          </p:nvSpPr>
          <p:spPr>
            <a:xfrm>
              <a:off x="1483782" y="2506101"/>
              <a:ext cx="1957918" cy="57003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OKR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3007467-6787-BC0F-94EA-23F330ED362A}"/>
                </a:ext>
              </a:extLst>
            </p:cNvPr>
            <p:cNvSpPr/>
            <p:nvPr/>
          </p:nvSpPr>
          <p:spPr>
            <a:xfrm>
              <a:off x="1483782" y="3119570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ABAFFD26-7C09-F744-6B3A-B314D9549BF4}"/>
                </a:ext>
              </a:extLst>
            </p:cNvPr>
            <p:cNvSpPr/>
            <p:nvPr/>
          </p:nvSpPr>
          <p:spPr>
            <a:xfrm>
              <a:off x="1483782" y="3607764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B7873AE9-B1FF-43E3-5E5B-13DC1352EDB5}"/>
                </a:ext>
              </a:extLst>
            </p:cNvPr>
            <p:cNvSpPr/>
            <p:nvPr/>
          </p:nvSpPr>
          <p:spPr>
            <a:xfrm>
              <a:off x="1483782" y="4095958"/>
              <a:ext cx="1957918" cy="44475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804A6143-A115-1AE1-872B-4DD4A0584D37}"/>
                </a:ext>
              </a:extLst>
            </p:cNvPr>
            <p:cNvSpPr/>
            <p:nvPr/>
          </p:nvSpPr>
          <p:spPr>
            <a:xfrm>
              <a:off x="1483782" y="4584152"/>
              <a:ext cx="1957918" cy="57003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AF037BE1-E085-E72A-B330-053470AD542A}"/>
                </a:ext>
              </a:extLst>
            </p:cNvPr>
            <p:cNvSpPr/>
            <p:nvPr/>
          </p:nvSpPr>
          <p:spPr>
            <a:xfrm>
              <a:off x="1483782" y="5197621"/>
              <a:ext cx="1957918" cy="34140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42E468A8-8823-9FDA-182A-1DA05A99DBC0}"/>
                </a:ext>
              </a:extLst>
            </p:cNvPr>
            <p:cNvSpPr/>
            <p:nvPr/>
          </p:nvSpPr>
          <p:spPr>
            <a:xfrm>
              <a:off x="1483782" y="5582467"/>
              <a:ext cx="1957918" cy="34140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E51421B4-C6D0-5519-6257-9F0863FD75F0}"/>
                </a:ext>
              </a:extLst>
            </p:cNvPr>
            <p:cNvSpPr/>
            <p:nvPr/>
          </p:nvSpPr>
          <p:spPr>
            <a:xfrm>
              <a:off x="1483782" y="5967312"/>
              <a:ext cx="1957918" cy="341409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72BCDC02-C82E-A345-FB1F-EEE1089D4316}"/>
                </a:ext>
              </a:extLst>
            </p:cNvPr>
            <p:cNvSpPr/>
            <p:nvPr/>
          </p:nvSpPr>
          <p:spPr>
            <a:xfrm>
              <a:off x="334963" y="2017907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C4906FCE-157E-D12D-4166-E66E91DF39B4}"/>
                </a:ext>
              </a:extLst>
            </p:cNvPr>
            <p:cNvSpPr/>
            <p:nvPr/>
          </p:nvSpPr>
          <p:spPr>
            <a:xfrm>
              <a:off x="334963" y="2506101"/>
              <a:ext cx="1091670" cy="57003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3395298B-D9C1-7773-59B8-DFEE354043AE}"/>
                </a:ext>
              </a:extLst>
            </p:cNvPr>
            <p:cNvSpPr/>
            <p:nvPr/>
          </p:nvSpPr>
          <p:spPr>
            <a:xfrm>
              <a:off x="334963" y="3119570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8F71A170-134B-90E4-0C7D-7BE75EA75F46}"/>
                </a:ext>
              </a:extLst>
            </p:cNvPr>
            <p:cNvSpPr/>
            <p:nvPr/>
          </p:nvSpPr>
          <p:spPr>
            <a:xfrm>
              <a:off x="334963" y="3607764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75D7B3A5-1044-D8E9-2FC0-F89457E6A10B}"/>
                </a:ext>
              </a:extLst>
            </p:cNvPr>
            <p:cNvSpPr/>
            <p:nvPr/>
          </p:nvSpPr>
          <p:spPr>
            <a:xfrm>
              <a:off x="334963" y="4095958"/>
              <a:ext cx="1091670" cy="4447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9CA20DB8-6FB0-EFCC-968D-35F0CCAEAE4F}"/>
                </a:ext>
              </a:extLst>
            </p:cNvPr>
            <p:cNvSpPr/>
            <p:nvPr/>
          </p:nvSpPr>
          <p:spPr>
            <a:xfrm>
              <a:off x="334963" y="4584152"/>
              <a:ext cx="1091670" cy="570032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DEE08991-B035-B843-0157-1F38CCE42F78}"/>
                </a:ext>
              </a:extLst>
            </p:cNvPr>
            <p:cNvSpPr/>
            <p:nvPr/>
          </p:nvSpPr>
          <p:spPr>
            <a:xfrm>
              <a:off x="334963" y="5197621"/>
              <a:ext cx="1091670" cy="34140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BC250429-D1A9-0283-0D3D-2D56671C75EF}"/>
                </a:ext>
              </a:extLst>
            </p:cNvPr>
            <p:cNvSpPr/>
            <p:nvPr/>
          </p:nvSpPr>
          <p:spPr>
            <a:xfrm>
              <a:off x="334963" y="5582467"/>
              <a:ext cx="1091670" cy="7262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00E58A52-39D5-BBC0-4105-494FDA2C8FBF}"/>
                </a:ext>
              </a:extLst>
            </p:cNvPr>
            <p:cNvSpPr/>
            <p:nvPr/>
          </p:nvSpPr>
          <p:spPr>
            <a:xfrm>
              <a:off x="3498848" y="2017907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1934F938-2731-7748-AF46-441CC6F03E9D}"/>
                </a:ext>
              </a:extLst>
            </p:cNvPr>
            <p:cNvSpPr/>
            <p:nvPr/>
          </p:nvSpPr>
          <p:spPr>
            <a:xfrm>
              <a:off x="3498848" y="2506100"/>
              <a:ext cx="1595968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109C81B1-1953-91E6-988D-37B156B5F9A6}"/>
                </a:ext>
              </a:extLst>
            </p:cNvPr>
            <p:cNvSpPr/>
            <p:nvPr/>
          </p:nvSpPr>
          <p:spPr>
            <a:xfrm>
              <a:off x="3498848" y="3119568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CD48BEDD-FABC-EBCB-87D1-AD8BBFD8941E}"/>
                </a:ext>
              </a:extLst>
            </p:cNvPr>
            <p:cNvSpPr/>
            <p:nvPr/>
          </p:nvSpPr>
          <p:spPr>
            <a:xfrm>
              <a:off x="3498848" y="3607761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23636B57-2A80-1606-1F1A-79600098084E}"/>
                </a:ext>
              </a:extLst>
            </p:cNvPr>
            <p:cNvSpPr/>
            <p:nvPr/>
          </p:nvSpPr>
          <p:spPr>
            <a:xfrm>
              <a:off x="3498848" y="4095954"/>
              <a:ext cx="1595968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623C4BE2-BB9E-42F2-E980-B20E6B56EFDC}"/>
                </a:ext>
              </a:extLst>
            </p:cNvPr>
            <p:cNvSpPr/>
            <p:nvPr/>
          </p:nvSpPr>
          <p:spPr>
            <a:xfrm>
              <a:off x="3498848" y="4584147"/>
              <a:ext cx="1595968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B4B4C027-7186-6417-B4D7-344951D3F497}"/>
                </a:ext>
              </a:extLst>
            </p:cNvPr>
            <p:cNvSpPr/>
            <p:nvPr/>
          </p:nvSpPr>
          <p:spPr>
            <a:xfrm>
              <a:off x="3498848" y="5197615"/>
              <a:ext cx="1595968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F84F8A73-1AB5-0249-9304-97AA2B78EF26}"/>
                </a:ext>
              </a:extLst>
            </p:cNvPr>
            <p:cNvSpPr/>
            <p:nvPr/>
          </p:nvSpPr>
          <p:spPr>
            <a:xfrm>
              <a:off x="3498848" y="5582460"/>
              <a:ext cx="1595968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5C23839C-A758-2BA1-0E0C-060F803A70A9}"/>
                </a:ext>
              </a:extLst>
            </p:cNvPr>
            <p:cNvSpPr/>
            <p:nvPr/>
          </p:nvSpPr>
          <p:spPr>
            <a:xfrm>
              <a:off x="3498848" y="5967312"/>
              <a:ext cx="1595968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51BC3D63-5109-6B87-3BD2-34C6687CC346}"/>
                </a:ext>
              </a:extLst>
            </p:cNvPr>
            <p:cNvSpPr/>
            <p:nvPr/>
          </p:nvSpPr>
          <p:spPr>
            <a:xfrm>
              <a:off x="5151965" y="2017907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66978C71-CC57-6B83-1E54-06370999C44A}"/>
                </a:ext>
              </a:extLst>
            </p:cNvPr>
            <p:cNvSpPr/>
            <p:nvPr/>
          </p:nvSpPr>
          <p:spPr>
            <a:xfrm>
              <a:off x="6428958" y="2017907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A644EA96-F2E5-046C-8C30-921C16CCA2B4}"/>
                </a:ext>
              </a:extLst>
            </p:cNvPr>
            <p:cNvSpPr/>
            <p:nvPr/>
          </p:nvSpPr>
          <p:spPr>
            <a:xfrm>
              <a:off x="5151965" y="2258285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C8BB4831-A355-ACCC-A5DC-2E4371278727}"/>
                </a:ext>
              </a:extLst>
            </p:cNvPr>
            <p:cNvSpPr/>
            <p:nvPr/>
          </p:nvSpPr>
          <p:spPr>
            <a:xfrm>
              <a:off x="6428958" y="2258285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614D59D9-56A7-8D1C-E1C5-6FDAFDD87CA2}"/>
                </a:ext>
              </a:extLst>
            </p:cNvPr>
            <p:cNvSpPr/>
            <p:nvPr/>
          </p:nvSpPr>
          <p:spPr>
            <a:xfrm>
              <a:off x="5151965" y="2506102"/>
              <a:ext cx="745066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4C4327A4-F20D-0241-351B-682EEE8C9694}"/>
                </a:ext>
              </a:extLst>
            </p:cNvPr>
            <p:cNvSpPr/>
            <p:nvPr/>
          </p:nvSpPr>
          <p:spPr>
            <a:xfrm>
              <a:off x="5151965" y="2708113"/>
              <a:ext cx="1240994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E413B9BC-976C-8B58-296B-BE1321538126}"/>
                </a:ext>
              </a:extLst>
            </p:cNvPr>
            <p:cNvSpPr/>
            <p:nvPr/>
          </p:nvSpPr>
          <p:spPr>
            <a:xfrm>
              <a:off x="6428957" y="2506103"/>
              <a:ext cx="1598657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F7F4A98E-A0A9-0346-66F9-F51567102CC6}"/>
                </a:ext>
              </a:extLst>
            </p:cNvPr>
            <p:cNvSpPr/>
            <p:nvPr/>
          </p:nvSpPr>
          <p:spPr>
            <a:xfrm>
              <a:off x="5935776" y="2506102"/>
              <a:ext cx="457183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D6107931-B4BD-6343-1B1D-B9FEDAC1CBAB}"/>
                </a:ext>
              </a:extLst>
            </p:cNvPr>
            <p:cNvSpPr/>
            <p:nvPr/>
          </p:nvSpPr>
          <p:spPr>
            <a:xfrm>
              <a:off x="5151964" y="2910122"/>
              <a:ext cx="1240994" cy="1660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56EAB816-A377-D05E-D640-4730F519E1B0}"/>
                </a:ext>
              </a:extLst>
            </p:cNvPr>
            <p:cNvSpPr/>
            <p:nvPr/>
          </p:nvSpPr>
          <p:spPr>
            <a:xfrm>
              <a:off x="6428957" y="2708114"/>
              <a:ext cx="1598657" cy="3680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F86676D7-95AE-73BF-FD98-56451EB1D81C}"/>
                </a:ext>
              </a:extLst>
            </p:cNvPr>
            <p:cNvSpPr/>
            <p:nvPr/>
          </p:nvSpPr>
          <p:spPr>
            <a:xfrm>
              <a:off x="5151965" y="3119570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2DAE6A3B-12CF-04A7-56E2-F530A15ABD9C}"/>
                </a:ext>
              </a:extLst>
            </p:cNvPr>
            <p:cNvSpPr/>
            <p:nvPr/>
          </p:nvSpPr>
          <p:spPr>
            <a:xfrm>
              <a:off x="5151965" y="3359948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FAFA5BB7-8FE3-394D-7D36-C524E7FE2428}"/>
                </a:ext>
              </a:extLst>
            </p:cNvPr>
            <p:cNvSpPr/>
            <p:nvPr/>
          </p:nvSpPr>
          <p:spPr>
            <a:xfrm>
              <a:off x="6428957" y="3119570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D5E78109-63C8-F959-D170-40467534A406}"/>
                </a:ext>
              </a:extLst>
            </p:cNvPr>
            <p:cNvSpPr/>
            <p:nvPr/>
          </p:nvSpPr>
          <p:spPr>
            <a:xfrm>
              <a:off x="6428957" y="3359948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FA9CDB90-78E9-5CEC-0A07-9B8A0A1A3197}"/>
                </a:ext>
              </a:extLst>
            </p:cNvPr>
            <p:cNvSpPr/>
            <p:nvPr/>
          </p:nvSpPr>
          <p:spPr>
            <a:xfrm>
              <a:off x="5151965" y="3607764"/>
              <a:ext cx="1598657" cy="44475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33838BC9-D4D9-E6BA-ED45-CBBF480FDF71}"/>
                </a:ext>
              </a:extLst>
            </p:cNvPr>
            <p:cNvSpPr/>
            <p:nvPr/>
          </p:nvSpPr>
          <p:spPr>
            <a:xfrm>
              <a:off x="6786620" y="3607764"/>
              <a:ext cx="1240994" cy="44475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0D75BD07-09ED-3C41-660D-91BB3DBC4F81}"/>
                </a:ext>
              </a:extLst>
            </p:cNvPr>
            <p:cNvSpPr/>
            <p:nvPr/>
          </p:nvSpPr>
          <p:spPr>
            <a:xfrm>
              <a:off x="5151965" y="4584152"/>
              <a:ext cx="1240994" cy="5700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2478782E-52E8-2021-8F33-C826C198D71D}"/>
                </a:ext>
              </a:extLst>
            </p:cNvPr>
            <p:cNvSpPr/>
            <p:nvPr/>
          </p:nvSpPr>
          <p:spPr>
            <a:xfrm>
              <a:off x="6428957" y="4584152"/>
              <a:ext cx="1598657" cy="5700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47CC8120-5E83-D138-10FA-C34BF3FF3CD0}"/>
                </a:ext>
              </a:extLst>
            </p:cNvPr>
            <p:cNvSpPr/>
            <p:nvPr/>
          </p:nvSpPr>
          <p:spPr>
            <a:xfrm>
              <a:off x="5151965" y="4095956"/>
              <a:ext cx="1240994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75E611E5-E690-5F25-1A68-4A7582E642D5}"/>
                </a:ext>
              </a:extLst>
            </p:cNvPr>
            <p:cNvSpPr/>
            <p:nvPr/>
          </p:nvSpPr>
          <p:spPr>
            <a:xfrm>
              <a:off x="5151965" y="4336334"/>
              <a:ext cx="904792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BD8B3725-2125-2B77-8E64-B3DC80CF3DC1}"/>
                </a:ext>
              </a:extLst>
            </p:cNvPr>
            <p:cNvSpPr/>
            <p:nvPr/>
          </p:nvSpPr>
          <p:spPr>
            <a:xfrm>
              <a:off x="6428957" y="4095956"/>
              <a:ext cx="1598657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DCEEC38B-9A76-1325-E91B-DCF4D7BE6456}"/>
                </a:ext>
              </a:extLst>
            </p:cNvPr>
            <p:cNvSpPr/>
            <p:nvPr/>
          </p:nvSpPr>
          <p:spPr>
            <a:xfrm>
              <a:off x="6096000" y="4336334"/>
              <a:ext cx="1214291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763D6DF4-208B-F642-7C1D-EE553975E2DA}"/>
                </a:ext>
              </a:extLst>
            </p:cNvPr>
            <p:cNvSpPr/>
            <p:nvPr/>
          </p:nvSpPr>
          <p:spPr>
            <a:xfrm>
              <a:off x="7349534" y="4336334"/>
              <a:ext cx="678080" cy="2043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6A3A8111-2589-95A1-8990-9AD060329009}"/>
                </a:ext>
              </a:extLst>
            </p:cNvPr>
            <p:cNvSpPr/>
            <p:nvPr/>
          </p:nvSpPr>
          <p:spPr>
            <a:xfrm>
              <a:off x="5151964" y="5197621"/>
              <a:ext cx="2875649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EF6B541E-0F3B-A00D-CF19-B5E6F8219897}"/>
                </a:ext>
              </a:extLst>
            </p:cNvPr>
            <p:cNvSpPr/>
            <p:nvPr/>
          </p:nvSpPr>
          <p:spPr>
            <a:xfrm>
              <a:off x="5151965" y="5582467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FEEDEAE2-4A8B-1B3D-9EDE-95F08943D521}"/>
                </a:ext>
              </a:extLst>
            </p:cNvPr>
            <p:cNvSpPr/>
            <p:nvPr/>
          </p:nvSpPr>
          <p:spPr>
            <a:xfrm>
              <a:off x="6122514" y="5582467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E16B46C3-EBAB-4031-3B0C-90B4CDDA0DDE}"/>
                </a:ext>
              </a:extLst>
            </p:cNvPr>
            <p:cNvSpPr/>
            <p:nvPr/>
          </p:nvSpPr>
          <p:spPr>
            <a:xfrm>
              <a:off x="7093065" y="5582467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281B4BAA-9622-7BDC-AAC7-76E89D5EC3A7}"/>
                </a:ext>
              </a:extLst>
            </p:cNvPr>
            <p:cNvSpPr/>
            <p:nvPr/>
          </p:nvSpPr>
          <p:spPr>
            <a:xfrm>
              <a:off x="5151965" y="5967313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E72BC8A8-3B62-A259-9462-C4914E786FEB}"/>
                </a:ext>
              </a:extLst>
            </p:cNvPr>
            <p:cNvSpPr/>
            <p:nvPr/>
          </p:nvSpPr>
          <p:spPr>
            <a:xfrm>
              <a:off x="6122516" y="5967313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0908B323-849A-A1E7-9996-57BB682A2FB0}"/>
                </a:ext>
              </a:extLst>
            </p:cNvPr>
            <p:cNvSpPr/>
            <p:nvPr/>
          </p:nvSpPr>
          <p:spPr>
            <a:xfrm>
              <a:off x="7093065" y="5967313"/>
              <a:ext cx="934550" cy="3414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292C1853-1BBF-321E-09E8-ED66D8FB2A7A}"/>
                </a:ext>
              </a:extLst>
            </p:cNvPr>
            <p:cNvSpPr/>
            <p:nvPr/>
          </p:nvSpPr>
          <p:spPr>
            <a:xfrm>
              <a:off x="8084761" y="2017907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1BDF8659-D054-1C9B-DB61-B958EF960039}"/>
                </a:ext>
              </a:extLst>
            </p:cNvPr>
            <p:cNvSpPr/>
            <p:nvPr/>
          </p:nvSpPr>
          <p:spPr>
            <a:xfrm>
              <a:off x="8084761" y="2506101"/>
              <a:ext cx="3772277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73CE2915-31EF-D0AD-811C-07853268F41A}"/>
                </a:ext>
              </a:extLst>
            </p:cNvPr>
            <p:cNvSpPr/>
            <p:nvPr/>
          </p:nvSpPr>
          <p:spPr>
            <a:xfrm>
              <a:off x="8084761" y="3119570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OKR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C94907E3-A26B-5D38-670E-620A487FA460}"/>
                </a:ext>
              </a:extLst>
            </p:cNvPr>
            <p:cNvSpPr/>
            <p:nvPr/>
          </p:nvSpPr>
          <p:spPr>
            <a:xfrm>
              <a:off x="8084761" y="3607764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0FF17C74-B94B-3DE5-64BF-555D4650D23B}"/>
                </a:ext>
              </a:extLst>
            </p:cNvPr>
            <p:cNvSpPr/>
            <p:nvPr/>
          </p:nvSpPr>
          <p:spPr>
            <a:xfrm>
              <a:off x="8084761" y="4095958"/>
              <a:ext cx="3772277" cy="4447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1CC24B5D-D2B1-30D6-FF61-E3E0A003C568}"/>
                </a:ext>
              </a:extLst>
            </p:cNvPr>
            <p:cNvSpPr/>
            <p:nvPr/>
          </p:nvSpPr>
          <p:spPr>
            <a:xfrm>
              <a:off x="8084761" y="4584152"/>
              <a:ext cx="3772277" cy="570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B4CF43E2-C7B5-67CC-C1A1-02E2C60E0859}"/>
                </a:ext>
              </a:extLst>
            </p:cNvPr>
            <p:cNvSpPr/>
            <p:nvPr/>
          </p:nvSpPr>
          <p:spPr>
            <a:xfrm>
              <a:off x="8084761" y="5197621"/>
              <a:ext cx="3772277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B98ECA7C-88C4-01B1-3506-2610594DBC4F}"/>
                </a:ext>
              </a:extLst>
            </p:cNvPr>
            <p:cNvSpPr/>
            <p:nvPr/>
          </p:nvSpPr>
          <p:spPr>
            <a:xfrm>
              <a:off x="8084761" y="5582467"/>
              <a:ext cx="3772277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DDB2A883-A9A2-C961-C951-B8AECEDC1BA4}"/>
                </a:ext>
              </a:extLst>
            </p:cNvPr>
            <p:cNvSpPr/>
            <p:nvPr/>
          </p:nvSpPr>
          <p:spPr>
            <a:xfrm>
              <a:off x="8084761" y="5967312"/>
              <a:ext cx="3772277" cy="34140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EEBCFA5B-251D-E07A-A787-1289D78BAD5C}"/>
                </a:ext>
              </a:extLst>
            </p:cNvPr>
            <p:cNvSpPr/>
            <p:nvPr/>
          </p:nvSpPr>
          <p:spPr>
            <a:xfrm>
              <a:off x="10461625" y="2017907"/>
              <a:ext cx="1395412" cy="26491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4" name="直線コネクタ 183">
              <a:extLst>
                <a:ext uri="{FF2B5EF4-FFF2-40B4-BE49-F238E27FC236}">
                  <ns2:creationId id="{BA4D4DB4-28A0-2635-C082-863E5D2C687E}"/>
                </a:ext>
              </a:extLst>
            </p:cNvPr>
            <p:cNvCxnSpPr/>
            <p:nvPr/>
          </p:nvCxnSpPr>
          <p:spPr>
            <a:xfrm>
              <a:off x="3498848" y="2484382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直線コネクタ 184">
              <a:extLst>
                <a:ext uri="{FF2B5EF4-FFF2-40B4-BE49-F238E27FC236}">
                  <ns2:creationId id="{89093D65-112B-CF63-FA1F-24B6C83EEA83}"/>
                </a:ext>
              </a:extLst>
            </p:cNvPr>
            <p:cNvCxnSpPr/>
            <p:nvPr/>
          </p:nvCxnSpPr>
          <p:spPr>
            <a:xfrm>
              <a:off x="3498848" y="3097850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線コネクタ 185">
              <a:extLst>
                <a:ext uri="{FF2B5EF4-FFF2-40B4-BE49-F238E27FC236}">
                  <ns2:creationId id="{BC897401-F775-D69B-A685-5BE90FA28810}"/>
                </a:ext>
              </a:extLst>
            </p:cNvPr>
            <p:cNvCxnSpPr/>
            <p:nvPr/>
          </p:nvCxnSpPr>
          <p:spPr>
            <a:xfrm>
              <a:off x="3498848" y="3586043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線コネクタ 186">
              <a:extLst>
                <a:ext uri="{FF2B5EF4-FFF2-40B4-BE49-F238E27FC236}">
                  <ns2:creationId id="{9D50BF3E-DA9C-097A-4728-05DD13961031}"/>
                </a:ext>
              </a:extLst>
            </p:cNvPr>
            <p:cNvCxnSpPr/>
            <p:nvPr/>
          </p:nvCxnSpPr>
          <p:spPr>
            <a:xfrm>
              <a:off x="3498848" y="4074236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A16A8BFB-0861-A433-4FE6-1B0204EE0A6D}"/>
                </a:ext>
              </a:extLst>
            </p:cNvPr>
            <p:cNvCxnSpPr/>
            <p:nvPr/>
          </p:nvCxnSpPr>
          <p:spPr>
            <a:xfrm>
              <a:off x="3498848" y="4562429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1DD9A28F-65E6-50A5-F07F-C0E7190487D4}"/>
                </a:ext>
              </a:extLst>
            </p:cNvPr>
            <p:cNvCxnSpPr/>
            <p:nvPr/>
          </p:nvCxnSpPr>
          <p:spPr>
            <a:xfrm>
              <a:off x="3498848" y="5175897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ns2:creationId id="{2C8D0768-14F0-10BB-7801-A2FEC99FB772}"/>
                </a:ext>
              </a:extLst>
            </p:cNvPr>
            <p:cNvCxnSpPr/>
            <p:nvPr/>
          </p:nvCxnSpPr>
          <p:spPr>
            <a:xfrm>
              <a:off x="3498848" y="5560742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線コネクタ 190">
              <a:extLst>
                <a:ext uri="{FF2B5EF4-FFF2-40B4-BE49-F238E27FC236}">
                  <ns2:creationId id="{F016384A-5D77-1537-F4A4-1C59400E2A40}"/>
                </a:ext>
              </a:extLst>
            </p:cNvPr>
            <p:cNvCxnSpPr/>
            <p:nvPr/>
          </p:nvCxnSpPr>
          <p:spPr>
            <a:xfrm>
              <a:off x="3498848" y="5945587"/>
              <a:ext cx="159596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ns2:creationId id="{CDAA1252-2115-95AB-49CD-03371872DB4E}"/>
                </a:ext>
              </a:extLst>
            </p:cNvPr>
            <p:cNvCxnSpPr/>
            <p:nvPr/>
          </p:nvCxnSpPr>
          <p:spPr>
            <a:xfrm>
              <a:off x="8084761" y="2484382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6D9C634D-2FA9-C4E2-6225-1635C2B11626}"/>
                </a:ext>
              </a:extLst>
            </p:cNvPr>
            <p:cNvCxnSpPr/>
            <p:nvPr/>
          </p:nvCxnSpPr>
          <p:spPr>
            <a:xfrm>
              <a:off x="8084761" y="3097850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35BFF822-3D3B-2E68-747D-FD57286BC76C}"/>
                </a:ext>
              </a:extLst>
            </p:cNvPr>
            <p:cNvCxnSpPr/>
            <p:nvPr/>
          </p:nvCxnSpPr>
          <p:spPr>
            <a:xfrm>
              <a:off x="8084761" y="3586043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48163682-4F72-EC0B-554D-88A13F0D867A}"/>
                </a:ext>
              </a:extLst>
            </p:cNvPr>
            <p:cNvCxnSpPr/>
            <p:nvPr/>
          </p:nvCxnSpPr>
          <p:spPr>
            <a:xfrm>
              <a:off x="8084761" y="4074236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F31A7A84-AF3E-D3F4-7A39-888AAAC84CB3}"/>
                </a:ext>
              </a:extLst>
            </p:cNvPr>
            <p:cNvCxnSpPr/>
            <p:nvPr/>
          </p:nvCxnSpPr>
          <p:spPr>
            <a:xfrm>
              <a:off x="8084761" y="4562429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5E9FDFEA-2B17-D92E-29EF-5C2FCA76C2FC}"/>
                </a:ext>
              </a:extLst>
            </p:cNvPr>
            <p:cNvCxnSpPr/>
            <p:nvPr/>
          </p:nvCxnSpPr>
          <p:spPr>
            <a:xfrm>
              <a:off x="8084761" y="5175897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コネクタ 197">
              <a:extLst>
                <a:ext uri="{FF2B5EF4-FFF2-40B4-BE49-F238E27FC236}">
                  <ns2:creationId id="{102B4675-5F6E-CE91-54D5-BF983514B6C5}"/>
                </a:ext>
              </a:extLst>
            </p:cNvPr>
            <p:cNvCxnSpPr/>
            <p:nvPr/>
          </p:nvCxnSpPr>
          <p:spPr>
            <a:xfrm>
              <a:off x="8084761" y="5560742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9F222BE5-29D1-E274-FE00-E9351ECF8E47}"/>
                </a:ext>
              </a:extLst>
            </p:cNvPr>
            <p:cNvCxnSpPr/>
            <p:nvPr/>
          </p:nvCxnSpPr>
          <p:spPr>
            <a:xfrm>
              <a:off x="8084761" y="5945587"/>
              <a:ext cx="377227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6F2E5216-CE2F-101B-4A14-9B208A86DE20}"/>
                </a:ext>
              </a:extLst>
            </p:cNvPr>
            <p:cNvCxnSpPr/>
            <p:nvPr/>
          </p:nvCxnSpPr>
          <p:spPr>
            <a:xfrm>
              <a:off x="5151964" y="2484382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直線コネクタ 200">
              <a:extLst>
                <a:ext uri="{FF2B5EF4-FFF2-40B4-BE49-F238E27FC236}">
                  <ns2:creationId id="{319F635F-13B1-4A1A-05A6-F3FEA70C008F}"/>
                </a:ext>
              </a:extLst>
            </p:cNvPr>
            <p:cNvCxnSpPr/>
            <p:nvPr/>
          </p:nvCxnSpPr>
          <p:spPr>
            <a:xfrm>
              <a:off x="5151964" y="3097850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線コネクタ 201">
              <a:extLst>
                <a:ext uri="{FF2B5EF4-FFF2-40B4-BE49-F238E27FC236}">
                  <ns2:creationId id="{60345D6B-BBD4-2CB2-D934-5A1C57AE3F24}"/>
                </a:ext>
              </a:extLst>
            </p:cNvPr>
            <p:cNvCxnSpPr/>
            <p:nvPr/>
          </p:nvCxnSpPr>
          <p:spPr>
            <a:xfrm>
              <a:off x="5151964" y="3586043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08791408-495A-B6EF-E1DE-DEF069309ADB}"/>
                </a:ext>
              </a:extLst>
            </p:cNvPr>
            <p:cNvCxnSpPr/>
            <p:nvPr/>
          </p:nvCxnSpPr>
          <p:spPr>
            <a:xfrm>
              <a:off x="5151964" y="4074236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725446D3-AA7C-6EB7-3F40-C37E2D69B16B}"/>
                </a:ext>
              </a:extLst>
            </p:cNvPr>
            <p:cNvCxnSpPr/>
            <p:nvPr/>
          </p:nvCxnSpPr>
          <p:spPr>
            <a:xfrm>
              <a:off x="5151964" y="4562429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40A8B38C-9F12-994B-AFF6-AC46F2FE7FD0}"/>
                </a:ext>
              </a:extLst>
            </p:cNvPr>
            <p:cNvCxnSpPr/>
            <p:nvPr/>
          </p:nvCxnSpPr>
          <p:spPr>
            <a:xfrm>
              <a:off x="5151964" y="5175897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40952A3B-683E-3F8C-AD83-CC88994935CC}"/>
                </a:ext>
              </a:extLst>
            </p:cNvPr>
            <p:cNvCxnSpPr/>
            <p:nvPr/>
          </p:nvCxnSpPr>
          <p:spPr>
            <a:xfrm>
              <a:off x="5151964" y="5560742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B104AC72-DD75-F901-1E4D-6EFB39B9A9E5}"/>
                </a:ext>
              </a:extLst>
            </p:cNvPr>
            <p:cNvCxnSpPr/>
            <p:nvPr/>
          </p:nvCxnSpPr>
          <p:spPr>
            <a:xfrm>
              <a:off x="5151964" y="5945587"/>
              <a:ext cx="287564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422071661"/>
      </p:ext>
    </p:extLst>
  </p:cSld>
  <p:clrMapOvr>
    <a:masterClrMapping/>
  </p:clrMapOvr>
</p:sld>
</file>

<file path=ppt/slides/slide208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EEAB5AD-2BAD-2B89-ACEC-01B78F17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2EC7F1A-903D-1FC4-38E4-90C99C008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2AC6B10-8DE6-94B2-8E22-2FFE73090A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grpSp>
        <p:nvGrpSpPr>
          <p:cNvPr id="227" name="Group 226">
            <a:extLst>
              <a:ext uri="{FF2B5EF4-FFF2-40B4-BE49-F238E27FC236}">
                <ns2:creationId id="{5506575E-726F-96D4-267F-36F2448FA2EE}"/>
              </a:ext>
            </a:extLst>
          </p:cNvPr>
          <p:cNvGrpSpPr/>
          <p:nvPr/>
        </p:nvGrpSpPr>
        <p:grpSpPr>
          <a:xfrm>
            <a:off x="457200" y="5156200"/>
            <a:ext cx="11399837" cy="1152524"/>
            <a:chOff x="457200" y="5156200"/>
            <a:chExt cx="11399837" cy="1152524"/>
          </a:xfrm>
        </p:grpSpPr>
        <p:grpSp>
          <p:nvGrpSpPr>
            <p:cNvPr id="213" name="Group 212">
              <a:extLst>
                <a:ext uri="{FF2B5EF4-FFF2-40B4-BE49-F238E27FC236}">
                  <ns2:creationId id="{3515CF22-8231-5CA7-2C4A-065080539496}"/>
                </a:ext>
              </a:extLst>
            </p:cNvPr>
            <p:cNvGrpSpPr/>
            <p:nvPr/>
          </p:nvGrpSpPr>
          <p:grpSpPr>
            <a:xfrm>
              <a:off x="457200" y="5156200"/>
              <a:ext cx="3041650" cy="1152524"/>
              <a:chOff x="371475" y="1160462"/>
              <a:chExt cx="4203642" cy="2404947"/>
            </a:xfrm>
          </p:grpSpPr>
          <p:sp>
            <p:nvSpPr>
              <p:cNvPr id="214" name="Freeform 8">
                <a:extLst>
                  <a:ext uri="{FF2B5EF4-FFF2-40B4-BE49-F238E27FC236}">
                    <ns2:creationId id="{52A53E2E-076E-D923-EFD4-729FE9ABF336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371476" y="1160462"/>
                <a:ext cx="4086146" cy="540001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0" fmla="*/ 0 w 1879"/>
                  <a:gd name="csY0" fmla="*/ 0 h 0"/>
                  <a:gd name="csX1" fmla="*/ 1879 w 1879"/>
                  <a:gd name="csY1" fmla="*/ 0 h 0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0" fmla="*/ 0 w 1869"/>
                  <a:gd name="csY0" fmla="*/ 0 h 0"/>
                  <a:gd name="csX1" fmla="*/ 1869 w 1869"/>
                  <a:gd name="csY1" fmla="*/ 0 h 0"/>
                  <a:gd name="csX0" fmla="*/ 0 w 1878"/>
                  <a:gd name="csY0" fmla="*/ 0 h 258785"/>
                  <a:gd name="csX1" fmla="*/ 1869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69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69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34"/>
                  <a:gd name="csY0" fmla="*/ 0 h 0"/>
                  <a:gd name="csX1" fmla="*/ 1834 w 1834"/>
                  <a:gd name="csY1" fmla="*/ 0 h 0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  <a:gd name="csX0" fmla="*/ 0 w 1878"/>
                  <a:gd name="csY0" fmla="*/ 0 h 258785"/>
                  <a:gd name="csX1" fmla="*/ 1834 w 1878"/>
                  <a:gd name="csY1" fmla="*/ 0 h 258785"/>
                  <a:gd name="csX2" fmla="*/ 1878 w 1878"/>
                  <a:gd name="csY2" fmla="*/ 258785 h 258785"/>
                  <a:gd name="csX3" fmla="*/ 0 w 1878"/>
                  <a:gd name="csY3" fmla="*/ 258785 h 258785"/>
                  <a:gd name="csX4" fmla="*/ 0 w 1878"/>
                  <a:gd name="csY4" fmla="*/ 0 h 2587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78" h="258785">
                    <a:moveTo>
                      <a:pt x="0" y="0"/>
                    </a:moveTo>
                    <a:lnTo>
                      <a:pt x="1834" y="0"/>
                    </a:lnTo>
                    <a:lnTo>
                      <a:pt x="1878" y="258785"/>
                    </a:lnTo>
                    <a:lnTo>
                      <a:pt x="0" y="2587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</a:schemeClr>
              </a:solidFill>
              <a:ln w="9525" cap="flat" cmpd="sng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ns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ns4:hiddenEffects>
                </a:ext>
              </a:extLst>
            </p:spPr>
            <p:txBody>
              <a:bodyPr tIns="72000" anchor="ctr"/>
              <a:lstStyle/>
              <a:p>
                <a:pPr algn="ctr"/>
                <a:r>
                  <a:rPr lang="en-US" altLang="ja-JP" sz="1100">
                    <a:latin typeface="+mn-ea"/>
                  </a:rPr>
                  <a:t>XX</a:t>
                </a:r>
                <a:r>
                  <a:rPr lang="ja-JP" altLang="en-US" sz="1100">
                    <a:latin typeface="+mn-ea"/>
                  </a:rPr>
                  <a:t>XX</a:t>
                </a:r>
                <a:r>
                  <a:rPr lang="en-US" altLang="ja-JP" sz="1100">
                    <a:latin typeface="+mn-ea"/>
                  </a:rPr>
                  <a:t>)</a:t>
                </a:r>
              </a:p>
            </p:txBody>
          </p:sp>
          <p:sp>
            <p:nvSpPr>
              <p:cNvPr id="215" name="ホームベース 64">
                <a:extLst>
                  <a:ext uri="{FF2B5EF4-FFF2-40B4-BE49-F238E27FC236}">
                    <ns2:creationId id="{C9C8C496-6EE6-E8A9-5002-365779A52BB6}"/>
                  </a:ext>
                </a:extLst>
              </p:cNvPr>
              <p:cNvSpPr/>
              <p:nvPr/>
            </p:nvSpPr>
            <p:spPr>
              <a:xfrm>
                <a:off x="371475" y="1160462"/>
                <a:ext cx="4203642" cy="2404947"/>
              </a:xfrm>
              <a:prstGeom prst="homePlate">
                <a:avLst>
                  <a:gd name="adj" fmla="val 13397"/>
                </a:avLst>
              </a:prstGeom>
              <a:noFill/>
              <a:ln w="9525"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288000" rIns="3600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例 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223" name="Group 222">
              <a:extLst>
                <a:ext uri="{FF2B5EF4-FFF2-40B4-BE49-F238E27FC236}">
                  <ns2:creationId id="{5E6784A1-F61B-C696-80DB-42E1AE26E6C9}"/>
                </a:ext>
              </a:extLst>
            </p:cNvPr>
            <p:cNvGrpSpPr/>
            <p:nvPr/>
          </p:nvGrpSpPr>
          <p:grpSpPr>
            <a:xfrm>
              <a:off x="3562350" y="5156200"/>
              <a:ext cx="8294687" cy="1152524"/>
              <a:chOff x="371475" y="1160462"/>
              <a:chExt cx="4203642" cy="2404947"/>
            </a:xfrm>
          </p:grpSpPr>
          <p:sp>
            <p:nvSpPr>
              <p:cNvPr id="224" name="Freeform 8">
                <a:extLst>
                  <a:ext uri="{FF2B5EF4-FFF2-40B4-BE49-F238E27FC236}">
                    <ns2:creationId id="{E1E75D6C-DD8B-22AF-3648-31DE70E0B1B9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371482" y="1160462"/>
                <a:ext cx="4160126" cy="540001"/>
              </a:xfrm>
              <a:custGeom>
                <a:avLst/>
                <a:gdLst>
                  <a:gd name="T0" fmla="*/ 0 w 1646"/>
                  <a:gd name="T1" fmla="*/ 0 h 292"/>
                  <a:gd name="T2" fmla="*/ 0 w 1646"/>
                  <a:gd name="T3" fmla="*/ 292 h 292"/>
                  <a:gd name="T4" fmla="*/ 1646 w 1646"/>
                  <a:gd name="T5" fmla="*/ 292 h 292"/>
                  <a:gd name="T6" fmla="*/ 1577 w 1646"/>
                  <a:gd name="T7" fmla="*/ 0 h 292"/>
                  <a:gd name="T8" fmla="*/ 0 w 1646"/>
                  <a:gd name="T9" fmla="*/ 0 h 292"/>
                  <a:gd name="connsiteX0" fmla="*/ 0 w 1646"/>
                  <a:gd name="connsiteY0" fmla="*/ 0 h 292"/>
                  <a:gd name="connsiteX1" fmla="*/ 0 w 1646"/>
                  <a:gd name="connsiteY1" fmla="*/ 292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6"/>
                  <a:gd name="connsiteY0" fmla="*/ 0 h 292"/>
                  <a:gd name="connsiteX1" fmla="*/ 1577 w 1646"/>
                  <a:gd name="connsiteY1" fmla="*/ 0 h 292"/>
                  <a:gd name="connsiteX2" fmla="*/ 1646 w 1646"/>
                  <a:gd name="connsiteY2" fmla="*/ 292 h 292"/>
                  <a:gd name="connsiteX3" fmla="*/ 1577 w 1646"/>
                  <a:gd name="connsiteY3" fmla="*/ 0 h 292"/>
                  <a:gd name="connsiteX4" fmla="*/ 0 w 1646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1577 w 1642"/>
                  <a:gd name="connsiteY3" fmla="*/ 0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4" fmla="*/ 0 w 1642"/>
                  <a:gd name="connsiteY4" fmla="*/ 0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3" fmla="*/ 0 w 1642"/>
                  <a:gd name="connsiteY3" fmla="*/ 292 h 292"/>
                  <a:gd name="connsiteX0" fmla="*/ 0 w 1642"/>
                  <a:gd name="connsiteY0" fmla="*/ 0 h 292"/>
                  <a:gd name="connsiteX1" fmla="*/ 1577 w 1642"/>
                  <a:gd name="connsiteY1" fmla="*/ 0 h 292"/>
                  <a:gd name="connsiteX2" fmla="*/ 1642 w 1642"/>
                  <a:gd name="connsiteY2" fmla="*/ 292 h 292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4" fmla="*/ 0 w 1642"/>
                  <a:gd name="connsiteY4" fmla="*/ 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3" fmla="*/ 0 w 1642"/>
                  <a:gd name="connsiteY3" fmla="*/ 463550 h 463550"/>
                  <a:gd name="connsiteX0" fmla="*/ 0 w 1642"/>
                  <a:gd name="connsiteY0" fmla="*/ 0 h 463550"/>
                  <a:gd name="connsiteX1" fmla="*/ 1577 w 1642"/>
                  <a:gd name="connsiteY1" fmla="*/ 0 h 463550"/>
                  <a:gd name="connsiteX2" fmla="*/ 1642 w 1642"/>
                  <a:gd name="connsiteY2" fmla="*/ 463550 h 463550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0" fmla="*/ 0 w 1642"/>
                  <a:gd name="connsiteY0" fmla="*/ 0 h 462232"/>
                  <a:gd name="connsiteX1" fmla="*/ 1577 w 1642"/>
                  <a:gd name="connsiteY1" fmla="*/ 0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2"/>
                  <a:gd name="connsiteX1" fmla="*/ 1577 w 1642"/>
                  <a:gd name="connsiteY1" fmla="*/ 1 h 462232"/>
                  <a:gd name="connsiteX2" fmla="*/ 1642 w 1642"/>
                  <a:gd name="connsiteY2" fmla="*/ 462232 h 462232"/>
                  <a:gd name="connsiteX3" fmla="*/ 0 w 1642"/>
                  <a:gd name="connsiteY3" fmla="*/ 462232 h 462232"/>
                  <a:gd name="connsiteX4" fmla="*/ 0 w 1642"/>
                  <a:gd name="connsiteY4" fmla="*/ 1 h 462232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4" fmla="*/ 0 w 1642"/>
                  <a:gd name="connsiteY4" fmla="*/ 0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3" fmla="*/ 0 w 1642"/>
                  <a:gd name="connsiteY3" fmla="*/ 462231 h 462231"/>
                  <a:gd name="connsiteX0" fmla="*/ 0 w 1642"/>
                  <a:gd name="connsiteY0" fmla="*/ 0 h 462231"/>
                  <a:gd name="connsiteX1" fmla="*/ 1577 w 1642"/>
                  <a:gd name="connsiteY1" fmla="*/ 0 h 462231"/>
                  <a:gd name="connsiteX2" fmla="*/ 1642 w 1642"/>
                  <a:gd name="connsiteY2" fmla="*/ 462231 h 462231"/>
                  <a:gd name="connsiteX0" fmla="*/ 0 w 1577"/>
                  <a:gd name="connsiteY0" fmla="*/ 0 h 0"/>
                  <a:gd name="connsiteX1" fmla="*/ 1577 w 1577"/>
                  <a:gd name="connsiteY1" fmla="*/ 0 h 0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77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4" fmla="*/ 0 w 1603"/>
                  <a:gd name="connsiteY4" fmla="*/ 0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3" fmla="*/ 0 w 1603"/>
                  <a:gd name="connsiteY3" fmla="*/ 462231 h 462231"/>
                  <a:gd name="connsiteX0" fmla="*/ 0 w 1603"/>
                  <a:gd name="connsiteY0" fmla="*/ 0 h 462231"/>
                  <a:gd name="connsiteX1" fmla="*/ 1539 w 1603"/>
                  <a:gd name="connsiteY1" fmla="*/ 0 h 462231"/>
                  <a:gd name="connsiteX2" fmla="*/ 1603 w 1603"/>
                  <a:gd name="connsiteY2" fmla="*/ 462231 h 462231"/>
                  <a:gd name="connsiteX0" fmla="*/ 0 w 1539"/>
                  <a:gd name="connsiteY0" fmla="*/ 0 h 0"/>
                  <a:gd name="connsiteX1" fmla="*/ 1539 w 1539"/>
                  <a:gd name="connsiteY1" fmla="*/ 0 h 0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39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4" fmla="*/ 0 w 1572"/>
                  <a:gd name="connsiteY4" fmla="*/ 0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3" fmla="*/ 0 w 1572"/>
                  <a:gd name="connsiteY3" fmla="*/ 462231 h 462231"/>
                  <a:gd name="connsiteX0" fmla="*/ 0 w 1572"/>
                  <a:gd name="connsiteY0" fmla="*/ 0 h 462231"/>
                  <a:gd name="connsiteX1" fmla="*/ 1510 w 1572"/>
                  <a:gd name="connsiteY1" fmla="*/ 0 h 462231"/>
                  <a:gd name="connsiteX2" fmla="*/ 1572 w 1572"/>
                  <a:gd name="connsiteY2" fmla="*/ 462231 h 462231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4" fmla="*/ 0 w 1572"/>
                  <a:gd name="connsiteY4" fmla="*/ 0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3" fmla="*/ 0 w 1572"/>
                  <a:gd name="connsiteY3" fmla="*/ 461737 h 461737"/>
                  <a:gd name="connsiteX0" fmla="*/ 0 w 1572"/>
                  <a:gd name="connsiteY0" fmla="*/ 0 h 461737"/>
                  <a:gd name="connsiteX1" fmla="*/ 1510 w 1572"/>
                  <a:gd name="connsiteY1" fmla="*/ 0 h 461737"/>
                  <a:gd name="connsiteX2" fmla="*/ 1572 w 1572"/>
                  <a:gd name="connsiteY2" fmla="*/ 461737 h 461737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4" fmla="*/ 0 w 1572"/>
                  <a:gd name="connsiteY4" fmla="*/ 0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3" fmla="*/ 0 w 1572"/>
                  <a:gd name="connsiteY3" fmla="*/ 515788 h 515788"/>
                  <a:gd name="connsiteX0" fmla="*/ 0 w 1572"/>
                  <a:gd name="connsiteY0" fmla="*/ 0 h 515788"/>
                  <a:gd name="connsiteX1" fmla="*/ 1510 w 1572"/>
                  <a:gd name="connsiteY1" fmla="*/ 0 h 515788"/>
                  <a:gd name="connsiteX2" fmla="*/ 1572 w 1572"/>
                  <a:gd name="connsiteY2" fmla="*/ 515788 h 515788"/>
                  <a:gd name="connsiteX0" fmla="*/ 0 w 1510"/>
                  <a:gd name="connsiteY0" fmla="*/ 0 h 0"/>
                  <a:gd name="connsiteX1" fmla="*/ 1510 w 1510"/>
                  <a:gd name="connsiteY1" fmla="*/ 0 h 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10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4" fmla="*/ 0 w 1586"/>
                  <a:gd name="connsiteY4" fmla="*/ 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3" fmla="*/ 0 w 1586"/>
                  <a:gd name="connsiteY3" fmla="*/ 540000 h 540000"/>
                  <a:gd name="connsiteX0" fmla="*/ 0 w 1586"/>
                  <a:gd name="connsiteY0" fmla="*/ 0 h 540000"/>
                  <a:gd name="connsiteX1" fmla="*/ 1508 w 1586"/>
                  <a:gd name="connsiteY1" fmla="*/ 0 h 540000"/>
                  <a:gd name="connsiteX2" fmla="*/ 1586 w 1586"/>
                  <a:gd name="connsiteY2" fmla="*/ 540000 h 540000"/>
                  <a:gd name="connsiteX0" fmla="*/ 0 w 1508"/>
                  <a:gd name="connsiteY0" fmla="*/ 0 h 0"/>
                  <a:gd name="connsiteX1" fmla="*/ 1508 w 1508"/>
                  <a:gd name="connsiteY1" fmla="*/ 0 h 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508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4" fmla="*/ 0 w 1720"/>
                  <a:gd name="connsiteY4" fmla="*/ 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3" fmla="*/ 0 w 1720"/>
                  <a:gd name="connsiteY3" fmla="*/ 540000 h 540000"/>
                  <a:gd name="connsiteX0" fmla="*/ 0 w 1720"/>
                  <a:gd name="connsiteY0" fmla="*/ 0 h 540000"/>
                  <a:gd name="connsiteX1" fmla="*/ 1629 w 1720"/>
                  <a:gd name="connsiteY1" fmla="*/ 0 h 540000"/>
                  <a:gd name="connsiteX2" fmla="*/ 1720 w 1720"/>
                  <a:gd name="connsiteY2" fmla="*/ 540000 h 540000"/>
                  <a:gd name="connsiteX0" fmla="*/ 0 w 1629"/>
                  <a:gd name="connsiteY0" fmla="*/ 0 h 0"/>
                  <a:gd name="connsiteX1" fmla="*/ 1629 w 1629"/>
                  <a:gd name="connsiteY1" fmla="*/ 0 h 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29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4" fmla="*/ 0 w 1733"/>
                  <a:gd name="connsiteY4" fmla="*/ 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3" fmla="*/ 0 w 1733"/>
                  <a:gd name="connsiteY3" fmla="*/ 540000 h 540000"/>
                  <a:gd name="connsiteX0" fmla="*/ 0 w 1733"/>
                  <a:gd name="connsiteY0" fmla="*/ 0 h 540000"/>
                  <a:gd name="connsiteX1" fmla="*/ 1643 w 1733"/>
                  <a:gd name="connsiteY1" fmla="*/ 0 h 540000"/>
                  <a:gd name="connsiteX2" fmla="*/ 1733 w 1733"/>
                  <a:gd name="connsiteY2" fmla="*/ 540000 h 540000"/>
                  <a:gd name="connsiteX0" fmla="*/ 0 w 1643"/>
                  <a:gd name="connsiteY0" fmla="*/ 0 h 0"/>
                  <a:gd name="connsiteX1" fmla="*/ 1643 w 1643"/>
                  <a:gd name="connsiteY1" fmla="*/ 0 h 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643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4" fmla="*/ 0 w 1821"/>
                  <a:gd name="connsiteY4" fmla="*/ 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3" fmla="*/ 0 w 1821"/>
                  <a:gd name="connsiteY3" fmla="*/ 540000 h 540000"/>
                  <a:gd name="connsiteX0" fmla="*/ 0 w 1821"/>
                  <a:gd name="connsiteY0" fmla="*/ 0 h 540000"/>
                  <a:gd name="connsiteX1" fmla="*/ 1731 w 1821"/>
                  <a:gd name="connsiteY1" fmla="*/ 0 h 540000"/>
                  <a:gd name="connsiteX2" fmla="*/ 1821 w 1821"/>
                  <a:gd name="connsiteY2" fmla="*/ 540000 h 540000"/>
                  <a:gd name="connsiteX0" fmla="*/ 0 w 1731"/>
                  <a:gd name="connsiteY0" fmla="*/ 0 h 0"/>
                  <a:gd name="connsiteX1" fmla="*/ 1731 w 1731"/>
                  <a:gd name="connsiteY1" fmla="*/ 0 h 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0" fmla="*/ 0 w 1850"/>
                  <a:gd name="connsiteY0" fmla="*/ 0 h 540000"/>
                  <a:gd name="connsiteX1" fmla="*/ 1731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onnsiteX0" fmla="*/ 0 w 1850"/>
                  <a:gd name="connsiteY0" fmla="*/ 0 h 540000"/>
                  <a:gd name="connsiteX1" fmla="*/ 1784 w 1850"/>
                  <a:gd name="connsiteY1" fmla="*/ 0 h 540000"/>
                  <a:gd name="connsiteX2" fmla="*/ 1850 w 1850"/>
                  <a:gd name="connsiteY2" fmla="*/ 540000 h 540000"/>
                  <a:gd name="connsiteX3" fmla="*/ 0 w 1850"/>
                  <a:gd name="connsiteY3" fmla="*/ 540000 h 540000"/>
                  <a:gd name="connsiteX4" fmla="*/ 0 w 1850"/>
                  <a:gd name="connsite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4" fmla="*/ 0 w 1850"/>
                  <a:gd name="csY4" fmla="*/ 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3" fmla="*/ 0 w 1850"/>
                  <a:gd name="csY3" fmla="*/ 540000 h 540000"/>
                  <a:gd name="csX0" fmla="*/ 0 w 1850"/>
                  <a:gd name="csY0" fmla="*/ 0 h 540000"/>
                  <a:gd name="csX1" fmla="*/ 1784 w 1850"/>
                  <a:gd name="csY1" fmla="*/ 0 h 540000"/>
                  <a:gd name="csX2" fmla="*/ 1850 w 1850"/>
                  <a:gd name="csY2" fmla="*/ 540000 h 540000"/>
                  <a:gd name="csX0" fmla="*/ 0 w 1784"/>
                  <a:gd name="csY0" fmla="*/ 0 h 0"/>
                  <a:gd name="csX1" fmla="*/ 1784 w 1784"/>
                  <a:gd name="csY1" fmla="*/ 0 h 0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784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4" fmla="*/ 0 w 1903"/>
                  <a:gd name="csY4" fmla="*/ 0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3" fmla="*/ 0 w 1903"/>
                  <a:gd name="csY3" fmla="*/ 218862 h 218862"/>
                  <a:gd name="csX0" fmla="*/ 0 w 1903"/>
                  <a:gd name="csY0" fmla="*/ 0 h 218862"/>
                  <a:gd name="csX1" fmla="*/ 1879 w 1903"/>
                  <a:gd name="csY1" fmla="*/ 0 h 218862"/>
                  <a:gd name="csX2" fmla="*/ 1903 w 1903"/>
                  <a:gd name="csY2" fmla="*/ 218862 h 218862"/>
                  <a:gd name="csX0" fmla="*/ 0 w 1879"/>
                  <a:gd name="csY0" fmla="*/ 0 h 0"/>
                  <a:gd name="csX1" fmla="*/ 1879 w 1879"/>
                  <a:gd name="csY1" fmla="*/ 0 h 0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7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4" fmla="*/ 0 w 1897"/>
                  <a:gd name="csY4" fmla="*/ 0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3" fmla="*/ 0 w 1897"/>
                  <a:gd name="csY3" fmla="*/ 258785 h 258785"/>
                  <a:gd name="csX0" fmla="*/ 0 w 1897"/>
                  <a:gd name="csY0" fmla="*/ 0 h 258785"/>
                  <a:gd name="csX1" fmla="*/ 1869 w 1897"/>
                  <a:gd name="csY1" fmla="*/ 0 h 258785"/>
                  <a:gd name="csX2" fmla="*/ 1897 w 1897"/>
                  <a:gd name="csY2" fmla="*/ 258785 h 258785"/>
                  <a:gd name="csX0" fmla="*/ 0 w 1869"/>
                  <a:gd name="csY0" fmla="*/ 0 h 0"/>
                  <a:gd name="csX1" fmla="*/ 1869 w 1869"/>
                  <a:gd name="csY1" fmla="*/ 0 h 0"/>
                  <a:gd name="csX0" fmla="*/ 0 w 1912"/>
                  <a:gd name="csY0" fmla="*/ 0 h 258785"/>
                  <a:gd name="csX1" fmla="*/ 1869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69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69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896"/>
                  <a:gd name="csY0" fmla="*/ 0 h 0"/>
                  <a:gd name="csX1" fmla="*/ 1896 w 1896"/>
                  <a:gd name="csY1" fmla="*/ 0 h 0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  <a:gd name="csX0" fmla="*/ 0 w 1912"/>
                  <a:gd name="csY0" fmla="*/ 0 h 258785"/>
                  <a:gd name="csX1" fmla="*/ 1896 w 1912"/>
                  <a:gd name="csY1" fmla="*/ 0 h 258785"/>
                  <a:gd name="csX2" fmla="*/ 1912 w 1912"/>
                  <a:gd name="csY2" fmla="*/ 258785 h 258785"/>
                  <a:gd name="csX3" fmla="*/ 0 w 1912"/>
                  <a:gd name="csY3" fmla="*/ 258785 h 258785"/>
                  <a:gd name="csX4" fmla="*/ 0 w 1912"/>
                  <a:gd name="csY4" fmla="*/ 0 h 2587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912" h="258785">
                    <a:moveTo>
                      <a:pt x="0" y="0"/>
                    </a:moveTo>
                    <a:lnTo>
                      <a:pt x="1896" y="0"/>
                    </a:lnTo>
                    <a:lnTo>
                      <a:pt x="1912" y="258785"/>
                    </a:lnTo>
                    <a:lnTo>
                      <a:pt x="0" y="2587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solidFill>
                  <a:schemeClr val="accent6">
                    <a:lumMod val="60000"/>
                    <a:lumOff val="4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ns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ns4:hiddenEffects>
                </a:ext>
              </a:extLst>
            </p:spPr>
            <p:txBody>
              <a:bodyPr tIns="72000" anchor="ctr"/>
              <a:lstStyle/>
              <a:p>
                <a:pPr algn="ctr"/>
                <a:r>
                  <a:rPr lang="en-US" altLang="ja-JP" sz="1100">
                    <a:latin typeface="+mn-ea"/>
                  </a:rPr>
                  <a:t>XX</a:t>
                </a:r>
                <a:r>
                  <a:rPr lang="ja-JP" altLang="en-US" sz="1100">
                    <a:latin typeface="+mn-ea"/>
                  </a:rPr>
                  <a:t>XX</a:t>
                </a:r>
                <a:r>
                  <a:rPr lang="en-US" altLang="ja-JP" sz="1100">
                    <a:latin typeface="+mn-ea"/>
                  </a:rPr>
                  <a:t>)</a:t>
                </a:r>
              </a:p>
            </p:txBody>
          </p:sp>
          <p:sp>
            <p:nvSpPr>
              <p:cNvPr id="225" name="ホームベース 64">
                <a:extLst>
                  <a:ext uri="{FF2B5EF4-FFF2-40B4-BE49-F238E27FC236}">
                    <ns2:creationId id="{A377ADF4-9ECA-269E-F97F-D075EEF21EC0}"/>
                  </a:ext>
                </a:extLst>
              </p:cNvPr>
              <p:cNvSpPr/>
              <p:nvPr/>
            </p:nvSpPr>
            <p:spPr>
              <a:xfrm>
                <a:off x="371475" y="1160462"/>
                <a:ext cx="4203642" cy="2404947"/>
              </a:xfrm>
              <a:prstGeom prst="homePlate">
                <a:avLst>
                  <a:gd name="adj" fmla="val 13397"/>
                </a:avLst>
              </a:prstGeom>
              <a:noFill/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288000" rIns="36000" bIns="36000" rtlCol="0" anchor="ctr"/>
              <a:lstStyle/>
              <a:p>
                <a:pPr marL="171450" indent="-1714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AI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%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AI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30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AI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3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  <a:p>
                <a:pPr marL="171450" indent="-1714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 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例 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: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 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SCM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br>
                  <a:rPr kumimoji="1" lang="en-US" altLang="ja-JP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</a:p>
            </p:txBody>
          </p:sp>
        </p:grpSp>
      </p:grpSp>
      <p:grpSp>
        <p:nvGrpSpPr>
          <p:cNvPr id="104" name="グループ化 103">
            <a:extLst>
              <a:ext uri="{FF2B5EF4-FFF2-40B4-BE49-F238E27FC236}">
                <ns2:creationId id="{2DB44A95-4DBD-C407-C915-9DC77ACC17BE}"/>
              </a:ext>
            </a:extLst>
          </p:cNvPr>
          <p:cNvGrpSpPr/>
          <p:nvPr/>
        </p:nvGrpSpPr>
        <p:grpSpPr>
          <a:xfrm>
            <a:off x="334963" y="4651375"/>
            <a:ext cx="11522075" cy="433705"/>
            <a:chOff x="334963" y="4651375"/>
            <a:chExt cx="11522075" cy="433705"/>
          </a:xfrm>
        </p:grpSpPr>
        <p:sp>
          <p:nvSpPr>
            <p:cNvPr id="220" name="テキスト ボックス 11">
              <a:extLst>
                <a:ext uri="{FF2B5EF4-FFF2-40B4-BE49-F238E27FC236}">
                  <ns2:creationId id="{8B13ACCC-5635-2B93-CBA6-FC02AD974A93}"/>
                </a:ext>
              </a:extLst>
            </p:cNvPr>
            <p:cNvSpPr txBox="1"/>
            <p:nvPr/>
          </p:nvSpPr>
          <p:spPr>
            <a:xfrm>
              <a:off x="450849" y="4789361"/>
              <a:ext cx="11406189" cy="295719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540000" anchor="ctr">
              <a:noAutofit/>
            </a:bodyPr>
            <a:lstStyle/>
            <a:p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221" name="Oval 220">
              <a:extLst>
                <a:ext uri="{FF2B5EF4-FFF2-40B4-BE49-F238E27FC236}">
                  <ns2:creationId id="{3308D3CD-0D14-1291-790A-D51DF41F2945}"/>
                </a:ext>
              </a:extLst>
            </p:cNvPr>
            <p:cNvSpPr/>
            <p:nvPr/>
          </p:nvSpPr>
          <p:spPr>
            <a:xfrm>
              <a:off x="334963" y="4651375"/>
              <a:ext cx="244475" cy="24447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3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30" name="Graphic 229" descr="Office worker male with solid fill">
              <a:extLst>
                <a:ext uri="{FF2B5EF4-FFF2-40B4-BE49-F238E27FC236}">
                  <ns2:creationId id="{1FCFA8D4-1C14-9BB2-D270-318EE93169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4"/>
                </a:ext>
              </a:extLst>
            </a:blip>
            <a:stretch>
              <a:fillRect/>
            </a:stretch>
          </p:blipFill>
          <p:spPr>
            <a:xfrm>
              <a:off x="623850" y="4802245"/>
              <a:ext cx="269950" cy="269950"/>
            </a:xfrm>
            <a:prstGeom prst="rect">
              <a:avLst/>
            </a:prstGeom>
          </p:spPr>
        </p:pic>
      </p:grpSp>
      <p:grpSp>
        <p:nvGrpSpPr>
          <p:cNvPr id="103" name="グループ化 102">
            <a:extLst>
              <a:ext uri="{FF2B5EF4-FFF2-40B4-BE49-F238E27FC236}">
                <ns2:creationId id="{BD770EF1-0115-A395-5B3F-321C1E9D95DB}"/>
              </a:ext>
            </a:extLst>
          </p:cNvPr>
          <p:cNvGrpSpPr/>
          <p:nvPr/>
        </p:nvGrpSpPr>
        <p:grpSpPr>
          <a:xfrm>
            <a:off x="6192203" y="1628775"/>
            <a:ext cx="5664835" cy="433705"/>
            <a:chOff x="6192203" y="1628775"/>
            <a:chExt cx="5664835" cy="433705"/>
          </a:xfrm>
        </p:grpSpPr>
        <p:sp>
          <p:nvSpPr>
            <p:cNvPr id="9" name="テキスト ボックス 11">
              <a:extLst>
                <a:ext uri="{FF2B5EF4-FFF2-40B4-BE49-F238E27FC236}">
                  <ns2:creationId id="{7E6ACB98-7083-DE71-E36B-552DEE16697F}"/>
                </a:ext>
              </a:extLst>
            </p:cNvPr>
            <p:cNvSpPr txBox="1"/>
            <p:nvPr/>
          </p:nvSpPr>
          <p:spPr>
            <a:xfrm>
              <a:off x="6300787" y="1766761"/>
              <a:ext cx="5556251" cy="295719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540000" anchor="ctr">
              <a:noAutofit/>
            </a:bodyPr>
            <a:lstStyle/>
            <a:p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【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】 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ns2:creationId id="{4A03127F-7ADA-D448-7F90-DF4AA2E97968}"/>
                </a:ext>
              </a:extLst>
            </p:cNvPr>
            <p:cNvSpPr/>
            <p:nvPr/>
          </p:nvSpPr>
          <p:spPr>
            <a:xfrm>
              <a:off x="6192203" y="1628775"/>
              <a:ext cx="244475" cy="24447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2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32" name="Graphic 231" descr="Table with solid fill">
              <a:extLst>
                <a:ext uri="{FF2B5EF4-FFF2-40B4-BE49-F238E27FC236}">
                  <ns2:creationId id="{E4985DF3-BADD-A04F-A3EB-41B3FDFD15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5"/>
                </a:ext>
              </a:extLst>
            </a:blip>
            <a:stretch>
              <a:fillRect/>
            </a:stretch>
          </p:blipFill>
          <p:spPr>
            <a:xfrm>
              <a:off x="6511075" y="1779645"/>
              <a:ext cx="269950" cy="269950"/>
            </a:xfrm>
            <a:prstGeom prst="rect">
              <a:avLst/>
            </a:prstGeom>
          </p:spPr>
        </p:pic>
      </p:grpSp>
      <p:grpSp>
        <p:nvGrpSpPr>
          <p:cNvPr id="102" name="グループ化 101">
            <a:extLst>
              <a:ext uri="{FF2B5EF4-FFF2-40B4-BE49-F238E27FC236}">
                <ns2:creationId id="{2D59C34B-464F-984D-84A6-85ED889B396A}"/>
              </a:ext>
            </a:extLst>
          </p:cNvPr>
          <p:cNvGrpSpPr/>
          <p:nvPr/>
        </p:nvGrpSpPr>
        <p:grpSpPr>
          <a:xfrm>
            <a:off x="334963" y="1628775"/>
            <a:ext cx="5672137" cy="433705"/>
            <a:chOff x="334963" y="1628775"/>
            <a:chExt cx="5672137" cy="433705"/>
          </a:xfrm>
        </p:grpSpPr>
        <p:sp>
          <p:nvSpPr>
            <p:cNvPr id="5" name="テキスト ボックス 11">
              <a:extLst>
                <a:ext uri="{FF2B5EF4-FFF2-40B4-BE49-F238E27FC236}">
                  <ns2:creationId id="{D5D61B08-040E-32A2-1FC9-2CF3D6CEBAB6}"/>
                </a:ext>
              </a:extLst>
            </p:cNvPr>
            <p:cNvSpPr txBox="1"/>
            <p:nvPr/>
          </p:nvSpPr>
          <p:spPr>
            <a:xfrm>
              <a:off x="450849" y="1766761"/>
              <a:ext cx="5556251" cy="295719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lIns="540000" anchor="ctr">
              <a:noAutofit/>
            </a:bodyPr>
            <a:lstStyle/>
            <a:p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【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ROI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Oval 111">
              <a:extLst>
                <a:ext uri="{FF2B5EF4-FFF2-40B4-BE49-F238E27FC236}">
                  <ns2:creationId id="{694F5BEF-25A6-71A7-E83B-956A826F7A6D}"/>
                </a:ext>
              </a:extLst>
            </p:cNvPr>
            <p:cNvSpPr/>
            <p:nvPr/>
          </p:nvSpPr>
          <p:spPr>
            <a:xfrm>
              <a:off x="334963" y="1628775"/>
              <a:ext cx="244475" cy="24447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rgbClr val="008000"/>
                  </a:solidFill>
                  <a:latin typeface="+mn-ea"/>
                </a:rPr>
                <a:t>1</a:t>
              </a:r>
              <a:endParaRPr kumimoji="1"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34" name="Graphic 233" descr="Document with solid fill">
              <a:extLst>
                <a:ext uri="{FF2B5EF4-FFF2-40B4-BE49-F238E27FC236}">
                  <ns2:creationId id="{883B15DC-811C-9C91-EDCB-DA418B74F3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6"/>
                </a:ext>
              </a:extLst>
            </a:blip>
            <a:stretch>
              <a:fillRect/>
            </a:stretch>
          </p:blipFill>
          <p:spPr>
            <a:xfrm>
              <a:off x="679375" y="1779645"/>
              <a:ext cx="269950" cy="269950"/>
            </a:xfrm>
            <a:prstGeom prst="rect">
              <a:avLst/>
            </a:prstGeom>
          </p:spPr>
        </p:pic>
      </p:grpSp>
      <p:grpSp>
        <p:nvGrpSpPr>
          <p:cNvPr id="106" name="グループ化 105">
            <a:extLst>
              <a:ext uri="{FF2B5EF4-FFF2-40B4-BE49-F238E27FC236}">
                <ns2:creationId id="{E885357F-ED87-5E9F-78F6-E19F82701A9A}"/>
              </a:ext>
            </a:extLst>
          </p:cNvPr>
          <p:cNvGrpSpPr/>
          <p:nvPr/>
        </p:nvGrpSpPr>
        <p:grpSpPr>
          <a:xfrm>
            <a:off x="457200" y="2106994"/>
            <a:ext cx="11399837" cy="2470084"/>
            <a:chOff x="457200" y="2106994"/>
            <a:chExt cx="11399837" cy="2470084"/>
          </a:xfrm>
        </p:grpSpPr>
        <p:grpSp>
          <p:nvGrpSpPr>
            <p:cNvPr id="105" name="グループ化 104">
              <a:extLst>
                <a:ext uri="{FF2B5EF4-FFF2-40B4-BE49-F238E27FC236}">
                  <ns2:creationId id="{93BF9E55-85B6-F753-A2EB-D87C176ED5DA}"/>
                </a:ext>
              </a:extLst>
            </p:cNvPr>
            <p:cNvGrpSpPr/>
            <p:nvPr/>
          </p:nvGrpSpPr>
          <p:grpSpPr>
            <a:xfrm>
              <a:off x="6300786" y="2106994"/>
              <a:ext cx="5556251" cy="2470084"/>
              <a:chOff x="6300786" y="2106994"/>
              <a:chExt cx="5556251" cy="2470084"/>
            </a:xfrm>
          </p:grpSpPr>
          <p:grpSp>
            <p:nvGrpSpPr>
              <p:cNvPr id="209" name="Group 208">
                <a:extLst>
                  <a:ext uri="{FF2B5EF4-FFF2-40B4-BE49-F238E27FC236}">
                    <ns2:creationId id="{5A933298-47A7-7CC5-6455-74757D591CAE}"/>
                  </a:ext>
                </a:extLst>
              </p:cNvPr>
              <p:cNvGrpSpPr/>
              <p:nvPr/>
            </p:nvGrpSpPr>
            <p:grpSpPr>
              <a:xfrm>
                <a:off x="7130415" y="2106994"/>
                <a:ext cx="952692" cy="2470084"/>
                <a:chOff x="7717499" y="2203514"/>
                <a:chExt cx="1343231" cy="2470084"/>
              </a:xfrm>
            </p:grpSpPr>
            <p:sp>
              <p:nvSpPr>
                <p:cNvPr id="176" name="table_TWformat_2_2">
                  <a:extLst>
                    <a:ext uri="{FF2B5EF4-FFF2-40B4-BE49-F238E27FC236}">
                      <ns2:creationId id="{184FBE69-7D09-C228-8899-94A557D1D70F}"/>
                    </a:ext>
                  </a:extLst>
                </p:cNvPr>
                <p:cNvSpPr txBox="1"/>
                <p:nvPr/>
              </p:nvSpPr>
              <p:spPr>
                <a:xfrm>
                  <a:off x="7717499" y="2479916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77" name="table_TWformat_3_2">
                  <a:extLst>
                    <a:ext uri="{FF2B5EF4-FFF2-40B4-BE49-F238E27FC236}">
                      <ns2:creationId id="{183F5B21-CF54-3DFE-8FE1-DF2C918FD60D}"/>
                    </a:ext>
                  </a:extLst>
                </p:cNvPr>
                <p:cNvSpPr txBox="1"/>
                <p:nvPr/>
              </p:nvSpPr>
              <p:spPr>
                <a:xfrm>
                  <a:off x="7717499" y="3031862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solidFill>
                        <a:srgbClr val="008000"/>
                      </a:solidFill>
                      <a:latin typeface="+mn-ea"/>
                    </a:rPr>
                    <a:t>AI</a:t>
                  </a: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78" name="Straight Connector 177">
                  <a:extLst>
                    <a:ext uri="{FF2B5EF4-FFF2-40B4-BE49-F238E27FC236}">
                      <ns2:creationId id="{89DD845E-2DB2-2677-AC4C-D7D89E0E6589}"/>
                    </a:ext>
                  </a:extLst>
                </p:cNvPr>
                <p:cNvCxnSpPr/>
                <p:nvPr/>
              </p:nvCxnSpPr>
              <p:spPr>
                <a:xfrm>
                  <a:off x="7717499" y="3024811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9" name="table_TWformat_4_2">
                  <a:extLst>
                    <a:ext uri="{FF2B5EF4-FFF2-40B4-BE49-F238E27FC236}">
                      <ns2:creationId id="{3502C3E1-7C27-3A15-3A0D-A21CCCE3A9A3}"/>
                    </a:ext>
                  </a:extLst>
                </p:cNvPr>
                <p:cNvSpPr txBox="1"/>
                <p:nvPr/>
              </p:nvSpPr>
              <p:spPr>
                <a:xfrm>
                  <a:off x="7717499" y="3583808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zh-TW" sz="100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zh-TW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kumimoji="1" lang="ja-JP" altLang="en-US" sz="100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80" name="Straight Connector 179">
                  <a:extLst>
                    <a:ext uri="{FF2B5EF4-FFF2-40B4-BE49-F238E27FC236}">
                      <ns2:creationId id="{83A947EC-8D5E-4FA3-C190-755D6692BA84}"/>
                    </a:ext>
                  </a:extLst>
                </p:cNvPr>
                <p:cNvCxnSpPr/>
                <p:nvPr/>
              </p:nvCxnSpPr>
              <p:spPr>
                <a:xfrm>
                  <a:off x="7717499" y="357675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1" name="table_TWformat_5_2">
                  <a:extLst>
                    <a:ext uri="{FF2B5EF4-FFF2-40B4-BE49-F238E27FC236}">
                      <ns2:creationId id="{577EA684-740A-59F2-F9D5-6E6BBAA016AA}"/>
                    </a:ext>
                  </a:extLst>
                </p:cNvPr>
                <p:cNvSpPr txBox="1"/>
                <p:nvPr/>
              </p:nvSpPr>
              <p:spPr>
                <a:xfrm>
                  <a:off x="7717499" y="4135754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kumimoji="1" lang="en-US" altLang="ja-JP" sz="100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82" name="Straight Connector 181">
                  <a:extLst>
                    <a:ext uri="{FF2B5EF4-FFF2-40B4-BE49-F238E27FC236}">
                      <ns2:creationId id="{A7FEF221-34C4-6F66-10C6-6C5F09868261}"/>
                    </a:ext>
                  </a:extLst>
                </p:cNvPr>
                <p:cNvCxnSpPr/>
                <p:nvPr/>
              </p:nvCxnSpPr>
              <p:spPr>
                <a:xfrm>
                  <a:off x="7717499" y="4128703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8" name="table_TWformat_1_2">
                  <a:extLst>
                    <a:ext uri="{FF2B5EF4-FFF2-40B4-BE49-F238E27FC236}">
                      <ns2:creationId id="{287411E3-6D72-9B45-60E1-5F7E625F13F1}"/>
                    </a:ext>
                  </a:extLst>
                </p:cNvPr>
                <p:cNvSpPr txBox="1"/>
                <p:nvPr/>
              </p:nvSpPr>
              <p:spPr>
                <a:xfrm>
                  <a:off x="7717499" y="2203514"/>
                  <a:ext cx="1343230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lang="ja-JP" altLang="en-US">
                      <a:latin typeface="+mn-ea"/>
                      <a:ea typeface="+mn-ea"/>
                    </a:rPr>
                    <a:t>XX</a:t>
                  </a:r>
                  <a:r>
                    <a:rPr lang="en-US" altLang="ja-JP">
                      <a:latin typeface="+mn-ea"/>
                      <a:ea typeface="+mn-ea"/>
                    </a:rPr>
                    <a:t>XX</a:t>
                  </a:r>
                  <a:endParaRPr lang="ja-JP" altLang="en-US">
                    <a:latin typeface="+mn-ea"/>
                    <a:ea typeface="+mn-ea"/>
                  </a:endParaRPr>
                </a:p>
              </p:txBody>
            </p:sp>
            <p:cxnSp>
              <p:nvCxnSpPr>
                <p:cNvPr id="199" name="Straight Connector 198">
                  <a:extLst>
                    <a:ext uri="{FF2B5EF4-FFF2-40B4-BE49-F238E27FC236}">
                      <ns2:creationId id="{7E00B3EC-9CCA-1833-B36D-120CFD0D83D3}"/>
                    </a:ext>
                  </a:extLst>
                </p:cNvPr>
                <p:cNvCxnSpPr/>
                <p:nvPr/>
              </p:nvCxnSpPr>
              <p:spPr>
                <a:xfrm>
                  <a:off x="7717499" y="241642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0" name="Group 209">
                <a:extLst>
                  <a:ext uri="{FF2B5EF4-FFF2-40B4-BE49-F238E27FC236}">
                    <ns2:creationId id="{FD785E5E-729A-7601-E64F-EE2EC3CC9B3E}"/>
                  </a:ext>
                </a:extLst>
              </p:cNvPr>
              <p:cNvGrpSpPr/>
              <p:nvPr/>
            </p:nvGrpSpPr>
            <p:grpSpPr>
              <a:xfrm>
                <a:off x="8124904" y="2106994"/>
                <a:ext cx="2259833" cy="2470084"/>
                <a:chOff x="9084998" y="2203514"/>
                <a:chExt cx="1343230" cy="2470084"/>
              </a:xfrm>
            </p:grpSpPr>
            <p:sp>
              <p:nvSpPr>
                <p:cNvPr id="183" name="table_TWformat_2_3">
                  <a:extLst>
                    <a:ext uri="{FF2B5EF4-FFF2-40B4-BE49-F238E27FC236}">
                      <ns2:creationId id="{41B077F0-F351-97CF-6F20-5C3716D48427}"/>
                    </a:ext>
                  </a:extLst>
                </p:cNvPr>
                <p:cNvSpPr txBox="1"/>
                <p:nvPr/>
              </p:nvSpPr>
              <p:spPr>
                <a:xfrm>
                  <a:off x="9084998" y="2479916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endParaRPr kumimoji="1" lang="en-US" altLang="ja-JP" sz="1000">
                    <a:latin typeface="+mn-ea"/>
                  </a:endParaRP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84" name="table_TWformat_3_3">
                  <a:extLst>
                    <a:ext uri="{FF2B5EF4-FFF2-40B4-BE49-F238E27FC236}">
                      <ns2:creationId id="{C8D6280F-B8E1-5FD9-8AF5-2B12465B01C0}"/>
                    </a:ext>
                  </a:extLst>
                </p:cNvPr>
                <p:cNvSpPr txBox="1"/>
                <p:nvPr/>
              </p:nvSpPr>
              <p:spPr>
                <a:xfrm>
                  <a:off x="9084998" y="3031862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r>
                    <a:rPr kumimoji="1" lang="en-US" altLang="ja-JP" sz="1000" err="1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 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85" name="Straight Connector 184">
                  <a:extLst>
                    <a:ext uri="{FF2B5EF4-FFF2-40B4-BE49-F238E27FC236}">
                      <ns2:creationId id="{6261B691-8C50-B0DA-445E-23CB2F8294DA}"/>
                    </a:ext>
                  </a:extLst>
                </p:cNvPr>
                <p:cNvCxnSpPr/>
                <p:nvPr/>
              </p:nvCxnSpPr>
              <p:spPr>
                <a:xfrm>
                  <a:off x="9084998" y="3024811"/>
                  <a:ext cx="134323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6" name="table_TWformat_4_3">
                  <a:extLst>
                    <a:ext uri="{FF2B5EF4-FFF2-40B4-BE49-F238E27FC236}">
                      <ns2:creationId id="{E4D94713-F19C-D402-E982-53F123C3EFB3}"/>
                    </a:ext>
                  </a:extLst>
                </p:cNvPr>
                <p:cNvSpPr txBox="1"/>
                <p:nvPr/>
              </p:nvSpPr>
              <p:spPr>
                <a:xfrm>
                  <a:off x="9084998" y="3583808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AI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en-US" altLang="ja-JP" sz="1000" err="1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87" name="Straight Connector 186">
                  <a:extLst>
                    <a:ext uri="{FF2B5EF4-FFF2-40B4-BE49-F238E27FC236}">
                      <ns2:creationId id="{02F9F15D-0575-DCE3-FB78-12CDC631666F}"/>
                    </a:ext>
                  </a:extLst>
                </p:cNvPr>
                <p:cNvCxnSpPr/>
                <p:nvPr/>
              </p:nvCxnSpPr>
              <p:spPr>
                <a:xfrm>
                  <a:off x="9084998" y="3576757"/>
                  <a:ext cx="134323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8" name="table_TWformat_5_3">
                  <a:extLst>
                    <a:ext uri="{FF2B5EF4-FFF2-40B4-BE49-F238E27FC236}">
                      <ns2:creationId id="{E4BC3FC3-F306-A1E7-D3B2-9F8B3784AB86}"/>
                    </a:ext>
                  </a:extLst>
                </p:cNvPr>
                <p:cNvSpPr txBox="1"/>
                <p:nvPr/>
              </p:nvSpPr>
              <p:spPr>
                <a:xfrm>
                  <a:off x="9084998" y="4135754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例 </a:t>
                  </a:r>
                  <a:r>
                    <a:rPr kumimoji="1" lang="en-US" altLang="ja-JP" sz="1000">
                      <a:latin typeface="+mn-ea"/>
                    </a:rPr>
                    <a:t>:</a:t>
                  </a:r>
                  <a:r>
                    <a:rPr kumimoji="1" lang="ja-JP" altLang="en-US" sz="1000">
                      <a:latin typeface="+mn-ea"/>
                    </a:rPr>
                    <a:t> </a:t>
                  </a:r>
                  <a:r>
                    <a:rPr kumimoji="1" lang="en-US" altLang="ja-JP" sz="1000">
                      <a:latin typeface="+mn-ea"/>
                    </a:rPr>
                    <a:t>XX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cxnSp>
              <p:nvCxnSpPr>
                <p:cNvPr id="189" name="Straight Connector 188">
                  <a:extLst>
                    <a:ext uri="{FF2B5EF4-FFF2-40B4-BE49-F238E27FC236}">
                      <ns2:creationId id="{2AE03C41-0221-512F-C365-4373F28F8BC1}"/>
                    </a:ext>
                  </a:extLst>
                </p:cNvPr>
                <p:cNvCxnSpPr/>
                <p:nvPr/>
              </p:nvCxnSpPr>
              <p:spPr>
                <a:xfrm>
                  <a:off x="9084998" y="4128703"/>
                  <a:ext cx="134323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" name="table_TWformat_1_3">
                  <a:extLst>
                    <a:ext uri="{FF2B5EF4-FFF2-40B4-BE49-F238E27FC236}">
                      <ns2:creationId id="{70460016-5B67-15C5-06C5-28AA94DCB550}"/>
                    </a:ext>
                  </a:extLst>
                </p:cNvPr>
                <p:cNvSpPr txBox="1"/>
                <p:nvPr/>
              </p:nvSpPr>
              <p:spPr>
                <a:xfrm>
                  <a:off x="9084998" y="2203514"/>
                  <a:ext cx="1343230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01" name="Straight Connector 200">
                  <a:extLst>
                    <a:ext uri="{FF2B5EF4-FFF2-40B4-BE49-F238E27FC236}">
                      <ns2:creationId id="{2C0025E3-C90B-791C-C821-C9D74A150959}"/>
                    </a:ext>
                  </a:extLst>
                </p:cNvPr>
                <p:cNvCxnSpPr/>
                <p:nvPr/>
              </p:nvCxnSpPr>
              <p:spPr>
                <a:xfrm>
                  <a:off x="9084998" y="2416427"/>
                  <a:ext cx="134323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1" name="Group 210">
                <a:extLst>
                  <a:ext uri="{FF2B5EF4-FFF2-40B4-BE49-F238E27FC236}">
                    <ns2:creationId id="{19771AD4-0D15-A5A7-A449-EBDE7E1D0B13}"/>
                  </a:ext>
                </a:extLst>
              </p:cNvPr>
              <p:cNvGrpSpPr/>
              <p:nvPr/>
            </p:nvGrpSpPr>
            <p:grpSpPr>
              <a:xfrm>
                <a:off x="10426534" y="2106994"/>
                <a:ext cx="1430503" cy="2470084"/>
                <a:chOff x="10452496" y="2203514"/>
                <a:chExt cx="1343231" cy="2470084"/>
              </a:xfrm>
            </p:grpSpPr>
            <p:sp>
              <p:nvSpPr>
                <p:cNvPr id="190" name="table_TWformat_2_4">
                  <a:extLst>
                    <a:ext uri="{FF2B5EF4-FFF2-40B4-BE49-F238E27FC236}">
                      <ns2:creationId id="{26F4EF1E-7EF9-DAD1-FDDB-E2086C12498B}"/>
                    </a:ext>
                  </a:extLst>
                </p:cNvPr>
                <p:cNvSpPr txBox="1"/>
                <p:nvPr/>
              </p:nvSpPr>
              <p:spPr>
                <a:xfrm>
                  <a:off x="10452496" y="2479916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91" name="table_TWformat_3_4">
                  <a:extLst>
                    <a:ext uri="{FF2B5EF4-FFF2-40B4-BE49-F238E27FC236}">
                      <ns2:creationId id="{04D84057-BDCD-3FDD-25FC-9D8C4DDC1759}"/>
                    </a:ext>
                  </a:extLst>
                </p:cNvPr>
                <p:cNvSpPr txBox="1"/>
                <p:nvPr/>
              </p:nvSpPr>
              <p:spPr>
                <a:xfrm>
                  <a:off x="10452496" y="3031862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92" name="Straight Connector 191">
                  <a:extLst>
                    <a:ext uri="{FF2B5EF4-FFF2-40B4-BE49-F238E27FC236}">
                      <ns2:creationId id="{A8A2F02D-A560-4B45-5120-D522C81DC076}"/>
                    </a:ext>
                  </a:extLst>
                </p:cNvPr>
                <p:cNvCxnSpPr/>
                <p:nvPr/>
              </p:nvCxnSpPr>
              <p:spPr>
                <a:xfrm>
                  <a:off x="10452496" y="3024811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table_TWformat_4_4">
                  <a:extLst>
                    <a:ext uri="{FF2B5EF4-FFF2-40B4-BE49-F238E27FC236}">
                      <ns2:creationId id="{0C87C382-CD7F-F7F4-3418-450A29FB4899}"/>
                    </a:ext>
                  </a:extLst>
                </p:cNvPr>
                <p:cNvSpPr txBox="1"/>
                <p:nvPr/>
              </p:nvSpPr>
              <p:spPr>
                <a:xfrm>
                  <a:off x="10452496" y="3583808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zh-TW" altLang="en-US" sz="1000">
                      <a:latin typeface="+mn-ea"/>
                    </a:rPr>
                    <a:t>XX</a:t>
                  </a:r>
                  <a:r>
                    <a:rPr kumimoji="1" lang="ja-JP" altLang="en-US" sz="1000">
                      <a:latin typeface="+mn-ea"/>
                    </a:rPr>
                    <a:t> </a:t>
                  </a:r>
                  <a:r>
                    <a:rPr kumimoji="1" lang="en-US" altLang="zh-TW" sz="1000">
                      <a:latin typeface="+mn-ea"/>
                    </a:rPr>
                    <a:t>(</a:t>
                  </a:r>
                  <a:r>
                    <a:rPr kumimoji="1" lang="zh-TW" altLang="en-US" sz="1000">
                      <a:latin typeface="+mn-ea"/>
                    </a:rPr>
                    <a:t>XX</a:t>
                  </a:r>
                  <a:r>
                    <a:rPr kumimoji="1" lang="en-US" altLang="zh-TW" sz="1000">
                      <a:latin typeface="+mn-ea"/>
                    </a:rPr>
                    <a:t>)</a:t>
                  </a:r>
                  <a:r>
                    <a:rPr kumimoji="1" lang="ja-JP" altLang="en-US" sz="1000">
                      <a:latin typeface="+mn-ea"/>
                    </a:rPr>
                    <a:t> </a:t>
                  </a:r>
                  <a:r>
                    <a:rPr kumimoji="1" lang="zh-TW" altLang="en-US" sz="1000">
                      <a:latin typeface="+mn-ea"/>
                    </a:rPr>
                    <a:t>XX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cxnSp>
              <p:nvCxnSpPr>
                <p:cNvPr id="194" name="Straight Connector 193">
                  <a:extLst>
                    <a:ext uri="{FF2B5EF4-FFF2-40B4-BE49-F238E27FC236}">
                      <ns2:creationId id="{58A6C1B1-4431-1146-D908-FC9FD04EB8A7}"/>
                    </a:ext>
                  </a:extLst>
                </p:cNvPr>
                <p:cNvCxnSpPr/>
                <p:nvPr/>
              </p:nvCxnSpPr>
              <p:spPr>
                <a:xfrm>
                  <a:off x="10452496" y="357675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table_TWformat_5_4">
                  <a:extLst>
                    <a:ext uri="{FF2B5EF4-FFF2-40B4-BE49-F238E27FC236}">
                      <ns2:creationId id="{47B61CF4-7944-69A9-7C6E-66CF26FE8457}"/>
                    </a:ext>
                  </a:extLst>
                </p:cNvPr>
                <p:cNvSpPr txBox="1"/>
                <p:nvPr/>
              </p:nvSpPr>
              <p:spPr>
                <a:xfrm>
                  <a:off x="10452496" y="4135754"/>
                  <a:ext cx="1343230" cy="537844"/>
                </a:xfrm>
                <a:prstGeom prst="rect">
                  <a:avLst/>
                </a:prstGeom>
                <a:noFill/>
              </p:spPr>
              <p:txBody>
                <a:bodyPr vert="horz" wrap="square" lIns="36000" tIns="72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196" name="Straight Connector 195">
                  <a:extLst>
                    <a:ext uri="{FF2B5EF4-FFF2-40B4-BE49-F238E27FC236}">
                      <ns2:creationId id="{4BBE79CC-BEF5-6D32-0A10-5AD936F39E89}"/>
                    </a:ext>
                  </a:extLst>
                </p:cNvPr>
                <p:cNvCxnSpPr/>
                <p:nvPr/>
              </p:nvCxnSpPr>
              <p:spPr>
                <a:xfrm>
                  <a:off x="10452496" y="4128703"/>
                  <a:ext cx="13432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table_TWformat_1_4">
                  <a:extLst>
                    <a:ext uri="{FF2B5EF4-FFF2-40B4-BE49-F238E27FC236}">
                      <ns2:creationId id="{3B3AFDE1-A05E-83EA-B8F9-0332DF7E6F83}"/>
                    </a:ext>
                  </a:extLst>
                </p:cNvPr>
                <p:cNvSpPr txBox="1"/>
                <p:nvPr/>
              </p:nvSpPr>
              <p:spPr>
                <a:xfrm>
                  <a:off x="10452496" y="2203514"/>
                  <a:ext cx="1343230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03" name="Straight Connector 202">
                  <a:extLst>
                    <a:ext uri="{FF2B5EF4-FFF2-40B4-BE49-F238E27FC236}">
                      <ns2:creationId id="{5BADDEFE-BF90-F333-C1B9-F754F8E1C26E}"/>
                    </a:ext>
                  </a:extLst>
                </p:cNvPr>
                <p:cNvCxnSpPr/>
                <p:nvPr/>
              </p:nvCxnSpPr>
              <p:spPr>
                <a:xfrm>
                  <a:off x="10452496" y="2416427"/>
                  <a:ext cx="13432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2" name="table_TWformat_2_1">
                <a:extLst>
                  <a:ext uri="{FF2B5EF4-FFF2-40B4-BE49-F238E27FC236}">
                    <ns2:creationId id="{D5F2070A-BED2-2267-750C-CDDD1F1996FF}"/>
                  </a:ext>
                </a:extLst>
              </p:cNvPr>
              <p:cNvSpPr txBox="1"/>
              <p:nvPr/>
            </p:nvSpPr>
            <p:spPr>
              <a:xfrm>
                <a:off x="6300786" y="2383396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73" name="table_TWformat_3_1">
                <a:extLst>
                  <a:ext uri="{FF2B5EF4-FFF2-40B4-BE49-F238E27FC236}">
                    <ns2:creationId id="{AE88E681-9048-0432-34E0-50BAB3A34A12}"/>
                  </a:ext>
                </a:extLst>
              </p:cNvPr>
              <p:cNvSpPr txBox="1"/>
              <p:nvPr/>
            </p:nvSpPr>
            <p:spPr>
              <a:xfrm>
                <a:off x="6300786" y="2935342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74" name="table_TWformat_4_1">
                <a:extLst>
                  <a:ext uri="{FF2B5EF4-FFF2-40B4-BE49-F238E27FC236}">
                    <ns2:creationId id="{4C3F098C-41E8-F5B4-1A8E-45138ADE0742}"/>
                  </a:ext>
                </a:extLst>
              </p:cNvPr>
              <p:cNvSpPr txBox="1"/>
              <p:nvPr/>
            </p:nvSpPr>
            <p:spPr>
              <a:xfrm>
                <a:off x="6300786" y="3487288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75" name="table_TWformat_5_1">
                <a:extLst>
                  <a:ext uri="{FF2B5EF4-FFF2-40B4-BE49-F238E27FC236}">
                    <ns2:creationId id="{389D90F2-826D-7364-4D16-78B9FC380537}"/>
                  </a:ext>
                </a:extLst>
              </p:cNvPr>
              <p:cNvSpPr txBox="1"/>
              <p:nvPr/>
            </p:nvSpPr>
            <p:spPr>
              <a:xfrm>
                <a:off x="6300786" y="4039234"/>
                <a:ext cx="787831" cy="53784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6000" tIns="72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>
                    <a:solidFill>
                      <a:srgbClr val="008000"/>
                    </a:solidFill>
                  </a:rPr>
                  <a:t>XX</a:t>
                </a:r>
              </a:p>
            </p:txBody>
          </p:sp>
          <p:sp>
            <p:nvSpPr>
              <p:cNvPr id="197" name="table_TWformat_1_1">
                <a:extLst>
                  <a:ext uri="{FF2B5EF4-FFF2-40B4-BE49-F238E27FC236}">
                    <ns2:creationId id="{24D0B608-32D2-0DDA-65C2-A069BCEB684C}"/>
                  </a:ext>
                </a:extLst>
              </p:cNvPr>
              <p:cNvSpPr txBox="1"/>
              <p:nvPr/>
            </p:nvSpPr>
            <p:spPr>
              <a:xfrm>
                <a:off x="6300786" y="2106994"/>
                <a:ext cx="787831" cy="209598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000"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>
                    <a:latin typeface="+mn-ea"/>
                    <a:ea typeface="+mn-ea"/>
                  </a:rPr>
                  <a:t>XX</a:t>
                </a:r>
              </a:p>
            </p:txBody>
          </p:sp>
          <p:cxnSp>
            <p:nvCxnSpPr>
              <p:cNvPr id="204" name="Straight Connector 203">
                <a:extLst>
                  <a:ext uri="{FF2B5EF4-FFF2-40B4-BE49-F238E27FC236}">
                    <ns2:creationId id="{E54801C1-DF14-7798-B950-3F7FF7AF4322}"/>
                  </a:ext>
                </a:extLst>
              </p:cNvPr>
              <p:cNvCxnSpPr/>
              <p:nvPr/>
            </p:nvCxnSpPr>
            <p:spPr>
              <a:xfrm>
                <a:off x="6300786" y="2319907"/>
                <a:ext cx="78783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ns2:creationId id="{E4AE86FB-B0DA-C2DA-9F1A-D12D23C5F5F1}"/>
                </a:ext>
              </a:extLst>
            </p:cNvPr>
            <p:cNvGrpSpPr/>
            <p:nvPr/>
          </p:nvGrpSpPr>
          <p:grpSpPr>
            <a:xfrm>
              <a:off x="457200" y="2106994"/>
              <a:ext cx="5549900" cy="2470084"/>
              <a:chOff x="457200" y="2106994"/>
              <a:chExt cx="5549900" cy="2470084"/>
            </a:xfrm>
          </p:grpSpPr>
          <p:grpSp>
            <p:nvGrpSpPr>
              <p:cNvPr id="43" name="Group 42">
                <a:extLst>
                  <a:ext uri="{FF2B5EF4-FFF2-40B4-BE49-F238E27FC236}">
                    <ns2:creationId id="{4EE4337A-43B7-DBFD-5F46-D7EF13455339}"/>
                  </a:ext>
                </a:extLst>
              </p:cNvPr>
              <p:cNvGrpSpPr/>
              <p:nvPr/>
            </p:nvGrpSpPr>
            <p:grpSpPr>
              <a:xfrm>
                <a:off x="1203845" y="2106994"/>
                <a:ext cx="998241" cy="2470084"/>
                <a:chOff x="2315411" y="2106994"/>
                <a:chExt cx="1833479" cy="2470084"/>
              </a:xfrm>
            </p:grpSpPr>
            <p:sp>
              <p:nvSpPr>
                <p:cNvPr id="22" name="table_TWformat_6_2">
                  <a:extLst>
                    <a:ext uri="{FF2B5EF4-FFF2-40B4-BE49-F238E27FC236}">
                      <ns2:creationId id="{920E0EEE-8F30-E777-C762-053AB52B7008}"/>
                    </a:ext>
                  </a:extLst>
                </p:cNvPr>
                <p:cNvSpPr txBox="1"/>
                <p:nvPr/>
              </p:nvSpPr>
              <p:spPr>
                <a:xfrm>
                  <a:off x="2315411" y="4149169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42" name="Group 41">
                  <a:extLst>
                    <a:ext uri="{FF2B5EF4-FFF2-40B4-BE49-F238E27FC236}">
                      <ns2:creationId id="{71833AD6-6515-6FCA-CCFD-E25EB2D79B68}"/>
                    </a:ext>
                  </a:extLst>
                </p:cNvPr>
                <p:cNvGrpSpPr/>
                <p:nvPr/>
              </p:nvGrpSpPr>
              <p:grpSpPr>
                <a:xfrm>
                  <a:off x="2315411" y="2106994"/>
                  <a:ext cx="1833479" cy="2035408"/>
                  <a:chOff x="2315411" y="2106994"/>
                  <a:chExt cx="1833479" cy="2035408"/>
                </a:xfrm>
              </p:grpSpPr>
              <p:sp>
                <p:nvSpPr>
                  <p:cNvPr id="14" name="table_TWformat_2_2">
                    <a:extLst>
                      <a:ext uri="{FF2B5EF4-FFF2-40B4-BE49-F238E27FC236}">
                        <ns2:creationId id="{C3F64E11-7533-3A8E-C962-DEAEFBB4C706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2383396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16" name="table_TWformat_3_2">
                    <a:extLst>
                      <a:ext uri="{FF2B5EF4-FFF2-40B4-BE49-F238E27FC236}">
                        <ns2:creationId id="{C10636DD-F4B1-B549-32FF-E6F919127FF9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2824839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b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</a:b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r>
                      <a:rPr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)</a:t>
                    </a:r>
                    <a:endParaRPr kumimoji="1" lang="ja-JP" altLang="en-US" sz="100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17" name="Straight Connector 16">
                    <a:extLst>
                      <a:ext uri="{FF2B5EF4-FFF2-40B4-BE49-F238E27FC236}">
                        <ns2:creationId id="{7DD14589-F0E3-AFE6-A88E-BF5E30736017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2818072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" name="table_TWformat_4_2">
                    <a:extLst>
                      <a:ext uri="{FF2B5EF4-FFF2-40B4-BE49-F238E27FC236}">
                        <ns2:creationId id="{C8E18996-2378-2EBE-8A3F-5CC4ABBEAC9D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3266283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b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</a:b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(</a:t>
                    </a:r>
                    <a:r>
                      <a:rPr kumimoji="1" lang="en-US" altLang="ja-JP" sz="1000" err="1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)</a:t>
                    </a:r>
                    <a:endParaRPr kumimoji="1" lang="ja-JP" altLang="en-US" sz="100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19" name="Straight Connector 18">
                    <a:extLst>
                      <a:ext uri="{FF2B5EF4-FFF2-40B4-BE49-F238E27FC236}">
                        <ns2:creationId id="{A9985E52-0296-0A32-00C1-9A8DAC539BB4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3259515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" name="table_TWformat_5_2">
                    <a:extLst>
                      <a:ext uri="{FF2B5EF4-FFF2-40B4-BE49-F238E27FC236}">
                        <ns2:creationId id="{EA292232-7F45-FBEE-078E-4360ED357F5E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3707726"/>
                    <a:ext cx="1833478" cy="427909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b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</a:br>
                    <a:r>
                      <a:rPr kumimoji="1" lang="en-US" altLang="ja-JP" sz="100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00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21" name="Straight Connector 20">
                    <a:extLst>
                      <a:ext uri="{FF2B5EF4-FFF2-40B4-BE49-F238E27FC236}">
                        <ns2:creationId id="{AF99ECBD-85FF-4BAE-F90F-61C9F80D69D2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3700959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ns2:creationId id="{30302BF0-F07E-30C0-318B-DFF98F8DC03D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4142402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5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table_TWformat_1_2">
                    <a:extLst>
                      <a:ext uri="{FF2B5EF4-FFF2-40B4-BE49-F238E27FC236}">
                        <ns2:creationId id="{CC7474BA-4F1E-6DA1-D4F2-26BC143409FD}"/>
                      </a:ext>
                    </a:extLst>
                  </p:cNvPr>
                  <p:cNvSpPr txBox="1"/>
                  <p:nvPr/>
                </p:nvSpPr>
                <p:spPr>
                  <a:xfrm>
                    <a:off x="2315411" y="2106994"/>
                    <a:ext cx="1833478" cy="209598"/>
                  </a:xfrm>
                  <a:prstGeom prst="rect">
                    <a:avLst/>
                  </a:prstGeom>
                  <a:noFill/>
                </p:spPr>
                <p:txBody>
                  <a:bodyPr vert="horz" wrap="square" lIns="36000" tIns="36000" rIns="36000" bIns="36000" rtlCol="0" anchor="ctr">
                    <a:noAutofit/>
                  </a:bodyPr>
                  <a:lstStyle>
                    <a:defPPr>
                      <a:defRPr lang="ja-JP"/>
                    </a:defPPr>
                    <a:lvl1pPr algn="ctr">
                      <a:buClr>
                        <a:schemeClr val="accent1"/>
                      </a:buClr>
                      <a:defRPr sz="1050">
                        <a:latin typeface="Trebuchet MS" panose="020B0703020202090204" pitchFamily="34" charset="0"/>
                        <a:ea typeface="Meiryo" panose="020B0604030504040204" pitchFamily="34" charset="-128"/>
                      </a:defRPr>
                    </a:lvl1pPr>
                  </a:lstStyle>
                  <a:p>
                    <a:r>
                      <a:rPr lang="ja-JP" altLang="en-US" sz="1000">
                        <a:latin typeface="+mn-ea"/>
                        <a:ea typeface="+mn-ea"/>
                      </a:rPr>
                      <a:t>XX</a:t>
                    </a:r>
                  </a:p>
                </p:txBody>
              </p:sp>
              <p:cxnSp>
                <p:nvCxnSpPr>
                  <p:cNvPr id="15" name="Straight Connector 14">
                    <a:extLst>
                      <a:ext uri="{FF2B5EF4-FFF2-40B4-BE49-F238E27FC236}">
                        <ns2:creationId id="{A7001DA3-BFA4-A4D4-7A38-497A5C6E2FAA}"/>
                      </a:ext>
                    </a:extLst>
                  </p:cNvPr>
                  <p:cNvCxnSpPr/>
                  <p:nvPr/>
                </p:nvCxnSpPr>
                <p:spPr>
                  <a:xfrm>
                    <a:off x="2315411" y="2319907"/>
                    <a:ext cx="1833479" cy="0"/>
                  </a:xfrm>
                  <a:prstGeom prst="line">
                    <a:avLst/>
                  </a:prstGeom>
                  <a:ln w="9525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4" name="Group 43">
                <a:extLst>
                  <a:ext uri="{FF2B5EF4-FFF2-40B4-BE49-F238E27FC236}">
                    <ns2:creationId id="{BA78E6F0-E94E-A617-1632-BFD3D9EFD5D6}"/>
                  </a:ext>
                </a:extLst>
              </p:cNvPr>
              <p:cNvGrpSpPr/>
              <p:nvPr/>
            </p:nvGrpSpPr>
            <p:grpSpPr>
              <a:xfrm>
                <a:off x="2281806" y="2106994"/>
                <a:ext cx="3725294" cy="2470084"/>
                <a:chOff x="4173622" y="2106994"/>
                <a:chExt cx="1833478" cy="2470084"/>
              </a:xfrm>
            </p:grpSpPr>
            <p:sp>
              <p:nvSpPr>
                <p:cNvPr id="25" name="table_TWformat_2_3">
                  <a:extLst>
                    <a:ext uri="{FF2B5EF4-FFF2-40B4-BE49-F238E27FC236}">
                      <ns2:creationId id="{EBC297E7-3362-F892-103C-1F08999385E4}"/>
                    </a:ext>
                  </a:extLst>
                </p:cNvPr>
                <p:cNvSpPr txBox="1"/>
                <p:nvPr/>
              </p:nvSpPr>
              <p:spPr>
                <a:xfrm>
                  <a:off x="4173622" y="2383396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sp>
              <p:nvSpPr>
                <p:cNvPr id="27" name="table_TWformat_3_3">
                  <a:extLst>
                    <a:ext uri="{FF2B5EF4-FFF2-40B4-BE49-F238E27FC236}">
                      <ns2:creationId id="{03DE3299-EF80-4383-B216-D00666F327FB}"/>
                    </a:ext>
                  </a:extLst>
                </p:cNvPr>
                <p:cNvSpPr txBox="1"/>
                <p:nvPr/>
              </p:nvSpPr>
              <p:spPr>
                <a:xfrm>
                  <a:off x="4173622" y="2824839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ns2:creationId id="{05611002-7ADD-C693-D222-0EAC380EEAC5}"/>
                    </a:ext>
                  </a:extLst>
                </p:cNvPr>
                <p:cNvCxnSpPr/>
                <p:nvPr/>
              </p:nvCxnSpPr>
              <p:spPr>
                <a:xfrm>
                  <a:off x="4173622" y="2818072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table_TWformat_4_3">
                  <a:extLst>
                    <a:ext uri="{FF2B5EF4-FFF2-40B4-BE49-F238E27FC236}">
                      <ns2:creationId id="{D01712E9-B26B-086D-6B8E-10AB298FB975}"/>
                    </a:ext>
                  </a:extLst>
                </p:cNvPr>
                <p:cNvSpPr txBox="1"/>
                <p:nvPr/>
              </p:nvSpPr>
              <p:spPr>
                <a:xfrm>
                  <a:off x="4173622" y="3266283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 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0" name="Straight Connector 29">
                  <a:extLst>
                    <a:ext uri="{FF2B5EF4-FFF2-40B4-BE49-F238E27FC236}">
                      <ns2:creationId id="{FBBF7156-CA5C-D86B-CC41-D66FBEF889B4}"/>
                    </a:ext>
                  </a:extLst>
                </p:cNvPr>
                <p:cNvCxnSpPr/>
                <p:nvPr/>
              </p:nvCxnSpPr>
              <p:spPr>
                <a:xfrm>
                  <a:off x="4173622" y="3259515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table_TWformat_5_3">
                  <a:extLst>
                    <a:ext uri="{FF2B5EF4-FFF2-40B4-BE49-F238E27FC236}">
                      <ns2:creationId id="{74F6086E-E127-FF1E-46FA-1C501401FD1E}"/>
                    </a:ext>
                  </a:extLst>
                </p:cNvPr>
                <p:cNvSpPr txBox="1"/>
                <p:nvPr/>
              </p:nvSpPr>
              <p:spPr>
                <a:xfrm>
                  <a:off x="4173622" y="3707726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 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br>
                    <a:rPr kumimoji="1" lang="en-US" altLang="ja-JP" sz="1000">
                      <a:latin typeface="+mn-ea"/>
                    </a:rPr>
                  </a:b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ns2:creationId id="{D2041692-88FD-A87B-C4CD-E70F17EF979F}"/>
                    </a:ext>
                  </a:extLst>
                </p:cNvPr>
                <p:cNvCxnSpPr/>
                <p:nvPr/>
              </p:nvCxnSpPr>
              <p:spPr>
                <a:xfrm>
                  <a:off x="4173622" y="3700959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able_TWformat_6_3">
                  <a:extLst>
                    <a:ext uri="{FF2B5EF4-FFF2-40B4-BE49-F238E27FC236}">
                      <ns2:creationId id="{867EA8F5-8E2B-CC85-F8C6-C67B5C733808}"/>
                    </a:ext>
                  </a:extLst>
                </p:cNvPr>
                <p:cNvSpPr txBox="1"/>
                <p:nvPr/>
              </p:nvSpPr>
              <p:spPr>
                <a:xfrm>
                  <a:off x="4173622" y="4149169"/>
                  <a:ext cx="1833478" cy="427909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PL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ns2:creationId id="{B4520C06-61C9-6B13-CAC7-AD53AF32EF70}"/>
                    </a:ext>
                  </a:extLst>
                </p:cNvPr>
                <p:cNvCxnSpPr/>
                <p:nvPr/>
              </p:nvCxnSpPr>
              <p:spPr>
                <a:xfrm>
                  <a:off x="4173622" y="4142402"/>
                  <a:ext cx="1833478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table_TWformat_1_3">
                  <a:extLst>
                    <a:ext uri="{FF2B5EF4-FFF2-40B4-BE49-F238E27FC236}">
                      <ns2:creationId id="{B7F05F30-382E-09B5-8CA6-9EF38AAE8F5C}"/>
                    </a:ext>
                  </a:extLst>
                </p:cNvPr>
                <p:cNvSpPr txBox="1"/>
                <p:nvPr/>
              </p:nvSpPr>
              <p:spPr>
                <a:xfrm>
                  <a:off x="4173622" y="2106994"/>
                  <a:ext cx="1833478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(</a:t>
                  </a:r>
                  <a:r>
                    <a:rPr kumimoji="1" lang="ja-JP" altLang="en-US" sz="1000">
                      <a:latin typeface="+mn-ea"/>
                    </a:rPr>
                    <a:t>XX</a:t>
                  </a:r>
                  <a:r>
                    <a:rPr kumimoji="1" lang="en-US" altLang="ja-JP" sz="1000">
                      <a:latin typeface="+mn-ea"/>
                    </a:rPr>
                    <a:t>)</a:t>
                  </a:r>
                  <a:endParaRPr kumimoji="1" lang="ja-JP" altLang="en-US" sz="1000">
                    <a:latin typeface="+mn-ea"/>
                  </a:endParaRPr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ns2:creationId id="{5CA72F55-CF57-8F66-1D7D-C7CFA725557D}"/>
                    </a:ext>
                  </a:extLst>
                </p:cNvPr>
                <p:cNvCxnSpPr/>
                <p:nvPr/>
              </p:nvCxnSpPr>
              <p:spPr>
                <a:xfrm>
                  <a:off x="4173622" y="2319907"/>
                  <a:ext cx="1833478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ns2:creationId id="{AB0472FE-684F-20DE-0298-0D6E37F4B67B}"/>
                  </a:ext>
                </a:extLst>
              </p:cNvPr>
              <p:cNvGrpSpPr/>
              <p:nvPr/>
            </p:nvGrpSpPr>
            <p:grpSpPr>
              <a:xfrm>
                <a:off x="457200" y="2106994"/>
                <a:ext cx="666925" cy="2470084"/>
                <a:chOff x="457200" y="2106994"/>
                <a:chExt cx="1833479" cy="2470084"/>
              </a:xfrm>
            </p:grpSpPr>
            <p:sp>
              <p:nvSpPr>
                <p:cNvPr id="7" name="table_TWformat_2_1">
                  <a:extLst>
                    <a:ext uri="{FF2B5EF4-FFF2-40B4-BE49-F238E27FC236}">
                      <ns2:creationId id="{53E3916D-2C7A-B3BD-D33C-D5FF3C053AD1}"/>
                    </a:ext>
                  </a:extLst>
                </p:cNvPr>
                <p:cNvSpPr txBox="1"/>
                <p:nvPr/>
              </p:nvSpPr>
              <p:spPr>
                <a:xfrm>
                  <a:off x="457200" y="2383396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8" name="table_TWformat_3_1">
                  <a:extLst>
                    <a:ext uri="{FF2B5EF4-FFF2-40B4-BE49-F238E27FC236}">
                      <ns2:creationId id="{5432B56F-F274-6867-5C06-0073E9EEC199}"/>
                    </a:ext>
                  </a:extLst>
                </p:cNvPr>
                <p:cNvSpPr txBox="1"/>
                <p:nvPr/>
              </p:nvSpPr>
              <p:spPr>
                <a:xfrm>
                  <a:off x="457200" y="2824839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10" name="table_TWformat_4_1">
                  <a:extLst>
                    <a:ext uri="{FF2B5EF4-FFF2-40B4-BE49-F238E27FC236}">
                      <ns2:creationId id="{D11C4D91-4210-0D6F-691B-B475F2C3FD8B}"/>
                    </a:ext>
                  </a:extLst>
                </p:cNvPr>
                <p:cNvSpPr txBox="1"/>
                <p:nvPr/>
              </p:nvSpPr>
              <p:spPr>
                <a:xfrm>
                  <a:off x="457200" y="3266283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11" name="table_TWformat_5_1">
                  <a:extLst>
                    <a:ext uri="{FF2B5EF4-FFF2-40B4-BE49-F238E27FC236}">
                      <ns2:creationId id="{F70FF995-8675-CE35-D0FB-207B765233F6}"/>
                    </a:ext>
                  </a:extLst>
                </p:cNvPr>
                <p:cNvSpPr txBox="1"/>
                <p:nvPr/>
              </p:nvSpPr>
              <p:spPr>
                <a:xfrm>
                  <a:off x="457200" y="3707726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12" name="table_TWformat_6_1">
                  <a:extLst>
                    <a:ext uri="{FF2B5EF4-FFF2-40B4-BE49-F238E27FC236}">
                      <ns2:creationId id="{FD50821F-7556-4686-DBF2-87AE88CBEF18}"/>
                    </a:ext>
                  </a:extLst>
                </p:cNvPr>
                <p:cNvSpPr txBox="1"/>
                <p:nvPr/>
              </p:nvSpPr>
              <p:spPr>
                <a:xfrm>
                  <a:off x="457200" y="4149169"/>
                  <a:ext cx="1833478" cy="427909"/>
                </a:xfrm>
                <a:prstGeom prst="rect">
                  <a:avLst/>
                </a:prstGeom>
                <a:solidFill>
                  <a:srgbClr val="008000">
                    <a:alpha val="10000"/>
                  </a:srgbClr>
                </a:solidFill>
              </p:spPr>
              <p:txBody>
                <a:bodyPr vert="horz" wrap="square" lIns="36000" tIns="72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00">
                      <a:latin typeface="+mn-ea"/>
                    </a:defRPr>
                  </a:lvl1pPr>
                </a:lstStyle>
                <a:p>
                  <a:r>
                    <a:rPr lang="ja-JP" altLang="en-US">
                      <a:solidFill>
                        <a:srgbClr val="008000"/>
                      </a:solidFill>
                    </a:rPr>
                    <a:t>XX</a:t>
                  </a:r>
                </a:p>
              </p:txBody>
            </p:sp>
            <p:sp>
              <p:nvSpPr>
                <p:cNvPr id="6" name="table_TWformat_1_1">
                  <a:extLst>
                    <a:ext uri="{FF2B5EF4-FFF2-40B4-BE49-F238E27FC236}">
                      <ns2:creationId id="{DEE9B316-9B5A-3191-4CB0-2D7A9AEA18C4}"/>
                    </a:ext>
                  </a:extLst>
                </p:cNvPr>
                <p:cNvSpPr txBox="1"/>
                <p:nvPr/>
              </p:nvSpPr>
              <p:spPr>
                <a:xfrm>
                  <a:off x="457200" y="2106994"/>
                  <a:ext cx="1833478" cy="209598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050"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lang="ja-JP" altLang="en-US" sz="1000">
                      <a:latin typeface="+mn-ea"/>
                      <a:ea typeface="+mn-ea"/>
                    </a:rPr>
                    <a:t>XX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ns2:creationId id="{8EEFFA2F-8982-9BBA-5FEC-2CE27C1AEB6F}"/>
                    </a:ext>
                  </a:extLst>
                </p:cNvPr>
                <p:cNvCxnSpPr/>
                <p:nvPr/>
              </p:nvCxnSpPr>
              <p:spPr>
                <a:xfrm>
                  <a:off x="457200" y="2319907"/>
                  <a:ext cx="183347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6:creationId val="3931930627"/>
      </p:ext>
    </p:extLst>
  </p:cSld>
  <p:clrMapOvr>
    <a:masterClrMapping/>
  </p:clrMapOvr>
</p:sld>
</file>

<file path=ppt/slides/slide20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0CACF9E-1A8E-354E-6120-20DC2E091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1F57DB0-E4FA-A415-841D-EF780A337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3D8A7F4-435F-AD41-ADAB-C9C8889657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4" name="Group 3">
            <a:extLst>
              <a:ext uri="{FF2B5EF4-FFF2-40B4-BE49-F238E27FC236}">
                <ns2:creationId id="{E10DEC82-A3AF-D7E9-6073-B2A6EE31ED8F}"/>
              </a:ext>
            </a:extLst>
          </p:cNvPr>
          <p:cNvGrpSpPr/>
          <p:nvPr/>
        </p:nvGrpSpPr>
        <p:grpSpPr>
          <a:xfrm>
            <a:off x="334963" y="1628775"/>
            <a:ext cx="11522075" cy="4679949"/>
            <a:chOff x="334963" y="1628775"/>
            <a:chExt cx="11522075" cy="4679949"/>
          </a:xfrm>
        </p:grpSpPr>
        <p:sp>
          <p:nvSpPr>
            <p:cNvPr id="164" name="table_TWformat_1_3">
              <a:extLst>
                <a:ext uri="{FF2B5EF4-FFF2-40B4-BE49-F238E27FC236}">
                  <ns2:creationId id="{0F26B80E-15E5-2F8E-FBDF-52E73DA3AB1C}"/>
                </a:ext>
              </a:extLst>
            </p:cNvPr>
            <p:cNvSpPr txBox="1"/>
            <p:nvPr/>
          </p:nvSpPr>
          <p:spPr>
            <a:xfrm>
              <a:off x="1526028" y="2522411"/>
              <a:ext cx="2793999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65" name="table_TWformat_1_4">
              <a:extLst>
                <a:ext uri="{FF2B5EF4-FFF2-40B4-BE49-F238E27FC236}">
                  <ns2:creationId id="{B4FCF371-CB5E-25C0-00CF-325DB9D72E7A}"/>
                </a:ext>
              </a:extLst>
            </p:cNvPr>
            <p:cNvSpPr txBox="1"/>
            <p:nvPr/>
          </p:nvSpPr>
          <p:spPr>
            <a:xfrm>
              <a:off x="4404605" y="2522411"/>
              <a:ext cx="2984500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66" name="table_TWformat_1_5">
              <a:extLst>
                <a:ext uri="{FF2B5EF4-FFF2-40B4-BE49-F238E27FC236}">
                  <ns2:creationId id="{366793A8-D54B-21D1-5A91-6D4E7BE946AA}"/>
                </a:ext>
              </a:extLst>
            </p:cNvPr>
            <p:cNvSpPr txBox="1"/>
            <p:nvPr/>
          </p:nvSpPr>
          <p:spPr>
            <a:xfrm>
              <a:off x="7473683" y="2522411"/>
              <a:ext cx="3516140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67" name="table_TWformat_1_6">
              <a:extLst>
                <a:ext uri="{FF2B5EF4-FFF2-40B4-BE49-F238E27FC236}">
                  <ns2:creationId id="{1A014679-EF15-2ED1-ECCB-F85822984E83}"/>
                </a:ext>
              </a:extLst>
            </p:cNvPr>
            <p:cNvSpPr txBox="1"/>
            <p:nvPr/>
          </p:nvSpPr>
          <p:spPr>
            <a:xfrm>
              <a:off x="11074400" y="2522411"/>
              <a:ext cx="782638" cy="3786313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8" name="table_TWformat_2_2">
              <a:extLst>
                <a:ext uri="{FF2B5EF4-FFF2-40B4-BE49-F238E27FC236}">
                  <ns2:creationId id="{DB26AC70-9329-F14D-7271-8B0BEEFBBF1C}"/>
                </a:ext>
              </a:extLst>
            </p:cNvPr>
            <p:cNvSpPr txBox="1"/>
            <p:nvPr/>
          </p:nvSpPr>
          <p:spPr>
            <a:xfrm>
              <a:off x="334963" y="2532760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9" name="table_TWformat_3_2">
              <a:extLst>
                <a:ext uri="{FF2B5EF4-FFF2-40B4-BE49-F238E27FC236}">
                  <ns2:creationId id="{B28F56D0-78D3-4C95-EEBA-A779D4BEB427}"/>
                </a:ext>
              </a:extLst>
            </p:cNvPr>
            <p:cNvSpPr txBox="1"/>
            <p:nvPr/>
          </p:nvSpPr>
          <p:spPr>
            <a:xfrm>
              <a:off x="334963" y="2785871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ns2:creationId id="{638EDFB0-9F35-7C4F-9EDF-A2B4363D594A}"/>
                </a:ext>
              </a:extLst>
            </p:cNvPr>
            <p:cNvCxnSpPr/>
            <p:nvPr/>
          </p:nvCxnSpPr>
          <p:spPr>
            <a:xfrm>
              <a:off x="334963" y="2775523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able_TWformat_4_2">
              <a:extLst>
                <a:ext uri="{FF2B5EF4-FFF2-40B4-BE49-F238E27FC236}">
                  <ns2:creationId id="{7C1D5276-5A28-B0EE-7338-C981F144899D}"/>
                </a:ext>
              </a:extLst>
            </p:cNvPr>
            <p:cNvSpPr txBox="1"/>
            <p:nvPr/>
          </p:nvSpPr>
          <p:spPr>
            <a:xfrm>
              <a:off x="334963" y="3038981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ns2:creationId id="{7DB100DB-1492-FAAF-3DA0-725B7EFC4E12}"/>
                </a:ext>
              </a:extLst>
            </p:cNvPr>
            <p:cNvCxnSpPr/>
            <p:nvPr/>
          </p:nvCxnSpPr>
          <p:spPr>
            <a:xfrm>
              <a:off x="334963" y="3028634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able_TWformat_5_2">
              <a:extLst>
                <a:ext uri="{FF2B5EF4-FFF2-40B4-BE49-F238E27FC236}">
                  <ns2:creationId id="{0B2424DE-CF4D-C5A8-45E1-28CE07FFE4E4}"/>
                </a:ext>
              </a:extLst>
            </p:cNvPr>
            <p:cNvSpPr txBox="1"/>
            <p:nvPr/>
          </p:nvSpPr>
          <p:spPr>
            <a:xfrm>
              <a:off x="334963" y="3292092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ns2:creationId id="{CFB133D9-747D-1947-2FEC-4FD53830AFF0}"/>
                </a:ext>
              </a:extLst>
            </p:cNvPr>
            <p:cNvCxnSpPr/>
            <p:nvPr/>
          </p:nvCxnSpPr>
          <p:spPr>
            <a:xfrm>
              <a:off x="334963" y="3281744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able_TWformat_6_2">
              <a:extLst>
                <a:ext uri="{FF2B5EF4-FFF2-40B4-BE49-F238E27FC236}">
                  <ns2:creationId id="{746D7E2A-349C-90C7-1E8A-A596F057E6E3}"/>
                </a:ext>
              </a:extLst>
            </p:cNvPr>
            <p:cNvSpPr txBox="1"/>
            <p:nvPr/>
          </p:nvSpPr>
          <p:spPr>
            <a:xfrm>
              <a:off x="334963" y="3545202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SCM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ns2:creationId id="{DFA34441-0B08-4F45-582D-FD697169916F}"/>
                </a:ext>
              </a:extLst>
            </p:cNvPr>
            <p:cNvCxnSpPr/>
            <p:nvPr/>
          </p:nvCxnSpPr>
          <p:spPr>
            <a:xfrm>
              <a:off x="334963" y="3534855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able_TWformat_7_2">
              <a:extLst>
                <a:ext uri="{FF2B5EF4-FFF2-40B4-BE49-F238E27FC236}">
                  <ns2:creationId id="{03DE09B0-443C-BA5E-926C-A5E322653DA1}"/>
                </a:ext>
              </a:extLst>
            </p:cNvPr>
            <p:cNvSpPr txBox="1"/>
            <p:nvPr/>
          </p:nvSpPr>
          <p:spPr>
            <a:xfrm>
              <a:off x="334963" y="3798313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ns2:creationId id="{C2539A87-5533-BAB8-A338-44729ED55191}"/>
                </a:ext>
              </a:extLst>
            </p:cNvPr>
            <p:cNvCxnSpPr/>
            <p:nvPr/>
          </p:nvCxnSpPr>
          <p:spPr>
            <a:xfrm>
              <a:off x="334963" y="3787966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able_TWformat_8_2">
              <a:extLst>
                <a:ext uri="{FF2B5EF4-FFF2-40B4-BE49-F238E27FC236}">
                  <ns2:creationId id="{351D8618-34F3-46A4-CF1A-99665A454DFC}"/>
                </a:ext>
              </a:extLst>
            </p:cNvPr>
            <p:cNvSpPr txBox="1"/>
            <p:nvPr/>
          </p:nvSpPr>
          <p:spPr>
            <a:xfrm>
              <a:off x="334963" y="4051423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ns2:creationId id="{2846C1A5-8348-5226-A4C7-206CF4C35E38}"/>
                </a:ext>
              </a:extLst>
            </p:cNvPr>
            <p:cNvCxnSpPr/>
            <p:nvPr/>
          </p:nvCxnSpPr>
          <p:spPr>
            <a:xfrm>
              <a:off x="334963" y="4041077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able_TWformat_9_2">
              <a:extLst>
                <a:ext uri="{FF2B5EF4-FFF2-40B4-BE49-F238E27FC236}">
                  <ns2:creationId id="{63B1394E-8893-8515-6F1C-2E9883F41978}"/>
                </a:ext>
              </a:extLst>
            </p:cNvPr>
            <p:cNvSpPr txBox="1"/>
            <p:nvPr/>
          </p:nvSpPr>
          <p:spPr>
            <a:xfrm>
              <a:off x="334963" y="4304535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ns2:creationId id="{D94AC583-E0E2-96DE-CC28-F48158159BA6}"/>
                </a:ext>
              </a:extLst>
            </p:cNvPr>
            <p:cNvCxnSpPr/>
            <p:nvPr/>
          </p:nvCxnSpPr>
          <p:spPr>
            <a:xfrm>
              <a:off x="334963" y="4294187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able_TWformat_10_2">
              <a:extLst>
                <a:ext uri="{FF2B5EF4-FFF2-40B4-BE49-F238E27FC236}">
                  <ns2:creationId id="{B5DD4C27-86F0-83F2-E316-E77C179CA7DA}"/>
                </a:ext>
              </a:extLst>
            </p:cNvPr>
            <p:cNvSpPr txBox="1"/>
            <p:nvPr/>
          </p:nvSpPr>
          <p:spPr>
            <a:xfrm>
              <a:off x="334963" y="4557644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ns2:creationId id="{2DFD5B4D-DEA4-E96D-F0D4-91652650B180}"/>
                </a:ext>
              </a:extLst>
            </p:cNvPr>
            <p:cNvCxnSpPr/>
            <p:nvPr/>
          </p:nvCxnSpPr>
          <p:spPr>
            <a:xfrm>
              <a:off x="334963" y="4547297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able_TWformat_11_2">
              <a:extLst>
                <a:ext uri="{FF2B5EF4-FFF2-40B4-BE49-F238E27FC236}">
                  <ns2:creationId id="{89F2CD1B-6FF1-E99F-6263-1EA8214BBBA1}"/>
                </a:ext>
              </a:extLst>
            </p:cNvPr>
            <p:cNvSpPr txBox="1"/>
            <p:nvPr/>
          </p:nvSpPr>
          <p:spPr>
            <a:xfrm>
              <a:off x="334963" y="4810755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ns2:creationId id="{9BA9B917-D658-ABCB-F452-2C93125BD24E}"/>
                </a:ext>
              </a:extLst>
            </p:cNvPr>
            <p:cNvCxnSpPr/>
            <p:nvPr/>
          </p:nvCxnSpPr>
          <p:spPr>
            <a:xfrm>
              <a:off x="334963" y="4800408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able_TWformat_12_2">
              <a:extLst>
                <a:ext uri="{FF2B5EF4-FFF2-40B4-BE49-F238E27FC236}">
                  <ns2:creationId id="{C61680BC-B94A-72C3-65BC-DF4D7234D0E9}"/>
                </a:ext>
              </a:extLst>
            </p:cNvPr>
            <p:cNvSpPr txBox="1"/>
            <p:nvPr/>
          </p:nvSpPr>
          <p:spPr>
            <a:xfrm>
              <a:off x="334963" y="5063866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ns2:creationId id="{F0A2837C-2554-5FBC-B7D9-B3D0ADD0D864}"/>
                </a:ext>
              </a:extLst>
            </p:cNvPr>
            <p:cNvCxnSpPr/>
            <p:nvPr/>
          </p:nvCxnSpPr>
          <p:spPr>
            <a:xfrm>
              <a:off x="334963" y="5053519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able_TWformat_13_2">
              <a:extLst>
                <a:ext uri="{FF2B5EF4-FFF2-40B4-BE49-F238E27FC236}">
                  <ns2:creationId id="{90F8C2CC-3ED9-ACB3-6F4F-2CC4FA9AD24E}"/>
                </a:ext>
              </a:extLst>
            </p:cNvPr>
            <p:cNvSpPr txBox="1"/>
            <p:nvPr/>
          </p:nvSpPr>
          <p:spPr>
            <a:xfrm>
              <a:off x="334963" y="5316976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ns2:creationId id="{C4EE08AB-8F71-7EC0-1EBC-68C9590E17DB}"/>
                </a:ext>
              </a:extLst>
            </p:cNvPr>
            <p:cNvCxnSpPr/>
            <p:nvPr/>
          </p:nvCxnSpPr>
          <p:spPr>
            <a:xfrm>
              <a:off x="334963" y="5306630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able_TWformat_14_2">
              <a:extLst>
                <a:ext uri="{FF2B5EF4-FFF2-40B4-BE49-F238E27FC236}">
                  <ns2:creationId id="{3038E9FD-5411-4671-5CA6-213923258DE4}"/>
                </a:ext>
              </a:extLst>
            </p:cNvPr>
            <p:cNvSpPr txBox="1"/>
            <p:nvPr/>
          </p:nvSpPr>
          <p:spPr>
            <a:xfrm>
              <a:off x="334963" y="5570087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ns2:creationId id="{7E5593E3-1C03-1EEE-D84C-19CC4865945A}"/>
                </a:ext>
              </a:extLst>
            </p:cNvPr>
            <p:cNvCxnSpPr/>
            <p:nvPr/>
          </p:nvCxnSpPr>
          <p:spPr>
            <a:xfrm>
              <a:off x="334963" y="5559740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able_TWformat_15_2">
              <a:extLst>
                <a:ext uri="{FF2B5EF4-FFF2-40B4-BE49-F238E27FC236}">
                  <ns2:creationId id="{0C702BC2-466F-7814-A6AB-DF59BC3B04A4}"/>
                </a:ext>
              </a:extLst>
            </p:cNvPr>
            <p:cNvSpPr txBox="1"/>
            <p:nvPr/>
          </p:nvSpPr>
          <p:spPr>
            <a:xfrm>
              <a:off x="334963" y="5823197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ns2:creationId id="{A9619CFF-ADD5-8D5F-2396-5D2123C4D0ED}"/>
                </a:ext>
              </a:extLst>
            </p:cNvPr>
            <p:cNvCxnSpPr/>
            <p:nvPr/>
          </p:nvCxnSpPr>
          <p:spPr>
            <a:xfrm>
              <a:off x="334963" y="5812851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able_TWformat_16_2">
              <a:extLst>
                <a:ext uri="{FF2B5EF4-FFF2-40B4-BE49-F238E27FC236}">
                  <ns2:creationId id="{42E1995A-E56F-BC70-A137-3AB305C25F29}"/>
                </a:ext>
              </a:extLst>
            </p:cNvPr>
            <p:cNvSpPr txBox="1"/>
            <p:nvPr/>
          </p:nvSpPr>
          <p:spPr>
            <a:xfrm>
              <a:off x="334963" y="6076308"/>
              <a:ext cx="1106487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36" name="Straight Connector 35">
              <a:extLst>
                <a:ext uri="{FF2B5EF4-FFF2-40B4-BE49-F238E27FC236}">
                  <ns2:creationId id="{4546B368-4D75-E9F6-4B52-6A6DB0D29879}"/>
                </a:ext>
              </a:extLst>
            </p:cNvPr>
            <p:cNvCxnSpPr/>
            <p:nvPr/>
          </p:nvCxnSpPr>
          <p:spPr>
            <a:xfrm>
              <a:off x="334963" y="6065961"/>
              <a:ext cx="110648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able_TWformat_2_3">
              <a:extLst>
                <a:ext uri="{FF2B5EF4-FFF2-40B4-BE49-F238E27FC236}">
                  <ns2:creationId id="{783D951B-E7CC-545A-A7BA-4AE08619E5CB}"/>
                </a:ext>
              </a:extLst>
            </p:cNvPr>
            <p:cNvSpPr txBox="1"/>
            <p:nvPr/>
          </p:nvSpPr>
          <p:spPr>
            <a:xfrm>
              <a:off x="1526028" y="2532760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39" name="table_TWformat_3_3">
              <a:extLst>
                <a:ext uri="{FF2B5EF4-FFF2-40B4-BE49-F238E27FC236}">
                  <ns2:creationId id="{65DB53D5-5CBB-B13F-C4C0-FA0B637151E5}"/>
                </a:ext>
              </a:extLst>
            </p:cNvPr>
            <p:cNvSpPr txBox="1"/>
            <p:nvPr/>
          </p:nvSpPr>
          <p:spPr>
            <a:xfrm>
              <a:off x="1526028" y="2785871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ns2:creationId id="{A7134911-6C0D-4DC4-2997-57DD14FF988A}"/>
                </a:ext>
              </a:extLst>
            </p:cNvPr>
            <p:cNvCxnSpPr/>
            <p:nvPr/>
          </p:nvCxnSpPr>
          <p:spPr>
            <a:xfrm>
              <a:off x="1526028" y="2775523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able_TWformat_4_3">
              <a:extLst>
                <a:ext uri="{FF2B5EF4-FFF2-40B4-BE49-F238E27FC236}">
                  <ns2:creationId id="{FDEC5029-305D-DE85-3125-F3C19A42CB84}"/>
                </a:ext>
              </a:extLst>
            </p:cNvPr>
            <p:cNvSpPr txBox="1"/>
            <p:nvPr/>
          </p:nvSpPr>
          <p:spPr>
            <a:xfrm>
              <a:off x="1526028" y="3038981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ns2:creationId id="{B5B33BE4-0582-F223-0C0E-D610037BEB40}"/>
                </a:ext>
              </a:extLst>
            </p:cNvPr>
            <p:cNvCxnSpPr/>
            <p:nvPr/>
          </p:nvCxnSpPr>
          <p:spPr>
            <a:xfrm>
              <a:off x="1526028" y="3028634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able_TWformat_5_3">
              <a:extLst>
                <a:ext uri="{FF2B5EF4-FFF2-40B4-BE49-F238E27FC236}">
                  <ns2:creationId id="{FA860794-373E-9B5E-8FB5-BC423B790E5F}"/>
                </a:ext>
              </a:extLst>
            </p:cNvPr>
            <p:cNvSpPr txBox="1"/>
            <p:nvPr/>
          </p:nvSpPr>
          <p:spPr>
            <a:xfrm>
              <a:off x="1526028" y="3292092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4" name="Straight Connector 43">
              <a:extLst>
                <a:ext uri="{FF2B5EF4-FFF2-40B4-BE49-F238E27FC236}">
                  <ns2:creationId id="{631BD3CB-7ACA-2477-6F23-D9E48A0152C4}"/>
                </a:ext>
              </a:extLst>
            </p:cNvPr>
            <p:cNvCxnSpPr/>
            <p:nvPr/>
          </p:nvCxnSpPr>
          <p:spPr>
            <a:xfrm>
              <a:off x="1526028" y="3281744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able_TWformat_6_3">
              <a:extLst>
                <a:ext uri="{FF2B5EF4-FFF2-40B4-BE49-F238E27FC236}">
                  <ns2:creationId id="{81DD013A-9FB6-D703-55C3-D8A13FDC6596}"/>
                </a:ext>
              </a:extLst>
            </p:cNvPr>
            <p:cNvSpPr txBox="1"/>
            <p:nvPr/>
          </p:nvSpPr>
          <p:spPr>
            <a:xfrm>
              <a:off x="1526028" y="3545202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ns2:creationId id="{6DB253FE-452B-352B-B02F-B78DD3C3B64C}"/>
                </a:ext>
              </a:extLst>
            </p:cNvPr>
            <p:cNvCxnSpPr/>
            <p:nvPr/>
          </p:nvCxnSpPr>
          <p:spPr>
            <a:xfrm>
              <a:off x="1526028" y="3534855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able_TWformat_7_3">
              <a:extLst>
                <a:ext uri="{FF2B5EF4-FFF2-40B4-BE49-F238E27FC236}">
                  <ns2:creationId id="{5B8372CF-96B8-9995-5A19-33EC35516ACB}"/>
                </a:ext>
              </a:extLst>
            </p:cNvPr>
            <p:cNvSpPr txBox="1"/>
            <p:nvPr/>
          </p:nvSpPr>
          <p:spPr>
            <a:xfrm>
              <a:off x="1526028" y="3798313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48" name="Straight Connector 47">
              <a:extLst>
                <a:ext uri="{FF2B5EF4-FFF2-40B4-BE49-F238E27FC236}">
                  <ns2:creationId id="{4F3009BD-9C94-5B05-4A97-00EC0910BDF7}"/>
                </a:ext>
              </a:extLst>
            </p:cNvPr>
            <p:cNvCxnSpPr/>
            <p:nvPr/>
          </p:nvCxnSpPr>
          <p:spPr>
            <a:xfrm>
              <a:off x="1526028" y="3787966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able_TWformat_8_3">
              <a:extLst>
                <a:ext uri="{FF2B5EF4-FFF2-40B4-BE49-F238E27FC236}">
                  <ns2:creationId id="{50ADC893-05C4-811D-A59E-3AEC3962B7C0}"/>
                </a:ext>
              </a:extLst>
            </p:cNvPr>
            <p:cNvSpPr txBox="1"/>
            <p:nvPr/>
          </p:nvSpPr>
          <p:spPr>
            <a:xfrm>
              <a:off x="1526028" y="4051423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ns2:creationId id="{485496B5-8C9F-0C28-3FA1-FD35D60D1AD6}"/>
                </a:ext>
              </a:extLst>
            </p:cNvPr>
            <p:cNvCxnSpPr/>
            <p:nvPr/>
          </p:nvCxnSpPr>
          <p:spPr>
            <a:xfrm>
              <a:off x="1526028" y="4041077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able_TWformat_9_3">
              <a:extLst>
                <a:ext uri="{FF2B5EF4-FFF2-40B4-BE49-F238E27FC236}">
                  <ns2:creationId id="{A164A2D7-972A-9FB5-4E4D-DBAFB71D3D9F}"/>
                </a:ext>
              </a:extLst>
            </p:cNvPr>
            <p:cNvSpPr txBox="1"/>
            <p:nvPr/>
          </p:nvSpPr>
          <p:spPr>
            <a:xfrm>
              <a:off x="1526028" y="4304535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ns2:creationId id="{5EA3779E-1AAD-319A-DCBB-93ACDA17A4BE}"/>
                </a:ext>
              </a:extLst>
            </p:cNvPr>
            <p:cNvCxnSpPr/>
            <p:nvPr/>
          </p:nvCxnSpPr>
          <p:spPr>
            <a:xfrm>
              <a:off x="1526028" y="4294187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able_TWformat_10_3">
              <a:extLst>
                <a:ext uri="{FF2B5EF4-FFF2-40B4-BE49-F238E27FC236}">
                  <ns2:creationId id="{652ECFC9-1E23-0F3A-5FF0-42B051BB0FA4}"/>
                </a:ext>
              </a:extLst>
            </p:cNvPr>
            <p:cNvSpPr txBox="1"/>
            <p:nvPr/>
          </p:nvSpPr>
          <p:spPr>
            <a:xfrm>
              <a:off x="1526028" y="4557644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ns2:creationId id="{457CE429-A2BE-6435-32CB-3505B7076CD3}"/>
                </a:ext>
              </a:extLst>
            </p:cNvPr>
            <p:cNvCxnSpPr/>
            <p:nvPr/>
          </p:nvCxnSpPr>
          <p:spPr>
            <a:xfrm>
              <a:off x="1526028" y="4547297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able_TWformat_11_3">
              <a:extLst>
                <a:ext uri="{FF2B5EF4-FFF2-40B4-BE49-F238E27FC236}">
                  <ns2:creationId id="{706C96AE-88AE-BDD0-F43D-4ACA26376743}"/>
                </a:ext>
              </a:extLst>
            </p:cNvPr>
            <p:cNvSpPr txBox="1"/>
            <p:nvPr/>
          </p:nvSpPr>
          <p:spPr>
            <a:xfrm>
              <a:off x="1526028" y="4810755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ns2:creationId id="{4FC2F871-85B0-2C11-35FF-FA2907AEFF54}"/>
                </a:ext>
              </a:extLst>
            </p:cNvPr>
            <p:cNvCxnSpPr/>
            <p:nvPr/>
          </p:nvCxnSpPr>
          <p:spPr>
            <a:xfrm>
              <a:off x="1526028" y="4800408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able_TWformat_12_3">
              <a:extLst>
                <a:ext uri="{FF2B5EF4-FFF2-40B4-BE49-F238E27FC236}">
                  <ns2:creationId id="{37A8266A-BF14-0078-5BC4-B27EEC911F61}"/>
                </a:ext>
              </a:extLst>
            </p:cNvPr>
            <p:cNvSpPr txBox="1"/>
            <p:nvPr/>
          </p:nvSpPr>
          <p:spPr>
            <a:xfrm>
              <a:off x="1526028" y="5063866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ns2:creationId id="{C4041DBA-75EF-6BAE-82BE-83B90836D397}"/>
                </a:ext>
              </a:extLst>
            </p:cNvPr>
            <p:cNvCxnSpPr/>
            <p:nvPr/>
          </p:nvCxnSpPr>
          <p:spPr>
            <a:xfrm>
              <a:off x="1526028" y="5053519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able_TWformat_13_3">
              <a:extLst>
                <a:ext uri="{FF2B5EF4-FFF2-40B4-BE49-F238E27FC236}">
                  <ns2:creationId id="{6E1BEB55-843E-E423-E07E-2119F6E9EAE2}"/>
                </a:ext>
              </a:extLst>
            </p:cNvPr>
            <p:cNvSpPr txBox="1"/>
            <p:nvPr/>
          </p:nvSpPr>
          <p:spPr>
            <a:xfrm>
              <a:off x="1526028" y="5316976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0" name="Straight Connector 59">
              <a:extLst>
                <a:ext uri="{FF2B5EF4-FFF2-40B4-BE49-F238E27FC236}">
                  <ns2:creationId id="{9BB64C4C-2D6A-CAA8-EC93-AA89CA381CFA}"/>
                </a:ext>
              </a:extLst>
            </p:cNvPr>
            <p:cNvCxnSpPr/>
            <p:nvPr/>
          </p:nvCxnSpPr>
          <p:spPr>
            <a:xfrm>
              <a:off x="1526028" y="5306630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able_TWformat_14_3">
              <a:extLst>
                <a:ext uri="{FF2B5EF4-FFF2-40B4-BE49-F238E27FC236}">
                  <ns2:creationId id="{458B9075-C4B3-C49A-F681-D7F5C59C9A9F}"/>
                </a:ext>
              </a:extLst>
            </p:cNvPr>
            <p:cNvSpPr txBox="1"/>
            <p:nvPr/>
          </p:nvSpPr>
          <p:spPr>
            <a:xfrm>
              <a:off x="1526028" y="5570087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ROI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2" name="Straight Connector 61">
              <a:extLst>
                <a:ext uri="{FF2B5EF4-FFF2-40B4-BE49-F238E27FC236}">
                  <ns2:creationId id="{BC4110F8-023F-F0CC-3837-EF5AEB19CE01}"/>
                </a:ext>
              </a:extLst>
            </p:cNvPr>
            <p:cNvCxnSpPr/>
            <p:nvPr/>
          </p:nvCxnSpPr>
          <p:spPr>
            <a:xfrm>
              <a:off x="1526028" y="5559740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able_TWformat_15_3">
              <a:extLst>
                <a:ext uri="{FF2B5EF4-FFF2-40B4-BE49-F238E27FC236}">
                  <ns2:creationId id="{A9F5B9DE-B0A6-D13F-8FDF-B62185444734}"/>
                </a:ext>
              </a:extLst>
            </p:cNvPr>
            <p:cNvSpPr txBox="1"/>
            <p:nvPr/>
          </p:nvSpPr>
          <p:spPr>
            <a:xfrm>
              <a:off x="1526028" y="5823197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ns2:creationId id="{D46609C7-AB16-E76B-1A45-FB392C8AF3E8}"/>
                </a:ext>
              </a:extLst>
            </p:cNvPr>
            <p:cNvCxnSpPr/>
            <p:nvPr/>
          </p:nvCxnSpPr>
          <p:spPr>
            <a:xfrm>
              <a:off x="1526028" y="5812851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able_TWformat_16_3">
              <a:extLst>
                <a:ext uri="{FF2B5EF4-FFF2-40B4-BE49-F238E27FC236}">
                  <ns2:creationId id="{FCAD3B3A-608C-FB20-D501-A33E5E8DD2F3}"/>
                </a:ext>
              </a:extLst>
            </p:cNvPr>
            <p:cNvSpPr txBox="1"/>
            <p:nvPr/>
          </p:nvSpPr>
          <p:spPr>
            <a:xfrm>
              <a:off x="1526028" y="6076308"/>
              <a:ext cx="2793999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ns2:creationId id="{89702B70-CDB6-D7E9-BCF3-06DA00E107BE}"/>
                </a:ext>
              </a:extLst>
            </p:cNvPr>
            <p:cNvCxnSpPr/>
            <p:nvPr/>
          </p:nvCxnSpPr>
          <p:spPr>
            <a:xfrm>
              <a:off x="1526028" y="6065961"/>
              <a:ext cx="2793999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able_TWformat_2_4">
              <a:extLst>
                <a:ext uri="{FF2B5EF4-FFF2-40B4-BE49-F238E27FC236}">
                  <ns2:creationId id="{FABB9A7D-D816-12B4-3CBA-E25235D3BE94}"/>
                </a:ext>
              </a:extLst>
            </p:cNvPr>
            <p:cNvSpPr txBox="1"/>
            <p:nvPr/>
          </p:nvSpPr>
          <p:spPr>
            <a:xfrm>
              <a:off x="4404605" y="2532760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③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69" name="table_TWformat_3_4">
              <a:extLst>
                <a:ext uri="{FF2B5EF4-FFF2-40B4-BE49-F238E27FC236}">
                  <ns2:creationId id="{A2FA2037-3307-D182-F67A-7C9DF3D7820F}"/>
                </a:ext>
              </a:extLst>
            </p:cNvPr>
            <p:cNvSpPr txBox="1"/>
            <p:nvPr/>
          </p:nvSpPr>
          <p:spPr>
            <a:xfrm>
              <a:off x="4404605" y="2785871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ns2:creationId id="{45B8510B-7527-9C41-E59F-8CBF08D4FD6A}"/>
                </a:ext>
              </a:extLst>
            </p:cNvPr>
            <p:cNvCxnSpPr/>
            <p:nvPr/>
          </p:nvCxnSpPr>
          <p:spPr>
            <a:xfrm>
              <a:off x="4404605" y="2775523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able_TWformat_4_4">
              <a:extLst>
                <a:ext uri="{FF2B5EF4-FFF2-40B4-BE49-F238E27FC236}">
                  <ns2:creationId id="{A9CDF558-0C6A-8E67-B7CC-485CECEF4022}"/>
                </a:ext>
              </a:extLst>
            </p:cNvPr>
            <p:cNvSpPr txBox="1"/>
            <p:nvPr/>
          </p:nvSpPr>
          <p:spPr>
            <a:xfrm>
              <a:off x="4404605" y="3038981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/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2" name="Straight Connector 71">
              <a:extLst>
                <a:ext uri="{FF2B5EF4-FFF2-40B4-BE49-F238E27FC236}">
                  <ns2:creationId id="{7C3E322F-E8A8-6BA9-5CCA-6B3E576FFEE6}"/>
                </a:ext>
              </a:extLst>
            </p:cNvPr>
            <p:cNvCxnSpPr/>
            <p:nvPr/>
          </p:nvCxnSpPr>
          <p:spPr>
            <a:xfrm>
              <a:off x="4404605" y="3028634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able_TWformat_5_4">
              <a:extLst>
                <a:ext uri="{FF2B5EF4-FFF2-40B4-BE49-F238E27FC236}">
                  <ns2:creationId id="{F926ED4D-FCA7-9FAC-8045-34EB7B75BF70}"/>
                </a:ext>
              </a:extLst>
            </p:cNvPr>
            <p:cNvSpPr txBox="1"/>
            <p:nvPr/>
          </p:nvSpPr>
          <p:spPr>
            <a:xfrm>
              <a:off x="4404605" y="3292092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CRM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4" name="Straight Connector 73">
              <a:extLst>
                <a:ext uri="{FF2B5EF4-FFF2-40B4-BE49-F238E27FC236}">
                  <ns2:creationId id="{5161BE58-BC1F-F646-21EC-1CB3631EE86C}"/>
                </a:ext>
              </a:extLst>
            </p:cNvPr>
            <p:cNvCxnSpPr/>
            <p:nvPr/>
          </p:nvCxnSpPr>
          <p:spPr>
            <a:xfrm>
              <a:off x="4404605" y="3281744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able_TWformat_6_4">
              <a:extLst>
                <a:ext uri="{FF2B5EF4-FFF2-40B4-BE49-F238E27FC236}">
                  <ns2:creationId id="{83691238-DB71-FB70-24D6-46DB6E7615C2}"/>
                </a:ext>
              </a:extLst>
            </p:cNvPr>
            <p:cNvSpPr txBox="1"/>
            <p:nvPr/>
          </p:nvSpPr>
          <p:spPr>
            <a:xfrm>
              <a:off x="4404605" y="3545202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+mn-ea"/>
                </a:rPr>
                <a:t> 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ns2:creationId id="{C6552006-FABE-840D-1CC3-9A3FFA45C74C}"/>
                </a:ext>
              </a:extLst>
            </p:cNvPr>
            <p:cNvCxnSpPr/>
            <p:nvPr/>
          </p:nvCxnSpPr>
          <p:spPr>
            <a:xfrm>
              <a:off x="4404605" y="3534855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able_TWformat_7_4">
              <a:extLst>
                <a:ext uri="{FF2B5EF4-FFF2-40B4-BE49-F238E27FC236}">
                  <ns2:creationId id="{81FF3B77-685C-E934-DC6B-70B8D9D431C2}"/>
                </a:ext>
              </a:extLst>
            </p:cNvPr>
            <p:cNvSpPr txBox="1"/>
            <p:nvPr/>
          </p:nvSpPr>
          <p:spPr>
            <a:xfrm>
              <a:off x="4404605" y="3798313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ROI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78" name="Straight Connector 77">
              <a:extLst>
                <a:ext uri="{FF2B5EF4-FFF2-40B4-BE49-F238E27FC236}">
                  <ns2:creationId id="{B66D300B-065B-C856-2477-3A433C564181}"/>
                </a:ext>
              </a:extLst>
            </p:cNvPr>
            <p:cNvCxnSpPr/>
            <p:nvPr/>
          </p:nvCxnSpPr>
          <p:spPr>
            <a:xfrm>
              <a:off x="4404605" y="3787966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able_TWformat_8_4">
              <a:extLst>
                <a:ext uri="{FF2B5EF4-FFF2-40B4-BE49-F238E27FC236}">
                  <ns2:creationId id="{2E1464F7-DAA4-960B-C0D7-6BB654216F88}"/>
                </a:ext>
              </a:extLst>
            </p:cNvPr>
            <p:cNvSpPr txBox="1"/>
            <p:nvPr/>
          </p:nvSpPr>
          <p:spPr>
            <a:xfrm>
              <a:off x="4404605" y="4051423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0" name="Straight Connector 79">
              <a:extLst>
                <a:ext uri="{FF2B5EF4-FFF2-40B4-BE49-F238E27FC236}">
                  <ns2:creationId id="{D62E7917-2E11-6E9A-1F0A-E7872FB7F4FD}"/>
                </a:ext>
              </a:extLst>
            </p:cNvPr>
            <p:cNvCxnSpPr/>
            <p:nvPr/>
          </p:nvCxnSpPr>
          <p:spPr>
            <a:xfrm>
              <a:off x="4404605" y="4041077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able_TWformat_9_4">
              <a:extLst>
                <a:ext uri="{FF2B5EF4-FFF2-40B4-BE49-F238E27FC236}">
                  <ns2:creationId id="{C36069F7-50A3-BC77-5096-CEDBAF3772CA}"/>
                </a:ext>
              </a:extLst>
            </p:cNvPr>
            <p:cNvSpPr txBox="1"/>
            <p:nvPr/>
          </p:nvSpPr>
          <p:spPr>
            <a:xfrm>
              <a:off x="4404605" y="4304535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ns2:creationId id="{A53CA896-0102-4691-8D3A-587C29CF45EA}"/>
                </a:ext>
              </a:extLst>
            </p:cNvPr>
            <p:cNvCxnSpPr/>
            <p:nvPr/>
          </p:nvCxnSpPr>
          <p:spPr>
            <a:xfrm>
              <a:off x="4404605" y="4294187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able_TWformat_10_4">
              <a:extLst>
                <a:ext uri="{FF2B5EF4-FFF2-40B4-BE49-F238E27FC236}">
                  <ns2:creationId id="{FAF27336-061A-C0C7-8A8B-6C1DED08280B}"/>
                </a:ext>
              </a:extLst>
            </p:cNvPr>
            <p:cNvSpPr txBox="1"/>
            <p:nvPr/>
          </p:nvSpPr>
          <p:spPr>
            <a:xfrm>
              <a:off x="4404605" y="4557644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/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4" name="Straight Connector 83">
              <a:extLst>
                <a:ext uri="{FF2B5EF4-FFF2-40B4-BE49-F238E27FC236}">
                  <ns2:creationId id="{7E83D869-E096-3E80-3B86-0ED6431A6664}"/>
                </a:ext>
              </a:extLst>
            </p:cNvPr>
            <p:cNvCxnSpPr/>
            <p:nvPr/>
          </p:nvCxnSpPr>
          <p:spPr>
            <a:xfrm>
              <a:off x="4404605" y="4547297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able_TWformat_11_4">
              <a:extLst>
                <a:ext uri="{FF2B5EF4-FFF2-40B4-BE49-F238E27FC236}">
                  <ns2:creationId id="{4E554F5D-1B7E-91A0-16F1-481CF6C6C020}"/>
                </a:ext>
              </a:extLst>
            </p:cNvPr>
            <p:cNvSpPr txBox="1"/>
            <p:nvPr/>
          </p:nvSpPr>
          <p:spPr>
            <a:xfrm>
              <a:off x="4404605" y="4810755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86" name="Straight Connector 85">
              <a:extLst>
                <a:ext uri="{FF2B5EF4-FFF2-40B4-BE49-F238E27FC236}">
                  <ns2:creationId id="{2D18B4C0-02FE-B0D1-61E4-44A3D3575572}"/>
                </a:ext>
              </a:extLst>
            </p:cNvPr>
            <p:cNvCxnSpPr/>
            <p:nvPr/>
          </p:nvCxnSpPr>
          <p:spPr>
            <a:xfrm>
              <a:off x="4404605" y="4800408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able_TWformat_12_4">
              <a:extLst>
                <a:ext uri="{FF2B5EF4-FFF2-40B4-BE49-F238E27FC236}">
                  <ns2:creationId id="{BA5D8CB5-F810-0676-12BD-4AF284B824DE}"/>
                </a:ext>
              </a:extLst>
            </p:cNvPr>
            <p:cNvSpPr txBox="1"/>
            <p:nvPr/>
          </p:nvSpPr>
          <p:spPr>
            <a:xfrm>
              <a:off x="4404605" y="5063866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(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/ 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)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88" name="Straight Connector 87">
              <a:extLst>
                <a:ext uri="{FF2B5EF4-FFF2-40B4-BE49-F238E27FC236}">
                  <ns2:creationId id="{079239F2-A9FA-359F-BAAA-299BE116CA4D}"/>
                </a:ext>
              </a:extLst>
            </p:cNvPr>
            <p:cNvCxnSpPr/>
            <p:nvPr/>
          </p:nvCxnSpPr>
          <p:spPr>
            <a:xfrm>
              <a:off x="4404605" y="5053519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able_TWformat_13_4">
              <a:extLst>
                <a:ext uri="{FF2B5EF4-FFF2-40B4-BE49-F238E27FC236}">
                  <ns2:creationId id="{35757787-9BE5-518A-0861-18BC89ACDEAF}"/>
                </a:ext>
              </a:extLst>
            </p:cNvPr>
            <p:cNvSpPr txBox="1"/>
            <p:nvPr/>
          </p:nvSpPr>
          <p:spPr>
            <a:xfrm>
              <a:off x="4404605" y="5316976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0" name="Straight Connector 89">
              <a:extLst>
                <a:ext uri="{FF2B5EF4-FFF2-40B4-BE49-F238E27FC236}">
                  <ns2:creationId id="{55C53D8F-A7AC-A60E-1EAA-EFE66190A1F6}"/>
                </a:ext>
              </a:extLst>
            </p:cNvPr>
            <p:cNvCxnSpPr/>
            <p:nvPr/>
          </p:nvCxnSpPr>
          <p:spPr>
            <a:xfrm>
              <a:off x="4404605" y="5306630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able_TWformat_14_4">
              <a:extLst>
                <a:ext uri="{FF2B5EF4-FFF2-40B4-BE49-F238E27FC236}">
                  <ns2:creationId id="{90437D31-8321-21E3-FE92-33C3E4A48D89}"/>
                </a:ext>
              </a:extLst>
            </p:cNvPr>
            <p:cNvSpPr txBox="1"/>
            <p:nvPr/>
          </p:nvSpPr>
          <p:spPr>
            <a:xfrm>
              <a:off x="4404605" y="5570087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2" name="Straight Connector 91">
              <a:extLst>
                <a:ext uri="{FF2B5EF4-FFF2-40B4-BE49-F238E27FC236}">
                  <ns2:creationId id="{38AA3523-01BA-F350-574C-74CBAB048DF8}"/>
                </a:ext>
              </a:extLst>
            </p:cNvPr>
            <p:cNvCxnSpPr/>
            <p:nvPr/>
          </p:nvCxnSpPr>
          <p:spPr>
            <a:xfrm>
              <a:off x="4404605" y="5559740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able_TWformat_15_4">
              <a:extLst>
                <a:ext uri="{FF2B5EF4-FFF2-40B4-BE49-F238E27FC236}">
                  <ns2:creationId id="{90DCB3C7-EEB2-3610-0B3E-6B6CE2AE8695}"/>
                </a:ext>
              </a:extLst>
            </p:cNvPr>
            <p:cNvSpPr txBox="1"/>
            <p:nvPr/>
          </p:nvSpPr>
          <p:spPr>
            <a:xfrm>
              <a:off x="4404605" y="5823197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DX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4" name="Straight Connector 93">
              <a:extLst>
                <a:ext uri="{FF2B5EF4-FFF2-40B4-BE49-F238E27FC236}">
                  <ns2:creationId id="{4646E8DB-A5A5-1436-3A0C-9B5554777030}"/>
                </a:ext>
              </a:extLst>
            </p:cNvPr>
            <p:cNvCxnSpPr/>
            <p:nvPr/>
          </p:nvCxnSpPr>
          <p:spPr>
            <a:xfrm>
              <a:off x="4404605" y="5812851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able_TWformat_16_4">
              <a:extLst>
                <a:ext uri="{FF2B5EF4-FFF2-40B4-BE49-F238E27FC236}">
                  <ns2:creationId id="{1E7D6B34-CF94-4BAB-3CE2-1C385D2F9BC8}"/>
                </a:ext>
              </a:extLst>
            </p:cNvPr>
            <p:cNvSpPr txBox="1"/>
            <p:nvPr/>
          </p:nvSpPr>
          <p:spPr>
            <a:xfrm>
              <a:off x="4404605" y="6076308"/>
              <a:ext cx="298450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①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ja-JP" altLang="en-US" sz="900" b="1">
                  <a:solidFill>
                    <a:srgbClr val="008000"/>
                  </a:solidFill>
                  <a:latin typeface="+mn-ea"/>
                </a:rPr>
                <a:t>②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96" name="Straight Connector 95">
              <a:extLst>
                <a:ext uri="{FF2B5EF4-FFF2-40B4-BE49-F238E27FC236}">
                  <ns2:creationId id="{00070EC1-60C6-D350-8F1A-24D2B961A4A3}"/>
                </a:ext>
              </a:extLst>
            </p:cNvPr>
            <p:cNvCxnSpPr/>
            <p:nvPr/>
          </p:nvCxnSpPr>
          <p:spPr>
            <a:xfrm>
              <a:off x="4404605" y="6065961"/>
              <a:ext cx="29845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able_TWformat_2_5">
              <a:extLst>
                <a:ext uri="{FF2B5EF4-FFF2-40B4-BE49-F238E27FC236}">
                  <ns2:creationId id="{55AB42D9-2CB7-7E08-778A-84A4A9C1B322}"/>
                </a:ext>
              </a:extLst>
            </p:cNvPr>
            <p:cNvSpPr txBox="1"/>
            <p:nvPr/>
          </p:nvSpPr>
          <p:spPr>
            <a:xfrm>
              <a:off x="7473683" y="2532760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) 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sp>
          <p:nvSpPr>
            <p:cNvPr id="99" name="table_TWformat_3_5">
              <a:extLst>
                <a:ext uri="{FF2B5EF4-FFF2-40B4-BE49-F238E27FC236}">
                  <ns2:creationId id="{01E645DB-52F5-F9B3-C323-863349EA04A0}"/>
                </a:ext>
              </a:extLst>
            </p:cNvPr>
            <p:cNvSpPr txBox="1"/>
            <p:nvPr/>
          </p:nvSpPr>
          <p:spPr>
            <a:xfrm>
              <a:off x="7473683" y="2785871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00" name="Straight Connector 99">
              <a:extLst>
                <a:ext uri="{FF2B5EF4-FFF2-40B4-BE49-F238E27FC236}">
                  <ns2:creationId id="{C560E206-0E1D-770E-138C-1F9034167AF9}"/>
                </a:ext>
              </a:extLst>
            </p:cNvPr>
            <p:cNvCxnSpPr/>
            <p:nvPr/>
          </p:nvCxnSpPr>
          <p:spPr>
            <a:xfrm>
              <a:off x="7473683" y="2775523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able_TWformat_4_5">
              <a:extLst>
                <a:ext uri="{FF2B5EF4-FFF2-40B4-BE49-F238E27FC236}">
                  <ns2:creationId id="{4B9292BB-5C18-BE1A-0FE0-03E2426674A7}"/>
                </a:ext>
              </a:extLst>
            </p:cNvPr>
            <p:cNvSpPr txBox="1"/>
            <p:nvPr/>
          </p:nvSpPr>
          <p:spPr>
            <a:xfrm>
              <a:off x="7473683" y="3038981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: 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02" name="Straight Connector 101">
              <a:extLst>
                <a:ext uri="{FF2B5EF4-FFF2-40B4-BE49-F238E27FC236}">
                  <ns2:creationId id="{2C4E46CB-E52D-3ED9-9F86-CC27D51C6D3F}"/>
                </a:ext>
              </a:extLst>
            </p:cNvPr>
            <p:cNvCxnSpPr/>
            <p:nvPr/>
          </p:nvCxnSpPr>
          <p:spPr>
            <a:xfrm>
              <a:off x="7473683" y="3028634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able_TWformat_5_5">
              <a:extLst>
                <a:ext uri="{FF2B5EF4-FFF2-40B4-BE49-F238E27FC236}">
                  <ns2:creationId id="{95AFFAF8-1737-196C-DA3D-8D4BAE090627}"/>
                </a:ext>
              </a:extLst>
            </p:cNvPr>
            <p:cNvSpPr txBox="1"/>
            <p:nvPr/>
          </p:nvSpPr>
          <p:spPr>
            <a:xfrm>
              <a:off x="7473683" y="3292092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04" name="Straight Connector 103">
              <a:extLst>
                <a:ext uri="{FF2B5EF4-FFF2-40B4-BE49-F238E27FC236}">
                  <ns2:creationId id="{C468C26A-CD4B-F32E-5CEA-272309C2769A}"/>
                </a:ext>
              </a:extLst>
            </p:cNvPr>
            <p:cNvCxnSpPr/>
            <p:nvPr/>
          </p:nvCxnSpPr>
          <p:spPr>
            <a:xfrm>
              <a:off x="7473683" y="3281744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able_TWformat_6_5">
              <a:extLst>
                <a:ext uri="{FF2B5EF4-FFF2-40B4-BE49-F238E27FC236}">
                  <ns2:creationId id="{A7F20406-F495-2C84-4A0B-6FC54F37EFF9}"/>
                </a:ext>
              </a:extLst>
            </p:cNvPr>
            <p:cNvSpPr txBox="1"/>
            <p:nvPr/>
          </p:nvSpPr>
          <p:spPr>
            <a:xfrm>
              <a:off x="7473683" y="3545202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06" name="Straight Connector 105">
              <a:extLst>
                <a:ext uri="{FF2B5EF4-FFF2-40B4-BE49-F238E27FC236}">
                  <ns2:creationId id="{7A700AB2-DFEE-B9E2-25F5-09EC3E0C6EFE}"/>
                </a:ext>
              </a:extLst>
            </p:cNvPr>
            <p:cNvCxnSpPr/>
            <p:nvPr/>
          </p:nvCxnSpPr>
          <p:spPr>
            <a:xfrm>
              <a:off x="7473683" y="3534855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able_TWformat_7_5">
              <a:extLst>
                <a:ext uri="{FF2B5EF4-FFF2-40B4-BE49-F238E27FC236}">
                  <ns2:creationId id="{F2EA0BF9-EF80-4C7C-AEE3-FAAF7F8FE7C5}"/>
                </a:ext>
              </a:extLst>
            </p:cNvPr>
            <p:cNvSpPr txBox="1"/>
            <p:nvPr/>
          </p:nvSpPr>
          <p:spPr>
            <a:xfrm>
              <a:off x="7473683" y="3798313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08" name="Straight Connector 107">
              <a:extLst>
                <a:ext uri="{FF2B5EF4-FFF2-40B4-BE49-F238E27FC236}">
                  <ns2:creationId id="{747270CF-C11C-2FD6-F905-5F900D24392E}"/>
                </a:ext>
              </a:extLst>
            </p:cNvPr>
            <p:cNvCxnSpPr/>
            <p:nvPr/>
          </p:nvCxnSpPr>
          <p:spPr>
            <a:xfrm>
              <a:off x="7473683" y="3787966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able_TWformat_8_5">
              <a:extLst>
                <a:ext uri="{FF2B5EF4-FFF2-40B4-BE49-F238E27FC236}">
                  <ns2:creationId id="{BD10DE6B-7CD4-8B7E-B5FC-381073AAED13}"/>
                </a:ext>
              </a:extLst>
            </p:cNvPr>
            <p:cNvSpPr txBox="1"/>
            <p:nvPr/>
          </p:nvSpPr>
          <p:spPr>
            <a:xfrm>
              <a:off x="7473683" y="4051423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 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1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10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10" name="Straight Connector 109">
              <a:extLst>
                <a:ext uri="{FF2B5EF4-FFF2-40B4-BE49-F238E27FC236}">
                  <ns2:creationId id="{A96FDFF7-A9C0-7477-59F0-B4AD57D162FF}"/>
                </a:ext>
              </a:extLst>
            </p:cNvPr>
            <p:cNvCxnSpPr/>
            <p:nvPr/>
          </p:nvCxnSpPr>
          <p:spPr>
            <a:xfrm>
              <a:off x="7473683" y="4041077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able_TWformat_9_5">
              <a:extLst>
                <a:ext uri="{FF2B5EF4-FFF2-40B4-BE49-F238E27FC236}">
                  <ns2:creationId id="{888CADE7-7EEB-C3E2-3F67-8144866ED992}"/>
                </a:ext>
              </a:extLst>
            </p:cNvPr>
            <p:cNvSpPr txBox="1"/>
            <p:nvPr/>
          </p:nvSpPr>
          <p:spPr>
            <a:xfrm>
              <a:off x="7473683" y="4304535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12" name="Straight Connector 111">
              <a:extLst>
                <a:ext uri="{FF2B5EF4-FFF2-40B4-BE49-F238E27FC236}">
                  <ns2:creationId id="{E0150D76-AEB7-1FF1-A0B4-C0E0C674A3CD}"/>
                </a:ext>
              </a:extLst>
            </p:cNvPr>
            <p:cNvCxnSpPr/>
            <p:nvPr/>
          </p:nvCxnSpPr>
          <p:spPr>
            <a:xfrm>
              <a:off x="7473683" y="4294187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able_TWformat_10_5">
              <a:extLst>
                <a:ext uri="{FF2B5EF4-FFF2-40B4-BE49-F238E27FC236}">
                  <ns2:creationId id="{B7573172-6335-101E-C4EE-7654409B040B}"/>
                </a:ext>
              </a:extLst>
            </p:cNvPr>
            <p:cNvSpPr txBox="1"/>
            <p:nvPr/>
          </p:nvSpPr>
          <p:spPr>
            <a:xfrm>
              <a:off x="7473683" y="4557644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: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14" name="Straight Connector 113">
              <a:extLst>
                <a:ext uri="{FF2B5EF4-FFF2-40B4-BE49-F238E27FC236}">
                  <ns2:creationId id="{C9E68E96-F1FD-B28B-8959-9B10BF6D78B3}"/>
                </a:ext>
              </a:extLst>
            </p:cNvPr>
            <p:cNvCxnSpPr/>
            <p:nvPr/>
          </p:nvCxnSpPr>
          <p:spPr>
            <a:xfrm>
              <a:off x="7473683" y="4547297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able_TWformat_11_5">
              <a:extLst>
                <a:ext uri="{FF2B5EF4-FFF2-40B4-BE49-F238E27FC236}">
                  <ns2:creationId id="{376297E6-D5E5-5D34-C69D-F123D0482F22}"/>
                </a:ext>
              </a:extLst>
            </p:cNvPr>
            <p:cNvSpPr txBox="1"/>
            <p:nvPr/>
          </p:nvSpPr>
          <p:spPr>
            <a:xfrm>
              <a:off x="7473683" y="4810755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: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、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:</a:t>
              </a:r>
              <a:r>
                <a:rPr kumimoji="1" lang="ja-JP" altLang="en-US" sz="900">
                  <a:latin typeface="+mn-ea"/>
                </a:rPr>
                <a:t> </a:t>
              </a:r>
              <a:r>
                <a:rPr kumimoji="1" lang="en-US" altLang="zh-TW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16" name="Straight Connector 115">
              <a:extLst>
                <a:ext uri="{FF2B5EF4-FFF2-40B4-BE49-F238E27FC236}">
                  <ns2:creationId id="{E9E9761F-A8CE-0217-1C6C-9F952B188617}"/>
                </a:ext>
              </a:extLst>
            </p:cNvPr>
            <p:cNvCxnSpPr/>
            <p:nvPr/>
          </p:nvCxnSpPr>
          <p:spPr>
            <a:xfrm>
              <a:off x="7473683" y="4800408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able_TWformat_12_5">
              <a:extLst>
                <a:ext uri="{FF2B5EF4-FFF2-40B4-BE49-F238E27FC236}">
                  <ns2:creationId id="{D2B2A181-1478-A906-3BB3-2ACC4A2B444D}"/>
                </a:ext>
              </a:extLst>
            </p:cNvPr>
            <p:cNvSpPr txBox="1"/>
            <p:nvPr/>
          </p:nvSpPr>
          <p:spPr>
            <a:xfrm>
              <a:off x="7473683" y="5063866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18" name="Straight Connector 117">
              <a:extLst>
                <a:ext uri="{FF2B5EF4-FFF2-40B4-BE49-F238E27FC236}">
                  <ns2:creationId id="{9BB143C1-25A8-D76A-78A6-801EE6BF5704}"/>
                </a:ext>
              </a:extLst>
            </p:cNvPr>
            <p:cNvCxnSpPr/>
            <p:nvPr/>
          </p:nvCxnSpPr>
          <p:spPr>
            <a:xfrm>
              <a:off x="7473683" y="5053519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able_TWformat_13_5">
              <a:extLst>
                <a:ext uri="{FF2B5EF4-FFF2-40B4-BE49-F238E27FC236}">
                  <ns2:creationId id="{6F86EB7E-F37D-0CD3-5B8D-CC85E2ECEB5B}"/>
                </a:ext>
              </a:extLst>
            </p:cNvPr>
            <p:cNvSpPr txBox="1"/>
            <p:nvPr/>
          </p:nvSpPr>
          <p:spPr>
            <a:xfrm>
              <a:off x="7473683" y="5316976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  <a:r>
                <a:rPr kumimoji="1" lang="en-US" altLang="ja-JP" sz="900">
                  <a:latin typeface="+mn-ea"/>
                </a:rPr>
                <a:t>)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20" name="Straight Connector 119">
              <a:extLst>
                <a:ext uri="{FF2B5EF4-FFF2-40B4-BE49-F238E27FC236}">
                  <ns2:creationId id="{9CD29438-D2C2-54B4-5C64-933C2702EBAD}"/>
                </a:ext>
              </a:extLst>
            </p:cNvPr>
            <p:cNvCxnSpPr/>
            <p:nvPr/>
          </p:nvCxnSpPr>
          <p:spPr>
            <a:xfrm>
              <a:off x="7473683" y="5306630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able_TWformat_14_5">
              <a:extLst>
                <a:ext uri="{FF2B5EF4-FFF2-40B4-BE49-F238E27FC236}">
                  <ns2:creationId id="{AF48A3EB-479A-B33B-B987-4189EE59840C}"/>
                </a:ext>
              </a:extLst>
            </p:cNvPr>
            <p:cNvSpPr txBox="1"/>
            <p:nvPr/>
          </p:nvSpPr>
          <p:spPr>
            <a:xfrm>
              <a:off x="7473683" y="5570087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: 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r>
                <a:rPr kumimoji="1" lang="en-US" altLang="zh-TW" sz="900">
                  <a:latin typeface="+mn-ea"/>
                </a:rPr>
                <a:t>XX</a:t>
              </a:r>
              <a:r>
                <a:rPr kumimoji="1" lang="zh-TW" altLang="en-US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22" name="Straight Connector 121">
              <a:extLst>
                <a:ext uri="{FF2B5EF4-FFF2-40B4-BE49-F238E27FC236}">
                  <ns2:creationId id="{7B38EAE5-B1AA-D929-AF5E-67CE26C30A99}"/>
                </a:ext>
              </a:extLst>
            </p:cNvPr>
            <p:cNvCxnSpPr/>
            <p:nvPr/>
          </p:nvCxnSpPr>
          <p:spPr>
            <a:xfrm>
              <a:off x="7473683" y="5559740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able_TWformat_15_5">
              <a:extLst>
                <a:ext uri="{FF2B5EF4-FFF2-40B4-BE49-F238E27FC236}">
                  <ns2:creationId id="{FEF79D82-8C7D-35D8-BA87-7142FE356D48}"/>
                </a:ext>
              </a:extLst>
            </p:cNvPr>
            <p:cNvSpPr txBox="1"/>
            <p:nvPr/>
          </p:nvSpPr>
          <p:spPr>
            <a:xfrm>
              <a:off x="7473683" y="5823197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24" name="Straight Connector 123">
              <a:extLst>
                <a:ext uri="{FF2B5EF4-FFF2-40B4-BE49-F238E27FC236}">
                  <ns2:creationId id="{FE191CAE-2931-8D33-7424-5436D6339780}"/>
                </a:ext>
              </a:extLst>
            </p:cNvPr>
            <p:cNvCxnSpPr/>
            <p:nvPr/>
          </p:nvCxnSpPr>
          <p:spPr>
            <a:xfrm>
              <a:off x="7473683" y="5812851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able_TWformat_16_5">
              <a:extLst>
                <a:ext uri="{FF2B5EF4-FFF2-40B4-BE49-F238E27FC236}">
                  <ns2:creationId id="{721D7F7E-6A16-E89B-5E15-DF02445240E4}"/>
                </a:ext>
              </a:extLst>
            </p:cNvPr>
            <p:cNvSpPr txBox="1"/>
            <p:nvPr/>
          </p:nvSpPr>
          <p:spPr>
            <a:xfrm>
              <a:off x="7473683" y="6076308"/>
              <a:ext cx="3516140" cy="232416"/>
            </a:xfrm>
            <a:prstGeom prst="rect">
              <a:avLst/>
            </a:prstGeom>
            <a:noFill/>
          </p:spPr>
          <p:txBody>
            <a:bodyPr vert="horz" wrap="square" lIns="10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26" name="Straight Connector 125">
              <a:extLst>
                <a:ext uri="{FF2B5EF4-FFF2-40B4-BE49-F238E27FC236}">
                  <ns2:creationId id="{2FFD8934-DA68-CC1C-B7A3-F31BBB414F69}"/>
                </a:ext>
              </a:extLst>
            </p:cNvPr>
            <p:cNvCxnSpPr/>
            <p:nvPr/>
          </p:nvCxnSpPr>
          <p:spPr>
            <a:xfrm>
              <a:off x="7473683" y="6065961"/>
              <a:ext cx="351614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table_TWformat_2_6">
              <a:extLst>
                <a:ext uri="{FF2B5EF4-FFF2-40B4-BE49-F238E27FC236}">
                  <ns2:creationId id="{D0A30374-5AF9-63CD-BB55-F68742FE67BC}"/>
                </a:ext>
              </a:extLst>
            </p:cNvPr>
            <p:cNvSpPr txBox="1"/>
            <p:nvPr/>
          </p:nvSpPr>
          <p:spPr>
            <a:xfrm>
              <a:off x="11074400" y="2532760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sp>
          <p:nvSpPr>
            <p:cNvPr id="129" name="table_TWformat_3_6">
              <a:extLst>
                <a:ext uri="{FF2B5EF4-FFF2-40B4-BE49-F238E27FC236}">
                  <ns2:creationId id="{458D6FD4-50A6-E645-4DE9-F0B255F11728}"/>
                </a:ext>
              </a:extLst>
            </p:cNvPr>
            <p:cNvSpPr txBox="1"/>
            <p:nvPr/>
          </p:nvSpPr>
          <p:spPr>
            <a:xfrm>
              <a:off x="11074400" y="2785871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0" name="Straight Connector 129">
              <a:extLst>
                <a:ext uri="{FF2B5EF4-FFF2-40B4-BE49-F238E27FC236}">
                  <ns2:creationId id="{EC7D7C5B-E339-3BF3-0FFF-0251CE1AD21E}"/>
                </a:ext>
              </a:extLst>
            </p:cNvPr>
            <p:cNvCxnSpPr/>
            <p:nvPr/>
          </p:nvCxnSpPr>
          <p:spPr>
            <a:xfrm>
              <a:off x="11074400" y="2775523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able_TWformat_4_6">
              <a:extLst>
                <a:ext uri="{FF2B5EF4-FFF2-40B4-BE49-F238E27FC236}">
                  <ns2:creationId id="{70163AE0-B3AC-8A5B-65E1-A60FF3D1DBA9}"/>
                </a:ext>
              </a:extLst>
            </p:cNvPr>
            <p:cNvSpPr txBox="1"/>
            <p:nvPr/>
          </p:nvSpPr>
          <p:spPr>
            <a:xfrm>
              <a:off x="11074400" y="3038981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2" name="Straight Connector 131">
              <a:extLst>
                <a:ext uri="{FF2B5EF4-FFF2-40B4-BE49-F238E27FC236}">
                  <ns2:creationId id="{10871B3B-1B76-A3A1-399A-A7C6ED2C77EC}"/>
                </a:ext>
              </a:extLst>
            </p:cNvPr>
            <p:cNvCxnSpPr/>
            <p:nvPr/>
          </p:nvCxnSpPr>
          <p:spPr>
            <a:xfrm>
              <a:off x="11074400" y="3028634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table_TWformat_5_6">
              <a:extLst>
                <a:ext uri="{FF2B5EF4-FFF2-40B4-BE49-F238E27FC236}">
                  <ns2:creationId id="{E878D76E-8C03-D071-83F0-73148C480C87}"/>
                </a:ext>
              </a:extLst>
            </p:cNvPr>
            <p:cNvSpPr txBox="1"/>
            <p:nvPr/>
          </p:nvSpPr>
          <p:spPr>
            <a:xfrm>
              <a:off x="11074400" y="3292092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ns2:creationId id="{6A436FBE-D55B-A9FB-6DDC-EA4E8D515B54}"/>
                </a:ext>
              </a:extLst>
            </p:cNvPr>
            <p:cNvCxnSpPr/>
            <p:nvPr/>
          </p:nvCxnSpPr>
          <p:spPr>
            <a:xfrm>
              <a:off x="11074400" y="3281744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able_TWformat_6_6">
              <a:extLst>
                <a:ext uri="{FF2B5EF4-FFF2-40B4-BE49-F238E27FC236}">
                  <ns2:creationId id="{25300002-E7E6-ED52-6429-DF9B0F74BEDB}"/>
                </a:ext>
              </a:extLst>
            </p:cNvPr>
            <p:cNvSpPr txBox="1"/>
            <p:nvPr/>
          </p:nvSpPr>
          <p:spPr>
            <a:xfrm>
              <a:off x="11074400" y="3545202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ns2:creationId id="{65137E03-C833-9BD4-7B94-5897B2F94EC7}"/>
                </a:ext>
              </a:extLst>
            </p:cNvPr>
            <p:cNvCxnSpPr/>
            <p:nvPr/>
          </p:nvCxnSpPr>
          <p:spPr>
            <a:xfrm>
              <a:off x="11074400" y="3534855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able_TWformat_7_6">
              <a:extLst>
                <a:ext uri="{FF2B5EF4-FFF2-40B4-BE49-F238E27FC236}">
                  <ns2:creationId id="{BE29202C-D1E7-4C92-9821-E328F94BEEE0}"/>
                </a:ext>
              </a:extLst>
            </p:cNvPr>
            <p:cNvSpPr txBox="1"/>
            <p:nvPr/>
          </p:nvSpPr>
          <p:spPr>
            <a:xfrm>
              <a:off x="11074400" y="3798313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38" name="Straight Connector 137">
              <a:extLst>
                <a:ext uri="{FF2B5EF4-FFF2-40B4-BE49-F238E27FC236}">
                  <ns2:creationId id="{DCAFEA8B-C092-70BD-D425-85449D9AC56F}"/>
                </a:ext>
              </a:extLst>
            </p:cNvPr>
            <p:cNvCxnSpPr/>
            <p:nvPr/>
          </p:nvCxnSpPr>
          <p:spPr>
            <a:xfrm>
              <a:off x="11074400" y="3787966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able_TWformat_8_6">
              <a:extLst>
                <a:ext uri="{FF2B5EF4-FFF2-40B4-BE49-F238E27FC236}">
                  <ns2:creationId id="{9DEB72E6-8C0C-9CF5-9CA1-FF1B8CD33CBE}"/>
                </a:ext>
              </a:extLst>
            </p:cNvPr>
            <p:cNvSpPr txBox="1"/>
            <p:nvPr/>
          </p:nvSpPr>
          <p:spPr>
            <a:xfrm>
              <a:off x="11074400" y="4051423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900">
                  <a:latin typeface="+mn-ea"/>
                </a:rPr>
                <a:t>XX</a:t>
              </a:r>
            </a:p>
          </p:txBody>
        </p:sp>
        <p:cxnSp>
          <p:nvCxnSpPr>
            <p:cNvPr id="140" name="Straight Connector 139">
              <a:extLst>
                <a:ext uri="{FF2B5EF4-FFF2-40B4-BE49-F238E27FC236}">
                  <ns2:creationId id="{1E7744FB-2D24-DB97-B132-8DCC2F739A22}"/>
                </a:ext>
              </a:extLst>
            </p:cNvPr>
            <p:cNvCxnSpPr/>
            <p:nvPr/>
          </p:nvCxnSpPr>
          <p:spPr>
            <a:xfrm>
              <a:off x="11074400" y="4041077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table_TWformat_9_6">
              <a:extLst>
                <a:ext uri="{FF2B5EF4-FFF2-40B4-BE49-F238E27FC236}">
                  <ns2:creationId id="{499B873D-D4E1-49CD-A6CB-055FECF9BADF}"/>
                </a:ext>
              </a:extLst>
            </p:cNvPr>
            <p:cNvSpPr txBox="1"/>
            <p:nvPr/>
          </p:nvSpPr>
          <p:spPr>
            <a:xfrm>
              <a:off x="11074400" y="4304535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42" name="Straight Connector 141">
              <a:extLst>
                <a:ext uri="{FF2B5EF4-FFF2-40B4-BE49-F238E27FC236}">
                  <ns2:creationId id="{EF475EF6-11A1-A232-1A22-4AFDF0A73025}"/>
                </a:ext>
              </a:extLst>
            </p:cNvPr>
            <p:cNvCxnSpPr/>
            <p:nvPr/>
          </p:nvCxnSpPr>
          <p:spPr>
            <a:xfrm>
              <a:off x="11074400" y="4294187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able_TWformat_10_6">
              <a:extLst>
                <a:ext uri="{FF2B5EF4-FFF2-40B4-BE49-F238E27FC236}">
                  <ns2:creationId id="{11C0A2B9-2809-73CB-35C9-7C023A05B8B9}"/>
                </a:ext>
              </a:extLst>
            </p:cNvPr>
            <p:cNvSpPr txBox="1"/>
            <p:nvPr/>
          </p:nvSpPr>
          <p:spPr>
            <a:xfrm>
              <a:off x="11074400" y="4557644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pPr algn="r"/>
              <a:r>
                <a:rPr lang="en-US" altLang="ja-JP"/>
                <a:t>XX</a:t>
              </a:r>
              <a:endParaRPr lang="ja-JP" altLang="en-US"/>
            </a:p>
          </p:txBody>
        </p:sp>
        <p:cxnSp>
          <p:nvCxnSpPr>
            <p:cNvPr id="144" name="Straight Connector 143">
              <a:extLst>
                <a:ext uri="{FF2B5EF4-FFF2-40B4-BE49-F238E27FC236}">
                  <ns2:creationId id="{175A0C73-6213-0C2E-B10A-1B1B6CFFF147}"/>
                </a:ext>
              </a:extLst>
            </p:cNvPr>
            <p:cNvCxnSpPr/>
            <p:nvPr/>
          </p:nvCxnSpPr>
          <p:spPr>
            <a:xfrm>
              <a:off x="11074400" y="4547297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able_TWformat_11_6">
              <a:extLst>
                <a:ext uri="{FF2B5EF4-FFF2-40B4-BE49-F238E27FC236}">
                  <ns2:creationId id="{7FF4159D-90CB-D49E-C9DA-285F439A30CF}"/>
                </a:ext>
              </a:extLst>
            </p:cNvPr>
            <p:cNvSpPr txBox="1"/>
            <p:nvPr/>
          </p:nvSpPr>
          <p:spPr>
            <a:xfrm>
              <a:off x="11074400" y="4810755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>
              <a:defPPr>
                <a:defRPr lang="ja-JP"/>
              </a:defPPr>
              <a:lvl1pPr algn="ctr">
                <a:buClr>
                  <a:schemeClr val="accent1"/>
                </a:buClr>
                <a:defRPr sz="900">
                  <a:latin typeface="+mn-ea"/>
                </a:defRPr>
              </a:lvl1pPr>
            </a:lstStyle>
            <a:p>
              <a:pPr algn="r"/>
              <a:r>
                <a:rPr lang="en-US" altLang="ja-JP"/>
                <a:t>XX</a:t>
              </a:r>
              <a:endParaRPr lang="ja-JP" altLang="en-US"/>
            </a:p>
          </p:txBody>
        </p:sp>
        <p:cxnSp>
          <p:nvCxnSpPr>
            <p:cNvPr id="146" name="Straight Connector 145">
              <a:extLst>
                <a:ext uri="{FF2B5EF4-FFF2-40B4-BE49-F238E27FC236}">
                  <ns2:creationId id="{EFD7EC9A-1B61-F8A7-48B7-B11751013015}"/>
                </a:ext>
              </a:extLst>
            </p:cNvPr>
            <p:cNvCxnSpPr/>
            <p:nvPr/>
          </p:nvCxnSpPr>
          <p:spPr>
            <a:xfrm>
              <a:off x="11074400" y="4800408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able_TWformat_12_6">
              <a:extLst>
                <a:ext uri="{FF2B5EF4-FFF2-40B4-BE49-F238E27FC236}">
                  <ns2:creationId id="{3AD4DA34-68D5-3CA3-6B62-2E2113F7A5E5}"/>
                </a:ext>
              </a:extLst>
            </p:cNvPr>
            <p:cNvSpPr txBox="1"/>
            <p:nvPr/>
          </p:nvSpPr>
          <p:spPr>
            <a:xfrm>
              <a:off x="11074400" y="5063866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ns2:creationId id="{B7D15CA9-6A31-AE2E-AE8D-34FD203808D1}"/>
                </a:ext>
              </a:extLst>
            </p:cNvPr>
            <p:cNvCxnSpPr/>
            <p:nvPr/>
          </p:nvCxnSpPr>
          <p:spPr>
            <a:xfrm>
              <a:off x="11074400" y="5053519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table_TWformat_13_6">
              <a:extLst>
                <a:ext uri="{FF2B5EF4-FFF2-40B4-BE49-F238E27FC236}">
                  <ns2:creationId id="{E56D1B9B-AA86-B65C-969C-679147CD7E9E}"/>
                </a:ext>
              </a:extLst>
            </p:cNvPr>
            <p:cNvSpPr txBox="1"/>
            <p:nvPr/>
          </p:nvSpPr>
          <p:spPr>
            <a:xfrm>
              <a:off x="11074400" y="5316976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0" name="Straight Connector 149">
              <a:extLst>
                <a:ext uri="{FF2B5EF4-FFF2-40B4-BE49-F238E27FC236}">
                  <ns2:creationId id="{99459B10-EA2B-2DDA-3905-7853CA778D91}"/>
                </a:ext>
              </a:extLst>
            </p:cNvPr>
            <p:cNvCxnSpPr/>
            <p:nvPr/>
          </p:nvCxnSpPr>
          <p:spPr>
            <a:xfrm>
              <a:off x="11074400" y="5306630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table_TWformat_14_6">
              <a:extLst>
                <a:ext uri="{FF2B5EF4-FFF2-40B4-BE49-F238E27FC236}">
                  <ns2:creationId id="{1C9EB4A4-7489-3A14-714E-3811B1857BEA}"/>
                </a:ext>
              </a:extLst>
            </p:cNvPr>
            <p:cNvSpPr txBox="1"/>
            <p:nvPr/>
          </p:nvSpPr>
          <p:spPr>
            <a:xfrm>
              <a:off x="11074400" y="5570087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144000" bIns="36000" rtlCol="0" anchor="ctr">
              <a:noAutofit/>
            </a:bodyPr>
            <a:lstStyle/>
            <a:p>
              <a:pPr algn="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XX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2" name="Straight Connector 151">
              <a:extLst>
                <a:ext uri="{FF2B5EF4-FFF2-40B4-BE49-F238E27FC236}">
                  <ns2:creationId id="{A21CC246-5112-6ED4-57B4-D984AE5A3B01}"/>
                </a:ext>
              </a:extLst>
            </p:cNvPr>
            <p:cNvCxnSpPr/>
            <p:nvPr/>
          </p:nvCxnSpPr>
          <p:spPr>
            <a:xfrm>
              <a:off x="11074400" y="5559740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table_TWformat_15_6">
              <a:extLst>
                <a:ext uri="{FF2B5EF4-FFF2-40B4-BE49-F238E27FC236}">
                  <ns2:creationId id="{0A59A558-7F5B-CDDB-63CD-73A2987740CD}"/>
                </a:ext>
              </a:extLst>
            </p:cNvPr>
            <p:cNvSpPr txBox="1"/>
            <p:nvPr/>
          </p:nvSpPr>
          <p:spPr>
            <a:xfrm>
              <a:off x="11074400" y="5823197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4" name="Straight Connector 153">
              <a:extLst>
                <a:ext uri="{FF2B5EF4-FFF2-40B4-BE49-F238E27FC236}">
                  <ns2:creationId id="{A525770F-AB11-6C58-22B8-0C86BEB8407C}"/>
                </a:ext>
              </a:extLst>
            </p:cNvPr>
            <p:cNvCxnSpPr/>
            <p:nvPr/>
          </p:nvCxnSpPr>
          <p:spPr>
            <a:xfrm>
              <a:off x="11074400" y="5812851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table_TWformat_16_6">
              <a:extLst>
                <a:ext uri="{FF2B5EF4-FFF2-40B4-BE49-F238E27FC236}">
                  <ns2:creationId id="{36940823-E4C8-BCBC-BB22-DBC3C20B819C}"/>
                </a:ext>
              </a:extLst>
            </p:cNvPr>
            <p:cNvSpPr txBox="1"/>
            <p:nvPr/>
          </p:nvSpPr>
          <p:spPr>
            <a:xfrm>
              <a:off x="11074400" y="6076308"/>
              <a:ext cx="782638" cy="232416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+mn-ea"/>
                </a:rPr>
                <a:t>- </a:t>
              </a:r>
              <a:endParaRPr kumimoji="1" lang="ja-JP" altLang="en-US" sz="900">
                <a:latin typeface="+mn-ea"/>
              </a:endParaRPr>
            </a:p>
          </p:txBody>
        </p:sp>
        <p:cxnSp>
          <p:nvCxnSpPr>
            <p:cNvPr id="156" name="Straight Connector 155">
              <a:extLst>
                <a:ext uri="{FF2B5EF4-FFF2-40B4-BE49-F238E27FC236}">
                  <ns2:creationId id="{16DA385B-7D84-9F64-64DD-E1C7E67EBD6D}"/>
                </a:ext>
              </a:extLst>
            </p:cNvPr>
            <p:cNvCxnSpPr/>
            <p:nvPr/>
          </p:nvCxnSpPr>
          <p:spPr>
            <a:xfrm>
              <a:off x="11074400" y="6065961"/>
              <a:ext cx="78263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Group 181">
              <a:extLst>
                <a:ext uri="{FF2B5EF4-FFF2-40B4-BE49-F238E27FC236}">
                  <ns2:creationId id="{6CC1B9C9-803B-C420-21F5-001284F5AD89}"/>
                </a:ext>
              </a:extLst>
            </p:cNvPr>
            <p:cNvGrpSpPr/>
            <p:nvPr/>
          </p:nvGrpSpPr>
          <p:grpSpPr>
            <a:xfrm>
              <a:off x="334963" y="1628775"/>
              <a:ext cx="1106487" cy="883291"/>
              <a:chOff x="334963" y="1628775"/>
              <a:chExt cx="1106487" cy="883291"/>
            </a:xfrm>
          </p:grpSpPr>
          <p:sp>
            <p:nvSpPr>
              <p:cNvPr id="7" name="table_TWformat_1_2">
                <a:extLst>
                  <a:ext uri="{FF2B5EF4-FFF2-40B4-BE49-F238E27FC236}">
                    <ns2:creationId id="{D33FE90F-F03E-1E6A-354D-906B736CA846}"/>
                  </a:ext>
                </a:extLst>
              </p:cNvPr>
              <p:cNvSpPr txBox="1"/>
              <p:nvPr/>
            </p:nvSpPr>
            <p:spPr>
              <a:xfrm>
                <a:off x="334963" y="1628775"/>
                <a:ext cx="1106487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69" name="Graphic 168" descr="Clipboard with solid fill">
                <a:extLst>
                  <a:ext uri="{FF2B5EF4-FFF2-40B4-BE49-F238E27FC236}">
                    <ns2:creationId id="{B7C764D1-6E93-1B61-9494-05E130526E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14003" y="1928094"/>
                <a:ext cx="548406" cy="548408"/>
              </a:xfrm>
              <a:prstGeom prst="rect">
                <a:avLst/>
              </a:prstGeom>
            </p:spPr>
          </p:pic>
        </p:grpSp>
        <p:grpSp>
          <p:nvGrpSpPr>
            <p:cNvPr id="181" name="Group 180">
              <a:extLst>
                <a:ext uri="{FF2B5EF4-FFF2-40B4-BE49-F238E27FC236}">
                  <ns2:creationId id="{A14B7E01-9291-5F5B-8A64-6510621009AA}"/>
                </a:ext>
              </a:extLst>
            </p:cNvPr>
            <p:cNvGrpSpPr/>
            <p:nvPr/>
          </p:nvGrpSpPr>
          <p:grpSpPr>
            <a:xfrm>
              <a:off x="11074400" y="1628775"/>
              <a:ext cx="782638" cy="883291"/>
              <a:chOff x="11074400" y="1628775"/>
              <a:chExt cx="782638" cy="883291"/>
            </a:xfrm>
          </p:grpSpPr>
          <p:sp>
            <p:nvSpPr>
              <p:cNvPr id="127" name="table_TWformat_1_6">
                <a:extLst>
                  <a:ext uri="{FF2B5EF4-FFF2-40B4-BE49-F238E27FC236}">
                    <ns2:creationId id="{849D264C-447D-A236-9C9E-38AD6AD2232C}"/>
                  </a:ext>
                </a:extLst>
              </p:cNvPr>
              <p:cNvSpPr txBox="1"/>
              <p:nvPr/>
            </p:nvSpPr>
            <p:spPr>
              <a:xfrm>
                <a:off x="11074400" y="1628775"/>
                <a:ext cx="782638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0" tIns="72000" rIns="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ROI</a:t>
                </a:r>
              </a:p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1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100" b="1">
                    <a:solidFill>
                      <a:schemeClr val="bg1"/>
                    </a:solidFill>
                    <a:latin typeface="+mn-ea"/>
                  </a:rPr>
                  <a:t>) </a:t>
                </a:r>
                <a:endParaRPr kumimoji="1" lang="ja-JP" altLang="en-US" sz="11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1" name="Graphic 170" descr="Treasure chest with solid fill">
                <a:extLst>
                  <a:ext uri="{FF2B5EF4-FFF2-40B4-BE49-F238E27FC236}">
                    <ns2:creationId id="{17060312-5FE3-62E6-63FB-09DBB4BDD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262710" y="2094540"/>
                <a:ext cx="406014" cy="406016"/>
              </a:xfrm>
              <a:prstGeom prst="rect">
                <a:avLst/>
              </a:prstGeom>
            </p:spPr>
          </p:pic>
        </p:grpSp>
        <p:grpSp>
          <p:nvGrpSpPr>
            <p:cNvPr id="183" name="Group 182">
              <a:extLst>
                <a:ext uri="{FF2B5EF4-FFF2-40B4-BE49-F238E27FC236}">
                  <ns2:creationId id="{72B87E37-0F5D-0705-24CE-56C8809E462B}"/>
                </a:ext>
              </a:extLst>
            </p:cNvPr>
            <p:cNvGrpSpPr/>
            <p:nvPr/>
          </p:nvGrpSpPr>
          <p:grpSpPr>
            <a:xfrm>
              <a:off x="4404605" y="1628775"/>
              <a:ext cx="2984500" cy="883291"/>
              <a:chOff x="4404605" y="1628775"/>
              <a:chExt cx="2984500" cy="883291"/>
            </a:xfrm>
          </p:grpSpPr>
          <p:sp>
            <p:nvSpPr>
              <p:cNvPr id="67" name="table_TWformat_1_4">
                <a:extLst>
                  <a:ext uri="{FF2B5EF4-FFF2-40B4-BE49-F238E27FC236}">
                    <ns2:creationId id="{74390F48-AD96-6B86-0E80-6E00EF9A8553}"/>
                  </a:ext>
                </a:extLst>
              </p:cNvPr>
              <p:cNvSpPr txBox="1"/>
              <p:nvPr/>
            </p:nvSpPr>
            <p:spPr>
              <a:xfrm>
                <a:off x="4404605" y="1628775"/>
                <a:ext cx="2984500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:</a:t>
                </a: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4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3" name="Graphic 172" descr="Bar chart with solid fill">
                <a:extLst>
                  <a:ext uri="{FF2B5EF4-FFF2-40B4-BE49-F238E27FC236}">
                    <ns2:creationId id="{F570598F-FED1-BA4B-9EC8-EB7991B22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5622652" y="1928093"/>
                <a:ext cx="548406" cy="548408"/>
              </a:xfrm>
              <a:prstGeom prst="rect">
                <a:avLst/>
              </a:prstGeom>
            </p:spPr>
          </p:pic>
        </p:grpSp>
        <p:grpSp>
          <p:nvGrpSpPr>
            <p:cNvPr id="180" name="Group 179">
              <a:extLst>
                <a:ext uri="{FF2B5EF4-FFF2-40B4-BE49-F238E27FC236}">
                  <ns2:creationId id="{0CC0AB2F-EA61-85B7-961D-985E4C30A330}"/>
                </a:ext>
              </a:extLst>
            </p:cNvPr>
            <p:cNvGrpSpPr/>
            <p:nvPr/>
          </p:nvGrpSpPr>
          <p:grpSpPr>
            <a:xfrm>
              <a:off x="7473683" y="1628775"/>
              <a:ext cx="3516140" cy="883291"/>
              <a:chOff x="7473683" y="1628775"/>
              <a:chExt cx="3516140" cy="883291"/>
            </a:xfrm>
          </p:grpSpPr>
          <p:sp>
            <p:nvSpPr>
              <p:cNvPr id="97" name="table_TWformat_1_5">
                <a:extLst>
                  <a:ext uri="{FF2B5EF4-FFF2-40B4-BE49-F238E27FC236}">
                    <ns2:creationId id="{2BDB3627-179A-198D-125A-9F0CB636B6BA}"/>
                  </a:ext>
                </a:extLst>
              </p:cNvPr>
              <p:cNvSpPr txBox="1"/>
              <p:nvPr/>
            </p:nvSpPr>
            <p:spPr>
              <a:xfrm>
                <a:off x="7473683" y="1628775"/>
                <a:ext cx="3516140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zh-TW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zh-TW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4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5" name="Graphic 174" descr="Open hand with plant with solid fill">
                <a:extLst>
                  <a:ext uri="{FF2B5EF4-FFF2-40B4-BE49-F238E27FC236}">
                    <ns2:creationId id="{04635671-3C31-F8C9-707A-13974B0439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957551" y="1928093"/>
                <a:ext cx="548406" cy="548408"/>
              </a:xfrm>
              <a:prstGeom prst="rect">
                <a:avLst/>
              </a:prstGeom>
            </p:spPr>
          </p:pic>
        </p:grpSp>
        <p:grpSp>
          <p:nvGrpSpPr>
            <p:cNvPr id="179" name="Group 178">
              <a:extLst>
                <a:ext uri="{FF2B5EF4-FFF2-40B4-BE49-F238E27FC236}">
                  <ns2:creationId id="{FE2C60E5-FF26-F089-E81A-44A570F43DFB}"/>
                </a:ext>
              </a:extLst>
            </p:cNvPr>
            <p:cNvGrpSpPr/>
            <p:nvPr/>
          </p:nvGrpSpPr>
          <p:grpSpPr>
            <a:xfrm>
              <a:off x="1526028" y="1628775"/>
              <a:ext cx="2793999" cy="883291"/>
              <a:chOff x="1526028" y="1628775"/>
              <a:chExt cx="2793999" cy="883291"/>
            </a:xfrm>
          </p:grpSpPr>
          <p:sp>
            <p:nvSpPr>
              <p:cNvPr id="37" name="table_TWformat_1_3">
                <a:extLst>
                  <a:ext uri="{FF2B5EF4-FFF2-40B4-BE49-F238E27FC236}">
                    <ns2:creationId id="{62434877-6467-4E8C-DA01-87F21F3126E0}"/>
                  </a:ext>
                </a:extLst>
              </p:cNvPr>
              <p:cNvSpPr txBox="1"/>
              <p:nvPr/>
            </p:nvSpPr>
            <p:spPr>
              <a:xfrm>
                <a:off x="1526028" y="1628775"/>
                <a:ext cx="2793999" cy="883291"/>
              </a:xfrm>
              <a:prstGeom prst="rect">
                <a:avLst/>
              </a:prstGeom>
              <a:solidFill>
                <a:srgbClr val="008000"/>
              </a:solidFill>
            </p:spPr>
            <p:txBody>
              <a:bodyPr vert="horz" wrap="square"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:</a:t>
                </a:r>
                <a:r>
                  <a:rPr kumimoji="1" lang="ja-JP" altLang="en-US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400" b="1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400" b="1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77" name="Graphic 176" descr="Aspiration with solid fill">
                <a:extLst>
                  <a:ext uri="{FF2B5EF4-FFF2-40B4-BE49-F238E27FC236}">
                    <ns2:creationId id="{55528CCC-7DFA-F081-C373-510B257807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2648825" y="1928094"/>
                <a:ext cx="548406" cy="54840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363198353"/>
      </p:ext>
    </p:extLst>
  </p:cSld>
  <p:clrMapOvr>
    <a:masterClrMapping/>
  </p:clrMapOvr>
</p:sld>
</file>

<file path=ppt/slides/slide21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3F58332-63BD-7EDA-EEB0-95C897FB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403637B9-4055-9F06-B001-5F75274C1C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1440" tIns="45720" rIns="91440" bIns="45720" rtlCol="0">
            <a:noAutofit/>
          </a:bodyPr>
          <a:lstStyle/>
          <a:p>
            <a:r>
              <a:rPr lang="en-US" altLang="ja-JP" sz="1800" dirty="0"/>
              <a:t>XX</a:t>
            </a:r>
            <a:endParaRPr lang="ja-JP" altLang="en-US" sz="1800" dirty="0"/>
          </a:p>
        </p:txBody>
      </p:sp>
      <p:sp>
        <p:nvSpPr>
          <p:cNvPr id="24" name="タイトル 1">
            <a:extLst>
              <a:ext uri="{FF2B5EF4-FFF2-40B4-BE49-F238E27FC236}">
                <ns2:creationId id="{8936497C-897F-AF82-B755-16FA52AA3905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lang="ja-JP" altLang="en-US" dirty="0"/>
          </a:p>
        </p:txBody>
      </p:sp>
      <p:grpSp>
        <p:nvGrpSpPr>
          <p:cNvPr id="161" name="グループ化 160">
            <a:extLst>
              <a:ext uri="{FF2B5EF4-FFF2-40B4-BE49-F238E27FC236}">
                <ns2:creationId id="{6AEAA05C-018D-2047-894B-A2E6ED383607}"/>
              </a:ext>
            </a:extLst>
          </p:cNvPr>
          <p:cNvGrpSpPr/>
          <p:nvPr/>
        </p:nvGrpSpPr>
        <p:grpSpPr>
          <a:xfrm>
            <a:off x="344486" y="1628775"/>
            <a:ext cx="11518903" cy="4679951"/>
            <a:chOff x="344486" y="1628775"/>
            <a:chExt cx="11518903" cy="4679951"/>
          </a:xfrm>
        </p:grpSpPr>
        <p:grpSp>
          <p:nvGrpSpPr>
            <p:cNvPr id="106" name="グループ化 105">
              <a:extLst>
                <a:ext uri="{FF2B5EF4-FFF2-40B4-BE49-F238E27FC236}">
                  <ns2:creationId id="{6012E8CF-570B-0AC6-297A-C7CFB513A7A8}"/>
                </a:ext>
              </a:extLst>
            </p:cNvPr>
            <p:cNvGrpSpPr/>
            <p:nvPr/>
          </p:nvGrpSpPr>
          <p:grpSpPr>
            <a:xfrm>
              <a:off x="1843314" y="3678921"/>
              <a:ext cx="5490934" cy="2629804"/>
              <a:chOff x="1843314" y="3678921"/>
              <a:chExt cx="5490934" cy="2629804"/>
            </a:xfrm>
          </p:grpSpPr>
          <p:sp>
            <p:nvSpPr>
              <p:cNvPr id="58" name="テキスト ボックス 57">
                <a:extLst>
                  <a:ext uri="{FF2B5EF4-FFF2-40B4-BE49-F238E27FC236}">
                    <ns2:creationId id="{74D8CE3D-2F52-1077-4476-623E4E68D2EC}"/>
                  </a:ext>
                </a:extLst>
              </p:cNvPr>
              <p:cNvSpPr txBox="1"/>
              <p:nvPr/>
            </p:nvSpPr>
            <p:spPr>
              <a:xfrm>
                <a:off x="2448564" y="3678921"/>
                <a:ext cx="4885684" cy="802654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40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it-IT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6F92B3E8-D239-586A-EEBE-0E262FA0F4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5167" y="3678921"/>
                <a:ext cx="0" cy="802654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テキスト ボックス 68">
                <a:extLst>
                  <a:ext uri="{FF2B5EF4-FFF2-40B4-BE49-F238E27FC236}">
                    <ns2:creationId id="{699D67D9-62FB-9DF1-AF14-04397A3FB751}"/>
                  </a:ext>
                </a:extLst>
              </p:cNvPr>
              <p:cNvSpPr txBox="1"/>
              <p:nvPr/>
            </p:nvSpPr>
            <p:spPr>
              <a:xfrm>
                <a:off x="2448563" y="4532345"/>
                <a:ext cx="4885685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45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lang="en-US" altLang="ja-JP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F534E3CF-ADE6-0E0C-EC8A-A95E4A716B5C}"/>
                  </a:ext>
                </a:extLst>
              </p:cNvPr>
              <p:cNvCxnSpPr/>
              <p:nvPr/>
            </p:nvCxnSpPr>
            <p:spPr>
              <a:xfrm>
                <a:off x="2335167" y="4532345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テキスト ボックス 85">
                <a:extLst>
                  <a:ext uri="{FF2B5EF4-FFF2-40B4-BE49-F238E27FC236}">
                    <ns2:creationId id="{5DE2D748-D929-57A2-E46A-FF9D268ED2EC}"/>
                  </a:ext>
                </a:extLst>
              </p:cNvPr>
              <p:cNvSpPr txBox="1"/>
              <p:nvPr/>
            </p:nvSpPr>
            <p:spPr>
              <a:xfrm>
                <a:off x="2448564" y="5902707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8" name="直線コネクタ 87">
                <a:extLst>
                  <a:ext uri="{FF2B5EF4-FFF2-40B4-BE49-F238E27FC236}">
                    <ns2:creationId id="{80A85FCB-C97F-E807-9CD5-FEEF7CDBC9BC}"/>
                  </a:ext>
                </a:extLst>
              </p:cNvPr>
              <p:cNvCxnSpPr/>
              <p:nvPr/>
            </p:nvCxnSpPr>
            <p:spPr>
              <a:xfrm>
                <a:off x="2335167" y="5902707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6" name="グラフィックス 95" descr="鉛筆 単色塗りつぶし">
                <a:extLst>
                  <a:ext uri="{FF2B5EF4-FFF2-40B4-BE49-F238E27FC236}">
                    <ns2:creationId id="{446C7C93-8AB8-803A-1FF0-FFD7ECCFAD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843314" y="389870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98" name="グラフィックス 97" descr="時計 単色塗りつぶし">
                <a:extLst>
                  <a:ext uri="{FF2B5EF4-FFF2-40B4-BE49-F238E27FC236}">
                    <ns2:creationId id="{CB1F1CD9-670C-8FD1-86E0-F2A000DF1E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843314" y="4553808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6" name="テキスト ボックス 75">
                <a:extLst>
                  <a:ext uri="{FF2B5EF4-FFF2-40B4-BE49-F238E27FC236}">
                    <ns2:creationId id="{7F212DBF-73A2-812F-D45C-3646EC64542E}"/>
                  </a:ext>
                </a:extLst>
              </p:cNvPr>
              <p:cNvSpPr txBox="1"/>
              <p:nvPr/>
            </p:nvSpPr>
            <p:spPr>
              <a:xfrm>
                <a:off x="2448564" y="4989133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59F9EEED-E61F-1375-5C9B-0167AFA83F90}"/>
                  </a:ext>
                </a:extLst>
              </p:cNvPr>
              <p:cNvCxnSpPr/>
              <p:nvPr/>
            </p:nvCxnSpPr>
            <p:spPr>
              <a:xfrm>
                <a:off x="2335167" y="4989133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9" name="グラフィックス 98" descr="ブリーフケース 単色塗りつぶし">
                <a:extLst>
                  <a:ext uri="{FF2B5EF4-FFF2-40B4-BE49-F238E27FC236}">
                    <ns2:creationId id="{6E2A24C3-13A4-6BA6-EFDB-A416F21D3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843314" y="5010596"/>
                <a:ext cx="363092" cy="363092"/>
              </a:xfrm>
              <a:prstGeom prst="rect">
                <a:avLst/>
              </a:prstGeom>
            </p:spPr>
          </p:pic>
          <p:sp>
            <p:nvSpPr>
              <p:cNvPr id="79" name="テキスト ボックス 78">
                <a:extLst>
                  <a:ext uri="{FF2B5EF4-FFF2-40B4-BE49-F238E27FC236}">
                    <ns2:creationId id="{08C04052-CDA3-BEA5-6FDB-04D196440D73}"/>
                  </a:ext>
                </a:extLst>
              </p:cNvPr>
              <p:cNvSpPr txBox="1"/>
              <p:nvPr/>
            </p:nvSpPr>
            <p:spPr>
              <a:xfrm>
                <a:off x="2448564" y="5445920"/>
                <a:ext cx="4885684" cy="406018"/>
              </a:xfrm>
              <a:prstGeom prst="rect">
                <a:avLst/>
              </a:prstGeom>
              <a:noFill/>
            </p:spPr>
            <p:txBody>
              <a:bodyPr wrap="square" lIns="3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1413618-301B-7F48-0BFC-F4064BB9E25A}"/>
                  </a:ext>
                </a:extLst>
              </p:cNvPr>
              <p:cNvCxnSpPr/>
              <p:nvPr/>
            </p:nvCxnSpPr>
            <p:spPr>
              <a:xfrm>
                <a:off x="2335167" y="5445920"/>
                <a:ext cx="0" cy="406018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0" name="グラフィックス 99" descr="ランチ ボックス 単色塗りつぶし">
                <a:extLst>
                  <a:ext uri="{FF2B5EF4-FFF2-40B4-BE49-F238E27FC236}">
                    <ns2:creationId id="{5B4F6186-8F13-8885-5E4E-12A22D83E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843314" y="5467383"/>
                <a:ext cx="363092" cy="363092"/>
              </a:xfrm>
              <a:prstGeom prst="rect">
                <a:avLst/>
              </a:prstGeom>
            </p:spPr>
          </p:pic>
          <p:pic>
            <p:nvPicPr>
              <p:cNvPr id="101" name="グラフィックス 100" descr="封筒 単色塗りつぶし">
                <a:extLst>
                  <a:ext uri="{FF2B5EF4-FFF2-40B4-BE49-F238E27FC236}">
                    <ns2:creationId id="{A3C15653-8836-9EA5-93AE-39F8447D2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43314" y="5924170"/>
                <a:ext cx="363092" cy="363092"/>
              </a:xfrm>
              <a:prstGeom prst="rect">
                <a:avLst/>
              </a:prstGeom>
            </p:spPr>
          </p:pic>
        </p:grpSp>
        <p:grpSp>
          <p:nvGrpSpPr>
            <p:cNvPr id="160" name="グループ化 159">
              <a:extLst>
                <a:ext uri="{FF2B5EF4-FFF2-40B4-BE49-F238E27FC236}">
                  <ns2:creationId id="{A3CB4841-7C01-3639-BE1F-7AD7EC673BE8}"/>
                </a:ext>
              </a:extLst>
            </p:cNvPr>
            <p:cNvGrpSpPr/>
            <p:nvPr/>
          </p:nvGrpSpPr>
          <p:grpSpPr>
            <a:xfrm>
              <a:off x="7408333" y="4914352"/>
              <a:ext cx="4455056" cy="1394372"/>
              <a:chOff x="7408333" y="4914352"/>
              <a:chExt cx="4455056" cy="1394372"/>
            </a:xfrm>
          </p:grpSpPr>
          <p:sp>
            <p:nvSpPr>
              <p:cNvPr id="148" name="フリーフォーム: 図形 147">
                <a:extLst>
                  <a:ext uri="{FF2B5EF4-FFF2-40B4-BE49-F238E27FC236}">
                    <ns2:creationId id="{57D31EF4-2875-6936-2A59-A26A4008CCB0}"/>
                  </a:ext>
                </a:extLst>
              </p:cNvPr>
              <p:cNvSpPr/>
              <p:nvPr/>
            </p:nvSpPr>
            <p:spPr>
              <a:xfrm>
                <a:off x="7408333" y="4914352"/>
                <a:ext cx="4455056" cy="1394372"/>
              </a:xfrm>
              <a:custGeom>
                <a:avLst/>
                <a:gdLst>
                  <a:gd name="csX0" fmla="*/ 3190899 w 4455056"/>
                  <a:gd name="csY0" fmla="*/ 0 h 1394372"/>
                  <a:gd name="csX1" fmla="*/ 3231678 w 4455056"/>
                  <a:gd name="csY1" fmla="*/ 128173 h 1394372"/>
                  <a:gd name="csX2" fmla="*/ 4455056 w 4455056"/>
                  <a:gd name="csY2" fmla="*/ 128173 h 1394372"/>
                  <a:gd name="csX3" fmla="*/ 4455056 w 4455056"/>
                  <a:gd name="csY3" fmla="*/ 1394372 h 1394372"/>
                  <a:gd name="csX4" fmla="*/ 0 w 4455056"/>
                  <a:gd name="csY4" fmla="*/ 1394372 h 1394372"/>
                  <a:gd name="csX5" fmla="*/ 0 w 4455056"/>
                  <a:gd name="csY5" fmla="*/ 128173 h 1394372"/>
                  <a:gd name="csX6" fmla="*/ 3150119 w 4455056"/>
                  <a:gd name="csY6" fmla="*/ 128173 h 13943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455056" h="1394372">
                    <a:moveTo>
                      <a:pt x="3190899" y="0"/>
                    </a:moveTo>
                    <a:lnTo>
                      <a:pt x="3231678" y="128173"/>
                    </a:lnTo>
                    <a:lnTo>
                      <a:pt x="4455056" y="128173"/>
                    </a:lnTo>
                    <a:lnTo>
                      <a:pt x="4455056" y="1394372"/>
                    </a:lnTo>
                    <a:lnTo>
                      <a:pt x="0" y="1394372"/>
                    </a:lnTo>
                    <a:lnTo>
                      <a:pt x="0" y="128173"/>
                    </a:lnTo>
                    <a:lnTo>
                      <a:pt x="3150119" y="128173"/>
                    </a:lnTo>
                    <a:close/>
                  </a:path>
                </a:pathLst>
              </a:cu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108000" tIns="162000" rIns="36000" bIns="36000" rtlCol="0" anchor="t" anchorCtr="0"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8" name="グループ化 117">
                <a:extLst>
                  <a:ext uri="{FF2B5EF4-FFF2-40B4-BE49-F238E27FC236}">
                    <ns2:creationId id="{730490B9-30E2-2FF6-B528-969474752307}"/>
                  </a:ext>
                </a:extLst>
              </p:cNvPr>
              <p:cNvGrpSpPr/>
              <p:nvPr/>
            </p:nvGrpSpPr>
            <p:grpSpPr>
              <a:xfrm>
                <a:off x="7501165" y="5272164"/>
                <a:ext cx="4300310" cy="992111"/>
                <a:chOff x="7501165" y="5193578"/>
                <a:chExt cx="4300310" cy="945233"/>
              </a:xfrm>
            </p:grpSpPr>
            <p:sp>
              <p:nvSpPr>
                <p:cNvPr id="108" name="正方形/長方形 107">
                  <a:extLst>
                    <a:ext uri="{FF2B5EF4-FFF2-40B4-BE49-F238E27FC236}">
                      <ns2:creationId id="{F94C357C-D1AD-3203-A67A-5ED7C95A118C}"/>
                    </a:ext>
                  </a:extLst>
                </p:cNvPr>
                <p:cNvSpPr/>
                <p:nvPr/>
              </p:nvSpPr>
              <p:spPr>
                <a:xfrm>
                  <a:off x="7501165" y="5193578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13746506-5EEE-48DE-54E2-D02C6B859B4A}"/>
                    </a:ext>
                  </a:extLst>
                </p:cNvPr>
                <p:cNvSpPr/>
                <p:nvPr/>
              </p:nvSpPr>
              <p:spPr>
                <a:xfrm>
                  <a:off x="7697788" y="5193578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正方形/長方形 110">
                  <a:extLst>
                    <a:ext uri="{FF2B5EF4-FFF2-40B4-BE49-F238E27FC236}">
                      <ns2:creationId id="{0AD0F9AA-A366-D8E7-0423-62A3434EB60C}"/>
                    </a:ext>
                  </a:extLst>
                </p:cNvPr>
                <p:cNvSpPr/>
                <p:nvPr/>
              </p:nvSpPr>
              <p:spPr>
                <a:xfrm>
                  <a:off x="7501165" y="5517835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2" name="正方形/長方形 111">
                  <a:extLst>
                    <a:ext uri="{FF2B5EF4-FFF2-40B4-BE49-F238E27FC236}">
                      <ns2:creationId id="{5A5C10D2-4B7D-0266-81B6-B1BF5873EBF3}"/>
                    </a:ext>
                  </a:extLst>
                </p:cNvPr>
                <p:cNvSpPr/>
                <p:nvPr/>
              </p:nvSpPr>
              <p:spPr>
                <a:xfrm>
                  <a:off x="7697788" y="5517835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36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ns2:creationId id="{4790ABC0-881A-BF40-78A2-8E5A463D9BC1}"/>
                    </a:ext>
                  </a:extLst>
                </p:cNvPr>
                <p:cNvSpPr/>
                <p:nvPr/>
              </p:nvSpPr>
              <p:spPr>
                <a:xfrm>
                  <a:off x="7501165" y="5842091"/>
                  <a:ext cx="171223" cy="29672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ns2:creationId id="{72B58F50-ACAF-CE5D-8CAA-28090C86C625}"/>
                    </a:ext>
                  </a:extLst>
                </p:cNvPr>
                <p:cNvSpPr/>
                <p:nvPr/>
              </p:nvSpPr>
              <p:spPr>
                <a:xfrm>
                  <a:off x="7697788" y="5842091"/>
                  <a:ext cx="4103687" cy="29672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45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45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36</a:t>
                  </a:r>
                  <a:r>
                    <a:rPr kumimoji="1"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159" name="グループ化 158">
              <a:extLst>
                <a:ext uri="{FF2B5EF4-FFF2-40B4-BE49-F238E27FC236}">
                  <ns2:creationId id="{D9647879-EF3D-E465-90C7-EEE1230D6229}"/>
                </a:ext>
              </a:extLst>
            </p:cNvPr>
            <p:cNvGrpSpPr/>
            <p:nvPr/>
          </p:nvGrpSpPr>
          <p:grpSpPr>
            <a:xfrm>
              <a:off x="7408334" y="3678921"/>
              <a:ext cx="4439180" cy="1206531"/>
              <a:chOff x="7408334" y="3678921"/>
              <a:chExt cx="4439180" cy="1206531"/>
            </a:xfrm>
          </p:grpSpPr>
          <p:cxnSp>
            <p:nvCxnSpPr>
              <p:cNvPr id="120" name="直線矢印コネクタ 119">
                <a:extLst>
                  <a:ext uri="{FF2B5EF4-FFF2-40B4-BE49-F238E27FC236}">
                    <ns2:creationId id="{2182B7D0-35BD-90F7-C187-3AEE5BA1C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08335" y="3925242"/>
                <a:ext cx="4439179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正方形/長方形 121">
                <a:extLst>
                  <a:ext uri="{FF2B5EF4-FFF2-40B4-BE49-F238E27FC236}">
                    <ns2:creationId id="{5B56B0EA-B7F1-DE8C-AE26-C748348BB372}"/>
                  </a:ext>
                </a:extLst>
              </p:cNvPr>
              <p:cNvSpPr/>
              <p:nvPr/>
            </p:nvSpPr>
            <p:spPr>
              <a:xfrm>
                <a:off x="7447644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B430BEE0-892F-37A1-30F7-FD9CD69C4813}"/>
                  </a:ext>
                </a:extLst>
              </p:cNvPr>
              <p:cNvSpPr/>
              <p:nvPr/>
            </p:nvSpPr>
            <p:spPr>
              <a:xfrm>
                <a:off x="8134385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78F4B069-B94F-2F9F-4E59-77819A480310}"/>
                  </a:ext>
                </a:extLst>
              </p:cNvPr>
              <p:cNvSpPr/>
              <p:nvPr/>
            </p:nvSpPr>
            <p:spPr>
              <a:xfrm>
                <a:off x="9153046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17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59A939F5-8D7F-FF56-ED73-ECD3115C26A5}"/>
                  </a:ext>
                </a:extLst>
              </p:cNvPr>
              <p:cNvSpPr/>
              <p:nvPr/>
            </p:nvSpPr>
            <p:spPr>
              <a:xfrm>
                <a:off x="10132702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17F88AD6-190E-C4FD-9B9C-CEFD1BBD1D12}"/>
                  </a:ext>
                </a:extLst>
              </p:cNvPr>
              <p:cNvSpPr/>
              <p:nvPr/>
            </p:nvSpPr>
            <p:spPr>
              <a:xfrm>
                <a:off x="11185001" y="3678921"/>
                <a:ext cx="573616" cy="24632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6C562234-6515-09AF-0B38-8DD0C775DB3F}"/>
                  </a:ext>
                </a:extLst>
              </p:cNvPr>
              <p:cNvSpPr/>
              <p:nvPr/>
            </p:nvSpPr>
            <p:spPr>
              <a:xfrm>
                <a:off x="7408334" y="3975964"/>
                <a:ext cx="264049" cy="304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8481CCB7-51F7-6F78-BFD7-0B9F811F86B3}"/>
                  </a:ext>
                </a:extLst>
              </p:cNvPr>
              <p:cNvSpPr/>
              <p:nvPr/>
            </p:nvSpPr>
            <p:spPr>
              <a:xfrm>
                <a:off x="7408334" y="4331485"/>
                <a:ext cx="264049" cy="553967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A653C967-D6F9-BAB1-464F-8C4A9E71B0F5}"/>
                  </a:ext>
                </a:extLst>
              </p:cNvPr>
              <p:cNvSpPr/>
              <p:nvPr/>
            </p:nvSpPr>
            <p:spPr>
              <a:xfrm>
                <a:off x="7734452" y="4331485"/>
                <a:ext cx="1705397" cy="55396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DC49EFB1-9BDF-326F-D839-04DB9FFC2556}"/>
                  </a:ext>
                </a:extLst>
              </p:cNvPr>
              <p:cNvSpPr/>
              <p:nvPr/>
            </p:nvSpPr>
            <p:spPr>
              <a:xfrm>
                <a:off x="9439848" y="4331485"/>
                <a:ext cx="2318769" cy="55396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0" rIns="36000" bIns="54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17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7" name="直線矢印コネクタ 136">
                <a:extLst>
                  <a:ext uri="{FF2B5EF4-FFF2-40B4-BE49-F238E27FC236}">
                    <ns2:creationId id="{1F8C7AAA-BF14-B701-EEF0-9351B89374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39854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5" name="正方形/長方形 134">
                <a:extLst>
                  <a:ext uri="{FF2B5EF4-FFF2-40B4-BE49-F238E27FC236}">
                    <ns2:creationId id="{4C590065-5128-B327-8F4C-33B135CE91AE}"/>
                  </a:ext>
                </a:extLst>
              </p:cNvPr>
              <p:cNvSpPr/>
              <p:nvPr/>
            </p:nvSpPr>
            <p:spPr>
              <a:xfrm>
                <a:off x="7734452" y="3975964"/>
                <a:ext cx="1824413" cy="3048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1" name="直線矢印コネクタ 130">
                <a:extLst>
                  <a:ext uri="{FF2B5EF4-FFF2-40B4-BE49-F238E27FC236}">
                    <ns2:creationId id="{720C8A51-AC53-7483-9672-CE64430F0775}"/>
                  </a:ext>
                </a:extLst>
              </p:cNvPr>
              <p:cNvCxnSpPr>
                <a:cxnSpLocks/>
                <a:stCxn id="122" idx="2"/>
              </p:cNvCxnSpPr>
              <p:nvPr/>
            </p:nvCxnSpPr>
            <p:spPr>
              <a:xfrm>
                <a:off x="7734452" y="3925242"/>
                <a:ext cx="0" cy="96021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矢印コネクタ 139">
                <a:extLst>
                  <a:ext uri="{FF2B5EF4-FFF2-40B4-BE49-F238E27FC236}">
                    <ns2:creationId id="{2F2329D3-DF01-6F19-E8F1-4FBB66C3D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58865" y="3925242"/>
                <a:ext cx="0" cy="475308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正方形/長方形 141">
                <a:extLst>
                  <a:ext uri="{FF2B5EF4-FFF2-40B4-BE49-F238E27FC236}">
                    <ns2:creationId id="{DA31CBF7-2334-E3B5-5F82-8A50101E1742}"/>
                  </a:ext>
                </a:extLst>
              </p:cNvPr>
              <p:cNvSpPr/>
              <p:nvPr/>
            </p:nvSpPr>
            <p:spPr>
              <a:xfrm>
                <a:off x="10422466" y="397596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0C2553AE-2597-7E86-8E4A-BE9BB461E3F1}"/>
                  </a:ext>
                </a:extLst>
              </p:cNvPr>
              <p:cNvSpPr/>
              <p:nvPr/>
            </p:nvSpPr>
            <p:spPr>
              <a:xfrm>
                <a:off x="10422466" y="4331484"/>
                <a:ext cx="1049343" cy="3048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～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46" name="グループ化 145">
                <a:extLst>
                  <a:ext uri="{FF2B5EF4-FFF2-40B4-BE49-F238E27FC236}">
                    <ns2:creationId id="{093CC290-144B-9B0B-F245-53C4F32BA3A4}"/>
                  </a:ext>
                </a:extLst>
              </p:cNvPr>
              <p:cNvGrpSpPr/>
              <p:nvPr/>
            </p:nvGrpSpPr>
            <p:grpSpPr>
              <a:xfrm>
                <a:off x="10419511" y="3925243"/>
                <a:ext cx="1052299" cy="711042"/>
                <a:chOff x="10419511" y="3925242"/>
                <a:chExt cx="1052299" cy="960210"/>
              </a:xfrm>
            </p:grpSpPr>
            <p:cxnSp>
              <p:nvCxnSpPr>
                <p:cNvPr id="144" name="直線矢印コネクタ 143">
                  <a:extLst>
                    <a:ext uri="{FF2B5EF4-FFF2-40B4-BE49-F238E27FC236}">
                      <ns2:creationId id="{75E11130-DC20-F329-0BF6-B38EB2817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19511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直線矢印コネクタ 144">
                  <a:extLst>
                    <a:ext uri="{FF2B5EF4-FFF2-40B4-BE49-F238E27FC236}">
                      <ns2:creationId id="{55AC14BC-9527-820B-80E5-D585AF0429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1810" y="3925242"/>
                  <a:ext cx="0" cy="96021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5" name="グループ化 154">
              <a:extLst>
                <a:ext uri="{FF2B5EF4-FFF2-40B4-BE49-F238E27FC236}">
                  <ns2:creationId id="{4DF0663B-BEC3-D90F-C03E-25F48C9FB5F7}"/>
                </a:ext>
              </a:extLst>
            </p:cNvPr>
            <p:cNvGrpSpPr/>
            <p:nvPr/>
          </p:nvGrpSpPr>
          <p:grpSpPr>
            <a:xfrm>
              <a:off x="344486" y="1628775"/>
              <a:ext cx="11518903" cy="968375"/>
              <a:chOff x="344486" y="1628775"/>
              <a:chExt cx="11518903" cy="968375"/>
            </a:xfrm>
          </p:grpSpPr>
          <p:sp>
            <p:nvSpPr>
              <p:cNvPr id="18" name="テキスト ボックス 17">
                <a:extLst>
                  <a:ext uri="{FF2B5EF4-FFF2-40B4-BE49-F238E27FC236}">
                    <ns2:creationId id="{FAC42C12-1264-E68A-FED0-27B6589E9E8C}"/>
                  </a:ext>
                </a:extLst>
              </p:cNvPr>
              <p:cNvSpPr txBox="1"/>
              <p:nvPr/>
            </p:nvSpPr>
            <p:spPr>
              <a:xfrm>
                <a:off x="1843314" y="1628776"/>
                <a:ext cx="10004200" cy="264052"/>
              </a:xfrm>
              <a:prstGeom prst="rect">
                <a:avLst/>
              </a:prstGeom>
              <a:noFill/>
            </p:spPr>
            <p:txBody>
              <a:bodyPr wrap="square" lIns="72000" tIns="0" rIns="0" bIns="0" anchor="ctr" anchorCtr="0">
                <a:noAutofit/>
              </a:bodyPr>
              <a:lstStyle/>
              <a:p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6ADBD46F-2C83-B67C-CB77-002655BE6873}"/>
                  </a:ext>
                </a:extLst>
              </p:cNvPr>
              <p:cNvSpPr txBox="1"/>
              <p:nvPr/>
            </p:nvSpPr>
            <p:spPr>
              <a:xfrm>
                <a:off x="1843314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126000" tIns="0" rIns="0" bIns="0" anchor="ctr" anchorCtr="0">
                <a:noAutofit/>
              </a:bodyPr>
              <a:lstStyle/>
              <a:p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C7DCA1C4-42D7-E328-8542-4CE60D80B00E}"/>
                  </a:ext>
                </a:extLst>
              </p:cNvPr>
              <p:cNvSpPr txBox="1"/>
              <p:nvPr/>
            </p:nvSpPr>
            <p:spPr>
              <a:xfrm>
                <a:off x="3858923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95CF3BA0-A894-AD5A-EEEF-3EE20885A8E1}"/>
                  </a:ext>
                </a:extLst>
              </p:cNvPr>
              <p:cNvSpPr txBox="1"/>
              <p:nvPr/>
            </p:nvSpPr>
            <p:spPr>
              <a:xfrm>
                <a:off x="5874532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3DC60DC1-BAE6-8047-E1A6-A5803CA4C0C0}"/>
                  </a:ext>
                </a:extLst>
              </p:cNvPr>
              <p:cNvSpPr txBox="1"/>
              <p:nvPr/>
            </p:nvSpPr>
            <p:spPr>
              <a:xfrm>
                <a:off x="7890141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ns2:creationId id="{8B65A93F-2FCD-C969-9ED4-BC622EA40DB5}"/>
                  </a:ext>
                </a:extLst>
              </p:cNvPr>
              <p:cNvSpPr txBox="1"/>
              <p:nvPr/>
            </p:nvSpPr>
            <p:spPr>
              <a:xfrm>
                <a:off x="9905749" y="1945743"/>
                <a:ext cx="1957640" cy="651407"/>
              </a:xfrm>
              <a:prstGeom prst="roundRect">
                <a:avLst>
                  <a:gd name="adj" fmla="val 8290"/>
                </a:avLst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0" tIns="0" rIns="0" bIns="0" anchor="ctr" anchorCtr="0">
                <a:noAutofit/>
              </a:bodyPr>
              <a:lstStyle/>
              <a:p>
                <a:pPr algn="ctr"/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52" name="グループ化 151">
                <a:extLst>
                  <a:ext uri="{FF2B5EF4-FFF2-40B4-BE49-F238E27FC236}">
                    <ns2:creationId id="{D8ACBA21-A53A-2CF9-D404-D37C822B3665}"/>
                  </a:ext>
                </a:extLst>
              </p:cNvPr>
              <p:cNvGrpSpPr/>
              <p:nvPr/>
            </p:nvGrpSpPr>
            <p:grpSpPr>
              <a:xfrm>
                <a:off x="344486" y="1628775"/>
                <a:ext cx="1421268" cy="968375"/>
                <a:chOff x="344486" y="1628775"/>
                <a:chExt cx="1421268" cy="96837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89E21F6B-7DBF-F36D-4934-5C513B253A42}"/>
                    </a:ext>
                  </a:extLst>
                </p:cNvPr>
                <p:cNvSpPr/>
                <p:nvPr/>
              </p:nvSpPr>
              <p:spPr>
                <a:xfrm>
                  <a:off x="344486" y="1628775"/>
                  <a:ext cx="1421268" cy="96837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49" name="グラフィックス 148" descr="バッジ: 疑問符 単色塗りつぶし">
                  <a:extLst>
                    <a:ext uri="{FF2B5EF4-FFF2-40B4-BE49-F238E27FC236}">
                      <ns2:creationId id="{9DA4A898-236D-A7F3-D757-30A7FBF903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1330325" y="2161721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8" name="グループ化 157">
              <a:extLst>
                <a:ext uri="{FF2B5EF4-FFF2-40B4-BE49-F238E27FC236}">
                  <ns2:creationId id="{06B3259C-DAC5-F7CC-DDE4-6013370207E6}"/>
                </a:ext>
              </a:extLst>
            </p:cNvPr>
            <p:cNvGrpSpPr/>
            <p:nvPr/>
          </p:nvGrpSpPr>
          <p:grpSpPr>
            <a:xfrm>
              <a:off x="344486" y="2662393"/>
              <a:ext cx="11512552" cy="951285"/>
              <a:chOff x="344486" y="2662393"/>
              <a:chExt cx="11512552" cy="951285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4658B2BE-620D-6E41-31A2-950B0443D226}"/>
                  </a:ext>
                </a:extLst>
              </p:cNvPr>
              <p:cNvSpPr/>
              <p:nvPr/>
            </p:nvSpPr>
            <p:spPr>
              <a:xfrm>
                <a:off x="1889652" y="2715309"/>
                <a:ext cx="6282798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>
                  <a:spcAft>
                    <a:spcPts val="300"/>
                  </a:spcAft>
                </a:pP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15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361950" indent="-184150">
                  <a:buClr>
                    <a:srgbClr val="008000"/>
                  </a:buClr>
                  <a:buFont typeface="Yu Gothic" panose="020B0400000000000000" pitchFamily="50" charset="-128"/>
                  <a:buChar char="※"/>
                </a:pP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楕円 24">
                <a:extLst>
                  <a:ext uri="{FF2B5EF4-FFF2-40B4-BE49-F238E27FC236}">
                    <ns2:creationId id="{01511351-0E53-46F0-0646-BF71CF020843}"/>
                  </a:ext>
                </a:extLst>
              </p:cNvPr>
              <p:cNvSpPr/>
              <p:nvPr/>
            </p:nvSpPr>
            <p:spPr>
              <a:xfrm>
                <a:off x="1843315" y="2662394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67937476-233B-3BF4-CF4B-B09A927FBD79}"/>
                  </a:ext>
                </a:extLst>
              </p:cNvPr>
              <p:cNvSpPr/>
              <p:nvPr/>
            </p:nvSpPr>
            <p:spPr>
              <a:xfrm>
                <a:off x="8285575" y="2715309"/>
                <a:ext cx="3571463" cy="898369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288000" tIns="36000" rIns="36000" bIns="36000" rtlCol="0" anchor="ctr"/>
              <a:lstStyle/>
              <a:p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16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16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15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3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楕円 27">
                <a:extLst>
                  <a:ext uri="{FF2B5EF4-FFF2-40B4-BE49-F238E27FC236}">
                    <ns2:creationId id="{C04AC865-5AD3-C67C-BF0A-9340919DFFB6}"/>
                  </a:ext>
                </a:extLst>
              </p:cNvPr>
              <p:cNvSpPr/>
              <p:nvPr/>
            </p:nvSpPr>
            <p:spPr>
              <a:xfrm>
                <a:off x="8239237" y="2662393"/>
                <a:ext cx="226786" cy="226786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53" name="グループ化 152">
                <a:extLst>
                  <a:ext uri="{FF2B5EF4-FFF2-40B4-BE49-F238E27FC236}">
                    <ns2:creationId id="{F82E037D-5917-60C9-09F7-FBAF419D44BE}"/>
                  </a:ext>
                </a:extLst>
              </p:cNvPr>
              <p:cNvGrpSpPr/>
              <p:nvPr/>
            </p:nvGrpSpPr>
            <p:grpSpPr>
              <a:xfrm>
                <a:off x="344486" y="2662393"/>
                <a:ext cx="1421268" cy="951285"/>
                <a:chOff x="344486" y="2662393"/>
                <a:chExt cx="1421268" cy="951285"/>
              </a:xfrm>
            </p:grpSpPr>
            <p:sp>
              <p:nvSpPr>
                <p:cNvPr id="2" name="正方形/長方形 1">
                  <a:extLst>
                    <a:ext uri="{FF2B5EF4-FFF2-40B4-BE49-F238E27FC236}">
                      <ns2:creationId id="{B4CD3F3D-B00F-5AAB-ECBF-5040358AA442}"/>
                    </a:ext>
                  </a:extLst>
                </p:cNvPr>
                <p:cNvSpPr/>
                <p:nvPr/>
              </p:nvSpPr>
              <p:spPr>
                <a:xfrm>
                  <a:off x="344486" y="2662393"/>
                  <a:ext cx="1421268" cy="95128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36000" rIns="36000" bIns="36000" rtlCol="0" anchor="ctr"/>
                <a:lstStyle/>
                <a:p>
                  <a:pPr algn="ctr"/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50" name="グラフィックス 149" descr="クリップボード 単色塗りつぶし">
                  <a:extLst>
                    <a:ext uri="{FF2B5EF4-FFF2-40B4-BE49-F238E27FC236}">
                      <ns2:creationId id="{594BB041-DE7A-0128-8C67-F61B9CC828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330325" y="3178249"/>
                  <a:ext cx="435429" cy="435429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54" name="グループ化 153">
              <a:extLst>
                <a:ext uri="{FF2B5EF4-FFF2-40B4-BE49-F238E27FC236}">
                  <ns2:creationId id="{DE22CB10-8D16-2C67-89FB-7D415AB3CFA4}"/>
                </a:ext>
              </a:extLst>
            </p:cNvPr>
            <p:cNvGrpSpPr/>
            <p:nvPr/>
          </p:nvGrpSpPr>
          <p:grpSpPr>
            <a:xfrm>
              <a:off x="344486" y="3678921"/>
              <a:ext cx="1421268" cy="2629805"/>
              <a:chOff x="344486" y="3678921"/>
              <a:chExt cx="1421268" cy="2629805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330A8664-CBAB-EDC0-1BE0-B5F8FBEBC400}"/>
                  </a:ext>
                </a:extLst>
              </p:cNvPr>
              <p:cNvSpPr/>
              <p:nvPr/>
            </p:nvSpPr>
            <p:spPr>
              <a:xfrm>
                <a:off x="344486" y="3678921"/>
                <a:ext cx="1421268" cy="262980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8000" tIns="36000" rIns="36000" bIns="36000" rtlCol="0" anchor="ctr"/>
              <a:lstStyle/>
              <a:p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5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1" name="グラフィックス 150" descr="在宅勤務デスク 単色塗りつぶし">
                <a:extLst>
                  <a:ext uri="{FF2B5EF4-FFF2-40B4-BE49-F238E27FC236}">
                    <ns2:creationId id="{93FA5A41-DF23-933E-03A3-11CBFA7688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1330325" y="5873297"/>
                <a:ext cx="435429" cy="43542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995491729"/>
      </p:ext>
    </p:extLst>
  </p:cSld>
  <p:clrMapOvr>
    <a:masterClrMapping/>
  </p:clrMapOvr>
</p:sld>
</file>

<file path=ppt/slides/slide211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0A935FD-B595-531E-CAEE-3FAEE0D1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ns2:creationId id="{144EB648-64C3-9109-2A08-37663E476C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01" name="グループ化 100">
            <a:extLst>
              <a:ext uri="{FF2B5EF4-FFF2-40B4-BE49-F238E27FC236}">
                <ns2:creationId id="{3E9687BD-DD68-99D7-BEC4-15CDE21D983C}"/>
              </a:ext>
            </a:extLst>
          </p:cNvPr>
          <p:cNvGrpSpPr/>
          <p:nvPr/>
        </p:nvGrpSpPr>
        <p:grpSpPr>
          <a:xfrm>
            <a:off x="340011" y="1725178"/>
            <a:ext cx="1260000" cy="4583547"/>
            <a:chOff x="340011" y="1725178"/>
            <a:chExt cx="1260000" cy="4583547"/>
          </a:xfrm>
        </p:grpSpPr>
        <p:grpSp>
          <p:nvGrpSpPr>
            <p:cNvPr id="49" name="グループ化 48">
              <a:extLst>
                <a:ext uri="{FF2B5EF4-FFF2-40B4-BE49-F238E27FC236}">
                  <ns2:creationId id="{99CF28BF-4D54-DFAE-6E9C-EFD52402BD31}"/>
                </a:ext>
              </a:extLst>
            </p:cNvPr>
            <p:cNvGrpSpPr/>
            <p:nvPr/>
          </p:nvGrpSpPr>
          <p:grpSpPr>
            <a:xfrm>
              <a:off x="340011" y="5300725"/>
              <a:ext cx="1260000" cy="1008000"/>
              <a:chOff x="340011" y="5300725"/>
              <a:chExt cx="1260000" cy="1008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DE29AB96-6CE0-2948-9E82-47093352792D}"/>
                  </a:ext>
                </a:extLst>
              </p:cNvPr>
              <p:cNvSpPr/>
              <p:nvPr/>
            </p:nvSpPr>
            <p:spPr>
              <a:xfrm>
                <a:off x="340011" y="5300725"/>
                <a:ext cx="1260000" cy="100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40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</a:p>
            </p:txBody>
          </p:sp>
          <p:cxnSp>
            <p:nvCxnSpPr>
              <p:cNvPr id="14" name="直線コネクタ 13">
                <a:extLst>
                  <a:ext uri="{FF2B5EF4-FFF2-40B4-BE49-F238E27FC236}">
                    <ns2:creationId id="{B4720C62-9A33-9901-F56A-28366FCD42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5300725"/>
                <a:ext cx="0" cy="100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" name="グラフィックス 38" descr="コンパス 単色塗りつぶし">
                <a:extLst>
                  <a:ext uri="{FF2B5EF4-FFF2-40B4-BE49-F238E27FC236}">
                    <ns2:creationId id="{324292F0-43EF-35F9-A0BC-C573850F70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cstate="print">
                <a:extLst>
                  <a:ext uri="{28A0092B-C50C-407E-A947-70E740481C1C}">
                    <ns3:useLocalDpi val="0"/>
                  </a:ex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23696" y="5624725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2" name="グループ化 91">
              <a:extLst>
                <a:ext uri="{FF2B5EF4-FFF2-40B4-BE49-F238E27FC236}">
                  <ns2:creationId id="{6EE4C9A0-6C65-B019-88F5-6FD3DCF4F33F}"/>
                </a:ext>
              </a:extLst>
            </p:cNvPr>
            <p:cNvGrpSpPr/>
            <p:nvPr/>
          </p:nvGrpSpPr>
          <p:grpSpPr>
            <a:xfrm>
              <a:off x="340011" y="2097363"/>
              <a:ext cx="1260000" cy="324000"/>
              <a:chOff x="340011" y="2082224"/>
              <a:chExt cx="1260000" cy="32400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A7541E7A-AB6B-34AD-625F-CD2CC2060A52}"/>
                  </a:ext>
                </a:extLst>
              </p:cNvPr>
              <p:cNvSpPr/>
              <p:nvPr/>
            </p:nvSpPr>
            <p:spPr>
              <a:xfrm>
                <a:off x="340011" y="2105380"/>
                <a:ext cx="1260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ns2:creationId id="{71D460A8-E851-94F0-0E02-B4C2530F6E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105380"/>
                <a:ext cx="0" cy="288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1" name="グラフィックス 40" descr="ターゲット 単色塗りつぶし">
                <a:extLst>
                  <a:ext uri="{FF2B5EF4-FFF2-40B4-BE49-F238E27FC236}">
                    <ns2:creationId id="{94488792-02F4-B061-4EFE-A2EC88869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 rot="10800000">
                <a:off x="438962" y="2082224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ns2:creationId id="{024EFB94-F51D-0579-EF22-184FB9E0F8E3}"/>
                </a:ext>
              </a:extLst>
            </p:cNvPr>
            <p:cNvGrpSpPr/>
            <p:nvPr/>
          </p:nvGrpSpPr>
          <p:grpSpPr>
            <a:xfrm>
              <a:off x="340011" y="2493043"/>
              <a:ext cx="1260000" cy="2736000"/>
              <a:chOff x="340011" y="2452427"/>
              <a:chExt cx="1260000" cy="27360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5585F17E-0CA4-9195-E4D2-CE7C9E069A5D}"/>
                  </a:ext>
                </a:extLst>
              </p:cNvPr>
              <p:cNvSpPr/>
              <p:nvPr/>
            </p:nvSpPr>
            <p:spPr>
              <a:xfrm>
                <a:off x="340011" y="2452427"/>
                <a:ext cx="1260000" cy="273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" name="直線コネクタ 22">
                <a:extLst>
                  <a:ext uri="{FF2B5EF4-FFF2-40B4-BE49-F238E27FC236}">
                    <ns2:creationId id="{438A49B9-9C9A-C25F-8398-DC08721DA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2452427"/>
                <a:ext cx="0" cy="2736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3" name="グラフィックス 42" descr="クリップボード: チェックマーク 単色塗りつぶし">
                <a:extLst>
                  <a:ext uri="{FF2B5EF4-FFF2-40B4-BE49-F238E27FC236}">
                    <ns2:creationId id="{F9327FEE-C891-3F80-0336-FD5B06B269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3696" y="3640427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91" name="グループ化 90">
              <a:extLst>
                <a:ext uri="{FF2B5EF4-FFF2-40B4-BE49-F238E27FC236}">
                  <ns2:creationId id="{5B8AA894-CFCB-7B11-829C-3A0BE5E73E45}"/>
                </a:ext>
              </a:extLst>
            </p:cNvPr>
            <p:cNvGrpSpPr/>
            <p:nvPr/>
          </p:nvGrpSpPr>
          <p:grpSpPr>
            <a:xfrm>
              <a:off x="340011" y="1725178"/>
              <a:ext cx="1260000" cy="328920"/>
              <a:chOff x="340011" y="1725178"/>
              <a:chExt cx="1260000" cy="328920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9F8550B-B58E-4FBD-EAF7-50489926A39B}"/>
                  </a:ext>
                </a:extLst>
              </p:cNvPr>
              <p:cNvSpPr/>
              <p:nvPr/>
            </p:nvSpPr>
            <p:spPr>
              <a:xfrm>
                <a:off x="340011" y="1730098"/>
                <a:ext cx="1260000" cy="32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504000" tIns="36000" rIns="0" bIns="36000" rtlCol="0" anchor="ctr"/>
              <a:lstStyle/>
              <a:p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E904B389-039E-90CF-A775-1D5AC7AFE3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1730098"/>
                <a:ext cx="0" cy="32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" name="グラフィックス 44" descr="ライト: オン 単色塗りつぶし">
                <a:extLst>
                  <a:ext uri="{FF2B5EF4-FFF2-40B4-BE49-F238E27FC236}">
                    <ns2:creationId id="{1424C968-BA98-2502-BBEE-7A14320CDC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38962" y="1725178"/>
                <a:ext cx="324000" cy="324000"/>
              </a:xfrm>
              <a:prstGeom prst="rect">
                <a:avLst/>
              </a:prstGeom>
            </p:spPr>
          </p:pic>
        </p:grpSp>
      </p:grpSp>
      <p:grpSp>
        <p:nvGrpSpPr>
          <p:cNvPr id="111" name="グループ化 110">
            <a:extLst>
              <a:ext uri="{FF2B5EF4-FFF2-40B4-BE49-F238E27FC236}">
                <ns2:creationId id="{AE7A5F36-B2B8-94DD-967B-211D61129D3A}"/>
              </a:ext>
            </a:extLst>
          </p:cNvPr>
          <p:cNvGrpSpPr/>
          <p:nvPr/>
        </p:nvGrpSpPr>
        <p:grpSpPr>
          <a:xfrm>
            <a:off x="1710633" y="1636026"/>
            <a:ext cx="7456104" cy="4672699"/>
            <a:chOff x="1710633" y="1636026"/>
            <a:chExt cx="7456104" cy="4672699"/>
          </a:xfrm>
        </p:grpSpPr>
        <p:grpSp>
          <p:nvGrpSpPr>
            <p:cNvPr id="98" name="グループ化 97">
              <a:extLst>
                <a:ext uri="{FF2B5EF4-FFF2-40B4-BE49-F238E27FC236}">
                  <ns2:creationId id="{D72F7122-122C-D7F5-DA8D-055760B30654}"/>
                </a:ext>
              </a:extLst>
            </p:cNvPr>
            <p:cNvGrpSpPr/>
            <p:nvPr/>
          </p:nvGrpSpPr>
          <p:grpSpPr>
            <a:xfrm>
              <a:off x="1710633" y="1636026"/>
              <a:ext cx="7455793" cy="418072"/>
              <a:chOff x="1710633" y="1636026"/>
              <a:chExt cx="7455793" cy="418072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A157328E-9866-3668-CD18-C678260A7303}"/>
                  </a:ext>
                </a:extLst>
              </p:cNvPr>
              <p:cNvSpPr/>
              <p:nvPr/>
            </p:nvSpPr>
            <p:spPr>
              <a:xfrm>
                <a:off x="1804426" y="1730098"/>
                <a:ext cx="736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56000" tIns="36000" rIns="36000" bIns="36000" rtlCol="0" anchor="ctr"/>
              <a:lstStyle/>
              <a:p>
                <a:pPr algn="ctr"/>
                <a:r>
                  <a:rPr lang="zh-TW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  <a:endPara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上階 単色塗りつぶし">
                <a:extLst>
                  <a:ext uri="{FF2B5EF4-FFF2-40B4-BE49-F238E27FC236}">
                    <ns2:creationId id="{A856AFBE-09A9-FA46-91BC-2B30E4C69A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022107" y="1752973"/>
                <a:ext cx="319328" cy="288000"/>
              </a:xfrm>
              <a:prstGeom prst="rect">
                <a:avLst/>
              </a:prstGeom>
            </p:spPr>
          </p:pic>
          <p:sp>
            <p:nvSpPr>
              <p:cNvPr id="86" name="楕円 85">
                <a:extLst>
                  <a:ext uri="{FF2B5EF4-FFF2-40B4-BE49-F238E27FC236}">
                    <ns2:creationId id="{2DDDC99B-4384-5701-57E0-3DBD1E9C3ACD}"/>
                  </a:ext>
                </a:extLst>
              </p:cNvPr>
              <p:cNvSpPr/>
              <p:nvPr/>
            </p:nvSpPr>
            <p:spPr>
              <a:xfrm>
                <a:off x="1710633" y="1636026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8" name="正方形/長方形 27">
              <a:extLst>
                <a:ext uri="{FF2B5EF4-FFF2-40B4-BE49-F238E27FC236}">
                  <ns2:creationId id="{FC42C7BC-6001-4879-D4CC-E53567A254D6}"/>
                </a:ext>
              </a:extLst>
            </p:cNvPr>
            <p:cNvSpPr/>
            <p:nvPr/>
          </p:nvSpPr>
          <p:spPr>
            <a:xfrm>
              <a:off x="1804426" y="5300725"/>
              <a:ext cx="736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FB742F8B-6B87-2FAB-32A9-CC4FAEC92C74}"/>
                </a:ext>
              </a:extLst>
            </p:cNvPr>
            <p:cNvSpPr/>
            <p:nvPr/>
          </p:nvSpPr>
          <p:spPr>
            <a:xfrm>
              <a:off x="1804426" y="2120519"/>
              <a:ext cx="736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1" name="グループ化 60">
              <a:extLst>
                <a:ext uri="{FF2B5EF4-FFF2-40B4-BE49-F238E27FC236}">
                  <ns2:creationId id="{60B55967-BFF2-5F00-53E0-5EBE7EEE797A}"/>
                </a:ext>
              </a:extLst>
            </p:cNvPr>
            <p:cNvGrpSpPr/>
            <p:nvPr/>
          </p:nvGrpSpPr>
          <p:grpSpPr>
            <a:xfrm>
              <a:off x="1804426" y="2486621"/>
              <a:ext cx="3924000" cy="2736000"/>
              <a:chOff x="1711558" y="2452427"/>
              <a:chExt cx="3924000" cy="2736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38E919B1-0483-7105-80DF-73E641879824}"/>
                  </a:ext>
                </a:extLst>
              </p:cNvPr>
              <p:cNvSpPr/>
              <p:nvPr/>
            </p:nvSpPr>
            <p:spPr>
              <a:xfrm>
                <a:off x="1711558" y="2452427"/>
                <a:ext cx="3924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①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en-US" altLang="ja-JP" sz="1000" baseline="30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99F12C04-4B66-0B54-960D-C22E7F85560A}"/>
                  </a:ext>
                </a:extLst>
              </p:cNvPr>
              <p:cNvSpPr/>
              <p:nvPr/>
            </p:nvSpPr>
            <p:spPr>
              <a:xfrm>
                <a:off x="1711558" y="2860375"/>
                <a:ext cx="3924000" cy="22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2" name="グループ化 61">
              <a:extLst>
                <a:ext uri="{FF2B5EF4-FFF2-40B4-BE49-F238E27FC236}">
                  <ns2:creationId id="{1504E51A-156F-6FF0-8C9C-B24C90123793}"/>
                </a:ext>
              </a:extLst>
            </p:cNvPr>
            <p:cNvGrpSpPr/>
            <p:nvPr/>
          </p:nvGrpSpPr>
          <p:grpSpPr>
            <a:xfrm>
              <a:off x="5818737" y="2486621"/>
              <a:ext cx="3348000" cy="2736000"/>
              <a:chOff x="5736172" y="2452427"/>
              <a:chExt cx="3348000" cy="2736000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6C7744FA-A548-465D-0207-394FBBB4CD7D}"/>
                  </a:ext>
                </a:extLst>
              </p:cNvPr>
              <p:cNvSpPr/>
              <p:nvPr/>
            </p:nvSpPr>
            <p:spPr>
              <a:xfrm>
                <a:off x="5736172" y="2452427"/>
                <a:ext cx="3348000" cy="2736000"/>
              </a:xfrm>
              <a:prstGeom prst="rect">
                <a:avLst/>
              </a:prstGeom>
              <a:solidFill>
                <a:srgbClr val="E5F2E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180975" indent="-180975"/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② 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6E60032A-B6BB-7BDF-3A66-0EA29D827B1C}"/>
                  </a:ext>
                </a:extLst>
              </p:cNvPr>
              <p:cNvSpPr/>
              <p:nvPr/>
            </p:nvSpPr>
            <p:spPr>
              <a:xfrm>
                <a:off x="5736172" y="2984200"/>
                <a:ext cx="3348000" cy="214977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t" anchorCtr="0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lt"/>
                  <a:buAutoNum type="arabicPeriod"/>
                </a:pP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77" name="直線コネクタ 76">
              <a:extLst>
                <a:ext uri="{FF2B5EF4-FFF2-40B4-BE49-F238E27FC236}">
                  <ns2:creationId id="{FCB6AA72-11C0-74FA-2404-FF019AAF4B2D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2447570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5A65FF25-FA09-4BB3-434C-94C0FF91C45C}"/>
                </a:ext>
              </a:extLst>
            </p:cNvPr>
            <p:cNvCxnSpPr>
              <a:cxnSpLocks/>
            </p:cNvCxnSpPr>
            <p:nvPr/>
          </p:nvCxnSpPr>
          <p:spPr>
            <a:xfrm>
              <a:off x="1804426" y="5261672"/>
              <a:ext cx="736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グループ化 109">
            <a:extLst>
              <a:ext uri="{FF2B5EF4-FFF2-40B4-BE49-F238E27FC236}">
                <ns2:creationId id="{BA1AE8A7-C4E5-D992-C69C-1927231039A7}"/>
              </a:ext>
            </a:extLst>
          </p:cNvPr>
          <p:cNvGrpSpPr/>
          <p:nvPr/>
        </p:nvGrpSpPr>
        <p:grpSpPr>
          <a:xfrm>
            <a:off x="9172102" y="1636001"/>
            <a:ext cx="2684878" cy="4672724"/>
            <a:chOff x="9172102" y="1636001"/>
            <a:chExt cx="2684878" cy="4672724"/>
          </a:xfrm>
        </p:grpSpPr>
        <p:sp>
          <p:nvSpPr>
            <p:cNvPr id="29" name="正方形/長方形 28">
              <a:extLst>
                <a:ext uri="{FF2B5EF4-FFF2-40B4-BE49-F238E27FC236}">
                  <ns2:creationId id="{C970BF95-7707-ACB9-606D-D638D3672298}"/>
                </a:ext>
              </a:extLst>
            </p:cNvPr>
            <p:cNvSpPr/>
            <p:nvPr/>
          </p:nvSpPr>
          <p:spPr>
            <a:xfrm>
              <a:off x="9264980" y="5300725"/>
              <a:ext cx="2592000" cy="100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54000" rIns="36000" bIns="36000" rtlCol="0" anchor="t" anchorCtr="0"/>
            <a:lstStyle/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28600" indent="-228600">
                <a:buClr>
                  <a:srgbClr val="008D2E"/>
                </a:buClr>
                <a:buFont typeface="+mj-lt"/>
                <a:buAutoNum type="arabicPeriod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259286A-F646-FF42-9F01-1248138B9D03}"/>
                </a:ext>
              </a:extLst>
            </p:cNvPr>
            <p:cNvSpPr/>
            <p:nvPr/>
          </p:nvSpPr>
          <p:spPr>
            <a:xfrm>
              <a:off x="9264980" y="2120519"/>
              <a:ext cx="2592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332BFCE-664D-539E-7F13-A04A536DBC68}"/>
                </a:ext>
              </a:extLst>
            </p:cNvPr>
            <p:cNvSpPr/>
            <p:nvPr/>
          </p:nvSpPr>
          <p:spPr>
            <a:xfrm>
              <a:off x="9264980" y="2486621"/>
              <a:ext cx="2592000" cy="273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2800" indent="-182563"/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0DE2715-AFDA-D6CB-9BBC-593C5718E7E9}"/>
                </a:ext>
              </a:extLst>
            </p:cNvPr>
            <p:cNvSpPr/>
            <p:nvPr/>
          </p:nvSpPr>
          <p:spPr>
            <a:xfrm>
              <a:off x="9264980" y="2894569"/>
              <a:ext cx="2592000" cy="226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72000" tIns="36000" rIns="36000" bIns="36000" rtlCol="0" anchor="t" anchorCtr="0"/>
            <a:lstStyle/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97" name="グループ化 96">
              <a:extLst>
                <a:ext uri="{FF2B5EF4-FFF2-40B4-BE49-F238E27FC236}">
                  <ns2:creationId id="{6E64DA5C-1268-B064-46B0-4C14EE42946C}"/>
                </a:ext>
              </a:extLst>
            </p:cNvPr>
            <p:cNvGrpSpPr/>
            <p:nvPr/>
          </p:nvGrpSpPr>
          <p:grpSpPr>
            <a:xfrm>
              <a:off x="9172102" y="1636001"/>
              <a:ext cx="2684878" cy="425522"/>
              <a:chOff x="9172102" y="1636001"/>
              <a:chExt cx="2684878" cy="425522"/>
            </a:xfrm>
          </p:grpSpPr>
          <p:sp>
            <p:nvSpPr>
              <p:cNvPr id="26" name="正方形/長方形 25">
                <a:extLst>
                  <a:ext uri="{FF2B5EF4-FFF2-40B4-BE49-F238E27FC236}">
                    <ns2:creationId id="{6AABCBBC-007A-60F0-33D7-AF030A1F50D6}"/>
                  </a:ext>
                </a:extLst>
              </p:cNvPr>
              <p:cNvSpPr/>
              <p:nvPr/>
            </p:nvSpPr>
            <p:spPr>
              <a:xfrm>
                <a:off x="9264980" y="1730098"/>
                <a:ext cx="2592000" cy="324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612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123" descr="対象の人々 単色塗りつぶし">
                <a:extLst>
                  <a:ext uri="{FF2B5EF4-FFF2-40B4-BE49-F238E27FC236}">
                    <ns2:creationId id="{65CCFCBB-5842-34AB-0E7F-6CE4CF380F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7"/>
                  </a:ext>
                </a:extLst>
              </a:blip>
              <a:srcRect/>
              <a:stretch/>
            </p:blipFill>
            <p:spPr>
              <a:xfrm>
                <a:off x="9540447" y="1737523"/>
                <a:ext cx="324000" cy="324000"/>
              </a:xfrm>
              <a:prstGeom prst="rect">
                <a:avLst/>
              </a:prstGeom>
            </p:spPr>
          </p:pic>
          <p:sp>
            <p:nvSpPr>
              <p:cNvPr id="88" name="楕円 87">
                <a:extLst>
                  <a:ext uri="{FF2B5EF4-FFF2-40B4-BE49-F238E27FC236}">
                    <ns2:creationId id="{A207AAFA-F342-7E44-6D6F-FE53A9B6EBCB}"/>
                  </a:ext>
                </a:extLst>
              </p:cNvPr>
              <p:cNvSpPr/>
              <p:nvPr/>
            </p:nvSpPr>
            <p:spPr>
              <a:xfrm>
                <a:off x="9172102" y="1636001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02" name="直線コネクタ 101">
              <a:extLst>
                <a:ext uri="{FF2B5EF4-FFF2-40B4-BE49-F238E27FC236}">
                  <ns2:creationId id="{5B6D465D-ABCA-4C0E-2558-FC9310CEAABD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2447570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F7735F79-E6ED-2F6F-C19E-5FF54CE3F7E5}"/>
                </a:ext>
              </a:extLst>
            </p:cNvPr>
            <p:cNvCxnSpPr>
              <a:cxnSpLocks/>
            </p:cNvCxnSpPr>
            <p:nvPr/>
          </p:nvCxnSpPr>
          <p:spPr>
            <a:xfrm>
              <a:off x="9264980" y="5261672"/>
              <a:ext cx="259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タイトル 1">
            <a:extLst>
              <a:ext uri="{FF2B5EF4-FFF2-40B4-BE49-F238E27FC236}">
                <ns2:creationId id="{DA24DCCA-826D-D1F3-AE7D-473976102261}"/>
              </a:ext>
            </a:extLst>
          </p:cNvPr>
          <p:cNvSpPr txBox="1">
            <a:spLocks/>
          </p:cNvSpPr>
          <p:nvPr/>
        </p:nvSpPr>
        <p:spPr>
          <a:xfrm>
            <a:off x="1486742" y="1"/>
            <a:ext cx="10482215" cy="91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lang="ja-JP" altLang="en-US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2083B456-EACD-394B-7A35-9C6F3A59040D}"/>
              </a:ext>
            </a:extLst>
          </p:cNvPr>
          <p:cNvSpPr/>
          <p:nvPr/>
        </p:nvSpPr>
        <p:spPr>
          <a:xfrm>
            <a:off x="334963" y="503769"/>
            <a:ext cx="1151779" cy="348757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6:creationId val="2859700884"/>
      </p:ext>
    </p:extLst>
  </p:cSld>
  <p:clrMapOvr>
    <a:masterClrMapping/>
  </p:clrMapOvr>
</p:sld>
</file>

<file path=ppt/slides/slide21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BC9FF5C-7407-C049-10B2-6875C758D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C0E7C7E-2F97-981B-2BAC-508C9428A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3" y="1"/>
            <a:ext cx="11745912" cy="914400"/>
          </a:xfrm>
        </p:spPr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12" name="テキスト プレースホルダー 2">
            <a:extLst>
              <a:ext uri="{FF2B5EF4-FFF2-40B4-BE49-F238E27FC236}">
                <ns2:creationId id="{FEE30ECA-C38F-7FBD-2733-C13D570FF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5425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88" name="グループ化 187">
            <a:extLst>
              <a:ext uri="{FF2B5EF4-FFF2-40B4-BE49-F238E27FC236}">
                <ns2:creationId id="{94B2A4C7-1CFC-1580-E396-75DA1867725A}"/>
              </a:ext>
            </a:extLst>
          </p:cNvPr>
          <p:cNvGrpSpPr/>
          <p:nvPr/>
        </p:nvGrpSpPr>
        <p:grpSpPr>
          <a:xfrm>
            <a:off x="1705007" y="4701083"/>
            <a:ext cx="972000" cy="1604473"/>
            <a:chOff x="1705007" y="4701083"/>
            <a:chExt cx="972000" cy="1604473"/>
          </a:xfrm>
        </p:grpSpPr>
        <p:sp>
          <p:nvSpPr>
            <p:cNvPr id="23" name="正方形/長方形 22">
              <a:extLst>
                <a:ext uri="{FF2B5EF4-FFF2-40B4-BE49-F238E27FC236}">
                  <ns2:creationId id="{2C43E1B1-4CFF-7312-B314-149141EE959D}"/>
                </a:ext>
              </a:extLst>
            </p:cNvPr>
            <p:cNvSpPr/>
            <p:nvPr/>
          </p:nvSpPr>
          <p:spPr>
            <a:xfrm>
              <a:off x="1705007" y="5945556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8931EA3-A156-21AC-81EF-3A11AD66EA37}"/>
                </a:ext>
              </a:extLst>
            </p:cNvPr>
            <p:cNvSpPr/>
            <p:nvPr/>
          </p:nvSpPr>
          <p:spPr>
            <a:xfrm>
              <a:off x="1705007" y="5530731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3EB08B7F-ECD0-ACAC-CD16-C2C4B1B80C7B}"/>
                </a:ext>
              </a:extLst>
            </p:cNvPr>
            <p:cNvSpPr/>
            <p:nvPr/>
          </p:nvSpPr>
          <p:spPr>
            <a:xfrm>
              <a:off x="1705007" y="5115907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211C1E2F-9265-C0AA-3129-10A7A186B839}"/>
                </a:ext>
              </a:extLst>
            </p:cNvPr>
            <p:cNvSpPr/>
            <p:nvPr/>
          </p:nvSpPr>
          <p:spPr>
            <a:xfrm>
              <a:off x="1705007" y="4701083"/>
              <a:ext cx="972000" cy="36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83" name="グループ化 182">
            <a:extLst>
              <a:ext uri="{FF2B5EF4-FFF2-40B4-BE49-F238E27FC236}">
                <ns2:creationId id="{462D460D-9B1D-7BB6-2CA7-1F25C4884EB4}"/>
              </a:ext>
            </a:extLst>
          </p:cNvPr>
          <p:cNvGrpSpPr/>
          <p:nvPr/>
        </p:nvGrpSpPr>
        <p:grpSpPr>
          <a:xfrm>
            <a:off x="1705007" y="1728785"/>
            <a:ext cx="972000" cy="2283415"/>
            <a:chOff x="1705007" y="1728785"/>
            <a:chExt cx="972000" cy="2283415"/>
          </a:xfrm>
        </p:grpSpPr>
        <p:sp>
          <p:nvSpPr>
            <p:cNvPr id="13" name="正方形/長方形 12">
              <a:extLst>
                <a:ext uri="{FF2B5EF4-FFF2-40B4-BE49-F238E27FC236}">
                  <ns2:creationId id="{A7402CD4-9812-2C29-2577-DAF5636E8961}"/>
                </a:ext>
              </a:extLst>
            </p:cNvPr>
            <p:cNvSpPr/>
            <p:nvPr/>
          </p:nvSpPr>
          <p:spPr>
            <a:xfrm>
              <a:off x="1705007" y="1728785"/>
              <a:ext cx="972000" cy="432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19A4F71B-FA76-25F4-5A80-31CBDF5AA701}"/>
                </a:ext>
              </a:extLst>
            </p:cNvPr>
            <p:cNvSpPr/>
            <p:nvPr/>
          </p:nvSpPr>
          <p:spPr>
            <a:xfrm>
              <a:off x="1705007" y="2231202"/>
              <a:ext cx="972000" cy="28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C7D21343-D8B8-3184-19E3-8D6A9ADC00D6}"/>
                </a:ext>
              </a:extLst>
            </p:cNvPr>
            <p:cNvSpPr/>
            <p:nvPr/>
          </p:nvSpPr>
          <p:spPr>
            <a:xfrm>
              <a:off x="1705007" y="2581702"/>
              <a:ext cx="972000" cy="900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D8102A87-19BF-90DB-8C55-DA108DA723D1}"/>
                </a:ext>
              </a:extLst>
            </p:cNvPr>
            <p:cNvSpPr/>
            <p:nvPr/>
          </p:nvSpPr>
          <p:spPr>
            <a:xfrm>
              <a:off x="1705007" y="3544200"/>
              <a:ext cx="972000" cy="468000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b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94" name="グループ化 193">
            <a:extLst>
              <a:ext uri="{FF2B5EF4-FFF2-40B4-BE49-F238E27FC236}">
                <ns2:creationId id="{DA79138E-96F4-4C7F-5E75-363D5F077521}"/>
              </a:ext>
            </a:extLst>
          </p:cNvPr>
          <p:cNvGrpSpPr/>
          <p:nvPr/>
        </p:nvGrpSpPr>
        <p:grpSpPr>
          <a:xfrm>
            <a:off x="2790040" y="1636489"/>
            <a:ext cx="9068436" cy="2375711"/>
            <a:chOff x="2790040" y="1636489"/>
            <a:chExt cx="9068436" cy="2375711"/>
          </a:xfrm>
        </p:grpSpPr>
        <p:grpSp>
          <p:nvGrpSpPr>
            <p:cNvPr id="182" name="グループ化 181">
              <a:extLst>
                <a:ext uri="{FF2B5EF4-FFF2-40B4-BE49-F238E27FC236}">
                  <ns2:creationId id="{4E14AC4D-5A9D-69F9-F24B-DC7C903B615B}"/>
                </a:ext>
              </a:extLst>
            </p:cNvPr>
            <p:cNvGrpSpPr/>
            <p:nvPr/>
          </p:nvGrpSpPr>
          <p:grpSpPr>
            <a:xfrm>
              <a:off x="2790040" y="1636797"/>
              <a:ext cx="2904501" cy="2375403"/>
              <a:chOff x="2790040" y="1636797"/>
              <a:chExt cx="2904501" cy="2375403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07C6FD54-696C-3038-89F0-CD6C95074061}"/>
                  </a:ext>
                </a:extLst>
              </p:cNvPr>
              <p:cNvSpPr/>
              <p:nvPr/>
            </p:nvSpPr>
            <p:spPr>
              <a:xfrm>
                <a:off x="2886541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72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企業価値向上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楕円 122">
                <a:extLst>
                  <a:ext uri="{FF2B5EF4-FFF2-40B4-BE49-F238E27FC236}">
                    <ns2:creationId id="{825B84A0-9BCE-8D5A-73FB-8E0EFE3C73A8}"/>
                  </a:ext>
                </a:extLst>
              </p:cNvPr>
              <p:cNvSpPr/>
              <p:nvPr/>
            </p:nvSpPr>
            <p:spPr>
              <a:xfrm>
                <a:off x="2790040" y="1636797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7" name="グラフィックス 116" descr="上階 単色塗りつぶし">
                <a:extLst>
                  <a:ext uri="{FF2B5EF4-FFF2-40B4-BE49-F238E27FC236}">
                    <ns2:creationId id="{715EFA13-A946-FD31-DD5B-82C787F27F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3400384" y="1777990"/>
                <a:ext cx="359243" cy="360000"/>
              </a:xfrm>
              <a:prstGeom prst="rect">
                <a:avLst/>
              </a:prstGeom>
            </p:spPr>
          </p:pic>
          <p:sp>
            <p:nvSpPr>
              <p:cNvPr id="35" name="正方形/長方形 34">
                <a:extLst>
                  <a:ext uri="{FF2B5EF4-FFF2-40B4-BE49-F238E27FC236}">
                    <ns2:creationId id="{97CCA629-E2B8-566B-0131-AB773E7A97B7}"/>
                  </a:ext>
                </a:extLst>
              </p:cNvPr>
              <p:cNvSpPr/>
              <p:nvPr/>
            </p:nvSpPr>
            <p:spPr>
              <a:xfrm>
                <a:off x="2886541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E5A682A5-4427-80F1-74BD-06043F5C1163}"/>
                  </a:ext>
                </a:extLst>
              </p:cNvPr>
              <p:cNvSpPr/>
              <p:nvPr/>
            </p:nvSpPr>
            <p:spPr>
              <a:xfrm>
                <a:off x="2886541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13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269801F4-08B7-3DB7-D497-A07F167A3949}"/>
                  </a:ext>
                </a:extLst>
              </p:cNvPr>
              <p:cNvSpPr/>
              <p:nvPr/>
            </p:nvSpPr>
            <p:spPr>
              <a:xfrm>
                <a:off x="2886541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B13DA941-A36F-D442-C719-03D50FE35F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直線コネクタ 148">
                <a:extLst>
                  <a:ext uri="{FF2B5EF4-FFF2-40B4-BE49-F238E27FC236}">
                    <ns2:creationId id="{C44EB707-CA2B-0BD7-CD80-5158D3DEC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6541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グループ化 180">
              <a:extLst>
                <a:ext uri="{FF2B5EF4-FFF2-40B4-BE49-F238E27FC236}">
                  <ns2:creationId id="{C1D532F0-8039-8ACD-FFDD-3CFBB6378033}"/>
                </a:ext>
              </a:extLst>
            </p:cNvPr>
            <p:cNvGrpSpPr/>
            <p:nvPr/>
          </p:nvGrpSpPr>
          <p:grpSpPr>
            <a:xfrm>
              <a:off x="5874833" y="1637028"/>
              <a:ext cx="2902087" cy="2375172"/>
              <a:chOff x="5874833" y="1637028"/>
              <a:chExt cx="2902087" cy="2375172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CBAAD1B4-777E-308F-9A0E-6BF2F33539EE}"/>
                  </a:ext>
                </a:extLst>
              </p:cNvPr>
              <p:cNvSpPr/>
              <p:nvPr/>
            </p:nvSpPr>
            <p:spPr>
              <a:xfrm>
                <a:off x="5968920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044000" tIns="36000" rIns="36000" bIns="36000" rtlCol="0" anchor="ctr"/>
              <a:lstStyle/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8B1F7082-BE89-75FB-195F-EC0C132EBB5D}"/>
                  </a:ext>
                </a:extLst>
              </p:cNvPr>
              <p:cNvSpPr/>
              <p:nvPr/>
            </p:nvSpPr>
            <p:spPr>
              <a:xfrm>
                <a:off x="5874833" y="1637028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8" name="グラフィックス 117" descr="事業の成長 単色塗りつぶし">
                <a:extLst>
                  <a:ext uri="{FF2B5EF4-FFF2-40B4-BE49-F238E27FC236}">
                    <ns2:creationId id="{E66A1938-F432-F6FE-8E48-33EA3404B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541684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ns2:creationId id="{CE6FAA24-61C7-D36B-58D5-592A90FC6076}"/>
                  </a:ext>
                </a:extLst>
              </p:cNvPr>
              <p:cNvSpPr/>
              <p:nvPr/>
            </p:nvSpPr>
            <p:spPr>
              <a:xfrm>
                <a:off x="5968920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7ADAB73C-4D4E-E19B-4CAE-B541E187391B}"/>
                  </a:ext>
                </a:extLst>
              </p:cNvPr>
              <p:cNvSpPr/>
              <p:nvPr/>
            </p:nvSpPr>
            <p:spPr>
              <a:xfrm>
                <a:off x="5968920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585A9756-4F57-A15F-5396-32FEC928E8FF}"/>
                  </a:ext>
                </a:extLst>
              </p:cNvPr>
              <p:cNvSpPr/>
              <p:nvPr/>
            </p:nvSpPr>
            <p:spPr>
              <a:xfrm>
                <a:off x="5968920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6" name="直線コネクタ 145">
                <a:extLst>
                  <a:ext uri="{FF2B5EF4-FFF2-40B4-BE49-F238E27FC236}">
                    <ns2:creationId id="{7EF3B99C-4563-625F-4D60-9F056A735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線コネクタ 149">
                <a:extLst>
                  <a:ext uri="{FF2B5EF4-FFF2-40B4-BE49-F238E27FC236}">
                    <ns2:creationId id="{77F77C1D-5858-D888-E239-2F48135C3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508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0" name="グループ化 179">
              <a:extLst>
                <a:ext uri="{FF2B5EF4-FFF2-40B4-BE49-F238E27FC236}">
                  <ns2:creationId id="{D4D588AD-ECDD-06D8-6D91-62C77B8BC913}"/>
                </a:ext>
              </a:extLst>
            </p:cNvPr>
            <p:cNvGrpSpPr/>
            <p:nvPr/>
          </p:nvGrpSpPr>
          <p:grpSpPr>
            <a:xfrm>
              <a:off x="8957212" y="1636489"/>
              <a:ext cx="2901264" cy="2375711"/>
              <a:chOff x="8957212" y="1636489"/>
              <a:chExt cx="2901264" cy="2375711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AB082456-D205-38F2-402F-1126A0A60FA4}"/>
                  </a:ext>
                </a:extLst>
              </p:cNvPr>
              <p:cNvSpPr/>
              <p:nvPr/>
            </p:nvSpPr>
            <p:spPr>
              <a:xfrm>
                <a:off x="9050476" y="1728785"/>
                <a:ext cx="2808000" cy="432000"/>
              </a:xfrm>
              <a:prstGeom prst="rect">
                <a:avLst/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936000" tIns="36000" rIns="36000" bIns="36000" rtlCol="0" anchor="ctr"/>
              <a:lstStyle/>
              <a:p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73645F73-29D9-1F2E-0084-52612B46E315}"/>
                  </a:ext>
                </a:extLst>
              </p:cNvPr>
              <p:cNvSpPr/>
              <p:nvPr/>
            </p:nvSpPr>
            <p:spPr>
              <a:xfrm>
                <a:off x="8957212" y="1636489"/>
                <a:ext cx="283347" cy="28334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9" name="グラフィックス 123" descr="対象の人々 単色塗りつぶし">
                <a:extLst>
                  <a:ext uri="{FF2B5EF4-FFF2-40B4-BE49-F238E27FC236}">
                    <ns2:creationId id="{AC802764-3CB4-99F8-64E6-D8AEBC1765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9529282" y="175999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7" name="正方形/長方形 36">
                <a:extLst>
                  <a:ext uri="{FF2B5EF4-FFF2-40B4-BE49-F238E27FC236}">
                    <ns2:creationId id="{261D0B1C-4F03-4889-5675-28129EFB21BB}"/>
                  </a:ext>
                </a:extLst>
              </p:cNvPr>
              <p:cNvSpPr/>
              <p:nvPr/>
            </p:nvSpPr>
            <p:spPr>
              <a:xfrm>
                <a:off x="9050476" y="2231202"/>
                <a:ext cx="2808000" cy="28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D9427BDC-7CFA-DF2B-3230-435E1ECFFC2B}"/>
                  </a:ext>
                </a:extLst>
              </p:cNvPr>
              <p:cNvSpPr/>
              <p:nvPr/>
            </p:nvSpPr>
            <p:spPr>
              <a:xfrm>
                <a:off x="9050476" y="2581702"/>
                <a:ext cx="2808000" cy="90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228600" indent="-228600">
                  <a:spcAft>
                    <a:spcPts val="300"/>
                  </a:spcAft>
                  <a:buClr>
                    <a:srgbClr val="008D2E"/>
                  </a:buClr>
                  <a:buFont typeface="+mj-ea"/>
                  <a:buAutoNum type="circleNumDbPlain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AF54AFBC-B449-C4F4-2A32-7C7F488B932A}"/>
                  </a:ext>
                </a:extLst>
              </p:cNvPr>
              <p:cNvSpPr/>
              <p:nvPr/>
            </p:nvSpPr>
            <p:spPr>
              <a:xfrm>
                <a:off x="9050476" y="3544200"/>
                <a:ext cx="2808000" cy="468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80000" tIns="36000" rIns="36000" bIns="36000" rtlCol="0" anchor="ctr"/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47" name="直線コネクタ 146">
                <a:extLst>
                  <a:ext uri="{FF2B5EF4-FFF2-40B4-BE49-F238E27FC236}">
                    <ns2:creationId id="{953CCCDD-FD5F-D19E-B19B-4E34C01D9C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2550452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線コネクタ 150">
                <a:extLst>
                  <a:ext uri="{FF2B5EF4-FFF2-40B4-BE49-F238E27FC236}">
                    <ns2:creationId id="{6FB1DBF4-A51B-C832-A489-C0E4620D5A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0476" y="3512951"/>
                <a:ext cx="2808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5" name="グループ化 194">
            <a:extLst>
              <a:ext uri="{FF2B5EF4-FFF2-40B4-BE49-F238E27FC236}">
                <ns2:creationId id="{C62EE466-A3EE-27F6-3765-938FB1401D9E}"/>
              </a:ext>
            </a:extLst>
          </p:cNvPr>
          <p:cNvGrpSpPr/>
          <p:nvPr/>
        </p:nvGrpSpPr>
        <p:grpSpPr>
          <a:xfrm>
            <a:off x="2782888" y="4187929"/>
            <a:ext cx="9071544" cy="2117627"/>
            <a:chOff x="2782888" y="4187929"/>
            <a:chExt cx="9071544" cy="2117627"/>
          </a:xfrm>
        </p:grpSpPr>
        <p:grpSp>
          <p:nvGrpSpPr>
            <p:cNvPr id="187" name="グループ化 186">
              <a:extLst>
                <a:ext uri="{FF2B5EF4-FFF2-40B4-BE49-F238E27FC236}">
                  <ns2:creationId id="{6CE14542-AC24-FDFB-B5CC-364A78C1BE59}"/>
                </a:ext>
              </a:extLst>
            </p:cNvPr>
            <p:cNvGrpSpPr/>
            <p:nvPr/>
          </p:nvGrpSpPr>
          <p:grpSpPr>
            <a:xfrm>
              <a:off x="2782888" y="4187929"/>
              <a:ext cx="2271644" cy="2117627"/>
              <a:chOff x="2782888" y="4187929"/>
              <a:chExt cx="2271644" cy="2117627"/>
            </a:xfrm>
          </p:grpSpPr>
          <p:sp>
            <p:nvSpPr>
              <p:cNvPr id="46" name="ホームベース 51">
                <a:extLst>
                  <a:ext uri="{FF2B5EF4-FFF2-40B4-BE49-F238E27FC236}">
                    <ns2:creationId id="{1DB895B9-7EEB-EB7B-0A2F-AF1413DC016A}"/>
                  </a:ext>
                </a:extLst>
              </p:cNvPr>
              <p:cNvSpPr/>
              <p:nvPr/>
            </p:nvSpPr>
            <p:spPr>
              <a:xfrm>
                <a:off x="2786532" y="4187929"/>
                <a:ext cx="2268000" cy="252000"/>
              </a:xfrm>
              <a:prstGeom prst="homePlate">
                <a:avLst>
                  <a:gd name="adj" fmla="val 18206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8E608E2F-8CFC-D490-1B86-351C3A9B77ED}"/>
                  </a:ext>
                </a:extLst>
              </p:cNvPr>
              <p:cNvSpPr/>
              <p:nvPr/>
            </p:nvSpPr>
            <p:spPr>
              <a:xfrm>
                <a:off x="28225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9960E32D-AB15-A35E-451E-335C4F4B1E6C}"/>
                  </a:ext>
                </a:extLst>
              </p:cNvPr>
              <p:cNvSpPr/>
              <p:nvPr/>
            </p:nvSpPr>
            <p:spPr>
              <a:xfrm>
                <a:off x="28225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0AE9D5D7-3C2E-6089-097B-0C5E73C79D49}"/>
                  </a:ext>
                </a:extLst>
              </p:cNvPr>
              <p:cNvSpPr/>
              <p:nvPr/>
            </p:nvSpPr>
            <p:spPr>
              <a:xfrm>
                <a:off x="28225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ns2:creationId id="{B24DB8B9-55DA-AE8E-CCE9-75B0911BC998}"/>
                  </a:ext>
                </a:extLst>
              </p:cNvPr>
              <p:cNvSpPr/>
              <p:nvPr/>
            </p:nvSpPr>
            <p:spPr>
              <a:xfrm>
                <a:off x="28225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00F33E-D0AF-1D98-4F9D-020F936C2E8A}"/>
                  </a:ext>
                </a:extLst>
              </p:cNvPr>
              <p:cNvSpPr/>
              <p:nvPr/>
            </p:nvSpPr>
            <p:spPr>
              <a:xfrm>
                <a:off x="28225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6" name="直線コネクタ 165">
                <a:extLst>
                  <a:ext uri="{FF2B5EF4-FFF2-40B4-BE49-F238E27FC236}">
                    <ns2:creationId id="{19BE0E95-6523-2950-AE40-84F7E599FD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線コネクタ 170">
                <a:extLst>
                  <a:ext uri="{FF2B5EF4-FFF2-40B4-BE49-F238E27FC236}">
                    <ns2:creationId id="{5D3C483E-067B-A854-C5ED-670AD8EE43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直線コネクタ 175">
                <a:extLst>
                  <a:ext uri="{FF2B5EF4-FFF2-40B4-BE49-F238E27FC236}">
                    <ns2:creationId id="{8BB7D475-4FD0-C275-3D51-83B8CBB41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2888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5" name="グループ化 184">
              <a:extLst>
                <a:ext uri="{FF2B5EF4-FFF2-40B4-BE49-F238E27FC236}">
                  <ns2:creationId id="{C3A51D1D-4640-CB71-2FB0-B566F85F5205}"/>
                </a:ext>
              </a:extLst>
            </p:cNvPr>
            <p:cNvGrpSpPr/>
            <p:nvPr/>
          </p:nvGrpSpPr>
          <p:grpSpPr>
            <a:xfrm>
              <a:off x="7319798" y="4187929"/>
              <a:ext cx="2268000" cy="2117627"/>
              <a:chOff x="7319798" y="4187929"/>
              <a:chExt cx="2268000" cy="2117627"/>
            </a:xfrm>
          </p:grpSpPr>
          <p:sp>
            <p:nvSpPr>
              <p:cNvPr id="48" name="山形 53">
                <a:extLst>
                  <a:ext uri="{FF2B5EF4-FFF2-40B4-BE49-F238E27FC236}">
                    <ns2:creationId id="{261D1D80-A4E3-4EA3-305D-B06B0DFD928A}"/>
                  </a:ext>
                </a:extLst>
              </p:cNvPr>
              <p:cNvSpPr/>
              <p:nvPr/>
            </p:nvSpPr>
            <p:spPr>
              <a:xfrm>
                <a:off x="7319798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6B02134C-A344-C296-6FCD-DF8280F65078}"/>
                  </a:ext>
                </a:extLst>
              </p:cNvPr>
              <p:cNvSpPr/>
              <p:nvPr/>
            </p:nvSpPr>
            <p:spPr>
              <a:xfrm>
                <a:off x="7355798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4BCBFED2-8432-9CA7-A157-EB6E21478AB9}"/>
                  </a:ext>
                </a:extLst>
              </p:cNvPr>
              <p:cNvSpPr/>
              <p:nvPr/>
            </p:nvSpPr>
            <p:spPr>
              <a:xfrm>
                <a:off x="7355798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4AEE3E11-423C-C871-6761-C8A8BAF0DE68}"/>
                  </a:ext>
                </a:extLst>
              </p:cNvPr>
              <p:cNvSpPr/>
              <p:nvPr/>
            </p:nvSpPr>
            <p:spPr>
              <a:xfrm>
                <a:off x="7355798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5621412E-4CBB-CC7F-D647-264E27B2439D}"/>
                  </a:ext>
                </a:extLst>
              </p:cNvPr>
              <p:cNvSpPr/>
              <p:nvPr/>
            </p:nvSpPr>
            <p:spPr>
              <a:xfrm>
                <a:off x="7355798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541B7485-E108-FD01-7663-7D4CCE95D123}"/>
                  </a:ext>
                </a:extLst>
              </p:cNvPr>
              <p:cNvSpPr/>
              <p:nvPr/>
            </p:nvSpPr>
            <p:spPr>
              <a:xfrm>
                <a:off x="7355798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7" name="直線コネクタ 166">
                <a:extLst>
                  <a:ext uri="{FF2B5EF4-FFF2-40B4-BE49-F238E27FC236}">
                    <ns2:creationId id="{F3288128-36EF-26F5-386C-25C23D17F8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DDD49814-34D3-96A4-2431-4E4BFA074A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線コネクタ 176">
                <a:extLst>
                  <a:ext uri="{FF2B5EF4-FFF2-40B4-BE49-F238E27FC236}">
                    <ns2:creationId id="{2CE652E9-0853-C16B-2314-3EF1CB6074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66584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6" name="グループ化 185">
              <a:extLst>
                <a:ext uri="{FF2B5EF4-FFF2-40B4-BE49-F238E27FC236}">
                  <ns2:creationId id="{D870317A-1C50-5F5A-293E-73AD98E813FE}"/>
                </a:ext>
              </a:extLst>
            </p:cNvPr>
            <p:cNvGrpSpPr/>
            <p:nvPr/>
          </p:nvGrpSpPr>
          <p:grpSpPr>
            <a:xfrm>
              <a:off x="5053165" y="4187929"/>
              <a:ext cx="2268000" cy="2117627"/>
              <a:chOff x="5053165" y="4187929"/>
              <a:chExt cx="2268000" cy="2117627"/>
            </a:xfrm>
          </p:grpSpPr>
          <p:sp>
            <p:nvSpPr>
              <p:cNvPr id="47" name="山形 52">
                <a:extLst>
                  <a:ext uri="{FF2B5EF4-FFF2-40B4-BE49-F238E27FC236}">
                    <ns2:creationId id="{7D071BC1-7201-BEB6-9CC9-BE9364E2920F}"/>
                  </a:ext>
                </a:extLst>
              </p:cNvPr>
              <p:cNvSpPr/>
              <p:nvPr/>
            </p:nvSpPr>
            <p:spPr>
              <a:xfrm>
                <a:off x="5053165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29A23B9E-0E2F-77E3-1E43-EA41B665CFB0}"/>
                  </a:ext>
                </a:extLst>
              </p:cNvPr>
              <p:cNvSpPr/>
              <p:nvPr/>
            </p:nvSpPr>
            <p:spPr>
              <a:xfrm>
                <a:off x="5089165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9715966D-E664-A68D-DD0A-6C9E3A496454}"/>
                  </a:ext>
                </a:extLst>
              </p:cNvPr>
              <p:cNvSpPr/>
              <p:nvPr/>
            </p:nvSpPr>
            <p:spPr>
              <a:xfrm>
                <a:off x="5089165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D99940D-BFE7-F37D-21F2-79085EDFD01A}"/>
                  </a:ext>
                </a:extLst>
              </p:cNvPr>
              <p:cNvSpPr/>
              <p:nvPr/>
            </p:nvSpPr>
            <p:spPr>
              <a:xfrm>
                <a:off x="5089165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18B8D8C8-ACB3-395C-FF29-90619F98CAB1}"/>
                  </a:ext>
                </a:extLst>
              </p:cNvPr>
              <p:cNvSpPr/>
              <p:nvPr/>
            </p:nvSpPr>
            <p:spPr>
              <a:xfrm>
                <a:off x="5089165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EBC5594-B0D4-A951-ABE4-C2D24126D361}"/>
                  </a:ext>
                </a:extLst>
              </p:cNvPr>
              <p:cNvSpPr/>
              <p:nvPr/>
            </p:nvSpPr>
            <p:spPr>
              <a:xfrm>
                <a:off x="5089165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68" name="直線コネクタ 167">
                <a:extLst>
                  <a:ext uri="{FF2B5EF4-FFF2-40B4-BE49-F238E27FC236}">
                    <ns2:creationId id="{D64E67A5-5FEB-5D8D-1D5F-B3EB19B84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C37E3C17-ECC2-17D9-0B73-321F74234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線コネクタ 177">
                <a:extLst>
                  <a:ext uri="{FF2B5EF4-FFF2-40B4-BE49-F238E27FC236}">
                    <ns2:creationId id="{D94435E2-190B-37EE-335E-ABCEA388FF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4736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グループ化 183">
              <a:extLst>
                <a:ext uri="{FF2B5EF4-FFF2-40B4-BE49-F238E27FC236}">
                  <ns2:creationId id="{5E11668D-FC25-C9D5-1A57-E615E7D9A2F9}"/>
                </a:ext>
              </a:extLst>
            </p:cNvPr>
            <p:cNvGrpSpPr/>
            <p:nvPr/>
          </p:nvGrpSpPr>
          <p:grpSpPr>
            <a:xfrm>
              <a:off x="9586432" y="4187929"/>
              <a:ext cx="2268000" cy="2117627"/>
              <a:chOff x="9586432" y="4187929"/>
              <a:chExt cx="2268000" cy="2117627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021BDFDF-9B4E-29DA-97BA-DD761635D355}"/>
                  </a:ext>
                </a:extLst>
              </p:cNvPr>
              <p:cNvSpPr/>
              <p:nvPr/>
            </p:nvSpPr>
            <p:spPr>
              <a:xfrm>
                <a:off x="9622432" y="5945556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6D69E2B9-5A1D-DA5C-0FAD-4EBE0DB5ED47}"/>
                  </a:ext>
                </a:extLst>
              </p:cNvPr>
              <p:cNvSpPr/>
              <p:nvPr/>
            </p:nvSpPr>
            <p:spPr>
              <a:xfrm>
                <a:off x="9622432" y="5530731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4480AFC-7FDE-1F6A-9348-3AC8760DF65E}"/>
                  </a:ext>
                </a:extLst>
              </p:cNvPr>
              <p:cNvSpPr/>
              <p:nvPr/>
            </p:nvSpPr>
            <p:spPr>
              <a:xfrm>
                <a:off x="9622432" y="5115907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797B7462-62E5-78E5-391F-8AF410E0E704}"/>
                  </a:ext>
                </a:extLst>
              </p:cNvPr>
              <p:cNvSpPr/>
              <p:nvPr/>
            </p:nvSpPr>
            <p:spPr>
              <a:xfrm>
                <a:off x="9622432" y="4701083"/>
                <a:ext cx="2196000" cy="3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山形 53">
                <a:extLst>
                  <a:ext uri="{FF2B5EF4-FFF2-40B4-BE49-F238E27FC236}">
                    <ns2:creationId id="{C55F9C1E-3DEF-DA51-8CDD-7558C482886C}"/>
                  </a:ext>
                </a:extLst>
              </p:cNvPr>
              <p:cNvSpPr/>
              <p:nvPr/>
            </p:nvSpPr>
            <p:spPr>
              <a:xfrm>
                <a:off x="9586432" y="4187929"/>
                <a:ext cx="2268000" cy="252000"/>
              </a:xfrm>
              <a:prstGeom prst="chevron">
                <a:avLst>
                  <a:gd name="adj" fmla="val 18094"/>
                </a:avLst>
              </a:prstGeom>
              <a:solidFill>
                <a:srgbClr val="B2D9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b="0" i="0" u="none" strike="noStrike" kern="1200" cap="none" spc="0" normalizeH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 b="0" i="0" u="none" strike="noStrike" kern="1200" cap="none" spc="0" normalizeH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080B516C-4737-BF49-27B4-1B61ECB770BC}"/>
                  </a:ext>
                </a:extLst>
              </p:cNvPr>
              <p:cNvSpPr/>
              <p:nvPr/>
            </p:nvSpPr>
            <p:spPr>
              <a:xfrm>
                <a:off x="9622432" y="4421670"/>
                <a:ext cx="2196000" cy="25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9" name="直線コネクタ 168">
                <a:extLst>
                  <a:ext uri="{FF2B5EF4-FFF2-40B4-BE49-F238E27FC236}">
                    <ns2:creationId id="{52F48733-8A64-BB2E-C6B9-34F121FC2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088495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直線コネクタ 173">
                <a:extLst>
                  <a:ext uri="{FF2B5EF4-FFF2-40B4-BE49-F238E27FC236}">
                    <ns2:creationId id="{024B828F-2677-393D-CD51-ACB7E74B3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503319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直線コネクタ 178">
                <a:extLst>
                  <a:ext uri="{FF2B5EF4-FFF2-40B4-BE49-F238E27FC236}">
                    <ns2:creationId id="{F641DAE8-B740-B155-79AB-2C05DC17A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58432" y="5918143"/>
                <a:ext cx="219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2" name="グループ化 191">
            <a:extLst>
              <a:ext uri="{FF2B5EF4-FFF2-40B4-BE49-F238E27FC236}">
                <ns2:creationId id="{8D5724CE-BB1D-D760-7B84-6A4AF64D230B}"/>
              </a:ext>
            </a:extLst>
          </p:cNvPr>
          <p:cNvGrpSpPr/>
          <p:nvPr/>
        </p:nvGrpSpPr>
        <p:grpSpPr>
          <a:xfrm>
            <a:off x="337345" y="1628775"/>
            <a:ext cx="1260000" cy="2386800"/>
            <a:chOff x="337345" y="1628775"/>
            <a:chExt cx="1260000" cy="2386800"/>
          </a:xfrm>
        </p:grpSpPr>
        <p:grpSp>
          <p:nvGrpSpPr>
            <p:cNvPr id="100" name="グループ化 99">
              <a:extLst>
                <a:ext uri="{FF2B5EF4-FFF2-40B4-BE49-F238E27FC236}">
                  <ns2:creationId id="{905DD869-DE27-DDAC-9E5B-D35A8619AD4B}"/>
                </a:ext>
              </a:extLst>
            </p:cNvPr>
            <p:cNvGrpSpPr/>
            <p:nvPr/>
          </p:nvGrpSpPr>
          <p:grpSpPr>
            <a:xfrm>
              <a:off x="337345" y="1628775"/>
              <a:ext cx="1260000" cy="2386800"/>
              <a:chOff x="337345" y="1422488"/>
              <a:chExt cx="1260000" cy="2486381"/>
            </a:xfrm>
          </p:grpSpPr>
          <p:sp>
            <p:nvSpPr>
              <p:cNvPr id="3" name="正方形/長方形 2">
                <a:extLst>
                  <a:ext uri="{FF2B5EF4-FFF2-40B4-BE49-F238E27FC236}">
                    <ns2:creationId id="{82E492E4-69E5-AAFD-271A-6A53866B71EC}"/>
                  </a:ext>
                </a:extLst>
              </p:cNvPr>
              <p:cNvSpPr/>
              <p:nvPr/>
            </p:nvSpPr>
            <p:spPr>
              <a:xfrm>
                <a:off x="337345" y="1422488"/>
                <a:ext cx="1260000" cy="2484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39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7" name="直線コネクタ 76">
                <a:extLst>
                  <a:ext uri="{FF2B5EF4-FFF2-40B4-BE49-F238E27FC236}">
                    <ns2:creationId id="{15FAEA3E-271B-90C8-D4C2-C792585CD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97345" y="1424869"/>
                <a:ext cx="0" cy="2484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0" name="グラフィックス 189" descr="パズルのピース 単色塗りつぶし">
              <a:extLst>
                <a:ext uri="{FF2B5EF4-FFF2-40B4-BE49-F238E27FC236}">
                  <ns2:creationId id="{65CCADAF-73E6-3B7F-B947-DE7B84D0FA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97345" y="2123333"/>
              <a:ext cx="540000" cy="540000"/>
            </a:xfrm>
            <a:prstGeom prst="rect">
              <a:avLst/>
            </a:prstGeom>
          </p:spPr>
        </p:pic>
      </p:grpSp>
      <p:grpSp>
        <p:nvGrpSpPr>
          <p:cNvPr id="193" name="グループ化 192">
            <a:extLst>
              <a:ext uri="{FF2B5EF4-FFF2-40B4-BE49-F238E27FC236}">
                <ns2:creationId id="{0E195AF0-C8F5-6E03-436C-AFD6A82F85E1}"/>
              </a:ext>
            </a:extLst>
          </p:cNvPr>
          <p:cNvGrpSpPr/>
          <p:nvPr/>
        </p:nvGrpSpPr>
        <p:grpSpPr>
          <a:xfrm>
            <a:off x="340011" y="4188756"/>
            <a:ext cx="1260000" cy="2116800"/>
            <a:chOff x="340011" y="4188756"/>
            <a:chExt cx="1260000" cy="2116800"/>
          </a:xfrm>
        </p:grpSpPr>
        <p:grpSp>
          <p:nvGrpSpPr>
            <p:cNvPr id="82" name="グループ化 81">
              <a:extLst>
                <a:ext uri="{FF2B5EF4-FFF2-40B4-BE49-F238E27FC236}">
                  <ns2:creationId id="{AA546A46-4A07-C01D-0CE2-2A689BFBF82F}"/>
                </a:ext>
              </a:extLst>
            </p:cNvPr>
            <p:cNvGrpSpPr/>
            <p:nvPr/>
          </p:nvGrpSpPr>
          <p:grpSpPr>
            <a:xfrm>
              <a:off x="340011" y="4188756"/>
              <a:ext cx="1260000" cy="2116800"/>
              <a:chOff x="340011" y="4109837"/>
              <a:chExt cx="1260000" cy="2160000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80CBBFFD-739B-10CE-4E0C-139FCF9725AB}"/>
                  </a:ext>
                </a:extLst>
              </p:cNvPr>
              <p:cNvSpPr/>
              <p:nvPr/>
            </p:nvSpPr>
            <p:spPr>
              <a:xfrm>
                <a:off x="340011" y="4109837"/>
                <a:ext cx="1260000" cy="216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0" tIns="576000" rIns="36000" bIns="36000" rtlCol="0" anchor="ctr"/>
              <a:lstStyle/>
              <a:p>
                <a:pPr algn="ctr"/>
                <a:r>
                  <a: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ns2:creationId id="{6A971DA1-AA46-E1C0-82F1-4403608B2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0011" y="4109837"/>
                <a:ext cx="0" cy="21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91" name="グラフィックス 190" descr="ワークフロー 単色塗りつぶし">
              <a:extLst>
                <a:ext uri="{FF2B5EF4-FFF2-40B4-BE49-F238E27FC236}">
                  <ns2:creationId id="{B0737D48-6CCC-5668-B14A-F76A877F0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700011" y="4563329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37667260"/>
      </p:ext>
    </p:extLst>
  </p:cSld>
  <p:clrMapOvr>
    <a:masterClrMapping/>
  </p:clrMapOvr>
</p:sld>
</file>

<file path=ppt/slides/slide21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60AFEF6-A8DA-361A-3123-72BC4E92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ADD95F6-AD5D-488A-BF44-64767590C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(</a:t>
            </a:r>
            <a:r>
              <a:rPr lang="ja-JP" altLang="en-US"/>
              <a:t>XX</a:t>
            </a:r>
            <a:r>
              <a:rPr lang="en-US" altLang="ja-JP"/>
              <a:t>) 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231A406-9BCA-DEF1-390B-E192DA945B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71" name="四角形: 角を丸くする 370">
            <a:extLst>
              <a:ext uri="{FF2B5EF4-FFF2-40B4-BE49-F238E27FC236}">
                <ns2:creationId id="{A9391C0E-C6F7-0E7F-A942-D40F28A72709}"/>
              </a:ext>
            </a:extLst>
          </p:cNvPr>
          <p:cNvSpPr/>
          <p:nvPr/>
        </p:nvSpPr>
        <p:spPr>
          <a:xfrm>
            <a:off x="6164285" y="4186948"/>
            <a:ext cx="5472000" cy="2124000"/>
          </a:xfrm>
          <a:prstGeom prst="roundRect">
            <a:avLst>
              <a:gd name="adj" fmla="val 4598"/>
            </a:avLst>
          </a:prstGeom>
          <a:solidFill>
            <a:srgbClr val="008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tIns="72000" rtlCol="0" anchor="t" anchorCtr="0"/>
          <a:lstStyle/>
          <a:p>
            <a:pPr algn="ctr"/>
            <a:endParaRPr lang="ja-JP" altLang="en-US" sz="14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13" name="グループ化 412">
            <a:extLst>
              <a:ext uri="{FF2B5EF4-FFF2-40B4-BE49-F238E27FC236}">
                <ns2:creationId id="{C8EE5733-C602-3F40-92DC-F8BFA0DF7926}"/>
              </a:ext>
            </a:extLst>
          </p:cNvPr>
          <p:cNvGrpSpPr/>
          <p:nvPr/>
        </p:nvGrpSpPr>
        <p:grpSpPr>
          <a:xfrm>
            <a:off x="371475" y="1648164"/>
            <a:ext cx="5652000" cy="2300584"/>
            <a:chOff x="371475" y="1648164"/>
            <a:chExt cx="5652000" cy="2300584"/>
          </a:xfrm>
        </p:grpSpPr>
        <p:sp>
          <p:nvSpPr>
            <p:cNvPr id="25" name="四角形: 角を丸くする 24">
              <a:extLst>
                <a:ext uri="{FF2B5EF4-FFF2-40B4-BE49-F238E27FC236}">
                  <ns2:creationId id="{F123DB3D-7214-7264-A785-2D0E963F17F3}"/>
                </a:ext>
              </a:extLst>
            </p:cNvPr>
            <p:cNvSpPr/>
            <p:nvPr/>
          </p:nvSpPr>
          <p:spPr>
            <a:xfrm>
              <a:off x="55147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円/楕円 34">
              <a:extLst>
                <a:ext uri="{FF2B5EF4-FFF2-40B4-BE49-F238E27FC236}">
                  <ns2:creationId id="{28864FFC-F563-007A-75F8-6B2FDE162F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1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D848133E-225A-1944-5D5F-66546BD70C61}"/>
                </a:ext>
              </a:extLst>
            </p:cNvPr>
            <p:cNvSpPr/>
            <p:nvPr/>
          </p:nvSpPr>
          <p:spPr>
            <a:xfrm>
              <a:off x="75281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9" name="グラフィックス 68" descr="ライト: オン 単色塗りつぶし">
              <a:extLst>
                <a:ext uri="{FF2B5EF4-FFF2-40B4-BE49-F238E27FC236}">
                  <ns2:creationId id="{5BFB2490-EA48-7333-C167-D3BCF68614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86786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0" name="グループ化 409">
              <a:extLst>
                <a:ext uri="{FF2B5EF4-FFF2-40B4-BE49-F238E27FC236}">
                  <ns2:creationId id="{3F9CBF7A-6299-AF6B-E3DA-152A99B5BF17}"/>
                </a:ext>
              </a:extLst>
            </p:cNvPr>
            <p:cNvGrpSpPr/>
            <p:nvPr/>
          </p:nvGrpSpPr>
          <p:grpSpPr>
            <a:xfrm>
              <a:off x="752811" y="2386313"/>
              <a:ext cx="4967999" cy="468000"/>
              <a:chOff x="752811" y="2386313"/>
              <a:chExt cx="4967999" cy="468000"/>
            </a:xfrm>
          </p:grpSpPr>
          <p:sp>
            <p:nvSpPr>
              <p:cNvPr id="65" name="三角形 60">
                <a:extLst>
                  <a:ext uri="{FF2B5EF4-FFF2-40B4-BE49-F238E27FC236}">
                    <ns2:creationId id="{730F89E1-09B8-4ECC-14C7-C3A7C9A86E6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6505DDAA-DD84-A403-98A3-B631F3F5C9C8}"/>
                  </a:ext>
                </a:extLst>
              </p:cNvPr>
              <p:cNvSpPr/>
              <p:nvPr/>
            </p:nvSpPr>
            <p:spPr>
              <a:xfrm>
                <a:off x="752811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0" name="グラフィックス 79" descr="棒グラフ (上昇) 単色塗りつぶし">
                <a:extLst>
                  <a:ext uri="{FF2B5EF4-FFF2-40B4-BE49-F238E27FC236}">
                    <ns2:creationId id="{5CF063D1-D8FD-AD41-A7A2-979421DF1A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056811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AAC6E665-48C6-78B1-97DD-FA1818A9564D}"/>
                  </a:ext>
                </a:extLst>
              </p:cNvPr>
              <p:cNvSpPr/>
              <p:nvPr/>
            </p:nvSpPr>
            <p:spPr>
              <a:xfrm>
                <a:off x="3560809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ns2:creationId id="{A19AEB4D-EAE6-E1C4-EC23-6DFD143904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1" name="グループ化 410">
              <a:extLst>
                <a:ext uri="{FF2B5EF4-FFF2-40B4-BE49-F238E27FC236}">
                  <ns2:creationId id="{E8455868-2B68-4A50-68AD-66D3DC62CDED}"/>
                </a:ext>
              </a:extLst>
            </p:cNvPr>
            <p:cNvGrpSpPr/>
            <p:nvPr/>
          </p:nvGrpSpPr>
          <p:grpSpPr>
            <a:xfrm>
              <a:off x="752811" y="2900191"/>
              <a:ext cx="4967999" cy="468000"/>
              <a:chOff x="752811" y="2900191"/>
              <a:chExt cx="4967999" cy="468000"/>
            </a:xfrm>
          </p:grpSpPr>
          <p:sp>
            <p:nvSpPr>
              <p:cNvPr id="98" name="三角形 60">
                <a:extLst>
                  <a:ext uri="{FF2B5EF4-FFF2-40B4-BE49-F238E27FC236}">
                    <ns2:creationId id="{48CC9E0E-E509-DDA6-1A57-D29A2833C68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EA681867-F80D-8E20-FCE6-BB4455E59B43}"/>
                  </a:ext>
                </a:extLst>
              </p:cNvPr>
              <p:cNvSpPr/>
              <p:nvPr/>
            </p:nvSpPr>
            <p:spPr>
              <a:xfrm>
                <a:off x="752811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99" name="グラフィックス 98" descr="評価: 3 つ星 単色塗りつぶし">
                <a:extLst>
                  <a:ext uri="{FF2B5EF4-FFF2-40B4-BE49-F238E27FC236}">
                    <ns2:creationId id="{86A7A3E9-9DC6-E5CC-7435-7123C23B1D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056811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97" name="正方形/長方形 96">
                <a:extLst>
                  <a:ext uri="{FF2B5EF4-FFF2-40B4-BE49-F238E27FC236}">
                    <ns2:creationId id="{BCC05CEC-02F3-2815-310D-5CCF410ABA87}"/>
                  </a:ext>
                </a:extLst>
              </p:cNvPr>
              <p:cNvSpPr/>
              <p:nvPr/>
            </p:nvSpPr>
            <p:spPr>
              <a:xfrm>
                <a:off x="3560809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0" name="直線コネクタ 99">
                <a:extLst>
                  <a:ext uri="{FF2B5EF4-FFF2-40B4-BE49-F238E27FC236}">
                    <ns2:creationId id="{473BC383-B818-4DBB-FE7C-A2A920444E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2" name="グループ化 411">
              <a:extLst>
                <a:ext uri="{FF2B5EF4-FFF2-40B4-BE49-F238E27FC236}">
                  <ns2:creationId id="{870C09FF-1956-BA6F-6B49-55200A8486B6}"/>
                </a:ext>
              </a:extLst>
            </p:cNvPr>
            <p:cNvGrpSpPr/>
            <p:nvPr/>
          </p:nvGrpSpPr>
          <p:grpSpPr>
            <a:xfrm>
              <a:off x="752811" y="3414070"/>
              <a:ext cx="4967998" cy="468000"/>
              <a:chOff x="752811" y="3414070"/>
              <a:chExt cx="4967998" cy="468000"/>
            </a:xfrm>
          </p:grpSpPr>
          <p:sp>
            <p:nvSpPr>
              <p:cNvPr id="226" name="三角形 60">
                <a:extLst>
                  <a:ext uri="{FF2B5EF4-FFF2-40B4-BE49-F238E27FC236}">
                    <ns2:creationId id="{3F99F0C9-A86A-4FB5-90BD-AE719B6B27B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1264DCEF-C636-FFD7-ECCA-26452ADBC712}"/>
                  </a:ext>
                </a:extLst>
              </p:cNvPr>
              <p:cNvSpPr/>
              <p:nvPr/>
            </p:nvSpPr>
            <p:spPr>
              <a:xfrm>
                <a:off x="752811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CAC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27" name="グラフィックス 226" descr="銀行 単色塗りつぶし">
                <a:extLst>
                  <a:ext uri="{FF2B5EF4-FFF2-40B4-BE49-F238E27FC236}">
                    <ns2:creationId id="{C9A727D6-297D-BA7F-EDF5-433B6408A6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3056811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225" name="正方形/長方形 224">
                <a:extLst>
                  <a:ext uri="{FF2B5EF4-FFF2-40B4-BE49-F238E27FC236}">
                    <ns2:creationId id="{F24FEFD4-EDA9-379B-61A3-1AEC0A298CC8}"/>
                  </a:ext>
                </a:extLst>
              </p:cNvPr>
              <p:cNvSpPr/>
              <p:nvPr/>
            </p:nvSpPr>
            <p:spPr>
              <a:xfrm>
                <a:off x="3560809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17" name="グループ化 416">
            <a:extLst>
              <a:ext uri="{FF2B5EF4-FFF2-40B4-BE49-F238E27FC236}">
                <ns2:creationId id="{999949E5-5333-1E4F-B143-B53CA7B36278}"/>
              </a:ext>
            </a:extLst>
          </p:cNvPr>
          <p:cNvGrpSpPr/>
          <p:nvPr/>
        </p:nvGrpSpPr>
        <p:grpSpPr>
          <a:xfrm>
            <a:off x="371475" y="4010364"/>
            <a:ext cx="5652000" cy="2300584"/>
            <a:chOff x="371475" y="4010364"/>
            <a:chExt cx="5652000" cy="2300584"/>
          </a:xfrm>
        </p:grpSpPr>
        <p:sp>
          <p:nvSpPr>
            <p:cNvPr id="324" name="四角形: 角を丸くする 323">
              <a:extLst>
                <a:ext uri="{FF2B5EF4-FFF2-40B4-BE49-F238E27FC236}">
                  <ns2:creationId id="{5770AD28-4EA3-8ECC-A3DF-575C1E5C8F55}"/>
                </a:ext>
              </a:extLst>
            </p:cNvPr>
            <p:cNvSpPr/>
            <p:nvPr/>
          </p:nvSpPr>
          <p:spPr>
            <a:xfrm>
              <a:off x="551475" y="41869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円/楕円 34">
              <a:extLst>
                <a:ext uri="{FF2B5EF4-FFF2-40B4-BE49-F238E27FC236}">
                  <ns2:creationId id="{FB9A42C8-772C-C639-F1A2-A1F7042FF6F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147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3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787D3BE2-0089-8D17-3F1A-D4FEC64BBDA4}"/>
                </a:ext>
              </a:extLst>
            </p:cNvPr>
            <p:cNvSpPr/>
            <p:nvPr/>
          </p:nvSpPr>
          <p:spPr>
            <a:xfrm>
              <a:off x="75281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7" name="グラフィックス 326" descr="リース 単色塗りつぶし">
              <a:extLst>
                <a:ext uri="{FF2B5EF4-FFF2-40B4-BE49-F238E27FC236}">
                  <ns2:creationId id="{E0972DEE-15E4-B50C-053F-9BEA8ADC32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867861" y="4293786"/>
              <a:ext cx="360000" cy="360000"/>
            </a:xfrm>
            <a:prstGeom prst="rect">
              <a:avLst/>
            </a:prstGeom>
          </p:spPr>
        </p:pic>
        <p:grpSp>
          <p:nvGrpSpPr>
            <p:cNvPr id="414" name="グループ化 413">
              <a:extLst>
                <a:ext uri="{FF2B5EF4-FFF2-40B4-BE49-F238E27FC236}">
                  <ns2:creationId id="{5D9476E1-BDC5-8DDE-B117-92F5B456D7B5}"/>
                </a:ext>
              </a:extLst>
            </p:cNvPr>
            <p:cNvGrpSpPr/>
            <p:nvPr/>
          </p:nvGrpSpPr>
          <p:grpSpPr>
            <a:xfrm>
              <a:off x="752811" y="4748513"/>
              <a:ext cx="4967999" cy="468000"/>
              <a:chOff x="752811" y="4748513"/>
              <a:chExt cx="4967999" cy="468000"/>
            </a:xfrm>
          </p:grpSpPr>
          <p:sp>
            <p:nvSpPr>
              <p:cNvPr id="341" name="三角形 60">
                <a:extLst>
                  <a:ext uri="{FF2B5EF4-FFF2-40B4-BE49-F238E27FC236}">
                    <ns2:creationId id="{582A9E51-BFD9-F423-70D3-43845A5C83A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7391804F-E4BA-2EA6-8D0C-BD71E2A7E715}"/>
                  </a:ext>
                </a:extLst>
              </p:cNvPr>
              <p:cNvSpPr/>
              <p:nvPr/>
            </p:nvSpPr>
            <p:spPr>
              <a:xfrm>
                <a:off x="752811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43" name="グラフィックス 342" descr="的中 単色塗りつぶし">
                <a:extLst>
                  <a:ext uri="{FF2B5EF4-FFF2-40B4-BE49-F238E27FC236}">
                    <ns2:creationId id="{309B3441-2C3C-3E42-AA57-7CA9F94DD6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3056811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44" name="正方形/長方形 343">
                <a:extLst>
                  <a:ext uri="{FF2B5EF4-FFF2-40B4-BE49-F238E27FC236}">
                    <ns2:creationId id="{44465740-7309-B819-03EC-B01EA32E8B9C}"/>
                  </a:ext>
                </a:extLst>
              </p:cNvPr>
              <p:cNvSpPr/>
              <p:nvPr/>
            </p:nvSpPr>
            <p:spPr>
              <a:xfrm>
                <a:off x="3560809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5" name="直線コネクタ 344">
                <a:extLst>
                  <a:ext uri="{FF2B5EF4-FFF2-40B4-BE49-F238E27FC236}">
                    <ns2:creationId id="{BC62B378-4DAF-2695-C22B-5BB63D1E44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5" name="グループ化 414">
              <a:extLst>
                <a:ext uri="{FF2B5EF4-FFF2-40B4-BE49-F238E27FC236}">
                  <ns2:creationId id="{71E1C55E-25EA-571C-3873-B7077F358089}"/>
                </a:ext>
              </a:extLst>
            </p:cNvPr>
            <p:cNvGrpSpPr/>
            <p:nvPr/>
          </p:nvGrpSpPr>
          <p:grpSpPr>
            <a:xfrm>
              <a:off x="752811" y="5262391"/>
              <a:ext cx="4967999" cy="468000"/>
              <a:chOff x="752811" y="5262391"/>
              <a:chExt cx="4967999" cy="468000"/>
            </a:xfrm>
          </p:grpSpPr>
          <p:sp>
            <p:nvSpPr>
              <p:cNvPr id="336" name="三角形 60">
                <a:extLst>
                  <a:ext uri="{FF2B5EF4-FFF2-40B4-BE49-F238E27FC236}">
                    <ns2:creationId id="{4E95F9CC-0AE9-DF7B-9576-0A63EA7DDF8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7" name="正方形/長方形 336">
                <a:extLst>
                  <a:ext uri="{FF2B5EF4-FFF2-40B4-BE49-F238E27FC236}">
                    <ns2:creationId id="{D600632E-782B-553E-531E-30B8AF1CB735}"/>
                  </a:ext>
                </a:extLst>
              </p:cNvPr>
              <p:cNvSpPr/>
              <p:nvPr/>
            </p:nvSpPr>
            <p:spPr>
              <a:xfrm>
                <a:off x="752811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38" name="グラフィックス 337" descr="対象の人々 単色塗りつぶし">
                <a:extLst>
                  <a:ext uri="{FF2B5EF4-FFF2-40B4-BE49-F238E27FC236}">
                    <ns2:creationId id="{78E922D1-AD9D-17E3-92A6-BFB118FF9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056811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9" name="正方形/長方形 338">
                <a:extLst>
                  <a:ext uri="{FF2B5EF4-FFF2-40B4-BE49-F238E27FC236}">
                    <ns2:creationId id="{64D7EA40-C39B-9ACD-E507-73110188E1D6}"/>
                  </a:ext>
                </a:extLst>
              </p:cNvPr>
              <p:cNvSpPr/>
              <p:nvPr/>
            </p:nvSpPr>
            <p:spPr>
              <a:xfrm>
                <a:off x="3560809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40" name="直線コネクタ 339">
                <a:extLst>
                  <a:ext uri="{FF2B5EF4-FFF2-40B4-BE49-F238E27FC236}">
                    <ns2:creationId id="{16B3603A-FC93-30FA-CE4C-981D7FC7E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0810" y="57303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6" name="グループ化 415">
              <a:extLst>
                <a:ext uri="{FF2B5EF4-FFF2-40B4-BE49-F238E27FC236}">
                  <ns2:creationId id="{92D7DDA8-7450-9327-FECF-37C3C783FAA3}"/>
                </a:ext>
              </a:extLst>
            </p:cNvPr>
            <p:cNvGrpSpPr/>
            <p:nvPr/>
          </p:nvGrpSpPr>
          <p:grpSpPr>
            <a:xfrm>
              <a:off x="752811" y="5776270"/>
              <a:ext cx="4967998" cy="468000"/>
              <a:chOff x="752811" y="5776270"/>
              <a:chExt cx="4967998" cy="468000"/>
            </a:xfrm>
          </p:grpSpPr>
          <p:sp>
            <p:nvSpPr>
              <p:cNvPr id="331" name="三角形 60">
                <a:extLst>
                  <a:ext uri="{FF2B5EF4-FFF2-40B4-BE49-F238E27FC236}">
                    <ns2:creationId id="{F15E5D2A-C1C3-D042-0925-52A451869F9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3291585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32" name="正方形/長方形 331">
                <a:extLst>
                  <a:ext uri="{FF2B5EF4-FFF2-40B4-BE49-F238E27FC236}">
                    <ns2:creationId id="{9EF51152-FFF4-5EB6-8F72-48854BD08F96}"/>
                  </a:ext>
                </a:extLst>
              </p:cNvPr>
              <p:cNvSpPr/>
              <p:nvPr/>
            </p:nvSpPr>
            <p:spPr>
              <a:xfrm>
                <a:off x="752811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3" name="グラフィックス 332" descr="チャット 単色塗りつぶし">
                <a:extLst>
                  <a:ext uri="{FF2B5EF4-FFF2-40B4-BE49-F238E27FC236}">
                    <ns2:creationId id="{14376CD4-7C9E-179E-21B0-8AA58E4745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3056811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34" name="正方形/長方形 333">
                <a:extLst>
                  <a:ext uri="{FF2B5EF4-FFF2-40B4-BE49-F238E27FC236}">
                    <ns2:creationId id="{11AAB1FA-BD41-F887-8C7E-00CFC71F96CD}"/>
                  </a:ext>
                </a:extLst>
              </p:cNvPr>
              <p:cNvSpPr/>
              <p:nvPr/>
            </p:nvSpPr>
            <p:spPr>
              <a:xfrm>
                <a:off x="3560809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1" name="グループ化 420">
            <a:extLst>
              <a:ext uri="{FF2B5EF4-FFF2-40B4-BE49-F238E27FC236}">
                <ns2:creationId id="{3C395ED6-1AFD-5F5C-F977-1F9C0785E94D}"/>
              </a:ext>
            </a:extLst>
          </p:cNvPr>
          <p:cNvGrpSpPr/>
          <p:nvPr/>
        </p:nvGrpSpPr>
        <p:grpSpPr>
          <a:xfrm>
            <a:off x="6164285" y="1648164"/>
            <a:ext cx="5656240" cy="2300584"/>
            <a:chOff x="6164285" y="1648164"/>
            <a:chExt cx="5656240" cy="2300584"/>
          </a:xfrm>
        </p:grpSpPr>
        <p:sp>
          <p:nvSpPr>
            <p:cNvPr id="347" name="四角形: 角を丸くする 346">
              <a:extLst>
                <a:ext uri="{FF2B5EF4-FFF2-40B4-BE49-F238E27FC236}">
                  <ns2:creationId id="{B01E757F-F516-76FF-E6BA-13A5C615B5CA}"/>
                </a:ext>
              </a:extLst>
            </p:cNvPr>
            <p:cNvSpPr/>
            <p:nvPr/>
          </p:nvSpPr>
          <p:spPr>
            <a:xfrm>
              <a:off x="6164285" y="1824748"/>
              <a:ext cx="5472000" cy="2124000"/>
            </a:xfrm>
            <a:prstGeom prst="roundRect">
              <a:avLst>
                <a:gd name="adj" fmla="val 4598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tIns="72000" rtlCol="0" anchor="t" anchorCtr="0"/>
            <a:lstStyle/>
            <a:p>
              <a:pPr algn="ctr"/>
              <a:endParaRPr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8" name="円/楕円 34">
              <a:extLst>
                <a:ext uri="{FF2B5EF4-FFF2-40B4-BE49-F238E27FC236}">
                  <ns2:creationId id="{739DBE66-FD2F-1C7A-57EB-D5B02CFC36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16481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2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49" name="正方形/長方形 348">
              <a:extLst>
                <a:ext uri="{FF2B5EF4-FFF2-40B4-BE49-F238E27FC236}">
                  <ns2:creationId id="{07047706-9D55-0D28-3843-614D91E8415E}"/>
                </a:ext>
              </a:extLst>
            </p:cNvPr>
            <p:cNvSpPr/>
            <p:nvPr/>
          </p:nvSpPr>
          <p:spPr>
            <a:xfrm>
              <a:off x="6477380" y="18955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50" name="グラフィックス 349" descr="手のひらと植物 単色塗りつぶし">
              <a:extLst>
                <a:ext uri="{FF2B5EF4-FFF2-40B4-BE49-F238E27FC236}">
                  <ns2:creationId id="{FC7EEED8-D312-0146-EED1-98D31DAC55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6592431" y="1931585"/>
              <a:ext cx="360000" cy="360000"/>
            </a:xfrm>
            <a:prstGeom prst="rect">
              <a:avLst/>
            </a:prstGeom>
          </p:spPr>
        </p:pic>
        <p:grpSp>
          <p:nvGrpSpPr>
            <p:cNvPr id="418" name="グループ化 417">
              <a:extLst>
                <a:ext uri="{FF2B5EF4-FFF2-40B4-BE49-F238E27FC236}">
                  <ns2:creationId id="{38583DD5-16E0-A921-8488-1A57BCF95FAE}"/>
                </a:ext>
              </a:extLst>
            </p:cNvPr>
            <p:cNvGrpSpPr/>
            <p:nvPr/>
          </p:nvGrpSpPr>
          <p:grpSpPr>
            <a:xfrm>
              <a:off x="6477380" y="2386313"/>
              <a:ext cx="4967999" cy="468000"/>
              <a:chOff x="6477380" y="2386313"/>
              <a:chExt cx="4967999" cy="468000"/>
            </a:xfrm>
          </p:grpSpPr>
          <p:sp>
            <p:nvSpPr>
              <p:cNvPr id="364" name="三角形 60">
                <a:extLst>
                  <a:ext uri="{FF2B5EF4-FFF2-40B4-BE49-F238E27FC236}">
                    <ns2:creationId id="{54B462C1-1C15-AAE0-CF55-5894248C608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25663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5" name="正方形/長方形 364">
                <a:extLst>
                  <a:ext uri="{FF2B5EF4-FFF2-40B4-BE49-F238E27FC236}">
                    <ns2:creationId id="{83369B9F-B990-D146-2276-144DB144BF42}"/>
                  </a:ext>
                </a:extLst>
              </p:cNvPr>
              <p:cNvSpPr/>
              <p:nvPr/>
            </p:nvSpPr>
            <p:spPr>
              <a:xfrm>
                <a:off x="6477380" y="23863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66" name="グラフィックス 365" descr="思案中の吹き出し 単色塗りつぶし">
                <a:extLst>
                  <a:ext uri="{FF2B5EF4-FFF2-40B4-BE49-F238E27FC236}">
                    <ns2:creationId id="{667E034A-97C9-CCFF-D4C0-F8BBCB33B5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8781380" y="26023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7" name="正方形/長方形 366">
                <a:extLst>
                  <a:ext uri="{FF2B5EF4-FFF2-40B4-BE49-F238E27FC236}">
                    <ns2:creationId id="{AE9B0854-34BB-1CFA-D52D-A57BF1B27BFA}"/>
                  </a:ext>
                </a:extLst>
              </p:cNvPr>
              <p:cNvSpPr/>
              <p:nvPr/>
            </p:nvSpPr>
            <p:spPr>
              <a:xfrm>
                <a:off x="9285378" y="23863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MVP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8" name="直線コネクタ 367">
                <a:extLst>
                  <a:ext uri="{FF2B5EF4-FFF2-40B4-BE49-F238E27FC236}">
                    <ns2:creationId id="{90D9FD9D-4F9F-B392-753F-382A220B70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28543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9" name="グループ化 418">
              <a:extLst>
                <a:ext uri="{FF2B5EF4-FFF2-40B4-BE49-F238E27FC236}">
                  <ns2:creationId id="{E43247AB-EE63-3C76-58C3-5B119702BA5D}"/>
                </a:ext>
              </a:extLst>
            </p:cNvPr>
            <p:cNvGrpSpPr/>
            <p:nvPr/>
          </p:nvGrpSpPr>
          <p:grpSpPr>
            <a:xfrm>
              <a:off x="6477380" y="2900191"/>
              <a:ext cx="4967999" cy="468000"/>
              <a:chOff x="6477380" y="2900191"/>
              <a:chExt cx="4967999" cy="468000"/>
            </a:xfrm>
          </p:grpSpPr>
          <p:sp>
            <p:nvSpPr>
              <p:cNvPr id="359" name="三角形 60">
                <a:extLst>
                  <a:ext uri="{FF2B5EF4-FFF2-40B4-BE49-F238E27FC236}">
                    <ns2:creationId id="{E4C9CFCF-092C-DC1D-228C-605FD5C24EA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0801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0" name="正方形/長方形 359">
                <a:extLst>
                  <a:ext uri="{FF2B5EF4-FFF2-40B4-BE49-F238E27FC236}">
                    <ns2:creationId id="{47968FCB-F399-4428-A84C-B1A441A710F4}"/>
                  </a:ext>
                </a:extLst>
              </p:cNvPr>
              <p:cNvSpPr/>
              <p:nvPr/>
            </p:nvSpPr>
            <p:spPr>
              <a:xfrm>
                <a:off x="6477380" y="29001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61" name="グラフィックス 360" descr="硬貨 単色塗りつぶし">
                <a:extLst>
                  <a:ext uri="{FF2B5EF4-FFF2-40B4-BE49-F238E27FC236}">
                    <ns2:creationId id="{9038D9F5-D0AD-379C-A865-CDB8D10C23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2"/>
                  </a:ext>
                </a:extLst>
              </a:blip>
              <a:srcRect/>
              <a:stretch/>
            </p:blipFill>
            <p:spPr>
              <a:xfrm>
                <a:off x="8781380" y="31161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62" name="正方形/長方形 361">
                <a:extLst>
                  <a:ext uri="{FF2B5EF4-FFF2-40B4-BE49-F238E27FC236}">
                    <ns2:creationId id="{9E480203-FA87-58E9-AA7A-B36FECACFE3C}"/>
                  </a:ext>
                </a:extLst>
              </p:cNvPr>
              <p:cNvSpPr/>
              <p:nvPr/>
            </p:nvSpPr>
            <p:spPr>
              <a:xfrm>
                <a:off x="9285378" y="29001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2075">
                  <a:buClr>
                    <a:srgbClr val="008000"/>
                  </a:buClr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3" name="直線コネクタ 362">
                <a:extLst>
                  <a:ext uri="{FF2B5EF4-FFF2-40B4-BE49-F238E27FC236}">
                    <ns2:creationId id="{E59D3299-9C0E-645F-13F8-721E5DCA09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3368191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0" name="グループ化 419">
              <a:extLst>
                <a:ext uri="{FF2B5EF4-FFF2-40B4-BE49-F238E27FC236}">
                  <ns2:creationId id="{A690087C-BABC-76C0-598B-D4930A5BE2F9}"/>
                </a:ext>
              </a:extLst>
            </p:cNvPr>
            <p:cNvGrpSpPr/>
            <p:nvPr/>
          </p:nvGrpSpPr>
          <p:grpSpPr>
            <a:xfrm>
              <a:off x="6477380" y="3414070"/>
              <a:ext cx="4967998" cy="468000"/>
              <a:chOff x="6477380" y="3414070"/>
              <a:chExt cx="4967998" cy="468000"/>
            </a:xfrm>
          </p:grpSpPr>
          <p:sp>
            <p:nvSpPr>
              <p:cNvPr id="354" name="三角形 60">
                <a:extLst>
                  <a:ext uri="{FF2B5EF4-FFF2-40B4-BE49-F238E27FC236}">
                    <ns2:creationId id="{A254291A-CEE4-1CAD-490A-8E079C5A2E8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35940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E68587AE-B32A-A714-AB41-3B8CEDD28692}"/>
                  </a:ext>
                </a:extLst>
              </p:cNvPr>
              <p:cNvSpPr/>
              <p:nvPr/>
            </p:nvSpPr>
            <p:spPr>
              <a:xfrm>
                <a:off x="6477380" y="34140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56" name="グラフィックス 355" descr="山形の矢印 単色塗りつぶし">
                <a:extLst>
                  <a:ext uri="{FF2B5EF4-FFF2-40B4-BE49-F238E27FC236}">
                    <ns2:creationId id="{B85BC664-C1D4-9A1E-7E12-84ED2B5F77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rcRect/>
              <a:stretch/>
            </p:blipFill>
            <p:spPr>
              <a:xfrm>
                <a:off x="8781380" y="36300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57" name="正方形/長方形 356">
                <a:extLst>
                  <a:ext uri="{FF2B5EF4-FFF2-40B4-BE49-F238E27FC236}">
                    <ns2:creationId id="{4B7CF70E-D54B-38D3-76E8-E9E9179620D7}"/>
                  </a:ext>
                </a:extLst>
              </p:cNvPr>
              <p:cNvSpPr/>
              <p:nvPr/>
            </p:nvSpPr>
            <p:spPr>
              <a:xfrm>
                <a:off x="9285378" y="34140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25" name="グループ化 424">
            <a:extLst>
              <a:ext uri="{FF2B5EF4-FFF2-40B4-BE49-F238E27FC236}">
                <ns2:creationId id="{5C33B422-D21F-597D-F86A-C30C111098F6}"/>
              </a:ext>
            </a:extLst>
          </p:cNvPr>
          <p:cNvGrpSpPr/>
          <p:nvPr/>
        </p:nvGrpSpPr>
        <p:grpSpPr>
          <a:xfrm>
            <a:off x="6477380" y="4010364"/>
            <a:ext cx="5343145" cy="2233906"/>
            <a:chOff x="6477380" y="4010364"/>
            <a:chExt cx="5343145" cy="2233906"/>
          </a:xfrm>
        </p:grpSpPr>
        <p:sp>
          <p:nvSpPr>
            <p:cNvPr id="372" name="円/楕円 34">
              <a:extLst>
                <a:ext uri="{FF2B5EF4-FFF2-40B4-BE49-F238E27FC236}">
                  <ns2:creationId id="{19DEEBE3-2419-3F90-6BDD-8AADED79A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460525" y="4010364"/>
              <a:ext cx="360000" cy="360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>
                  <a:solidFill>
                    <a:srgbClr val="FFFFFF"/>
                  </a:solidFill>
                  <a:latin typeface="+mn-ea"/>
                </a:rPr>
                <a:t>4</a:t>
              </a:r>
              <a:endParaRPr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73" name="正方形/長方形 372">
              <a:extLst>
                <a:ext uri="{FF2B5EF4-FFF2-40B4-BE49-F238E27FC236}">
                  <ns2:creationId id="{B2E36C0B-2E73-2A12-3F9F-DD6D5E513971}"/>
                </a:ext>
              </a:extLst>
            </p:cNvPr>
            <p:cNvSpPr/>
            <p:nvPr/>
          </p:nvSpPr>
          <p:spPr>
            <a:xfrm>
              <a:off x="6477380" y="4257785"/>
              <a:ext cx="4968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en-US" altLang="ja-JP" sz="10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74" name="グラフィックス 373" descr="開いたフォルダー 単色塗りつぶし">
              <a:extLst>
                <a:ext uri="{FF2B5EF4-FFF2-40B4-BE49-F238E27FC236}">
                  <ns2:creationId id="{30FC0CE5-053A-08A0-7AB7-C131C7913F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592431" y="4293786"/>
              <a:ext cx="360000" cy="360000"/>
            </a:xfrm>
            <a:prstGeom prst="rect">
              <a:avLst/>
            </a:prstGeom>
          </p:spPr>
        </p:pic>
        <p:grpSp>
          <p:nvGrpSpPr>
            <p:cNvPr id="422" name="グループ化 421">
              <a:extLst>
                <a:ext uri="{FF2B5EF4-FFF2-40B4-BE49-F238E27FC236}">
                  <ns2:creationId id="{DFF9B94C-141F-9868-5571-F51ACE5941DA}"/>
                </a:ext>
              </a:extLst>
            </p:cNvPr>
            <p:cNvGrpSpPr/>
            <p:nvPr/>
          </p:nvGrpSpPr>
          <p:grpSpPr>
            <a:xfrm>
              <a:off x="6477380" y="4748513"/>
              <a:ext cx="4967999" cy="468000"/>
              <a:chOff x="6477380" y="4748513"/>
              <a:chExt cx="4967999" cy="468000"/>
            </a:xfrm>
          </p:grpSpPr>
          <p:sp>
            <p:nvSpPr>
              <p:cNvPr id="388" name="三角形 60">
                <a:extLst>
                  <a:ext uri="{FF2B5EF4-FFF2-40B4-BE49-F238E27FC236}">
                    <ns2:creationId id="{04EDF042-B217-48A1-249C-1475CF0AB8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4928514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101BCECC-7876-6E04-ABD0-E36954B92551}"/>
                  </a:ext>
                </a:extLst>
              </p:cNvPr>
              <p:cNvSpPr/>
              <p:nvPr/>
            </p:nvSpPr>
            <p:spPr>
              <a:xfrm>
                <a:off x="6477380" y="4748513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en-US" altLang="ja-JP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90" name="グラフィックス 389" descr="ユーザー 単色塗りつぶし">
                <a:extLst>
                  <a:ext uri="{FF2B5EF4-FFF2-40B4-BE49-F238E27FC236}">
                    <ns2:creationId id="{E7080555-A530-B9B4-08D4-1D8081971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8781380" y="4964513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91" name="正方形/長方形 390">
                <a:extLst>
                  <a:ext uri="{FF2B5EF4-FFF2-40B4-BE49-F238E27FC236}">
                    <ns2:creationId id="{A3C92D19-0833-8C40-7577-A82857273D45}"/>
                  </a:ext>
                </a:extLst>
              </p:cNvPr>
              <p:cNvSpPr/>
              <p:nvPr/>
            </p:nvSpPr>
            <p:spPr>
              <a:xfrm>
                <a:off x="9285378" y="4748513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92" name="直線コネクタ 391">
                <a:extLst>
                  <a:ext uri="{FF2B5EF4-FFF2-40B4-BE49-F238E27FC236}">
                    <ns2:creationId id="{557D9DBA-45E8-D26C-31BB-FF4897B708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216513"/>
                <a:ext cx="216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3" name="グループ化 422">
              <a:extLst>
                <a:ext uri="{FF2B5EF4-FFF2-40B4-BE49-F238E27FC236}">
                  <ns2:creationId id="{8F91EA4E-274B-EA35-A519-C28FEA394728}"/>
                </a:ext>
              </a:extLst>
            </p:cNvPr>
            <p:cNvGrpSpPr/>
            <p:nvPr/>
          </p:nvGrpSpPr>
          <p:grpSpPr>
            <a:xfrm>
              <a:off x="6477380" y="5262391"/>
              <a:ext cx="4967999" cy="468000"/>
              <a:chOff x="6477380" y="5262391"/>
              <a:chExt cx="4967999" cy="468000"/>
            </a:xfrm>
          </p:grpSpPr>
          <p:sp>
            <p:nvSpPr>
              <p:cNvPr id="383" name="三角形 60">
                <a:extLst>
                  <a:ext uri="{FF2B5EF4-FFF2-40B4-BE49-F238E27FC236}">
                    <ns2:creationId id="{330A76CA-38AE-C406-4259-8A4E07465BC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442392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2ED1557D-21AB-AAD8-02F8-C25719849F75}"/>
                  </a:ext>
                </a:extLst>
              </p:cNvPr>
              <p:cNvSpPr/>
              <p:nvPr/>
            </p:nvSpPr>
            <p:spPr>
              <a:xfrm>
                <a:off x="6477380" y="5262391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+mn-ea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85" name="グラフィックス 384" descr="ユーザー 単色塗りつぶし">
                <a:extLst>
                  <a:ext uri="{FF2B5EF4-FFF2-40B4-BE49-F238E27FC236}">
                    <ns2:creationId id="{9B3C0FF2-F17C-EA7B-E084-A1BCE24E74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8781380" y="5478391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6" name="正方形/長方形 385">
                <a:extLst>
                  <a:ext uri="{FF2B5EF4-FFF2-40B4-BE49-F238E27FC236}">
                    <ns2:creationId id="{A88547DA-9BD7-79C0-AACB-B2A3FBF7B830}"/>
                  </a:ext>
                </a:extLst>
              </p:cNvPr>
              <p:cNvSpPr/>
              <p:nvPr/>
            </p:nvSpPr>
            <p:spPr>
              <a:xfrm>
                <a:off x="9285378" y="5262391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87" name="直線コネクタ 386">
                <a:extLst>
                  <a:ext uri="{FF2B5EF4-FFF2-40B4-BE49-F238E27FC236}">
                    <ns2:creationId id="{2E4FAFCF-6982-8AD5-419A-22798A6EC8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5379" y="5730391"/>
                <a:ext cx="2160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4" name="グループ化 423">
              <a:extLst>
                <a:ext uri="{FF2B5EF4-FFF2-40B4-BE49-F238E27FC236}">
                  <ns2:creationId id="{BBE2C60E-257C-20F0-0A3F-EF39FDFDBCC3}"/>
                </a:ext>
              </a:extLst>
            </p:cNvPr>
            <p:cNvGrpSpPr/>
            <p:nvPr/>
          </p:nvGrpSpPr>
          <p:grpSpPr>
            <a:xfrm>
              <a:off x="6477380" y="5776270"/>
              <a:ext cx="4967998" cy="468000"/>
              <a:chOff x="6477380" y="5776270"/>
              <a:chExt cx="4967998" cy="468000"/>
            </a:xfrm>
          </p:grpSpPr>
          <p:sp>
            <p:nvSpPr>
              <p:cNvPr id="378" name="三角形 60">
                <a:extLst>
                  <a:ext uri="{FF2B5EF4-FFF2-40B4-BE49-F238E27FC236}">
                    <ns2:creationId id="{6C45477B-E80C-3763-18DF-3EF7B8166C7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5400000">
                <a:off x="9016154" y="5956271"/>
                <a:ext cx="338855" cy="108000"/>
              </a:xfrm>
              <a:prstGeom prst="triangle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BE9DD9B5-ABF1-97B5-80EB-5224A58B7F26}"/>
                  </a:ext>
                </a:extLst>
              </p:cNvPr>
              <p:cNvSpPr/>
              <p:nvPr/>
            </p:nvSpPr>
            <p:spPr>
              <a:xfrm>
                <a:off x="6477380" y="5776270"/>
                <a:ext cx="2556000" cy="468000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44000" indent="-133200">
                  <a:buClr>
                    <a:srgbClr val="008000"/>
                  </a:buClr>
                </a:pPr>
                <a:r>
                  <a:rPr kumimoji="1" lang="ja-JP" altLang="en-US" sz="900" b="1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44000" indent="-13320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80" name="グラフィックス 379" descr="警告 単色塗りつぶし">
                <a:extLst>
                  <a:ext uri="{FF2B5EF4-FFF2-40B4-BE49-F238E27FC236}">
                    <ns2:creationId id="{74A87BA8-1043-341A-3E94-45AD9F87CC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rcRect/>
              <a:stretch/>
            </p:blipFill>
            <p:spPr>
              <a:xfrm>
                <a:off x="8781380" y="5992270"/>
                <a:ext cx="252000" cy="252000"/>
              </a:xfrm>
              <a:prstGeom prst="rect">
                <a:avLst/>
              </a:prstGeom>
            </p:spPr>
          </p:pic>
          <p:sp>
            <p:nvSpPr>
              <p:cNvPr id="381" name="正方形/長方形 380">
                <a:extLst>
                  <a:ext uri="{FF2B5EF4-FFF2-40B4-BE49-F238E27FC236}">
                    <ns2:creationId id="{0FB05976-6B1C-5E76-9CE5-28E6750CDEE0}"/>
                  </a:ext>
                </a:extLst>
              </p:cNvPr>
              <p:cNvSpPr/>
              <p:nvPr/>
            </p:nvSpPr>
            <p:spPr>
              <a:xfrm>
                <a:off x="9285378" y="5776270"/>
                <a:ext cx="2160000" cy="46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400" name="グループ化 399">
            <a:extLst>
              <a:ext uri="{FF2B5EF4-FFF2-40B4-BE49-F238E27FC236}">
                <ns2:creationId id="{82EB1302-BBF9-2817-DB3C-5785FA6E9E0C}"/>
              </a:ext>
            </a:extLst>
          </p:cNvPr>
          <p:cNvGrpSpPr/>
          <p:nvPr/>
        </p:nvGrpSpPr>
        <p:grpSpPr>
          <a:xfrm>
            <a:off x="5729546" y="3689848"/>
            <a:ext cx="756000" cy="756000"/>
            <a:chOff x="5729546" y="3684075"/>
            <a:chExt cx="756000" cy="756000"/>
          </a:xfrm>
        </p:grpSpPr>
        <p:sp>
          <p:nvSpPr>
            <p:cNvPr id="44" name="円/楕円 65">
              <a:extLst>
                <a:ext uri="{FF2B5EF4-FFF2-40B4-BE49-F238E27FC236}">
                  <ns2:creationId id="{360E4899-2DD6-9C21-AE2C-5C0A411A7D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29546" y="3684075"/>
              <a:ext cx="756000" cy="756000"/>
            </a:xfrm>
            <a:prstGeom prst="ellipse">
              <a:avLst/>
            </a:prstGeom>
            <a:solidFill>
              <a:schemeClr val="bg1"/>
            </a:solidFill>
            <a:ln w="3810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rgbClr val="008000">
                      <a:alpha val="70000"/>
                    </a:srgbClr>
                  </a:gs>
                  <a:gs pos="83000">
                    <a:srgbClr val="008000">
                      <a:alpha val="90000"/>
                    </a:srgbClr>
                  </a:gs>
                  <a:gs pos="99000">
                    <a:srgbClr val="008000"/>
                  </a:gs>
                </a:gsLst>
                <a:lin ang="27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pic>
          <p:nvPicPr>
            <p:cNvPr id="45" name="Graphic 182" descr="ターゲット 単色塗りつぶし">
              <a:extLst>
                <a:ext uri="{FF2B5EF4-FFF2-40B4-BE49-F238E27FC236}">
                  <ns2:creationId id="{F17483F2-5D43-8921-D457-C6C0CE1BDD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5754119" y="3708648"/>
              <a:ext cx="706853" cy="706853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66100328"/>
      </p:ext>
    </p:extLst>
  </p:cSld>
  <p:clrMapOvr>
    <a:masterClrMapping/>
  </p:clrMapOvr>
</p:sld>
</file>

<file path=ppt/slides/slide2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B76A6C3-D995-BBAB-0801-1FF2760B1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463694A-3361-E31B-FEC2-D9622F65BC8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14" name="table_TWformat_1_3">
            <a:extLst>
              <a:ext uri="{FF2B5EF4-FFF2-40B4-BE49-F238E27FC236}">
                <ns2:creationId id="{7A849911-C7CF-8C44-24E8-4E402A77E5E0}"/>
              </a:ext>
            </a:extLst>
          </p:cNvPr>
          <p:cNvSpPr txBox="1"/>
          <p:nvPr/>
        </p:nvSpPr>
        <p:spPr>
          <a:xfrm>
            <a:off x="5736650" y="4307840"/>
            <a:ext cx="5349588" cy="25525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100" dirty="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(</a:t>
            </a:r>
            <a:r>
              <a:rPr kumimoji="1" lang="ja-JP" altLang="en-US" sz="1100" dirty="0">
                <a:solidFill>
                  <a:schemeClr val="bg1"/>
                </a:solidFill>
                <a:latin typeface="+mn-ea"/>
              </a:rPr>
              <a:t>例</a:t>
            </a:r>
            <a:r>
              <a:rPr kumimoji="1" lang="en-US" altLang="ja-JP" sz="1100" dirty="0">
                <a:solidFill>
                  <a:schemeClr val="bg1"/>
                </a:solidFill>
                <a:latin typeface="+mn-ea"/>
              </a:rPr>
              <a:t>)</a:t>
            </a:r>
          </a:p>
        </p:txBody>
      </p:sp>
      <p:sp>
        <p:nvSpPr>
          <p:cNvPr id="115" name="table_TWformat_1_1">
            <a:extLst>
              <a:ext uri="{FF2B5EF4-FFF2-40B4-BE49-F238E27FC236}">
                <ns2:creationId id="{67EDF382-3031-F2E3-15BF-03F83BF3E585}"/>
              </a:ext>
            </a:extLst>
          </p:cNvPr>
          <p:cNvSpPr txBox="1"/>
          <p:nvPr/>
        </p:nvSpPr>
        <p:spPr>
          <a:xfrm>
            <a:off x="334962" y="4307840"/>
            <a:ext cx="5349588" cy="255250"/>
          </a:xfrm>
          <a:prstGeom prst="rect">
            <a:avLst/>
          </a:prstGeom>
          <a:solidFill>
            <a:srgbClr val="008000">
              <a:alpha val="70000"/>
            </a:srgbClr>
          </a:solidFill>
        </p:spPr>
        <p:txBody>
          <a:bodyPr vert="horz" wrap="square" lIns="36000" tIns="36000" rIns="36000" bIns="36000" rtlCol="0" anchor="ctr">
            <a:noAutofit/>
          </a:bodyPr>
          <a:lstStyle>
            <a:defPPr>
              <a:defRPr lang="ja-JP"/>
            </a:defPPr>
            <a:lvl1pPr algn="ctr">
              <a:buClr>
                <a:schemeClr val="accent1"/>
              </a:buClr>
              <a:defRPr sz="1400">
                <a:solidFill>
                  <a:srgbClr val="414141"/>
                </a:solidFill>
                <a:latin typeface="Trebuchet MS" panose="020B0703020202090204" pitchFamily="34" charset="0"/>
                <a:ea typeface="Meiryo" panose="020B0604030504040204" pitchFamily="34" charset="-128"/>
              </a:defRPr>
            </a:lvl1pPr>
          </a:lstStyle>
          <a:p>
            <a:r>
              <a:rPr lang="ja-JP" altLang="en-US" sz="1100" dirty="0">
                <a:solidFill>
                  <a:schemeClr val="bg1"/>
                </a:solidFill>
                <a:latin typeface="+mn-ea"/>
                <a:ea typeface="+mn-ea"/>
              </a:rPr>
              <a:t>XX</a:t>
            </a:r>
            <a:r>
              <a:rPr lang="en-US" altLang="ja-JP" sz="1100" dirty="0">
                <a:solidFill>
                  <a:schemeClr val="bg1"/>
                </a:solidFill>
                <a:latin typeface="+mn-ea"/>
                <a:ea typeface="+mn-ea"/>
              </a:rPr>
              <a:t>(</a:t>
            </a:r>
            <a:r>
              <a:rPr lang="ja-JP" altLang="en-US" sz="1100" dirty="0">
                <a:solidFill>
                  <a:schemeClr val="bg1"/>
                </a:solidFill>
                <a:latin typeface="+mn-ea"/>
                <a:ea typeface="+mn-ea"/>
              </a:rPr>
              <a:t>例</a:t>
            </a:r>
            <a:r>
              <a:rPr lang="en-US" altLang="ja-JP" sz="1100" dirty="0">
                <a:solidFill>
                  <a:schemeClr val="bg1"/>
                </a:solidFill>
                <a:latin typeface="+mn-ea"/>
                <a:ea typeface="+mn-ea"/>
              </a:rPr>
              <a:t>)</a:t>
            </a:r>
          </a:p>
        </p:txBody>
      </p:sp>
      <p:grpSp>
        <p:nvGrpSpPr>
          <p:cNvPr id="148" name="Group 147">
            <a:extLst>
              <a:ext uri="{FF2B5EF4-FFF2-40B4-BE49-F238E27FC236}">
                <ns2:creationId id="{AFB55DE6-D0FC-AB59-F02D-C8D96BD21475}"/>
              </a:ext>
            </a:extLst>
          </p:cNvPr>
          <p:cNvGrpSpPr/>
          <p:nvPr/>
        </p:nvGrpSpPr>
        <p:grpSpPr>
          <a:xfrm>
            <a:off x="334962" y="4610100"/>
            <a:ext cx="11522076" cy="1698625"/>
            <a:chOff x="334962" y="4610100"/>
            <a:chExt cx="11522076" cy="1698625"/>
          </a:xfrm>
        </p:grpSpPr>
        <p:grpSp>
          <p:nvGrpSpPr>
            <p:cNvPr id="119" name="Group 118">
              <a:extLst>
                <a:ext uri="{FF2B5EF4-FFF2-40B4-BE49-F238E27FC236}">
                  <ns2:creationId id="{1C91ACF3-B08C-DB6C-A39B-9739CA70AE8B}"/>
                </a:ext>
              </a:extLst>
            </p:cNvPr>
            <p:cNvGrpSpPr/>
            <p:nvPr/>
          </p:nvGrpSpPr>
          <p:grpSpPr>
            <a:xfrm>
              <a:off x="1866726" y="4610100"/>
              <a:ext cx="3815110" cy="1698625"/>
              <a:chOff x="1506250" y="4610100"/>
              <a:chExt cx="4178300" cy="1698625"/>
            </a:xfrm>
          </p:grpSpPr>
          <p:cxnSp>
            <p:nvCxnSpPr>
              <p:cNvPr id="58" name="Straight Connector 57">
                <a:extLst>
                  <a:ext uri="{FF2B5EF4-FFF2-40B4-BE49-F238E27FC236}">
                    <ns2:creationId id="{56C12E3A-4E57-4017-2E61-F952FFDEB501}"/>
                  </a:ext>
                </a:extLst>
              </p:cNvPr>
              <p:cNvCxnSpPr/>
              <p:nvPr/>
            </p:nvCxnSpPr>
            <p:spPr>
              <a:xfrm>
                <a:off x="1506250" y="5231949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ns2:creationId id="{189DFD65-C9A0-4AC8-8002-ACAC47AB69D3}"/>
                  </a:ext>
                </a:extLst>
              </p:cNvPr>
              <p:cNvCxnSpPr/>
              <p:nvPr/>
            </p:nvCxnSpPr>
            <p:spPr>
              <a:xfrm>
                <a:off x="1506250" y="5595862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ns2:creationId id="{0D0A2F1A-4014-50B5-5A25-D4CD749BB408}"/>
                  </a:ext>
                </a:extLst>
              </p:cNvPr>
              <p:cNvCxnSpPr/>
              <p:nvPr/>
            </p:nvCxnSpPr>
            <p:spPr>
              <a:xfrm>
                <a:off x="1506250" y="5959775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table_TWformat_2_2">
                <a:extLst>
                  <a:ext uri="{FF2B5EF4-FFF2-40B4-BE49-F238E27FC236}">
                    <ns2:creationId id="{4B68594D-0E7C-A6A5-F0E7-97A827A4D4F7}"/>
                  </a:ext>
                </a:extLst>
              </p:cNvPr>
              <p:cNvSpPr txBox="1"/>
              <p:nvPr/>
            </p:nvSpPr>
            <p:spPr>
              <a:xfrm>
                <a:off x="1506250" y="4882998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r>
                  <a:rPr lang="ja-JP" altLang="en-US"/>
                  <a:t>XX</a:t>
                </a:r>
                <a:r>
                  <a:rPr lang="en-US" altLang="ja-JP" dirty="0"/>
                  <a:t>10</a:t>
                </a:r>
                <a:r>
                  <a:rPr lang="ja-JP" altLang="en-US" dirty="0"/>
                  <a:t>XX</a:t>
                </a:r>
                <a:r>
                  <a:rPr lang="ja-JP" altLang="en-US"/>
                  <a:t>XX</a:t>
                </a:r>
                <a:endParaRPr lang="en-US" altLang="ja-JP" dirty="0"/>
              </a:p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7" name="table_TWformat_3_2">
                <a:extLst>
                  <a:ext uri="{FF2B5EF4-FFF2-40B4-BE49-F238E27FC236}">
                    <ns2:creationId id="{0C108D1D-2A3C-5550-80E6-BB4811EF5925}"/>
                  </a:ext>
                </a:extLst>
              </p:cNvPr>
              <p:cNvSpPr txBox="1"/>
              <p:nvPr/>
            </p:nvSpPr>
            <p:spPr>
              <a:xfrm>
                <a:off x="1506250" y="5246911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</a:p>
            </p:txBody>
          </p:sp>
          <p:sp>
            <p:nvSpPr>
              <p:cNvPr id="59" name="table_TWformat_4_2">
                <a:extLst>
                  <a:ext uri="{FF2B5EF4-FFF2-40B4-BE49-F238E27FC236}">
                    <ns2:creationId id="{E4DCE338-62F8-41BF-C739-826DC6CB557E}"/>
                  </a:ext>
                </a:extLst>
              </p:cNvPr>
              <p:cNvSpPr txBox="1"/>
              <p:nvPr/>
            </p:nvSpPr>
            <p:spPr>
              <a:xfrm>
                <a:off x="1506250" y="5610824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/>
                  <a:t>XX</a:t>
                </a:r>
                <a:r>
                  <a:rPr lang="en-US" altLang="ja-JP" sz="900" dirty="0"/>
                  <a:t>1</a:t>
                </a:r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r>
                  <a:rPr lang="en-US" altLang="ja-JP" sz="900" dirty="0"/>
                  <a:t>『</a:t>
                </a:r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r>
                  <a:rPr lang="en-US" altLang="ja-JP" sz="900" dirty="0"/>
                  <a:t>』</a:t>
                </a:r>
                <a:r>
                  <a:rPr lang="ja-JP" altLang="en-US" sz="900" dirty="0"/>
                  <a:t>XX</a:t>
                </a:r>
                <a:r>
                  <a:rPr lang="ja-JP" altLang="en-US" sz="900"/>
                  <a:t>XX</a:t>
                </a:r>
                <a:endParaRPr lang="en-US" altLang="ja-JP" sz="900" dirty="0"/>
              </a:p>
              <a:p>
                <a:r>
                  <a:rPr lang="ja-JP" altLang="en-US" sz="900" dirty="0"/>
                  <a:t>XX</a:t>
                </a:r>
              </a:p>
            </p:txBody>
          </p:sp>
          <p:sp>
            <p:nvSpPr>
              <p:cNvPr id="61" name="table_TWformat_5_2">
                <a:extLst>
                  <a:ext uri="{FF2B5EF4-FFF2-40B4-BE49-F238E27FC236}">
                    <ns2:creationId id="{AF4B1DBB-62EC-ECC2-AEF4-8BA922631670}"/>
                  </a:ext>
                </a:extLst>
              </p:cNvPr>
              <p:cNvSpPr txBox="1"/>
              <p:nvPr/>
            </p:nvSpPr>
            <p:spPr>
              <a:xfrm>
                <a:off x="1506250" y="5974736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800">
                    <a:latin typeface="+mn-ea"/>
                  </a:defRPr>
                </a:lvl1pPr>
              </a:lstStyle>
              <a:p>
                <a:r>
                  <a:rPr lang="ja-JP" altLang="en-US" sz="900" dirty="0"/>
                  <a:t>XX</a:t>
                </a:r>
                <a:r>
                  <a:rPr lang="en-US" altLang="ja-JP" sz="900" dirty="0"/>
                  <a:t>XX</a:t>
                </a:r>
                <a:r>
                  <a:rPr lang="ja-JP" altLang="en-US" sz="900" dirty="0"/>
                  <a:t>XX</a:t>
                </a:r>
              </a:p>
            </p:txBody>
          </p:sp>
          <p:sp>
            <p:nvSpPr>
              <p:cNvPr id="54" name="table_TWformat_1_2">
                <a:extLst>
                  <a:ext uri="{FF2B5EF4-FFF2-40B4-BE49-F238E27FC236}">
                    <ns2:creationId id="{485B8C26-6175-274B-F0F5-7B38F7B4AAC4}"/>
                  </a:ext>
                </a:extLst>
              </p:cNvPr>
              <p:cNvSpPr txBox="1"/>
              <p:nvPr/>
            </p:nvSpPr>
            <p:spPr>
              <a:xfrm>
                <a:off x="1506250" y="4610100"/>
                <a:ext cx="4178300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105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  <a:endParaRPr lang="ja-JP" altLang="en-US" sz="1050" dirty="0">
                  <a:solidFill>
                    <a:schemeClr val="tx1"/>
                  </a:solidFill>
                  <a:latin typeface="+mn-ea"/>
                  <a:ea typeface="+mn-ea"/>
                </a:endParaRPr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ns2:creationId id="{F54063FE-8AF3-D4D1-EC3E-93433A7927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250" y="4796068"/>
                <a:ext cx="41783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 119">
              <a:extLst>
                <a:ext uri="{FF2B5EF4-FFF2-40B4-BE49-F238E27FC236}">
                  <ns2:creationId id="{B447EA76-EDBF-C2D4-976B-0D7003160DD4}"/>
                </a:ext>
              </a:extLst>
            </p:cNvPr>
            <p:cNvGrpSpPr/>
            <p:nvPr/>
          </p:nvGrpSpPr>
          <p:grpSpPr>
            <a:xfrm>
              <a:off x="5736650" y="4610100"/>
              <a:ext cx="1476950" cy="1698625"/>
              <a:chOff x="5736650" y="4610100"/>
              <a:chExt cx="1119188" cy="1698625"/>
            </a:xfrm>
          </p:grpSpPr>
          <p:sp>
            <p:nvSpPr>
              <p:cNvPr id="64" name="table_TWformat_2_3">
                <a:extLst>
                  <a:ext uri="{FF2B5EF4-FFF2-40B4-BE49-F238E27FC236}">
                    <ns2:creationId id="{0F92A62A-6D64-EA02-0924-91415AD42EBC}"/>
                  </a:ext>
                </a:extLst>
              </p:cNvPr>
              <p:cNvSpPr txBox="1"/>
              <p:nvPr/>
            </p:nvSpPr>
            <p:spPr>
              <a:xfrm>
                <a:off x="5736650" y="4882998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endParaRPr lang="ja-JP" altLang="en-US" dirty="0"/>
              </a:p>
            </p:txBody>
          </p:sp>
          <p:sp>
            <p:nvSpPr>
              <p:cNvPr id="66" name="table_TWformat_3_3">
                <a:extLst>
                  <a:ext uri="{FF2B5EF4-FFF2-40B4-BE49-F238E27FC236}">
                    <ns2:creationId id="{E051ECB9-57A4-0208-206E-E5D3CC7160E7}"/>
                  </a:ext>
                </a:extLst>
              </p:cNvPr>
              <p:cNvSpPr txBox="1"/>
              <p:nvPr/>
            </p:nvSpPr>
            <p:spPr>
              <a:xfrm>
                <a:off x="5736650" y="5246911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68" name="table_TWformat_4_3">
                <a:extLst>
                  <a:ext uri="{FF2B5EF4-FFF2-40B4-BE49-F238E27FC236}">
                    <ns2:creationId id="{4F24DA2B-5F9C-16BD-55B1-BB5BE44E368B}"/>
                  </a:ext>
                </a:extLst>
              </p:cNvPr>
              <p:cNvSpPr txBox="1"/>
              <p:nvPr/>
            </p:nvSpPr>
            <p:spPr>
              <a:xfrm>
                <a:off x="5736650" y="5610824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endParaRPr lang="ja-JP" altLang="en-US" dirty="0"/>
              </a:p>
            </p:txBody>
          </p:sp>
          <p:sp>
            <p:nvSpPr>
              <p:cNvPr id="70" name="table_TWformat_5_3">
                <a:extLst>
                  <a:ext uri="{FF2B5EF4-FFF2-40B4-BE49-F238E27FC236}">
                    <ns2:creationId id="{79F488D0-A842-FDFB-1057-94AAFE6381E0}"/>
                  </a:ext>
                </a:extLst>
              </p:cNvPr>
              <p:cNvSpPr txBox="1"/>
              <p:nvPr/>
            </p:nvSpPr>
            <p:spPr>
              <a:xfrm>
                <a:off x="5736650" y="5974736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63" name="table_TWformat_1_3">
                <a:extLst>
                  <a:ext uri="{FF2B5EF4-FFF2-40B4-BE49-F238E27FC236}">
                    <ns2:creationId id="{D9AA3577-B828-C01B-5E0A-6C6E25D6EAD3}"/>
                  </a:ext>
                </a:extLst>
              </p:cNvPr>
              <p:cNvSpPr txBox="1"/>
              <p:nvPr/>
            </p:nvSpPr>
            <p:spPr>
              <a:xfrm>
                <a:off x="5736650" y="4610100"/>
                <a:ext cx="1119188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50">
                    <a:latin typeface="+mn-ea"/>
                  </a:rPr>
                  <a:t>XX</a:t>
                </a:r>
                <a:endParaRPr kumimoji="1" lang="ja-JP" altLang="en-US" sz="1050" dirty="0">
                  <a:latin typeface="+mn-ea"/>
                </a:endParaRP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ns2:creationId id="{A70A6920-AA06-0D6A-5AAD-7270811623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6650" y="4796068"/>
                <a:ext cx="111918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8" name="Group 117">
              <a:extLst>
                <a:ext uri="{FF2B5EF4-FFF2-40B4-BE49-F238E27FC236}">
                  <ns2:creationId id="{75E28979-FBE6-A777-414B-655BCED0DF70}"/>
                </a:ext>
              </a:extLst>
            </p:cNvPr>
            <p:cNvGrpSpPr/>
            <p:nvPr/>
          </p:nvGrpSpPr>
          <p:grpSpPr>
            <a:xfrm>
              <a:off x="7268414" y="4610100"/>
              <a:ext cx="3815110" cy="1698625"/>
              <a:chOff x="6907938" y="4610100"/>
              <a:chExt cx="4178300" cy="1698625"/>
            </a:xfrm>
          </p:grpSpPr>
          <p:cxnSp>
            <p:nvCxnSpPr>
              <p:cNvPr id="76" name="Straight Connector 75">
                <a:extLst>
                  <a:ext uri="{FF2B5EF4-FFF2-40B4-BE49-F238E27FC236}">
                    <ns2:creationId id="{2A7B8D74-FEEA-7EA0-192A-D534746123C7}"/>
                  </a:ext>
                </a:extLst>
              </p:cNvPr>
              <p:cNvCxnSpPr/>
              <p:nvPr/>
            </p:nvCxnSpPr>
            <p:spPr>
              <a:xfrm>
                <a:off x="6907938" y="5231949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ns2:creationId id="{04E82CAE-B8B3-DFB5-2DF7-2B40A3D3FB50}"/>
                  </a:ext>
                </a:extLst>
              </p:cNvPr>
              <p:cNvCxnSpPr/>
              <p:nvPr/>
            </p:nvCxnSpPr>
            <p:spPr>
              <a:xfrm>
                <a:off x="6907938" y="5595862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ns2:creationId id="{3D415EDE-4469-93CC-0D99-99761D0A4C0C}"/>
                  </a:ext>
                </a:extLst>
              </p:cNvPr>
              <p:cNvCxnSpPr/>
              <p:nvPr/>
            </p:nvCxnSpPr>
            <p:spPr>
              <a:xfrm>
                <a:off x="6907938" y="5959775"/>
                <a:ext cx="41783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table_TWformat_2_4">
                <a:extLst>
                  <a:ext uri="{FF2B5EF4-FFF2-40B4-BE49-F238E27FC236}">
                    <ns2:creationId id="{A013ED9E-9177-521A-28E5-C174DAB3BC05}"/>
                  </a:ext>
                </a:extLst>
              </p:cNvPr>
              <p:cNvSpPr txBox="1"/>
              <p:nvPr/>
            </p:nvSpPr>
            <p:spPr>
              <a:xfrm>
                <a:off x="6907938" y="4882998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endParaRPr lang="en-US" altLang="ja-JP" dirty="0"/>
              </a:p>
              <a:p>
                <a:r>
                  <a:rPr lang="en-US" altLang="ja-JP" dirty="0"/>
                  <a:t>(</a:t>
                </a:r>
                <a:r>
                  <a:rPr lang="ja-JP" altLang="en-US" dirty="0"/>
                  <a:t>XX</a:t>
                </a:r>
                <a:r>
                  <a:rPr lang="en-US" altLang="ja-JP" dirty="0"/>
                  <a:t>) </a:t>
                </a:r>
                <a:r>
                  <a:rPr lang="ja-JP" altLang="en-US" dirty="0"/>
                  <a:t>XX</a:t>
                </a:r>
              </a:p>
            </p:txBody>
          </p:sp>
          <p:sp>
            <p:nvSpPr>
              <p:cNvPr id="75" name="table_TWformat_3_4">
                <a:extLst>
                  <a:ext uri="{FF2B5EF4-FFF2-40B4-BE49-F238E27FC236}">
                    <ns2:creationId id="{48204C6A-B491-71D9-5004-52637EBE051D}"/>
                  </a:ext>
                </a:extLst>
              </p:cNvPr>
              <p:cNvSpPr txBox="1"/>
              <p:nvPr/>
            </p:nvSpPr>
            <p:spPr>
              <a:xfrm>
                <a:off x="6907938" y="5246911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endParaRPr lang="en-US" altLang="ja-JP" dirty="0"/>
              </a:p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77" name="table_TWformat_4_4">
                <a:extLst>
                  <a:ext uri="{FF2B5EF4-FFF2-40B4-BE49-F238E27FC236}">
                    <ns2:creationId id="{4C33CE4D-7CB5-3429-B936-38F0E826F532}"/>
                  </a:ext>
                </a:extLst>
              </p:cNvPr>
              <p:cNvSpPr txBox="1"/>
              <p:nvPr/>
            </p:nvSpPr>
            <p:spPr>
              <a:xfrm>
                <a:off x="6907938" y="5610824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  <a:endParaRPr lang="en-US" altLang="ja-JP" dirty="0"/>
              </a:p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79" name="table_TWformat_5_4">
                <a:extLst>
                  <a:ext uri="{FF2B5EF4-FFF2-40B4-BE49-F238E27FC236}">
                    <ns2:creationId id="{2661C9CE-D9D7-8C3A-682C-124010B087D6}"/>
                  </a:ext>
                </a:extLst>
              </p:cNvPr>
              <p:cNvSpPr txBox="1"/>
              <p:nvPr/>
            </p:nvSpPr>
            <p:spPr>
              <a:xfrm>
                <a:off x="6907938" y="5974736"/>
                <a:ext cx="4178300" cy="333989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marL="171450" indent="-171450">
                  <a:spcAft>
                    <a:spcPts val="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 sz="9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72" name="table_TWformat_1_4">
                <a:extLst>
                  <a:ext uri="{FF2B5EF4-FFF2-40B4-BE49-F238E27FC236}">
                    <ns2:creationId id="{A09FABF4-FE80-7062-DB4C-078C359C49A9}"/>
                  </a:ext>
                </a:extLst>
              </p:cNvPr>
              <p:cNvSpPr txBox="1"/>
              <p:nvPr/>
            </p:nvSpPr>
            <p:spPr>
              <a:xfrm>
                <a:off x="6907938" y="4610100"/>
                <a:ext cx="4178300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50">
                    <a:latin typeface="+mn-ea"/>
                  </a:rPr>
                  <a:t>XX</a:t>
                </a:r>
                <a:endParaRPr kumimoji="1" lang="ja-JP" altLang="en-US" sz="1050" dirty="0">
                  <a:latin typeface="+mn-ea"/>
                </a:endParaRPr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ns2:creationId id="{4A009848-3C76-787B-25C3-79A0F68ECB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7938" y="4796068"/>
                <a:ext cx="41783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7" name="Group 116">
              <a:extLst>
                <a:ext uri="{FF2B5EF4-FFF2-40B4-BE49-F238E27FC236}">
                  <ns2:creationId id="{F59317F4-67EC-7716-6BA5-1719AB222AF4}"/>
                </a:ext>
              </a:extLst>
            </p:cNvPr>
            <p:cNvGrpSpPr/>
            <p:nvPr/>
          </p:nvGrpSpPr>
          <p:grpSpPr>
            <a:xfrm>
              <a:off x="11138338" y="4610100"/>
              <a:ext cx="718700" cy="1698625"/>
              <a:chOff x="11138338" y="4610100"/>
              <a:chExt cx="718700" cy="1698625"/>
            </a:xfrm>
          </p:grpSpPr>
          <p:cxnSp>
            <p:nvCxnSpPr>
              <p:cNvPr id="85" name="Straight Connector 84">
                <a:extLst>
                  <a:ext uri="{FF2B5EF4-FFF2-40B4-BE49-F238E27FC236}">
                    <ns2:creationId id="{6010A95C-172B-20B3-168B-A401E19AF2FF}"/>
                  </a:ext>
                </a:extLst>
              </p:cNvPr>
              <p:cNvCxnSpPr/>
              <p:nvPr/>
            </p:nvCxnSpPr>
            <p:spPr>
              <a:xfrm>
                <a:off x="11138338" y="5231949"/>
                <a:ext cx="7187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ns2:creationId id="{DF0A0310-CFF1-18DA-7488-2332D9C6F8F1}"/>
                  </a:ext>
                </a:extLst>
              </p:cNvPr>
              <p:cNvCxnSpPr/>
              <p:nvPr/>
            </p:nvCxnSpPr>
            <p:spPr>
              <a:xfrm>
                <a:off x="11138338" y="5595862"/>
                <a:ext cx="7187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ns2:creationId id="{2DED2867-2FE8-D5AD-5759-0650B49BAC01}"/>
                  </a:ext>
                </a:extLst>
              </p:cNvPr>
              <p:cNvCxnSpPr/>
              <p:nvPr/>
            </p:nvCxnSpPr>
            <p:spPr>
              <a:xfrm>
                <a:off x="11138338" y="5959775"/>
                <a:ext cx="7187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table_TWformat_2_5">
                <a:extLst>
                  <a:ext uri="{FF2B5EF4-FFF2-40B4-BE49-F238E27FC236}">
                    <ns2:creationId id="{428AC03D-A4B5-10A7-D610-14C30C4DDE1D}"/>
                  </a:ext>
                </a:extLst>
              </p:cNvPr>
              <p:cNvSpPr txBox="1"/>
              <p:nvPr/>
            </p:nvSpPr>
            <p:spPr>
              <a:xfrm>
                <a:off x="11138338" y="4882998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latin typeface="+mn-ea"/>
                  </a:rPr>
                  <a:t>5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84" name="table_TWformat_3_5">
                <a:extLst>
                  <a:ext uri="{FF2B5EF4-FFF2-40B4-BE49-F238E27FC236}">
                    <ns2:creationId id="{7B59B606-C476-D1C9-5022-E3B50D46209E}"/>
                  </a:ext>
                </a:extLst>
              </p:cNvPr>
              <p:cNvSpPr txBox="1"/>
              <p:nvPr/>
            </p:nvSpPr>
            <p:spPr>
              <a:xfrm>
                <a:off x="11138338" y="5246911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 dirty="0">
                    <a:latin typeface="+mn-ea"/>
                  </a:rPr>
                  <a:t>10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86" name="table_TWformat_4_5">
                <a:extLst>
                  <a:ext uri="{FF2B5EF4-FFF2-40B4-BE49-F238E27FC236}">
                    <ns2:creationId id="{8E08CC72-31BD-0B96-15BE-9161C9EC463F}"/>
                  </a:ext>
                </a:extLst>
              </p:cNvPr>
              <p:cNvSpPr txBox="1"/>
              <p:nvPr/>
            </p:nvSpPr>
            <p:spPr>
              <a:xfrm>
                <a:off x="11138338" y="5610824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latin typeface="+mn-ea"/>
                  </a:rPr>
                  <a:t>10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88" name="table_TWformat_5_5">
                <a:extLst>
                  <a:ext uri="{FF2B5EF4-FFF2-40B4-BE49-F238E27FC236}">
                    <ns2:creationId id="{51DFA112-7439-DB01-CBBC-AC0F383D4D42}"/>
                  </a:ext>
                </a:extLst>
              </p:cNvPr>
              <p:cNvSpPr txBox="1"/>
              <p:nvPr/>
            </p:nvSpPr>
            <p:spPr>
              <a:xfrm>
                <a:off x="11138338" y="5974736"/>
                <a:ext cx="718700" cy="33398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latin typeface="+mn-ea"/>
                  </a:rPr>
                  <a:t>5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81" name="table_TWformat_1_5">
                <a:extLst>
                  <a:ext uri="{FF2B5EF4-FFF2-40B4-BE49-F238E27FC236}">
                    <ns2:creationId id="{0217B161-086A-3670-23FE-F86BDCF47EF8}"/>
                  </a:ext>
                </a:extLst>
              </p:cNvPr>
              <p:cNvSpPr txBox="1"/>
              <p:nvPr/>
            </p:nvSpPr>
            <p:spPr>
              <a:xfrm>
                <a:off x="11138338" y="4610100"/>
                <a:ext cx="718700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50">
                    <a:latin typeface="+mn-ea"/>
                  </a:rPr>
                  <a:t>XX</a:t>
                </a:r>
                <a:endParaRPr kumimoji="1" lang="ja-JP" altLang="en-US" sz="1050" dirty="0">
                  <a:latin typeface="+mn-ea"/>
                </a:endParaRPr>
              </a:p>
            </p:txBody>
          </p:sp>
          <p:cxnSp>
            <p:nvCxnSpPr>
              <p:cNvPr id="83" name="Straight Connector 82">
                <a:extLst>
                  <a:ext uri="{FF2B5EF4-FFF2-40B4-BE49-F238E27FC236}">
                    <ns2:creationId id="{EAA231C2-3A56-703A-3998-74F84D390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8338" y="4796068"/>
                <a:ext cx="7187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1" name="Group 120">
              <a:extLst>
                <a:ext uri="{FF2B5EF4-FFF2-40B4-BE49-F238E27FC236}">
                  <ns2:creationId id="{72DA5372-CB8A-E80B-16CC-942397C4B3F8}"/>
                </a:ext>
              </a:extLst>
            </p:cNvPr>
            <p:cNvGrpSpPr/>
            <p:nvPr/>
          </p:nvGrpSpPr>
          <p:grpSpPr>
            <a:xfrm>
              <a:off x="334962" y="4610100"/>
              <a:ext cx="1476950" cy="1698625"/>
              <a:chOff x="334962" y="4610100"/>
              <a:chExt cx="1119188" cy="1698625"/>
            </a:xfrm>
          </p:grpSpPr>
          <p:sp>
            <p:nvSpPr>
              <p:cNvPr id="50" name="table_TWformat_2_1">
                <a:extLst>
                  <a:ext uri="{FF2B5EF4-FFF2-40B4-BE49-F238E27FC236}">
                    <ns2:creationId id="{90337237-F707-60A6-EFB2-68AD1D3A99BE}"/>
                  </a:ext>
                </a:extLst>
              </p:cNvPr>
              <p:cNvSpPr txBox="1"/>
              <p:nvPr/>
            </p:nvSpPr>
            <p:spPr>
              <a:xfrm>
                <a:off x="334962" y="4882998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1" name="table_TWformat_3_1">
                <a:extLst>
                  <a:ext uri="{FF2B5EF4-FFF2-40B4-BE49-F238E27FC236}">
                    <ns2:creationId id="{B4AE2A2E-8459-8213-9CF2-4963F4C74335}"/>
                  </a:ext>
                </a:extLst>
              </p:cNvPr>
              <p:cNvSpPr txBox="1"/>
              <p:nvPr/>
            </p:nvSpPr>
            <p:spPr>
              <a:xfrm>
                <a:off x="334962" y="5246911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2" name="table_TWformat_4_1">
                <a:extLst>
                  <a:ext uri="{FF2B5EF4-FFF2-40B4-BE49-F238E27FC236}">
                    <ns2:creationId id="{22E192C3-8583-BEC1-3BA2-3DC7A55E6DAB}"/>
                  </a:ext>
                </a:extLst>
              </p:cNvPr>
              <p:cNvSpPr txBox="1"/>
              <p:nvPr/>
            </p:nvSpPr>
            <p:spPr>
              <a:xfrm>
                <a:off x="334962" y="5610824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53" name="table_TWformat_5_1">
                <a:extLst>
                  <a:ext uri="{FF2B5EF4-FFF2-40B4-BE49-F238E27FC236}">
                    <ns2:creationId id="{32B4D525-626E-65C2-D342-EC1CBBA80CBB}"/>
                  </a:ext>
                </a:extLst>
              </p:cNvPr>
              <p:cNvSpPr txBox="1"/>
              <p:nvPr/>
            </p:nvSpPr>
            <p:spPr>
              <a:xfrm>
                <a:off x="334962" y="5974736"/>
                <a:ext cx="1119188" cy="333989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vert="horz" wrap="square" lIns="396000" tIns="36000" rIns="36000" bIns="36000" rtlCol="0" anchor="ctr">
                <a:noAutofit/>
              </a:bodyPr>
              <a:lstStyle>
                <a:defPPr>
                  <a:defRPr lang="ja-JP"/>
                </a:defPPr>
                <a:lvl1pPr>
                  <a:buClr>
                    <a:schemeClr val="accent1"/>
                  </a:buClr>
                  <a:defRPr sz="1000">
                    <a:latin typeface="+mn-ea"/>
                  </a:defRPr>
                </a:lvl1pPr>
              </a:lstStyle>
              <a:p>
                <a:r>
                  <a:rPr lang="ja-JP" altLang="en-US"/>
                  <a:t>XX</a:t>
                </a:r>
                <a:endParaRPr lang="ja-JP" altLang="en-US" dirty="0"/>
              </a:p>
            </p:txBody>
          </p:sp>
          <p:sp>
            <p:nvSpPr>
              <p:cNvPr id="49" name="table_TWformat_1_1">
                <a:extLst>
                  <a:ext uri="{FF2B5EF4-FFF2-40B4-BE49-F238E27FC236}">
                    <ns2:creationId id="{EB37A8BA-E367-B6B4-DB39-E7BA93A9163D}"/>
                  </a:ext>
                </a:extLst>
              </p:cNvPr>
              <p:cNvSpPr txBox="1"/>
              <p:nvPr/>
            </p:nvSpPr>
            <p:spPr>
              <a:xfrm>
                <a:off x="334962" y="4610100"/>
                <a:ext cx="1119188" cy="181590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ns2:creationId id="{9AF44BC6-FAC5-AC5C-7201-EADCC3DD91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2" y="4796068"/>
                <a:ext cx="111918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23" name="Graphic 122" descr="Office Chair with solid fill">
              <a:extLst>
                <a:ext uri="{FF2B5EF4-FFF2-40B4-BE49-F238E27FC236}">
                  <ns2:creationId id="{5815D546-C558-084F-D582-23510792C8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787104" y="5630324"/>
              <a:ext cx="294986" cy="294986"/>
            </a:xfrm>
            <a:prstGeom prst="rect">
              <a:avLst/>
            </a:prstGeom>
          </p:spPr>
        </p:pic>
        <p:pic>
          <p:nvPicPr>
            <p:cNvPr id="125" name="Graphic 124" descr="Raised hand with solid fill">
              <a:extLst>
                <a:ext uri="{FF2B5EF4-FFF2-40B4-BE49-F238E27FC236}">
                  <ns2:creationId id="{56A5101B-4C56-9A9C-7DF5-03B2D56F13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787105" y="5994237"/>
              <a:ext cx="294986" cy="294986"/>
            </a:xfrm>
            <a:prstGeom prst="rect">
              <a:avLst/>
            </a:prstGeom>
          </p:spPr>
        </p:pic>
        <p:pic>
          <p:nvPicPr>
            <p:cNvPr id="127" name="Graphic 126" descr="Management with solid fill">
              <a:extLst>
                <a:ext uri="{FF2B5EF4-FFF2-40B4-BE49-F238E27FC236}">
                  <ns2:creationId id="{4A750899-371C-F2AF-E2D0-1A4C0D0411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787104" y="5266412"/>
              <a:ext cx="294986" cy="294986"/>
            </a:xfrm>
            <a:prstGeom prst="rect">
              <a:avLst/>
            </a:prstGeom>
          </p:spPr>
        </p:pic>
        <p:pic>
          <p:nvPicPr>
            <p:cNvPr id="129" name="Graphic 128" descr="Share with solid fill">
              <a:extLst>
                <a:ext uri="{FF2B5EF4-FFF2-40B4-BE49-F238E27FC236}">
                  <ns2:creationId id="{BACF8F1A-6907-300F-98B8-4CA643D341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5787104" y="4902500"/>
              <a:ext cx="294986" cy="294986"/>
            </a:xfrm>
            <a:prstGeom prst="rect">
              <a:avLst/>
            </a:prstGeom>
          </p:spPr>
        </p:pic>
        <p:pic>
          <p:nvPicPr>
            <p:cNvPr id="131" name="Graphic 130" descr="Boardroom with solid fill">
              <a:extLst>
                <a:ext uri="{FF2B5EF4-FFF2-40B4-BE49-F238E27FC236}">
                  <ns2:creationId id="{25D25AB1-CA56-4967-47DF-28DC1EDCC4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77939" y="5994238"/>
              <a:ext cx="294986" cy="294986"/>
            </a:xfrm>
            <a:prstGeom prst="rect">
              <a:avLst/>
            </a:prstGeom>
          </p:spPr>
        </p:pic>
        <p:pic>
          <p:nvPicPr>
            <p:cNvPr id="133" name="Graphic 132" descr="Aspiration with solid fill">
              <a:extLst>
                <a:ext uri="{FF2B5EF4-FFF2-40B4-BE49-F238E27FC236}">
                  <ns2:creationId id="{6F403E66-97BF-94AD-8847-C931059631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377939" y="5630326"/>
              <a:ext cx="294986" cy="294986"/>
            </a:xfrm>
            <a:prstGeom prst="rect">
              <a:avLst/>
            </a:prstGeom>
          </p:spPr>
        </p:pic>
        <p:pic>
          <p:nvPicPr>
            <p:cNvPr id="137" name="Graphic 136" descr="Thought bubble with solid fill">
              <a:extLst>
                <a:ext uri="{FF2B5EF4-FFF2-40B4-BE49-F238E27FC236}">
                  <ns2:creationId id="{95F6E4AE-3F4C-3AE0-31C0-23953AC59E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377939" y="5266413"/>
              <a:ext cx="294986" cy="294986"/>
            </a:xfrm>
            <a:prstGeom prst="rect">
              <a:avLst/>
            </a:prstGeom>
          </p:spPr>
        </p:pic>
        <p:pic>
          <p:nvPicPr>
            <p:cNvPr id="139" name="Graphic 138" descr="Checkbox Ticked with solid fill">
              <a:extLst>
                <a:ext uri="{FF2B5EF4-FFF2-40B4-BE49-F238E27FC236}">
                  <ns2:creationId id="{7AD55140-B42E-51C7-4E95-6D089BC36D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77939" y="4902500"/>
              <a:ext cx="294986" cy="294986"/>
            </a:xfrm>
            <a:prstGeom prst="rect">
              <a:avLst/>
            </a:prstGeom>
          </p:spPr>
        </p:pic>
      </p:grpSp>
      <p:grpSp>
        <p:nvGrpSpPr>
          <p:cNvPr id="147" name="Group 146">
            <a:extLst>
              <a:ext uri="{FF2B5EF4-FFF2-40B4-BE49-F238E27FC236}">
                <ns2:creationId id="{45B5D96C-8F62-BD21-7150-BD91579FE74F}"/>
              </a:ext>
            </a:extLst>
          </p:cNvPr>
          <p:cNvGrpSpPr/>
          <p:nvPr/>
        </p:nvGrpSpPr>
        <p:grpSpPr>
          <a:xfrm>
            <a:off x="406216" y="2096770"/>
            <a:ext cx="11450820" cy="2095500"/>
            <a:chOff x="406216" y="2096770"/>
            <a:chExt cx="11450820" cy="2095500"/>
          </a:xfrm>
        </p:grpSpPr>
        <p:grpSp>
          <p:nvGrpSpPr>
            <p:cNvPr id="103" name="Group 102">
              <a:extLst>
                <a:ext uri="{FF2B5EF4-FFF2-40B4-BE49-F238E27FC236}">
                  <ns2:creationId id="{94F8E877-DDDA-C01F-85CF-8B07D1C5A36A}"/>
                </a:ext>
              </a:extLst>
            </p:cNvPr>
            <p:cNvGrpSpPr/>
            <p:nvPr/>
          </p:nvGrpSpPr>
          <p:grpSpPr>
            <a:xfrm>
              <a:off x="761999" y="2096770"/>
              <a:ext cx="11095037" cy="2095500"/>
              <a:chOff x="761999" y="2096770"/>
              <a:chExt cx="11095037" cy="2095500"/>
            </a:xfrm>
          </p:grpSpPr>
          <p:grpSp>
            <p:nvGrpSpPr>
              <p:cNvPr id="14" name="Group 13">
                <a:extLst>
                  <a:ext uri="{FF2B5EF4-FFF2-40B4-BE49-F238E27FC236}">
                    <ns2:creationId id="{C7EC7750-F549-80E4-6AF7-5322A1579197}"/>
                  </a:ext>
                </a:extLst>
              </p:cNvPr>
              <p:cNvGrpSpPr/>
              <p:nvPr/>
            </p:nvGrpSpPr>
            <p:grpSpPr>
              <a:xfrm>
                <a:off x="761999" y="2096770"/>
                <a:ext cx="1082972" cy="570230"/>
                <a:chOff x="8378572" y="5411082"/>
                <a:chExt cx="1082972" cy="258198"/>
              </a:xfrm>
            </p:grpSpPr>
            <p:sp>
              <p:nvSpPr>
                <p:cNvPr id="15" name="テキスト ボックス 18">
                  <a:extLst>
                    <a:ext uri="{FF2B5EF4-FFF2-40B4-BE49-F238E27FC236}">
                      <ns2:creationId id="{A4BEA169-0C48-819C-0345-70FB8A317C75}"/>
                    </a:ext>
                  </a:extLst>
                </p:cNvPr>
                <p:cNvSpPr txBox="1"/>
                <p:nvPr/>
              </p:nvSpPr>
              <p:spPr>
                <a:xfrm>
                  <a:off x="8378572" y="5411082"/>
                  <a:ext cx="988947" cy="258198"/>
                </a:xfrm>
                <a:prstGeom prst="rect">
                  <a:avLst/>
                </a:prstGeom>
                <a:noFill/>
              </p:spPr>
              <p:txBody>
                <a:bodyPr wrap="none" lIns="36000" tIns="54000" rIns="36000" bIns="36000" rtlCol="0" anchor="ctr">
                  <a:noAutofit/>
                </a:bodyPr>
                <a:lstStyle/>
                <a:p>
                  <a:pPr algn="just">
                    <a:buClr>
                      <a:schemeClr val="accent1"/>
                    </a:buClr>
                  </a:pPr>
                  <a:r>
                    <a:rPr lang="en-US" altLang="ja-JP" sz="14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例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endParaRPr kumimoji="1"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cxnSp>
              <p:nvCxnSpPr>
                <p:cNvPr id="16" name="直線コネクタ 19">
                  <a:extLst>
                    <a:ext uri="{FF2B5EF4-FFF2-40B4-BE49-F238E27FC236}">
                      <ns2:creationId id="{8C48CE03-6DD4-7869-5C08-7907A07D7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61544" y="5411082"/>
                  <a:ext cx="0" cy="258198"/>
                </a:xfrm>
                <a:prstGeom prst="line">
                  <a:avLst/>
                </a:prstGeom>
                <a:ln w="38100">
                  <a:solidFill>
                    <a:srgbClr val="008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" name="テキスト ボックス 18">
                <a:extLst>
                  <a:ext uri="{FF2B5EF4-FFF2-40B4-BE49-F238E27FC236}">
                    <ns2:creationId id="{96450E00-05B3-E75E-2B00-77AE834AFD4C}"/>
                  </a:ext>
                </a:extLst>
              </p:cNvPr>
              <p:cNvSpPr txBox="1"/>
              <p:nvPr/>
            </p:nvSpPr>
            <p:spPr>
              <a:xfrm>
                <a:off x="2050753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  <a:endParaRPr lang="en-US" altLang="ja-JP" sz="12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latin typeface="+mn-ea"/>
                  </a:rPr>
                  <a:t>(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lang="en-US" altLang="ja-JP" sz="1200" dirty="0">
                    <a:latin typeface="+mn-ea"/>
                  </a:rPr>
                  <a:t>)</a:t>
                </a:r>
              </a:p>
            </p:txBody>
          </p:sp>
          <p:sp>
            <p:nvSpPr>
              <p:cNvPr id="20" name="テキスト ボックス 18">
                <a:extLst>
                  <a:ext uri="{FF2B5EF4-FFF2-40B4-BE49-F238E27FC236}">
                    <ns2:creationId id="{0DE8EF6A-A9C0-B8D1-1560-97F0669DC0FE}"/>
                  </a:ext>
                </a:extLst>
              </p:cNvPr>
              <p:cNvSpPr txBox="1"/>
              <p:nvPr/>
            </p:nvSpPr>
            <p:spPr>
              <a:xfrm>
                <a:off x="4055383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  <a:endParaRPr lang="en-US" altLang="ja-JP" sz="12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21" name="テキスト ボックス 18">
                <a:extLst>
                  <a:ext uri="{FF2B5EF4-FFF2-40B4-BE49-F238E27FC236}">
                    <ns2:creationId id="{5928B49B-931E-7253-89DF-C965C65843CC}"/>
                  </a:ext>
                </a:extLst>
              </p:cNvPr>
              <p:cNvSpPr txBox="1"/>
              <p:nvPr/>
            </p:nvSpPr>
            <p:spPr>
              <a:xfrm>
                <a:off x="6060012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22" name="テキスト ボックス 18">
                <a:extLst>
                  <a:ext uri="{FF2B5EF4-FFF2-40B4-BE49-F238E27FC236}">
                    <ns2:creationId id="{B271B224-9836-A708-30DF-A3222BE5891B}"/>
                  </a:ext>
                </a:extLst>
              </p:cNvPr>
              <p:cNvSpPr txBox="1"/>
              <p:nvPr/>
            </p:nvSpPr>
            <p:spPr>
              <a:xfrm>
                <a:off x="8064642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23" name="テキスト ボックス 18">
                <a:extLst>
                  <a:ext uri="{FF2B5EF4-FFF2-40B4-BE49-F238E27FC236}">
                    <ns2:creationId id="{67B4A29F-9E28-2612-7A2D-AB140252148A}"/>
                  </a:ext>
                </a:extLst>
              </p:cNvPr>
              <p:cNvSpPr txBox="1"/>
              <p:nvPr/>
            </p:nvSpPr>
            <p:spPr>
              <a:xfrm>
                <a:off x="10069270" y="2200398"/>
                <a:ext cx="1787766" cy="46660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none" lIns="36000" tIns="54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latin typeface="+mn-ea"/>
                  </a:rPr>
                  <a:t>XX</a:t>
                </a:r>
                <a:endParaRPr lang="en-US" altLang="ja-JP" sz="1200" dirty="0">
                  <a:latin typeface="+mn-ea"/>
                </a:endParaRPr>
              </a:p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latin typeface="+mn-ea"/>
                  </a:rPr>
                  <a:t>(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lang="en-US" altLang="ja-JP" sz="1200" dirty="0">
                    <a:latin typeface="+mn-ea"/>
                  </a:rPr>
                  <a:t>)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ns2:creationId id="{2AA9169E-7565-2ED9-5CE8-D86141D16EAE}"/>
                  </a:ext>
                </a:extLst>
              </p:cNvPr>
              <p:cNvSpPr/>
              <p:nvPr/>
            </p:nvSpPr>
            <p:spPr>
              <a:xfrm>
                <a:off x="1948815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ns2:creationId id="{5502380A-B289-A33A-BB59-142C9534F6CE}"/>
                  </a:ext>
                </a:extLst>
              </p:cNvPr>
              <p:cNvSpPr/>
              <p:nvPr/>
            </p:nvSpPr>
            <p:spPr>
              <a:xfrm>
                <a:off x="3950652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ns2:creationId id="{25862ED0-FAC4-BCC2-CFFE-896443CF51B8}"/>
                  </a:ext>
                </a:extLst>
              </p:cNvPr>
              <p:cNvSpPr/>
              <p:nvPr/>
            </p:nvSpPr>
            <p:spPr>
              <a:xfrm>
                <a:off x="5965190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ns2:creationId id="{0DCDB084-AC1B-11AC-6A6B-44117C6ACF94}"/>
                  </a:ext>
                </a:extLst>
              </p:cNvPr>
              <p:cNvSpPr/>
              <p:nvPr/>
            </p:nvSpPr>
            <p:spPr>
              <a:xfrm>
                <a:off x="7967027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ns2:creationId id="{B603DBED-262A-2F81-94E5-A56BDF30C873}"/>
                  </a:ext>
                </a:extLst>
              </p:cNvPr>
              <p:cNvSpPr/>
              <p:nvPr/>
            </p:nvSpPr>
            <p:spPr>
              <a:xfrm>
                <a:off x="9976802" y="2096770"/>
                <a:ext cx="218440" cy="21844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8" name="Group 37">
                <a:extLst>
                  <a:ext uri="{FF2B5EF4-FFF2-40B4-BE49-F238E27FC236}">
                    <ns2:creationId id="{A878179D-3BC7-1EC3-3067-B5309D26B1B9}"/>
                  </a:ext>
                </a:extLst>
              </p:cNvPr>
              <p:cNvGrpSpPr/>
              <p:nvPr/>
            </p:nvGrpSpPr>
            <p:grpSpPr>
              <a:xfrm>
                <a:off x="761999" y="2748403"/>
                <a:ext cx="11095037" cy="511052"/>
                <a:chOff x="761999" y="2821428"/>
                <a:chExt cx="11095037" cy="572012"/>
              </a:xfrm>
            </p:grpSpPr>
            <p:grpSp>
              <p:nvGrpSpPr>
                <p:cNvPr id="30" name="Group 29">
                  <a:extLst>
                    <a:ext uri="{FF2B5EF4-FFF2-40B4-BE49-F238E27FC236}">
                      <ns2:creationId id="{7CF2E84F-0691-EC98-CF5E-66F518D703C3}"/>
                    </a:ext>
                  </a:extLst>
                </p:cNvPr>
                <p:cNvGrpSpPr/>
                <p:nvPr/>
              </p:nvGrpSpPr>
              <p:grpSpPr>
                <a:xfrm>
                  <a:off x="761999" y="2823210"/>
                  <a:ext cx="1082972" cy="570230"/>
                  <a:chOff x="8378572" y="5411082"/>
                  <a:chExt cx="1082972" cy="258198"/>
                </a:xfrm>
              </p:grpSpPr>
              <p:sp>
                <p:nvSpPr>
                  <p:cNvPr id="31" name="テキスト ボックス 18">
                    <a:extLst>
                      <a:ext uri="{FF2B5EF4-FFF2-40B4-BE49-F238E27FC236}">
                        <ns2:creationId id="{769EFDEB-A22E-0414-F3AC-99CBD7D544D2}"/>
                      </a:ext>
                    </a:extLst>
                  </p:cNvPr>
                  <p:cNvSpPr txBox="1"/>
                  <p:nvPr/>
                </p:nvSpPr>
                <p:spPr>
                  <a:xfrm>
                    <a:off x="8378572" y="5411082"/>
                    <a:ext cx="988947" cy="258198"/>
                  </a:xfrm>
                  <a:prstGeom prst="rect">
                    <a:avLst/>
                  </a:prstGeom>
                  <a:noFill/>
                </p:spPr>
                <p:txBody>
                  <a:bodyPr wrap="none" lIns="36000" tIns="54000" rIns="36000" bIns="36000" rtlCol="0" anchor="ctr">
                    <a:noAutofit/>
                  </a:bodyPr>
                  <a:lstStyle/>
                  <a:p>
                    <a:pPr algn="just"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1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32" name="直線コネクタ 19">
                    <a:extLst>
                      <a:ext uri="{FF2B5EF4-FFF2-40B4-BE49-F238E27FC236}">
                        <ns2:creationId id="{65E976AC-6D76-EAC1-3009-C9CDE282B2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461544" y="5411082"/>
                    <a:ext cx="0" cy="258198"/>
                  </a:xfrm>
                  <a:prstGeom prst="line">
                    <a:avLst/>
                  </a:prstGeom>
                  <a:ln w="38100">
                    <a:solidFill>
                      <a:srgbClr val="00800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3" name="テキスト ボックス 18">
                  <a:extLst>
                    <a:ext uri="{FF2B5EF4-FFF2-40B4-BE49-F238E27FC236}">
                      <ns2:creationId id="{67721CD0-CB17-1F6E-A088-EA4A49B5C3FD}"/>
                    </a:ext>
                  </a:extLst>
                </p:cNvPr>
                <p:cNvSpPr txBox="1"/>
                <p:nvPr/>
              </p:nvSpPr>
              <p:spPr>
                <a:xfrm>
                  <a:off x="205075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latin typeface="+mn-ea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latin typeface="+mn-ea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  <a:p>
                  <a: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050" dirty="0">
                      <a:latin typeface="+mn-ea"/>
                    </a:rPr>
                    <a:t>XX</a:t>
                  </a:r>
                  <a:endParaRPr lang="en-US" altLang="ja-JP" sz="1050" dirty="0">
                    <a:latin typeface="+mn-ea"/>
                  </a:endParaRPr>
                </a:p>
              </p:txBody>
            </p:sp>
            <p:sp>
              <p:nvSpPr>
                <p:cNvPr id="34" name="テキスト ボックス 18">
                  <a:extLst>
                    <a:ext uri="{FF2B5EF4-FFF2-40B4-BE49-F238E27FC236}">
                      <ns2:creationId id="{D94038E8-740C-C5FB-14C4-8CA857F6AA2A}"/>
                    </a:ext>
                  </a:extLst>
                </p:cNvPr>
                <p:cNvSpPr txBox="1"/>
                <p:nvPr/>
              </p:nvSpPr>
              <p:spPr>
                <a:xfrm>
                  <a:off x="405538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</a:p>
              </p:txBody>
            </p:sp>
            <p:sp>
              <p:nvSpPr>
                <p:cNvPr id="35" name="テキスト ボックス 18">
                  <a:extLst>
                    <a:ext uri="{FF2B5EF4-FFF2-40B4-BE49-F238E27FC236}">
                      <ns2:creationId id="{B12CC752-BFDB-0FEB-D3A8-352DCB161B62}"/>
                    </a:ext>
                  </a:extLst>
                </p:cNvPr>
                <p:cNvSpPr txBox="1"/>
                <p:nvPr/>
              </p:nvSpPr>
              <p:spPr>
                <a:xfrm>
                  <a:off x="606001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</a:p>
              </p:txBody>
            </p:sp>
            <p:sp>
              <p:nvSpPr>
                <p:cNvPr id="36" name="テキスト ボックス 18">
                  <a:extLst>
                    <a:ext uri="{FF2B5EF4-FFF2-40B4-BE49-F238E27FC236}">
                      <ns2:creationId id="{87211BF0-3D66-A524-DEC5-51CE8D47645A}"/>
                    </a:ext>
                  </a:extLst>
                </p:cNvPr>
                <p:cNvSpPr txBox="1"/>
                <p:nvPr/>
              </p:nvSpPr>
              <p:spPr>
                <a:xfrm>
                  <a:off x="806464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</a:p>
              </p:txBody>
            </p:sp>
            <p:sp>
              <p:nvSpPr>
                <p:cNvPr id="37" name="テキスト ボックス 18">
                  <a:extLst>
                    <a:ext uri="{FF2B5EF4-FFF2-40B4-BE49-F238E27FC236}">
                      <ns2:creationId id="{06C9DA15-B3AC-5646-A62F-C322A8E07934}"/>
                    </a:ext>
                  </a:extLst>
                </p:cNvPr>
                <p:cNvSpPr txBox="1"/>
                <p:nvPr/>
              </p:nvSpPr>
              <p:spPr>
                <a:xfrm>
                  <a:off x="10069270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  <a:p>
                  <a:r>
                    <a:rPr lang="ja-JP" altLang="en-US" sz="1050" dirty="0"/>
                    <a:t>XX</a:t>
                  </a:r>
                  <a:br>
                    <a:rPr lang="en-US" altLang="ja-JP" sz="1050" dirty="0"/>
                  </a:br>
                  <a:r>
                    <a:rPr lang="ja-JP" altLang="en-US" sz="1050" dirty="0"/>
                    <a:t>XX</a:t>
                  </a:r>
                  <a:endParaRPr lang="en-US" altLang="ja-JP" sz="1050" dirty="0"/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ns2:creationId id="{DA897584-9578-4297-A48F-5E67111B64D6}"/>
                  </a:ext>
                </a:extLst>
              </p:cNvPr>
              <p:cNvGrpSpPr/>
              <p:nvPr/>
            </p:nvGrpSpPr>
            <p:grpSpPr>
              <a:xfrm>
                <a:off x="761999" y="3340858"/>
                <a:ext cx="11095037" cy="851412"/>
                <a:chOff x="761999" y="2821428"/>
                <a:chExt cx="11095037" cy="572012"/>
              </a:xfrm>
            </p:grpSpPr>
            <p:grpSp>
              <p:nvGrpSpPr>
                <p:cNvPr id="40" name="Group 39">
                  <a:extLst>
                    <a:ext uri="{FF2B5EF4-FFF2-40B4-BE49-F238E27FC236}">
                      <ns2:creationId id="{2FB94992-9EB1-600E-919A-7CA3163F9215}"/>
                    </a:ext>
                  </a:extLst>
                </p:cNvPr>
                <p:cNvGrpSpPr/>
                <p:nvPr/>
              </p:nvGrpSpPr>
              <p:grpSpPr>
                <a:xfrm>
                  <a:off x="761999" y="2823210"/>
                  <a:ext cx="1082972" cy="570230"/>
                  <a:chOff x="8378572" y="5411082"/>
                  <a:chExt cx="1082972" cy="258198"/>
                </a:xfrm>
              </p:grpSpPr>
              <p:sp>
                <p:nvSpPr>
                  <p:cNvPr id="46" name="テキスト ボックス 18">
                    <a:extLst>
                      <a:ext uri="{FF2B5EF4-FFF2-40B4-BE49-F238E27FC236}">
                        <ns2:creationId id="{C43D1FAB-0B29-D698-70AD-C93B0D761CC2}"/>
                      </a:ext>
                    </a:extLst>
                  </p:cNvPr>
                  <p:cNvSpPr txBox="1"/>
                  <p:nvPr/>
                </p:nvSpPr>
                <p:spPr>
                  <a:xfrm>
                    <a:off x="8378572" y="5411082"/>
                    <a:ext cx="988947" cy="258198"/>
                  </a:xfrm>
                  <a:prstGeom prst="rect">
                    <a:avLst/>
                  </a:prstGeom>
                  <a:noFill/>
                </p:spPr>
                <p:txBody>
                  <a:bodyPr wrap="none" lIns="36000" tIns="54000" rIns="36000" bIns="36000" rtlCol="0" anchor="ctr">
                    <a:noAutofit/>
                  </a:bodyPr>
                  <a:lstStyle/>
                  <a:p>
                    <a:pPr algn="just">
                      <a:buClr>
                        <a:schemeClr val="accent1"/>
                      </a:buClr>
                    </a:pPr>
                    <a:r>
                      <a:rPr lang="ja-JP" altLang="en-US" sz="14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1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47" name="直線コネクタ 19">
                    <a:extLst>
                      <a:ext uri="{FF2B5EF4-FFF2-40B4-BE49-F238E27FC236}">
                        <ns2:creationId id="{0AC0E5F9-36F3-D1ED-42A3-E423A0B698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461544" y="5411082"/>
                    <a:ext cx="0" cy="258198"/>
                  </a:xfrm>
                  <a:prstGeom prst="line">
                    <a:avLst/>
                  </a:prstGeom>
                  <a:ln w="38100">
                    <a:solidFill>
                      <a:srgbClr val="00800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1" name="テキスト ボックス 18">
                  <a:extLst>
                    <a:ext uri="{FF2B5EF4-FFF2-40B4-BE49-F238E27FC236}">
                      <ns2:creationId id="{7F0520CD-DC0E-3917-3F54-4EA684A7EF2F}"/>
                    </a:ext>
                  </a:extLst>
                </p:cNvPr>
                <p:cNvSpPr txBox="1"/>
                <p:nvPr/>
              </p:nvSpPr>
              <p:spPr>
                <a:xfrm>
                  <a:off x="205075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/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latin typeface="+mn-ea"/>
                    </a:rPr>
                    <a:t>XX</a:t>
                  </a:r>
                  <a:br>
                    <a:rPr lang="en-US" altLang="ja-JP" sz="800" dirty="0">
                      <a:latin typeface="+mn-ea"/>
                    </a:rPr>
                  </a:br>
                  <a:r>
                    <a:rPr lang="en-US" altLang="ja-JP" sz="800" dirty="0">
                      <a:latin typeface="+mn-ea"/>
                    </a:rPr>
                    <a:t>XX</a:t>
                  </a:r>
                  <a:r>
                    <a:rPr lang="ja-JP" altLang="en-US" sz="800" dirty="0">
                      <a:latin typeface="+mn-ea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latin typeface="+mn-ea"/>
                    </a:rPr>
                    <a:t>XX</a:t>
                  </a:r>
                  <a:br>
                    <a:rPr lang="en-US" altLang="ja-JP" sz="800" dirty="0">
                      <a:latin typeface="+mn-ea"/>
                    </a:rPr>
                  </a:br>
                  <a:r>
                    <a:rPr lang="ja-JP" altLang="en-US" sz="800" dirty="0">
                      <a:latin typeface="+mn-ea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  <a:p>
                  <a:pPr marL="171450" indent="-171450">
                    <a:spcAft>
                      <a:spcPts val="200"/>
                    </a:spcAft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800" dirty="0">
                      <a:latin typeface="+mn-ea"/>
                    </a:rPr>
                    <a:t>XX</a:t>
                  </a:r>
                  <a:br>
                    <a:rPr lang="en-US" altLang="ja-JP" sz="800" dirty="0">
                      <a:latin typeface="+mn-ea"/>
                    </a:rPr>
                  </a:br>
                  <a:r>
                    <a:rPr lang="ja-JP" altLang="en-US" sz="800" dirty="0">
                      <a:latin typeface="+mn-ea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</p:txBody>
            </p:sp>
            <p:sp>
              <p:nvSpPr>
                <p:cNvPr id="42" name="テキスト ボックス 18">
                  <a:extLst>
                    <a:ext uri="{FF2B5EF4-FFF2-40B4-BE49-F238E27FC236}">
                      <ns2:creationId id="{88D05A64-DCCD-54B0-F8F8-67B0FCE63B2B}"/>
                    </a:ext>
                  </a:extLst>
                </p:cNvPr>
                <p:cNvSpPr txBox="1"/>
                <p:nvPr/>
              </p:nvSpPr>
              <p:spPr>
                <a:xfrm>
                  <a:off x="4055383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 </a:t>
                  </a: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</p:txBody>
            </p:sp>
            <p:sp>
              <p:nvSpPr>
                <p:cNvPr id="43" name="テキスト ボックス 18">
                  <a:extLst>
                    <a:ext uri="{FF2B5EF4-FFF2-40B4-BE49-F238E27FC236}">
                      <ns2:creationId id="{3F7EAD49-8851-78E8-0AC5-BB4C6CAF46FE}"/>
                    </a:ext>
                  </a:extLst>
                </p:cNvPr>
                <p:cNvSpPr txBox="1"/>
                <p:nvPr/>
              </p:nvSpPr>
              <p:spPr>
                <a:xfrm>
                  <a:off x="606001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</p:txBody>
            </p:sp>
            <p:sp>
              <p:nvSpPr>
                <p:cNvPr id="44" name="テキスト ボックス 18">
                  <a:extLst>
                    <a:ext uri="{FF2B5EF4-FFF2-40B4-BE49-F238E27FC236}">
                      <ns2:creationId id="{66537DBB-DF1F-9259-3FB9-8FBB97C65D25}"/>
                    </a:ext>
                  </a:extLst>
                </p:cNvPr>
                <p:cNvSpPr txBox="1"/>
                <p:nvPr/>
              </p:nvSpPr>
              <p:spPr>
                <a:xfrm>
                  <a:off x="8064642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 </a:t>
                  </a:r>
                  <a:r>
                    <a:rPr lang="ja-JP" altLang="en-US" sz="800" dirty="0"/>
                    <a:t>XX</a:t>
                  </a:r>
                </a:p>
              </p:txBody>
            </p:sp>
            <p:sp>
              <p:nvSpPr>
                <p:cNvPr id="45" name="テキスト ボックス 18">
                  <a:extLst>
                    <a:ext uri="{FF2B5EF4-FFF2-40B4-BE49-F238E27FC236}">
                      <ns2:creationId id="{88CD06DB-B282-DDC2-FADD-B6B6D58657A8}"/>
                    </a:ext>
                  </a:extLst>
                </p:cNvPr>
                <p:cNvSpPr txBox="1"/>
                <p:nvPr/>
              </p:nvSpPr>
              <p:spPr>
                <a:xfrm>
                  <a:off x="10069270" y="2821428"/>
                  <a:ext cx="1787766" cy="570230"/>
                </a:xfrm>
                <a:prstGeom prst="rect">
                  <a:avLst/>
                </a:prstGeom>
                <a:noFill/>
              </p:spPr>
              <p:txBody>
                <a:bodyPr wrap="square" lIns="36000" tIns="54000" rIns="36000" bIns="36000" rtlCol="0" anchor="ctr">
                  <a:noAutofit/>
                </a:bodyPr>
                <a:lstStyle>
                  <a:defPPr>
                    <a:defRPr lang="ja-JP"/>
                  </a:defPPr>
                  <a:lvl1pPr marL="171450" indent="-171450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  <a:defRPr sz="1200">
                      <a:latin typeface="+mn-ea"/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(</a:t>
                  </a:r>
                  <a:r>
                    <a:rPr lang="ja-JP" altLang="en-US" sz="800" dirty="0"/>
                    <a:t>XX</a:t>
                  </a:r>
                  <a:r>
                    <a:rPr lang="en-US" altLang="ja-JP" sz="800" dirty="0"/>
                    <a:t>) </a:t>
                  </a: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ja-JP" altLang="en-US" sz="800" dirty="0"/>
                    <a:t>XX</a:t>
                  </a:r>
                  <a:br>
                    <a:rPr lang="en-US" altLang="ja-JP" sz="800" dirty="0"/>
                  </a:br>
                  <a:r>
                    <a:rPr lang="ja-JP" altLang="en-US" sz="800" dirty="0"/>
                    <a:t>XX</a:t>
                  </a:r>
                  <a:endParaRPr lang="en-US" altLang="ja-JP" sz="800" dirty="0"/>
                </a:p>
              </p:txBody>
            </p:sp>
          </p:grpSp>
        </p:grpSp>
        <p:pic>
          <p:nvPicPr>
            <p:cNvPr id="135" name="Graphic 134" descr="Lightbulb and pencil with solid fill">
              <a:extLst>
                <a:ext uri="{FF2B5EF4-FFF2-40B4-BE49-F238E27FC236}">
                  <ns2:creationId id="{2ABE80A2-A32F-2265-C420-C919B629A0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06216" y="2831913"/>
              <a:ext cx="345624" cy="345624"/>
            </a:xfrm>
            <a:prstGeom prst="rect">
              <a:avLst/>
            </a:prstGeom>
          </p:spPr>
        </p:pic>
        <p:pic>
          <p:nvPicPr>
            <p:cNvPr id="141" name="Graphic 140" descr="Questions with solid fill">
              <a:extLst>
                <a:ext uri="{FF2B5EF4-FFF2-40B4-BE49-F238E27FC236}">
                  <ns2:creationId id="{013EC308-CBDF-B243-F0F9-245FFAF832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06216" y="3595077"/>
              <a:ext cx="345624" cy="345624"/>
            </a:xfrm>
            <a:prstGeom prst="rect">
              <a:avLst/>
            </a:prstGeom>
          </p:spPr>
        </p:pic>
        <p:pic>
          <p:nvPicPr>
            <p:cNvPr id="143" name="Graphic 142" descr="Clipboard with solid fill">
              <a:extLst>
                <a:ext uri="{FF2B5EF4-FFF2-40B4-BE49-F238E27FC236}">
                  <ns2:creationId id="{D009B027-DDFB-DED2-DA66-A547EB606A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406216" y="2209073"/>
              <a:ext cx="345624" cy="345624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ns2:creationId id="{224E681B-497E-B6F8-CC37-5406506CA902}"/>
              </a:ext>
            </a:extLst>
          </p:cNvPr>
          <p:cNvGrpSpPr/>
          <p:nvPr/>
        </p:nvGrpSpPr>
        <p:grpSpPr>
          <a:xfrm>
            <a:off x="334962" y="1628775"/>
            <a:ext cx="11522075" cy="362585"/>
            <a:chOff x="334962" y="1628775"/>
            <a:chExt cx="11522075" cy="362585"/>
          </a:xfrm>
        </p:grpSpPr>
        <p:grpSp>
          <p:nvGrpSpPr>
            <p:cNvPr id="11" name="Group 10">
              <a:extLst>
                <a:ext uri="{FF2B5EF4-FFF2-40B4-BE49-F238E27FC236}">
                  <ns2:creationId id="{86AD3E19-8F1B-FF96-70D1-35B73A6DF826}"/>
                </a:ext>
              </a:extLst>
            </p:cNvPr>
            <p:cNvGrpSpPr/>
            <p:nvPr/>
          </p:nvGrpSpPr>
          <p:grpSpPr>
            <a:xfrm>
              <a:off x="334962" y="1628775"/>
              <a:ext cx="11522075" cy="362585"/>
              <a:chOff x="8101666" y="4970359"/>
              <a:chExt cx="11522075" cy="540000"/>
            </a:xfrm>
          </p:grpSpPr>
          <p:sp>
            <p:nvSpPr>
              <p:cNvPr id="12" name="Rectangle: Rounded Corners 30">
                <a:extLst>
                  <a:ext uri="{FF2B5EF4-FFF2-40B4-BE49-F238E27FC236}">
                    <ns2:creationId id="{9B4A9B85-47D1-2FD6-0175-FEB64DD90F24}"/>
                  </a:ext>
                </a:extLst>
              </p:cNvPr>
              <p:cNvSpPr/>
              <p:nvPr/>
            </p:nvSpPr>
            <p:spPr>
              <a:xfrm rot="16200000">
                <a:off x="8489685" y="4582340"/>
                <a:ext cx="540000" cy="1316037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43200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3" name="Rectangle: Rounded Corners 30">
                <a:extLst>
                  <a:ext uri="{FF2B5EF4-FFF2-40B4-BE49-F238E27FC236}">
                    <ns2:creationId id="{434CCCAC-1B02-9521-C75D-A3780BBAAE57}"/>
                  </a:ext>
                </a:extLst>
              </p:cNvPr>
              <p:cNvSpPr/>
              <p:nvPr/>
            </p:nvSpPr>
            <p:spPr>
              <a:xfrm rot="16200000">
                <a:off x="14250723" y="137340"/>
                <a:ext cx="540000" cy="10206037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kumimoji="1" lang="ja-JP" altLang="en-US" sz="16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pic>
          <p:nvPicPr>
            <p:cNvPr id="145" name="Graphic 144" descr="Bullseye with solid fill">
              <a:extLst>
                <a:ext uri="{FF2B5EF4-FFF2-40B4-BE49-F238E27FC236}">
                  <ns2:creationId id="{423E8826-6AAF-0C81-BEFC-D81511228C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566262" y="1632585"/>
              <a:ext cx="354964" cy="354964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210865966"/>
      </p:ext>
    </p:extLst>
  </p:cSld>
  <p:clrMapOvr>
    <a:masterClrMapping/>
  </p:clrMapOvr>
</p:sld>
</file>

<file path=ppt/slides/slide21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81AA40-46FA-CD8E-CFDA-476CAD8B9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0578006-CA8E-7E79-936E-AC9B826E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 </a:t>
            </a:r>
            <a:r>
              <a:rPr kumimoji="1" lang="en-US" altLang="ja-JP"/>
              <a:t>XX</a:t>
            </a:r>
            <a:endParaRPr kumimoji="1" lang="ja-JP" altLang="en-US" dirty="0"/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399430A4-7BBC-C3E4-5795-6C00DFC27E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XX</a:t>
            </a:r>
            <a:endParaRPr lang="ja-JP" altLang="en-US" dirty="0"/>
          </a:p>
        </p:txBody>
      </p:sp>
      <p:grpSp>
        <p:nvGrpSpPr>
          <p:cNvPr id="227" name="グループ化 226">
            <a:extLst>
              <a:ext uri="{FF2B5EF4-FFF2-40B4-BE49-F238E27FC236}">
                <ns2:creationId id="{8A504367-BE0A-A718-A1B2-2DD4DC2E0FD0}"/>
              </a:ext>
            </a:extLst>
          </p:cNvPr>
          <p:cNvGrpSpPr/>
          <p:nvPr/>
        </p:nvGrpSpPr>
        <p:grpSpPr>
          <a:xfrm>
            <a:off x="441801" y="2139759"/>
            <a:ext cx="5319608" cy="1397049"/>
            <a:chOff x="441801" y="2139759"/>
            <a:chExt cx="5319608" cy="1397049"/>
          </a:xfrm>
        </p:grpSpPr>
        <p:sp>
          <p:nvSpPr>
            <p:cNvPr id="40" name="テキスト ボックス 39">
              <a:extLst>
                <a:ext uri="{FF2B5EF4-FFF2-40B4-BE49-F238E27FC236}">
                  <ns2:creationId id="{D2AAEB0C-AABE-2566-F85C-CAEAB3C294B4}"/>
                </a:ext>
              </a:extLst>
            </p:cNvPr>
            <p:cNvSpPr txBox="1"/>
            <p:nvPr/>
          </p:nvSpPr>
          <p:spPr>
            <a:xfrm>
              <a:off x="1536031" y="2139759"/>
              <a:ext cx="4225378" cy="13970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10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200" dirty="0">
                  <a:latin typeface="+mn-ea"/>
                </a:rPr>
                <a:t>24</a:t>
              </a:r>
              <a:r>
                <a:rPr lang="ja-JP" altLang="en-US" sz="1200" dirty="0">
                  <a:latin typeface="+mn-ea"/>
                </a:rPr>
                <a:t>XX</a:t>
              </a:r>
            </a:p>
            <a:p>
              <a:pPr marL="263525" lvl="2" indent="-171450">
                <a:lnSpc>
                  <a:spcPct val="120000"/>
                </a:lnSpc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3F9123CB-A837-3634-F225-883F7EC5CFB3}"/>
                </a:ext>
              </a:extLst>
            </p:cNvPr>
            <p:cNvGrpSpPr/>
            <p:nvPr/>
          </p:nvGrpSpPr>
          <p:grpSpPr>
            <a:xfrm>
              <a:off x="441801" y="2331913"/>
              <a:ext cx="1236759" cy="1012740"/>
              <a:chOff x="346233" y="2638292"/>
              <a:chExt cx="1236759" cy="1012740"/>
            </a:xfrm>
          </p:grpSpPr>
          <p:sp>
            <p:nvSpPr>
              <p:cNvPr id="29" name="テキスト ボックス 28">
                <a:extLst>
                  <a:ext uri="{FF2B5EF4-FFF2-40B4-BE49-F238E27FC236}">
                    <ns2:creationId id="{8A478927-4BEC-17AF-A909-CDAAE5E35297}"/>
                  </a:ext>
                </a:extLst>
              </p:cNvPr>
              <p:cNvSpPr txBox="1"/>
              <p:nvPr/>
            </p:nvSpPr>
            <p:spPr>
              <a:xfrm>
                <a:off x="346233" y="3374868"/>
                <a:ext cx="1236759" cy="276164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lvl="1" algn="ctr"/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20612AA3-6743-9EFD-7746-C3A4C8F1B8E7}"/>
                  </a:ext>
                </a:extLst>
              </p:cNvPr>
              <p:cNvGrpSpPr/>
              <p:nvPr/>
            </p:nvGrpSpPr>
            <p:grpSpPr>
              <a:xfrm>
                <a:off x="609681" y="2638292"/>
                <a:ext cx="709863" cy="709863"/>
                <a:chOff x="757990" y="2638292"/>
                <a:chExt cx="709863" cy="709863"/>
              </a:xfrm>
            </p:grpSpPr>
            <p:sp>
              <p:nvSpPr>
                <p:cNvPr id="39" name="楕円 38">
                  <a:extLst>
                    <a:ext uri="{FF2B5EF4-FFF2-40B4-BE49-F238E27FC236}">
                      <ns2:creationId id="{2D225144-185E-20D7-A9B9-033D8CAD0054}"/>
                    </a:ext>
                  </a:extLst>
                </p:cNvPr>
                <p:cNvSpPr/>
                <p:nvPr/>
              </p:nvSpPr>
              <p:spPr>
                <a:xfrm>
                  <a:off x="757990" y="2638292"/>
                  <a:ext cx="709863" cy="709863"/>
                </a:xfrm>
                <a:prstGeom prst="ellipse">
                  <a:avLst/>
                </a:prstGeom>
                <a:solidFill>
                  <a:srgbClr val="969696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 descr="棒グラフ (下降) 単色塗りつぶし">
                  <a:extLst>
                    <a:ext uri="{FF2B5EF4-FFF2-40B4-BE49-F238E27FC236}">
                      <ns2:creationId id="{D635E0E5-36DD-DAF9-8B7A-9799AD3CA7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661" y="2763963"/>
                  <a:ext cx="458522" cy="45852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03" name="グループ化 102">
            <a:extLst>
              <a:ext uri="{FF2B5EF4-FFF2-40B4-BE49-F238E27FC236}">
                <ns2:creationId id="{3EEAFE53-323C-E510-507A-DED06339750D}"/>
              </a:ext>
            </a:extLst>
          </p:cNvPr>
          <p:cNvGrpSpPr/>
          <p:nvPr/>
        </p:nvGrpSpPr>
        <p:grpSpPr>
          <a:xfrm>
            <a:off x="335127" y="1628775"/>
            <a:ext cx="5760873" cy="4679329"/>
            <a:chOff x="335111" y="1628775"/>
            <a:chExt cx="6139354" cy="4679329"/>
          </a:xfrm>
        </p:grpSpPr>
        <p:sp>
          <p:nvSpPr>
            <p:cNvPr id="101" name="Freeform 5">
              <a:extLst>
                <a:ext uri="{FF2B5EF4-FFF2-40B4-BE49-F238E27FC236}">
                  <ns2:creationId id="{D17156CB-7CA1-CA6B-F016-20B65B3BF4F0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5111" y="1628775"/>
              <a:ext cx="5782781" cy="413760"/>
            </a:xfrm>
            <a:custGeom>
              <a:avLst/>
              <a:gdLst>
                <a:gd name="T0" fmla="*/ 0 w 2569"/>
                <a:gd name="T1" fmla="*/ 0 h 292"/>
                <a:gd name="T2" fmla="*/ 0 w 2569"/>
                <a:gd name="T3" fmla="*/ 292 h 292"/>
                <a:gd name="T4" fmla="*/ 2569 w 2569"/>
                <a:gd name="T5" fmla="*/ 292 h 292"/>
                <a:gd name="T6" fmla="*/ 2500 w 2569"/>
                <a:gd name="T7" fmla="*/ 0 h 292"/>
                <a:gd name="T8" fmla="*/ 0 w 2569"/>
                <a:gd name="T9" fmla="*/ 0 h 292"/>
                <a:gd name="connsiteX0" fmla="*/ 0 w 2569"/>
                <a:gd name="connsiteY0" fmla="*/ 0 h 292"/>
                <a:gd name="connsiteX1" fmla="*/ 0 w 2569"/>
                <a:gd name="connsiteY1" fmla="*/ 292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69"/>
                <a:gd name="connsiteY0" fmla="*/ 0 h 292"/>
                <a:gd name="connsiteX1" fmla="*/ 2478 w 2569"/>
                <a:gd name="connsiteY1" fmla="*/ 0 h 292"/>
                <a:gd name="connsiteX2" fmla="*/ 2569 w 2569"/>
                <a:gd name="connsiteY2" fmla="*/ 292 h 292"/>
                <a:gd name="connsiteX3" fmla="*/ 2500 w 2569"/>
                <a:gd name="connsiteY3" fmla="*/ 0 h 292"/>
                <a:gd name="connsiteX4" fmla="*/ 0 w 2569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2500 w 2548"/>
                <a:gd name="connsiteY3" fmla="*/ 0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4" fmla="*/ 0 w 2548"/>
                <a:gd name="connsiteY4" fmla="*/ 0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3" fmla="*/ 0 w 2548"/>
                <a:gd name="connsiteY3" fmla="*/ 292 h 292"/>
                <a:gd name="connsiteX0" fmla="*/ 0 w 2548"/>
                <a:gd name="connsiteY0" fmla="*/ 0 h 292"/>
                <a:gd name="connsiteX1" fmla="*/ 2478 w 2548"/>
                <a:gd name="connsiteY1" fmla="*/ 0 h 292"/>
                <a:gd name="connsiteX2" fmla="*/ 2548 w 2548"/>
                <a:gd name="connsiteY2" fmla="*/ 292 h 292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4" fmla="*/ 0 w 2548"/>
                <a:gd name="connsiteY4" fmla="*/ 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3" fmla="*/ 0 w 2548"/>
                <a:gd name="connsiteY3" fmla="*/ 463550 h 463550"/>
                <a:gd name="connsiteX0" fmla="*/ 0 w 2548"/>
                <a:gd name="connsiteY0" fmla="*/ 0 h 463550"/>
                <a:gd name="connsiteX1" fmla="*/ 2478 w 2548"/>
                <a:gd name="connsiteY1" fmla="*/ 0 h 463550"/>
                <a:gd name="connsiteX2" fmla="*/ 2548 w 2548"/>
                <a:gd name="connsiteY2" fmla="*/ 463550 h 463550"/>
                <a:gd name="connsiteX0" fmla="*/ 0 w 2478"/>
                <a:gd name="connsiteY0" fmla="*/ 0 h 0"/>
                <a:gd name="connsiteX1" fmla="*/ 2478 w 2478"/>
                <a:gd name="connsiteY1" fmla="*/ 0 h 0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0" fmla="*/ 0 w 2615"/>
                <a:gd name="connsiteY0" fmla="*/ 0 h 462232"/>
                <a:gd name="connsiteX1" fmla="*/ 2478 w 2615"/>
                <a:gd name="connsiteY1" fmla="*/ 0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2"/>
                <a:gd name="connsiteX1" fmla="*/ 2563 w 2615"/>
                <a:gd name="connsiteY1" fmla="*/ 1 h 462232"/>
                <a:gd name="connsiteX2" fmla="*/ 2615 w 2615"/>
                <a:gd name="connsiteY2" fmla="*/ 462232 h 462232"/>
                <a:gd name="connsiteX3" fmla="*/ 0 w 2615"/>
                <a:gd name="connsiteY3" fmla="*/ 462232 h 462232"/>
                <a:gd name="connsiteX4" fmla="*/ 0 w 2615"/>
                <a:gd name="connsiteY4" fmla="*/ 1 h 462232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4" fmla="*/ 0 w 2615"/>
                <a:gd name="connsiteY4" fmla="*/ 0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3" fmla="*/ 0 w 2615"/>
                <a:gd name="connsiteY3" fmla="*/ 462231 h 462231"/>
                <a:gd name="connsiteX0" fmla="*/ 0 w 2615"/>
                <a:gd name="connsiteY0" fmla="*/ 0 h 462231"/>
                <a:gd name="connsiteX1" fmla="*/ 2563 w 2615"/>
                <a:gd name="connsiteY1" fmla="*/ 0 h 462231"/>
                <a:gd name="connsiteX2" fmla="*/ 2615 w 2615"/>
                <a:gd name="connsiteY2" fmla="*/ 462231 h 462231"/>
                <a:gd name="connsiteX0" fmla="*/ 0 w 2563"/>
                <a:gd name="connsiteY0" fmla="*/ 0 h 0"/>
                <a:gd name="connsiteX1" fmla="*/ 2563 w 2563"/>
                <a:gd name="connsiteY1" fmla="*/ 0 h 0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63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4" fmla="*/ 0 w 2570"/>
                <a:gd name="connsiteY4" fmla="*/ 0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3" fmla="*/ 0 w 2570"/>
                <a:gd name="connsiteY3" fmla="*/ 462231 h 462231"/>
                <a:gd name="connsiteX0" fmla="*/ 0 w 2570"/>
                <a:gd name="connsiteY0" fmla="*/ 0 h 462231"/>
                <a:gd name="connsiteX1" fmla="*/ 2518 w 2570"/>
                <a:gd name="connsiteY1" fmla="*/ 0 h 462231"/>
                <a:gd name="connsiteX2" fmla="*/ 2570 w 2570"/>
                <a:gd name="connsiteY2" fmla="*/ 462231 h 462231"/>
                <a:gd name="connsiteX0" fmla="*/ 0 w 2518"/>
                <a:gd name="connsiteY0" fmla="*/ 0 h 0"/>
                <a:gd name="connsiteX1" fmla="*/ 2518 w 2518"/>
                <a:gd name="connsiteY1" fmla="*/ 0 h 0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518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4" fmla="*/ 0 w 2535"/>
                <a:gd name="connsiteY4" fmla="*/ 0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3" fmla="*/ 0 w 2535"/>
                <a:gd name="connsiteY3" fmla="*/ 462231 h 462231"/>
                <a:gd name="connsiteX0" fmla="*/ 0 w 2535"/>
                <a:gd name="connsiteY0" fmla="*/ 0 h 462231"/>
                <a:gd name="connsiteX1" fmla="*/ 2484 w 2535"/>
                <a:gd name="connsiteY1" fmla="*/ 0 h 462231"/>
                <a:gd name="connsiteX2" fmla="*/ 2535 w 2535"/>
                <a:gd name="connsiteY2" fmla="*/ 462231 h 462231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4" fmla="*/ 0 w 2536"/>
                <a:gd name="connsiteY4" fmla="*/ 0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3" fmla="*/ 0 w 2536"/>
                <a:gd name="connsiteY3" fmla="*/ 461737 h 461737"/>
                <a:gd name="connsiteX0" fmla="*/ 0 w 2536"/>
                <a:gd name="connsiteY0" fmla="*/ 0 h 461737"/>
                <a:gd name="connsiteX1" fmla="*/ 2484 w 2536"/>
                <a:gd name="connsiteY1" fmla="*/ 0 h 461737"/>
                <a:gd name="connsiteX2" fmla="*/ 2536 w 2536"/>
                <a:gd name="connsiteY2" fmla="*/ 461737 h 461737"/>
                <a:gd name="connsiteX0" fmla="*/ 0 w 2484"/>
                <a:gd name="connsiteY0" fmla="*/ 0 h 0"/>
                <a:gd name="connsiteX1" fmla="*/ 2484 w 2484"/>
                <a:gd name="connsiteY1" fmla="*/ 0 h 0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484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4" fmla="*/ 0 w 2686"/>
                <a:gd name="connsiteY4" fmla="*/ 0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3" fmla="*/ 0 w 2686"/>
                <a:gd name="connsiteY3" fmla="*/ 461737 h 461737"/>
                <a:gd name="connsiteX0" fmla="*/ 0 w 2686"/>
                <a:gd name="connsiteY0" fmla="*/ 0 h 461737"/>
                <a:gd name="connsiteX1" fmla="*/ 2632 w 2686"/>
                <a:gd name="connsiteY1" fmla="*/ 0 h 461737"/>
                <a:gd name="connsiteX2" fmla="*/ 2686 w 2686"/>
                <a:gd name="connsiteY2" fmla="*/ 461737 h 461737"/>
                <a:gd name="connsiteX0" fmla="*/ 0 w 2632"/>
                <a:gd name="connsiteY0" fmla="*/ 0 h 0"/>
                <a:gd name="connsiteX1" fmla="*/ 2632 w 2632"/>
                <a:gd name="connsiteY1" fmla="*/ 0 h 0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32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4" fmla="*/ 0 w 2668"/>
                <a:gd name="connsiteY4" fmla="*/ 0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3" fmla="*/ 0 w 2668"/>
                <a:gd name="connsiteY3" fmla="*/ 515788 h 515788"/>
                <a:gd name="connsiteX0" fmla="*/ 0 w 2668"/>
                <a:gd name="connsiteY0" fmla="*/ 0 h 515788"/>
                <a:gd name="connsiteX1" fmla="*/ 2608 w 2668"/>
                <a:gd name="connsiteY1" fmla="*/ 0 h 515788"/>
                <a:gd name="connsiteX2" fmla="*/ 2668 w 2668"/>
                <a:gd name="connsiteY2" fmla="*/ 515788 h 515788"/>
                <a:gd name="connsiteX0" fmla="*/ 0 w 2608"/>
                <a:gd name="connsiteY0" fmla="*/ 0 h 0"/>
                <a:gd name="connsiteX1" fmla="*/ 2608 w 2608"/>
                <a:gd name="connsiteY1" fmla="*/ 0 h 0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0" fmla="*/ 0 w 2608"/>
                <a:gd name="connsiteY0" fmla="*/ 0 h 515788"/>
                <a:gd name="connsiteX1" fmla="*/ 2608 w 2608"/>
                <a:gd name="connsiteY1" fmla="*/ 0 h 515788"/>
                <a:gd name="connsiteX2" fmla="*/ 2547 w 2608"/>
                <a:gd name="connsiteY2" fmla="*/ 515788 h 515788"/>
                <a:gd name="connsiteX3" fmla="*/ 0 w 2608"/>
                <a:gd name="connsiteY3" fmla="*/ 515788 h 515788"/>
                <a:gd name="connsiteX4" fmla="*/ 0 w 2608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4" fmla="*/ 0 w 2547"/>
                <a:gd name="connsiteY4" fmla="*/ 0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3" fmla="*/ 0 w 2547"/>
                <a:gd name="connsiteY3" fmla="*/ 515788 h 515788"/>
                <a:gd name="connsiteX0" fmla="*/ 0 w 2547"/>
                <a:gd name="connsiteY0" fmla="*/ 0 h 515788"/>
                <a:gd name="connsiteX1" fmla="*/ 2456 w 2547"/>
                <a:gd name="connsiteY1" fmla="*/ 0 h 515788"/>
                <a:gd name="connsiteX2" fmla="*/ 2547 w 2547"/>
                <a:gd name="connsiteY2" fmla="*/ 515788 h 515788"/>
                <a:gd name="connsiteX0" fmla="*/ 0 w 2456"/>
                <a:gd name="connsiteY0" fmla="*/ 0 h 0"/>
                <a:gd name="connsiteX1" fmla="*/ 2456 w 2456"/>
                <a:gd name="connsiteY1" fmla="*/ 0 h 0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56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4" fmla="*/ 0 w 2575"/>
                <a:gd name="connsiteY4" fmla="*/ 0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3" fmla="*/ 0 w 2575"/>
                <a:gd name="connsiteY3" fmla="*/ 515788 h 515788"/>
                <a:gd name="connsiteX0" fmla="*/ 0 w 2575"/>
                <a:gd name="connsiteY0" fmla="*/ 0 h 515788"/>
                <a:gd name="connsiteX1" fmla="*/ 2483 w 2575"/>
                <a:gd name="connsiteY1" fmla="*/ 0 h 515788"/>
                <a:gd name="connsiteX2" fmla="*/ 2575 w 2575"/>
                <a:gd name="connsiteY2" fmla="*/ 515788 h 515788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4" fmla="*/ 0 w 2579"/>
                <a:gd name="connsiteY4" fmla="*/ 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3" fmla="*/ 0 w 2579"/>
                <a:gd name="connsiteY3" fmla="*/ 540000 h 540000"/>
                <a:gd name="connsiteX0" fmla="*/ 0 w 2579"/>
                <a:gd name="connsiteY0" fmla="*/ 0 h 540000"/>
                <a:gd name="connsiteX1" fmla="*/ 2483 w 2579"/>
                <a:gd name="connsiteY1" fmla="*/ 0 h 540000"/>
                <a:gd name="connsiteX2" fmla="*/ 2579 w 2579"/>
                <a:gd name="connsiteY2" fmla="*/ 540000 h 540000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0" fmla="*/ 0 w 2575"/>
                <a:gd name="connsiteY0" fmla="*/ 0 h 540000"/>
                <a:gd name="connsiteX1" fmla="*/ 2483 w 2575"/>
                <a:gd name="connsiteY1" fmla="*/ 0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40000"/>
                <a:gd name="connsiteX1" fmla="*/ 2483 w 2575"/>
                <a:gd name="connsiteY1" fmla="*/ 24211 h 540000"/>
                <a:gd name="connsiteX2" fmla="*/ 2575 w 2575"/>
                <a:gd name="connsiteY2" fmla="*/ 540000 h 540000"/>
                <a:gd name="connsiteX3" fmla="*/ 0 w 2575"/>
                <a:gd name="connsiteY3" fmla="*/ 540000 h 540000"/>
                <a:gd name="connsiteX4" fmla="*/ 0 w 2575"/>
                <a:gd name="connsiteY4" fmla="*/ 24211 h 540000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4" fmla="*/ 0 w 2575"/>
                <a:gd name="connsiteY4" fmla="*/ 0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3" fmla="*/ 0 w 2575"/>
                <a:gd name="connsiteY3" fmla="*/ 515789 h 515789"/>
                <a:gd name="connsiteX0" fmla="*/ 0 w 2575"/>
                <a:gd name="connsiteY0" fmla="*/ 0 h 515789"/>
                <a:gd name="connsiteX1" fmla="*/ 2483 w 2575"/>
                <a:gd name="connsiteY1" fmla="*/ 0 h 515789"/>
                <a:gd name="connsiteX2" fmla="*/ 2575 w 2575"/>
                <a:gd name="connsiteY2" fmla="*/ 515789 h 515789"/>
                <a:gd name="connsiteX0" fmla="*/ 0 w 2483"/>
                <a:gd name="connsiteY0" fmla="*/ 0 h 0"/>
                <a:gd name="connsiteX1" fmla="*/ 2483 w 2483"/>
                <a:gd name="connsiteY1" fmla="*/ 0 h 0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0" fmla="*/ 0 w 2577"/>
                <a:gd name="connsiteY0" fmla="*/ 0 h 515789"/>
                <a:gd name="connsiteX1" fmla="*/ 2483 w 2577"/>
                <a:gd name="connsiteY1" fmla="*/ 0 h 515789"/>
                <a:gd name="connsiteX2" fmla="*/ 2577 w 2577"/>
                <a:gd name="connsiteY2" fmla="*/ 515789 h 515789"/>
                <a:gd name="connsiteX3" fmla="*/ 0 w 2577"/>
                <a:gd name="connsiteY3" fmla="*/ 515789 h 515789"/>
                <a:gd name="connsiteX0" fmla="*/ 0 w 2577"/>
                <a:gd name="connsiteY0" fmla="*/ 24211 h 540000"/>
                <a:gd name="connsiteX1" fmla="*/ 2483 w 2577"/>
                <a:gd name="connsiteY1" fmla="*/ 24211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24211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4" fmla="*/ 0 w 2577"/>
                <a:gd name="connsiteY4" fmla="*/ 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3" fmla="*/ 0 w 2577"/>
                <a:gd name="connsiteY3" fmla="*/ 540000 h 540000"/>
                <a:gd name="connsiteX0" fmla="*/ 0 w 2577"/>
                <a:gd name="connsiteY0" fmla="*/ 0 h 540000"/>
                <a:gd name="connsiteX1" fmla="*/ 2481 w 2577"/>
                <a:gd name="connsiteY1" fmla="*/ 0 h 540000"/>
                <a:gd name="connsiteX2" fmla="*/ 2577 w 2577"/>
                <a:gd name="connsiteY2" fmla="*/ 540000 h 540000"/>
                <a:gd name="connsiteX0" fmla="*/ 0 w 2481"/>
                <a:gd name="connsiteY0" fmla="*/ 0 h 0"/>
                <a:gd name="connsiteX1" fmla="*/ 2481 w 2481"/>
                <a:gd name="connsiteY1" fmla="*/ 0 h 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481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4" fmla="*/ 0 w 2653"/>
                <a:gd name="connsiteY4" fmla="*/ 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3" fmla="*/ 0 w 2653"/>
                <a:gd name="connsiteY3" fmla="*/ 540000 h 540000"/>
                <a:gd name="connsiteX0" fmla="*/ 0 w 2653"/>
                <a:gd name="connsiteY0" fmla="*/ 0 h 540000"/>
                <a:gd name="connsiteX1" fmla="*/ 2580 w 2653"/>
                <a:gd name="connsiteY1" fmla="*/ 0 h 540000"/>
                <a:gd name="connsiteX2" fmla="*/ 2653 w 2653"/>
                <a:gd name="connsiteY2" fmla="*/ 540000 h 540000"/>
                <a:gd name="connsiteX0" fmla="*/ 0 w 2580"/>
                <a:gd name="connsiteY0" fmla="*/ 0 h 0"/>
                <a:gd name="connsiteX1" fmla="*/ 2580 w 2580"/>
                <a:gd name="connsiteY1" fmla="*/ 0 h 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580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4" fmla="*/ 0 w 2702"/>
                <a:gd name="connsiteY4" fmla="*/ 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3" fmla="*/ 0 w 2702"/>
                <a:gd name="connsiteY3" fmla="*/ 540000 h 540000"/>
                <a:gd name="connsiteX0" fmla="*/ 0 w 2702"/>
                <a:gd name="connsiteY0" fmla="*/ 0 h 540000"/>
                <a:gd name="connsiteX1" fmla="*/ 2643 w 2702"/>
                <a:gd name="connsiteY1" fmla="*/ 0 h 540000"/>
                <a:gd name="connsiteX2" fmla="*/ 2702 w 2702"/>
                <a:gd name="connsiteY2" fmla="*/ 540000 h 54000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4" fmla="*/ 0 w 2688"/>
                <a:gd name="connsiteY4" fmla="*/ 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3" fmla="*/ 0 w 2688"/>
                <a:gd name="connsiteY3" fmla="*/ 413760 h 413760"/>
                <a:gd name="connsiteX0" fmla="*/ 0 w 2688"/>
                <a:gd name="connsiteY0" fmla="*/ 0 h 413760"/>
                <a:gd name="connsiteX1" fmla="*/ 2643 w 2688"/>
                <a:gd name="connsiteY1" fmla="*/ 0 h 413760"/>
                <a:gd name="connsiteX2" fmla="*/ 2688 w 2688"/>
                <a:gd name="connsiteY2" fmla="*/ 413760 h 413760"/>
                <a:gd name="connsiteX0" fmla="*/ 0 w 2643"/>
                <a:gd name="connsiteY0" fmla="*/ 0 h 0"/>
                <a:gd name="connsiteX1" fmla="*/ 2643 w 2643"/>
                <a:gd name="connsiteY1" fmla="*/ 0 h 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43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4" fmla="*/ 0 w 2695"/>
                <a:gd name="connsiteY4" fmla="*/ 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3" fmla="*/ 0 w 2695"/>
                <a:gd name="connsiteY3" fmla="*/ 413760 h 413760"/>
                <a:gd name="connsiteX0" fmla="*/ 0 w 2695"/>
                <a:gd name="connsiteY0" fmla="*/ 0 h 413760"/>
                <a:gd name="connsiteX1" fmla="*/ 2651 w 2695"/>
                <a:gd name="connsiteY1" fmla="*/ 0 h 413760"/>
                <a:gd name="connsiteX2" fmla="*/ 2695 w 2695"/>
                <a:gd name="connsiteY2" fmla="*/ 413760 h 413760"/>
                <a:gd name="connsiteX0" fmla="*/ 0 w 2651"/>
                <a:gd name="connsiteY0" fmla="*/ 0 h 0"/>
                <a:gd name="connsiteX1" fmla="*/ 2651 w 2651"/>
                <a:gd name="connsiteY1" fmla="*/ 0 h 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651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4" fmla="*/ 0 w 2738"/>
                <a:gd name="connsiteY4" fmla="*/ 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3" fmla="*/ 0 w 2738"/>
                <a:gd name="connsiteY3" fmla="*/ 413760 h 413760"/>
                <a:gd name="connsiteX0" fmla="*/ 0 w 2738"/>
                <a:gd name="connsiteY0" fmla="*/ 0 h 413760"/>
                <a:gd name="connsiteX1" fmla="*/ 2704 w 2738"/>
                <a:gd name="connsiteY1" fmla="*/ 0 h 413760"/>
                <a:gd name="connsiteX2" fmla="*/ 2738 w 2738"/>
                <a:gd name="connsiteY2" fmla="*/ 413760 h 413760"/>
                <a:gd name="connsiteX0" fmla="*/ 0 w 2704"/>
                <a:gd name="connsiteY0" fmla="*/ 0 h 0"/>
                <a:gd name="connsiteX1" fmla="*/ 2704 w 2704"/>
                <a:gd name="connsiteY1" fmla="*/ 0 h 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704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4" fmla="*/ 0 w 2710"/>
                <a:gd name="connsiteY4" fmla="*/ 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3" fmla="*/ 0 w 2710"/>
                <a:gd name="connsiteY3" fmla="*/ 413760 h 413760"/>
                <a:gd name="connsiteX0" fmla="*/ 0 w 2710"/>
                <a:gd name="connsiteY0" fmla="*/ 0 h 413760"/>
                <a:gd name="connsiteX1" fmla="*/ 2670 w 2710"/>
                <a:gd name="connsiteY1" fmla="*/ 0 h 413760"/>
                <a:gd name="connsiteX2" fmla="*/ 2710 w 2710"/>
                <a:gd name="connsiteY2" fmla="*/ 413760 h 413760"/>
                <a:gd name="connsiteX0" fmla="*/ 0 w 2670"/>
                <a:gd name="connsiteY0" fmla="*/ 0 h 0"/>
                <a:gd name="connsiteX1" fmla="*/ 2670 w 2670"/>
                <a:gd name="connsiteY1" fmla="*/ 0 h 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70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4" fmla="*/ 0 w 2735"/>
                <a:gd name="connsiteY4" fmla="*/ 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3" fmla="*/ 0 w 2735"/>
                <a:gd name="connsiteY3" fmla="*/ 413760 h 413760"/>
                <a:gd name="connsiteX0" fmla="*/ 0 w 2735"/>
                <a:gd name="connsiteY0" fmla="*/ 0 h 413760"/>
                <a:gd name="connsiteX1" fmla="*/ 2699 w 2735"/>
                <a:gd name="connsiteY1" fmla="*/ 0 h 413760"/>
                <a:gd name="connsiteX2" fmla="*/ 2735 w 2735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0" fmla="*/ 0 w 2741"/>
                <a:gd name="connsiteY0" fmla="*/ 0 h 413760"/>
                <a:gd name="connsiteX1" fmla="*/ 2699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41"/>
                <a:gd name="connsiteY0" fmla="*/ 0 h 413760"/>
                <a:gd name="connsiteX1" fmla="*/ 2704 w 2741"/>
                <a:gd name="connsiteY1" fmla="*/ 0 h 413760"/>
                <a:gd name="connsiteX2" fmla="*/ 2741 w 2741"/>
                <a:gd name="connsiteY2" fmla="*/ 413760 h 413760"/>
                <a:gd name="connsiteX3" fmla="*/ 5 w 2741"/>
                <a:gd name="connsiteY3" fmla="*/ 413760 h 413760"/>
                <a:gd name="connsiteX4" fmla="*/ 5 w 2741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699"/>
                <a:gd name="connsiteY0" fmla="*/ 0 h 0"/>
                <a:gd name="connsiteX1" fmla="*/ 2699 w 2699"/>
                <a:gd name="connsiteY1" fmla="*/ 0 h 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  <a:gd name="connsiteX0" fmla="*/ 0 w 2736"/>
                <a:gd name="connsiteY0" fmla="*/ 0 h 413760"/>
                <a:gd name="connsiteX1" fmla="*/ 2699 w 2736"/>
                <a:gd name="connsiteY1" fmla="*/ 0 h 413760"/>
                <a:gd name="connsiteX2" fmla="*/ 2736 w 2736"/>
                <a:gd name="connsiteY2" fmla="*/ 413760 h 413760"/>
                <a:gd name="connsiteX3" fmla="*/ 0 w 2736"/>
                <a:gd name="connsiteY3" fmla="*/ 413760 h 413760"/>
                <a:gd name="connsiteX4" fmla="*/ 0 w 2736"/>
                <a:gd name="connsiteY4" fmla="*/ 0 h 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36" h="413760">
                  <a:moveTo>
                    <a:pt x="0" y="0"/>
                  </a:moveTo>
                  <a:lnTo>
                    <a:pt x="2699" y="0"/>
                  </a:lnTo>
                  <a:lnTo>
                    <a:pt x="2736" y="413760"/>
                  </a:lnTo>
                  <a:lnTo>
                    <a:pt x="0" y="413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69696">
                <a:alpha val="70000"/>
              </a:srgbClr>
            </a:solidFill>
            <a:ln w="9525" cap="flat" cmpd="sng">
              <a:solidFill>
                <a:srgbClr val="B5B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tIns="0" bIns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2" name="ホームベース 64">
              <a:extLst>
                <a:ext uri="{FF2B5EF4-FFF2-40B4-BE49-F238E27FC236}">
                  <ns2:creationId id="{305BE19F-7ACB-E345-B156-725ACF5A5E53}"/>
                </a:ext>
              </a:extLst>
            </p:cNvPr>
            <p:cNvSpPr/>
            <p:nvPr/>
          </p:nvSpPr>
          <p:spPr>
            <a:xfrm>
              <a:off x="335372" y="1628775"/>
              <a:ext cx="6139093" cy="4679329"/>
            </a:xfrm>
            <a:prstGeom prst="homePlate">
              <a:avLst>
                <a:gd name="adj" fmla="val 8711"/>
              </a:avLst>
            </a:prstGeom>
            <a:noFill/>
            <a:ln w="9525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612000" rIns="36000" bIns="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sz="14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41" name="Rechteck 19">
            <a:extLst>
              <a:ext uri="{FF2B5EF4-FFF2-40B4-BE49-F238E27FC236}">
                <ns2:creationId id="{D5B842D8-305F-7598-936A-177EC5A276AA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6318178" y="1628775"/>
            <a:ext cx="5542369" cy="413760"/>
          </a:xfrm>
          <a:prstGeom prst="rect">
            <a:avLst/>
          </a:prstGeom>
          <a:solidFill>
            <a:srgbClr val="008000"/>
          </a:solidFill>
          <a:ln w="9525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</p:spPr>
        <p:txBody>
          <a:bodyPr lIns="36000" tIns="0" rIns="36000" bIns="0" anchor="ctr"/>
          <a:lstStyle/>
          <a:p>
            <a:pPr algn="ctr" eaLnBrk="0" hangingPunct="0">
              <a:spcAft>
                <a:spcPct val="0"/>
              </a:spcAft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Text Placeholder 7">
            <a:extLst>
              <a:ext uri="{FF2B5EF4-FFF2-40B4-BE49-F238E27FC236}">
                <ns2:creationId id="{B207656D-2973-7807-C5E4-C21A534C243A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6318178" y="2042535"/>
            <a:ext cx="5542369" cy="4265569"/>
          </a:xfrm>
          <a:prstGeom prst="rect">
            <a:avLst/>
          </a:prstGeom>
          <a:ln w="9525" cmpd="sng">
            <a:solidFill>
              <a:srgbClr val="008000"/>
            </a:solidFill>
            <a:prstDash val="solid"/>
          </a:ln>
        </p:spPr>
        <p:txBody>
          <a:bodyPr vert="horz" lIns="72000" tIns="72000" rIns="3600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8600" lvl="2" indent="0">
              <a:buNone/>
            </a:pPr>
            <a:endParaRPr lang="ja-JP" altLang="en-US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ns2:creationId id="{18608318-F735-9366-56C8-D21A8A6FB6B2}"/>
              </a:ext>
            </a:extLst>
          </p:cNvPr>
          <p:cNvGrpSpPr/>
          <p:nvPr/>
        </p:nvGrpSpPr>
        <p:grpSpPr>
          <a:xfrm>
            <a:off x="6314259" y="2077206"/>
            <a:ext cx="5550207" cy="4157317"/>
            <a:chOff x="6314259" y="2077206"/>
            <a:chExt cx="5550207" cy="4157317"/>
          </a:xfrm>
        </p:grpSpPr>
        <p:sp>
          <p:nvSpPr>
            <p:cNvPr id="143" name="テキスト ボックス 142">
              <a:extLst>
                <a:ext uri="{FF2B5EF4-FFF2-40B4-BE49-F238E27FC236}">
                  <ns2:creationId id="{2D9F4026-DECB-B4A3-8F4E-F8E87BF7A726}"/>
                </a:ext>
              </a:extLst>
            </p:cNvPr>
            <p:cNvSpPr txBox="1"/>
            <p:nvPr/>
          </p:nvSpPr>
          <p:spPr>
            <a:xfrm>
              <a:off x="6318178" y="2077206"/>
              <a:ext cx="5542369" cy="370665"/>
            </a:xfrm>
            <a:prstGeom prst="rect">
              <a:avLst/>
            </a:prstGeom>
            <a:noFill/>
          </p:spPr>
          <p:txBody>
            <a:bodyPr wrap="square" lIns="216000" tIns="108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33BEC014-22EE-573E-8434-DE8F9AF619D0}"/>
                </a:ext>
              </a:extLst>
            </p:cNvPr>
            <p:cNvSpPr txBox="1"/>
            <p:nvPr/>
          </p:nvSpPr>
          <p:spPr>
            <a:xfrm>
              <a:off x="6314259" y="3460421"/>
              <a:ext cx="5542369" cy="307777"/>
            </a:xfrm>
            <a:prstGeom prst="rect">
              <a:avLst/>
            </a:prstGeom>
            <a:noFill/>
          </p:spPr>
          <p:txBody>
            <a:bodyPr wrap="square" lIns="216000" rtlCol="0">
              <a:spAutoFit/>
            </a:bodyPr>
            <a:lstStyle/>
            <a:p>
              <a:pPr marL="285750" indent="-285750">
                <a:buClr>
                  <a:srgbClr val="008000"/>
                </a:buClr>
                <a:buFont typeface="Meiryo" panose="020B0604030504040204" pitchFamily="34" charset="-128"/>
                <a:buChar char="▶"/>
              </a:pPr>
              <a:r>
                <a:rPr lang="ja-JP" altLang="en-US" sz="1400" dirty="0"/>
                <a:t>XX</a:t>
              </a: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857BBB50-425A-00EF-B203-8CB0C9D5E71E}"/>
                </a:ext>
              </a:extLst>
            </p:cNvPr>
            <p:cNvGrpSpPr/>
            <p:nvPr/>
          </p:nvGrpSpPr>
          <p:grpSpPr>
            <a:xfrm>
              <a:off x="6709597" y="2489129"/>
              <a:ext cx="5020031" cy="930034"/>
              <a:chOff x="6709597" y="2464036"/>
              <a:chExt cx="5020031" cy="930034"/>
            </a:xfrm>
          </p:grpSpPr>
          <p:grpSp>
            <p:nvGrpSpPr>
              <p:cNvPr id="185" name="グループ化 184">
                <a:extLst>
                  <a:ext uri="{FF2B5EF4-FFF2-40B4-BE49-F238E27FC236}">
                    <ns2:creationId id="{7FCFA079-0972-E02D-50E6-4786CB499D59}"/>
                  </a:ext>
                </a:extLst>
              </p:cNvPr>
              <p:cNvGrpSpPr/>
              <p:nvPr/>
            </p:nvGrpSpPr>
            <p:grpSpPr>
              <a:xfrm>
                <a:off x="6709597" y="2464036"/>
                <a:ext cx="1975310" cy="930034"/>
                <a:chOff x="6709597" y="2464036"/>
                <a:chExt cx="1975310" cy="930034"/>
              </a:xfrm>
            </p:grpSpPr>
            <p:sp>
              <p:nvSpPr>
                <p:cNvPr id="157" name="四角形: 角を丸くする 156">
                  <a:extLst>
                    <a:ext uri="{FF2B5EF4-FFF2-40B4-BE49-F238E27FC236}">
                      <ns2:creationId id="{0895D9F6-EB09-88EC-A4A4-27C2D27B8B08}"/>
                    </a:ext>
                  </a:extLst>
                </p:cNvPr>
                <p:cNvSpPr/>
                <p:nvPr/>
              </p:nvSpPr>
              <p:spPr>
                <a:xfrm>
                  <a:off x="6709597" y="246403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四角形: 角を丸くする 157">
                  <a:extLst>
                    <a:ext uri="{FF2B5EF4-FFF2-40B4-BE49-F238E27FC236}">
                      <ns2:creationId id="{F0A90307-AF4C-3108-CCB0-1E21EF1CE583}"/>
                    </a:ext>
                  </a:extLst>
                </p:cNvPr>
                <p:cNvSpPr/>
                <p:nvPr/>
              </p:nvSpPr>
              <p:spPr>
                <a:xfrm>
                  <a:off x="6709597" y="2978456"/>
                  <a:ext cx="1522931" cy="415614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79" name="グループ化 178">
                  <a:extLst>
                    <a:ext uri="{FF2B5EF4-FFF2-40B4-BE49-F238E27FC236}">
                      <ns2:creationId id="{96595CE6-F4D4-A8C1-4766-6E7A554D814D}"/>
                    </a:ext>
                  </a:extLst>
                </p:cNvPr>
                <p:cNvGrpSpPr/>
                <p:nvPr/>
              </p:nvGrpSpPr>
              <p:grpSpPr>
                <a:xfrm>
                  <a:off x="8224908" y="2555046"/>
                  <a:ext cx="459999" cy="748013"/>
                  <a:chOff x="8232528" y="2555046"/>
                  <a:chExt cx="459999" cy="748013"/>
                </a:xfrm>
              </p:grpSpPr>
              <p:cxnSp>
                <p:nvCxnSpPr>
                  <p:cNvPr id="167" name="コネクタ: カギ線 166">
                    <a:extLst>
                      <a:ext uri="{FF2B5EF4-FFF2-40B4-BE49-F238E27FC236}">
                        <ns2:creationId id="{FA02A702-703C-4FCD-A82C-F36DDF9F01FF}"/>
                      </a:ext>
                    </a:extLst>
                  </p:cNvPr>
                  <p:cNvCxnSpPr>
                    <a:stCxn id="159" idx="1"/>
                    <a:endCxn id="162" idx="1"/>
                  </p:cNvCxnSpPr>
                  <p:nvPr/>
                </p:nvCxnSpPr>
                <p:spPr>
                  <a:xfrm rot="10800000" flipV="1">
                    <a:off x="8679827" y="2555046"/>
                    <a:ext cx="12700" cy="748013"/>
                  </a:xfrm>
                  <a:prstGeom prst="bentConnector3">
                    <a:avLst>
                      <a:gd name="adj1" fmla="val 136000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コネクタ: カギ線 171">
                    <a:extLst>
                      <a:ext uri="{FF2B5EF4-FFF2-40B4-BE49-F238E27FC236}">
                        <ns2:creationId id="{D8F7049E-3076-4B81-5B28-0F8A88D2657D}"/>
                      </a:ext>
                    </a:extLst>
                  </p:cNvPr>
                  <p:cNvCxnSpPr>
                    <a:stCxn id="157" idx="3"/>
                    <a:endCxn id="158" idx="3"/>
                  </p:cNvCxnSpPr>
                  <p:nvPr/>
                </p:nvCxnSpPr>
                <p:spPr>
                  <a:xfrm>
                    <a:off x="8232528" y="2671843"/>
                    <a:ext cx="12700" cy="514420"/>
                  </a:xfrm>
                  <a:prstGeom prst="bentConnector3">
                    <a:avLst>
                      <a:gd name="adj1" fmla="val 1360630"/>
                    </a:avLst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直線コネクタ 174">
                    <a:extLst>
                      <a:ext uri="{FF2B5EF4-FFF2-40B4-BE49-F238E27FC236}">
                        <ns2:creationId id="{4818D50E-65DB-99A3-438A-9E06E2F68AD1}"/>
                      </a:ext>
                    </a:extLst>
                  </p:cNvPr>
                  <p:cNvCxnSpPr/>
                  <p:nvPr/>
                </p:nvCxnSpPr>
                <p:spPr>
                  <a:xfrm>
                    <a:off x="8409940" y="2929052"/>
                    <a:ext cx="114300" cy="0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" name="直線コネクタ 176">
                    <a:extLst>
                      <a:ext uri="{FF2B5EF4-FFF2-40B4-BE49-F238E27FC236}">
                        <ns2:creationId id="{F27BE04D-5AB0-F16A-841D-30E90C675783}"/>
                      </a:ext>
                    </a:extLst>
                  </p:cNvPr>
                  <p:cNvCxnSpPr>
                    <a:stCxn id="160" idx="1"/>
                  </p:cNvCxnSpPr>
                  <p:nvPr/>
                </p:nvCxnSpPr>
                <p:spPr>
                  <a:xfrm flipH="1" flipV="1">
                    <a:off x="8524240" y="2804384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8" name="直線コネクタ 177">
                    <a:extLst>
                      <a:ext uri="{FF2B5EF4-FFF2-40B4-BE49-F238E27FC236}">
                        <ns2:creationId id="{07366690-5FE4-352D-B982-FCB24BF0A8C5}"/>
                      </a:ext>
                    </a:extLst>
                  </p:cNvPr>
                  <p:cNvCxnSpPr/>
                  <p:nvPr/>
                </p:nvCxnSpPr>
                <p:spPr>
                  <a:xfrm flipH="1" flipV="1">
                    <a:off x="8524240" y="3059816"/>
                    <a:ext cx="155587" cy="1"/>
                  </a:xfrm>
                  <a:prstGeom prst="line">
                    <a:avLst/>
                  </a:prstGeom>
                  <a:ln w="9525">
                    <a:solidFill>
                      <a:srgbClr val="00800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グループ化 183">
                <a:extLst>
                  <a:ext uri="{FF2B5EF4-FFF2-40B4-BE49-F238E27FC236}">
                    <ns2:creationId id="{F39193D6-1D81-E484-BF65-9F880136DA9E}"/>
                  </a:ext>
                </a:extLst>
              </p:cNvPr>
              <p:cNvGrpSpPr/>
              <p:nvPr/>
            </p:nvGrpSpPr>
            <p:grpSpPr>
              <a:xfrm>
                <a:off x="8679827" y="2464036"/>
                <a:ext cx="3049801" cy="930034"/>
                <a:chOff x="8679827" y="2464036"/>
                <a:chExt cx="3049801" cy="930034"/>
              </a:xfrm>
            </p:grpSpPr>
            <p:sp>
              <p:nvSpPr>
                <p:cNvPr id="159" name="四角形: 角を丸くする 158">
                  <a:extLst>
                    <a:ext uri="{FF2B5EF4-FFF2-40B4-BE49-F238E27FC236}">
                      <ns2:creationId id="{7AD994D6-7CE6-3107-9935-B4E13160E1B6}"/>
                    </a:ext>
                  </a:extLst>
                </p:cNvPr>
                <p:cNvSpPr/>
                <p:nvPr/>
              </p:nvSpPr>
              <p:spPr>
                <a:xfrm>
                  <a:off x="8679827" y="2464036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0" name="四角形: 角を丸くする 159">
                  <a:extLst>
                    <a:ext uri="{FF2B5EF4-FFF2-40B4-BE49-F238E27FC236}">
                      <ns2:creationId id="{594C7D63-8798-5387-E961-96E83D19AE5A}"/>
                    </a:ext>
                  </a:extLst>
                </p:cNvPr>
                <p:cNvSpPr/>
                <p:nvPr/>
              </p:nvSpPr>
              <p:spPr>
                <a:xfrm>
                  <a:off x="8679827" y="2713374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四角形: 角を丸くする 160">
                  <a:extLst>
                    <a:ext uri="{FF2B5EF4-FFF2-40B4-BE49-F238E27FC236}">
                      <ns2:creationId id="{3D26F57F-E7BB-8CF0-6CB2-F70AFA4FE52D}"/>
                    </a:ext>
                  </a:extLst>
                </p:cNvPr>
                <p:cNvSpPr/>
                <p:nvPr/>
              </p:nvSpPr>
              <p:spPr>
                <a:xfrm>
                  <a:off x="8679827" y="2962712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2" name="四角形: 角を丸くする 161">
                  <a:extLst>
                    <a:ext uri="{FF2B5EF4-FFF2-40B4-BE49-F238E27FC236}">
                      <ns2:creationId id="{24400FAC-E1A1-6F8D-5247-A98D7B335FEE}"/>
                    </a:ext>
                  </a:extLst>
                </p:cNvPr>
                <p:cNvSpPr/>
                <p:nvPr/>
              </p:nvSpPr>
              <p:spPr>
                <a:xfrm>
                  <a:off x="8679827" y="3212049"/>
                  <a:ext cx="3049801" cy="182021"/>
                </a:xfrm>
                <a:prstGeom prst="roundRect">
                  <a:avLst/>
                </a:prstGeom>
                <a:solidFill>
                  <a:srgbClr val="00800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2000" rtlCol="0" anchor="ctr"/>
                <a:lstStyle/>
                <a:p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80" name="楕円 179">
                  <a:extLst>
                    <a:ext uri="{FF2B5EF4-FFF2-40B4-BE49-F238E27FC236}">
                      <ns2:creationId id="{6459C272-A03D-2AB6-6552-BD4AB781BFB1}"/>
                    </a:ext>
                  </a:extLst>
                </p:cNvPr>
                <p:cNvSpPr/>
                <p:nvPr/>
              </p:nvSpPr>
              <p:spPr>
                <a:xfrm>
                  <a:off x="8712848" y="2482139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1" name="楕円 180">
                  <a:extLst>
                    <a:ext uri="{FF2B5EF4-FFF2-40B4-BE49-F238E27FC236}">
                      <ns2:creationId id="{AD6740CD-546E-E822-5341-73BD7C6D83A8}"/>
                    </a:ext>
                  </a:extLst>
                </p:cNvPr>
                <p:cNvSpPr/>
                <p:nvPr/>
              </p:nvSpPr>
              <p:spPr>
                <a:xfrm>
                  <a:off x="8712849" y="2731477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2" name="楕円 181">
                  <a:extLst>
                    <a:ext uri="{FF2B5EF4-FFF2-40B4-BE49-F238E27FC236}">
                      <ns2:creationId id="{39088982-FEB7-44F5-93DD-476B55A2D86D}"/>
                    </a:ext>
                  </a:extLst>
                </p:cNvPr>
                <p:cNvSpPr/>
                <p:nvPr/>
              </p:nvSpPr>
              <p:spPr>
                <a:xfrm>
                  <a:off x="8712849" y="2980815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83" name="楕円 182">
                  <a:extLst>
                    <a:ext uri="{FF2B5EF4-FFF2-40B4-BE49-F238E27FC236}">
                      <ns2:creationId id="{BFDE973C-693A-1F8A-4B54-8CC164E4B720}"/>
                    </a:ext>
                  </a:extLst>
                </p:cNvPr>
                <p:cNvSpPr/>
                <p:nvPr/>
              </p:nvSpPr>
              <p:spPr>
                <a:xfrm>
                  <a:off x="8712849" y="3230152"/>
                  <a:ext cx="145815" cy="145815"/>
                </a:xfrm>
                <a:prstGeom prst="ellipse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19" name="グループ化 218">
              <a:extLst>
                <a:ext uri="{FF2B5EF4-FFF2-40B4-BE49-F238E27FC236}">
                  <ns2:creationId id="{F47DC762-1E57-63AA-FD65-8026824D7DE2}"/>
                </a:ext>
              </a:extLst>
            </p:cNvPr>
            <p:cNvGrpSpPr/>
            <p:nvPr/>
          </p:nvGrpSpPr>
          <p:grpSpPr>
            <a:xfrm>
              <a:off x="6586597" y="3809455"/>
              <a:ext cx="687962" cy="661278"/>
              <a:chOff x="6586597" y="3809455"/>
              <a:chExt cx="687962" cy="661278"/>
            </a:xfrm>
          </p:grpSpPr>
          <p:sp>
            <p:nvSpPr>
              <p:cNvPr id="151" name="ホームベース 13">
                <a:extLst>
                  <a:ext uri="{FF2B5EF4-FFF2-40B4-BE49-F238E27FC236}">
                    <ns2:creationId id="{B1D6319C-525E-8943-E9DE-D56E33114FB7}"/>
                  </a:ext>
                </a:extLst>
              </p:cNvPr>
              <p:cNvSpPr/>
              <p:nvPr/>
            </p:nvSpPr>
            <p:spPr>
              <a:xfrm rot="5400000">
                <a:off x="6599939" y="3796113"/>
                <a:ext cx="661278" cy="687962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88" name="グラフィックス 187" descr="矢印付きの円 単色塗りつぶし">
                <a:extLst>
                  <a:ext uri="{FF2B5EF4-FFF2-40B4-BE49-F238E27FC236}">
                    <ns2:creationId id="{FA9104F9-D3C9-C54C-F36A-458F11D79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737478" y="3950291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7" name="グループ化 216">
              <a:extLst>
                <a:ext uri="{FF2B5EF4-FFF2-40B4-BE49-F238E27FC236}">
                  <ns2:creationId id="{98B8E981-A9DB-642A-81ED-48FB8348AAFE}"/>
                </a:ext>
              </a:extLst>
            </p:cNvPr>
            <p:cNvGrpSpPr/>
            <p:nvPr/>
          </p:nvGrpSpPr>
          <p:grpSpPr>
            <a:xfrm>
              <a:off x="6586597" y="4985315"/>
              <a:ext cx="687962" cy="661278"/>
              <a:chOff x="6586597" y="4994376"/>
              <a:chExt cx="687962" cy="661278"/>
            </a:xfrm>
          </p:grpSpPr>
          <p:sp>
            <p:nvSpPr>
              <p:cNvPr id="152" name="山形 14">
                <a:extLst>
                  <a:ext uri="{FF2B5EF4-FFF2-40B4-BE49-F238E27FC236}">
                    <ns2:creationId id="{EF292A9F-F0A5-8A93-8F70-39380743001E}"/>
                  </a:ext>
                </a:extLst>
              </p:cNvPr>
              <p:cNvSpPr/>
              <p:nvPr/>
            </p:nvSpPr>
            <p:spPr>
              <a:xfrm rot="5400000">
                <a:off x="6599939" y="4981034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4" name="グラフィックス 193" descr="受信箱: チェックマーク 単色塗りつぶし">
                <a:extLst>
                  <a:ext uri="{FF2B5EF4-FFF2-40B4-BE49-F238E27FC236}">
                    <ns2:creationId id="{AC8A415D-6A7F-E76A-49B7-01D35F8BA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737478" y="513521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6" name="グループ化 215">
              <a:extLst>
                <a:ext uri="{FF2B5EF4-FFF2-40B4-BE49-F238E27FC236}">
                  <ns2:creationId id="{FEE097EB-FD03-A4B6-394F-DE26E628AE08}"/>
                </a:ext>
              </a:extLst>
            </p:cNvPr>
            <p:cNvGrpSpPr/>
            <p:nvPr/>
          </p:nvGrpSpPr>
          <p:grpSpPr>
            <a:xfrm>
              <a:off x="6586595" y="5573245"/>
              <a:ext cx="687964" cy="661278"/>
              <a:chOff x="6586595" y="5573245"/>
              <a:chExt cx="687964" cy="661278"/>
            </a:xfrm>
          </p:grpSpPr>
          <p:sp>
            <p:nvSpPr>
              <p:cNvPr id="153" name="山形 14">
                <a:extLst>
                  <a:ext uri="{FF2B5EF4-FFF2-40B4-BE49-F238E27FC236}">
                    <ns2:creationId id="{9C6CD184-078B-5447-A801-EECCF05A628A}"/>
                  </a:ext>
                </a:extLst>
              </p:cNvPr>
              <p:cNvSpPr/>
              <p:nvPr/>
            </p:nvSpPr>
            <p:spPr>
              <a:xfrm rot="5400000">
                <a:off x="6599938" y="5559902"/>
                <a:ext cx="661278" cy="687964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5" name="グラフィックス 194" descr="階層 単色塗りつぶし">
                <a:extLst>
                  <a:ext uri="{FF2B5EF4-FFF2-40B4-BE49-F238E27FC236}">
                    <ns2:creationId id="{90081B0D-541D-3A57-39B3-8607018E3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737478" y="5714083"/>
                <a:ext cx="379602" cy="379602"/>
              </a:xfrm>
              <a:prstGeom prst="rect">
                <a:avLst/>
              </a:prstGeom>
            </p:spPr>
          </p:pic>
        </p:grpSp>
        <p:grpSp>
          <p:nvGrpSpPr>
            <p:cNvPr id="218" name="グループ化 217">
              <a:extLst>
                <a:ext uri="{FF2B5EF4-FFF2-40B4-BE49-F238E27FC236}">
                  <ns2:creationId id="{91414BF9-640F-76E3-8B29-8FDCFCD144E7}"/>
                </a:ext>
              </a:extLst>
            </p:cNvPr>
            <p:cNvGrpSpPr/>
            <p:nvPr/>
          </p:nvGrpSpPr>
          <p:grpSpPr>
            <a:xfrm>
              <a:off x="6586597" y="4397385"/>
              <a:ext cx="687962" cy="661278"/>
              <a:chOff x="6586597" y="4415505"/>
              <a:chExt cx="687962" cy="661278"/>
            </a:xfrm>
          </p:grpSpPr>
          <p:sp>
            <p:nvSpPr>
              <p:cNvPr id="154" name="山形 14">
                <a:extLst>
                  <a:ext uri="{FF2B5EF4-FFF2-40B4-BE49-F238E27FC236}">
                    <ns2:creationId id="{ACE78A19-0619-2A21-9B66-FDDADB111BC1}"/>
                  </a:ext>
                </a:extLst>
              </p:cNvPr>
              <p:cNvSpPr/>
              <p:nvPr/>
            </p:nvSpPr>
            <p:spPr>
              <a:xfrm rot="5400000">
                <a:off x="6599939" y="4402163"/>
                <a:ext cx="661278" cy="687962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96" name="グラフィックス 195" descr="アイデア 単色塗りつぶし">
                <a:extLst>
                  <a:ext uri="{FF2B5EF4-FFF2-40B4-BE49-F238E27FC236}">
                    <ns2:creationId id="{AF09FA84-3342-CAEC-D108-29BA0BE6C9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737478" y="4556342"/>
                <a:ext cx="379602" cy="379602"/>
              </a:xfrm>
              <a:prstGeom prst="rect">
                <a:avLst/>
              </a:prstGeom>
            </p:spPr>
          </p:pic>
        </p:grpSp>
        <p:sp>
          <p:nvSpPr>
            <p:cNvPr id="206" name="四角形: 角を丸くする 205">
              <a:extLst>
                <a:ext uri="{FF2B5EF4-FFF2-40B4-BE49-F238E27FC236}">
                  <ns2:creationId id="{207A5A8D-FFDF-25E8-EA33-E265564DB9FE}"/>
                </a:ext>
              </a:extLst>
            </p:cNvPr>
            <p:cNvSpPr/>
            <p:nvPr/>
          </p:nvSpPr>
          <p:spPr>
            <a:xfrm>
              <a:off x="7267961" y="439738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70CC426-A826-E446-6B62-C14700EE263E}"/>
                </a:ext>
              </a:extLst>
            </p:cNvPr>
            <p:cNvSpPr/>
            <p:nvPr/>
          </p:nvSpPr>
          <p:spPr>
            <a:xfrm>
              <a:off x="7267960" y="380945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b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176213" lvl="3"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9" name="楕円 208">
              <a:extLst>
                <a:ext uri="{FF2B5EF4-FFF2-40B4-BE49-F238E27FC236}">
                  <ns2:creationId id="{7EF16C29-CC5D-F1DE-DEDB-486F9EDC4631}"/>
                </a:ext>
              </a:extLst>
            </p:cNvPr>
            <p:cNvSpPr/>
            <p:nvPr/>
          </p:nvSpPr>
          <p:spPr>
            <a:xfrm>
              <a:off x="7325247" y="3818164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bIns="36000"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楕円 209">
              <a:extLst>
                <a:ext uri="{FF2B5EF4-FFF2-40B4-BE49-F238E27FC236}">
                  <ns2:creationId id="{1E1D9A43-0EF4-0935-5F92-6A76E9E0CE79}"/>
                </a:ext>
              </a:extLst>
            </p:cNvPr>
            <p:cNvSpPr/>
            <p:nvPr/>
          </p:nvSpPr>
          <p:spPr>
            <a:xfrm>
              <a:off x="7325248" y="447576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四角形: 角を丸くする 206">
              <a:extLst>
                <a:ext uri="{FF2B5EF4-FFF2-40B4-BE49-F238E27FC236}">
                  <ns2:creationId id="{2CA7A2E2-63EC-C988-1ADB-DC36F861C024}"/>
                </a:ext>
              </a:extLst>
            </p:cNvPr>
            <p:cNvSpPr/>
            <p:nvPr/>
          </p:nvSpPr>
          <p:spPr>
            <a:xfrm>
              <a:off x="7267960" y="498531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1" name="楕円 210">
              <a:extLst>
                <a:ext uri="{FF2B5EF4-FFF2-40B4-BE49-F238E27FC236}">
                  <ns2:creationId id="{964FACAE-623A-AACB-AF92-D79FD1A05BCC}"/>
                </a:ext>
              </a:extLst>
            </p:cNvPr>
            <p:cNvSpPr/>
            <p:nvPr/>
          </p:nvSpPr>
          <p:spPr>
            <a:xfrm>
              <a:off x="7325248" y="506369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8" name="四角形: 角を丸くする 207">
              <a:extLst>
                <a:ext uri="{FF2B5EF4-FFF2-40B4-BE49-F238E27FC236}">
                  <ns2:creationId id="{B8F14692-9642-CB98-CD0C-84A77E41C65E}"/>
                </a:ext>
              </a:extLst>
            </p:cNvPr>
            <p:cNvSpPr/>
            <p:nvPr/>
          </p:nvSpPr>
          <p:spPr>
            <a:xfrm>
              <a:off x="7267960" y="5573245"/>
              <a:ext cx="4596505" cy="576000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2000" tIns="36000" rtlCol="0" anchor="ctr"/>
            <a:lstStyle/>
            <a:p>
              <a:r>
                <a:rPr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6213" lvl="3" indent="-176213">
                <a:buClr>
                  <a:srgbClr val="008000"/>
                </a:buClr>
                <a:buFont typeface="+mj-lt"/>
                <a:buAutoNum type="romanUcPeriod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2" name="楕円 211">
              <a:extLst>
                <a:ext uri="{FF2B5EF4-FFF2-40B4-BE49-F238E27FC236}">
                  <ns2:creationId id="{F6DB592C-8CE8-598C-6BF2-C3648D2BACA1}"/>
                </a:ext>
              </a:extLst>
            </p:cNvPr>
            <p:cNvSpPr/>
            <p:nvPr/>
          </p:nvSpPr>
          <p:spPr>
            <a:xfrm>
              <a:off x="7325248" y="5651626"/>
              <a:ext cx="145815" cy="14581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ns2:creationId id="{585D6CA7-2A43-74B8-5221-5DDD0B3F52A0}"/>
              </a:ext>
            </a:extLst>
          </p:cNvPr>
          <p:cNvGrpSpPr/>
          <p:nvPr/>
        </p:nvGrpSpPr>
        <p:grpSpPr>
          <a:xfrm>
            <a:off x="492600" y="3636187"/>
            <a:ext cx="4916508" cy="2619508"/>
            <a:chOff x="492600" y="3636187"/>
            <a:chExt cx="4916508" cy="2619508"/>
          </a:xfrm>
        </p:grpSpPr>
        <p:cxnSp>
          <p:nvCxnSpPr>
            <p:cNvPr id="134" name="直線コネクタ 133">
              <a:extLst>
                <a:ext uri="{FF2B5EF4-FFF2-40B4-BE49-F238E27FC236}">
                  <ns2:creationId id="{018E1ED7-DD92-AEA7-1658-582CD5FA1F58}"/>
                </a:ext>
              </a:extLst>
            </p:cNvPr>
            <p:cNvCxnSpPr>
              <a:cxnSpLocks/>
              <a:stCxn id="11" idx="3"/>
              <a:endCxn id="112" idx="2"/>
            </p:cNvCxnSpPr>
            <p:nvPr/>
          </p:nvCxnSpPr>
          <p:spPr>
            <a:xfrm>
              <a:off x="1380003" y="4997280"/>
              <a:ext cx="417418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正方形/長方形 47">
              <a:extLst>
                <a:ext uri="{FF2B5EF4-FFF2-40B4-BE49-F238E27FC236}">
                  <ns2:creationId id="{DA86B3D7-FE67-CFB3-C7D1-2A4027C73E94}"/>
                </a:ext>
              </a:extLst>
            </p:cNvPr>
            <p:cNvSpPr/>
            <p:nvPr/>
          </p:nvSpPr>
          <p:spPr>
            <a:xfrm>
              <a:off x="492600" y="3636187"/>
              <a:ext cx="1800000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CF5DAEBB-FDBA-2857-D4BF-3B13266FD68F}"/>
                </a:ext>
              </a:extLst>
            </p:cNvPr>
            <p:cNvSpPr/>
            <p:nvPr/>
          </p:nvSpPr>
          <p:spPr>
            <a:xfrm>
              <a:off x="2402864" y="3636187"/>
              <a:ext cx="3006244" cy="298744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0A3ABE53-D87F-C794-BEC6-D375320BEEC6}"/>
                </a:ext>
              </a:extLst>
            </p:cNvPr>
            <p:cNvSpPr/>
            <p:nvPr/>
          </p:nvSpPr>
          <p:spPr>
            <a:xfrm>
              <a:off x="492600" y="4045231"/>
              <a:ext cx="887403" cy="2181298"/>
            </a:xfrm>
            <a:prstGeom prst="rect">
              <a:avLst/>
            </a:prstGeom>
            <a:solidFill>
              <a:srgbClr val="96969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648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+mn-ea"/>
                </a:rPr>
                <a:t>)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CDD9AEE1-5274-681B-07B7-6CBEF59C0C67}"/>
                </a:ext>
              </a:extLst>
            </p:cNvPr>
            <p:cNvSpPr txBox="1"/>
            <p:nvPr/>
          </p:nvSpPr>
          <p:spPr>
            <a:xfrm>
              <a:off x="2371297" y="4015965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ja-JP" sz="1000" dirty="0">
                  <a:latin typeface="+mn-ea"/>
                </a:rPr>
                <a:t>XX</a:t>
              </a: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ns2:creationId id="{A9730DF4-6EEE-B1BE-98AA-661C626A7940}"/>
                </a:ext>
              </a:extLst>
            </p:cNvPr>
            <p:cNvGrpSpPr/>
            <p:nvPr/>
          </p:nvGrpSpPr>
          <p:grpSpPr>
            <a:xfrm>
              <a:off x="1658087" y="4045231"/>
              <a:ext cx="648000" cy="646331"/>
              <a:chOff x="1658087" y="4045231"/>
              <a:chExt cx="648000" cy="646331"/>
            </a:xfrm>
          </p:grpSpPr>
          <p:grpSp>
            <p:nvGrpSpPr>
              <p:cNvPr id="110" name="グループ化 109">
                <a:extLst>
                  <a:ext uri="{FF2B5EF4-FFF2-40B4-BE49-F238E27FC236}">
                    <ns2:creationId id="{AB5AB55A-5C3F-4AB5-FB8D-10BFE0EA3B5A}"/>
                  </a:ext>
                </a:extLst>
              </p:cNvPr>
              <p:cNvGrpSpPr/>
              <p:nvPr/>
            </p:nvGrpSpPr>
            <p:grpSpPr>
              <a:xfrm>
                <a:off x="1797421" y="4045231"/>
                <a:ext cx="369332" cy="369332"/>
                <a:chOff x="1496377" y="4393823"/>
                <a:chExt cx="599123" cy="599123"/>
              </a:xfrm>
            </p:grpSpPr>
            <p:sp>
              <p:nvSpPr>
                <p:cNvPr id="108" name="楕円 107">
                  <a:extLst>
                    <a:ext uri="{FF2B5EF4-FFF2-40B4-BE49-F238E27FC236}">
                      <ns2:creationId id="{FF63573F-409F-884C-8D14-E8F47F0C6793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09" name="グラフィックス 108" descr="クリップボード: 部分的にチェックマーク 単色塗りつぶし">
                  <a:extLst>
                    <a:ext uri="{FF2B5EF4-FFF2-40B4-BE49-F238E27FC236}">
                      <ns2:creationId id="{9042C0E7-03A9-24FE-389D-E5B29217B6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0" name="テキスト ボックス 119">
                <a:extLst>
                  <a:ext uri="{FF2B5EF4-FFF2-40B4-BE49-F238E27FC236}">
                    <ns2:creationId id="{20E2FF88-DE24-BAD7-0134-C84FB2B4E763}"/>
                  </a:ext>
                </a:extLst>
              </p:cNvPr>
              <p:cNvSpPr txBox="1"/>
              <p:nvPr/>
            </p:nvSpPr>
            <p:spPr>
              <a:xfrm>
                <a:off x="1658087" y="4414563"/>
                <a:ext cx="648000" cy="276999"/>
              </a:xfrm>
              <a:prstGeom prst="rect">
                <a:avLst/>
              </a:prstGeom>
              <a:noFill/>
            </p:spPr>
            <p:txBody>
              <a:bodyPr wrap="none" lIns="108000" tIns="0" rIns="108000" bIns="0" rtlCol="0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/>
              </a:p>
            </p:txBody>
          </p:sp>
        </p:grpSp>
        <p:sp>
          <p:nvSpPr>
            <p:cNvPr id="118" name="テキスト ボックス 117">
              <a:extLst>
                <a:ext uri="{FF2B5EF4-FFF2-40B4-BE49-F238E27FC236}">
                  <ns2:creationId id="{24DD2EF4-A549-A468-252A-A78134F92744}"/>
                </a:ext>
              </a:extLst>
            </p:cNvPr>
            <p:cNvSpPr txBox="1"/>
            <p:nvPr/>
          </p:nvSpPr>
          <p:spPr>
            <a:xfrm>
              <a:off x="2371297" y="4783348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</p:txBody>
        </p:sp>
        <p:grpSp>
          <p:nvGrpSpPr>
            <p:cNvPr id="111" name="グループ化 110">
              <a:extLst>
                <a:ext uri="{FF2B5EF4-FFF2-40B4-BE49-F238E27FC236}">
                  <ns2:creationId id="{DEF48D2C-E951-6FD4-2913-44C9723250E7}"/>
                </a:ext>
              </a:extLst>
            </p:cNvPr>
            <p:cNvGrpSpPr/>
            <p:nvPr/>
          </p:nvGrpSpPr>
          <p:grpSpPr>
            <a:xfrm>
              <a:off x="1797421" y="4812614"/>
              <a:ext cx="369332" cy="369332"/>
              <a:chOff x="1496377" y="4393823"/>
              <a:chExt cx="599123" cy="599123"/>
            </a:xfrm>
          </p:grpSpPr>
          <p:sp>
            <p:nvSpPr>
              <p:cNvPr id="112" name="楕円 111">
                <a:extLst>
                  <a:ext uri="{FF2B5EF4-FFF2-40B4-BE49-F238E27FC236}">
                    <ns2:creationId id="{865976A5-417B-8208-797F-29B77E130773}"/>
                  </a:ext>
                </a:extLst>
              </p:cNvPr>
              <p:cNvSpPr/>
              <p:nvPr/>
            </p:nvSpPr>
            <p:spPr>
              <a:xfrm>
                <a:off x="1496377" y="4393823"/>
                <a:ext cx="599123" cy="599123"/>
              </a:xfrm>
              <a:prstGeom prst="ellipse">
                <a:avLst/>
              </a:prstGeom>
              <a:solidFill>
                <a:srgbClr val="969696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3" name="グラフィックス 112" descr="手 単色塗りつぶし">
                <a:extLst>
                  <a:ext uri="{FF2B5EF4-FFF2-40B4-BE49-F238E27FC236}">
                    <ns2:creationId id="{1F68C4DD-14AD-F26D-F978-943B0423D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rcRect/>
              <a:stretch/>
            </p:blipFill>
            <p:spPr>
              <a:xfrm>
                <a:off x="1602442" y="4499889"/>
                <a:ext cx="386992" cy="386992"/>
              </a:xfrm>
              <a:prstGeom prst="rect">
                <a:avLst/>
              </a:prstGeom>
            </p:spPr>
          </p:pic>
        </p:grpSp>
        <p:sp>
          <p:nvSpPr>
            <p:cNvPr id="121" name="テキスト ボックス 120">
              <a:extLst>
                <a:ext uri="{FF2B5EF4-FFF2-40B4-BE49-F238E27FC236}">
                  <ns2:creationId id="{21E9BEF8-D4A5-AD8B-458A-F8ECF0EFA0F8}"/>
                </a:ext>
              </a:extLst>
            </p:cNvPr>
            <p:cNvSpPr txBox="1"/>
            <p:nvPr/>
          </p:nvSpPr>
          <p:spPr>
            <a:xfrm>
              <a:off x="1658087" y="5181946"/>
              <a:ext cx="648000" cy="276999"/>
            </a:xfrm>
            <a:prstGeom prst="rect">
              <a:avLst/>
            </a:prstGeom>
            <a:noFill/>
          </p:spPr>
          <p:txBody>
            <a:bodyPr wrap="none" lIns="36000" tIns="0" rIns="36000" bIns="0" rtlCol="0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900" dirty="0"/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908ADC0A-8168-773B-86E5-304E8A50B1FB}"/>
                </a:ext>
              </a:extLst>
            </p:cNvPr>
            <p:cNvSpPr txBox="1"/>
            <p:nvPr/>
          </p:nvSpPr>
          <p:spPr>
            <a:xfrm>
              <a:off x="2371297" y="5550831"/>
              <a:ext cx="3037811" cy="70486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5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+mn-ea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000" dirty="0">
                  <a:latin typeface="+mn-ea"/>
                </a:rPr>
                <a:t>XX</a:t>
              </a:r>
              <a:br>
                <a:rPr lang="en-US" altLang="ja-JP" sz="1000" dirty="0">
                  <a:latin typeface="+mn-ea"/>
                </a:rPr>
              </a:br>
              <a:r>
                <a:rPr lang="ja-JP" altLang="en-US" sz="1000" dirty="0">
                  <a:latin typeface="+mn-ea"/>
                </a:rPr>
                <a:t>XX</a:t>
              </a:r>
              <a:r>
                <a:rPr lang="ja-JP" altLang="ja-JP" sz="1000" dirty="0">
                  <a:latin typeface="+mn-ea"/>
                </a:rPr>
                <a:t>XX</a:t>
              </a:r>
              <a:endParaRPr lang="en-US" altLang="ja-JP" sz="1000" dirty="0">
                <a:latin typeface="+mn-ea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A917E3D3-09C9-2D9F-BACE-2FF8D7A2D3A2}"/>
                </a:ext>
              </a:extLst>
            </p:cNvPr>
            <p:cNvGrpSpPr/>
            <p:nvPr/>
          </p:nvGrpSpPr>
          <p:grpSpPr>
            <a:xfrm>
              <a:off x="1658087" y="5579997"/>
              <a:ext cx="648000" cy="646532"/>
              <a:chOff x="1658087" y="5531577"/>
              <a:chExt cx="648000" cy="646532"/>
            </a:xfrm>
          </p:grpSpPr>
          <p:grpSp>
            <p:nvGrpSpPr>
              <p:cNvPr id="114" name="グループ化 113">
                <a:extLst>
                  <a:ext uri="{FF2B5EF4-FFF2-40B4-BE49-F238E27FC236}">
                    <ns2:creationId id="{E2A1A330-A6A5-501C-29F1-57BF7429F9D5}"/>
                  </a:ext>
                </a:extLst>
              </p:cNvPr>
              <p:cNvGrpSpPr/>
              <p:nvPr/>
            </p:nvGrpSpPr>
            <p:grpSpPr>
              <a:xfrm>
                <a:off x="1797421" y="5531577"/>
                <a:ext cx="369332" cy="369332"/>
                <a:chOff x="1496377" y="4393823"/>
                <a:chExt cx="599123" cy="599123"/>
              </a:xfrm>
            </p:grpSpPr>
            <p:sp>
              <p:nvSpPr>
                <p:cNvPr id="115" name="楕円 114">
                  <a:extLst>
                    <a:ext uri="{FF2B5EF4-FFF2-40B4-BE49-F238E27FC236}">
                      <ns2:creationId id="{5BF90A00-B73A-662E-3228-1BC34C78EA62}"/>
                    </a:ext>
                  </a:extLst>
                </p:cNvPr>
                <p:cNvSpPr/>
                <p:nvPr/>
              </p:nvSpPr>
              <p:spPr>
                <a:xfrm>
                  <a:off x="1496377" y="4393823"/>
                  <a:ext cx="599123" cy="599123"/>
                </a:xfrm>
                <a:prstGeom prst="ellipse">
                  <a:avLst/>
                </a:prstGeom>
                <a:solidFill>
                  <a:srgbClr val="969696">
                    <a:alpha val="3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116" name="グラフィックス 115" descr="思案中の吹き出し 単色塗りつぶし">
                  <a:extLst>
                    <a:ext uri="{FF2B5EF4-FFF2-40B4-BE49-F238E27FC236}">
                      <ns2:creationId id="{B3DDC20C-257D-54E2-8459-BD062DBB97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rcRect/>
                <a:stretch/>
              </p:blipFill>
              <p:spPr>
                <a:xfrm>
                  <a:off x="1602442" y="4499889"/>
                  <a:ext cx="386992" cy="386992"/>
                </a:xfrm>
                <a:prstGeom prst="rect">
                  <a:avLst/>
                </a:prstGeom>
              </p:spPr>
            </p:pic>
          </p:grpSp>
          <p:sp>
            <p:nvSpPr>
              <p:cNvPr id="122" name="テキスト ボックス 121">
                <a:extLst>
                  <a:ext uri="{FF2B5EF4-FFF2-40B4-BE49-F238E27FC236}">
                    <ns2:creationId id="{4903C237-C3AD-0B3D-0D68-644B54F7817E}"/>
                  </a:ext>
                </a:extLst>
              </p:cNvPr>
              <p:cNvSpPr txBox="1"/>
              <p:nvPr/>
            </p:nvSpPr>
            <p:spPr>
              <a:xfrm>
                <a:off x="1658087" y="5900909"/>
                <a:ext cx="648000" cy="277200"/>
              </a:xfrm>
              <a:prstGeom prst="rect">
                <a:avLst/>
              </a:prstGeom>
              <a:noFill/>
            </p:spPr>
            <p:txBody>
              <a:bodyPr wrap="none" lIns="36000" tIns="0" rIns="36000" bIns="0" rtlCol="0" anchor="ctr"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</a:endParaRPr>
              </a:p>
            </p:txBody>
          </p:sp>
        </p:grpSp>
        <p:pic>
          <p:nvPicPr>
            <p:cNvPr id="221" name="グラフィックス 220" descr="速度計: 低速 単色塗りつぶし">
              <a:extLst>
                <a:ext uri="{FF2B5EF4-FFF2-40B4-BE49-F238E27FC236}">
                  <ns2:creationId id="{389BFB52-3ECB-D2D3-237D-601F1C7633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689502" y="4478428"/>
              <a:ext cx="493598" cy="493598"/>
            </a:xfrm>
            <a:prstGeom prst="rect">
              <a:avLst/>
            </a:prstGeom>
          </p:spPr>
        </p:pic>
        <p:cxnSp>
          <p:nvCxnSpPr>
            <p:cNvPr id="8" name="コネクタ: カギ線 7">
              <a:extLst>
                <a:ext uri="{FF2B5EF4-FFF2-40B4-BE49-F238E27FC236}">
                  <ns2:creationId id="{290C2A51-E44C-6CEB-4EF8-ABCC6F1DD7EB}"/>
                </a:ext>
              </a:extLst>
            </p:cNvPr>
            <p:cNvCxnSpPr>
              <a:cxnSpLocks/>
              <a:stCxn id="11" idx="3"/>
              <a:endCxn id="108" idx="2"/>
            </p:cNvCxnSpPr>
            <p:nvPr/>
          </p:nvCxnSpPr>
          <p:spPr>
            <a:xfrm flipV="1">
              <a:off x="1380003" y="4229897"/>
              <a:ext cx="417418" cy="63000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コネクタ: カギ線 9">
              <a:extLst>
                <a:ext uri="{FF2B5EF4-FFF2-40B4-BE49-F238E27FC236}">
                  <ns2:creationId id="{60060CA7-0F16-67FA-80E9-8B8F495CC23C}"/>
                </a:ext>
              </a:extLst>
            </p:cNvPr>
            <p:cNvCxnSpPr>
              <a:cxnSpLocks/>
              <a:stCxn id="105" idx="3"/>
              <a:endCxn id="115" idx="2"/>
            </p:cNvCxnSpPr>
            <p:nvPr/>
          </p:nvCxnSpPr>
          <p:spPr>
            <a:xfrm>
              <a:off x="1380003" y="5135880"/>
              <a:ext cx="417418" cy="628783"/>
            </a:xfrm>
            <a:prstGeom prst="bentConnector3">
              <a:avLst/>
            </a:prstGeom>
            <a:ln w="9525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正方形/長方形 10">
              <a:extLst>
                <a:ext uri="{FF2B5EF4-FFF2-40B4-BE49-F238E27FC236}">
                  <ns2:creationId id="{F99EB2E9-0C4E-4D5C-253B-EED7A397E6B6}"/>
                </a:ext>
              </a:extLst>
            </p:cNvPr>
            <p:cNvSpPr/>
            <p:nvPr/>
          </p:nvSpPr>
          <p:spPr>
            <a:xfrm>
              <a:off x="1222775" y="4908239"/>
              <a:ext cx="157228" cy="1780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957075784"/>
      </p:ext>
    </p:extLst>
  </p:cSld>
  <p:clrMapOvr>
    <a:masterClrMapping/>
  </p:clrMapOvr>
</p:sld>
</file>

<file path=ppt/slides/slide220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6D9DA23-4FB9-343D-3423-CA20296E6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ns2:creationId id="{6DF2E7EE-81E2-0033-3FC5-CEFFC11D8723}"/>
              </a:ext>
            </a:extLst>
          </p:cNvPr>
          <p:cNvGrpSpPr/>
          <p:nvPr/>
        </p:nvGrpSpPr>
        <p:grpSpPr>
          <a:xfrm>
            <a:off x="6227621" y="1895945"/>
            <a:ext cx="5527961" cy="2024934"/>
            <a:chOff x="6262948" y="1958516"/>
            <a:chExt cx="5527961" cy="2310382"/>
          </a:xfrm>
        </p:grpSpPr>
        <p:sp>
          <p:nvSpPr>
            <p:cNvPr id="14" name="角丸四角形 29">
              <a:extLst>
                <a:ext uri="{FF2B5EF4-FFF2-40B4-BE49-F238E27FC236}">
                  <ns2:creationId id="{06D15C78-5644-FD9C-0C53-A83C6514ECA9}"/>
                </a:ext>
              </a:extLst>
            </p:cNvPr>
            <p:cNvSpPr/>
            <p:nvPr/>
          </p:nvSpPr>
          <p:spPr>
            <a:xfrm>
              <a:off x="6656151" y="4054126"/>
              <a:ext cx="5080412" cy="214772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9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角丸四角形 29">
              <a:extLst>
                <a:ext uri="{FF2B5EF4-FFF2-40B4-BE49-F238E27FC236}">
                  <ns2:creationId id="{B05AB9E9-36E0-6D22-DFC6-A1182BA92BD0}"/>
                </a:ext>
              </a:extLst>
            </p:cNvPr>
            <p:cNvSpPr/>
            <p:nvPr/>
          </p:nvSpPr>
          <p:spPr>
            <a:xfrm rot="5400000">
              <a:off x="5347160" y="2977847"/>
              <a:ext cx="2005854" cy="174277"/>
            </a:xfrm>
            <a:prstGeom prst="roundRect">
              <a:avLst>
                <a:gd name="adj" fmla="val 5000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aphicFrame>
          <p:nvGraphicFramePr>
            <p:cNvPr id="16" name="グラフ 15">
              <a:extLst>
                <a:ext uri="{FF2B5EF4-FFF2-40B4-BE49-F238E27FC236}">
                  <ns2:creationId id="{949E87F7-CE8A-29F3-1741-541648BF1F3A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6479592" y="1958516"/>
            <a:ext cx="5311317" cy="2142299"/>
          </p:xfrm>
          <a:graphic>
            <a:graphicData uri="http://schemas.openxmlformats.org/drawingml/2006/chart">
              <ns3:chart r:id="rId2"/>
            </a:graphicData>
          </a:graphic>
        </p:graphicFrame>
      </p:grpSp>
      <p:graphicFrame>
        <p:nvGraphicFramePr>
          <p:cNvPr id="34" name="グラフ 33">
            <a:extLst>
              <a:ext uri="{FF2B5EF4-FFF2-40B4-BE49-F238E27FC236}">
                <ns2:creationId id="{D2ADCFBB-2F2F-96D2-A731-376AE180527D}"/>
              </a:ext>
            </a:extLst>
          </p:cNvPr>
          <p:cNvGraphicFramePr/>
          <p:nvPr/>
        </p:nvGraphicFramePr>
        <p:xfrm>
          <a:off x="335502" y="1648046"/>
          <a:ext cx="5610162" cy="2257537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2" name="タイトル 1">
            <a:extLst>
              <a:ext uri="{FF2B5EF4-FFF2-40B4-BE49-F238E27FC236}">
                <ns2:creationId id="{27D85EA2-8AF1-449D-47B6-AD99E6345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6439F4D-D1ED-389A-0585-12DBACDC52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8" name="角丸四角形 29">
            <a:extLst>
              <a:ext uri="{FF2B5EF4-FFF2-40B4-BE49-F238E27FC236}">
                <ns2:creationId id="{42290186-80B0-9361-F9B8-878D2AB1C1FF}"/>
              </a:ext>
            </a:extLst>
          </p:cNvPr>
          <p:cNvSpPr/>
          <p:nvPr/>
        </p:nvSpPr>
        <p:spPr>
          <a:xfrm>
            <a:off x="6285340" y="1290286"/>
            <a:ext cx="5571158" cy="234564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ns2:creationId id="{6B1B74E6-F537-8877-4B77-01E4B2566885}"/>
              </a:ext>
            </a:extLst>
          </p:cNvPr>
          <p:cNvSpPr txBox="1"/>
          <p:nvPr/>
        </p:nvSpPr>
        <p:spPr>
          <a:xfrm>
            <a:off x="6285340" y="1523560"/>
            <a:ext cx="55711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10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altLang="ja-JP" sz="1050" dirty="0">
                <a:solidFill>
                  <a:srgbClr val="008000"/>
                </a:solidFill>
                <a:latin typeface="+mn-ea"/>
              </a:rPr>
              <a:t>24</a:t>
            </a: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24" name="角丸四角形 29">
            <a:extLst>
              <a:ext uri="{FF2B5EF4-FFF2-40B4-BE49-F238E27FC236}">
                <ns2:creationId id="{829978C4-CF09-AA52-8004-F0EF10F07458}"/>
              </a:ext>
            </a:extLst>
          </p:cNvPr>
          <p:cNvSpPr/>
          <p:nvPr/>
        </p:nvSpPr>
        <p:spPr>
          <a:xfrm>
            <a:off x="334963" y="3920879"/>
            <a:ext cx="11499942" cy="257165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)</a:t>
            </a:r>
            <a:endParaRPr kumimoji="1" lang="ja-JP" altLang="en-US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21E760D1-1FC2-A1ED-5693-30E5C14C3E43}"/>
              </a:ext>
            </a:extLst>
          </p:cNvPr>
          <p:cNvSpPr/>
          <p:nvPr/>
        </p:nvSpPr>
        <p:spPr>
          <a:xfrm>
            <a:off x="341201" y="6192387"/>
            <a:ext cx="3282386" cy="1207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r>
              <a:rPr kumimoji="1" lang="ja-JP" altLang="en-US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出典</a:t>
            </a:r>
            <a:r>
              <a:rPr lang="en-US" altLang="ja-JP" sz="5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r>
              <a:rPr lang="ja-JP" altLang="en-US" sz="5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XX</a:t>
            </a:r>
            <a:endParaRPr lang="en-US" altLang="ja-JP" sz="5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4" name="角丸四角形 29">
            <a:extLst>
              <a:ext uri="{FF2B5EF4-FFF2-40B4-BE49-F238E27FC236}">
                <ns2:creationId id="{18D864D1-E90D-9B9C-043A-63ABDE3345E0}"/>
              </a:ext>
            </a:extLst>
          </p:cNvPr>
          <p:cNvSpPr/>
          <p:nvPr/>
        </p:nvSpPr>
        <p:spPr>
          <a:xfrm>
            <a:off x="329540" y="1276134"/>
            <a:ext cx="5544498" cy="247426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</a:p>
        </p:txBody>
      </p:sp>
      <p:sp>
        <p:nvSpPr>
          <p:cNvPr id="7" name="テキスト ボックス 6">
            <a:extLst>
              <a:ext uri="{FF2B5EF4-FFF2-40B4-BE49-F238E27FC236}">
                <ns2:creationId id="{A633746D-0BF2-9BA5-A4D0-3CDA049AF09D}"/>
              </a:ext>
            </a:extLst>
          </p:cNvPr>
          <p:cNvSpPr txBox="1"/>
          <p:nvPr/>
        </p:nvSpPr>
        <p:spPr>
          <a:xfrm>
            <a:off x="434004" y="1949738"/>
            <a:ext cx="362902" cy="2631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ns2:creationId id="{6B18DEAB-67EC-36C7-81EA-0100B455AA71}"/>
              </a:ext>
            </a:extLst>
          </p:cNvPr>
          <p:cNvSpPr txBox="1"/>
          <p:nvPr/>
        </p:nvSpPr>
        <p:spPr>
          <a:xfrm>
            <a:off x="3791862" y="3116592"/>
            <a:ext cx="1468985" cy="25391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rgbClr val="008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1</a:t>
            </a:r>
            <a:r>
              <a:rPr kumimoji="1" lang="en-US" altLang="ja-JP" sz="1050" baseline="300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5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ns2:creationId id="{60BC6E42-C6EC-9E7A-9C06-6A92541D31B6}"/>
              </a:ext>
            </a:extLst>
          </p:cNvPr>
          <p:cNvSpPr txBox="1"/>
          <p:nvPr/>
        </p:nvSpPr>
        <p:spPr>
          <a:xfrm>
            <a:off x="329540" y="1531864"/>
            <a:ext cx="55444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1050" i="0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1050" i="0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ns2:creationId id="{AB485EDF-9EF2-1DF1-C43B-3A6DCDC62125}"/>
              </a:ext>
            </a:extLst>
          </p:cNvPr>
          <p:cNvSpPr txBox="1"/>
          <p:nvPr/>
        </p:nvSpPr>
        <p:spPr>
          <a:xfrm>
            <a:off x="357095" y="4160024"/>
            <a:ext cx="551694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ja-JP" altLang="en-US" sz="10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+mn-ea"/>
            </a:endParaRPr>
          </a:p>
        </p:txBody>
      </p:sp>
      <p:graphicFrame>
        <p:nvGraphicFramePr>
          <p:cNvPr id="40" name="グラフ 39">
            <a:extLst>
              <a:ext uri="{FF2B5EF4-FFF2-40B4-BE49-F238E27FC236}">
                <ns2:creationId id="{7FC74FA4-EF85-26FE-803E-7E4324ED4B70}"/>
              </a:ext>
            </a:extLst>
          </p:cNvPr>
          <p:cNvGraphicFramePr/>
          <p:nvPr/>
        </p:nvGraphicFramePr>
        <p:xfrm>
          <a:off x="334963" y="4534503"/>
          <a:ext cx="4062131" cy="1700181"/>
        </p:xfrm>
        <a:graphic>
          <a:graphicData uri="http://schemas.openxmlformats.org/drawingml/2006/chart">
            <ns3:chart r:id="rId4"/>
          </a:graphicData>
        </a:graphic>
      </p:graphicFrame>
      <p:sp>
        <p:nvSpPr>
          <p:cNvPr id="41" name="テキスト ボックス 40">
            <a:extLst>
              <a:ext uri="{FF2B5EF4-FFF2-40B4-BE49-F238E27FC236}">
                <ns2:creationId id="{DB98E1F1-B1F0-2F0B-9AE4-54D899C24372}"/>
              </a:ext>
            </a:extLst>
          </p:cNvPr>
          <p:cNvSpPr txBox="1"/>
          <p:nvPr/>
        </p:nvSpPr>
        <p:spPr>
          <a:xfrm>
            <a:off x="4282554" y="4381277"/>
            <a:ext cx="1518806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lIns="36000" tIns="18000" r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r>
              <a:rPr lang="en-US" altLang="ja-JP" sz="800" dirty="0">
                <a:latin typeface="+mn-ea"/>
              </a:rPr>
              <a:t>:</a:t>
            </a: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ns2:creationId id="{03B360F6-ACE4-041C-B333-37BC7529B0F5}"/>
              </a:ext>
            </a:extLst>
          </p:cNvPr>
          <p:cNvSpPr txBox="1"/>
          <p:nvPr/>
        </p:nvSpPr>
        <p:spPr>
          <a:xfrm>
            <a:off x="1369060" y="4381277"/>
            <a:ext cx="2854960" cy="167636"/>
          </a:xfrm>
          <a:prstGeom prst="homePlate">
            <a:avLst/>
          </a:prstGeom>
          <a:noFill/>
          <a:ln>
            <a:solidFill>
              <a:srgbClr val="008000"/>
            </a:solidFill>
          </a:ln>
        </p:spPr>
        <p:txBody>
          <a:bodyPr wrap="square" tIns="18000" bIns="0">
            <a:noAutofit/>
          </a:bodyPr>
          <a:lstStyle/>
          <a:p>
            <a:pPr algn="ctr">
              <a:defRPr/>
            </a:pPr>
            <a:r>
              <a:rPr lang="ja-JP" altLang="en-US" sz="800" dirty="0">
                <a:latin typeface="+mn-ea"/>
              </a:rPr>
              <a:t>XX</a:t>
            </a:r>
            <a:endParaRPr lang="en-US" altLang="ja-JP" sz="800" dirty="0">
              <a:latin typeface="+mn-ea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8B0C6E5D-ABD0-5C86-415B-33CA85D41B8C}"/>
              </a:ext>
            </a:extLst>
          </p:cNvPr>
          <p:cNvSpPr/>
          <p:nvPr/>
        </p:nvSpPr>
        <p:spPr>
          <a:xfrm>
            <a:off x="4461102" y="463663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5" name="正方形/長方形 44">
            <a:extLst>
              <a:ext uri="{FF2B5EF4-FFF2-40B4-BE49-F238E27FC236}">
                <ns2:creationId id="{E6880AC6-977D-217F-F315-3F38E0A62E6B}"/>
              </a:ext>
            </a:extLst>
          </p:cNvPr>
          <p:cNvSpPr/>
          <p:nvPr/>
        </p:nvSpPr>
        <p:spPr>
          <a:xfrm>
            <a:off x="4461102" y="475860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849875E5-5268-6E7B-1698-0699A95AE53D}"/>
              </a:ext>
            </a:extLst>
          </p:cNvPr>
          <p:cNvSpPr/>
          <p:nvPr/>
        </p:nvSpPr>
        <p:spPr>
          <a:xfrm>
            <a:off x="4461102" y="488056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FF49FC7A-420B-28A7-DE1B-4B4F445A25AE}"/>
              </a:ext>
            </a:extLst>
          </p:cNvPr>
          <p:cNvSpPr/>
          <p:nvPr/>
        </p:nvSpPr>
        <p:spPr>
          <a:xfrm>
            <a:off x="4461102" y="500253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8" name="正方形/長方形 47">
            <a:extLst>
              <a:ext uri="{FF2B5EF4-FFF2-40B4-BE49-F238E27FC236}">
                <ns2:creationId id="{2357A5FD-2D25-3BB3-E1BD-A28E8830B7F9}"/>
              </a:ext>
            </a:extLst>
          </p:cNvPr>
          <p:cNvSpPr/>
          <p:nvPr/>
        </p:nvSpPr>
        <p:spPr>
          <a:xfrm>
            <a:off x="4461102" y="512450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9" name="正方形/長方形 48">
            <a:extLst>
              <a:ext uri="{FF2B5EF4-FFF2-40B4-BE49-F238E27FC236}">
                <ns2:creationId id="{DC538A6D-EA7A-41BE-33B1-C354A9EF9238}"/>
              </a:ext>
            </a:extLst>
          </p:cNvPr>
          <p:cNvSpPr/>
          <p:nvPr/>
        </p:nvSpPr>
        <p:spPr>
          <a:xfrm>
            <a:off x="4461102" y="524646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09ED1DF0-8978-A5AB-16F6-C1864562A96D}"/>
              </a:ext>
            </a:extLst>
          </p:cNvPr>
          <p:cNvSpPr/>
          <p:nvPr/>
        </p:nvSpPr>
        <p:spPr>
          <a:xfrm>
            <a:off x="4461102" y="53684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1" name="正方形/長方形 50">
            <a:extLst>
              <a:ext uri="{FF2B5EF4-FFF2-40B4-BE49-F238E27FC236}">
                <ns2:creationId id="{C4CBB80F-FBA3-EA6E-8057-EAF0520A4641}"/>
              </a:ext>
            </a:extLst>
          </p:cNvPr>
          <p:cNvSpPr/>
          <p:nvPr/>
        </p:nvSpPr>
        <p:spPr>
          <a:xfrm>
            <a:off x="4461102" y="5490399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4E5CB6C7-5C8E-BA1C-A96A-C204D86B9453}"/>
              </a:ext>
            </a:extLst>
          </p:cNvPr>
          <p:cNvSpPr/>
          <p:nvPr/>
        </p:nvSpPr>
        <p:spPr>
          <a:xfrm>
            <a:off x="4461102" y="5612365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3" name="正方形/長方形 52">
            <a:extLst>
              <a:ext uri="{FF2B5EF4-FFF2-40B4-BE49-F238E27FC236}">
                <ns2:creationId id="{6C74490F-98BC-E9D2-F746-51ACDB17B36D}"/>
              </a:ext>
            </a:extLst>
          </p:cNvPr>
          <p:cNvSpPr/>
          <p:nvPr/>
        </p:nvSpPr>
        <p:spPr>
          <a:xfrm>
            <a:off x="4461102" y="5734331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354AFE00-178A-EA3A-61A2-C791154E728B}"/>
              </a:ext>
            </a:extLst>
          </p:cNvPr>
          <p:cNvSpPr/>
          <p:nvPr/>
        </p:nvSpPr>
        <p:spPr>
          <a:xfrm>
            <a:off x="4461102" y="5856297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DAE99366-675F-5CAA-9E62-6CDE7D1D26BE}"/>
              </a:ext>
            </a:extLst>
          </p:cNvPr>
          <p:cNvSpPr/>
          <p:nvPr/>
        </p:nvSpPr>
        <p:spPr>
          <a:xfrm>
            <a:off x="4461102" y="597826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6" name="正方形/長方形 55">
            <a:extLst>
              <a:ext uri="{FF2B5EF4-FFF2-40B4-BE49-F238E27FC236}">
                <ns2:creationId id="{3A7BB8C8-BD70-088D-3E18-FCF8EC6539B1}"/>
              </a:ext>
            </a:extLst>
          </p:cNvPr>
          <p:cNvSpPr/>
          <p:nvPr/>
        </p:nvSpPr>
        <p:spPr>
          <a:xfrm>
            <a:off x="4461102" y="6100233"/>
            <a:ext cx="1340258" cy="108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80" name="グループ化 279">
            <a:extLst>
              <a:ext uri="{FF2B5EF4-FFF2-40B4-BE49-F238E27FC236}">
                <ns2:creationId id="{F0A5789F-9C30-6D44-DA35-7FDEB4B8B1D4}"/>
              </a:ext>
            </a:extLst>
          </p:cNvPr>
          <p:cNvGrpSpPr/>
          <p:nvPr/>
        </p:nvGrpSpPr>
        <p:grpSpPr>
          <a:xfrm>
            <a:off x="1407160" y="4751620"/>
            <a:ext cx="4394200" cy="1341626"/>
            <a:chOff x="1407160" y="4751620"/>
            <a:chExt cx="4394200" cy="1341626"/>
          </a:xfrm>
        </p:grpSpPr>
        <p:cxnSp>
          <p:nvCxnSpPr>
            <p:cNvPr id="58" name="直線コネクタ 57">
              <a:extLst>
                <a:ext uri="{FF2B5EF4-FFF2-40B4-BE49-F238E27FC236}">
                  <ns2:creationId id="{C6BBCA45-57F9-7370-07AF-428E950DB39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75162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ns2:creationId id="{CBF7CCBC-67E4-0640-F697-E058653BC18A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87358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ns2:creationId id="{74FAF225-76D3-2622-E162-8B4AEAB6359E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499555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ns2:creationId id="{C5207755-DB26-4981-1985-CCEA884031A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11751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75216EC2-690F-A43C-FD24-E98B76DBDE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23948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AA8E835C-616D-E08F-FBBD-998C8F7A7A5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36145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ns2:creationId id="{3B0F101C-0A0C-67C5-31FF-0803E051E386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48341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ns2:creationId id="{122AA24B-5A61-2128-35E5-80D74BA6106C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605382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D237F962-C8E9-5F48-B1BC-108E419951D0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727348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557122B7-2798-6431-ECE8-394A255A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849314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D4FDBA48-394E-DB04-CDD1-8FD843BD3F71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5971280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ns2:creationId id="{2363E40F-6ADE-34D0-A9EC-CF79959B08E8}"/>
                </a:ext>
              </a:extLst>
            </p:cNvPr>
            <p:cNvCxnSpPr>
              <a:cxnSpLocks/>
            </p:cNvCxnSpPr>
            <p:nvPr/>
          </p:nvCxnSpPr>
          <p:spPr>
            <a:xfrm>
              <a:off x="1407160" y="6093246"/>
              <a:ext cx="43942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テキスト ボックス 79">
            <a:extLst>
              <a:ext uri="{FF2B5EF4-FFF2-40B4-BE49-F238E27FC236}">
                <ns2:creationId id="{8A3896D8-52F0-7855-45A8-367C9F59A4FA}"/>
              </a:ext>
            </a:extLst>
          </p:cNvPr>
          <p:cNvSpPr txBox="1"/>
          <p:nvPr/>
        </p:nvSpPr>
        <p:spPr>
          <a:xfrm>
            <a:off x="8879841" y="4206571"/>
            <a:ext cx="429894" cy="317533"/>
          </a:xfrm>
          <a:prstGeom prst="rect">
            <a:avLst/>
          </a:prstGeom>
          <a:noFill/>
        </p:spPr>
        <p:txBody>
          <a:bodyPr wrap="square" lIns="72000" rIns="72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ns2:creationId id="{CBE72C73-674B-0B37-00D2-6DDA3FC8703A}"/>
              </a:ext>
            </a:extLst>
          </p:cNvPr>
          <p:cNvSpPr txBox="1"/>
          <p:nvPr/>
        </p:nvSpPr>
        <p:spPr>
          <a:xfrm>
            <a:off x="9337165" y="4206571"/>
            <a:ext cx="2497739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cxnSp>
        <p:nvCxnSpPr>
          <p:cNvPr id="90" name="直線コネクタ 89">
            <a:extLst>
              <a:ext uri="{FF2B5EF4-FFF2-40B4-BE49-F238E27FC236}">
                <ns2:creationId id="{6EDE7760-925A-80AE-0178-0C58F85864DA}"/>
              </a:ext>
            </a:extLst>
          </p:cNvPr>
          <p:cNvCxnSpPr>
            <a:cxnSpLocks/>
          </p:cNvCxnSpPr>
          <p:nvPr/>
        </p:nvCxnSpPr>
        <p:spPr>
          <a:xfrm>
            <a:off x="8879840" y="4546517"/>
            <a:ext cx="42989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B28077F5-EBCD-93DD-3845-B5A848961ED8}"/>
              </a:ext>
            </a:extLst>
          </p:cNvPr>
          <p:cNvCxnSpPr>
            <a:cxnSpLocks/>
          </p:cNvCxnSpPr>
          <p:nvPr/>
        </p:nvCxnSpPr>
        <p:spPr>
          <a:xfrm>
            <a:off x="9337164" y="4546517"/>
            <a:ext cx="2497739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テキスト ボックス 97">
            <a:extLst>
              <a:ext uri="{FF2B5EF4-FFF2-40B4-BE49-F238E27FC236}">
                <ns2:creationId id="{B3F73A43-E62D-7D79-D730-03DADD692A46}"/>
              </a:ext>
            </a:extLst>
          </p:cNvPr>
          <p:cNvSpPr txBox="1"/>
          <p:nvPr/>
        </p:nvSpPr>
        <p:spPr>
          <a:xfrm>
            <a:off x="8879841" y="4581269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ns2:creationId id="{6C2B0A9C-93A1-BD4E-5906-3A2C61DEF837}"/>
              </a:ext>
            </a:extLst>
          </p:cNvPr>
          <p:cNvSpPr txBox="1"/>
          <p:nvPr/>
        </p:nvSpPr>
        <p:spPr>
          <a:xfrm>
            <a:off x="9337165" y="4581269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br>
              <a:rPr lang="en-US" altLang="ja-JP" sz="1000" dirty="0"/>
            </a:br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1" name="テキスト ボックス 190">
            <a:extLst>
              <a:ext uri="{FF2B5EF4-FFF2-40B4-BE49-F238E27FC236}">
                <ns2:creationId id="{CDAA720A-8802-DC11-2D1F-995975DDEB69}"/>
              </a:ext>
            </a:extLst>
          </p:cNvPr>
          <p:cNvSpPr txBox="1"/>
          <p:nvPr/>
        </p:nvSpPr>
        <p:spPr>
          <a:xfrm>
            <a:off x="8879841" y="5020468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</a:p>
        </p:txBody>
      </p:sp>
      <p:sp>
        <p:nvSpPr>
          <p:cNvPr id="192" name="テキスト ボックス 191">
            <a:extLst>
              <a:ext uri="{FF2B5EF4-FFF2-40B4-BE49-F238E27FC236}">
                <ns2:creationId id="{83D8DD98-651F-64EB-A636-2B5CC408B712}"/>
              </a:ext>
            </a:extLst>
          </p:cNvPr>
          <p:cNvSpPr txBox="1"/>
          <p:nvPr/>
        </p:nvSpPr>
        <p:spPr>
          <a:xfrm>
            <a:off x="9337165" y="5020468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endParaRPr lang="en-US" altLang="ja-JP" sz="1000" dirty="0"/>
          </a:p>
        </p:txBody>
      </p:sp>
      <p:sp>
        <p:nvSpPr>
          <p:cNvPr id="198" name="テキスト ボックス 197">
            <a:extLst>
              <a:ext uri="{FF2B5EF4-FFF2-40B4-BE49-F238E27FC236}">
                <ns2:creationId id="{D7FFA233-A907-F976-9CB5-ED1F8B392EB8}"/>
              </a:ext>
            </a:extLst>
          </p:cNvPr>
          <p:cNvSpPr txBox="1"/>
          <p:nvPr/>
        </p:nvSpPr>
        <p:spPr>
          <a:xfrm>
            <a:off x="8879841" y="5459667"/>
            <a:ext cx="429894" cy="402279"/>
          </a:xfrm>
          <a:prstGeom prst="rect">
            <a:avLst/>
          </a:prstGeom>
          <a:solidFill>
            <a:srgbClr val="00800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/>
              <a:t>XX</a:t>
            </a:r>
          </a:p>
        </p:txBody>
      </p:sp>
      <p:sp>
        <p:nvSpPr>
          <p:cNvPr id="199" name="テキスト ボックス 198">
            <a:extLst>
              <a:ext uri="{FF2B5EF4-FFF2-40B4-BE49-F238E27FC236}">
                <ns2:creationId id="{2B786CAC-284D-2ED0-5FDC-47C611493821}"/>
              </a:ext>
            </a:extLst>
          </p:cNvPr>
          <p:cNvSpPr txBox="1"/>
          <p:nvPr/>
        </p:nvSpPr>
        <p:spPr>
          <a:xfrm>
            <a:off x="9337165" y="54596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/>
              <a:t>XX</a:t>
            </a:r>
            <a:r>
              <a:rPr lang="en-US" altLang="ja-JP" sz="1000" dirty="0"/>
              <a:t>(</a:t>
            </a:r>
            <a:r>
              <a:rPr lang="ja-JP" altLang="en-US" sz="1000" dirty="0"/>
              <a:t>XX</a:t>
            </a:r>
            <a:r>
              <a:rPr lang="en-US" altLang="ja-JP" sz="1000" dirty="0"/>
              <a:t>)</a:t>
            </a:r>
          </a:p>
        </p:txBody>
      </p:sp>
      <p:sp>
        <p:nvSpPr>
          <p:cNvPr id="205" name="テキスト ボックス 204">
            <a:extLst>
              <a:ext uri="{FF2B5EF4-FFF2-40B4-BE49-F238E27FC236}">
                <ns2:creationId id="{CC0D996A-1A16-72BD-6087-51CC7936865A}"/>
              </a:ext>
            </a:extLst>
          </p:cNvPr>
          <p:cNvSpPr txBox="1"/>
          <p:nvPr/>
        </p:nvSpPr>
        <p:spPr>
          <a:xfrm>
            <a:off x="8879841" y="5898867"/>
            <a:ext cx="429894" cy="402279"/>
          </a:xfrm>
          <a:prstGeom prst="rect">
            <a:avLst/>
          </a:prstGeom>
          <a:solidFill>
            <a:srgbClr val="FF5050">
              <a:alpha val="10000"/>
            </a:srgbClr>
          </a:solidFill>
        </p:spPr>
        <p:txBody>
          <a:bodyPr wrap="square" lIns="36000" rIns="36000" rtlCol="0" anchor="ctr" anchorCtr="0">
            <a:noAutofit/>
          </a:bodyPr>
          <a:lstStyle/>
          <a:p>
            <a:pPr algn="ctr"/>
            <a:endParaRPr lang="ja-JP" altLang="en-US" dirty="0"/>
          </a:p>
        </p:txBody>
      </p:sp>
      <p:sp>
        <p:nvSpPr>
          <p:cNvPr id="206" name="テキスト ボックス 205">
            <a:extLst>
              <a:ext uri="{FF2B5EF4-FFF2-40B4-BE49-F238E27FC236}">
                <ns2:creationId id="{00FC7511-720A-E81F-D97E-C935E968BCD0}"/>
              </a:ext>
            </a:extLst>
          </p:cNvPr>
          <p:cNvSpPr txBox="1"/>
          <p:nvPr/>
        </p:nvSpPr>
        <p:spPr>
          <a:xfrm>
            <a:off x="9337165" y="5898867"/>
            <a:ext cx="2497739" cy="402279"/>
          </a:xfrm>
          <a:prstGeom prst="rect">
            <a:avLst/>
          </a:prstGeom>
          <a:noFill/>
        </p:spPr>
        <p:txBody>
          <a:bodyPr wrap="square" lIns="36000" rIns="36000" rtlCol="0" anchor="ctr" anchorCtr="0">
            <a:noAutofit/>
          </a:bodyPr>
          <a:lstStyle/>
          <a:p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br>
              <a:rPr lang="en-US" altLang="ja-JP" sz="1000" dirty="0">
                <a:solidFill>
                  <a:srgbClr val="FF5050"/>
                </a:solidFill>
              </a:rPr>
            </a:br>
            <a:r>
              <a:rPr lang="ja-JP" altLang="en-US" sz="1000" dirty="0">
                <a:solidFill>
                  <a:srgbClr val="FF5050"/>
                </a:solidFill>
              </a:rPr>
              <a:t>XX</a:t>
            </a:r>
            <a:endParaRPr lang="en-US" altLang="ja-JP" sz="1000" dirty="0">
              <a:solidFill>
                <a:srgbClr val="FF5050"/>
              </a:solidFill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ns2:creationId id="{AE19FC2A-157E-7152-AEE4-EBC69C231528}"/>
              </a:ext>
            </a:extLst>
          </p:cNvPr>
          <p:cNvSpPr txBox="1"/>
          <p:nvPr/>
        </p:nvSpPr>
        <p:spPr>
          <a:xfrm>
            <a:off x="6191045" y="4206571"/>
            <a:ext cx="258782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00" name="テキスト ボックス 99">
            <a:extLst>
              <a:ext uri="{FF2B5EF4-FFF2-40B4-BE49-F238E27FC236}">
                <ns2:creationId id="{C2A3E0C2-3291-4D47-F8AE-1023B50ADBB5}"/>
              </a:ext>
            </a:extLst>
          </p:cNvPr>
          <p:cNvSpPr txBox="1"/>
          <p:nvPr/>
        </p:nvSpPr>
        <p:spPr>
          <a:xfrm>
            <a:off x="6191045" y="4581269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3" name="テキスト ボックス 192">
            <a:extLst>
              <a:ext uri="{FF2B5EF4-FFF2-40B4-BE49-F238E27FC236}">
                <ns2:creationId id="{D88933A6-51F4-0B7B-1D3F-7189CC4840D6}"/>
              </a:ext>
            </a:extLst>
          </p:cNvPr>
          <p:cNvSpPr txBox="1"/>
          <p:nvPr/>
        </p:nvSpPr>
        <p:spPr>
          <a:xfrm>
            <a:off x="6191045" y="5020468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0" name="テキスト ボックス 199">
            <a:extLst>
              <a:ext uri="{FF2B5EF4-FFF2-40B4-BE49-F238E27FC236}">
                <ns2:creationId id="{682A8836-309C-7802-7BB8-E395BE5CDCDB}"/>
              </a:ext>
            </a:extLst>
          </p:cNvPr>
          <p:cNvSpPr txBox="1"/>
          <p:nvPr/>
        </p:nvSpPr>
        <p:spPr>
          <a:xfrm>
            <a:off x="6191045" y="54596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7" name="テキスト ボックス 206">
            <a:extLst>
              <a:ext uri="{FF2B5EF4-FFF2-40B4-BE49-F238E27FC236}">
                <ns2:creationId id="{CDED4F82-6BEE-17CE-44DF-32F68ED57DCF}"/>
              </a:ext>
            </a:extLst>
          </p:cNvPr>
          <p:cNvSpPr txBox="1"/>
          <p:nvPr/>
        </p:nvSpPr>
        <p:spPr>
          <a:xfrm>
            <a:off x="6191045" y="5898867"/>
            <a:ext cx="258782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8" name="楕円 207">
            <a:extLst>
              <a:ext uri="{FF2B5EF4-FFF2-40B4-BE49-F238E27FC236}">
                <ns2:creationId id="{1969544B-7BA1-0A90-E6C6-C4139FA44702}"/>
              </a:ext>
            </a:extLst>
          </p:cNvPr>
          <p:cNvSpPr/>
          <p:nvPr/>
        </p:nvSpPr>
        <p:spPr>
          <a:xfrm>
            <a:off x="6261874" y="4709501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9" name="楕円 208">
            <a:extLst>
              <a:ext uri="{FF2B5EF4-FFF2-40B4-BE49-F238E27FC236}">
                <ns2:creationId id="{A8520C90-006B-788F-4251-709673079740}"/>
              </a:ext>
            </a:extLst>
          </p:cNvPr>
          <p:cNvSpPr/>
          <p:nvPr/>
        </p:nvSpPr>
        <p:spPr>
          <a:xfrm>
            <a:off x="6261874" y="5148700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0" name="楕円 209">
            <a:extLst>
              <a:ext uri="{FF2B5EF4-FFF2-40B4-BE49-F238E27FC236}">
                <ns2:creationId id="{2BE8646A-2083-0B9E-C738-2466152B8426}"/>
              </a:ext>
            </a:extLst>
          </p:cNvPr>
          <p:cNvSpPr/>
          <p:nvPr/>
        </p:nvSpPr>
        <p:spPr>
          <a:xfrm>
            <a:off x="6261874" y="55878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1" name="楕円 210">
            <a:extLst>
              <a:ext uri="{FF2B5EF4-FFF2-40B4-BE49-F238E27FC236}">
                <ns2:creationId id="{747BB1FD-8496-8D4B-4EC5-AC200F55CB71}"/>
              </a:ext>
            </a:extLst>
          </p:cNvPr>
          <p:cNvSpPr/>
          <p:nvPr/>
        </p:nvSpPr>
        <p:spPr>
          <a:xfrm>
            <a:off x="6261874" y="6027099"/>
            <a:ext cx="145815" cy="145815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bIns="36000" rtlCol="0" anchor="ctr"/>
          <a:lstStyle/>
          <a:p>
            <a:pPr algn="ctr"/>
            <a:r>
              <a:rPr lang="en-US" altLang="ja-JP" sz="7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lang="ja-JP" altLang="en-US" sz="7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ns2:creationId id="{501B1709-307E-1ECF-6673-E183F37E8061}"/>
              </a:ext>
            </a:extLst>
          </p:cNvPr>
          <p:cNvSpPr txBox="1"/>
          <p:nvPr/>
        </p:nvSpPr>
        <p:spPr>
          <a:xfrm>
            <a:off x="7500116" y="4206571"/>
            <a:ext cx="307844" cy="31753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cxnSp>
        <p:nvCxnSpPr>
          <p:cNvPr id="87" name="直線コネクタ 86">
            <a:extLst>
              <a:ext uri="{FF2B5EF4-FFF2-40B4-BE49-F238E27FC236}">
                <ns2:creationId id="{FC043245-5146-C3A2-0C11-A0D36179921E}"/>
              </a:ext>
            </a:extLst>
          </p:cNvPr>
          <p:cNvCxnSpPr>
            <a:cxnSpLocks/>
          </p:cNvCxnSpPr>
          <p:nvPr/>
        </p:nvCxnSpPr>
        <p:spPr>
          <a:xfrm>
            <a:off x="7500116" y="4546517"/>
            <a:ext cx="307844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テキスト ボックス 95">
            <a:extLst>
              <a:ext uri="{FF2B5EF4-FFF2-40B4-BE49-F238E27FC236}">
                <ns2:creationId id="{936241F3-825A-C078-5DE4-F9305C73F88C}"/>
              </a:ext>
            </a:extLst>
          </p:cNvPr>
          <p:cNvSpPr txBox="1"/>
          <p:nvPr/>
        </p:nvSpPr>
        <p:spPr>
          <a:xfrm>
            <a:off x="7500116" y="4581269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189" name="テキスト ボックス 188">
            <a:extLst>
              <a:ext uri="{FF2B5EF4-FFF2-40B4-BE49-F238E27FC236}">
                <ns2:creationId id="{BF234280-B2F2-077C-B4FE-9F24DA4D1101}"/>
              </a:ext>
            </a:extLst>
          </p:cNvPr>
          <p:cNvSpPr txBox="1"/>
          <p:nvPr/>
        </p:nvSpPr>
        <p:spPr>
          <a:xfrm>
            <a:off x="7500116" y="5020468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  <a:p>
            <a:pPr algn="ctr"/>
            <a:endParaRPr lang="ja-JP" altLang="en-US" sz="1400" dirty="0"/>
          </a:p>
        </p:txBody>
      </p:sp>
      <p:sp>
        <p:nvSpPr>
          <p:cNvPr id="196" name="テキスト ボックス 195">
            <a:extLst>
              <a:ext uri="{FF2B5EF4-FFF2-40B4-BE49-F238E27FC236}">
                <ns2:creationId id="{74F0B9AE-CF6E-1E35-57B7-86A0749A2828}"/>
              </a:ext>
            </a:extLst>
          </p:cNvPr>
          <p:cNvSpPr txBox="1"/>
          <p:nvPr/>
        </p:nvSpPr>
        <p:spPr>
          <a:xfrm>
            <a:off x="7500116" y="54596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203" name="テキスト ボックス 202">
            <a:extLst>
              <a:ext uri="{FF2B5EF4-FFF2-40B4-BE49-F238E27FC236}">
                <ns2:creationId id="{67622BE4-DCD8-9AA3-D241-FB25E41BCE74}"/>
              </a:ext>
            </a:extLst>
          </p:cNvPr>
          <p:cNvSpPr txBox="1"/>
          <p:nvPr/>
        </p:nvSpPr>
        <p:spPr>
          <a:xfrm>
            <a:off x="7500116" y="5898867"/>
            <a:ext cx="307844" cy="402279"/>
          </a:xfrm>
          <a:prstGeom prst="rect">
            <a:avLst/>
          </a:prstGeom>
          <a:noFill/>
        </p:spPr>
        <p:txBody>
          <a:bodyPr wrap="square" tIns="72000" rtlCol="0">
            <a:noAutofit/>
          </a:bodyPr>
          <a:lstStyle/>
          <a:p>
            <a:pPr algn="ctr"/>
            <a:r>
              <a:rPr lang="en-US" altLang="ja-JP" sz="1400" dirty="0"/>
              <a:t>/</a:t>
            </a:r>
            <a:endParaRPr lang="ja-JP" altLang="en-US" sz="1400" dirty="0"/>
          </a:p>
        </p:txBody>
      </p:sp>
      <p:sp>
        <p:nvSpPr>
          <p:cNvPr id="77" name="テキスト ボックス 76">
            <a:extLst>
              <a:ext uri="{FF2B5EF4-FFF2-40B4-BE49-F238E27FC236}">
                <ns2:creationId id="{FA95A4FB-F56D-CF00-1BA3-FC209B439A3A}"/>
              </a:ext>
            </a:extLst>
          </p:cNvPr>
          <p:cNvSpPr txBox="1"/>
          <p:nvPr/>
        </p:nvSpPr>
        <p:spPr>
          <a:xfrm>
            <a:off x="6477260" y="4206571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endParaRPr lang="en-US" altLang="ja-JP" sz="900" dirty="0"/>
          </a:p>
          <a:p>
            <a:pPr algn="ctr"/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6" name="直線コネクタ 85">
            <a:extLst>
              <a:ext uri="{FF2B5EF4-FFF2-40B4-BE49-F238E27FC236}">
                <ns2:creationId id="{7530B1D0-B7F6-636F-6A79-F8EF57F32444}"/>
              </a:ext>
            </a:extLst>
          </p:cNvPr>
          <p:cNvCxnSpPr/>
          <p:nvPr/>
        </p:nvCxnSpPr>
        <p:spPr>
          <a:xfrm>
            <a:off x="6477260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テキスト ボックス 94">
            <a:extLst>
              <a:ext uri="{FF2B5EF4-FFF2-40B4-BE49-F238E27FC236}">
                <ns2:creationId id="{E3A87722-7BB0-3254-8652-146A1589A4CE}"/>
              </a:ext>
            </a:extLst>
          </p:cNvPr>
          <p:cNvSpPr txBox="1"/>
          <p:nvPr/>
        </p:nvSpPr>
        <p:spPr>
          <a:xfrm>
            <a:off x="6477260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88" name="テキスト ボックス 187">
            <a:extLst>
              <a:ext uri="{FF2B5EF4-FFF2-40B4-BE49-F238E27FC236}">
                <ns2:creationId id="{D7C79FE9-351D-3B92-E9DE-4D3942934548}"/>
              </a:ext>
            </a:extLst>
          </p:cNvPr>
          <p:cNvSpPr txBox="1"/>
          <p:nvPr/>
        </p:nvSpPr>
        <p:spPr>
          <a:xfrm>
            <a:off x="6477260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5" name="テキスト ボックス 194">
            <a:extLst>
              <a:ext uri="{FF2B5EF4-FFF2-40B4-BE49-F238E27FC236}">
                <ns2:creationId id="{0A646DF9-2636-027D-D34E-A34BA32A923A}"/>
              </a:ext>
            </a:extLst>
          </p:cNvPr>
          <p:cNvSpPr txBox="1"/>
          <p:nvPr/>
        </p:nvSpPr>
        <p:spPr>
          <a:xfrm>
            <a:off x="6477260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2" name="テキスト ボックス 201">
            <a:extLst>
              <a:ext uri="{FF2B5EF4-FFF2-40B4-BE49-F238E27FC236}">
                <ns2:creationId id="{33C85DC3-897D-A94A-F698-08230F63A345}"/>
              </a:ext>
            </a:extLst>
          </p:cNvPr>
          <p:cNvSpPr txBox="1"/>
          <p:nvPr/>
        </p:nvSpPr>
        <p:spPr>
          <a:xfrm>
            <a:off x="6477260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36" name="グループ化 235">
            <a:extLst>
              <a:ext uri="{FF2B5EF4-FFF2-40B4-BE49-F238E27FC236}">
                <ns2:creationId id="{17C40D0C-2681-8841-0ED8-F429E217EEE2}"/>
              </a:ext>
            </a:extLst>
          </p:cNvPr>
          <p:cNvGrpSpPr/>
          <p:nvPr/>
        </p:nvGrpSpPr>
        <p:grpSpPr>
          <a:xfrm>
            <a:off x="6719795" y="4641568"/>
            <a:ext cx="510352" cy="294382"/>
            <a:chOff x="6687067" y="4641568"/>
            <a:chExt cx="510352" cy="294382"/>
          </a:xfrm>
        </p:grpSpPr>
        <p:sp>
          <p:nvSpPr>
            <p:cNvPr id="233" name="矢印: 上 232">
              <a:extLst>
                <a:ext uri="{FF2B5EF4-FFF2-40B4-BE49-F238E27FC236}">
                  <ns2:creationId id="{868378E2-8863-B467-E617-063D3EF5529E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矢印: 上 233">
              <a:extLst>
                <a:ext uri="{FF2B5EF4-FFF2-40B4-BE49-F238E27FC236}">
                  <ns2:creationId id="{3E9EB4CC-CC2E-A79C-A6AE-AD4B5C614825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5" name="矢印: 上 234">
              <a:extLst>
                <a:ext uri="{FF2B5EF4-FFF2-40B4-BE49-F238E27FC236}">
                  <ns2:creationId id="{862461DD-9133-BD5B-8AED-03289ACAE800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39" name="矢印: 上 238">
            <a:extLst>
              <a:ext uri="{FF2B5EF4-FFF2-40B4-BE49-F238E27FC236}">
                <ns2:creationId id="{1A93466B-96DA-0754-3863-24BBDA3D7A5D}"/>
              </a:ext>
            </a:extLst>
          </p:cNvPr>
          <p:cNvSpPr/>
          <p:nvPr/>
        </p:nvSpPr>
        <p:spPr>
          <a:xfrm>
            <a:off x="6902066" y="5092391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1" name="矢印: 上 240">
            <a:extLst>
              <a:ext uri="{FF2B5EF4-FFF2-40B4-BE49-F238E27FC236}">
                <ns2:creationId id="{6548DA5A-7E70-D7EA-EEE9-0EA907C64865}"/>
              </a:ext>
            </a:extLst>
          </p:cNvPr>
          <p:cNvSpPr/>
          <p:nvPr/>
        </p:nvSpPr>
        <p:spPr>
          <a:xfrm>
            <a:off x="6902066" y="5952816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2" name="矢印: 上 241">
            <a:extLst>
              <a:ext uri="{FF2B5EF4-FFF2-40B4-BE49-F238E27FC236}">
                <ns2:creationId id="{DBE7016E-E5E9-11C2-8F33-0254C113E13A}"/>
              </a:ext>
            </a:extLst>
          </p:cNvPr>
          <p:cNvSpPr/>
          <p:nvPr/>
        </p:nvSpPr>
        <p:spPr>
          <a:xfrm flipV="1">
            <a:off x="6902066" y="5513615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ns2:creationId id="{7E1B8AA6-F81F-99B6-AFB7-FB7A00382F18}"/>
              </a:ext>
            </a:extLst>
          </p:cNvPr>
          <p:cNvSpPr txBox="1"/>
          <p:nvPr/>
        </p:nvSpPr>
        <p:spPr>
          <a:xfrm>
            <a:off x="7846253" y="4213624"/>
            <a:ext cx="995423" cy="317533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ja-JP" altLang="en-US" sz="900" dirty="0"/>
              <a:t>XX</a:t>
            </a:r>
            <a:br>
              <a:rPr lang="en-US" altLang="ja-JP" sz="900" dirty="0"/>
            </a:br>
            <a:r>
              <a:rPr lang="ja-JP" altLang="en-US" sz="900" dirty="0">
                <a:solidFill>
                  <a:srgbClr val="008000"/>
                </a:solidFill>
              </a:rPr>
              <a:t>XX</a:t>
            </a:r>
          </a:p>
        </p:txBody>
      </p:sp>
      <p:cxnSp>
        <p:nvCxnSpPr>
          <p:cNvPr id="89" name="直線コネクタ 88">
            <a:extLst>
              <a:ext uri="{FF2B5EF4-FFF2-40B4-BE49-F238E27FC236}">
                <ns2:creationId id="{845579E9-5488-AD5E-D6D2-C34CAA382EE5}"/>
              </a:ext>
            </a:extLst>
          </p:cNvPr>
          <p:cNvCxnSpPr>
            <a:cxnSpLocks/>
          </p:cNvCxnSpPr>
          <p:nvPr/>
        </p:nvCxnSpPr>
        <p:spPr>
          <a:xfrm>
            <a:off x="7846253" y="4546517"/>
            <a:ext cx="99542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テキスト ボックス 96">
            <a:extLst>
              <a:ext uri="{FF2B5EF4-FFF2-40B4-BE49-F238E27FC236}">
                <ns2:creationId id="{C8A9A33B-EB39-14EE-8CB9-905C04978202}"/>
              </a:ext>
            </a:extLst>
          </p:cNvPr>
          <p:cNvSpPr txBox="1"/>
          <p:nvPr/>
        </p:nvSpPr>
        <p:spPr>
          <a:xfrm>
            <a:off x="7846253" y="4581269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0" name="テキスト ボックス 189">
            <a:extLst>
              <a:ext uri="{FF2B5EF4-FFF2-40B4-BE49-F238E27FC236}">
                <ns2:creationId id="{9D83F50C-A187-7E03-418E-E70772283713}"/>
              </a:ext>
            </a:extLst>
          </p:cNvPr>
          <p:cNvSpPr txBox="1"/>
          <p:nvPr/>
        </p:nvSpPr>
        <p:spPr>
          <a:xfrm>
            <a:off x="7846253" y="5020468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197" name="テキスト ボックス 196">
            <a:extLst>
              <a:ext uri="{FF2B5EF4-FFF2-40B4-BE49-F238E27FC236}">
                <ns2:creationId id="{69C891AE-940F-1911-0490-2DDC02623DE2}"/>
              </a:ext>
            </a:extLst>
          </p:cNvPr>
          <p:cNvSpPr txBox="1"/>
          <p:nvPr/>
        </p:nvSpPr>
        <p:spPr>
          <a:xfrm>
            <a:off x="7846253" y="54596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sp>
        <p:nvSpPr>
          <p:cNvPr id="204" name="テキスト ボックス 203">
            <a:extLst>
              <a:ext uri="{FF2B5EF4-FFF2-40B4-BE49-F238E27FC236}">
                <ns2:creationId id="{B0265198-60D2-BBF7-EC60-5AD5394936F8}"/>
              </a:ext>
            </a:extLst>
          </p:cNvPr>
          <p:cNvSpPr txBox="1"/>
          <p:nvPr/>
        </p:nvSpPr>
        <p:spPr>
          <a:xfrm>
            <a:off x="7846253" y="5898867"/>
            <a:ext cx="995423" cy="40227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ja-JP" altLang="en-US" dirty="0"/>
          </a:p>
        </p:txBody>
      </p:sp>
      <p:grpSp>
        <p:nvGrpSpPr>
          <p:cNvPr id="269" name="グループ化 268">
            <a:extLst>
              <a:ext uri="{FF2B5EF4-FFF2-40B4-BE49-F238E27FC236}">
                <ns2:creationId id="{A5809A6F-3BF4-936C-7BB1-70B64F93B29C}"/>
              </a:ext>
            </a:extLst>
          </p:cNvPr>
          <p:cNvGrpSpPr/>
          <p:nvPr/>
        </p:nvGrpSpPr>
        <p:grpSpPr>
          <a:xfrm>
            <a:off x="6191045" y="5002008"/>
            <a:ext cx="5643858" cy="0"/>
            <a:chOff x="6191045" y="5002008"/>
            <a:chExt cx="5643858" cy="0"/>
          </a:xfrm>
        </p:grpSpPr>
        <p:cxnSp>
          <p:nvCxnSpPr>
            <p:cNvPr id="217" name="直線コネクタ 216">
              <a:extLst>
                <a:ext uri="{FF2B5EF4-FFF2-40B4-BE49-F238E27FC236}">
                  <ns2:creationId id="{D05AA83B-6D83-6599-9938-69E3681576C1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002008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ns2:creationId id="{709750A9-9D92-70EF-3F75-EDA7ED77C69B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002008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EE01A6F0-11C9-FFDD-105A-C32347B1AA08}"/>
                </a:ext>
              </a:extLst>
            </p:cNvPr>
            <p:cNvCxnSpPr/>
            <p:nvPr/>
          </p:nvCxnSpPr>
          <p:spPr>
            <a:xfrm>
              <a:off x="6191045" y="5002008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ns2:creationId id="{00DDE76E-CBB1-04E5-B421-8EB46BDA64EF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002008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D5B32EE3-F9F1-F727-399C-B9D7C0D34F83}"/>
                </a:ext>
              </a:extLst>
            </p:cNvPr>
            <p:cNvCxnSpPr/>
            <p:nvPr/>
          </p:nvCxnSpPr>
          <p:spPr>
            <a:xfrm>
              <a:off x="6477260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線コネクタ 215">
              <a:extLst>
                <a:ext uri="{FF2B5EF4-FFF2-40B4-BE49-F238E27FC236}">
                  <ns2:creationId id="{3FECF608-BB64-E460-9948-889C5C9D1819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002008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グループ化 267">
            <a:extLst>
              <a:ext uri="{FF2B5EF4-FFF2-40B4-BE49-F238E27FC236}">
                <ns2:creationId id="{DA2CDEB1-267C-A392-5C70-53636FF9D4F2}"/>
              </a:ext>
            </a:extLst>
          </p:cNvPr>
          <p:cNvGrpSpPr/>
          <p:nvPr/>
        </p:nvGrpSpPr>
        <p:grpSpPr>
          <a:xfrm>
            <a:off x="6191045" y="5441207"/>
            <a:ext cx="5643858" cy="0"/>
            <a:chOff x="6191045" y="5442622"/>
            <a:chExt cx="5643858" cy="0"/>
          </a:xfrm>
        </p:grpSpPr>
        <p:cxnSp>
          <p:nvCxnSpPr>
            <p:cNvPr id="224" name="直線コネクタ 223">
              <a:extLst>
                <a:ext uri="{FF2B5EF4-FFF2-40B4-BE49-F238E27FC236}">
                  <ns2:creationId id="{5B096D56-383B-F9E7-A6AB-B7B100A57B7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442622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線コネクタ 224">
              <a:extLst>
                <a:ext uri="{FF2B5EF4-FFF2-40B4-BE49-F238E27FC236}">
                  <ns2:creationId id="{E0C9EA1F-F14C-5410-F469-815E4AA46966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442622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線コネクタ 219">
              <a:extLst>
                <a:ext uri="{FF2B5EF4-FFF2-40B4-BE49-F238E27FC236}">
                  <ns2:creationId id="{477896DF-994F-CC34-EC73-85AD6BABBCD0}"/>
                </a:ext>
              </a:extLst>
            </p:cNvPr>
            <p:cNvCxnSpPr/>
            <p:nvPr/>
          </p:nvCxnSpPr>
          <p:spPr>
            <a:xfrm>
              <a:off x="6191045" y="5442622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線コネクタ 221">
              <a:extLst>
                <a:ext uri="{FF2B5EF4-FFF2-40B4-BE49-F238E27FC236}">
                  <ns2:creationId id="{3FAC02EB-FB88-275D-7FC7-29F2C99D613A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442622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ns2:creationId id="{B6D3C034-9408-1E21-382A-69CD23082A9E}"/>
                </a:ext>
              </a:extLst>
            </p:cNvPr>
            <p:cNvCxnSpPr/>
            <p:nvPr/>
          </p:nvCxnSpPr>
          <p:spPr>
            <a:xfrm>
              <a:off x="6477260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直線コネクタ 222">
              <a:extLst>
                <a:ext uri="{FF2B5EF4-FFF2-40B4-BE49-F238E27FC236}">
                  <ns2:creationId id="{D92A49E2-4234-DC94-19C1-0B04AA73D50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442622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7" name="グループ化 266">
            <a:extLst>
              <a:ext uri="{FF2B5EF4-FFF2-40B4-BE49-F238E27FC236}">
                <ns2:creationId id="{45A9B285-F960-12E6-6762-3B227591B256}"/>
              </a:ext>
            </a:extLst>
          </p:cNvPr>
          <p:cNvGrpSpPr/>
          <p:nvPr/>
        </p:nvGrpSpPr>
        <p:grpSpPr>
          <a:xfrm>
            <a:off x="6191045" y="5880406"/>
            <a:ext cx="5643858" cy="0"/>
            <a:chOff x="6191045" y="5898867"/>
            <a:chExt cx="5643858" cy="0"/>
          </a:xfrm>
        </p:grpSpPr>
        <p:cxnSp>
          <p:nvCxnSpPr>
            <p:cNvPr id="227" name="直線コネクタ 226">
              <a:extLst>
                <a:ext uri="{FF2B5EF4-FFF2-40B4-BE49-F238E27FC236}">
                  <ns2:creationId id="{9468E354-3917-B0E7-A39F-DE60DBFAF390}"/>
                </a:ext>
              </a:extLst>
            </p:cNvPr>
            <p:cNvCxnSpPr/>
            <p:nvPr/>
          </p:nvCxnSpPr>
          <p:spPr>
            <a:xfrm>
              <a:off x="6191045" y="5898867"/>
              <a:ext cx="258782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6C1E2533-F99F-CA40-7234-90557CA527E3}"/>
                </a:ext>
              </a:extLst>
            </p:cNvPr>
            <p:cNvCxnSpPr>
              <a:cxnSpLocks/>
            </p:cNvCxnSpPr>
            <p:nvPr/>
          </p:nvCxnSpPr>
          <p:spPr>
            <a:xfrm>
              <a:off x="7500116" y="5898867"/>
              <a:ext cx="30784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146D4E5E-3A34-4A7E-9711-C1CCAA99062A}"/>
                </a:ext>
              </a:extLst>
            </p:cNvPr>
            <p:cNvCxnSpPr>
              <a:cxnSpLocks/>
            </p:cNvCxnSpPr>
            <p:nvPr/>
          </p:nvCxnSpPr>
          <p:spPr>
            <a:xfrm>
              <a:off x="8879840" y="5898867"/>
              <a:ext cx="429894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915654E3-4103-7CA3-7435-853C3AD8DD01}"/>
                </a:ext>
              </a:extLst>
            </p:cNvPr>
            <p:cNvCxnSpPr>
              <a:cxnSpLocks/>
            </p:cNvCxnSpPr>
            <p:nvPr/>
          </p:nvCxnSpPr>
          <p:spPr>
            <a:xfrm>
              <a:off x="9337164" y="5898867"/>
              <a:ext cx="2497739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537E57E0-96BE-E0B3-5745-CE3CE63879C1}"/>
                </a:ext>
              </a:extLst>
            </p:cNvPr>
            <p:cNvCxnSpPr/>
            <p:nvPr/>
          </p:nvCxnSpPr>
          <p:spPr>
            <a:xfrm>
              <a:off x="6477260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6B4ADFF5-E1A8-E740-10A4-17F849E4D4B5}"/>
                </a:ext>
              </a:extLst>
            </p:cNvPr>
            <p:cNvCxnSpPr>
              <a:cxnSpLocks/>
            </p:cNvCxnSpPr>
            <p:nvPr/>
          </p:nvCxnSpPr>
          <p:spPr>
            <a:xfrm>
              <a:off x="7846253" y="5898867"/>
              <a:ext cx="995423" cy="0"/>
            </a:xfrm>
            <a:prstGeom prst="line">
              <a:avLst/>
            </a:prstGeom>
            <a:ln w="9525">
              <a:solidFill>
                <a:srgbClr val="969696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5" name="矢印: 上 244">
            <a:extLst>
              <a:ext uri="{FF2B5EF4-FFF2-40B4-BE49-F238E27FC236}">
                <ns2:creationId id="{A83C0383-BFF5-EB5D-E73A-10E2333365AA}"/>
              </a:ext>
            </a:extLst>
          </p:cNvPr>
          <p:cNvSpPr/>
          <p:nvPr/>
        </p:nvSpPr>
        <p:spPr>
          <a:xfrm flipV="1">
            <a:off x="8271058" y="5074417"/>
            <a:ext cx="145815" cy="294382"/>
          </a:xfrm>
          <a:prstGeom prst="upArrow">
            <a:avLst/>
          </a:prstGeom>
          <a:solidFill>
            <a:srgbClr val="FF505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49" name="グループ化 248">
            <a:extLst>
              <a:ext uri="{FF2B5EF4-FFF2-40B4-BE49-F238E27FC236}">
                <ns2:creationId id="{F1804E24-1647-80EA-2AEE-EB5DEA804EB4}"/>
              </a:ext>
            </a:extLst>
          </p:cNvPr>
          <p:cNvGrpSpPr/>
          <p:nvPr/>
        </p:nvGrpSpPr>
        <p:grpSpPr>
          <a:xfrm>
            <a:off x="8077501" y="5513616"/>
            <a:ext cx="532924" cy="294382"/>
            <a:chOff x="8157310" y="5504541"/>
            <a:chExt cx="532924" cy="294382"/>
          </a:xfrm>
        </p:grpSpPr>
        <p:sp>
          <p:nvSpPr>
            <p:cNvPr id="246" name="矢印: 上 245">
              <a:extLst>
                <a:ext uri="{FF2B5EF4-FFF2-40B4-BE49-F238E27FC236}">
                  <ns2:creationId id="{2E01EA9D-10D9-8142-89C9-BC45ABC7A70D}"/>
                </a:ext>
              </a:extLst>
            </p:cNvPr>
            <p:cNvSpPr/>
            <p:nvPr/>
          </p:nvSpPr>
          <p:spPr>
            <a:xfrm flipV="1">
              <a:off x="8350865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矢印: 上 246">
              <a:extLst>
                <a:ext uri="{FF2B5EF4-FFF2-40B4-BE49-F238E27FC236}">
                  <ns2:creationId id="{1502E793-51DA-E8A6-EAE3-D13CB837D459}"/>
                </a:ext>
              </a:extLst>
            </p:cNvPr>
            <p:cNvSpPr/>
            <p:nvPr/>
          </p:nvSpPr>
          <p:spPr>
            <a:xfrm flipV="1">
              <a:off x="8157310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矢印: 上 247">
              <a:extLst>
                <a:ext uri="{FF2B5EF4-FFF2-40B4-BE49-F238E27FC236}">
                  <ns2:creationId id="{B1933CD6-4F7B-1799-5C69-90F57759273F}"/>
                </a:ext>
              </a:extLst>
            </p:cNvPr>
            <p:cNvSpPr/>
            <p:nvPr/>
          </p:nvSpPr>
          <p:spPr>
            <a:xfrm flipV="1">
              <a:off x="8544419" y="5504541"/>
              <a:ext cx="145815" cy="294382"/>
            </a:xfrm>
            <a:prstGeom prst="upArrow">
              <a:avLst/>
            </a:prstGeom>
            <a:solidFill>
              <a:srgbClr val="FF505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0" name="グループ化 249">
            <a:extLst>
              <a:ext uri="{FF2B5EF4-FFF2-40B4-BE49-F238E27FC236}">
                <ns2:creationId id="{99AF33E1-B5EA-E194-9415-E82E45DEC9EC}"/>
              </a:ext>
            </a:extLst>
          </p:cNvPr>
          <p:cNvGrpSpPr/>
          <p:nvPr/>
        </p:nvGrpSpPr>
        <p:grpSpPr>
          <a:xfrm>
            <a:off x="8088788" y="5952815"/>
            <a:ext cx="510352" cy="294382"/>
            <a:chOff x="6687067" y="4641568"/>
            <a:chExt cx="510352" cy="294382"/>
          </a:xfrm>
        </p:grpSpPr>
        <p:sp>
          <p:nvSpPr>
            <p:cNvPr id="251" name="矢印: 上 250">
              <a:extLst>
                <a:ext uri="{FF2B5EF4-FFF2-40B4-BE49-F238E27FC236}">
                  <ns2:creationId id="{48BA831F-FE2B-71AF-6081-383E0FF8F12C}"/>
                </a:ext>
              </a:extLst>
            </p:cNvPr>
            <p:cNvSpPr/>
            <p:nvPr/>
          </p:nvSpPr>
          <p:spPr>
            <a:xfrm>
              <a:off x="6687067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2" name="矢印: 上 251">
              <a:extLst>
                <a:ext uri="{FF2B5EF4-FFF2-40B4-BE49-F238E27FC236}">
                  <ns2:creationId id="{586CF8E2-B63F-B4FC-87D4-814EB3F4B6EE}"/>
                </a:ext>
              </a:extLst>
            </p:cNvPr>
            <p:cNvSpPr/>
            <p:nvPr/>
          </p:nvSpPr>
          <p:spPr>
            <a:xfrm>
              <a:off x="6869336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3" name="矢印: 上 252">
              <a:extLst>
                <a:ext uri="{FF2B5EF4-FFF2-40B4-BE49-F238E27FC236}">
                  <ns2:creationId id="{67E9BBC8-6972-102E-2BD9-944BA70263C3}"/>
                </a:ext>
              </a:extLst>
            </p:cNvPr>
            <p:cNvSpPr/>
            <p:nvPr/>
          </p:nvSpPr>
          <p:spPr>
            <a:xfrm>
              <a:off x="7051604" y="4641568"/>
              <a:ext cx="145815" cy="294382"/>
            </a:xfrm>
            <a:prstGeom prst="upArrow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54" name="矢印: 上 253">
            <a:extLst>
              <a:ext uri="{FF2B5EF4-FFF2-40B4-BE49-F238E27FC236}">
                <ns2:creationId id="{B75F3BD9-38B5-CDF4-79C2-CC9C09450948}"/>
              </a:ext>
            </a:extLst>
          </p:cNvPr>
          <p:cNvSpPr/>
          <p:nvPr/>
        </p:nvSpPr>
        <p:spPr>
          <a:xfrm>
            <a:off x="8271058" y="4635217"/>
            <a:ext cx="145815" cy="294382"/>
          </a:xfrm>
          <a:prstGeom prst="upArrow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66" name="グラフィックス 265" descr="閉じる 単色塗りつぶし">
            <a:extLst>
              <a:ext uri="{FF2B5EF4-FFF2-40B4-BE49-F238E27FC236}">
                <ns2:creationId id="{2A31772D-C8DA-41EF-EDCE-B5CE4D7A8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5:svgBlip r:embed="rId5"/>
              </a:ext>
            </a:extLst>
          </a:blip>
          <a:stretch>
            <a:fillRect/>
          </a:stretch>
        </p:blipFill>
        <p:spPr>
          <a:xfrm>
            <a:off x="9010237" y="6015456"/>
            <a:ext cx="169101" cy="169101"/>
          </a:xfrm>
          <a:prstGeom prst="rect">
            <a:avLst/>
          </a:prstGeom>
        </p:spPr>
      </p:pic>
      <p:grpSp>
        <p:nvGrpSpPr>
          <p:cNvPr id="278" name="グループ化 277">
            <a:extLst>
              <a:ext uri="{FF2B5EF4-FFF2-40B4-BE49-F238E27FC236}">
                <ns2:creationId id="{7C3542D3-DFBD-10A2-57B5-6C3BD7A93E46}"/>
              </a:ext>
            </a:extLst>
          </p:cNvPr>
          <p:cNvGrpSpPr/>
          <p:nvPr/>
        </p:nvGrpSpPr>
        <p:grpSpPr>
          <a:xfrm>
            <a:off x="1009650" y="5975604"/>
            <a:ext cx="5223118" cy="132447"/>
            <a:chOff x="1009650" y="5975604"/>
            <a:chExt cx="5223118" cy="132447"/>
          </a:xfrm>
        </p:grpSpPr>
        <p:sp>
          <p:nvSpPr>
            <p:cNvPr id="76" name="正方形/長方形 75">
              <a:extLst>
                <a:ext uri="{FF2B5EF4-FFF2-40B4-BE49-F238E27FC236}">
                  <ns2:creationId id="{F78EB83D-504E-41AE-434C-8246CF32AA68}"/>
                </a:ext>
              </a:extLst>
            </p:cNvPr>
            <p:cNvSpPr/>
            <p:nvPr/>
          </p:nvSpPr>
          <p:spPr>
            <a:xfrm>
              <a:off x="1009650" y="5975604"/>
              <a:ext cx="4864388" cy="132447"/>
            </a:xfrm>
            <a:prstGeom prst="rect">
              <a:avLst/>
            </a:prstGeom>
            <a:noFill/>
            <a:ln w="9525">
              <a:solidFill>
                <a:srgbClr val="008000">
                  <a:alpha val="63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76" name="コネクタ: カギ線 275">
              <a:extLst>
                <a:ext uri="{FF2B5EF4-FFF2-40B4-BE49-F238E27FC236}">
                  <ns2:creationId id="{4DF78E1A-FD58-38D6-5359-3CCDE992E6A8}"/>
                </a:ext>
              </a:extLst>
            </p:cNvPr>
            <p:cNvCxnSpPr>
              <a:cxnSpLocks/>
            </p:cNvCxnSpPr>
            <p:nvPr/>
          </p:nvCxnSpPr>
          <p:spPr>
            <a:xfrm>
              <a:off x="5872768" y="6030358"/>
              <a:ext cx="360000" cy="73419"/>
            </a:xfrm>
            <a:prstGeom prst="bentConnector3">
              <a:avLst/>
            </a:prstGeom>
            <a:ln w="9525">
              <a:solidFill>
                <a:srgbClr val="008000">
                  <a:alpha val="63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1" name="正方形/長方形 290">
            <a:extLst>
              <a:ext uri="{FF2B5EF4-FFF2-40B4-BE49-F238E27FC236}">
                <ns2:creationId id="{A0394407-3FE8-E0B7-964F-C214EA045DA9}"/>
              </a:ext>
            </a:extLst>
          </p:cNvPr>
          <p:cNvSpPr/>
          <p:nvPr/>
        </p:nvSpPr>
        <p:spPr>
          <a:xfrm>
            <a:off x="6230111" y="5902895"/>
            <a:ext cx="5604793" cy="396000"/>
          </a:xfrm>
          <a:prstGeom prst="rect">
            <a:avLst/>
          </a:prstGeom>
          <a:noFill/>
          <a:ln w="38100">
            <a:solidFill>
              <a:srgbClr val="008000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6:creationId val="145365946"/>
      </p:ext>
    </p:extLst>
  </p:cSld>
  <p:clrMapOvr>
    <a:masterClrMapping/>
  </p:clrMapOvr>
</p:sld>
</file>

<file path=ppt/slides/slide221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B6CE82E-BBCC-3FFF-7C8E-34787C740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B9F23D5-16B2-6D7C-A4C2-B9BC64386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5" y="1"/>
            <a:ext cx="11745912" cy="914400"/>
          </a:xfrm>
        </p:spPr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D617272-9523-D2C6-4A41-8DAC95F4B2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939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5" name="グループ化 14">
            <a:extLst>
              <a:ext uri="{FF2B5EF4-FFF2-40B4-BE49-F238E27FC236}">
                <ns2:creationId id="{F868EF96-724B-0E71-F360-C9205EA8977D}"/>
              </a:ext>
            </a:extLst>
          </p:cNvPr>
          <p:cNvGrpSpPr/>
          <p:nvPr/>
        </p:nvGrpSpPr>
        <p:grpSpPr>
          <a:xfrm>
            <a:off x="340519" y="1636251"/>
            <a:ext cx="11516519" cy="4672474"/>
            <a:chOff x="340519" y="1636251"/>
            <a:chExt cx="11516519" cy="4672474"/>
          </a:xfrm>
        </p:grpSpPr>
        <p:sp>
          <p:nvSpPr>
            <p:cNvPr id="9" name="四角形: 角を丸くする 8">
              <a:extLst>
                <a:ext uri="{FF2B5EF4-FFF2-40B4-BE49-F238E27FC236}">
                  <ns2:creationId id="{E42D9C1F-6AD6-7231-9781-00414EE440C1}"/>
                </a:ext>
              </a:extLst>
            </p:cNvPr>
            <p:cNvSpPr/>
            <p:nvPr/>
          </p:nvSpPr>
          <p:spPr>
            <a:xfrm>
              <a:off x="340519" y="1636251"/>
              <a:ext cx="4403293" cy="324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pPr algn="ctr" defTabSz="985838"/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spc="58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0BEA1EF4-794E-8407-6BED-C9E0CFDEE8BB}"/>
                </a:ext>
              </a:extLst>
            </p:cNvPr>
            <p:cNvSpPr/>
            <p:nvPr/>
          </p:nvSpPr>
          <p:spPr>
            <a:xfrm>
              <a:off x="4852122" y="1636251"/>
              <a:ext cx="1262929" cy="324000"/>
            </a:xfrm>
            <a:prstGeom prst="roundRect">
              <a:avLst>
                <a:gd name="adj" fmla="val 589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en-US" altLang="zh-TW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0" name="グループ化 129">
              <a:extLst>
                <a:ext uri="{FF2B5EF4-FFF2-40B4-BE49-F238E27FC236}">
                  <ns2:creationId id="{BA8DF3BF-B354-E755-3BBA-6ACDB7432631}"/>
                </a:ext>
              </a:extLst>
            </p:cNvPr>
            <p:cNvGrpSpPr/>
            <p:nvPr/>
          </p:nvGrpSpPr>
          <p:grpSpPr>
            <a:xfrm>
              <a:off x="5229265" y="3054035"/>
              <a:ext cx="1692000" cy="3254690"/>
              <a:chOff x="5229265" y="3054035"/>
              <a:chExt cx="1692000" cy="325469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115CC075-1BC8-D447-F912-639E5B423742}"/>
                  </a:ext>
                </a:extLst>
              </p:cNvPr>
              <p:cNvSpPr/>
              <p:nvPr/>
            </p:nvSpPr>
            <p:spPr>
              <a:xfrm>
                <a:off x="5229265" y="305403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FAAFAEE7-3446-E95E-9A02-178872D969B2}"/>
                  </a:ext>
                </a:extLst>
              </p:cNvPr>
              <p:cNvSpPr/>
              <p:nvPr/>
            </p:nvSpPr>
            <p:spPr>
              <a:xfrm>
                <a:off x="5229265" y="3714707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5BB30E57-3F92-F2BE-5B6F-851CFEDC3E32}"/>
                  </a:ext>
                </a:extLst>
              </p:cNvPr>
              <p:cNvSpPr/>
              <p:nvPr/>
            </p:nvSpPr>
            <p:spPr>
              <a:xfrm>
                <a:off x="5229265" y="4375379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AA2BCC5D-9A8A-6D3F-0298-0A21D8273085}"/>
                  </a:ext>
                </a:extLst>
              </p:cNvPr>
              <p:cNvSpPr/>
              <p:nvPr/>
            </p:nvSpPr>
            <p:spPr>
              <a:xfrm>
                <a:off x="5229265" y="5036051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RPA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140AF22B-7598-F9F1-41A5-CB7B94CBBE48}"/>
                  </a:ext>
                </a:extLst>
              </p:cNvPr>
              <p:cNvSpPr/>
              <p:nvPr/>
            </p:nvSpPr>
            <p:spPr>
              <a:xfrm>
                <a:off x="5229265" y="5696725"/>
                <a:ext cx="1692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0" bIns="36000" rtlCol="0" anchor="ctr"/>
              <a:lstStyle/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aphicFrame>
          <p:nvGraphicFramePr>
            <p:cNvPr id="61" name="グラフ 60">
              <a:extLst>
                <a:ext uri="{FF2B5EF4-FFF2-40B4-BE49-F238E27FC236}">
                  <ns2:creationId id="{820A0476-2149-3157-C33B-7AAC086F7AFF}"/>
                </a:ext>
              </a:extLst>
            </p:cNvPr>
            <p:cNvGraphicFramePr/>
            <p:nvPr/>
          </p:nvGraphicFramePr>
          <p:xfrm>
            <a:off x="6932378" y="2809779"/>
            <a:ext cx="4922310" cy="1492786"/>
          </p:xfrm>
          <a:graphic>
            <a:graphicData uri="http://schemas.openxmlformats.org/drawingml/2006/chart">
              <ns3:chart r:id="rId3"/>
            </a:graphicData>
          </a:graphic>
        </p:graphicFrame>
        <p:sp>
          <p:nvSpPr>
            <p:cNvPr id="62" name="正方形/長方形 61">
              <a:extLst>
                <a:ext uri="{FF2B5EF4-FFF2-40B4-BE49-F238E27FC236}">
                  <ns2:creationId id="{F82C50BF-A7CB-9A4C-B3D4-793911802D57}"/>
                </a:ext>
              </a:extLst>
            </p:cNvPr>
            <p:cNvSpPr/>
            <p:nvPr/>
          </p:nvSpPr>
          <p:spPr>
            <a:xfrm>
              <a:off x="7047234" y="2633610"/>
              <a:ext cx="72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36000" tIns="36000" rIns="36000" bIns="36000" rtlCol="0" anchor="ctr"/>
            <a:lstStyle/>
            <a:p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EC741A77-4F8B-95EA-C64F-B9AE985B49AA}"/>
                </a:ext>
              </a:extLst>
            </p:cNvPr>
            <p:cNvSpPr/>
            <p:nvPr/>
          </p:nvSpPr>
          <p:spPr>
            <a:xfrm>
              <a:off x="10951526" y="2635055"/>
              <a:ext cx="900000" cy="18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36000" rIns="0" bIns="36000" rtlCol="0" anchor="ctr"/>
            <a:lstStyle/>
            <a:p>
              <a:pPr algn="r"/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(%)</a:t>
              </a:r>
              <a:endParaRPr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C3EF76A6-86F9-3CC5-8549-5C626D4345E9}"/>
                </a:ext>
              </a:extLst>
            </p:cNvPr>
            <p:cNvSpPr/>
            <p:nvPr/>
          </p:nvSpPr>
          <p:spPr>
            <a:xfrm>
              <a:off x="7610476" y="3390901"/>
              <a:ext cx="1217326" cy="966276"/>
            </a:xfrm>
            <a:prstGeom prst="rect">
              <a:avLst/>
            </a:prstGeom>
            <a:noFill/>
            <a:ln w="19050">
              <a:solidFill>
                <a:srgbClr val="3399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A38030C5-46CD-828D-6081-D63C5B451A6D}"/>
                </a:ext>
              </a:extLst>
            </p:cNvPr>
            <p:cNvGrpSpPr/>
            <p:nvPr/>
          </p:nvGrpSpPr>
          <p:grpSpPr>
            <a:xfrm>
              <a:off x="7374672" y="5412148"/>
              <a:ext cx="4482366" cy="252000"/>
              <a:chOff x="7374672" y="5412148"/>
              <a:chExt cx="4482366" cy="252000"/>
            </a:xfrm>
          </p:grpSpPr>
          <p:cxnSp>
            <p:nvCxnSpPr>
              <p:cNvPr id="46" name="直線コネクタ 45">
                <a:extLst>
                  <a:ext uri="{FF2B5EF4-FFF2-40B4-BE49-F238E27FC236}">
                    <ns2:creationId id="{BD3A2EF4-1702-AC37-A492-E4AE9DC627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672" y="5538148"/>
                <a:ext cx="448236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グループ化 6">
                <a:extLst>
                  <a:ext uri="{FF2B5EF4-FFF2-40B4-BE49-F238E27FC236}">
                    <ns2:creationId id="{846EB53D-2691-BFA7-2D94-BEE64CA10D47}"/>
                  </a:ext>
                </a:extLst>
              </p:cNvPr>
              <p:cNvGrpSpPr/>
              <p:nvPr/>
            </p:nvGrpSpPr>
            <p:grpSpPr>
              <a:xfrm>
                <a:off x="9489855" y="5412148"/>
                <a:ext cx="252000" cy="252000"/>
                <a:chOff x="9293574" y="5412148"/>
                <a:chExt cx="252000" cy="252000"/>
              </a:xfrm>
            </p:grpSpPr>
            <p:sp>
              <p:nvSpPr>
                <p:cNvPr id="47" name="円/楕円 32">
                  <a:extLst>
                    <a:ext uri="{FF2B5EF4-FFF2-40B4-BE49-F238E27FC236}">
                      <ns2:creationId id="{14A5686F-A9A5-A9FF-0BCD-C2AFD035F4B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1574" y="5430148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8" name="グラフィックス 47" descr="キャレットを下へ 枠線">
                  <a:extLst>
                    <a:ext uri="{FF2B5EF4-FFF2-40B4-BE49-F238E27FC236}">
                      <ns2:creationId id="{325F4EB9-BBAC-FA0D-6C41-4F3F39A4FB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93574" y="5412148"/>
                  <a:ext cx="252000" cy="252000"/>
                </a:xfrm>
                <a:prstGeom prst="rect">
                  <a:avLst/>
                </a:prstGeom>
              </p:spPr>
            </p:pic>
          </p:grpSp>
        </p:grpSp>
        <p:sp>
          <p:nvSpPr>
            <p:cNvPr id="44" name="テキスト ボックス 43">
              <a:extLst>
                <a:ext uri="{FF2B5EF4-FFF2-40B4-BE49-F238E27FC236}">
                  <ns2:creationId id="{271ACE34-6E59-E193-F772-51ACA520D666}"/>
                </a:ext>
              </a:extLst>
            </p:cNvPr>
            <p:cNvSpPr txBox="1"/>
            <p:nvPr/>
          </p:nvSpPr>
          <p:spPr>
            <a:xfrm>
              <a:off x="7374672" y="5693414"/>
              <a:ext cx="4482366" cy="61200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ctr" anchorCtr="0">
              <a:noAutofit/>
            </a:bodyPr>
            <a:lstStyle/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lvl="1" indent="-176213"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39" name="グループ化 138">
              <a:extLst>
                <a:ext uri="{FF2B5EF4-FFF2-40B4-BE49-F238E27FC236}">
                  <ns2:creationId id="{D012ACDF-0886-C304-AB17-9CA695AAA5AE}"/>
                </a:ext>
              </a:extLst>
            </p:cNvPr>
            <p:cNvGrpSpPr/>
            <p:nvPr/>
          </p:nvGrpSpPr>
          <p:grpSpPr>
            <a:xfrm>
              <a:off x="7374672" y="4518882"/>
              <a:ext cx="4482366" cy="864000"/>
              <a:chOff x="7374672" y="4518882"/>
              <a:chExt cx="4089804" cy="864000"/>
            </a:xfrm>
          </p:grpSpPr>
          <p:sp>
            <p:nvSpPr>
              <p:cNvPr id="67" name="テキスト ボックス 66">
                <a:extLst>
                  <a:ext uri="{FF2B5EF4-FFF2-40B4-BE49-F238E27FC236}">
                    <ns2:creationId id="{9CBFE425-A545-3E31-8226-19C56B33CB41}"/>
                  </a:ext>
                </a:extLst>
              </p:cNvPr>
              <p:cNvSpPr txBox="1"/>
              <p:nvPr/>
            </p:nvSpPr>
            <p:spPr>
              <a:xfrm>
                <a:off x="9484476" y="4518882"/>
                <a:ext cx="1980000" cy="864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テキスト ボックス 68">
                <a:extLst>
                  <a:ext uri="{FF2B5EF4-FFF2-40B4-BE49-F238E27FC236}">
                    <ns2:creationId id="{E63E7AFB-8CB5-1BB5-40D1-A282D6FC0465}"/>
                  </a:ext>
                </a:extLst>
              </p:cNvPr>
              <p:cNvSpPr txBox="1"/>
              <p:nvPr/>
            </p:nvSpPr>
            <p:spPr>
              <a:xfrm>
                <a:off x="7374672" y="4518882"/>
                <a:ext cx="1980000" cy="864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wrap="square" lIns="72000" tIns="36000" rIns="36000" bIns="36000" rtlCol="0" anchor="ctr" anchorCtr="0">
                <a:noAutofit/>
              </a:bodyPr>
              <a:lstStyle/>
              <a:p>
                <a:pPr marL="0" lvl="1"/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6213" lvl="1" indent="-176213">
                  <a:buFont typeface="Arial" panose="020B0604020202020204" pitchFamily="34" charset="0"/>
                  <a:buChar char="•"/>
                </a:pPr>
                <a:r>
                  <a:rPr lang="en-US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74" name="直線矢印コネクタ 73">
              <a:extLst>
                <a:ext uri="{FF2B5EF4-FFF2-40B4-BE49-F238E27FC236}">
                  <ns2:creationId id="{CC4859AE-C1DF-6614-5D82-8528005EA5DE}"/>
                </a:ext>
              </a:extLst>
            </p:cNvPr>
            <p:cNvCxnSpPr>
              <a:cxnSpLocks/>
              <a:stCxn id="72" idx="2"/>
            </p:cNvCxnSpPr>
            <p:nvPr/>
          </p:nvCxnSpPr>
          <p:spPr>
            <a:xfrm>
              <a:off x="8219139" y="4357177"/>
              <a:ext cx="0" cy="161705"/>
            </a:xfrm>
            <a:prstGeom prst="straightConnector1">
              <a:avLst/>
            </a:prstGeom>
            <a:ln w="19050">
              <a:solidFill>
                <a:srgbClr val="339933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6A166D65-58A6-7E9C-FE29-EB2883CDB918}"/>
                </a:ext>
              </a:extLst>
            </p:cNvPr>
            <p:cNvGrpSpPr/>
            <p:nvPr/>
          </p:nvGrpSpPr>
          <p:grpSpPr>
            <a:xfrm>
              <a:off x="1246375" y="2636009"/>
              <a:ext cx="5686003" cy="368913"/>
              <a:chOff x="1246375" y="2636009"/>
              <a:chExt cx="5686003" cy="368913"/>
            </a:xfrm>
          </p:grpSpPr>
          <p:sp>
            <p:nvSpPr>
              <p:cNvPr id="29" name="正方形/長方形 28">
                <a:extLst>
                  <a:ext uri="{FF2B5EF4-FFF2-40B4-BE49-F238E27FC236}">
                    <ns2:creationId id="{23ED06E6-B553-7C0C-A7B1-6B14B19E9182}"/>
                  </a:ext>
                </a:extLst>
              </p:cNvPr>
              <p:cNvSpPr/>
              <p:nvPr/>
            </p:nvSpPr>
            <p:spPr>
              <a:xfrm>
                <a:off x="1246375" y="2636009"/>
                <a:ext cx="5674887" cy="360000"/>
              </a:xfrm>
              <a:prstGeom prst="rect">
                <a:avLst/>
              </a:prstGeom>
              <a:solidFill>
                <a:srgbClr val="D9D9D9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24000" tIns="36000" rIns="36000" bIns="36000" rtlCol="0" anchor="ctr"/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949B0137-F04B-6C19-626E-8B6C4A0CBDDA}"/>
                  </a:ext>
                </a:extLst>
              </p:cNvPr>
              <p:cNvSpPr/>
              <p:nvPr/>
            </p:nvSpPr>
            <p:spPr>
              <a:xfrm>
                <a:off x="5240378" y="2824922"/>
                <a:ext cx="1692000" cy="180000"/>
              </a:xfrm>
              <a:prstGeom prst="rect">
                <a:avLst/>
              </a:prstGeom>
              <a:solidFill>
                <a:srgbClr val="D9D9D9">
                  <a:alpha val="10000"/>
                </a:srgbClr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</a:p>
            </p:txBody>
          </p:sp>
        </p:grpSp>
        <p:grpSp>
          <p:nvGrpSpPr>
            <p:cNvPr id="131" name="グループ化 130">
              <a:extLst>
                <a:ext uri="{FF2B5EF4-FFF2-40B4-BE49-F238E27FC236}">
                  <ns2:creationId id="{8574F073-F79E-29F5-3D72-E3A9583EDB7D}"/>
                </a:ext>
              </a:extLst>
            </p:cNvPr>
            <p:cNvGrpSpPr/>
            <p:nvPr/>
          </p:nvGrpSpPr>
          <p:grpSpPr>
            <a:xfrm>
              <a:off x="3363820" y="3054035"/>
              <a:ext cx="1800000" cy="3254690"/>
              <a:chOff x="3364363" y="3054035"/>
              <a:chExt cx="1800000" cy="3254690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2AB411AA-2389-DC71-1982-CF76F79A5698}"/>
                  </a:ext>
                </a:extLst>
              </p:cNvPr>
              <p:cNvSpPr/>
              <p:nvPr/>
            </p:nvSpPr>
            <p:spPr>
              <a:xfrm>
                <a:off x="3364363" y="305403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F9C23F-A9FA-CF01-2B50-F5792FABA253}"/>
                  </a:ext>
                </a:extLst>
              </p:cNvPr>
              <p:cNvSpPr/>
              <p:nvPr/>
            </p:nvSpPr>
            <p:spPr>
              <a:xfrm>
                <a:off x="3364363" y="3714707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E14DD266-22E1-897B-AF5D-A718A27DFED0}"/>
                  </a:ext>
                </a:extLst>
              </p:cNvPr>
              <p:cNvSpPr/>
              <p:nvPr/>
            </p:nvSpPr>
            <p:spPr>
              <a:xfrm>
                <a:off x="3364363" y="4375379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48FD8087-16F7-5E4B-BA76-56E00544619A}"/>
                  </a:ext>
                </a:extLst>
              </p:cNvPr>
              <p:cNvSpPr/>
              <p:nvPr/>
            </p:nvSpPr>
            <p:spPr>
              <a:xfrm>
                <a:off x="3364363" y="5036051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ns2:creationId id="{7E8F8F22-AF1F-FD14-D55B-2641F16BFE0B}"/>
                  </a:ext>
                </a:extLst>
              </p:cNvPr>
              <p:cNvSpPr/>
              <p:nvPr/>
            </p:nvSpPr>
            <p:spPr>
              <a:xfrm>
                <a:off x="3364363" y="5696725"/>
                <a:ext cx="1800000" cy="612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72000" tIns="36000" rIns="36000" bIns="36000" rtlCol="0" anchor="ctr"/>
              <a:lstStyle/>
              <a:p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ns2:creationId id="{7E99BDEE-A3F0-32EC-E2C0-778B64231DBF}"/>
                </a:ext>
              </a:extLst>
            </p:cNvPr>
            <p:cNvGrpSpPr/>
            <p:nvPr/>
          </p:nvGrpSpPr>
          <p:grpSpPr>
            <a:xfrm>
              <a:off x="340519" y="2010130"/>
              <a:ext cx="828000" cy="576000"/>
              <a:chOff x="340519" y="2010130"/>
              <a:chExt cx="828000" cy="576000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45450469-D7ED-9C3B-82D0-1297E6947C47}"/>
                  </a:ext>
                </a:extLst>
              </p:cNvPr>
              <p:cNvSpPr/>
              <p:nvPr/>
            </p:nvSpPr>
            <p:spPr>
              <a:xfrm>
                <a:off x="340519" y="2010130"/>
                <a:ext cx="828000" cy="57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0" rtlCol="0" anchor="b" anchorCtr="0"/>
              <a:lstStyle/>
              <a:p>
                <a:pPr algn="ctr"/>
                <a:r>
                  <a:rPr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0" name="直線コネクタ 89">
                <a:extLst>
                  <a:ext uri="{FF2B5EF4-FFF2-40B4-BE49-F238E27FC236}">
                    <ns2:creationId id="{EC28BD42-CB92-2DED-E61C-1F25BD67FD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519" y="2010130"/>
                <a:ext cx="0" cy="576000"/>
              </a:xfrm>
              <a:prstGeom prst="line">
                <a:avLst/>
              </a:prstGeom>
              <a:ln w="3175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98" name="グラフィックス 97" descr="的中 単色塗りつぶし">
                <a:extLst>
                  <a:ext uri="{FF2B5EF4-FFF2-40B4-BE49-F238E27FC236}">
                    <ns2:creationId id="{6806B9E2-DF2F-A015-D38D-C119E6C951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rcRect/>
              <a:stretch/>
            </p:blipFill>
            <p:spPr>
              <a:xfrm>
                <a:off x="574519" y="2010130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2" name="グループ化 101">
              <a:extLst>
                <a:ext uri="{FF2B5EF4-FFF2-40B4-BE49-F238E27FC236}">
                  <ns2:creationId id="{D21615A8-35FC-305F-D987-3A28F04234B3}"/>
                </a:ext>
              </a:extLst>
            </p:cNvPr>
            <p:cNvGrpSpPr/>
            <p:nvPr/>
          </p:nvGrpSpPr>
          <p:grpSpPr>
            <a:xfrm>
              <a:off x="340519" y="2636009"/>
              <a:ext cx="828000" cy="3672715"/>
              <a:chOff x="340519" y="2636009"/>
              <a:chExt cx="828000" cy="3672715"/>
            </a:xfrm>
          </p:grpSpPr>
          <p:grpSp>
            <p:nvGrpSpPr>
              <p:cNvPr id="92" name="グループ化 91">
                <a:extLst>
                  <a:ext uri="{FF2B5EF4-FFF2-40B4-BE49-F238E27FC236}">
                    <ns2:creationId id="{4E260F7E-51E1-BA97-7A13-30EA5A8E77DC}"/>
                  </a:ext>
                </a:extLst>
              </p:cNvPr>
              <p:cNvGrpSpPr/>
              <p:nvPr/>
            </p:nvGrpSpPr>
            <p:grpSpPr>
              <a:xfrm>
                <a:off x="340519" y="2636009"/>
                <a:ext cx="828000" cy="3672715"/>
                <a:chOff x="340519" y="2636009"/>
                <a:chExt cx="828000" cy="3672715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ns2:creationId id="{62457706-8882-281C-45B1-6FC997DC2FAB}"/>
                    </a:ext>
                  </a:extLst>
                </p:cNvPr>
                <p:cNvSpPr/>
                <p:nvPr/>
              </p:nvSpPr>
              <p:spPr>
                <a:xfrm>
                  <a:off x="340519" y="2636009"/>
                  <a:ext cx="828000" cy="367271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lIns="36000" tIns="108000" rIns="36000" bIns="36000" rtlCol="0" anchor="ctr"/>
                <a:lstStyle/>
                <a:p>
                  <a:pPr algn="ctr"/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89" name="直線コネクタ 88">
                  <a:extLst>
                    <a:ext uri="{FF2B5EF4-FFF2-40B4-BE49-F238E27FC236}">
                      <ns2:creationId id="{01A19703-D2AE-0466-9B22-A5B9C63C7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519" y="2636009"/>
                  <a:ext cx="0" cy="3672000"/>
                </a:xfrm>
                <a:prstGeom prst="line">
                  <a:avLst/>
                </a:prstGeom>
                <a:ln w="31750">
                  <a:solidFill>
                    <a:srgbClr val="008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99" name="グラフィックス 98" descr="クリップボード: チェックマーク 単色塗りつぶし">
                <a:extLst>
                  <a:ext uri="{FF2B5EF4-FFF2-40B4-BE49-F238E27FC236}">
                    <ns2:creationId id="{851966AA-C356-D234-E250-20069C64A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20519" y="3858284"/>
                <a:ext cx="468000" cy="468000"/>
              </a:xfrm>
              <a:prstGeom prst="rect">
                <a:avLst/>
              </a:prstGeom>
            </p:spPr>
          </p:pic>
        </p:grpSp>
        <p:sp>
          <p:nvSpPr>
            <p:cNvPr id="16" name="ホームベース 51">
              <a:extLst>
                <a:ext uri="{FF2B5EF4-FFF2-40B4-BE49-F238E27FC236}">
                  <ns2:creationId id="{2ECD2104-35D9-1009-076C-7E794BF7126E}"/>
                </a:ext>
              </a:extLst>
            </p:cNvPr>
            <p:cNvSpPr/>
            <p:nvPr/>
          </p:nvSpPr>
          <p:spPr>
            <a:xfrm>
              <a:off x="1246374" y="2010130"/>
              <a:ext cx="2657644" cy="576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山形 52">
              <a:extLst>
                <a:ext uri="{FF2B5EF4-FFF2-40B4-BE49-F238E27FC236}">
                  <ns2:creationId id="{8363143D-A501-C76D-957C-78221FB1131D}"/>
                </a:ext>
              </a:extLst>
            </p:cNvPr>
            <p:cNvSpPr/>
            <p:nvPr/>
          </p:nvSpPr>
          <p:spPr>
            <a:xfrm>
              <a:off x="3895526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山形 53">
              <a:extLst>
                <a:ext uri="{FF2B5EF4-FFF2-40B4-BE49-F238E27FC236}">
                  <ns2:creationId id="{BAC5F301-D7EA-5675-31C1-39D47EA3F752}"/>
                </a:ext>
              </a:extLst>
            </p:cNvPr>
            <p:cNvSpPr/>
            <p:nvPr/>
          </p:nvSpPr>
          <p:spPr>
            <a:xfrm>
              <a:off x="6544678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山形 53">
              <a:extLst>
                <a:ext uri="{FF2B5EF4-FFF2-40B4-BE49-F238E27FC236}">
                  <ns2:creationId id="{49AE4DED-F840-A827-C431-428CDFB2031A}"/>
                </a:ext>
              </a:extLst>
            </p:cNvPr>
            <p:cNvSpPr/>
            <p:nvPr/>
          </p:nvSpPr>
          <p:spPr>
            <a:xfrm>
              <a:off x="9193831" y="2010130"/>
              <a:ext cx="2657644" cy="576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4000" tIns="0" rIns="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05" name="グラフィックス 104" descr="クリップボード 単色塗りつぶし">
              <a:extLst>
                <a:ext uri="{FF2B5EF4-FFF2-40B4-BE49-F238E27FC236}">
                  <ns2:creationId id="{01C01E51-C7A1-19C1-03EC-35038BFC18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7"/>
                </a:ext>
              </a:extLst>
            </a:blip>
            <a:stretch>
              <a:fillRect/>
            </a:stretch>
          </p:blipFill>
          <p:spPr>
            <a:xfrm>
              <a:off x="1321415" y="2118130"/>
              <a:ext cx="360000" cy="360000"/>
            </a:xfrm>
            <a:prstGeom prst="rect">
              <a:avLst/>
            </a:prstGeom>
          </p:spPr>
        </p:pic>
        <p:pic>
          <p:nvPicPr>
            <p:cNvPr id="110" name="グラフィックス 109" descr="カスタマー レビュー 単色塗りつぶし">
              <a:extLst>
                <a:ext uri="{FF2B5EF4-FFF2-40B4-BE49-F238E27FC236}">
                  <ns2:creationId id="{22E36C49-2FEB-8C18-01D5-BFF657208C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8"/>
                </a:ext>
              </a:extLst>
            </a:blip>
            <a:stretch>
              <a:fillRect/>
            </a:stretch>
          </p:blipFill>
          <p:spPr>
            <a:xfrm>
              <a:off x="6729561" y="2118130"/>
              <a:ext cx="360000" cy="360000"/>
            </a:xfrm>
            <a:prstGeom prst="rect">
              <a:avLst/>
            </a:prstGeom>
          </p:spPr>
        </p:pic>
        <p:pic>
          <p:nvPicPr>
            <p:cNvPr id="111" name="Graphic 50" descr="Teacher with solid fill">
              <a:extLst>
                <a:ext uri="{FF2B5EF4-FFF2-40B4-BE49-F238E27FC236}">
                  <ns2:creationId id="{CF3ABADD-ECE6-7559-E4F0-0F38E4483F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9353625" y="2118130"/>
              <a:ext cx="360000" cy="360000"/>
            </a:xfrm>
            <a:prstGeom prst="rect">
              <a:avLst/>
            </a:prstGeom>
          </p:spPr>
        </p:pic>
        <p:pic>
          <p:nvPicPr>
            <p:cNvPr id="112" name="グラフィックス 111" descr="会議 単色塗りつぶし">
              <a:extLst>
                <a:ext uri="{FF2B5EF4-FFF2-40B4-BE49-F238E27FC236}">
                  <ns2:creationId id="{B08A02E2-EBE3-2972-E72C-D54CCE135A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10"/>
                </a:ext>
              </a:extLst>
            </a:blip>
            <a:stretch>
              <a:fillRect/>
            </a:stretch>
          </p:blipFill>
          <p:spPr>
            <a:xfrm>
              <a:off x="4059778" y="2118130"/>
              <a:ext cx="360000" cy="360000"/>
            </a:xfrm>
            <a:prstGeom prst="rect">
              <a:avLst/>
            </a:prstGeom>
          </p:spPr>
        </p:pic>
        <p:grpSp>
          <p:nvGrpSpPr>
            <p:cNvPr id="132" name="グループ化 131">
              <a:extLst>
                <a:ext uri="{FF2B5EF4-FFF2-40B4-BE49-F238E27FC236}">
                  <ns2:creationId id="{98A060AD-4432-7926-DAF0-0B7CA139F09A}"/>
                </a:ext>
              </a:extLst>
            </p:cNvPr>
            <p:cNvGrpSpPr/>
            <p:nvPr/>
          </p:nvGrpSpPr>
          <p:grpSpPr>
            <a:xfrm>
              <a:off x="1229158" y="3040062"/>
              <a:ext cx="2069217" cy="3268663"/>
              <a:chOff x="1229158" y="3038369"/>
              <a:chExt cx="2069217" cy="3268663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C19C93B4-1B81-496F-603E-3F016E6AB392}"/>
                  </a:ext>
                </a:extLst>
              </p:cNvPr>
              <p:cNvSpPr/>
              <p:nvPr/>
            </p:nvSpPr>
            <p:spPr>
              <a:xfrm>
                <a:off x="1246375" y="503478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8A88542A-1BEA-6A9C-ABD8-5900651D6C5E}"/>
                  </a:ext>
                </a:extLst>
              </p:cNvPr>
              <p:cNvSpPr/>
              <p:nvPr/>
            </p:nvSpPr>
            <p:spPr>
              <a:xfrm>
                <a:off x="1246375" y="5695032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A86AB65F-F021-406A-6892-8872DB3EAB5C}"/>
                  </a:ext>
                </a:extLst>
              </p:cNvPr>
              <p:cNvSpPr/>
              <p:nvPr/>
            </p:nvSpPr>
            <p:spPr>
              <a:xfrm>
                <a:off x="1246375" y="4374533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4532A53-948F-37C7-ABCC-AF5D18F9200E}"/>
                  </a:ext>
                </a:extLst>
              </p:cNvPr>
              <p:cNvSpPr/>
              <p:nvPr/>
            </p:nvSpPr>
            <p:spPr>
              <a:xfrm>
                <a:off x="1246375" y="3714284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1D6ACEE2-E571-29BD-880F-53D73EAE3C76}"/>
                  </a:ext>
                </a:extLst>
              </p:cNvPr>
              <p:cNvSpPr/>
              <p:nvPr/>
            </p:nvSpPr>
            <p:spPr>
              <a:xfrm>
                <a:off x="1246375" y="3054035"/>
                <a:ext cx="2052000" cy="612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0" tIns="36000" rIns="36000" bIns="36000" rtlCol="0" anchor="ctr"/>
              <a:lstStyle/>
              <a:p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15" name="グラフィックス 114" descr="バッジ 1 単色塗りつぶし">
                <a:extLst>
                  <a:ext uri="{FF2B5EF4-FFF2-40B4-BE49-F238E27FC236}">
                    <ns2:creationId id="{40FD0975-FE7D-1E2F-431F-67D438F7AE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229158" y="5672534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7" name="グラフィックス 116" descr="バッジ 単色塗りつぶし">
                <a:extLst>
                  <a:ext uri="{FF2B5EF4-FFF2-40B4-BE49-F238E27FC236}">
                    <ns2:creationId id="{1E29AD99-DB99-01AB-898F-74D30D39F8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1229158" y="5024268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19" name="グラフィックス 118" descr="バッジ 3 単色塗りつぶし">
                <a:extLst>
                  <a:ext uri="{FF2B5EF4-FFF2-40B4-BE49-F238E27FC236}">
                    <ns2:creationId id="{D1C66E81-C5F6-21A3-AE66-AE00E83AB9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1229158" y="4355483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1" name="グラフィックス 120" descr="バッジ 4 単色塗りつぶし">
                <a:extLst>
                  <a:ext uri="{FF2B5EF4-FFF2-40B4-BE49-F238E27FC236}">
                    <ns2:creationId id="{703F0AC6-10E6-B07E-F301-365531CB7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1229158" y="3699892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23" name="グラフィックス 122" descr="バッジ 5 単色塗りつぶし">
                <a:extLst>
                  <a:ext uri="{FF2B5EF4-FFF2-40B4-BE49-F238E27FC236}">
                    <ns2:creationId id="{B880967D-48E2-45C0-6D77-DE69C2792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1229158" y="3038369"/>
                <a:ext cx="324000" cy="32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2369470919"/>
      </p:ext>
    </p:extLst>
  </p:cSld>
  <p:clrMapOvr>
    <a:masterClrMapping/>
  </p:clrMapOvr>
</p:sld>
</file>

<file path=ppt/slides/slide22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CC65157-9FD5-17CC-DB01-E046241E6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C41DD90-797B-65A7-FE26-6D45C00A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  <a:endParaRPr lang="en-AU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7D6B242-1F87-4C93-A10C-CB80657F8F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5472" y="914400"/>
            <a:ext cx="11520000" cy="720000"/>
          </a:xfrm>
        </p:spPr>
        <p:txBody>
          <a:bodyPr anchor="ctr"/>
          <a:lstStyle/>
          <a:p>
            <a:r>
              <a:rPr lang="ja-JP" altLang="en-US" sz="1800"/>
              <a:t>XX</a:t>
            </a:r>
            <a:r>
              <a:rPr lang="en-US" altLang="ja-JP" sz="1800"/>
              <a:t>/</a:t>
            </a:r>
            <a:r>
              <a:rPr lang="ja-JP" altLang="en-US" sz="1800"/>
              <a:t>XX</a:t>
            </a:r>
            <a:r>
              <a:rPr lang="en-US" altLang="ja-JP" sz="1800"/>
              <a:t>ROIC</a:t>
            </a:r>
            <a:r>
              <a:rPr lang="ja-JP" altLang="en-US" sz="1800"/>
              <a:t>XX</a:t>
            </a:r>
            <a:br>
              <a:rPr lang="en-US" altLang="ja-JP" sz="1800"/>
            </a:br>
            <a:r>
              <a:rPr lang="ja-JP" altLang="en-US" sz="1800"/>
              <a:t>XX</a:t>
            </a:r>
          </a:p>
        </p:txBody>
      </p:sp>
      <p:grpSp>
        <p:nvGrpSpPr>
          <p:cNvPr id="108" name="グループ化 107">
            <a:extLst>
              <a:ext uri="{FF2B5EF4-FFF2-40B4-BE49-F238E27FC236}">
                <ns2:creationId id="{026ED998-F132-570A-F209-19E93D4CE636}"/>
              </a:ext>
            </a:extLst>
          </p:cNvPr>
          <p:cNvGrpSpPr/>
          <p:nvPr/>
        </p:nvGrpSpPr>
        <p:grpSpPr>
          <a:xfrm>
            <a:off x="336917" y="1652683"/>
            <a:ext cx="5400000" cy="302274"/>
            <a:chOff x="336917" y="1652683"/>
            <a:chExt cx="5400000" cy="302274"/>
          </a:xfrm>
        </p:grpSpPr>
        <p:sp>
          <p:nvSpPr>
            <p:cNvPr id="4" name="正方形/長方形 3">
              <a:extLst>
                <a:ext uri="{FF2B5EF4-FFF2-40B4-BE49-F238E27FC236}">
                  <ns2:creationId id="{65D12F2C-86EE-BE0F-93F1-3F3A47D73FCB}"/>
                </a:ext>
              </a:extLst>
            </p:cNvPr>
            <p:cNvSpPr/>
            <p:nvPr/>
          </p:nvSpPr>
          <p:spPr>
            <a:xfrm>
              <a:off x="336917" y="1652683"/>
              <a:ext cx="5400000" cy="288000"/>
            </a:xfrm>
            <a:prstGeom prst="rect">
              <a:avLst/>
            </a:prstGeom>
            <a:noFill/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ns2:creationId id="{C8DDA72C-546E-71B2-9D8C-F45FF552027F}"/>
                </a:ext>
              </a:extLst>
            </p:cNvPr>
            <p:cNvCxnSpPr/>
            <p:nvPr/>
          </p:nvCxnSpPr>
          <p:spPr>
            <a:xfrm>
              <a:off x="336917" y="195495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グラフィックス 6" descr="マネジメント 枠線">
              <a:extLst>
                <a:ext uri="{FF2B5EF4-FFF2-40B4-BE49-F238E27FC236}">
                  <ns2:creationId id="{0EB0B82F-8A0C-C765-5BCC-EB8D331163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695733" y="1652683"/>
              <a:ext cx="288000" cy="288000"/>
            </a:xfrm>
            <a:prstGeom prst="rect">
              <a:avLst/>
            </a:prstGeom>
          </p:spPr>
        </p:pic>
      </p:grpSp>
      <p:sp>
        <p:nvSpPr>
          <p:cNvPr id="63" name="フリーフォーム: 図形 62">
            <a:extLst>
              <a:ext uri="{FF2B5EF4-FFF2-40B4-BE49-F238E27FC236}">
                <ns2:creationId id="{DE8E0AD7-1D25-37D5-8DA8-20EE780E612B}"/>
              </a:ext>
            </a:extLst>
          </p:cNvPr>
          <p:cNvSpPr/>
          <p:nvPr/>
        </p:nvSpPr>
        <p:spPr>
          <a:xfrm>
            <a:off x="1400122" y="3092257"/>
            <a:ext cx="3204000" cy="1944000"/>
          </a:xfrm>
          <a:custGeom>
            <a:avLst/>
            <a:gdLst>
              <a:gd name="connsiteX0" fmla="*/ 0 w 3201118"/>
              <a:gd name="connsiteY0" fmla="*/ 0 h 2006906"/>
              <a:gd name="connsiteX1" fmla="*/ 2187682 w 3201118"/>
              <a:gd name="connsiteY1" fmla="*/ 0 h 2006906"/>
              <a:gd name="connsiteX2" fmla="*/ 2187682 w 3201118"/>
              <a:gd name="connsiteY2" fmla="*/ 199354 h 2006906"/>
              <a:gd name="connsiteX3" fmla="*/ 3201118 w 3201118"/>
              <a:gd name="connsiteY3" fmla="*/ 199354 h 2006906"/>
              <a:gd name="connsiteX4" fmla="*/ 3201118 w 3201118"/>
              <a:gd name="connsiteY4" fmla="*/ 2006905 h 2006906"/>
              <a:gd name="connsiteX5" fmla="*/ 2187682 w 3201118"/>
              <a:gd name="connsiteY5" fmla="*/ 2006905 h 2006906"/>
              <a:gd name="connsiteX6" fmla="*/ 2187682 w 3201118"/>
              <a:gd name="connsiteY6" fmla="*/ 2006906 h 2006906"/>
              <a:gd name="connsiteX7" fmla="*/ 0 w 3201118"/>
              <a:gd name="connsiteY7" fmla="*/ 2006906 h 2006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01118" h="2006906">
                <a:moveTo>
                  <a:pt x="0" y="0"/>
                </a:moveTo>
                <a:lnTo>
                  <a:pt x="2187682" y="0"/>
                </a:lnTo>
                <a:lnTo>
                  <a:pt x="2187682" y="199354"/>
                </a:lnTo>
                <a:lnTo>
                  <a:pt x="3201118" y="199354"/>
                </a:lnTo>
                <a:lnTo>
                  <a:pt x="3201118" y="2006905"/>
                </a:lnTo>
                <a:lnTo>
                  <a:pt x="2187682" y="2006905"/>
                </a:lnTo>
                <a:lnTo>
                  <a:pt x="2187682" y="2006906"/>
                </a:lnTo>
                <a:lnTo>
                  <a:pt x="0" y="200690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ns2:creationId id="{FBCC452E-45BD-B6C9-95CB-118A2C2919CD}"/>
              </a:ext>
            </a:extLst>
          </p:cNvPr>
          <p:cNvSpPr/>
          <p:nvPr/>
        </p:nvSpPr>
        <p:spPr>
          <a:xfrm>
            <a:off x="415835" y="3136660"/>
            <a:ext cx="900000" cy="180000"/>
          </a:xfrm>
          <a:prstGeom prst="rect">
            <a:avLst/>
          </a:prstGeom>
          <a:solidFill>
            <a:srgbClr val="008000">
              <a:alpha val="3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C7CD0E55-EF59-17DD-9D90-064757192911}"/>
              </a:ext>
            </a:extLst>
          </p:cNvPr>
          <p:cNvSpPr/>
          <p:nvPr/>
        </p:nvSpPr>
        <p:spPr>
          <a:xfrm>
            <a:off x="3669023" y="3136660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7646A621-3667-621B-A349-5A7D47A8F694}"/>
              </a:ext>
            </a:extLst>
          </p:cNvPr>
          <p:cNvSpPr/>
          <p:nvPr/>
        </p:nvSpPr>
        <p:spPr>
          <a:xfrm>
            <a:off x="3665726" y="3307489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ADB2CA23-D2FA-F9B2-0510-33ED3C9C5CAE}"/>
              </a:ext>
            </a:extLst>
          </p:cNvPr>
          <p:cNvSpPr/>
          <p:nvPr/>
        </p:nvSpPr>
        <p:spPr>
          <a:xfrm>
            <a:off x="4749023" y="330748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5175C256-7386-F7B8-EADD-EDEFEE6B9F37}"/>
              </a:ext>
            </a:extLst>
          </p:cNvPr>
          <p:cNvSpPr/>
          <p:nvPr/>
        </p:nvSpPr>
        <p:spPr>
          <a:xfrm>
            <a:off x="4749023" y="3478318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934DE039-561E-31D1-1807-67245A20BACE}"/>
              </a:ext>
            </a:extLst>
          </p:cNvPr>
          <p:cNvSpPr/>
          <p:nvPr/>
        </p:nvSpPr>
        <p:spPr>
          <a:xfrm>
            <a:off x="3665726" y="3649147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E0DE0E15-F15E-DD88-C8F0-F1ADF179E3DD}"/>
              </a:ext>
            </a:extLst>
          </p:cNvPr>
          <p:cNvSpPr/>
          <p:nvPr/>
        </p:nvSpPr>
        <p:spPr>
          <a:xfrm>
            <a:off x="4749023" y="3649147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0E231828-6F92-A3BB-6BB5-C944FBDE858D}"/>
              </a:ext>
            </a:extLst>
          </p:cNvPr>
          <p:cNvSpPr/>
          <p:nvPr/>
        </p:nvSpPr>
        <p:spPr>
          <a:xfrm>
            <a:off x="4749023" y="3819976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535B51FC-8CDC-C0A4-F2A4-47F7554DA5B0}"/>
              </a:ext>
            </a:extLst>
          </p:cNvPr>
          <p:cNvSpPr/>
          <p:nvPr/>
        </p:nvSpPr>
        <p:spPr>
          <a:xfrm>
            <a:off x="4749023" y="3990805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ns2:creationId id="{BAADB996-9EEC-7D0B-A738-2433D8BD9613}"/>
              </a:ext>
            </a:extLst>
          </p:cNvPr>
          <p:cNvSpPr/>
          <p:nvPr/>
        </p:nvSpPr>
        <p:spPr>
          <a:xfrm>
            <a:off x="4749023" y="4161634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6376FCD2-9EE8-FB9A-6BF5-0C73CABFE059}"/>
              </a:ext>
            </a:extLst>
          </p:cNvPr>
          <p:cNvSpPr/>
          <p:nvPr/>
        </p:nvSpPr>
        <p:spPr>
          <a:xfrm>
            <a:off x="4749023" y="4332463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30B7B248-839C-F16D-5FEB-F5F5263A471C}"/>
              </a:ext>
            </a:extLst>
          </p:cNvPr>
          <p:cNvSpPr/>
          <p:nvPr/>
        </p:nvSpPr>
        <p:spPr>
          <a:xfrm>
            <a:off x="4749023" y="4503292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5D6B1FD9-2A08-CE8C-4A59-2C1C6C3548BD}"/>
              </a:ext>
            </a:extLst>
          </p:cNvPr>
          <p:cNvSpPr/>
          <p:nvPr/>
        </p:nvSpPr>
        <p:spPr>
          <a:xfrm>
            <a:off x="4749023" y="4674121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AFE39697-5350-EC06-140F-E2B35DAADD9E}"/>
              </a:ext>
            </a:extLst>
          </p:cNvPr>
          <p:cNvSpPr/>
          <p:nvPr/>
        </p:nvSpPr>
        <p:spPr>
          <a:xfrm>
            <a:off x="4749023" y="4844950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4CE199C1-0C10-18CC-7CED-74A2489C8F44}"/>
              </a:ext>
            </a:extLst>
          </p:cNvPr>
          <p:cNvSpPr/>
          <p:nvPr/>
        </p:nvSpPr>
        <p:spPr>
          <a:xfrm>
            <a:off x="4749023" y="5015779"/>
            <a:ext cx="90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" name="正方形/長方形 26">
            <a:extLst>
              <a:ext uri="{FF2B5EF4-FFF2-40B4-BE49-F238E27FC236}">
                <ns2:creationId id="{63F40F7E-884D-6486-65A5-454352A16307}"/>
              </a:ext>
            </a:extLst>
          </p:cNvPr>
          <p:cNvSpPr/>
          <p:nvPr/>
        </p:nvSpPr>
        <p:spPr>
          <a:xfrm>
            <a:off x="3669023" y="5186608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BC8E8DD6-10DC-31BB-4C6C-64F1E568FA8A}"/>
              </a:ext>
            </a:extLst>
          </p:cNvPr>
          <p:cNvSpPr/>
          <p:nvPr/>
        </p:nvSpPr>
        <p:spPr>
          <a:xfrm>
            <a:off x="3669023" y="535743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988ACDFA-32B2-191A-AD2D-58AEB602AF4E}"/>
              </a:ext>
            </a:extLst>
          </p:cNvPr>
          <p:cNvSpPr/>
          <p:nvPr/>
        </p:nvSpPr>
        <p:spPr>
          <a:xfrm>
            <a:off x="3669023" y="5528266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012A0CC0-D6AB-0E9E-67F5-219102F37918}"/>
              </a:ext>
            </a:extLst>
          </p:cNvPr>
          <p:cNvSpPr/>
          <p:nvPr/>
        </p:nvSpPr>
        <p:spPr>
          <a:xfrm>
            <a:off x="3669023" y="5699095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正方形/長方形 30">
            <a:extLst>
              <a:ext uri="{FF2B5EF4-FFF2-40B4-BE49-F238E27FC236}">
                <ns2:creationId id="{F7848082-3915-2114-B5CB-0FF1D7064DBD}"/>
              </a:ext>
            </a:extLst>
          </p:cNvPr>
          <p:cNvSpPr/>
          <p:nvPr/>
        </p:nvSpPr>
        <p:spPr>
          <a:xfrm>
            <a:off x="3669023" y="5869924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正方形/長方形 31">
            <a:extLst>
              <a:ext uri="{FF2B5EF4-FFF2-40B4-BE49-F238E27FC236}">
                <ns2:creationId id="{6700653E-242D-5A73-9F75-D73CA54BA558}"/>
              </a:ext>
            </a:extLst>
          </p:cNvPr>
          <p:cNvSpPr/>
          <p:nvPr/>
        </p:nvSpPr>
        <p:spPr>
          <a:xfrm>
            <a:off x="3669023" y="6040757"/>
            <a:ext cx="1980000" cy="144000"/>
          </a:xfrm>
          <a:prstGeom prst="rect">
            <a:avLst/>
          </a:prstGeom>
          <a:solidFill>
            <a:srgbClr val="008000">
              <a:alpha val="2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3" name="正方形/長方形 32">
            <a:extLst>
              <a:ext uri="{FF2B5EF4-FFF2-40B4-BE49-F238E27FC236}">
                <ns2:creationId id="{011B6DDF-03E6-94AC-4095-9760E1215AA6}"/>
              </a:ext>
            </a:extLst>
          </p:cNvPr>
          <p:cNvSpPr/>
          <p:nvPr/>
        </p:nvSpPr>
        <p:spPr>
          <a:xfrm>
            <a:off x="3665726" y="4503293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A5452683-BBDC-919D-B92C-2249A1AD34A6}"/>
              </a:ext>
            </a:extLst>
          </p:cNvPr>
          <p:cNvSpPr/>
          <p:nvPr/>
        </p:nvSpPr>
        <p:spPr>
          <a:xfrm>
            <a:off x="3665726" y="484495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ns2:creationId id="{84D44D8C-7C67-554C-112F-131B81911AA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1315835" y="3208660"/>
            <a:ext cx="183297" cy="1800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ns2:creationId id="{F833799F-1726-D3A6-45CB-750953EE5A0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399132" y="320866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ns2:creationId id="{5B46A4CD-065A-55AA-F563-DEB98053A2B1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3482429" y="3208660"/>
            <a:ext cx="186594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ns2:creationId id="{F85365F0-1512-ECAC-4EF2-5B5193E24567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4565726" y="3379489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ns2:creationId id="{F3893605-AFF2-DC84-EADA-F31DCE687667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>
            <a:off x="4565726" y="3721147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ns2:creationId id="{43864DEB-A853-FEAF-31EC-A0871D9CD1CD}"/>
              </a:ext>
            </a:extLst>
          </p:cNvPr>
          <p:cNvCxnSpPr>
            <a:cxnSpLocks/>
            <a:stCxn id="33" idx="3"/>
            <a:endCxn id="23" idx="1"/>
          </p:cNvCxnSpPr>
          <p:nvPr/>
        </p:nvCxnSpPr>
        <p:spPr>
          <a:xfrm flipV="1">
            <a:off x="4565726" y="4575292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ns2:creationId id="{26C78B31-56DB-10E6-8279-1175D0ED34BA}"/>
              </a:ext>
            </a:extLst>
          </p:cNvPr>
          <p:cNvCxnSpPr>
            <a:cxnSpLocks/>
            <a:stCxn id="34" idx="3"/>
            <a:endCxn id="25" idx="1"/>
          </p:cNvCxnSpPr>
          <p:nvPr/>
        </p:nvCxnSpPr>
        <p:spPr>
          <a:xfrm>
            <a:off x="4565726" y="4916950"/>
            <a:ext cx="1832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コネクタ: カギ線 41">
            <a:extLst>
              <a:ext uri="{FF2B5EF4-FFF2-40B4-BE49-F238E27FC236}">
                <ns2:creationId id="{386D39C1-C881-39E4-F1EB-238708298CE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3482429" y="320866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コネクタ 42">
            <a:extLst>
              <a:ext uri="{FF2B5EF4-FFF2-40B4-BE49-F238E27FC236}">
                <ns2:creationId id="{840D6CDD-9574-A04F-D852-649736F15E33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3482429" y="3721147"/>
            <a:ext cx="183297" cy="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ns2:creationId id="{5B0BAE06-695F-0D38-4080-F511A0A35E82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2399132" y="3208660"/>
            <a:ext cx="183297" cy="51248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コネクタ: カギ線 44">
            <a:extLst>
              <a:ext uri="{FF2B5EF4-FFF2-40B4-BE49-F238E27FC236}">
                <ns2:creationId id="{7F9286CA-CC0F-95CC-32B9-F9632079500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4565726" y="3379489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コネクタ: カギ線 45">
            <a:extLst>
              <a:ext uri="{FF2B5EF4-FFF2-40B4-BE49-F238E27FC236}">
                <ns2:creationId id="{3FCB74DC-63EF-E41E-89DF-2D56169EA309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565726" y="3721147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コネクタ: カギ線 46">
            <a:extLst>
              <a:ext uri="{FF2B5EF4-FFF2-40B4-BE49-F238E27FC236}">
                <ns2:creationId id="{AE9FB539-0B2E-E113-7C95-4BD04088907D}"/>
              </a:ext>
            </a:extLst>
          </p:cNvPr>
          <p:cNvCxnSpPr>
            <a:cxnSpLocks/>
            <a:stCxn id="9" idx="3"/>
            <a:endCxn id="20" idx="1"/>
          </p:cNvCxnSpPr>
          <p:nvPr/>
        </p:nvCxnSpPr>
        <p:spPr>
          <a:xfrm>
            <a:off x="1315835" y="3226660"/>
            <a:ext cx="3433188" cy="836145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コネクタ: カギ線 47">
            <a:extLst>
              <a:ext uri="{FF2B5EF4-FFF2-40B4-BE49-F238E27FC236}">
                <ns2:creationId id="{D5939274-975F-8E35-6F93-5B96B1FFD27F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315835" y="3226660"/>
            <a:ext cx="3433188" cy="100697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カギ線 48">
            <a:extLst>
              <a:ext uri="{FF2B5EF4-FFF2-40B4-BE49-F238E27FC236}">
                <ns2:creationId id="{F63F7781-1557-8951-0CF2-6EFA175592DC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>
            <a:off x="1315835" y="3226660"/>
            <a:ext cx="3433188" cy="1177803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コネクタ: カギ線 49">
            <a:extLst>
              <a:ext uri="{FF2B5EF4-FFF2-40B4-BE49-F238E27FC236}">
                <ns2:creationId id="{B5CAC54D-CF33-F609-C656-706B8BB641DF}"/>
              </a:ext>
            </a:extLst>
          </p:cNvPr>
          <p:cNvCxnSpPr>
            <a:cxnSpLocks/>
            <a:stCxn id="33" idx="3"/>
            <a:endCxn id="24" idx="1"/>
          </p:cNvCxnSpPr>
          <p:nvPr/>
        </p:nvCxnSpPr>
        <p:spPr>
          <a:xfrm>
            <a:off x="4565726" y="4575293"/>
            <a:ext cx="183297" cy="1708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コネクタ: カギ線 50">
            <a:extLst>
              <a:ext uri="{FF2B5EF4-FFF2-40B4-BE49-F238E27FC236}">
                <ns2:creationId id="{19ED1586-B473-63B6-476A-523557B9B4B4}"/>
              </a:ext>
            </a:extLst>
          </p:cNvPr>
          <p:cNvCxnSpPr>
            <a:cxnSpLocks/>
            <a:stCxn id="34" idx="3"/>
            <a:endCxn id="26" idx="1"/>
          </p:cNvCxnSpPr>
          <p:nvPr/>
        </p:nvCxnSpPr>
        <p:spPr>
          <a:xfrm>
            <a:off x="4565726" y="4916950"/>
            <a:ext cx="183297" cy="17082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ns2:creationId id="{30777F5E-1B62-CD9C-1BC9-7D0A58FEE6EF}"/>
              </a:ext>
            </a:extLst>
          </p:cNvPr>
          <p:cNvSpPr/>
          <p:nvPr/>
        </p:nvSpPr>
        <p:spPr>
          <a:xfrm>
            <a:off x="1500231" y="4504596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53" name="コネクタ: カギ線 52">
            <a:extLst>
              <a:ext uri="{FF2B5EF4-FFF2-40B4-BE49-F238E27FC236}">
                <ns2:creationId id="{FDAAAEC1-F1F4-F29D-A363-A61A85F193E9}"/>
              </a:ext>
            </a:extLst>
          </p:cNvPr>
          <p:cNvCxnSpPr>
            <a:cxnSpLocks/>
            <a:stCxn id="9" idx="3"/>
            <a:endCxn id="52" idx="1"/>
          </p:cNvCxnSpPr>
          <p:nvPr/>
        </p:nvCxnSpPr>
        <p:spPr>
          <a:xfrm>
            <a:off x="1315835" y="3226660"/>
            <a:ext cx="184396" cy="1349936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D57E9650-4A4A-0164-B7DC-C3B1E8C69DC0}"/>
              </a:ext>
            </a:extLst>
          </p:cNvPr>
          <p:cNvCxnSpPr>
            <a:cxnSpLocks/>
            <a:stCxn id="52" idx="3"/>
            <a:endCxn id="33" idx="1"/>
          </p:cNvCxnSpPr>
          <p:nvPr/>
        </p:nvCxnSpPr>
        <p:spPr>
          <a:xfrm flipV="1">
            <a:off x="2400231" y="4575293"/>
            <a:ext cx="1265495" cy="1303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コネクタ: カギ線 54">
            <a:extLst>
              <a:ext uri="{FF2B5EF4-FFF2-40B4-BE49-F238E27FC236}">
                <ns2:creationId id="{C51C60EF-7D30-22D0-586E-C7839CAF5775}"/>
              </a:ext>
            </a:extLst>
          </p:cNvPr>
          <p:cNvCxnSpPr>
            <a:cxnSpLocks/>
            <a:stCxn id="52" idx="3"/>
            <a:endCxn id="34" idx="1"/>
          </p:cNvCxnSpPr>
          <p:nvPr/>
        </p:nvCxnSpPr>
        <p:spPr>
          <a:xfrm>
            <a:off x="2400231" y="4576596"/>
            <a:ext cx="1265495" cy="340354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5">
            <a:extLst>
              <a:ext uri="{FF2B5EF4-FFF2-40B4-BE49-F238E27FC236}">
                <ns2:creationId id="{2DC52CCA-2D38-33A9-D748-C66DBAF99062}"/>
              </a:ext>
            </a:extLst>
          </p:cNvPr>
          <p:cNvCxnSpPr>
            <a:cxnSpLocks/>
            <a:stCxn id="52" idx="3"/>
            <a:endCxn id="27" idx="1"/>
          </p:cNvCxnSpPr>
          <p:nvPr/>
        </p:nvCxnSpPr>
        <p:spPr>
          <a:xfrm>
            <a:off x="2400231" y="4576596"/>
            <a:ext cx="1268792" cy="682012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コネクタ: カギ線 56">
            <a:extLst>
              <a:ext uri="{FF2B5EF4-FFF2-40B4-BE49-F238E27FC236}">
                <ns2:creationId id="{AAF4B432-E0C8-CEC0-A32B-38FFB1D0D28B}"/>
              </a:ext>
            </a:extLst>
          </p:cNvPr>
          <p:cNvCxnSpPr>
            <a:cxnSpLocks/>
            <a:stCxn id="52" idx="3"/>
            <a:endCxn id="28" idx="1"/>
          </p:cNvCxnSpPr>
          <p:nvPr/>
        </p:nvCxnSpPr>
        <p:spPr>
          <a:xfrm>
            <a:off x="2400231" y="4576596"/>
            <a:ext cx="1268792" cy="85284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ns2:creationId id="{853C85C2-9D5D-3617-8194-5602A9B04D23}"/>
              </a:ext>
            </a:extLst>
          </p:cNvPr>
          <p:cNvCxnSpPr>
            <a:cxnSpLocks/>
            <a:stCxn id="52" idx="3"/>
            <a:endCxn id="29" idx="1"/>
          </p:cNvCxnSpPr>
          <p:nvPr/>
        </p:nvCxnSpPr>
        <p:spPr>
          <a:xfrm>
            <a:off x="2400231" y="4576596"/>
            <a:ext cx="1268792" cy="1023670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コネクタ: カギ線 58">
            <a:extLst>
              <a:ext uri="{FF2B5EF4-FFF2-40B4-BE49-F238E27FC236}">
                <ns2:creationId id="{AC8A06A9-FD01-3FEA-63F7-4BD254D52E11}"/>
              </a:ext>
            </a:extLst>
          </p:cNvPr>
          <p:cNvCxnSpPr>
            <a:cxnSpLocks/>
            <a:stCxn id="52" idx="3"/>
            <a:endCxn id="30" idx="1"/>
          </p:cNvCxnSpPr>
          <p:nvPr/>
        </p:nvCxnSpPr>
        <p:spPr>
          <a:xfrm>
            <a:off x="2400231" y="4576596"/>
            <a:ext cx="1268792" cy="1194499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コネクタ: カギ線 59">
            <a:extLst>
              <a:ext uri="{FF2B5EF4-FFF2-40B4-BE49-F238E27FC236}">
                <ns2:creationId id="{7D3BD8FD-A491-F664-3FE9-5141E14288B0}"/>
              </a:ext>
            </a:extLst>
          </p:cNvPr>
          <p:cNvCxnSpPr>
            <a:cxnSpLocks/>
            <a:stCxn id="52" idx="3"/>
            <a:endCxn id="31" idx="1"/>
          </p:cNvCxnSpPr>
          <p:nvPr/>
        </p:nvCxnSpPr>
        <p:spPr>
          <a:xfrm>
            <a:off x="2400231" y="4576596"/>
            <a:ext cx="1268792" cy="1365328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コネクタ: カギ線 60">
            <a:extLst>
              <a:ext uri="{FF2B5EF4-FFF2-40B4-BE49-F238E27FC236}">
                <ns2:creationId id="{8447CA80-FF36-427A-3900-7800F52C0859}"/>
              </a:ext>
            </a:extLst>
          </p:cNvPr>
          <p:cNvCxnSpPr>
            <a:cxnSpLocks/>
            <a:stCxn id="52" idx="3"/>
            <a:endCxn id="32" idx="1"/>
          </p:cNvCxnSpPr>
          <p:nvPr/>
        </p:nvCxnSpPr>
        <p:spPr>
          <a:xfrm>
            <a:off x="2400231" y="4576596"/>
            <a:ext cx="1268792" cy="1536161"/>
          </a:xfrm>
          <a:prstGeom prst="bentConnector3">
            <a:avLst>
              <a:gd name="adj1" fmla="val 50000"/>
            </a:avLst>
          </a:prstGeom>
          <a:ln w="9525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>
            <a:extLst>
              <a:ext uri="{FF2B5EF4-FFF2-40B4-BE49-F238E27FC236}">
                <ns2:creationId id="{1D85E596-2DFD-944C-4E6B-12F72B4099FC}"/>
              </a:ext>
            </a:extLst>
          </p:cNvPr>
          <p:cNvSpPr/>
          <p:nvPr/>
        </p:nvSpPr>
        <p:spPr>
          <a:xfrm>
            <a:off x="336917" y="3013754"/>
            <a:ext cx="5400000" cy="3289850"/>
          </a:xfrm>
          <a:prstGeom prst="rect">
            <a:avLst/>
          </a:prstGeom>
          <a:noFill/>
          <a:ln w="1905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ns2:creationId id="{8BA0118F-46F4-A77B-D23F-6A3A49584934}"/>
              </a:ext>
            </a:extLst>
          </p:cNvPr>
          <p:cNvSpPr/>
          <p:nvPr/>
        </p:nvSpPr>
        <p:spPr>
          <a:xfrm>
            <a:off x="2582429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" name="正方形/長方形 9">
            <a:extLst>
              <a:ext uri="{FF2B5EF4-FFF2-40B4-BE49-F238E27FC236}">
                <ns2:creationId id="{B3BB7141-9A7D-D480-8922-0F6E0F43725A}"/>
              </a:ext>
            </a:extLst>
          </p:cNvPr>
          <p:cNvSpPr/>
          <p:nvPr/>
        </p:nvSpPr>
        <p:spPr>
          <a:xfrm>
            <a:off x="1499132" y="3136660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2D344E85-F3A8-6810-737A-A2515BF73437}"/>
              </a:ext>
            </a:extLst>
          </p:cNvPr>
          <p:cNvSpPr/>
          <p:nvPr/>
        </p:nvSpPr>
        <p:spPr>
          <a:xfrm>
            <a:off x="2582429" y="3649148"/>
            <a:ext cx="900000" cy="1440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10" name="グループ化 109">
            <a:extLst>
              <a:ext uri="{FF2B5EF4-FFF2-40B4-BE49-F238E27FC236}">
                <ns2:creationId id="{0B9B70D9-47B0-B149-0E08-F942CE4B062D}"/>
              </a:ext>
            </a:extLst>
          </p:cNvPr>
          <p:cNvGrpSpPr/>
          <p:nvPr/>
        </p:nvGrpSpPr>
        <p:grpSpPr>
          <a:xfrm>
            <a:off x="3614074" y="2772288"/>
            <a:ext cx="2122843" cy="180000"/>
            <a:chOff x="3614074" y="2772288"/>
            <a:chExt cx="2122843" cy="180000"/>
          </a:xfrm>
        </p:grpSpPr>
        <p:sp>
          <p:nvSpPr>
            <p:cNvPr id="86" name="正方形/長方形 85">
              <a:extLst>
                <a:ext uri="{FF2B5EF4-FFF2-40B4-BE49-F238E27FC236}">
                  <ns2:creationId id="{A3FAC4BE-149F-78AE-5AB9-4BE685EBF065}"/>
                </a:ext>
              </a:extLst>
            </p:cNvPr>
            <p:cNvSpPr/>
            <p:nvPr/>
          </p:nvSpPr>
          <p:spPr>
            <a:xfrm>
              <a:off x="4044917" y="2772288"/>
              <a:ext cx="1692000" cy="180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67E58DF2-23CA-1BC7-DDA9-1D2B9CD9EA34}"/>
                </a:ext>
              </a:extLst>
            </p:cNvPr>
            <p:cNvSpPr txBox="1"/>
            <p:nvPr/>
          </p:nvSpPr>
          <p:spPr>
            <a:xfrm>
              <a:off x="3614074" y="2772288"/>
              <a:ext cx="540000" cy="18000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r>
                <a:rPr kumimoji="1" lang="ja-JP" altLang="en-US" sz="900">
                  <a:latin typeface="+mn-ea"/>
                </a:rPr>
                <a:t>XX</a:t>
              </a:r>
              <a:r>
                <a:rPr lang="en-AU" altLang="ja-JP" sz="900">
                  <a:latin typeface="+mn-ea"/>
                </a:rPr>
                <a:t>:</a:t>
              </a:r>
              <a:endParaRPr kumimoji="1" lang="en-US" altLang="ja-JP" sz="900">
                <a:latin typeface="+mn-ea"/>
              </a:endParaRPr>
            </a:p>
          </p:txBody>
        </p:sp>
      </p:grpSp>
      <p:sp>
        <p:nvSpPr>
          <p:cNvPr id="76" name="background">
            <a:extLst>
              <a:ext uri="{FF2B5EF4-FFF2-40B4-BE49-F238E27FC236}">
                <ns2:creationId id="{128B8B67-5052-AB62-A362-C26FBBE57F2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474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1</a:t>
            </a:r>
          </a:p>
        </p:txBody>
      </p:sp>
      <p:sp>
        <p:nvSpPr>
          <p:cNvPr id="78" name="background">
            <a:extLst>
              <a:ext uri="{FF2B5EF4-FFF2-40B4-BE49-F238E27FC236}">
                <ns2:creationId id="{774354A2-A96D-593B-7933-BF9B0B675B4E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612527" y="289885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2</a:t>
            </a:r>
          </a:p>
        </p:txBody>
      </p:sp>
      <p:sp>
        <p:nvSpPr>
          <p:cNvPr id="79" name="background">
            <a:extLst>
              <a:ext uri="{FF2B5EF4-FFF2-40B4-BE49-F238E27FC236}">
                <ns2:creationId id="{B8D28FEB-8A90-34FB-1E2E-E0974064BE4E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1291560" y="3015716"/>
            <a:ext cx="216000" cy="216000"/>
          </a:xfrm>
          <a:prstGeom prst="ellipse">
            <a:avLst/>
          </a:prstGeom>
          <a:solidFill>
            <a:srgbClr val="008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AU" altLang="ja-JP" sz="120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rPr>
              <a:t>3</a:t>
            </a:r>
          </a:p>
        </p:txBody>
      </p:sp>
      <p:grpSp>
        <p:nvGrpSpPr>
          <p:cNvPr id="109" name="グループ化 108">
            <a:extLst>
              <a:ext uri="{FF2B5EF4-FFF2-40B4-BE49-F238E27FC236}">
                <ns2:creationId id="{C51C5E45-23F5-5D2C-F352-85ACC5BD4AA8}"/>
              </a:ext>
            </a:extLst>
          </p:cNvPr>
          <p:cNvGrpSpPr/>
          <p:nvPr/>
        </p:nvGrpSpPr>
        <p:grpSpPr>
          <a:xfrm>
            <a:off x="336917" y="2039262"/>
            <a:ext cx="5400000" cy="672698"/>
            <a:chOff x="336917" y="2039262"/>
            <a:chExt cx="5400000" cy="672698"/>
          </a:xfrm>
        </p:grpSpPr>
        <p:sp>
          <p:nvSpPr>
            <p:cNvPr id="6" name="正方形/長方形 5">
              <a:extLst>
                <a:ext uri="{FF2B5EF4-FFF2-40B4-BE49-F238E27FC236}">
                  <ns2:creationId id="{C585E087-389E-8428-CD45-508D5B3D4D56}"/>
                </a:ext>
              </a:extLst>
            </p:cNvPr>
            <p:cNvSpPr/>
            <p:nvPr/>
          </p:nvSpPr>
          <p:spPr>
            <a:xfrm>
              <a:off x="455853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884DACE4-9F8A-AD43-D801-2CD5FC37FDEA}"/>
                </a:ext>
              </a:extLst>
            </p:cNvPr>
            <p:cNvSpPr/>
            <p:nvPr/>
          </p:nvSpPr>
          <p:spPr>
            <a:xfrm>
              <a:off x="2286385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ROIC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B10AEE6B-1C01-02AB-DD3C-9405BD4CAEC1}"/>
                </a:ext>
              </a:extLst>
            </p:cNvPr>
            <p:cNvSpPr/>
            <p:nvPr/>
          </p:nvSpPr>
          <p:spPr>
            <a:xfrm>
              <a:off x="4116917" y="2099960"/>
              <a:ext cx="1620000" cy="612000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" name="background">
              <a:extLst>
                <a:ext uri="{FF2B5EF4-FFF2-40B4-BE49-F238E27FC236}">
                  <ns2:creationId id="{7C6BF67C-6DEA-FF8D-3DBC-D124A6D13B0C}"/>
                </a:ext>
              </a:extLst>
            </p:cNvPr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336917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1</a:t>
              </a:r>
            </a:p>
          </p:txBody>
        </p:sp>
        <p:sp>
          <p:nvSpPr>
            <p:cNvPr id="72" name="background">
              <a:extLst>
                <a:ext uri="{FF2B5EF4-FFF2-40B4-BE49-F238E27FC236}">
                  <ns2:creationId id="{FE43167C-19F1-EF11-61E2-666838F2AF5E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2156518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2</a:t>
              </a:r>
            </a:p>
          </p:txBody>
        </p:sp>
        <p:sp>
          <p:nvSpPr>
            <p:cNvPr id="74" name="background">
              <a:extLst>
                <a:ext uri="{FF2B5EF4-FFF2-40B4-BE49-F238E27FC236}">
                  <ns2:creationId id="{0CF94BF6-3EFD-3B7C-CAC7-7E3588A17CC6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3968994" y="2039262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3</a:t>
              </a:r>
            </a:p>
          </p:txBody>
        </p:sp>
        <p:pic>
          <p:nvPicPr>
            <p:cNvPr id="73" name="グラフィックス 72" descr="数学 単色塗りつぶし">
              <a:extLst>
                <a:ext uri="{FF2B5EF4-FFF2-40B4-BE49-F238E27FC236}">
                  <ns2:creationId id="{1AE61B67-35F2-98D0-0691-37288A0BE1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1766833" y="2402940"/>
              <a:ext cx="288000" cy="288000"/>
            </a:xfrm>
            <a:prstGeom prst="rect">
              <a:avLst/>
            </a:prstGeom>
          </p:spPr>
        </p:pic>
        <p:pic>
          <p:nvPicPr>
            <p:cNvPr id="75" name="グラフィックス 74" descr="コメント追加 単色塗りつぶし">
              <a:extLst>
                <a:ext uri="{FF2B5EF4-FFF2-40B4-BE49-F238E27FC236}">
                  <ns2:creationId id="{3B5502FB-6158-104E-D5C5-0C52B8B77E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5427897" y="2402940"/>
              <a:ext cx="288000" cy="288000"/>
            </a:xfrm>
            <a:prstGeom prst="rect">
              <a:avLst/>
            </a:prstGeom>
          </p:spPr>
        </p:pic>
        <p:pic>
          <p:nvPicPr>
            <p:cNvPr id="77" name="グラフィックス 76" descr="シャッフル 単色塗りつぶし">
              <a:extLst>
                <a:ext uri="{FF2B5EF4-FFF2-40B4-BE49-F238E27FC236}">
                  <ns2:creationId id="{CA8FCB97-3E5E-14FE-4FDA-09AE3585FE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3597365" y="2402940"/>
              <a:ext cx="288000" cy="288000"/>
            </a:xfrm>
            <a:prstGeom prst="rect">
              <a:avLst/>
            </a:prstGeom>
          </p:spPr>
        </p:pic>
      </p:grpSp>
      <p:grpSp>
        <p:nvGrpSpPr>
          <p:cNvPr id="128" name="グループ化 127">
            <a:extLst>
              <a:ext uri="{FF2B5EF4-FFF2-40B4-BE49-F238E27FC236}">
                <ns2:creationId id="{1E6938A8-5801-5747-377B-E64A1F19A40F}"/>
              </a:ext>
            </a:extLst>
          </p:cNvPr>
          <p:cNvGrpSpPr/>
          <p:nvPr/>
        </p:nvGrpSpPr>
        <p:grpSpPr>
          <a:xfrm>
            <a:off x="6104908" y="1634400"/>
            <a:ext cx="5745624" cy="4670631"/>
            <a:chOff x="6104908" y="1634400"/>
            <a:chExt cx="5745624" cy="4670631"/>
          </a:xfrm>
        </p:grpSpPr>
        <p:sp>
          <p:nvSpPr>
            <p:cNvPr id="88" name="正方形/長方形 87">
              <a:extLst>
                <a:ext uri="{FF2B5EF4-FFF2-40B4-BE49-F238E27FC236}">
                  <ns2:creationId id="{1BE53B2D-C462-1CC3-8CFF-63F45048422F}"/>
                </a:ext>
              </a:extLst>
            </p:cNvPr>
            <p:cNvSpPr/>
            <p:nvPr/>
          </p:nvSpPr>
          <p:spPr>
            <a:xfrm>
              <a:off x="6104908" y="1634400"/>
              <a:ext cx="396000" cy="162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C943A935-FD33-5C61-99EB-F18F86981CD3}"/>
                </a:ext>
              </a:extLst>
            </p:cNvPr>
            <p:cNvSpPr/>
            <p:nvPr/>
          </p:nvSpPr>
          <p:spPr>
            <a:xfrm>
              <a:off x="6104908" y="3303716"/>
              <a:ext cx="396000" cy="1692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2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DDB2E788-5474-F979-57AD-2D419A056AFA}"/>
                </a:ext>
              </a:extLst>
            </p:cNvPr>
            <p:cNvSpPr/>
            <p:nvPr/>
          </p:nvSpPr>
          <p:spPr>
            <a:xfrm>
              <a:off x="6104908" y="5045031"/>
              <a:ext cx="396000" cy="1260000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0BF84616-E5DE-706F-0F20-41765ABED240}"/>
                </a:ext>
              </a:extLst>
            </p:cNvPr>
            <p:cNvSpPr/>
            <p:nvPr/>
          </p:nvSpPr>
          <p:spPr>
            <a:xfrm>
              <a:off x="6556118" y="1634400"/>
              <a:ext cx="3511207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03E868FB-0D95-2D71-6A44-EB6B506ABE75}"/>
                </a:ext>
              </a:extLst>
            </p:cNvPr>
            <p:cNvSpPr/>
            <p:nvPr/>
          </p:nvSpPr>
          <p:spPr>
            <a:xfrm>
              <a:off x="10122531" y="1634400"/>
              <a:ext cx="1728001" cy="396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0" tIns="0" rIns="0" bIns="0" rtlCol="0" anchor="ctr"/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0930646F-0AF2-2738-211F-2A0DDAE68E63}"/>
                </a:ext>
              </a:extLst>
            </p:cNvPr>
            <p:cNvSpPr/>
            <p:nvPr/>
          </p:nvSpPr>
          <p:spPr>
            <a:xfrm>
              <a:off x="6556116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AU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9CFC6AA2-8E78-75E4-6721-FA497031F311}"/>
                </a:ext>
              </a:extLst>
            </p:cNvPr>
            <p:cNvSpPr/>
            <p:nvPr/>
          </p:nvSpPr>
          <p:spPr>
            <a:xfrm>
              <a:off x="8329720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34CA68C0-81BD-F774-911F-B023398610A4}"/>
                </a:ext>
              </a:extLst>
            </p:cNvPr>
            <p:cNvSpPr/>
            <p:nvPr/>
          </p:nvSpPr>
          <p:spPr>
            <a:xfrm>
              <a:off x="10122532" y="2102400"/>
              <a:ext cx="1728000" cy="115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2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AU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770522EC-6727-8858-6C45-2087AC22035A}"/>
                </a:ext>
              </a:extLst>
            </p:cNvPr>
            <p:cNvSpPr/>
            <p:nvPr/>
          </p:nvSpPr>
          <p:spPr>
            <a:xfrm>
              <a:off x="6556116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CB595190-6527-C0E6-36C7-3B0E87DFF0C3}"/>
                </a:ext>
              </a:extLst>
            </p:cNvPr>
            <p:cNvSpPr/>
            <p:nvPr/>
          </p:nvSpPr>
          <p:spPr>
            <a:xfrm>
              <a:off x="10122531" y="3619980"/>
              <a:ext cx="1728001" cy="1375736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104DDB78-DBBD-8109-1EFF-D5B16F8E1BDB}"/>
                </a:ext>
              </a:extLst>
            </p:cNvPr>
            <p:cNvSpPr/>
            <p:nvPr/>
          </p:nvSpPr>
          <p:spPr>
            <a:xfrm>
              <a:off x="8329720" y="3619979"/>
              <a:ext cx="1728000" cy="1375737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0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lvl="1" indent="-188913">
                <a:spcAft>
                  <a:spcPts val="600"/>
                </a:spcAft>
                <a:buClr>
                  <a:srgbClr val="008000"/>
                </a:buClr>
                <a:buFont typeface="Wingdings" panose="05000000000000000000" pitchFamily="2" charset="2"/>
                <a:buChar char="Ø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2" name="直線矢印コネクタ 101">
              <a:extLst>
                <a:ext uri="{FF2B5EF4-FFF2-40B4-BE49-F238E27FC236}">
                  <ns2:creationId id="{A5DE2CE0-5BF5-715D-4F72-B954C070846F}"/>
                </a:ext>
              </a:extLst>
            </p:cNvPr>
            <p:cNvCxnSpPr>
              <a:cxnSpLocks/>
            </p:cNvCxnSpPr>
            <p:nvPr/>
          </p:nvCxnSpPr>
          <p:spPr>
            <a:xfrm>
              <a:off x="7211529" y="3254400"/>
              <a:ext cx="1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ns2:creationId id="{875A59EF-FBAC-0313-F33A-DB3D3D2185ED}"/>
                </a:ext>
              </a:extLst>
            </p:cNvPr>
            <p:cNvCxnSpPr>
              <a:cxnSpLocks/>
              <a:stCxn id="94" idx="2"/>
              <a:endCxn id="101" idx="0"/>
            </p:cNvCxnSpPr>
            <p:nvPr/>
          </p:nvCxnSpPr>
          <p:spPr>
            <a:xfrm>
              <a:off x="9193720" y="3254400"/>
              <a:ext cx="0" cy="36557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ns2:creationId id="{3051A209-9FB7-5DD4-7727-C7026B0F8B16}"/>
                </a:ext>
              </a:extLst>
            </p:cNvPr>
            <p:cNvCxnSpPr>
              <a:cxnSpLocks/>
              <a:stCxn id="95" idx="2"/>
              <a:endCxn id="100" idx="0"/>
            </p:cNvCxnSpPr>
            <p:nvPr/>
          </p:nvCxnSpPr>
          <p:spPr>
            <a:xfrm>
              <a:off x="10986532" y="3254400"/>
              <a:ext cx="0" cy="36558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コネクタ: カギ線 110">
              <a:extLst>
                <a:ext uri="{FF2B5EF4-FFF2-40B4-BE49-F238E27FC236}">
                  <ns2:creationId id="{04F92C7E-FB75-E216-BD61-1F19D24D6DCD}"/>
                </a:ext>
              </a:extLst>
            </p:cNvPr>
            <p:cNvCxnSpPr>
              <a:cxnSpLocks/>
              <a:stCxn id="94" idx="2"/>
              <a:endCxn id="99" idx="0"/>
            </p:cNvCxnSpPr>
            <p:nvPr/>
          </p:nvCxnSpPr>
          <p:spPr>
            <a:xfrm rot="5400000">
              <a:off x="8124129" y="2550387"/>
              <a:ext cx="365579" cy="177360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正方形/長方形 123">
              <a:extLst>
                <a:ext uri="{FF2B5EF4-FFF2-40B4-BE49-F238E27FC236}">
                  <ns2:creationId id="{032AEDA8-0E39-FF10-AAFF-4460955135CE}"/>
                </a:ext>
              </a:extLst>
            </p:cNvPr>
            <p:cNvSpPr/>
            <p:nvPr/>
          </p:nvSpPr>
          <p:spPr>
            <a:xfrm>
              <a:off x="65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AU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D98EF800-A930-EA08-D108-8F632BB413EA}"/>
                </a:ext>
              </a:extLst>
            </p:cNvPr>
            <p:cNvSpPr/>
            <p:nvPr/>
          </p:nvSpPr>
          <p:spPr>
            <a:xfrm>
              <a:off x="10122531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3050" indent="-188913">
                <a:spcAft>
                  <a:spcPts val="600"/>
                </a:spcAft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7A3BEF08-ACAF-90F4-3AF7-144B5E14C4AC}"/>
                </a:ext>
              </a:extLst>
            </p:cNvPr>
            <p:cNvSpPr/>
            <p:nvPr/>
          </p:nvSpPr>
          <p:spPr>
            <a:xfrm>
              <a:off x="8329720" y="5045031"/>
              <a:ext cx="1728000" cy="1260000"/>
            </a:xfrm>
            <a:prstGeom prst="rect">
              <a:avLst/>
            </a:prstGeom>
            <a:noFill/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9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82563" indent="-182563">
                <a:buFont typeface="Arial" panose="020B0604020202020204" pitchFamily="34" charset="0"/>
                <a:buChar char="•"/>
              </a:pP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9875" indent="-182563">
                <a:buClr>
                  <a:srgbClr val="008000"/>
                </a:buClr>
                <a:buFont typeface="Meiryo UI" panose="020B0604030504040204" pitchFamily="50" charset="-128"/>
                <a:buChar char="–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background">
              <a:extLst>
                <a:ext uri="{FF2B5EF4-FFF2-40B4-BE49-F238E27FC236}">
                  <ns2:creationId id="{B2163448-21F8-B715-6CA2-7C6688B4FC60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6616552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1</a:t>
              </a:r>
            </a:p>
          </p:txBody>
        </p:sp>
        <p:sp>
          <p:nvSpPr>
            <p:cNvPr id="113" name="background">
              <a:extLst>
                <a:ext uri="{FF2B5EF4-FFF2-40B4-BE49-F238E27FC236}">
                  <ns2:creationId id="{0F4C220F-DF13-7E53-66BB-BED621DAECE6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8382482" y="3667667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2</a:t>
              </a:r>
            </a:p>
          </p:txBody>
        </p:sp>
        <p:sp>
          <p:nvSpPr>
            <p:cNvPr id="114" name="background">
              <a:extLst>
                <a:ext uri="{FF2B5EF4-FFF2-40B4-BE49-F238E27FC236}">
                  <ns2:creationId id="{570FF912-5511-EE2A-4A16-F9389941CCF9}"/>
                </a:ext>
              </a:extLst>
            </p:cNvPr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0196101" y="3666168"/>
              <a:ext cx="216000" cy="21600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AU" altLang="ja-JP" sz="120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3</a:t>
              </a:r>
            </a:p>
          </p:txBody>
        </p:sp>
      </p:grpSp>
    </p:spTree>
    <p:extLst>
      <p:ext uri="{BB962C8B-B14F-4D97-AF65-F5344CB8AC3E}">
        <ns5:creationId val="1542585637"/>
      </p:ext>
    </p:extLst>
  </p:cSld>
  <p:clrMapOvr>
    <a:masterClrMapping/>
  </p:clrMapOvr>
</p:sld>
</file>

<file path=ppt/slides/slide22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A37F2DE-5E56-36B4-9567-9EEDFC6B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97A3764-C1E1-7424-ACF9-3DC44B42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579B4DD-FC5C-9E62-FCA4-8C3DD4414A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2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91" name="テキスト ボックス 90">
            <a:extLst>
              <a:ext uri="{FF2B5EF4-FFF2-40B4-BE49-F238E27FC236}">
                <ns2:creationId id="{C41805B5-89D9-0536-F473-42B6A249C9C6}"/>
              </a:ext>
            </a:extLst>
          </p:cNvPr>
          <p:cNvSpPr txBox="1"/>
          <p:nvPr/>
        </p:nvSpPr>
        <p:spPr>
          <a:xfrm>
            <a:off x="334963" y="1338366"/>
            <a:ext cx="11522075" cy="2904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r>
              <a:rPr lang="ja-JP" altLang="en-US" sz="1400" dirty="0">
                <a:solidFill>
                  <a:srgbClr val="008000"/>
                </a:solidFill>
              </a:rPr>
              <a:t>XX</a:t>
            </a:r>
            <a:r>
              <a:rPr lang="ja-JP" altLang="en-US" sz="1400" dirty="0"/>
              <a:t> </a:t>
            </a:r>
            <a:r>
              <a:rPr lang="en-US" altLang="ja-JP" sz="1400" dirty="0"/>
              <a:t>XX</a:t>
            </a:r>
            <a:r>
              <a:rPr lang="ja-JP" altLang="en-US" sz="1400" dirty="0"/>
              <a:t>XX</a:t>
            </a:r>
            <a:endParaRPr kumimoji="1" lang="ja-JP" altLang="en-US" sz="1400" dirty="0"/>
          </a:p>
        </p:txBody>
      </p:sp>
      <p:grpSp>
        <p:nvGrpSpPr>
          <p:cNvPr id="386" name="Group 385">
            <a:extLst>
              <a:ext uri="{FF2B5EF4-FFF2-40B4-BE49-F238E27FC236}">
                <ns2:creationId id="{64BAB194-781F-2D6E-FFBE-F969020AE45A}"/>
              </a:ext>
            </a:extLst>
          </p:cNvPr>
          <p:cNvGrpSpPr/>
          <p:nvPr/>
        </p:nvGrpSpPr>
        <p:grpSpPr>
          <a:xfrm>
            <a:off x="9940735" y="1040476"/>
            <a:ext cx="1916303" cy="230720"/>
            <a:chOff x="9488297" y="1064680"/>
            <a:chExt cx="2229870" cy="252000"/>
          </a:xfrm>
        </p:grpSpPr>
        <p:sp>
          <p:nvSpPr>
            <p:cNvPr id="93" name="正方形/長方形 92">
              <a:extLst>
                <a:ext uri="{FF2B5EF4-FFF2-40B4-BE49-F238E27FC236}">
                  <ns2:creationId id="{AFDB797E-9F52-135C-25C3-84CE5F9FE342}"/>
                </a:ext>
              </a:extLst>
            </p:cNvPr>
            <p:cNvSpPr/>
            <p:nvPr/>
          </p:nvSpPr>
          <p:spPr>
            <a:xfrm>
              <a:off x="9488297" y="1064680"/>
              <a:ext cx="1080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103B831-46F9-1853-01C5-B74602310009}"/>
                </a:ext>
              </a:extLst>
            </p:cNvPr>
            <p:cNvSpPr/>
            <p:nvPr/>
          </p:nvSpPr>
          <p:spPr>
            <a:xfrm>
              <a:off x="10638167" y="1064680"/>
              <a:ext cx="1080000" cy="252000"/>
            </a:xfrm>
            <a:prstGeom prst="rect">
              <a:avLst/>
            </a:prstGeom>
            <a:solidFill>
              <a:srgbClr val="008000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1"/>
            <a:lstStyle/>
            <a:p>
              <a:r>
                <a:rPr lang="ja-JP" altLang="en-US" sz="900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ns2:creationId id="{BAECE740-6CF1-D411-64D2-0EE1EB5593AC}"/>
              </a:ext>
            </a:extLst>
          </p:cNvPr>
          <p:cNvGrpSpPr/>
          <p:nvPr/>
        </p:nvGrpSpPr>
        <p:grpSpPr>
          <a:xfrm>
            <a:off x="339996" y="1638577"/>
            <a:ext cx="11517041" cy="4678403"/>
            <a:chOff x="339996" y="1638577"/>
            <a:chExt cx="11517041" cy="4678403"/>
          </a:xfrm>
        </p:grpSpPr>
        <p:cxnSp>
          <p:nvCxnSpPr>
            <p:cNvPr id="416" name="直線コネクタ 8">
              <a:extLst>
                <a:ext uri="{FF2B5EF4-FFF2-40B4-BE49-F238E27FC236}">
                  <ns2:creationId id="{9BAB90FC-5D40-4C9F-0CF2-1A62649F96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3090880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8">
              <a:extLst>
                <a:ext uri="{FF2B5EF4-FFF2-40B4-BE49-F238E27FC236}">
                  <ns2:creationId id="{8F65DCE2-0B76-123B-7A31-C049EBD7D7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2" y="3898537"/>
              <a:ext cx="914855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8">
              <a:extLst>
                <a:ext uri="{FF2B5EF4-FFF2-40B4-BE49-F238E27FC236}">
                  <ns2:creationId id="{CC157380-19AF-2E6D-841B-BE188B93EA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4463969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直線コネクタ 8">
              <a:extLst>
                <a:ext uri="{FF2B5EF4-FFF2-40B4-BE49-F238E27FC236}">
                  <ns2:creationId id="{402B679D-9CE2-637F-CB8A-4235818E75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9203" y="5765092"/>
              <a:ext cx="1061751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グループ化 31">
              <a:extLst>
                <a:ext uri="{FF2B5EF4-FFF2-40B4-BE49-F238E27FC236}">
                  <ns2:creationId id="{A8056A50-8BE5-F526-2755-139CA007626C}"/>
                </a:ext>
              </a:extLst>
            </p:cNvPr>
            <p:cNvGrpSpPr/>
            <p:nvPr/>
          </p:nvGrpSpPr>
          <p:grpSpPr>
            <a:xfrm>
              <a:off x="9069110" y="1638577"/>
              <a:ext cx="508256" cy="4632048"/>
              <a:chOff x="9069110" y="1638577"/>
              <a:chExt cx="508256" cy="4632048"/>
            </a:xfrm>
          </p:grpSpPr>
          <p:grpSp>
            <p:nvGrpSpPr>
              <p:cNvPr id="17" name="Group 16">
                <a:extLst>
                  <a:ext uri="{FF2B5EF4-FFF2-40B4-BE49-F238E27FC236}">
                    <ns2:creationId id="{F854D938-FA01-99E4-0120-095C7585A3AB}"/>
                  </a:ext>
                </a:extLst>
              </p:cNvPr>
              <p:cNvGrpSpPr/>
              <p:nvPr/>
            </p:nvGrpSpPr>
            <p:grpSpPr>
              <a:xfrm>
                <a:off x="9069110" y="1638577"/>
                <a:ext cx="508256" cy="212947"/>
                <a:chOff x="7338800" y="1676677"/>
                <a:chExt cx="1144800" cy="212947"/>
              </a:xfrm>
            </p:grpSpPr>
            <p:sp>
              <p:nvSpPr>
                <p:cNvPr id="23" name="四角形: 角を丸くする 7">
                  <a:extLst>
                    <a:ext uri="{FF2B5EF4-FFF2-40B4-BE49-F238E27FC236}">
                      <ns2:creationId id="{F83CE5EB-6488-EB1B-7ADD-D69F437BC8D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algn="ctr"/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4" name="Straight Connector 23">
                  <a:extLst>
                    <a:ext uri="{FF2B5EF4-FFF2-40B4-BE49-F238E27FC236}">
                      <ns2:creationId id="{7768404A-9D43-D667-0385-4EE5904BE41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四角形: 角を丸くする 7">
                <a:extLst>
                  <a:ext uri="{FF2B5EF4-FFF2-40B4-BE49-F238E27FC236}">
                    <ns2:creationId id="{A20BE013-68AD-C75E-C4D6-8F8B4FD57C32}"/>
                  </a:ext>
                </a:extLst>
              </p:cNvPr>
              <p:cNvSpPr/>
              <p:nvPr/>
            </p:nvSpPr>
            <p:spPr>
              <a:xfrm>
                <a:off x="9069386" y="1925676"/>
                <a:ext cx="507980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四角形: 角を丸くする 7">
                <a:extLst>
                  <a:ext uri="{FF2B5EF4-FFF2-40B4-BE49-F238E27FC236}">
                    <ns2:creationId id="{0F47D81B-D727-36A1-2276-DFA30FAC55E8}"/>
                  </a:ext>
                </a:extLst>
              </p:cNvPr>
              <p:cNvSpPr/>
              <p:nvPr/>
            </p:nvSpPr>
            <p:spPr>
              <a:xfrm>
                <a:off x="9069386" y="31090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四角形: 角を丸くする 7">
                <a:extLst>
                  <a:ext uri="{FF2B5EF4-FFF2-40B4-BE49-F238E27FC236}">
                    <ns2:creationId id="{FFA26331-E13E-050B-FD41-380941BD5928}"/>
                  </a:ext>
                </a:extLst>
              </p:cNvPr>
              <p:cNvSpPr/>
              <p:nvPr/>
            </p:nvSpPr>
            <p:spPr>
              <a:xfrm>
                <a:off x="9069386" y="3909807"/>
                <a:ext cx="507980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7">
                <a:extLst>
                  <a:ext uri="{FF2B5EF4-FFF2-40B4-BE49-F238E27FC236}">
                    <ns2:creationId id="{D9D8CA64-3EB3-4E2E-B152-6666E8E01FB0}"/>
                  </a:ext>
                </a:extLst>
              </p:cNvPr>
              <p:cNvSpPr/>
              <p:nvPr/>
            </p:nvSpPr>
            <p:spPr>
              <a:xfrm>
                <a:off x="9069386" y="4498555"/>
                <a:ext cx="507980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四角形: 角を丸くする 7">
                <a:extLst>
                  <a:ext uri="{FF2B5EF4-FFF2-40B4-BE49-F238E27FC236}">
                    <ns2:creationId id="{1ADEF783-3C40-7DCE-F593-0C92AD07A40D}"/>
                  </a:ext>
                </a:extLst>
              </p:cNvPr>
              <p:cNvSpPr/>
              <p:nvPr/>
            </p:nvSpPr>
            <p:spPr>
              <a:xfrm>
                <a:off x="9069386" y="5805778"/>
                <a:ext cx="507980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四角形: 角を丸くする 7">
                <a:extLst>
                  <a:ext uri="{FF2B5EF4-FFF2-40B4-BE49-F238E27FC236}">
                    <ns2:creationId id="{F41C334F-DE18-B209-2AB1-4C3D84DE253A}"/>
                  </a:ext>
                </a:extLst>
              </p:cNvPr>
              <p:cNvSpPr/>
              <p:nvPr/>
            </p:nvSpPr>
            <p:spPr>
              <a:xfrm>
                <a:off x="9069386" y="3498837"/>
                <a:ext cx="507980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algn="ctr">
                  <a:buClr>
                    <a:srgbClr val="008000"/>
                  </a:buClr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D7F84EDA-2484-047B-FD59-9A6E054AEA67}"/>
                </a:ext>
              </a:extLst>
            </p:cNvPr>
            <p:cNvGrpSpPr/>
            <p:nvPr/>
          </p:nvGrpSpPr>
          <p:grpSpPr>
            <a:xfrm>
              <a:off x="9640570" y="1638577"/>
              <a:ext cx="747188" cy="4632048"/>
              <a:chOff x="9640570" y="1638577"/>
              <a:chExt cx="747188" cy="4632048"/>
            </a:xfrm>
          </p:grpSpPr>
          <p:grpSp>
            <p:nvGrpSpPr>
              <p:cNvPr id="37" name="Group 36">
                <a:extLst>
                  <a:ext uri="{FF2B5EF4-FFF2-40B4-BE49-F238E27FC236}">
                    <ns2:creationId id="{7CBB9772-5A7B-186B-0EDA-598B23E742F0}"/>
                  </a:ext>
                </a:extLst>
              </p:cNvPr>
              <p:cNvGrpSpPr/>
              <p:nvPr/>
            </p:nvGrpSpPr>
            <p:grpSpPr>
              <a:xfrm>
                <a:off x="9640570" y="1638577"/>
                <a:ext cx="747188" cy="212947"/>
                <a:chOff x="7338800" y="1676677"/>
                <a:chExt cx="1144800" cy="212947"/>
              </a:xfrm>
            </p:grpSpPr>
            <p:sp>
              <p:nvSpPr>
                <p:cNvPr id="43" name="四角形: 角を丸くする 7">
                  <a:extLst>
                    <a:ext uri="{FF2B5EF4-FFF2-40B4-BE49-F238E27FC236}">
                      <ns2:creationId id="{A2CD827D-6283-BB6E-DEE7-99C1596A31BA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ns2:creationId id="{C167FE20-8231-1FF4-E26D-AA01779B66D5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" name="四角形: 角を丸くする 7">
                <a:extLst>
                  <a:ext uri="{FF2B5EF4-FFF2-40B4-BE49-F238E27FC236}">
                    <ns2:creationId id="{402DE5F1-7115-7C4A-703D-FFF7E3F12816}"/>
                  </a:ext>
                </a:extLst>
              </p:cNvPr>
              <p:cNvSpPr/>
              <p:nvPr/>
            </p:nvSpPr>
            <p:spPr>
              <a:xfrm>
                <a:off x="9640975" y="1925676"/>
                <a:ext cx="746783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SAP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四角形: 角を丸くする 7">
                <a:extLst>
                  <a:ext uri="{FF2B5EF4-FFF2-40B4-BE49-F238E27FC236}">
                    <ns2:creationId id="{2C3384C0-005C-D877-434B-861C9900AC6A}"/>
                  </a:ext>
                </a:extLst>
              </p:cNvPr>
              <p:cNvSpPr/>
              <p:nvPr/>
            </p:nvSpPr>
            <p:spPr>
              <a:xfrm>
                <a:off x="9640975" y="3109037"/>
                <a:ext cx="746783" cy="7709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四角形: 角を丸くする 7">
                <a:extLst>
                  <a:ext uri="{FF2B5EF4-FFF2-40B4-BE49-F238E27FC236}">
                    <ns2:creationId id="{66F7104F-BAF2-29B8-958F-E6D80E327C43}"/>
                  </a:ext>
                </a:extLst>
              </p:cNvPr>
              <p:cNvSpPr/>
              <p:nvPr/>
            </p:nvSpPr>
            <p:spPr>
              <a:xfrm>
                <a:off x="9640975" y="3909807"/>
                <a:ext cx="746783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7">
                <a:extLst>
                  <a:ext uri="{FF2B5EF4-FFF2-40B4-BE49-F238E27FC236}">
                    <ns2:creationId id="{D9E883C8-BA62-1102-AD63-630F65AADC16}"/>
                  </a:ext>
                </a:extLst>
              </p:cNvPr>
              <p:cNvSpPr/>
              <p:nvPr/>
            </p:nvSpPr>
            <p:spPr>
              <a:xfrm>
                <a:off x="9640975" y="4498555"/>
                <a:ext cx="746783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四角形: 角を丸くする 7">
                <a:extLst>
                  <a:ext uri="{FF2B5EF4-FFF2-40B4-BE49-F238E27FC236}">
                    <ns2:creationId id="{5B82F4A8-FABF-0BD5-EFD5-F6C9E2948246}"/>
                  </a:ext>
                </a:extLst>
              </p:cNvPr>
              <p:cNvSpPr/>
              <p:nvPr/>
            </p:nvSpPr>
            <p:spPr>
              <a:xfrm>
                <a:off x="9640975" y="5805778"/>
                <a:ext cx="746783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cxnSp>
          <p:nvCxnSpPr>
            <p:cNvPr id="54" name="直線コネクタ 8">
              <a:extLst>
                <a:ext uri="{FF2B5EF4-FFF2-40B4-BE49-F238E27FC236}">
                  <ns2:creationId id="{7A8D21ED-E250-1DB8-E9B4-9A291508EA9E}"/>
                </a:ext>
              </a:extLst>
            </p:cNvPr>
            <p:cNvCxnSpPr>
              <a:cxnSpLocks/>
            </p:cNvCxnSpPr>
            <p:nvPr/>
          </p:nvCxnSpPr>
          <p:spPr>
            <a:xfrm>
              <a:off x="7620000" y="3480279"/>
              <a:ext cx="1954213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グループ化 33">
              <a:extLst>
                <a:ext uri="{FF2B5EF4-FFF2-40B4-BE49-F238E27FC236}">
                  <ns2:creationId id="{944DEBF2-E860-E28C-2F54-08A0844AB216}"/>
                </a:ext>
              </a:extLst>
            </p:cNvPr>
            <p:cNvGrpSpPr/>
            <p:nvPr/>
          </p:nvGrpSpPr>
          <p:grpSpPr>
            <a:xfrm>
              <a:off x="10450830" y="1638577"/>
              <a:ext cx="1406207" cy="4632048"/>
              <a:chOff x="10450830" y="1638577"/>
              <a:chExt cx="1406207" cy="4632048"/>
            </a:xfrm>
          </p:grpSpPr>
          <p:grpSp>
            <p:nvGrpSpPr>
              <p:cNvPr id="46" name="Group 45">
                <a:extLst>
                  <a:ext uri="{FF2B5EF4-FFF2-40B4-BE49-F238E27FC236}">
                    <ns2:creationId id="{644B2FD1-FB21-B62A-C41D-FA68F0F7C959}"/>
                  </a:ext>
                </a:extLst>
              </p:cNvPr>
              <p:cNvGrpSpPr/>
              <p:nvPr/>
            </p:nvGrpSpPr>
            <p:grpSpPr>
              <a:xfrm>
                <a:off x="10450830" y="1638577"/>
                <a:ext cx="1406207" cy="212947"/>
                <a:chOff x="7338800" y="1676677"/>
                <a:chExt cx="1144800" cy="212947"/>
              </a:xfrm>
            </p:grpSpPr>
            <p:sp>
              <p:nvSpPr>
                <p:cNvPr id="52" name="四角形: 角を丸くする 7">
                  <a:extLst>
                    <a:ext uri="{FF2B5EF4-FFF2-40B4-BE49-F238E27FC236}">
                      <ns2:creationId id="{0A1E6DEC-6F07-7E10-750C-0B547F12DB3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ns2:creationId id="{8F204497-6667-3613-C221-4167156BC6E9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四角形: 角を丸くする 7">
                <a:extLst>
                  <a:ext uri="{FF2B5EF4-FFF2-40B4-BE49-F238E27FC236}">
                    <ns2:creationId id="{244C3ABC-0126-023F-A3CE-E88CD13571AD}"/>
                  </a:ext>
                </a:extLst>
              </p:cNvPr>
              <p:cNvSpPr/>
              <p:nvPr/>
            </p:nvSpPr>
            <p:spPr>
              <a:xfrm>
                <a:off x="10451593" y="1925676"/>
                <a:ext cx="1405444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四角形: 角を丸くする 7">
                <a:extLst>
                  <a:ext uri="{FF2B5EF4-FFF2-40B4-BE49-F238E27FC236}">
                    <ns2:creationId id="{F0C4B4BD-9FAF-A790-3BDF-21CB410358A1}"/>
                  </a:ext>
                </a:extLst>
              </p:cNvPr>
              <p:cNvSpPr/>
              <p:nvPr/>
            </p:nvSpPr>
            <p:spPr>
              <a:xfrm>
                <a:off x="10451593" y="3109037"/>
                <a:ext cx="1405444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lnSpc>
                    <a:spcPct val="8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9" name="四角形: 角を丸くする 7">
                <a:extLst>
                  <a:ext uri="{FF2B5EF4-FFF2-40B4-BE49-F238E27FC236}">
                    <ns2:creationId id="{28ECF947-9E1C-4418-601E-BDAEB143A9A7}"/>
                  </a:ext>
                </a:extLst>
              </p:cNvPr>
              <p:cNvSpPr/>
              <p:nvPr/>
            </p:nvSpPr>
            <p:spPr>
              <a:xfrm>
                <a:off x="10451593" y="3498837"/>
                <a:ext cx="1405444" cy="92795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四角形: 角を丸くする 7">
                <a:extLst>
                  <a:ext uri="{FF2B5EF4-FFF2-40B4-BE49-F238E27FC236}">
                    <ns2:creationId id="{E4E71C83-5580-9861-F48F-936655D881A6}"/>
                  </a:ext>
                </a:extLst>
              </p:cNvPr>
              <p:cNvSpPr/>
              <p:nvPr/>
            </p:nvSpPr>
            <p:spPr>
              <a:xfrm>
                <a:off x="10451593" y="4498555"/>
                <a:ext cx="1405444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92075" indent="-92075">
                  <a:spcAft>
                    <a:spcPts val="12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四角形: 角を丸くする 7">
                <a:extLst>
                  <a:ext uri="{FF2B5EF4-FFF2-40B4-BE49-F238E27FC236}">
                    <ns2:creationId id="{28B6D674-695A-B0FD-93E9-37513EBB4B4D}"/>
                  </a:ext>
                </a:extLst>
              </p:cNvPr>
              <p:cNvSpPr/>
              <p:nvPr/>
            </p:nvSpPr>
            <p:spPr>
              <a:xfrm>
                <a:off x="10451593" y="5805778"/>
                <a:ext cx="1405444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" name="直線コネクタ 8">
                <a:extLst>
                  <a:ext uri="{FF2B5EF4-FFF2-40B4-BE49-F238E27FC236}">
                    <ns2:creationId id="{0F567287-45EC-06EB-04C5-C68A084281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1593" y="3480279"/>
                <a:ext cx="1405443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グループ化 32">
              <a:extLst>
                <a:ext uri="{FF2B5EF4-FFF2-40B4-BE49-F238E27FC236}">
                  <ns2:creationId id="{7DDD8EB5-EE05-22C6-91BF-CCAFA5583F8B}"/>
                </a:ext>
              </a:extLst>
            </p:cNvPr>
            <p:cNvGrpSpPr/>
            <p:nvPr/>
          </p:nvGrpSpPr>
          <p:grpSpPr>
            <a:xfrm>
              <a:off x="7627648" y="1638577"/>
              <a:ext cx="1385651" cy="4632048"/>
              <a:chOff x="7627648" y="1638577"/>
              <a:chExt cx="1385651" cy="4632048"/>
            </a:xfrm>
          </p:grpSpPr>
          <p:grpSp>
            <p:nvGrpSpPr>
              <p:cNvPr id="425" name="Group 424">
                <a:extLst>
                  <a:ext uri="{FF2B5EF4-FFF2-40B4-BE49-F238E27FC236}">
                    <ns2:creationId id="{9E0B6C51-3CFC-C8BD-2DC7-4242A1466D18}"/>
                  </a:ext>
                </a:extLst>
              </p:cNvPr>
              <p:cNvGrpSpPr/>
              <p:nvPr/>
            </p:nvGrpSpPr>
            <p:grpSpPr>
              <a:xfrm>
                <a:off x="7627648" y="1638577"/>
                <a:ext cx="1385651" cy="212947"/>
                <a:chOff x="7338800" y="1676677"/>
                <a:chExt cx="1144800" cy="212947"/>
              </a:xfrm>
            </p:grpSpPr>
            <p:sp>
              <p:nvSpPr>
                <p:cNvPr id="423" name="四角形: 角を丸くする 7">
                  <a:extLst>
                    <a:ext uri="{FF2B5EF4-FFF2-40B4-BE49-F238E27FC236}">
                      <ns2:creationId id="{336A27F2-8136-C1F1-122E-755A7AF1DE86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424" name="Straight Connector 423">
                  <a:extLst>
                    <a:ext uri="{FF2B5EF4-FFF2-40B4-BE49-F238E27FC236}">
                      <ns2:creationId id="{E5C38C4F-AB11-27DF-E6BA-3D40024897D3}"/>
                    </a:ext>
                  </a:extLst>
                </p:cNvPr>
                <p:cNvCxnSpPr/>
                <p:nvPr/>
              </p:nvCxnSpPr>
              <p:spPr>
                <a:xfrm>
                  <a:off x="7338800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7" name="四角形: 角を丸くする 7">
                <a:extLst>
                  <a:ext uri="{FF2B5EF4-FFF2-40B4-BE49-F238E27FC236}">
                    <ns2:creationId id="{58F0ED38-5D4A-25F4-BBE0-F3061AEA5712}"/>
                  </a:ext>
                </a:extLst>
              </p:cNvPr>
              <p:cNvSpPr/>
              <p:nvPr/>
            </p:nvSpPr>
            <p:spPr>
              <a:xfrm>
                <a:off x="7628400" y="1925676"/>
                <a:ext cx="1384899" cy="111160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8" name="四角形: 角を丸くする 7">
                <a:extLst>
                  <a:ext uri="{FF2B5EF4-FFF2-40B4-BE49-F238E27FC236}">
                    <ns2:creationId id="{6A213BA9-059D-2A22-F4D8-90ADB9929E96}"/>
                  </a:ext>
                </a:extLst>
              </p:cNvPr>
              <p:cNvSpPr/>
              <p:nvPr/>
            </p:nvSpPr>
            <p:spPr>
              <a:xfrm>
                <a:off x="7628400" y="3109037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b="1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四角形: 角を丸くする 7">
                <a:extLst>
                  <a:ext uri="{FF2B5EF4-FFF2-40B4-BE49-F238E27FC236}">
                    <ns2:creationId id="{BABEE8F6-9A5D-DF4B-D0A8-E0A91585815B}"/>
                  </a:ext>
                </a:extLst>
              </p:cNvPr>
              <p:cNvSpPr/>
              <p:nvPr/>
            </p:nvSpPr>
            <p:spPr>
              <a:xfrm>
                <a:off x="7628400" y="3909807"/>
                <a:ext cx="1384899" cy="516989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non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0" name="四角形: 角を丸くする 7">
                <a:extLst>
                  <a:ext uri="{FF2B5EF4-FFF2-40B4-BE49-F238E27FC236}">
                    <ns2:creationId id="{B8BE468E-4735-D766-E0CC-C0E951E01E6E}"/>
                  </a:ext>
                </a:extLst>
              </p:cNvPr>
              <p:cNvSpPr/>
              <p:nvPr/>
            </p:nvSpPr>
            <p:spPr>
              <a:xfrm>
                <a:off x="7628400" y="4498555"/>
                <a:ext cx="1384899" cy="1235464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❷ 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(+</a:t>
                </a:r>
                <a:r>
                  <a:rPr lang="en-US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❸</a:t>
                </a:r>
                <a: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1" name="四角形: 角を丸くする 7">
                <a:extLst>
                  <a:ext uri="{FF2B5EF4-FFF2-40B4-BE49-F238E27FC236}">
                    <ns2:creationId id="{9F364B89-5E9B-03BD-AF30-24B09BB7245A}"/>
                  </a:ext>
                </a:extLst>
              </p:cNvPr>
              <p:cNvSpPr/>
              <p:nvPr/>
            </p:nvSpPr>
            <p:spPr>
              <a:xfrm>
                <a:off x="7628400" y="5805778"/>
                <a:ext cx="1384899" cy="464847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A857D50-AAB2-AAFC-C366-0A6082B0181E}"/>
                  </a:ext>
                </a:extLst>
              </p:cNvPr>
              <p:cNvSpPr/>
              <p:nvPr/>
            </p:nvSpPr>
            <p:spPr>
              <a:xfrm>
                <a:off x="7628400" y="3498836"/>
                <a:ext cx="1384899" cy="381141"/>
              </a:xfrm>
              <a:prstGeom prst="roundRect">
                <a:avLst>
                  <a:gd name="adj" fmla="val 0"/>
                </a:avLst>
              </a:prstGeom>
              <a:noFill/>
            </p:spPr>
            <p:txBody>
              <a:bodyPr wrap="square" lIns="0" rIns="0" rtlCol="0" anchor="ctr">
                <a:noAutofit/>
              </a:bodyPr>
              <a:lstStyle/>
              <a:p>
                <a:pPr marL="92075" indent="-92075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5" name="グループ化 34">
              <a:extLst>
                <a:ext uri="{FF2B5EF4-FFF2-40B4-BE49-F238E27FC236}">
                  <ns2:creationId id="{188CA6C0-B02B-1B3F-9BF1-AE07799F4324}"/>
                </a:ext>
              </a:extLst>
            </p:cNvPr>
            <p:cNvGrpSpPr/>
            <p:nvPr/>
          </p:nvGrpSpPr>
          <p:grpSpPr>
            <a:xfrm>
              <a:off x="339996" y="1638577"/>
              <a:ext cx="7239363" cy="4678403"/>
              <a:chOff x="339996" y="1638577"/>
              <a:chExt cx="7239363" cy="4678403"/>
            </a:xfrm>
          </p:grpSpPr>
          <p:cxnSp>
            <p:nvCxnSpPr>
              <p:cNvPr id="412" name="Straight Arrow Connector 411">
                <a:extLst>
                  <a:ext uri="{FF2B5EF4-FFF2-40B4-BE49-F238E27FC236}">
                    <ns2:creationId id="{1B392451-0C6C-DFA1-3A7C-BADBB17220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879" y="1785620"/>
                <a:ext cx="0" cy="4531360"/>
              </a:xfrm>
              <a:prstGeom prst="straightConnector1">
                <a:avLst/>
              </a:prstGeom>
              <a:ln w="12700">
                <a:solidFill>
                  <a:schemeClr val="bg1">
                    <a:lumMod val="85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5" name="正方形/長方形 22">
                <a:extLst>
                  <a:ext uri="{FF2B5EF4-FFF2-40B4-BE49-F238E27FC236}">
                    <ns2:creationId id="{581D67C9-56F3-60E0-06DE-2C7C43463682}"/>
                  </a:ext>
                </a:extLst>
              </p:cNvPr>
              <p:cNvSpPr/>
              <p:nvPr/>
            </p:nvSpPr>
            <p:spPr>
              <a:xfrm>
                <a:off x="1246920" y="2192917"/>
                <a:ext cx="1838274" cy="35300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正方形/長方形 24">
                <a:extLst>
                  <a:ext uri="{FF2B5EF4-FFF2-40B4-BE49-F238E27FC236}">
                    <ns2:creationId id="{4BD710B3-C989-BFA2-F1E5-336A752ECF03}"/>
                  </a:ext>
                </a:extLst>
              </p:cNvPr>
              <p:cNvSpPr/>
              <p:nvPr/>
            </p:nvSpPr>
            <p:spPr>
              <a:xfrm>
                <a:off x="124728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7" name="正方形/長方形 25">
                <a:extLst>
                  <a:ext uri="{FF2B5EF4-FFF2-40B4-BE49-F238E27FC236}">
                    <ns2:creationId id="{91B30820-2DC3-9A95-CF98-544EBCEB7ACF}"/>
                  </a:ext>
                </a:extLst>
              </p:cNvPr>
              <p:cNvSpPr/>
              <p:nvPr/>
            </p:nvSpPr>
            <p:spPr>
              <a:xfrm>
                <a:off x="2365724" y="2690328"/>
                <a:ext cx="1018233" cy="320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8" name="正方形/長方形 40">
                <a:extLst>
                  <a:ext uri="{FF2B5EF4-FFF2-40B4-BE49-F238E27FC236}">
                    <ns2:creationId id="{AE4144A2-A7B9-159E-7AC3-735B2A63D0D7}"/>
                  </a:ext>
                </a:extLst>
              </p:cNvPr>
              <p:cNvSpPr/>
              <p:nvPr/>
            </p:nvSpPr>
            <p:spPr>
              <a:xfrm>
                <a:off x="3484164" y="2690328"/>
                <a:ext cx="1018233" cy="32042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0" name="正方形/長方形 26">
                <a:extLst>
                  <a:ext uri="{FF2B5EF4-FFF2-40B4-BE49-F238E27FC236}">
                    <ns2:creationId id="{C4B6520D-03E7-B384-2AD3-873149D295B6}"/>
                  </a:ext>
                </a:extLst>
              </p:cNvPr>
              <p:cNvSpPr/>
              <p:nvPr/>
            </p:nvSpPr>
            <p:spPr>
              <a:xfrm>
                <a:off x="1247284" y="3171011"/>
                <a:ext cx="1018233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204" name="Group 203">
                <a:extLst>
                  <a:ext uri="{FF2B5EF4-FFF2-40B4-BE49-F238E27FC236}">
                    <ns2:creationId id="{4BEF724C-F915-E4AC-4B79-F4E21CA437DB}"/>
                  </a:ext>
                </a:extLst>
              </p:cNvPr>
              <p:cNvGrpSpPr/>
              <p:nvPr/>
            </p:nvGrpSpPr>
            <p:grpSpPr>
              <a:xfrm>
                <a:off x="1246920" y="1930293"/>
                <a:ext cx="2809558" cy="195298"/>
                <a:chOff x="1738226" y="2134022"/>
                <a:chExt cx="2809558" cy="213676"/>
              </a:xfrm>
            </p:grpSpPr>
            <p:sp>
              <p:nvSpPr>
                <p:cNvPr id="201" name="正方形/長方形 45">
                  <a:extLst>
                    <a:ext uri="{FF2B5EF4-FFF2-40B4-BE49-F238E27FC236}">
                      <ns2:creationId id="{FEB98E02-7E54-30DA-B074-2A649BC04732}"/>
                    </a:ext>
                  </a:extLst>
                </p:cNvPr>
                <p:cNvSpPr/>
                <p:nvPr/>
              </p:nvSpPr>
              <p:spPr>
                <a:xfrm>
                  <a:off x="3178445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/ 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2" name="正方形/長方形 46">
                  <a:extLst>
                    <a:ext uri="{FF2B5EF4-FFF2-40B4-BE49-F238E27FC236}">
                      <ns2:creationId id="{90B0D61F-AD94-ED45-0FFD-4F8D1739C79E}"/>
                    </a:ext>
                  </a:extLst>
                </p:cNvPr>
                <p:cNvSpPr/>
                <p:nvPr/>
              </p:nvSpPr>
              <p:spPr>
                <a:xfrm>
                  <a:off x="1738226" y="2134022"/>
                  <a:ext cx="1369339" cy="213676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6" name="正方形/長方形 26">
                <a:extLst>
                  <a:ext uri="{FF2B5EF4-FFF2-40B4-BE49-F238E27FC236}">
                    <ns2:creationId id="{217A6F83-E9FE-2A71-4622-3A6DC19A0FA0}"/>
                  </a:ext>
                </a:extLst>
              </p:cNvPr>
              <p:cNvSpPr/>
              <p:nvPr/>
            </p:nvSpPr>
            <p:spPr>
              <a:xfrm>
                <a:off x="6080125" y="3451628"/>
                <a:ext cx="681524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2" name="フローチャート: 端子 59">
                <a:extLst>
                  <a:ext uri="{FF2B5EF4-FFF2-40B4-BE49-F238E27FC236}">
                    <ns2:creationId id="{3F6AF664-024E-96F3-705B-521C8E762E85}"/>
                  </a:ext>
                </a:extLst>
              </p:cNvPr>
              <p:cNvSpPr/>
              <p:nvPr/>
            </p:nvSpPr>
            <p:spPr>
              <a:xfrm>
                <a:off x="4707761" y="1930293"/>
                <a:ext cx="1090964" cy="195298"/>
              </a:xfrm>
              <a:prstGeom prst="roundRect">
                <a:avLst>
                  <a:gd name="adj" fmla="val 50000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 anchorCtr="1"/>
              <a:lstStyle/>
              <a:p>
                <a:pPr algn="l"/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7" name="直線コネクタ 72">
                <a:extLst>
                  <a:ext uri="{FF2B5EF4-FFF2-40B4-BE49-F238E27FC236}">
                    <ns2:creationId id="{32829A5D-4F5B-5147-F93C-49EB03F05C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4719" y="2555563"/>
                <a:ext cx="0" cy="122788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02" name="正方形/長方形 23">
                <a:extLst>
                  <a:ext uri="{FF2B5EF4-FFF2-40B4-BE49-F238E27FC236}">
                    <ns2:creationId id="{BF240531-A1B5-BACB-096E-9028C2AE4277}"/>
                  </a:ext>
                </a:extLst>
              </p:cNvPr>
              <p:cNvSpPr/>
              <p:nvPr/>
            </p:nvSpPr>
            <p:spPr>
              <a:xfrm>
                <a:off x="1546977" y="4990466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3" name="正方形/長方形 27">
                <a:extLst>
                  <a:ext uri="{FF2B5EF4-FFF2-40B4-BE49-F238E27FC236}">
                    <ns2:creationId id="{B87F676B-BB16-A4A9-E3BA-8B5BC40204E3}"/>
                  </a:ext>
                </a:extLst>
              </p:cNvPr>
              <p:cNvSpPr/>
              <p:nvPr/>
            </p:nvSpPr>
            <p:spPr>
              <a:xfrm>
                <a:off x="1548302" y="4754160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4" name="正方形/長方形 41">
                <a:extLst>
                  <a:ext uri="{FF2B5EF4-FFF2-40B4-BE49-F238E27FC236}">
                    <ns2:creationId id="{B20C6F32-0BEF-8729-F476-ADD3D86C3375}"/>
                  </a:ext>
                </a:extLst>
              </p:cNvPr>
              <p:cNvSpPr/>
              <p:nvPr/>
            </p:nvSpPr>
            <p:spPr>
              <a:xfrm>
                <a:off x="1546977" y="4517855"/>
                <a:ext cx="1181936" cy="1575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3" name="四角形: 角を丸くする 62">
                <a:extLst>
                  <a:ext uri="{FF2B5EF4-FFF2-40B4-BE49-F238E27FC236}">
                    <ns2:creationId id="{25E1C958-0403-443A-1C68-B51349750772}"/>
                  </a:ext>
                </a:extLst>
              </p:cNvPr>
              <p:cNvSpPr/>
              <p:nvPr/>
            </p:nvSpPr>
            <p:spPr>
              <a:xfrm>
                <a:off x="6917623" y="1963543"/>
                <a:ext cx="174057" cy="4264748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eaVert" bIns="1764000" rtlCol="0" anchor="ctr"/>
              <a:lstStyle/>
              <a:p>
                <a:pPr algn="ctr"/>
                <a:r>
                  <a:rPr kumimoji="1" lang="ja-JP" altLang="en-US" sz="800" spc="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 spc="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6">
                <a:extLst>
                  <a:ext uri="{FF2B5EF4-FFF2-40B4-BE49-F238E27FC236}">
                    <ns2:creationId id="{7816AE14-0C96-7FFA-ECAD-C60F3A21E617}"/>
                  </a:ext>
                </a:extLst>
              </p:cNvPr>
              <p:cNvSpPr/>
              <p:nvPr/>
            </p:nvSpPr>
            <p:spPr>
              <a:xfrm>
                <a:off x="2955273" y="4754159"/>
                <a:ext cx="852198" cy="15753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PDCA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1" name="正方形/長方形 66">
                <a:extLst>
                  <a:ext uri="{FF2B5EF4-FFF2-40B4-BE49-F238E27FC236}">
                    <ns2:creationId id="{6A3D0513-AD74-85BA-7F84-20D9790946C6}"/>
                  </a:ext>
                </a:extLst>
              </p:cNvPr>
              <p:cNvSpPr/>
              <p:nvPr/>
            </p:nvSpPr>
            <p:spPr>
              <a:xfrm>
                <a:off x="1246920" y="4219723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1" name="正方形/長方形 66">
                <a:extLst>
                  <a:ext uri="{FF2B5EF4-FFF2-40B4-BE49-F238E27FC236}">
                    <ns2:creationId id="{8C7D66BC-3A1E-C9C6-CCC2-74045549393F}"/>
                  </a:ext>
                </a:extLst>
              </p:cNvPr>
              <p:cNvSpPr/>
              <p:nvPr/>
            </p:nvSpPr>
            <p:spPr>
              <a:xfrm>
                <a:off x="1246920" y="6037931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2" name="正方形/長方形 66">
                <a:extLst>
                  <a:ext uri="{FF2B5EF4-FFF2-40B4-BE49-F238E27FC236}">
                    <ns2:creationId id="{2316B535-DFFB-B725-1476-CE335A1D8445}"/>
                  </a:ext>
                </a:extLst>
              </p:cNvPr>
              <p:cNvSpPr/>
              <p:nvPr/>
            </p:nvSpPr>
            <p:spPr>
              <a:xfrm>
                <a:off x="1246920" y="5805778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5" name="正方形/長方形 66">
                <a:extLst>
                  <a:ext uri="{FF2B5EF4-FFF2-40B4-BE49-F238E27FC236}">
                    <ns2:creationId id="{186641F3-8DDC-B385-1D11-7153B45A1C6A}"/>
                  </a:ext>
                </a:extLst>
              </p:cNvPr>
              <p:cNvSpPr/>
              <p:nvPr/>
            </p:nvSpPr>
            <p:spPr>
              <a:xfrm>
                <a:off x="1246920" y="5268632"/>
                <a:ext cx="5854920" cy="190360"/>
              </a:xfrm>
              <a:prstGeom prst="rect">
                <a:avLst/>
              </a:prstGeom>
              <a:solidFill>
                <a:srgbClr val="008000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357" name="Group 356">
                <a:extLst>
                  <a:ext uri="{FF2B5EF4-FFF2-40B4-BE49-F238E27FC236}">
                    <ns2:creationId id="{5BB0901B-80CB-71B8-CA88-AE413AEF152C}"/>
                  </a:ext>
                </a:extLst>
              </p:cNvPr>
              <p:cNvGrpSpPr/>
              <p:nvPr/>
            </p:nvGrpSpPr>
            <p:grpSpPr>
              <a:xfrm>
                <a:off x="4767900" y="5533449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279" name="Group 278">
                  <a:extLst>
                    <a:ext uri="{FF2B5EF4-FFF2-40B4-BE49-F238E27FC236}">
                      <ns2:creationId id="{1921D825-C6A6-3C3B-B40D-159327D71BED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280" name="正方形/長方形 69">
                    <a:extLst>
                      <a:ext uri="{FF2B5EF4-FFF2-40B4-BE49-F238E27FC236}">
                        <ns2:creationId id="{DB9E8BC1-16BE-6387-D3A4-73AD35215ADA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3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281" name="グラフィックス 70" descr="繰り返し 単色塗りつぶし">
                    <a:extLst>
                      <a:ext uri="{FF2B5EF4-FFF2-40B4-BE49-F238E27FC236}">
                        <ns2:creationId id="{4A8644BA-92B3-DAD9-7036-FFA37F6C446F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2" name="正方形/長方形 68">
                  <a:extLst>
                    <a:ext uri="{FF2B5EF4-FFF2-40B4-BE49-F238E27FC236}">
                      <ns2:creationId id="{2EA865A8-A4C8-D460-6008-3D20705EE4EC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cxnSp>
            <p:nvCxnSpPr>
              <p:cNvPr id="283" name="直線コネクタ 72">
                <a:extLst>
                  <a:ext uri="{FF2B5EF4-FFF2-40B4-BE49-F238E27FC236}">
                    <ns2:creationId id="{177A9A2E-5C27-51B1-2A9F-9D587EB4B13E}"/>
                  </a:ext>
                </a:extLst>
              </p:cNvPr>
              <p:cNvCxnSpPr>
                <a:cxnSpLocks/>
                <a:stCxn id="302" idx="1"/>
                <a:endCxn id="304" idx="1"/>
              </p:cNvCxnSpPr>
              <p:nvPr/>
            </p:nvCxnSpPr>
            <p:spPr>
              <a:xfrm rot="10800000">
                <a:off x="1546977" y="4596625"/>
                <a:ext cx="12700" cy="472611"/>
              </a:xfrm>
              <a:prstGeom prst="bentConnector3">
                <a:avLst>
                  <a:gd name="adj1" fmla="val 180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8" name="直線コネクタ 31">
                <a:extLst>
                  <a:ext uri="{FF2B5EF4-FFF2-40B4-BE49-F238E27FC236}">
                    <ns2:creationId id="{5D9A10D1-DE05-E8D7-3677-EB7AC039E8F3}"/>
                  </a:ext>
                </a:extLst>
              </p:cNvPr>
              <p:cNvCxnSpPr>
                <a:cxnSpLocks/>
                <a:stCxn id="303" idx="3"/>
                <a:endCxn id="274" idx="1"/>
              </p:cNvCxnSpPr>
              <p:nvPr/>
            </p:nvCxnSpPr>
            <p:spPr>
              <a:xfrm flipV="1">
                <a:off x="2730238" y="4832928"/>
                <a:ext cx="225035" cy="1"/>
              </a:xfrm>
              <a:prstGeom prst="line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94" name="正方形/長方形 29">
                <a:extLst>
                  <a:ext uri="{FF2B5EF4-FFF2-40B4-BE49-F238E27FC236}">
                    <ns2:creationId id="{14C31733-2A6D-3576-EBEA-09F3C9449B13}"/>
                  </a:ext>
                </a:extLst>
              </p:cNvPr>
              <p:cNvSpPr/>
              <p:nvPr/>
            </p:nvSpPr>
            <p:spPr>
              <a:xfrm>
                <a:off x="3421063" y="4993070"/>
                <a:ext cx="1025525" cy="15493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en-US" altLang="ja-JP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8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95" name="直線コネクタ 72">
                <a:extLst>
                  <a:ext uri="{FF2B5EF4-FFF2-40B4-BE49-F238E27FC236}">
                    <ns2:creationId id="{2DD53E76-CFE2-4430-BB18-4B7ADB3AAD63}"/>
                  </a:ext>
                </a:extLst>
              </p:cNvPr>
              <p:cNvCxnSpPr>
                <a:cxnSpLocks/>
                <a:stCxn id="302" idx="3"/>
                <a:endCxn id="304" idx="3"/>
              </p:cNvCxnSpPr>
              <p:nvPr/>
            </p:nvCxnSpPr>
            <p:spPr>
              <a:xfrm flipV="1">
                <a:off x="2728913" y="4596624"/>
                <a:ext cx="12700" cy="472611"/>
              </a:xfrm>
              <a:prstGeom prst="bentConnector3">
                <a:avLst>
                  <a:gd name="adj1" fmla="val 733331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0" name="直線コネクタ 72">
                <a:extLst>
                  <a:ext uri="{FF2B5EF4-FFF2-40B4-BE49-F238E27FC236}">
                    <ns2:creationId id="{0042C1BB-9872-3255-9369-FE09D3ED80AA}"/>
                  </a:ext>
                </a:extLst>
              </p:cNvPr>
              <p:cNvCxnSpPr>
                <a:cxnSpLocks/>
                <a:stCxn id="274" idx="3"/>
                <a:endCxn id="294" idx="0"/>
              </p:cNvCxnSpPr>
              <p:nvPr/>
            </p:nvCxnSpPr>
            <p:spPr>
              <a:xfrm>
                <a:off x="3807471" y="4832928"/>
                <a:ext cx="126355" cy="160142"/>
              </a:xfrm>
              <a:prstGeom prst="bentConnector2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0" name="直線コネクタ 72">
                <a:extLst>
                  <a:ext uri="{FF2B5EF4-FFF2-40B4-BE49-F238E27FC236}">
                    <ns2:creationId id="{E2BD680B-1B4A-C461-CD81-A1DE33FAE64D}"/>
                  </a:ext>
                </a:extLst>
              </p:cNvPr>
              <p:cNvCxnSpPr>
                <a:cxnSpLocks/>
                <a:stCxn id="196" idx="3"/>
                <a:endCxn id="197" idx="1"/>
              </p:cNvCxnSpPr>
              <p:nvPr/>
            </p:nvCxnSpPr>
            <p:spPr>
              <a:xfrm>
                <a:off x="226551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21" name="直線コネクタ 72">
                <a:extLst>
                  <a:ext uri="{FF2B5EF4-FFF2-40B4-BE49-F238E27FC236}">
                    <ns2:creationId id="{63B5F48A-3DBD-52C4-B9D1-F86B1CDA8A03}"/>
                  </a:ext>
                </a:extLst>
              </p:cNvPr>
              <p:cNvCxnSpPr>
                <a:cxnSpLocks/>
                <a:stCxn id="197" idx="3"/>
                <a:endCxn id="198" idx="1"/>
              </p:cNvCxnSpPr>
              <p:nvPr/>
            </p:nvCxnSpPr>
            <p:spPr>
              <a:xfrm>
                <a:off x="3383957" y="2850539"/>
                <a:ext cx="100207" cy="0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1" name="直線コネクタ 72">
                <a:extLst>
                  <a:ext uri="{FF2B5EF4-FFF2-40B4-BE49-F238E27FC236}">
                    <ns2:creationId id="{F6CA4152-2ED1-C3CF-0DA4-B5628E648AE3}"/>
                  </a:ext>
                </a:extLst>
              </p:cNvPr>
              <p:cNvCxnSpPr>
                <a:cxnSpLocks/>
                <a:stCxn id="198" idx="2"/>
                <a:endCxn id="200" idx="0"/>
              </p:cNvCxnSpPr>
              <p:nvPr/>
            </p:nvCxnSpPr>
            <p:spPr>
              <a:xfrm rot="5400000">
                <a:off x="2794710" y="1972440"/>
                <a:ext cx="160262" cy="2236880"/>
              </a:xfrm>
              <a:prstGeom prst="bentConnector3">
                <a:avLst>
                  <a:gd name="adj1" fmla="val 50000"/>
                </a:avLst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35" name="正方形/長方形 37">
                <a:extLst>
                  <a:ext uri="{FF2B5EF4-FFF2-40B4-BE49-F238E27FC236}">
                    <ns2:creationId id="{4A15C69B-6C34-8CFA-8563-C2DE295AD6A4}"/>
                  </a:ext>
                </a:extLst>
              </p:cNvPr>
              <p:cNvSpPr/>
              <p:nvPr/>
            </p:nvSpPr>
            <p:spPr>
              <a:xfrm>
                <a:off x="1249874" y="3738954"/>
                <a:ext cx="1013052" cy="31916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70000"/>
                </a:scheme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1"/>
              <a:lstStyle/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36" name="直線コネクタ 72">
                <a:extLst>
                  <a:ext uri="{FF2B5EF4-FFF2-40B4-BE49-F238E27FC236}">
                    <ns2:creationId id="{CFC7310F-96D0-93A0-2ADA-5C19A559BFA5}"/>
                  </a:ext>
                </a:extLst>
              </p:cNvPr>
              <p:cNvCxnSpPr>
                <a:cxnSpLocks/>
                <a:stCxn id="200" idx="2"/>
                <a:endCxn id="335" idx="0"/>
              </p:cNvCxnSpPr>
              <p:nvPr/>
            </p:nvCxnSpPr>
            <p:spPr>
              <a:xfrm flipH="1">
                <a:off x="1756400" y="3490177"/>
                <a:ext cx="1" cy="248777"/>
              </a:xfrm>
              <a:prstGeom prst="straightConnector1">
                <a:avLst/>
              </a:prstGeom>
              <a:noFill/>
              <a:ln w="1587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40" name="正方形/長方形 57">
                <a:extLst>
                  <a:ext uri="{FF2B5EF4-FFF2-40B4-BE49-F238E27FC236}">
                    <ns2:creationId id="{3C799045-685B-FCE6-F5EE-7EE7C3CFFF04}"/>
                  </a:ext>
                </a:extLst>
              </p:cNvPr>
              <p:cNvSpPr/>
              <p:nvPr/>
            </p:nvSpPr>
            <p:spPr>
              <a:xfrm>
                <a:off x="2551431" y="3362954"/>
                <a:ext cx="2053648" cy="328796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】</a:t>
                </a: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4138" marR="0" lvl="0" indent="-8413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25" name="Group 324">
                <a:extLst>
                  <a:ext uri="{FF2B5EF4-FFF2-40B4-BE49-F238E27FC236}">
                    <ns2:creationId id="{724B8329-7F0F-45FA-CD62-4103569AA6D4}"/>
                  </a:ext>
                </a:extLst>
              </p:cNvPr>
              <p:cNvGrpSpPr/>
              <p:nvPr/>
            </p:nvGrpSpPr>
            <p:grpSpPr>
              <a:xfrm>
                <a:off x="4762738" y="3235362"/>
                <a:ext cx="387211" cy="190464"/>
                <a:chOff x="7264539" y="4109693"/>
                <a:chExt cx="387211" cy="190464"/>
              </a:xfrm>
            </p:grpSpPr>
            <p:sp>
              <p:nvSpPr>
                <p:cNvPr id="326" name="正方形/長方形 69">
                  <a:extLst>
                    <a:ext uri="{FF2B5EF4-FFF2-40B4-BE49-F238E27FC236}">
                      <ns2:creationId id="{E774220F-462E-C39D-A724-452E061E3ED3}"/>
                    </a:ext>
                  </a:extLst>
                </p:cNvPr>
                <p:cNvSpPr/>
                <p:nvPr/>
              </p:nvSpPr>
              <p:spPr>
                <a:xfrm>
                  <a:off x="7264539" y="4109693"/>
                  <a:ext cx="387211" cy="190464"/>
                </a:xfrm>
                <a:prstGeom prst="roundRect">
                  <a:avLst>
                    <a:gd name="adj" fmla="val 8332"/>
                  </a:avLst>
                </a:prstGeom>
                <a:solidFill>
                  <a:srgbClr val="008D2E">
                    <a:alpha val="20000"/>
                  </a:srgbClr>
                </a:solidFill>
                <a:ln w="9525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kumimoji="0" lang="ja-JP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27" name="グラフィックス 70" descr="繰り返し 単色塗りつぶし">
                  <a:extLst>
                    <a:ext uri="{FF2B5EF4-FFF2-40B4-BE49-F238E27FC236}">
                      <ns2:creationId id="{83A1F502-DB21-62C4-2C06-45A6F210A64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09580" y="4125186"/>
                  <a:ext cx="160164" cy="159478"/>
                </a:xfrm>
                <a:prstGeom prst="rect">
                  <a:avLst/>
                </a:prstGeom>
              </p:spPr>
            </p:pic>
          </p:grpSp>
          <p:cxnSp>
            <p:nvCxnSpPr>
              <p:cNvPr id="343" name="直線コネクタ 72">
                <a:extLst>
                  <a:ext uri="{FF2B5EF4-FFF2-40B4-BE49-F238E27FC236}">
                    <ns2:creationId id="{C565B846-F857-0FB4-263F-0AB63957BD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0960" y="3330593"/>
                <a:ext cx="17526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72">
                <a:extLst>
                  <a:ext uri="{FF2B5EF4-FFF2-40B4-BE49-F238E27FC236}">
                    <ns2:creationId id="{D61F2CE6-25D2-61C6-40ED-ABE686B43598}"/>
                  </a:ext>
                </a:extLst>
              </p:cNvPr>
              <p:cNvCxnSpPr>
                <a:cxnSpLocks/>
                <a:stCxn id="326" idx="1"/>
              </p:cNvCxnSpPr>
              <p:nvPr/>
            </p:nvCxnSpPr>
            <p:spPr>
              <a:xfrm flipH="1">
                <a:off x="2275840" y="3330594"/>
                <a:ext cx="2486898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1" name="直線コネクタ 72">
                <a:extLst>
                  <a:ext uri="{FF2B5EF4-FFF2-40B4-BE49-F238E27FC236}">
                    <ns2:creationId id="{24A4D33B-3089-22B7-A123-4CEF1BB8A217}"/>
                  </a:ext>
                </a:extLst>
              </p:cNvPr>
              <p:cNvCxnSpPr>
                <a:cxnSpLocks/>
                <a:stCxn id="326" idx="2"/>
                <a:endCxn id="206" idx="1"/>
              </p:cNvCxnSpPr>
              <p:nvPr/>
            </p:nvCxnSpPr>
            <p:spPr>
              <a:xfrm rot="16200000" flipH="1">
                <a:off x="5425542" y="2956627"/>
                <a:ext cx="185385" cy="1123781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8" name="Group 357">
                <a:extLst>
                  <a:ext uri="{FF2B5EF4-FFF2-40B4-BE49-F238E27FC236}">
                    <ns2:creationId id="{C56C1DAD-DD56-9D11-161E-0D0AD0076660}"/>
                  </a:ext>
                </a:extLst>
              </p:cNvPr>
              <p:cNvGrpSpPr/>
              <p:nvPr/>
            </p:nvGrpSpPr>
            <p:grpSpPr>
              <a:xfrm>
                <a:off x="4762738" y="4799510"/>
                <a:ext cx="1996000" cy="190956"/>
                <a:chOff x="1494973" y="5613883"/>
                <a:chExt cx="1996000" cy="190956"/>
              </a:xfrm>
            </p:grpSpPr>
            <p:grpSp>
              <p:nvGrpSpPr>
                <p:cNvPr id="359" name="Group 358">
                  <a:extLst>
                    <a:ext uri="{FF2B5EF4-FFF2-40B4-BE49-F238E27FC236}">
                      <ns2:creationId id="{7E92170E-3648-DAC5-E48B-62353577C2C5}"/>
                    </a:ext>
                  </a:extLst>
                </p:cNvPr>
                <p:cNvGrpSpPr/>
                <p:nvPr/>
              </p:nvGrpSpPr>
              <p:grpSpPr>
                <a:xfrm>
                  <a:off x="1494973" y="5614375"/>
                  <a:ext cx="387211" cy="190464"/>
                  <a:chOff x="7264539" y="4109693"/>
                  <a:chExt cx="387211" cy="190464"/>
                </a:xfrm>
              </p:grpSpPr>
              <p:sp>
                <p:nvSpPr>
                  <p:cNvPr id="361" name="正方形/長方形 69">
                    <a:extLst>
                      <a:ext uri="{FF2B5EF4-FFF2-40B4-BE49-F238E27FC236}">
                        <ns2:creationId id="{E3283C64-0993-0E48-0553-AA3222D69E24}"/>
                      </a:ext>
                    </a:extLst>
                  </p:cNvPr>
                  <p:cNvSpPr/>
                  <p:nvPr/>
                </p:nvSpPr>
                <p:spPr>
                  <a:xfrm>
                    <a:off x="7264539" y="4109693"/>
                    <a:ext cx="387211" cy="190464"/>
                  </a:xfrm>
                  <a:prstGeom prst="roundRect">
                    <a:avLst>
                      <a:gd name="adj" fmla="val 8332"/>
                    </a:avLst>
                  </a:prstGeom>
                  <a:solidFill>
                    <a:srgbClr val="008D2E">
                      <a:alpha val="20000"/>
                    </a:srgbClr>
                  </a:solidFill>
                  <a:ln w="9525" cap="flat" cmpd="sng" algn="ctr">
                    <a:solidFill>
                      <a:sysClr val="window" lastClr="FFFFFF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ja-JP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2</a:t>
                    </a:r>
                    <a:endParaRPr kumimoji="0" lang="ja-JP" alt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362" name="グラフィックス 70" descr="繰り返し 単色塗りつぶし">
                    <a:extLst>
                      <a:ext uri="{FF2B5EF4-FFF2-40B4-BE49-F238E27FC236}">
                        <ns2:creationId id="{97289106-B4BE-7C82-2259-32852F582F96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309580" y="4125186"/>
                    <a:ext cx="160164" cy="159478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60" name="正方形/長方形 68">
                  <a:extLst>
                    <a:ext uri="{FF2B5EF4-FFF2-40B4-BE49-F238E27FC236}">
                      <ns2:creationId id="{7208B7D3-A53F-612C-601E-66DBE33410B3}"/>
                    </a:ext>
                  </a:extLst>
                </p:cNvPr>
                <p:cNvSpPr/>
                <p:nvPr/>
              </p:nvSpPr>
              <p:spPr>
                <a:xfrm>
                  <a:off x="1934063" y="5613883"/>
                  <a:ext cx="1556910" cy="190464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90488" marR="0" lvl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363" name="正方形/長方形 61">
                <a:extLst>
                  <a:ext uri="{FF2B5EF4-FFF2-40B4-BE49-F238E27FC236}">
                    <ns2:creationId id="{BABB33E6-B65D-E78D-BCAD-0FDA1DB0E13F}"/>
                  </a:ext>
                </a:extLst>
              </p:cNvPr>
              <p:cNvSpPr/>
              <p:nvPr/>
            </p:nvSpPr>
            <p:spPr>
              <a:xfrm>
                <a:off x="5245619" y="3289962"/>
                <a:ext cx="1040563" cy="8950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6" name="正方形/長方形 52">
                <a:extLst>
                  <a:ext uri="{FF2B5EF4-FFF2-40B4-BE49-F238E27FC236}">
                    <ns2:creationId id="{B101AC09-5B5F-F956-054C-F9869E988F81}"/>
                  </a:ext>
                </a:extLst>
              </p:cNvPr>
              <p:cNvSpPr/>
              <p:nvPr/>
            </p:nvSpPr>
            <p:spPr>
              <a:xfrm>
                <a:off x="4935044" y="2989450"/>
                <a:ext cx="1548000" cy="236773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90488" indent="-90488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7" name="直線コネクタ 72">
                <a:extLst>
                  <a:ext uri="{FF2B5EF4-FFF2-40B4-BE49-F238E27FC236}">
                    <ns2:creationId id="{E76AE64F-BCD7-9ACD-A143-4906E996407B}"/>
                  </a:ext>
                </a:extLst>
              </p:cNvPr>
              <p:cNvCxnSpPr>
                <a:cxnSpLocks/>
                <a:stCxn id="292" idx="2"/>
                <a:endCxn id="198" idx="3"/>
              </p:cNvCxnSpPr>
              <p:nvPr/>
            </p:nvCxnSpPr>
            <p:spPr>
              <a:xfrm rot="5400000">
                <a:off x="4515346" y="2112642"/>
                <a:ext cx="724948" cy="750846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1" name="Group 380">
                <a:extLst>
                  <a:ext uri="{FF2B5EF4-FFF2-40B4-BE49-F238E27FC236}">
                    <ns2:creationId id="{E774D479-3C72-8819-3D57-2BD062C010CB}"/>
                  </a:ext>
                </a:extLst>
              </p:cNvPr>
              <p:cNvGrpSpPr/>
              <p:nvPr/>
            </p:nvGrpSpPr>
            <p:grpSpPr>
              <a:xfrm>
                <a:off x="1245939" y="1638577"/>
                <a:ext cx="3337200" cy="212947"/>
                <a:chOff x="1245939" y="1719011"/>
                <a:chExt cx="3337200" cy="212947"/>
              </a:xfrm>
            </p:grpSpPr>
            <p:sp>
              <p:nvSpPr>
                <p:cNvPr id="305" name="四角形: 角を丸くする 7">
                  <a:extLst>
                    <a:ext uri="{FF2B5EF4-FFF2-40B4-BE49-F238E27FC236}">
                      <ns2:creationId id="{532EDFF9-72AC-7963-CB7F-A6C0DD2B8F40}"/>
                    </a:ext>
                  </a:extLst>
                </p:cNvPr>
                <p:cNvSpPr/>
                <p:nvPr/>
              </p:nvSpPr>
              <p:spPr>
                <a:xfrm>
                  <a:off x="1246920" y="1719011"/>
                  <a:ext cx="33352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6" name="Straight Connector 375">
                  <a:extLst>
                    <a:ext uri="{FF2B5EF4-FFF2-40B4-BE49-F238E27FC236}">
                      <ns2:creationId id="{C0754B77-0779-DB00-C9D4-51CF00E9BB54}"/>
                    </a:ext>
                  </a:extLst>
                </p:cNvPr>
                <p:cNvCxnSpPr/>
                <p:nvPr/>
              </p:nvCxnSpPr>
              <p:spPr>
                <a:xfrm>
                  <a:off x="1245939" y="1931958"/>
                  <a:ext cx="33372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80" name="Group 379">
                <a:extLst>
                  <a:ext uri="{FF2B5EF4-FFF2-40B4-BE49-F238E27FC236}">
                    <ns2:creationId id="{9F9E8941-8262-4167-E9C8-C179E9250A4F}"/>
                  </a:ext>
                </a:extLst>
              </p:cNvPr>
              <p:cNvGrpSpPr/>
              <p:nvPr/>
            </p:nvGrpSpPr>
            <p:grpSpPr>
              <a:xfrm>
                <a:off x="4634911" y="1638577"/>
                <a:ext cx="1310640" cy="212947"/>
                <a:chOff x="4634911" y="1719011"/>
                <a:chExt cx="1310640" cy="212947"/>
              </a:xfrm>
            </p:grpSpPr>
            <p:sp>
              <p:nvSpPr>
                <p:cNvPr id="306" name="四角形: 角を丸くする 7">
                  <a:extLst>
                    <a:ext uri="{FF2B5EF4-FFF2-40B4-BE49-F238E27FC236}">
                      <ns2:creationId id="{84F18CB9-28F2-7D0C-6AEC-9EFFA141602C}"/>
                    </a:ext>
                  </a:extLst>
                </p:cNvPr>
                <p:cNvSpPr/>
                <p:nvPr/>
              </p:nvSpPr>
              <p:spPr>
                <a:xfrm>
                  <a:off x="4634911" y="1719011"/>
                  <a:ext cx="1310640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377" name="Straight Connector 376">
                  <a:extLst>
                    <a:ext uri="{FF2B5EF4-FFF2-40B4-BE49-F238E27FC236}">
                      <ns2:creationId id="{47171496-CAE4-D42F-094D-DD94D9DF55EB}"/>
                    </a:ext>
                  </a:extLst>
                </p:cNvPr>
                <p:cNvCxnSpPr/>
                <p:nvPr/>
              </p:nvCxnSpPr>
              <p:spPr>
                <a:xfrm>
                  <a:off x="4635031" y="1931958"/>
                  <a:ext cx="13104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9" name="Group 378">
                <a:extLst>
                  <a:ext uri="{FF2B5EF4-FFF2-40B4-BE49-F238E27FC236}">
                    <ns2:creationId id="{400B3BAB-6B32-C74E-A595-56C304029137}"/>
                  </a:ext>
                </a:extLst>
              </p:cNvPr>
              <p:cNvGrpSpPr/>
              <p:nvPr/>
            </p:nvGrpSpPr>
            <p:grpSpPr>
              <a:xfrm>
                <a:off x="5997991" y="1638577"/>
                <a:ext cx="1144800" cy="212947"/>
                <a:chOff x="5997991" y="1719011"/>
                <a:chExt cx="1144800" cy="212947"/>
              </a:xfrm>
            </p:grpSpPr>
            <p:sp>
              <p:nvSpPr>
                <p:cNvPr id="312" name="四角形: 角を丸くする 7">
                  <a:extLst>
                    <a:ext uri="{FF2B5EF4-FFF2-40B4-BE49-F238E27FC236}">
                      <ns2:creationId id="{B356A311-E7E1-A3A0-8620-2EB58CD4C938}"/>
                    </a:ext>
                  </a:extLst>
                </p:cNvPr>
                <p:cNvSpPr/>
                <p:nvPr/>
              </p:nvSpPr>
              <p:spPr>
                <a:xfrm>
                  <a:off x="5998301" y="1719011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ja-JP" altLang="en-US" sz="100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0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78" name="Straight Connector 377">
                  <a:extLst>
                    <a:ext uri="{FF2B5EF4-FFF2-40B4-BE49-F238E27FC236}">
                      <ns2:creationId id="{3E6B3D29-314B-F78C-FDDF-2D9B01F5DDC3}"/>
                    </a:ext>
                  </a:extLst>
                </p:cNvPr>
                <p:cNvCxnSpPr/>
                <p:nvPr/>
              </p:nvCxnSpPr>
              <p:spPr>
                <a:xfrm>
                  <a:off x="5997991" y="1931958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8" name="正方形/長方形 17">
                <a:extLst>
                  <a:ext uri="{FF2B5EF4-FFF2-40B4-BE49-F238E27FC236}">
                    <ns2:creationId id="{D2F49617-20F5-F288-CDBE-9115B55722A8}"/>
                  </a:ext>
                </a:extLst>
              </p:cNvPr>
              <p:cNvSpPr/>
              <p:nvPr/>
            </p:nvSpPr>
            <p:spPr>
              <a:xfrm>
                <a:off x="339996" y="1951727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90" name="Group 389">
                <a:extLst>
                  <a:ext uri="{FF2B5EF4-FFF2-40B4-BE49-F238E27FC236}">
                    <ns2:creationId id="{B296CECC-C281-F37A-C8F0-16B238D4DC5A}"/>
                  </a:ext>
                </a:extLst>
              </p:cNvPr>
              <p:cNvGrpSpPr/>
              <p:nvPr/>
            </p:nvGrpSpPr>
            <p:grpSpPr>
              <a:xfrm>
                <a:off x="339996" y="2844960"/>
                <a:ext cx="669656" cy="163351"/>
                <a:chOff x="339996" y="2032161"/>
                <a:chExt cx="669656" cy="163351"/>
              </a:xfrm>
            </p:grpSpPr>
            <p:sp>
              <p:nvSpPr>
                <p:cNvPr id="391" name="正方形/長方形 17">
                  <a:extLst>
                    <a:ext uri="{FF2B5EF4-FFF2-40B4-BE49-F238E27FC236}">
                      <ns2:creationId id="{2A8EE582-B070-092B-C8A1-AB48ED95CA02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7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2" name="正方形/長方形 17">
                  <a:extLst>
                    <a:ext uri="{FF2B5EF4-FFF2-40B4-BE49-F238E27FC236}">
                      <ns2:creationId id="{BDDA3D65-9591-CC8A-B2D4-3D652566CFAE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9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4" name="Group 393">
                <a:extLst>
                  <a:ext uri="{FF2B5EF4-FFF2-40B4-BE49-F238E27FC236}">
                    <ns2:creationId id="{ED19904F-2F28-95F5-7ED4-CCBAEF564768}"/>
                  </a:ext>
                </a:extLst>
              </p:cNvPr>
              <p:cNvGrpSpPr/>
              <p:nvPr/>
            </p:nvGrpSpPr>
            <p:grpSpPr>
              <a:xfrm>
                <a:off x="339996" y="4652593"/>
                <a:ext cx="669656" cy="163351"/>
                <a:chOff x="339996" y="2032161"/>
                <a:chExt cx="669656" cy="163351"/>
              </a:xfrm>
            </p:grpSpPr>
            <p:sp>
              <p:nvSpPr>
                <p:cNvPr id="395" name="正方形/長方形 17">
                  <a:extLst>
                    <a:ext uri="{FF2B5EF4-FFF2-40B4-BE49-F238E27FC236}">
                      <ns2:creationId id="{6D533380-ACE4-2D89-DEB3-DC18F313D80A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15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6" name="正方形/長方形 17">
                  <a:extLst>
                    <a:ext uri="{FF2B5EF4-FFF2-40B4-BE49-F238E27FC236}">
                      <ns2:creationId id="{7E6E644E-12A1-FD99-F9A2-5F36464B65CC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20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98" name="Group 397">
                <a:extLst>
                  <a:ext uri="{FF2B5EF4-FFF2-40B4-BE49-F238E27FC236}">
                    <ns2:creationId id="{0038D866-39D7-03CA-0FC2-25FF0CCA037B}"/>
                  </a:ext>
                </a:extLst>
              </p:cNvPr>
              <p:cNvGrpSpPr/>
              <p:nvPr/>
            </p:nvGrpSpPr>
            <p:grpSpPr>
              <a:xfrm>
                <a:off x="339996" y="3416459"/>
                <a:ext cx="669656" cy="163351"/>
                <a:chOff x="339996" y="2032161"/>
                <a:chExt cx="669656" cy="163351"/>
              </a:xfrm>
            </p:grpSpPr>
            <p:sp>
              <p:nvSpPr>
                <p:cNvPr id="399" name="正方形/長方形 17">
                  <a:extLst>
                    <a:ext uri="{FF2B5EF4-FFF2-40B4-BE49-F238E27FC236}">
                      <ns2:creationId id="{FD880284-59AD-FD4A-0A4A-8F0B7E7F8FE7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10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0" name="正方形/長方形 17">
                  <a:extLst>
                    <a:ext uri="{FF2B5EF4-FFF2-40B4-BE49-F238E27FC236}">
                      <ns2:creationId id="{94A61318-96AA-E5CE-54A6-5799A5B47D9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12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1" name="Group 400">
                <a:extLst>
                  <a:ext uri="{FF2B5EF4-FFF2-40B4-BE49-F238E27FC236}">
                    <ns2:creationId id="{F51B7B0E-4ED5-EF93-6272-857D813F85B6}"/>
                  </a:ext>
                </a:extLst>
              </p:cNvPr>
              <p:cNvGrpSpPr/>
              <p:nvPr/>
            </p:nvGrpSpPr>
            <p:grpSpPr>
              <a:xfrm>
                <a:off x="339996" y="5126726"/>
                <a:ext cx="669656" cy="163351"/>
                <a:chOff x="339996" y="2032161"/>
                <a:chExt cx="669656" cy="163351"/>
              </a:xfrm>
            </p:grpSpPr>
            <p:sp>
              <p:nvSpPr>
                <p:cNvPr id="402" name="正方形/長方形 17">
                  <a:extLst>
                    <a:ext uri="{FF2B5EF4-FFF2-40B4-BE49-F238E27FC236}">
                      <ns2:creationId id="{44DC4169-BC27-4B84-6F1B-88962D795DCF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17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3" name="正方形/長方形 17">
                  <a:extLst>
                    <a:ext uri="{FF2B5EF4-FFF2-40B4-BE49-F238E27FC236}">
                      <ns2:creationId id="{1EBDDD07-C68D-B973-296E-52D13484E6F9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25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04" name="Group 403">
                <a:extLst>
                  <a:ext uri="{FF2B5EF4-FFF2-40B4-BE49-F238E27FC236}">
                    <ns2:creationId id="{AC825D97-8C19-58D5-4B23-7E54CDD393E7}"/>
                  </a:ext>
                </a:extLst>
              </p:cNvPr>
              <p:cNvGrpSpPr/>
              <p:nvPr/>
            </p:nvGrpSpPr>
            <p:grpSpPr>
              <a:xfrm>
                <a:off x="339996" y="5819283"/>
                <a:ext cx="669656" cy="163351"/>
                <a:chOff x="339996" y="2032161"/>
                <a:chExt cx="669656" cy="163351"/>
              </a:xfrm>
            </p:grpSpPr>
            <p:sp>
              <p:nvSpPr>
                <p:cNvPr id="405" name="正方形/長方形 17">
                  <a:extLst>
                    <a:ext uri="{FF2B5EF4-FFF2-40B4-BE49-F238E27FC236}">
                      <ns2:creationId id="{B460B0C9-61FF-FD56-88EF-5A3EA0C17FE4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20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406" name="正方形/長方形 17">
                  <a:extLst>
                    <a:ext uri="{FF2B5EF4-FFF2-40B4-BE49-F238E27FC236}">
                      <ns2:creationId id="{724ECDA6-5BFB-F7D4-DF70-EC5EEA82A845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30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409" name="正方形/長方形 17">
                <a:extLst>
                  <a:ext uri="{FF2B5EF4-FFF2-40B4-BE49-F238E27FC236}">
                    <ns2:creationId id="{C09727BD-086A-2177-50BD-74A37CC044CB}"/>
                  </a:ext>
                </a:extLst>
              </p:cNvPr>
              <p:cNvSpPr/>
              <p:nvPr/>
            </p:nvSpPr>
            <p:spPr>
              <a:xfrm>
                <a:off x="339996" y="6051435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4" name="Group 433">
                <a:extLst>
                  <a:ext uri="{FF2B5EF4-FFF2-40B4-BE49-F238E27FC236}">
                    <ns2:creationId id="{C39A6849-2468-94E0-2002-4BBF5765AB0D}"/>
                  </a:ext>
                </a:extLst>
              </p:cNvPr>
              <p:cNvGrpSpPr/>
              <p:nvPr/>
            </p:nvGrpSpPr>
            <p:grpSpPr>
              <a:xfrm>
                <a:off x="7226979" y="1638577"/>
                <a:ext cx="352380" cy="212947"/>
                <a:chOff x="7339111" y="1676677"/>
                <a:chExt cx="1144800" cy="212947"/>
              </a:xfrm>
            </p:grpSpPr>
            <p:sp>
              <p:nvSpPr>
                <p:cNvPr id="440" name="四角形: 角を丸くする 7">
                  <a:extLst>
                    <a:ext uri="{FF2B5EF4-FFF2-40B4-BE49-F238E27FC236}">
                      <ns2:creationId id="{2AB8B3D8-C9AB-8667-B823-223826002301}"/>
                    </a:ext>
                  </a:extLst>
                </p:cNvPr>
                <p:cNvSpPr/>
                <p:nvPr/>
              </p:nvSpPr>
              <p:spPr>
                <a:xfrm>
                  <a:off x="7339421" y="1676677"/>
                  <a:ext cx="1144179" cy="212947"/>
                </a:xfrm>
                <a:prstGeom prst="roundRect">
                  <a:avLst>
                    <a:gd name="adj" fmla="val 5652"/>
                  </a:avLst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1"/>
                <a:lstStyle/>
                <a:p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7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441" name="Straight Connector 440">
                  <a:extLst>
                    <a:ext uri="{FF2B5EF4-FFF2-40B4-BE49-F238E27FC236}">
                      <ns2:creationId id="{35A7E6B7-DA6B-7DB5-9CDC-B5552AC4FF2C}"/>
                    </a:ext>
                  </a:extLst>
                </p:cNvPr>
                <p:cNvCxnSpPr/>
                <p:nvPr/>
              </p:nvCxnSpPr>
              <p:spPr>
                <a:xfrm>
                  <a:off x="7339111" y="1889624"/>
                  <a:ext cx="11448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" name="Group 4">
                <a:extLst>
                  <a:ext uri="{FF2B5EF4-FFF2-40B4-BE49-F238E27FC236}">
                    <ns2:creationId id="{0E113FD0-DF8F-F2EF-A355-EB5A511E8F3B}"/>
                  </a:ext>
                </a:extLst>
              </p:cNvPr>
              <p:cNvGrpSpPr/>
              <p:nvPr/>
            </p:nvGrpSpPr>
            <p:grpSpPr>
              <a:xfrm>
                <a:off x="7320518" y="1925676"/>
                <a:ext cx="162000" cy="4341774"/>
                <a:chOff x="7498359" y="1963776"/>
                <a:chExt cx="162000" cy="4341774"/>
              </a:xfrm>
            </p:grpSpPr>
            <p:cxnSp>
              <p:nvCxnSpPr>
                <p:cNvPr id="443" name="Straight Arrow Connector 442">
                  <a:extLst>
                    <a:ext uri="{FF2B5EF4-FFF2-40B4-BE49-F238E27FC236}">
                      <ns2:creationId id="{AE447231-E2BD-C078-FF45-EA522DE8F8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1963776"/>
                  <a:ext cx="0" cy="1104862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Straight Arrow Connector 444">
                  <a:extLst>
                    <a:ext uri="{FF2B5EF4-FFF2-40B4-BE49-F238E27FC236}">
                      <ns2:creationId id="{D7A23459-6887-4815-DBCB-9305D2340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152961"/>
                  <a:ext cx="0" cy="7268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Straight Arrow Connector 446">
                  <a:extLst>
                    <a:ext uri="{FF2B5EF4-FFF2-40B4-BE49-F238E27FC236}">
                      <ns2:creationId id="{0D3E3928-02E0-5A0C-69E3-972DD0D5B7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3943536"/>
                  <a:ext cx="0" cy="53003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Arrow Connector 449">
                  <a:extLst>
                    <a:ext uri="{FF2B5EF4-FFF2-40B4-BE49-F238E27FC236}">
                      <ns2:creationId id="{C85BD836-D2E0-1F52-3C8A-B4508809DE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4543611"/>
                  <a:ext cx="0" cy="1222189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2" name="Straight Arrow Connector 451">
                  <a:extLst>
                    <a:ext uri="{FF2B5EF4-FFF2-40B4-BE49-F238E27FC236}">
                      <ns2:creationId id="{51DA3D56-51C9-8457-7316-C47377AEE4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9360" y="5838825"/>
                  <a:ext cx="0" cy="466725"/>
                </a:xfrm>
                <a:prstGeom prst="straightConnector1">
                  <a:avLst/>
                </a:prstGeom>
                <a:ln w="19050">
                  <a:solidFill>
                    <a:srgbClr val="008000">
                      <a:alpha val="50000"/>
                    </a:srgbClr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6" name="正方形/長方形 17">
                  <a:extLst>
                    <a:ext uri="{FF2B5EF4-FFF2-40B4-BE49-F238E27FC236}">
                      <ns2:creationId id="{9D3ADD23-2F4E-91C0-B441-858EE71622DC}"/>
                    </a:ext>
                  </a:extLst>
                </p:cNvPr>
                <p:cNvSpPr/>
                <p:nvPr/>
              </p:nvSpPr>
              <p:spPr>
                <a:xfrm>
                  <a:off x="7498359" y="243453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7" name="正方形/長方形 17">
                  <a:extLst>
                    <a:ext uri="{FF2B5EF4-FFF2-40B4-BE49-F238E27FC236}">
                      <ns2:creationId id="{9F266FCA-A541-32D1-349B-8BB46115C03C}"/>
                    </a:ext>
                  </a:extLst>
                </p:cNvPr>
                <p:cNvSpPr/>
                <p:nvPr/>
              </p:nvSpPr>
              <p:spPr>
                <a:xfrm>
                  <a:off x="7498359" y="34347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8" name="正方形/長方形 17">
                  <a:extLst>
                    <a:ext uri="{FF2B5EF4-FFF2-40B4-BE49-F238E27FC236}">
                      <ns2:creationId id="{952E1AAB-CC59-53AE-55A7-EAB63C1E5555}"/>
                    </a:ext>
                  </a:extLst>
                </p:cNvPr>
                <p:cNvSpPr/>
                <p:nvPr/>
              </p:nvSpPr>
              <p:spPr>
                <a:xfrm>
                  <a:off x="7498359" y="412688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59" name="正方形/長方形 17">
                  <a:extLst>
                    <a:ext uri="{FF2B5EF4-FFF2-40B4-BE49-F238E27FC236}">
                      <ns2:creationId id="{A0FF8F30-6585-F2A3-CD89-BBAE632CB750}"/>
                    </a:ext>
                  </a:extLst>
                </p:cNvPr>
                <p:cNvSpPr/>
                <p:nvPr/>
              </p:nvSpPr>
              <p:spPr>
                <a:xfrm>
                  <a:off x="7498359" y="5073030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" name="正方形/長方形 17">
                  <a:extLst>
                    <a:ext uri="{FF2B5EF4-FFF2-40B4-BE49-F238E27FC236}">
                      <ns2:creationId id="{81DE1A33-EE9F-1092-D4CC-E7E66E91D426}"/>
                    </a:ext>
                  </a:extLst>
                </p:cNvPr>
                <p:cNvSpPr/>
                <p:nvPr/>
              </p:nvSpPr>
              <p:spPr>
                <a:xfrm>
                  <a:off x="7498359" y="5990512"/>
                  <a:ext cx="162000" cy="163351"/>
                </a:xfrm>
                <a:prstGeom prst="ellipse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5</a:t>
                  </a:r>
                  <a:endPara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9" name="Group 388">
                <a:extLst>
                  <a:ext uri="{FF2B5EF4-FFF2-40B4-BE49-F238E27FC236}">
                    <ns2:creationId id="{0AE8D6AD-9A15-58A9-9316-5FE64411049A}"/>
                  </a:ext>
                </a:extLst>
              </p:cNvPr>
              <p:cNvGrpSpPr/>
              <p:nvPr/>
            </p:nvGrpSpPr>
            <p:grpSpPr>
              <a:xfrm>
                <a:off x="339996" y="2398344"/>
                <a:ext cx="669656" cy="163351"/>
                <a:chOff x="339996" y="2032161"/>
                <a:chExt cx="669656" cy="163351"/>
              </a:xfrm>
            </p:grpSpPr>
            <p:sp>
              <p:nvSpPr>
                <p:cNvPr id="10" name="正方形/長方形 17">
                  <a:extLst>
                    <a:ext uri="{FF2B5EF4-FFF2-40B4-BE49-F238E27FC236}">
                      <ns2:creationId id="{787DEB22-4D4E-6699-DAF0-2345DCDA9455}"/>
                    </a:ext>
                  </a:extLst>
                </p:cNvPr>
                <p:cNvSpPr/>
                <p:nvPr/>
              </p:nvSpPr>
              <p:spPr>
                <a:xfrm>
                  <a:off x="530496" y="2032161"/>
                  <a:ext cx="479156" cy="16335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5</a:t>
                  </a:r>
                  <a:r>
                    <a:rPr kumimoji="1" lang="ja-JP" alt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" name="正方形/長方形 17">
                  <a:extLst>
                    <a:ext uri="{FF2B5EF4-FFF2-40B4-BE49-F238E27FC236}">
                      <ns2:creationId id="{2043101F-4DBF-4992-3D76-2423AA3CC7BD}"/>
                    </a:ext>
                  </a:extLst>
                </p:cNvPr>
                <p:cNvSpPr/>
                <p:nvPr/>
              </p:nvSpPr>
              <p:spPr>
                <a:xfrm>
                  <a:off x="339996" y="2032161"/>
                  <a:ext cx="162000" cy="16335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 anchorCtr="1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5</a:t>
                  </a:r>
                  <a:endPara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3206807483"/>
      </p:ext>
    </p:extLst>
  </p:cSld>
  <p:clrMapOvr>
    <a:masterClrMapping/>
  </p:clrMapOvr>
</p:sld>
</file>

<file path=ppt/slides/slide2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349695-45F7-F99D-2DD2-8298CC470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</a:rPr>
              <a:t>XX</a:t>
            </a:r>
            <a:r>
              <a:rPr lang="ja-JP" altLang="en-US" dirty="0">
                <a:latin typeface="+mn-ea"/>
              </a:rPr>
              <a:t>XX</a:t>
            </a:r>
            <a:br>
              <a:rPr lang="en-US" altLang="ja-JP" dirty="0">
                <a:latin typeface="+mn-ea"/>
              </a:rPr>
            </a:br>
            <a:r>
              <a:rPr lang="ja-JP" altLang="en-US" dirty="0">
                <a:latin typeface="+mn-ea"/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8429EEC-5438-D7E5-D78E-67EDA7872D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30" name="グループ化 29">
            <a:extLst>
              <a:ext uri="{FF2B5EF4-FFF2-40B4-BE49-F238E27FC236}">
                <ns2:creationId id="{E387312A-C2B2-B04C-D2C2-EB5824A3FEE9}"/>
              </a:ext>
            </a:extLst>
          </p:cNvPr>
          <p:cNvGrpSpPr/>
          <p:nvPr/>
        </p:nvGrpSpPr>
        <p:grpSpPr>
          <a:xfrm>
            <a:off x="334962" y="1639981"/>
            <a:ext cx="11641138" cy="4668744"/>
            <a:chOff x="334962" y="1639981"/>
            <a:chExt cx="11641138" cy="4668744"/>
          </a:xfrm>
        </p:grpSpPr>
        <p:cxnSp>
          <p:nvCxnSpPr>
            <p:cNvPr id="5" name="直線コネクタ 4">
              <a:extLst>
                <a:ext uri="{FF2B5EF4-FFF2-40B4-BE49-F238E27FC236}">
                  <ns2:creationId id="{9CFC5473-6A58-BD08-5C19-861703AF42A6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3296210"/>
              <a:ext cx="9395352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ns2:creationId id="{FC8BFDA4-BC08-8E7C-4753-15B355E8FDF4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4589911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5">
              <a:extLst>
                <a:ext uri="{FF2B5EF4-FFF2-40B4-BE49-F238E27FC236}">
                  <ns2:creationId id="{6101A7C3-B35A-8FBA-3DD7-F16C78CA967D}"/>
                </a:ext>
              </a:extLst>
            </p:cNvPr>
            <p:cNvCxnSpPr>
              <a:cxnSpLocks/>
            </p:cNvCxnSpPr>
            <p:nvPr/>
          </p:nvCxnSpPr>
          <p:spPr>
            <a:xfrm>
              <a:off x="2262165" y="5626716"/>
              <a:ext cx="9336887" cy="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矢印コネクタ 10">
              <a:extLst>
                <a:ext uri="{FF2B5EF4-FFF2-40B4-BE49-F238E27FC236}">
                  <ns2:creationId id="{36328EAF-BE88-2794-C515-5FFC4F1820C3}"/>
                </a:ext>
              </a:extLst>
            </p:cNvPr>
            <p:cNvCxnSpPr>
              <a:cxnSpLocks/>
            </p:cNvCxnSpPr>
            <p:nvPr/>
          </p:nvCxnSpPr>
          <p:spPr>
            <a:xfrm>
              <a:off x="2376652" y="1763248"/>
              <a:ext cx="9599448" cy="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ns2:creationId id="{7B0120C7-F6B6-1151-36BB-E53372C2D00A}"/>
                </a:ext>
              </a:extLst>
            </p:cNvPr>
            <p:cNvSpPr/>
            <p:nvPr/>
          </p:nvSpPr>
          <p:spPr>
            <a:xfrm>
              <a:off x="227639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ns2:creationId id="{B8B7FD0B-5B9C-DDE2-711D-01DCBE191789}"/>
                </a:ext>
              </a:extLst>
            </p:cNvPr>
            <p:cNvSpPr/>
            <p:nvPr/>
          </p:nvSpPr>
          <p:spPr>
            <a:xfrm>
              <a:off x="4766883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1B08C9F6-8B20-CEC0-72C2-1353F277971B}"/>
                </a:ext>
              </a:extLst>
            </p:cNvPr>
            <p:cNvSpPr/>
            <p:nvPr/>
          </p:nvSpPr>
          <p:spPr>
            <a:xfrm>
              <a:off x="8092116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楕円 14">
              <a:extLst>
                <a:ext uri="{FF2B5EF4-FFF2-40B4-BE49-F238E27FC236}">
                  <ns2:creationId id="{512391FD-1D77-CB22-A927-066209F82D49}"/>
                </a:ext>
              </a:extLst>
            </p:cNvPr>
            <p:cNvSpPr/>
            <p:nvPr/>
          </p:nvSpPr>
          <p:spPr>
            <a:xfrm>
              <a:off x="3765064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2C14321E-1559-A841-2D76-B702777D558E}"/>
                </a:ext>
              </a:extLst>
            </p:cNvPr>
            <p:cNvSpPr/>
            <p:nvPr/>
          </p:nvSpPr>
          <p:spPr>
            <a:xfrm>
              <a:off x="3156650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ja-JP" alt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５</a:t>
              </a:r>
              <a:endParaRPr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7485D12B-C304-D3A5-9EE3-81743B6F879E}"/>
                </a:ext>
              </a:extLst>
            </p:cNvPr>
            <p:cNvSpPr/>
            <p:nvPr/>
          </p:nvSpPr>
          <p:spPr>
            <a:xfrm>
              <a:off x="11162391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楕円 21">
              <a:extLst>
                <a:ext uri="{FF2B5EF4-FFF2-40B4-BE49-F238E27FC236}">
                  <ns2:creationId id="{91B79C35-BCDA-87F8-E41E-ECFE5919C608}"/>
                </a:ext>
              </a:extLst>
            </p:cNvPr>
            <p:cNvSpPr/>
            <p:nvPr/>
          </p:nvSpPr>
          <p:spPr>
            <a:xfrm>
              <a:off x="11581619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2631015A-45CE-FAA0-38C5-E3F592C7DA68}"/>
                </a:ext>
              </a:extLst>
            </p:cNvPr>
            <p:cNvSpPr/>
            <p:nvPr/>
          </p:nvSpPr>
          <p:spPr>
            <a:xfrm>
              <a:off x="9261867" y="1639981"/>
              <a:ext cx="258222" cy="2465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CB147275-2873-F349-C869-1BB53A09DAA1}"/>
                </a:ext>
              </a:extLst>
            </p:cNvPr>
            <p:cNvSpPr txBox="1"/>
            <p:nvPr/>
          </p:nvSpPr>
          <p:spPr>
            <a:xfrm>
              <a:off x="2969494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ns2:creationId id="{BC20B944-BD4F-3DDA-1B4B-0585A1E419B2}"/>
                </a:ext>
              </a:extLst>
            </p:cNvPr>
            <p:cNvSpPr txBox="1"/>
            <p:nvPr/>
          </p:nvSpPr>
          <p:spPr>
            <a:xfrm>
              <a:off x="3577908" y="1898834"/>
              <a:ext cx="632533" cy="1222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C7D3FFA5-01AF-C312-CE5A-C42125AB1748}"/>
                </a:ext>
              </a:extLst>
            </p:cNvPr>
            <p:cNvSpPr txBox="1"/>
            <p:nvPr/>
          </p:nvSpPr>
          <p:spPr>
            <a:xfrm>
              <a:off x="4535995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067E0DE8-80D1-08C2-8EBB-C328125BAAD9}"/>
                </a:ext>
              </a:extLst>
            </p:cNvPr>
            <p:cNvSpPr txBox="1"/>
            <p:nvPr/>
          </p:nvSpPr>
          <p:spPr>
            <a:xfrm>
              <a:off x="7861226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15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テキスト ボックス 28">
              <a:extLst>
                <a:ext uri="{FF2B5EF4-FFF2-40B4-BE49-F238E27FC236}">
                  <ns2:creationId id="{B0FAC7C2-92F5-8492-EBF0-58FB5A0A1878}"/>
                </a:ext>
              </a:extLst>
            </p:cNvPr>
            <p:cNvSpPr txBox="1"/>
            <p:nvPr/>
          </p:nvSpPr>
          <p:spPr>
            <a:xfrm>
              <a:off x="9030978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17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ns2:creationId id="{88DB67DF-2C40-99E0-6929-E48106F72AEB}"/>
                </a:ext>
              </a:extLst>
            </p:cNvPr>
            <p:cNvSpPr txBox="1"/>
            <p:nvPr/>
          </p:nvSpPr>
          <p:spPr>
            <a:xfrm>
              <a:off x="10931501" y="1898834"/>
              <a:ext cx="720000" cy="13093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tIns="36000" bIns="36000" numCol="1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D7EE0D69-CF07-4FE0-9F51-8DC3D223A435}"/>
                </a:ext>
              </a:extLst>
            </p:cNvPr>
            <p:cNvSpPr/>
            <p:nvPr/>
          </p:nvSpPr>
          <p:spPr>
            <a:xfrm>
              <a:off x="334963" y="2298927"/>
              <a:ext cx="952118" cy="96935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EDA67E6F-014F-336D-7575-211A98C8495B}"/>
                </a:ext>
              </a:extLst>
            </p:cNvPr>
            <p:cNvSpPr/>
            <p:nvPr/>
          </p:nvSpPr>
          <p:spPr>
            <a:xfrm>
              <a:off x="334963" y="3324134"/>
              <a:ext cx="952118" cy="123785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B8F59521-EFAB-233C-98A0-D3D3A012ADB8}"/>
                </a:ext>
              </a:extLst>
            </p:cNvPr>
            <p:cNvSpPr/>
            <p:nvPr/>
          </p:nvSpPr>
          <p:spPr>
            <a:xfrm>
              <a:off x="338102" y="4616963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096D9D08-A159-5CCC-4187-119322CE93CC}"/>
                </a:ext>
              </a:extLst>
            </p:cNvPr>
            <p:cNvSpPr/>
            <p:nvPr/>
          </p:nvSpPr>
          <p:spPr>
            <a:xfrm>
              <a:off x="338102" y="5135366"/>
              <a:ext cx="1882793" cy="464299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D8893CE-93E1-D4AE-AA85-271D2037C334}"/>
                </a:ext>
              </a:extLst>
            </p:cNvPr>
            <p:cNvSpPr/>
            <p:nvPr/>
          </p:nvSpPr>
          <p:spPr>
            <a:xfrm>
              <a:off x="334962" y="5653767"/>
              <a:ext cx="1882793" cy="65495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054342D5-71C1-A3F8-207A-9ABBDF3D8C86}"/>
                </a:ext>
              </a:extLst>
            </p:cNvPr>
            <p:cNvSpPr/>
            <p:nvPr/>
          </p:nvSpPr>
          <p:spPr>
            <a:xfrm>
              <a:off x="1656327" y="2298928"/>
              <a:ext cx="564569" cy="4532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34A184C5-CA94-34CC-9CA6-DBCF1FE73703}"/>
                </a:ext>
              </a:extLst>
            </p:cNvPr>
            <p:cNvSpPr/>
            <p:nvPr/>
          </p:nvSpPr>
          <p:spPr>
            <a:xfrm>
              <a:off x="1347201" y="2298927"/>
              <a:ext cx="254846" cy="453227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FAC649E3-3E25-3494-AAE7-1313EC4399AF}"/>
                </a:ext>
              </a:extLst>
            </p:cNvPr>
            <p:cNvSpPr/>
            <p:nvPr/>
          </p:nvSpPr>
          <p:spPr>
            <a:xfrm>
              <a:off x="1347201" y="2806260"/>
              <a:ext cx="254846" cy="46202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DF9AB097-1914-59E0-A35E-1F95A7A56B83}"/>
                </a:ext>
              </a:extLst>
            </p:cNvPr>
            <p:cNvSpPr/>
            <p:nvPr/>
          </p:nvSpPr>
          <p:spPr>
            <a:xfrm>
              <a:off x="1656328" y="280625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7A1DA66D-B60C-E479-7A77-E9DD84D0933C}"/>
                </a:ext>
              </a:extLst>
            </p:cNvPr>
            <p:cNvSpPr/>
            <p:nvPr/>
          </p:nvSpPr>
          <p:spPr>
            <a:xfrm>
              <a:off x="1656328" y="306493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6A8687E3-CCDC-C4F6-B391-A17CAA981193}"/>
                </a:ext>
              </a:extLst>
            </p:cNvPr>
            <p:cNvSpPr/>
            <p:nvPr/>
          </p:nvSpPr>
          <p:spPr>
            <a:xfrm>
              <a:off x="1656327" y="3323603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C175DDC-71EC-0707-0B25-9EF6A4563F92}"/>
                </a:ext>
              </a:extLst>
            </p:cNvPr>
            <p:cNvSpPr/>
            <p:nvPr/>
          </p:nvSpPr>
          <p:spPr>
            <a:xfrm>
              <a:off x="1347201" y="3324135"/>
              <a:ext cx="254846" cy="461108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7F38A84F-C39E-F0B0-93BA-D9413BE4B374}"/>
                </a:ext>
              </a:extLst>
            </p:cNvPr>
            <p:cNvSpPr/>
            <p:nvPr/>
          </p:nvSpPr>
          <p:spPr>
            <a:xfrm>
              <a:off x="1347201" y="3842440"/>
              <a:ext cx="254846" cy="719548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9296BC5-46A2-C435-E4EE-914EA75E2CC8}"/>
                </a:ext>
              </a:extLst>
            </p:cNvPr>
            <p:cNvSpPr/>
            <p:nvPr/>
          </p:nvSpPr>
          <p:spPr>
            <a:xfrm>
              <a:off x="1656327" y="3582275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32D77457-982A-EE4D-F718-6C4875ADCB63}"/>
                </a:ext>
              </a:extLst>
            </p:cNvPr>
            <p:cNvSpPr/>
            <p:nvPr/>
          </p:nvSpPr>
          <p:spPr>
            <a:xfrm>
              <a:off x="1656327" y="4099619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E81B049D-994A-8572-F41A-A36541D22738}"/>
                </a:ext>
              </a:extLst>
            </p:cNvPr>
            <p:cNvSpPr/>
            <p:nvPr/>
          </p:nvSpPr>
          <p:spPr>
            <a:xfrm>
              <a:off x="1656327" y="4358291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0" name="直線矢印コネクタ 49">
              <a:extLst>
                <a:ext uri="{FF2B5EF4-FFF2-40B4-BE49-F238E27FC236}">
                  <ns2:creationId id="{EEA89447-74C3-914A-C083-140FF2CD4E8D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2220896" y="2525542"/>
              <a:ext cx="936545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1649AA0E-36A3-7F68-6AA3-1119071D5C25}"/>
                </a:ext>
              </a:extLst>
            </p:cNvPr>
            <p:cNvSpPr/>
            <p:nvPr/>
          </p:nvSpPr>
          <p:spPr>
            <a:xfrm>
              <a:off x="1656328" y="3840947"/>
              <a:ext cx="564569" cy="20456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5" name="直線矢印コネクタ 54">
              <a:extLst>
                <a:ext uri="{FF2B5EF4-FFF2-40B4-BE49-F238E27FC236}">
                  <ns2:creationId id="{4EAC92D1-AAEE-0EA2-85AD-3F2F575BEC8E}"/>
                </a:ext>
              </a:extLst>
            </p:cNvPr>
            <p:cNvCxnSpPr>
              <a:cxnSpLocks/>
              <a:stCxn id="42" idx="3"/>
            </p:cNvCxnSpPr>
            <p:nvPr/>
          </p:nvCxnSpPr>
          <p:spPr>
            <a:xfrm flipV="1">
              <a:off x="2220897" y="2906471"/>
              <a:ext cx="1507087" cy="2072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コネクタ: カギ線 56">
              <a:extLst>
                <a:ext uri="{FF2B5EF4-FFF2-40B4-BE49-F238E27FC236}">
                  <ns2:creationId id="{EE671E38-B842-3C39-3FE1-D7130860E519}"/>
                </a:ext>
              </a:extLst>
            </p:cNvPr>
            <p:cNvCxnSpPr>
              <a:cxnSpLocks/>
              <a:stCxn id="43" idx="3"/>
            </p:cNvCxnSpPr>
            <p:nvPr/>
          </p:nvCxnSpPr>
          <p:spPr>
            <a:xfrm flipV="1">
              <a:off x="2220897" y="3000295"/>
              <a:ext cx="685618" cy="166920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ns2:creationId id="{74AFEA4B-E89A-B1DF-FCB0-EC2C6123E7EE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>
              <a:off x="2220896" y="3684559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AC950198-B598-CCA2-AD67-0143CA346213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2220896" y="4201903"/>
              <a:ext cx="152734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コネクタ: カギ線 60">
              <a:extLst>
                <a:ext uri="{FF2B5EF4-FFF2-40B4-BE49-F238E27FC236}">
                  <ns2:creationId id="{E8DF28F3-6029-99FC-6C4C-1CB547CD4483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220896" y="4295390"/>
              <a:ext cx="697931" cy="165185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正方形/長方形 7">
              <a:extLst>
                <a:ext uri="{FF2B5EF4-FFF2-40B4-BE49-F238E27FC236}">
                  <ns2:creationId id="{55232651-6119-3090-781A-18F534506520}"/>
                </a:ext>
              </a:extLst>
            </p:cNvPr>
            <p:cNvSpPr/>
            <p:nvPr/>
          </p:nvSpPr>
          <p:spPr>
            <a:xfrm>
              <a:off x="4681300" y="2269234"/>
              <a:ext cx="1906665" cy="403949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9" name="コネクタ: カギ線 8">
              <a:extLst>
                <a:ext uri="{FF2B5EF4-FFF2-40B4-BE49-F238E27FC236}">
                  <ns2:creationId id="{25F0843A-21E5-5451-7222-A29E48005E3A}"/>
                </a:ext>
              </a:extLst>
            </p:cNvPr>
            <p:cNvCxnSpPr>
              <a:cxnSpLocks/>
              <a:stCxn id="187" idx="3"/>
              <a:endCxn id="241" idx="0"/>
            </p:cNvCxnSpPr>
            <p:nvPr/>
          </p:nvCxnSpPr>
          <p:spPr>
            <a:xfrm>
              <a:off x="3959949" y="2906471"/>
              <a:ext cx="609357" cy="174180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正方形/長方形 9">
              <a:extLst>
                <a:ext uri="{FF2B5EF4-FFF2-40B4-BE49-F238E27FC236}">
                  <ns2:creationId id="{FAF650E5-6D34-0D70-34D7-B8A93C56445E}"/>
                </a:ext>
              </a:extLst>
            </p:cNvPr>
            <p:cNvSpPr/>
            <p:nvPr/>
          </p:nvSpPr>
          <p:spPr>
            <a:xfrm>
              <a:off x="671372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/ 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1" name="正方形/長方形 16">
              <a:extLst>
                <a:ext uri="{FF2B5EF4-FFF2-40B4-BE49-F238E27FC236}">
                  <ns2:creationId id="{F16123C3-B685-81FD-49EC-ACDB54C32E93}"/>
                </a:ext>
              </a:extLst>
            </p:cNvPr>
            <p:cNvSpPr/>
            <p:nvPr/>
          </p:nvSpPr>
          <p:spPr>
            <a:xfrm>
              <a:off x="317679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7">
              <a:extLst>
                <a:ext uri="{FF2B5EF4-FFF2-40B4-BE49-F238E27FC236}">
                  <ns2:creationId id="{0B35642A-EAF0-E2F8-7619-0BFF29248013}"/>
                </a:ext>
              </a:extLst>
            </p:cNvPr>
            <p:cNvSpPr/>
            <p:nvPr/>
          </p:nvSpPr>
          <p:spPr>
            <a:xfrm>
              <a:off x="3748236" y="242325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">
              <a:extLst>
                <a:ext uri="{FF2B5EF4-FFF2-40B4-BE49-F238E27FC236}">
                  <ns2:creationId id="{98BA8FAF-DAA0-74D3-239C-2EC34C0933EF}"/>
                </a:ext>
              </a:extLst>
            </p:cNvPr>
            <p:cNvSpPr/>
            <p:nvPr/>
          </p:nvSpPr>
          <p:spPr>
            <a:xfrm>
              <a:off x="3748236" y="3582275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4" name="正方形/長方形 20">
              <a:extLst>
                <a:ext uri="{FF2B5EF4-FFF2-40B4-BE49-F238E27FC236}">
                  <ns2:creationId id="{8FD25D1D-60CB-8499-D190-0C1E08C07E5E}"/>
                </a:ext>
              </a:extLst>
            </p:cNvPr>
            <p:cNvSpPr/>
            <p:nvPr/>
          </p:nvSpPr>
          <p:spPr>
            <a:xfrm>
              <a:off x="10863655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22">
              <a:extLst>
                <a:ext uri="{FF2B5EF4-FFF2-40B4-BE49-F238E27FC236}">
                  <ns2:creationId id="{D7D8ACF1-A5F7-44FE-F029-3F48A9F3C1C1}"/>
                </a:ext>
              </a:extLst>
            </p:cNvPr>
            <p:cNvSpPr/>
            <p:nvPr/>
          </p:nvSpPr>
          <p:spPr>
            <a:xfrm>
              <a:off x="11599052" y="2298929"/>
              <a:ext cx="254846" cy="4009796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29">
              <a:extLst>
                <a:ext uri="{FF2B5EF4-FFF2-40B4-BE49-F238E27FC236}">
                  <ns2:creationId id="{439C47ED-2694-B885-305C-A1C2CE78C24C}"/>
                </a:ext>
              </a:extLst>
            </p:cNvPr>
            <p:cNvSpPr/>
            <p:nvPr/>
          </p:nvSpPr>
          <p:spPr>
            <a:xfrm>
              <a:off x="7029312" y="3615970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31">
              <a:extLst>
                <a:ext uri="{FF2B5EF4-FFF2-40B4-BE49-F238E27FC236}">
                  <ns2:creationId id="{1BFC62AF-809A-30B4-62D6-6C0F5933BBC0}"/>
                </a:ext>
              </a:extLst>
            </p:cNvPr>
            <p:cNvSpPr/>
            <p:nvPr/>
          </p:nvSpPr>
          <p:spPr>
            <a:xfrm>
              <a:off x="3748236" y="2804187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32">
              <a:extLst>
                <a:ext uri="{FF2B5EF4-FFF2-40B4-BE49-F238E27FC236}">
                  <ns2:creationId id="{A615E6D0-B55C-0C93-9603-F54EE8AA5513}"/>
                </a:ext>
              </a:extLst>
            </p:cNvPr>
            <p:cNvSpPr/>
            <p:nvPr/>
          </p:nvSpPr>
          <p:spPr>
            <a:xfrm>
              <a:off x="3748236" y="4099619"/>
              <a:ext cx="211713" cy="204568"/>
            </a:xfrm>
            <a:prstGeom prst="roundRect">
              <a:avLst>
                <a:gd name="adj" fmla="val 8799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9" name="直線矢印コネクタ 50">
              <a:extLst>
                <a:ext uri="{FF2B5EF4-FFF2-40B4-BE49-F238E27FC236}">
                  <ns2:creationId id="{4C32DAAA-1021-B8A1-7C34-40306620B956}"/>
                </a:ext>
              </a:extLst>
            </p:cNvPr>
            <p:cNvCxnSpPr>
              <a:cxnSpLocks/>
            </p:cNvCxnSpPr>
            <p:nvPr/>
          </p:nvCxnSpPr>
          <p:spPr>
            <a:xfrm>
              <a:off x="3388510" y="2525542"/>
              <a:ext cx="359726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ひし形 55">
              <a:extLst>
                <a:ext uri="{FF2B5EF4-FFF2-40B4-BE49-F238E27FC236}">
                  <ns2:creationId id="{53C405A3-E4ED-1F2B-0956-AFB543CE2B83}"/>
                </a:ext>
              </a:extLst>
            </p:cNvPr>
            <p:cNvSpPr/>
            <p:nvPr/>
          </p:nvSpPr>
          <p:spPr>
            <a:xfrm>
              <a:off x="2796512" y="2816790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ひし形 59">
              <a:extLst>
                <a:ext uri="{FF2B5EF4-FFF2-40B4-BE49-F238E27FC236}">
                  <ns2:creationId id="{424D7F11-65F9-7BC0-069D-4F4FFA31E3F4}"/>
                </a:ext>
              </a:extLst>
            </p:cNvPr>
            <p:cNvSpPr/>
            <p:nvPr/>
          </p:nvSpPr>
          <p:spPr>
            <a:xfrm>
              <a:off x="2788572" y="4111885"/>
              <a:ext cx="260510" cy="183505"/>
            </a:xfrm>
            <a:prstGeom prst="diamond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3" name="コネクタ: カギ線 62">
              <a:extLst>
                <a:ext uri="{FF2B5EF4-FFF2-40B4-BE49-F238E27FC236}">
                  <ns2:creationId id="{E52C6DAC-6D4F-E5B6-46F7-D1E884C6FC29}"/>
                </a:ext>
              </a:extLst>
            </p:cNvPr>
            <p:cNvCxnSpPr>
              <a:cxnSpLocks/>
              <a:stCxn id="182" idx="3"/>
              <a:endCxn id="242" idx="0"/>
            </p:cNvCxnSpPr>
            <p:nvPr/>
          </p:nvCxnSpPr>
          <p:spPr>
            <a:xfrm>
              <a:off x="3959949" y="2525541"/>
              <a:ext cx="249554" cy="2537394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コネクタ: カギ線 63">
              <a:extLst>
                <a:ext uri="{FF2B5EF4-FFF2-40B4-BE49-F238E27FC236}">
                  <ns2:creationId id="{7F21586F-D9E5-C335-3D4A-545EAD664F64}"/>
                </a:ext>
              </a:extLst>
            </p:cNvPr>
            <p:cNvCxnSpPr>
              <a:cxnSpLocks/>
              <a:stCxn id="188" idx="3"/>
              <a:endCxn id="241" idx="0"/>
            </p:cNvCxnSpPr>
            <p:nvPr/>
          </p:nvCxnSpPr>
          <p:spPr>
            <a:xfrm>
              <a:off x="3959949" y="4201903"/>
              <a:ext cx="609357" cy="44637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コネクタ: カギ線 65">
              <a:extLst>
                <a:ext uri="{FF2B5EF4-FFF2-40B4-BE49-F238E27FC236}">
                  <ns2:creationId id="{9CFE9D4D-BE52-3B3D-13EE-3E0239686D28}"/>
                </a:ext>
              </a:extLst>
            </p:cNvPr>
            <p:cNvCxnSpPr>
              <a:cxnSpLocks/>
              <a:stCxn id="183" idx="3"/>
              <a:endCxn id="242" idx="0"/>
            </p:cNvCxnSpPr>
            <p:nvPr/>
          </p:nvCxnSpPr>
          <p:spPr>
            <a:xfrm>
              <a:off x="3959949" y="3684559"/>
              <a:ext cx="249554" cy="137837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正方形/長方形 66">
              <a:extLst>
                <a:ext uri="{FF2B5EF4-FFF2-40B4-BE49-F238E27FC236}">
                  <ns2:creationId id="{536B1515-8D58-1E54-5ADF-6E37F55CA773}"/>
                </a:ext>
              </a:extLst>
            </p:cNvPr>
            <p:cNvSpPr/>
            <p:nvPr/>
          </p:nvSpPr>
          <p:spPr>
            <a:xfrm>
              <a:off x="4822463" y="565376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98" name="コネクタ: カギ線 67">
              <a:extLst>
                <a:ext uri="{FF2B5EF4-FFF2-40B4-BE49-F238E27FC236}">
                  <ns2:creationId id="{2F464F9E-C06C-259B-2703-35CBA21BC2C7}"/>
                </a:ext>
              </a:extLst>
            </p:cNvPr>
            <p:cNvCxnSpPr>
              <a:cxnSpLocks/>
              <a:stCxn id="240" idx="2"/>
            </p:cNvCxnSpPr>
            <p:nvPr/>
          </p:nvCxnSpPr>
          <p:spPr>
            <a:xfrm rot="16200000" flipH="1">
              <a:off x="4373375" y="5436829"/>
              <a:ext cx="285216" cy="61296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コネクタ: カギ線 68">
              <a:extLst>
                <a:ext uri="{FF2B5EF4-FFF2-40B4-BE49-F238E27FC236}">
                  <ns2:creationId id="{0C50B60B-97F7-C4CF-16CA-DCA78009976F}"/>
                </a:ext>
              </a:extLst>
            </p:cNvPr>
            <p:cNvCxnSpPr>
              <a:cxnSpLocks/>
              <a:stCxn id="243" idx="2"/>
            </p:cNvCxnSpPr>
            <p:nvPr/>
          </p:nvCxnSpPr>
          <p:spPr>
            <a:xfrm rot="16200000" flipH="1">
              <a:off x="4553276" y="5616730"/>
              <a:ext cx="285216" cy="25315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正方形/長方形 69">
              <a:extLst>
                <a:ext uri="{FF2B5EF4-FFF2-40B4-BE49-F238E27FC236}">
                  <ns2:creationId id="{C008E505-8749-670B-0085-CA66847E58D7}"/>
                </a:ext>
              </a:extLst>
            </p:cNvPr>
            <p:cNvSpPr/>
            <p:nvPr/>
          </p:nvSpPr>
          <p:spPr>
            <a:xfrm>
              <a:off x="5191627" y="4648274"/>
              <a:ext cx="236592" cy="944047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1" name="コネクタ: カギ線 70">
              <a:extLst>
                <a:ext uri="{FF2B5EF4-FFF2-40B4-BE49-F238E27FC236}">
                  <ns2:creationId id="{333FF4E9-4A8C-68F8-7930-95B0BC479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59055" y="5592321"/>
              <a:ext cx="250868" cy="293595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正方形/長方形 71">
              <a:extLst>
                <a:ext uri="{FF2B5EF4-FFF2-40B4-BE49-F238E27FC236}">
                  <ns2:creationId id="{A7F4AFDE-2FD2-7A44-FE8A-73E0C62A8C39}"/>
                </a:ext>
              </a:extLst>
            </p:cNvPr>
            <p:cNvSpPr/>
            <p:nvPr/>
          </p:nvSpPr>
          <p:spPr>
            <a:xfrm>
              <a:off x="8111238" y="2804187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3" name="正方形/長方形 72">
              <a:extLst>
                <a:ext uri="{FF2B5EF4-FFF2-40B4-BE49-F238E27FC236}">
                  <ns2:creationId id="{1331D4E7-6A4C-ABBC-43A1-DB46EBE63337}"/>
                </a:ext>
              </a:extLst>
            </p:cNvPr>
            <p:cNvSpPr/>
            <p:nvPr/>
          </p:nvSpPr>
          <p:spPr>
            <a:xfrm>
              <a:off x="8111238" y="3864629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4" name="コネクタ: カギ線 74">
              <a:extLst>
                <a:ext uri="{FF2B5EF4-FFF2-40B4-BE49-F238E27FC236}">
                  <ns2:creationId id="{C810AD14-7211-60FD-110F-C8C67E7CD7A1}"/>
                </a:ext>
              </a:extLst>
            </p:cNvPr>
            <p:cNvCxnSpPr>
              <a:cxnSpLocks/>
              <a:stCxn id="200" idx="0"/>
              <a:endCxn id="209" idx="1"/>
            </p:cNvCxnSpPr>
            <p:nvPr/>
          </p:nvCxnSpPr>
          <p:spPr>
            <a:xfrm rot="5400000" flipH="1" flipV="1">
              <a:off x="4608107" y="3735110"/>
              <a:ext cx="1614980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コネクタ: カギ線 75">
              <a:extLst>
                <a:ext uri="{FF2B5EF4-FFF2-40B4-BE49-F238E27FC236}">
                  <ns2:creationId id="{51FB747F-E5FA-FFE7-DF84-E024F4ADE37B}"/>
                </a:ext>
              </a:extLst>
            </p:cNvPr>
            <p:cNvCxnSpPr>
              <a:cxnSpLocks/>
              <a:stCxn id="200" idx="0"/>
              <a:endCxn id="249" idx="1"/>
            </p:cNvCxnSpPr>
            <p:nvPr/>
          </p:nvCxnSpPr>
          <p:spPr>
            <a:xfrm rot="5400000" flipH="1" flipV="1">
              <a:off x="5265789" y="4392792"/>
              <a:ext cx="299616" cy="21134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正方形/長方形 76">
              <a:extLst>
                <a:ext uri="{FF2B5EF4-FFF2-40B4-BE49-F238E27FC236}">
                  <ns2:creationId id="{CCA62108-C21F-26BB-2EC6-74A87CA6E2EE}"/>
                </a:ext>
              </a:extLst>
            </p:cNvPr>
            <p:cNvSpPr/>
            <p:nvPr/>
          </p:nvSpPr>
          <p:spPr>
            <a:xfrm>
              <a:off x="6069101" y="4648274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07" name="コネクタ: カギ線 77">
              <a:extLst>
                <a:ext uri="{FF2B5EF4-FFF2-40B4-BE49-F238E27FC236}">
                  <ns2:creationId id="{EB978F52-40CD-4539-F2F7-DD072E2AC736}"/>
                </a:ext>
              </a:extLst>
            </p:cNvPr>
            <p:cNvCxnSpPr>
              <a:cxnSpLocks/>
              <a:stCxn id="249" idx="3"/>
              <a:endCxn id="206" idx="0"/>
            </p:cNvCxnSpPr>
            <p:nvPr/>
          </p:nvCxnSpPr>
          <p:spPr>
            <a:xfrm>
              <a:off x="5757864" y="4348658"/>
              <a:ext cx="429533" cy="299616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コネクタ: カギ線 78">
              <a:extLst>
                <a:ext uri="{FF2B5EF4-FFF2-40B4-BE49-F238E27FC236}">
                  <ns2:creationId id="{12AD5735-E35C-8B64-B85F-444DDFEA8A55}"/>
                </a:ext>
              </a:extLst>
            </p:cNvPr>
            <p:cNvCxnSpPr>
              <a:cxnSpLocks/>
              <a:stCxn id="209" idx="3"/>
              <a:endCxn id="206" idx="0"/>
            </p:cNvCxnSpPr>
            <p:nvPr/>
          </p:nvCxnSpPr>
          <p:spPr>
            <a:xfrm>
              <a:off x="5757864" y="3033294"/>
              <a:ext cx="429533" cy="1614980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正方形/長方形 79">
              <a:extLst>
                <a:ext uri="{FF2B5EF4-FFF2-40B4-BE49-F238E27FC236}">
                  <ns2:creationId id="{D4C30D68-8677-2F6E-5541-1D8001A2720F}"/>
                </a:ext>
              </a:extLst>
            </p:cNvPr>
            <p:cNvSpPr/>
            <p:nvPr/>
          </p:nvSpPr>
          <p:spPr>
            <a:xfrm>
              <a:off x="5521272" y="2804694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0" name="正方形/長方形 80">
              <a:extLst>
                <a:ext uri="{FF2B5EF4-FFF2-40B4-BE49-F238E27FC236}">
                  <ns2:creationId id="{D9D07366-62D2-A93A-C63A-4D07A3A59728}"/>
                </a:ext>
              </a:extLst>
            </p:cNvPr>
            <p:cNvSpPr/>
            <p:nvPr/>
          </p:nvSpPr>
          <p:spPr>
            <a:xfrm>
              <a:off x="8111238" y="3363341"/>
              <a:ext cx="211713" cy="204568"/>
            </a:xfrm>
            <a:prstGeom prst="roundRect">
              <a:avLst>
                <a:gd name="adj" fmla="val 8799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1" name="正方形/長方形 81">
              <a:extLst>
                <a:ext uri="{FF2B5EF4-FFF2-40B4-BE49-F238E27FC236}">
                  <ns2:creationId id="{CA7D2AA2-8301-6164-3883-7A2DB51F2278}"/>
                </a:ext>
              </a:extLst>
            </p:cNvPr>
            <p:cNvSpPr/>
            <p:nvPr/>
          </p:nvSpPr>
          <p:spPr>
            <a:xfrm>
              <a:off x="9260387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2" name="正方形/長方形 82">
              <a:extLst>
                <a:ext uri="{FF2B5EF4-FFF2-40B4-BE49-F238E27FC236}">
                  <ns2:creationId id="{B60F0610-97CC-1941-9A84-C4413E4E4B4D}"/>
                </a:ext>
              </a:extLst>
            </p:cNvPr>
            <p:cNvSpPr/>
            <p:nvPr/>
          </p:nvSpPr>
          <p:spPr>
            <a:xfrm>
              <a:off x="9631295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3" name="コネクタ: カギ線 83">
              <a:extLst>
                <a:ext uri="{FF2B5EF4-FFF2-40B4-BE49-F238E27FC236}">
                  <ns2:creationId id="{583230D0-1EEA-0715-10D6-776CABB2830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9358191" y="5607032"/>
              <a:ext cx="293595" cy="252612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" name="正方形/長方形 84">
              <a:extLst>
                <a:ext uri="{FF2B5EF4-FFF2-40B4-BE49-F238E27FC236}">
                  <ns2:creationId id="{89FD620A-859F-B8A1-CD1A-F71BD666F777}"/>
                </a:ext>
              </a:extLst>
            </p:cNvPr>
            <p:cNvSpPr/>
            <p:nvPr/>
          </p:nvSpPr>
          <p:spPr>
            <a:xfrm>
              <a:off x="7208989" y="5122242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5" name="正方形/長方形 85">
              <a:extLst>
                <a:ext uri="{FF2B5EF4-FFF2-40B4-BE49-F238E27FC236}">
                  <ns2:creationId id="{C4050107-A7C9-D114-AC08-C35327465E95}"/>
                </a:ext>
              </a:extLst>
            </p:cNvPr>
            <p:cNvSpPr/>
            <p:nvPr/>
          </p:nvSpPr>
          <p:spPr>
            <a:xfrm>
              <a:off x="8104813" y="5647987"/>
              <a:ext cx="236592" cy="4642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6" name="コネクタ: カギ線 86">
              <a:extLst>
                <a:ext uri="{FF2B5EF4-FFF2-40B4-BE49-F238E27FC236}">
                  <ns2:creationId id="{69393DB8-42F9-24D4-8F21-67EFF8A9084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569252" y="5344576"/>
              <a:ext cx="293595" cy="777527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フローチャート: 判断 87">
              <a:extLst>
                <a:ext uri="{FF2B5EF4-FFF2-40B4-BE49-F238E27FC236}">
                  <ns2:creationId id="{AB04B7A2-2800-22A4-718A-08DD8BD34A2F}"/>
                </a:ext>
              </a:extLst>
            </p:cNvPr>
            <p:cNvSpPr/>
            <p:nvPr/>
          </p:nvSpPr>
          <p:spPr>
            <a:xfrm>
              <a:off x="5872347" y="4284617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8" name="フローチャート: 判断 88">
              <a:extLst>
                <a:ext uri="{FF2B5EF4-FFF2-40B4-BE49-F238E27FC236}">
                  <ns2:creationId id="{799533AF-A9D3-C726-1C13-37FA9DE0971B}"/>
                </a:ext>
              </a:extLst>
            </p:cNvPr>
            <p:cNvSpPr/>
            <p:nvPr/>
          </p:nvSpPr>
          <p:spPr>
            <a:xfrm>
              <a:off x="5904820" y="2969253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19" name="コネクタ: カギ線 89">
              <a:extLst>
                <a:ext uri="{FF2B5EF4-FFF2-40B4-BE49-F238E27FC236}">
                  <ns2:creationId id="{731F2385-7821-B8B9-4A14-37B259B68000}"/>
                </a:ext>
              </a:extLst>
            </p:cNvPr>
            <p:cNvCxnSpPr>
              <a:cxnSpLocks/>
              <a:stCxn id="180" idx="3"/>
              <a:endCxn id="202" idx="1"/>
            </p:cNvCxnSpPr>
            <p:nvPr/>
          </p:nvCxnSpPr>
          <p:spPr>
            <a:xfrm flipV="1">
              <a:off x="6968571" y="2906471"/>
              <a:ext cx="1142667" cy="1397356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90">
              <a:extLst>
                <a:ext uri="{FF2B5EF4-FFF2-40B4-BE49-F238E27FC236}">
                  <ns2:creationId id="{023AF37B-61CD-66EE-9DE8-E344C6143738}"/>
                </a:ext>
              </a:extLst>
            </p:cNvPr>
            <p:cNvCxnSpPr>
              <a:cxnSpLocks/>
              <a:stCxn id="180" idx="3"/>
            </p:cNvCxnSpPr>
            <p:nvPr/>
          </p:nvCxnSpPr>
          <p:spPr>
            <a:xfrm flipV="1">
              <a:off x="6968571" y="3966913"/>
              <a:ext cx="1142666" cy="33691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93">
              <a:extLst>
                <a:ext uri="{FF2B5EF4-FFF2-40B4-BE49-F238E27FC236}">
                  <ns2:creationId id="{47C121CC-0524-7621-C570-D682C5467A76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2906472"/>
              <a:ext cx="1055732" cy="2215771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コネクタ: カギ線 94">
              <a:extLst>
                <a:ext uri="{FF2B5EF4-FFF2-40B4-BE49-F238E27FC236}">
                  <ns2:creationId id="{D5AD7B50-42D7-9266-F572-29A4CB1C288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465625"/>
              <a:ext cx="937436" cy="188876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正方形/長方形 95">
              <a:extLst>
                <a:ext uri="{FF2B5EF4-FFF2-40B4-BE49-F238E27FC236}">
                  <ns2:creationId id="{68C360C2-4105-941E-A0AE-F60B96E592BB}"/>
                </a:ext>
              </a:extLst>
            </p:cNvPr>
            <p:cNvSpPr/>
            <p:nvPr/>
          </p:nvSpPr>
          <p:spPr>
            <a:xfrm>
              <a:off x="8580746" y="3947876"/>
              <a:ext cx="72301" cy="7684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6" name="コネクタ: カギ線 96">
              <a:extLst>
                <a:ext uri="{FF2B5EF4-FFF2-40B4-BE49-F238E27FC236}">
                  <ns2:creationId id="{60A1C75B-93B6-AA0B-C2D1-E35E7574347E}"/>
                </a:ext>
              </a:extLst>
            </p:cNvPr>
            <p:cNvCxnSpPr>
              <a:cxnSpLocks/>
            </p:cNvCxnSpPr>
            <p:nvPr/>
          </p:nvCxnSpPr>
          <p:spPr>
            <a:xfrm>
              <a:off x="8322951" y="3966913"/>
              <a:ext cx="1055732" cy="1155329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正方形/長方形 97">
              <a:extLst>
                <a:ext uri="{FF2B5EF4-FFF2-40B4-BE49-F238E27FC236}">
                  <ns2:creationId id="{384E16EC-06E1-BD02-B830-849E8D0D6FC5}"/>
                </a:ext>
              </a:extLst>
            </p:cNvPr>
            <p:cNvSpPr/>
            <p:nvPr/>
          </p:nvSpPr>
          <p:spPr>
            <a:xfrm>
              <a:off x="10019995" y="4650219"/>
              <a:ext cx="236592" cy="462355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28" name="コネクタ: カギ線 98">
              <a:extLst>
                <a:ext uri="{FF2B5EF4-FFF2-40B4-BE49-F238E27FC236}">
                  <ns2:creationId id="{A819869A-57EE-E968-C45B-AA712608DF43}"/>
                </a:ext>
              </a:extLst>
            </p:cNvPr>
            <p:cNvCxnSpPr>
              <a:cxnSpLocks/>
              <a:stCxn id="212" idx="3"/>
              <a:endCxn id="227" idx="2"/>
            </p:cNvCxnSpPr>
            <p:nvPr/>
          </p:nvCxnSpPr>
          <p:spPr>
            <a:xfrm flipV="1">
              <a:off x="9867887" y="5112574"/>
              <a:ext cx="270404" cy="767563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99">
              <a:extLst>
                <a:ext uri="{FF2B5EF4-FFF2-40B4-BE49-F238E27FC236}">
                  <ns2:creationId id="{9BD2A2B3-C146-1A0E-F5BA-8FE2EC9C1794}"/>
                </a:ext>
              </a:extLst>
            </p:cNvPr>
            <p:cNvCxnSpPr>
              <a:cxnSpLocks/>
              <a:stCxn id="227" idx="3"/>
            </p:cNvCxnSpPr>
            <p:nvPr/>
          </p:nvCxnSpPr>
          <p:spPr>
            <a:xfrm>
              <a:off x="10256587" y="4881397"/>
              <a:ext cx="59768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100">
              <a:extLst>
                <a:ext uri="{FF2B5EF4-FFF2-40B4-BE49-F238E27FC236}">
                  <ns2:creationId id="{8E958458-DB25-0F6C-3EE6-FDD44006AA9A}"/>
                </a:ext>
              </a:extLst>
            </p:cNvPr>
            <p:cNvCxnSpPr>
              <a:cxnSpLocks/>
              <a:stCxn id="206" idx="3"/>
              <a:endCxn id="180" idx="1"/>
            </p:cNvCxnSpPr>
            <p:nvPr/>
          </p:nvCxnSpPr>
          <p:spPr>
            <a:xfrm flipV="1">
              <a:off x="6305693" y="4303827"/>
              <a:ext cx="408032" cy="57659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コネクタ: カギ線 102">
              <a:extLst>
                <a:ext uri="{FF2B5EF4-FFF2-40B4-BE49-F238E27FC236}">
                  <ns2:creationId id="{78B83676-9A55-8815-887D-6F37460856F6}"/>
                </a:ext>
              </a:extLst>
            </p:cNvPr>
            <p:cNvCxnSpPr>
              <a:cxnSpLocks/>
            </p:cNvCxnSpPr>
            <p:nvPr/>
          </p:nvCxnSpPr>
          <p:spPr>
            <a:xfrm>
              <a:off x="7241026" y="3718255"/>
              <a:ext cx="86260" cy="1403988"/>
            </a:xfrm>
            <a:prstGeom prst="bentConnector2">
              <a:avLst/>
            </a:prstGeom>
            <a:ln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正方形/長方形 32">
              <a:extLst>
                <a:ext uri="{FF2B5EF4-FFF2-40B4-BE49-F238E27FC236}">
                  <ns2:creationId id="{1E5D1669-29A1-FBC3-61EF-8A30B9D276A8}"/>
                </a:ext>
              </a:extLst>
            </p:cNvPr>
            <p:cNvSpPr/>
            <p:nvPr/>
          </p:nvSpPr>
          <p:spPr>
            <a:xfrm>
              <a:off x="3529886" y="433305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4" name="正方形/長方形 32">
              <a:extLst>
                <a:ext uri="{FF2B5EF4-FFF2-40B4-BE49-F238E27FC236}">
                  <ns2:creationId id="{60907A11-2970-471F-5230-C20EEDF69F4E}"/>
                </a:ext>
              </a:extLst>
            </p:cNvPr>
            <p:cNvSpPr/>
            <p:nvPr/>
          </p:nvSpPr>
          <p:spPr>
            <a:xfrm>
              <a:off x="3529886" y="3800512"/>
              <a:ext cx="648414" cy="2413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zh-TW" altLang="en-US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5" name="正方形/長方形 31">
              <a:extLst>
                <a:ext uri="{FF2B5EF4-FFF2-40B4-BE49-F238E27FC236}">
                  <ns2:creationId id="{5D292888-422E-BCF2-C606-380E25609B6E}"/>
                </a:ext>
              </a:extLst>
            </p:cNvPr>
            <p:cNvSpPr/>
            <p:nvPr/>
          </p:nvSpPr>
          <p:spPr>
            <a:xfrm>
              <a:off x="3748236" y="3034375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6" name="正方形/長方形 17">
              <a:extLst>
                <a:ext uri="{FF2B5EF4-FFF2-40B4-BE49-F238E27FC236}">
                  <ns2:creationId id="{107B46F0-D8DE-7506-3346-7551E22B4AAA}"/>
                </a:ext>
              </a:extLst>
            </p:cNvPr>
            <p:cNvSpPr/>
            <p:nvPr/>
          </p:nvSpPr>
          <p:spPr>
            <a:xfrm>
              <a:off x="3748236" y="225896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7" name="正方形/長方形 16">
              <a:extLst>
                <a:ext uri="{FF2B5EF4-FFF2-40B4-BE49-F238E27FC236}">
                  <ns2:creationId id="{23BC480B-1EBC-71F4-7983-7AAA0679FF9A}"/>
                </a:ext>
              </a:extLst>
            </p:cNvPr>
            <p:cNvSpPr/>
            <p:nvPr/>
          </p:nvSpPr>
          <p:spPr>
            <a:xfrm>
              <a:off x="3176796" y="2643393"/>
              <a:ext cx="211713" cy="20456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8" name="ひし形 55">
              <a:extLst>
                <a:ext uri="{FF2B5EF4-FFF2-40B4-BE49-F238E27FC236}">
                  <ns2:creationId id="{630E8A44-24FC-8E91-7366-BCA76398CB9D}"/>
                </a:ext>
              </a:extLst>
            </p:cNvPr>
            <p:cNvSpPr/>
            <p:nvPr/>
          </p:nvSpPr>
          <p:spPr>
            <a:xfrm>
              <a:off x="2963862" y="2944892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9" name="ひし形 55">
              <a:extLst>
                <a:ext uri="{FF2B5EF4-FFF2-40B4-BE49-F238E27FC236}">
                  <ns2:creationId id="{901220AC-7381-D03E-4AC5-C60FAA21E709}"/>
                </a:ext>
              </a:extLst>
            </p:cNvPr>
            <p:cNvSpPr/>
            <p:nvPr/>
          </p:nvSpPr>
          <p:spPr>
            <a:xfrm>
              <a:off x="2960687" y="4251404"/>
              <a:ext cx="452438" cy="280908"/>
            </a:xfrm>
            <a:prstGeom prst="rect">
              <a:avLst/>
            </a:prstGeom>
            <a:noFill/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R="0" lvl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2">
              <a:extLst>
                <a:ext uri="{FF2B5EF4-FFF2-40B4-BE49-F238E27FC236}">
                  <ns2:creationId id="{32C5AA5C-FCBE-99E8-00DD-F1E83BCDB05A}"/>
                </a:ext>
              </a:extLst>
            </p:cNvPr>
            <p:cNvSpPr/>
            <p:nvPr/>
          </p:nvSpPr>
          <p:spPr>
            <a:xfrm>
              <a:off x="4059128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正方形/長方形 51">
              <a:extLst>
                <a:ext uri="{FF2B5EF4-FFF2-40B4-BE49-F238E27FC236}">
                  <ns2:creationId id="{72F9C9ED-B6C0-5C77-6481-75CDE6A1FA06}"/>
                </a:ext>
              </a:extLst>
            </p:cNvPr>
            <p:cNvSpPr/>
            <p:nvPr/>
          </p:nvSpPr>
          <p:spPr>
            <a:xfrm>
              <a:off x="4451010" y="4648275"/>
              <a:ext cx="236592" cy="71100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2" name="正方形/長方形 53">
              <a:extLst>
                <a:ext uri="{FF2B5EF4-FFF2-40B4-BE49-F238E27FC236}">
                  <ns2:creationId id="{C6454EBE-B037-F360-A5F6-65B1D4E8A675}"/>
                </a:ext>
              </a:extLst>
            </p:cNvPr>
            <p:cNvSpPr/>
            <p:nvPr/>
          </p:nvSpPr>
          <p:spPr>
            <a:xfrm>
              <a:off x="4091207" y="5062935"/>
              <a:ext cx="236592" cy="285353"/>
            </a:xfrm>
            <a:prstGeom prst="roundRect">
              <a:avLst>
                <a:gd name="adj" fmla="val 7608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3" name="正方形/長方形 32">
              <a:extLst>
                <a:ext uri="{FF2B5EF4-FFF2-40B4-BE49-F238E27FC236}">
                  <ns2:creationId id="{F6445D04-A332-4263-B320-AE87F6E9A8EB}"/>
                </a:ext>
              </a:extLst>
            </p:cNvPr>
            <p:cNvSpPr/>
            <p:nvPr/>
          </p:nvSpPr>
          <p:spPr>
            <a:xfrm>
              <a:off x="4418931" y="5356807"/>
              <a:ext cx="300750" cy="24389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正方形/長方形 32">
              <a:extLst>
                <a:ext uri="{FF2B5EF4-FFF2-40B4-BE49-F238E27FC236}">
                  <ns2:creationId id="{477D4B93-6BF7-F594-46D5-CB26B796EE26}"/>
                </a:ext>
              </a:extLst>
            </p:cNvPr>
            <p:cNvSpPr/>
            <p:nvPr/>
          </p:nvSpPr>
          <p:spPr>
            <a:xfrm>
              <a:off x="4822463" y="6140860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5" name="正方形/長方形 32">
              <a:extLst>
                <a:ext uri="{FF2B5EF4-FFF2-40B4-BE49-F238E27FC236}">
                  <ns2:creationId id="{9B1A90C4-87AC-7B78-7F22-E4116097D753}"/>
                </a:ext>
              </a:extLst>
            </p:cNvPr>
            <p:cNvSpPr/>
            <p:nvPr/>
          </p:nvSpPr>
          <p:spPr>
            <a:xfrm>
              <a:off x="5411566" y="5270808"/>
              <a:ext cx="300750" cy="24099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lnSpc>
                  <a:spcPct val="90000"/>
                </a:lnSpc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6" name="正方形/長方形 32">
              <a:extLst>
                <a:ext uri="{FF2B5EF4-FFF2-40B4-BE49-F238E27FC236}">
                  <ns2:creationId id="{C8E243AB-6941-5224-39DB-02D5C8342F11}"/>
                </a:ext>
              </a:extLst>
            </p:cNvPr>
            <p:cNvSpPr/>
            <p:nvPr/>
          </p:nvSpPr>
          <p:spPr>
            <a:xfrm>
              <a:off x="5423335" y="3883581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7" name="正方形/長方形 32">
              <a:extLst>
                <a:ext uri="{FF2B5EF4-FFF2-40B4-BE49-F238E27FC236}">
                  <ns2:creationId id="{F79DB6C5-D1D5-57CE-3C65-171142B6335D}"/>
                </a:ext>
              </a:extLst>
            </p:cNvPr>
            <p:cNvSpPr/>
            <p:nvPr/>
          </p:nvSpPr>
          <p:spPr>
            <a:xfrm>
              <a:off x="6024344" y="5109116"/>
              <a:ext cx="300750" cy="1359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8" name="正方形/長方形 32">
              <a:extLst>
                <a:ext uri="{FF2B5EF4-FFF2-40B4-BE49-F238E27FC236}">
                  <ns2:creationId id="{ABEB1571-A19B-0892-1923-1DEF95AB9E7F}"/>
                </a:ext>
              </a:extLst>
            </p:cNvPr>
            <p:cNvSpPr/>
            <p:nvPr/>
          </p:nvSpPr>
          <p:spPr>
            <a:xfrm>
              <a:off x="5423335" y="2542246"/>
              <a:ext cx="432467" cy="22486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90000"/>
                </a:lnSpc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9" name="正方形/長方形 79">
              <a:extLst>
                <a:ext uri="{FF2B5EF4-FFF2-40B4-BE49-F238E27FC236}">
                  <ns2:creationId id="{7DBC63B2-F3F5-2B8A-6BF5-0005C5814319}"/>
                </a:ext>
              </a:extLst>
            </p:cNvPr>
            <p:cNvSpPr/>
            <p:nvPr/>
          </p:nvSpPr>
          <p:spPr>
            <a:xfrm>
              <a:off x="5521272" y="4120058"/>
              <a:ext cx="236592" cy="457199"/>
            </a:xfrm>
            <a:prstGeom prst="roundRect">
              <a:avLst>
                <a:gd name="adj" fmla="val 7608"/>
              </a:avLst>
            </a:prstGeom>
            <a:solidFill>
              <a:schemeClr val="bg1"/>
            </a:solidFill>
            <a:ln w="6350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0" name="正方形/長方形 32">
              <a:extLst>
                <a:ext uri="{FF2B5EF4-FFF2-40B4-BE49-F238E27FC236}">
                  <ns2:creationId id="{B9CC5750-92C0-5587-60C6-D7F07E3E5ECC}"/>
                </a:ext>
              </a:extLst>
            </p:cNvPr>
            <p:cNvSpPr/>
            <p:nvPr/>
          </p:nvSpPr>
          <p:spPr>
            <a:xfrm>
              <a:off x="7362473" y="5261636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1" name="正方形/長方形 32">
              <a:extLst>
                <a:ext uri="{FF2B5EF4-FFF2-40B4-BE49-F238E27FC236}">
                  <ns2:creationId id="{11F8DCFC-1B7D-FB2C-B671-7534C0BB9A36}"/>
                </a:ext>
              </a:extLst>
            </p:cNvPr>
            <p:cNvSpPr/>
            <p:nvPr/>
          </p:nvSpPr>
          <p:spPr>
            <a:xfrm>
              <a:off x="6994541" y="3361992"/>
              <a:ext cx="512747" cy="2463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zh-TW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2" name="正方形/長方形 32">
              <a:extLst>
                <a:ext uri="{FF2B5EF4-FFF2-40B4-BE49-F238E27FC236}">
                  <ns2:creationId id="{677F8E6C-0CD6-1E2E-2BFA-E62EEE00A2B8}"/>
                </a:ext>
              </a:extLst>
            </p:cNvPr>
            <p:cNvSpPr/>
            <p:nvPr/>
          </p:nvSpPr>
          <p:spPr>
            <a:xfrm>
              <a:off x="7892886" y="3579999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3" name="正方形/長方形 32">
              <a:extLst>
                <a:ext uri="{FF2B5EF4-FFF2-40B4-BE49-F238E27FC236}">
                  <ns2:creationId id="{21C1E7A7-6A58-734E-0250-9B35D7F60E4C}"/>
                </a:ext>
              </a:extLst>
            </p:cNvPr>
            <p:cNvSpPr/>
            <p:nvPr/>
          </p:nvSpPr>
          <p:spPr>
            <a:xfrm>
              <a:off x="8005589" y="3038904"/>
              <a:ext cx="1290088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4" name="正方形/長方形 32">
              <a:extLst>
                <a:ext uri="{FF2B5EF4-FFF2-40B4-BE49-F238E27FC236}">
                  <ns2:creationId id="{88EA7475-AB8D-BC6C-9E7C-388D707542B4}"/>
                </a:ext>
              </a:extLst>
            </p:cNvPr>
            <p:cNvSpPr/>
            <p:nvPr/>
          </p:nvSpPr>
          <p:spPr>
            <a:xfrm>
              <a:off x="7999917" y="4073020"/>
              <a:ext cx="697718" cy="39930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55" name="正方形/長方形 32">
              <a:extLst>
                <a:ext uri="{FF2B5EF4-FFF2-40B4-BE49-F238E27FC236}">
                  <ns2:creationId id="{7F1E37AE-54CE-EBC3-FFE6-55AF60E31C1A}"/>
                </a:ext>
              </a:extLst>
            </p:cNvPr>
            <p:cNvSpPr/>
            <p:nvPr/>
          </p:nvSpPr>
          <p:spPr>
            <a:xfrm>
              <a:off x="9404331" y="5247620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正方形/長方形 32">
              <a:extLst>
                <a:ext uri="{FF2B5EF4-FFF2-40B4-BE49-F238E27FC236}">
                  <ns2:creationId id="{EFA7EE5F-A210-5B57-3B28-79B2ADE65348}"/>
                </a:ext>
              </a:extLst>
            </p:cNvPr>
            <p:cNvSpPr/>
            <p:nvPr/>
          </p:nvSpPr>
          <p:spPr>
            <a:xfrm>
              <a:off x="9985275" y="4396748"/>
              <a:ext cx="648414" cy="21354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正方形/長方形 32">
              <a:extLst>
                <a:ext uri="{FF2B5EF4-FFF2-40B4-BE49-F238E27FC236}">
                  <ns2:creationId id="{DFF98E12-D3F3-68C6-AA7E-7AF7DA6B78DA}"/>
                </a:ext>
              </a:extLst>
            </p:cNvPr>
            <p:cNvSpPr/>
            <p:nvPr/>
          </p:nvSpPr>
          <p:spPr>
            <a:xfrm>
              <a:off x="9425385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8" name="正方形/長方形 32">
              <a:extLst>
                <a:ext uri="{FF2B5EF4-FFF2-40B4-BE49-F238E27FC236}">
                  <ns2:creationId id="{5EE7F4A8-2252-29CF-6617-27735A4925F8}"/>
                </a:ext>
              </a:extLst>
            </p:cNvPr>
            <p:cNvSpPr/>
            <p:nvPr/>
          </p:nvSpPr>
          <p:spPr>
            <a:xfrm>
              <a:off x="7898903" y="6150322"/>
              <a:ext cx="648414" cy="15840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7" name="フローチャート: 判断 91">
              <a:extLst>
                <a:ext uri="{FF2B5EF4-FFF2-40B4-BE49-F238E27FC236}">
                  <ns2:creationId id="{53493D25-6132-A8E6-4AF1-F925D4B1BBF5}"/>
                </a:ext>
              </a:extLst>
            </p:cNvPr>
            <p:cNvSpPr/>
            <p:nvPr/>
          </p:nvSpPr>
          <p:spPr>
            <a:xfrm>
              <a:off x="7757806" y="2837251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8" name="フローチャート: 判断 92">
              <a:extLst>
                <a:ext uri="{FF2B5EF4-FFF2-40B4-BE49-F238E27FC236}">
                  <ns2:creationId id="{A9B5CC63-A1F7-0673-310F-6D99CFDA6FD5}"/>
                </a:ext>
              </a:extLst>
            </p:cNvPr>
            <p:cNvSpPr/>
            <p:nvPr/>
          </p:nvSpPr>
          <p:spPr>
            <a:xfrm>
              <a:off x="7757806" y="3904710"/>
              <a:ext cx="160388" cy="128080"/>
            </a:xfrm>
            <a:prstGeom prst="flowChartDecision">
              <a:avLst/>
            </a:prstGeom>
            <a:solidFill>
              <a:srgbClr val="008000"/>
            </a:solidFill>
            <a:ln w="3175">
              <a:noFill/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000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77" name="Group 276">
              <a:extLst>
                <a:ext uri="{FF2B5EF4-FFF2-40B4-BE49-F238E27FC236}">
                  <ns2:creationId id="{50B37324-1B7B-FDE1-1455-C660D8A57ACA}"/>
                </a:ext>
              </a:extLst>
            </p:cNvPr>
            <p:cNvGrpSpPr/>
            <p:nvPr/>
          </p:nvGrpSpPr>
          <p:grpSpPr>
            <a:xfrm>
              <a:off x="4166552" y="4137025"/>
              <a:ext cx="84513" cy="106363"/>
              <a:chOff x="4166552" y="4135437"/>
              <a:chExt cx="84513" cy="106363"/>
            </a:xfrm>
          </p:grpSpPr>
          <p:sp>
            <p:nvSpPr>
              <p:cNvPr id="278" name="正方形/長方形 64">
                <a:extLst>
                  <a:ext uri="{FF2B5EF4-FFF2-40B4-BE49-F238E27FC236}">
                    <ns2:creationId id="{1C3FE3C9-0BCB-2D68-31A4-CF63D4DDAC1D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Arc 278">
                <a:extLst>
                  <a:ext uri="{FF2B5EF4-FFF2-40B4-BE49-F238E27FC236}">
                    <ns2:creationId id="{F993BD0B-6098-5476-BC98-599BB79DE786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80" name="Group 279">
              <a:extLst>
                <a:ext uri="{FF2B5EF4-FFF2-40B4-BE49-F238E27FC236}">
                  <ns2:creationId id="{91074DE2-1000-E085-2DB7-6753097B45CF}"/>
                </a:ext>
              </a:extLst>
            </p:cNvPr>
            <p:cNvGrpSpPr/>
            <p:nvPr/>
          </p:nvGrpSpPr>
          <p:grpSpPr>
            <a:xfrm>
              <a:off x="4166552" y="2843212"/>
              <a:ext cx="84513" cy="106363"/>
              <a:chOff x="4166552" y="4135437"/>
              <a:chExt cx="84513" cy="106363"/>
            </a:xfrm>
          </p:grpSpPr>
          <p:sp>
            <p:nvSpPr>
              <p:cNvPr id="281" name="正方形/長方形 64">
                <a:extLst>
                  <a:ext uri="{FF2B5EF4-FFF2-40B4-BE49-F238E27FC236}">
                    <ns2:creationId id="{BC84557C-20B7-9FFB-4642-9D5E1177829B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Arc 281">
                <a:extLst>
                  <a:ext uri="{FF2B5EF4-FFF2-40B4-BE49-F238E27FC236}">
                    <ns2:creationId id="{3A6A5C4B-7D41-1A29-5524-BE4968329E09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" name="Group 276">
              <a:extLst>
                <a:ext uri="{FF2B5EF4-FFF2-40B4-BE49-F238E27FC236}">
                  <ns2:creationId id="{3089A329-9E04-7F96-7275-FE0B43E9818A}"/>
                </a:ext>
              </a:extLst>
            </p:cNvPr>
            <p:cNvGrpSpPr/>
            <p:nvPr/>
          </p:nvGrpSpPr>
          <p:grpSpPr>
            <a:xfrm>
              <a:off x="7288483" y="4239568"/>
              <a:ext cx="84513" cy="106363"/>
              <a:chOff x="4166552" y="4135437"/>
              <a:chExt cx="84513" cy="106363"/>
            </a:xfrm>
          </p:grpSpPr>
          <p:sp>
            <p:nvSpPr>
              <p:cNvPr id="8" name="正方形/長方形 64">
                <a:extLst>
                  <a:ext uri="{FF2B5EF4-FFF2-40B4-BE49-F238E27FC236}">
                    <ns2:creationId id="{1A98EDF8-FCA4-CB4D-80F8-B91048D4C232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Arc 278">
                <a:extLst>
                  <a:ext uri="{FF2B5EF4-FFF2-40B4-BE49-F238E27FC236}">
                    <ns2:creationId id="{2F2C2F5D-1355-E47F-68BE-FAB45B8C3835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0" name="Group 276">
              <a:extLst>
                <a:ext uri="{FF2B5EF4-FFF2-40B4-BE49-F238E27FC236}">
                  <ns2:creationId id="{99CB49AA-A689-6197-4876-B5C350F1BA55}"/>
                </a:ext>
              </a:extLst>
            </p:cNvPr>
            <p:cNvGrpSpPr/>
            <p:nvPr/>
          </p:nvGrpSpPr>
          <p:grpSpPr>
            <a:xfrm>
              <a:off x="8754119" y="3905579"/>
              <a:ext cx="84513" cy="106363"/>
              <a:chOff x="4166552" y="4135437"/>
              <a:chExt cx="84513" cy="106363"/>
            </a:xfrm>
          </p:grpSpPr>
          <p:sp>
            <p:nvSpPr>
              <p:cNvPr id="17" name="正方形/長方形 64">
                <a:extLst>
                  <a:ext uri="{FF2B5EF4-FFF2-40B4-BE49-F238E27FC236}">
                    <ns2:creationId id="{9DE70332-86F1-32D0-76B3-2D1E91C04CB4}"/>
                  </a:ext>
                </a:extLst>
              </p:cNvPr>
              <p:cNvSpPr/>
              <p:nvPr/>
            </p:nvSpPr>
            <p:spPr>
              <a:xfrm>
                <a:off x="4170274" y="4135437"/>
                <a:ext cx="79532" cy="7778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Arc 278">
                <a:extLst>
                  <a:ext uri="{FF2B5EF4-FFF2-40B4-BE49-F238E27FC236}">
                    <ns2:creationId id="{C80CC5BF-AE6D-0204-7C67-666E9DA71717}"/>
                  </a:ext>
                </a:extLst>
              </p:cNvPr>
              <p:cNvSpPr/>
              <p:nvPr/>
            </p:nvSpPr>
            <p:spPr>
              <a:xfrm>
                <a:off x="4166552" y="4157287"/>
                <a:ext cx="84513" cy="84513"/>
              </a:xfrm>
              <a:prstGeom prst="arc">
                <a:avLst>
                  <a:gd name="adj1" fmla="val 10862498"/>
                  <a:gd name="adj2" fmla="val 0"/>
                </a:avLst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3430744082"/>
      </p:ext>
    </p:extLst>
  </p:cSld>
  <p:clrMapOvr>
    <a:masterClrMapping/>
  </p:clrMapOvr>
</p:sld>
</file>

<file path=ppt/slides/slide2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C873027-EEBD-5264-8DAC-4E2CFB8C8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45306FC-001A-FAD9-298F-4AB61537F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10AB011-B1B0-FC4F-3BEC-636416F5A9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</p:txBody>
      </p:sp>
      <p:grpSp>
        <p:nvGrpSpPr>
          <p:cNvPr id="269" name="Group 268">
            <a:extLst>
              <a:ext uri="{FF2B5EF4-FFF2-40B4-BE49-F238E27FC236}">
                <ns2:creationId id="{49337C90-1458-EF13-26F3-F233054B75BF}"/>
              </a:ext>
            </a:extLst>
          </p:cNvPr>
          <p:cNvGrpSpPr/>
          <p:nvPr/>
        </p:nvGrpSpPr>
        <p:grpSpPr>
          <a:xfrm>
            <a:off x="7632756" y="1248092"/>
            <a:ext cx="2317405" cy="380683"/>
            <a:chOff x="8793958" y="987469"/>
            <a:chExt cx="3063080" cy="463506"/>
          </a:xfrm>
        </p:grpSpPr>
        <p:sp>
          <p:nvSpPr>
            <p:cNvPr id="263" name="Rectangle: Rounded Corners 262">
              <a:extLst>
                <a:ext uri="{FF2B5EF4-FFF2-40B4-BE49-F238E27FC236}">
                  <ns2:creationId id="{A53D78E5-847A-E0CB-3AC7-5CCA2CF8F563}"/>
                </a:ext>
              </a:extLst>
            </p:cNvPr>
            <p:cNvSpPr/>
            <p:nvPr/>
          </p:nvSpPr>
          <p:spPr>
            <a:xfrm>
              <a:off x="8793958" y="987469"/>
              <a:ext cx="3063080" cy="463506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4" name="四角形: 角を丸くする 81">
              <a:extLst>
                <a:ext uri="{FF2B5EF4-FFF2-40B4-BE49-F238E27FC236}">
                  <ns2:creationId id="{392DB594-3DB3-F4CD-3B44-DA3E9621FF42}"/>
                </a:ext>
              </a:extLst>
            </p:cNvPr>
            <p:cNvSpPr/>
            <p:nvPr/>
          </p:nvSpPr>
          <p:spPr>
            <a:xfrm>
              <a:off x="933734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5" name="四角形: 角を丸くする 82">
              <a:extLst>
                <a:ext uri="{FF2B5EF4-FFF2-40B4-BE49-F238E27FC236}">
                  <ns2:creationId id="{E1FB2105-47EC-D48E-107D-7B3999BF57D9}"/>
                </a:ext>
              </a:extLst>
            </p:cNvPr>
            <p:cNvSpPr/>
            <p:nvPr/>
          </p:nvSpPr>
          <p:spPr>
            <a:xfrm>
              <a:off x="9952068" y="1152002"/>
              <a:ext cx="485410" cy="249254"/>
            </a:xfrm>
            <a:prstGeom prst="roundRect">
              <a:avLst>
                <a:gd name="adj" fmla="val 17585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7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6" name="楕円 79">
              <a:extLst>
                <a:ext uri="{FF2B5EF4-FFF2-40B4-BE49-F238E27FC236}">
                  <ns2:creationId id="{175056F2-0F0E-3A4E-C47F-F13267445202}"/>
                </a:ext>
              </a:extLst>
            </p:cNvPr>
            <p:cNvSpPr/>
            <p:nvPr/>
          </p:nvSpPr>
          <p:spPr>
            <a:xfrm>
              <a:off x="10566788" y="1128217"/>
              <a:ext cx="529543" cy="296824"/>
            </a:xfrm>
            <a:prstGeom prst="ellipse">
              <a:avLst/>
            </a:prstGeom>
            <a:solidFill>
              <a:schemeClr val="bg1">
                <a:lumMod val="50000"/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楕円 80">
              <a:extLst>
                <a:ext uri="{FF2B5EF4-FFF2-40B4-BE49-F238E27FC236}">
                  <ns2:creationId id="{502B0A98-DF2F-A46A-514B-F885E5A3F69E}"/>
                </a:ext>
              </a:extLst>
            </p:cNvPr>
            <p:cNvSpPr/>
            <p:nvPr/>
          </p:nvSpPr>
          <p:spPr>
            <a:xfrm>
              <a:off x="11225641" y="1128217"/>
              <a:ext cx="529543" cy="296824"/>
            </a:xfrm>
            <a:prstGeom prst="ellipse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90"/>
                </a:spcAft>
              </a:pPr>
              <a:r>
                <a:rPr kumimoji="1"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93" name="Group 292">
            <a:extLst>
              <a:ext uri="{FF2B5EF4-FFF2-40B4-BE49-F238E27FC236}">
                <ns2:creationId id="{72BE1AC3-7A1D-7210-CC16-66AEDDD034E8}"/>
              </a:ext>
            </a:extLst>
          </p:cNvPr>
          <p:cNvGrpSpPr/>
          <p:nvPr/>
        </p:nvGrpSpPr>
        <p:grpSpPr>
          <a:xfrm>
            <a:off x="10020597" y="1248092"/>
            <a:ext cx="1836442" cy="380683"/>
            <a:chOff x="10020597" y="1248092"/>
            <a:chExt cx="1836442" cy="380683"/>
          </a:xfrm>
        </p:grpSpPr>
        <p:sp>
          <p:nvSpPr>
            <p:cNvPr id="271" name="Rectangle: Rounded Corners 270">
              <a:extLst>
                <a:ext uri="{FF2B5EF4-FFF2-40B4-BE49-F238E27FC236}">
                  <ns2:creationId id="{A29C5104-9AC7-FE7E-5499-A86287BD75B7}"/>
                </a:ext>
              </a:extLst>
            </p:cNvPr>
            <p:cNvSpPr/>
            <p:nvPr/>
          </p:nvSpPr>
          <p:spPr>
            <a:xfrm>
              <a:off x="10020597" y="1248092"/>
              <a:ext cx="1836442" cy="380683"/>
            </a:xfrm>
            <a:prstGeom prst="roundRect">
              <a:avLst>
                <a:gd name="adj" fmla="val 14185"/>
              </a:avLst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85" name="Group 284">
              <a:extLst>
                <a:ext uri="{FF2B5EF4-FFF2-40B4-BE49-F238E27FC236}">
                  <ns2:creationId id="{B76DF71B-C681-92F9-2EAF-41601A8CAD13}"/>
                </a:ext>
              </a:extLst>
            </p:cNvPr>
            <p:cNvGrpSpPr/>
            <p:nvPr/>
          </p:nvGrpSpPr>
          <p:grpSpPr>
            <a:xfrm>
              <a:off x="10107099" y="1300318"/>
              <a:ext cx="1019689" cy="276232"/>
              <a:chOff x="10107099" y="1288938"/>
              <a:chExt cx="1019689" cy="276232"/>
            </a:xfrm>
          </p:grpSpPr>
          <p:grpSp>
            <p:nvGrpSpPr>
              <p:cNvPr id="281" name="Group 280">
                <a:extLst>
                  <a:ext uri="{FF2B5EF4-FFF2-40B4-BE49-F238E27FC236}">
                    <ns2:creationId id="{E8A74EDE-1EF7-D7B1-16A8-16152E5C5E56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79" name="楕円 80">
                  <a:extLst>
                    <a:ext uri="{FF2B5EF4-FFF2-40B4-BE49-F238E27FC236}">
                      <ns2:creationId id="{67EA66EE-A109-D753-37CF-124187FAC3E1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0" name="楕円 80">
                  <a:extLst>
                    <a:ext uri="{FF2B5EF4-FFF2-40B4-BE49-F238E27FC236}">
                      <ns2:creationId id="{92BBFF0B-61EA-0C9F-02F3-22551F941DF5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2" name="Group 281">
                <a:extLst>
                  <a:ext uri="{FF2B5EF4-FFF2-40B4-BE49-F238E27FC236}">
                    <ns2:creationId id="{B9FECA2C-660A-CACF-6F1E-01DD5F09F3A1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1019689" cy="127007"/>
                <a:chOff x="10107099" y="1288938"/>
                <a:chExt cx="1019689" cy="127007"/>
              </a:xfrm>
            </p:grpSpPr>
            <p:sp>
              <p:nvSpPr>
                <p:cNvPr id="283" name="楕円 80">
                  <a:extLst>
                    <a:ext uri="{FF2B5EF4-FFF2-40B4-BE49-F238E27FC236}">
                      <ns2:creationId id="{B3AD0AED-1801-5D6B-E222-A414144012C8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4" name="楕円 80">
                  <a:extLst>
                    <a:ext uri="{FF2B5EF4-FFF2-40B4-BE49-F238E27FC236}">
                      <ns2:creationId id="{A53F41DF-295A-5668-9EC1-A00CF4975F5A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867289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ns2:creationId id="{E547BF0A-156C-8AB4-D1D3-D3ED281D406B}"/>
                </a:ext>
              </a:extLst>
            </p:cNvPr>
            <p:cNvGrpSpPr/>
            <p:nvPr/>
          </p:nvGrpSpPr>
          <p:grpSpPr>
            <a:xfrm>
              <a:off x="10905612" y="1300318"/>
              <a:ext cx="935021" cy="276232"/>
              <a:chOff x="10107099" y="1288938"/>
              <a:chExt cx="935021" cy="276232"/>
            </a:xfrm>
          </p:grpSpPr>
          <p:grpSp>
            <p:nvGrpSpPr>
              <p:cNvPr id="287" name="Group 286">
                <a:extLst>
                  <a:ext uri="{FF2B5EF4-FFF2-40B4-BE49-F238E27FC236}">
                    <ns2:creationId id="{E1221E67-FCAB-AB2C-C22E-AAFF36D4082A}"/>
                  </a:ext>
                </a:extLst>
              </p:cNvPr>
              <p:cNvGrpSpPr/>
              <p:nvPr/>
            </p:nvGrpSpPr>
            <p:grpSpPr>
              <a:xfrm>
                <a:off x="10107099" y="1288938"/>
                <a:ext cx="935021" cy="127007"/>
                <a:chOff x="10107099" y="1288938"/>
                <a:chExt cx="935021" cy="127007"/>
              </a:xfrm>
            </p:grpSpPr>
            <p:sp>
              <p:nvSpPr>
                <p:cNvPr id="291" name="楕円 80">
                  <a:extLst>
                    <a:ext uri="{FF2B5EF4-FFF2-40B4-BE49-F238E27FC236}">
                      <ns2:creationId id="{ED724B0B-D7C5-65E2-6FA2-77C2096F5625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2" name="楕円 80">
                  <a:extLst>
                    <a:ext uri="{FF2B5EF4-FFF2-40B4-BE49-F238E27FC236}">
                      <ns2:creationId id="{09C21D62-0EFE-46EE-7675-F5F6918A83AD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8" name="Group 287">
                <a:extLst>
                  <a:ext uri="{FF2B5EF4-FFF2-40B4-BE49-F238E27FC236}">
                    <ns2:creationId id="{F3948A92-7136-2A9D-3D2C-91C8BBD9E022}"/>
                  </a:ext>
                </a:extLst>
              </p:cNvPr>
              <p:cNvGrpSpPr/>
              <p:nvPr/>
            </p:nvGrpSpPr>
            <p:grpSpPr>
              <a:xfrm>
                <a:off x="10107099" y="1438163"/>
                <a:ext cx="935021" cy="127007"/>
                <a:chOff x="10107099" y="1288938"/>
                <a:chExt cx="935021" cy="127007"/>
              </a:xfrm>
            </p:grpSpPr>
            <p:sp>
              <p:nvSpPr>
                <p:cNvPr id="289" name="楕円 80">
                  <a:extLst>
                    <a:ext uri="{FF2B5EF4-FFF2-40B4-BE49-F238E27FC236}">
                      <ns2:creationId id="{BE0D8655-72FE-A805-6E0E-D3CE5046A9C2}"/>
                    </a:ext>
                  </a:extLst>
                </p:cNvPr>
                <p:cNvSpPr/>
                <p:nvPr/>
              </p:nvSpPr>
              <p:spPr>
                <a:xfrm>
                  <a:off x="10107099" y="1288938"/>
                  <a:ext cx="125927" cy="127007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Aft>
                      <a:spcPts val="90"/>
                    </a:spcAft>
                  </a:pPr>
                  <a:r>
                    <a:rPr kumimoji="1" lang="en-US" altLang="ja-JP" sz="7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0" name="楕円 80">
                  <a:extLst>
                    <a:ext uri="{FF2B5EF4-FFF2-40B4-BE49-F238E27FC236}">
                      <ns2:creationId id="{0ECFAA9B-1FC1-AF13-D5AC-B379E6010B93}"/>
                    </a:ext>
                  </a:extLst>
                </p:cNvPr>
                <p:cNvSpPr/>
                <p:nvPr/>
              </p:nvSpPr>
              <p:spPr>
                <a:xfrm>
                  <a:off x="10259499" y="1288938"/>
                  <a:ext cx="782621" cy="12700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90"/>
                    </a:spcAft>
                  </a:pPr>
                  <a:r>
                    <a:rPr lang="ja-JP" alt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  <p:grpSp>
        <p:nvGrpSpPr>
          <p:cNvPr id="22" name="グループ化 21">
            <a:extLst>
              <a:ext uri="{FF2B5EF4-FFF2-40B4-BE49-F238E27FC236}">
                <ns2:creationId id="{3851BB7C-7F65-EAE7-6A28-6651C9FE85DA}"/>
              </a:ext>
            </a:extLst>
          </p:cNvPr>
          <p:cNvGrpSpPr/>
          <p:nvPr/>
        </p:nvGrpSpPr>
        <p:grpSpPr>
          <a:xfrm>
            <a:off x="340154" y="1628775"/>
            <a:ext cx="11540696" cy="4679953"/>
            <a:chOff x="340154" y="1628775"/>
            <a:chExt cx="11540696" cy="4679953"/>
          </a:xfrm>
        </p:grpSpPr>
        <p:grpSp>
          <p:nvGrpSpPr>
            <p:cNvPr id="14" name="グループ化 13">
              <a:extLst>
                <a:ext uri="{FF2B5EF4-FFF2-40B4-BE49-F238E27FC236}">
                  <ns2:creationId id="{64D6241B-2859-80C2-6AC0-3BF9053BC3D4}"/>
                </a:ext>
              </a:extLst>
            </p:cNvPr>
            <p:cNvGrpSpPr/>
            <p:nvPr/>
          </p:nvGrpSpPr>
          <p:grpSpPr>
            <a:xfrm>
              <a:off x="340154" y="1628776"/>
              <a:ext cx="5755847" cy="3208499"/>
              <a:chOff x="340154" y="1628776"/>
              <a:chExt cx="5755847" cy="3208499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367BDAAC-37D5-AC68-6B18-223301754542}"/>
                  </a:ext>
                </a:extLst>
              </p:cNvPr>
              <p:cNvSpPr/>
              <p:nvPr/>
            </p:nvSpPr>
            <p:spPr>
              <a:xfrm>
                <a:off x="998696" y="187857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B29A9099-BDED-0B1D-267F-7A53EAB11318}"/>
                  </a:ext>
                </a:extLst>
              </p:cNvPr>
              <p:cNvSpPr/>
              <p:nvPr/>
            </p:nvSpPr>
            <p:spPr>
              <a:xfrm>
                <a:off x="998696" y="221341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1A605F99-A8BA-8A37-9C12-D8C741F4D44A}"/>
                  </a:ext>
                </a:extLst>
              </p:cNvPr>
              <p:cNvSpPr/>
              <p:nvPr/>
            </p:nvSpPr>
            <p:spPr>
              <a:xfrm>
                <a:off x="998696" y="254825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BFA37AB1-86C2-7BD7-5FF5-B9BB344F76F8}"/>
                  </a:ext>
                </a:extLst>
              </p:cNvPr>
              <p:cNvSpPr/>
              <p:nvPr/>
            </p:nvSpPr>
            <p:spPr>
              <a:xfrm>
                <a:off x="998696" y="2883093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AC130557-FEA2-91BA-7331-5B3169A714D7}"/>
                  </a:ext>
                </a:extLst>
              </p:cNvPr>
              <p:cNvSpPr/>
              <p:nvPr/>
            </p:nvSpPr>
            <p:spPr>
              <a:xfrm>
                <a:off x="998696" y="321793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987B99DD-D184-5096-E395-9D3113121203}"/>
                  </a:ext>
                </a:extLst>
              </p:cNvPr>
              <p:cNvSpPr/>
              <p:nvPr/>
            </p:nvSpPr>
            <p:spPr>
              <a:xfrm>
                <a:off x="998696" y="3552769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4FCD8DFC-1134-57E8-3CAC-388835028E12}"/>
                  </a:ext>
                </a:extLst>
              </p:cNvPr>
              <p:cNvSpPr/>
              <p:nvPr/>
            </p:nvSpPr>
            <p:spPr>
              <a:xfrm>
                <a:off x="998696" y="3887607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0B2723F8-1E75-1FDA-E4B6-CB835C46E66A}"/>
                  </a:ext>
                </a:extLst>
              </p:cNvPr>
              <p:cNvSpPr/>
              <p:nvPr/>
            </p:nvSpPr>
            <p:spPr>
              <a:xfrm>
                <a:off x="998696" y="4222445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86D642E4-FFFC-37B2-FA63-298777618C50}"/>
                  </a:ext>
                </a:extLst>
              </p:cNvPr>
              <p:cNvSpPr/>
              <p:nvPr/>
            </p:nvSpPr>
            <p:spPr>
              <a:xfrm>
                <a:off x="998696" y="4557281"/>
                <a:ext cx="994783" cy="27240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ns2:creationId id="{121D1B60-1B57-F836-7570-50E4A7E9B732}"/>
                  </a:ext>
                </a:extLst>
              </p:cNvPr>
              <p:cNvGrpSpPr/>
              <p:nvPr/>
            </p:nvGrpSpPr>
            <p:grpSpPr>
              <a:xfrm>
                <a:off x="2065633" y="1628776"/>
                <a:ext cx="4030367" cy="208776"/>
                <a:chOff x="2246586" y="1632246"/>
                <a:chExt cx="4770982" cy="246213"/>
              </a:xfrm>
            </p:grpSpPr>
            <p:sp>
              <p:nvSpPr>
                <p:cNvPr id="32" name="正方形/長方形 31">
                  <a:extLst>
                    <a:ext uri="{FF2B5EF4-FFF2-40B4-BE49-F238E27FC236}">
                      <ns2:creationId id="{94734340-8025-97E6-55F9-56CDD060E857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49FE8BF3-0971-4206-0DE9-8F27D1D3149C}"/>
                    </a:ext>
                  </a:extLst>
                </p:cNvPr>
                <p:cNvCxnSpPr/>
                <p:nvPr/>
              </p:nvCxnSpPr>
              <p:spPr>
                <a:xfrm>
                  <a:off x="2246586" y="1878459"/>
                  <a:ext cx="4770982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四角形: 角を丸くする 39">
                <a:extLst>
                  <a:ext uri="{FF2B5EF4-FFF2-40B4-BE49-F238E27FC236}">
                    <ns2:creationId id="{37389A65-F464-A114-6CDB-67F782D2DEA0}"/>
                  </a:ext>
                </a:extLst>
              </p:cNvPr>
              <p:cNvSpPr/>
              <p:nvPr/>
            </p:nvSpPr>
            <p:spPr>
              <a:xfrm>
                <a:off x="2065633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四角形: 角を丸くする 40">
                <a:extLst>
                  <a:ext uri="{FF2B5EF4-FFF2-40B4-BE49-F238E27FC236}">
                    <ns2:creationId id="{34525132-6AA2-9726-9272-8E5EB87EB74B}"/>
                  </a:ext>
                </a:extLst>
              </p:cNvPr>
              <p:cNvSpPr/>
              <p:nvPr/>
            </p:nvSpPr>
            <p:spPr>
              <a:xfrm>
                <a:off x="309888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BDA58F39-9DF2-693D-70F9-595DE6B9C434}"/>
                  </a:ext>
                </a:extLst>
              </p:cNvPr>
              <p:cNvSpPr/>
              <p:nvPr/>
            </p:nvSpPr>
            <p:spPr>
              <a:xfrm>
                <a:off x="4132131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四角形: 角を丸くする 42">
                <a:extLst>
                  <a:ext uri="{FF2B5EF4-FFF2-40B4-BE49-F238E27FC236}">
                    <ns2:creationId id="{188E9B00-C75E-371D-16A8-7BBA56E78029}"/>
                  </a:ext>
                </a:extLst>
              </p:cNvPr>
              <p:cNvSpPr/>
              <p:nvPr/>
            </p:nvSpPr>
            <p:spPr>
              <a:xfrm>
                <a:off x="5160072" y="2210868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四角形: 角を丸くする 43">
                <a:extLst>
                  <a:ext uri="{FF2B5EF4-FFF2-40B4-BE49-F238E27FC236}">
                    <ns2:creationId id="{79F06514-8363-705E-6D7D-69876B4707D8}"/>
                  </a:ext>
                </a:extLst>
              </p:cNvPr>
              <p:cNvSpPr/>
              <p:nvPr/>
            </p:nvSpPr>
            <p:spPr>
              <a:xfrm>
                <a:off x="2065633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四角形: 角を丸くする 44">
                <a:extLst>
                  <a:ext uri="{FF2B5EF4-FFF2-40B4-BE49-F238E27FC236}">
                    <ns2:creationId id="{FDD275E7-722D-2D93-547B-1964D053F913}"/>
                  </a:ext>
                </a:extLst>
              </p:cNvPr>
              <p:cNvSpPr/>
              <p:nvPr/>
            </p:nvSpPr>
            <p:spPr>
              <a:xfrm>
                <a:off x="309888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四角形: 角を丸くする 45">
                <a:extLst>
                  <a:ext uri="{FF2B5EF4-FFF2-40B4-BE49-F238E27FC236}">
                    <ns2:creationId id="{1B270116-CF26-6053-F671-46E12A94DF46}"/>
                  </a:ext>
                </a:extLst>
              </p:cNvPr>
              <p:cNvSpPr/>
              <p:nvPr/>
            </p:nvSpPr>
            <p:spPr>
              <a:xfrm>
                <a:off x="4132131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四角形: 角を丸くする 46">
                <a:extLst>
                  <a:ext uri="{FF2B5EF4-FFF2-40B4-BE49-F238E27FC236}">
                    <ns2:creationId id="{5F138A69-378B-A4C8-81B5-34111744BA8D}"/>
                  </a:ext>
                </a:extLst>
              </p:cNvPr>
              <p:cNvSpPr/>
              <p:nvPr/>
            </p:nvSpPr>
            <p:spPr>
              <a:xfrm>
                <a:off x="5160072" y="2545706"/>
                <a:ext cx="918196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CD103FB2-D4EE-4345-6A54-E69DED0BD094}"/>
                  </a:ext>
                </a:extLst>
              </p:cNvPr>
              <p:cNvSpPr/>
              <p:nvPr/>
            </p:nvSpPr>
            <p:spPr>
              <a:xfrm>
                <a:off x="576814" y="1876425"/>
                <a:ext cx="385651" cy="95106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4747CD9-565E-A68D-6682-5C34340E086B}"/>
                  </a:ext>
                </a:extLst>
              </p:cNvPr>
              <p:cNvSpPr/>
              <p:nvPr/>
            </p:nvSpPr>
            <p:spPr>
              <a:xfrm>
                <a:off x="576814" y="2870155"/>
                <a:ext cx="385651" cy="97051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FA3DF4E-A6FD-BBB3-8DC0-33281B6BB8E9}"/>
                  </a:ext>
                </a:extLst>
              </p:cNvPr>
              <p:cNvSpPr/>
              <p:nvPr/>
            </p:nvSpPr>
            <p:spPr>
              <a:xfrm>
                <a:off x="576814" y="3874192"/>
                <a:ext cx="385651" cy="963083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</a:p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四角形: 角を丸くする 51">
                <a:extLst>
                  <a:ext uri="{FF2B5EF4-FFF2-40B4-BE49-F238E27FC236}">
                    <ns2:creationId id="{11FBE37B-F255-71F2-80D0-FCF1C314EDBD}"/>
                  </a:ext>
                </a:extLst>
              </p:cNvPr>
              <p:cNvSpPr/>
              <p:nvPr/>
            </p:nvSpPr>
            <p:spPr>
              <a:xfrm>
                <a:off x="2065633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ns2:creationId id="{FB6D9BB7-95BD-F116-0F6E-92D9FEC65632}"/>
                  </a:ext>
                </a:extLst>
              </p:cNvPr>
              <p:cNvSpPr/>
              <p:nvPr/>
            </p:nvSpPr>
            <p:spPr>
              <a:xfrm>
                <a:off x="3098882" y="1876030"/>
                <a:ext cx="918197" cy="277504"/>
              </a:xfrm>
              <a:prstGeom prst="roundRect">
                <a:avLst>
                  <a:gd name="adj" fmla="val 16865"/>
                </a:avLst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四角形: 角を丸くする 53">
                <a:extLst>
                  <a:ext uri="{FF2B5EF4-FFF2-40B4-BE49-F238E27FC236}">
                    <ns2:creationId id="{D438A03F-CA57-FDDE-AE3F-6DF846D1399E}"/>
                  </a:ext>
                </a:extLst>
              </p:cNvPr>
              <p:cNvSpPr/>
              <p:nvPr/>
            </p:nvSpPr>
            <p:spPr>
              <a:xfrm>
                <a:off x="2065633" y="2880544"/>
                <a:ext cx="918196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四角形: 角を丸くする 54">
                <a:extLst>
                  <a:ext uri="{FF2B5EF4-FFF2-40B4-BE49-F238E27FC236}">
                    <ns2:creationId id="{3AFD279B-E7F9-D8CD-9A23-D2CAE17D3ADA}"/>
                  </a:ext>
                </a:extLst>
              </p:cNvPr>
              <p:cNvSpPr/>
              <p:nvPr/>
            </p:nvSpPr>
            <p:spPr>
              <a:xfrm>
                <a:off x="2065633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四角形: 角を丸くする 55">
                <a:extLst>
                  <a:ext uri="{FF2B5EF4-FFF2-40B4-BE49-F238E27FC236}">
                    <ns2:creationId id="{38F4DBA0-4AAB-E6D0-44E1-EEBEC7E73564}"/>
                  </a:ext>
                </a:extLst>
              </p:cNvPr>
              <p:cNvSpPr/>
              <p:nvPr/>
            </p:nvSpPr>
            <p:spPr>
              <a:xfrm>
                <a:off x="3098882" y="3215382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四角形: 角を丸くする 56">
                <a:extLst>
                  <a:ext uri="{FF2B5EF4-FFF2-40B4-BE49-F238E27FC236}">
                    <ns2:creationId id="{CE42BAD4-4296-606D-E8F6-3017E37EE13B}"/>
                  </a:ext>
                </a:extLst>
              </p:cNvPr>
              <p:cNvSpPr/>
              <p:nvPr/>
            </p:nvSpPr>
            <p:spPr>
              <a:xfrm>
                <a:off x="2065633" y="3550220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四角形: 角を丸くする 57">
                <a:extLst>
                  <a:ext uri="{FF2B5EF4-FFF2-40B4-BE49-F238E27FC236}">
                    <ns2:creationId id="{0D65664F-C161-CA14-7D99-0716B6F8E34E}"/>
                  </a:ext>
                </a:extLst>
              </p:cNvPr>
              <p:cNvSpPr/>
              <p:nvPr/>
            </p:nvSpPr>
            <p:spPr>
              <a:xfrm>
                <a:off x="3098882" y="3553706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四角形: 角を丸くする 58">
                <a:extLst>
                  <a:ext uri="{FF2B5EF4-FFF2-40B4-BE49-F238E27FC236}">
                    <ns2:creationId id="{3A2C4B66-87CD-979D-0031-C071152D315E}"/>
                  </a:ext>
                </a:extLst>
              </p:cNvPr>
              <p:cNvSpPr/>
              <p:nvPr/>
            </p:nvSpPr>
            <p:spPr>
              <a:xfrm>
                <a:off x="2065633" y="3885058"/>
                <a:ext cx="918197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四角形: 角を丸くする 59">
                <a:extLst>
                  <a:ext uri="{FF2B5EF4-FFF2-40B4-BE49-F238E27FC236}">
                    <ns2:creationId id="{2BCE5074-FA30-DF55-1107-449A269A2845}"/>
                  </a:ext>
                </a:extLst>
              </p:cNvPr>
              <p:cNvSpPr/>
              <p:nvPr/>
            </p:nvSpPr>
            <p:spPr>
              <a:xfrm>
                <a:off x="2065633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四角形: 角を丸くする 60">
                <a:extLst>
                  <a:ext uri="{FF2B5EF4-FFF2-40B4-BE49-F238E27FC236}">
                    <ns2:creationId id="{312D850A-5324-B182-FF01-DE222DFB5E30}"/>
                  </a:ext>
                </a:extLst>
              </p:cNvPr>
              <p:cNvSpPr/>
              <p:nvPr/>
            </p:nvSpPr>
            <p:spPr>
              <a:xfrm>
                <a:off x="3098882" y="4219896"/>
                <a:ext cx="918197" cy="277504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四角形: 角を丸くする 61">
                <a:extLst>
                  <a:ext uri="{FF2B5EF4-FFF2-40B4-BE49-F238E27FC236}">
                    <ns2:creationId id="{4421DDD7-CF77-CE3A-14C8-97111821E602}"/>
                  </a:ext>
                </a:extLst>
              </p:cNvPr>
              <p:cNvSpPr/>
              <p:nvPr/>
            </p:nvSpPr>
            <p:spPr>
              <a:xfrm>
                <a:off x="2065633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63" name="四角形: 角を丸くする 62">
                <a:extLst>
                  <a:ext uri="{FF2B5EF4-FFF2-40B4-BE49-F238E27FC236}">
                    <ns2:creationId id="{13FEDBFD-CDC9-DA04-654A-B9D5F42D044B}"/>
                  </a:ext>
                </a:extLst>
              </p:cNvPr>
              <p:cNvSpPr/>
              <p:nvPr/>
            </p:nvSpPr>
            <p:spPr>
              <a:xfrm>
                <a:off x="3098882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四角形: 角を丸くする 63">
                <a:extLst>
                  <a:ext uri="{FF2B5EF4-FFF2-40B4-BE49-F238E27FC236}">
                    <ns2:creationId id="{FCD4E552-EF84-27F8-FDFD-57295F14C701}"/>
                  </a:ext>
                </a:extLst>
              </p:cNvPr>
              <p:cNvSpPr/>
              <p:nvPr/>
            </p:nvSpPr>
            <p:spPr>
              <a:xfrm>
                <a:off x="4132131" y="4554732"/>
                <a:ext cx="918196" cy="277504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楕円 64">
                <a:extLst>
                  <a:ext uri="{FF2B5EF4-FFF2-40B4-BE49-F238E27FC236}">
                    <ns2:creationId id="{D3D8B914-CF9A-4D98-9FD0-2F30F692CD63}"/>
                  </a:ext>
                </a:extLst>
              </p:cNvPr>
              <p:cNvSpPr/>
              <p:nvPr/>
            </p:nvSpPr>
            <p:spPr>
              <a:xfrm>
                <a:off x="3882745" y="219698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楕円 65">
                <a:extLst>
                  <a:ext uri="{FF2B5EF4-FFF2-40B4-BE49-F238E27FC236}">
                    <ns2:creationId id="{9DC242C2-97E9-D7BA-11C2-1D434F74A03E}"/>
                  </a:ext>
                </a:extLst>
              </p:cNvPr>
              <p:cNvSpPr/>
              <p:nvPr/>
            </p:nvSpPr>
            <p:spPr>
              <a:xfrm>
                <a:off x="2819102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楕円 66">
                <a:extLst>
                  <a:ext uri="{FF2B5EF4-FFF2-40B4-BE49-F238E27FC236}">
                    <ns2:creationId id="{4F439652-D712-F555-16B5-87DBA4288683}"/>
                  </a:ext>
                </a:extLst>
              </p:cNvPr>
              <p:cNvSpPr/>
              <p:nvPr/>
            </p:nvSpPr>
            <p:spPr>
              <a:xfrm>
                <a:off x="2819102" y="4212362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楕円 70">
                <a:extLst>
                  <a:ext uri="{FF2B5EF4-FFF2-40B4-BE49-F238E27FC236}">
                    <ns2:creationId id="{BB3B121B-B104-6C5C-6C6A-F44C6B19D199}"/>
                  </a:ext>
                </a:extLst>
              </p:cNvPr>
              <p:cNvSpPr/>
              <p:nvPr/>
            </p:nvSpPr>
            <p:spPr>
              <a:xfrm>
                <a:off x="2819102" y="3354446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楕円 71">
                <a:extLst>
                  <a:ext uri="{FF2B5EF4-FFF2-40B4-BE49-F238E27FC236}">
                    <ns2:creationId id="{AA262EBF-0599-1839-0B59-A7E22E7D6E14}"/>
                  </a:ext>
                </a:extLst>
              </p:cNvPr>
              <p:cNvSpPr/>
              <p:nvPr/>
            </p:nvSpPr>
            <p:spPr>
              <a:xfrm>
                <a:off x="3882745" y="3221997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楕円 73">
                <a:extLst>
                  <a:ext uri="{FF2B5EF4-FFF2-40B4-BE49-F238E27FC236}">
                    <ns2:creationId id="{B5E775D4-8567-E44E-2CC3-3AE13005BF59}"/>
                  </a:ext>
                </a:extLst>
              </p:cNvPr>
              <p:cNvSpPr/>
              <p:nvPr/>
            </p:nvSpPr>
            <p:spPr>
              <a:xfrm>
                <a:off x="2819102" y="2874058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楕円 74">
                <a:extLst>
                  <a:ext uri="{FF2B5EF4-FFF2-40B4-BE49-F238E27FC236}">
                    <ns2:creationId id="{B568D715-1C88-2942-1FEF-D2C8381DDB24}"/>
                  </a:ext>
                </a:extLst>
              </p:cNvPr>
              <p:cNvSpPr/>
              <p:nvPr/>
            </p:nvSpPr>
            <p:spPr>
              <a:xfrm>
                <a:off x="4895150" y="4551215"/>
                <a:ext cx="310354" cy="12259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CB233A4E-87F4-2063-BA06-C38F04E83B46}"/>
                  </a:ext>
                </a:extLst>
              </p:cNvPr>
              <p:cNvSpPr/>
              <p:nvPr/>
            </p:nvSpPr>
            <p:spPr>
              <a:xfrm>
                <a:off x="340154" y="1873891"/>
                <a:ext cx="200429" cy="2963384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7" name="直線コネクタ 36">
                <a:extLst>
                  <a:ext uri="{FF2B5EF4-FFF2-40B4-BE49-F238E27FC236}">
                    <ns2:creationId id="{917CB9A9-77B4-EE1F-DFE8-BFF75D70B0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85639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36">
                <a:extLst>
                  <a:ext uri="{FF2B5EF4-FFF2-40B4-BE49-F238E27FC236}">
                    <ns2:creationId id="{313FB75D-B74E-1271-0545-FF535FF098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85187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36">
                <a:extLst>
                  <a:ext uri="{FF2B5EF4-FFF2-40B4-BE49-F238E27FC236}">
                    <ns2:creationId id="{C52D8E8E-7F60-A3F2-5D9B-8B599432EC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521553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コネクタ 36">
                <a:extLst>
                  <a:ext uri="{FF2B5EF4-FFF2-40B4-BE49-F238E27FC236}">
                    <ns2:creationId id="{F07C6E90-1D24-ADC1-1B8A-281DEA818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3186715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36">
                <a:extLst>
                  <a:ext uri="{FF2B5EF4-FFF2-40B4-BE49-F238E27FC236}">
                    <ns2:creationId id="{77B726A7-3A3A-4C3F-09DD-4BB25536FC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526067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6">
                <a:extLst>
                  <a:ext uri="{FF2B5EF4-FFF2-40B4-BE49-F238E27FC236}">
                    <ns2:creationId id="{84E91085-DC5C-3948-52A4-B85A6BEE54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419122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36">
                <a:extLst>
                  <a:ext uri="{FF2B5EF4-FFF2-40B4-BE49-F238E27FC236}">
                    <ns2:creationId id="{1C59DC88-1770-1265-F66C-3AEC83F574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517039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36">
                <a:extLst>
                  <a:ext uri="{FF2B5EF4-FFF2-40B4-BE49-F238E27FC236}">
                    <ns2:creationId id="{65DA908C-1CB2-EE91-6ABB-B4DA67FFC9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5633" y="2182201"/>
                <a:ext cx="403036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D2552048-396F-C4D7-8837-A17F9F1D3803}"/>
                </a:ext>
              </a:extLst>
            </p:cNvPr>
            <p:cNvGrpSpPr/>
            <p:nvPr/>
          </p:nvGrpSpPr>
          <p:grpSpPr>
            <a:xfrm>
              <a:off x="6690360" y="1628775"/>
              <a:ext cx="5190490" cy="3205599"/>
              <a:chOff x="6690360" y="1628775"/>
              <a:chExt cx="5190490" cy="3205599"/>
            </a:xfrm>
          </p:grpSpPr>
          <p:sp>
            <p:nvSpPr>
              <p:cNvPr id="92" name="正方形/長方形 91">
                <a:extLst>
                  <a:ext uri="{FF2B5EF4-FFF2-40B4-BE49-F238E27FC236}">
                    <ns2:creationId id="{6094902B-D602-878B-3232-26D08935366B}"/>
                  </a:ext>
                </a:extLst>
              </p:cNvPr>
              <p:cNvSpPr/>
              <p:nvPr/>
            </p:nvSpPr>
            <p:spPr>
              <a:xfrm>
                <a:off x="6937729" y="1884425"/>
                <a:ext cx="856938" cy="93623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16D63365-6F2A-6313-B39C-967FD8F06B92}"/>
                  </a:ext>
                </a:extLst>
              </p:cNvPr>
              <p:cNvSpPr/>
              <p:nvPr/>
            </p:nvSpPr>
            <p:spPr>
              <a:xfrm>
                <a:off x="6937729" y="2882496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BDD28B90-672A-BEA0-7E55-2D148A2D2EA1}"/>
                  </a:ext>
                </a:extLst>
              </p:cNvPr>
              <p:cNvSpPr/>
              <p:nvPr/>
            </p:nvSpPr>
            <p:spPr>
              <a:xfrm>
                <a:off x="6937729" y="3217334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28A60A0D-D8FB-AC0D-BAC0-D88B1ADE9F93}"/>
                  </a:ext>
                </a:extLst>
              </p:cNvPr>
              <p:cNvSpPr/>
              <p:nvPr/>
            </p:nvSpPr>
            <p:spPr>
              <a:xfrm>
                <a:off x="6937729" y="3550343"/>
                <a:ext cx="856938" cy="60967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277AF553-06E3-479D-09A6-7F535090C396}"/>
                  </a:ext>
                </a:extLst>
              </p:cNvPr>
              <p:cNvSpPr/>
              <p:nvPr/>
            </p:nvSpPr>
            <p:spPr>
              <a:xfrm>
                <a:off x="6937729" y="4221848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8BB8D52A-BABA-EC34-481A-92CF385F1795}"/>
                  </a:ext>
                </a:extLst>
              </p:cNvPr>
              <p:cNvSpPr/>
              <p:nvPr/>
            </p:nvSpPr>
            <p:spPr>
              <a:xfrm>
                <a:off x="6937729" y="4556683"/>
                <a:ext cx="856938" cy="2736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四角形: 角を丸くする 109">
                <a:extLst>
                  <a:ext uri="{FF2B5EF4-FFF2-40B4-BE49-F238E27FC236}">
                    <ns2:creationId id="{13F0999E-7E56-BAB4-F91A-59FC476DB8CC}"/>
                  </a:ext>
                </a:extLst>
              </p:cNvPr>
              <p:cNvSpPr/>
              <p:nvPr/>
            </p:nvSpPr>
            <p:spPr>
              <a:xfrm>
                <a:off x="7940085" y="220872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1" name="四角形: 角を丸くする 110">
                <a:extLst>
                  <a:ext uri="{FF2B5EF4-FFF2-40B4-BE49-F238E27FC236}">
                    <ns2:creationId id="{FCEFD41C-65CA-17BD-DABC-2E50EE3FF565}"/>
                  </a:ext>
                </a:extLst>
              </p:cNvPr>
              <p:cNvSpPr/>
              <p:nvPr/>
            </p:nvSpPr>
            <p:spPr>
              <a:xfrm>
                <a:off x="8900951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2" name="四角形: 角を丸くする 111">
                <a:extLst>
                  <a:ext uri="{FF2B5EF4-FFF2-40B4-BE49-F238E27FC236}">
                    <ns2:creationId id="{11A1B76F-9BE3-2978-B6EC-4DA8224E5FF5}"/>
                  </a:ext>
                </a:extLst>
              </p:cNvPr>
              <p:cNvSpPr/>
              <p:nvPr/>
            </p:nvSpPr>
            <p:spPr>
              <a:xfrm>
                <a:off x="9861818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3" name="四角形: 角を丸くする 112">
                <a:extLst>
                  <a:ext uri="{FF2B5EF4-FFF2-40B4-BE49-F238E27FC236}">
                    <ns2:creationId id="{3CC32941-A61D-CCF2-58C2-B9CFC8297B55}"/>
                  </a:ext>
                </a:extLst>
              </p:cNvPr>
              <p:cNvSpPr/>
              <p:nvPr/>
            </p:nvSpPr>
            <p:spPr>
              <a:xfrm>
                <a:off x="10817749" y="2208730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1F852E67-86F9-561D-8408-85F422BB3B8E}"/>
                  </a:ext>
                </a:extLst>
              </p:cNvPr>
              <p:cNvSpPr/>
              <p:nvPr/>
            </p:nvSpPr>
            <p:spPr>
              <a:xfrm>
                <a:off x="7940085" y="2543567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1C5F5A00-974A-BC33-70E6-FD6694B76826}"/>
                  </a:ext>
                </a:extLst>
              </p:cNvPr>
              <p:cNvSpPr/>
              <p:nvPr/>
            </p:nvSpPr>
            <p:spPr>
              <a:xfrm>
                <a:off x="6690360" y="1884426"/>
                <a:ext cx="201642" cy="1605912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AA57D94E-DC5E-30C1-C91B-CC7B3E868D43}"/>
                  </a:ext>
                </a:extLst>
              </p:cNvPr>
              <p:cNvSpPr/>
              <p:nvPr/>
            </p:nvSpPr>
            <p:spPr>
              <a:xfrm>
                <a:off x="6690360" y="3548082"/>
                <a:ext cx="201642" cy="1281606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四角形: 角を丸くする 117">
                <a:extLst>
                  <a:ext uri="{FF2B5EF4-FFF2-40B4-BE49-F238E27FC236}">
                    <ns2:creationId id="{390BFED1-E9CD-234F-EB49-0BE1AB9EC1F7}"/>
                  </a:ext>
                </a:extLst>
              </p:cNvPr>
              <p:cNvSpPr/>
              <p:nvPr/>
            </p:nvSpPr>
            <p:spPr>
              <a:xfrm>
                <a:off x="7940085" y="2878405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四角形: 角を丸くする 118">
                <a:extLst>
                  <a:ext uri="{FF2B5EF4-FFF2-40B4-BE49-F238E27FC236}">
                    <ns2:creationId id="{07242FA1-1FE5-F7CF-76D2-E784CA8BD1EF}"/>
                  </a:ext>
                </a:extLst>
              </p:cNvPr>
              <p:cNvSpPr/>
              <p:nvPr/>
            </p:nvSpPr>
            <p:spPr>
              <a:xfrm>
                <a:off x="7940085" y="321324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四角形: 角を丸くする 119">
                <a:extLst>
                  <a:ext uri="{FF2B5EF4-FFF2-40B4-BE49-F238E27FC236}">
                    <ns2:creationId id="{DAB7C072-7284-F31E-0080-0B23EEF67F40}"/>
                  </a:ext>
                </a:extLst>
              </p:cNvPr>
              <p:cNvSpPr/>
              <p:nvPr/>
            </p:nvSpPr>
            <p:spPr>
              <a:xfrm>
                <a:off x="7940085" y="4217757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四角形: 角を丸くする 120">
                <a:extLst>
                  <a:ext uri="{FF2B5EF4-FFF2-40B4-BE49-F238E27FC236}">
                    <ns2:creationId id="{BA1084B7-04AC-09E0-3F3A-0B92A2B49B5D}"/>
                  </a:ext>
                </a:extLst>
              </p:cNvPr>
              <p:cNvSpPr/>
              <p:nvPr/>
            </p:nvSpPr>
            <p:spPr>
              <a:xfrm>
                <a:off x="7940085" y="4552593"/>
                <a:ext cx="853875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22" name="四角形: 角を丸くする 121">
                <a:extLst>
                  <a:ext uri="{FF2B5EF4-FFF2-40B4-BE49-F238E27FC236}">
                    <ns2:creationId id="{23D80BE5-B761-BEED-B972-75DFDBD495B6}"/>
                  </a:ext>
                </a:extLst>
              </p:cNvPr>
              <p:cNvSpPr/>
              <p:nvPr/>
            </p:nvSpPr>
            <p:spPr>
              <a:xfrm>
                <a:off x="8900951" y="4552593"/>
                <a:ext cx="853875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四角形: 角を丸くする 122">
                <a:extLst>
                  <a:ext uri="{FF2B5EF4-FFF2-40B4-BE49-F238E27FC236}">
                    <ns2:creationId id="{34AA2FFD-677D-BC23-0346-16AD8E9AC468}"/>
                  </a:ext>
                </a:extLst>
              </p:cNvPr>
              <p:cNvSpPr/>
              <p:nvPr/>
            </p:nvSpPr>
            <p:spPr>
              <a:xfrm>
                <a:off x="7940085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四角形: 角を丸くする 123">
                <a:extLst>
                  <a:ext uri="{FF2B5EF4-FFF2-40B4-BE49-F238E27FC236}">
                    <ns2:creationId id="{EB6C24CC-D00E-A8BA-8596-9D1FE8456BB3}"/>
                  </a:ext>
                </a:extLst>
              </p:cNvPr>
              <p:cNvSpPr/>
              <p:nvPr/>
            </p:nvSpPr>
            <p:spPr>
              <a:xfrm>
                <a:off x="8900951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四角形: 角を丸くする 124">
                <a:extLst>
                  <a:ext uri="{FF2B5EF4-FFF2-40B4-BE49-F238E27FC236}">
                    <ns2:creationId id="{8F3347C3-0C91-26E0-6F2A-807AC1AE9C16}"/>
                  </a:ext>
                </a:extLst>
              </p:cNvPr>
              <p:cNvSpPr/>
              <p:nvPr/>
            </p:nvSpPr>
            <p:spPr>
              <a:xfrm>
                <a:off x="9861818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四角形: 角を丸くする 125">
                <a:extLst>
                  <a:ext uri="{FF2B5EF4-FFF2-40B4-BE49-F238E27FC236}">
                    <ns2:creationId id="{DBC1BCC6-D28A-06D3-E1B8-A5C01CFD5A5D}"/>
                  </a:ext>
                </a:extLst>
              </p:cNvPr>
              <p:cNvSpPr/>
              <p:nvPr/>
            </p:nvSpPr>
            <p:spPr>
              <a:xfrm>
                <a:off x="10817749" y="187389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四角形: 角を丸くする 126">
                <a:extLst>
                  <a:ext uri="{FF2B5EF4-FFF2-40B4-BE49-F238E27FC236}">
                    <ns2:creationId id="{531A6D8E-ED58-F5F7-9D42-7DE1D292B263}"/>
                  </a:ext>
                </a:extLst>
              </p:cNvPr>
              <p:cNvSpPr/>
              <p:nvPr/>
            </p:nvSpPr>
            <p:spPr>
              <a:xfrm>
                <a:off x="7940085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ROIC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22A4C421-51FB-4C37-7D75-1B7CF6E07FA4}"/>
                  </a:ext>
                </a:extLst>
              </p:cNvPr>
              <p:cNvSpPr/>
              <p:nvPr/>
            </p:nvSpPr>
            <p:spPr>
              <a:xfrm>
                <a:off x="8900951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EBITDA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四角形: 角を丸くする 128">
                <a:extLst>
                  <a:ext uri="{FF2B5EF4-FFF2-40B4-BE49-F238E27FC236}">
                    <ns2:creationId id="{E7F23F0C-43EB-BADF-4114-AA7F0CB22B02}"/>
                  </a:ext>
                </a:extLst>
              </p:cNvPr>
              <p:cNvSpPr/>
              <p:nvPr/>
            </p:nvSpPr>
            <p:spPr>
              <a:xfrm>
                <a:off x="9861818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0" name="四角形: 角を丸くする 129">
                <a:extLst>
                  <a:ext uri="{FF2B5EF4-FFF2-40B4-BE49-F238E27FC236}">
                    <ns2:creationId id="{A1C5C6F6-7E02-BBFA-6971-76968F5AB97A}"/>
                  </a:ext>
                </a:extLst>
              </p:cNvPr>
              <p:cNvSpPr/>
              <p:nvPr/>
            </p:nvSpPr>
            <p:spPr>
              <a:xfrm>
                <a:off x="10817749" y="3548081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1" name="四角形: 角を丸くする 130">
                <a:extLst>
                  <a:ext uri="{FF2B5EF4-FFF2-40B4-BE49-F238E27FC236}">
                    <ns2:creationId id="{C4978EBD-5493-D765-AD5C-F16A2DE05181}"/>
                  </a:ext>
                </a:extLst>
              </p:cNvPr>
              <p:cNvSpPr/>
              <p:nvPr/>
            </p:nvSpPr>
            <p:spPr>
              <a:xfrm>
                <a:off x="7940085" y="3882919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59094159-9902-C421-ABA5-9E1D4735591E}"/>
                  </a:ext>
                </a:extLst>
              </p:cNvPr>
              <p:cNvSpPr/>
              <p:nvPr/>
            </p:nvSpPr>
            <p:spPr>
              <a:xfrm>
                <a:off x="8900951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D7E1C63E-CF14-D95B-215A-7FCA8F2BB4BF}"/>
                  </a:ext>
                </a:extLst>
              </p:cNvPr>
              <p:cNvSpPr/>
              <p:nvPr/>
            </p:nvSpPr>
            <p:spPr>
              <a:xfrm>
                <a:off x="9861818" y="3882918"/>
                <a:ext cx="853874" cy="281781"/>
              </a:xfrm>
              <a:prstGeom prst="round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3E080094-1CAF-73E2-E694-AA56F39F1DAD}"/>
                  </a:ext>
                </a:extLst>
              </p:cNvPr>
              <p:cNvSpPr/>
              <p:nvPr/>
            </p:nvSpPr>
            <p:spPr>
              <a:xfrm>
                <a:off x="10817749" y="3882918"/>
                <a:ext cx="853874" cy="281781"/>
              </a:xfrm>
              <a:prstGeom prst="roundRect">
                <a:avLst/>
              </a:prstGeom>
              <a:solidFill>
                <a:srgbClr val="E5F3EA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楕円 135">
                <a:extLst>
                  <a:ext uri="{FF2B5EF4-FFF2-40B4-BE49-F238E27FC236}">
                    <ns2:creationId id="{7930EE92-A1DC-1583-B26A-547122536CED}"/>
                  </a:ext>
                </a:extLst>
              </p:cNvPr>
              <p:cNvSpPr/>
              <p:nvPr/>
            </p:nvSpPr>
            <p:spPr>
              <a:xfrm>
                <a:off x="9631352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楕円 136">
                <a:extLst>
                  <a:ext uri="{FF2B5EF4-FFF2-40B4-BE49-F238E27FC236}">
                    <ns2:creationId id="{0D0B6205-60B6-7498-F52A-B419DF7D7E37}"/>
                  </a:ext>
                </a:extLst>
              </p:cNvPr>
              <p:cNvSpPr/>
              <p:nvPr/>
            </p:nvSpPr>
            <p:spPr>
              <a:xfrm>
                <a:off x="8640771" y="2886081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楕円 137">
                <a:extLst>
                  <a:ext uri="{FF2B5EF4-FFF2-40B4-BE49-F238E27FC236}">
                    <ns2:creationId id="{350C2E03-61E5-BB6A-FC6F-0A8B62481657}"/>
                  </a:ext>
                </a:extLst>
              </p:cNvPr>
              <p:cNvSpPr/>
              <p:nvPr/>
            </p:nvSpPr>
            <p:spPr>
              <a:xfrm>
                <a:off x="8640771" y="321538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楕円 138">
                <a:extLst>
                  <a:ext uri="{FF2B5EF4-FFF2-40B4-BE49-F238E27FC236}">
                    <ns2:creationId id="{C519EB90-E405-0EB8-A4EF-B39242752BBB}"/>
                  </a:ext>
                </a:extLst>
              </p:cNvPr>
              <p:cNvSpPr/>
              <p:nvPr/>
            </p:nvSpPr>
            <p:spPr>
              <a:xfrm>
                <a:off x="8640771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楕円 139">
                <a:extLst>
                  <a:ext uri="{FF2B5EF4-FFF2-40B4-BE49-F238E27FC236}">
                    <ns2:creationId id="{EDD688AC-9659-A3F5-F7BD-2F9103109C2B}"/>
                  </a:ext>
                </a:extLst>
              </p:cNvPr>
              <p:cNvSpPr/>
              <p:nvPr/>
            </p:nvSpPr>
            <p:spPr>
              <a:xfrm>
                <a:off x="9661548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楕円 140">
                <a:extLst>
                  <a:ext uri="{FF2B5EF4-FFF2-40B4-BE49-F238E27FC236}">
                    <ns2:creationId id="{9CBD6467-A11B-3AFF-58F7-01C493921AA4}"/>
                  </a:ext>
                </a:extLst>
              </p:cNvPr>
              <p:cNvSpPr/>
              <p:nvPr/>
            </p:nvSpPr>
            <p:spPr>
              <a:xfrm>
                <a:off x="10648669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楕円 141">
                <a:extLst>
                  <a:ext uri="{FF2B5EF4-FFF2-40B4-BE49-F238E27FC236}">
                    <ns2:creationId id="{E2EBD2B1-CD58-3DEC-F646-B21544FC1B60}"/>
                  </a:ext>
                </a:extLst>
              </p:cNvPr>
              <p:cNvSpPr/>
              <p:nvPr/>
            </p:nvSpPr>
            <p:spPr>
              <a:xfrm>
                <a:off x="11568426" y="356517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楕円 142">
                <a:extLst>
                  <a:ext uri="{FF2B5EF4-FFF2-40B4-BE49-F238E27FC236}">
                    <ns2:creationId id="{1C455A71-DD83-C100-8261-EEC22E8007E2}"/>
                  </a:ext>
                </a:extLst>
              </p:cNvPr>
              <p:cNvSpPr/>
              <p:nvPr/>
            </p:nvSpPr>
            <p:spPr>
              <a:xfrm>
                <a:off x="8640771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楕円 143">
                <a:extLst>
                  <a:ext uri="{FF2B5EF4-FFF2-40B4-BE49-F238E27FC236}">
                    <ns2:creationId id="{AFD52EBB-6803-6C3E-B840-64BA1CB7E6FA}"/>
                  </a:ext>
                </a:extLst>
              </p:cNvPr>
              <p:cNvSpPr/>
              <p:nvPr/>
            </p:nvSpPr>
            <p:spPr>
              <a:xfrm>
                <a:off x="9661548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楕円 144">
                <a:extLst>
                  <a:ext uri="{FF2B5EF4-FFF2-40B4-BE49-F238E27FC236}">
                    <ns2:creationId id="{70D746D4-E989-BD93-DD3F-A82255565E6E}"/>
                  </a:ext>
                </a:extLst>
              </p:cNvPr>
              <p:cNvSpPr/>
              <p:nvPr/>
            </p:nvSpPr>
            <p:spPr>
              <a:xfrm>
                <a:off x="10648669" y="3898936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楕円 145">
                <a:extLst>
                  <a:ext uri="{FF2B5EF4-FFF2-40B4-BE49-F238E27FC236}">
                    <ns2:creationId id="{F67F7DBC-2F8B-E4C5-9181-4A65297CCFAF}"/>
                  </a:ext>
                </a:extLst>
              </p:cNvPr>
              <p:cNvSpPr/>
              <p:nvPr/>
            </p:nvSpPr>
            <p:spPr>
              <a:xfrm>
                <a:off x="8640771" y="4221730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楕円 146">
                <a:extLst>
                  <a:ext uri="{FF2B5EF4-FFF2-40B4-BE49-F238E27FC236}">
                    <ns2:creationId id="{866CA332-C44D-C6C0-BE52-FDD049105D78}"/>
                  </a:ext>
                </a:extLst>
              </p:cNvPr>
              <p:cNvSpPr/>
              <p:nvPr/>
            </p:nvSpPr>
            <p:spPr>
              <a:xfrm>
                <a:off x="8640771" y="455549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楕円 41">
                <a:extLst>
                  <a:ext uri="{FF2B5EF4-FFF2-40B4-BE49-F238E27FC236}">
                    <ns2:creationId id="{2B2ECE9D-50B4-A95A-ADD3-2E300865A388}"/>
                  </a:ext>
                </a:extLst>
              </p:cNvPr>
              <p:cNvSpPr/>
              <p:nvPr/>
            </p:nvSpPr>
            <p:spPr>
              <a:xfrm>
                <a:off x="11484833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楕円 41">
                <a:extLst>
                  <a:ext uri="{FF2B5EF4-FFF2-40B4-BE49-F238E27FC236}">
                    <ns2:creationId id="{255727B8-083F-081A-0508-E9D3E8B52A6C}"/>
                  </a:ext>
                </a:extLst>
              </p:cNvPr>
              <p:cNvSpPr/>
              <p:nvPr/>
            </p:nvSpPr>
            <p:spPr>
              <a:xfrm>
                <a:off x="10583759" y="187792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楕円 134">
                <a:extLst>
                  <a:ext uri="{FF2B5EF4-FFF2-40B4-BE49-F238E27FC236}">
                    <ns2:creationId id="{C9A8171F-2733-5546-4333-178795E58D9B}"/>
                  </a:ext>
                </a:extLst>
              </p:cNvPr>
              <p:cNvSpPr/>
              <p:nvPr/>
            </p:nvSpPr>
            <p:spPr>
              <a:xfrm>
                <a:off x="8640771" y="1877929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81A3EFE6-D507-EEDF-5557-E3F28B6088C6}"/>
                  </a:ext>
                </a:extLst>
              </p:cNvPr>
              <p:cNvSpPr/>
              <p:nvPr/>
            </p:nvSpPr>
            <p:spPr>
              <a:xfrm>
                <a:off x="8640771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3A9C0232-AF4C-6C89-724E-B891846C9C1A}"/>
                  </a:ext>
                </a:extLst>
              </p:cNvPr>
              <p:cNvSpPr/>
              <p:nvPr/>
            </p:nvSpPr>
            <p:spPr>
              <a:xfrm>
                <a:off x="9631352" y="2021919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A95294DA-6719-CE12-3C1A-45ADD9904B0F}"/>
                  </a:ext>
                </a:extLst>
              </p:cNvPr>
              <p:cNvSpPr/>
              <p:nvPr/>
            </p:nvSpPr>
            <p:spPr>
              <a:xfrm>
                <a:off x="8640771" y="3028596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楕円 152">
                <a:extLst>
                  <a:ext uri="{FF2B5EF4-FFF2-40B4-BE49-F238E27FC236}">
                    <ns2:creationId id="{BF276BE4-CFBD-F274-6A05-052189653DE6}"/>
                  </a:ext>
                </a:extLst>
              </p:cNvPr>
              <p:cNvSpPr/>
              <p:nvPr/>
            </p:nvSpPr>
            <p:spPr>
              <a:xfrm>
                <a:off x="8640771" y="3356600"/>
                <a:ext cx="288613" cy="124484"/>
              </a:xfrm>
              <a:prstGeom prst="ellipse">
                <a:avLst/>
              </a:prstGeom>
              <a:solidFill>
                <a:srgbClr val="008D2E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2" name="直線コネクタ 36">
                <a:extLst>
                  <a:ext uri="{FF2B5EF4-FFF2-40B4-BE49-F238E27FC236}">
                    <ns2:creationId id="{3066524F-EA10-7BC1-3454-D8AF9C505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285518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直線コネクタ 36">
                <a:extLst>
                  <a:ext uri="{FF2B5EF4-FFF2-40B4-BE49-F238E27FC236}">
                    <ns2:creationId id="{E5D18562-626C-D298-C415-2C777174D0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524863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直線コネクタ 36">
                <a:extLst>
                  <a:ext uri="{FF2B5EF4-FFF2-40B4-BE49-F238E27FC236}">
                    <ns2:creationId id="{36074971-8C2A-F484-3336-A39141E64C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3190025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36">
                <a:extLst>
                  <a:ext uri="{FF2B5EF4-FFF2-40B4-BE49-F238E27FC236}">
                    <ns2:creationId id="{D0B3B24E-9456-A4A7-E4C4-A1F8ED498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529377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線コネクタ 36">
                <a:extLst>
                  <a:ext uri="{FF2B5EF4-FFF2-40B4-BE49-F238E27FC236}">
                    <ns2:creationId id="{62D5D9F5-64A5-C2E8-9F37-0AB5B50DC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9390" y="4194539"/>
                <a:ext cx="399764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3" name="グループ化 30">
                <a:extLst>
                  <a:ext uri="{FF2B5EF4-FFF2-40B4-BE49-F238E27FC236}">
                    <ns2:creationId id="{D8E15BBD-E984-7C3A-8C3A-0BEDB1DF4811}"/>
                  </a:ext>
                </a:extLst>
              </p:cNvPr>
              <p:cNvGrpSpPr/>
              <p:nvPr/>
            </p:nvGrpSpPr>
            <p:grpSpPr>
              <a:xfrm>
                <a:off x="7928349" y="1628775"/>
                <a:ext cx="3952501" cy="208775"/>
                <a:chOff x="2246586" y="1632246"/>
                <a:chExt cx="4770981" cy="246212"/>
              </a:xfrm>
            </p:grpSpPr>
            <p:sp>
              <p:nvSpPr>
                <p:cNvPr id="224" name="正方形/長方形 31">
                  <a:extLst>
                    <a:ext uri="{FF2B5EF4-FFF2-40B4-BE49-F238E27FC236}">
                      <ns2:creationId id="{E1A928EF-6E0B-0C8B-060F-664F27E849A5}"/>
                    </a:ext>
                  </a:extLst>
                </p:cNvPr>
                <p:cNvSpPr/>
                <p:nvPr/>
              </p:nvSpPr>
              <p:spPr>
                <a:xfrm>
                  <a:off x="2246587" y="1632246"/>
                  <a:ext cx="4750413" cy="222565"/>
                </a:xfrm>
                <a:prstGeom prst="rect">
                  <a:avLst/>
                </a:prstGeom>
                <a:noFill/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 </a:t>
                  </a:r>
                  <a:r>
                    <a:rPr lang="zh-TW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5" name="直線コネクタ 32">
                  <a:extLst>
                    <a:ext uri="{FF2B5EF4-FFF2-40B4-BE49-F238E27FC236}">
                      <ns2:creationId id="{497EBE7A-0A65-2562-575E-D6877C99A18F}"/>
                    </a:ext>
                  </a:extLst>
                </p:cNvPr>
                <p:cNvCxnSpPr/>
                <p:nvPr/>
              </p:nvCxnSpPr>
              <p:spPr>
                <a:xfrm>
                  <a:off x="2246586" y="1878458"/>
                  <a:ext cx="4770981" cy="0"/>
                </a:xfrm>
                <a:prstGeom prst="line">
                  <a:avLst/>
                </a:prstGeom>
                <a:ln w="15875">
                  <a:solidFill>
                    <a:schemeClr val="bg1">
                      <a:lumMod val="50000"/>
                    </a:scheme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28" name="Isosceles Triangle 227">
              <a:extLst>
                <a:ext uri="{FF2B5EF4-FFF2-40B4-BE49-F238E27FC236}">
                  <ns2:creationId id="{4DDCDAC0-C96B-3809-7508-30D33B7D75BF}"/>
                </a:ext>
              </a:extLst>
            </p:cNvPr>
            <p:cNvSpPr/>
            <p:nvPr/>
          </p:nvSpPr>
          <p:spPr>
            <a:xfrm rot="10800000">
              <a:off x="3048000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1C0277CB-CF84-045F-F37E-FD5D15B75EE9}"/>
                </a:ext>
              </a:extLst>
            </p:cNvPr>
            <p:cNvGrpSpPr/>
            <p:nvPr/>
          </p:nvGrpSpPr>
          <p:grpSpPr>
            <a:xfrm>
              <a:off x="576814" y="5050366"/>
              <a:ext cx="5519185" cy="598156"/>
              <a:chOff x="576814" y="5050366"/>
              <a:chExt cx="5519185" cy="598156"/>
            </a:xfrm>
          </p:grpSpPr>
          <p:sp>
            <p:nvSpPr>
              <p:cNvPr id="230" name="Rectangle: Rounded Corners 30">
                <a:extLst>
                  <a:ext uri="{FF2B5EF4-FFF2-40B4-BE49-F238E27FC236}">
                    <ns2:creationId id="{E8A0705E-EB89-3FC5-4089-740F862E5F20}"/>
                  </a:ext>
                </a:extLst>
              </p:cNvPr>
              <p:cNvSpPr/>
              <p:nvPr/>
            </p:nvSpPr>
            <p:spPr>
              <a:xfrm rot="16200000">
                <a:off x="817736" y="4809444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Rectangle: Rounded Corners 30">
                <a:extLst>
                  <a:ext uri="{FF2B5EF4-FFF2-40B4-BE49-F238E27FC236}">
                    <ns2:creationId id="{76E9FF15-7DEF-CB8E-951F-1D388740A0C3}"/>
                  </a:ext>
                </a:extLst>
              </p:cNvPr>
              <p:cNvSpPr/>
              <p:nvPr/>
            </p:nvSpPr>
            <p:spPr>
              <a:xfrm rot="16200000">
                <a:off x="3577329" y="3129851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Isosceles Triangle 237">
                <a:extLst>
                  <a:ext uri="{FF2B5EF4-FFF2-40B4-BE49-F238E27FC236}">
                    <ns2:creationId id="{EF7BCB14-6801-A6B3-AA31-554E1424845C}"/>
                  </a:ext>
                </a:extLst>
              </p:cNvPr>
              <p:cNvSpPr/>
              <p:nvPr/>
            </p:nvSpPr>
            <p:spPr>
              <a:xfrm rot="5400000">
                <a:off x="1436738" y="5274251"/>
                <a:ext cx="586110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A9AE80CB-A553-2B23-2D59-2E6D4AA2BDB9}"/>
                </a:ext>
              </a:extLst>
            </p:cNvPr>
            <p:cNvGrpSpPr/>
            <p:nvPr/>
          </p:nvGrpSpPr>
          <p:grpSpPr>
            <a:xfrm>
              <a:off x="576814" y="5710568"/>
              <a:ext cx="5519185" cy="598156"/>
              <a:chOff x="576814" y="5710568"/>
              <a:chExt cx="5519185" cy="598156"/>
            </a:xfrm>
          </p:grpSpPr>
          <p:sp>
            <p:nvSpPr>
              <p:cNvPr id="235" name="Rectangle: Rounded Corners 30">
                <a:extLst>
                  <a:ext uri="{FF2B5EF4-FFF2-40B4-BE49-F238E27FC236}">
                    <ns2:creationId id="{5EB42C7F-BE96-5640-18E0-5D7AB624A762}"/>
                  </a:ext>
                </a:extLst>
              </p:cNvPr>
              <p:cNvSpPr/>
              <p:nvPr/>
            </p:nvSpPr>
            <p:spPr>
              <a:xfrm rot="16200000">
                <a:off x="817736" y="5469646"/>
                <a:ext cx="598156" cy="108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Rectangle: Rounded Corners 30">
                <a:extLst>
                  <a:ext uri="{FF2B5EF4-FFF2-40B4-BE49-F238E27FC236}">
                    <ns2:creationId id="{923B89B9-2291-A1C2-7D49-9156A555ADD0}"/>
                  </a:ext>
                </a:extLst>
              </p:cNvPr>
              <p:cNvSpPr/>
              <p:nvPr/>
            </p:nvSpPr>
            <p:spPr>
              <a:xfrm rot="16200000">
                <a:off x="3577329" y="3790053"/>
                <a:ext cx="598156" cy="4439185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360000" rIns="0" bIns="0" rtlCol="0" anchor="ctr"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en-US" altLang="ja-JP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300"/>
                  </a:spcAft>
                </a:pP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15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9" name="Isosceles Triangle 238">
                <a:extLst>
                  <a:ext uri="{FF2B5EF4-FFF2-40B4-BE49-F238E27FC236}">
                    <ns2:creationId id="{D5EA681C-E92C-A91A-CBAB-E10D1E815626}"/>
                  </a:ext>
                </a:extLst>
              </p:cNvPr>
              <p:cNvSpPr/>
              <p:nvPr/>
            </p:nvSpPr>
            <p:spPr>
              <a:xfrm rot="5400000">
                <a:off x="1436735" y="5934452"/>
                <a:ext cx="586116" cy="150388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1" name="正方形/長方形 34">
              <a:extLst>
                <a:ext uri="{FF2B5EF4-FFF2-40B4-BE49-F238E27FC236}">
                  <ns2:creationId id="{2C8F4341-4980-84FD-95A9-6E5D7BF39947}"/>
                </a:ext>
              </a:extLst>
            </p:cNvPr>
            <p:cNvSpPr/>
            <p:nvPr/>
          </p:nvSpPr>
          <p:spPr>
            <a:xfrm>
              <a:off x="340154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7" name="Isosceles Triangle 256">
              <a:extLst>
                <a:ext uri="{FF2B5EF4-FFF2-40B4-BE49-F238E27FC236}">
                  <ns2:creationId id="{29F7BD23-1076-6C4B-C518-E74F0654D21F}"/>
                </a:ext>
              </a:extLst>
            </p:cNvPr>
            <p:cNvSpPr/>
            <p:nvPr/>
          </p:nvSpPr>
          <p:spPr>
            <a:xfrm rot="10800000">
              <a:off x="9327888" y="4897966"/>
              <a:ext cx="795867" cy="110067"/>
            </a:xfrm>
            <a:prstGeom prst="triangle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34">
              <a:extLst>
                <a:ext uri="{FF2B5EF4-FFF2-40B4-BE49-F238E27FC236}">
                  <ns2:creationId id="{3ADCA24B-4A9E-DD55-73B8-2B37E3829D63}"/>
                </a:ext>
              </a:extLst>
            </p:cNvPr>
            <p:cNvSpPr/>
            <p:nvPr/>
          </p:nvSpPr>
          <p:spPr>
            <a:xfrm>
              <a:off x="6691573" y="5050367"/>
              <a:ext cx="200429" cy="1258358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46" name="Group 245">
              <a:extLst>
                <a:ext uri="{FF2B5EF4-FFF2-40B4-BE49-F238E27FC236}">
                  <ns2:creationId id="{07A4224C-892C-FBCB-E2A2-5A8004AB522E}"/>
                </a:ext>
              </a:extLst>
            </p:cNvPr>
            <p:cNvGrpSpPr/>
            <p:nvPr/>
          </p:nvGrpSpPr>
          <p:grpSpPr>
            <a:xfrm>
              <a:off x="6937729" y="5050366"/>
              <a:ext cx="4919310" cy="400881"/>
              <a:chOff x="576814" y="5050367"/>
              <a:chExt cx="4919310" cy="598156"/>
            </a:xfrm>
          </p:grpSpPr>
          <p:sp>
            <p:nvSpPr>
              <p:cNvPr id="247" name="Rectangle: Rounded Corners 30">
                <a:extLst>
                  <a:ext uri="{FF2B5EF4-FFF2-40B4-BE49-F238E27FC236}">
                    <ns2:creationId id="{A289819C-7813-06F5-B02B-0538FAB02B71}"/>
                  </a:ext>
                </a:extLst>
              </p:cNvPr>
              <p:cNvSpPr/>
              <p:nvPr/>
            </p:nvSpPr>
            <p:spPr>
              <a:xfrm rot="16200000">
                <a:off x="606173" y="5021008"/>
                <a:ext cx="598156" cy="65687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Rectangle: Rounded Corners 30">
                <a:extLst>
                  <a:ext uri="{FF2B5EF4-FFF2-40B4-BE49-F238E27FC236}">
                    <ns2:creationId id="{C92086F3-26B2-2723-DD8B-D3EBE7F8686F}"/>
                  </a:ext>
                </a:extLst>
              </p:cNvPr>
              <p:cNvSpPr/>
              <p:nvPr/>
            </p:nvSpPr>
            <p:spPr>
              <a:xfrm rot="16200000">
                <a:off x="3067415" y="3219814"/>
                <a:ext cx="598156" cy="425926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ns2:creationId id="{76249643-FCB9-9EA0-A98A-51D5FAD3992D}"/>
                </a:ext>
              </a:extLst>
            </p:cNvPr>
            <p:cNvGrpSpPr/>
            <p:nvPr/>
          </p:nvGrpSpPr>
          <p:grpSpPr>
            <a:xfrm>
              <a:off x="6937729" y="5479104"/>
              <a:ext cx="4919310" cy="400885"/>
              <a:chOff x="576814" y="5050364"/>
              <a:chExt cx="4919310" cy="598162"/>
            </a:xfrm>
          </p:grpSpPr>
          <p:sp>
            <p:nvSpPr>
              <p:cNvPr id="250" name="Rectangle: Rounded Corners 30">
                <a:extLst>
                  <a:ext uri="{FF2B5EF4-FFF2-40B4-BE49-F238E27FC236}">
                    <ns2:creationId id="{A289830D-9CF6-E6B1-A061-2C6A0D1EB7BD}"/>
                  </a:ext>
                </a:extLst>
              </p:cNvPr>
              <p:cNvSpPr/>
              <p:nvPr/>
            </p:nvSpPr>
            <p:spPr>
              <a:xfrm rot="16200000">
                <a:off x="606173" y="5021011"/>
                <a:ext cx="598156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1" name="Rectangle: Rounded Corners 30">
                <a:extLst>
                  <a:ext uri="{FF2B5EF4-FFF2-40B4-BE49-F238E27FC236}">
                    <ns2:creationId id="{958C86AD-1B62-7FD9-3AA4-0069EE0EE821}"/>
                  </a:ext>
                </a:extLst>
              </p:cNvPr>
              <p:cNvSpPr/>
              <p:nvPr/>
            </p:nvSpPr>
            <p:spPr>
              <a:xfrm rot="16200000">
                <a:off x="3067414" y="3219810"/>
                <a:ext cx="598156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spcAft>
                    <a:spcPts val="100"/>
                  </a:spcAft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59" name="Isosceles Triangle 258">
              <a:extLst>
                <a:ext uri="{FF2B5EF4-FFF2-40B4-BE49-F238E27FC236}">
                  <ns2:creationId id="{3DDAB20B-DFE6-8D01-85B5-63FEE13AC005}"/>
                </a:ext>
              </a:extLst>
            </p:cNvPr>
            <p:cNvSpPr/>
            <p:nvPr/>
          </p:nvSpPr>
          <p:spPr>
            <a:xfrm rot="5400000">
              <a:off x="7472597" y="5189774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Isosceles Triangle 259">
              <a:extLst>
                <a:ext uri="{FF2B5EF4-FFF2-40B4-BE49-F238E27FC236}">
                  <ns2:creationId id="{3EF218AD-AA26-00BD-7240-DC371C57C58C}"/>
                </a:ext>
              </a:extLst>
            </p:cNvPr>
            <p:cNvSpPr/>
            <p:nvPr/>
          </p:nvSpPr>
          <p:spPr>
            <a:xfrm rot="5400000">
              <a:off x="7472597" y="5619457"/>
              <a:ext cx="384173" cy="12018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3600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60568BC2-45BD-D111-789D-857ADB08F30A}"/>
                </a:ext>
              </a:extLst>
            </p:cNvPr>
            <p:cNvGrpSpPr/>
            <p:nvPr/>
          </p:nvGrpSpPr>
          <p:grpSpPr>
            <a:xfrm>
              <a:off x="6937729" y="5907842"/>
              <a:ext cx="4919311" cy="400886"/>
              <a:chOff x="6937729" y="5907842"/>
              <a:chExt cx="4919311" cy="400886"/>
            </a:xfrm>
          </p:grpSpPr>
          <p:sp>
            <p:nvSpPr>
              <p:cNvPr id="253" name="Rectangle: Rounded Corners 30">
                <a:extLst>
                  <a:ext uri="{FF2B5EF4-FFF2-40B4-BE49-F238E27FC236}">
                    <ns2:creationId id="{7AC3151D-E0B3-E9D9-3101-D55B6FCF915A}"/>
                  </a:ext>
                </a:extLst>
              </p:cNvPr>
              <p:cNvSpPr/>
              <p:nvPr/>
            </p:nvSpPr>
            <p:spPr>
              <a:xfrm rot="16200000">
                <a:off x="7065726" y="5779851"/>
                <a:ext cx="400881" cy="65687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4" name="Rectangle: Rounded Corners 30">
                <a:extLst>
                  <a:ext uri="{FF2B5EF4-FFF2-40B4-BE49-F238E27FC236}">
                    <ns2:creationId id="{BE21D82D-2EDB-98CC-8040-E8A13F1A404D}"/>
                  </a:ext>
                </a:extLst>
              </p:cNvPr>
              <p:cNvSpPr/>
              <p:nvPr/>
            </p:nvSpPr>
            <p:spPr>
              <a:xfrm rot="16200000">
                <a:off x="9526967" y="3978651"/>
                <a:ext cx="400881" cy="4259264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180000" rIns="0" bIns="36000" rtlCol="0" anchor="ctr">
                <a:noAutofit/>
              </a:bodyPr>
              <a:lstStyle/>
              <a:p>
                <a:pPr>
                  <a:spcAft>
                    <a:spcPts val="100"/>
                  </a:spcAft>
                </a:pPr>
                <a:r>
                  <a:rPr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1" name="Isosceles Triangle 260">
                <a:extLst>
                  <a:ext uri="{FF2B5EF4-FFF2-40B4-BE49-F238E27FC236}">
                    <ns2:creationId id="{0EFE7CF3-49C5-BA59-10A0-EFC62AED0317}"/>
                  </a:ext>
                </a:extLst>
              </p:cNvPr>
              <p:cNvSpPr/>
              <p:nvPr/>
            </p:nvSpPr>
            <p:spPr>
              <a:xfrm rot="5400000">
                <a:off x="7472597" y="6048197"/>
                <a:ext cx="384173" cy="120183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6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lang="ja-JP" alt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" name="楕円 4">
                <a:extLst>
                  <a:ext uri="{FF2B5EF4-FFF2-40B4-BE49-F238E27FC236}">
                    <ns2:creationId id="{2EA5317F-4859-2128-0246-9760ECC13AC6}"/>
                  </a:ext>
                </a:extLst>
              </p:cNvPr>
              <p:cNvSpPr/>
              <p:nvPr/>
            </p:nvSpPr>
            <p:spPr>
              <a:xfrm>
                <a:off x="6937729" y="5907843"/>
                <a:ext cx="288613" cy="124484"/>
              </a:xfrm>
              <a:prstGeom prst="ellipse">
                <a:avLst/>
              </a:prstGeom>
              <a:solidFill>
                <a:srgbClr val="A5A5A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3:creationId val="4198232786"/>
      </p:ext>
    </p:extLst>
  </p:cSld>
  <p:clrMapOvr>
    <a:masterClrMapping/>
  </p:clrMapOvr>
</p:sld>
</file>

<file path=ppt/slides/slide22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11298CF-2AD2-C829-1EAF-6D8ED19D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0A6E9A9-361C-3B17-1087-47F8C1E4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fr-FR" altLang="ja-JP" dirty="0"/>
              <a:t>(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fr-FR" altLang="ja-JP" dirty="0"/>
              <a:t>) 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78D0C1C-3498-18DE-4657-C715A91148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/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fr-FR" altLang="ja-JP" dirty="0">
                <a:latin typeface="+mn-ea"/>
                <a:ea typeface="+mn-ea"/>
              </a:rPr>
              <a:t>)</a:t>
            </a:r>
            <a:r>
              <a:rPr lang="ja-JP" altLang="fr-FR" dirty="0">
                <a:latin typeface="+mn-ea"/>
                <a:ea typeface="+mn-ea"/>
              </a:rPr>
              <a:t> </a:t>
            </a:r>
            <a:endParaRPr lang="en-US" altLang="ja-JP" dirty="0">
              <a:latin typeface="+mn-ea"/>
              <a:ea typeface="+mn-ea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01099F67-4B50-5F0C-7348-C8C1D87B2A56}"/>
              </a:ext>
            </a:extLst>
          </p:cNvPr>
          <p:cNvGrpSpPr/>
          <p:nvPr/>
        </p:nvGrpSpPr>
        <p:grpSpPr>
          <a:xfrm>
            <a:off x="347663" y="1641476"/>
            <a:ext cx="11509375" cy="4667243"/>
            <a:chOff x="347663" y="1641476"/>
            <a:chExt cx="11509375" cy="4667243"/>
          </a:xfrm>
        </p:grpSpPr>
        <p:grpSp>
          <p:nvGrpSpPr>
            <p:cNvPr id="8" name="グループ化 7">
              <a:extLst>
                <a:ext uri="{FF2B5EF4-FFF2-40B4-BE49-F238E27FC236}">
                  <ns2:creationId id="{46693546-F4D1-D42A-85E7-38445EB57EBC}"/>
                </a:ext>
              </a:extLst>
            </p:cNvPr>
            <p:cNvGrpSpPr/>
            <p:nvPr/>
          </p:nvGrpSpPr>
          <p:grpSpPr>
            <a:xfrm>
              <a:off x="347663" y="1641476"/>
              <a:ext cx="5724000" cy="4667243"/>
              <a:chOff x="347663" y="1641476"/>
              <a:chExt cx="5724000" cy="4667243"/>
            </a:xfrm>
          </p:grpSpPr>
          <p:sp>
            <p:nvSpPr>
              <p:cNvPr id="4" name="ホームベース 51">
                <a:extLst>
                  <a:ext uri="{FF2B5EF4-FFF2-40B4-BE49-F238E27FC236}">
                    <ns2:creationId id="{870FF18C-C184-37FC-4A19-15E5D39B27CA}"/>
                  </a:ext>
                </a:extLst>
              </p:cNvPr>
              <p:cNvSpPr/>
              <p:nvPr/>
            </p:nvSpPr>
            <p:spPr>
              <a:xfrm>
                <a:off x="347663" y="1641476"/>
                <a:ext cx="5724000" cy="427038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DFE428AF-7367-5B97-85D2-C2C096EDDAE9}"/>
                  </a:ext>
                </a:extLst>
              </p:cNvPr>
              <p:cNvGrpSpPr/>
              <p:nvPr/>
            </p:nvGrpSpPr>
            <p:grpSpPr>
              <a:xfrm>
                <a:off x="581663" y="2157414"/>
                <a:ext cx="5256000" cy="4151305"/>
                <a:chOff x="581663" y="2157414"/>
                <a:chExt cx="5256000" cy="4151305"/>
              </a:xfrm>
            </p:grpSpPr>
            <p:sp>
              <p:nvSpPr>
                <p:cNvPr id="9" name="正方形/長方形 8">
                  <a:extLst>
                    <a:ext uri="{FF2B5EF4-FFF2-40B4-BE49-F238E27FC236}">
                      <ns2:creationId id="{3C6F4BAC-C488-5A18-6EEE-FA991CA80FB6}"/>
                    </a:ext>
                  </a:extLst>
                </p:cNvPr>
                <p:cNvSpPr/>
                <p:nvPr/>
              </p:nvSpPr>
              <p:spPr>
                <a:xfrm>
                  <a:off x="581663" y="2157414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ns2:creationId id="{00D5EC07-7344-9BE2-1310-2626C38ED1DE}"/>
                    </a:ext>
                  </a:extLst>
                </p:cNvPr>
                <p:cNvSpPr/>
                <p:nvPr/>
              </p:nvSpPr>
              <p:spPr>
                <a:xfrm>
                  <a:off x="581663" y="359727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3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b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ns2:creationId id="{FAF662E5-AD53-9B68-8907-DC76959BB3AC}"/>
                    </a:ext>
                  </a:extLst>
                </p:cNvPr>
                <p:cNvSpPr/>
                <p:nvPr/>
              </p:nvSpPr>
              <p:spPr>
                <a:xfrm>
                  <a:off x="581663" y="5037133"/>
                  <a:ext cx="5256000" cy="1271586"/>
                </a:xfrm>
                <a:prstGeom prst="rect">
                  <a:avLst/>
                </a:prstGeom>
                <a:noFill/>
                <a:ln w="9525">
                  <a:solidFill>
                    <a:schemeClr val="bg1">
                      <a:lumMod val="65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648000" tIns="36000" rIns="36000" bIns="36000" rtlCol="0" anchor="ctr"/>
                <a:lstStyle/>
                <a:p>
                  <a:pPr marL="361950" lvl="2">
                    <a:spcAft>
                      <a:spcPts val="300"/>
                    </a:spcAft>
                    <a:buClr>
                      <a:srgbClr val="008000"/>
                    </a:buClr>
                  </a:pPr>
                  <a:r>
                    <a:rPr lang="ja-JP" altLang="en-US" sz="16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endParaRPr lang="en-US" altLang="ja-JP" sz="16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fr-FR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</a:rPr>
                    <a:t>/ 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fr-FR" altLang="ja-JP" sz="12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628650" lvl="2" indent="-266700">
                    <a:buClr>
                      <a:schemeClr val="bg1">
                        <a:lumMod val="6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24" name="グラフィックス 23" descr="チャット 単色塗りつぶし">
                  <a:extLst>
                    <a:ext uri="{FF2B5EF4-FFF2-40B4-BE49-F238E27FC236}">
                      <ns2:creationId id="{5A610C06-7157-598E-4662-8D396C27C7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2469207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6" name="グラフィックス 25" descr="フローチャート 単色塗りつぶし">
                  <a:extLst>
                    <a:ext uri="{FF2B5EF4-FFF2-40B4-BE49-F238E27FC236}">
                      <ns2:creationId id="{0BF38817-705B-953A-8599-1F56F338B4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3909066"/>
                  <a:ext cx="648000" cy="648000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会議 単色塗りつぶし">
                  <a:extLst>
                    <a:ext uri="{FF2B5EF4-FFF2-40B4-BE49-F238E27FC236}">
                      <ns2:creationId id="{EA391C00-0C7D-9B95-C9F7-ABA069538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1400" y="5348926"/>
                  <a:ext cx="648000" cy="64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" name="グループ化 6">
              <a:extLst>
                <a:ext uri="{FF2B5EF4-FFF2-40B4-BE49-F238E27FC236}">
                  <ns2:creationId id="{88574E43-D7E6-E787-9339-3B9C016966B8}"/>
                </a:ext>
              </a:extLst>
            </p:cNvPr>
            <p:cNvGrpSpPr/>
            <p:nvPr/>
          </p:nvGrpSpPr>
          <p:grpSpPr>
            <a:xfrm>
              <a:off x="6133038" y="1641476"/>
              <a:ext cx="5724000" cy="4667243"/>
              <a:chOff x="6133038" y="1641476"/>
              <a:chExt cx="5724000" cy="4667243"/>
            </a:xfrm>
          </p:grpSpPr>
          <p:sp>
            <p:nvSpPr>
              <p:cNvPr id="5" name="山形 52">
                <a:extLst>
                  <a:ext uri="{FF2B5EF4-FFF2-40B4-BE49-F238E27FC236}">
                    <ns2:creationId id="{D8108582-1D30-BD56-3A17-080C541AD60D}"/>
                  </a:ext>
                </a:extLst>
              </p:cNvPr>
              <p:cNvSpPr/>
              <p:nvPr/>
            </p:nvSpPr>
            <p:spPr>
              <a:xfrm>
                <a:off x="6133038" y="1641476"/>
                <a:ext cx="5724000" cy="427038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6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C5318DC9-62C6-760B-F378-81DDC408EDCD}"/>
                  </a:ext>
                </a:extLst>
              </p:cNvPr>
              <p:cNvSpPr/>
              <p:nvPr/>
            </p:nvSpPr>
            <p:spPr>
              <a:xfrm>
                <a:off x="6367038" y="2157414"/>
                <a:ext cx="5256000" cy="127158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0C7AF0A2-AA86-576E-BDA2-7A82611435F4}"/>
                  </a:ext>
                </a:extLst>
              </p:cNvPr>
              <p:cNvSpPr/>
              <p:nvPr/>
            </p:nvSpPr>
            <p:spPr>
              <a:xfrm>
                <a:off x="6367038" y="3602036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1257300" lvl="5" indent="-8953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1257300" lvl="4" indent="-8953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7AD211D7-B162-4B70-697A-EF79CF8E798F}"/>
                  </a:ext>
                </a:extLst>
              </p:cNvPr>
              <p:cNvSpPr/>
              <p:nvPr/>
            </p:nvSpPr>
            <p:spPr>
              <a:xfrm>
                <a:off x="6367038" y="5037133"/>
                <a:ext cx="5256000" cy="1271586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648000" tIns="36000" rIns="36000" bIns="36000" rtlCol="0" anchor="ctr"/>
              <a:lstStyle/>
              <a:p>
                <a:pPr marL="361950" lvl="1">
                  <a:spcAft>
                    <a:spcPts val="600"/>
                  </a:spcAft>
                </a:pPr>
                <a:r>
                  <a:rPr lang="ja-JP" altLang="en-US" sz="16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6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marL="628650" lvl="2" indent="-26670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fr-FR" altLang="ja-JP" sz="14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8B01AFF-A61C-1617-8853-9E1BA0941A9C}"/>
                  </a:ext>
                </a:extLst>
              </p:cNvPr>
              <p:cNvSpPr/>
              <p:nvPr/>
            </p:nvSpPr>
            <p:spPr>
              <a:xfrm>
                <a:off x="7648576" y="4171948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5158A8F-CD39-C691-9BDB-404F551C213F}"/>
                  </a:ext>
                </a:extLst>
              </p:cNvPr>
              <p:cNvSpPr/>
              <p:nvPr/>
            </p:nvSpPr>
            <p:spPr>
              <a:xfrm>
                <a:off x="7648576" y="4435473"/>
                <a:ext cx="504000" cy="216000"/>
              </a:xfrm>
              <a:prstGeom prst="rect">
                <a:avLst/>
              </a:prstGeom>
              <a:solidFill>
                <a:srgbClr val="008000">
                  <a:alpha val="3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fr-FR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21" name="円/楕円 34">
                <a:extLst>
                  <a:ext uri="{FF2B5EF4-FFF2-40B4-BE49-F238E27FC236}">
                    <ns2:creationId id="{C9DEE34E-6CD5-33E9-0475-E43446DD5D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3517900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１</a:t>
                </a:r>
              </a:p>
            </p:txBody>
          </p:sp>
          <p:sp>
            <p:nvSpPr>
              <p:cNvPr id="22" name="円/楕円 34">
                <a:extLst>
                  <a:ext uri="{FF2B5EF4-FFF2-40B4-BE49-F238E27FC236}">
                    <ns2:creationId id="{DF92FE68-6831-FDB5-4D41-8DD1BB2A42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57832" y="495775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fr-FR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2</a:t>
                </a:r>
                <a:endParaRPr kumimoji="1" lang="ja-JP" altLang="fr-FR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29" name="グラフィックス 28" descr="ユーザー ネットワーク 単色塗りつぶし">
                <a:extLst>
                  <a:ext uri="{FF2B5EF4-FFF2-40B4-BE49-F238E27FC236}">
                    <ns2:creationId id="{204E41BB-C3C9-2F2E-7495-84296C764A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552001" y="5358451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1" name="グラフィックス 30" descr="繰り返し 単色塗りつぶし">
                <a:extLst>
                  <a:ext uri="{FF2B5EF4-FFF2-40B4-BE49-F238E27FC236}">
                    <ns2:creationId id="{AB624BED-1EFE-0C10-7FF7-03CE3A90C8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552001" y="2469207"/>
                <a:ext cx="648000" cy="648000"/>
              </a:xfrm>
              <a:prstGeom prst="rect">
                <a:avLst/>
              </a:prstGeom>
            </p:spPr>
          </p:pic>
          <p:pic>
            <p:nvPicPr>
              <p:cNvPr id="33" name="グラフィックス 32" descr="山形の矢印 単色塗りつぶし">
                <a:extLst>
                  <a:ext uri="{FF2B5EF4-FFF2-40B4-BE49-F238E27FC236}">
                    <ns2:creationId id="{38C51E40-09C5-1B7E-D1D9-6251495B51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552001" y="3913829"/>
                <a:ext cx="648000" cy="64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07765663"/>
      </p:ext>
    </p:extLst>
  </p:cSld>
  <p:clrMapOvr>
    <a:masterClrMapping/>
  </p:clrMapOvr>
</p:sld>
</file>

<file path=ppt/slides/slide22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601247-F00C-9670-FBEE-8641F15A5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51D6C95-F719-A494-698C-652511180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ns2:creationId id="{36EFF03B-7BEA-CA0E-9734-CE5A55C65899}"/>
              </a:ext>
            </a:extLst>
          </p:cNvPr>
          <p:cNvSpPr/>
          <p:nvPr/>
        </p:nvSpPr>
        <p:spPr>
          <a:xfrm>
            <a:off x="334962" y="2022822"/>
            <a:ext cx="6327094" cy="42703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grpSp>
        <p:nvGrpSpPr>
          <p:cNvPr id="22" name="グループ化 21">
            <a:extLst>
              <a:ext uri="{FF2B5EF4-FFF2-40B4-BE49-F238E27FC236}">
                <ns2:creationId id="{7E5EB7BB-E34D-63F7-C96A-E34D690FCBE7}"/>
              </a:ext>
            </a:extLst>
          </p:cNvPr>
          <p:cNvGrpSpPr/>
          <p:nvPr/>
        </p:nvGrpSpPr>
        <p:grpSpPr>
          <a:xfrm>
            <a:off x="334963" y="1649072"/>
            <a:ext cx="6327094" cy="391552"/>
            <a:chOff x="334963" y="1609370"/>
            <a:chExt cx="6327094" cy="391552"/>
          </a:xfrm>
        </p:grpSpPr>
        <p:cxnSp>
          <p:nvCxnSpPr>
            <p:cNvPr id="20" name="直線コネクタ 19">
              <a:extLst>
                <a:ext uri="{FF2B5EF4-FFF2-40B4-BE49-F238E27FC236}">
                  <ns2:creationId id="{6461E799-2A81-C56F-BFBF-AC80252504F4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000922"/>
              <a:ext cx="6327094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ns2:creationId id="{0C3F8469-6FFE-75A3-D66B-5FE565244AD2}"/>
                </a:ext>
              </a:extLst>
            </p:cNvPr>
            <p:cNvSpPr txBox="1"/>
            <p:nvPr/>
          </p:nvSpPr>
          <p:spPr>
            <a:xfrm>
              <a:off x="883803" y="1609370"/>
              <a:ext cx="50438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</a:p>
          </p:txBody>
        </p:sp>
      </p:grpSp>
      <p:sp>
        <p:nvSpPr>
          <p:cNvPr id="7" name="テキスト プレースホルダー 2">
            <a:extLst>
              <a:ext uri="{FF2B5EF4-FFF2-40B4-BE49-F238E27FC236}">
                <ns2:creationId id="{E7C772DF-A802-96F8-152D-4C969E6FA17E}"/>
              </a:ext>
            </a:extLst>
          </p:cNvPr>
          <p:cNvSpPr txBox="1">
            <a:spLocks/>
          </p:cNvSpPr>
          <p:nvPr/>
        </p:nvSpPr>
        <p:spPr>
          <a:xfrm>
            <a:off x="334962" y="977771"/>
            <a:ext cx="11633994" cy="6427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</a:p>
        </p:txBody>
      </p:sp>
      <p:grpSp>
        <p:nvGrpSpPr>
          <p:cNvPr id="188" name="グループ化 187">
            <a:extLst>
              <a:ext uri="{FF2B5EF4-FFF2-40B4-BE49-F238E27FC236}">
                <ns2:creationId id="{411F1E34-FAB0-D7CC-C649-5D69F65DC78E}"/>
              </a:ext>
            </a:extLst>
          </p:cNvPr>
          <p:cNvGrpSpPr/>
          <p:nvPr/>
        </p:nvGrpSpPr>
        <p:grpSpPr>
          <a:xfrm>
            <a:off x="6971036" y="1628775"/>
            <a:ext cx="4886001" cy="3582955"/>
            <a:chOff x="6971036" y="1628775"/>
            <a:chExt cx="4886001" cy="3582955"/>
          </a:xfrm>
        </p:grpSpPr>
        <p:sp>
          <p:nvSpPr>
            <p:cNvPr id="17" name="正方形/長方形 16">
              <a:extLst>
                <a:ext uri="{FF2B5EF4-FFF2-40B4-BE49-F238E27FC236}">
                  <ns2:creationId id="{67CDF53F-9671-6928-B4ED-E1739CD28D14}"/>
                </a:ext>
              </a:extLst>
            </p:cNvPr>
            <p:cNvSpPr/>
            <p:nvPr/>
          </p:nvSpPr>
          <p:spPr>
            <a:xfrm>
              <a:off x="6971036" y="1628775"/>
              <a:ext cx="4886001" cy="3582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704DB25B-8E44-31EA-8AAC-2D94C5AF0EAB}"/>
                </a:ext>
              </a:extLst>
            </p:cNvPr>
            <p:cNvSpPr txBox="1"/>
            <p:nvPr/>
          </p:nvSpPr>
          <p:spPr>
            <a:xfrm>
              <a:off x="7982361" y="1644631"/>
              <a:ext cx="2863351" cy="3721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/>
                <a:t>XX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(</a:t>
              </a:r>
              <a:r>
                <a:rPr kumimoji="1" lang="ja-JP" altLang="en-US" dirty="0"/>
                <a:t>XX</a:t>
              </a:r>
              <a:r>
                <a:rPr kumimoji="1" lang="en-US" altLang="ja-JP" dirty="0"/>
                <a:t>)</a:t>
              </a:r>
              <a:endParaRPr kumimoji="1" lang="ja-JP" altLang="en-US" dirty="0"/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ABF783D0-1F91-1801-A8D6-8B4DAD27BB53}"/>
                </a:ext>
              </a:extLst>
            </p:cNvPr>
            <p:cNvSpPr/>
            <p:nvPr/>
          </p:nvSpPr>
          <p:spPr>
            <a:xfrm>
              <a:off x="7358579" y="2024998"/>
              <a:ext cx="4110914" cy="42703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+mn-ea"/>
                </a:rPr>
                <a:t>×</a:t>
              </a:r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17" name="グループ化 116">
              <a:extLst>
                <a:ext uri="{FF2B5EF4-FFF2-40B4-BE49-F238E27FC236}">
                  <ns2:creationId id="{D10573CA-62CF-63EB-C2A3-8068700B6808}"/>
                </a:ext>
              </a:extLst>
            </p:cNvPr>
            <p:cNvGrpSpPr/>
            <p:nvPr/>
          </p:nvGrpSpPr>
          <p:grpSpPr>
            <a:xfrm>
              <a:off x="7070442" y="2565884"/>
              <a:ext cx="4643833" cy="2533796"/>
              <a:chOff x="7070442" y="2445564"/>
              <a:chExt cx="4643833" cy="2533796"/>
            </a:xfrm>
          </p:grpSpPr>
          <p:sp>
            <p:nvSpPr>
              <p:cNvPr id="48" name="フリーフォーム: 図形 47">
                <a:extLst>
                  <a:ext uri="{FF2B5EF4-FFF2-40B4-BE49-F238E27FC236}">
                    <ns2:creationId id="{092AE2CB-C618-C0E8-4A0E-8453DFEE2B76}"/>
                  </a:ext>
                </a:extLst>
              </p:cNvPr>
              <p:cNvSpPr/>
              <p:nvPr/>
            </p:nvSpPr>
            <p:spPr>
              <a:xfrm>
                <a:off x="7070442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782907 h 1230898"/>
                  <a:gd name="connsiteX3" fmla="*/ 1830691 w 2285916"/>
                  <a:gd name="connsiteY3" fmla="*/ 782907 h 1230898"/>
                  <a:gd name="connsiteX4" fmla="*/ 1830691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782907"/>
                    </a:lnTo>
                    <a:lnTo>
                      <a:pt x="1830691" y="782907"/>
                    </a:lnTo>
                    <a:lnTo>
                      <a:pt x="1830691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フリーフォーム: 図形 51">
                <a:extLst>
                  <a:ext uri="{FF2B5EF4-FFF2-40B4-BE49-F238E27FC236}">
                    <ns2:creationId id="{601A3D04-BB0C-E151-42A3-2F77201B62D1}"/>
                  </a:ext>
                </a:extLst>
              </p:cNvPr>
              <p:cNvSpPr/>
              <p:nvPr/>
            </p:nvSpPr>
            <p:spPr>
              <a:xfrm>
                <a:off x="9428359" y="2445564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440903 w 2285916"/>
                  <a:gd name="connsiteY3" fmla="*/ 1230898 h 1230898"/>
                  <a:gd name="connsiteX4" fmla="*/ 440903 w 2285916"/>
                  <a:gd name="connsiteY4" fmla="*/ 782907 h 1230898"/>
                  <a:gd name="connsiteX5" fmla="*/ 0 w 2285916"/>
                  <a:gd name="connsiteY5" fmla="*/ 782907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440903" y="1230898"/>
                    </a:lnTo>
                    <a:lnTo>
                      <a:pt x="440903" y="782907"/>
                    </a:lnTo>
                    <a:lnTo>
                      <a:pt x="0" y="7829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フリーフォーム: 図形 81">
                <a:extLst>
                  <a:ext uri="{FF2B5EF4-FFF2-40B4-BE49-F238E27FC236}">
                    <ns2:creationId id="{2B68607A-5B55-A12C-D880-C7B744686A19}"/>
                  </a:ext>
                </a:extLst>
              </p:cNvPr>
              <p:cNvSpPr/>
              <p:nvPr/>
            </p:nvSpPr>
            <p:spPr>
              <a:xfrm>
                <a:off x="7070442" y="3748462"/>
                <a:ext cx="2285916" cy="1230898"/>
              </a:xfrm>
              <a:custGeom>
                <a:avLst/>
                <a:gdLst>
                  <a:gd name="connsiteX0" fmla="*/ 0 w 2285916"/>
                  <a:gd name="connsiteY0" fmla="*/ 0 h 1230898"/>
                  <a:gd name="connsiteX1" fmla="*/ 1830691 w 2285916"/>
                  <a:gd name="connsiteY1" fmla="*/ 0 h 1230898"/>
                  <a:gd name="connsiteX2" fmla="*/ 1830691 w 2285916"/>
                  <a:gd name="connsiteY2" fmla="*/ 453301 h 1230898"/>
                  <a:gd name="connsiteX3" fmla="*/ 2285916 w 2285916"/>
                  <a:gd name="connsiteY3" fmla="*/ 453301 h 1230898"/>
                  <a:gd name="connsiteX4" fmla="*/ 2285916 w 2285916"/>
                  <a:gd name="connsiteY4" fmla="*/ 1230898 h 1230898"/>
                  <a:gd name="connsiteX5" fmla="*/ 0 w 2285916"/>
                  <a:gd name="connsiteY5" fmla="*/ 1230898 h 1230898"/>
                  <a:gd name="connsiteX6" fmla="*/ 0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0" y="0"/>
                    </a:moveTo>
                    <a:lnTo>
                      <a:pt x="1830691" y="0"/>
                    </a:lnTo>
                    <a:lnTo>
                      <a:pt x="1830691" y="453301"/>
                    </a:lnTo>
                    <a:lnTo>
                      <a:pt x="2285916" y="453301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ns2:creationId id="{FB1355A5-8A34-05FC-4ADF-A050EF969BF8}"/>
                  </a:ext>
                </a:extLst>
              </p:cNvPr>
              <p:cNvSpPr/>
              <p:nvPr/>
            </p:nvSpPr>
            <p:spPr>
              <a:xfrm>
                <a:off x="9428359" y="3748462"/>
                <a:ext cx="2285916" cy="1230898"/>
              </a:xfrm>
              <a:custGeom>
                <a:avLst/>
                <a:gdLst>
                  <a:gd name="connsiteX0" fmla="*/ 440903 w 2285916"/>
                  <a:gd name="connsiteY0" fmla="*/ 0 h 1230898"/>
                  <a:gd name="connsiteX1" fmla="*/ 2285916 w 2285916"/>
                  <a:gd name="connsiteY1" fmla="*/ 0 h 1230898"/>
                  <a:gd name="connsiteX2" fmla="*/ 2285916 w 2285916"/>
                  <a:gd name="connsiteY2" fmla="*/ 1230898 h 1230898"/>
                  <a:gd name="connsiteX3" fmla="*/ 0 w 2285916"/>
                  <a:gd name="connsiteY3" fmla="*/ 1230898 h 1230898"/>
                  <a:gd name="connsiteX4" fmla="*/ 0 w 2285916"/>
                  <a:gd name="connsiteY4" fmla="*/ 453301 h 1230898"/>
                  <a:gd name="connsiteX5" fmla="*/ 440903 w 2285916"/>
                  <a:gd name="connsiteY5" fmla="*/ 453301 h 1230898"/>
                  <a:gd name="connsiteX6" fmla="*/ 440903 w 2285916"/>
                  <a:gd name="connsiteY6" fmla="*/ 0 h 1230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916" h="1230898">
                    <a:moveTo>
                      <a:pt x="440903" y="0"/>
                    </a:moveTo>
                    <a:lnTo>
                      <a:pt x="2285916" y="0"/>
                    </a:lnTo>
                    <a:lnTo>
                      <a:pt x="2285916" y="1230898"/>
                    </a:lnTo>
                    <a:lnTo>
                      <a:pt x="0" y="1230898"/>
                    </a:lnTo>
                    <a:lnTo>
                      <a:pt x="0" y="453301"/>
                    </a:lnTo>
                    <a:lnTo>
                      <a:pt x="440903" y="453301"/>
                    </a:lnTo>
                    <a:lnTo>
                      <a:pt x="440903" y="0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CBBCDF8A-8ABF-C7DC-5224-227BDB3A08C8}"/>
                  </a:ext>
                </a:extLst>
              </p:cNvPr>
              <p:cNvSpPr/>
              <p:nvPr/>
            </p:nvSpPr>
            <p:spPr>
              <a:xfrm>
                <a:off x="8931377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D2D73D56-5086-36F9-2B5F-EAB73034B007}"/>
                  </a:ext>
                </a:extLst>
              </p:cNvPr>
              <p:cNvSpPr/>
              <p:nvPr/>
            </p:nvSpPr>
            <p:spPr>
              <a:xfrm>
                <a:off x="9414036" y="3257837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5E14C11C-04EF-594A-8D58-505BB31CFBB7}"/>
                  </a:ext>
                </a:extLst>
              </p:cNvPr>
              <p:cNvSpPr/>
              <p:nvPr/>
            </p:nvSpPr>
            <p:spPr>
              <a:xfrm>
                <a:off x="8931377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C3FAFC48-872E-FB10-4D1F-D4E0537CBD5E}"/>
                  </a:ext>
                </a:extLst>
              </p:cNvPr>
              <p:cNvSpPr/>
              <p:nvPr/>
            </p:nvSpPr>
            <p:spPr>
              <a:xfrm>
                <a:off x="9414036" y="3743525"/>
                <a:ext cx="419132" cy="4191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9C7F9ECA-90D2-E7DD-385C-EADD311A1845}"/>
                  </a:ext>
                </a:extLst>
              </p:cNvPr>
              <p:cNvSpPr/>
              <p:nvPr/>
            </p:nvSpPr>
            <p:spPr>
              <a:xfrm>
                <a:off x="7094508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A70EAE30-C12B-FAB3-B450-0854EBD0E2F3}"/>
                  </a:ext>
                </a:extLst>
              </p:cNvPr>
              <p:cNvSpPr/>
              <p:nvPr/>
            </p:nvSpPr>
            <p:spPr>
              <a:xfrm>
                <a:off x="9438102" y="2486528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D6B4A96C-0E73-B7F9-4425-C0F3E755CCBC}"/>
                  </a:ext>
                </a:extLst>
              </p:cNvPr>
              <p:cNvSpPr/>
              <p:nvPr/>
            </p:nvSpPr>
            <p:spPr>
              <a:xfrm>
                <a:off x="7094508" y="3769027"/>
                <a:ext cx="1816697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BAAEDB21-265C-9A21-0DA5-D02F0D944982}"/>
                  </a:ext>
                </a:extLst>
              </p:cNvPr>
              <p:cNvSpPr/>
              <p:nvPr/>
            </p:nvSpPr>
            <p:spPr>
              <a:xfrm>
                <a:off x="9438102" y="3769027"/>
                <a:ext cx="2256001" cy="24141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B8EA5FAF-D868-2923-B18A-E1A4D8565EA6}"/>
                  </a:ext>
                </a:extLst>
              </p:cNvPr>
              <p:cNvSpPr/>
              <p:nvPr/>
            </p:nvSpPr>
            <p:spPr>
              <a:xfrm>
                <a:off x="7094509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2C998FE3-1EE7-A60E-9261-B753C5CCC8B0}"/>
                  </a:ext>
                </a:extLst>
              </p:cNvPr>
              <p:cNvSpPr/>
              <p:nvPr/>
            </p:nvSpPr>
            <p:spPr>
              <a:xfrm>
                <a:off x="7094509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B67AA0A3-13F2-541C-76F6-5C1654788FC1}"/>
                  </a:ext>
                </a:extLst>
              </p:cNvPr>
              <p:cNvSpPr/>
              <p:nvPr/>
            </p:nvSpPr>
            <p:spPr>
              <a:xfrm>
                <a:off x="9833168" y="2708052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BD44E119-8279-5258-4B2F-7DD830350FA0}"/>
                  </a:ext>
                </a:extLst>
              </p:cNvPr>
              <p:cNvSpPr/>
              <p:nvPr/>
            </p:nvSpPr>
            <p:spPr>
              <a:xfrm>
                <a:off x="9833168" y="4043578"/>
                <a:ext cx="1831020" cy="91078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10" name="グラフィックス 109" descr="拡大鏡 単色塗りつぶし">
                <a:extLst>
                  <a:ext uri="{FF2B5EF4-FFF2-40B4-BE49-F238E27FC236}">
                    <ns2:creationId id="{9EDEC10F-0261-7FFF-EACE-08E747FE36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9443602" y="3287403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2" name="グラフィックス 111" descr="手のひらと植物 単色塗りつぶし">
                <a:extLst>
                  <a:ext uri="{FF2B5EF4-FFF2-40B4-BE49-F238E27FC236}">
                    <ns2:creationId id="{9C72F2DD-3672-2C51-B803-64AF213CD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443602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4" name="グラフィックス 113" descr="持続可能性 単色塗りつぶし">
                <a:extLst>
                  <a:ext uri="{FF2B5EF4-FFF2-40B4-BE49-F238E27FC236}">
                    <ns2:creationId id="{11303E79-F42C-CBCB-CE78-E5A7191554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960943" y="377309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6" name="グラフィックス 115" descr="葉 単色塗りつぶし">
                <a:extLst>
                  <a:ext uri="{FF2B5EF4-FFF2-40B4-BE49-F238E27FC236}">
                    <ns2:creationId id="{670D20A7-CD90-AEE5-002A-A3D966295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960943" y="3287403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186" name="グループ化 185">
            <a:extLst>
              <a:ext uri="{FF2B5EF4-FFF2-40B4-BE49-F238E27FC236}">
                <ns2:creationId id="{84886903-DA69-6CBE-2EC5-B0200E54D7E1}"/>
              </a:ext>
            </a:extLst>
          </p:cNvPr>
          <p:cNvGrpSpPr/>
          <p:nvPr/>
        </p:nvGrpSpPr>
        <p:grpSpPr>
          <a:xfrm>
            <a:off x="334963" y="5169212"/>
            <a:ext cx="11522073" cy="1131706"/>
            <a:chOff x="334963" y="5169212"/>
            <a:chExt cx="11522073" cy="1131706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6A336439-FC0E-63A5-9326-72F5E5701213}"/>
                </a:ext>
              </a:extLst>
            </p:cNvPr>
            <p:cNvSpPr/>
            <p:nvPr/>
          </p:nvSpPr>
          <p:spPr>
            <a:xfrm>
              <a:off x="334963" y="5325577"/>
              <a:ext cx="11522073" cy="975341"/>
            </a:xfrm>
            <a:prstGeom prst="roundRect">
              <a:avLst>
                <a:gd name="adj" fmla="val 4431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ns2:creationId id="{EAC8AA1D-D370-D3FB-5E13-DD02F339CE3E}"/>
                </a:ext>
              </a:extLst>
            </p:cNvPr>
            <p:cNvSpPr txBox="1"/>
            <p:nvPr/>
          </p:nvSpPr>
          <p:spPr>
            <a:xfrm>
              <a:off x="611724" y="5194637"/>
              <a:ext cx="1525994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(</a:t>
              </a:r>
              <a:r>
                <a:rPr lang="ja-JP" altLang="en-US" sz="1400" dirty="0">
                  <a:solidFill>
                    <a:srgbClr val="008000"/>
                  </a:solidFill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</a:rPr>
                <a:t>)</a:t>
              </a:r>
              <a:endParaRPr kumimoji="1" lang="ja-JP" altLang="en-US" sz="1400" dirty="0">
                <a:solidFill>
                  <a:srgbClr val="008000"/>
                </a:solidFill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D6052632-6BA7-54B1-A8E5-411834280C26}"/>
                </a:ext>
              </a:extLst>
            </p:cNvPr>
            <p:cNvSpPr/>
            <p:nvPr/>
          </p:nvSpPr>
          <p:spPr>
            <a:xfrm>
              <a:off x="899310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テキスト ボックス 88">
              <a:extLst>
                <a:ext uri="{FF2B5EF4-FFF2-40B4-BE49-F238E27FC236}">
                  <ns2:creationId id="{AA17D66E-1F73-5102-EA8E-E9A26C87FC57}"/>
                </a:ext>
              </a:extLst>
            </p:cNvPr>
            <p:cNvSpPr txBox="1"/>
            <p:nvPr/>
          </p:nvSpPr>
          <p:spPr>
            <a:xfrm>
              <a:off x="8885104" y="5747023"/>
              <a:ext cx="27211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F643294-43F2-5830-2817-3FFEEBBBA6E7}"/>
                </a:ext>
              </a:extLst>
            </p:cNvPr>
            <p:cNvSpPr/>
            <p:nvPr/>
          </p:nvSpPr>
          <p:spPr>
            <a:xfrm>
              <a:off x="505597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D54803E3-E8F8-CD69-7185-382FDDC4421D}"/>
                </a:ext>
              </a:extLst>
            </p:cNvPr>
            <p:cNvSpPr/>
            <p:nvPr/>
          </p:nvSpPr>
          <p:spPr>
            <a:xfrm>
              <a:off x="3334766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9DFE16A3-102B-65F5-F5BC-A659E8BE9770}"/>
                </a:ext>
              </a:extLst>
            </p:cNvPr>
            <p:cNvSpPr/>
            <p:nvPr/>
          </p:nvSpPr>
          <p:spPr>
            <a:xfrm>
              <a:off x="6163935" y="5734102"/>
              <a:ext cx="2721169" cy="500712"/>
            </a:xfrm>
            <a:prstGeom prst="roundRect">
              <a:avLst>
                <a:gd name="adj" fmla="val 740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6" name="テキスト ボックス 85">
              <a:extLst>
                <a:ext uri="{FF2B5EF4-FFF2-40B4-BE49-F238E27FC236}">
                  <ns2:creationId id="{B55C456A-28F3-E8A4-51D7-2B4E42FB200C}"/>
                </a:ext>
              </a:extLst>
            </p:cNvPr>
            <p:cNvSpPr txBox="1"/>
            <p:nvPr/>
          </p:nvSpPr>
          <p:spPr>
            <a:xfrm>
              <a:off x="468030" y="5747023"/>
              <a:ext cx="250319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01557D44-81E6-17E4-2940-3950AF6DC3D1}"/>
                </a:ext>
              </a:extLst>
            </p:cNvPr>
            <p:cNvSpPr txBox="1"/>
            <p:nvPr/>
          </p:nvSpPr>
          <p:spPr>
            <a:xfrm>
              <a:off x="3319469" y="5747023"/>
              <a:ext cx="24514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8" name="テキスト ボックス 87">
              <a:extLst>
                <a:ext uri="{FF2B5EF4-FFF2-40B4-BE49-F238E27FC236}">
                  <ns2:creationId id="{4F4D4B23-AA92-F52A-7312-C822B76796A9}"/>
                </a:ext>
              </a:extLst>
            </p:cNvPr>
            <p:cNvSpPr txBox="1"/>
            <p:nvPr/>
          </p:nvSpPr>
          <p:spPr>
            <a:xfrm>
              <a:off x="6151841" y="5747023"/>
              <a:ext cx="25548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ja-JP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266A2305-FCE2-7199-A33A-D7D192BD6408}"/>
                </a:ext>
              </a:extLst>
            </p:cNvPr>
            <p:cNvSpPr txBox="1"/>
            <p:nvPr/>
          </p:nvSpPr>
          <p:spPr>
            <a:xfrm>
              <a:off x="1224242" y="5412799"/>
              <a:ext cx="94068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400" dirty="0"/>
                <a:t>XX</a:t>
              </a:r>
              <a:r>
                <a:rPr lang="en-US" altLang="ja-JP" sz="1400" dirty="0"/>
                <a:t>(</a:t>
              </a:r>
              <a:r>
                <a:rPr lang="ja-JP" altLang="en-US" sz="1400" dirty="0"/>
                <a:t>XX</a:t>
              </a:r>
              <a:r>
                <a:rPr lang="en-US" altLang="ja-JP" sz="1400" dirty="0"/>
                <a:t>) </a:t>
              </a:r>
              <a:r>
                <a:rPr lang="ja-JP" altLang="en-US" sz="1400" dirty="0"/>
                <a:t>XX</a:t>
              </a:r>
            </a:p>
          </p:txBody>
        </p:sp>
        <p:pic>
          <p:nvPicPr>
            <p:cNvPr id="175" name="グラフィックス 174" descr="新規 単色塗りつぶし">
              <a:extLst>
                <a:ext uri="{FF2B5EF4-FFF2-40B4-BE49-F238E27FC236}">
                  <ns2:creationId id="{A8C4EB7D-F88D-8D9B-D843-32883B7139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354274" y="5851917"/>
              <a:ext cx="360000" cy="360000"/>
            </a:xfrm>
            <a:prstGeom prst="rect">
              <a:avLst/>
            </a:prstGeom>
          </p:spPr>
        </p:pic>
        <p:pic>
          <p:nvPicPr>
            <p:cNvPr id="179" name="グラフィックス 178" descr="スマート フォン 単色塗りつぶし">
              <a:extLst>
                <a:ext uri="{FF2B5EF4-FFF2-40B4-BE49-F238E27FC236}">
                  <ns2:creationId id="{2F0207DC-4C9D-B946-7403-7803353284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505779" y="5851918"/>
              <a:ext cx="360000" cy="360000"/>
            </a:xfrm>
            <a:prstGeom prst="rect">
              <a:avLst/>
            </a:prstGeom>
          </p:spPr>
        </p:pic>
        <p:pic>
          <p:nvPicPr>
            <p:cNvPr id="181" name="グラフィックス 180" descr="2 人の子供がいる家族 単色塗りつぶし">
              <a:extLst>
                <a:ext uri="{FF2B5EF4-FFF2-40B4-BE49-F238E27FC236}">
                  <ns2:creationId id="{1A07581D-BC93-A5CA-01CA-BB951DF445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639044" y="5851918"/>
              <a:ext cx="360000" cy="360000"/>
            </a:xfrm>
            <a:prstGeom prst="rect">
              <a:avLst/>
            </a:prstGeom>
          </p:spPr>
        </p:pic>
        <p:pic>
          <p:nvPicPr>
            <p:cNvPr id="183" name="グラフィックス 182" descr="脈打つハート 単色塗りつぶし">
              <a:extLst>
                <a:ext uri="{FF2B5EF4-FFF2-40B4-BE49-F238E27FC236}">
                  <ns2:creationId id="{39DFF1BC-9A18-BE77-2DF1-C77BA04418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846494" y="5851917"/>
              <a:ext cx="360000" cy="360000"/>
            </a:xfrm>
            <a:prstGeom prst="rect">
              <a:avLst/>
            </a:prstGeom>
          </p:spPr>
        </p:pic>
        <p:pic>
          <p:nvPicPr>
            <p:cNvPr id="185" name="グラフィックス 184" descr="ユーザー 単色塗りつぶし">
              <a:extLst>
                <a:ext uri="{FF2B5EF4-FFF2-40B4-BE49-F238E27FC236}">
                  <ns2:creationId id="{2CBAF363-6E95-C016-B4F9-EF27F8CFE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624189" y="5169212"/>
              <a:ext cx="360000" cy="360000"/>
            </a:xfrm>
            <a:prstGeom prst="rect">
              <a:avLst/>
            </a:prstGeom>
          </p:spPr>
        </p:pic>
      </p:grpSp>
      <p:grpSp>
        <p:nvGrpSpPr>
          <p:cNvPr id="187" name="グループ化 186">
            <a:extLst>
              <a:ext uri="{FF2B5EF4-FFF2-40B4-BE49-F238E27FC236}">
                <ns2:creationId id="{1C73965B-B6BA-A09C-F6D5-43232B754B08}"/>
              </a:ext>
            </a:extLst>
          </p:cNvPr>
          <p:cNvGrpSpPr/>
          <p:nvPr/>
        </p:nvGrpSpPr>
        <p:grpSpPr>
          <a:xfrm>
            <a:off x="334963" y="2396539"/>
            <a:ext cx="6304651" cy="2816870"/>
            <a:chOff x="334963" y="2396539"/>
            <a:chExt cx="6304651" cy="2816870"/>
          </a:xfrm>
        </p:grpSpPr>
        <p:sp>
          <p:nvSpPr>
            <p:cNvPr id="119" name="正方形/長方形 118">
              <a:extLst>
                <a:ext uri="{FF2B5EF4-FFF2-40B4-BE49-F238E27FC236}">
                  <ns2:creationId id="{3997FA60-6614-CC63-CAF6-1813495A6A01}"/>
                </a:ext>
              </a:extLst>
            </p:cNvPr>
            <p:cNvSpPr/>
            <p:nvPr/>
          </p:nvSpPr>
          <p:spPr>
            <a:xfrm>
              <a:off x="334963" y="2930076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8843560C-237C-5985-DF5A-28A6D7F5A5A5}"/>
                </a:ext>
              </a:extLst>
            </p:cNvPr>
            <p:cNvSpPr/>
            <p:nvPr/>
          </p:nvSpPr>
          <p:spPr>
            <a:xfrm>
              <a:off x="814652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A7E7F1FC-E56D-B3C0-B920-046A0717ECFD}"/>
                </a:ext>
              </a:extLst>
            </p:cNvPr>
            <p:cNvSpPr/>
            <p:nvPr/>
          </p:nvSpPr>
          <p:spPr>
            <a:xfrm>
              <a:off x="2768306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9C312E8-61B5-579B-4E67-52AF7E6174B3}"/>
                </a:ext>
              </a:extLst>
            </p:cNvPr>
            <p:cNvSpPr/>
            <p:nvPr/>
          </p:nvSpPr>
          <p:spPr>
            <a:xfrm>
              <a:off x="4721960" y="2396539"/>
              <a:ext cx="1917654" cy="499056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4249CDE8-58EA-EBB8-723F-91EC9C7C8259}"/>
                </a:ext>
              </a:extLst>
            </p:cNvPr>
            <p:cNvSpPr/>
            <p:nvPr/>
          </p:nvSpPr>
          <p:spPr>
            <a:xfrm>
              <a:off x="334963" y="339360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F9BE3121-6F28-73BE-38BA-03EF423C51E1}"/>
                </a:ext>
              </a:extLst>
            </p:cNvPr>
            <p:cNvSpPr/>
            <p:nvPr/>
          </p:nvSpPr>
          <p:spPr>
            <a:xfrm>
              <a:off x="334963" y="3857137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44D2F61-E2E1-B6CA-EC2A-4BA79E2BC2D9}"/>
                </a:ext>
              </a:extLst>
            </p:cNvPr>
            <p:cNvSpPr/>
            <p:nvPr/>
          </p:nvSpPr>
          <p:spPr>
            <a:xfrm>
              <a:off x="334963" y="4320668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テキスト ボックス 126">
              <a:extLst>
                <a:ext uri="{FF2B5EF4-FFF2-40B4-BE49-F238E27FC236}">
                  <ns2:creationId id="{937609A1-13D7-4876-355F-A6FFEBA0273D}"/>
                </a:ext>
              </a:extLst>
            </p:cNvPr>
            <p:cNvSpPr txBox="1"/>
            <p:nvPr/>
          </p:nvSpPr>
          <p:spPr>
            <a:xfrm>
              <a:off x="814652" y="2923693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8" name="テキスト ボックス 127">
              <a:extLst>
                <a:ext uri="{FF2B5EF4-FFF2-40B4-BE49-F238E27FC236}">
                  <ns2:creationId id="{DC022269-8C3C-5CD2-C88A-7E80EAAA1445}"/>
                </a:ext>
              </a:extLst>
            </p:cNvPr>
            <p:cNvSpPr txBox="1"/>
            <p:nvPr/>
          </p:nvSpPr>
          <p:spPr>
            <a:xfrm>
              <a:off x="2210404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29" name="テキスト ボックス 128">
              <a:extLst>
                <a:ext uri="{FF2B5EF4-FFF2-40B4-BE49-F238E27FC236}">
                  <ns2:creationId id="{590D0F04-13B6-617C-EC8D-FD213EA01995}"/>
                </a:ext>
              </a:extLst>
            </p:cNvPr>
            <p:cNvSpPr txBox="1"/>
            <p:nvPr/>
          </p:nvSpPr>
          <p:spPr>
            <a:xfrm>
              <a:off x="814652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0" name="テキスト ボックス 129">
              <a:extLst>
                <a:ext uri="{FF2B5EF4-FFF2-40B4-BE49-F238E27FC236}">
                  <ns2:creationId id="{2FB77F6D-5124-DAB2-E18A-59997E1DCAF5}"/>
                </a:ext>
              </a:extLst>
            </p:cNvPr>
            <p:cNvSpPr txBox="1"/>
            <p:nvPr/>
          </p:nvSpPr>
          <p:spPr>
            <a:xfrm>
              <a:off x="2210404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32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1" name="テキスト ボックス 130">
              <a:extLst>
                <a:ext uri="{FF2B5EF4-FFF2-40B4-BE49-F238E27FC236}">
                  <ns2:creationId id="{B0BCE5DC-408F-778E-D079-B3B2A080AA06}"/>
                </a:ext>
              </a:extLst>
            </p:cNvPr>
            <p:cNvSpPr txBox="1"/>
            <p:nvPr/>
          </p:nvSpPr>
          <p:spPr>
            <a:xfrm>
              <a:off x="814652" y="3850754"/>
              <a:ext cx="1395752" cy="440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r>
                <a:rPr kumimoji="1" lang="ja-JP" altLang="en-US" sz="1100" dirty="0"/>
                <a:t> </a:t>
              </a:r>
              <a:r>
                <a:rPr kumimoji="1" lang="en-US" altLang="ja-JP" sz="1100" dirty="0"/>
                <a:t>/</a:t>
              </a:r>
            </a:p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ns2:creationId id="{84FA3589-573D-9AD6-B16F-7F958D74E467}"/>
                </a:ext>
              </a:extLst>
            </p:cNvPr>
            <p:cNvSpPr txBox="1"/>
            <p:nvPr/>
          </p:nvSpPr>
          <p:spPr>
            <a:xfrm>
              <a:off x="2210404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ns2:creationId id="{6B1F3D04-C7AF-8380-855C-4C9B76DFB9E7}"/>
                </a:ext>
              </a:extLst>
            </p:cNvPr>
            <p:cNvSpPr txBox="1"/>
            <p:nvPr/>
          </p:nvSpPr>
          <p:spPr>
            <a:xfrm>
              <a:off x="814652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ns2:creationId id="{1E53FB89-2D60-F40B-3CA6-998CDAE63AF3}"/>
                </a:ext>
              </a:extLst>
            </p:cNvPr>
            <p:cNvSpPr txBox="1"/>
            <p:nvPr/>
          </p:nvSpPr>
          <p:spPr>
            <a:xfrm>
              <a:off x="2210404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5" name="テキスト ボックス 134">
              <a:extLst>
                <a:ext uri="{FF2B5EF4-FFF2-40B4-BE49-F238E27FC236}">
                  <ns2:creationId id="{ECAAE9D7-60B1-09D5-7786-2999DF77F8AB}"/>
                </a:ext>
              </a:extLst>
            </p:cNvPr>
            <p:cNvSpPr txBox="1"/>
            <p:nvPr/>
          </p:nvSpPr>
          <p:spPr>
            <a:xfrm>
              <a:off x="814652" y="4782522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36" name="テキスト ボックス 135">
              <a:extLst>
                <a:ext uri="{FF2B5EF4-FFF2-40B4-BE49-F238E27FC236}">
                  <ns2:creationId id="{604C407C-7B38-2D44-AAFB-99A005D776CB}"/>
                </a:ext>
              </a:extLst>
            </p:cNvPr>
            <p:cNvSpPr txBox="1"/>
            <p:nvPr/>
          </p:nvSpPr>
          <p:spPr>
            <a:xfrm>
              <a:off x="2210404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B9C1A244-DD11-488E-E5A6-4BD0822E4FF7}"/>
                </a:ext>
              </a:extLst>
            </p:cNvPr>
            <p:cNvSpPr txBox="1"/>
            <p:nvPr/>
          </p:nvSpPr>
          <p:spPr>
            <a:xfrm>
              <a:off x="2763030" y="2939940"/>
              <a:ext cx="1453430" cy="407804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ns2:creationId id="{7669863E-61BA-26F6-422B-919857EECA72}"/>
                </a:ext>
              </a:extLst>
            </p:cNvPr>
            <p:cNvSpPr txBox="1"/>
            <p:nvPr/>
          </p:nvSpPr>
          <p:spPr>
            <a:xfrm>
              <a:off x="4158782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39" name="テキスト ボックス 138">
              <a:extLst>
                <a:ext uri="{FF2B5EF4-FFF2-40B4-BE49-F238E27FC236}">
                  <ns2:creationId id="{2040B7E9-03F6-128D-CCAA-DF78E2765CB9}"/>
                </a:ext>
              </a:extLst>
            </p:cNvPr>
            <p:cNvSpPr txBox="1"/>
            <p:nvPr/>
          </p:nvSpPr>
          <p:spPr>
            <a:xfrm>
              <a:off x="2763030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0" name="テキスト ボックス 139">
              <a:extLst>
                <a:ext uri="{FF2B5EF4-FFF2-40B4-BE49-F238E27FC236}">
                  <ns2:creationId id="{71A7E86E-DEE2-9104-4528-815CFD63720B}"/>
                </a:ext>
              </a:extLst>
            </p:cNvPr>
            <p:cNvSpPr txBox="1"/>
            <p:nvPr/>
          </p:nvSpPr>
          <p:spPr>
            <a:xfrm>
              <a:off x="4158782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1" name="テキスト ボックス 140">
              <a:extLst>
                <a:ext uri="{FF2B5EF4-FFF2-40B4-BE49-F238E27FC236}">
                  <ns2:creationId id="{00668582-F572-BA13-BE17-338D787D0E56}"/>
                </a:ext>
              </a:extLst>
            </p:cNvPr>
            <p:cNvSpPr txBox="1"/>
            <p:nvPr/>
          </p:nvSpPr>
          <p:spPr>
            <a:xfrm>
              <a:off x="2763030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2" name="テキスト ボックス 141">
              <a:extLst>
                <a:ext uri="{FF2B5EF4-FFF2-40B4-BE49-F238E27FC236}">
                  <ns2:creationId id="{3AC7F61B-7706-AE5A-029A-391E62379115}"/>
                </a:ext>
              </a:extLst>
            </p:cNvPr>
            <p:cNvSpPr txBox="1"/>
            <p:nvPr/>
          </p:nvSpPr>
          <p:spPr>
            <a:xfrm>
              <a:off x="4158782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r>
                <a:rPr kumimoji="1" lang="en-US" altLang="ja-JP" sz="1100" dirty="0"/>
                <a:t>%</a:t>
              </a:r>
              <a:endParaRPr kumimoji="1" lang="ja-JP" altLang="en-US" sz="1100" dirty="0"/>
            </a:p>
          </p:txBody>
        </p:sp>
        <p:sp>
          <p:nvSpPr>
            <p:cNvPr id="143" name="テキスト ボックス 142">
              <a:extLst>
                <a:ext uri="{FF2B5EF4-FFF2-40B4-BE49-F238E27FC236}">
                  <ns2:creationId id="{4A3A2293-7711-2736-2971-045BE2CFDA17}"/>
                </a:ext>
              </a:extLst>
            </p:cNvPr>
            <p:cNvSpPr txBox="1"/>
            <p:nvPr/>
          </p:nvSpPr>
          <p:spPr>
            <a:xfrm>
              <a:off x="2763030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kumimoji="1" lang="en-US" altLang="ja-JP" sz="1100" dirty="0">
                  <a:solidFill>
                    <a:srgbClr val="008000"/>
                  </a:solidFill>
                </a:rPr>
              </a:br>
              <a:r>
                <a:rPr kumimoji="1" lang="en-US" altLang="ja-JP" sz="1100" dirty="0">
                  <a:solidFill>
                    <a:srgbClr val="008000"/>
                  </a:solidFill>
                </a:rPr>
                <a:t>XX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4" name="テキスト ボックス 143">
              <a:extLst>
                <a:ext uri="{FF2B5EF4-FFF2-40B4-BE49-F238E27FC236}">
                  <ns2:creationId id="{BCB05B72-969D-C91C-6A93-7EA7EBB937A0}"/>
                </a:ext>
              </a:extLst>
            </p:cNvPr>
            <p:cNvSpPr txBox="1"/>
            <p:nvPr/>
          </p:nvSpPr>
          <p:spPr>
            <a:xfrm>
              <a:off x="4158782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kumimoji="1" lang="en-US" altLang="ja-JP" sz="1100" dirty="0">
                  <a:solidFill>
                    <a:srgbClr val="008000"/>
                  </a:solidFill>
                </a:rPr>
                <a:t>%</a:t>
              </a:r>
              <a:endParaRPr kumimoji="1"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45" name="テキスト ボックス 144">
              <a:extLst>
                <a:ext uri="{FF2B5EF4-FFF2-40B4-BE49-F238E27FC236}">
                  <ns2:creationId id="{4A34ABBF-A22D-F59E-A3F2-EADCED25AAE9}"/>
                </a:ext>
              </a:extLst>
            </p:cNvPr>
            <p:cNvSpPr txBox="1"/>
            <p:nvPr/>
          </p:nvSpPr>
          <p:spPr>
            <a:xfrm>
              <a:off x="2763030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6" name="テキスト ボックス 145">
              <a:extLst>
                <a:ext uri="{FF2B5EF4-FFF2-40B4-BE49-F238E27FC236}">
                  <ns2:creationId id="{1902C4C5-4505-FEE7-DC2B-C49349B696AD}"/>
                </a:ext>
              </a:extLst>
            </p:cNvPr>
            <p:cNvSpPr txBox="1"/>
            <p:nvPr/>
          </p:nvSpPr>
          <p:spPr>
            <a:xfrm>
              <a:off x="4158782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7" name="テキスト ボックス 146">
              <a:extLst>
                <a:ext uri="{FF2B5EF4-FFF2-40B4-BE49-F238E27FC236}">
                  <ns2:creationId id="{4AB94242-ACB4-4E80-9186-2F6204E0C286}"/>
                </a:ext>
              </a:extLst>
            </p:cNvPr>
            <p:cNvSpPr txBox="1"/>
            <p:nvPr/>
          </p:nvSpPr>
          <p:spPr>
            <a:xfrm>
              <a:off x="4726415" y="2943786"/>
              <a:ext cx="1450385" cy="4001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000"/>
                  </a:solidFill>
                </a:rPr>
                <a:t>XX</a:t>
              </a:r>
              <a:endParaRPr kumimoji="1" lang="ja-JP" altLang="en-US" sz="1000" dirty="0">
                <a:solidFill>
                  <a:srgbClr val="008000"/>
                </a:solidFill>
              </a:endParaRPr>
            </a:p>
          </p:txBody>
        </p:sp>
        <p:sp>
          <p:nvSpPr>
            <p:cNvPr id="148" name="テキスト ボックス 147">
              <a:extLst>
                <a:ext uri="{FF2B5EF4-FFF2-40B4-BE49-F238E27FC236}">
                  <ns2:creationId id="{807B7051-A2DE-92BC-0BC9-770285330260}"/>
                </a:ext>
              </a:extLst>
            </p:cNvPr>
            <p:cNvSpPr txBox="1"/>
            <p:nvPr/>
          </p:nvSpPr>
          <p:spPr>
            <a:xfrm>
              <a:off x="6122168" y="292839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49" name="テキスト ボックス 148">
              <a:extLst>
                <a:ext uri="{FF2B5EF4-FFF2-40B4-BE49-F238E27FC236}">
                  <ns2:creationId id="{2E3D559F-B957-A634-1394-360259C58078}"/>
                </a:ext>
              </a:extLst>
            </p:cNvPr>
            <p:cNvSpPr txBox="1"/>
            <p:nvPr/>
          </p:nvSpPr>
          <p:spPr>
            <a:xfrm>
              <a:off x="4726416" y="347656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0" name="テキスト ボックス 149">
              <a:extLst>
                <a:ext uri="{FF2B5EF4-FFF2-40B4-BE49-F238E27FC236}">
                  <ns2:creationId id="{DA8F544C-A576-D6DC-123B-6FD7E63BA701}"/>
                </a:ext>
              </a:extLst>
            </p:cNvPr>
            <p:cNvSpPr txBox="1"/>
            <p:nvPr/>
          </p:nvSpPr>
          <p:spPr>
            <a:xfrm>
              <a:off x="6122168" y="3391928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1" name="テキスト ボックス 150">
              <a:extLst>
                <a:ext uri="{FF2B5EF4-FFF2-40B4-BE49-F238E27FC236}">
                  <ns2:creationId id="{18BC4909-44D3-F46C-D8BD-F3328639ABD4}"/>
                </a:ext>
              </a:extLst>
            </p:cNvPr>
            <p:cNvSpPr txBox="1"/>
            <p:nvPr/>
          </p:nvSpPr>
          <p:spPr>
            <a:xfrm>
              <a:off x="4726416" y="3940097"/>
              <a:ext cx="139575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2" name="テキスト ボックス 151">
              <a:extLst>
                <a:ext uri="{FF2B5EF4-FFF2-40B4-BE49-F238E27FC236}">
                  <ns2:creationId id="{2A6432A5-973D-8D8D-5109-FF4AE8DE7BB4}"/>
                </a:ext>
              </a:extLst>
            </p:cNvPr>
            <p:cNvSpPr txBox="1"/>
            <p:nvPr/>
          </p:nvSpPr>
          <p:spPr>
            <a:xfrm>
              <a:off x="6122168" y="385546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3" name="テキスト ボックス 152">
              <a:extLst>
                <a:ext uri="{FF2B5EF4-FFF2-40B4-BE49-F238E27FC236}">
                  <ns2:creationId id="{013958BB-9353-C75C-2058-5333F74112FB}"/>
                </a:ext>
              </a:extLst>
            </p:cNvPr>
            <p:cNvSpPr txBox="1"/>
            <p:nvPr/>
          </p:nvSpPr>
          <p:spPr>
            <a:xfrm>
              <a:off x="4726416" y="4318990"/>
              <a:ext cx="1395752" cy="430887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r>
                <a:rPr lang="ja-JP" altLang="en-US" sz="1100" dirty="0">
                  <a:solidFill>
                    <a:srgbClr val="008000"/>
                  </a:solidFill>
                </a:rPr>
                <a:t> </a:t>
              </a:r>
              <a:r>
                <a:rPr lang="en-US" altLang="ja-JP" sz="1100" dirty="0">
                  <a:solidFill>
                    <a:srgbClr val="008000"/>
                  </a:solidFill>
                </a:rPr>
                <a:t>/</a:t>
              </a:r>
              <a:br>
                <a:rPr lang="en-US" altLang="ja-JP" sz="1100" dirty="0">
                  <a:solidFill>
                    <a:srgbClr val="008000"/>
                  </a:solidFill>
                </a:rPr>
              </a:br>
              <a:r>
                <a:rPr lang="en-US" altLang="ja-JP" sz="1100" dirty="0">
                  <a:solidFill>
                    <a:srgbClr val="008000"/>
                  </a:solidFill>
                </a:rPr>
                <a:t>XX</a:t>
              </a:r>
              <a:endParaRPr lang="ja-JP" altLang="en-US" sz="1100" dirty="0">
                <a:solidFill>
                  <a:srgbClr val="008000"/>
                </a:solidFill>
              </a:endParaRPr>
            </a:p>
          </p:txBody>
        </p:sp>
        <p:sp>
          <p:nvSpPr>
            <p:cNvPr id="154" name="テキスト ボックス 153">
              <a:extLst>
                <a:ext uri="{FF2B5EF4-FFF2-40B4-BE49-F238E27FC236}">
                  <ns2:creationId id="{6C3D08B6-6187-C876-800B-5B67A369525F}"/>
                </a:ext>
              </a:extLst>
            </p:cNvPr>
            <p:cNvSpPr txBox="1"/>
            <p:nvPr/>
          </p:nvSpPr>
          <p:spPr>
            <a:xfrm>
              <a:off x="6122168" y="4318990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sp>
          <p:nvSpPr>
            <p:cNvPr id="155" name="テキスト ボックス 154">
              <a:extLst>
                <a:ext uri="{FF2B5EF4-FFF2-40B4-BE49-F238E27FC236}">
                  <ns2:creationId id="{DA589B15-7189-BE08-57F0-3BEC5007BA1F}"/>
                </a:ext>
              </a:extLst>
            </p:cNvPr>
            <p:cNvSpPr txBox="1"/>
            <p:nvPr/>
          </p:nvSpPr>
          <p:spPr>
            <a:xfrm>
              <a:off x="4726416" y="4867159"/>
              <a:ext cx="1395752" cy="261610"/>
            </a:xfrm>
            <a:prstGeom prst="rect">
              <a:avLst/>
            </a:prstGeom>
            <a:noFill/>
          </p:spPr>
          <p:txBody>
            <a:bodyPr wrap="square" lIns="72000" rIns="36000" rtlCol="0">
              <a:spAutoFit/>
            </a:bodyPr>
            <a:lstStyle/>
            <a:p>
              <a:pPr algn="ctr"/>
              <a:r>
                <a:rPr lang="en-US" altLang="ja-JP" sz="1100" dirty="0"/>
                <a:t>XX</a:t>
              </a:r>
              <a:endParaRPr lang="ja-JP" altLang="en-US" sz="1100" dirty="0"/>
            </a:p>
          </p:txBody>
        </p:sp>
        <p:sp>
          <p:nvSpPr>
            <p:cNvPr id="156" name="テキスト ボックス 155">
              <a:extLst>
                <a:ext uri="{FF2B5EF4-FFF2-40B4-BE49-F238E27FC236}">
                  <ns2:creationId id="{E53B8CDD-026D-419E-97F5-EB4E1F751538}"/>
                </a:ext>
              </a:extLst>
            </p:cNvPr>
            <p:cNvSpPr txBox="1"/>
            <p:nvPr/>
          </p:nvSpPr>
          <p:spPr>
            <a:xfrm>
              <a:off x="6122168" y="4782522"/>
              <a:ext cx="4949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/>
                <a:t>XX</a:t>
              </a:r>
              <a:endParaRPr kumimoji="1" lang="ja-JP" altLang="en-US" sz="1100" dirty="0"/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8B38D2B6-9CD6-6E3C-10D6-3FD9C3CAB6A7}"/>
                </a:ext>
              </a:extLst>
            </p:cNvPr>
            <p:cNvGrpSpPr/>
            <p:nvPr/>
          </p:nvGrpSpPr>
          <p:grpSpPr>
            <a:xfrm>
              <a:off x="814652" y="3372062"/>
              <a:ext cx="5802464" cy="0"/>
              <a:chOff x="814652" y="3379746"/>
              <a:chExt cx="5802464" cy="0"/>
            </a:xfrm>
          </p:grpSpPr>
          <p:cxnSp>
            <p:nvCxnSpPr>
              <p:cNvPr id="158" name="直線コネクタ 157">
                <a:extLst>
                  <a:ext uri="{FF2B5EF4-FFF2-40B4-BE49-F238E27FC236}">
                    <ns2:creationId id="{06DBCB5F-56C6-C812-3AC3-257202C561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直線コネクタ 158">
                <a:extLst>
                  <a:ext uri="{FF2B5EF4-FFF2-40B4-BE49-F238E27FC236}">
                    <ns2:creationId id="{2B0A1848-3528-CC86-339A-DCB73D5EDB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ns2:creationId id="{01D02303-1539-382E-AE6F-C4226A18A9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2" name="グループ化 161">
              <a:extLst>
                <a:ext uri="{FF2B5EF4-FFF2-40B4-BE49-F238E27FC236}">
                  <ns2:creationId id="{B0BF5300-58C9-8A2A-25B3-05AF887B6CFC}"/>
                </a:ext>
              </a:extLst>
            </p:cNvPr>
            <p:cNvGrpSpPr/>
            <p:nvPr/>
          </p:nvGrpSpPr>
          <p:grpSpPr>
            <a:xfrm>
              <a:off x="814652" y="3841029"/>
              <a:ext cx="5802464" cy="0"/>
              <a:chOff x="814652" y="3379746"/>
              <a:chExt cx="5802464" cy="0"/>
            </a:xfrm>
          </p:grpSpPr>
          <p:cxnSp>
            <p:nvCxnSpPr>
              <p:cNvPr id="163" name="直線コネクタ 162">
                <a:extLst>
                  <a:ext uri="{FF2B5EF4-FFF2-40B4-BE49-F238E27FC236}">
                    <ns2:creationId id="{571CCA07-2ABB-5E3A-A48E-D02A2E0930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コネクタ 163">
                <a:extLst>
                  <a:ext uri="{FF2B5EF4-FFF2-40B4-BE49-F238E27FC236}">
                    <ns2:creationId id="{24F9CFC5-FCEE-44E9-CB6D-F0DE099C58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直線コネクタ 164">
                <a:extLst>
                  <a:ext uri="{FF2B5EF4-FFF2-40B4-BE49-F238E27FC236}">
                    <ns2:creationId id="{31B993C7-C36D-EB27-CE87-3F956B9CF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グループ化 165">
              <a:extLst>
                <a:ext uri="{FF2B5EF4-FFF2-40B4-BE49-F238E27FC236}">
                  <ns2:creationId id="{01963109-58A1-BB17-5E0D-185765C470E9}"/>
                </a:ext>
              </a:extLst>
            </p:cNvPr>
            <p:cNvGrpSpPr/>
            <p:nvPr/>
          </p:nvGrpSpPr>
          <p:grpSpPr>
            <a:xfrm>
              <a:off x="814652" y="4304508"/>
              <a:ext cx="5802464" cy="0"/>
              <a:chOff x="814652" y="3379746"/>
              <a:chExt cx="5802464" cy="0"/>
            </a:xfrm>
          </p:grpSpPr>
          <p:cxnSp>
            <p:nvCxnSpPr>
              <p:cNvPr id="167" name="直線コネクタ 166">
                <a:extLst>
                  <a:ext uri="{FF2B5EF4-FFF2-40B4-BE49-F238E27FC236}">
                    <ns2:creationId id="{873CC5E2-5237-D5BB-70C2-2029F95E5C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線コネクタ 167">
                <a:extLst>
                  <a:ext uri="{FF2B5EF4-FFF2-40B4-BE49-F238E27FC236}">
                    <ns2:creationId id="{BD46B3FE-7748-AEF8-15EF-4F0308651D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線コネクタ 168">
                <a:extLst>
                  <a:ext uri="{FF2B5EF4-FFF2-40B4-BE49-F238E27FC236}">
                    <ns2:creationId id="{AC6361C6-63D4-5B34-2C96-3F76905A29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0" name="グループ化 169">
              <a:extLst>
                <a:ext uri="{FF2B5EF4-FFF2-40B4-BE49-F238E27FC236}">
                  <ns2:creationId id="{2112CF48-5A5A-DC95-EA0F-FECFDABBE500}"/>
                </a:ext>
              </a:extLst>
            </p:cNvPr>
            <p:cNvGrpSpPr/>
            <p:nvPr/>
          </p:nvGrpSpPr>
          <p:grpSpPr>
            <a:xfrm>
              <a:off x="814652" y="4760800"/>
              <a:ext cx="5802464" cy="0"/>
              <a:chOff x="814652" y="3379746"/>
              <a:chExt cx="5802464" cy="0"/>
            </a:xfrm>
          </p:grpSpPr>
          <p:cxnSp>
            <p:nvCxnSpPr>
              <p:cNvPr id="171" name="直線コネクタ 170">
                <a:extLst>
                  <a:ext uri="{FF2B5EF4-FFF2-40B4-BE49-F238E27FC236}">
                    <ns2:creationId id="{EFF3DBDF-8DFA-3E5D-FB18-B9B0056544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4652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線コネクタ 171">
                <a:extLst>
                  <a:ext uri="{FF2B5EF4-FFF2-40B4-BE49-F238E27FC236}">
                    <ns2:creationId id="{BC5E74D4-6408-0E2D-E945-CA8D5127A6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1730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0BAABD52-9E3D-1B9D-E8CD-896CF148C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5116" y="3379746"/>
                <a:ext cx="1872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6" name="正方形/長方形 125">
              <a:extLst>
                <a:ext uri="{FF2B5EF4-FFF2-40B4-BE49-F238E27FC236}">
                  <ns2:creationId id="{804FDB13-FDA2-B898-98B0-C04D64EDC842}"/>
                </a:ext>
              </a:extLst>
            </p:cNvPr>
            <p:cNvSpPr/>
            <p:nvPr/>
          </p:nvSpPr>
          <p:spPr>
            <a:xfrm>
              <a:off x="334963" y="4784199"/>
              <a:ext cx="407687" cy="42753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1607056394"/>
      </p:ext>
    </p:extLst>
  </p:cSld>
  <p:clrMapOvr>
    <a:masterClrMapping/>
  </p:clrMapOvr>
</p:sld>
</file>

<file path=ppt/slides/slide229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AF90569-217D-A7C3-0FEF-4968392F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9AB64DC-4219-F5FE-A481-DE88A24158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7" name="Rectangle 1">
            <a:extLst>
              <a:ext uri="{FF2B5EF4-FFF2-40B4-BE49-F238E27FC236}">
                <ns2:creationId id="{B8998F65-857C-D81E-2101-1E0E32182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9389" y="1077610"/>
            <a:ext cx="184731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ns3:hiddenFill>
                <a:solidFill>
                  <a:schemeClr val="accent1"/>
                </a:solidFill>
              </ns3:hiddenFill>
            </a:ext>
            <a:ext uri="{91240B29-F687-4F45-9708-019B960494DF}">
              <ns3:hiddenLine w="9525">
                <a:solidFill>
                  <a:schemeClr val="tx1"/>
                </a:solidFill>
                <a:miter lim="800000"/>
                <a:headEnd/>
                <a:tailEnd/>
              </ns3:hiddenLine>
            </a:ext>
            <a:ext uri="{AF507438-7753-43E0-B8FC-AC1667EBCBE1}">
              <ns3:hiddenEffects>
                <a:effectLst>
                  <a:outerShdw dist="35921" dir="2700000" algn="ctr" rotWithShape="0">
                    <a:schemeClr val="bg2"/>
                  </a:outerShdw>
                </a:effectLst>
              </ns3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 sz="1100"/>
          </a:p>
        </p:txBody>
      </p:sp>
      <p:grpSp>
        <p:nvGrpSpPr>
          <p:cNvPr id="147" name="グループ化 146">
            <a:extLst>
              <a:ext uri="{FF2B5EF4-FFF2-40B4-BE49-F238E27FC236}">
                <ns2:creationId id="{66BACFEA-DDB2-8613-61FC-08B6232E25BC}"/>
              </a:ext>
            </a:extLst>
          </p:cNvPr>
          <p:cNvGrpSpPr/>
          <p:nvPr/>
        </p:nvGrpSpPr>
        <p:grpSpPr>
          <a:xfrm>
            <a:off x="340466" y="1640319"/>
            <a:ext cx="11515046" cy="4676113"/>
            <a:chOff x="340466" y="1640319"/>
            <a:chExt cx="11515046" cy="4676113"/>
          </a:xfrm>
        </p:grpSpPr>
        <p:sp>
          <p:nvSpPr>
            <p:cNvPr id="56" name="矢印: 五方向 8">
              <a:extLst>
                <a:ext uri="{FF2B5EF4-FFF2-40B4-BE49-F238E27FC236}">
                  <ns2:creationId id="{2B21B2E1-8802-C5A0-D47E-AAD1E3DCCB95}"/>
                </a:ext>
              </a:extLst>
            </p:cNvPr>
            <p:cNvSpPr/>
            <p:nvPr/>
          </p:nvSpPr>
          <p:spPr>
            <a:xfrm>
              <a:off x="9695512" y="2028561"/>
              <a:ext cx="216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8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矢印: 五方向 69">
              <a:extLst>
                <a:ext uri="{FF2B5EF4-FFF2-40B4-BE49-F238E27FC236}">
                  <ns2:creationId id="{70F69DB6-7A89-B43D-EC8E-041CD8FEFB97}"/>
                </a:ext>
              </a:extLst>
            </p:cNvPr>
            <p:cNvSpPr/>
            <p:nvPr/>
          </p:nvSpPr>
          <p:spPr>
            <a:xfrm>
              <a:off x="4063988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6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矢印: 五方向 70">
              <a:extLst>
                <a:ext uri="{FF2B5EF4-FFF2-40B4-BE49-F238E27FC236}">
                  <ns2:creationId id="{50588CF5-489D-6329-64C9-2C4F0649C276}"/>
                </a:ext>
              </a:extLst>
            </p:cNvPr>
            <p:cNvSpPr/>
            <p:nvPr/>
          </p:nvSpPr>
          <p:spPr>
            <a:xfrm>
              <a:off x="6645749" y="2028561"/>
              <a:ext cx="2988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7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矢印: 五方向 69">
              <a:extLst>
                <a:ext uri="{FF2B5EF4-FFF2-40B4-BE49-F238E27FC236}">
                  <ns2:creationId id="{578CB91A-7A81-9F9D-77CB-F62AAD593FCF}"/>
                </a:ext>
              </a:extLst>
            </p:cNvPr>
            <p:cNvSpPr/>
            <p:nvPr/>
          </p:nvSpPr>
          <p:spPr>
            <a:xfrm>
              <a:off x="1482227" y="2028561"/>
              <a:ext cx="2520000" cy="342000"/>
            </a:xfrm>
            <a:prstGeom prst="homePlate">
              <a:avLst>
                <a:gd name="adj" fmla="val 23315"/>
              </a:avLst>
            </a:prstGeom>
            <a:solidFill>
              <a:srgbClr val="008000">
                <a:alpha val="5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5607BE7C-BEDB-8EEC-546E-30F0A5756378}"/>
                </a:ext>
              </a:extLst>
            </p:cNvPr>
            <p:cNvSpPr/>
            <p:nvPr/>
          </p:nvSpPr>
          <p:spPr>
            <a:xfrm>
              <a:off x="1487670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13FA2255-8595-AEB1-08A2-E33E16DC7FF1}"/>
                </a:ext>
              </a:extLst>
            </p:cNvPr>
            <p:cNvSpPr/>
            <p:nvPr/>
          </p:nvSpPr>
          <p:spPr>
            <a:xfrm>
              <a:off x="4074875" y="1640319"/>
              <a:ext cx="2448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DF87CDFE-5C76-D8DC-9879-A8E8C5DCDEFC}"/>
                </a:ext>
              </a:extLst>
            </p:cNvPr>
            <p:cNvSpPr/>
            <p:nvPr/>
          </p:nvSpPr>
          <p:spPr>
            <a:xfrm>
              <a:off x="6662077" y="1640319"/>
              <a:ext cx="2909905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E7DA87CF-1841-2490-1AE3-5CBA6F194696}"/>
                </a:ext>
              </a:extLst>
            </p:cNvPr>
            <p:cNvSpPr/>
            <p:nvPr/>
          </p:nvSpPr>
          <p:spPr>
            <a:xfrm>
              <a:off x="9717285" y="1640320"/>
              <a:ext cx="2070000" cy="342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ns2:creationId id="{FD26A231-6F31-4399-67EC-65C6F2A54601}"/>
                </a:ext>
              </a:extLst>
            </p:cNvPr>
            <p:cNvGrpSpPr/>
            <p:nvPr/>
          </p:nvGrpSpPr>
          <p:grpSpPr>
            <a:xfrm>
              <a:off x="1516102" y="2433512"/>
              <a:ext cx="2419568" cy="983698"/>
              <a:chOff x="1516102" y="2433512"/>
              <a:chExt cx="2419568" cy="98369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5C418F5E-8504-B64A-8D77-042394800D6A}"/>
                  </a:ext>
                </a:extLst>
              </p:cNvPr>
              <p:cNvSpPr/>
              <p:nvPr/>
            </p:nvSpPr>
            <p:spPr>
              <a:xfrm>
                <a:off x="1516102" y="2433512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A0359733-8490-C1E7-CA25-142F1F866038}"/>
                  </a:ext>
                </a:extLst>
              </p:cNvPr>
              <p:cNvSpPr/>
              <p:nvPr/>
            </p:nvSpPr>
            <p:spPr>
              <a:xfrm>
                <a:off x="1516102" y="3165210"/>
                <a:ext cx="1080000" cy="25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4328CB76-1417-A7A4-A18A-927AC2BC62AB}"/>
                  </a:ext>
                </a:extLst>
              </p:cNvPr>
              <p:cNvSpPr/>
              <p:nvPr/>
            </p:nvSpPr>
            <p:spPr>
              <a:xfrm>
                <a:off x="2855670" y="2709361"/>
                <a:ext cx="1080000" cy="432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kumimoji="1"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771A344E-9253-0D4C-FAB3-86AE4F9D612F}"/>
                  </a:ext>
                </a:extLst>
              </p:cNvPr>
              <p:cNvCxnSpPr>
                <a:stCxn id="4" idx="3"/>
                <a:endCxn id="6" idx="1"/>
              </p:cNvCxnSpPr>
              <p:nvPr/>
            </p:nvCxnSpPr>
            <p:spPr>
              <a:xfrm>
                <a:off x="2596102" y="2559512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コネクタ: カギ線 29">
                <a:extLst>
                  <a:ext uri="{FF2B5EF4-FFF2-40B4-BE49-F238E27FC236}">
                    <ns2:creationId id="{4646EB75-0DF7-CA4C-2499-F85F9A551792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2596102" y="2925361"/>
                <a:ext cx="259568" cy="365849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グループ化 93">
              <a:extLst>
                <a:ext uri="{FF2B5EF4-FFF2-40B4-BE49-F238E27FC236}">
                  <ns2:creationId id="{60420B15-52A7-2328-597A-711E5FF06578}"/>
                </a:ext>
              </a:extLst>
            </p:cNvPr>
            <p:cNvGrpSpPr/>
            <p:nvPr/>
          </p:nvGrpSpPr>
          <p:grpSpPr>
            <a:xfrm>
              <a:off x="7021357" y="2451832"/>
              <a:ext cx="2191345" cy="950270"/>
              <a:chOff x="6865602" y="3120179"/>
              <a:chExt cx="2364619" cy="2531207"/>
            </a:xfrm>
          </p:grpSpPr>
          <p:sp>
            <p:nvSpPr>
              <p:cNvPr id="81" name="楕円 31">
                <a:extLst>
                  <a:ext uri="{FF2B5EF4-FFF2-40B4-BE49-F238E27FC236}">
                    <ns2:creationId id="{3594A652-A1D0-11B9-834E-FF6A8BFD55CC}"/>
                  </a:ext>
                </a:extLst>
              </p:cNvPr>
              <p:cNvSpPr/>
              <p:nvPr/>
            </p:nvSpPr>
            <p:spPr>
              <a:xfrm>
                <a:off x="6865602" y="4060625"/>
                <a:ext cx="664209" cy="650314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47AF7BC1-B10F-B4FA-B6FC-C60935298F0B}"/>
                  </a:ext>
                </a:extLst>
              </p:cNvPr>
              <p:cNvSpPr/>
              <p:nvPr/>
            </p:nvSpPr>
            <p:spPr>
              <a:xfrm>
                <a:off x="7758470" y="34336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6F055DC8-9D8E-C5A4-CD70-3477F5C01396}"/>
                  </a:ext>
                </a:extLst>
              </p:cNvPr>
              <p:cNvSpPr/>
              <p:nvPr/>
            </p:nvSpPr>
            <p:spPr>
              <a:xfrm>
                <a:off x="8608675" y="3120179"/>
                <a:ext cx="621546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06EE582A-F84B-7CA4-EF2F-AC883BA28ACA}"/>
                  </a:ext>
                </a:extLst>
              </p:cNvPr>
              <p:cNvSpPr/>
              <p:nvPr/>
            </p:nvSpPr>
            <p:spPr>
              <a:xfrm>
                <a:off x="7758470" y="48584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7BD4692F-0566-4836-A20E-FA8594714A12}"/>
                  </a:ext>
                </a:extLst>
              </p:cNvPr>
              <p:cNvSpPr/>
              <p:nvPr/>
            </p:nvSpPr>
            <p:spPr>
              <a:xfrm>
                <a:off x="8608676" y="3747143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5DDECDD2-F647-5439-6AB3-95655CB98F79}"/>
                  </a:ext>
                </a:extLst>
              </p:cNvPr>
              <p:cNvSpPr/>
              <p:nvPr/>
            </p:nvSpPr>
            <p:spPr>
              <a:xfrm>
                <a:off x="8608676" y="4544961"/>
                <a:ext cx="621545" cy="47946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ECC1F3D8-FACD-82F0-BAFD-E2D6FE9B7572}"/>
                  </a:ext>
                </a:extLst>
              </p:cNvPr>
              <p:cNvSpPr/>
              <p:nvPr/>
            </p:nvSpPr>
            <p:spPr>
              <a:xfrm>
                <a:off x="8608675" y="5171925"/>
                <a:ext cx="621546" cy="479461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8" name="コネクタ: カギ線 39">
                <a:extLst>
                  <a:ext uri="{FF2B5EF4-FFF2-40B4-BE49-F238E27FC236}">
                    <ns2:creationId id="{B6249786-0BA7-094D-F51B-DAB129686A4F}"/>
                  </a:ext>
                </a:extLst>
              </p:cNvPr>
              <p:cNvCxnSpPr>
                <a:stCxn id="81" idx="6"/>
                <a:endCxn id="82" idx="1"/>
              </p:cNvCxnSpPr>
              <p:nvPr/>
            </p:nvCxnSpPr>
            <p:spPr>
              <a:xfrm flipV="1">
                <a:off x="7529811" y="3673392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42">
                <a:extLst>
                  <a:ext uri="{FF2B5EF4-FFF2-40B4-BE49-F238E27FC236}">
                    <ns2:creationId id="{99734B0D-8A60-2EF9-576B-2E08EC11F7DE}"/>
                  </a:ext>
                </a:extLst>
              </p:cNvPr>
              <p:cNvCxnSpPr>
                <a:stCxn id="81" idx="6"/>
                <a:endCxn id="84" idx="1"/>
              </p:cNvCxnSpPr>
              <p:nvPr/>
            </p:nvCxnSpPr>
            <p:spPr>
              <a:xfrm>
                <a:off x="7529811" y="4385783"/>
                <a:ext cx="228660" cy="712391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コネクタ: カギ線 44">
                <a:extLst>
                  <a:ext uri="{FF2B5EF4-FFF2-40B4-BE49-F238E27FC236}">
                    <ns2:creationId id="{C86EAE02-7C7C-8568-A84A-913C21E3142B}"/>
                  </a:ext>
                </a:extLst>
              </p:cNvPr>
              <p:cNvCxnSpPr>
                <a:stCxn id="82" idx="3"/>
                <a:endCxn id="83" idx="1"/>
              </p:cNvCxnSpPr>
              <p:nvPr/>
            </p:nvCxnSpPr>
            <p:spPr>
              <a:xfrm flipV="1">
                <a:off x="8380016" y="3359909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コネクタ: カギ線 46">
                <a:extLst>
                  <a:ext uri="{FF2B5EF4-FFF2-40B4-BE49-F238E27FC236}">
                    <ns2:creationId id="{D2909456-FFBC-8AA5-6C6F-8F202E830B09}"/>
                  </a:ext>
                </a:extLst>
              </p:cNvPr>
              <p:cNvCxnSpPr>
                <a:stCxn id="82" idx="3"/>
                <a:endCxn id="85" idx="1"/>
              </p:cNvCxnSpPr>
              <p:nvPr/>
            </p:nvCxnSpPr>
            <p:spPr>
              <a:xfrm>
                <a:off x="8380016" y="3673392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コネクタ: カギ線 48">
                <a:extLst>
                  <a:ext uri="{FF2B5EF4-FFF2-40B4-BE49-F238E27FC236}">
                    <ns2:creationId id="{5839FD1A-215A-E585-A7FF-EBBA5D757AC5}"/>
                  </a:ext>
                </a:extLst>
              </p:cNvPr>
              <p:cNvCxnSpPr>
                <a:stCxn id="84" idx="3"/>
                <a:endCxn id="86" idx="1"/>
              </p:cNvCxnSpPr>
              <p:nvPr/>
            </p:nvCxnSpPr>
            <p:spPr>
              <a:xfrm flipV="1">
                <a:off x="8380016" y="4784691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コネクタ: カギ線 50">
                <a:extLst>
                  <a:ext uri="{FF2B5EF4-FFF2-40B4-BE49-F238E27FC236}">
                    <ns2:creationId id="{EACAB328-2B63-8B40-2F90-1719F4BACB03}"/>
                  </a:ext>
                </a:extLst>
              </p:cNvPr>
              <p:cNvCxnSpPr>
                <a:cxnSpLocks/>
                <a:stCxn id="84" idx="3"/>
                <a:endCxn id="87" idx="1"/>
              </p:cNvCxnSpPr>
              <p:nvPr/>
            </p:nvCxnSpPr>
            <p:spPr>
              <a:xfrm>
                <a:off x="8380016" y="5098173"/>
                <a:ext cx="228660" cy="313482"/>
              </a:xfrm>
              <a:prstGeom prst="bentConnector3">
                <a:avLst/>
              </a:prstGeom>
              <a:ln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5" name="グループ化 164">
              <a:extLst>
                <a:ext uri="{FF2B5EF4-FFF2-40B4-BE49-F238E27FC236}">
                  <ns2:creationId id="{5F4F8C19-571B-3FC1-69D4-92550CEDB972}"/>
                </a:ext>
              </a:extLst>
            </p:cNvPr>
            <p:cNvGrpSpPr/>
            <p:nvPr/>
          </p:nvGrpSpPr>
          <p:grpSpPr>
            <a:xfrm>
              <a:off x="4606386" y="2439332"/>
              <a:ext cx="1384978" cy="976815"/>
              <a:chOff x="4572992" y="2439332"/>
              <a:chExt cx="1384978" cy="976815"/>
            </a:xfrm>
          </p:grpSpPr>
          <p:sp>
            <p:nvSpPr>
              <p:cNvPr id="95" name="楕円 23">
                <a:extLst>
                  <a:ext uri="{FF2B5EF4-FFF2-40B4-BE49-F238E27FC236}">
                    <ns2:creationId id="{B814914E-5E17-AB10-A643-8A409124CF2C}"/>
                  </a:ext>
                </a:extLst>
              </p:cNvPr>
              <p:cNvSpPr/>
              <p:nvPr/>
            </p:nvSpPr>
            <p:spPr>
              <a:xfrm>
                <a:off x="4572992" y="2816974"/>
                <a:ext cx="546564" cy="22153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楕円 25">
                <a:extLst>
                  <a:ext uri="{FF2B5EF4-FFF2-40B4-BE49-F238E27FC236}">
                    <ns2:creationId id="{3A08ED5B-2F71-BD19-DF27-B1D4E2648BB3}"/>
                  </a:ext>
                </a:extLst>
              </p:cNvPr>
              <p:cNvSpPr/>
              <p:nvPr/>
            </p:nvSpPr>
            <p:spPr>
              <a:xfrm>
                <a:off x="5411406" y="2816974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7" name="直線矢印コネクタ 96">
                <a:extLst>
                  <a:ext uri="{FF2B5EF4-FFF2-40B4-BE49-F238E27FC236}">
                    <ns2:creationId id="{D4936362-5901-ED4F-EF48-E3EB0B8FF9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19556" y="2927739"/>
                <a:ext cx="291850" cy="0"/>
              </a:xfrm>
              <a:prstGeom prst="straightConnector1">
                <a:avLst/>
              </a:prstGeom>
              <a:ln w="1905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楕円 25">
                <a:extLst>
                  <a:ext uri="{FF2B5EF4-FFF2-40B4-BE49-F238E27FC236}">
                    <ns2:creationId id="{87AACBFE-17E8-A157-8FD4-CCF7163029FE}"/>
                  </a:ext>
                </a:extLst>
              </p:cNvPr>
              <p:cNvSpPr/>
              <p:nvPr/>
            </p:nvSpPr>
            <p:spPr>
              <a:xfrm>
                <a:off x="5411406" y="2439332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楕円 25">
                <a:extLst>
                  <a:ext uri="{FF2B5EF4-FFF2-40B4-BE49-F238E27FC236}">
                    <ns2:creationId id="{6DD3B25E-8EF2-1D55-1581-1E7884A174DB}"/>
                  </a:ext>
                </a:extLst>
              </p:cNvPr>
              <p:cNvSpPr/>
              <p:nvPr/>
            </p:nvSpPr>
            <p:spPr>
              <a:xfrm>
                <a:off x="5411406" y="3194617"/>
                <a:ext cx="546564" cy="221530"/>
              </a:xfrm>
              <a:prstGeom prst="ellipse">
                <a:avLst/>
              </a:prstGeom>
              <a:solidFill>
                <a:srgbClr val="008000">
                  <a:alpha val="8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4" name="テキスト ボックス 23">
              <a:extLst>
                <a:ext uri="{FF2B5EF4-FFF2-40B4-BE49-F238E27FC236}">
                  <ns2:creationId id="{D714994D-F3A9-A310-DDC5-59F741C70A47}"/>
                </a:ext>
              </a:extLst>
            </p:cNvPr>
            <p:cNvSpPr txBox="1"/>
            <p:nvPr/>
          </p:nvSpPr>
          <p:spPr>
            <a:xfrm>
              <a:off x="1482226" y="3469562"/>
              <a:ext cx="2520000" cy="2520000"/>
            </a:xfrm>
            <a:prstGeom prst="rect">
              <a:avLst/>
            </a:prstGeom>
            <a:noFill/>
          </p:spPr>
          <p:txBody>
            <a:bodyPr wrap="non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71463" lvl="1" indent="-96838">
                <a:spcAft>
                  <a:spcPts val="15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Font typeface="+mj-ea"/>
                <a:buAutoNum type="circleNumDbPlain"/>
              </a:pPr>
              <a:r>
                <a:rPr lang="en-US" altLang="ja-JP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8F4126DE-B4BC-F379-D046-136C5BC8A5BA}"/>
                </a:ext>
              </a:extLst>
            </p:cNvPr>
            <p:cNvSpPr txBox="1"/>
            <p:nvPr/>
          </p:nvSpPr>
          <p:spPr>
            <a:xfrm>
              <a:off x="4063987" y="3469562"/>
              <a:ext cx="2520000" cy="102600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4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テキスト ボックス 113">
              <a:extLst>
                <a:ext uri="{FF2B5EF4-FFF2-40B4-BE49-F238E27FC236}">
                  <ns2:creationId id="{EF67D3FC-FEB8-560E-7BF5-81E5B8FCC4BC}"/>
                </a:ext>
              </a:extLst>
            </p:cNvPr>
            <p:cNvSpPr txBox="1"/>
            <p:nvPr/>
          </p:nvSpPr>
          <p:spPr>
            <a:xfrm>
              <a:off x="6645748" y="3469562"/>
              <a:ext cx="2988000" cy="1031051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5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610DED3F-79B9-EEDE-B5FA-31305E173676}"/>
                </a:ext>
              </a:extLst>
            </p:cNvPr>
            <p:cNvSpPr txBox="1"/>
            <p:nvPr/>
          </p:nvSpPr>
          <p:spPr>
            <a:xfrm>
              <a:off x="9695511" y="3469562"/>
              <a:ext cx="2160001" cy="1031050"/>
            </a:xfrm>
            <a:prstGeom prst="rect">
              <a:avLst/>
            </a:prstGeom>
            <a:noFill/>
          </p:spPr>
          <p:txBody>
            <a:bodyPr wrap="square" lIns="72000" tIns="36000" rIns="36000" bIns="36000">
              <a:noAutofit/>
            </a:bodyPr>
            <a:lstStyle/>
            <a:p>
              <a:pPr marL="174625" indent="-174625">
                <a:buFont typeface="+mj-ea"/>
                <a:buAutoNum type="circleNumDbPlain" startAt="6"/>
              </a:pPr>
              <a:r>
                <a:rPr lang="ja-JP" altLang="en-US" sz="11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3050" lvl="1" indent="-984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1CB6F420-B0C1-15AE-E4F1-5362C88EFDDF}"/>
                </a:ext>
              </a:extLst>
            </p:cNvPr>
            <p:cNvSpPr/>
            <p:nvPr/>
          </p:nvSpPr>
          <p:spPr>
            <a:xfrm>
              <a:off x="1487670" y="6027517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C800A082-2561-C551-3A1E-561B15F1CA13}"/>
                </a:ext>
              </a:extLst>
            </p:cNvPr>
            <p:cNvSpPr/>
            <p:nvPr/>
          </p:nvSpPr>
          <p:spPr>
            <a:xfrm>
              <a:off x="4074875" y="6028432"/>
              <a:ext cx="2448000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FC5C8916-E295-0EA4-F982-3286DBC0DAB8}"/>
                </a:ext>
              </a:extLst>
            </p:cNvPr>
            <p:cNvSpPr/>
            <p:nvPr/>
          </p:nvSpPr>
          <p:spPr>
            <a:xfrm>
              <a:off x="6662077" y="6028432"/>
              <a:ext cx="2909905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ns2:creationId id="{5916F2E1-34EA-BA0A-4A8C-FB1F2213A32E}"/>
                </a:ext>
              </a:extLst>
            </p:cNvPr>
            <p:cNvSpPr/>
            <p:nvPr/>
          </p:nvSpPr>
          <p:spPr>
            <a:xfrm>
              <a:off x="9717284" y="6028432"/>
              <a:ext cx="2088001" cy="288000"/>
            </a:xfrm>
            <a:prstGeom prst="roundRect">
              <a:avLst>
                <a:gd name="adj" fmla="val 66667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46" name="グループ化 145">
              <a:extLst>
                <a:ext uri="{FF2B5EF4-FFF2-40B4-BE49-F238E27FC236}">
                  <ns2:creationId id="{2CB358BF-83A7-FB8C-2590-AA31B44430AF}"/>
                </a:ext>
              </a:extLst>
            </p:cNvPr>
            <p:cNvGrpSpPr/>
            <p:nvPr/>
          </p:nvGrpSpPr>
          <p:grpSpPr>
            <a:xfrm>
              <a:off x="4074875" y="4438994"/>
              <a:ext cx="5497107" cy="1548149"/>
              <a:chOff x="4074875" y="4438994"/>
              <a:chExt cx="5497107" cy="1548149"/>
            </a:xfrm>
          </p:grpSpPr>
          <p:sp>
            <p:nvSpPr>
              <p:cNvPr id="34" name="四角形: 角を丸くする 33">
                <a:extLst>
                  <a:ext uri="{FF2B5EF4-FFF2-40B4-BE49-F238E27FC236}">
                    <ns2:creationId id="{1232CA0A-F24A-85E0-7551-72E25F6C1923}"/>
                  </a:ext>
                </a:extLst>
              </p:cNvPr>
              <p:cNvSpPr/>
              <p:nvPr/>
            </p:nvSpPr>
            <p:spPr>
              <a:xfrm>
                <a:off x="4074875" y="4582994"/>
                <a:ext cx="5497107" cy="1404149"/>
              </a:xfrm>
              <a:prstGeom prst="roundRect">
                <a:avLst>
                  <a:gd name="adj" fmla="val 5128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ns2:creationId id="{408723C8-666D-21E8-0432-79B388005A96}"/>
                  </a:ext>
                </a:extLst>
              </p:cNvPr>
              <p:cNvSpPr txBox="1"/>
              <p:nvPr/>
            </p:nvSpPr>
            <p:spPr>
              <a:xfrm>
                <a:off x="4133174" y="4886420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ns2:creationId id="{924A360A-A71E-1315-DED9-6CC5ACA1C5BA}"/>
                  </a:ext>
                </a:extLst>
              </p:cNvPr>
              <p:cNvSpPr txBox="1"/>
              <p:nvPr/>
            </p:nvSpPr>
            <p:spPr>
              <a:xfrm>
                <a:off x="4133174" y="5159069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テキスト ボックス 102">
                <a:extLst>
                  <a:ext uri="{FF2B5EF4-FFF2-40B4-BE49-F238E27FC236}">
                    <ns2:creationId id="{1B7AA2CE-324C-37E0-814D-BCB3E6D8FEEF}"/>
                  </a:ext>
                </a:extLst>
              </p:cNvPr>
              <p:cNvSpPr txBox="1"/>
              <p:nvPr/>
            </p:nvSpPr>
            <p:spPr>
              <a:xfrm>
                <a:off x="4133174" y="5431718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テキスト ボックス 104">
                <a:extLst>
                  <a:ext uri="{FF2B5EF4-FFF2-40B4-BE49-F238E27FC236}">
                    <ns2:creationId id="{67FF4851-33F3-4010-CE73-86A98279FE62}"/>
                  </a:ext>
                </a:extLst>
              </p:cNvPr>
              <p:cNvSpPr txBox="1"/>
              <p:nvPr/>
            </p:nvSpPr>
            <p:spPr>
              <a:xfrm>
                <a:off x="4133174" y="5704366"/>
                <a:ext cx="288000" cy="252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</p:spPr>
            <p:txBody>
              <a:bodyPr wrap="none" lIns="36000" tIns="36000" rIns="36000" bIns="36000" rtlCol="0">
                <a:noAutofit/>
              </a:bodyPr>
              <a:lstStyle/>
              <a:p>
                <a:pPr algn="ctr"/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429ADC74-462B-4A89-8093-1531582DA468}"/>
                  </a:ext>
                </a:extLst>
              </p:cNvPr>
              <p:cNvSpPr txBox="1"/>
              <p:nvPr/>
            </p:nvSpPr>
            <p:spPr>
              <a:xfrm>
                <a:off x="4487151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5B9C8837-2ECB-79DF-5B07-0309F65FBE63}"/>
                  </a:ext>
                </a:extLst>
              </p:cNvPr>
              <p:cNvSpPr txBox="1"/>
              <p:nvPr/>
            </p:nvSpPr>
            <p:spPr>
              <a:xfrm>
                <a:off x="4487151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テキスト ボックス 42">
                <a:extLst>
                  <a:ext uri="{FF2B5EF4-FFF2-40B4-BE49-F238E27FC236}">
                    <ns2:creationId id="{23A45509-503E-556F-EEC8-0B1DFB35D359}"/>
                  </a:ext>
                </a:extLst>
              </p:cNvPr>
              <p:cNvSpPr txBox="1"/>
              <p:nvPr/>
            </p:nvSpPr>
            <p:spPr>
              <a:xfrm>
                <a:off x="4487151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AF2EE0CC-6DB1-5497-97E0-8565BD4A8F5D}"/>
                  </a:ext>
                </a:extLst>
              </p:cNvPr>
              <p:cNvSpPr txBox="1"/>
              <p:nvPr/>
            </p:nvSpPr>
            <p:spPr>
              <a:xfrm>
                <a:off x="4487151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3426D015-65DC-67FA-8DFF-D97B68829111}"/>
                  </a:ext>
                </a:extLst>
              </p:cNvPr>
              <p:cNvSpPr txBox="1"/>
              <p:nvPr/>
            </p:nvSpPr>
            <p:spPr>
              <a:xfrm>
                <a:off x="4487151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D2F5578F-B67F-2E05-18D8-336DB89E7B9E}"/>
                  </a:ext>
                </a:extLst>
              </p:cNvPr>
              <p:cNvSpPr txBox="1"/>
              <p:nvPr/>
            </p:nvSpPr>
            <p:spPr>
              <a:xfrm>
                <a:off x="5201129" y="4613771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16E7C8BA-C75C-6D1C-2E3A-66FD2A617000}"/>
                  </a:ext>
                </a:extLst>
              </p:cNvPr>
              <p:cNvSpPr txBox="1"/>
              <p:nvPr/>
            </p:nvSpPr>
            <p:spPr>
              <a:xfrm>
                <a:off x="5201129" y="4886420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ns2:creationId id="{C1BE0465-F30F-AB5C-8AB0-5AE51745B673}"/>
                  </a:ext>
                </a:extLst>
              </p:cNvPr>
              <p:cNvSpPr txBox="1"/>
              <p:nvPr/>
            </p:nvSpPr>
            <p:spPr>
              <a:xfrm>
                <a:off x="5201129" y="5159069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EEF3D1E3-A151-CC04-D253-D2725AC751A2}"/>
                  </a:ext>
                </a:extLst>
              </p:cNvPr>
              <p:cNvSpPr txBox="1"/>
              <p:nvPr/>
            </p:nvSpPr>
            <p:spPr>
              <a:xfrm>
                <a:off x="5201129" y="5431718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BA21A455-0D43-BADA-AB24-FA01CC0F3C5D}"/>
                  </a:ext>
                </a:extLst>
              </p:cNvPr>
              <p:cNvSpPr txBox="1"/>
              <p:nvPr/>
            </p:nvSpPr>
            <p:spPr>
              <a:xfrm>
                <a:off x="5201129" y="5704366"/>
                <a:ext cx="64800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DD459B55-6A6D-9FDA-05F9-03E49D14A3B8}"/>
                  </a:ext>
                </a:extLst>
              </p:cNvPr>
              <p:cNvSpPr txBox="1"/>
              <p:nvPr/>
            </p:nvSpPr>
            <p:spPr>
              <a:xfrm>
                <a:off x="5915107" y="4613771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55F218F9-A685-BDAA-33A1-241EA6305C9B}"/>
                  </a:ext>
                </a:extLst>
              </p:cNvPr>
              <p:cNvSpPr txBox="1"/>
              <p:nvPr/>
            </p:nvSpPr>
            <p:spPr>
              <a:xfrm>
                <a:off x="5915107" y="4886420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テキスト ボックス 60">
                <a:extLst>
                  <a:ext uri="{FF2B5EF4-FFF2-40B4-BE49-F238E27FC236}">
                    <ns2:creationId id="{8FB793EB-8F52-6828-DCD4-B45104411A0E}"/>
                  </a:ext>
                </a:extLst>
              </p:cNvPr>
              <p:cNvSpPr txBox="1"/>
              <p:nvPr/>
            </p:nvSpPr>
            <p:spPr>
              <a:xfrm>
                <a:off x="5915107" y="5159069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2" name="テキスト ボックス 61">
                <a:extLst>
                  <a:ext uri="{FF2B5EF4-FFF2-40B4-BE49-F238E27FC236}">
                    <ns2:creationId id="{221141A5-D0D4-6BBB-963F-8A26211B9CFC}"/>
                  </a:ext>
                </a:extLst>
              </p:cNvPr>
              <p:cNvSpPr txBox="1"/>
              <p:nvPr/>
            </p:nvSpPr>
            <p:spPr>
              <a:xfrm>
                <a:off x="5915107" y="5431718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ns2:creationId id="{300D3B4B-0544-4D3C-770A-F5260440BB2E}"/>
                  </a:ext>
                </a:extLst>
              </p:cNvPr>
              <p:cNvSpPr txBox="1"/>
              <p:nvPr/>
            </p:nvSpPr>
            <p:spPr>
              <a:xfrm>
                <a:off x="5915107" y="5704366"/>
                <a:ext cx="646041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98D02711-4D48-B009-C463-4F091FC3884F}"/>
                  </a:ext>
                </a:extLst>
              </p:cNvPr>
              <p:cNvSpPr txBox="1"/>
              <p:nvPr/>
            </p:nvSpPr>
            <p:spPr>
              <a:xfrm>
                <a:off x="6627126" y="4613771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5A9A0DDA-B1AA-2675-6A6D-36EB82FB9A01}"/>
                  </a:ext>
                </a:extLst>
              </p:cNvPr>
              <p:cNvSpPr txBox="1"/>
              <p:nvPr/>
            </p:nvSpPr>
            <p:spPr>
              <a:xfrm>
                <a:off x="6627126" y="4886420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ns2:creationId id="{04A3522E-6EC1-EA31-B7D1-F3E89B164F54}"/>
                  </a:ext>
                </a:extLst>
              </p:cNvPr>
              <p:cNvSpPr txBox="1"/>
              <p:nvPr/>
            </p:nvSpPr>
            <p:spPr>
              <a:xfrm>
                <a:off x="6627126" y="5159069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18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b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テキスト ボックス 48">
                <a:extLst>
                  <a:ext uri="{FF2B5EF4-FFF2-40B4-BE49-F238E27FC236}">
                    <ns2:creationId id="{C23B30B5-ADCB-6015-5B87-559C094F92A2}"/>
                  </a:ext>
                </a:extLst>
              </p:cNvPr>
              <p:cNvSpPr txBox="1"/>
              <p:nvPr/>
            </p:nvSpPr>
            <p:spPr>
              <a:xfrm>
                <a:off x="6627126" y="5431718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6DE33788-F489-BEB7-6363-C820634CE1D6}"/>
                  </a:ext>
                </a:extLst>
              </p:cNvPr>
              <p:cNvSpPr txBox="1"/>
              <p:nvPr/>
            </p:nvSpPr>
            <p:spPr>
              <a:xfrm>
                <a:off x="6627126" y="5704366"/>
                <a:ext cx="2159999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ns2:creationId id="{0D3B93F6-FE59-F6BB-882A-A3A71E733F7D}"/>
                  </a:ext>
                </a:extLst>
              </p:cNvPr>
              <p:cNvSpPr txBox="1"/>
              <p:nvPr/>
            </p:nvSpPr>
            <p:spPr>
              <a:xfrm>
                <a:off x="8853103" y="4613771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ns2:creationId id="{8903424D-7227-4A97-A8D0-BAD4542AD323}"/>
                  </a:ext>
                </a:extLst>
              </p:cNvPr>
              <p:cNvSpPr txBox="1"/>
              <p:nvPr/>
            </p:nvSpPr>
            <p:spPr>
              <a:xfrm>
                <a:off x="8853103" y="4886420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テキスト ボックス 45">
                <a:extLst>
                  <a:ext uri="{FF2B5EF4-FFF2-40B4-BE49-F238E27FC236}">
                    <ns2:creationId id="{8ECB765D-AE7A-944B-BA0C-2773E261D332}"/>
                  </a:ext>
                </a:extLst>
              </p:cNvPr>
              <p:cNvSpPr txBox="1"/>
              <p:nvPr/>
            </p:nvSpPr>
            <p:spPr>
              <a:xfrm>
                <a:off x="8853103" y="5159069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8BFCE90B-3781-C28B-B004-5872104CB6C0}"/>
                  </a:ext>
                </a:extLst>
              </p:cNvPr>
              <p:cNvSpPr txBox="1"/>
              <p:nvPr/>
            </p:nvSpPr>
            <p:spPr>
              <a:xfrm>
                <a:off x="8853103" y="5431718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BA3B04D6-7B4D-4C41-5F7E-C45764D5CAEF}"/>
                  </a:ext>
                </a:extLst>
              </p:cNvPr>
              <p:cNvSpPr txBox="1"/>
              <p:nvPr/>
            </p:nvSpPr>
            <p:spPr>
              <a:xfrm>
                <a:off x="8853103" y="5704366"/>
                <a:ext cx="646730" cy="252000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lang="ja-JP" altLang="en-US" sz="9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36" name="グループ化 135">
                <a:extLst>
                  <a:ext uri="{FF2B5EF4-FFF2-40B4-BE49-F238E27FC236}">
                    <ns2:creationId id="{24683E04-0280-6EA1-8927-9154A5A497C9}"/>
                  </a:ext>
                </a:extLst>
              </p:cNvPr>
              <p:cNvGrpSpPr/>
              <p:nvPr/>
            </p:nvGrpSpPr>
            <p:grpSpPr>
              <a:xfrm>
                <a:off x="4487151" y="5159069"/>
                <a:ext cx="5012682" cy="0"/>
                <a:chOff x="4487151" y="5123204"/>
                <a:chExt cx="5012682" cy="0"/>
              </a:xfrm>
            </p:grpSpPr>
            <p:cxnSp>
              <p:nvCxnSpPr>
                <p:cNvPr id="107" name="直線コネクタ 106">
                  <a:extLst>
                    <a:ext uri="{FF2B5EF4-FFF2-40B4-BE49-F238E27FC236}">
                      <ns2:creationId id="{F44D8BEC-8AF6-B03C-DCD1-304ADC9806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線コネクタ 109">
                  <a:extLst>
                    <a:ext uri="{FF2B5EF4-FFF2-40B4-BE49-F238E27FC236}">
                      <ns2:creationId id="{CE9948E0-6F72-A3B1-F066-2C5489D9FE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12320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15">
                  <a:extLst>
                    <a:ext uri="{FF2B5EF4-FFF2-40B4-BE49-F238E27FC236}">
                      <ns2:creationId id="{F221CD01-93AA-5E34-2F97-09B3116D1C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12320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17">
                  <a:extLst>
                    <a:ext uri="{FF2B5EF4-FFF2-40B4-BE49-F238E27FC236}">
                      <ns2:creationId id="{128CEE3A-D96C-3999-D1BE-3216094088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12320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直線コネクタ 120">
                  <a:extLst>
                    <a:ext uri="{FF2B5EF4-FFF2-40B4-BE49-F238E27FC236}">
                      <ns2:creationId id="{DF598F83-3426-7417-270C-7364A6566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12320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グループ化 136">
                <a:extLst>
                  <a:ext uri="{FF2B5EF4-FFF2-40B4-BE49-F238E27FC236}">
                    <ns2:creationId id="{841D711E-265F-F946-261F-540D523906BC}"/>
                  </a:ext>
                </a:extLst>
              </p:cNvPr>
              <p:cNvGrpSpPr/>
              <p:nvPr/>
            </p:nvGrpSpPr>
            <p:grpSpPr>
              <a:xfrm>
                <a:off x="4487151" y="5426649"/>
                <a:ext cx="5012682" cy="0"/>
                <a:chOff x="4487151" y="5390784"/>
                <a:chExt cx="5012682" cy="0"/>
              </a:xfrm>
            </p:grpSpPr>
            <p:cxnSp>
              <p:nvCxnSpPr>
                <p:cNvPr id="125" name="直線コネクタ 124">
                  <a:extLst>
                    <a:ext uri="{FF2B5EF4-FFF2-40B4-BE49-F238E27FC236}">
                      <ns2:creationId id="{02AB1E32-C0EF-444C-AE27-75F4D7A453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25">
                  <a:extLst>
                    <a:ext uri="{FF2B5EF4-FFF2-40B4-BE49-F238E27FC236}">
                      <ns2:creationId id="{61BCCFF7-B280-C03E-8A86-EFD509709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8" y="5390784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26">
                  <a:extLst>
                    <a:ext uri="{FF2B5EF4-FFF2-40B4-BE49-F238E27FC236}">
                      <ns2:creationId id="{B4D76801-2A8C-AB42-D996-91968EB99E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390784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直線コネクタ 127">
                  <a:extLst>
                    <a:ext uri="{FF2B5EF4-FFF2-40B4-BE49-F238E27FC236}">
                      <ns2:creationId id="{0262A8E6-16A2-9A02-F8B8-5C4A7AAC9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390784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直線コネクタ 128">
                  <a:extLst>
                    <a:ext uri="{FF2B5EF4-FFF2-40B4-BE49-F238E27FC236}">
                      <ns2:creationId id="{867394F2-2EEB-1110-E72C-4986CBF20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390784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グループ化 142">
                <a:extLst>
                  <a:ext uri="{FF2B5EF4-FFF2-40B4-BE49-F238E27FC236}">
                    <ns2:creationId id="{BE3686E9-6731-E9A5-D80C-579A0E779BC2}"/>
                  </a:ext>
                </a:extLst>
              </p:cNvPr>
              <p:cNvGrpSpPr/>
              <p:nvPr/>
            </p:nvGrpSpPr>
            <p:grpSpPr>
              <a:xfrm>
                <a:off x="4487151" y="5694228"/>
                <a:ext cx="5012682" cy="0"/>
                <a:chOff x="4487151" y="5658363"/>
                <a:chExt cx="5012682" cy="0"/>
              </a:xfrm>
            </p:grpSpPr>
            <p:cxnSp>
              <p:nvCxnSpPr>
                <p:cNvPr id="130" name="直線コネクタ 129">
                  <a:extLst>
                    <a:ext uri="{FF2B5EF4-FFF2-40B4-BE49-F238E27FC236}">
                      <ns2:creationId id="{E2F59BF0-8408-A19A-98EA-13B189F07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直線コネクタ 130">
                  <a:extLst>
                    <a:ext uri="{FF2B5EF4-FFF2-40B4-BE49-F238E27FC236}">
                      <ns2:creationId id="{70BBAA84-11A6-EEED-1C4A-3820D30F67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5658363"/>
                  <a:ext cx="6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直線コネクタ 131">
                  <a:extLst>
                    <a:ext uri="{FF2B5EF4-FFF2-40B4-BE49-F238E27FC236}">
                      <ns2:creationId id="{4A7485F7-4A29-7561-EBDF-E76967C935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5658363"/>
                  <a:ext cx="64604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直線コネクタ 132">
                  <a:extLst>
                    <a:ext uri="{FF2B5EF4-FFF2-40B4-BE49-F238E27FC236}">
                      <ns2:creationId id="{DE684666-A027-5B33-8302-094135470F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5658363"/>
                  <a:ext cx="2159999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直線コネクタ 133">
                  <a:extLst>
                    <a:ext uri="{FF2B5EF4-FFF2-40B4-BE49-F238E27FC236}">
                      <ns2:creationId id="{CF5E0B6D-C896-6BC9-2589-7FEA0E1E3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5658363"/>
                  <a:ext cx="646731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グループ化 134">
                <a:extLst>
                  <a:ext uri="{FF2B5EF4-FFF2-40B4-BE49-F238E27FC236}">
                    <ns2:creationId id="{A4936DAE-636B-B16D-3821-A85FDFC24EA8}"/>
                  </a:ext>
                </a:extLst>
              </p:cNvPr>
              <p:cNvGrpSpPr/>
              <p:nvPr/>
            </p:nvGrpSpPr>
            <p:grpSpPr>
              <a:xfrm>
                <a:off x="4487151" y="4865771"/>
                <a:ext cx="5012682" cy="0"/>
                <a:chOff x="4487151" y="4829906"/>
                <a:chExt cx="5012682" cy="0"/>
              </a:xfrm>
            </p:grpSpPr>
            <p:cxnSp>
              <p:nvCxnSpPr>
                <p:cNvPr id="138" name="直線コネクタ 137">
                  <a:extLst>
                    <a:ext uri="{FF2B5EF4-FFF2-40B4-BE49-F238E27FC236}">
                      <ns2:creationId id="{24D59982-C1AF-D3EE-EEC3-FB5C9EE65E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7151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線コネクタ 138">
                  <a:extLst>
                    <a:ext uri="{FF2B5EF4-FFF2-40B4-BE49-F238E27FC236}">
                      <ns2:creationId id="{EAA3A556-AC3E-3DF5-4434-DFB99621CD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01129" y="4829906"/>
                  <a:ext cx="6480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直線コネクタ 139">
                  <a:extLst>
                    <a:ext uri="{FF2B5EF4-FFF2-40B4-BE49-F238E27FC236}">
                      <ns2:creationId id="{C996C7F2-0271-546B-552D-9A099CC918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106" y="4829906"/>
                  <a:ext cx="64604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線コネクタ 140">
                  <a:extLst>
                    <a:ext uri="{FF2B5EF4-FFF2-40B4-BE49-F238E27FC236}">
                      <ns2:creationId id="{C2A7F560-A81A-720A-4B68-5F4A0E5E82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27125" y="4829906"/>
                  <a:ext cx="2159999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直線コネクタ 141">
                  <a:extLst>
                    <a:ext uri="{FF2B5EF4-FFF2-40B4-BE49-F238E27FC236}">
                      <ns2:creationId id="{3B73BB19-02EF-7D76-A8B0-40A8FFEC4B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53102" y="4829906"/>
                  <a:ext cx="64673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7" name="二等辺三角形 156">
                <a:extLst>
                  <a:ext uri="{FF2B5EF4-FFF2-40B4-BE49-F238E27FC236}">
                    <ns2:creationId id="{27677426-EE08-0C31-5440-2315991E9794}"/>
                  </a:ext>
                </a:extLst>
              </p:cNvPr>
              <p:cNvSpPr/>
              <p:nvPr/>
            </p:nvSpPr>
            <p:spPr>
              <a:xfrm>
                <a:off x="8009030" y="4438994"/>
                <a:ext cx="144000" cy="144000"/>
              </a:xfrm>
              <a:prstGeom prst="triangle">
                <a:avLst/>
              </a:prstGeom>
              <a:solidFill>
                <a:srgbClr val="EDEDED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" name="グループ化 14">
              <a:extLst>
                <a:ext uri="{FF2B5EF4-FFF2-40B4-BE49-F238E27FC236}">
                  <ns2:creationId id="{4049AA9D-34E5-AE44-B492-E2BAA9CA6A2E}"/>
                </a:ext>
              </a:extLst>
            </p:cNvPr>
            <p:cNvGrpSpPr/>
            <p:nvPr/>
          </p:nvGrpSpPr>
          <p:grpSpPr>
            <a:xfrm>
              <a:off x="9695511" y="2466132"/>
              <a:ext cx="2091774" cy="920881"/>
              <a:chOff x="9695511" y="2466132"/>
              <a:chExt cx="2091774" cy="920881"/>
            </a:xfrm>
          </p:grpSpPr>
          <p:cxnSp>
            <p:nvCxnSpPr>
              <p:cNvPr id="76" name="コネクタ: カギ線 64">
                <a:extLst>
                  <a:ext uri="{FF2B5EF4-FFF2-40B4-BE49-F238E27FC236}">
                    <ns2:creationId id="{5FBB2960-DE7D-0069-5886-25A32B3D2F73}"/>
                  </a:ext>
                </a:extLst>
              </p:cNvPr>
              <p:cNvCxnSpPr>
                <a:stCxn id="68" idx="3"/>
                <a:endCxn id="69" idx="1"/>
              </p:cNvCxnSpPr>
              <p:nvPr/>
            </p:nvCxnSpPr>
            <p:spPr>
              <a:xfrm flipV="1">
                <a:off x="11029398" y="255613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コネクタ: カギ線 65">
                <a:extLst>
                  <a:ext uri="{FF2B5EF4-FFF2-40B4-BE49-F238E27FC236}">
                    <ns2:creationId id="{7D2301B9-CAF9-70D4-4C7C-E4DEEFE21D93}"/>
                  </a:ext>
                </a:extLst>
              </p:cNvPr>
              <p:cNvCxnSpPr>
                <a:stCxn id="68" idx="3"/>
                <a:endCxn id="71" idx="1"/>
              </p:cNvCxnSpPr>
              <p:nvPr/>
            </p:nvCxnSpPr>
            <p:spPr>
              <a:xfrm>
                <a:off x="11029398" y="2679612"/>
                <a:ext cx="181887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コネクタ: カギ線 66">
                <a:extLst>
                  <a:ext uri="{FF2B5EF4-FFF2-40B4-BE49-F238E27FC236}">
                    <ns2:creationId id="{79EA3759-D4A4-6755-5FFC-08D1EEB0716A}"/>
                  </a:ext>
                </a:extLst>
              </p:cNvPr>
              <p:cNvCxnSpPr>
                <a:stCxn id="70" idx="3"/>
                <a:endCxn id="72" idx="1"/>
              </p:cNvCxnSpPr>
              <p:nvPr/>
            </p:nvCxnSpPr>
            <p:spPr>
              <a:xfrm flipV="1">
                <a:off x="11029400" y="3050052"/>
                <a:ext cx="181885" cy="12348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コネクタ: カギ線 67">
                <a:extLst>
                  <a:ext uri="{FF2B5EF4-FFF2-40B4-BE49-F238E27FC236}">
                    <ns2:creationId id="{E60E67CA-8223-0D6B-3241-D644A497DEB8}"/>
                  </a:ext>
                </a:extLst>
              </p:cNvPr>
              <p:cNvCxnSpPr>
                <a:cxnSpLocks/>
                <a:stCxn id="70" idx="3"/>
                <a:endCxn id="73" idx="1"/>
              </p:cNvCxnSpPr>
              <p:nvPr/>
            </p:nvCxnSpPr>
            <p:spPr>
              <a:xfrm>
                <a:off x="11029400" y="3173532"/>
                <a:ext cx="181885" cy="123481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正方形/長方形 66">
                <a:extLst>
                  <a:ext uri="{FF2B5EF4-FFF2-40B4-BE49-F238E27FC236}">
                    <ns2:creationId id="{2DB375E0-9C76-603E-E64D-90D7A8987513}"/>
                  </a:ext>
                </a:extLst>
              </p:cNvPr>
              <p:cNvSpPr/>
              <p:nvPr/>
            </p:nvSpPr>
            <p:spPr>
              <a:xfrm>
                <a:off x="9695511" y="2836572"/>
                <a:ext cx="576000" cy="180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09F39E44-7034-E3D2-7565-B62D2D75D526}"/>
                  </a:ext>
                </a:extLst>
              </p:cNvPr>
              <p:cNvSpPr/>
              <p:nvPr/>
            </p:nvSpPr>
            <p:spPr>
              <a:xfrm>
                <a:off x="10453398" y="258961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DD3720F4-0406-16A6-3C71-04029E128534}"/>
                  </a:ext>
                </a:extLst>
              </p:cNvPr>
              <p:cNvSpPr/>
              <p:nvPr/>
            </p:nvSpPr>
            <p:spPr>
              <a:xfrm>
                <a:off x="11211285" y="24661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A62C4655-73DA-E819-3805-E2118B00229B}"/>
                  </a:ext>
                </a:extLst>
              </p:cNvPr>
              <p:cNvSpPr/>
              <p:nvPr/>
            </p:nvSpPr>
            <p:spPr>
              <a:xfrm>
                <a:off x="10453400" y="308353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8C1525EC-C4E3-B88A-87CE-8389ECA5C4E0}"/>
                  </a:ext>
                </a:extLst>
              </p:cNvPr>
              <p:cNvSpPr/>
              <p:nvPr/>
            </p:nvSpPr>
            <p:spPr>
              <a:xfrm>
                <a:off x="11211285" y="2713092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8D8D3079-922F-D283-62C1-417DD82671E0}"/>
                  </a:ext>
                </a:extLst>
              </p:cNvPr>
              <p:cNvSpPr/>
              <p:nvPr/>
            </p:nvSpPr>
            <p:spPr>
              <a:xfrm>
                <a:off x="11211285" y="2960052"/>
                <a:ext cx="576000" cy="18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endPara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0E85E6E7-A0C3-934F-1401-832D2F34F964}"/>
                  </a:ext>
                </a:extLst>
              </p:cNvPr>
              <p:cNvSpPr/>
              <p:nvPr/>
            </p:nvSpPr>
            <p:spPr>
              <a:xfrm>
                <a:off x="11211285" y="3207013"/>
                <a:ext cx="576000" cy="18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algn="ctr"/>
                <a:r>
                  <a:rPr kumimoji="1" lang="ja-JP" altLang="en-US" sz="11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" name="コネクタ: カギ線 65">
                <a:extLst>
                  <a:ext uri="{FF2B5EF4-FFF2-40B4-BE49-F238E27FC236}">
                    <ns2:creationId id="{3BE3CF5D-6F27-B4C6-0AFC-7FDE5132A440}"/>
                  </a:ext>
                </a:extLst>
              </p:cNvPr>
              <p:cNvCxnSpPr>
                <a:cxnSpLocks/>
                <a:stCxn id="67" idx="3"/>
                <a:endCxn id="70" idx="1"/>
              </p:cNvCxnSpPr>
              <p:nvPr/>
            </p:nvCxnSpPr>
            <p:spPr>
              <a:xfrm>
                <a:off x="10271511" y="2926572"/>
                <a:ext cx="181889" cy="246960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コネクタ: カギ線 65">
                <a:extLst>
                  <a:ext uri="{FF2B5EF4-FFF2-40B4-BE49-F238E27FC236}">
                    <ns2:creationId id="{61AD9A62-B863-9F1D-F124-DA038A239A68}"/>
                  </a:ext>
                </a:extLst>
              </p:cNvPr>
              <p:cNvCxnSpPr>
                <a:cxnSpLocks/>
                <a:stCxn id="67" idx="3"/>
                <a:endCxn id="68" idx="1"/>
              </p:cNvCxnSpPr>
              <p:nvPr/>
            </p:nvCxnSpPr>
            <p:spPr>
              <a:xfrm flipV="1">
                <a:off x="10271511" y="2679612"/>
                <a:ext cx="181887" cy="24696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グループ化 25">
              <a:extLst>
                <a:ext uri="{FF2B5EF4-FFF2-40B4-BE49-F238E27FC236}">
                  <ns2:creationId id="{6CD0714D-A96A-EBC1-FC86-DE07A7ADB576}"/>
                </a:ext>
              </a:extLst>
            </p:cNvPr>
            <p:cNvGrpSpPr/>
            <p:nvPr/>
          </p:nvGrpSpPr>
          <p:grpSpPr>
            <a:xfrm>
              <a:off x="340466" y="2028561"/>
              <a:ext cx="1080000" cy="342000"/>
              <a:chOff x="340466" y="2028561"/>
              <a:chExt cx="1080000" cy="342000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F5298996-1CC0-87D1-EAC8-042650C1004A}"/>
                  </a:ext>
                </a:extLst>
              </p:cNvPr>
              <p:cNvSpPr/>
              <p:nvPr/>
            </p:nvSpPr>
            <p:spPr>
              <a:xfrm>
                <a:off x="340466" y="2028561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8" name="グラフィックス 17" descr="電球と鉛筆 単色塗りつぶし">
                <a:extLst>
                  <a:ext uri="{FF2B5EF4-FFF2-40B4-BE49-F238E27FC236}">
                    <ns2:creationId id="{215FDCA3-DE79-FE2B-9F7D-266DA54F90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168466" y="211856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0F06C731-F370-939F-7084-F8D2B380B93D}"/>
                </a:ext>
              </a:extLst>
            </p:cNvPr>
            <p:cNvGrpSpPr/>
            <p:nvPr/>
          </p:nvGrpSpPr>
          <p:grpSpPr>
            <a:xfrm>
              <a:off x="340466" y="1640319"/>
              <a:ext cx="1080000" cy="342000"/>
              <a:chOff x="340466" y="1640319"/>
              <a:chExt cx="1080000" cy="342000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A5C4B21F-37CD-A31A-F060-2904CDEA0865}"/>
                  </a:ext>
                </a:extLst>
              </p:cNvPr>
              <p:cNvSpPr/>
              <p:nvPr/>
            </p:nvSpPr>
            <p:spPr>
              <a:xfrm>
                <a:off x="340466" y="1640319"/>
                <a:ext cx="1080000" cy="342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kumimoji="1"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" name="グラフィックス 18" descr="日毎カレンダー 単色塗りつぶし">
                <a:extLst>
                  <a:ext uri="{FF2B5EF4-FFF2-40B4-BE49-F238E27FC236}">
                    <ns2:creationId id="{DA0A0570-E3D5-4697-3DDD-936179D81A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68466" y="1685319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D6EF1006-20D1-F7E8-F5E9-27CA5BF0831B}"/>
                </a:ext>
              </a:extLst>
            </p:cNvPr>
            <p:cNvGrpSpPr/>
            <p:nvPr/>
          </p:nvGrpSpPr>
          <p:grpSpPr>
            <a:xfrm>
              <a:off x="340466" y="2416803"/>
              <a:ext cx="1080000" cy="3898714"/>
              <a:chOff x="340466" y="2416803"/>
              <a:chExt cx="1080000" cy="3898714"/>
            </a:xfrm>
          </p:grpSpPr>
          <p:sp>
            <p:nvSpPr>
              <p:cNvPr id="102" name="正方形/長方形 101">
                <a:extLst>
                  <a:ext uri="{FF2B5EF4-FFF2-40B4-BE49-F238E27FC236}">
                    <ns2:creationId id="{70DB5327-424E-8116-1EEB-F68949CBED24}"/>
                  </a:ext>
                </a:extLst>
              </p:cNvPr>
              <p:cNvSpPr/>
              <p:nvPr/>
            </p:nvSpPr>
            <p:spPr>
              <a:xfrm>
                <a:off x="340466" y="2416803"/>
                <a:ext cx="1080000" cy="3898714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r>
                  <a:rPr lang="ja-JP" altLang="en-US" sz="14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" name="グラフィックス 19" descr="クリップボード: チェックマーク 単色塗りつぶし">
                <a:extLst>
                  <a:ext uri="{FF2B5EF4-FFF2-40B4-BE49-F238E27FC236}">
                    <ns2:creationId id="{562A3F8D-E91D-EB64-BC02-2FA80D8A36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68466" y="4506860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869144710"/>
      </p:ext>
    </p:extLst>
  </p:cSld>
  <p:clrMapOvr>
    <a:masterClrMapping/>
  </p:clrMapOvr>
</p:sld>
</file>

<file path=ppt/slides/slide23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FBA026-AA4B-DF01-6832-920C66685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A084D02-EDA4-7D14-E08E-F9415E16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C1C8325-2DAE-D5BB-857C-B0588A4943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62" name="グループ化 161">
            <a:extLst>
              <a:ext uri="{FF2B5EF4-FFF2-40B4-BE49-F238E27FC236}">
                <ns2:creationId id="{0F4804A2-A85B-6BB0-C98F-3FB3AC23DB18}"/>
              </a:ext>
            </a:extLst>
          </p:cNvPr>
          <p:cNvGrpSpPr/>
          <p:nvPr/>
        </p:nvGrpSpPr>
        <p:grpSpPr>
          <a:xfrm>
            <a:off x="334963" y="1628775"/>
            <a:ext cx="11522074" cy="4679950"/>
            <a:chOff x="334963" y="1628775"/>
            <a:chExt cx="11522074" cy="4679950"/>
          </a:xfrm>
        </p:grpSpPr>
        <p:sp>
          <p:nvSpPr>
            <p:cNvPr id="6" name="テキスト ボックス 5">
              <a:extLst>
                <a:ext uri="{FF2B5EF4-FFF2-40B4-BE49-F238E27FC236}">
                  <ns2:creationId id="{82136191-B1B7-F300-5D9A-CF68C1C6D1BF}"/>
                </a:ext>
              </a:extLst>
            </p:cNvPr>
            <p:cNvSpPr txBox="1"/>
            <p:nvPr/>
          </p:nvSpPr>
          <p:spPr>
            <a:xfrm>
              <a:off x="334963" y="1628775"/>
              <a:ext cx="5624284" cy="427038"/>
            </a:xfrm>
            <a:prstGeom prst="homePlate">
              <a:avLst>
                <a:gd name="adj" fmla="val 36245"/>
              </a:avLst>
            </a:prstGeom>
            <a:solidFill>
              <a:schemeClr val="bg1">
                <a:lumMod val="50000"/>
              </a:schemeClr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ns2:creationId id="{AD106D23-60B5-5677-7337-3A7676A9E589}"/>
                </a:ext>
              </a:extLst>
            </p:cNvPr>
            <p:cNvSpPr txBox="1"/>
            <p:nvPr/>
          </p:nvSpPr>
          <p:spPr>
            <a:xfrm>
              <a:off x="6232753" y="1628775"/>
              <a:ext cx="5624284" cy="427038"/>
            </a:xfrm>
            <a:prstGeom prst="chevron">
              <a:avLst>
                <a:gd name="adj" fmla="val 36245"/>
              </a:avLst>
            </a:prstGeom>
            <a:solidFill>
              <a:srgbClr val="008000"/>
            </a:solidFill>
          </p:spPr>
          <p:txBody>
            <a:bodyPr wrap="square" lIns="504000" tIns="36000" rIns="0" bIns="36000" rtlCol="0" anchor="ctr" anchorCtr="0">
              <a:noAutofit/>
            </a:bodyPr>
            <a:lstStyle/>
            <a:p>
              <a:pPr algn="ctr"/>
              <a:r>
                <a:rPr kumimoji="1"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grpSp>
          <p:nvGrpSpPr>
            <p:cNvPr id="161" name="グループ化 160">
              <a:extLst>
                <a:ext uri="{FF2B5EF4-FFF2-40B4-BE49-F238E27FC236}">
                  <ns2:creationId id="{15879217-AFD6-0337-AC92-776284FC15D9}"/>
                </a:ext>
              </a:extLst>
            </p:cNvPr>
            <p:cNvGrpSpPr/>
            <p:nvPr/>
          </p:nvGrpSpPr>
          <p:grpSpPr>
            <a:xfrm>
              <a:off x="5908275" y="2087480"/>
              <a:ext cx="375450" cy="4221245"/>
              <a:chOff x="5900550" y="2087480"/>
              <a:chExt cx="375450" cy="4221245"/>
            </a:xfrm>
          </p:grpSpPr>
          <p:cxnSp>
            <p:nvCxnSpPr>
              <p:cNvPr id="11" name="直線コネクタ 10">
                <a:extLst>
                  <a:ext uri="{FF2B5EF4-FFF2-40B4-BE49-F238E27FC236}">
                    <ns2:creationId id="{305E5D08-C36E-83B9-458A-9BED5E2BB3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8275" y="2087480"/>
                <a:ext cx="0" cy="422124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グループ化 12">
                <a:extLst>
                  <a:ext uri="{FF2B5EF4-FFF2-40B4-BE49-F238E27FC236}">
                    <ns2:creationId id="{376AAA74-8F8B-F369-1606-8B88DF1C5DB7}"/>
                  </a:ext>
                </a:extLst>
              </p:cNvPr>
              <p:cNvGrpSpPr/>
              <p:nvPr/>
            </p:nvGrpSpPr>
            <p:grpSpPr>
              <a:xfrm>
                <a:off x="5900550" y="4010903"/>
                <a:ext cx="375450" cy="374400"/>
                <a:chOff x="4481975" y="4551664"/>
                <a:chExt cx="375450" cy="360974"/>
              </a:xfrm>
            </p:grpSpPr>
            <p:sp>
              <p:nvSpPr>
                <p:cNvPr id="40" name="円/楕円 8">
                  <a:extLst>
                    <a:ext uri="{FF2B5EF4-FFF2-40B4-BE49-F238E27FC236}">
                      <ns2:creationId id="{B1382382-4274-6F39-F3DB-374B81A1E0AB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6200000">
                  <a:off x="4488430" y="4559093"/>
                  <a:ext cx="347090" cy="360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2" name="グラフィックス 41">
                  <a:extLst>
                    <a:ext uri="{FF2B5EF4-FFF2-40B4-BE49-F238E27FC236}">
                      <ns2:creationId id="{5D98E7E1-8202-8983-A2B4-86716B3F43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501025" y="4551664"/>
                  <a:ext cx="356400" cy="3564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46" name="グラフィックス 45" descr="リスト 単色塗りつぶし">
              <a:extLst>
                <a:ext uri="{FF2B5EF4-FFF2-40B4-BE49-F238E27FC236}">
                  <ns2:creationId id="{2C284B9F-74D7-4080-E182-F84231F541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280" y="1660789"/>
              <a:ext cx="363010" cy="363010"/>
            </a:xfrm>
            <a:prstGeom prst="rect">
              <a:avLst/>
            </a:prstGeom>
          </p:spPr>
        </p:pic>
        <p:pic>
          <p:nvPicPr>
            <p:cNvPr id="47" name="グラフィックス 46" descr="コンパス 単色塗りつぶし">
              <a:extLst>
                <a:ext uri="{FF2B5EF4-FFF2-40B4-BE49-F238E27FC236}">
                  <ns2:creationId id="{ECFAE366-F8AB-8EC5-0479-BF7EA38716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878686" y="1660789"/>
              <a:ext cx="363010" cy="363010"/>
            </a:xfrm>
            <a:prstGeom prst="rect">
              <a:avLst/>
            </a:prstGeom>
          </p:spPr>
        </p:pic>
        <p:grpSp>
          <p:nvGrpSpPr>
            <p:cNvPr id="99" name="グループ化 98">
              <a:extLst>
                <a:ext uri="{FF2B5EF4-FFF2-40B4-BE49-F238E27FC236}">
                  <ns2:creationId id="{6309036A-DF26-CDF4-EA48-113183FF2062}"/>
                </a:ext>
              </a:extLst>
            </p:cNvPr>
            <p:cNvGrpSpPr/>
            <p:nvPr/>
          </p:nvGrpSpPr>
          <p:grpSpPr>
            <a:xfrm>
              <a:off x="1549082" y="2087480"/>
              <a:ext cx="2377750" cy="472988"/>
              <a:chOff x="1549082" y="2087480"/>
              <a:chExt cx="2377750" cy="472988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47B2C2E3-66AA-7747-3610-8E5834206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9083" y="2560468"/>
                <a:ext cx="237774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9FAFDB39-5E40-F2F3-2819-7E7B18A496CB}"/>
                  </a:ext>
                </a:extLst>
              </p:cNvPr>
              <p:cNvSpPr txBox="1"/>
              <p:nvPr/>
            </p:nvSpPr>
            <p:spPr>
              <a:xfrm>
                <a:off x="1549082" y="2087480"/>
                <a:ext cx="2377749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7" name="グラフィックス 66" descr="リサーチ 単色塗りつぶし">
                <a:extLst>
                  <a:ext uri="{FF2B5EF4-FFF2-40B4-BE49-F238E27FC236}">
                    <ns2:creationId id="{976721F0-D8AA-3FC7-6608-FFA1774216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804775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8" name="グループ化 97">
              <a:extLst>
                <a:ext uri="{FF2B5EF4-FFF2-40B4-BE49-F238E27FC236}">
                  <ns2:creationId id="{8A814867-0526-E2CA-09A8-D569CFD1C8AF}"/>
                </a:ext>
              </a:extLst>
            </p:cNvPr>
            <p:cNvGrpSpPr/>
            <p:nvPr/>
          </p:nvGrpSpPr>
          <p:grpSpPr>
            <a:xfrm>
              <a:off x="3977320" y="2087480"/>
              <a:ext cx="1829112" cy="472988"/>
              <a:chOff x="3977320" y="2087480"/>
              <a:chExt cx="1829112" cy="472988"/>
            </a:xfrm>
          </p:grpSpPr>
          <p:cxnSp>
            <p:nvCxnSpPr>
              <p:cNvPr id="61" name="直線コネクタ 60">
                <a:extLst>
                  <a:ext uri="{FF2B5EF4-FFF2-40B4-BE49-F238E27FC236}">
                    <ns2:creationId id="{2C821A2A-7EDC-2E3F-556E-1E2FC423CA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7321" y="2560468"/>
                <a:ext cx="182911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テキスト ボックス 62">
                <a:extLst>
                  <a:ext uri="{FF2B5EF4-FFF2-40B4-BE49-F238E27FC236}">
                    <ns2:creationId id="{39F2EFFC-C27A-F91F-A916-276B084D53DC}"/>
                  </a:ext>
                </a:extLst>
              </p:cNvPr>
              <p:cNvSpPr txBox="1"/>
              <p:nvPr/>
            </p:nvSpPr>
            <p:spPr>
              <a:xfrm>
                <a:off x="3977320" y="2087480"/>
                <a:ext cx="1829111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b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</a:br>
                <a:r>
                  <a:rPr kumimoji="1" lang="en-US" altLang="ja-JP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  <a:endParaRPr kumimoji="1" lang="ja-JP" altLang="en-US" sz="1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69" name="グラフィックス 68" descr="キー 単色塗りつぶし">
                <a:extLst>
                  <a:ext uri="{FF2B5EF4-FFF2-40B4-BE49-F238E27FC236}">
                    <ns2:creationId id="{433864E2-3855-CE5B-5002-432C1C1281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049003" y="2197458"/>
                <a:ext cx="363010" cy="363010"/>
              </a:xfrm>
              <a:prstGeom prst="rect">
                <a:avLst/>
              </a:prstGeom>
            </p:spPr>
          </p:pic>
        </p:grpSp>
        <p:grpSp>
          <p:nvGrpSpPr>
            <p:cNvPr id="96" name="グループ化 95">
              <a:extLst>
                <a:ext uri="{FF2B5EF4-FFF2-40B4-BE49-F238E27FC236}">
                  <ns2:creationId id="{C61C63DC-D1C4-9A10-A634-95372A4DBBDA}"/>
                </a:ext>
              </a:extLst>
            </p:cNvPr>
            <p:cNvGrpSpPr/>
            <p:nvPr/>
          </p:nvGrpSpPr>
          <p:grpSpPr>
            <a:xfrm>
              <a:off x="334963" y="2087480"/>
              <a:ext cx="1163630" cy="472988"/>
              <a:chOff x="334963" y="2087480"/>
              <a:chExt cx="1163630" cy="472988"/>
            </a:xfrm>
          </p:grpSpPr>
          <p:cxnSp>
            <p:nvCxnSpPr>
              <p:cNvPr id="54" name="直線コネクタ 53">
                <a:extLst>
                  <a:ext uri="{FF2B5EF4-FFF2-40B4-BE49-F238E27FC236}">
                    <ns2:creationId id="{A1794616-A905-1C57-14F8-DC981FB342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2560468"/>
                <a:ext cx="116363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テキスト ボックス 54">
                <a:extLst>
                  <a:ext uri="{FF2B5EF4-FFF2-40B4-BE49-F238E27FC236}">
                    <ns2:creationId id="{B25EC9ED-BA15-4948-6228-C1B04440129B}"/>
                  </a:ext>
                </a:extLst>
              </p:cNvPr>
              <p:cNvSpPr txBox="1"/>
              <p:nvPr/>
            </p:nvSpPr>
            <p:spPr>
              <a:xfrm>
                <a:off x="334963" y="2087480"/>
                <a:ext cx="1163630" cy="472988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>
                        <a:lumMod val="50000"/>
                      </a:schemeClr>
                    </a:solidFill>
                  </a:rPr>
                  <a:t>XX</a:t>
                </a:r>
              </a:p>
            </p:txBody>
          </p:sp>
          <p:pic>
            <p:nvPicPr>
              <p:cNvPr id="70" name="グラフィックス 69" descr="開いたフォルダー 単色塗りつぶし">
                <a:extLst>
                  <a:ext uri="{FF2B5EF4-FFF2-40B4-BE49-F238E27FC236}">
                    <ns2:creationId id="{6583CCB0-E821-068A-BB5D-AB81079D5A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334963" y="2197458"/>
                <a:ext cx="363010" cy="363010"/>
              </a:xfrm>
              <a:prstGeom prst="rect">
                <a:avLst/>
              </a:prstGeom>
            </p:spPr>
          </p:pic>
        </p:grpSp>
        <p:sp>
          <p:nvSpPr>
            <p:cNvPr id="71" name="正方形/長方形 70">
              <a:extLst>
                <a:ext uri="{FF2B5EF4-FFF2-40B4-BE49-F238E27FC236}">
                  <ns2:creationId id="{D958B5E2-D308-F425-594B-C9753F9FD5F9}"/>
                </a:ext>
              </a:extLst>
            </p:cNvPr>
            <p:cNvSpPr/>
            <p:nvPr/>
          </p:nvSpPr>
          <p:spPr>
            <a:xfrm>
              <a:off x="334963" y="2626022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2030FE8-7CC9-0FD1-CDBF-684924891508}"/>
                </a:ext>
              </a:extLst>
            </p:cNvPr>
            <p:cNvSpPr/>
            <p:nvPr/>
          </p:nvSpPr>
          <p:spPr>
            <a:xfrm>
              <a:off x="334963" y="3871590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934F6852-6D08-4DF7-5988-80AE6FC2B23F}"/>
                </a:ext>
              </a:extLst>
            </p:cNvPr>
            <p:cNvSpPr/>
            <p:nvPr/>
          </p:nvSpPr>
          <p:spPr>
            <a:xfrm>
              <a:off x="334963" y="5117157"/>
              <a:ext cx="1163630" cy="11915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>
                      <a:lumMod val="50000"/>
                      <a:alpha val="6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ja-JP" altLang="en-US" sz="14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611BF3F-64FB-C1A4-B4D0-537781ADD3CE}"/>
                </a:ext>
              </a:extLst>
            </p:cNvPr>
            <p:cNvSpPr/>
            <p:nvPr/>
          </p:nvSpPr>
          <p:spPr>
            <a:xfrm>
              <a:off x="1549081" y="2626022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50157720-1653-93CA-616E-5F1762ADECBF}"/>
                </a:ext>
              </a:extLst>
            </p:cNvPr>
            <p:cNvSpPr/>
            <p:nvPr/>
          </p:nvSpPr>
          <p:spPr>
            <a:xfrm>
              <a:off x="1549081" y="3871590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4DF4627B-2B64-EBC7-8E77-AC2D85C861D7}"/>
                </a:ext>
              </a:extLst>
            </p:cNvPr>
            <p:cNvSpPr/>
            <p:nvPr/>
          </p:nvSpPr>
          <p:spPr>
            <a:xfrm>
              <a:off x="1549081" y="5117157"/>
              <a:ext cx="2377745" cy="119156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75DF9078-7051-5826-1C6A-8E8F0C8FA826}"/>
                </a:ext>
              </a:extLst>
            </p:cNvPr>
            <p:cNvSpPr/>
            <p:nvPr/>
          </p:nvSpPr>
          <p:spPr>
            <a:xfrm>
              <a:off x="3977320" y="2626022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38B43977-6253-45D8-B91B-98CC0716DF8C}"/>
                </a:ext>
              </a:extLst>
            </p:cNvPr>
            <p:cNvSpPr/>
            <p:nvPr/>
          </p:nvSpPr>
          <p:spPr>
            <a:xfrm>
              <a:off x="3977320" y="3871590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368598E6-4CC3-597E-644F-9B1558F93E85}"/>
                </a:ext>
              </a:extLst>
            </p:cNvPr>
            <p:cNvSpPr/>
            <p:nvPr/>
          </p:nvSpPr>
          <p:spPr>
            <a:xfrm>
              <a:off x="3977320" y="5117157"/>
              <a:ext cx="1829111" cy="1191568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75F6596C-DA33-6EFA-7300-A6E671397BD0}"/>
                </a:ext>
              </a:extLst>
            </p:cNvPr>
            <p:cNvSpPr/>
            <p:nvPr/>
          </p:nvSpPr>
          <p:spPr>
            <a:xfrm>
              <a:off x="4745040" y="2686347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1D04E573-5D66-B215-6ACA-D6023F6857EF}"/>
                </a:ext>
              </a:extLst>
            </p:cNvPr>
            <p:cNvSpPr/>
            <p:nvPr/>
          </p:nvSpPr>
          <p:spPr>
            <a:xfrm>
              <a:off x="4745039" y="3931915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D7C64493-5B50-806A-96F2-61257A0083D4}"/>
                </a:ext>
              </a:extLst>
            </p:cNvPr>
            <p:cNvSpPr/>
            <p:nvPr/>
          </p:nvSpPr>
          <p:spPr>
            <a:xfrm>
              <a:off x="4745040" y="5177482"/>
              <a:ext cx="293671" cy="26322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94" name="直線コネクタ 93">
              <a:extLst>
                <a:ext uri="{FF2B5EF4-FFF2-40B4-BE49-F238E27FC236}">
                  <ns2:creationId id="{85C33A0B-4E60-78B0-0986-2891C7F88B22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3844590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ns2:creationId id="{6DEBA549-8C3C-6153-82CC-26594CE4469C}"/>
                </a:ext>
              </a:extLst>
            </p:cNvPr>
            <p:cNvCxnSpPr>
              <a:cxnSpLocks/>
            </p:cNvCxnSpPr>
            <p:nvPr/>
          </p:nvCxnSpPr>
          <p:spPr>
            <a:xfrm>
              <a:off x="1549083" y="5090157"/>
              <a:ext cx="2377749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正方形/長方形 99">
              <a:extLst>
                <a:ext uri="{FF2B5EF4-FFF2-40B4-BE49-F238E27FC236}">
                  <ns2:creationId id="{ABEEBE4C-9CC3-BC82-9578-EAA5ADAC9DEA}"/>
                </a:ext>
              </a:extLst>
            </p:cNvPr>
            <p:cNvSpPr/>
            <p:nvPr/>
          </p:nvSpPr>
          <p:spPr>
            <a:xfrm>
              <a:off x="6370119" y="2087480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E583BFDE-99D3-A182-8418-63D8B9A42AAB}"/>
                </a:ext>
              </a:extLst>
            </p:cNvPr>
            <p:cNvSpPr/>
            <p:nvPr/>
          </p:nvSpPr>
          <p:spPr>
            <a:xfrm>
              <a:off x="6370119" y="2945743"/>
              <a:ext cx="959595" cy="1112561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5209416D-BC0A-8215-5C96-BFE4E19D2083}"/>
                </a:ext>
              </a:extLst>
            </p:cNvPr>
            <p:cNvSpPr/>
            <p:nvPr/>
          </p:nvSpPr>
          <p:spPr>
            <a:xfrm>
              <a:off x="6370119" y="4114800"/>
              <a:ext cx="959595" cy="133566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682B54BF-3811-8B6C-138D-B5CB47C18864}"/>
                </a:ext>
              </a:extLst>
            </p:cNvPr>
            <p:cNvSpPr/>
            <p:nvPr/>
          </p:nvSpPr>
          <p:spPr>
            <a:xfrm>
              <a:off x="6370119" y="5506955"/>
              <a:ext cx="959595" cy="80177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2582854A-CCC9-C587-E6E6-D2E0547A790D}"/>
                </a:ext>
              </a:extLst>
            </p:cNvPr>
            <p:cNvSpPr/>
            <p:nvPr/>
          </p:nvSpPr>
          <p:spPr>
            <a:xfrm>
              <a:off x="7398887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EBD0AA4A-683C-7C94-5118-C9535873A60B}"/>
                </a:ext>
              </a:extLst>
            </p:cNvPr>
            <p:cNvSpPr/>
            <p:nvPr/>
          </p:nvSpPr>
          <p:spPr>
            <a:xfrm>
              <a:off x="9321538" y="2945744"/>
              <a:ext cx="1875192" cy="1112561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0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74B03D15-E908-00F6-B33F-E7C2111F45E0}"/>
                </a:ext>
              </a:extLst>
            </p:cNvPr>
            <p:cNvSpPr/>
            <p:nvPr/>
          </p:nvSpPr>
          <p:spPr>
            <a:xfrm>
              <a:off x="739888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3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66700" indent="-2667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CB234FBD-CB49-70D4-3472-327CFEDFB8F2}"/>
                </a:ext>
              </a:extLst>
            </p:cNvPr>
            <p:cNvSpPr/>
            <p:nvPr/>
          </p:nvSpPr>
          <p:spPr>
            <a:xfrm>
              <a:off x="9321539" y="4114800"/>
              <a:ext cx="1875192" cy="133566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69875" indent="-269875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270000" indent="-270000">
                <a:spcAft>
                  <a:spcPts val="600"/>
                </a:spcAft>
                <a:buClr>
                  <a:srgbClr val="008000"/>
                </a:buClr>
                <a:buFont typeface="+mj-lt"/>
                <a:buAutoNum type="arabicPeriod" startAt="3"/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C3A5F0A6-5681-827C-8B1D-594B38B2E7D8}"/>
                </a:ext>
              </a:extLst>
            </p:cNvPr>
            <p:cNvSpPr/>
            <p:nvPr/>
          </p:nvSpPr>
          <p:spPr>
            <a:xfrm>
              <a:off x="739888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AA11AE02-9EB7-D07C-384F-DEBDD3BD369D}"/>
                </a:ext>
              </a:extLst>
            </p:cNvPr>
            <p:cNvSpPr/>
            <p:nvPr/>
          </p:nvSpPr>
          <p:spPr>
            <a:xfrm>
              <a:off x="9321539" y="5506955"/>
              <a:ext cx="1875192" cy="8017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  <a:buClr>
                  <a:srgbClr val="008000"/>
                </a:buClr>
              </a:pP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8" name="直線コネクタ 127">
              <a:extLst>
                <a:ext uri="{FF2B5EF4-FFF2-40B4-BE49-F238E27FC236}">
                  <ns2:creationId id="{348E8F00-EA7A-A8B1-54B4-785B6FF5F5A8}"/>
                </a:ext>
              </a:extLst>
            </p:cNvPr>
            <p:cNvCxnSpPr>
              <a:cxnSpLocks/>
            </p:cNvCxnSpPr>
            <p:nvPr/>
          </p:nvCxnSpPr>
          <p:spPr>
            <a:xfrm>
              <a:off x="7398887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コネクタ 130">
              <a:extLst>
                <a:ext uri="{FF2B5EF4-FFF2-40B4-BE49-F238E27FC236}">
                  <ns2:creationId id="{EFF09F91-1606-EC97-2B11-B3AACBC5E581}"/>
                </a:ext>
              </a:extLst>
            </p:cNvPr>
            <p:cNvCxnSpPr>
              <a:cxnSpLocks/>
            </p:cNvCxnSpPr>
            <p:nvPr/>
          </p:nvCxnSpPr>
          <p:spPr>
            <a:xfrm>
              <a:off x="9321538" y="2889250"/>
              <a:ext cx="1875192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3" name="グループ化 132">
              <a:extLst>
                <a:ext uri="{FF2B5EF4-FFF2-40B4-BE49-F238E27FC236}">
                  <ns2:creationId id="{DCC23420-4D86-F34A-ED66-DBC75D5053A5}"/>
                </a:ext>
              </a:extLst>
            </p:cNvPr>
            <p:cNvGrpSpPr/>
            <p:nvPr/>
          </p:nvGrpSpPr>
          <p:grpSpPr>
            <a:xfrm>
              <a:off x="7802058" y="2283868"/>
              <a:ext cx="1068850" cy="408994"/>
              <a:chOff x="7832043" y="2283868"/>
              <a:chExt cx="1216198" cy="408994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E1D0AF79-87BF-1C1C-A0D4-3C701312AF23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387A3451-0FAF-0227-7506-0E015B30090B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ns2:creationId id="{94022880-758D-1E2A-883A-A4B0D6109DF3}"/>
                </a:ext>
              </a:extLst>
            </p:cNvPr>
            <p:cNvGrpSpPr/>
            <p:nvPr/>
          </p:nvGrpSpPr>
          <p:grpSpPr>
            <a:xfrm>
              <a:off x="9724708" y="2283868"/>
              <a:ext cx="1068850" cy="408994"/>
              <a:chOff x="7832043" y="2283868"/>
              <a:chExt cx="1216198" cy="408994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4DECE56B-6F4C-554C-9C88-3AD110CFC314}"/>
                  </a:ext>
                </a:extLst>
              </p:cNvPr>
              <p:cNvSpPr/>
              <p:nvPr/>
            </p:nvSpPr>
            <p:spPr>
              <a:xfrm>
                <a:off x="7832043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394842EB-1D05-DA04-A3DD-F51DAE4546AE}"/>
                  </a:ext>
                </a:extLst>
              </p:cNvPr>
              <p:cNvSpPr/>
              <p:nvPr/>
            </p:nvSpPr>
            <p:spPr>
              <a:xfrm>
                <a:off x="8591945" y="2283868"/>
                <a:ext cx="456296" cy="408994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2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137" name="グラフィックス 136" descr="ワークフロー 単色塗りつぶし">
              <a:extLst>
                <a:ext uri="{FF2B5EF4-FFF2-40B4-BE49-F238E27FC236}">
                  <ns2:creationId id="{C641CB67-AF48-3401-F1EC-EB7E4AED3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086845" y="3002749"/>
              <a:ext cx="499274" cy="499274"/>
            </a:xfrm>
            <a:prstGeom prst="rect">
              <a:avLst/>
            </a:prstGeom>
          </p:spPr>
        </p:pic>
        <p:pic>
          <p:nvPicPr>
            <p:cNvPr id="138" name="グラフィックス 137" descr="フローチャート 単色塗りつぶし">
              <a:extLst>
                <a:ext uri="{FF2B5EF4-FFF2-40B4-BE49-F238E27FC236}">
                  <ns2:creationId id="{24D054DA-BDB0-3269-A43A-8702608474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0009497" y="3002749"/>
              <a:ext cx="499274" cy="499274"/>
            </a:xfrm>
            <a:prstGeom prst="rect">
              <a:avLst/>
            </a:prstGeom>
          </p:spPr>
        </p:pic>
        <p:pic>
          <p:nvPicPr>
            <p:cNvPr id="139" name="グラフィックス 138" descr="キー 単色塗りつぶし">
              <a:extLst>
                <a:ext uri="{FF2B5EF4-FFF2-40B4-BE49-F238E27FC236}">
                  <ns2:creationId id="{6EF0E355-510B-8561-ADBD-0C71B79C51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6830440" y="2389976"/>
              <a:ext cx="499274" cy="499274"/>
            </a:xfrm>
            <a:prstGeom prst="rect">
              <a:avLst/>
            </a:prstGeom>
          </p:spPr>
        </p:pic>
        <p:pic>
          <p:nvPicPr>
            <p:cNvPr id="140" name="グラフィックス 139" descr="指数的グラフ 単色塗りつぶし">
              <a:extLst>
                <a:ext uri="{FF2B5EF4-FFF2-40B4-BE49-F238E27FC236}">
                  <ns2:creationId id="{A04BD3AD-2F15-5FAF-24D8-94E2C95F11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6830440" y="3559030"/>
              <a:ext cx="499274" cy="499274"/>
            </a:xfrm>
            <a:prstGeom prst="rect">
              <a:avLst/>
            </a:prstGeom>
          </p:spPr>
        </p:pic>
        <p:pic>
          <p:nvPicPr>
            <p:cNvPr id="141" name="グラフィックス 140" descr="ドキュメント 単色塗りつぶし">
              <a:extLst>
                <a:ext uri="{FF2B5EF4-FFF2-40B4-BE49-F238E27FC236}">
                  <ns2:creationId id="{2925BD39-64A3-1CE0-FDA9-CE915B6CC8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6830440" y="4951186"/>
              <a:ext cx="499274" cy="499274"/>
            </a:xfrm>
            <a:prstGeom prst="rect">
              <a:avLst/>
            </a:prstGeom>
          </p:spPr>
        </p:pic>
        <p:pic>
          <p:nvPicPr>
            <p:cNvPr id="144" name="グラフィックス 143" descr="熱望 単色塗りつぶし">
              <a:extLst>
                <a:ext uri="{FF2B5EF4-FFF2-40B4-BE49-F238E27FC236}">
                  <ns2:creationId id="{350D894B-253E-01EF-4BFE-38B84F3A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6830440" y="5809451"/>
              <a:ext cx="499274" cy="499274"/>
            </a:xfrm>
            <a:prstGeom prst="rect">
              <a:avLst/>
            </a:prstGeom>
          </p:spPr>
        </p:pic>
        <p:grpSp>
          <p:nvGrpSpPr>
            <p:cNvPr id="150" name="グループ化 149">
              <a:extLst>
                <a:ext uri="{FF2B5EF4-FFF2-40B4-BE49-F238E27FC236}">
                  <ns2:creationId id="{9DB5CDEA-582E-EDB0-DE07-907EE2F36C88}"/>
                </a:ext>
              </a:extLst>
            </p:cNvPr>
            <p:cNvGrpSpPr/>
            <p:nvPr/>
          </p:nvGrpSpPr>
          <p:grpSpPr>
            <a:xfrm>
              <a:off x="7398889" y="5478708"/>
              <a:ext cx="3797843" cy="0"/>
              <a:chOff x="7398889" y="5478708"/>
              <a:chExt cx="3797843" cy="0"/>
            </a:xfrm>
          </p:grpSpPr>
          <p:cxnSp>
            <p:nvCxnSpPr>
              <p:cNvPr id="147" name="直線コネクタ 146">
                <a:extLst>
                  <a:ext uri="{FF2B5EF4-FFF2-40B4-BE49-F238E27FC236}">
                    <ns2:creationId id="{BF185F49-30F0-C2EC-13F4-17DEEA5525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コネクタ 147">
                <a:extLst>
                  <a:ext uri="{FF2B5EF4-FFF2-40B4-BE49-F238E27FC236}">
                    <ns2:creationId id="{C70FFB5B-4D21-B037-52CA-21C4329A6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9" name="四角形: 角を丸くする 148">
              <a:extLst>
                <a:ext uri="{FF2B5EF4-FFF2-40B4-BE49-F238E27FC236}">
                  <ns2:creationId id="{07BDEA65-7BA8-2E24-118A-37BC8B5B9716}"/>
                </a:ext>
              </a:extLst>
            </p:cNvPr>
            <p:cNvSpPr/>
            <p:nvPr/>
          </p:nvSpPr>
          <p:spPr>
            <a:xfrm>
              <a:off x="6354668" y="4114800"/>
              <a:ext cx="4889513" cy="1335660"/>
            </a:xfrm>
            <a:prstGeom prst="roundRect">
              <a:avLst>
                <a:gd name="adj" fmla="val 5475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51" name="グループ化 150">
              <a:extLst>
                <a:ext uri="{FF2B5EF4-FFF2-40B4-BE49-F238E27FC236}">
                  <ns2:creationId id="{BEA567D5-5096-F092-9EE6-75F5FF58238D}"/>
                </a:ext>
              </a:extLst>
            </p:cNvPr>
            <p:cNvGrpSpPr/>
            <p:nvPr/>
          </p:nvGrpSpPr>
          <p:grpSpPr>
            <a:xfrm>
              <a:off x="7398889" y="4086552"/>
              <a:ext cx="3797843" cy="0"/>
              <a:chOff x="7398889" y="5478708"/>
              <a:chExt cx="3797843" cy="0"/>
            </a:xfrm>
          </p:grpSpPr>
          <p:cxnSp>
            <p:nvCxnSpPr>
              <p:cNvPr id="152" name="直線コネクタ 151">
                <a:extLst>
                  <a:ext uri="{FF2B5EF4-FFF2-40B4-BE49-F238E27FC236}">
                    <ns2:creationId id="{43D1E684-0CA3-0794-72C8-FE6F3AF4D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98889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BCFDC927-FC33-5E9A-CBE4-56C0AEB0A4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21540" y="5478708"/>
                <a:ext cx="18751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グループ化 155">
              <a:extLst>
                <a:ext uri="{FF2B5EF4-FFF2-40B4-BE49-F238E27FC236}">
                  <ns2:creationId id="{93FB9399-7D4E-8308-CDE6-1C2830B040CD}"/>
                </a:ext>
              </a:extLst>
            </p:cNvPr>
            <p:cNvGrpSpPr/>
            <p:nvPr/>
          </p:nvGrpSpPr>
          <p:grpSpPr>
            <a:xfrm>
              <a:off x="11433175" y="4054104"/>
              <a:ext cx="300502" cy="1457051"/>
              <a:chOff x="11433175" y="4166872"/>
              <a:chExt cx="300502" cy="1457051"/>
            </a:xfrm>
          </p:grpSpPr>
          <p:sp>
            <p:nvSpPr>
              <p:cNvPr id="154" name="正方形/長方形 153">
                <a:extLst>
                  <a:ext uri="{FF2B5EF4-FFF2-40B4-BE49-F238E27FC236}">
                    <ns2:creationId id="{74AFA01E-4E7B-0568-64B6-4D3DBCFC7A6B}"/>
                  </a:ext>
                </a:extLst>
              </p:cNvPr>
              <p:cNvSpPr/>
              <p:nvPr/>
            </p:nvSpPr>
            <p:spPr>
              <a:xfrm>
                <a:off x="11433175" y="4467374"/>
                <a:ext cx="300502" cy="115654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55" name="グラフィックス 154" descr="右向き指示マーク 単色塗りつぶし">
                <a:extLst>
                  <a:ext uri="{FF2B5EF4-FFF2-40B4-BE49-F238E27FC236}">
                    <ns2:creationId id="{D8EC332C-11EC-585D-81F9-3340DACA2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11433175" y="4166872"/>
                <a:ext cx="300502" cy="300502"/>
              </a:xfrm>
              <a:prstGeom prst="rect">
                <a:avLst/>
              </a:prstGeom>
            </p:spPr>
          </p:pic>
        </p:grpSp>
        <p:cxnSp>
          <p:nvCxnSpPr>
            <p:cNvPr id="158" name="直線矢印コネクタ 157">
              <a:extLst>
                <a:ext uri="{FF2B5EF4-FFF2-40B4-BE49-F238E27FC236}">
                  <ns2:creationId id="{4F775243-3AC8-D9CE-4FE1-8EE4E1AFB8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244181" y="4782629"/>
              <a:ext cx="188994" cy="1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418741942"/>
      </p:ext>
    </p:extLst>
  </p:cSld>
  <p:clrMapOvr>
    <a:masterClrMapping/>
  </p:clrMapOvr>
</p:sld>
</file>

<file path=ppt/slides/slide23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8CC74E-A855-7B17-D80F-667D9894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E35C5E-09E3-11C2-6F6D-A55B7D9F1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 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AB7FBF2-1765-F79B-1209-5203D0000F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6" name="グループ化 105">
            <a:extLst>
              <a:ext uri="{FF2B5EF4-FFF2-40B4-BE49-F238E27FC236}">
                <ns2:creationId id="{319D26E1-2685-0C17-6072-7ADFA63B7969}"/>
              </a:ext>
            </a:extLst>
          </p:cNvPr>
          <p:cNvGrpSpPr/>
          <p:nvPr/>
        </p:nvGrpSpPr>
        <p:grpSpPr>
          <a:xfrm>
            <a:off x="371475" y="1636607"/>
            <a:ext cx="11489595" cy="4672117"/>
            <a:chOff x="371475" y="1636607"/>
            <a:chExt cx="11489595" cy="4672117"/>
          </a:xfrm>
        </p:grpSpPr>
        <p:grpSp>
          <p:nvGrpSpPr>
            <p:cNvPr id="103" name="グループ化 102">
              <a:extLst>
                <a:ext uri="{FF2B5EF4-FFF2-40B4-BE49-F238E27FC236}">
                  <ns2:creationId id="{259E8384-FBA4-94FE-9FDD-16F6BA1A4F62}"/>
                </a:ext>
              </a:extLst>
            </p:cNvPr>
            <p:cNvGrpSpPr/>
            <p:nvPr/>
          </p:nvGrpSpPr>
          <p:grpSpPr>
            <a:xfrm>
              <a:off x="371475" y="1636607"/>
              <a:ext cx="11489595" cy="4672117"/>
              <a:chOff x="371475" y="1636607"/>
              <a:chExt cx="11489595" cy="4672117"/>
            </a:xfrm>
          </p:grpSpPr>
          <p:cxnSp>
            <p:nvCxnSpPr>
              <p:cNvPr id="6" name="直線コネクタ 5">
                <a:extLst>
                  <a:ext uri="{FF2B5EF4-FFF2-40B4-BE49-F238E27FC236}">
                    <ns2:creationId id="{7B8469C4-1D8A-683B-8438-842E08D441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32592" y="2041949"/>
                <a:ext cx="224857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テキスト ボックス 6">
                <a:extLst>
                  <a:ext uri="{FF2B5EF4-FFF2-40B4-BE49-F238E27FC236}">
                    <ns2:creationId id="{AA18F3EF-EC6C-6C16-895D-67AE94E52E09}"/>
                  </a:ext>
                </a:extLst>
              </p:cNvPr>
              <p:cNvSpPr txBox="1"/>
              <p:nvPr/>
            </p:nvSpPr>
            <p:spPr>
              <a:xfrm>
                <a:off x="3132591" y="1636607"/>
                <a:ext cx="2248579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10" name="グラフィックス 9" descr="フローチャート 枠線">
                <a:extLst>
                  <a:ext uri="{FF2B5EF4-FFF2-40B4-BE49-F238E27FC236}">
                    <ns2:creationId id="{913D1D00-06CE-7C0D-4ED5-DED3209F35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502707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13" name="Freeform 22">
                <a:extLst>
                  <a:ext uri="{FF2B5EF4-FFF2-40B4-BE49-F238E27FC236}">
                    <ns2:creationId id="{2AEE59A2-79E9-08C0-DD56-22DC1775EA4C}"/>
                  </a:ext>
                </a:extLst>
              </p:cNvPr>
              <p:cNvSpPr/>
              <p:nvPr/>
            </p:nvSpPr>
            <p:spPr>
              <a:xfrm>
                <a:off x="1462607" y="2167467"/>
                <a:ext cx="479345" cy="745823"/>
              </a:xfrm>
              <a:custGeom>
                <a:avLst/>
                <a:gdLst>
                  <a:gd name="connsiteX0" fmla="*/ 493467 w 986934"/>
                  <a:gd name="connsiteY0" fmla="*/ 0 h 801098"/>
                  <a:gd name="connsiteX1" fmla="*/ 986934 w 986934"/>
                  <a:gd name="connsiteY1" fmla="*/ 801098 h 801098"/>
                  <a:gd name="connsiteX2" fmla="*/ 0 w 986934"/>
                  <a:gd name="connsiteY2" fmla="*/ 801098 h 801098"/>
                  <a:gd name="connsiteX3" fmla="*/ 493467 w 986934"/>
                  <a:gd name="connsiteY3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6934" h="801098">
                    <a:moveTo>
                      <a:pt x="493467" y="0"/>
                    </a:moveTo>
                    <a:lnTo>
                      <a:pt x="986934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/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06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4" name="Freeform 20">
                <a:extLst>
                  <a:ext uri="{FF2B5EF4-FFF2-40B4-BE49-F238E27FC236}">
                    <ns2:creationId id="{ECC931C2-B197-49C8-178B-8DBAB13E7D0C}"/>
                  </a:ext>
                </a:extLst>
              </p:cNvPr>
              <p:cNvSpPr/>
              <p:nvPr/>
            </p:nvSpPr>
            <p:spPr>
              <a:xfrm>
                <a:off x="1189824" y="3016325"/>
                <a:ext cx="1024909" cy="745823"/>
              </a:xfrm>
              <a:custGeom>
                <a:avLst/>
                <a:gdLst>
                  <a:gd name="connsiteX0" fmla="*/ 493467 w 2110213"/>
                  <a:gd name="connsiteY0" fmla="*/ 0 h 801098"/>
                  <a:gd name="connsiteX1" fmla="*/ 1616746 w 2110213"/>
                  <a:gd name="connsiteY1" fmla="*/ 0 h 801098"/>
                  <a:gd name="connsiteX2" fmla="*/ 2110213 w 2110213"/>
                  <a:gd name="connsiteY2" fmla="*/ 801098 h 801098"/>
                  <a:gd name="connsiteX3" fmla="*/ 0 w 2110213"/>
                  <a:gd name="connsiteY3" fmla="*/ 801098 h 801098"/>
                  <a:gd name="connsiteX4" fmla="*/ 493467 w 2110213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0213" h="801098">
                    <a:moveTo>
                      <a:pt x="493467" y="0"/>
                    </a:moveTo>
                    <a:lnTo>
                      <a:pt x="1616746" y="0"/>
                    </a:lnTo>
                    <a:lnTo>
                      <a:pt x="2110213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9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chemeClr val="bg1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Freeform 19">
                <a:extLst>
                  <a:ext uri="{FF2B5EF4-FFF2-40B4-BE49-F238E27FC236}">
                    <ns2:creationId id="{4501C6EA-E89D-6826-D15B-A053BB9A0D0C}"/>
                  </a:ext>
                </a:extLst>
              </p:cNvPr>
              <p:cNvSpPr/>
              <p:nvPr/>
            </p:nvSpPr>
            <p:spPr>
              <a:xfrm>
                <a:off x="917041" y="3865184"/>
                <a:ext cx="1570474" cy="745823"/>
              </a:xfrm>
              <a:custGeom>
                <a:avLst/>
                <a:gdLst>
                  <a:gd name="connsiteX0" fmla="*/ 493467 w 3233491"/>
                  <a:gd name="connsiteY0" fmla="*/ 0 h 801098"/>
                  <a:gd name="connsiteX1" fmla="*/ 2740024 w 3233491"/>
                  <a:gd name="connsiteY1" fmla="*/ 0 h 801098"/>
                  <a:gd name="connsiteX2" fmla="*/ 3233491 w 3233491"/>
                  <a:gd name="connsiteY2" fmla="*/ 801098 h 801098"/>
                  <a:gd name="connsiteX3" fmla="*/ 0 w 3233491"/>
                  <a:gd name="connsiteY3" fmla="*/ 801098 h 801098"/>
                  <a:gd name="connsiteX4" fmla="*/ 493467 w 3233491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3491" h="801098">
                    <a:moveTo>
                      <a:pt x="493467" y="0"/>
                    </a:moveTo>
                    <a:lnTo>
                      <a:pt x="2740024" y="0"/>
                    </a:lnTo>
                    <a:lnTo>
                      <a:pt x="3233491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0" name="Freeform 18">
                <a:extLst>
                  <a:ext uri="{FF2B5EF4-FFF2-40B4-BE49-F238E27FC236}">
                    <ns2:creationId id="{26C8D925-05F6-1C6C-0F2D-03CFCAE752A5}"/>
                  </a:ext>
                </a:extLst>
              </p:cNvPr>
              <p:cNvSpPr/>
              <p:nvPr/>
            </p:nvSpPr>
            <p:spPr>
              <a:xfrm>
                <a:off x="644259" y="4714041"/>
                <a:ext cx="2116040" cy="745823"/>
              </a:xfrm>
              <a:custGeom>
                <a:avLst/>
                <a:gdLst>
                  <a:gd name="connsiteX0" fmla="*/ 493467 w 4356770"/>
                  <a:gd name="connsiteY0" fmla="*/ 0 h 801098"/>
                  <a:gd name="connsiteX1" fmla="*/ 3863303 w 4356770"/>
                  <a:gd name="connsiteY1" fmla="*/ 0 h 801098"/>
                  <a:gd name="connsiteX2" fmla="*/ 4356770 w 4356770"/>
                  <a:gd name="connsiteY2" fmla="*/ 801098 h 801098"/>
                  <a:gd name="connsiteX3" fmla="*/ 0 w 4356770"/>
                  <a:gd name="connsiteY3" fmla="*/ 801098 h 801098"/>
                  <a:gd name="connsiteX4" fmla="*/ 493467 w 4356770"/>
                  <a:gd name="connsiteY4" fmla="*/ 0 h 801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6770" h="801098">
                    <a:moveTo>
                      <a:pt x="493467" y="0"/>
                    </a:moveTo>
                    <a:lnTo>
                      <a:pt x="3863303" y="0"/>
                    </a:lnTo>
                    <a:lnTo>
                      <a:pt x="4356770" y="801098"/>
                    </a:lnTo>
                    <a:lnTo>
                      <a:pt x="0" y="801098"/>
                    </a:lnTo>
                    <a:lnTo>
                      <a:pt x="493467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2" name="Freeform 17">
                <a:extLst>
                  <a:ext uri="{FF2B5EF4-FFF2-40B4-BE49-F238E27FC236}">
                    <ns2:creationId id="{E3E31D15-0368-91B2-2222-014E0458E5E5}"/>
                  </a:ext>
                </a:extLst>
              </p:cNvPr>
              <p:cNvSpPr/>
              <p:nvPr/>
            </p:nvSpPr>
            <p:spPr>
              <a:xfrm>
                <a:off x="371475" y="5562900"/>
                <a:ext cx="2661606" cy="745824"/>
              </a:xfrm>
              <a:custGeom>
                <a:avLst/>
                <a:gdLst>
                  <a:gd name="connsiteX0" fmla="*/ 493468 w 5480051"/>
                  <a:gd name="connsiteY0" fmla="*/ 0 h 801099"/>
                  <a:gd name="connsiteX1" fmla="*/ 4986583 w 5480051"/>
                  <a:gd name="connsiteY1" fmla="*/ 0 h 801099"/>
                  <a:gd name="connsiteX2" fmla="*/ 5480051 w 5480051"/>
                  <a:gd name="connsiteY2" fmla="*/ 801099 h 801099"/>
                  <a:gd name="connsiteX3" fmla="*/ 0 w 5480051"/>
                  <a:gd name="connsiteY3" fmla="*/ 801099 h 801099"/>
                  <a:gd name="connsiteX4" fmla="*/ 493468 w 5480051"/>
                  <a:gd name="connsiteY4" fmla="*/ 0 h 801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480051" h="801099">
                    <a:moveTo>
                      <a:pt x="493468" y="0"/>
                    </a:moveTo>
                    <a:lnTo>
                      <a:pt x="4986583" y="0"/>
                    </a:lnTo>
                    <a:lnTo>
                      <a:pt x="5480051" y="801099"/>
                    </a:lnTo>
                    <a:lnTo>
                      <a:pt x="0" y="801099"/>
                    </a:lnTo>
                    <a:lnTo>
                      <a:pt x="493468" y="0"/>
                    </a:lnTo>
                    <a:close/>
                  </a:path>
                </a:pathLst>
              </a:custGeom>
              <a:solidFill>
                <a:srgbClr val="008000">
                  <a:alpha val="6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2400" dirty="0">
                  <a:solidFill>
                    <a:srgbClr val="FFFFFF"/>
                  </a:solidFill>
                  <a:ea typeface="Meiryo" panose="020B0604030504040204" pitchFamily="34" charset="-128"/>
                  <a:cs typeface="Segoe UI" panose="020B0502040204020203" pitchFamily="34" charset="0"/>
                </a:endParaRPr>
              </a:p>
            </p:txBody>
          </p:sp>
          <p:sp>
            <p:nvSpPr>
              <p:cNvPr id="46" name="楕円 45">
                <a:extLst>
                  <a:ext uri="{FF2B5EF4-FFF2-40B4-BE49-F238E27FC236}">
                    <ns2:creationId id="{183DDDF0-2D24-05E7-3593-E15F5A33AFC2}"/>
                  </a:ext>
                </a:extLst>
              </p:cNvPr>
              <p:cNvSpPr/>
              <p:nvPr/>
            </p:nvSpPr>
            <p:spPr>
              <a:xfrm>
                <a:off x="1567541" y="2592787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楕円 46">
                <a:extLst>
                  <a:ext uri="{FF2B5EF4-FFF2-40B4-BE49-F238E27FC236}">
                    <ns2:creationId id="{FDB8F3AD-CA81-2A46-1DD8-525D089FF85C}"/>
                  </a:ext>
                </a:extLst>
              </p:cNvPr>
              <p:cNvSpPr/>
              <p:nvPr/>
            </p:nvSpPr>
            <p:spPr>
              <a:xfrm>
                <a:off x="1567541" y="3254499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" name="楕円 48">
                <a:extLst>
                  <a:ext uri="{FF2B5EF4-FFF2-40B4-BE49-F238E27FC236}">
                    <ns2:creationId id="{79590B90-5EC4-4D8B-D580-B69A722E97BC}"/>
                  </a:ext>
                </a:extLst>
              </p:cNvPr>
              <p:cNvSpPr/>
              <p:nvPr/>
            </p:nvSpPr>
            <p:spPr>
              <a:xfrm>
                <a:off x="1567541" y="4103358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楕円 49">
                <a:extLst>
                  <a:ext uri="{FF2B5EF4-FFF2-40B4-BE49-F238E27FC236}">
                    <ns2:creationId id="{AC55BBD1-0583-96AF-E652-9662FD6EEA02}"/>
                  </a:ext>
                </a:extLst>
              </p:cNvPr>
              <p:cNvSpPr/>
              <p:nvPr/>
            </p:nvSpPr>
            <p:spPr>
              <a:xfrm>
                <a:off x="1567541" y="495221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楕円 53">
                <a:extLst>
                  <a:ext uri="{FF2B5EF4-FFF2-40B4-BE49-F238E27FC236}">
                    <ns2:creationId id="{EA50B4F5-4B7A-AB88-5EEC-1069241D4B91}"/>
                  </a:ext>
                </a:extLst>
              </p:cNvPr>
              <p:cNvSpPr/>
              <p:nvPr/>
            </p:nvSpPr>
            <p:spPr>
              <a:xfrm>
                <a:off x="1567541" y="5801074"/>
                <a:ext cx="269476" cy="269476"/>
              </a:xfrm>
              <a:prstGeom prst="ellipse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kumimoji="1" lang="ja-JP" altLang="en-US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Freeform 22">
                <a:extLst>
                  <a:ext uri="{FF2B5EF4-FFF2-40B4-BE49-F238E27FC236}">
                    <ns2:creationId id="{3E216519-43CF-0502-A046-5BE6D8816CD3}"/>
                  </a:ext>
                </a:extLst>
              </p:cNvPr>
              <p:cNvSpPr/>
              <p:nvPr/>
            </p:nvSpPr>
            <p:spPr>
              <a:xfrm>
                <a:off x="3132591" y="2167467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58" name="Freeform 20">
                <a:extLst>
                  <a:ext uri="{FF2B5EF4-FFF2-40B4-BE49-F238E27FC236}">
                    <ns2:creationId id="{96BA0185-9FC7-3179-0249-44D725ED132E}"/>
                  </a:ext>
                </a:extLst>
              </p:cNvPr>
              <p:cNvSpPr/>
              <p:nvPr/>
            </p:nvSpPr>
            <p:spPr>
              <a:xfrm>
                <a:off x="3132591" y="3016325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(</a:t>
                </a:r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en-US" altLang="ja-JP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)</a:t>
                </a:r>
                <a:endParaRPr lang="ja-JP" altLang="en-US" sz="1600" dirty="0">
                  <a:solidFill>
                    <a:srgbClr val="008000"/>
                  </a:solidFill>
                  <a:latin typeface="+mn-ea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Freeform 19">
                <a:extLst>
                  <a:ext uri="{FF2B5EF4-FFF2-40B4-BE49-F238E27FC236}">
                    <ns2:creationId id="{C5674A15-90C2-68E0-B2D2-FCD3920001C7}"/>
                  </a:ext>
                </a:extLst>
              </p:cNvPr>
              <p:cNvSpPr/>
              <p:nvPr/>
            </p:nvSpPr>
            <p:spPr>
              <a:xfrm>
                <a:off x="3132591" y="3865182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1" name="Freeform 18">
                <a:extLst>
                  <a:ext uri="{FF2B5EF4-FFF2-40B4-BE49-F238E27FC236}">
                    <ns2:creationId id="{9AEAC525-FFB9-14CC-5C59-AB690F34BE18}"/>
                  </a:ext>
                </a:extLst>
              </p:cNvPr>
              <p:cNvSpPr/>
              <p:nvPr/>
            </p:nvSpPr>
            <p:spPr>
              <a:xfrm>
                <a:off x="3132591" y="4714041"/>
                <a:ext cx="2248579" cy="745823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63" name="Freeform 17">
                <a:extLst>
                  <a:ext uri="{FF2B5EF4-FFF2-40B4-BE49-F238E27FC236}">
                    <ns2:creationId id="{415E1E31-413F-4579-17D5-44743D4FDCAE}"/>
                  </a:ext>
                </a:extLst>
              </p:cNvPr>
              <p:cNvSpPr/>
              <p:nvPr/>
            </p:nvSpPr>
            <p:spPr>
              <a:xfrm>
                <a:off x="3132591" y="5562900"/>
                <a:ext cx="2248579" cy="745824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64" name="直線コネクタ 63">
                <a:extLst>
                  <a:ext uri="{FF2B5EF4-FFF2-40B4-BE49-F238E27FC236}">
                    <ns2:creationId id="{AC043D57-0BDF-0A40-2321-A7FBA82AA1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6649" y="2041949"/>
                <a:ext cx="638039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テキスト ボックス 64">
                <a:extLst>
                  <a:ext uri="{FF2B5EF4-FFF2-40B4-BE49-F238E27FC236}">
                    <ns2:creationId id="{A248431B-A40C-8E6E-32BA-7FF07D6A67DE}"/>
                  </a:ext>
                </a:extLst>
              </p:cNvPr>
              <p:cNvSpPr txBox="1"/>
              <p:nvPr/>
            </p:nvSpPr>
            <p:spPr>
              <a:xfrm>
                <a:off x="5476648" y="1636607"/>
                <a:ext cx="6380390" cy="405342"/>
              </a:xfrm>
              <a:prstGeom prst="rect">
                <a:avLst/>
              </a:prstGeom>
              <a:noFill/>
            </p:spPr>
            <p:txBody>
              <a:bodyPr wrap="square" lIns="324000" tIns="36000" rIns="0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>
                    <a:solidFill>
                      <a:srgbClr val="008000"/>
                    </a:solidFill>
                  </a:rPr>
                  <a:t>XX</a:t>
                </a:r>
              </a:p>
            </p:txBody>
          </p:sp>
          <p:pic>
            <p:nvPicPr>
              <p:cNvPr id="66" name="グラフィックス 65" descr="鉛筆 枠線">
                <a:extLst>
                  <a:ext uri="{FF2B5EF4-FFF2-40B4-BE49-F238E27FC236}">
                    <ns2:creationId id="{7DB7267A-DC9D-9685-36CD-75F6695FA3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061644" y="1636607"/>
                <a:ext cx="405342" cy="405342"/>
              </a:xfrm>
              <a:prstGeom prst="rect">
                <a:avLst/>
              </a:prstGeom>
            </p:spPr>
          </p:pic>
          <p:sp>
            <p:nvSpPr>
              <p:cNvPr id="69" name="Freeform 22">
                <a:extLst>
                  <a:ext uri="{FF2B5EF4-FFF2-40B4-BE49-F238E27FC236}">
                    <ns2:creationId id="{8553A07F-452D-FFAF-D4E0-4C038AED9045}"/>
                  </a:ext>
                </a:extLst>
              </p:cNvPr>
              <p:cNvSpPr/>
              <p:nvPr/>
            </p:nvSpPr>
            <p:spPr>
              <a:xfrm>
                <a:off x="5480680" y="2167467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0" name="Freeform 20">
                <a:extLst>
                  <a:ext uri="{FF2B5EF4-FFF2-40B4-BE49-F238E27FC236}">
                    <ns2:creationId id="{DED6C629-CB8B-E05E-0EF8-0B4A5D2A9E09}"/>
                  </a:ext>
                </a:extLst>
              </p:cNvPr>
              <p:cNvSpPr/>
              <p:nvPr/>
            </p:nvSpPr>
            <p:spPr>
              <a:xfrm>
                <a:off x="5480680" y="3016326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ea typeface="Meiryo" panose="020B0604030504040204" pitchFamily="34" charset="-128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1" name="Freeform 19">
                <a:extLst>
                  <a:ext uri="{FF2B5EF4-FFF2-40B4-BE49-F238E27FC236}">
                    <ns2:creationId id="{CDA70D3D-4D95-0B51-1561-8D13F704586B}"/>
                  </a:ext>
                </a:extLst>
              </p:cNvPr>
              <p:cNvSpPr/>
              <p:nvPr/>
            </p:nvSpPr>
            <p:spPr>
              <a:xfrm>
                <a:off x="5480680" y="3865185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3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2" name="Freeform 18">
                <a:extLst>
                  <a:ext uri="{FF2B5EF4-FFF2-40B4-BE49-F238E27FC236}">
                    <ns2:creationId id="{41F7FA89-5895-DEDE-450A-FE6DE568ABF5}"/>
                  </a:ext>
                </a:extLst>
              </p:cNvPr>
              <p:cNvSpPr/>
              <p:nvPr/>
            </p:nvSpPr>
            <p:spPr>
              <a:xfrm>
                <a:off x="5480680" y="4714044"/>
                <a:ext cx="6380390" cy="745823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sp>
            <p:nvSpPr>
              <p:cNvPr id="77" name="Freeform 17">
                <a:extLst>
                  <a:ext uri="{FF2B5EF4-FFF2-40B4-BE49-F238E27FC236}">
                    <ns2:creationId id="{2864BB09-2DAF-A959-049C-974396BE84AF}"/>
                  </a:ext>
                </a:extLst>
              </p:cNvPr>
              <p:cNvSpPr/>
              <p:nvPr/>
            </p:nvSpPr>
            <p:spPr>
              <a:xfrm>
                <a:off x="5480680" y="5562900"/>
                <a:ext cx="6380390" cy="745824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85750" indent="-2857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Segoe UI" panose="020B0502040204020203" pitchFamily="34" charset="0"/>
                  </a:rPr>
                </a:br>
                <a:r>
                  <a:rPr lang="en-US" altLang="ja-JP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※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  <a:cs typeface="Segoe UI" panose="020B0502040204020203" pitchFamily="34" charset="0"/>
                  </a:rPr>
                  <a:t>XX</a:t>
                </a:r>
              </a:p>
            </p:txBody>
          </p:sp>
          <p:cxnSp>
            <p:nvCxnSpPr>
              <p:cNvPr id="85" name="直線コネクタ 84">
                <a:extLst>
                  <a:ext uri="{FF2B5EF4-FFF2-40B4-BE49-F238E27FC236}">
                    <ns2:creationId id="{AEE37BC6-1B1B-CE25-30EF-B404A508B7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2964808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46B2E7EF-41A0-77B9-21C9-E20B3713C7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3813667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CCEC4BEA-EBD5-9934-4438-E9C1C18AC8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4662526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BEBC8A33-07E3-A4B2-7CDD-9CDE9F6685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0679" y="5511385"/>
                <a:ext cx="638039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3888E142-9CAE-93A9-B5E2-43FEDE01F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66383" y="2964808"/>
                <a:ext cx="116620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線コネクタ 93">
                <a:extLst>
                  <a:ext uri="{FF2B5EF4-FFF2-40B4-BE49-F238E27FC236}">
                    <ns2:creationId id="{01DFC8D8-CDF6-AC74-D6A9-1E1BB8B587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9433" y="3813667"/>
                <a:ext cx="893158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5E65E2D8-8E59-4599-8CF0-01E58CD7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4017" y="4662526"/>
                <a:ext cx="62857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線コネクタ 95">
                <a:extLst>
                  <a:ext uri="{FF2B5EF4-FFF2-40B4-BE49-F238E27FC236}">
                    <ns2:creationId id="{95AB3835-30A7-F709-421E-2594ADC65C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0299" y="5511385"/>
                <a:ext cx="372292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4" name="四角形: 角を丸くする 103">
              <a:extLst>
                <a:ext uri="{FF2B5EF4-FFF2-40B4-BE49-F238E27FC236}">
                  <ns2:creationId id="{963CB21B-28A4-0760-6063-A9ECBA838CB3}"/>
                </a:ext>
              </a:extLst>
            </p:cNvPr>
            <p:cNvSpPr/>
            <p:nvPr/>
          </p:nvSpPr>
          <p:spPr>
            <a:xfrm>
              <a:off x="3132592" y="4714038"/>
              <a:ext cx="8724446" cy="1569071"/>
            </a:xfrm>
            <a:prstGeom prst="roundRect">
              <a:avLst>
                <a:gd name="adj" fmla="val 4589"/>
              </a:avLst>
            </a:pr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624365254"/>
      </p:ext>
    </p:extLst>
  </p:cSld>
  <p:clrMapOvr>
    <a:masterClrMapping/>
  </p:clrMapOvr>
</p:sld>
</file>

<file path=ppt/slides/slide23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8380B6-6C70-11FA-4021-E2755C48D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4EC2DC4-364A-2005-B7AF-D97FF68C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504B72A-B9EC-BC56-0502-F31C686910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0" name="グループ化 9">
            <a:extLst>
              <a:ext uri="{FF2B5EF4-FFF2-40B4-BE49-F238E27FC236}">
                <ns2:creationId id="{76459F92-B2D8-CB5B-4D82-B28663346349}"/>
              </a:ext>
            </a:extLst>
          </p:cNvPr>
          <p:cNvGrpSpPr/>
          <p:nvPr/>
        </p:nvGrpSpPr>
        <p:grpSpPr>
          <a:xfrm>
            <a:off x="334965" y="1629349"/>
            <a:ext cx="5650969" cy="859851"/>
            <a:chOff x="334965" y="1629349"/>
            <a:chExt cx="5650969" cy="859851"/>
          </a:xfrm>
        </p:grpSpPr>
        <p:sp>
          <p:nvSpPr>
            <p:cNvPr id="6" name="テキスト ボックス 5">
              <a:extLst>
                <a:ext uri="{FF2B5EF4-FFF2-40B4-BE49-F238E27FC236}">
                  <ns2:creationId id="{B41AEDF7-D11A-8CE7-FB07-A2E1B701B939}"/>
                </a:ext>
              </a:extLst>
            </p:cNvPr>
            <p:cNvSpPr txBox="1"/>
            <p:nvPr/>
          </p:nvSpPr>
          <p:spPr>
            <a:xfrm>
              <a:off x="334965" y="1629349"/>
              <a:ext cx="5650969" cy="859851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  <a:r>
                <a:rPr kumimoji="1" lang="en-US" altLang="ja-JP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7" name="グラフィックス 6" descr="ブレーンストーミング 単色塗りつぶし">
              <a:extLst>
                <a:ext uri="{FF2B5EF4-FFF2-40B4-BE49-F238E27FC236}">
                  <ns2:creationId id="{F3F5C76A-612C-CC2E-9B05-75B0EF1446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402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458" name="グループ化 457">
            <a:extLst>
              <a:ext uri="{FF2B5EF4-FFF2-40B4-BE49-F238E27FC236}">
                <ns2:creationId id="{BD3D8ABA-0A8E-AB84-91D8-E55A67C7205C}"/>
              </a:ext>
            </a:extLst>
          </p:cNvPr>
          <p:cNvGrpSpPr/>
          <p:nvPr/>
        </p:nvGrpSpPr>
        <p:grpSpPr>
          <a:xfrm>
            <a:off x="6206067" y="1629349"/>
            <a:ext cx="5650969" cy="859851"/>
            <a:chOff x="6206067" y="1629349"/>
            <a:chExt cx="5650969" cy="859851"/>
          </a:xfrm>
        </p:grpSpPr>
        <p:sp>
          <p:nvSpPr>
            <p:cNvPr id="4" name="テキスト ボックス 3">
              <a:extLst>
                <a:ext uri="{FF2B5EF4-FFF2-40B4-BE49-F238E27FC236}">
                  <ns2:creationId id="{4EDE91A6-77D1-EE64-9DA3-516BB4D0A7C2}"/>
                </a:ext>
              </a:extLst>
            </p:cNvPr>
            <p:cNvSpPr txBox="1"/>
            <p:nvPr/>
          </p:nvSpPr>
          <p:spPr>
            <a:xfrm>
              <a:off x="6206067" y="1629349"/>
              <a:ext cx="5650969" cy="859851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txBody>
            <a:bodyPr wrap="square" lIns="0" tIns="36000" rIns="0" bIns="36000" rtlCol="0" anchor="ctr" anchorCtr="0">
              <a:noAutofit/>
            </a:bodyPr>
            <a:lstStyle/>
            <a:p>
              <a:pPr indent="266700" algn="ctr">
                <a:spcAft>
                  <a:spcPts val="600"/>
                </a:spcAft>
              </a:pPr>
              <a:r>
                <a:rPr kumimoji="1" lang="ja-JP" altLang="en-US" dirty="0">
                  <a:solidFill>
                    <a:schemeClr val="bg1"/>
                  </a:solidFill>
                </a:rPr>
                <a:t>XX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kumimoji="1" lang="ja-JP" altLang="en-US" sz="1600" dirty="0">
                  <a:solidFill>
                    <a:schemeClr val="bg1">
                      <a:alpha val="60000"/>
                    </a:schemeClr>
                  </a:solidFill>
                </a:rPr>
                <a:t>XX</a:t>
              </a:r>
            </a:p>
          </p:txBody>
        </p:sp>
        <p:pic>
          <p:nvPicPr>
            <p:cNvPr id="9" name="グラフィックス 8" descr="コンパス 単色塗りつぶし">
              <a:extLst>
                <a:ext uri="{FF2B5EF4-FFF2-40B4-BE49-F238E27FC236}">
                  <ns2:creationId id="{0DCA2B70-8D8A-7D68-5F7B-D91C6CC404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625883" y="1695518"/>
              <a:ext cx="404750" cy="404750"/>
            </a:xfrm>
            <a:prstGeom prst="rect">
              <a:avLst/>
            </a:prstGeom>
          </p:spPr>
        </p:pic>
      </p:grpSp>
      <p:grpSp>
        <p:nvGrpSpPr>
          <p:cNvPr id="318" name="グループ化 317">
            <a:extLst>
              <a:ext uri="{FF2B5EF4-FFF2-40B4-BE49-F238E27FC236}">
                <ns2:creationId id="{E699ECBE-3C77-85E8-A662-A55238AA880F}"/>
              </a:ext>
            </a:extLst>
          </p:cNvPr>
          <p:cNvGrpSpPr/>
          <p:nvPr/>
        </p:nvGrpSpPr>
        <p:grpSpPr>
          <a:xfrm>
            <a:off x="339691" y="2529343"/>
            <a:ext cx="5646243" cy="3779382"/>
            <a:chOff x="339691" y="2529343"/>
            <a:chExt cx="5646243" cy="3779382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080834FD-815E-0423-C7C6-5DB645444002}"/>
                </a:ext>
              </a:extLst>
            </p:cNvPr>
            <p:cNvSpPr/>
            <p:nvPr/>
          </p:nvSpPr>
          <p:spPr>
            <a:xfrm>
              <a:off x="294685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ns2:creationId id="{DA7C4226-B8B0-ACE6-32FF-F649C6759989}"/>
                </a:ext>
              </a:extLst>
            </p:cNvPr>
            <p:cNvSpPr/>
            <p:nvPr/>
          </p:nvSpPr>
          <p:spPr>
            <a:xfrm>
              <a:off x="2946857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ns2:creationId id="{8121AB9B-E154-A82D-167E-9E51DFCECE23}"/>
                </a:ext>
              </a:extLst>
            </p:cNvPr>
            <p:cNvSpPr/>
            <p:nvPr/>
          </p:nvSpPr>
          <p:spPr>
            <a:xfrm>
              <a:off x="3799106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2E992398-A99D-5D1F-9930-A15B48563F81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3467796" y="2859243"/>
              <a:ext cx="0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ns2:creationId id="{8BA6CC4B-5257-8BA3-ADE0-11DE2CE10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396" y="2607682"/>
              <a:ext cx="0" cy="3523258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ns2:creationId id="{F1EE276B-856B-427B-3C80-4981B2264518}"/>
                </a:ext>
              </a:extLst>
            </p:cNvPr>
            <p:cNvSpPr/>
            <p:nvPr/>
          </p:nvSpPr>
          <p:spPr>
            <a:xfrm>
              <a:off x="339691" y="3977295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20" name="楕円 19">
              <a:extLst>
                <a:ext uri="{FF2B5EF4-FFF2-40B4-BE49-F238E27FC236}">
                  <ns2:creationId id="{CD9FC000-ED69-E294-DB33-535C4E19DBAA}"/>
                </a:ext>
              </a:extLst>
            </p:cNvPr>
            <p:cNvSpPr/>
            <p:nvPr/>
          </p:nvSpPr>
          <p:spPr>
            <a:xfrm>
              <a:off x="3799106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B4D18E42-794D-FECB-6981-96093FC69E05}"/>
                </a:ext>
              </a:extLst>
            </p:cNvPr>
            <p:cNvSpPr/>
            <p:nvPr/>
          </p:nvSpPr>
          <p:spPr>
            <a:xfrm>
              <a:off x="1077260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366AB444-A6D0-7443-5E43-A5467124507C}"/>
                </a:ext>
              </a:extLst>
            </p:cNvPr>
            <p:cNvSpPr/>
            <p:nvPr/>
          </p:nvSpPr>
          <p:spPr>
            <a:xfrm>
              <a:off x="2098036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68564AB8-E0E1-A4F4-9684-118AA048E7D3}"/>
                </a:ext>
              </a:extLst>
            </p:cNvPr>
            <p:cNvSpPr/>
            <p:nvPr/>
          </p:nvSpPr>
          <p:spPr>
            <a:xfrm>
              <a:off x="3118812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62" name="コネクタ: カギ線 61">
              <a:extLst>
                <a:ext uri="{FF2B5EF4-FFF2-40B4-BE49-F238E27FC236}">
                  <ns2:creationId id="{01AE34A5-9B03-F2F5-4F63-B86C17D41ECE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rot="16200000" flipV="1">
              <a:off x="3380823" y="3371727"/>
              <a:ext cx="173949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0D98BF8A-7FDA-5DCE-4C8A-BD891E16BB74}"/>
                </a:ext>
              </a:extLst>
            </p:cNvPr>
            <p:cNvCxnSpPr>
              <a:cxnSpLocks/>
              <a:stCxn id="58" idx="0"/>
              <a:endCxn id="13" idx="2"/>
            </p:cNvCxnSpPr>
            <p:nvPr/>
          </p:nvCxnSpPr>
          <p:spPr>
            <a:xfrm flipH="1" flipV="1">
              <a:off x="3467796" y="3284753"/>
              <a:ext cx="1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8" name="グループ化 207">
              <a:extLst>
                <a:ext uri="{FF2B5EF4-FFF2-40B4-BE49-F238E27FC236}">
                  <ns2:creationId id="{A2827009-71E5-9C11-6B92-D2BE2CB89637}"/>
                </a:ext>
              </a:extLst>
            </p:cNvPr>
            <p:cNvGrpSpPr/>
            <p:nvPr/>
          </p:nvGrpSpPr>
          <p:grpSpPr>
            <a:xfrm>
              <a:off x="949663" y="6109964"/>
              <a:ext cx="5036271" cy="198761"/>
              <a:chOff x="949663" y="6109964"/>
              <a:chExt cx="5036271" cy="198761"/>
            </a:xfrm>
          </p:grpSpPr>
          <p:cxnSp>
            <p:nvCxnSpPr>
              <p:cNvPr id="65" name="直線コネクタ 64">
                <a:extLst>
                  <a:ext uri="{FF2B5EF4-FFF2-40B4-BE49-F238E27FC236}">
                    <ns2:creationId id="{78617A81-DD9C-CE5E-ABA1-0BE7487B1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63" y="6209344"/>
                <a:ext cx="503627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正方形/長方形 65">
                <a:extLst>
                  <a:ext uri="{FF2B5EF4-FFF2-40B4-BE49-F238E27FC236}">
                    <ns2:creationId id="{4B3A83F6-4D3C-5244-2512-E4A4D9CE9F85}"/>
                  </a:ext>
                </a:extLst>
              </p:cNvPr>
              <p:cNvSpPr/>
              <p:nvPr/>
            </p:nvSpPr>
            <p:spPr>
              <a:xfrm>
                <a:off x="2837778" y="6109964"/>
                <a:ext cx="1260041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sp>
          <p:nvSpPr>
            <p:cNvPr id="78" name="四角形: 角を丸くする 77">
              <a:extLst>
                <a:ext uri="{FF2B5EF4-FFF2-40B4-BE49-F238E27FC236}">
                  <ns2:creationId id="{A0C753F5-23EC-DB1F-CB04-B63C1106EDFA}"/>
                </a:ext>
              </a:extLst>
            </p:cNvPr>
            <p:cNvSpPr/>
            <p:nvPr/>
          </p:nvSpPr>
          <p:spPr>
            <a:xfrm>
              <a:off x="4139588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…</a:t>
              </a:r>
            </a:p>
          </p:txBody>
        </p:sp>
        <p:sp>
          <p:nvSpPr>
            <p:cNvPr id="92" name="四角形: 角を丸くする 91">
              <a:extLst>
                <a:ext uri="{FF2B5EF4-FFF2-40B4-BE49-F238E27FC236}">
                  <ns2:creationId id="{3F7C94F0-C385-A6FE-0F8F-37E869DAD5D9}"/>
                </a:ext>
              </a:extLst>
            </p:cNvPr>
            <p:cNvSpPr/>
            <p:nvPr/>
          </p:nvSpPr>
          <p:spPr>
            <a:xfrm>
              <a:off x="5160364" y="3458702"/>
              <a:ext cx="697971" cy="251561"/>
            </a:xfrm>
            <a:prstGeom prst="roundRect">
              <a:avLst>
                <a:gd name="adj" fmla="val 14311"/>
              </a:avLst>
            </a:prstGeom>
            <a:solidFill>
              <a:schemeClr val="accent6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3" name="四角形: 角を丸くする 162">
              <a:extLst>
                <a:ext uri="{FF2B5EF4-FFF2-40B4-BE49-F238E27FC236}">
                  <ns2:creationId id="{881F2791-DAFF-3711-32A6-5A5FC0AB153E}"/>
                </a:ext>
              </a:extLst>
            </p:cNvPr>
            <p:cNvSpPr/>
            <p:nvPr/>
          </p:nvSpPr>
          <p:spPr>
            <a:xfrm>
              <a:off x="107726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四角形: 角を丸くする 169">
              <a:extLst>
                <a:ext uri="{FF2B5EF4-FFF2-40B4-BE49-F238E27FC236}">
                  <ns2:creationId id="{D8503E4C-284C-91B4-8C78-24EC68F39CFC}"/>
                </a:ext>
              </a:extLst>
            </p:cNvPr>
            <p:cNvSpPr/>
            <p:nvPr/>
          </p:nvSpPr>
          <p:spPr>
            <a:xfrm>
              <a:off x="158764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四角形: 角を丸くする 171">
              <a:extLst>
                <a:ext uri="{FF2B5EF4-FFF2-40B4-BE49-F238E27FC236}">
                  <ns2:creationId id="{8F40D55F-0D6E-15A1-15DA-7A01533FC86F}"/>
                </a:ext>
              </a:extLst>
            </p:cNvPr>
            <p:cNvSpPr/>
            <p:nvPr/>
          </p:nvSpPr>
          <p:spPr>
            <a:xfrm>
              <a:off x="209803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四角形: 角を丸くする 172">
              <a:extLst>
                <a:ext uri="{FF2B5EF4-FFF2-40B4-BE49-F238E27FC236}">
                  <ns2:creationId id="{51883AEC-9846-3787-80C1-353D152D0B86}"/>
                </a:ext>
              </a:extLst>
            </p:cNvPr>
            <p:cNvSpPr/>
            <p:nvPr/>
          </p:nvSpPr>
          <p:spPr>
            <a:xfrm>
              <a:off x="260842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9F7D5A59-863F-3E59-04FB-5C8CFC5A4D48}"/>
                </a:ext>
              </a:extLst>
            </p:cNvPr>
            <p:cNvSpPr/>
            <p:nvPr/>
          </p:nvSpPr>
          <p:spPr>
            <a:xfrm>
              <a:off x="3118812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四角形: 角を丸くする 184">
              <a:extLst>
                <a:ext uri="{FF2B5EF4-FFF2-40B4-BE49-F238E27FC236}">
                  <ns2:creationId id="{03C877B4-3F43-5258-F1D1-7B7115581F0A}"/>
                </a:ext>
              </a:extLst>
            </p:cNvPr>
            <p:cNvSpPr/>
            <p:nvPr/>
          </p:nvSpPr>
          <p:spPr>
            <a:xfrm>
              <a:off x="3629200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四角形: 角を丸くする 185">
              <a:extLst>
                <a:ext uri="{FF2B5EF4-FFF2-40B4-BE49-F238E27FC236}">
                  <ns2:creationId id="{764F24E3-03FF-103D-675E-0A37BFF16738}"/>
                </a:ext>
              </a:extLst>
            </p:cNvPr>
            <p:cNvSpPr/>
            <p:nvPr/>
          </p:nvSpPr>
          <p:spPr>
            <a:xfrm>
              <a:off x="4139588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7" name="四角形: 角を丸くする 186">
              <a:extLst>
                <a:ext uri="{FF2B5EF4-FFF2-40B4-BE49-F238E27FC236}">
                  <ns2:creationId id="{344617E3-C9AE-B659-3B18-98030D6E1D5B}"/>
                </a:ext>
              </a:extLst>
            </p:cNvPr>
            <p:cNvSpPr/>
            <p:nvPr/>
          </p:nvSpPr>
          <p:spPr>
            <a:xfrm>
              <a:off x="4649976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8" name="四角形: 角を丸くする 187">
              <a:extLst>
                <a:ext uri="{FF2B5EF4-FFF2-40B4-BE49-F238E27FC236}">
                  <ns2:creationId id="{6AE5FDDE-E126-293D-4011-39DFB8BDB65A}"/>
                </a:ext>
              </a:extLst>
            </p:cNvPr>
            <p:cNvSpPr/>
            <p:nvPr/>
          </p:nvSpPr>
          <p:spPr>
            <a:xfrm>
              <a:off x="516036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四角形: 角を丸くする 188">
              <a:extLst>
                <a:ext uri="{FF2B5EF4-FFF2-40B4-BE49-F238E27FC236}">
                  <ns2:creationId id="{49571F2A-73D7-154E-7314-C1FA8E6D1B6B}"/>
                </a:ext>
              </a:extLst>
            </p:cNvPr>
            <p:cNvSpPr/>
            <p:nvPr/>
          </p:nvSpPr>
          <p:spPr>
            <a:xfrm>
              <a:off x="5670754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80830E6F-6B46-16B7-A565-2EAE109A0D24}"/>
                </a:ext>
              </a:extLst>
            </p:cNvPr>
            <p:cNvSpPr/>
            <p:nvPr/>
          </p:nvSpPr>
          <p:spPr>
            <a:xfrm>
              <a:off x="464997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1C88A369-0FFC-85A4-6C33-D45BD40B8A6D}"/>
                </a:ext>
              </a:extLst>
            </p:cNvPr>
            <p:cNvSpPr/>
            <p:nvPr/>
          </p:nvSpPr>
          <p:spPr>
            <a:xfrm>
              <a:off x="5160365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F146814A-054D-CFBC-FF54-7A04D58932FB}"/>
                </a:ext>
              </a:extLst>
            </p:cNvPr>
            <p:cNvSpPr/>
            <p:nvPr/>
          </p:nvSpPr>
          <p:spPr>
            <a:xfrm>
              <a:off x="567075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379C635E-9A8E-8EC0-C04D-C867FA1024B7}"/>
                </a:ext>
              </a:extLst>
            </p:cNvPr>
            <p:cNvSpPr/>
            <p:nvPr/>
          </p:nvSpPr>
          <p:spPr>
            <a:xfrm>
              <a:off x="3629200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32FCA904-930A-7D61-E90C-F939F3C43EB2}"/>
                </a:ext>
              </a:extLst>
            </p:cNvPr>
            <p:cNvSpPr/>
            <p:nvPr/>
          </p:nvSpPr>
          <p:spPr>
            <a:xfrm>
              <a:off x="2608424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4FA2AA8E-E34D-3BF0-AAED-901E79278073}"/>
                </a:ext>
              </a:extLst>
            </p:cNvPr>
            <p:cNvSpPr/>
            <p:nvPr/>
          </p:nvSpPr>
          <p:spPr>
            <a:xfrm>
              <a:off x="2098036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A1A9270C-F581-6DE5-BF29-E00C229250FE}"/>
                </a:ext>
              </a:extLst>
            </p:cNvPr>
            <p:cNvSpPr/>
            <p:nvPr/>
          </p:nvSpPr>
          <p:spPr>
            <a:xfrm>
              <a:off x="1587648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07" name="グループ化 206">
              <a:extLst>
                <a:ext uri="{FF2B5EF4-FFF2-40B4-BE49-F238E27FC236}">
                  <ns2:creationId id="{661AC900-21A9-B220-4045-005A2D9420AE}"/>
                </a:ext>
              </a:extLst>
            </p:cNvPr>
            <p:cNvGrpSpPr/>
            <p:nvPr/>
          </p:nvGrpSpPr>
          <p:grpSpPr>
            <a:xfrm>
              <a:off x="949663" y="5138952"/>
              <a:ext cx="5036271" cy="910747"/>
              <a:chOff x="949663" y="5138952"/>
              <a:chExt cx="5036271" cy="910747"/>
            </a:xfrm>
          </p:grpSpPr>
          <p:sp>
            <p:nvSpPr>
              <p:cNvPr id="97" name="四角形: 角を丸くする 96">
                <a:extLst>
                  <a:ext uri="{FF2B5EF4-FFF2-40B4-BE49-F238E27FC236}">
                    <ns2:creationId id="{855D73F0-FFD3-F3AD-AE5B-AEFB049C4CF0}"/>
                  </a:ext>
                </a:extLst>
              </p:cNvPr>
              <p:cNvSpPr/>
              <p:nvPr/>
            </p:nvSpPr>
            <p:spPr>
              <a:xfrm>
                <a:off x="579835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四角形: 角を丸くする 127">
                <a:extLst>
                  <a:ext uri="{FF2B5EF4-FFF2-40B4-BE49-F238E27FC236}">
                    <ns2:creationId id="{5607A59E-AD67-4CA5-AD69-F5AD2F093E68}"/>
                  </a:ext>
                </a:extLst>
              </p:cNvPr>
              <p:cNvSpPr/>
              <p:nvPr/>
            </p:nvSpPr>
            <p:spPr>
              <a:xfrm>
                <a:off x="554315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四角形: 角を丸くする 131">
                <a:extLst>
                  <a:ext uri="{FF2B5EF4-FFF2-40B4-BE49-F238E27FC236}">
                    <ns2:creationId id="{9A31D419-96B8-73EA-2601-CE0392FAA3B9}"/>
                  </a:ext>
                </a:extLst>
              </p:cNvPr>
              <p:cNvSpPr/>
              <p:nvPr/>
            </p:nvSpPr>
            <p:spPr>
              <a:xfrm>
                <a:off x="528796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3" name="四角形: 角を丸くする 132">
                <a:extLst>
                  <a:ext uri="{FF2B5EF4-FFF2-40B4-BE49-F238E27FC236}">
                    <ns2:creationId id="{B064495A-92AF-E21F-D8D6-C21EBF78E89D}"/>
                  </a:ext>
                </a:extLst>
              </p:cNvPr>
              <p:cNvSpPr/>
              <p:nvPr/>
            </p:nvSpPr>
            <p:spPr>
              <a:xfrm>
                <a:off x="503276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4" name="四角形: 角を丸くする 133">
                <a:extLst>
                  <a:ext uri="{FF2B5EF4-FFF2-40B4-BE49-F238E27FC236}">
                    <ns2:creationId id="{C5A7964D-5A32-F767-B28B-47CD27778D16}"/>
                  </a:ext>
                </a:extLst>
              </p:cNvPr>
              <p:cNvSpPr/>
              <p:nvPr/>
            </p:nvSpPr>
            <p:spPr>
              <a:xfrm>
                <a:off x="477757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四角形: 角を丸くする 134">
                <a:extLst>
                  <a:ext uri="{FF2B5EF4-FFF2-40B4-BE49-F238E27FC236}">
                    <ns2:creationId id="{156225BB-78F6-8508-5796-4275F2131E47}"/>
                  </a:ext>
                </a:extLst>
              </p:cNvPr>
              <p:cNvSpPr/>
              <p:nvPr/>
            </p:nvSpPr>
            <p:spPr>
              <a:xfrm>
                <a:off x="452237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6" name="四角形: 角を丸くする 135">
                <a:extLst>
                  <a:ext uri="{FF2B5EF4-FFF2-40B4-BE49-F238E27FC236}">
                    <ns2:creationId id="{22521BEA-9B8F-DF18-E817-FA3A2A6F345A}"/>
                  </a:ext>
                </a:extLst>
              </p:cNvPr>
              <p:cNvSpPr/>
              <p:nvPr/>
            </p:nvSpPr>
            <p:spPr>
              <a:xfrm>
                <a:off x="426718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四角形: 角を丸くする 136">
                <a:extLst>
                  <a:ext uri="{FF2B5EF4-FFF2-40B4-BE49-F238E27FC236}">
                    <ns2:creationId id="{EA21D59E-DDE5-AF65-34AC-09BF012B95C1}"/>
                  </a:ext>
                </a:extLst>
              </p:cNvPr>
              <p:cNvSpPr/>
              <p:nvPr/>
            </p:nvSpPr>
            <p:spPr>
              <a:xfrm>
                <a:off x="401199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8" name="四角形: 角を丸くする 137">
                <a:extLst>
                  <a:ext uri="{FF2B5EF4-FFF2-40B4-BE49-F238E27FC236}">
                    <ns2:creationId id="{3CED0A4C-3952-8EA8-771B-8533C59700DE}"/>
                  </a:ext>
                </a:extLst>
              </p:cNvPr>
              <p:cNvSpPr/>
              <p:nvPr/>
            </p:nvSpPr>
            <p:spPr>
              <a:xfrm>
                <a:off x="375679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四角形: 角を丸くする 138">
                <a:extLst>
                  <a:ext uri="{FF2B5EF4-FFF2-40B4-BE49-F238E27FC236}">
                    <ns2:creationId id="{FBD94E06-EEC1-0DB1-C52F-2813995A280F}"/>
                  </a:ext>
                </a:extLst>
              </p:cNvPr>
              <p:cNvSpPr/>
              <p:nvPr/>
            </p:nvSpPr>
            <p:spPr>
              <a:xfrm>
                <a:off x="350160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四角形: 角を丸くする 139">
                <a:extLst>
                  <a:ext uri="{FF2B5EF4-FFF2-40B4-BE49-F238E27FC236}">
                    <ns2:creationId id="{95AD4F07-8DB1-FC5E-5CBE-115D8E39B7CC}"/>
                  </a:ext>
                </a:extLst>
              </p:cNvPr>
              <p:cNvSpPr/>
              <p:nvPr/>
            </p:nvSpPr>
            <p:spPr>
              <a:xfrm>
                <a:off x="324640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四角形: 角を丸くする 140">
                <a:extLst>
                  <a:ext uri="{FF2B5EF4-FFF2-40B4-BE49-F238E27FC236}">
                    <ns2:creationId id="{07AA0D7F-0C4B-B53D-8225-895C095B0C8A}"/>
                  </a:ext>
                </a:extLst>
              </p:cNvPr>
              <p:cNvSpPr/>
              <p:nvPr/>
            </p:nvSpPr>
            <p:spPr>
              <a:xfrm>
                <a:off x="299121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2" name="四角形: 角を丸くする 141">
                <a:extLst>
                  <a:ext uri="{FF2B5EF4-FFF2-40B4-BE49-F238E27FC236}">
                    <ns2:creationId id="{BA405E3C-4972-8B8B-D602-5E9ADBB1D8E9}"/>
                  </a:ext>
                </a:extLst>
              </p:cNvPr>
              <p:cNvSpPr/>
              <p:nvPr/>
            </p:nvSpPr>
            <p:spPr>
              <a:xfrm>
                <a:off x="273602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四角形: 角を丸くする 142">
                <a:extLst>
                  <a:ext uri="{FF2B5EF4-FFF2-40B4-BE49-F238E27FC236}">
                    <ns2:creationId id="{9C1CBAE0-82EE-38B4-265C-BDEFC66592C4}"/>
                  </a:ext>
                </a:extLst>
              </p:cNvPr>
              <p:cNvSpPr/>
              <p:nvPr/>
            </p:nvSpPr>
            <p:spPr>
              <a:xfrm>
                <a:off x="248082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4" name="四角形: 角を丸くする 143">
                <a:extLst>
                  <a:ext uri="{FF2B5EF4-FFF2-40B4-BE49-F238E27FC236}">
                    <ns2:creationId id="{95EC43DF-56DD-8EC0-D1E6-882194BE530E}"/>
                  </a:ext>
                </a:extLst>
              </p:cNvPr>
              <p:cNvSpPr/>
              <p:nvPr/>
            </p:nvSpPr>
            <p:spPr>
              <a:xfrm>
                <a:off x="222563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四角形: 角を丸くする 144">
                <a:extLst>
                  <a:ext uri="{FF2B5EF4-FFF2-40B4-BE49-F238E27FC236}">
                    <ns2:creationId id="{A2F9798E-3BCB-74E9-6079-BC36D21072CD}"/>
                  </a:ext>
                </a:extLst>
              </p:cNvPr>
              <p:cNvSpPr/>
              <p:nvPr/>
            </p:nvSpPr>
            <p:spPr>
              <a:xfrm>
                <a:off x="1970439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四角形: 角を丸くする 145">
                <a:extLst>
                  <a:ext uri="{FF2B5EF4-FFF2-40B4-BE49-F238E27FC236}">
                    <ns2:creationId id="{B0D3C548-FD0E-488D-13A8-51DA229A0418}"/>
                  </a:ext>
                </a:extLst>
              </p:cNvPr>
              <p:cNvSpPr/>
              <p:nvPr/>
            </p:nvSpPr>
            <p:spPr>
              <a:xfrm>
                <a:off x="1715245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四角形: 角を丸くする 146">
                <a:extLst>
                  <a:ext uri="{FF2B5EF4-FFF2-40B4-BE49-F238E27FC236}">
                    <ns2:creationId id="{90744BDB-30C3-CD91-E708-F4805937BDC1}"/>
                  </a:ext>
                </a:extLst>
              </p:cNvPr>
              <p:cNvSpPr/>
              <p:nvPr/>
            </p:nvSpPr>
            <p:spPr>
              <a:xfrm>
                <a:off x="1460051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四角形: 角を丸くする 147">
                <a:extLst>
                  <a:ext uri="{FF2B5EF4-FFF2-40B4-BE49-F238E27FC236}">
                    <ns2:creationId id="{7C97BFCE-F8AB-DC21-0564-A2286C026622}"/>
                  </a:ext>
                </a:extLst>
              </p:cNvPr>
              <p:cNvSpPr/>
              <p:nvPr/>
            </p:nvSpPr>
            <p:spPr>
              <a:xfrm>
                <a:off x="1204857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四角形: 角を丸くする 148">
                <a:extLst>
                  <a:ext uri="{FF2B5EF4-FFF2-40B4-BE49-F238E27FC236}">
                    <ns2:creationId id="{04081A58-D8DA-8A95-8AAB-EF1508BFBA88}"/>
                  </a:ext>
                </a:extLst>
              </p:cNvPr>
              <p:cNvSpPr/>
              <p:nvPr/>
            </p:nvSpPr>
            <p:spPr>
              <a:xfrm>
                <a:off x="949663" y="5138952"/>
                <a:ext cx="187581" cy="910747"/>
              </a:xfrm>
              <a:prstGeom prst="roundRect">
                <a:avLst>
                  <a:gd name="adj" fmla="val 19192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楕円 149">
                <a:extLst>
                  <a:ext uri="{FF2B5EF4-FFF2-40B4-BE49-F238E27FC236}">
                    <ns2:creationId id="{A8B49580-B942-5CB2-97DB-A7C1ECEF2C34}"/>
                  </a:ext>
                </a:extLst>
              </p:cNvPr>
              <p:cNvSpPr/>
              <p:nvPr/>
            </p:nvSpPr>
            <p:spPr>
              <a:xfrm>
                <a:off x="1483454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楕円 150">
                <a:extLst>
                  <a:ext uri="{FF2B5EF4-FFF2-40B4-BE49-F238E27FC236}">
                    <ns2:creationId id="{CB59CA2F-44B8-CB9F-9DBB-4F2B243DE3BA}"/>
                  </a:ext>
                </a:extLst>
              </p:cNvPr>
              <p:cNvSpPr/>
              <p:nvPr/>
            </p:nvSpPr>
            <p:spPr>
              <a:xfrm>
                <a:off x="1228260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楕円 151">
                <a:extLst>
                  <a:ext uri="{FF2B5EF4-FFF2-40B4-BE49-F238E27FC236}">
                    <ns2:creationId id="{E31586D6-0E1B-7FE5-3F62-A02A59211417}"/>
                  </a:ext>
                </a:extLst>
              </p:cNvPr>
              <p:cNvSpPr/>
              <p:nvPr/>
            </p:nvSpPr>
            <p:spPr>
              <a:xfrm>
                <a:off x="973066" y="5607555"/>
                <a:ext cx="140774" cy="140774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AE9AF0DA-6ADD-ACFB-51AF-C27F6EB4908A}"/>
                  </a:ext>
                </a:extLst>
              </p:cNvPr>
              <p:cNvSpPr/>
              <p:nvPr/>
            </p:nvSpPr>
            <p:spPr>
              <a:xfrm>
                <a:off x="1715245" y="5489108"/>
                <a:ext cx="187581" cy="21043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・・・</a:t>
                </a:r>
                <a:endPara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215" name="コネクタ: カギ線 214">
              <a:extLst>
                <a:ext uri="{FF2B5EF4-FFF2-40B4-BE49-F238E27FC236}">
                  <ns2:creationId id="{604C951C-80FA-8DB2-393A-E20FEFC9D4D8}"/>
                </a:ext>
              </a:extLst>
            </p:cNvPr>
            <p:cNvCxnSpPr>
              <a:cxnSpLocks/>
              <a:stCxn id="13" idx="2"/>
              <a:endCxn id="22" idx="0"/>
            </p:cNvCxnSpPr>
            <p:nvPr/>
          </p:nvCxnSpPr>
          <p:spPr>
            <a:xfrm rot="5400000">
              <a:off x="2870435" y="2861340"/>
              <a:ext cx="173949" cy="10207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コネクタ: カギ線 219">
              <a:extLst>
                <a:ext uri="{FF2B5EF4-FFF2-40B4-BE49-F238E27FC236}">
                  <ns2:creationId id="{C55D4BD1-7E8C-3DCB-C203-5EA7837B0D53}"/>
                </a:ext>
              </a:extLst>
            </p:cNvPr>
            <p:cNvCxnSpPr>
              <a:cxnSpLocks/>
              <a:stCxn id="58" idx="2"/>
              <a:endCxn id="184" idx="0"/>
            </p:cNvCxnSpPr>
            <p:nvPr/>
          </p:nvCxnSpPr>
          <p:spPr>
            <a:xfrm rot="5400000">
              <a:off x="321071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コネクタ: カギ線 222">
              <a:extLst>
                <a:ext uri="{FF2B5EF4-FFF2-40B4-BE49-F238E27FC236}">
                  <ns2:creationId id="{8149504D-A625-BCF4-8B66-9163FC20FED5}"/>
                </a:ext>
              </a:extLst>
            </p:cNvPr>
            <p:cNvCxnSpPr>
              <a:cxnSpLocks/>
              <a:stCxn id="58" idx="2"/>
              <a:endCxn id="185" idx="0"/>
            </p:cNvCxnSpPr>
            <p:nvPr/>
          </p:nvCxnSpPr>
          <p:spPr>
            <a:xfrm rot="16200000" flipH="1">
              <a:off x="346590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コネクタ: カギ線 226">
              <a:extLst>
                <a:ext uri="{FF2B5EF4-FFF2-40B4-BE49-F238E27FC236}">
                  <ns2:creationId id="{43D721EE-7EB3-D637-8EDD-603FE1EABD9F}"/>
                </a:ext>
              </a:extLst>
            </p:cNvPr>
            <p:cNvCxnSpPr>
              <a:cxnSpLocks/>
              <a:stCxn id="78" idx="2"/>
              <a:endCxn id="187" idx="0"/>
            </p:cNvCxnSpPr>
            <p:nvPr/>
          </p:nvCxnSpPr>
          <p:spPr>
            <a:xfrm rot="16200000" flipH="1">
              <a:off x="4486685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コネクタ: カギ線 229">
              <a:extLst>
                <a:ext uri="{FF2B5EF4-FFF2-40B4-BE49-F238E27FC236}">
                  <ns2:creationId id="{56BE16A6-C2B9-1D06-5079-4840DAD52DDD}"/>
                </a:ext>
              </a:extLst>
            </p:cNvPr>
            <p:cNvCxnSpPr>
              <a:cxnSpLocks/>
              <a:stCxn id="78" idx="2"/>
              <a:endCxn id="186" idx="0"/>
            </p:cNvCxnSpPr>
            <p:nvPr/>
          </p:nvCxnSpPr>
          <p:spPr>
            <a:xfrm rot="5400000">
              <a:off x="4231491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コネクタ: カギ線 232">
              <a:extLst>
                <a:ext uri="{FF2B5EF4-FFF2-40B4-BE49-F238E27FC236}">
                  <ns2:creationId id="{268EEE51-AC3E-44DC-60B6-81D2A52A28BD}"/>
                </a:ext>
              </a:extLst>
            </p:cNvPr>
            <p:cNvCxnSpPr>
              <a:cxnSpLocks/>
              <a:stCxn id="92" idx="2"/>
              <a:endCxn id="189" idx="0"/>
            </p:cNvCxnSpPr>
            <p:nvPr/>
          </p:nvCxnSpPr>
          <p:spPr>
            <a:xfrm rot="16200000" flipH="1">
              <a:off x="5507462" y="3712150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コネクタ: カギ線 233">
              <a:extLst>
                <a:ext uri="{FF2B5EF4-FFF2-40B4-BE49-F238E27FC236}">
                  <ns2:creationId id="{7AD419F6-D7A4-0001-4027-A2CAADFEBDB1}"/>
                </a:ext>
              </a:extLst>
            </p:cNvPr>
            <p:cNvCxnSpPr>
              <a:cxnSpLocks/>
              <a:stCxn id="92" idx="2"/>
              <a:endCxn id="188" idx="0"/>
            </p:cNvCxnSpPr>
            <p:nvPr/>
          </p:nvCxnSpPr>
          <p:spPr>
            <a:xfrm rot="5400000">
              <a:off x="5252268" y="3712151"/>
              <a:ext cx="258971" cy="25519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コネクタ: カギ線 238">
              <a:extLst>
                <a:ext uri="{FF2B5EF4-FFF2-40B4-BE49-F238E27FC236}">
                  <ns2:creationId id="{50EA0E89-6709-FB50-0A3C-2DD56929FB5E}"/>
                </a:ext>
              </a:extLst>
            </p:cNvPr>
            <p:cNvCxnSpPr>
              <a:cxnSpLocks/>
              <a:stCxn id="22" idx="2"/>
              <a:endCxn id="173" idx="0"/>
            </p:cNvCxnSpPr>
            <p:nvPr/>
          </p:nvCxnSpPr>
          <p:spPr>
            <a:xfrm rot="16200000" flipH="1">
              <a:off x="2445133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コネクタ: カギ線 239">
              <a:extLst>
                <a:ext uri="{FF2B5EF4-FFF2-40B4-BE49-F238E27FC236}">
                  <ns2:creationId id="{65834DE3-3D3D-BB5B-F683-CCC7ED35D9D2}"/>
                </a:ext>
              </a:extLst>
            </p:cNvPr>
            <p:cNvCxnSpPr>
              <a:cxnSpLocks/>
              <a:stCxn id="22" idx="2"/>
              <a:endCxn id="172" idx="0"/>
            </p:cNvCxnSpPr>
            <p:nvPr/>
          </p:nvCxnSpPr>
          <p:spPr>
            <a:xfrm rot="5400000">
              <a:off x="2189939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コネクタ: カギ線 244">
              <a:extLst>
                <a:ext uri="{FF2B5EF4-FFF2-40B4-BE49-F238E27FC236}">
                  <ns2:creationId id="{644E8DB9-344A-34BC-0D48-CE483AC88013}"/>
                </a:ext>
              </a:extLst>
            </p:cNvPr>
            <p:cNvCxnSpPr>
              <a:cxnSpLocks/>
              <a:stCxn id="21" idx="2"/>
              <a:endCxn id="170" idx="0"/>
            </p:cNvCxnSpPr>
            <p:nvPr/>
          </p:nvCxnSpPr>
          <p:spPr>
            <a:xfrm rot="16200000" flipH="1">
              <a:off x="1425798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コネクタ: カギ線 245">
              <a:extLst>
                <a:ext uri="{FF2B5EF4-FFF2-40B4-BE49-F238E27FC236}">
                  <ns2:creationId id="{78D409FE-2C5A-DA3B-5E06-04F5D711C904}"/>
                </a:ext>
              </a:extLst>
            </p:cNvPr>
            <p:cNvCxnSpPr>
              <a:cxnSpLocks/>
              <a:stCxn id="21" idx="2"/>
              <a:endCxn id="163" idx="0"/>
            </p:cNvCxnSpPr>
            <p:nvPr/>
          </p:nvCxnSpPr>
          <p:spPr>
            <a:xfrm rot="5400000">
              <a:off x="1170604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コネクタ: カギ線 250">
              <a:extLst>
                <a:ext uri="{FF2B5EF4-FFF2-40B4-BE49-F238E27FC236}">
                  <ns2:creationId id="{496DA3A8-188E-8A46-E4E0-14B4ACA8893A}"/>
                </a:ext>
              </a:extLst>
            </p:cNvPr>
            <p:cNvCxnSpPr>
              <a:cxnSpLocks/>
              <a:stCxn id="163" idx="2"/>
              <a:endCxn id="148" idx="0"/>
            </p:cNvCxnSpPr>
            <p:nvPr/>
          </p:nvCxnSpPr>
          <p:spPr>
            <a:xfrm rot="16200000" flipH="1">
              <a:off x="110536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コネクタ: カギ線 251">
              <a:extLst>
                <a:ext uri="{FF2B5EF4-FFF2-40B4-BE49-F238E27FC236}">
                  <ns2:creationId id="{5538E971-6685-218B-E602-FC93B0C6C8C4}"/>
                </a:ext>
              </a:extLst>
            </p:cNvPr>
            <p:cNvCxnSpPr>
              <a:cxnSpLocks/>
              <a:stCxn id="163" idx="2"/>
              <a:endCxn id="149" idx="0"/>
            </p:cNvCxnSpPr>
            <p:nvPr/>
          </p:nvCxnSpPr>
          <p:spPr>
            <a:xfrm rot="5400000">
              <a:off x="97776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コネクタ: カギ線 256">
              <a:extLst>
                <a:ext uri="{FF2B5EF4-FFF2-40B4-BE49-F238E27FC236}">
                  <ns2:creationId id="{92F532E5-4A33-E8E5-FBD4-05620DA02CCB}"/>
                </a:ext>
              </a:extLst>
            </p:cNvPr>
            <p:cNvCxnSpPr>
              <a:cxnSpLocks/>
              <a:stCxn id="170" idx="2"/>
              <a:endCxn id="146" idx="0"/>
            </p:cNvCxnSpPr>
            <p:nvPr/>
          </p:nvCxnSpPr>
          <p:spPr>
            <a:xfrm rot="16200000" flipH="1">
              <a:off x="161575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コネクタ: カギ線 257">
              <a:extLst>
                <a:ext uri="{FF2B5EF4-FFF2-40B4-BE49-F238E27FC236}">
                  <ns2:creationId id="{3F7A4EA3-A2CF-CB17-D049-40F0478284CA}"/>
                </a:ext>
              </a:extLst>
            </p:cNvPr>
            <p:cNvCxnSpPr>
              <a:cxnSpLocks/>
              <a:stCxn id="170" idx="2"/>
              <a:endCxn id="147" idx="0"/>
            </p:cNvCxnSpPr>
            <p:nvPr/>
          </p:nvCxnSpPr>
          <p:spPr>
            <a:xfrm rot="5400000">
              <a:off x="148815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コネクタ: カギ線 262">
              <a:extLst>
                <a:ext uri="{FF2B5EF4-FFF2-40B4-BE49-F238E27FC236}">
                  <ns2:creationId id="{80B9DCDA-8F03-C033-CA4E-1BDAA0F71D51}"/>
                </a:ext>
              </a:extLst>
            </p:cNvPr>
            <p:cNvCxnSpPr>
              <a:cxnSpLocks/>
              <a:stCxn id="172" idx="2"/>
              <a:endCxn id="144" idx="0"/>
            </p:cNvCxnSpPr>
            <p:nvPr/>
          </p:nvCxnSpPr>
          <p:spPr>
            <a:xfrm rot="16200000" flipH="1">
              <a:off x="212614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コネクタ: カギ線 263">
              <a:extLst>
                <a:ext uri="{FF2B5EF4-FFF2-40B4-BE49-F238E27FC236}">
                  <ns2:creationId id="{32C7B142-E541-1279-329E-D39EB69C2F1F}"/>
                </a:ext>
              </a:extLst>
            </p:cNvPr>
            <p:cNvCxnSpPr>
              <a:cxnSpLocks/>
              <a:stCxn id="172" idx="2"/>
              <a:endCxn id="145" idx="0"/>
            </p:cNvCxnSpPr>
            <p:nvPr/>
          </p:nvCxnSpPr>
          <p:spPr>
            <a:xfrm rot="5400000">
              <a:off x="199854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コネクタ: カギ線 268">
              <a:extLst>
                <a:ext uri="{FF2B5EF4-FFF2-40B4-BE49-F238E27FC236}">
                  <ns2:creationId id="{5AD6BA02-6AF1-8607-11F1-1B7401398062}"/>
                </a:ext>
              </a:extLst>
            </p:cNvPr>
            <p:cNvCxnSpPr>
              <a:cxnSpLocks/>
              <a:stCxn id="173" idx="2"/>
              <a:endCxn id="142" idx="0"/>
            </p:cNvCxnSpPr>
            <p:nvPr/>
          </p:nvCxnSpPr>
          <p:spPr>
            <a:xfrm rot="16200000" flipH="1">
              <a:off x="263652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コネクタ: カギ線 269">
              <a:extLst>
                <a:ext uri="{FF2B5EF4-FFF2-40B4-BE49-F238E27FC236}">
                  <ns2:creationId id="{6B5A4F04-B8A5-5F6C-4492-77441C1F0DB2}"/>
                </a:ext>
              </a:extLst>
            </p:cNvPr>
            <p:cNvCxnSpPr>
              <a:cxnSpLocks/>
              <a:stCxn id="173" idx="2"/>
              <a:endCxn id="143" idx="0"/>
            </p:cNvCxnSpPr>
            <p:nvPr/>
          </p:nvCxnSpPr>
          <p:spPr>
            <a:xfrm rot="5400000">
              <a:off x="250893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コネクタ: カギ線 274">
              <a:extLst>
                <a:ext uri="{FF2B5EF4-FFF2-40B4-BE49-F238E27FC236}">
                  <ns2:creationId id="{BCC94FCD-D28F-2582-F1CE-4E2560DF42F8}"/>
                </a:ext>
              </a:extLst>
            </p:cNvPr>
            <p:cNvCxnSpPr>
              <a:cxnSpLocks/>
              <a:stCxn id="184" idx="2"/>
              <a:endCxn id="140" idx="0"/>
            </p:cNvCxnSpPr>
            <p:nvPr/>
          </p:nvCxnSpPr>
          <p:spPr>
            <a:xfrm rot="16200000" flipH="1">
              <a:off x="3146916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8FDE5D19-A4C6-8B9B-15A5-2CA448665BE7}"/>
                </a:ext>
              </a:extLst>
            </p:cNvPr>
            <p:cNvCxnSpPr>
              <a:cxnSpLocks/>
              <a:stCxn id="184" idx="2"/>
              <a:endCxn id="141" idx="0"/>
            </p:cNvCxnSpPr>
            <p:nvPr/>
          </p:nvCxnSpPr>
          <p:spPr>
            <a:xfrm rot="5400000">
              <a:off x="3019320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コネクタ: カギ線 281">
              <a:extLst>
                <a:ext uri="{FF2B5EF4-FFF2-40B4-BE49-F238E27FC236}">
                  <ns2:creationId id="{387E3A87-88E4-BA69-7577-B5790BB42A93}"/>
                </a:ext>
              </a:extLst>
            </p:cNvPr>
            <p:cNvCxnSpPr>
              <a:cxnSpLocks/>
              <a:stCxn id="185" idx="2"/>
              <a:endCxn id="138" idx="0"/>
            </p:cNvCxnSpPr>
            <p:nvPr/>
          </p:nvCxnSpPr>
          <p:spPr>
            <a:xfrm rot="16200000" flipH="1">
              <a:off x="3657304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コネクタ: カギ線 282">
              <a:extLst>
                <a:ext uri="{FF2B5EF4-FFF2-40B4-BE49-F238E27FC236}">
                  <ns2:creationId id="{5B6474AE-CBD3-E43A-E299-FFA03B080F8C}"/>
                </a:ext>
              </a:extLst>
            </p:cNvPr>
            <p:cNvCxnSpPr>
              <a:cxnSpLocks/>
              <a:stCxn id="185" idx="2"/>
              <a:endCxn id="139" idx="0"/>
            </p:cNvCxnSpPr>
            <p:nvPr/>
          </p:nvCxnSpPr>
          <p:spPr>
            <a:xfrm rot="5400000">
              <a:off x="3529708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コネクタ: カギ線 287">
              <a:extLst>
                <a:ext uri="{FF2B5EF4-FFF2-40B4-BE49-F238E27FC236}">
                  <ns2:creationId id="{C28A7317-5BAA-69E1-FCCF-3AF48F1B0690}"/>
                </a:ext>
              </a:extLst>
            </p:cNvPr>
            <p:cNvCxnSpPr>
              <a:cxnSpLocks/>
              <a:stCxn id="186" idx="2"/>
              <a:endCxn id="136" idx="0"/>
            </p:cNvCxnSpPr>
            <p:nvPr/>
          </p:nvCxnSpPr>
          <p:spPr>
            <a:xfrm rot="16200000" flipH="1">
              <a:off x="4167692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288">
              <a:extLst>
                <a:ext uri="{FF2B5EF4-FFF2-40B4-BE49-F238E27FC236}">
                  <ns2:creationId id="{DCF21A4D-B6D3-C732-A92C-C546F4FBC266}"/>
                </a:ext>
              </a:extLst>
            </p:cNvPr>
            <p:cNvCxnSpPr>
              <a:cxnSpLocks/>
              <a:stCxn id="186" idx="2"/>
              <a:endCxn id="137" idx="0"/>
            </p:cNvCxnSpPr>
            <p:nvPr/>
          </p:nvCxnSpPr>
          <p:spPr>
            <a:xfrm rot="5400000">
              <a:off x="4040096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293">
              <a:extLst>
                <a:ext uri="{FF2B5EF4-FFF2-40B4-BE49-F238E27FC236}">
                  <ns2:creationId id="{5F7FB5F4-EB3A-5246-00BB-04FB94DB404A}"/>
                </a:ext>
              </a:extLst>
            </p:cNvPr>
            <p:cNvCxnSpPr>
              <a:cxnSpLocks/>
              <a:stCxn id="187" idx="2"/>
              <a:endCxn id="134" idx="0"/>
            </p:cNvCxnSpPr>
            <p:nvPr/>
          </p:nvCxnSpPr>
          <p:spPr>
            <a:xfrm rot="16200000" flipH="1">
              <a:off x="4678080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294">
              <a:extLst>
                <a:ext uri="{FF2B5EF4-FFF2-40B4-BE49-F238E27FC236}">
                  <ns2:creationId id="{6775B734-4E64-D84F-83DB-80281D064BF1}"/>
                </a:ext>
              </a:extLst>
            </p:cNvPr>
            <p:cNvCxnSpPr>
              <a:cxnSpLocks/>
              <a:stCxn id="187" idx="2"/>
              <a:endCxn id="135" idx="0"/>
            </p:cNvCxnSpPr>
            <p:nvPr/>
          </p:nvCxnSpPr>
          <p:spPr>
            <a:xfrm rot="5400000">
              <a:off x="4550484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299">
              <a:extLst>
                <a:ext uri="{FF2B5EF4-FFF2-40B4-BE49-F238E27FC236}">
                  <ns2:creationId id="{DAF0A771-BFFF-A302-AA6A-015EE3E5CF61}"/>
                </a:ext>
              </a:extLst>
            </p:cNvPr>
            <p:cNvCxnSpPr>
              <a:cxnSpLocks/>
              <a:stCxn id="188" idx="2"/>
              <a:endCxn id="132" idx="0"/>
            </p:cNvCxnSpPr>
            <p:nvPr/>
          </p:nvCxnSpPr>
          <p:spPr>
            <a:xfrm rot="16200000" flipH="1">
              <a:off x="5188468" y="4945667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コネクタ: カギ線 300">
              <a:extLst>
                <a:ext uri="{FF2B5EF4-FFF2-40B4-BE49-F238E27FC236}">
                  <ns2:creationId id="{0935A653-228B-F600-97C0-00D9F22F094D}"/>
                </a:ext>
              </a:extLst>
            </p:cNvPr>
            <p:cNvCxnSpPr>
              <a:cxnSpLocks/>
              <a:stCxn id="188" idx="2"/>
              <a:endCxn id="133" idx="0"/>
            </p:cNvCxnSpPr>
            <p:nvPr/>
          </p:nvCxnSpPr>
          <p:spPr>
            <a:xfrm rot="5400000">
              <a:off x="5060872" y="4945668"/>
              <a:ext cx="258971" cy="1275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コネクタ: カギ線 305">
              <a:extLst>
                <a:ext uri="{FF2B5EF4-FFF2-40B4-BE49-F238E27FC236}">
                  <ns2:creationId id="{72332664-B6E1-FB65-FD75-B7BA770EFB05}"/>
                </a:ext>
              </a:extLst>
            </p:cNvPr>
            <p:cNvCxnSpPr>
              <a:cxnSpLocks/>
              <a:stCxn id="189" idx="2"/>
              <a:endCxn id="97" idx="0"/>
            </p:cNvCxnSpPr>
            <p:nvPr/>
          </p:nvCxnSpPr>
          <p:spPr>
            <a:xfrm rot="16200000" flipH="1">
              <a:off x="5698859" y="4945666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コネクタ: カギ線 306">
              <a:extLst>
                <a:ext uri="{FF2B5EF4-FFF2-40B4-BE49-F238E27FC236}">
                  <ns2:creationId id="{1E6B89FA-6D28-6DE5-15A5-DF2718E9A495}"/>
                </a:ext>
              </a:extLst>
            </p:cNvPr>
            <p:cNvCxnSpPr>
              <a:cxnSpLocks/>
              <a:stCxn id="189" idx="2"/>
              <a:endCxn id="128" idx="0"/>
            </p:cNvCxnSpPr>
            <p:nvPr/>
          </p:nvCxnSpPr>
          <p:spPr>
            <a:xfrm rot="5400000">
              <a:off x="5571261" y="4945667"/>
              <a:ext cx="258971" cy="1275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コネクタ: カギ線 311">
              <a:extLst>
                <a:ext uri="{FF2B5EF4-FFF2-40B4-BE49-F238E27FC236}">
                  <ns2:creationId id="{350F5154-FCC7-1C37-9E4C-DF2834099E78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 rot="5400000">
              <a:off x="2358606" y="2352393"/>
              <a:ext cx="176831" cy="204155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ns2:creationId id="{2AF11C55-D478-A4E6-179E-452449F4CD75}"/>
                </a:ext>
              </a:extLst>
            </p:cNvPr>
            <p:cNvSpPr/>
            <p:nvPr/>
          </p:nvSpPr>
          <p:spPr>
            <a:xfrm>
              <a:off x="881146" y="324109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F6122883-2EB0-9181-9A6A-A02A8EFDAF38}"/>
                </a:ext>
              </a:extLst>
            </p:cNvPr>
            <p:cNvSpPr/>
            <p:nvPr/>
          </p:nvSpPr>
          <p:spPr>
            <a:xfrm>
              <a:off x="531896" y="4824180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17" name="楕円 316">
              <a:extLst>
                <a:ext uri="{FF2B5EF4-FFF2-40B4-BE49-F238E27FC236}">
                  <ns2:creationId id="{E446D965-249A-2A28-99DE-A844407DE644}"/>
                </a:ext>
              </a:extLst>
            </p:cNvPr>
            <p:cNvSpPr/>
            <p:nvPr/>
          </p:nvSpPr>
          <p:spPr>
            <a:xfrm>
              <a:off x="595698" y="3757845"/>
              <a:ext cx="537555" cy="231433"/>
            </a:xfrm>
            <a:prstGeom prst="ellipse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grpSp>
        <p:nvGrpSpPr>
          <p:cNvPr id="482" name="グループ化 481">
            <a:extLst>
              <a:ext uri="{FF2B5EF4-FFF2-40B4-BE49-F238E27FC236}">
                <ns2:creationId id="{9992FCA7-2F7B-A9A2-2971-6E82E107888A}"/>
              </a:ext>
            </a:extLst>
          </p:cNvPr>
          <p:cNvGrpSpPr/>
          <p:nvPr/>
        </p:nvGrpSpPr>
        <p:grpSpPr>
          <a:xfrm>
            <a:off x="6782618" y="2529343"/>
            <a:ext cx="4497867" cy="2673674"/>
            <a:chOff x="6782616" y="2529343"/>
            <a:chExt cx="4497867" cy="2673674"/>
          </a:xfrm>
        </p:grpSpPr>
        <p:sp>
          <p:nvSpPr>
            <p:cNvPr id="364" name="四角形: 角を丸くする 363">
              <a:extLst>
                <a:ext uri="{FF2B5EF4-FFF2-40B4-BE49-F238E27FC236}">
                  <ns2:creationId id="{14B08960-4EB9-E8FD-1E59-04F572A558B4}"/>
                </a:ext>
              </a:extLst>
            </p:cNvPr>
            <p:cNvSpPr/>
            <p:nvPr/>
          </p:nvSpPr>
          <p:spPr>
            <a:xfrm>
              <a:off x="8879397" y="260768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5" name="四角形: 角を丸くする 364">
              <a:extLst>
                <a:ext uri="{FF2B5EF4-FFF2-40B4-BE49-F238E27FC236}">
                  <ns2:creationId id="{8ECED65C-BA98-3A3A-66EB-111315BA4732}"/>
                </a:ext>
              </a:extLst>
            </p:cNvPr>
            <p:cNvSpPr/>
            <p:nvPr/>
          </p:nvSpPr>
          <p:spPr>
            <a:xfrm>
              <a:off x="8879395" y="3033192"/>
              <a:ext cx="1041878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66" name="楕円 365">
              <a:extLst>
                <a:ext uri="{FF2B5EF4-FFF2-40B4-BE49-F238E27FC236}">
                  <ns2:creationId id="{1B62DD6A-5201-4C31-F2F6-4E43DDCBDE87}"/>
                </a:ext>
              </a:extLst>
            </p:cNvPr>
            <p:cNvSpPr/>
            <p:nvPr/>
          </p:nvSpPr>
          <p:spPr>
            <a:xfrm>
              <a:off x="8513794" y="2949917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367" name="直線コネクタ 366">
              <a:extLst>
                <a:ext uri="{FF2B5EF4-FFF2-40B4-BE49-F238E27FC236}">
                  <ns2:creationId id="{FCED52E5-F661-034E-7F61-D05528167DAC}"/>
                </a:ext>
              </a:extLst>
            </p:cNvPr>
            <p:cNvCxnSpPr>
              <a:cxnSpLocks/>
              <a:stCxn id="365" idx="0"/>
              <a:endCxn id="364" idx="2"/>
            </p:cNvCxnSpPr>
            <p:nvPr/>
          </p:nvCxnSpPr>
          <p:spPr>
            <a:xfrm flipV="1">
              <a:off x="9400334" y="2859243"/>
              <a:ext cx="2" cy="17394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ns2:creationId id="{5B4076E3-9EEC-8617-F227-4DF3257C71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6640" y="2607682"/>
              <a:ext cx="0" cy="2272299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正方形/長方形 368">
              <a:extLst>
                <a:ext uri="{FF2B5EF4-FFF2-40B4-BE49-F238E27FC236}">
                  <ns2:creationId id="{A2A382E7-A2B7-7CB0-8374-92BD37A43A42}"/>
                </a:ext>
              </a:extLst>
            </p:cNvPr>
            <p:cNvSpPr/>
            <p:nvPr/>
          </p:nvSpPr>
          <p:spPr>
            <a:xfrm>
              <a:off x="6782616" y="3457429"/>
              <a:ext cx="277411" cy="5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0" name="楕円 369">
              <a:extLst>
                <a:ext uri="{FF2B5EF4-FFF2-40B4-BE49-F238E27FC236}">
                  <ns2:creationId id="{43D3C7CC-1604-511D-F8F0-0F627F704967}"/>
                </a:ext>
              </a:extLst>
            </p:cNvPr>
            <p:cNvSpPr/>
            <p:nvPr/>
          </p:nvSpPr>
          <p:spPr>
            <a:xfrm>
              <a:off x="8513794" y="2529343"/>
              <a:ext cx="537555" cy="23143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1" name="四角形: 角を丸くする 370">
              <a:extLst>
                <a:ext uri="{FF2B5EF4-FFF2-40B4-BE49-F238E27FC236}">
                  <ns2:creationId id="{2A19140E-910D-70F0-5C18-9B5C1F5F48D9}"/>
                </a:ext>
              </a:extLst>
            </p:cNvPr>
            <p:cNvSpPr/>
            <p:nvPr/>
          </p:nvSpPr>
          <p:spPr>
            <a:xfrm>
              <a:off x="7520185" y="3461584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2" name="四角形: 角を丸くする 371">
              <a:extLst>
                <a:ext uri="{FF2B5EF4-FFF2-40B4-BE49-F238E27FC236}">
                  <ns2:creationId id="{ADA6EAA5-B1C4-2C33-7FC5-940FC37C9A36}"/>
                </a:ext>
              </a:extLst>
            </p:cNvPr>
            <p:cNvSpPr/>
            <p:nvPr/>
          </p:nvSpPr>
          <p:spPr>
            <a:xfrm>
              <a:off x="8540961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3" name="四角形: 角を丸くする 372">
              <a:extLst>
                <a:ext uri="{FF2B5EF4-FFF2-40B4-BE49-F238E27FC236}">
                  <ns2:creationId id="{9E965955-DA5D-9764-2D0F-78D2646EE8AE}"/>
                </a:ext>
              </a:extLst>
            </p:cNvPr>
            <p:cNvSpPr/>
            <p:nvPr/>
          </p:nvSpPr>
          <p:spPr>
            <a:xfrm>
              <a:off x="9561737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374" name="コネクタ: カギ線 373">
              <a:extLst>
                <a:ext uri="{FF2B5EF4-FFF2-40B4-BE49-F238E27FC236}">
                  <ns2:creationId id="{1ECDDD82-42C1-CE7E-3999-20EAC43189E2}"/>
                </a:ext>
              </a:extLst>
            </p:cNvPr>
            <p:cNvCxnSpPr>
              <a:cxnSpLocks/>
              <a:stCxn id="373" idx="0"/>
              <a:endCxn id="365" idx="2"/>
            </p:cNvCxnSpPr>
            <p:nvPr/>
          </p:nvCxnSpPr>
          <p:spPr>
            <a:xfrm rot="16200000" flipV="1">
              <a:off x="9568554" y="3116534"/>
              <a:ext cx="173949" cy="51038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6" name="グループ化 375">
              <a:extLst>
                <a:ext uri="{FF2B5EF4-FFF2-40B4-BE49-F238E27FC236}">
                  <ns2:creationId id="{B586CFF5-7282-04E9-721B-4BFD48254A25}"/>
                </a:ext>
              </a:extLst>
            </p:cNvPr>
            <p:cNvGrpSpPr/>
            <p:nvPr/>
          </p:nvGrpSpPr>
          <p:grpSpPr>
            <a:xfrm>
              <a:off x="7514165" y="5004256"/>
              <a:ext cx="3766318" cy="198761"/>
              <a:chOff x="1107149" y="6109964"/>
              <a:chExt cx="4878785" cy="198761"/>
            </a:xfrm>
          </p:grpSpPr>
          <p:cxnSp>
            <p:nvCxnSpPr>
              <p:cNvPr id="456" name="直線コネクタ 455">
                <a:extLst>
                  <a:ext uri="{FF2B5EF4-FFF2-40B4-BE49-F238E27FC236}">
                    <ns2:creationId id="{4DB7DCBF-197C-8484-385E-B45849EF59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7149" y="6209344"/>
                <a:ext cx="487878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7" name="正方形/長方形 456">
                <a:extLst>
                  <a:ext uri="{FF2B5EF4-FFF2-40B4-BE49-F238E27FC236}">
                    <ns2:creationId id="{B0102B2F-5DF1-6358-F3E0-FD731323EB2E}"/>
                  </a:ext>
                </a:extLst>
              </p:cNvPr>
              <p:cNvSpPr/>
              <p:nvPr/>
            </p:nvSpPr>
            <p:spPr>
              <a:xfrm>
                <a:off x="3164355" y="6109964"/>
                <a:ext cx="764370" cy="1987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377" name="四角形: 角を丸くする 376">
              <a:extLst>
                <a:ext uri="{FF2B5EF4-FFF2-40B4-BE49-F238E27FC236}">
                  <ns2:creationId id="{0FD84E90-3BBF-9691-C79C-C4DB04A2271E}"/>
                </a:ext>
              </a:extLst>
            </p:cNvPr>
            <p:cNvSpPr/>
            <p:nvPr/>
          </p:nvSpPr>
          <p:spPr>
            <a:xfrm>
              <a:off x="10582513" y="3458702"/>
              <a:ext cx="697969" cy="251561"/>
            </a:xfrm>
            <a:prstGeom prst="roundRect">
              <a:avLst>
                <a:gd name="adj" fmla="val 14311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79" name="四角形: 角を丸くする 378">
              <a:extLst>
                <a:ext uri="{FF2B5EF4-FFF2-40B4-BE49-F238E27FC236}">
                  <ns2:creationId id="{08A14CD9-CA09-988A-09E3-89A2A0A5C6D9}"/>
                </a:ext>
              </a:extLst>
            </p:cNvPr>
            <p:cNvSpPr/>
            <p:nvPr/>
          </p:nvSpPr>
          <p:spPr>
            <a:xfrm>
              <a:off x="752018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0" name="四角形: 角を丸くする 379">
              <a:extLst>
                <a:ext uri="{FF2B5EF4-FFF2-40B4-BE49-F238E27FC236}">
                  <ns2:creationId id="{D36708A0-4B20-AC23-A31B-A24AAB82B2D4}"/>
                </a:ext>
              </a:extLst>
            </p:cNvPr>
            <p:cNvSpPr/>
            <p:nvPr/>
          </p:nvSpPr>
          <p:spPr>
            <a:xfrm>
              <a:off x="803057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1" name="四角形: 角を丸くする 380">
              <a:extLst>
                <a:ext uri="{FF2B5EF4-FFF2-40B4-BE49-F238E27FC236}">
                  <ns2:creationId id="{C90B312D-7B34-B986-E5EC-9A035F05C5DB}"/>
                </a:ext>
              </a:extLst>
            </p:cNvPr>
            <p:cNvSpPr/>
            <p:nvPr/>
          </p:nvSpPr>
          <p:spPr>
            <a:xfrm>
              <a:off x="854096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2" name="四角形: 角を丸くする 381">
              <a:extLst>
                <a:ext uri="{FF2B5EF4-FFF2-40B4-BE49-F238E27FC236}">
                  <ns2:creationId id="{CE226114-3137-C764-A26A-035C87606D51}"/>
                </a:ext>
              </a:extLst>
            </p:cNvPr>
            <p:cNvSpPr/>
            <p:nvPr/>
          </p:nvSpPr>
          <p:spPr>
            <a:xfrm>
              <a:off x="9051349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3" name="四角形: 角を丸くする 382">
              <a:extLst>
                <a:ext uri="{FF2B5EF4-FFF2-40B4-BE49-F238E27FC236}">
                  <ns2:creationId id="{21E8791B-C335-5B47-BCF3-ED6D9344133E}"/>
                </a:ext>
              </a:extLst>
            </p:cNvPr>
            <p:cNvSpPr/>
            <p:nvPr/>
          </p:nvSpPr>
          <p:spPr>
            <a:xfrm>
              <a:off x="9561737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4" name="四角形: 角を丸くする 383">
              <a:extLst>
                <a:ext uri="{FF2B5EF4-FFF2-40B4-BE49-F238E27FC236}">
                  <ns2:creationId id="{6787292A-C3B8-C609-FEF0-2BF4A353472E}"/>
                </a:ext>
              </a:extLst>
            </p:cNvPr>
            <p:cNvSpPr/>
            <p:nvPr/>
          </p:nvSpPr>
          <p:spPr>
            <a:xfrm>
              <a:off x="10072125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5" name="四角形: 角を丸くする 384">
              <a:extLst>
                <a:ext uri="{FF2B5EF4-FFF2-40B4-BE49-F238E27FC236}">
                  <ns2:creationId id="{968982A3-3306-5F42-B7A7-CDEE30151C58}"/>
                </a:ext>
              </a:extLst>
            </p:cNvPr>
            <p:cNvSpPr/>
            <p:nvPr/>
          </p:nvSpPr>
          <p:spPr>
            <a:xfrm>
              <a:off x="10582513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6" name="四角形: 角を丸くする 385">
              <a:extLst>
                <a:ext uri="{FF2B5EF4-FFF2-40B4-BE49-F238E27FC236}">
                  <ns2:creationId id="{E8192767-8133-8A5D-1EF2-00115D7B15DD}"/>
                </a:ext>
              </a:extLst>
            </p:cNvPr>
            <p:cNvSpPr/>
            <p:nvPr/>
          </p:nvSpPr>
          <p:spPr>
            <a:xfrm>
              <a:off x="11092901" y="3969234"/>
              <a:ext cx="187581" cy="910747"/>
            </a:xfrm>
            <a:prstGeom prst="roundRect">
              <a:avLst>
                <a:gd name="adj" fmla="val 19192"/>
              </a:avLst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9" name="正方形/長方形 388">
              <a:extLst>
                <a:ext uri="{FF2B5EF4-FFF2-40B4-BE49-F238E27FC236}">
                  <ns2:creationId id="{9AA97B10-351A-BEC4-EBF8-E58C796E208D}"/>
                </a:ext>
              </a:extLst>
            </p:cNvPr>
            <p:cNvSpPr/>
            <p:nvPr/>
          </p:nvSpPr>
          <p:spPr>
            <a:xfrm>
              <a:off x="1109290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1AFEFE07-683A-4FF6-53C7-B5809612F136}"/>
                </a:ext>
              </a:extLst>
            </p:cNvPr>
            <p:cNvSpPr/>
            <p:nvPr/>
          </p:nvSpPr>
          <p:spPr>
            <a:xfrm>
              <a:off x="10072125" y="4222234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44B674D1-8E9F-89EF-6D66-6CA681B72BDD}"/>
                </a:ext>
              </a:extLst>
            </p:cNvPr>
            <p:cNvSpPr/>
            <p:nvPr/>
          </p:nvSpPr>
          <p:spPr>
            <a:xfrm>
              <a:off x="9051349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AA84A8BE-E28E-37D2-D363-C711907F47DA}"/>
                </a:ext>
              </a:extLst>
            </p:cNvPr>
            <p:cNvSpPr/>
            <p:nvPr/>
          </p:nvSpPr>
          <p:spPr>
            <a:xfrm>
              <a:off x="8540961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5" name="正方形/長方形 394">
              <a:extLst>
                <a:ext uri="{FF2B5EF4-FFF2-40B4-BE49-F238E27FC236}">
                  <ns2:creationId id="{A65F9CC7-29A1-C11E-C4C2-105E06EF7430}"/>
                </a:ext>
              </a:extLst>
            </p:cNvPr>
            <p:cNvSpPr/>
            <p:nvPr/>
          </p:nvSpPr>
          <p:spPr>
            <a:xfrm>
              <a:off x="803057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97" name="コネクタ: カギ線 396">
              <a:extLst>
                <a:ext uri="{FF2B5EF4-FFF2-40B4-BE49-F238E27FC236}">
                  <ns2:creationId id="{36128A78-CB4D-FCE5-5DC5-DAFBCA05C121}"/>
                </a:ext>
              </a:extLst>
            </p:cNvPr>
            <p:cNvCxnSpPr>
              <a:cxnSpLocks/>
              <a:stCxn id="365" idx="2"/>
              <a:endCxn id="372" idx="0"/>
            </p:cNvCxnSpPr>
            <p:nvPr/>
          </p:nvCxnSpPr>
          <p:spPr>
            <a:xfrm rot="5400000">
              <a:off x="9058166" y="3116533"/>
              <a:ext cx="173949" cy="51038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コネクタ: カギ線 397">
              <a:extLst>
                <a:ext uri="{FF2B5EF4-FFF2-40B4-BE49-F238E27FC236}">
                  <ns2:creationId id="{DE05B1A1-43C5-0E2C-D24B-AB4103A29C04}"/>
                </a:ext>
              </a:extLst>
            </p:cNvPr>
            <p:cNvCxnSpPr>
              <a:cxnSpLocks/>
              <a:stCxn id="373" idx="2"/>
              <a:endCxn id="383" idx="0"/>
            </p:cNvCxnSpPr>
            <p:nvPr/>
          </p:nvCxnSpPr>
          <p:spPr>
            <a:xfrm rot="5400000">
              <a:off x="965364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コネクタ: カギ線 398">
              <a:extLst>
                <a:ext uri="{FF2B5EF4-FFF2-40B4-BE49-F238E27FC236}">
                  <ns2:creationId id="{1BDE1B86-B26B-403E-2C83-F30F21391E1F}"/>
                </a:ext>
              </a:extLst>
            </p:cNvPr>
            <p:cNvCxnSpPr>
              <a:cxnSpLocks/>
              <a:stCxn id="373" idx="2"/>
              <a:endCxn id="384" idx="0"/>
            </p:cNvCxnSpPr>
            <p:nvPr/>
          </p:nvCxnSpPr>
          <p:spPr>
            <a:xfrm rot="16200000" flipH="1">
              <a:off x="990883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コネクタ: カギ線 399">
              <a:extLst>
                <a:ext uri="{FF2B5EF4-FFF2-40B4-BE49-F238E27FC236}">
                  <ns2:creationId id="{23B00FC6-B7C3-B0E8-7580-229F65959996}"/>
                </a:ext>
              </a:extLst>
            </p:cNvPr>
            <p:cNvCxnSpPr>
              <a:cxnSpLocks/>
              <a:stCxn id="377" idx="2"/>
              <a:endCxn id="386" idx="0"/>
            </p:cNvCxnSpPr>
            <p:nvPr/>
          </p:nvCxnSpPr>
          <p:spPr>
            <a:xfrm rot="16200000" flipH="1">
              <a:off x="10929610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コネクタ: カギ線 400">
              <a:extLst>
                <a:ext uri="{FF2B5EF4-FFF2-40B4-BE49-F238E27FC236}">
                  <ns2:creationId id="{A4F60D6F-9077-3066-D32B-B42AF8C859DF}"/>
                </a:ext>
              </a:extLst>
            </p:cNvPr>
            <p:cNvCxnSpPr>
              <a:cxnSpLocks/>
              <a:stCxn id="377" idx="2"/>
              <a:endCxn id="385" idx="0"/>
            </p:cNvCxnSpPr>
            <p:nvPr/>
          </p:nvCxnSpPr>
          <p:spPr>
            <a:xfrm rot="5400000">
              <a:off x="10674416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コネクタ: カギ線 403">
              <a:extLst>
                <a:ext uri="{FF2B5EF4-FFF2-40B4-BE49-F238E27FC236}">
                  <ns2:creationId id="{05B296E3-B700-DBC8-71BF-462C0AA619E8}"/>
                </a:ext>
              </a:extLst>
            </p:cNvPr>
            <p:cNvCxnSpPr>
              <a:cxnSpLocks/>
              <a:stCxn id="372" idx="2"/>
              <a:endCxn id="382" idx="0"/>
            </p:cNvCxnSpPr>
            <p:nvPr/>
          </p:nvCxnSpPr>
          <p:spPr>
            <a:xfrm rot="16200000" flipH="1">
              <a:off x="8888058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コネクタ: カギ線 404">
              <a:extLst>
                <a:ext uri="{FF2B5EF4-FFF2-40B4-BE49-F238E27FC236}">
                  <ns2:creationId id="{8515D485-45CC-7334-D57A-B422B786E624}"/>
                </a:ext>
              </a:extLst>
            </p:cNvPr>
            <p:cNvCxnSpPr>
              <a:cxnSpLocks/>
              <a:stCxn id="372" idx="2"/>
              <a:endCxn id="381" idx="0"/>
            </p:cNvCxnSpPr>
            <p:nvPr/>
          </p:nvCxnSpPr>
          <p:spPr>
            <a:xfrm rot="5400000">
              <a:off x="8632864" y="3712151"/>
              <a:ext cx="258971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コネクタ: カギ線 405">
              <a:extLst>
                <a:ext uri="{FF2B5EF4-FFF2-40B4-BE49-F238E27FC236}">
                  <ns2:creationId id="{AD17CEF8-6A6F-58DC-8D96-553ED3825E01}"/>
                </a:ext>
              </a:extLst>
            </p:cNvPr>
            <p:cNvCxnSpPr>
              <a:cxnSpLocks/>
              <a:stCxn id="371" idx="2"/>
              <a:endCxn id="380" idx="0"/>
            </p:cNvCxnSpPr>
            <p:nvPr/>
          </p:nvCxnSpPr>
          <p:spPr>
            <a:xfrm rot="16200000" flipH="1">
              <a:off x="7868723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コネクタ: カギ線 406">
              <a:extLst>
                <a:ext uri="{FF2B5EF4-FFF2-40B4-BE49-F238E27FC236}">
                  <ns2:creationId id="{B7247FEB-F6A9-BB1B-B7FF-2F706B5B1A9B}"/>
                </a:ext>
              </a:extLst>
            </p:cNvPr>
            <p:cNvCxnSpPr>
              <a:cxnSpLocks/>
              <a:stCxn id="371" idx="2"/>
              <a:endCxn id="379" idx="0"/>
            </p:cNvCxnSpPr>
            <p:nvPr/>
          </p:nvCxnSpPr>
          <p:spPr>
            <a:xfrm rot="5400000">
              <a:off x="7613529" y="3713592"/>
              <a:ext cx="256089" cy="25519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正方形/長方形 428">
              <a:extLst>
                <a:ext uri="{FF2B5EF4-FFF2-40B4-BE49-F238E27FC236}">
                  <ns2:creationId id="{F1FC4106-4A4D-2343-2AE2-E6CFFA254776}"/>
                </a:ext>
              </a:extLst>
            </p:cNvPr>
            <p:cNvSpPr/>
            <p:nvPr/>
          </p:nvSpPr>
          <p:spPr>
            <a:xfrm>
              <a:off x="7324071" y="3241095"/>
              <a:ext cx="511555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C3945B1B-22AA-6BD7-5945-B90502B00F20}"/>
                </a:ext>
              </a:extLst>
            </p:cNvPr>
            <p:cNvSpPr/>
            <p:nvPr/>
          </p:nvSpPr>
          <p:spPr>
            <a:xfrm>
              <a:off x="7194051" y="3805430"/>
              <a:ext cx="356127" cy="16380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62" name="正方形/長方形 461">
              <a:extLst>
                <a:ext uri="{FF2B5EF4-FFF2-40B4-BE49-F238E27FC236}">
                  <ns2:creationId id="{7E1E6C40-BD1B-F781-C554-D93A873D26D5}"/>
                </a:ext>
              </a:extLst>
            </p:cNvPr>
            <p:cNvSpPr/>
            <p:nvPr/>
          </p:nvSpPr>
          <p:spPr>
            <a:xfrm>
              <a:off x="10582513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3" name="正方形/長方形 462">
              <a:extLst>
                <a:ext uri="{FF2B5EF4-FFF2-40B4-BE49-F238E27FC236}">
                  <ns2:creationId id="{3DEE25A6-9F18-F58E-19BA-20A3A92FB2A1}"/>
                </a:ext>
              </a:extLst>
            </p:cNvPr>
            <p:cNvSpPr/>
            <p:nvPr/>
          </p:nvSpPr>
          <p:spPr>
            <a:xfrm>
              <a:off x="9561737" y="4222233"/>
              <a:ext cx="187581" cy="2104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・・・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72" name="コネクタ: カギ線 471">
              <a:extLst>
                <a:ext uri="{FF2B5EF4-FFF2-40B4-BE49-F238E27FC236}">
                  <ns2:creationId id="{8ADFA54E-51CC-3D31-A082-269BF947109B}"/>
                </a:ext>
              </a:extLst>
            </p:cNvPr>
            <p:cNvCxnSpPr>
              <a:cxnSpLocks/>
              <a:stCxn id="377" idx="0"/>
              <a:endCxn id="365" idx="2"/>
            </p:cNvCxnSpPr>
            <p:nvPr/>
          </p:nvCxnSpPr>
          <p:spPr>
            <a:xfrm rot="16200000" flipV="1">
              <a:off x="10078942" y="2606146"/>
              <a:ext cx="173949" cy="153116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コネクタ: カギ線 427">
              <a:extLst>
                <a:ext uri="{FF2B5EF4-FFF2-40B4-BE49-F238E27FC236}">
                  <ns2:creationId id="{6D6AB718-4F90-FFD1-AC79-75200382F33C}"/>
                </a:ext>
              </a:extLst>
            </p:cNvPr>
            <p:cNvCxnSpPr>
              <a:cxnSpLocks/>
              <a:stCxn id="365" idx="2"/>
              <a:endCxn id="371" idx="0"/>
            </p:cNvCxnSpPr>
            <p:nvPr/>
          </p:nvCxnSpPr>
          <p:spPr>
            <a:xfrm rot="5400000">
              <a:off x="8546337" y="2607586"/>
              <a:ext cx="176831" cy="153116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2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5" name="正方形/長方形 474">
              <a:extLst>
                <a:ext uri="{FF2B5EF4-FFF2-40B4-BE49-F238E27FC236}">
                  <ns2:creationId id="{C4B0CEE4-D814-37E4-C22D-938A2A92F0F9}"/>
                </a:ext>
              </a:extLst>
            </p:cNvPr>
            <p:cNvSpPr/>
            <p:nvPr/>
          </p:nvSpPr>
          <p:spPr>
            <a:xfrm>
              <a:off x="7296148" y="2721018"/>
              <a:ext cx="1078956" cy="27068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479" name="コネクタ: カギ線 478">
              <a:extLst>
                <a:ext uri="{FF2B5EF4-FFF2-40B4-BE49-F238E27FC236}">
                  <ns2:creationId id="{B0D3CE2C-D07D-8AF1-852F-B320DD7881C9}"/>
                </a:ext>
              </a:extLst>
            </p:cNvPr>
            <p:cNvCxnSpPr>
              <a:cxnSpLocks/>
              <a:stCxn id="366" idx="2"/>
              <a:endCxn id="429" idx="0"/>
            </p:cNvCxnSpPr>
            <p:nvPr/>
          </p:nvCxnSpPr>
          <p:spPr>
            <a:xfrm rot="10800000" flipV="1">
              <a:off x="7579850" y="3065633"/>
              <a:ext cx="933945" cy="175461"/>
            </a:xfrm>
            <a:prstGeom prst="bentConnector2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466729225"/>
      </p:ext>
    </p:extLst>
  </p:cSld>
  <p:clrMapOvr>
    <a:masterClrMapping/>
  </p:clrMapOvr>
</p:sld>
</file>

<file path=ppt/slides/slide235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4EEE024-A0C2-C780-E643-44EC9355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XX</a:t>
            </a:r>
            <a:r>
              <a:rPr lang="ja-JP" altLang="en-US" dirty="0"/>
              <a:t>XX</a:t>
            </a:r>
            <a:r>
              <a:rPr lang="zh-TW" altLang="en-US" dirty="0"/>
              <a:t>XX</a:t>
            </a:r>
            <a:r>
              <a:rPr lang="en-AU" altLang="zh-TW" dirty="0"/>
              <a:t>(</a:t>
            </a:r>
            <a:r>
              <a:rPr lang="en-AU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34852D6-788E-7623-D747-1923B95B6D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48000"/>
          </a:xfrm>
        </p:spPr>
        <p:txBody>
          <a:bodyPr/>
          <a:lstStyle/>
          <a:p>
            <a:r>
              <a:rPr lang="ja-JP" altLang="en-US" dirty="0"/>
              <a:t>「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ja-JP" altLang="en-US" dirty="0">
                <a:solidFill>
                  <a:srgbClr val="008000"/>
                </a:solidFill>
              </a:rPr>
              <a:t>XX</a:t>
            </a:r>
            <a:r>
              <a:rPr lang="ja-JP" altLang="en-US" dirty="0"/>
              <a:t>XX</a:t>
            </a:r>
            <a:r>
              <a:rPr lang="en-AU" altLang="ja-JP" dirty="0"/>
              <a:t>(</a:t>
            </a:r>
            <a:r>
              <a:rPr lang="ja-JP" altLang="en-US" dirty="0"/>
              <a:t>XX</a:t>
            </a:r>
            <a:r>
              <a:rPr lang="en-AU" altLang="ja-JP" dirty="0"/>
              <a:t>) </a:t>
            </a:r>
            <a:r>
              <a:rPr lang="ja-JP" altLang="en-US" dirty="0"/>
              <a:t>XX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ns2:creationId id="{BA80D695-D45B-DAC3-5AF4-24D876B4A582}"/>
              </a:ext>
            </a:extLst>
          </p:cNvPr>
          <p:cNvSpPr/>
          <p:nvPr/>
        </p:nvSpPr>
        <p:spPr>
          <a:xfrm>
            <a:off x="334963" y="1637567"/>
            <a:ext cx="11520000" cy="648000"/>
          </a:xfrm>
          <a:prstGeom prst="roundRect">
            <a:avLst>
              <a:gd name="adj" fmla="val 5896"/>
            </a:avLst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lnSpc>
                <a:spcPct val="110000"/>
              </a:lnSpc>
            </a:pP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lang="en-AU" altLang="ja-JP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2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AU" altLang="ja-JP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lnSpc>
                <a:spcPct val="110000"/>
              </a:lnSpc>
            </a:pP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8" name="グループ化 47">
            <a:extLst>
              <a:ext uri="{FF2B5EF4-FFF2-40B4-BE49-F238E27FC236}">
                <ns2:creationId id="{3AEF8936-388A-EA51-C824-493A3FE56ABD}"/>
              </a:ext>
            </a:extLst>
          </p:cNvPr>
          <p:cNvGrpSpPr/>
          <p:nvPr/>
        </p:nvGrpSpPr>
        <p:grpSpPr>
          <a:xfrm>
            <a:off x="334963" y="2296342"/>
            <a:ext cx="11520001" cy="4014604"/>
            <a:chOff x="334963" y="2296342"/>
            <a:chExt cx="11520001" cy="4014604"/>
          </a:xfrm>
        </p:grpSpPr>
        <p:pic>
          <p:nvPicPr>
            <p:cNvPr id="10" name="図 9">
              <a:extLst>
                <a:ext uri="{FF2B5EF4-FFF2-40B4-BE49-F238E27FC236}">
                  <ns2:creationId id="{7B6B11E4-4AEE-A345-60C0-EEAB2C38B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5715" y="2296342"/>
              <a:ext cx="1769249" cy="144000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grpSp>
          <p:nvGrpSpPr>
            <p:cNvPr id="47" name="グループ化 46">
              <a:extLst>
                <a:ext uri="{FF2B5EF4-FFF2-40B4-BE49-F238E27FC236}">
                  <ns2:creationId id="{EE6E10E7-261D-7977-C666-59423847B662}"/>
                </a:ext>
              </a:extLst>
            </p:cNvPr>
            <p:cNvGrpSpPr/>
            <p:nvPr/>
          </p:nvGrpSpPr>
          <p:grpSpPr>
            <a:xfrm>
              <a:off x="334963" y="2498253"/>
              <a:ext cx="11516243" cy="3812693"/>
              <a:chOff x="334963" y="2498253"/>
              <a:chExt cx="11516243" cy="3812693"/>
            </a:xfrm>
          </p:grpSpPr>
          <p:grpSp>
            <p:nvGrpSpPr>
              <p:cNvPr id="18" name="グループ化 17">
                <a:extLst>
                  <a:ext uri="{FF2B5EF4-FFF2-40B4-BE49-F238E27FC236}">
                    <ns2:creationId id="{A6449342-13C3-952F-04B8-C073D7F5218C}"/>
                  </a:ext>
                </a:extLst>
              </p:cNvPr>
              <p:cNvGrpSpPr/>
              <p:nvPr/>
            </p:nvGrpSpPr>
            <p:grpSpPr>
              <a:xfrm>
                <a:off x="334963" y="2498253"/>
                <a:ext cx="9540000" cy="1145455"/>
                <a:chOff x="334963" y="2498253"/>
                <a:chExt cx="9540000" cy="1145455"/>
              </a:xfrm>
            </p:grpSpPr>
            <p:sp>
              <p:nvSpPr>
                <p:cNvPr id="7" name="Richtungspfeil 1">
                  <a:extLst>
                    <a:ext uri="{FF2B5EF4-FFF2-40B4-BE49-F238E27FC236}">
                      <ns2:creationId id="{F21CCCA4-5F6C-59DA-89AD-AAC50D42A43F}"/>
                    </a:ext>
                  </a:extLst>
                </p:cNvPr>
                <p:cNvSpPr/>
                <p:nvPr>
                  <p:custDataLst>
                    <p:tags r:id="rId3"/>
                  </p:custDataLst>
                </p:nvPr>
              </p:nvSpPr>
              <p:spPr bwMode="auto">
                <a:xfrm>
                  <a:off x="334963" y="2498253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7FBF7F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" name="テキスト ボックス 10">
                  <a:extLst>
                    <a:ext uri="{FF2B5EF4-FFF2-40B4-BE49-F238E27FC236}">
                      <ns2:creationId id="{43867468-6D84-AA13-F502-8F65131CE62C}"/>
                    </a:ext>
                  </a:extLst>
                </p:cNvPr>
                <p:cNvSpPr txBox="1"/>
                <p:nvPr/>
              </p:nvSpPr>
              <p:spPr>
                <a:xfrm>
                  <a:off x="334963" y="2498253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50000"/>
                  </a:srgbClr>
                </a:solidFill>
                <a:ln>
                  <a:solidFill>
                    <a:srgbClr val="7FBF7F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i="1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022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4" name="楕円 13">
                  <a:extLst>
                    <a:ext uri="{FF2B5EF4-FFF2-40B4-BE49-F238E27FC236}">
                      <ns2:creationId id="{DEDD91C6-2F64-0D80-13E3-EF2A24F9C6D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979354" y="2602980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36A74E2B-F189-EB78-9C94-6BBEFC541041}"/>
                    </a:ext>
                  </a:extLst>
                </p:cNvPr>
                <p:cNvSpPr txBox="1"/>
                <p:nvPr/>
              </p:nvSpPr>
              <p:spPr>
                <a:xfrm>
                  <a:off x="3004627" y="2566980"/>
                  <a:ext cx="2115195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AU" altLang="ja-JP" b="1" dirty="0" err="1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b="1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5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cxnSp>
              <p:nvCxnSpPr>
                <p:cNvPr id="22" name="直線矢印コネクタ 21">
                  <a:extLst>
                    <a:ext uri="{FF2B5EF4-FFF2-40B4-BE49-F238E27FC236}">
                      <ns2:creationId id="{B6F19F0D-57E0-F149-CDB8-C8FA7849F540}"/>
                    </a:ext>
                  </a:extLst>
                </p:cNvPr>
                <p:cNvCxnSpPr/>
                <p:nvPr/>
              </p:nvCxnSpPr>
              <p:spPr>
                <a:xfrm>
                  <a:off x="6654930" y="2566980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>
                      <a:alpha val="60000"/>
                    </a:srgbClr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4" name="グラフィックス 23" descr="手のひらと植物 単色塗りつぶし">
                  <a:extLst>
                    <a:ext uri="{FF2B5EF4-FFF2-40B4-BE49-F238E27FC236}">
                      <ns2:creationId id="{92FAD2E4-60CC-146E-66DB-15D676621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rcRect/>
                <a:stretch/>
              </p:blipFill>
              <p:spPr>
                <a:xfrm>
                  <a:off x="5868540" y="2783417"/>
                  <a:ext cx="575126" cy="575126"/>
                </a:xfrm>
                <a:prstGeom prst="rect">
                  <a:avLst/>
                </a:prstGeom>
              </p:spPr>
            </p:pic>
            <p:sp>
              <p:nvSpPr>
                <p:cNvPr id="25" name="テキスト ボックス 24">
                  <a:extLst>
                    <a:ext uri="{FF2B5EF4-FFF2-40B4-BE49-F238E27FC236}">
                      <ns2:creationId id="{9BF4942C-3D3B-0DEE-1D0D-D22742FA1453}"/>
                    </a:ext>
                  </a:extLst>
                </p:cNvPr>
                <p:cNvSpPr txBox="1"/>
                <p:nvPr/>
              </p:nvSpPr>
              <p:spPr>
                <a:xfrm>
                  <a:off x="6859717" y="2566980"/>
                  <a:ext cx="2520000" cy="1008000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3" name="グループ化 12">
                <a:extLst>
                  <a:ext uri="{FF2B5EF4-FFF2-40B4-BE49-F238E27FC236}">
                    <ns2:creationId id="{2BF26371-ADB5-C83E-03EC-13298976FDAB}"/>
                  </a:ext>
                </a:extLst>
              </p:cNvPr>
              <p:cNvGrpSpPr/>
              <p:nvPr/>
            </p:nvGrpSpPr>
            <p:grpSpPr>
              <a:xfrm>
                <a:off x="2311206" y="5165491"/>
                <a:ext cx="9540000" cy="1145455"/>
                <a:chOff x="2311206" y="5112941"/>
                <a:chExt cx="9540000" cy="1145455"/>
              </a:xfrm>
            </p:grpSpPr>
            <p:sp>
              <p:nvSpPr>
                <p:cNvPr id="9" name="Richtungspfeil 1">
                  <a:extLst>
                    <a:ext uri="{FF2B5EF4-FFF2-40B4-BE49-F238E27FC236}">
                      <ns2:creationId id="{26E4262D-79F5-5C68-D389-D8BB939E5C6D}"/>
                    </a:ext>
                  </a:extLst>
                </p:cNvPr>
                <p:cNvSpPr/>
                <p:nvPr>
                  <p:custDataLst>
                    <p:tags r:id="rId2"/>
                  </p:custDataLst>
                </p:nvPr>
              </p:nvSpPr>
              <p:spPr bwMode="auto">
                <a:xfrm>
                  <a:off x="2311206" y="5112941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gradFill>
                  <a:gsLst>
                    <a:gs pos="0">
                      <a:schemeClr val="bg1">
                        <a:alpha val="10000"/>
                      </a:schemeClr>
                    </a:gs>
                    <a:gs pos="100000">
                      <a:srgbClr val="008D2E">
                        <a:alpha val="30000"/>
                      </a:srgbClr>
                    </a:gs>
                  </a:gsLst>
                  <a:lin ang="0" scaled="1"/>
                </a:gradFill>
                <a:ln w="9525" cmpd="sng">
                  <a:solidFill>
                    <a:srgbClr val="008000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" name="テキスト ボックス 15">
                  <a:extLst>
                    <a:ext uri="{FF2B5EF4-FFF2-40B4-BE49-F238E27FC236}">
                      <ns2:creationId id="{F9096E8A-0564-F2C2-6E5D-A3734413F7DC}"/>
                    </a:ext>
                  </a:extLst>
                </p:cNvPr>
                <p:cNvSpPr txBox="1"/>
                <p:nvPr/>
              </p:nvSpPr>
              <p:spPr>
                <a:xfrm>
                  <a:off x="2311206" y="5112941"/>
                  <a:ext cx="1440000" cy="1145455"/>
                </a:xfrm>
                <a:prstGeom prst="rect">
                  <a:avLst/>
                </a:prstGeom>
                <a:solidFill>
                  <a:srgbClr val="008000"/>
                </a:solidFill>
                <a:ln>
                  <a:solidFill>
                    <a:srgbClr val="008000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0" name="楕円 19">
                  <a:extLst>
                    <a:ext uri="{FF2B5EF4-FFF2-40B4-BE49-F238E27FC236}">
                      <ns2:creationId id="{99580BC0-5F0B-20FA-E533-EFE2BEFE0AF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65172" y="521766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altLang="ja-JP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lang="ja-JP" altLang="en-US" sz="16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7" name="テキスト ボックス 26">
                  <a:extLst>
                    <a:ext uri="{FF2B5EF4-FFF2-40B4-BE49-F238E27FC236}">
                      <ns2:creationId id="{7387E7BE-BC9D-E9D5-108C-C7F801F72675}"/>
                    </a:ext>
                  </a:extLst>
                </p:cNvPr>
                <p:cNvSpPr txBox="1"/>
                <p:nvPr/>
              </p:nvSpPr>
              <p:spPr>
                <a:xfrm>
                  <a:off x="4935461" y="5112941"/>
                  <a:ext cx="2263333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600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42" name="グラフィックス 41" descr="地球: 南北アメリカ 単色塗りつぶし">
                  <a:extLst>
                    <a:ext uri="{FF2B5EF4-FFF2-40B4-BE49-F238E27FC236}">
                      <ns2:creationId id="{BFA2BD55-EBA8-9631-29F4-3670AE8DD1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7"/>
                    </a:ext>
                  </a:extLst>
                </a:blip>
                <a:srcRect/>
                <a:stretch/>
              </p:blipFill>
              <p:spPr>
                <a:xfrm>
                  <a:off x="7720538" y="5397668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43" name="直線矢印コネクタ 42">
                  <a:extLst>
                    <a:ext uri="{FF2B5EF4-FFF2-40B4-BE49-F238E27FC236}">
                      <ns2:creationId id="{8A111A30-6AB0-0A32-3E8E-C859544846CA}"/>
                    </a:ext>
                  </a:extLst>
                </p:cNvPr>
                <p:cNvCxnSpPr/>
                <p:nvPr/>
              </p:nvCxnSpPr>
              <p:spPr>
                <a:xfrm>
                  <a:off x="8481705" y="5181668"/>
                  <a:ext cx="0" cy="1008000"/>
                </a:xfrm>
                <a:prstGeom prst="straightConnector1">
                  <a:avLst/>
                </a:prstGeom>
                <a:ln w="38100">
                  <a:solidFill>
                    <a:srgbClr val="008000"/>
                  </a:solidFill>
                  <a:headEnd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4" name="テキスト ボックス 43">
                  <a:extLst>
                    <a:ext uri="{FF2B5EF4-FFF2-40B4-BE49-F238E27FC236}">
                      <ns2:creationId id="{8FDA13B2-B5DE-AD6D-9066-7F8BA0A9CCB8}"/>
                    </a:ext>
                  </a:extLst>
                </p:cNvPr>
                <p:cNvSpPr txBox="1"/>
                <p:nvPr/>
              </p:nvSpPr>
              <p:spPr>
                <a:xfrm>
                  <a:off x="8575349" y="5112941"/>
                  <a:ext cx="2664000" cy="1145455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ja-JP" altLang="en-US" sz="1600" dirty="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F14EA722-2056-61FD-6270-A2AFA419C4E8}"/>
                  </a:ext>
                </a:extLst>
              </p:cNvPr>
              <p:cNvGrpSpPr/>
              <p:nvPr/>
            </p:nvGrpSpPr>
            <p:grpSpPr>
              <a:xfrm>
                <a:off x="1351075" y="3831872"/>
                <a:ext cx="9540000" cy="1145455"/>
                <a:chOff x="1351075" y="3831872"/>
                <a:chExt cx="9540000" cy="1145455"/>
              </a:xfrm>
            </p:grpSpPr>
            <p:sp>
              <p:nvSpPr>
                <p:cNvPr id="8" name="Richtungspfeil 1">
                  <a:extLst>
                    <a:ext uri="{FF2B5EF4-FFF2-40B4-BE49-F238E27FC236}">
                      <ns2:creationId id="{A1B87E43-2675-5693-1774-7C5838BFEA72}"/>
                    </a:ext>
                  </a:extLst>
                </p:cNvPr>
                <p:cNvSpPr/>
                <p:nvPr>
                  <p:custDataLst>
                    <p:tags r:id="rId1"/>
                  </p:custDataLst>
                </p:nvPr>
              </p:nvSpPr>
              <p:spPr bwMode="auto">
                <a:xfrm>
                  <a:off x="1351075" y="3831872"/>
                  <a:ext cx="9540000" cy="1145455"/>
                </a:xfrm>
                <a:prstGeom prst="homePlate">
                  <a:avLst>
                    <a:gd name="adj" fmla="val 30640"/>
                  </a:avLst>
                </a:prstGeom>
                <a:noFill/>
                <a:ln w="9525" cmpd="sng">
                  <a:solidFill>
                    <a:srgbClr val="339933"/>
                  </a:solidFill>
                  <a:prstDash val="solid"/>
                  <a:miter lim="800000"/>
                  <a:headEnd/>
                  <a:tailEnd/>
                </a:ln>
                <a:effectLst/>
              </p:spPr>
              <p:txBody>
                <a:bodyPr lIns="90000" tIns="46800" rIns="90000" bIns="46800" anchor="ctr"/>
                <a:lstStyle/>
                <a:p>
                  <a:pPr indent="3227388">
                    <a:lnSpc>
                      <a:spcPct val="125000"/>
                    </a:lnSpc>
                  </a:pPr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5" name="テキスト ボックス 14">
                  <a:extLst>
                    <a:ext uri="{FF2B5EF4-FFF2-40B4-BE49-F238E27FC236}">
                      <ns2:creationId id="{809405BD-B460-A333-D5D2-CF35F7B07D40}"/>
                    </a:ext>
                  </a:extLst>
                </p:cNvPr>
                <p:cNvSpPr txBox="1"/>
                <p:nvPr/>
              </p:nvSpPr>
              <p:spPr>
                <a:xfrm>
                  <a:off x="1351075" y="3831872"/>
                  <a:ext cx="1440000" cy="1145455"/>
                </a:xfrm>
                <a:prstGeom prst="rect">
                  <a:avLst/>
                </a:prstGeom>
                <a:solidFill>
                  <a:srgbClr val="008000">
                    <a:alpha val="80000"/>
                  </a:srgbClr>
                </a:solidFill>
                <a:ln>
                  <a:solidFill>
                    <a:srgbClr val="339933"/>
                  </a:solidFill>
                </a:ln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 algn="ctr">
                    <a:spcAft>
                      <a:spcPts val="400"/>
                    </a:spcAft>
                  </a:pP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AU" altLang="ja-JP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400"/>
                    </a:spcAft>
                  </a:pPr>
                  <a:r>
                    <a:rPr lang="en-AU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～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" name="楕円 18">
                  <a:extLst>
                    <a:ext uri="{FF2B5EF4-FFF2-40B4-BE49-F238E27FC236}">
                      <ns2:creationId id="{E31CFA1C-4B60-2A24-186F-B7B157F6AA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30882" y="3936598"/>
                  <a:ext cx="936000" cy="936000"/>
                </a:xfrm>
                <a:prstGeom prst="ellipse">
                  <a:avLst/>
                </a:prstGeom>
                <a:solidFill>
                  <a:srgbClr val="008000">
                    <a:alpha val="2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6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AU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テキスト ボックス 25">
                  <a:extLst>
                    <a:ext uri="{FF2B5EF4-FFF2-40B4-BE49-F238E27FC236}">
                      <ns2:creationId id="{E52B1125-BC9B-6619-BA07-9B859474128F}"/>
                    </a:ext>
                  </a:extLst>
                </p:cNvPr>
                <p:cNvSpPr txBox="1"/>
                <p:nvPr/>
              </p:nvSpPr>
              <p:spPr>
                <a:xfrm>
                  <a:off x="4059428" y="3931271"/>
                  <a:ext cx="1910268" cy="946657"/>
                </a:xfrm>
                <a:prstGeom prst="rect">
                  <a:avLst/>
                </a:prstGeom>
                <a:noFill/>
              </p:spPr>
              <p:txBody>
                <a:bodyPr wrap="square" lIns="36000" tIns="0" rIns="36000" bIns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ja-JP" altLang="en-US" b="1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41" name="グループ化 40">
                  <a:extLst>
                    <a:ext uri="{FF2B5EF4-FFF2-40B4-BE49-F238E27FC236}">
                      <ns2:creationId id="{E7702B3A-BD24-719B-0CAD-A2F73FD7A255}"/>
                    </a:ext>
                  </a:extLst>
                </p:cNvPr>
                <p:cNvGrpSpPr/>
                <p:nvPr/>
              </p:nvGrpSpPr>
              <p:grpSpPr>
                <a:xfrm>
                  <a:off x="5984936" y="4207583"/>
                  <a:ext cx="4516247" cy="720000"/>
                  <a:chOff x="6109183" y="4207583"/>
                  <a:chExt cx="4392000" cy="720000"/>
                </a:xfrm>
              </p:grpSpPr>
              <p:sp>
                <p:nvSpPr>
                  <p:cNvPr id="29" name="四角形: 角を丸くする 28">
                    <a:extLst>
                      <a:ext uri="{FF2B5EF4-FFF2-40B4-BE49-F238E27FC236}">
                        <ns2:creationId id="{57E7515B-36AE-2F0D-17C1-130F6C5DBEDA}"/>
                      </a:ext>
                    </a:extLst>
                  </p:cNvPr>
                  <p:cNvSpPr/>
                  <p:nvPr/>
                </p:nvSpPr>
                <p:spPr>
                  <a:xfrm>
                    <a:off x="6109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AU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0" name="四角形: 角を丸くする 29">
                    <a:extLst>
                      <a:ext uri="{FF2B5EF4-FFF2-40B4-BE49-F238E27FC236}">
                        <ns2:creationId id="{C6AE102A-8DE1-23BE-69EC-031726C98B03}"/>
                      </a:ext>
                    </a:extLst>
                  </p:cNvPr>
                  <p:cNvSpPr/>
                  <p:nvPr/>
                </p:nvSpPr>
                <p:spPr>
                  <a:xfrm>
                    <a:off x="7603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31" name="四角形: 角を丸くする 30">
                    <a:extLst>
                      <a:ext uri="{FF2B5EF4-FFF2-40B4-BE49-F238E27FC236}">
                        <ns2:creationId id="{4D5ABE14-B5A1-2D0D-968A-22E000E6546D}"/>
                      </a:ext>
                    </a:extLst>
                  </p:cNvPr>
                  <p:cNvSpPr/>
                  <p:nvPr/>
                </p:nvSpPr>
                <p:spPr>
                  <a:xfrm>
                    <a:off x="9097183" y="4207583"/>
                    <a:ext cx="1404000" cy="720000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008000">
                      <a:alpha val="1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AU" sz="14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39" name="グループ化 38">
                  <a:extLst>
                    <a:ext uri="{FF2B5EF4-FFF2-40B4-BE49-F238E27FC236}">
                      <ns2:creationId id="{F252B30B-6E66-CEAF-C69C-4B8EB5C4314A}"/>
                    </a:ext>
                  </a:extLst>
                </p:cNvPr>
                <p:cNvGrpSpPr/>
                <p:nvPr/>
              </p:nvGrpSpPr>
              <p:grpSpPr>
                <a:xfrm>
                  <a:off x="5984936" y="3940647"/>
                  <a:ext cx="4516246" cy="216000"/>
                  <a:chOff x="6109185" y="3788247"/>
                  <a:chExt cx="4392000" cy="216000"/>
                </a:xfrm>
              </p:grpSpPr>
              <p:cxnSp>
                <p:nvCxnSpPr>
                  <p:cNvPr id="45" name="直線矢印コネクタ 44">
                    <a:extLst>
                      <a:ext uri="{FF2B5EF4-FFF2-40B4-BE49-F238E27FC236}">
                        <ns2:creationId id="{641120A1-FA7B-C07F-D79C-1C8781C694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8305185" y="1700249"/>
                    <a:ext cx="0" cy="4392000"/>
                  </a:xfrm>
                  <a:prstGeom prst="straightConnector1">
                    <a:avLst/>
                  </a:prstGeom>
                  <a:ln w="9525">
                    <a:solidFill>
                      <a:schemeClr val="tx1"/>
                    </a:solidFill>
                    <a:headEnd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" name="テキスト ボックス 27">
                    <a:extLst>
                      <a:ext uri="{FF2B5EF4-FFF2-40B4-BE49-F238E27FC236}">
                        <ns2:creationId id="{101EA7B0-DE52-E15D-ED2C-7708E29D0702}"/>
                      </a:ext>
                    </a:extLst>
                  </p:cNvPr>
                  <p:cNvSpPr txBox="1"/>
                  <p:nvPr/>
                </p:nvSpPr>
                <p:spPr>
                  <a:xfrm>
                    <a:off x="7405183" y="3788247"/>
                    <a:ext cx="1800000" cy="216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lIns="36000" tIns="0" rIns="36000" bIns="0" anchor="ctr" anchorCtr="0">
                    <a:no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en-AU" altLang="ja-JP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3</a:t>
                    </a:r>
                    <a:r>
                      <a:rPr lang="ja-JP" altLang="en-US" sz="1400" b="1" dirty="0"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</p:grpSp>
            <p:pic>
              <p:nvPicPr>
                <p:cNvPr id="23" name="グラフィックス 22" descr="棒グラフ (上昇) 単色塗りつぶし">
                  <a:extLst>
                    <a:ext uri="{FF2B5EF4-FFF2-40B4-BE49-F238E27FC236}">
                      <ns2:creationId id="{38E883F3-1035-4359-CEFD-D6C3AD6BA8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92799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5" name="グラフィックス 34" descr="ドキュメント 単色塗りつぶし">
                  <a:extLst>
                    <a:ext uri="{FF2B5EF4-FFF2-40B4-BE49-F238E27FC236}">
                      <ns2:creationId id="{B1F94C11-338B-BB77-6D31-B9FE17A120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98797" y="4608820"/>
                  <a:ext cx="270645" cy="270645"/>
                </a:xfrm>
                <a:prstGeom prst="rect">
                  <a:avLst/>
                </a:prstGeom>
              </p:spPr>
            </p:pic>
            <p:pic>
              <p:nvPicPr>
                <p:cNvPr id="37" name="グラフィックス 36" descr="筋骨たくましい腕 単色塗りつぶし">
                  <a:extLst>
                    <a:ext uri="{FF2B5EF4-FFF2-40B4-BE49-F238E27FC236}">
                      <ns2:creationId id="{F1BED1C2-4BD0-8526-8A99-DC4E07A490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86796" y="4608820"/>
                  <a:ext cx="270645" cy="270645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1510336430"/>
      </p:ext>
    </p:extLst>
  </p:cSld>
  <p:clrMapOvr>
    <a:masterClrMapping/>
  </p:clrMapOvr>
</p:sld>
</file>

<file path=ppt/slides/slide23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46F7D6D-CA8F-5297-8928-3224A0C85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0214B9C-65BE-3364-6E66-06DF6C4F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79F527B-301C-7CFC-D2AC-E713451FA7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 dirty="0"/>
              <a:t>XX</a:t>
            </a:r>
            <a:r>
              <a:rPr kumimoji="1" lang="en-US" altLang="ja-JP" sz="1800" dirty="0"/>
              <a:t>XX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356" name="グループ化 355">
            <a:extLst>
              <a:ext uri="{FF2B5EF4-FFF2-40B4-BE49-F238E27FC236}">
                <ns2:creationId id="{4959E017-5FB6-4124-304B-85835E74DFC2}"/>
              </a:ext>
            </a:extLst>
          </p:cNvPr>
          <p:cNvGrpSpPr/>
          <p:nvPr/>
        </p:nvGrpSpPr>
        <p:grpSpPr>
          <a:xfrm>
            <a:off x="6322767" y="1628775"/>
            <a:ext cx="5540113" cy="4683202"/>
            <a:chOff x="6322767" y="1628775"/>
            <a:chExt cx="5540113" cy="4683202"/>
          </a:xfrm>
        </p:grpSpPr>
        <p:sp>
          <p:nvSpPr>
            <p:cNvPr id="274" name="正方形/長方形 273">
              <a:extLst>
                <a:ext uri="{FF2B5EF4-FFF2-40B4-BE49-F238E27FC236}">
                  <ns2:creationId id="{847ECF0C-67A9-0C2D-8697-BF635DB0572E}"/>
                </a:ext>
              </a:extLst>
            </p:cNvPr>
            <p:cNvSpPr/>
            <p:nvPr/>
          </p:nvSpPr>
          <p:spPr>
            <a:xfrm>
              <a:off x="7618513" y="1639446"/>
              <a:ext cx="1533132" cy="385967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75" name="コネクタ: カギ線 274">
              <a:extLst>
                <a:ext uri="{FF2B5EF4-FFF2-40B4-BE49-F238E27FC236}">
                  <ns2:creationId id="{15FEB17D-F4CF-7422-7B10-3F8FC9F89C87}"/>
                </a:ext>
              </a:extLst>
            </p:cNvPr>
            <p:cNvCxnSpPr>
              <a:cxnSpLocks/>
              <a:stCxn id="274" idx="2"/>
              <a:endCxn id="304" idx="0"/>
            </p:cNvCxnSpPr>
            <p:nvPr/>
          </p:nvCxnSpPr>
          <p:spPr>
            <a:xfrm rot="16200000" flipH="1">
              <a:off x="8557129" y="1853363"/>
              <a:ext cx="884143" cy="12282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コネクタ: カギ線 275">
              <a:extLst>
                <a:ext uri="{FF2B5EF4-FFF2-40B4-BE49-F238E27FC236}">
                  <ns2:creationId id="{A4298CCB-9FC6-F532-D204-10C08E8F554B}"/>
                </a:ext>
              </a:extLst>
            </p:cNvPr>
            <p:cNvCxnSpPr>
              <a:cxnSpLocks/>
              <a:stCxn id="274" idx="2"/>
              <a:endCxn id="303" idx="0"/>
            </p:cNvCxnSpPr>
            <p:nvPr/>
          </p:nvCxnSpPr>
          <p:spPr>
            <a:xfrm rot="5400000">
              <a:off x="7241345" y="1765821"/>
              <a:ext cx="884143" cy="14033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Arrow: Down 125">
              <a:extLst>
                <a:ext uri="{FF2B5EF4-FFF2-40B4-BE49-F238E27FC236}">
                  <ns2:creationId id="{1E2E22C0-5FA5-2558-5ED9-F591EA127798}"/>
                </a:ext>
              </a:extLst>
            </p:cNvPr>
            <p:cNvSpPr/>
            <p:nvPr/>
          </p:nvSpPr>
          <p:spPr>
            <a:xfrm>
              <a:off x="11674000" y="1628775"/>
              <a:ext cx="188880" cy="3657224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9" name="Arrow: Down 126">
              <a:extLst>
                <a:ext uri="{FF2B5EF4-FFF2-40B4-BE49-F238E27FC236}">
                  <ns2:creationId id="{C9B3CA9C-A71A-4040-1A40-37AB897B53C1}"/>
                </a:ext>
              </a:extLst>
            </p:cNvPr>
            <p:cNvSpPr/>
            <p:nvPr/>
          </p:nvSpPr>
          <p:spPr>
            <a:xfrm>
              <a:off x="10229443" y="2909556"/>
              <a:ext cx="188880" cy="2376442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82" name="Graphic 144" descr="Plug with solid fill">
              <a:extLst>
                <a:ext uri="{FF2B5EF4-FFF2-40B4-BE49-F238E27FC236}">
                  <ns2:creationId id="{D4BBBBC6-85A9-C5E3-8798-E6141E6407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742338" y="1652429"/>
              <a:ext cx="360000" cy="360000"/>
            </a:xfrm>
            <a:prstGeom prst="rect">
              <a:avLst/>
            </a:prstGeom>
          </p:spPr>
        </p:pic>
        <p:cxnSp>
          <p:nvCxnSpPr>
            <p:cNvPr id="283" name="直線コネクタ 39">
              <a:extLst>
                <a:ext uri="{FF2B5EF4-FFF2-40B4-BE49-F238E27FC236}">
                  <ns2:creationId id="{60BEE641-5D9C-162E-4E18-E3A04A1D726C}"/>
                </a:ext>
              </a:extLst>
            </p:cNvPr>
            <p:cNvCxnSpPr>
              <a:cxnSpLocks/>
            </p:cNvCxnSpPr>
            <p:nvPr/>
          </p:nvCxnSpPr>
          <p:spPr>
            <a:xfrm>
              <a:off x="8385079" y="2355889"/>
              <a:ext cx="2154049" cy="109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4" name="正方形/長方形 30">
              <a:extLst>
                <a:ext uri="{FF2B5EF4-FFF2-40B4-BE49-F238E27FC236}">
                  <ns2:creationId id="{31F3550B-3318-324A-12F4-4BC450631E1A}"/>
                </a:ext>
              </a:extLst>
            </p:cNvPr>
            <p:cNvSpPr/>
            <p:nvPr/>
          </p:nvSpPr>
          <p:spPr>
            <a:xfrm>
              <a:off x="10539780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5" name="正方形/長方形 31">
              <a:extLst>
                <a:ext uri="{FF2B5EF4-FFF2-40B4-BE49-F238E27FC236}">
                  <ns2:creationId id="{4B72507D-9B99-3470-3B20-0FC2B18C23F0}"/>
                </a:ext>
              </a:extLst>
            </p:cNvPr>
            <p:cNvSpPr/>
            <p:nvPr/>
          </p:nvSpPr>
          <p:spPr>
            <a:xfrm>
              <a:off x="10890656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32">
              <a:extLst>
                <a:ext uri="{FF2B5EF4-FFF2-40B4-BE49-F238E27FC236}">
                  <ns2:creationId id="{586B541C-FFDA-8A2A-3138-18E2E4C23E54}"/>
                </a:ext>
              </a:extLst>
            </p:cNvPr>
            <p:cNvSpPr/>
            <p:nvPr/>
          </p:nvSpPr>
          <p:spPr>
            <a:xfrm>
              <a:off x="11241532" y="2935476"/>
              <a:ext cx="265345" cy="1156722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spc="-1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 spc="-15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87" name="グループ化 286">
              <a:extLst>
                <a:ext uri="{FF2B5EF4-FFF2-40B4-BE49-F238E27FC236}">
                  <ns2:creationId id="{9E7836BF-ABD1-EA03-9FA8-1B0A922123D5}"/>
                </a:ext>
              </a:extLst>
            </p:cNvPr>
            <p:cNvGrpSpPr/>
            <p:nvPr/>
          </p:nvGrpSpPr>
          <p:grpSpPr>
            <a:xfrm>
              <a:off x="6322767" y="4114716"/>
              <a:ext cx="3774102" cy="1098915"/>
              <a:chOff x="6322767" y="3882002"/>
              <a:chExt cx="3774102" cy="1284357"/>
            </a:xfrm>
          </p:grpSpPr>
          <p:sp>
            <p:nvSpPr>
              <p:cNvPr id="328" name="正方形/長方形 33">
                <a:extLst>
                  <a:ext uri="{FF2B5EF4-FFF2-40B4-BE49-F238E27FC236}">
                    <ns2:creationId id="{09B1D7BF-3EDB-51DA-77C0-56D5F5B426DB}"/>
                  </a:ext>
                </a:extLst>
              </p:cNvPr>
              <p:cNvSpPr/>
              <p:nvPr/>
            </p:nvSpPr>
            <p:spPr>
              <a:xfrm>
                <a:off x="632276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9" name="正方形/長方形 34">
                <a:extLst>
                  <a:ext uri="{FF2B5EF4-FFF2-40B4-BE49-F238E27FC236}">
                    <ns2:creationId id="{0E6C16B6-1122-F545-891F-F6D9AF6A5F4E}"/>
                  </a:ext>
                </a:extLst>
              </p:cNvPr>
              <p:cNvSpPr/>
              <p:nvPr/>
            </p:nvSpPr>
            <p:spPr>
              <a:xfrm>
                <a:off x="667364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0" name="正方形/長方形 35">
                <a:extLst>
                  <a:ext uri="{FF2B5EF4-FFF2-40B4-BE49-F238E27FC236}">
                    <ns2:creationId id="{EAC6165D-F4A2-F2BB-47CD-06B26F2B528F}"/>
                  </a:ext>
                </a:extLst>
              </p:cNvPr>
              <p:cNvSpPr/>
              <p:nvPr/>
            </p:nvSpPr>
            <p:spPr>
              <a:xfrm>
                <a:off x="702451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1" name="正方形/長方形 36">
                <a:extLst>
                  <a:ext uri="{FF2B5EF4-FFF2-40B4-BE49-F238E27FC236}">
                    <ns2:creationId id="{5762BA60-03C8-F7A5-E37A-A1FAD1FB5F00}"/>
                  </a:ext>
                </a:extLst>
              </p:cNvPr>
              <p:cNvSpPr/>
              <p:nvPr/>
            </p:nvSpPr>
            <p:spPr>
              <a:xfrm>
                <a:off x="7375395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2" name="正方形/長方形 57">
                <a:extLst>
                  <a:ext uri="{FF2B5EF4-FFF2-40B4-BE49-F238E27FC236}">
                    <ns2:creationId id="{885047D5-BC0A-CA57-F14D-8240FADF662E}"/>
                  </a:ext>
                </a:extLst>
              </p:cNvPr>
              <p:cNvSpPr/>
              <p:nvPr/>
            </p:nvSpPr>
            <p:spPr>
              <a:xfrm>
                <a:off x="7726271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3" name="正方形/長方形 58">
                <a:extLst>
                  <a:ext uri="{FF2B5EF4-FFF2-40B4-BE49-F238E27FC236}">
                    <ns2:creationId id="{A67C230F-7C50-0755-381A-4898B0D56E5A}"/>
                  </a:ext>
                </a:extLst>
              </p:cNvPr>
              <p:cNvSpPr/>
              <p:nvPr/>
            </p:nvSpPr>
            <p:spPr>
              <a:xfrm>
                <a:off x="8077147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4" name="正方形/長方形 59">
                <a:extLst>
                  <a:ext uri="{FF2B5EF4-FFF2-40B4-BE49-F238E27FC236}">
                    <ns2:creationId id="{6CD344E7-4503-D427-A5DD-527E740AA6EC}"/>
                  </a:ext>
                </a:extLst>
              </p:cNvPr>
              <p:cNvSpPr/>
              <p:nvPr/>
            </p:nvSpPr>
            <p:spPr>
              <a:xfrm>
                <a:off x="8428023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5" name="正方形/長方形 60">
                <a:extLst>
                  <a:ext uri="{FF2B5EF4-FFF2-40B4-BE49-F238E27FC236}">
                    <ns2:creationId id="{F5CEB912-F377-40BB-B00D-7F28F4F87526}"/>
                  </a:ext>
                </a:extLst>
              </p:cNvPr>
              <p:cNvSpPr/>
              <p:nvPr/>
            </p:nvSpPr>
            <p:spPr>
              <a:xfrm>
                <a:off x="8778899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6" name="正方形/長方形 54">
                <a:extLst>
                  <a:ext uri="{FF2B5EF4-FFF2-40B4-BE49-F238E27FC236}">
                    <ns2:creationId id="{A2D90510-0F5A-FF2F-E112-454FEA29654A}"/>
                  </a:ext>
                </a:extLst>
              </p:cNvPr>
              <p:cNvSpPr/>
              <p:nvPr/>
            </p:nvSpPr>
            <p:spPr>
              <a:xfrm>
                <a:off x="9129772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7" name="正方形/長方形 55">
                <a:extLst>
                  <a:ext uri="{FF2B5EF4-FFF2-40B4-BE49-F238E27FC236}">
                    <ns2:creationId id="{B5E541DD-7BE8-439E-76F2-1B4145A153DE}"/>
                  </a:ext>
                </a:extLst>
              </p:cNvPr>
              <p:cNvSpPr/>
              <p:nvPr/>
            </p:nvSpPr>
            <p:spPr>
              <a:xfrm>
                <a:off x="9480648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8" name="正方形/長方形 56">
                <a:extLst>
                  <a:ext uri="{FF2B5EF4-FFF2-40B4-BE49-F238E27FC236}">
                    <ns2:creationId id="{A9515152-3D9A-49BF-F359-6285ADD0B83D}"/>
                  </a:ext>
                </a:extLst>
              </p:cNvPr>
              <p:cNvSpPr/>
              <p:nvPr/>
            </p:nvSpPr>
            <p:spPr>
              <a:xfrm>
                <a:off x="9831524" y="3882002"/>
                <a:ext cx="265345" cy="1284357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wordArtVertRtl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700" spc="-1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spc="-1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288" name="コネクタ: カギ線 40">
              <a:extLst>
                <a:ext uri="{FF2B5EF4-FFF2-40B4-BE49-F238E27FC236}">
                  <ns2:creationId id="{FA44BDE1-5B06-F3FE-5AA2-B4196EE4A7C9}"/>
                </a:ext>
              </a:extLst>
            </p:cNvPr>
            <p:cNvCxnSpPr>
              <a:cxnSpLocks/>
              <a:stCxn id="305" idx="2"/>
              <a:endCxn id="286" idx="0"/>
            </p:cNvCxnSpPr>
            <p:nvPr/>
          </p:nvCxnSpPr>
          <p:spPr>
            <a:xfrm rot="16200000" flipH="1">
              <a:off x="11085918" y="2647188"/>
              <a:ext cx="225697" cy="3508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コネクタ: カギ線 41">
              <a:extLst>
                <a:ext uri="{FF2B5EF4-FFF2-40B4-BE49-F238E27FC236}">
                  <ns2:creationId id="{973B5552-8977-E6FB-9225-66497CDB47CB}"/>
                </a:ext>
              </a:extLst>
            </p:cNvPr>
            <p:cNvCxnSpPr>
              <a:cxnSpLocks/>
              <a:stCxn id="305" idx="2"/>
              <a:endCxn id="285" idx="0"/>
            </p:cNvCxnSpPr>
            <p:nvPr/>
          </p:nvCxnSpPr>
          <p:spPr>
            <a:xfrm rot="16200000" flipH="1">
              <a:off x="10910480" y="2822626"/>
              <a:ext cx="225697" cy="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コネクタ: カギ線 42">
              <a:extLst>
                <a:ext uri="{FF2B5EF4-FFF2-40B4-BE49-F238E27FC236}">
                  <ns2:creationId id="{CE4D7001-CBF4-D4DD-D321-8DBE67A7507A}"/>
                </a:ext>
              </a:extLst>
            </p:cNvPr>
            <p:cNvCxnSpPr>
              <a:cxnSpLocks/>
              <a:stCxn id="305" idx="2"/>
              <a:endCxn id="284" idx="0"/>
            </p:cNvCxnSpPr>
            <p:nvPr/>
          </p:nvCxnSpPr>
          <p:spPr>
            <a:xfrm rot="5400000">
              <a:off x="10735043" y="2647190"/>
              <a:ext cx="225697" cy="35087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コネクタ: カギ線 43">
              <a:extLst>
                <a:ext uri="{FF2B5EF4-FFF2-40B4-BE49-F238E27FC236}">
                  <ns2:creationId id="{A3EF3C88-EE68-44A3-4D9B-3990221C9EA3}"/>
                </a:ext>
              </a:extLst>
            </p:cNvPr>
            <p:cNvCxnSpPr>
              <a:cxnSpLocks/>
              <a:stCxn id="304" idx="2"/>
              <a:endCxn id="338" idx="0"/>
            </p:cNvCxnSpPr>
            <p:nvPr/>
          </p:nvCxnSpPr>
          <p:spPr>
            <a:xfrm rot="16200000" flipH="1">
              <a:off x="9538979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コネクタ: カギ線 45">
              <a:extLst>
                <a:ext uri="{FF2B5EF4-FFF2-40B4-BE49-F238E27FC236}">
                  <ns2:creationId id="{1D444A40-EA85-7A28-5B68-B622A5AB9D5D}"/>
                </a:ext>
              </a:extLst>
            </p:cNvPr>
            <p:cNvCxnSpPr>
              <a:cxnSpLocks/>
              <a:stCxn id="304" idx="2"/>
              <a:endCxn id="336" idx="0"/>
            </p:cNvCxnSpPr>
            <p:nvPr/>
          </p:nvCxnSpPr>
          <p:spPr>
            <a:xfrm rot="5400000">
              <a:off x="9188103" y="3689498"/>
              <a:ext cx="499560" cy="35087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コネクタ: カギ線 46">
              <a:extLst>
                <a:ext uri="{FF2B5EF4-FFF2-40B4-BE49-F238E27FC236}">
                  <ns2:creationId id="{6F8557C0-4CA8-E88D-7F04-4B120E63AFAB}"/>
                </a:ext>
              </a:extLst>
            </p:cNvPr>
            <p:cNvCxnSpPr>
              <a:cxnSpLocks/>
              <a:stCxn id="302" idx="2"/>
              <a:endCxn id="335" idx="0"/>
            </p:cNvCxnSpPr>
            <p:nvPr/>
          </p:nvCxnSpPr>
          <p:spPr>
            <a:xfrm rot="16200000" flipH="1">
              <a:off x="8398634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コネクタ: カギ線 47">
              <a:extLst>
                <a:ext uri="{FF2B5EF4-FFF2-40B4-BE49-F238E27FC236}">
                  <ns2:creationId id="{41F963C0-FEB7-FFB1-31B1-DBF62E86C4D7}"/>
                </a:ext>
              </a:extLst>
            </p:cNvPr>
            <p:cNvCxnSpPr>
              <a:cxnSpLocks/>
              <a:endCxn id="334" idx="0"/>
            </p:cNvCxnSpPr>
            <p:nvPr/>
          </p:nvCxnSpPr>
          <p:spPr>
            <a:xfrm rot="16200000" flipH="1">
              <a:off x="8223195" y="3777215"/>
              <a:ext cx="499562" cy="17544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コネクタ: カギ線 48">
              <a:extLst>
                <a:ext uri="{FF2B5EF4-FFF2-40B4-BE49-F238E27FC236}">
                  <ns2:creationId id="{C1E1A09C-6166-2F46-38B6-A8CECFBBB7BF}"/>
                </a:ext>
              </a:extLst>
            </p:cNvPr>
            <p:cNvCxnSpPr>
              <a:cxnSpLocks/>
              <a:endCxn id="333" idx="0"/>
            </p:cNvCxnSpPr>
            <p:nvPr/>
          </p:nvCxnSpPr>
          <p:spPr>
            <a:xfrm rot="5400000">
              <a:off x="8047762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コネクタ: カギ線 49">
              <a:extLst>
                <a:ext uri="{FF2B5EF4-FFF2-40B4-BE49-F238E27FC236}">
                  <ns2:creationId id="{D2F15F58-7E9E-2099-4D7F-94C4C3063D10}"/>
                </a:ext>
              </a:extLst>
            </p:cNvPr>
            <p:cNvCxnSpPr>
              <a:cxnSpLocks/>
              <a:stCxn id="302" idx="2"/>
              <a:endCxn id="332" idx="0"/>
            </p:cNvCxnSpPr>
            <p:nvPr/>
          </p:nvCxnSpPr>
          <p:spPr>
            <a:xfrm rot="5400000">
              <a:off x="7872321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コネクタ: カギ線 50">
              <a:extLst>
                <a:ext uri="{FF2B5EF4-FFF2-40B4-BE49-F238E27FC236}">
                  <ns2:creationId id="{23A5A9EC-F84B-837E-CF66-38E2366459AB}"/>
                </a:ext>
              </a:extLst>
            </p:cNvPr>
            <p:cNvCxnSpPr>
              <a:cxnSpLocks/>
              <a:stCxn id="303" idx="2"/>
              <a:endCxn id="331" idx="0"/>
            </p:cNvCxnSpPr>
            <p:nvPr/>
          </p:nvCxnSpPr>
          <p:spPr>
            <a:xfrm rot="16200000" flipH="1">
              <a:off x="6995130" y="3601778"/>
              <a:ext cx="499560" cy="52631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コネクタ: カギ線 51">
              <a:extLst>
                <a:ext uri="{FF2B5EF4-FFF2-40B4-BE49-F238E27FC236}">
                  <ns2:creationId id="{179B118A-8336-1122-7385-07C8E6933AF2}"/>
                </a:ext>
              </a:extLst>
            </p:cNvPr>
            <p:cNvCxnSpPr>
              <a:cxnSpLocks/>
              <a:endCxn id="330" idx="0"/>
            </p:cNvCxnSpPr>
            <p:nvPr/>
          </p:nvCxnSpPr>
          <p:spPr>
            <a:xfrm rot="16200000" flipH="1">
              <a:off x="6819691" y="3777215"/>
              <a:ext cx="499562" cy="17544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コネクタ: カギ線 52">
              <a:extLst>
                <a:ext uri="{FF2B5EF4-FFF2-40B4-BE49-F238E27FC236}">
                  <ns2:creationId id="{80A55CF5-F32A-22D9-D3E2-FAC2ECB55F43}"/>
                </a:ext>
              </a:extLst>
            </p:cNvPr>
            <p:cNvCxnSpPr>
              <a:cxnSpLocks/>
              <a:endCxn id="329" idx="0"/>
            </p:cNvCxnSpPr>
            <p:nvPr/>
          </p:nvCxnSpPr>
          <p:spPr>
            <a:xfrm rot="5400000">
              <a:off x="6644258" y="3777215"/>
              <a:ext cx="499560" cy="17544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コネクタ: カギ線 53">
              <a:extLst>
                <a:ext uri="{FF2B5EF4-FFF2-40B4-BE49-F238E27FC236}">
                  <ns2:creationId id="{E33CA3E3-017C-9073-EDD8-4639F6521D8B}"/>
                </a:ext>
              </a:extLst>
            </p:cNvPr>
            <p:cNvCxnSpPr>
              <a:cxnSpLocks/>
              <a:stCxn id="303" idx="2"/>
              <a:endCxn id="328" idx="0"/>
            </p:cNvCxnSpPr>
            <p:nvPr/>
          </p:nvCxnSpPr>
          <p:spPr>
            <a:xfrm rot="5400000">
              <a:off x="6468817" y="3601780"/>
              <a:ext cx="499560" cy="526313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20">
              <a:extLst>
                <a:ext uri="{FF2B5EF4-FFF2-40B4-BE49-F238E27FC236}">
                  <ns2:creationId id="{D654D0EC-992B-06BF-91BB-E58E631FE115}"/>
                </a:ext>
              </a:extLst>
            </p:cNvPr>
            <p:cNvCxnSpPr>
              <a:cxnSpLocks/>
              <a:endCxn id="337" idx="0"/>
            </p:cNvCxnSpPr>
            <p:nvPr/>
          </p:nvCxnSpPr>
          <p:spPr>
            <a:xfrm>
              <a:off x="9613321" y="3615156"/>
              <a:ext cx="0" cy="49956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正方形/長方形 23">
              <a:extLst>
                <a:ext uri="{FF2B5EF4-FFF2-40B4-BE49-F238E27FC236}">
                  <ns2:creationId id="{1C9F72D7-E171-1169-407A-8F682E12073E}"/>
                </a:ext>
              </a:extLst>
            </p:cNvPr>
            <p:cNvSpPr/>
            <p:nvPr/>
          </p:nvSpPr>
          <p:spPr>
            <a:xfrm>
              <a:off x="7901057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303" name="正方形/長方形 24">
              <a:extLst>
                <a:ext uri="{FF2B5EF4-FFF2-40B4-BE49-F238E27FC236}">
                  <ns2:creationId id="{D22D8D2D-CA3A-7F75-9182-25D5D98A62C4}"/>
                </a:ext>
              </a:extLst>
            </p:cNvPr>
            <p:cNvSpPr/>
            <p:nvPr/>
          </p:nvSpPr>
          <p:spPr>
            <a:xfrm>
              <a:off x="6497553" y="2909556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4" name="正方形/長方形 25">
              <a:extLst>
                <a:ext uri="{FF2B5EF4-FFF2-40B4-BE49-F238E27FC236}">
                  <ns2:creationId id="{0CC47651-7270-E488-C4A5-1894FD201A45}"/>
                </a:ext>
              </a:extLst>
            </p:cNvPr>
            <p:cNvSpPr/>
            <p:nvPr/>
          </p:nvSpPr>
          <p:spPr>
            <a:xfrm>
              <a:off x="9129769" y="2909556"/>
              <a:ext cx="967103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5" name="正方形/長方形 29">
              <a:extLst>
                <a:ext uri="{FF2B5EF4-FFF2-40B4-BE49-F238E27FC236}">
                  <ns2:creationId id="{DDF1A84D-6325-170B-8834-8B2E985192C3}"/>
                </a:ext>
              </a:extLst>
            </p:cNvPr>
            <p:cNvSpPr/>
            <p:nvPr/>
          </p:nvSpPr>
          <p:spPr>
            <a:xfrm>
              <a:off x="10539128" y="2004179"/>
              <a:ext cx="968400" cy="7056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06" name="Graphic 226" descr="Playbook with solid fill">
              <a:extLst>
                <a:ext uri="{FF2B5EF4-FFF2-40B4-BE49-F238E27FC236}">
                  <ns2:creationId id="{8DE84502-21B8-096F-B985-7731BD37BD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0861328" y="2031889"/>
              <a:ext cx="324000" cy="324000"/>
            </a:xfrm>
            <a:prstGeom prst="rect">
              <a:avLst/>
            </a:prstGeom>
          </p:spPr>
        </p:pic>
        <p:pic>
          <p:nvPicPr>
            <p:cNvPr id="307" name="Graphic 227" descr="Cloud Computing with solid fill">
              <a:extLst>
                <a:ext uri="{FF2B5EF4-FFF2-40B4-BE49-F238E27FC236}">
                  <ns2:creationId id="{99FA9594-362F-6064-B726-FDA28F71FE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819753" y="2937266"/>
              <a:ext cx="324000" cy="324000"/>
            </a:xfrm>
            <a:prstGeom prst="rect">
              <a:avLst/>
            </a:prstGeom>
          </p:spPr>
        </p:pic>
        <p:pic>
          <p:nvPicPr>
            <p:cNvPr id="308" name="Graphic 228" descr="Cmd Terminal with solid fill">
              <a:extLst>
                <a:ext uri="{FF2B5EF4-FFF2-40B4-BE49-F238E27FC236}">
                  <ns2:creationId id="{2F70DBF5-97D4-75E8-D6EE-2BAB5431A6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223257" y="2937266"/>
              <a:ext cx="324000" cy="324000"/>
            </a:xfrm>
            <a:prstGeom prst="rect">
              <a:avLst/>
            </a:prstGeom>
          </p:spPr>
        </p:pic>
        <p:pic>
          <p:nvPicPr>
            <p:cNvPr id="309" name="Graphic 229" descr="Online meeting with solid fill">
              <a:extLst>
                <a:ext uri="{FF2B5EF4-FFF2-40B4-BE49-F238E27FC236}">
                  <ns2:creationId id="{323C4044-86F1-683D-259E-FC60722213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9451320" y="2937266"/>
              <a:ext cx="324000" cy="324000"/>
            </a:xfrm>
            <a:prstGeom prst="rect">
              <a:avLst/>
            </a:prstGeom>
          </p:spPr>
        </p:pic>
        <p:sp>
          <p:nvSpPr>
            <p:cNvPr id="310" name="Arrow: Pentagon 70">
              <a:extLst>
                <a:ext uri="{FF2B5EF4-FFF2-40B4-BE49-F238E27FC236}">
                  <ns2:creationId id="{159BA534-5088-636F-75F2-330175D8D946}"/>
                </a:ext>
              </a:extLst>
            </p:cNvPr>
            <p:cNvSpPr/>
            <p:nvPr/>
          </p:nvSpPr>
          <p:spPr>
            <a:xfrm>
              <a:off x="632276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prstClr val="black"/>
                </a:solidFill>
                <a:latin typeface="+mn-ea"/>
              </a:endParaRPr>
            </a:p>
          </p:txBody>
        </p:sp>
        <p:grpSp>
          <p:nvGrpSpPr>
            <p:cNvPr id="311" name="グループ化 310">
              <a:extLst>
                <a:ext uri="{FF2B5EF4-FFF2-40B4-BE49-F238E27FC236}">
                  <ns2:creationId id="{1E53B51B-84EE-F32C-B9BC-CAFE4DF10064}"/>
                </a:ext>
              </a:extLst>
            </p:cNvPr>
            <p:cNvGrpSpPr/>
            <p:nvPr/>
          </p:nvGrpSpPr>
          <p:grpSpPr>
            <a:xfrm>
              <a:off x="6322767" y="5022378"/>
              <a:ext cx="3769097" cy="185618"/>
              <a:chOff x="6322767" y="4979706"/>
              <a:chExt cx="3769097" cy="185618"/>
            </a:xfrm>
          </p:grpSpPr>
          <p:sp>
            <p:nvSpPr>
              <p:cNvPr id="317" name="正方形/長方形 316">
                <a:extLst>
                  <a:ext uri="{FF2B5EF4-FFF2-40B4-BE49-F238E27FC236}">
                    <ns2:creationId id="{40C80FA4-A015-A56F-FFE3-860A2F0516F6}"/>
                  </a:ext>
                </a:extLst>
              </p:cNvPr>
              <p:cNvSpPr/>
              <p:nvPr/>
            </p:nvSpPr>
            <p:spPr>
              <a:xfrm>
                <a:off x="6322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8" name="正方形/長方形 317">
                <a:extLst>
                  <a:ext uri="{FF2B5EF4-FFF2-40B4-BE49-F238E27FC236}">
                    <ns2:creationId id="{69F5A1C3-C48B-1780-3F8F-18322BDA3B46}"/>
                  </a:ext>
                </a:extLst>
              </p:cNvPr>
              <p:cNvSpPr/>
              <p:nvPr/>
            </p:nvSpPr>
            <p:spPr>
              <a:xfrm>
                <a:off x="6673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9" name="正方形/長方形 318">
                <a:extLst>
                  <a:ext uri="{FF2B5EF4-FFF2-40B4-BE49-F238E27FC236}">
                    <ns2:creationId id="{1980E943-409D-1B00-F05E-9478A7EC5CA3}"/>
                  </a:ext>
                </a:extLst>
              </p:cNvPr>
              <p:cNvSpPr/>
              <p:nvPr/>
            </p:nvSpPr>
            <p:spPr>
              <a:xfrm>
                <a:off x="70235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4305A6C8-584B-F659-33A1-2255433C0110}"/>
                  </a:ext>
                </a:extLst>
              </p:cNvPr>
              <p:cNvSpPr/>
              <p:nvPr/>
            </p:nvSpPr>
            <p:spPr>
              <a:xfrm>
                <a:off x="73738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1DEA5A12-9449-4A1F-ECD4-0C532015BE3E}"/>
                  </a:ext>
                </a:extLst>
              </p:cNvPr>
              <p:cNvSpPr/>
              <p:nvPr/>
            </p:nvSpPr>
            <p:spPr>
              <a:xfrm>
                <a:off x="77242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2" name="正方形/長方形 321">
                <a:extLst>
                  <a:ext uri="{FF2B5EF4-FFF2-40B4-BE49-F238E27FC236}">
                    <ns2:creationId id="{86E6EF4E-9BA2-AD94-BFB3-A155527F5A8E}"/>
                  </a:ext>
                </a:extLst>
              </p:cNvPr>
              <p:cNvSpPr/>
              <p:nvPr/>
            </p:nvSpPr>
            <p:spPr>
              <a:xfrm>
                <a:off x="80746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3" name="正方形/長方形 322">
                <a:extLst>
                  <a:ext uri="{FF2B5EF4-FFF2-40B4-BE49-F238E27FC236}">
                    <ns2:creationId id="{550DC383-DB85-54AA-9BFC-709CDFCFCACA}"/>
                  </a:ext>
                </a:extLst>
              </p:cNvPr>
              <p:cNvSpPr/>
              <p:nvPr/>
            </p:nvSpPr>
            <p:spPr>
              <a:xfrm>
                <a:off x="842501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4" name="正方形/長方形 323">
                <a:extLst>
                  <a:ext uri="{FF2B5EF4-FFF2-40B4-BE49-F238E27FC236}">
                    <ns2:creationId id="{E6A3EE00-CC7A-BE06-4634-949F155796C4}"/>
                  </a:ext>
                </a:extLst>
              </p:cNvPr>
              <p:cNvSpPr/>
              <p:nvPr/>
            </p:nvSpPr>
            <p:spPr>
              <a:xfrm>
                <a:off x="877539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5" name="正方形/長方形 324">
                <a:extLst>
                  <a:ext uri="{FF2B5EF4-FFF2-40B4-BE49-F238E27FC236}">
                    <ns2:creationId id="{60909A74-8588-9E5A-0855-FA3A3497ADB8}"/>
                  </a:ext>
                </a:extLst>
              </p:cNvPr>
              <p:cNvSpPr/>
              <p:nvPr/>
            </p:nvSpPr>
            <p:spPr>
              <a:xfrm>
                <a:off x="9125767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6" name="正方形/長方形 325">
                <a:extLst>
                  <a:ext uri="{FF2B5EF4-FFF2-40B4-BE49-F238E27FC236}">
                    <ns2:creationId id="{18AE4DA0-516F-651A-CC44-97EEBF641376}"/>
                  </a:ext>
                </a:extLst>
              </p:cNvPr>
              <p:cNvSpPr/>
              <p:nvPr/>
            </p:nvSpPr>
            <p:spPr>
              <a:xfrm>
                <a:off x="9476142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7" name="正方形/長方形 326">
                <a:extLst>
                  <a:ext uri="{FF2B5EF4-FFF2-40B4-BE49-F238E27FC236}">
                    <ns2:creationId id="{9428F920-D1B9-D41D-ABA3-215A75C28B38}"/>
                  </a:ext>
                </a:extLst>
              </p:cNvPr>
              <p:cNvSpPr/>
              <p:nvPr/>
            </p:nvSpPr>
            <p:spPr>
              <a:xfrm>
                <a:off x="9826519" y="4979706"/>
                <a:ext cx="265345" cy="18561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5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5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5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12" name="正方形/長方形 311">
              <a:extLst>
                <a:ext uri="{FF2B5EF4-FFF2-40B4-BE49-F238E27FC236}">
                  <ns2:creationId id="{5EC0F8BD-AB5B-2981-7379-E0D1F566B89A}"/>
                </a:ext>
              </a:extLst>
            </p:cNvPr>
            <p:cNvSpPr/>
            <p:nvPr/>
          </p:nvSpPr>
          <p:spPr>
            <a:xfrm>
              <a:off x="10542794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3C0137C2-0104-CCF3-1D3A-298F20B46F0E}"/>
                </a:ext>
              </a:extLst>
            </p:cNvPr>
            <p:cNvSpPr/>
            <p:nvPr/>
          </p:nvSpPr>
          <p:spPr>
            <a:xfrm>
              <a:off x="1088928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4" name="正方形/長方形 313">
              <a:extLst>
                <a:ext uri="{FF2B5EF4-FFF2-40B4-BE49-F238E27FC236}">
                  <ns2:creationId id="{1A0E2E86-63A7-951E-601E-92511DB89315}"/>
                </a:ext>
              </a:extLst>
            </p:cNvPr>
            <p:cNvSpPr/>
            <p:nvPr/>
          </p:nvSpPr>
          <p:spPr>
            <a:xfrm>
              <a:off x="11241531" y="3906580"/>
              <a:ext cx="265345" cy="18561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5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5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15" name="直線コネクタ 314">
              <a:extLst>
                <a:ext uri="{FF2B5EF4-FFF2-40B4-BE49-F238E27FC236}">
                  <ns2:creationId id="{8D3390AD-BEDA-11A8-E0F5-0201C5D6E66F}"/>
                </a:ext>
              </a:extLst>
            </p:cNvPr>
            <p:cNvCxnSpPr>
              <a:stCxn id="274" idx="2"/>
              <a:endCxn id="302" idx="0"/>
            </p:cNvCxnSpPr>
            <p:nvPr/>
          </p:nvCxnSpPr>
          <p:spPr>
            <a:xfrm>
              <a:off x="8385079" y="2025413"/>
              <a:ext cx="178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Arrow: Down 126">
              <a:extLst>
                <a:ext uri="{FF2B5EF4-FFF2-40B4-BE49-F238E27FC236}">
                  <ns2:creationId id="{BAC9A788-9D4E-6F79-2AAE-937FC9B1FD87}"/>
                </a:ext>
              </a:extLst>
            </p:cNvPr>
            <p:cNvSpPr/>
            <p:nvPr/>
          </p:nvSpPr>
          <p:spPr>
            <a:xfrm>
              <a:off x="8913407" y="2909556"/>
              <a:ext cx="177618" cy="702327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008000">
                    <a:alpha val="10000"/>
                  </a:srgbClr>
                </a:gs>
                <a:gs pos="54000">
                  <a:srgbClr val="008000">
                    <a:alpha val="30000"/>
                  </a:srgbClr>
                </a:gs>
                <a:gs pos="100000">
                  <a:srgbClr val="008000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361" name="グループ化 360">
            <a:extLst>
              <a:ext uri="{FF2B5EF4-FFF2-40B4-BE49-F238E27FC236}">
                <ns2:creationId id="{167354B2-CACD-F462-8436-A9AAB3AF316E}"/>
              </a:ext>
            </a:extLst>
          </p:cNvPr>
          <p:cNvGrpSpPr/>
          <p:nvPr/>
        </p:nvGrpSpPr>
        <p:grpSpPr>
          <a:xfrm>
            <a:off x="334963" y="1628775"/>
            <a:ext cx="5595413" cy="4683202"/>
            <a:chOff x="334963" y="1628775"/>
            <a:chExt cx="5595413" cy="4683202"/>
          </a:xfrm>
        </p:grpSpPr>
        <p:cxnSp>
          <p:nvCxnSpPr>
            <p:cNvPr id="49" name="コネクタ: カギ線 48">
              <a:extLst>
                <a:ext uri="{FF2B5EF4-FFF2-40B4-BE49-F238E27FC236}">
                  <ns2:creationId id="{AC853194-D714-112D-0BD4-02566F1AADA0}"/>
                </a:ext>
              </a:extLst>
            </p:cNvPr>
            <p:cNvCxnSpPr>
              <a:cxnSpLocks/>
              <a:stCxn id="139" idx="2"/>
              <a:endCxn id="22" idx="0"/>
            </p:cNvCxnSpPr>
            <p:nvPr/>
          </p:nvCxnSpPr>
          <p:spPr>
            <a:xfrm rot="16200000" flipH="1">
              <a:off x="2523899" y="1754845"/>
              <a:ext cx="884143" cy="142527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コネクタ: カギ線 50">
              <a:extLst>
                <a:ext uri="{FF2B5EF4-FFF2-40B4-BE49-F238E27FC236}">
                  <ns2:creationId id="{66E92BD2-6345-3532-B8CF-856E02991C90}"/>
                </a:ext>
              </a:extLst>
            </p:cNvPr>
            <p:cNvCxnSpPr>
              <a:cxnSpLocks/>
              <a:stCxn id="139" idx="2"/>
              <a:endCxn id="21" idx="0"/>
            </p:cNvCxnSpPr>
            <p:nvPr/>
          </p:nvCxnSpPr>
          <p:spPr>
            <a:xfrm rot="5400000">
              <a:off x="1094178" y="1750401"/>
              <a:ext cx="884143" cy="143416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Arrow: Down 77">
              <a:extLst>
                <a:ext uri="{FF2B5EF4-FFF2-40B4-BE49-F238E27FC236}">
                  <ns2:creationId id="{D9F61BBA-43D9-1D4E-C6E1-BD7BA4894A25}"/>
                </a:ext>
              </a:extLst>
            </p:cNvPr>
            <p:cNvSpPr/>
            <p:nvPr/>
          </p:nvSpPr>
          <p:spPr>
            <a:xfrm>
              <a:off x="5739576" y="1628775"/>
              <a:ext cx="190800" cy="4439395"/>
            </a:xfrm>
            <a:prstGeom prst="downArrow">
              <a:avLst>
                <a:gd name="adj1" fmla="val 100000"/>
                <a:gd name="adj2" fmla="val 42138"/>
              </a:avLst>
            </a:prstGeom>
            <a:gradFill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38" name="Group 137">
              <a:extLst>
                <a:ext uri="{FF2B5EF4-FFF2-40B4-BE49-F238E27FC236}">
                  <ns2:creationId id="{6F44865D-5DEB-5B37-6EB1-4CA9CA7816FC}"/>
                </a:ext>
              </a:extLst>
            </p:cNvPr>
            <p:cNvGrpSpPr/>
            <p:nvPr/>
          </p:nvGrpSpPr>
          <p:grpSpPr>
            <a:xfrm>
              <a:off x="1486766" y="1639446"/>
              <a:ext cx="1533132" cy="385967"/>
              <a:chOff x="7443253" y="1639446"/>
              <a:chExt cx="1533132" cy="385967"/>
            </a:xfrm>
          </p:grpSpPr>
          <p:sp>
            <p:nvSpPr>
              <p:cNvPr id="139" name="正方形/長方形 21">
                <a:extLst>
                  <a:ext uri="{FF2B5EF4-FFF2-40B4-BE49-F238E27FC236}">
                    <ns2:creationId id="{C3DF9FFC-D3E8-3BEB-CCA1-4DFCF061C130}"/>
                  </a:ext>
                </a:extLst>
              </p:cNvPr>
              <p:cNvSpPr/>
              <p:nvPr/>
            </p:nvSpPr>
            <p:spPr>
              <a:xfrm>
                <a:off x="7443253" y="1639446"/>
                <a:ext cx="1533132" cy="385967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1" name="Graphic 140" descr="Plug with solid fill">
                <a:extLst>
                  <a:ext uri="{FF2B5EF4-FFF2-40B4-BE49-F238E27FC236}">
                    <ns2:creationId id="{E27A88F9-9D10-8B15-2006-BB8CF59872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7567078" y="1652429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151" name="Straight Connector 150">
              <a:extLst>
                <a:ext uri="{FF2B5EF4-FFF2-40B4-BE49-F238E27FC236}">
                  <ns2:creationId id="{B8BBC33E-BC60-0CC3-FC28-D28F1AED488A}"/>
                </a:ext>
              </a:extLst>
            </p:cNvPr>
            <p:cNvCxnSpPr>
              <a:cxnSpLocks/>
              <a:stCxn id="139" idx="2"/>
              <a:endCxn id="20" idx="0"/>
            </p:cNvCxnSpPr>
            <p:nvPr/>
          </p:nvCxnSpPr>
          <p:spPr>
            <a:xfrm flipH="1">
              <a:off x="2248887" y="2025413"/>
              <a:ext cx="4445" cy="884143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正方形/長方形 23">
              <a:extLst>
                <a:ext uri="{FF2B5EF4-FFF2-40B4-BE49-F238E27FC236}">
                  <ns2:creationId id="{86B7433C-2447-D987-AFB0-4583826216D0}"/>
                </a:ext>
              </a:extLst>
            </p:cNvPr>
            <p:cNvSpPr/>
            <p:nvPr/>
          </p:nvSpPr>
          <p:spPr>
            <a:xfrm>
              <a:off x="400952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21FCDD35-A8FB-2D18-16A0-92F8A72755AF}"/>
                </a:ext>
              </a:extLst>
            </p:cNvPr>
            <p:cNvSpPr/>
            <p:nvPr/>
          </p:nvSpPr>
          <p:spPr>
            <a:xfrm>
              <a:off x="2078488" y="4114716"/>
              <a:ext cx="1269203" cy="109938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49CAA663-46F6-52E9-901F-95F6C47C9AA8}"/>
                </a:ext>
              </a:extLst>
            </p:cNvPr>
            <p:cNvSpPr/>
            <p:nvPr/>
          </p:nvSpPr>
          <p:spPr>
            <a:xfrm>
              <a:off x="2798862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8937A0FE-9A38-30F8-DD1A-A97F1B045883}"/>
                </a:ext>
              </a:extLst>
            </p:cNvPr>
            <p:cNvSpPr/>
            <p:nvPr/>
          </p:nvSpPr>
          <p:spPr>
            <a:xfrm>
              <a:off x="1769587" y="5641132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521D487D-7E63-E50C-21C8-1B2E02C3384B}"/>
                </a:ext>
              </a:extLst>
            </p:cNvPr>
            <p:cNvSpPr/>
            <p:nvPr/>
          </p:nvSpPr>
          <p:spPr>
            <a:xfrm>
              <a:off x="4729902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F8AF3DFB-3DD5-56F9-C168-4E511246FDAE}"/>
                </a:ext>
              </a:extLst>
            </p:cNvPr>
            <p:cNvSpPr/>
            <p:nvPr/>
          </p:nvSpPr>
          <p:spPr>
            <a:xfrm>
              <a:off x="3700627" y="5641133"/>
              <a:ext cx="857730" cy="427038"/>
            </a:xfrm>
            <a:prstGeom prst="rect">
              <a:avLst/>
            </a:prstGeom>
            <a:solidFill>
              <a:srgbClr val="969696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5" name="コネクタ: カギ線 34">
              <a:extLst>
                <a:ext uri="{FF2B5EF4-FFF2-40B4-BE49-F238E27FC236}">
                  <ns2:creationId id="{72BD7772-E96D-7AB7-D568-1A6DBF863939}"/>
                </a:ext>
              </a:extLst>
            </p:cNvPr>
            <p:cNvCxnSpPr>
              <a:cxnSpLocks/>
              <a:stCxn id="24" idx="2"/>
              <a:endCxn id="32" idx="0"/>
            </p:cNvCxnSpPr>
            <p:nvPr/>
          </p:nvCxnSpPr>
          <p:spPr>
            <a:xfrm rot="16200000" flipH="1">
              <a:off x="4687930" y="5170295"/>
              <a:ext cx="427037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ns2:creationId id="{4AEA1C56-AD3C-2D0C-FE2F-E4AD5AE1C57F}"/>
                </a:ext>
              </a:extLst>
            </p:cNvPr>
            <p:cNvCxnSpPr>
              <a:cxnSpLocks/>
              <a:stCxn id="24" idx="2"/>
              <a:endCxn id="33" idx="0"/>
            </p:cNvCxnSpPr>
            <p:nvPr/>
          </p:nvCxnSpPr>
          <p:spPr>
            <a:xfrm rot="5400000">
              <a:off x="4173293" y="5170295"/>
              <a:ext cx="427037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コネクタ: カギ線 38">
              <a:extLst>
                <a:ext uri="{FF2B5EF4-FFF2-40B4-BE49-F238E27FC236}">
                  <ns2:creationId id="{A0E7C37B-C2FB-004D-419D-03855F976A12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rot="16200000" flipH="1">
              <a:off x="2756890" y="5170295"/>
              <a:ext cx="427036" cy="51463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コネクタ: カギ線 41">
              <a:extLst>
                <a:ext uri="{FF2B5EF4-FFF2-40B4-BE49-F238E27FC236}">
                  <ns2:creationId id="{6E535339-DC63-9949-23E8-E6BF15093BAD}"/>
                </a:ext>
              </a:extLst>
            </p:cNvPr>
            <p:cNvCxnSpPr>
              <a:cxnSpLocks/>
              <a:stCxn id="25" idx="2"/>
              <a:endCxn id="28" idx="0"/>
            </p:cNvCxnSpPr>
            <p:nvPr/>
          </p:nvCxnSpPr>
          <p:spPr>
            <a:xfrm rot="5400000">
              <a:off x="2242253" y="5170295"/>
              <a:ext cx="427036" cy="51463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ns2:creationId id="{9F5F204F-C8F2-48D4-34B1-FA2879207BFD}"/>
                </a:ext>
              </a:extLst>
            </p:cNvPr>
            <p:cNvCxnSpPr>
              <a:cxnSpLocks/>
              <a:stCxn id="22" idx="2"/>
              <a:endCxn id="25" idx="0"/>
            </p:cNvCxnSpPr>
            <p:nvPr/>
          </p:nvCxnSpPr>
          <p:spPr>
            <a:xfrm rot="5400000">
              <a:off x="2946070" y="3382177"/>
              <a:ext cx="499560" cy="9655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ns2:creationId id="{1C9666DB-09FF-FEE8-CC3A-772824A25933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16200000" flipH="1">
              <a:off x="3911589" y="3382175"/>
              <a:ext cx="499560" cy="96552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Arrow: Pentagon 78">
              <a:extLst>
                <a:ext uri="{FF2B5EF4-FFF2-40B4-BE49-F238E27FC236}">
                  <ns2:creationId id="{B4C35744-71E9-2858-E1A4-3978635C79A5}"/>
                </a:ext>
              </a:extLst>
            </p:cNvPr>
            <p:cNvSpPr/>
            <p:nvPr/>
          </p:nvSpPr>
          <p:spPr>
            <a:xfrm>
              <a:off x="1769587" y="6135577"/>
              <a:ext cx="3812850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/>
                  <a:ea typeface="Meiryo UI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grpSp>
          <p:nvGrpSpPr>
            <p:cNvPr id="358" name="グループ化 357">
              <a:extLst>
                <a:ext uri="{FF2B5EF4-FFF2-40B4-BE49-F238E27FC236}">
                  <ns2:creationId id="{66319092-BCC0-3C69-F79E-E969761AFFE9}"/>
                </a:ext>
              </a:extLst>
            </p:cNvPr>
            <p:cNvGrpSpPr/>
            <p:nvPr/>
          </p:nvGrpSpPr>
          <p:grpSpPr>
            <a:xfrm>
              <a:off x="3194409" y="2909556"/>
              <a:ext cx="968400" cy="705600"/>
              <a:chOff x="3194409" y="2909556"/>
              <a:chExt cx="968400" cy="7056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F10F3BF3-A960-96F3-984D-15AE53722773}"/>
                  </a:ext>
                </a:extLst>
              </p:cNvPr>
              <p:cNvSpPr/>
              <p:nvPr/>
            </p:nvSpPr>
            <p:spPr>
              <a:xfrm>
                <a:off x="3194409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99" name="Graphic 198" descr="Server with solid fill">
                <a:extLst>
                  <a:ext uri="{FF2B5EF4-FFF2-40B4-BE49-F238E27FC236}">
                    <ns2:creationId id="{D4A4EFE7-0B4A-70A1-07E0-50092EF071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516609" y="2937266"/>
                <a:ext cx="324000" cy="324000"/>
              </a:xfrm>
              <a:prstGeom prst="rect">
                <a:avLst/>
              </a:prstGeom>
            </p:spPr>
          </p:pic>
        </p:grpSp>
        <p:pic>
          <p:nvPicPr>
            <p:cNvPr id="206" name="Graphic 205" descr="Arrow circle with solid fill">
              <a:extLst>
                <a:ext uri="{FF2B5EF4-FFF2-40B4-BE49-F238E27FC236}">
                  <ns2:creationId id="{BBE0626F-3047-B283-A6E1-4DBE37F9F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464129" y="4251231"/>
              <a:ext cx="360000" cy="360000"/>
            </a:xfrm>
            <a:prstGeom prst="rect">
              <a:avLst/>
            </a:prstGeom>
          </p:spPr>
        </p:pic>
        <p:pic>
          <p:nvPicPr>
            <p:cNvPr id="208" name="Graphic 207" descr="Gears with solid fill">
              <a:extLst>
                <a:ext uri="{FF2B5EF4-FFF2-40B4-BE49-F238E27FC236}">
                  <ns2:creationId id="{1294E31C-C0F0-0E94-F461-9BE24ECC3A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533089" y="4251231"/>
              <a:ext cx="360000" cy="360000"/>
            </a:xfrm>
            <a:prstGeom prst="rect">
              <a:avLst/>
            </a:prstGeom>
          </p:spPr>
        </p:pic>
        <p:grpSp>
          <p:nvGrpSpPr>
            <p:cNvPr id="359" name="グループ化 358">
              <a:extLst>
                <a:ext uri="{FF2B5EF4-FFF2-40B4-BE49-F238E27FC236}">
                  <ns2:creationId id="{1A30D30B-6C62-3C7E-3686-BC2919E73A4E}"/>
                </a:ext>
              </a:extLst>
            </p:cNvPr>
            <p:cNvGrpSpPr/>
            <p:nvPr/>
          </p:nvGrpSpPr>
          <p:grpSpPr>
            <a:xfrm>
              <a:off x="1764687" y="2909556"/>
              <a:ext cx="968400" cy="705600"/>
              <a:chOff x="1576092" y="2909556"/>
              <a:chExt cx="968400" cy="705600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F933860-865F-1FAE-FB89-0BB01BAB8BAC}"/>
                  </a:ext>
                </a:extLst>
              </p:cNvPr>
              <p:cNvSpPr/>
              <p:nvPr/>
            </p:nvSpPr>
            <p:spPr>
              <a:xfrm>
                <a:off x="1576092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pic>
            <p:nvPicPr>
              <p:cNvPr id="210" name="Graphic 209" descr="Database with solid fill">
                <a:extLst>
                  <a:ext uri="{FF2B5EF4-FFF2-40B4-BE49-F238E27FC236}">
                    <ns2:creationId id="{5032422F-007F-A192-5EE3-7C37000715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898292" y="2937266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360" name="グループ化 359">
              <a:extLst>
                <a:ext uri="{FF2B5EF4-FFF2-40B4-BE49-F238E27FC236}">
                  <ns2:creationId id="{F48489F2-D731-2720-32D8-772FC59F5E49}"/>
                </a:ext>
              </a:extLst>
            </p:cNvPr>
            <p:cNvGrpSpPr/>
            <p:nvPr/>
          </p:nvGrpSpPr>
          <p:grpSpPr>
            <a:xfrm>
              <a:off x="334965" y="2909556"/>
              <a:ext cx="968400" cy="705600"/>
              <a:chOff x="334965" y="2909556"/>
              <a:chExt cx="968400" cy="70560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188E2CA9-740F-056C-B5DC-3C78D9968ACF}"/>
                  </a:ext>
                </a:extLst>
              </p:cNvPr>
              <p:cNvSpPr/>
              <p:nvPr/>
            </p:nvSpPr>
            <p:spPr>
              <a:xfrm>
                <a:off x="334965" y="2909556"/>
                <a:ext cx="968400" cy="705600"/>
              </a:xfrm>
              <a:prstGeom prst="rect">
                <a:avLst/>
              </a:prstGeom>
              <a:solidFill>
                <a:srgbClr val="969696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15" name="Graphic 214" descr="Blueprint with solid fill">
                <a:extLst>
                  <a:ext uri="{FF2B5EF4-FFF2-40B4-BE49-F238E27FC236}">
                    <ns2:creationId id="{8C5F9F4A-6D43-5EBA-E274-AB32F8003A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657165" y="2937266"/>
                <a:ext cx="324000" cy="324000"/>
              </a:xfrm>
              <a:prstGeom prst="rect">
                <a:avLst/>
              </a:prstGeom>
            </p:spPr>
          </p:pic>
        </p:grpSp>
        <p:sp>
          <p:nvSpPr>
            <p:cNvPr id="349" name="Arrow: Pentagon 78">
              <a:extLst>
                <a:ext uri="{FF2B5EF4-FFF2-40B4-BE49-F238E27FC236}">
                  <ns2:creationId id="{E046CFBE-D356-F703-6767-535F7F808E1A}"/>
                </a:ext>
              </a:extLst>
            </p:cNvPr>
            <p:cNvSpPr/>
            <p:nvPr/>
          </p:nvSpPr>
          <p:spPr>
            <a:xfrm>
              <a:off x="334963" y="3637700"/>
              <a:ext cx="2375113" cy="176400"/>
            </a:xfrm>
            <a:prstGeom prst="homePlate">
              <a:avLst/>
            </a:prstGeom>
            <a:gradFill flip="none" rotWithShape="1">
              <a:gsLst>
                <a:gs pos="0">
                  <a:srgbClr val="969696">
                    <a:alpha val="10000"/>
                  </a:srgbClr>
                </a:gs>
                <a:gs pos="54000">
                  <a:srgbClr val="969696">
                    <a:alpha val="40000"/>
                  </a:srgbClr>
                </a:gs>
                <a:gs pos="100000">
                  <a:srgbClr val="969696"/>
                </a:gs>
              </a:gsLst>
              <a:lin ang="0" scaled="1"/>
              <a:tileRect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/>
                <a:ea typeface="Meiryo UI"/>
              </a:endParaRPr>
            </a:p>
          </p:txBody>
        </p:sp>
      </p:grpSp>
    </p:spTree>
    <p:extLst>
      <p:ext uri="{BB962C8B-B14F-4D97-AF65-F5344CB8AC3E}">
        <ns5:creationId val="3018082603"/>
      </p:ext>
    </p:extLst>
  </p:cSld>
  <p:clrMapOvr>
    <a:masterClrMapping/>
  </p:clrMapOvr>
</p:sld>
</file>

<file path=ppt/slides/slide239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markup-compatibility/2006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7A3A11E-67D6-1E33-A862-D4E520C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3617772-2A2B-84D9-0147-295226930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AI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5" name="グループ化 24">
            <a:extLst>
              <a:ext uri="{FF2B5EF4-FFF2-40B4-BE49-F238E27FC236}">
                <ns2:creationId id="{130EFED5-369A-F6CD-6520-F2E2923C1CE1}"/>
              </a:ext>
            </a:extLst>
          </p:cNvPr>
          <p:cNvGrpSpPr/>
          <p:nvPr/>
        </p:nvGrpSpPr>
        <p:grpSpPr>
          <a:xfrm>
            <a:off x="334963" y="998379"/>
            <a:ext cx="11522075" cy="911245"/>
            <a:chOff x="334963" y="998379"/>
            <a:chExt cx="11522075" cy="1032653"/>
          </a:xfrm>
        </p:grpSpPr>
        <p:sp>
          <p:nvSpPr>
            <p:cNvPr id="9" name="正方形/長方形 8">
              <a:extLst>
                <a:ext uri="{FF2B5EF4-FFF2-40B4-BE49-F238E27FC236}">
                  <ns2:creationId id="{89E492C0-5AC3-3F36-E210-15DD626CE06D}"/>
                </a:ext>
              </a:extLst>
            </p:cNvPr>
            <p:cNvSpPr/>
            <p:nvPr/>
          </p:nvSpPr>
          <p:spPr>
            <a:xfrm>
              <a:off x="334963" y="1171925"/>
              <a:ext cx="11522075" cy="859107"/>
            </a:xfrm>
            <a:prstGeom prst="rect">
              <a:avLst/>
            </a:prstGeom>
            <a:noFill/>
            <a:ln w="38100">
              <a:solidFill>
                <a:srgbClr val="008000">
                  <a:alpha val="50000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Meiryo UI" panose="020B0604030504040204" pitchFamily="34" charset="-128"/>
                <a:buChar char="▶"/>
              </a:pP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40CE3708-F456-2C04-F20D-907A731B1735}"/>
                </a:ext>
              </a:extLst>
            </p:cNvPr>
            <p:cNvSpPr/>
            <p:nvPr/>
          </p:nvSpPr>
          <p:spPr>
            <a:xfrm>
              <a:off x="569046" y="998379"/>
              <a:ext cx="1260833" cy="307844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36" name="グループ化 135">
            <a:extLst>
              <a:ext uri="{FF2B5EF4-FFF2-40B4-BE49-F238E27FC236}">
                <ns2:creationId id="{B0970527-B180-EF2B-1713-40E724F85D7D}"/>
              </a:ext>
            </a:extLst>
          </p:cNvPr>
          <p:cNvGrpSpPr/>
          <p:nvPr/>
        </p:nvGrpSpPr>
        <p:grpSpPr>
          <a:xfrm>
            <a:off x="4723867" y="2002335"/>
            <a:ext cx="300360" cy="4302000"/>
            <a:chOff x="4723867" y="2002335"/>
            <a:chExt cx="300360" cy="4302000"/>
          </a:xfrm>
        </p:grpSpPr>
        <p:cxnSp>
          <p:nvCxnSpPr>
            <p:cNvPr id="4" name="直線コネクタ 3">
              <a:extLst>
                <a:ext uri="{FF2B5EF4-FFF2-40B4-BE49-F238E27FC236}">
                  <ns2:creationId id="{1B994430-D603-1947-07B3-757ECFE678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4997" y="2002335"/>
              <a:ext cx="0" cy="430200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グループ化 5">
              <a:extLst>
                <a:ext uri="{FF2B5EF4-FFF2-40B4-BE49-F238E27FC236}">
                  <ns2:creationId id="{A8610AFC-BD9C-80AB-E783-3B5070F2A81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723867" y="4008946"/>
              <a:ext cx="300360" cy="288779"/>
              <a:chOff x="4481975" y="4551664"/>
              <a:chExt cx="375450" cy="360974"/>
            </a:xfrm>
          </p:grpSpPr>
          <p:sp>
            <p:nvSpPr>
              <p:cNvPr id="11" name="円/楕円 8">
                <a:extLst>
                  <a:ext uri="{FF2B5EF4-FFF2-40B4-BE49-F238E27FC236}">
                    <ns2:creationId id="{C9728E11-196F-8C8E-8B34-4FAFF12C60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ADEA0174-E99A-2BBE-AF9C-12E3C688DC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35" name="グループ化 134">
            <a:extLst>
              <a:ext uri="{FF2B5EF4-FFF2-40B4-BE49-F238E27FC236}">
                <ns2:creationId id="{474FB201-B335-90A8-195C-B6217BEF3CBD}"/>
              </a:ext>
            </a:extLst>
          </p:cNvPr>
          <p:cNvGrpSpPr/>
          <p:nvPr/>
        </p:nvGrpSpPr>
        <p:grpSpPr>
          <a:xfrm>
            <a:off x="334963" y="2002747"/>
            <a:ext cx="4306485" cy="4301175"/>
            <a:chOff x="334963" y="2002747"/>
            <a:chExt cx="4306485" cy="4301175"/>
          </a:xfrm>
        </p:grpSpPr>
        <p:grpSp>
          <p:nvGrpSpPr>
            <p:cNvPr id="126" name="グループ化 125">
              <a:extLst>
                <a:ext uri="{FF2B5EF4-FFF2-40B4-BE49-F238E27FC236}">
                  <ns2:creationId id="{CECB28FE-FA09-FEBF-76E7-9A389A840EE6}"/>
                </a:ext>
              </a:extLst>
            </p:cNvPr>
            <p:cNvGrpSpPr/>
            <p:nvPr/>
          </p:nvGrpSpPr>
          <p:grpSpPr>
            <a:xfrm>
              <a:off x="334963" y="4172164"/>
              <a:ext cx="4306485" cy="2131758"/>
              <a:chOff x="334963" y="4172164"/>
              <a:chExt cx="4306485" cy="2131758"/>
            </a:xfrm>
          </p:grpSpPr>
          <p:grpSp>
            <p:nvGrpSpPr>
              <p:cNvPr id="54" name="グループ化 53">
                <a:extLst>
                  <a:ext uri="{FF2B5EF4-FFF2-40B4-BE49-F238E27FC236}">
                    <ns2:creationId id="{8C3CBC41-B747-3FFF-EA4D-6ED65AF3AF22}"/>
                  </a:ext>
                </a:extLst>
              </p:cNvPr>
              <p:cNvGrpSpPr/>
              <p:nvPr/>
            </p:nvGrpSpPr>
            <p:grpSpPr>
              <a:xfrm>
                <a:off x="399434" y="4481118"/>
                <a:ext cx="4177543" cy="1780686"/>
                <a:chOff x="6758734" y="4508812"/>
                <a:chExt cx="4177543" cy="1780686"/>
              </a:xfrm>
            </p:grpSpPr>
            <p:grpSp>
              <p:nvGrpSpPr>
                <p:cNvPr id="53" name="グループ化 52">
                  <a:extLst>
                    <a:ext uri="{FF2B5EF4-FFF2-40B4-BE49-F238E27FC236}">
                      <ns2:creationId id="{06328206-A5BC-BC9D-3234-278918E2F1AD}"/>
                    </a:ext>
                  </a:extLst>
                </p:cNvPr>
                <p:cNvGrpSpPr/>
                <p:nvPr/>
              </p:nvGrpSpPr>
              <p:grpSpPr>
                <a:xfrm>
                  <a:off x="6758734" y="4508812"/>
                  <a:ext cx="1354251" cy="1780686"/>
                  <a:chOff x="6758734" y="4528040"/>
                  <a:chExt cx="1354251" cy="1780686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ns2:creationId id="{13CB9394-5258-33D9-2D16-6E3CAF5E9714}"/>
                      </a:ext>
                    </a:extLst>
                  </p:cNvPr>
                  <p:cNvSpPr/>
                  <p:nvPr/>
                </p:nvSpPr>
                <p:spPr>
                  <a:xfrm>
                    <a:off x="6758734" y="4528040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8" name="正方形/長方形 47">
                    <a:extLst>
                      <a:ext uri="{FF2B5EF4-FFF2-40B4-BE49-F238E27FC236}">
                        <ns2:creationId id="{79055012-15D1-3256-98D7-6DE2A47A9970}"/>
                      </a:ext>
                    </a:extLst>
                  </p:cNvPr>
                  <p:cNvSpPr/>
                  <p:nvPr/>
                </p:nvSpPr>
                <p:spPr>
                  <a:xfrm>
                    <a:off x="6758734" y="4947485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4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2" name="グループ化 51">
                  <a:extLst>
                    <a:ext uri="{FF2B5EF4-FFF2-40B4-BE49-F238E27FC236}">
                      <ns2:creationId id="{22318CE2-3A61-64A1-247D-0D0455929EFD}"/>
                    </a:ext>
                  </a:extLst>
                </p:cNvPr>
                <p:cNvGrpSpPr/>
                <p:nvPr/>
              </p:nvGrpSpPr>
              <p:grpSpPr>
                <a:xfrm>
                  <a:off x="8170380" y="4508812"/>
                  <a:ext cx="1354251" cy="1780686"/>
                  <a:chOff x="8211770" y="4508812"/>
                  <a:chExt cx="1354251" cy="1780686"/>
                </a:xfrm>
              </p:grpSpPr>
              <p:sp>
                <p:nvSpPr>
                  <p:cNvPr id="45" name="正方形/長方形 44">
                    <a:extLst>
                      <a:ext uri="{FF2B5EF4-FFF2-40B4-BE49-F238E27FC236}">
                        <ns2:creationId id="{F0A4D8CA-40D9-FD4C-0D76-7D00909B7579}"/>
                      </a:ext>
                    </a:extLst>
                  </p:cNvPr>
                  <p:cNvSpPr/>
                  <p:nvPr/>
                </p:nvSpPr>
                <p:spPr>
                  <a:xfrm>
                    <a:off x="8211770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49" name="正方形/長方形 48">
                    <a:extLst>
                      <a:ext uri="{FF2B5EF4-FFF2-40B4-BE49-F238E27FC236}">
                        <ns2:creationId id="{BD0F4E31-AAE7-A0B2-A378-41B103158AA3}"/>
                      </a:ext>
                    </a:extLst>
                  </p:cNvPr>
                  <p:cNvSpPr/>
                  <p:nvPr/>
                </p:nvSpPr>
                <p:spPr>
                  <a:xfrm>
                    <a:off x="8211770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432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</a:b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) 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51" name="グループ化 50">
                  <a:extLst>
                    <a:ext uri="{FF2B5EF4-FFF2-40B4-BE49-F238E27FC236}">
                      <ns2:creationId id="{A207FCF2-7468-758A-ED2D-FCB2E1565614}"/>
                    </a:ext>
                  </a:extLst>
                </p:cNvPr>
                <p:cNvGrpSpPr/>
                <p:nvPr/>
              </p:nvGrpSpPr>
              <p:grpSpPr>
                <a:xfrm>
                  <a:off x="9582026" y="4508812"/>
                  <a:ext cx="1354251" cy="1780686"/>
                  <a:chOff x="9582026" y="4508812"/>
                  <a:chExt cx="1354251" cy="1780686"/>
                </a:xfrm>
              </p:grpSpPr>
              <p:sp>
                <p:nvSpPr>
                  <p:cNvPr id="46" name="正方形/長方形 45">
                    <a:extLst>
                      <a:ext uri="{FF2B5EF4-FFF2-40B4-BE49-F238E27FC236}">
                        <ns2:creationId id="{CC3D9466-C89D-04C5-0112-472622230903}"/>
                      </a:ext>
                    </a:extLst>
                  </p:cNvPr>
                  <p:cNvSpPr/>
                  <p:nvPr/>
                </p:nvSpPr>
                <p:spPr>
                  <a:xfrm>
                    <a:off x="9582026" y="4508812"/>
                    <a:ext cx="1354250" cy="1780686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36000" rIns="36000" bIns="1368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  <a:p>
                    <a:r>
                      <a:rPr kumimoji="1" lang="ja-JP" altLang="en-US" sz="1200" dirty="0">
                        <a:solidFill>
                          <a:srgbClr val="008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kumimoji="1" lang="en-US" altLang="ja-JP" sz="12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0" name="正方形/長方形 49">
                    <a:extLst>
                      <a:ext uri="{FF2B5EF4-FFF2-40B4-BE49-F238E27FC236}">
                        <ns2:creationId id="{8712D47C-AB04-0246-2043-189C5E9D20FA}"/>
                      </a:ext>
                    </a:extLst>
                  </p:cNvPr>
                  <p:cNvSpPr/>
                  <p:nvPr/>
                </p:nvSpPr>
                <p:spPr>
                  <a:xfrm>
                    <a:off x="9582026" y="4928257"/>
                    <a:ext cx="1354251" cy="136124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en-US" altLang="ja-JP" sz="1100" dirty="0">
                      <a:solidFill>
                        <a:srgbClr val="1F1F1F"/>
                      </a:solidFill>
                      <a:latin typeface="+mn-ea"/>
                    </a:endParaRPr>
                  </a:p>
                  <a:p>
                    <a:r>
                      <a:rPr lang="ja-JP" altLang="en-US" sz="1100" dirty="0">
                        <a:solidFill>
                          <a:srgbClr val="1F1F1F"/>
                        </a:solidFill>
                        <a:latin typeface="+mn-ea"/>
                      </a:rPr>
                      <a:t>XX</a:t>
                    </a:r>
                    <a:endParaRPr lang="ja-JP" altLang="en-US" sz="1100" dirty="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108" name="グループ化 107">
                <a:extLst>
                  <a:ext uri="{FF2B5EF4-FFF2-40B4-BE49-F238E27FC236}">
                    <ns2:creationId id="{51AEAD16-5986-6152-2473-9B34EBEB602A}"/>
                  </a:ext>
                </a:extLst>
              </p:cNvPr>
              <p:cNvGrpSpPr/>
              <p:nvPr/>
            </p:nvGrpSpPr>
            <p:grpSpPr>
              <a:xfrm>
                <a:off x="334963" y="4172164"/>
                <a:ext cx="4306485" cy="2131758"/>
                <a:chOff x="334963" y="1958989"/>
                <a:chExt cx="4306485" cy="2131758"/>
              </a:xfrm>
            </p:grpSpPr>
            <p:sp>
              <p:nvSpPr>
                <p:cNvPr id="109" name="正方形/長方形 108">
                  <a:extLst>
                    <a:ext uri="{FF2B5EF4-FFF2-40B4-BE49-F238E27FC236}">
                      <ns2:creationId id="{62570DFE-6D0F-486A-6840-601667BDED93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4306485" cy="2131758"/>
                </a:xfrm>
                <a:prstGeom prst="rect">
                  <a:avLst/>
                </a:prstGeom>
                <a:noFill/>
                <a:ln w="9525">
                  <a:solidFill>
                    <a:srgbClr val="96969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A7181BEB-7F6F-7A36-6EF8-A70247ED4C6C}"/>
                    </a:ext>
                  </a:extLst>
                </p:cNvPr>
                <p:cNvSpPr/>
                <p:nvPr/>
              </p:nvSpPr>
              <p:spPr>
                <a:xfrm>
                  <a:off x="334963" y="1958989"/>
                  <a:ext cx="576000" cy="252000"/>
                </a:xfrm>
                <a:prstGeom prst="rect">
                  <a:avLst/>
                </a:prstGeom>
                <a:solidFill>
                  <a:srgbClr val="969696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1" name="直角三角形 110">
                  <a:extLst>
                    <a:ext uri="{FF2B5EF4-FFF2-40B4-BE49-F238E27FC236}">
                      <ns2:creationId id="{D0609E05-8347-1091-0CDD-BB6717BDF29C}"/>
                    </a:ext>
                  </a:extLst>
                </p:cNvPr>
                <p:cNvSpPr/>
                <p:nvPr/>
              </p:nvSpPr>
              <p:spPr>
                <a:xfrm flipV="1">
                  <a:off x="910963" y="1958989"/>
                  <a:ext cx="180000" cy="252000"/>
                </a:xfrm>
                <a:prstGeom prst="rtTriangle">
                  <a:avLst/>
                </a:prstGeom>
                <a:solidFill>
                  <a:srgbClr val="969696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25" name="グループ化 124">
              <a:extLst>
                <a:ext uri="{FF2B5EF4-FFF2-40B4-BE49-F238E27FC236}">
                  <ns2:creationId id="{55AC6BE7-61AE-6073-CC27-78AE1697D693}"/>
                </a:ext>
              </a:extLst>
            </p:cNvPr>
            <p:cNvGrpSpPr/>
            <p:nvPr/>
          </p:nvGrpSpPr>
          <p:grpSpPr>
            <a:xfrm>
              <a:off x="334963" y="2002747"/>
              <a:ext cx="4306485" cy="2088000"/>
              <a:chOff x="334963" y="2002747"/>
              <a:chExt cx="4306485" cy="20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8CE86F6-6F4C-C4A8-42F2-8D1056AA1208}"/>
                  </a:ext>
                </a:extLst>
              </p:cNvPr>
              <p:cNvSpPr/>
              <p:nvPr/>
            </p:nvSpPr>
            <p:spPr>
              <a:xfrm>
                <a:off x="335405" y="2365117"/>
                <a:ext cx="4305600" cy="4294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16" name="グループ化 115">
                <a:extLst>
                  <a:ext uri="{FF2B5EF4-FFF2-40B4-BE49-F238E27FC236}">
                    <ns2:creationId id="{FCA1956E-2F94-D893-2669-9E149925C594}"/>
                  </a:ext>
                </a:extLst>
              </p:cNvPr>
              <p:cNvGrpSpPr/>
              <p:nvPr/>
            </p:nvGrpSpPr>
            <p:grpSpPr>
              <a:xfrm>
                <a:off x="1545005" y="2875949"/>
                <a:ext cx="3096000" cy="540000"/>
                <a:chOff x="1240966" y="2794532"/>
                <a:chExt cx="3096000" cy="540000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ns2:creationId id="{D8C18B06-F8A8-7F6F-56A0-D5987E69EA0A}"/>
                    </a:ext>
                  </a:extLst>
                </p:cNvPr>
                <p:cNvSpPr/>
                <p:nvPr/>
              </p:nvSpPr>
              <p:spPr>
                <a:xfrm>
                  <a:off x="1240966" y="2794532"/>
                  <a:ext cx="3096000" cy="540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" name="正方形/長方形 32">
                  <a:extLst>
                    <a:ext uri="{FF2B5EF4-FFF2-40B4-BE49-F238E27FC236}">
                      <ns2:creationId id="{F9AB846F-34F7-D3F3-3B87-3AF2FD528422}"/>
                    </a:ext>
                  </a:extLst>
                </p:cNvPr>
                <p:cNvSpPr/>
                <p:nvPr/>
              </p:nvSpPr>
              <p:spPr>
                <a:xfrm>
                  <a:off x="2599763" y="2794532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ns2:creationId id="{687B398B-5BC2-73B1-1D0B-35756EEC815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07094" y="2923680"/>
                <a:ext cx="898399" cy="1073152"/>
                <a:chOff x="6923314" y="4093279"/>
                <a:chExt cx="916399" cy="1094653"/>
              </a:xfrm>
            </p:grpSpPr>
            <p:sp>
              <p:nvSpPr>
                <p:cNvPr id="35" name="二等辺三角形 34">
                  <a:extLst>
                    <a:ext uri="{FF2B5EF4-FFF2-40B4-BE49-F238E27FC236}">
                      <ns2:creationId id="{912D59EF-AC3B-613A-3B1A-486B5385D98E}"/>
                    </a:ext>
                  </a:extLst>
                </p:cNvPr>
                <p:cNvSpPr/>
                <p:nvPr/>
              </p:nvSpPr>
              <p:spPr>
                <a:xfrm rot="10800000">
                  <a:off x="6923314" y="4093279"/>
                  <a:ext cx="916399" cy="1094652"/>
                </a:xfrm>
                <a:prstGeom prst="triangl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ns2:creationId id="{603291D8-1BF3-5D18-89DB-19C4B93239BE}"/>
                    </a:ext>
                  </a:extLst>
                </p:cNvPr>
                <p:cNvSpPr/>
                <p:nvPr/>
              </p:nvSpPr>
              <p:spPr>
                <a:xfrm rot="10800000">
                  <a:off x="7115285" y="4550736"/>
                  <a:ext cx="532459" cy="637196"/>
                </a:xfrm>
                <a:prstGeom prst="triangl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5293" tIns="35293" rIns="35293" bIns="35293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40" name="グラフィックス 39" descr="熱望 単色塗りつぶし">
                  <a:extLst>
                    <a:ext uri="{FF2B5EF4-FFF2-40B4-BE49-F238E27FC236}">
                      <ns2:creationId id="{9A9132DE-B93E-40FF-0A0F-BA78EC0BCE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179547" y="4108321"/>
                  <a:ext cx="403934" cy="403934"/>
                </a:xfrm>
                <a:prstGeom prst="rect">
                  <a:avLst/>
                </a:prstGeom>
              </p:spPr>
            </p:pic>
            <p:pic>
              <p:nvPicPr>
                <p:cNvPr id="42" name="グラフィックス 41" descr="歯車付きの頭 単色塗りつぶし">
                  <a:extLst>
                    <a:ext uri="{FF2B5EF4-FFF2-40B4-BE49-F238E27FC236}">
                      <ns2:creationId id="{C488F727-CC12-B64F-883C-26BB686248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7234629" y="4620691"/>
                  <a:ext cx="293770" cy="293770"/>
                </a:xfrm>
                <a:prstGeom prst="rect">
                  <a:avLst/>
                </a:prstGeom>
              </p:spPr>
            </p:pic>
          </p:grpSp>
          <p:grpSp>
            <p:nvGrpSpPr>
              <p:cNvPr id="112" name="グループ化 111">
                <a:extLst>
                  <a:ext uri="{FF2B5EF4-FFF2-40B4-BE49-F238E27FC236}">
                    <ns2:creationId id="{E8FFAAFF-39FF-2D7C-1C72-285F9737BA58}"/>
                  </a:ext>
                </a:extLst>
              </p:cNvPr>
              <p:cNvGrpSpPr/>
              <p:nvPr/>
            </p:nvGrpSpPr>
            <p:grpSpPr>
              <a:xfrm>
                <a:off x="1714205" y="2052414"/>
                <a:ext cx="1620000" cy="324000"/>
                <a:chOff x="-2252987" y="3354113"/>
                <a:chExt cx="1620000" cy="324000"/>
              </a:xfrm>
            </p:grpSpPr>
            <p:pic>
              <p:nvPicPr>
                <p:cNvPr id="38" name="グラフィックス 37" descr="事業の成長 単色塗りつぶし">
                  <a:extLst>
                    <a:ext uri="{FF2B5EF4-FFF2-40B4-BE49-F238E27FC236}">
                      <ns2:creationId id="{ACF5BD24-EBC2-12A6-6B9C-9F037ADCEC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2252987" y="3354113"/>
                  <a:ext cx="324000" cy="324000"/>
                </a:xfrm>
                <a:prstGeom prst="rect">
                  <a:avLst/>
                </a:prstGeom>
              </p:spPr>
            </p:pic>
            <p:sp>
              <p:nvSpPr>
                <p:cNvPr id="105" name="テキスト ボックス 104">
                  <a:extLst>
                    <a:ext uri="{FF2B5EF4-FFF2-40B4-BE49-F238E27FC236}">
                      <ns2:creationId id="{C9B0DA43-EF3D-6743-9416-BD7995344E6C}"/>
                    </a:ext>
                  </a:extLst>
                </p:cNvPr>
                <p:cNvSpPr txBox="1"/>
                <p:nvPr/>
              </p:nvSpPr>
              <p:spPr>
                <a:xfrm>
                  <a:off x="-1928987" y="3354113"/>
                  <a:ext cx="1296000" cy="32400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5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50A28D5D-EDE6-51C0-8C4A-A9E304A3359D}"/>
                  </a:ext>
                </a:extLst>
              </p:cNvPr>
              <p:cNvGrpSpPr/>
              <p:nvPr/>
            </p:nvGrpSpPr>
            <p:grpSpPr>
              <a:xfrm>
                <a:off x="334963" y="2002747"/>
                <a:ext cx="4306485" cy="2088000"/>
                <a:chOff x="334963" y="2002747"/>
                <a:chExt cx="4306485" cy="2088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C22D698F-60B9-802E-CDE8-0886CB68B027}"/>
                    </a:ext>
                  </a:extLst>
                </p:cNvPr>
                <p:cNvSpPr/>
                <p:nvPr/>
              </p:nvSpPr>
              <p:spPr>
                <a:xfrm>
                  <a:off x="334963" y="2002747"/>
                  <a:ext cx="4306485" cy="20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165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kumimoji="1" lang="ja-JP" altLang="en-US" sz="1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AB62DE65-0E5C-FE1B-8D78-770B94F7C254}"/>
                    </a:ext>
                  </a:extLst>
                </p:cNvPr>
                <p:cNvSpPr/>
                <p:nvPr/>
              </p:nvSpPr>
              <p:spPr>
                <a:xfrm>
                  <a:off x="334963" y="2002748"/>
                  <a:ext cx="576000" cy="252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6" name="直角三角形 105">
                  <a:extLst>
                    <a:ext uri="{FF2B5EF4-FFF2-40B4-BE49-F238E27FC236}">
                      <ns2:creationId id="{417B707E-52BA-6B5D-14F6-B1A78B487B97}"/>
                    </a:ext>
                  </a:extLst>
                </p:cNvPr>
                <p:cNvSpPr/>
                <p:nvPr/>
              </p:nvSpPr>
              <p:spPr>
                <a:xfrm flipV="1">
                  <a:off x="910963" y="2002748"/>
                  <a:ext cx="180000" cy="252000"/>
                </a:xfrm>
                <a:prstGeom prst="rtTriangle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17" name="グループ化 116">
                <a:extLst>
                  <a:ext uri="{FF2B5EF4-FFF2-40B4-BE49-F238E27FC236}">
                    <ns2:creationId id="{6537C25C-8981-6A46-A3BD-FAAA1EBD69BA}"/>
                  </a:ext>
                </a:extLst>
              </p:cNvPr>
              <p:cNvGrpSpPr/>
              <p:nvPr/>
            </p:nvGrpSpPr>
            <p:grpSpPr>
              <a:xfrm>
                <a:off x="1545005" y="3497366"/>
                <a:ext cx="3096000" cy="541229"/>
                <a:chOff x="1240966" y="3425174"/>
                <a:chExt cx="3096000" cy="541229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ns2:creationId id="{FD148D56-476E-A024-AEA7-C3DB7C3C1494}"/>
                    </a:ext>
                  </a:extLst>
                </p:cNvPr>
                <p:cNvSpPr/>
                <p:nvPr/>
              </p:nvSpPr>
              <p:spPr>
                <a:xfrm>
                  <a:off x="1240966" y="3425174"/>
                  <a:ext cx="3096000" cy="54122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1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ns2:creationId id="{E7FC59A3-C7FF-2BB9-9936-CB406BAA6E20}"/>
                    </a:ext>
                  </a:extLst>
                </p:cNvPr>
                <p:cNvSpPr/>
                <p:nvPr/>
              </p:nvSpPr>
              <p:spPr>
                <a:xfrm>
                  <a:off x="2599763" y="3425174"/>
                  <a:ext cx="1368000" cy="18000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8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000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19" name="直線コネクタ 118">
                <a:extLst>
                  <a:ext uri="{FF2B5EF4-FFF2-40B4-BE49-F238E27FC236}">
                    <ns2:creationId id="{14E19CF1-4255-C2EB-D244-74F1EEB4E6D3}"/>
                  </a:ext>
                </a:extLst>
              </p:cNvPr>
              <p:cNvCxnSpPr/>
              <p:nvPr/>
            </p:nvCxnSpPr>
            <p:spPr>
              <a:xfrm>
                <a:off x="1467465" y="288925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F7F99A9A-740A-E8F5-518E-12AC9EB62985}"/>
                  </a:ext>
                </a:extLst>
              </p:cNvPr>
              <p:cNvCxnSpPr/>
              <p:nvPr/>
            </p:nvCxnSpPr>
            <p:spPr>
              <a:xfrm>
                <a:off x="1467465" y="3497980"/>
                <a:ext cx="0" cy="540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401162DC-4761-973D-E392-663FF0A7988B}"/>
                  </a:ext>
                </a:extLst>
              </p:cNvPr>
              <p:cNvCxnSpPr/>
              <p:nvPr/>
            </p:nvCxnSpPr>
            <p:spPr>
              <a:xfrm flipH="1">
                <a:off x="1179465" y="3160555"/>
                <a:ext cx="288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45F0791E-CA88-E80C-418F-15F99C4CE4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27465" y="3767980"/>
                <a:ext cx="540000" cy="0"/>
              </a:xfrm>
              <a:prstGeom prst="line">
                <a:avLst/>
              </a:prstGeom>
              <a:ln>
                <a:solidFill>
                  <a:srgbClr val="008000"/>
                </a:solidFill>
                <a:headEnd type="none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0" name="グループ化 139">
            <a:extLst>
              <a:ext uri="{FF2B5EF4-FFF2-40B4-BE49-F238E27FC236}">
                <ns2:creationId id="{F52C130C-E303-8261-4DC3-6D9A35340630}"/>
              </a:ext>
            </a:extLst>
          </p:cNvPr>
          <p:cNvGrpSpPr/>
          <p:nvPr/>
        </p:nvGrpSpPr>
        <p:grpSpPr>
          <a:xfrm>
            <a:off x="5068545" y="2002748"/>
            <a:ext cx="6788625" cy="4301174"/>
            <a:chOff x="5068545" y="2002748"/>
            <a:chExt cx="6788625" cy="4301174"/>
          </a:xfrm>
        </p:grpSpPr>
        <p:sp>
          <p:nvSpPr>
            <p:cNvPr id="10" name="正方形/長方形 9">
              <a:extLst>
                <a:ext uri="{FF2B5EF4-FFF2-40B4-BE49-F238E27FC236}">
                  <ns2:creationId id="{60C85A8F-89B0-E232-A9B2-E67BCB3FD6CD}"/>
                </a:ext>
              </a:extLst>
            </p:cNvPr>
            <p:cNvSpPr/>
            <p:nvPr/>
          </p:nvSpPr>
          <p:spPr>
            <a:xfrm>
              <a:off x="5068545" y="2002748"/>
              <a:ext cx="6788492" cy="43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(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AI</a:t>
              </a:r>
              <a:r>
                <a:rPr lang="ja-JP" altLang="en-US" sz="1500" dirty="0">
                  <a:latin typeface="+mn-ea"/>
                </a:rPr>
                <a:t>XX</a:t>
              </a:r>
              <a:r>
                <a:rPr lang="en-US" altLang="ja-JP" sz="1500" dirty="0">
                  <a:latin typeface="+mn-ea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CB11B0CB-A7F5-EE50-DCB5-6ED5111E9E0E}"/>
                </a:ext>
              </a:extLst>
            </p:cNvPr>
            <p:cNvGrpSpPr/>
            <p:nvPr/>
          </p:nvGrpSpPr>
          <p:grpSpPr>
            <a:xfrm>
              <a:off x="6579569" y="2508494"/>
              <a:ext cx="5277600" cy="1224000"/>
              <a:chOff x="6579570" y="2508494"/>
              <a:chExt cx="5277600" cy="1224000"/>
            </a:xfrm>
          </p:grpSpPr>
          <p:sp>
            <p:nvSpPr>
              <p:cNvPr id="56" name="正方形/長方形 55">
                <a:extLst>
                  <a:ext uri="{FF2B5EF4-FFF2-40B4-BE49-F238E27FC236}">
                    <ns2:creationId id="{D9F33EF1-C667-058B-F074-88D06F3D93CC}"/>
                  </a:ext>
                </a:extLst>
              </p:cNvPr>
              <p:cNvSpPr/>
              <p:nvPr/>
            </p:nvSpPr>
            <p:spPr>
              <a:xfrm>
                <a:off x="6579703" y="2508494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5F984B4D-F5EC-6AD9-BF20-A2121FE4FD73}"/>
                  </a:ext>
                </a:extLst>
              </p:cNvPr>
              <p:cNvSpPr/>
              <p:nvPr/>
            </p:nvSpPr>
            <p:spPr>
              <a:xfrm>
                <a:off x="6579570" y="2757913"/>
                <a:ext cx="5277600" cy="9694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buClr>
                    <a:srgbClr val="008000"/>
                  </a:buClr>
                  <a:buFont typeface="Meiryo UI" panose="020B0604030504040204" pitchFamily="34" charset="-128"/>
                  <a:buChar char="▶"/>
                </a:pP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六角形 14">
              <a:extLst>
                <a:ext uri="{FF2B5EF4-FFF2-40B4-BE49-F238E27FC236}">
                  <ns2:creationId id="{CE18BA2F-7FDF-5AFD-D913-867CBFFA16A7}"/>
                </a:ext>
              </a:extLst>
            </p:cNvPr>
            <p:cNvSpPr/>
            <p:nvPr/>
          </p:nvSpPr>
          <p:spPr>
            <a:xfrm>
              <a:off x="5188353" y="2573168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楕円 17">
              <a:extLst>
                <a:ext uri="{FF2B5EF4-FFF2-40B4-BE49-F238E27FC236}">
                  <ns2:creationId id="{92386597-DD68-15A9-5D33-94685AE4D797}"/>
                </a:ext>
              </a:extLst>
            </p:cNvPr>
            <p:cNvSpPr/>
            <p:nvPr/>
          </p:nvSpPr>
          <p:spPr>
            <a:xfrm>
              <a:off x="5125695" y="2573620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6" name="グラフィックス 75" descr="人工知能 単色塗りつぶし">
              <a:extLst>
                <a:ext uri="{FF2B5EF4-FFF2-40B4-BE49-F238E27FC236}">
                  <ns2:creationId id="{1C1D3796-5B03-7D55-1CCE-B3D850997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3160555"/>
              <a:ext cx="437671" cy="437671"/>
            </a:xfrm>
            <a:prstGeom prst="rect">
              <a:avLst/>
            </a:prstGeom>
          </p:spPr>
        </p:pic>
        <p:sp>
          <p:nvSpPr>
            <p:cNvPr id="16" name="六角形 15">
              <a:extLst>
                <a:ext uri="{FF2B5EF4-FFF2-40B4-BE49-F238E27FC236}">
                  <ns2:creationId id="{C4451D22-6087-2EF1-2695-C54830B3C4D9}"/>
                </a:ext>
              </a:extLst>
            </p:cNvPr>
            <p:cNvSpPr/>
            <p:nvPr/>
          </p:nvSpPr>
          <p:spPr>
            <a:xfrm>
              <a:off x="5188353" y="3858882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楕円 18">
              <a:extLst>
                <a:ext uri="{FF2B5EF4-FFF2-40B4-BE49-F238E27FC236}">
                  <ns2:creationId id="{D455F9EE-7ADB-9066-A503-61A448789F2B}"/>
                </a:ext>
              </a:extLst>
            </p:cNvPr>
            <p:cNvSpPr/>
            <p:nvPr/>
          </p:nvSpPr>
          <p:spPr>
            <a:xfrm>
              <a:off x="5125695" y="3862934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7" name="グラフィックス 76" descr="人工知能 単色塗りつぶし">
              <a:extLst>
                <a:ext uri="{FF2B5EF4-FFF2-40B4-BE49-F238E27FC236}">
                  <ns2:creationId id="{78F166DC-4FAD-28C0-EC48-98EFA469A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4459915"/>
              <a:ext cx="437671" cy="437671"/>
            </a:xfrm>
            <a:prstGeom prst="rect">
              <a:avLst/>
            </a:prstGeom>
          </p:spPr>
        </p:pic>
        <p:sp>
          <p:nvSpPr>
            <p:cNvPr id="17" name="六角形 16">
              <a:extLst>
                <a:ext uri="{FF2B5EF4-FFF2-40B4-BE49-F238E27FC236}">
                  <ns2:creationId id="{DDC897D9-4115-76FE-B102-2774A3E6F361}"/>
                </a:ext>
              </a:extLst>
            </p:cNvPr>
            <p:cNvSpPr/>
            <p:nvPr/>
          </p:nvSpPr>
          <p:spPr>
            <a:xfrm>
              <a:off x="5188353" y="5144596"/>
              <a:ext cx="1260833" cy="1094652"/>
            </a:xfrm>
            <a:prstGeom prst="hexagon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楕円 19">
              <a:extLst>
                <a:ext uri="{FF2B5EF4-FFF2-40B4-BE49-F238E27FC236}">
                  <ns2:creationId id="{AC079A18-F514-E989-883D-3F15C47CCB98}"/>
                </a:ext>
              </a:extLst>
            </p:cNvPr>
            <p:cNvSpPr/>
            <p:nvPr/>
          </p:nvSpPr>
          <p:spPr>
            <a:xfrm>
              <a:off x="5125695" y="5151552"/>
              <a:ext cx="283347" cy="28334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人工知能 単色塗りつぶし">
              <a:extLst>
                <a:ext uri="{FF2B5EF4-FFF2-40B4-BE49-F238E27FC236}">
                  <ns2:creationId id="{8D342DE8-A9AC-CF4F-A4FD-95B375B5E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96812" y="5759275"/>
              <a:ext cx="437671" cy="437671"/>
            </a:xfrm>
            <a:prstGeom prst="rect">
              <a:avLst/>
            </a:prstGeom>
          </p:spPr>
        </p:pic>
        <p:grpSp>
          <p:nvGrpSpPr>
            <p:cNvPr id="62" name="グループ化 61">
              <a:extLst>
                <a:ext uri="{FF2B5EF4-FFF2-40B4-BE49-F238E27FC236}">
                  <ns2:creationId id="{F3D90ADB-D3D4-D3F7-0CD5-7D5364B6A977}"/>
                </a:ext>
              </a:extLst>
            </p:cNvPr>
            <p:cNvGrpSpPr/>
            <p:nvPr/>
          </p:nvGrpSpPr>
          <p:grpSpPr>
            <a:xfrm>
              <a:off x="6579570" y="5079922"/>
              <a:ext cx="5277600" cy="1224000"/>
              <a:chOff x="6579570" y="5079922"/>
              <a:chExt cx="5277600" cy="1224000"/>
            </a:xfrm>
          </p:grpSpPr>
          <p:sp>
            <p:nvSpPr>
              <p:cNvPr id="60" name="正方形/長方形 59">
                <a:extLst>
                  <a:ext uri="{FF2B5EF4-FFF2-40B4-BE49-F238E27FC236}">
                    <ns2:creationId id="{F73F7D2C-C06D-AF80-748E-CADCEFF1F3ED}"/>
                  </a:ext>
                </a:extLst>
              </p:cNvPr>
              <p:cNvSpPr/>
              <p:nvPr/>
            </p:nvSpPr>
            <p:spPr>
              <a:xfrm>
                <a:off x="6579703" y="5079922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CC084C9F-736F-C480-E03D-05B767C48DB2}"/>
                  </a:ext>
                </a:extLst>
              </p:cNvPr>
              <p:cNvSpPr/>
              <p:nvPr/>
            </p:nvSpPr>
            <p:spPr>
              <a:xfrm>
                <a:off x="6579570" y="5355481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三角形 60">
                <a:extLst>
                  <a:ext uri="{FF2B5EF4-FFF2-40B4-BE49-F238E27FC236}">
                    <ns2:creationId id="{78A42193-3B79-4B1F-F5DF-2C8F7AFE00CD}"/>
                  </a:ext>
                </a:extLst>
              </p:cNvPr>
              <p:cNvSpPr/>
              <p:nvPr/>
            </p:nvSpPr>
            <p:spPr>
              <a:xfrm rot="10800000">
                <a:off x="8858370" y="5567507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ns5:AlternateContent>
            <ns5:Choice Requires="p14">
              <p:contentPart ns6:bwMode="auto" r:id="rId7">
                <ns6:nvContentPartPr>
                  <ns6:cNvPr id="74" name="インク 73">
                    <a:extLst>
                      <a:ext uri="{FF2B5EF4-FFF2-40B4-BE49-F238E27FC236}">
                        <ns2:creationId id="{2282561A-B032-D387-C6D4-3E5CE7A0C26F}"/>
                      </a:ext>
                    </a:extLst>
                  </ns6:cNvPr>
                  <ns6:cNvContentPartPr/>
                  <ns6:nvPr/>
                </ns6:nvContentPartPr>
                <ns6:xfrm>
                  <a:off x="8985620" y="5445390"/>
                  <a:ext cx="360" cy="360"/>
                </ns6:xfrm>
              </p:contentPart>
            </ns5:Choice>
            <ns5:Fallback>
              <p:pic>
                <p:nvPicPr>
                  <p:cNvPr id="74" name="インク 73">
                    <a:extLst>
                      <a:ext uri="{FF2B5EF4-FFF2-40B4-BE49-F238E27FC236}">
                        <ns2:creationId id="{2282561A-B032-D387-C6D4-3E5CE7A0C26F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980940" y="5440710"/>
                    <a:ext cx="9360" cy="9360"/>
                  </a:xfrm>
                  <a:prstGeom prst="rect">
                    <a:avLst/>
                  </a:prstGeom>
                </p:spPr>
              </p:pic>
            </ns5:Fallback>
          </ns5:AlternateContent>
          <p:sp>
            <p:nvSpPr>
              <p:cNvPr id="37" name="正方形/長方形 36">
                <a:extLst>
                  <a:ext uri="{FF2B5EF4-FFF2-40B4-BE49-F238E27FC236}">
                    <ns2:creationId id="{CFF9745D-F73A-DBB5-298F-89D1ACF00A66}"/>
                  </a:ext>
                </a:extLst>
              </p:cNvPr>
              <p:cNvSpPr/>
              <p:nvPr/>
            </p:nvSpPr>
            <p:spPr>
              <a:xfrm>
                <a:off x="6579570" y="5761950"/>
                <a:ext cx="5277600" cy="48474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72000" bIns="0" numCol="1" spcCol="0" rtlCol="0" fromWordArt="0" anchor="ctr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ns2:creationId id="{CDD962E7-50BF-57F0-F958-B9949525A21B}"/>
                </a:ext>
              </a:extLst>
            </p:cNvPr>
            <p:cNvGrpSpPr/>
            <p:nvPr/>
          </p:nvGrpSpPr>
          <p:grpSpPr>
            <a:xfrm>
              <a:off x="6579569" y="3794208"/>
              <a:ext cx="5277600" cy="1224000"/>
              <a:chOff x="6579569" y="3794208"/>
              <a:chExt cx="5277600" cy="1224000"/>
            </a:xfrm>
          </p:grpSpPr>
          <p:sp>
            <p:nvSpPr>
              <p:cNvPr id="59" name="正方形/長方形 58">
                <a:extLst>
                  <a:ext uri="{FF2B5EF4-FFF2-40B4-BE49-F238E27FC236}">
                    <ns2:creationId id="{155F8C6C-F565-D470-AA10-FEC3ACE0D891}"/>
                  </a:ext>
                </a:extLst>
              </p:cNvPr>
              <p:cNvSpPr/>
              <p:nvPr/>
            </p:nvSpPr>
            <p:spPr>
              <a:xfrm>
                <a:off x="6579702" y="3794208"/>
                <a:ext cx="5277334" cy="12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9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AC8C4B59-BF9D-C09F-1254-B39E871D74EC}"/>
                  </a:ext>
                </a:extLst>
              </p:cNvPr>
              <p:cNvSpPr/>
              <p:nvPr/>
            </p:nvSpPr>
            <p:spPr>
              <a:xfrm>
                <a:off x="6579569" y="4821462"/>
                <a:ext cx="5277600" cy="16158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9" name="三角形 60">
                <a:extLst>
                  <a:ext uri="{FF2B5EF4-FFF2-40B4-BE49-F238E27FC236}">
                    <ns2:creationId id="{D61C19E3-D1A3-B175-6225-617F282E2811}"/>
                  </a:ext>
                </a:extLst>
              </p:cNvPr>
              <p:cNvSpPr/>
              <p:nvPr/>
            </p:nvSpPr>
            <p:spPr>
              <a:xfrm rot="10800000">
                <a:off x="8858370" y="4605102"/>
                <a:ext cx="720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62E6E02F-B491-A0AD-ACC6-D3A64D18A6FD}"/>
                  </a:ext>
                </a:extLst>
              </p:cNvPr>
              <p:cNvSpPr txBox="1"/>
              <p:nvPr/>
            </p:nvSpPr>
            <p:spPr>
              <a:xfrm>
                <a:off x="6579569" y="4079828"/>
                <a:ext cx="5277600" cy="498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ts val="9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AI</a:t>
                </a: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 panose="020B0604030504040204" pitchFamily="50" charset="-128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Char char="n"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68" name="直線コネクタ 67">
              <a:extLst>
                <a:ext uri="{FF2B5EF4-FFF2-40B4-BE49-F238E27FC236}">
                  <ns2:creationId id="{1C814F87-4067-74A0-FF09-CD49C463D449}"/>
                </a:ext>
              </a:extLst>
            </p:cNvPr>
            <p:cNvCxnSpPr/>
            <p:nvPr/>
          </p:nvCxnSpPr>
          <p:spPr>
            <a:xfrm>
              <a:off x="6579636" y="3763351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ns2:creationId id="{9A2788F4-4A5F-EF7C-E268-ED8D9CA51D59}"/>
                </a:ext>
              </a:extLst>
            </p:cNvPr>
            <p:cNvCxnSpPr/>
            <p:nvPr/>
          </p:nvCxnSpPr>
          <p:spPr>
            <a:xfrm>
              <a:off x="6579636" y="5049065"/>
              <a:ext cx="527746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FB02A6E8-8DC1-F232-9E1E-0023DCAADE16}"/>
                </a:ext>
              </a:extLst>
            </p:cNvPr>
            <p:cNvGrpSpPr/>
            <p:nvPr/>
          </p:nvGrpSpPr>
          <p:grpSpPr>
            <a:xfrm>
              <a:off x="5561780" y="5250794"/>
              <a:ext cx="662564" cy="667325"/>
              <a:chOff x="5561780" y="5250794"/>
              <a:chExt cx="662564" cy="667325"/>
            </a:xfrm>
          </p:grpSpPr>
          <p:sp>
            <p:nvSpPr>
              <p:cNvPr id="81" name="四角形: 角を丸くする 80">
                <a:extLst>
                  <a:ext uri="{FF2B5EF4-FFF2-40B4-BE49-F238E27FC236}">
                    <ns2:creationId id="{C4EDB50D-B22F-4298-9883-4C691F6471B3}"/>
                  </a:ext>
                </a:extLst>
              </p:cNvPr>
              <p:cNvSpPr/>
              <p:nvPr/>
            </p:nvSpPr>
            <p:spPr>
              <a:xfrm>
                <a:off x="5561780" y="525079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二等辺三角形 83">
                <a:extLst>
                  <a:ext uri="{FF2B5EF4-FFF2-40B4-BE49-F238E27FC236}">
                    <ns2:creationId id="{5F56B93D-09D0-D70D-663F-39B8F693FBC4}"/>
                  </a:ext>
                </a:extLst>
              </p:cNvPr>
              <p:cNvSpPr/>
              <p:nvPr/>
            </p:nvSpPr>
            <p:spPr>
              <a:xfrm rot="1500000" flipV="1">
                <a:off x="5782958" y="570211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7" name="グラフィックス 86" descr="リサーチ 単色塗りつぶし">
                <a:extLst>
                  <a:ext uri="{FF2B5EF4-FFF2-40B4-BE49-F238E27FC236}">
                    <ns2:creationId id="{2C0B6D5F-E8EF-1F00-0C4D-2961D52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5713062" y="532503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3DCC74E6-E466-0C2D-AA7B-B46836E832AE}"/>
                </a:ext>
              </a:extLst>
            </p:cNvPr>
            <p:cNvGrpSpPr/>
            <p:nvPr/>
          </p:nvGrpSpPr>
          <p:grpSpPr>
            <a:xfrm>
              <a:off x="5561780" y="3951434"/>
              <a:ext cx="662564" cy="667325"/>
              <a:chOff x="5561780" y="3951434"/>
              <a:chExt cx="662564" cy="667325"/>
            </a:xfrm>
          </p:grpSpPr>
          <p:sp>
            <p:nvSpPr>
              <p:cNvPr id="99" name="四角形: 角を丸くする 98">
                <a:extLst>
                  <a:ext uri="{FF2B5EF4-FFF2-40B4-BE49-F238E27FC236}">
                    <ns2:creationId id="{82AF2EEC-6623-10B0-9A8E-D2AF1010301D}"/>
                  </a:ext>
                </a:extLst>
              </p:cNvPr>
              <p:cNvSpPr/>
              <p:nvPr/>
            </p:nvSpPr>
            <p:spPr>
              <a:xfrm>
                <a:off x="5561780" y="395143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二等辺三角形 99">
                <a:extLst>
                  <a:ext uri="{FF2B5EF4-FFF2-40B4-BE49-F238E27FC236}">
                    <ns2:creationId id="{47B65461-C57D-BE28-8D2A-6891346EB230}"/>
                  </a:ext>
                </a:extLst>
              </p:cNvPr>
              <p:cNvSpPr/>
              <p:nvPr/>
            </p:nvSpPr>
            <p:spPr>
              <a:xfrm rot="1500000" flipV="1">
                <a:off x="5782958" y="440275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3" name="グラフィックス 82" descr="意思決定図 単色塗りつぶし">
                <a:extLst>
                  <a:ext uri="{FF2B5EF4-FFF2-40B4-BE49-F238E27FC236}">
                    <ns2:creationId id="{41204B24-02F8-022C-2495-991FB5771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5713062" y="4025674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C21093F6-6E57-DFAB-013C-E1057D0BB325}"/>
                </a:ext>
              </a:extLst>
            </p:cNvPr>
            <p:cNvGrpSpPr/>
            <p:nvPr/>
          </p:nvGrpSpPr>
          <p:grpSpPr>
            <a:xfrm>
              <a:off x="5561780" y="2652074"/>
              <a:ext cx="662564" cy="667325"/>
              <a:chOff x="5561780" y="2652074"/>
              <a:chExt cx="662564" cy="667325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042BEE0D-BB74-5C5E-F6CF-6D1DF67D23EB}"/>
                  </a:ext>
                </a:extLst>
              </p:cNvPr>
              <p:cNvSpPr/>
              <p:nvPr/>
            </p:nvSpPr>
            <p:spPr>
              <a:xfrm>
                <a:off x="5561780" y="2652074"/>
                <a:ext cx="662564" cy="508481"/>
              </a:xfrm>
              <a:prstGeom prst="roundRect">
                <a:avLst>
                  <a:gd name="adj" fmla="val 14160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二等辺三角形 93">
                <a:extLst>
                  <a:ext uri="{FF2B5EF4-FFF2-40B4-BE49-F238E27FC236}">
                    <ns2:creationId id="{9F96BBA8-BFCF-6F2C-8D0B-17E29565EEB7}"/>
                  </a:ext>
                </a:extLst>
              </p:cNvPr>
              <p:cNvSpPr/>
              <p:nvPr/>
            </p:nvSpPr>
            <p:spPr>
              <a:xfrm rot="1500000" flipV="1">
                <a:off x="5782958" y="3103399"/>
                <a:ext cx="144000" cy="216000"/>
              </a:xfrm>
              <a:prstGeom prst="triangl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1" name="グラフィックス 130" descr="クリップボード 単色塗りつぶし">
                <a:extLst>
                  <a:ext uri="{FF2B5EF4-FFF2-40B4-BE49-F238E27FC236}">
                    <ns2:creationId id="{577BC537-1FDF-63D6-3CBA-78E7A6702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rcRect/>
              <a:stretch/>
            </p:blipFill>
            <p:spPr>
              <a:xfrm>
                <a:off x="5713062" y="2726314"/>
                <a:ext cx="360000" cy="360000"/>
              </a:xfrm>
              <a:prstGeom prst="rect">
                <a:avLst/>
              </a:prstGeom>
            </p:spPr>
          </p:pic>
        </p:grpSp>
        <p:pic>
          <p:nvPicPr>
            <p:cNvPr id="139" name="グラフィックス 138" descr="コンパス 単色塗りつぶし">
              <a:extLst>
                <a:ext uri="{FF2B5EF4-FFF2-40B4-BE49-F238E27FC236}">
                  <ns2:creationId id="{046AC74A-72DA-60A6-DA18-5E08DA2185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6962639" y="200274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2704043198"/>
      </p:ext>
    </p:extLst>
  </p:cSld>
  <p:clrMapOvr>
    <a:masterClrMapping/>
  </p:clrMapOvr>
</p:sld>
</file>

<file path=ppt/slides/slide24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CE9DA4F-9FB5-6C92-0144-8B82562CF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ns2:creationId id="{8A95CAA3-2EAF-AFF4-D483-16A245CFF0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wrap="square" lIns="90000" tIns="45720" rIns="91440" bIns="45720" rtlCol="0">
            <a:noAutofit/>
          </a:bodyPr>
          <a:lstStyle/>
          <a:p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4" name="タイトル 1">
            <a:extLst>
              <a:ext uri="{FF2B5EF4-FFF2-40B4-BE49-F238E27FC236}">
                <ns2:creationId id="{01852FF0-09CF-1CF9-9928-746C1A77C5B6}"/>
              </a:ext>
            </a:extLst>
          </p:cNvPr>
          <p:cNvSpPr txBox="1">
            <a:spLocks/>
          </p:cNvSpPr>
          <p:nvPr/>
        </p:nvSpPr>
        <p:spPr>
          <a:xfrm>
            <a:off x="223045" y="1"/>
            <a:ext cx="11745912" cy="914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kern="1200" baseline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4CC5797B-151A-8CC0-3AB8-ABF5F8CE3DD3}"/>
              </a:ext>
            </a:extLst>
          </p:cNvPr>
          <p:cNvSpPr/>
          <p:nvPr/>
        </p:nvSpPr>
        <p:spPr>
          <a:xfrm>
            <a:off x="340505" y="1900862"/>
            <a:ext cx="504000" cy="12348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KR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1</a:t>
            </a:r>
            <a:endParaRPr kumimoji="1" lang="ja-KR" altLang="en-US" sz="11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テキスト ボックス 15">
            <a:extLst>
              <a:ext uri="{FF2B5EF4-FFF2-40B4-BE49-F238E27FC236}">
                <ns2:creationId id="{E697CFCB-DC6A-5060-6E22-54BCC7A0B473}"/>
              </a:ext>
            </a:extLst>
          </p:cNvPr>
          <p:cNvSpPr txBox="1"/>
          <p:nvPr/>
        </p:nvSpPr>
        <p:spPr>
          <a:xfrm>
            <a:off x="882149" y="1621898"/>
            <a:ext cx="2088000" cy="251579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JP" altLang="ja-KR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KR" altLang="ja-KR" sz="1100" b="1" i="0" u="none" strike="noStrike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23" name="直線コネクタ 16">
            <a:extLst>
              <a:ext uri="{FF2B5EF4-FFF2-40B4-BE49-F238E27FC236}">
                <ns2:creationId id="{E9A30DD0-5A1F-5394-84F8-718424BF646C}"/>
              </a:ext>
            </a:extLst>
          </p:cNvPr>
          <p:cNvCxnSpPr>
            <a:cxnSpLocks/>
          </p:cNvCxnSpPr>
          <p:nvPr/>
        </p:nvCxnSpPr>
        <p:spPr>
          <a:xfrm>
            <a:off x="882149" y="1873478"/>
            <a:ext cx="2088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15">
            <a:extLst>
              <a:ext uri="{FF2B5EF4-FFF2-40B4-BE49-F238E27FC236}">
                <ns2:creationId id="{833BFE15-5AFB-1483-65BF-77B6DC881937}"/>
              </a:ext>
            </a:extLst>
          </p:cNvPr>
          <p:cNvSpPr txBox="1"/>
          <p:nvPr/>
        </p:nvSpPr>
        <p:spPr>
          <a:xfrm>
            <a:off x="340505" y="1621897"/>
            <a:ext cx="504000" cy="2515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100" b="1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92" name="直線コネクタ 16">
            <a:extLst>
              <a:ext uri="{FF2B5EF4-FFF2-40B4-BE49-F238E27FC236}">
                <ns2:creationId id="{0F58BB96-CEC1-E13D-69A4-954A9FEF6A9F}"/>
              </a:ext>
            </a:extLst>
          </p:cNvPr>
          <p:cNvCxnSpPr>
            <a:cxnSpLocks/>
          </p:cNvCxnSpPr>
          <p:nvPr/>
        </p:nvCxnSpPr>
        <p:spPr>
          <a:xfrm>
            <a:off x="340505" y="1873479"/>
            <a:ext cx="50400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テキスト ボックス 15">
            <a:extLst>
              <a:ext uri="{FF2B5EF4-FFF2-40B4-BE49-F238E27FC236}">
                <ns2:creationId id="{817200ED-97FF-91D8-4F9C-E3FF220483FA}"/>
              </a:ext>
            </a:extLst>
          </p:cNvPr>
          <p:cNvSpPr txBox="1"/>
          <p:nvPr/>
        </p:nvSpPr>
        <p:spPr>
          <a:xfrm>
            <a:off x="3012840" y="1621898"/>
            <a:ext cx="3083160" cy="251579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KR" altLang="en-US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KR" altLang="ja-KR" sz="1100" b="1" i="0" u="none" strike="noStrike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98" name="直線コネクタ 16">
            <a:extLst>
              <a:ext uri="{FF2B5EF4-FFF2-40B4-BE49-F238E27FC236}">
                <ns2:creationId id="{85676898-5F21-7B93-1DED-39C1D0FA4F77}"/>
              </a:ext>
            </a:extLst>
          </p:cNvPr>
          <p:cNvCxnSpPr>
            <a:cxnSpLocks/>
          </p:cNvCxnSpPr>
          <p:nvPr/>
        </p:nvCxnSpPr>
        <p:spPr>
          <a:xfrm>
            <a:off x="3012839" y="1873478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15">
            <a:extLst>
              <a:ext uri="{FF2B5EF4-FFF2-40B4-BE49-F238E27FC236}">
                <ns2:creationId id="{91CD154E-892F-62AF-B6C3-B70B5E626869}"/>
              </a:ext>
            </a:extLst>
          </p:cNvPr>
          <p:cNvSpPr txBox="1"/>
          <p:nvPr/>
        </p:nvSpPr>
        <p:spPr>
          <a:xfrm>
            <a:off x="6133387" y="1623187"/>
            <a:ext cx="5723098" cy="251578"/>
          </a:xfrm>
          <a:prstGeom prst="rect">
            <a:avLst/>
          </a:prstGeom>
          <a:noFill/>
        </p:spPr>
        <p:txBody>
          <a:bodyPr wrap="none" lIns="36000" tIns="36000" rIns="36000" bIns="36000" rtlCol="0" anchor="b">
            <a:noAutofit/>
          </a:bodyPr>
          <a:lstStyle/>
          <a:p>
            <a:pPr marL="0" algn="ctr" rtl="0" eaLnBrk="1" fontAlgn="ctr" latinLnBrk="0" hangingPunct="1"/>
            <a:r>
              <a:rPr kumimoji="1" lang="ja-JP" altLang="en-US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kumimoji="1" lang="ja-JP" altLang="en-US" sz="1100" b="1" i="0" u="none" strike="noStrike" kern="120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" altLang="ja-KR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KR" sz="1100" b="1" i="0" u="none" strike="noStrike" kern="1200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endParaRPr kumimoji="1" lang="ja-KR" altLang="en" sz="1100" b="1" i="0" u="none" strike="noStrike" kern="12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00" name="直線コネクタ 16">
            <a:extLst>
              <a:ext uri="{FF2B5EF4-FFF2-40B4-BE49-F238E27FC236}">
                <ns2:creationId id="{D509B3A9-5F29-3FCA-ADBD-ABD6C55EA9CB}"/>
              </a:ext>
            </a:extLst>
          </p:cNvPr>
          <p:cNvCxnSpPr>
            <a:cxnSpLocks/>
          </p:cNvCxnSpPr>
          <p:nvPr/>
        </p:nvCxnSpPr>
        <p:spPr>
          <a:xfrm>
            <a:off x="6133386" y="1874765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正方形/長方形 114">
            <a:extLst>
              <a:ext uri="{FF2B5EF4-FFF2-40B4-BE49-F238E27FC236}">
                <ns2:creationId id="{D8B1E846-3196-BDFC-4E4A-05BF97ED88C2}"/>
              </a:ext>
            </a:extLst>
          </p:cNvPr>
          <p:cNvSpPr/>
          <p:nvPr/>
        </p:nvSpPr>
        <p:spPr>
          <a:xfrm>
            <a:off x="882149" y="1901122"/>
            <a:ext cx="2088000" cy="12348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bg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17" name="正方形/長方形 116">
            <a:extLst>
              <a:ext uri="{FF2B5EF4-FFF2-40B4-BE49-F238E27FC236}">
                <ns2:creationId id="{8645B97C-8802-A7B1-7CF5-DC0D442D6374}"/>
              </a:ext>
            </a:extLst>
          </p:cNvPr>
          <p:cNvSpPr/>
          <p:nvPr/>
        </p:nvSpPr>
        <p:spPr>
          <a:xfrm>
            <a:off x="6133387" y="1900862"/>
            <a:ext cx="5723098" cy="12348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447675" lvl="4" indent="-184150">
              <a:buClr>
                <a:srgbClr val="008000"/>
              </a:buClr>
              <a:buFont typeface="Wingdings" pitchFamily="2" charset="2"/>
              <a:buChar char="Ø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 </a:t>
            </a:r>
          </a:p>
          <a:p>
            <a:pPr marL="447675" lvl="4" indent="-184150">
              <a:buClr>
                <a:srgbClr val="008000"/>
              </a:buClr>
              <a:buFont typeface="Wingdings" pitchFamily="2" charset="2"/>
              <a:buChar char="Ø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 </a:t>
            </a:r>
          </a:p>
          <a:p>
            <a:pPr marL="447675" lvl="4" indent="-184150">
              <a:buClr>
                <a:srgbClr val="008000"/>
              </a:buClr>
              <a:buFont typeface="Wingdings" pitchFamily="2" charset="2"/>
              <a:buChar char="Ø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  </a:t>
            </a:r>
          </a:p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3" name="正方形/長方形 122">
            <a:extLst>
              <a:ext uri="{FF2B5EF4-FFF2-40B4-BE49-F238E27FC236}">
                <ns2:creationId id="{53367616-1491-0513-B876-9A84DF36578A}"/>
              </a:ext>
            </a:extLst>
          </p:cNvPr>
          <p:cNvSpPr/>
          <p:nvPr/>
        </p:nvSpPr>
        <p:spPr>
          <a:xfrm>
            <a:off x="3012840" y="1900862"/>
            <a:ext cx="3083160" cy="12348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24" name="直線コネクタ 123">
            <a:extLst>
              <a:ext uri="{FF2B5EF4-FFF2-40B4-BE49-F238E27FC236}">
                <ns2:creationId id="{662E6BA2-E107-77E5-AAB7-0A553500A324}"/>
              </a:ext>
            </a:extLst>
          </p:cNvPr>
          <p:cNvCxnSpPr>
            <a:cxnSpLocks/>
          </p:cNvCxnSpPr>
          <p:nvPr/>
        </p:nvCxnSpPr>
        <p:spPr>
          <a:xfrm>
            <a:off x="3012839" y="3156830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コネクタ 126">
            <a:extLst>
              <a:ext uri="{FF2B5EF4-FFF2-40B4-BE49-F238E27FC236}">
                <ns2:creationId id="{749FFEA7-F3D7-4579-1D83-8A75A0C3933B}"/>
              </a:ext>
            </a:extLst>
          </p:cNvPr>
          <p:cNvCxnSpPr>
            <a:cxnSpLocks/>
          </p:cNvCxnSpPr>
          <p:nvPr/>
        </p:nvCxnSpPr>
        <p:spPr>
          <a:xfrm>
            <a:off x="6133386" y="3156830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正方形/長方形 129">
            <a:extLst>
              <a:ext uri="{FF2B5EF4-FFF2-40B4-BE49-F238E27FC236}">
                <ns2:creationId id="{CC5D694B-760D-87CA-1147-7FD25257DFE0}"/>
              </a:ext>
            </a:extLst>
          </p:cNvPr>
          <p:cNvSpPr/>
          <p:nvPr/>
        </p:nvSpPr>
        <p:spPr>
          <a:xfrm>
            <a:off x="340505" y="3178480"/>
            <a:ext cx="504000" cy="412121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KR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endParaRPr kumimoji="1" lang="ja-KR" altLang="en-US" sz="1100" b="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ns2:creationId id="{9ADD8D4A-21ED-9D0B-E49B-CFD13300BC4B}"/>
              </a:ext>
            </a:extLst>
          </p:cNvPr>
          <p:cNvSpPr/>
          <p:nvPr/>
        </p:nvSpPr>
        <p:spPr>
          <a:xfrm>
            <a:off x="882149" y="3177998"/>
            <a:ext cx="2088000" cy="414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>
              <a:solidFill>
                <a:schemeClr val="bg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50A4720C-BBE7-C895-DFF5-2C68294A243F}"/>
              </a:ext>
            </a:extLst>
          </p:cNvPr>
          <p:cNvSpPr/>
          <p:nvPr/>
        </p:nvSpPr>
        <p:spPr>
          <a:xfrm>
            <a:off x="3012840" y="3177998"/>
            <a:ext cx="3083160" cy="41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KR" sz="11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A6B464D0-36B1-9C4F-88A5-072DFF896A04}"/>
              </a:ext>
            </a:extLst>
          </p:cNvPr>
          <p:cNvSpPr/>
          <p:nvPr/>
        </p:nvSpPr>
        <p:spPr>
          <a:xfrm>
            <a:off x="6133387" y="3177998"/>
            <a:ext cx="5723098" cy="41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34" name="直線コネクタ 133">
            <a:extLst>
              <a:ext uri="{FF2B5EF4-FFF2-40B4-BE49-F238E27FC236}">
                <ns2:creationId id="{9E12D043-5191-D840-39B0-1EE97A2A2C56}"/>
              </a:ext>
            </a:extLst>
          </p:cNvPr>
          <p:cNvCxnSpPr>
            <a:cxnSpLocks/>
          </p:cNvCxnSpPr>
          <p:nvPr/>
        </p:nvCxnSpPr>
        <p:spPr>
          <a:xfrm>
            <a:off x="3012839" y="3613166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線コネクタ 134">
            <a:extLst>
              <a:ext uri="{FF2B5EF4-FFF2-40B4-BE49-F238E27FC236}">
                <ns2:creationId id="{14F0DD8E-8A17-3A1A-D155-29D8DD9EE8B1}"/>
              </a:ext>
            </a:extLst>
          </p:cNvPr>
          <p:cNvCxnSpPr>
            <a:cxnSpLocks/>
          </p:cNvCxnSpPr>
          <p:nvPr/>
        </p:nvCxnSpPr>
        <p:spPr>
          <a:xfrm>
            <a:off x="6133386" y="3613166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正方形/長方形 136">
            <a:extLst>
              <a:ext uri="{FF2B5EF4-FFF2-40B4-BE49-F238E27FC236}">
                <ns2:creationId id="{D35DC0E9-6613-FDBD-3AB6-487D90307B4F}"/>
              </a:ext>
            </a:extLst>
          </p:cNvPr>
          <p:cNvSpPr>
            <a:spLocks/>
          </p:cNvSpPr>
          <p:nvPr/>
        </p:nvSpPr>
        <p:spPr>
          <a:xfrm>
            <a:off x="882149" y="3634334"/>
            <a:ext cx="2088000" cy="3744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8" name="正方形/長方形 137">
            <a:extLst>
              <a:ext uri="{FF2B5EF4-FFF2-40B4-BE49-F238E27FC236}">
                <ns2:creationId id="{05F33E27-54CE-832B-2AA2-92962C044A5B}"/>
              </a:ext>
            </a:extLst>
          </p:cNvPr>
          <p:cNvSpPr/>
          <p:nvPr/>
        </p:nvSpPr>
        <p:spPr>
          <a:xfrm>
            <a:off x="3012840" y="3634334"/>
            <a:ext cx="3083160" cy="374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39" name="正方形/長方形 138">
            <a:extLst>
              <a:ext uri="{FF2B5EF4-FFF2-40B4-BE49-F238E27FC236}">
                <ns2:creationId id="{0751FCFB-2333-C915-7A67-81CA1DFA1833}"/>
              </a:ext>
            </a:extLst>
          </p:cNvPr>
          <p:cNvSpPr/>
          <p:nvPr/>
        </p:nvSpPr>
        <p:spPr>
          <a:xfrm>
            <a:off x="6133387" y="3634334"/>
            <a:ext cx="5723098" cy="3744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25413" algn="l"/>
              </a:tabLst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74625">
              <a:buClr>
                <a:srgbClr val="008000"/>
              </a:buClr>
              <a:buFont typeface="Arial" panose="020B0604020202020204" pitchFamily="34" charset="0"/>
              <a:buChar char="•"/>
              <a:tabLst>
                <a:tab pos="125413" algn="l"/>
              </a:tabLst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41" name="正方形/長方形 140">
            <a:extLst>
              <a:ext uri="{FF2B5EF4-FFF2-40B4-BE49-F238E27FC236}">
                <ns2:creationId id="{D2C6818F-E2FF-0DDE-C0AA-0F31DC029D17}"/>
              </a:ext>
            </a:extLst>
          </p:cNvPr>
          <p:cNvSpPr>
            <a:spLocks/>
          </p:cNvSpPr>
          <p:nvPr/>
        </p:nvSpPr>
        <p:spPr>
          <a:xfrm>
            <a:off x="340505" y="3633419"/>
            <a:ext cx="504000" cy="3744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148E7BD2-E626-18C9-75FA-39AF2D8AE83B}"/>
              </a:ext>
            </a:extLst>
          </p:cNvPr>
          <p:cNvSpPr>
            <a:spLocks/>
          </p:cNvSpPr>
          <p:nvPr/>
        </p:nvSpPr>
        <p:spPr>
          <a:xfrm>
            <a:off x="883745" y="4051070"/>
            <a:ext cx="2088000" cy="8316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chemeClr val="bg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43" name="正方形/長方形 142">
            <a:extLst>
              <a:ext uri="{FF2B5EF4-FFF2-40B4-BE49-F238E27FC236}">
                <ns2:creationId id="{AE281FCC-A7F5-533D-05CB-23BA78BCB023}"/>
              </a:ext>
            </a:extLst>
          </p:cNvPr>
          <p:cNvSpPr>
            <a:spLocks/>
          </p:cNvSpPr>
          <p:nvPr/>
        </p:nvSpPr>
        <p:spPr>
          <a:xfrm>
            <a:off x="340505" y="4050637"/>
            <a:ext cx="504000" cy="8316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4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cxnSp>
        <p:nvCxnSpPr>
          <p:cNvPr id="144" name="直線コネクタ 143">
            <a:extLst>
              <a:ext uri="{FF2B5EF4-FFF2-40B4-BE49-F238E27FC236}">
                <ns2:creationId id="{7218FAA0-8EC7-B9D4-8F8F-FD8BCEEB61F6}"/>
              </a:ext>
            </a:extLst>
          </p:cNvPr>
          <p:cNvCxnSpPr>
            <a:cxnSpLocks/>
          </p:cNvCxnSpPr>
          <p:nvPr/>
        </p:nvCxnSpPr>
        <p:spPr>
          <a:xfrm>
            <a:off x="3012839" y="4029902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正方形/長方形 144">
            <a:extLst>
              <a:ext uri="{FF2B5EF4-FFF2-40B4-BE49-F238E27FC236}">
                <ns2:creationId id="{1D9E3E6A-E331-85DE-5AC4-E1A28C80E228}"/>
              </a:ext>
            </a:extLst>
          </p:cNvPr>
          <p:cNvSpPr/>
          <p:nvPr/>
        </p:nvSpPr>
        <p:spPr>
          <a:xfrm>
            <a:off x="3010986" y="4051070"/>
            <a:ext cx="3083160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46" name="直線コネクタ 145">
            <a:extLst>
              <a:ext uri="{FF2B5EF4-FFF2-40B4-BE49-F238E27FC236}">
                <ns2:creationId id="{DA10A318-9240-DC79-CF76-A5BB8D3344DE}"/>
              </a:ext>
            </a:extLst>
          </p:cNvPr>
          <p:cNvCxnSpPr>
            <a:cxnSpLocks/>
          </p:cNvCxnSpPr>
          <p:nvPr/>
        </p:nvCxnSpPr>
        <p:spPr>
          <a:xfrm>
            <a:off x="6133386" y="4029902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正方形/長方形 146">
            <a:extLst>
              <a:ext uri="{FF2B5EF4-FFF2-40B4-BE49-F238E27FC236}">
                <ns2:creationId id="{41FFFDEB-BD90-1908-4BA2-93A100A5B4DF}"/>
              </a:ext>
            </a:extLst>
          </p:cNvPr>
          <p:cNvSpPr/>
          <p:nvPr/>
        </p:nvSpPr>
        <p:spPr>
          <a:xfrm>
            <a:off x="6133387" y="4051070"/>
            <a:ext cx="5723098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50" name="直線コネクタ 149">
            <a:extLst>
              <a:ext uri="{FF2B5EF4-FFF2-40B4-BE49-F238E27FC236}">
                <ns2:creationId id="{B57C7030-2FBF-DDBD-7595-C1F9FCD19F85}"/>
              </a:ext>
            </a:extLst>
          </p:cNvPr>
          <p:cNvCxnSpPr>
            <a:cxnSpLocks/>
          </p:cNvCxnSpPr>
          <p:nvPr/>
        </p:nvCxnSpPr>
        <p:spPr>
          <a:xfrm>
            <a:off x="3012839" y="4903838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線コネクタ 150">
            <a:extLst>
              <a:ext uri="{FF2B5EF4-FFF2-40B4-BE49-F238E27FC236}">
                <ns2:creationId id="{FC7A135B-B2B8-F59B-4615-84D3ADD3C309}"/>
              </a:ext>
            </a:extLst>
          </p:cNvPr>
          <p:cNvCxnSpPr>
            <a:cxnSpLocks/>
          </p:cNvCxnSpPr>
          <p:nvPr/>
        </p:nvCxnSpPr>
        <p:spPr>
          <a:xfrm>
            <a:off x="6133386" y="4903838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正方形/長方形 151">
            <a:extLst>
              <a:ext uri="{FF2B5EF4-FFF2-40B4-BE49-F238E27FC236}">
                <ns2:creationId id="{6EC738B4-3195-79D9-C84A-1CA2FDF9CC9E}"/>
              </a:ext>
            </a:extLst>
          </p:cNvPr>
          <p:cNvSpPr>
            <a:spLocks/>
          </p:cNvSpPr>
          <p:nvPr/>
        </p:nvSpPr>
        <p:spPr>
          <a:xfrm>
            <a:off x="883745" y="4928325"/>
            <a:ext cx="2088000" cy="8316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b="1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sz="1100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3" name="正方形/長方形 152">
            <a:extLst>
              <a:ext uri="{FF2B5EF4-FFF2-40B4-BE49-F238E27FC236}">
                <ns2:creationId id="{BA086EB1-0A36-83AC-6529-22AD2D60A5B8}"/>
              </a:ext>
            </a:extLst>
          </p:cNvPr>
          <p:cNvSpPr>
            <a:spLocks/>
          </p:cNvSpPr>
          <p:nvPr/>
        </p:nvSpPr>
        <p:spPr>
          <a:xfrm>
            <a:off x="340505" y="4925055"/>
            <a:ext cx="504000" cy="8316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5</a:t>
            </a:r>
            <a:endParaRPr lang="ja-JP" altLang="en-US" sz="1100" b="1" dirty="0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4" name="正方形/長方形 153">
            <a:extLst>
              <a:ext uri="{FF2B5EF4-FFF2-40B4-BE49-F238E27FC236}">
                <ns2:creationId id="{2B18C57F-D05E-3504-4D13-738A9DD169AD}"/>
              </a:ext>
            </a:extLst>
          </p:cNvPr>
          <p:cNvSpPr/>
          <p:nvPr/>
        </p:nvSpPr>
        <p:spPr>
          <a:xfrm>
            <a:off x="3010986" y="4925006"/>
            <a:ext cx="3083160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rgbClr val="008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ns2:creationId id="{4F5D9FEB-6492-F7AC-65DD-B6D9C4E8BBF5}"/>
              </a:ext>
            </a:extLst>
          </p:cNvPr>
          <p:cNvSpPr/>
          <p:nvPr/>
        </p:nvSpPr>
        <p:spPr>
          <a:xfrm>
            <a:off x="6133387" y="4925006"/>
            <a:ext cx="5723098" cy="831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en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r>
              <a:rPr lang="en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  <a:p>
            <a:pPr marL="182563" indent="-18256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cxnSp>
        <p:nvCxnSpPr>
          <p:cNvPr id="157" name="直線コネクタ 156">
            <a:extLst>
              <a:ext uri="{FF2B5EF4-FFF2-40B4-BE49-F238E27FC236}">
                <ns2:creationId id="{4E26212A-5592-43A3-35C8-26AEC4A0B85C}"/>
              </a:ext>
            </a:extLst>
          </p:cNvPr>
          <p:cNvCxnSpPr>
            <a:cxnSpLocks/>
          </p:cNvCxnSpPr>
          <p:nvPr/>
        </p:nvCxnSpPr>
        <p:spPr>
          <a:xfrm>
            <a:off x="3012839" y="5777774"/>
            <a:ext cx="3083160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線コネクタ 157">
            <a:extLst>
              <a:ext uri="{FF2B5EF4-FFF2-40B4-BE49-F238E27FC236}">
                <ns2:creationId id="{912DCD68-B4B6-10B5-5847-3FEAC9F269C9}"/>
              </a:ext>
            </a:extLst>
          </p:cNvPr>
          <p:cNvCxnSpPr>
            <a:cxnSpLocks/>
          </p:cNvCxnSpPr>
          <p:nvPr/>
        </p:nvCxnSpPr>
        <p:spPr>
          <a:xfrm>
            <a:off x="6133386" y="5777774"/>
            <a:ext cx="5723098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正方形/長方形 158">
            <a:extLst>
              <a:ext uri="{FF2B5EF4-FFF2-40B4-BE49-F238E27FC236}">
                <ns2:creationId id="{E779A4E6-25C8-B475-50EC-C1EC3F5F31FE}"/>
              </a:ext>
            </a:extLst>
          </p:cNvPr>
          <p:cNvSpPr>
            <a:spLocks/>
          </p:cNvSpPr>
          <p:nvPr/>
        </p:nvSpPr>
        <p:spPr>
          <a:xfrm>
            <a:off x="883745" y="5800888"/>
            <a:ext cx="2088000" cy="5112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ja-JP" altLang="en-US" sz="1100" b="1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160" name="正方形/長方形 159">
            <a:extLst>
              <a:ext uri="{FF2B5EF4-FFF2-40B4-BE49-F238E27FC236}">
                <ns2:creationId id="{5DE2E46B-BDF1-7252-F784-BDB60D21F509}"/>
              </a:ext>
            </a:extLst>
          </p:cNvPr>
          <p:cNvSpPr>
            <a:spLocks/>
          </p:cNvSpPr>
          <p:nvPr/>
        </p:nvSpPr>
        <p:spPr>
          <a:xfrm>
            <a:off x="340505" y="5799471"/>
            <a:ext cx="504000" cy="511200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buNone/>
            </a:pPr>
            <a:r>
              <a:rPr lang="en-US" altLang="ja-JP" sz="1100" b="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6</a:t>
            </a:r>
            <a:endParaRPr lang="ja-JP" altLang="en-US" sz="1100" b="1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ns2:creationId id="{1766E4A0-5FBB-375B-88F9-452EA6B9B0AD}"/>
              </a:ext>
            </a:extLst>
          </p:cNvPr>
          <p:cNvSpPr/>
          <p:nvPr/>
        </p:nvSpPr>
        <p:spPr>
          <a:xfrm>
            <a:off x="3010986" y="5798941"/>
            <a:ext cx="3083160" cy="50977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rtl="0">
              <a:buNone/>
            </a:pPr>
            <a:r>
              <a:rPr lang="ja-JP" altLang="en-US" sz="1100" b="1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KR" sz="1100" dirty="0">
              <a:solidFill>
                <a:srgbClr val="008000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63" name="正方形/長方形 162">
            <a:extLst>
              <a:ext uri="{FF2B5EF4-FFF2-40B4-BE49-F238E27FC236}">
                <ns2:creationId id="{C4237762-84F9-FCBA-E29F-375B4CBC2858}"/>
              </a:ext>
            </a:extLst>
          </p:cNvPr>
          <p:cNvSpPr/>
          <p:nvPr/>
        </p:nvSpPr>
        <p:spPr>
          <a:xfrm>
            <a:off x="6133387" y="5798941"/>
            <a:ext cx="5723098" cy="50977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en-US" altLang="ja-JP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effectLst/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182563" indent="-182563" rtl="0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solidFill>
                  <a:srgbClr val="008000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effectLst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69" name="グラフィックス 168" descr="本 単色塗りつぶし">
            <a:extLst>
              <a:ext uri="{FF2B5EF4-FFF2-40B4-BE49-F238E27FC236}">
                <ns2:creationId id="{1A2FCAFE-8C84-EBCC-F005-718539CAF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2610149" y="3231998"/>
            <a:ext cx="360000" cy="360000"/>
          </a:xfrm>
          <a:prstGeom prst="rect">
            <a:avLst/>
          </a:prstGeom>
        </p:spPr>
      </p:pic>
      <p:pic>
        <p:nvPicPr>
          <p:cNvPr id="173" name="グラフィックス 172" descr="対象の人々 単色塗りつぶし">
            <a:extLst>
              <a:ext uri="{FF2B5EF4-FFF2-40B4-BE49-F238E27FC236}">
                <ns2:creationId id="{D150E071-AAFD-DE03-C3F6-1E69595010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2610149" y="3645415"/>
            <a:ext cx="360000" cy="360000"/>
          </a:xfrm>
          <a:prstGeom prst="rect">
            <a:avLst/>
          </a:prstGeom>
        </p:spPr>
      </p:pic>
      <p:pic>
        <p:nvPicPr>
          <p:cNvPr id="175" name="グラフィックス 174" descr="的中 単色塗りつぶし">
            <a:extLst>
              <a:ext uri="{FF2B5EF4-FFF2-40B4-BE49-F238E27FC236}">
                <ns2:creationId id="{3D1F3F38-6A9C-DF5C-2938-DA8F544607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2610149" y="2775922"/>
            <a:ext cx="360000" cy="360000"/>
          </a:xfrm>
          <a:prstGeom prst="rect">
            <a:avLst/>
          </a:prstGeom>
        </p:spPr>
      </p:pic>
      <p:pic>
        <p:nvPicPr>
          <p:cNvPr id="179" name="グラフィックス 178" descr="マーケティング 単色塗りつぶし">
            <a:extLst>
              <a:ext uri="{FF2B5EF4-FFF2-40B4-BE49-F238E27FC236}">
                <ns2:creationId id="{FBF2B0A4-BC85-675D-20D8-FEE7097318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2610149" y="5952088"/>
            <a:ext cx="360000" cy="360000"/>
          </a:xfrm>
          <a:prstGeom prst="rect">
            <a:avLst/>
          </a:prstGeom>
        </p:spPr>
      </p:pic>
      <p:pic>
        <p:nvPicPr>
          <p:cNvPr id="94" name="グラフィックス 93" descr="グループでのブレーンストーミング 単色塗りつぶし">
            <a:extLst>
              <a:ext uri="{FF2B5EF4-FFF2-40B4-BE49-F238E27FC236}">
                <ns2:creationId id="{FD749DBA-9576-09B0-A092-C1751F0B66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2610149" y="5396606"/>
            <a:ext cx="360000" cy="360000"/>
          </a:xfrm>
          <a:prstGeom prst="rect">
            <a:avLst/>
          </a:prstGeom>
        </p:spPr>
      </p:pic>
      <p:pic>
        <p:nvPicPr>
          <p:cNvPr id="96" name="グラフィックス 95" descr="オフィス ワーカー (男性) 単色塗りつぶし">
            <a:extLst>
              <a:ext uri="{FF2B5EF4-FFF2-40B4-BE49-F238E27FC236}">
                <ns2:creationId id="{8314DC2B-0325-8917-EDE2-461176740D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2611949" y="4516955"/>
            <a:ext cx="356400" cy="356400"/>
          </a:xfrm>
          <a:prstGeom prst="rect">
            <a:avLst/>
          </a:prstGeom>
        </p:spPr>
      </p:pic>
    </p:spTree>
    <p:extLst>
      <p:ext uri="{BB962C8B-B14F-4D97-AF65-F5344CB8AC3E}">
        <ns5:creationId val="944598326"/>
      </p:ext>
    </p:extLst>
  </p:cSld>
  <p:clrMapOvr>
    <a:masterClrMapping/>
  </p:clrMapOvr>
</p:sld>
</file>

<file path=ppt/slides/slide24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9CB14DE-36D3-683D-C7F2-EA025833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A669433-20DA-6687-0DA3-B5F2C87CC2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none"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2" name="グループ化 11">
            <a:extLst>
              <a:ext uri="{FF2B5EF4-FFF2-40B4-BE49-F238E27FC236}">
                <ns2:creationId id="{9E659D8C-4420-79C2-C71F-9EF54DF3C798}"/>
              </a:ext>
            </a:extLst>
          </p:cNvPr>
          <p:cNvGrpSpPr/>
          <p:nvPr/>
        </p:nvGrpSpPr>
        <p:grpSpPr>
          <a:xfrm>
            <a:off x="334963" y="1628776"/>
            <a:ext cx="11522076" cy="4679949"/>
            <a:chOff x="334963" y="1628776"/>
            <a:chExt cx="11522076" cy="4679949"/>
          </a:xfrm>
        </p:grpSpPr>
        <p:grpSp>
          <p:nvGrpSpPr>
            <p:cNvPr id="8" name="グループ化 7">
              <a:extLst>
                <a:ext uri="{FF2B5EF4-FFF2-40B4-BE49-F238E27FC236}">
                  <ns2:creationId id="{E9E8A83B-98CF-DF25-3869-A55A8FC70EE3}"/>
                </a:ext>
              </a:extLst>
            </p:cNvPr>
            <p:cNvGrpSpPr/>
            <p:nvPr/>
          </p:nvGrpSpPr>
          <p:grpSpPr>
            <a:xfrm>
              <a:off x="334963" y="4138948"/>
              <a:ext cx="11522076" cy="2169777"/>
              <a:chOff x="334963" y="4138948"/>
              <a:chExt cx="11522076" cy="2169777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65F54306-CC5D-9DB5-9311-31D63CE99812}"/>
                  </a:ext>
                </a:extLst>
              </p:cNvPr>
              <p:cNvSpPr/>
              <p:nvPr/>
            </p:nvSpPr>
            <p:spPr>
              <a:xfrm>
                <a:off x="334963" y="4138948"/>
                <a:ext cx="11522075" cy="186405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i="0" u="none" strike="noStrike" dirty="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 i="0" u="none" strike="noStrike" dirty="0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AFAD1B41-2466-6C67-3F1B-1D19401A41CA}"/>
                  </a:ext>
                </a:extLst>
              </p:cNvPr>
              <p:cNvSpPr/>
              <p:nvPr/>
            </p:nvSpPr>
            <p:spPr>
              <a:xfrm>
                <a:off x="91963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95575E95-A49C-98C5-1555-91A3BD701BC6}"/>
                  </a:ext>
                </a:extLst>
              </p:cNvPr>
              <p:cNvSpPr/>
              <p:nvPr/>
            </p:nvSpPr>
            <p:spPr>
              <a:xfrm>
                <a:off x="191722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67427A36-0213-8AA9-594C-2F41C3964689}"/>
                  </a:ext>
                </a:extLst>
              </p:cNvPr>
              <p:cNvSpPr/>
              <p:nvPr/>
            </p:nvSpPr>
            <p:spPr>
              <a:xfrm>
                <a:off x="291480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5" name="正方形/長方形 274">
                <a:extLst>
                  <a:ext uri="{FF2B5EF4-FFF2-40B4-BE49-F238E27FC236}">
                    <ns2:creationId id="{661826E9-EDE4-D2F1-DF63-4AC5230D09B0}"/>
                  </a:ext>
                </a:extLst>
              </p:cNvPr>
              <p:cNvSpPr/>
              <p:nvPr/>
            </p:nvSpPr>
            <p:spPr>
              <a:xfrm>
                <a:off x="391238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7C4D35C-F67E-4AF1-43CF-4824C23F8DF2}"/>
                  </a:ext>
                </a:extLst>
              </p:cNvPr>
              <p:cNvSpPr/>
              <p:nvPr/>
            </p:nvSpPr>
            <p:spPr>
              <a:xfrm>
                <a:off x="490996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C5F27404-6313-3467-1D6D-581E01F63E73}"/>
                  </a:ext>
                </a:extLst>
              </p:cNvPr>
              <p:cNvSpPr/>
              <p:nvPr/>
            </p:nvSpPr>
            <p:spPr>
              <a:xfrm>
                <a:off x="5907548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zh-TW" altLang="es-CO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8" name="正方形/長方形 277">
                <a:extLst>
                  <a:ext uri="{FF2B5EF4-FFF2-40B4-BE49-F238E27FC236}">
                    <ns2:creationId id="{C81CCFA7-CB18-499D-9A0B-6B06B930A6EA}"/>
                  </a:ext>
                </a:extLst>
              </p:cNvPr>
              <p:cNvSpPr/>
              <p:nvPr/>
            </p:nvSpPr>
            <p:spPr>
              <a:xfrm>
                <a:off x="6905130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9" name="正方形/長方形 278">
                <a:extLst>
                  <a:ext uri="{FF2B5EF4-FFF2-40B4-BE49-F238E27FC236}">
                    <ns2:creationId id="{B8E7354E-5DAA-94CB-7566-4671031551F3}"/>
                  </a:ext>
                </a:extLst>
              </p:cNvPr>
              <p:cNvSpPr/>
              <p:nvPr/>
            </p:nvSpPr>
            <p:spPr>
              <a:xfrm>
                <a:off x="7902712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18000" tIns="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s-CO" altLang="zh-TW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LTV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lang="es-CO" altLang="ja-JP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7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7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ED7AE859-0A6F-E931-B991-B84F8C5D4495}"/>
                  </a:ext>
                </a:extLst>
              </p:cNvPr>
              <p:cNvSpPr/>
              <p:nvPr/>
            </p:nvSpPr>
            <p:spPr>
              <a:xfrm>
                <a:off x="8900294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670BA5FC-BDC8-8331-B84C-F3810EAFA441}"/>
                  </a:ext>
                </a:extLst>
              </p:cNvPr>
              <p:cNvSpPr/>
              <p:nvPr/>
            </p:nvSpPr>
            <p:spPr>
              <a:xfrm>
                <a:off x="989787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正方形/長方形 281">
                <a:extLst>
                  <a:ext uri="{FF2B5EF4-FFF2-40B4-BE49-F238E27FC236}">
                    <ns2:creationId id="{CB842AB3-EDE8-78E5-CF5A-43CC83773472}"/>
                  </a:ext>
                </a:extLst>
              </p:cNvPr>
              <p:cNvSpPr/>
              <p:nvPr/>
            </p:nvSpPr>
            <p:spPr>
              <a:xfrm>
                <a:off x="10895456" y="4353312"/>
                <a:ext cx="961582" cy="298856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72" name="グループ化 371">
                <a:extLst>
                  <a:ext uri="{FF2B5EF4-FFF2-40B4-BE49-F238E27FC236}">
                    <ns2:creationId id="{A00F4C08-9E16-3C79-DDF0-E68304EBF01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1"/>
                </p:custDataLst>
              </p:nvPr>
            </p:nvGrpSpPr>
            <p:grpSpPr>
              <a:xfrm>
                <a:off x="445699" y="4809116"/>
                <a:ext cx="332570" cy="95020"/>
                <a:chOff x="6019799" y="3352800"/>
                <a:chExt cx="533403" cy="152400"/>
              </a:xfrm>
            </p:grpSpPr>
            <p:sp>
              <p:nvSpPr>
                <p:cNvPr id="401" name="background" hidden="1">
                  <a:extLst>
                    <a:ext uri="{FF2B5EF4-FFF2-40B4-BE49-F238E27FC236}">
                      <ns2:creationId id="{27C9EE6B-434A-879F-C02E-7C3883107D2D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2" name="on" hidden="1">
                  <a:extLst>
                    <a:ext uri="{FF2B5EF4-FFF2-40B4-BE49-F238E27FC236}">
                      <ns2:creationId id="{A75BB80E-6AE4-7FCC-4690-B8A8094DC24B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3" name="off" hidden="1">
                  <a:extLst>
                    <a:ext uri="{FF2B5EF4-FFF2-40B4-BE49-F238E27FC236}">
                      <ns2:creationId id="{872F2192-8C86-1416-3BFF-D54EC47E680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4" name="1">
                  <a:extLst>
                    <a:ext uri="{FF2B5EF4-FFF2-40B4-BE49-F238E27FC236}">
                      <ns2:creationId id="{35B4ADA5-B594-B3DA-0F16-A4BA0D216FF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5" name="2">
                  <a:extLst>
                    <a:ext uri="{FF2B5EF4-FFF2-40B4-BE49-F238E27FC236}">
                      <ns2:creationId id="{B3A7D001-FA1B-E6D7-CEEB-39551F2EFC18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6" name="3">
                  <a:extLst>
                    <a:ext uri="{FF2B5EF4-FFF2-40B4-BE49-F238E27FC236}">
                      <ns2:creationId id="{62D7805F-E6EE-2DEA-847F-F6CEF7C45156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7" name="4" hidden="1">
                  <a:extLst>
                    <a:ext uri="{FF2B5EF4-FFF2-40B4-BE49-F238E27FC236}">
                      <ns2:creationId id="{9FAEB0E8-9571-B125-7B0D-E7E61457D1CC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8" name="5" hidden="1">
                  <a:extLst>
                    <a:ext uri="{FF2B5EF4-FFF2-40B4-BE49-F238E27FC236}">
                      <ns2:creationId id="{4D005672-7D18-804D-05D9-0CE65D4355CB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9" name="6" hidden="1">
                  <a:extLst>
                    <a:ext uri="{FF2B5EF4-FFF2-40B4-BE49-F238E27FC236}">
                      <ns2:creationId id="{64A83B4A-C736-3390-28B0-65FFFD70FF46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0" name="7" hidden="1">
                  <a:extLst>
                    <a:ext uri="{FF2B5EF4-FFF2-40B4-BE49-F238E27FC236}">
                      <ns2:creationId id="{60E8F439-FFE9-179C-BEF7-E21E02BC5794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1" name="8" hidden="1">
                  <a:extLst>
                    <a:ext uri="{FF2B5EF4-FFF2-40B4-BE49-F238E27FC236}">
                      <ns2:creationId id="{E6679776-69BF-87EB-35D9-9DA5949FC039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2" name="9" hidden="1">
                  <a:extLst>
                    <a:ext uri="{FF2B5EF4-FFF2-40B4-BE49-F238E27FC236}">
                      <ns2:creationId id="{E6DA4517-3C9B-94E4-4D74-5FC62DD33402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3" name="10" hidden="1">
                  <a:extLst>
                    <a:ext uri="{FF2B5EF4-FFF2-40B4-BE49-F238E27FC236}">
                      <ns2:creationId id="{E142A6A3-E3EF-F620-E0D3-F011B60AB0DE}"/>
                    </a:ext>
                  </a:extLst>
                </p:cNvPr>
                <p:cNvSpPr/>
                <p:nvPr/>
              </p:nvSpPr>
              <p:spPr>
                <a:xfrm>
                  <a:off x="6019804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3" name="グループ化 372">
                <a:extLst>
                  <a:ext uri="{FF2B5EF4-FFF2-40B4-BE49-F238E27FC236}">
                    <ns2:creationId id="{0998EBF2-0D27-0919-D749-77B2974A016E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2"/>
                </p:custDataLst>
              </p:nvPr>
            </p:nvGrpSpPr>
            <p:grpSpPr>
              <a:xfrm>
                <a:off x="445699" y="5368879"/>
                <a:ext cx="332570" cy="95020"/>
                <a:chOff x="6019799" y="3352800"/>
                <a:chExt cx="533403" cy="152400"/>
              </a:xfrm>
            </p:grpSpPr>
            <p:sp>
              <p:nvSpPr>
                <p:cNvPr id="388" name="background" hidden="1">
                  <a:extLst>
                    <a:ext uri="{FF2B5EF4-FFF2-40B4-BE49-F238E27FC236}">
                      <ns2:creationId id="{6126A628-33DE-8EA4-A1C7-08BB5E3632B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9" name="on" hidden="1">
                  <a:extLst>
                    <a:ext uri="{FF2B5EF4-FFF2-40B4-BE49-F238E27FC236}">
                      <ns2:creationId id="{E186B5E8-A8FC-6719-5A59-AFBE38467FC7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0" name="off" hidden="1">
                  <a:extLst>
                    <a:ext uri="{FF2B5EF4-FFF2-40B4-BE49-F238E27FC236}">
                      <ns2:creationId id="{0535BAFC-23DE-6BF3-0564-0D2757284DD1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1" name="1">
                  <a:extLst>
                    <a:ext uri="{FF2B5EF4-FFF2-40B4-BE49-F238E27FC236}">
                      <ns2:creationId id="{B448FA77-6115-3049-FEE8-3B856822D7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2" name="2">
                  <a:extLst>
                    <a:ext uri="{FF2B5EF4-FFF2-40B4-BE49-F238E27FC236}">
                      <ns2:creationId id="{015B39FB-F072-2BCF-5A3D-1FD34496A9FD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3" name="3">
                  <a:extLst>
                    <a:ext uri="{FF2B5EF4-FFF2-40B4-BE49-F238E27FC236}">
                      <ns2:creationId id="{1A7F2458-D33B-9FD5-B3F1-2E213DF29027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4" name="4" hidden="1">
                  <a:extLst>
                    <a:ext uri="{FF2B5EF4-FFF2-40B4-BE49-F238E27FC236}">
                      <ns2:creationId id="{4DF66BDE-02BF-1C3A-9AC1-C61B53CAD88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5" name="5" hidden="1">
                  <a:extLst>
                    <a:ext uri="{FF2B5EF4-FFF2-40B4-BE49-F238E27FC236}">
                      <ns2:creationId id="{F46DFC3B-975A-6B3F-D382-91E18DFA980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6" name="6" hidden="1">
                  <a:extLst>
                    <a:ext uri="{FF2B5EF4-FFF2-40B4-BE49-F238E27FC236}">
                      <ns2:creationId id="{5FCD4646-11AE-2C7C-9E23-AF2E9693BE8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7" name="7" hidden="1">
                  <a:extLst>
                    <a:ext uri="{FF2B5EF4-FFF2-40B4-BE49-F238E27FC236}">
                      <ns2:creationId id="{C36A850D-1E89-5B99-9C74-126B867B783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8" name="8" hidden="1">
                  <a:extLst>
                    <a:ext uri="{FF2B5EF4-FFF2-40B4-BE49-F238E27FC236}">
                      <ns2:creationId id="{5E1D04D6-1EFE-E140-6869-C7A5210BD5D1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9" name="9" hidden="1">
                  <a:extLst>
                    <a:ext uri="{FF2B5EF4-FFF2-40B4-BE49-F238E27FC236}">
                      <ns2:creationId id="{8C8BB63F-50A7-D647-9FCF-C83659B1696F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0" name="10" hidden="1">
                  <a:extLst>
                    <a:ext uri="{FF2B5EF4-FFF2-40B4-BE49-F238E27FC236}">
                      <ns2:creationId id="{6BD00AB5-2A4D-A617-CE38-60E3A1C121C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4" name="グループ化 373">
                <a:extLst>
                  <a:ext uri="{FF2B5EF4-FFF2-40B4-BE49-F238E27FC236}">
                    <ns2:creationId id="{04A65328-F3AF-09A3-EE02-6C516023C603}"/>
                  </a:ext>
                </a:extLst>
              </p:cNvPr>
              <p:cNvGrpSpPr>
                <a:grpSpLocks noChangeAspect="1"/>
              </p:cNvGrpSpPr>
              <p:nvPr>
                <p:custDataLst>
                  <p:tags r:id="rId3"/>
                </p:custDataLst>
              </p:nvPr>
            </p:nvGrpSpPr>
            <p:grpSpPr>
              <a:xfrm>
                <a:off x="445699" y="5924917"/>
                <a:ext cx="332570" cy="95020"/>
                <a:chOff x="6019799" y="3352800"/>
                <a:chExt cx="533403" cy="152400"/>
              </a:xfrm>
            </p:grpSpPr>
            <p:sp>
              <p:nvSpPr>
                <p:cNvPr id="375" name="background" hidden="1">
                  <a:extLst>
                    <a:ext uri="{FF2B5EF4-FFF2-40B4-BE49-F238E27FC236}">
                      <ns2:creationId id="{D9457EBA-1187-A9BA-7029-5F7AC181C6D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roundRect">
                  <a:avLst>
                    <a:gd name="adj" fmla="val 5000"/>
                  </a:avLst>
                </a:prstGeom>
                <a:solidFill>
                  <a:srgbClr val="FFFFFF"/>
                </a:solidFill>
                <a:ln w="9525">
                  <a:solidFill>
                    <a:srgbClr val="575757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6" name="on" hidden="1">
                  <a:extLst>
                    <a:ext uri="{FF2B5EF4-FFF2-40B4-BE49-F238E27FC236}">
                      <ns2:creationId id="{5F4B0F24-DE90-1E12-FEB1-6415FCE8C972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7" name="off" hidden="1">
                  <a:extLst>
                    <a:ext uri="{FF2B5EF4-FFF2-40B4-BE49-F238E27FC236}">
                      <ns2:creationId id="{06400AD5-FFAB-4947-3BEF-27976847AC06}"/>
                    </a:ext>
                  </a:extLst>
                </p:cNvPr>
                <p:cNvSpPr/>
                <p:nvPr/>
              </p:nvSpPr>
              <p:spPr>
                <a:xfrm>
                  <a:off x="6019800" y="3352800"/>
                  <a:ext cx="0" cy="0"/>
                </a:xfrm>
                <a:prstGeom prst="roundRect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8" name="1">
                  <a:extLst>
                    <a:ext uri="{FF2B5EF4-FFF2-40B4-BE49-F238E27FC236}">
                      <ns2:creationId id="{CCC4C571-38C6-1660-1B7C-FEC5C23B6062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79" name="2">
                  <a:extLst>
                    <a:ext uri="{FF2B5EF4-FFF2-40B4-BE49-F238E27FC236}">
                      <ns2:creationId id="{3F673C80-3163-E218-3B0D-92559C06FF43}"/>
                    </a:ext>
                  </a:extLst>
                </p:cNvPr>
                <p:cNvSpPr/>
                <p:nvPr/>
              </p:nvSpPr>
              <p:spPr>
                <a:xfrm>
                  <a:off x="6210300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0" name="3">
                  <a:extLst>
                    <a:ext uri="{FF2B5EF4-FFF2-40B4-BE49-F238E27FC236}">
                      <ns2:creationId id="{32A366DB-0FCF-CC04-E703-B0B16C9C68BE}"/>
                    </a:ext>
                  </a:extLst>
                </p:cNvPr>
                <p:cNvSpPr/>
                <p:nvPr/>
              </p:nvSpPr>
              <p:spPr>
                <a:xfrm>
                  <a:off x="6400801" y="3352800"/>
                  <a:ext cx="152401" cy="152400"/>
                </a:xfrm>
                <a:prstGeom prst="star5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1" name="4" hidden="1">
                  <a:extLst>
                    <a:ext uri="{FF2B5EF4-FFF2-40B4-BE49-F238E27FC236}">
                      <ns2:creationId id="{3F9F3898-272E-BE1F-3E16-BD4E26533C15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2" name="5" hidden="1">
                  <a:extLst>
                    <a:ext uri="{FF2B5EF4-FFF2-40B4-BE49-F238E27FC236}">
                      <ns2:creationId id="{18AB77FF-B511-9C65-EACD-0492DF02BC6A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3" name="6" hidden="1">
                  <a:extLst>
                    <a:ext uri="{FF2B5EF4-FFF2-40B4-BE49-F238E27FC236}">
                      <ns2:creationId id="{4A172CD1-8C96-C9ED-9408-BB9B80EE681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4" name="7" hidden="1">
                  <a:extLst>
                    <a:ext uri="{FF2B5EF4-FFF2-40B4-BE49-F238E27FC236}">
                      <ns2:creationId id="{6CCC0172-8105-E553-9876-80335352E72B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5" name="8" hidden="1">
                  <a:extLst>
                    <a:ext uri="{FF2B5EF4-FFF2-40B4-BE49-F238E27FC236}">
                      <ns2:creationId id="{166B8B9F-4F02-087C-71AE-0C9DF7B477A4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6" name="9" hidden="1">
                  <a:extLst>
                    <a:ext uri="{FF2B5EF4-FFF2-40B4-BE49-F238E27FC236}">
                      <ns2:creationId id="{D58037B9-F90C-0744-9509-7B5A7A41B5A9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7" name="10" hidden="1">
                  <a:extLst>
                    <a:ext uri="{FF2B5EF4-FFF2-40B4-BE49-F238E27FC236}">
                      <ns2:creationId id="{048A1D85-9D06-CBD5-C266-EA5772583BD0}"/>
                    </a:ext>
                  </a:extLst>
                </p:cNvPr>
                <p:cNvSpPr/>
                <p:nvPr/>
              </p:nvSpPr>
              <p:spPr>
                <a:xfrm>
                  <a:off x="6019799" y="3352800"/>
                  <a:ext cx="0" cy="0"/>
                </a:xfrm>
                <a:prstGeom prst="star5">
                  <a:avLst/>
                </a:prstGeom>
                <a:solidFill>
                  <a:srgbClr val="D9D9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202" name="正方形/長方形 201">
                <a:extLst>
                  <a:ext uri="{FF2B5EF4-FFF2-40B4-BE49-F238E27FC236}">
                    <ns2:creationId id="{7380EE19-8779-BAA3-7375-E67708826ACA}"/>
                  </a:ext>
                </a:extLst>
              </p:cNvPr>
              <p:cNvSpPr/>
              <p:nvPr/>
            </p:nvSpPr>
            <p:spPr>
              <a:xfrm>
                <a:off x="334963" y="4682648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9" name="正方形/長方形 248">
                <a:extLst>
                  <a:ext uri="{FF2B5EF4-FFF2-40B4-BE49-F238E27FC236}">
                    <ns2:creationId id="{B5D2D3CE-881E-C9A1-3E7E-1263953D7A13}"/>
                  </a:ext>
                </a:extLst>
              </p:cNvPr>
              <p:cNvSpPr/>
              <p:nvPr/>
            </p:nvSpPr>
            <p:spPr>
              <a:xfrm>
                <a:off x="334963" y="523638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C996A2C3-2C52-B572-F575-2070F7055D99}"/>
                  </a:ext>
                </a:extLst>
              </p:cNvPr>
              <p:cNvSpPr/>
              <p:nvPr/>
            </p:nvSpPr>
            <p:spPr>
              <a:xfrm>
                <a:off x="334963" y="5790127"/>
                <a:ext cx="554037" cy="518598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14400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37" name="グループ化 436">
                <a:extLst>
                  <a:ext uri="{FF2B5EF4-FFF2-40B4-BE49-F238E27FC236}">
                    <ns2:creationId id="{D6316ACF-4A3F-9751-317D-772B9B858AAD}"/>
                  </a:ext>
                </a:extLst>
              </p:cNvPr>
              <p:cNvGrpSpPr/>
              <p:nvPr/>
            </p:nvGrpSpPr>
            <p:grpSpPr>
              <a:xfrm>
                <a:off x="919639" y="5218816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26" name="直線コネクタ 425">
                  <a:extLst>
                    <a:ext uri="{FF2B5EF4-FFF2-40B4-BE49-F238E27FC236}">
                      <ns2:creationId id="{E5805819-D8DD-BEAA-642D-FBFBA16392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7" name="直線コネクタ 426">
                  <a:extLst>
                    <a:ext uri="{FF2B5EF4-FFF2-40B4-BE49-F238E27FC236}">
                      <ns2:creationId id="{2D32EFC2-CED7-7A71-97CE-CA41444441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8" name="直線コネクタ 427">
                  <a:extLst>
                    <a:ext uri="{FF2B5EF4-FFF2-40B4-BE49-F238E27FC236}">
                      <ns2:creationId id="{BA6B013C-C198-04DC-7755-9461E0CDBA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9" name="直線コネクタ 428">
                  <a:extLst>
                    <a:ext uri="{FF2B5EF4-FFF2-40B4-BE49-F238E27FC236}">
                      <ns2:creationId id="{5C1FD206-EF97-74E9-31AE-1F28CBA42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0" name="直線コネクタ 429">
                  <a:extLst>
                    <a:ext uri="{FF2B5EF4-FFF2-40B4-BE49-F238E27FC236}">
                      <ns2:creationId id="{3A768DE2-964B-DDDE-1C27-EB674AFB1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1" name="直線コネクタ 430">
                  <a:extLst>
                    <a:ext uri="{FF2B5EF4-FFF2-40B4-BE49-F238E27FC236}">
                      <ns2:creationId id="{A43F7F4D-FC64-EAD9-1098-A8E1E87275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2" name="直線コネクタ 431">
                  <a:extLst>
                    <a:ext uri="{FF2B5EF4-FFF2-40B4-BE49-F238E27FC236}">
                      <ns2:creationId id="{C817FECE-95DF-8EB8-302A-19C6AC00F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3" name="直線コネクタ 432">
                  <a:extLst>
                    <a:ext uri="{FF2B5EF4-FFF2-40B4-BE49-F238E27FC236}">
                      <ns2:creationId id="{A15BA1C2-D76C-9A33-132D-CB32C5D276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4" name="直線コネクタ 433">
                  <a:extLst>
                    <a:ext uri="{FF2B5EF4-FFF2-40B4-BE49-F238E27FC236}">
                      <ns2:creationId id="{57E6B66E-50BF-D00D-A88D-46F0183C1E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5" name="直線コネクタ 434">
                  <a:extLst>
                    <a:ext uri="{FF2B5EF4-FFF2-40B4-BE49-F238E27FC236}">
                      <ns2:creationId id="{4581E1A0-0CBF-DA6B-C4EC-54BEBC102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直線コネクタ 435">
                  <a:extLst>
                    <a:ext uri="{FF2B5EF4-FFF2-40B4-BE49-F238E27FC236}">
                      <ns2:creationId id="{50621EEE-CB3C-1981-98FE-569F599AD3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8" name="グループ化 437">
                <a:extLst>
                  <a:ext uri="{FF2B5EF4-FFF2-40B4-BE49-F238E27FC236}">
                    <ns2:creationId id="{379D69DB-B8E4-89F6-623E-96F19C851E5E}"/>
                  </a:ext>
                </a:extLst>
              </p:cNvPr>
              <p:cNvGrpSpPr/>
              <p:nvPr/>
            </p:nvGrpSpPr>
            <p:grpSpPr>
              <a:xfrm>
                <a:off x="919639" y="5772557"/>
                <a:ext cx="10937400" cy="0"/>
                <a:chOff x="919639" y="5192177"/>
                <a:chExt cx="10937400" cy="0"/>
              </a:xfrm>
              <a:noFill/>
            </p:grpSpPr>
            <p:cxnSp>
              <p:nvCxnSpPr>
                <p:cNvPr id="439" name="直線コネクタ 438">
                  <a:extLst>
                    <a:ext uri="{FF2B5EF4-FFF2-40B4-BE49-F238E27FC236}">
                      <ns2:creationId id="{2EADCE4C-EC18-1BE1-0664-B4D0E735C6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639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0" name="直線コネクタ 439">
                  <a:extLst>
                    <a:ext uri="{FF2B5EF4-FFF2-40B4-BE49-F238E27FC236}">
                      <ns2:creationId id="{26D2031F-3D95-98A0-5BA7-5C49CBA590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1722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1" name="直線コネクタ 440">
                  <a:extLst>
                    <a:ext uri="{FF2B5EF4-FFF2-40B4-BE49-F238E27FC236}">
                      <ns2:creationId id="{57D18BF5-A281-C28A-1CD0-427224BB63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1480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2" name="直線コネクタ 441">
                  <a:extLst>
                    <a:ext uri="{FF2B5EF4-FFF2-40B4-BE49-F238E27FC236}">
                      <ns2:creationId id="{BBE6570D-2473-9D71-5EBB-3CDA785593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2384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3" name="直線コネクタ 442">
                  <a:extLst>
                    <a:ext uri="{FF2B5EF4-FFF2-40B4-BE49-F238E27FC236}">
                      <ns2:creationId id="{E664D8DE-BF3D-FA49-1148-CC0B768223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0996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4" name="直線コネクタ 443">
                  <a:extLst>
                    <a:ext uri="{FF2B5EF4-FFF2-40B4-BE49-F238E27FC236}">
                      <ns2:creationId id="{94208E71-9440-C5CB-4D6C-DF05FBEDAB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07548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直線コネクタ 444">
                  <a:extLst>
                    <a:ext uri="{FF2B5EF4-FFF2-40B4-BE49-F238E27FC236}">
                      <ns2:creationId id="{5F0DFC1F-0AA2-9094-FC9B-71847D653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5130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6" name="直線コネクタ 445">
                  <a:extLst>
                    <a:ext uri="{FF2B5EF4-FFF2-40B4-BE49-F238E27FC236}">
                      <ns2:creationId id="{01C7B59B-BC03-F518-8195-0CA7FC27A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02712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直線コネクタ 446">
                  <a:extLst>
                    <a:ext uri="{FF2B5EF4-FFF2-40B4-BE49-F238E27FC236}">
                      <ns2:creationId id="{7BCD854D-6A3F-8C9B-EA80-2F501025DA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0295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8" name="直線コネクタ 447">
                  <a:extLst>
                    <a:ext uri="{FF2B5EF4-FFF2-40B4-BE49-F238E27FC236}">
                      <ns2:creationId id="{3F69D2E9-08FD-1FA3-6604-7697318C1F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897876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9" name="直線コネクタ 448">
                  <a:extLst>
                    <a:ext uri="{FF2B5EF4-FFF2-40B4-BE49-F238E27FC236}">
                      <ns2:creationId id="{413679F6-289E-EF99-3671-5FA84210F6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95457" y="5192177"/>
                  <a:ext cx="961582" cy="0"/>
                </a:xfrm>
                <a:prstGeom prst="line">
                  <a:avLst/>
                </a:prstGeom>
                <a:grp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50" name="正方形/長方形 449">
                <a:extLst>
                  <a:ext uri="{FF2B5EF4-FFF2-40B4-BE49-F238E27FC236}">
                    <ns2:creationId id="{83E0D3AE-CCA5-DDE0-837E-825051CEA3CB}"/>
                  </a:ext>
                </a:extLst>
              </p:cNvPr>
              <p:cNvSpPr/>
              <p:nvPr/>
            </p:nvSpPr>
            <p:spPr>
              <a:xfrm>
                <a:off x="91963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CA3F2C62-BBC2-9E6E-A7FA-10F5FF1C33B6}"/>
                  </a:ext>
                </a:extLst>
              </p:cNvPr>
              <p:cNvSpPr/>
              <p:nvPr/>
            </p:nvSpPr>
            <p:spPr>
              <a:xfrm>
                <a:off x="191721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2" name="正方形/長方形 451">
                <a:extLst>
                  <a:ext uri="{FF2B5EF4-FFF2-40B4-BE49-F238E27FC236}">
                    <ns2:creationId id="{F57416BD-DB7E-D03D-8172-C8526A078F0E}"/>
                  </a:ext>
                </a:extLst>
              </p:cNvPr>
              <p:cNvSpPr/>
              <p:nvPr/>
            </p:nvSpPr>
            <p:spPr>
              <a:xfrm>
                <a:off x="2914800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3" name="正方形/長方形 452">
                <a:extLst>
                  <a:ext uri="{FF2B5EF4-FFF2-40B4-BE49-F238E27FC236}">
                    <ns2:creationId id="{B2E2BA91-44E1-1D2C-CB7D-45FA3BCAAC48}"/>
                  </a:ext>
                </a:extLst>
              </p:cNvPr>
              <p:cNvSpPr/>
              <p:nvPr/>
            </p:nvSpPr>
            <p:spPr>
              <a:xfrm>
                <a:off x="3912382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n-US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143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正方形/長方形 453">
                <a:extLst>
                  <a:ext uri="{FF2B5EF4-FFF2-40B4-BE49-F238E27FC236}">
                    <ns2:creationId id="{983CEC1D-116E-F330-F423-4820D448C135}"/>
                  </a:ext>
                </a:extLst>
              </p:cNvPr>
              <p:cNvSpPr/>
              <p:nvPr/>
            </p:nvSpPr>
            <p:spPr>
              <a:xfrm>
                <a:off x="490996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45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5" name="正方形/長方形 454">
                <a:extLst>
                  <a:ext uri="{FF2B5EF4-FFF2-40B4-BE49-F238E27FC236}">
                    <ns2:creationId id="{F6332E3F-6B3A-2CD9-AB33-A336B6B4A19F}"/>
                  </a:ext>
                </a:extLst>
              </p:cNvPr>
              <p:cNvSpPr/>
              <p:nvPr/>
            </p:nvSpPr>
            <p:spPr>
              <a:xfrm>
                <a:off x="5907546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正方形/長方形 455">
                <a:extLst>
                  <a:ext uri="{FF2B5EF4-FFF2-40B4-BE49-F238E27FC236}">
                    <ns2:creationId id="{C9705422-46E5-637A-3594-7EC8B3D35A6B}"/>
                  </a:ext>
                </a:extLst>
              </p:cNvPr>
              <p:cNvSpPr/>
              <p:nvPr/>
            </p:nvSpPr>
            <p:spPr>
              <a:xfrm>
                <a:off x="6905127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55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7" name="正方形/長方形 456">
                <a:extLst>
                  <a:ext uri="{FF2B5EF4-FFF2-40B4-BE49-F238E27FC236}">
                    <ns2:creationId id="{FE3B8DDB-DCCA-AEE0-14D3-C75DF1058603}"/>
                  </a:ext>
                </a:extLst>
              </p:cNvPr>
              <p:cNvSpPr/>
              <p:nvPr/>
            </p:nvSpPr>
            <p:spPr>
              <a:xfrm>
                <a:off x="7902709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正方形/長方形 457">
                <a:extLst>
                  <a:ext uri="{FF2B5EF4-FFF2-40B4-BE49-F238E27FC236}">
                    <ns2:creationId id="{427208B1-99E5-390B-F308-6A3DCE4F8628}"/>
                  </a:ext>
                </a:extLst>
              </p:cNvPr>
              <p:cNvSpPr/>
              <p:nvPr/>
            </p:nvSpPr>
            <p:spPr>
              <a:xfrm>
                <a:off x="8900291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9" name="正方形/長方形 458">
                <a:extLst>
                  <a:ext uri="{FF2B5EF4-FFF2-40B4-BE49-F238E27FC236}">
                    <ns2:creationId id="{1617E5AC-8354-96C9-5AAB-38B01D9AA3DF}"/>
                  </a:ext>
                </a:extLst>
              </p:cNvPr>
              <p:cNvSpPr/>
              <p:nvPr/>
            </p:nvSpPr>
            <p:spPr>
              <a:xfrm>
                <a:off x="9897873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60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0" name="正方形/長方形 459">
                <a:extLst>
                  <a:ext uri="{FF2B5EF4-FFF2-40B4-BE49-F238E27FC236}">
                    <ns2:creationId id="{2C62B19F-6531-FD77-4FF6-C8BAA3FFC620}"/>
                  </a:ext>
                </a:extLst>
              </p:cNvPr>
              <p:cNvSpPr/>
              <p:nvPr/>
            </p:nvSpPr>
            <p:spPr>
              <a:xfrm>
                <a:off x="10895454" y="4682648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1" name="正方形/長方形 460">
                <a:extLst>
                  <a:ext uri="{FF2B5EF4-FFF2-40B4-BE49-F238E27FC236}">
                    <ns2:creationId id="{8C405B25-8178-2570-C4ED-FFA9B8728581}"/>
                  </a:ext>
                </a:extLst>
              </p:cNvPr>
              <p:cNvSpPr/>
              <p:nvPr/>
            </p:nvSpPr>
            <p:spPr>
              <a:xfrm>
                <a:off x="919636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正方形/長方形 461">
                <a:extLst>
                  <a:ext uri="{FF2B5EF4-FFF2-40B4-BE49-F238E27FC236}">
                    <ns2:creationId id="{0F2391A9-2D93-5160-EF11-E699D608E40A}"/>
                  </a:ext>
                </a:extLst>
              </p:cNvPr>
              <p:cNvSpPr/>
              <p:nvPr/>
            </p:nvSpPr>
            <p:spPr>
              <a:xfrm>
                <a:off x="919636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3" name="正方形/長方形 462">
                <a:extLst>
                  <a:ext uri="{FF2B5EF4-FFF2-40B4-BE49-F238E27FC236}">
                    <ns2:creationId id="{0A545E99-436D-116D-EBCB-244CB52FC509}"/>
                  </a:ext>
                </a:extLst>
              </p:cNvPr>
              <p:cNvSpPr/>
              <p:nvPr/>
            </p:nvSpPr>
            <p:spPr>
              <a:xfrm>
                <a:off x="191721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4" name="正方形/長方形 463">
                <a:extLst>
                  <a:ext uri="{FF2B5EF4-FFF2-40B4-BE49-F238E27FC236}">
                    <ns2:creationId id="{D9BA479E-EC9C-6116-5CA8-33F7B191115A}"/>
                  </a:ext>
                </a:extLst>
              </p:cNvPr>
              <p:cNvSpPr/>
              <p:nvPr/>
            </p:nvSpPr>
            <p:spPr>
              <a:xfrm>
                <a:off x="291480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5" name="正方形/長方形 464">
                <a:extLst>
                  <a:ext uri="{FF2B5EF4-FFF2-40B4-BE49-F238E27FC236}">
                    <ns2:creationId id="{74A8720A-5543-1CF0-97A6-04EDD978F942}"/>
                  </a:ext>
                </a:extLst>
              </p:cNvPr>
              <p:cNvSpPr/>
              <p:nvPr/>
            </p:nvSpPr>
            <p:spPr>
              <a:xfrm>
                <a:off x="3912381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250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6" name="正方形/長方形 465">
                <a:extLst>
                  <a:ext uri="{FF2B5EF4-FFF2-40B4-BE49-F238E27FC236}">
                    <ns2:creationId id="{D87AA120-70D6-5F48-9DD5-8002B40B8A79}"/>
                  </a:ext>
                </a:extLst>
              </p:cNvPr>
              <p:cNvSpPr/>
              <p:nvPr/>
            </p:nvSpPr>
            <p:spPr>
              <a:xfrm>
                <a:off x="4909963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35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7" name="正方形/長方形 466">
                <a:extLst>
                  <a:ext uri="{FF2B5EF4-FFF2-40B4-BE49-F238E27FC236}">
                    <ns2:creationId id="{D20FC8DD-3C2D-EDBE-3F15-253ECF7BEE70}"/>
                  </a:ext>
                </a:extLst>
              </p:cNvPr>
              <p:cNvSpPr/>
              <p:nvPr/>
            </p:nvSpPr>
            <p:spPr>
              <a:xfrm>
                <a:off x="5907545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8" name="正方形/長方形 467">
                <a:extLst>
                  <a:ext uri="{FF2B5EF4-FFF2-40B4-BE49-F238E27FC236}">
                    <ns2:creationId id="{B95BA92C-5439-F2CA-F78B-3806542F1B85}"/>
                  </a:ext>
                </a:extLst>
              </p:cNvPr>
              <p:cNvSpPr/>
              <p:nvPr/>
            </p:nvSpPr>
            <p:spPr>
              <a:xfrm>
                <a:off x="6905127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65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9" name="正方形/長方形 468">
                <a:extLst>
                  <a:ext uri="{FF2B5EF4-FFF2-40B4-BE49-F238E27FC236}">
                    <ns2:creationId id="{1CF097D2-3B39-203B-6873-4821497A90C2}"/>
                  </a:ext>
                </a:extLst>
              </p:cNvPr>
              <p:cNvSpPr/>
              <p:nvPr/>
            </p:nvSpPr>
            <p:spPr>
              <a:xfrm>
                <a:off x="7902708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正方形/長方形 469">
                <a:extLst>
                  <a:ext uri="{FF2B5EF4-FFF2-40B4-BE49-F238E27FC236}">
                    <ns2:creationId id="{75B5A2AB-B1F5-0869-F18D-BEDAF4CF7458}"/>
                  </a:ext>
                </a:extLst>
              </p:cNvPr>
              <p:cNvSpPr/>
              <p:nvPr/>
            </p:nvSpPr>
            <p:spPr>
              <a:xfrm>
                <a:off x="8900290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1" name="正方形/長方形 470">
                <a:extLst>
                  <a:ext uri="{FF2B5EF4-FFF2-40B4-BE49-F238E27FC236}">
                    <ns2:creationId id="{C4A64B39-CCDB-227B-0DE0-1EA7FA6B4698}"/>
                  </a:ext>
                </a:extLst>
              </p:cNvPr>
              <p:cNvSpPr/>
              <p:nvPr/>
            </p:nvSpPr>
            <p:spPr>
              <a:xfrm>
                <a:off x="9897872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60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2" name="正方形/長方形 471">
                <a:extLst>
                  <a:ext uri="{FF2B5EF4-FFF2-40B4-BE49-F238E27FC236}">
                    <ns2:creationId id="{D7B72B7D-F9A8-3752-1B71-C04A9F1006B4}"/>
                  </a:ext>
                </a:extLst>
              </p:cNvPr>
              <p:cNvSpPr/>
              <p:nvPr/>
            </p:nvSpPr>
            <p:spPr>
              <a:xfrm>
                <a:off x="10895454" y="5236386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3" name="正方形/長方形 472">
                <a:extLst>
                  <a:ext uri="{FF2B5EF4-FFF2-40B4-BE49-F238E27FC236}">
                    <ns2:creationId id="{F3D1835B-218D-289E-4680-6416F11AA222}"/>
                  </a:ext>
                </a:extLst>
              </p:cNvPr>
              <p:cNvSpPr/>
              <p:nvPr/>
            </p:nvSpPr>
            <p:spPr>
              <a:xfrm>
                <a:off x="191721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4" name="正方形/長方形 473">
                <a:extLst>
                  <a:ext uri="{FF2B5EF4-FFF2-40B4-BE49-F238E27FC236}">
                    <ns2:creationId id="{4B04BCF2-F87A-BAB4-D02C-D294AFFF50B9}"/>
                  </a:ext>
                </a:extLst>
              </p:cNvPr>
              <p:cNvSpPr/>
              <p:nvPr/>
            </p:nvSpPr>
            <p:spPr>
              <a:xfrm>
                <a:off x="291480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5" name="正方形/長方形 474">
                <a:extLst>
                  <a:ext uri="{FF2B5EF4-FFF2-40B4-BE49-F238E27FC236}">
                    <ns2:creationId id="{E6FB70C0-8A30-FA3E-7387-5E517791A7EB}"/>
                  </a:ext>
                </a:extLst>
              </p:cNvPr>
              <p:cNvSpPr/>
              <p:nvPr/>
            </p:nvSpPr>
            <p:spPr>
              <a:xfrm>
                <a:off x="3912381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273</a:t>
                </a:r>
                <a:r>
                  <a:rPr lang="ja-JP" altLang="es-CO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6" name="正方形/長方形 475">
                <a:extLst>
                  <a:ext uri="{FF2B5EF4-FFF2-40B4-BE49-F238E27FC236}">
                    <ns2:creationId id="{B36033B8-4F7B-4931-2F52-32169D8F5912}"/>
                  </a:ext>
                </a:extLst>
              </p:cNvPr>
              <p:cNvSpPr/>
              <p:nvPr/>
            </p:nvSpPr>
            <p:spPr>
              <a:xfrm>
                <a:off x="4909963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r>
                  <a:rPr lang="es-CO" altLang="ja-JP" sz="900" i="0" u="none" strike="noStrike" dirty="0">
                    <a:solidFill>
                      <a:srgbClr val="008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rgbClr val="008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7" name="正方形/長方形 476">
                <a:extLst>
                  <a:ext uri="{FF2B5EF4-FFF2-40B4-BE49-F238E27FC236}">
                    <ns2:creationId id="{C493BB60-14D1-12FF-1A08-88EED13D132F}"/>
                  </a:ext>
                </a:extLst>
              </p:cNvPr>
              <p:cNvSpPr/>
              <p:nvPr/>
            </p:nvSpPr>
            <p:spPr>
              <a:xfrm>
                <a:off x="5907545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8" name="正方形/長方形 477">
                <a:extLst>
                  <a:ext uri="{FF2B5EF4-FFF2-40B4-BE49-F238E27FC236}">
                    <ns2:creationId id="{580602FA-DAE7-7DDA-62B0-9CE381A47E27}"/>
                  </a:ext>
                </a:extLst>
              </p:cNvPr>
              <p:cNvSpPr/>
              <p:nvPr/>
            </p:nvSpPr>
            <p:spPr>
              <a:xfrm>
                <a:off x="6905127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70</a:t>
                </a:r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9" name="正方形/長方形 478">
                <a:extLst>
                  <a:ext uri="{FF2B5EF4-FFF2-40B4-BE49-F238E27FC236}">
                    <ns2:creationId id="{0ECCE156-8A75-D3EB-DAA0-3D0D79B150E0}"/>
                  </a:ext>
                </a:extLst>
              </p:cNvPr>
              <p:cNvSpPr/>
              <p:nvPr/>
            </p:nvSpPr>
            <p:spPr>
              <a:xfrm>
                <a:off x="7902708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0" name="正方形/長方形 479">
                <a:extLst>
                  <a:ext uri="{FF2B5EF4-FFF2-40B4-BE49-F238E27FC236}">
                    <ns2:creationId id="{9776439F-803D-4BDF-A28B-BF251DF7D468}"/>
                  </a:ext>
                </a:extLst>
              </p:cNvPr>
              <p:cNvSpPr/>
              <p:nvPr/>
            </p:nvSpPr>
            <p:spPr>
              <a:xfrm>
                <a:off x="8900290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30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1" name="正方形/長方形 480">
                <a:extLst>
                  <a:ext uri="{FF2B5EF4-FFF2-40B4-BE49-F238E27FC236}">
                    <ns2:creationId id="{D9447593-F3F0-8FAF-2329-80FCE13E3649}"/>
                  </a:ext>
                </a:extLst>
              </p:cNvPr>
              <p:cNvSpPr/>
              <p:nvPr/>
            </p:nvSpPr>
            <p:spPr>
              <a:xfrm>
                <a:off x="9897872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60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2" name="正方形/長方形 481">
                <a:extLst>
                  <a:ext uri="{FF2B5EF4-FFF2-40B4-BE49-F238E27FC236}">
                    <ns2:creationId id="{E4E7510A-45AE-3709-E6CA-2B6AC5B28C7E}"/>
                  </a:ext>
                </a:extLst>
              </p:cNvPr>
              <p:cNvSpPr/>
              <p:nvPr/>
            </p:nvSpPr>
            <p:spPr>
              <a:xfrm>
                <a:off x="10895454" y="5790127"/>
                <a:ext cx="961582" cy="5185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i="0" u="none" strike="noStrike" dirty="0">
                    <a:solidFill>
                      <a:schemeClr val="tx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i="0" u="none" strike="noStrike" dirty="0">
                  <a:solidFill>
                    <a:schemeClr val="tx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B4553609-D3EF-F70B-F932-0C58A6941B9F}"/>
                </a:ext>
              </a:extLst>
            </p:cNvPr>
            <p:cNvGrpSpPr/>
            <p:nvPr/>
          </p:nvGrpSpPr>
          <p:grpSpPr>
            <a:xfrm>
              <a:off x="334964" y="1628777"/>
              <a:ext cx="3780692" cy="2443856"/>
              <a:chOff x="334964" y="1628777"/>
              <a:chExt cx="3780692" cy="2443856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E7F9858F-A739-B6AC-72A2-30BD5936810A}"/>
                  </a:ext>
                </a:extLst>
              </p:cNvPr>
              <p:cNvSpPr/>
              <p:nvPr/>
            </p:nvSpPr>
            <p:spPr>
              <a:xfrm>
                <a:off x="334964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B4A2A2E2-817E-FC28-F85B-6A318E960B83}"/>
                  </a:ext>
                </a:extLst>
              </p:cNvPr>
              <p:cNvSpPr/>
              <p:nvPr/>
            </p:nvSpPr>
            <p:spPr>
              <a:xfrm>
                <a:off x="1289137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6D29999C-1A82-8AD2-37FB-00F5BE794F67}"/>
                  </a:ext>
                </a:extLst>
              </p:cNvPr>
              <p:cNvSpPr/>
              <p:nvPr/>
            </p:nvSpPr>
            <p:spPr>
              <a:xfrm>
                <a:off x="224331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2C43FA2E-3A64-091F-D0A6-3677E43ADD1F}"/>
                  </a:ext>
                </a:extLst>
              </p:cNvPr>
              <p:cNvSpPr/>
              <p:nvPr/>
            </p:nvSpPr>
            <p:spPr>
              <a:xfrm>
                <a:off x="3197483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A006C5A8-C4F8-D421-4B81-0A940B1A8EE7}"/>
                  </a:ext>
                </a:extLst>
              </p:cNvPr>
              <p:cNvSpPr/>
              <p:nvPr/>
            </p:nvSpPr>
            <p:spPr>
              <a:xfrm>
                <a:off x="334964" y="1947313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3" name="正方形/長方形 482">
                <a:extLst>
                  <a:ext uri="{FF2B5EF4-FFF2-40B4-BE49-F238E27FC236}">
                    <ns2:creationId id="{18371DBA-B944-CFDC-6313-33843CB4E1A3}"/>
                  </a:ext>
                </a:extLst>
              </p:cNvPr>
              <p:cNvSpPr/>
              <p:nvPr/>
            </p:nvSpPr>
            <p:spPr>
              <a:xfrm>
                <a:off x="334964" y="2380462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484" name="正方形/長方形 483">
                <a:extLst>
                  <a:ext uri="{FF2B5EF4-FFF2-40B4-BE49-F238E27FC236}">
                    <ns2:creationId id="{E5F98E16-1641-C2CC-5758-8758EB2B53A8}"/>
                  </a:ext>
                </a:extLst>
              </p:cNvPr>
              <p:cNvSpPr/>
              <p:nvPr/>
            </p:nvSpPr>
            <p:spPr>
              <a:xfrm>
                <a:off x="334964" y="2813611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5" name="正方形/長方形 484">
                <a:extLst>
                  <a:ext uri="{FF2B5EF4-FFF2-40B4-BE49-F238E27FC236}">
                    <ns2:creationId id="{F1C92DCA-1CD3-7336-24E2-863CCA0C56E9}"/>
                  </a:ext>
                </a:extLst>
              </p:cNvPr>
              <p:cNvSpPr/>
              <p:nvPr/>
            </p:nvSpPr>
            <p:spPr>
              <a:xfrm>
                <a:off x="334964" y="324676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6" name="正方形/長方形 485">
                <a:extLst>
                  <a:ext uri="{FF2B5EF4-FFF2-40B4-BE49-F238E27FC236}">
                    <ns2:creationId id="{5C270EAF-6327-A4B5-2D8C-599C921334D6}"/>
                  </a:ext>
                </a:extLst>
              </p:cNvPr>
              <p:cNvSpPr/>
              <p:nvPr/>
            </p:nvSpPr>
            <p:spPr>
              <a:xfrm>
                <a:off x="334964" y="3679910"/>
                <a:ext cx="918173" cy="392723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7" name="正方形/長方形 486">
                <a:extLst>
                  <a:ext uri="{FF2B5EF4-FFF2-40B4-BE49-F238E27FC236}">
                    <ns2:creationId id="{A8C2B4AC-E12E-6153-D627-441AE7DE22D5}"/>
                  </a:ext>
                </a:extLst>
              </p:cNvPr>
              <p:cNvSpPr/>
              <p:nvPr/>
            </p:nvSpPr>
            <p:spPr>
              <a:xfrm>
                <a:off x="1289137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8" name="正方形/長方形 487">
                <a:extLst>
                  <a:ext uri="{FF2B5EF4-FFF2-40B4-BE49-F238E27FC236}">
                    <ns2:creationId id="{1AA5B289-C6A8-3145-5766-EB9777B21D6D}"/>
                  </a:ext>
                </a:extLst>
              </p:cNvPr>
              <p:cNvSpPr/>
              <p:nvPr/>
            </p:nvSpPr>
            <p:spPr>
              <a:xfrm>
                <a:off x="2243310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ns2:creationId id="{C2F60A77-9ECB-209B-A02C-8FE431E8DBD4}"/>
                  </a:ext>
                </a:extLst>
              </p:cNvPr>
              <p:cNvSpPr/>
              <p:nvPr/>
            </p:nvSpPr>
            <p:spPr>
              <a:xfrm>
                <a:off x="3197483" y="1947313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正方形/長方形 489">
                <a:extLst>
                  <a:ext uri="{FF2B5EF4-FFF2-40B4-BE49-F238E27FC236}">
                    <ns2:creationId id="{052C0675-831D-E1C4-131E-9839ED6A3218}"/>
                  </a:ext>
                </a:extLst>
              </p:cNvPr>
              <p:cNvSpPr/>
              <p:nvPr/>
            </p:nvSpPr>
            <p:spPr>
              <a:xfrm>
                <a:off x="1289137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980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正方形/長方形 490">
                <a:extLst>
                  <a:ext uri="{FF2B5EF4-FFF2-40B4-BE49-F238E27FC236}">
                    <ns2:creationId id="{1AE9F48C-95DB-4CA2-071D-360E3A1AE5F0}"/>
                  </a:ext>
                </a:extLst>
              </p:cNvPr>
              <p:cNvSpPr/>
              <p:nvPr/>
            </p:nvSpPr>
            <p:spPr>
              <a:xfrm>
                <a:off x="2243310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2" name="正方形/長方形 491">
                <a:extLst>
                  <a:ext uri="{FF2B5EF4-FFF2-40B4-BE49-F238E27FC236}">
                    <ns2:creationId id="{9408A2DE-CC4A-2648-62D8-88EB8FED6E95}"/>
                  </a:ext>
                </a:extLst>
              </p:cNvPr>
              <p:cNvSpPr/>
              <p:nvPr/>
            </p:nvSpPr>
            <p:spPr>
              <a:xfrm>
                <a:off x="3197483" y="2380462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3" name="正方形/長方形 492">
                <a:extLst>
                  <a:ext uri="{FF2B5EF4-FFF2-40B4-BE49-F238E27FC236}">
                    <ns2:creationId id="{AD76CAF9-9BD5-B3BC-7375-A3143F347FBB}"/>
                  </a:ext>
                </a:extLst>
              </p:cNvPr>
              <p:cNvSpPr/>
              <p:nvPr/>
            </p:nvSpPr>
            <p:spPr>
              <a:xfrm>
                <a:off x="1289137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4" name="正方形/長方形 493">
                <a:extLst>
                  <a:ext uri="{FF2B5EF4-FFF2-40B4-BE49-F238E27FC236}">
                    <ns2:creationId id="{4BD30DB9-D11E-317C-C6ED-E20B69D36B39}"/>
                  </a:ext>
                </a:extLst>
              </p:cNvPr>
              <p:cNvSpPr/>
              <p:nvPr/>
            </p:nvSpPr>
            <p:spPr>
              <a:xfrm>
                <a:off x="2243310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35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5" name="正方形/長方形 494">
                <a:extLst>
                  <a:ext uri="{FF2B5EF4-FFF2-40B4-BE49-F238E27FC236}">
                    <ns2:creationId id="{3EC90EC7-51BC-86F2-E176-8487A0A9C506}"/>
                  </a:ext>
                </a:extLst>
              </p:cNvPr>
              <p:cNvSpPr/>
              <p:nvPr/>
            </p:nvSpPr>
            <p:spPr>
              <a:xfrm>
                <a:off x="3197483" y="2813611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6" name="正方形/長方形 495">
                <a:extLst>
                  <a:ext uri="{FF2B5EF4-FFF2-40B4-BE49-F238E27FC236}">
                    <ns2:creationId id="{611783B8-5789-7638-B1F8-F09536B5AED5}"/>
                  </a:ext>
                </a:extLst>
              </p:cNvPr>
              <p:cNvSpPr/>
              <p:nvPr/>
            </p:nvSpPr>
            <p:spPr>
              <a:xfrm>
                <a:off x="1289137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7" name="正方形/長方形 496">
                <a:extLst>
                  <a:ext uri="{FF2B5EF4-FFF2-40B4-BE49-F238E27FC236}">
                    <ns2:creationId id="{5D521980-7D36-BFDB-4A34-38764B321389}"/>
                  </a:ext>
                </a:extLst>
              </p:cNvPr>
              <p:cNvSpPr/>
              <p:nvPr/>
            </p:nvSpPr>
            <p:spPr>
              <a:xfrm>
                <a:off x="2243310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8" name="正方形/長方形 497">
                <a:extLst>
                  <a:ext uri="{FF2B5EF4-FFF2-40B4-BE49-F238E27FC236}">
                    <ns2:creationId id="{5A631D25-2613-5C28-92EB-B32021FB75EA}"/>
                  </a:ext>
                </a:extLst>
              </p:cNvPr>
              <p:cNvSpPr/>
              <p:nvPr/>
            </p:nvSpPr>
            <p:spPr>
              <a:xfrm>
                <a:off x="3197483" y="3246760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9" name="正方形/長方形 498">
                <a:extLst>
                  <a:ext uri="{FF2B5EF4-FFF2-40B4-BE49-F238E27FC236}">
                    <ns2:creationId id="{1F76D156-8435-8E60-ABC2-E0102B623717}"/>
                  </a:ext>
                </a:extLst>
              </p:cNvPr>
              <p:cNvSpPr/>
              <p:nvPr/>
            </p:nvSpPr>
            <p:spPr>
              <a:xfrm>
                <a:off x="1289137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0" name="正方形/長方形 499">
                <a:extLst>
                  <a:ext uri="{FF2B5EF4-FFF2-40B4-BE49-F238E27FC236}">
                    <ns2:creationId id="{F5D19663-A168-0DDD-2704-4F09964C57EE}"/>
                  </a:ext>
                </a:extLst>
              </p:cNvPr>
              <p:cNvSpPr/>
              <p:nvPr/>
            </p:nvSpPr>
            <p:spPr>
              <a:xfrm>
                <a:off x="2243310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36000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1" name="正方形/長方形 500">
                <a:extLst>
                  <a:ext uri="{FF2B5EF4-FFF2-40B4-BE49-F238E27FC236}">
                    <ns2:creationId id="{1EAE206D-0D77-01AA-82C3-95C2E3DB965E}"/>
                  </a:ext>
                </a:extLst>
              </p:cNvPr>
              <p:cNvSpPr/>
              <p:nvPr/>
            </p:nvSpPr>
            <p:spPr>
              <a:xfrm>
                <a:off x="3197483" y="3679909"/>
                <a:ext cx="918173" cy="39272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8" name="グループ化 587">
                <a:extLst>
                  <a:ext uri="{FF2B5EF4-FFF2-40B4-BE49-F238E27FC236}">
                    <ns2:creationId id="{C6F2FCF6-5A15-4011-6344-0820EFD53BC0}"/>
                  </a:ext>
                </a:extLst>
              </p:cNvPr>
              <p:cNvGrpSpPr/>
              <p:nvPr/>
            </p:nvGrpSpPr>
            <p:grpSpPr>
              <a:xfrm>
                <a:off x="1289138" y="2360249"/>
                <a:ext cx="2826518" cy="0"/>
                <a:chOff x="1289138" y="2358036"/>
                <a:chExt cx="2826518" cy="0"/>
              </a:xfrm>
            </p:grpSpPr>
            <p:cxnSp>
              <p:nvCxnSpPr>
                <p:cNvPr id="575" name="直線コネクタ 574">
                  <a:extLst>
                    <a:ext uri="{FF2B5EF4-FFF2-40B4-BE49-F238E27FC236}">
                      <ns2:creationId id="{6B19202D-E9B6-CA69-6E54-7D3FF3CADD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6" name="直線コネクタ 585">
                  <a:extLst>
                    <a:ext uri="{FF2B5EF4-FFF2-40B4-BE49-F238E27FC236}">
                      <ns2:creationId id="{8463BAC2-BAF2-7D53-99BB-6D8B3CB91B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直線コネクタ 586">
                  <a:extLst>
                    <a:ext uri="{FF2B5EF4-FFF2-40B4-BE49-F238E27FC236}">
                      <ns2:creationId id="{C5086973-073C-4C94-B24D-7CC31BDBD2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7" name="グループ化 596">
                <a:extLst>
                  <a:ext uri="{FF2B5EF4-FFF2-40B4-BE49-F238E27FC236}">
                    <ns2:creationId id="{3B39D6A1-806F-7232-8B37-CDA6D6DAA570}"/>
                  </a:ext>
                </a:extLst>
              </p:cNvPr>
              <p:cNvGrpSpPr/>
              <p:nvPr/>
            </p:nvGrpSpPr>
            <p:grpSpPr>
              <a:xfrm>
                <a:off x="1289138" y="2793398"/>
                <a:ext cx="2826518" cy="0"/>
                <a:chOff x="1289138" y="2358036"/>
                <a:chExt cx="2826518" cy="0"/>
              </a:xfrm>
            </p:grpSpPr>
            <p:cxnSp>
              <p:nvCxnSpPr>
                <p:cNvPr id="598" name="直線コネクタ 597">
                  <a:extLst>
                    <a:ext uri="{FF2B5EF4-FFF2-40B4-BE49-F238E27FC236}">
                      <ns2:creationId id="{3DD1C714-0E10-497C-3235-16D8DC5D1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9" name="直線コネクタ 598">
                  <a:extLst>
                    <a:ext uri="{FF2B5EF4-FFF2-40B4-BE49-F238E27FC236}">
                      <ns2:creationId id="{08B8BB4D-7104-6488-0811-3A8C04302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0" name="直線コネクタ 599">
                  <a:extLst>
                    <a:ext uri="{FF2B5EF4-FFF2-40B4-BE49-F238E27FC236}">
                      <ns2:creationId id="{397161E7-8654-F273-E443-3108A074B5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1" name="グループ化 600">
                <a:extLst>
                  <a:ext uri="{FF2B5EF4-FFF2-40B4-BE49-F238E27FC236}">
                    <ns2:creationId id="{4FB67E5B-2C60-4D67-C3A6-DE8E9BAEFE89}"/>
                  </a:ext>
                </a:extLst>
              </p:cNvPr>
              <p:cNvGrpSpPr/>
              <p:nvPr/>
            </p:nvGrpSpPr>
            <p:grpSpPr>
              <a:xfrm>
                <a:off x="1289138" y="3226547"/>
                <a:ext cx="2826518" cy="0"/>
                <a:chOff x="1289138" y="2358036"/>
                <a:chExt cx="2826518" cy="0"/>
              </a:xfrm>
            </p:grpSpPr>
            <p:cxnSp>
              <p:nvCxnSpPr>
                <p:cNvPr id="602" name="直線コネクタ 601">
                  <a:extLst>
                    <a:ext uri="{FF2B5EF4-FFF2-40B4-BE49-F238E27FC236}">
                      <ns2:creationId id="{D3D36192-5EFA-054C-413B-D6190B81EF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3" name="直線コネクタ 602">
                  <a:extLst>
                    <a:ext uri="{FF2B5EF4-FFF2-40B4-BE49-F238E27FC236}">
                      <ns2:creationId id="{AD284E72-B664-3F43-B4C9-94FC150E0D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4" name="直線コネクタ 603">
                  <a:extLst>
                    <a:ext uri="{FF2B5EF4-FFF2-40B4-BE49-F238E27FC236}">
                      <ns2:creationId id="{D12778C0-9133-D443-2739-814308240A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5" name="グループ化 604">
                <a:extLst>
                  <a:ext uri="{FF2B5EF4-FFF2-40B4-BE49-F238E27FC236}">
                    <ns2:creationId id="{17101633-22E4-785F-87E6-D88535849DCC}"/>
                  </a:ext>
                </a:extLst>
              </p:cNvPr>
              <p:cNvGrpSpPr/>
              <p:nvPr/>
            </p:nvGrpSpPr>
            <p:grpSpPr>
              <a:xfrm>
                <a:off x="1289138" y="3659696"/>
                <a:ext cx="2826518" cy="0"/>
                <a:chOff x="1289138" y="2358036"/>
                <a:chExt cx="2826518" cy="0"/>
              </a:xfrm>
            </p:grpSpPr>
            <p:cxnSp>
              <p:nvCxnSpPr>
                <p:cNvPr id="606" name="直線コネクタ 605">
                  <a:extLst>
                    <a:ext uri="{FF2B5EF4-FFF2-40B4-BE49-F238E27FC236}">
                      <ns2:creationId id="{BD181ECF-57FB-0952-497C-C22DE81000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7" name="直線コネクタ 606">
                  <a:extLst>
                    <a:ext uri="{FF2B5EF4-FFF2-40B4-BE49-F238E27FC236}">
                      <ns2:creationId id="{54F4CEE6-3842-E077-0BEB-93681419FA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8" name="直線コネクタ 607">
                  <a:extLst>
                    <a:ext uri="{FF2B5EF4-FFF2-40B4-BE49-F238E27FC236}">
                      <ns2:creationId id="{F6A1BDC6-4E72-7C2E-3A11-6C15C474CC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グループ化 9">
              <a:extLst>
                <a:ext uri="{FF2B5EF4-FFF2-40B4-BE49-F238E27FC236}">
                  <ns2:creationId id="{5FB701E1-21F3-070B-BFCF-5961FABC59F7}"/>
                </a:ext>
              </a:extLst>
            </p:cNvPr>
            <p:cNvGrpSpPr/>
            <p:nvPr/>
          </p:nvGrpSpPr>
          <p:grpSpPr>
            <a:xfrm>
              <a:off x="4205656" y="1628777"/>
              <a:ext cx="3780693" cy="2443856"/>
              <a:chOff x="4205656" y="1628777"/>
              <a:chExt cx="3780693" cy="2443856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89438ECE-3415-BE61-3300-645BA5DDF21C}"/>
                  </a:ext>
                </a:extLst>
              </p:cNvPr>
              <p:cNvSpPr/>
              <p:nvPr/>
            </p:nvSpPr>
            <p:spPr>
              <a:xfrm>
                <a:off x="4205656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87A63429-D487-F573-E92E-AE152FA53ACB}"/>
                  </a:ext>
                </a:extLst>
              </p:cNvPr>
              <p:cNvSpPr/>
              <p:nvPr/>
            </p:nvSpPr>
            <p:spPr>
              <a:xfrm>
                <a:off x="5159830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8B536D17-5615-8313-4ECD-E76875525A3B}"/>
                  </a:ext>
                </a:extLst>
              </p:cNvPr>
              <p:cNvSpPr/>
              <p:nvPr/>
            </p:nvSpPr>
            <p:spPr>
              <a:xfrm>
                <a:off x="6114002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0FC0311A-24A4-9644-1621-1ED8BBF0C9E1}"/>
                  </a:ext>
                </a:extLst>
              </p:cNvPr>
              <p:cNvSpPr/>
              <p:nvPr/>
            </p:nvSpPr>
            <p:spPr>
              <a:xfrm>
                <a:off x="7068175" y="1628777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4D942B66-F3A8-36C2-C042-B8D110DB08B3}"/>
                  </a:ext>
                </a:extLst>
              </p:cNvPr>
              <p:cNvSpPr/>
              <p:nvPr/>
            </p:nvSpPr>
            <p:spPr>
              <a:xfrm>
                <a:off x="4205657" y="1947312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2" name="正方形/長方形 501">
                <a:extLst>
                  <a:ext uri="{FF2B5EF4-FFF2-40B4-BE49-F238E27FC236}">
                    <ns2:creationId id="{D7A2ADE5-4F08-ACE5-9334-2E35174C94A5}"/>
                  </a:ext>
                </a:extLst>
              </p:cNvPr>
              <p:cNvSpPr/>
              <p:nvPr/>
            </p:nvSpPr>
            <p:spPr>
              <a:xfrm>
                <a:off x="5159830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3" name="正方形/長方形 502">
                <a:extLst>
                  <a:ext uri="{FF2B5EF4-FFF2-40B4-BE49-F238E27FC236}">
                    <ns2:creationId id="{AE3C4A8B-ACF4-A95E-779C-157C968E8961}"/>
                  </a:ext>
                </a:extLst>
              </p:cNvPr>
              <p:cNvSpPr/>
              <p:nvPr/>
            </p:nvSpPr>
            <p:spPr>
              <a:xfrm>
                <a:off x="6114003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4" name="正方形/長方形 503">
                <a:extLst>
                  <a:ext uri="{FF2B5EF4-FFF2-40B4-BE49-F238E27FC236}">
                    <ns2:creationId id="{9AEA0EC6-5E59-826E-AFBE-93ED1878AE44}"/>
                  </a:ext>
                </a:extLst>
              </p:cNvPr>
              <p:cNvSpPr/>
              <p:nvPr/>
            </p:nvSpPr>
            <p:spPr>
              <a:xfrm>
                <a:off x="7068176" y="1947312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5" name="正方形/長方形 504">
                <a:extLst>
                  <a:ext uri="{FF2B5EF4-FFF2-40B4-BE49-F238E27FC236}">
                    <ns2:creationId id="{B832E151-2413-BDB5-328E-3193D4961E53}"/>
                  </a:ext>
                </a:extLst>
              </p:cNvPr>
              <p:cNvSpPr/>
              <p:nvPr/>
            </p:nvSpPr>
            <p:spPr>
              <a:xfrm>
                <a:off x="4205657" y="2670704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6" name="正方形/長方形 505">
                <a:extLst>
                  <a:ext uri="{FF2B5EF4-FFF2-40B4-BE49-F238E27FC236}">
                    <ns2:creationId id="{B8A82EC1-A790-0926-06DF-065A0C7997CB}"/>
                  </a:ext>
                </a:extLst>
              </p:cNvPr>
              <p:cNvSpPr/>
              <p:nvPr/>
            </p:nvSpPr>
            <p:spPr>
              <a:xfrm>
                <a:off x="5159830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7" name="正方形/長方形 506">
                <a:extLst>
                  <a:ext uri="{FF2B5EF4-FFF2-40B4-BE49-F238E27FC236}">
                    <ns2:creationId id="{909ABD1C-6001-3718-0986-541523038206}"/>
                  </a:ext>
                </a:extLst>
              </p:cNvPr>
              <p:cNvSpPr/>
              <p:nvPr/>
            </p:nvSpPr>
            <p:spPr>
              <a:xfrm>
                <a:off x="6114003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正方形/長方形 507">
                <a:extLst>
                  <a:ext uri="{FF2B5EF4-FFF2-40B4-BE49-F238E27FC236}">
                    <ns2:creationId id="{05AA2783-815B-FE28-BF49-49F111B1AD33}"/>
                  </a:ext>
                </a:extLst>
              </p:cNvPr>
              <p:cNvSpPr/>
              <p:nvPr/>
            </p:nvSpPr>
            <p:spPr>
              <a:xfrm>
                <a:off x="7068176" y="2670704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正方形/長方形 508">
                <a:extLst>
                  <a:ext uri="{FF2B5EF4-FFF2-40B4-BE49-F238E27FC236}">
                    <ns2:creationId id="{88A3851C-A0A6-E20E-A8E3-31B0E94804B7}"/>
                  </a:ext>
                </a:extLst>
              </p:cNvPr>
              <p:cNvSpPr/>
              <p:nvPr/>
            </p:nvSpPr>
            <p:spPr>
              <a:xfrm>
                <a:off x="4205657" y="3394095"/>
                <a:ext cx="918173" cy="678538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zh-TW" altLang="es-CO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正方形/長方形 509">
                <a:extLst>
                  <a:ext uri="{FF2B5EF4-FFF2-40B4-BE49-F238E27FC236}">
                    <ns2:creationId id="{18DCD722-74DA-5A9A-F396-51EE4137A191}"/>
                  </a:ext>
                </a:extLst>
              </p:cNvPr>
              <p:cNvSpPr/>
              <p:nvPr/>
            </p:nvSpPr>
            <p:spPr>
              <a:xfrm>
                <a:off x="5159830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08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正方形/長方形 510">
                <a:extLst>
                  <a:ext uri="{FF2B5EF4-FFF2-40B4-BE49-F238E27FC236}">
                    <ns2:creationId id="{4A07FCD6-81A4-EB1F-DDF9-58411C23A198}"/>
                  </a:ext>
                </a:extLst>
              </p:cNvPr>
              <p:cNvSpPr/>
              <p:nvPr/>
            </p:nvSpPr>
            <p:spPr>
              <a:xfrm>
                <a:off x="6114003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180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正方形/長方形 511">
                <a:extLst>
                  <a:ext uri="{FF2B5EF4-FFF2-40B4-BE49-F238E27FC236}">
                    <ns2:creationId id="{8FCA9DE6-F07B-5569-FD9B-B3DFABCCE8C5}"/>
                  </a:ext>
                </a:extLst>
              </p:cNvPr>
              <p:cNvSpPr/>
              <p:nvPr/>
            </p:nvSpPr>
            <p:spPr>
              <a:xfrm>
                <a:off x="7068176" y="3394095"/>
                <a:ext cx="918173" cy="67853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89" name="グループ化 588">
                <a:extLst>
                  <a:ext uri="{FF2B5EF4-FFF2-40B4-BE49-F238E27FC236}">
                    <ns2:creationId id="{D47A94AC-A4B5-361F-B643-863F72966877}"/>
                  </a:ext>
                </a:extLst>
              </p:cNvPr>
              <p:cNvGrpSpPr/>
              <p:nvPr/>
            </p:nvGrpSpPr>
            <p:grpSpPr>
              <a:xfrm>
                <a:off x="5159830" y="2648277"/>
                <a:ext cx="2826518" cy="0"/>
                <a:chOff x="1289138" y="2358036"/>
                <a:chExt cx="2826518" cy="0"/>
              </a:xfrm>
            </p:grpSpPr>
            <p:cxnSp>
              <p:nvCxnSpPr>
                <p:cNvPr id="590" name="直線コネクタ 589">
                  <a:extLst>
                    <a:ext uri="{FF2B5EF4-FFF2-40B4-BE49-F238E27FC236}">
                      <ns2:creationId id="{A7F18A3B-8DD6-AC4B-E014-901E7EE8D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直線コネクタ 590">
                  <a:extLst>
                    <a:ext uri="{FF2B5EF4-FFF2-40B4-BE49-F238E27FC236}">
                      <ns2:creationId id="{B5BFF05B-E0F6-350A-E61E-CFC8D41414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直線コネクタ 591">
                  <a:extLst>
                    <a:ext uri="{FF2B5EF4-FFF2-40B4-BE49-F238E27FC236}">
                      <ns2:creationId id="{C8A1BF32-141C-4CFF-7A25-6A4387DCC7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9" name="グループ化 608">
                <a:extLst>
                  <a:ext uri="{FF2B5EF4-FFF2-40B4-BE49-F238E27FC236}">
                    <ns2:creationId id="{13133FDB-9EBD-06FB-3999-298AF03E3A67}"/>
                  </a:ext>
                </a:extLst>
              </p:cNvPr>
              <p:cNvGrpSpPr/>
              <p:nvPr/>
            </p:nvGrpSpPr>
            <p:grpSpPr>
              <a:xfrm>
                <a:off x="5159830" y="3371669"/>
                <a:ext cx="2826518" cy="0"/>
                <a:chOff x="1289138" y="2358036"/>
                <a:chExt cx="2826518" cy="0"/>
              </a:xfrm>
            </p:grpSpPr>
            <p:cxnSp>
              <p:nvCxnSpPr>
                <p:cNvPr id="610" name="直線コネクタ 609">
                  <a:extLst>
                    <a:ext uri="{FF2B5EF4-FFF2-40B4-BE49-F238E27FC236}">
                      <ns2:creationId id="{C212C15A-A497-8E22-B038-27B783B919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1" name="直線コネクタ 610">
                  <a:extLst>
                    <a:ext uri="{FF2B5EF4-FFF2-40B4-BE49-F238E27FC236}">
                      <ns2:creationId id="{0B8C8D10-4178-8D58-5C98-E62249CD0D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2" name="直線コネクタ 611">
                  <a:extLst>
                    <a:ext uri="{FF2B5EF4-FFF2-40B4-BE49-F238E27FC236}">
                      <ns2:creationId id="{D782518F-D173-510C-7C7E-07AD92A974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" name="グループ化 10">
              <a:extLst>
                <a:ext uri="{FF2B5EF4-FFF2-40B4-BE49-F238E27FC236}">
                  <ns2:creationId id="{F44AC5EB-2347-A3DD-725A-D20123FE97A9}"/>
                </a:ext>
              </a:extLst>
            </p:cNvPr>
            <p:cNvGrpSpPr/>
            <p:nvPr/>
          </p:nvGrpSpPr>
          <p:grpSpPr>
            <a:xfrm>
              <a:off x="8076348" y="1628776"/>
              <a:ext cx="3780691" cy="2443857"/>
              <a:chOff x="8076348" y="1628776"/>
              <a:chExt cx="3780691" cy="2443857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0242BA76-A5C0-BD07-98C1-85D74B1A8C85}"/>
                  </a:ext>
                </a:extLst>
              </p:cNvPr>
              <p:cNvSpPr/>
              <p:nvPr/>
            </p:nvSpPr>
            <p:spPr>
              <a:xfrm>
                <a:off x="8076348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s-CO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A01BDEA9-BBEC-2626-FCAF-D00A12C4D18C}"/>
                  </a:ext>
                </a:extLst>
              </p:cNvPr>
              <p:cNvSpPr/>
              <p:nvPr/>
            </p:nvSpPr>
            <p:spPr>
              <a:xfrm>
                <a:off x="9030521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D83AAE69-E402-3692-4B16-EDC26F082317}"/>
                  </a:ext>
                </a:extLst>
              </p:cNvPr>
              <p:cNvSpPr/>
              <p:nvPr/>
            </p:nvSpPr>
            <p:spPr>
              <a:xfrm>
                <a:off x="9984695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FBEB801E-6134-C4A3-DAE0-B3E07EEF7ECA}"/>
                  </a:ext>
                </a:extLst>
              </p:cNvPr>
              <p:cNvSpPr/>
              <p:nvPr/>
            </p:nvSpPr>
            <p:spPr>
              <a:xfrm>
                <a:off x="10938866" y="1628776"/>
                <a:ext cx="918173" cy="288056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31DCEF04-8F9F-8405-3628-8849701B0734}"/>
                  </a:ext>
                </a:extLst>
              </p:cNvPr>
              <p:cNvSpPr/>
              <p:nvPr/>
            </p:nvSpPr>
            <p:spPr>
              <a:xfrm>
                <a:off x="8076348" y="1939272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C71E6A46-DAD7-3775-D057-A3CD9C3CB572}"/>
                  </a:ext>
                </a:extLst>
              </p:cNvPr>
              <p:cNvSpPr/>
              <p:nvPr/>
            </p:nvSpPr>
            <p:spPr>
              <a:xfrm>
                <a:off x="9030521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800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正方形/長方形 513">
                <a:extLst>
                  <a:ext uri="{FF2B5EF4-FFF2-40B4-BE49-F238E27FC236}">
                    <ns2:creationId id="{7094F0DF-A848-3F6D-295B-5F02FC9867A3}"/>
                  </a:ext>
                </a:extLst>
              </p:cNvPr>
              <p:cNvSpPr/>
              <p:nvPr/>
            </p:nvSpPr>
            <p:spPr>
              <a:xfrm>
                <a:off x="9984692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800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正方形/長方形 514">
                <a:extLst>
                  <a:ext uri="{FF2B5EF4-FFF2-40B4-BE49-F238E27FC236}">
                    <ns2:creationId id="{B4498582-CCE4-1CA7-C7BE-38B5CC1C4D4A}"/>
                  </a:ext>
                </a:extLst>
              </p:cNvPr>
              <p:cNvSpPr/>
              <p:nvPr/>
            </p:nvSpPr>
            <p:spPr>
              <a:xfrm>
                <a:off x="10938863" y="1939271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正方形/長方形 515">
                <a:extLst>
                  <a:ext uri="{FF2B5EF4-FFF2-40B4-BE49-F238E27FC236}">
                    <ns2:creationId id="{7E9FA5A8-CB0E-F539-A942-08D19BC92FC1}"/>
                  </a:ext>
                </a:extLst>
              </p:cNvPr>
              <p:cNvSpPr/>
              <p:nvPr/>
            </p:nvSpPr>
            <p:spPr>
              <a:xfrm>
                <a:off x="8076348" y="2145579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7" name="正方形/長方形 516">
                <a:extLst>
                  <a:ext uri="{FF2B5EF4-FFF2-40B4-BE49-F238E27FC236}">
                    <ns2:creationId id="{978DE4EE-A1EF-28C3-A605-CFD88E95FA4A}"/>
                  </a:ext>
                </a:extLst>
              </p:cNvPr>
              <p:cNvSpPr/>
              <p:nvPr/>
            </p:nvSpPr>
            <p:spPr>
              <a:xfrm>
                <a:off x="9030521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正方形/長方形 517">
                <a:extLst>
                  <a:ext uri="{FF2B5EF4-FFF2-40B4-BE49-F238E27FC236}">
                    <ns2:creationId id="{A6C32D39-6930-27AA-321F-5A9023471B5A}"/>
                  </a:ext>
                </a:extLst>
              </p:cNvPr>
              <p:cNvSpPr/>
              <p:nvPr/>
            </p:nvSpPr>
            <p:spPr>
              <a:xfrm>
                <a:off x="9984692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正方形/長方形 518">
                <a:extLst>
                  <a:ext uri="{FF2B5EF4-FFF2-40B4-BE49-F238E27FC236}">
                    <ns2:creationId id="{3EFA65EF-588C-2016-23E2-01F6788D9816}"/>
                  </a:ext>
                </a:extLst>
              </p:cNvPr>
              <p:cNvSpPr/>
              <p:nvPr/>
            </p:nvSpPr>
            <p:spPr>
              <a:xfrm>
                <a:off x="10938863" y="2145578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正方形/長方形 519">
                <a:extLst>
                  <a:ext uri="{FF2B5EF4-FFF2-40B4-BE49-F238E27FC236}">
                    <ns2:creationId id="{DB4267AD-223F-AF92-3914-6411066D6C0A}"/>
                  </a:ext>
                </a:extLst>
              </p:cNvPr>
              <p:cNvSpPr/>
              <p:nvPr/>
            </p:nvSpPr>
            <p:spPr>
              <a:xfrm>
                <a:off x="8076348" y="2351886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CN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CN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正方形/長方形 520">
                <a:extLst>
                  <a:ext uri="{FF2B5EF4-FFF2-40B4-BE49-F238E27FC236}">
                    <ns2:creationId id="{44809DF4-DEE2-D5C2-167C-79DA9FE33666}"/>
                  </a:ext>
                </a:extLst>
              </p:cNvPr>
              <p:cNvSpPr/>
              <p:nvPr/>
            </p:nvSpPr>
            <p:spPr>
              <a:xfrm>
                <a:off x="9030521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正方形/長方形 521">
                <a:extLst>
                  <a:ext uri="{FF2B5EF4-FFF2-40B4-BE49-F238E27FC236}">
                    <ns2:creationId id="{F3357E7C-7FD7-4228-F15C-48063A3FD716}"/>
                  </a:ext>
                </a:extLst>
              </p:cNvPr>
              <p:cNvSpPr/>
              <p:nvPr/>
            </p:nvSpPr>
            <p:spPr>
              <a:xfrm>
                <a:off x="9984692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12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3" name="正方形/長方形 522">
                <a:extLst>
                  <a:ext uri="{FF2B5EF4-FFF2-40B4-BE49-F238E27FC236}">
                    <ns2:creationId id="{9C2C8818-F0E1-3CA0-C91A-20A4B77DC409}"/>
                  </a:ext>
                </a:extLst>
              </p:cNvPr>
              <p:cNvSpPr/>
              <p:nvPr/>
            </p:nvSpPr>
            <p:spPr>
              <a:xfrm>
                <a:off x="10938863" y="2351885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4" name="正方形/長方形 523">
                <a:extLst>
                  <a:ext uri="{FF2B5EF4-FFF2-40B4-BE49-F238E27FC236}">
                    <ns2:creationId id="{80DF5695-4AEB-0F27-0ADA-7BCCD32DA35D}"/>
                  </a:ext>
                </a:extLst>
              </p:cNvPr>
              <p:cNvSpPr/>
              <p:nvPr/>
            </p:nvSpPr>
            <p:spPr>
              <a:xfrm>
                <a:off x="8076348" y="2558193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58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58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/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5" name="正方形/長方形 524">
                <a:extLst>
                  <a:ext uri="{FF2B5EF4-FFF2-40B4-BE49-F238E27FC236}">
                    <ns2:creationId id="{B98CFADE-3F41-1D22-6D07-D0458F5F6EA3}"/>
                  </a:ext>
                </a:extLst>
              </p:cNvPr>
              <p:cNvSpPr/>
              <p:nvPr/>
            </p:nvSpPr>
            <p:spPr>
              <a:xfrm>
                <a:off x="9030521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6" name="正方形/長方形 525">
                <a:extLst>
                  <a:ext uri="{FF2B5EF4-FFF2-40B4-BE49-F238E27FC236}">
                    <ns2:creationId id="{5AB89634-E45D-03FB-4F0A-F11C9B6D9EC6}"/>
                  </a:ext>
                </a:extLst>
              </p:cNvPr>
              <p:cNvSpPr/>
              <p:nvPr/>
            </p:nvSpPr>
            <p:spPr>
              <a:xfrm>
                <a:off x="9984692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7" name="正方形/長方形 526">
                <a:extLst>
                  <a:ext uri="{FF2B5EF4-FFF2-40B4-BE49-F238E27FC236}">
                    <ns2:creationId id="{7DA6D2F6-75B7-3C75-0A42-DDAD311D05DE}"/>
                  </a:ext>
                </a:extLst>
              </p:cNvPr>
              <p:cNvSpPr/>
              <p:nvPr/>
            </p:nvSpPr>
            <p:spPr>
              <a:xfrm>
                <a:off x="10938863" y="2558192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8" name="正方形/長方形 527">
                <a:extLst>
                  <a:ext uri="{FF2B5EF4-FFF2-40B4-BE49-F238E27FC236}">
                    <ns2:creationId id="{7EA16C21-B08F-7061-BD6B-C49AC47689F3}"/>
                  </a:ext>
                </a:extLst>
              </p:cNvPr>
              <p:cNvSpPr/>
              <p:nvPr/>
            </p:nvSpPr>
            <p:spPr>
              <a:xfrm>
                <a:off x="8076348" y="2764500"/>
                <a:ext cx="918172" cy="19444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zh-TW" altLang="es-CO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s-CO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zh-TW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9" name="正方形/長方形 528">
                <a:extLst>
                  <a:ext uri="{FF2B5EF4-FFF2-40B4-BE49-F238E27FC236}">
                    <ns2:creationId id="{551D986A-C794-5494-ED98-23675933C74C}"/>
                  </a:ext>
                </a:extLst>
              </p:cNvPr>
              <p:cNvSpPr/>
              <p:nvPr/>
            </p:nvSpPr>
            <p:spPr>
              <a:xfrm>
                <a:off x="9030521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0" name="正方形/長方形 529">
                <a:extLst>
                  <a:ext uri="{FF2B5EF4-FFF2-40B4-BE49-F238E27FC236}">
                    <ns2:creationId id="{972F6421-B06F-33CD-0FA6-AF9B28C23B00}"/>
                  </a:ext>
                </a:extLst>
              </p:cNvPr>
              <p:cNvSpPr/>
              <p:nvPr/>
            </p:nvSpPr>
            <p:spPr>
              <a:xfrm>
                <a:off x="9984692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55F60737-F67A-92B7-36C1-D81D61994D32}"/>
                  </a:ext>
                </a:extLst>
              </p:cNvPr>
              <p:cNvSpPr/>
              <p:nvPr/>
            </p:nvSpPr>
            <p:spPr>
              <a:xfrm>
                <a:off x="10938863" y="2764499"/>
                <a:ext cx="918172" cy="19444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2" name="正方形/長方形 531">
                <a:extLst>
                  <a:ext uri="{FF2B5EF4-FFF2-40B4-BE49-F238E27FC236}">
                    <ns2:creationId id="{1BF92B85-3DDB-8096-D7C1-AFCDD3801CA5}"/>
                  </a:ext>
                </a:extLst>
              </p:cNvPr>
              <p:cNvSpPr/>
              <p:nvPr/>
            </p:nvSpPr>
            <p:spPr>
              <a:xfrm>
                <a:off x="8076348" y="2970807"/>
                <a:ext cx="450086" cy="661824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E9629856-2445-A879-186F-6E077E2067AA}"/>
                  </a:ext>
                </a:extLst>
              </p:cNvPr>
              <p:cNvSpPr/>
              <p:nvPr/>
            </p:nvSpPr>
            <p:spPr>
              <a:xfrm>
                <a:off x="9030521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BFBECBD2-3882-C70E-1B87-C09C21BFBE1B}"/>
                  </a:ext>
                </a:extLst>
              </p:cNvPr>
              <p:cNvSpPr/>
              <p:nvPr/>
            </p:nvSpPr>
            <p:spPr>
              <a:xfrm>
                <a:off x="9984692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B7A2EE7F-B86D-56AB-142D-1DD944D85729}"/>
                  </a:ext>
                </a:extLst>
              </p:cNvPr>
              <p:cNvSpPr/>
              <p:nvPr/>
            </p:nvSpPr>
            <p:spPr>
              <a:xfrm>
                <a:off x="10938863" y="2970806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7" name="正方形/長方形 536">
                <a:extLst>
                  <a:ext uri="{FF2B5EF4-FFF2-40B4-BE49-F238E27FC236}">
                    <ns2:creationId id="{2245E5E2-DE9F-BC9D-93E9-73EBA9852FBB}"/>
                  </a:ext>
                </a:extLst>
              </p:cNvPr>
              <p:cNvSpPr/>
              <p:nvPr/>
            </p:nvSpPr>
            <p:spPr>
              <a:xfrm>
                <a:off x="9030521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8" name="正方形/長方形 537">
                <a:extLst>
                  <a:ext uri="{FF2B5EF4-FFF2-40B4-BE49-F238E27FC236}">
                    <ns2:creationId id="{40CB1768-941F-8199-2B7F-E936FAE3C00B}"/>
                  </a:ext>
                </a:extLst>
              </p:cNvPr>
              <p:cNvSpPr/>
              <p:nvPr/>
            </p:nvSpPr>
            <p:spPr>
              <a:xfrm>
                <a:off x="9984692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9" name="正方形/長方形 538">
                <a:extLst>
                  <a:ext uri="{FF2B5EF4-FFF2-40B4-BE49-F238E27FC236}">
                    <ns2:creationId id="{D86C9DA9-9CF3-27D6-631E-24BBF7AA2C4F}"/>
                  </a:ext>
                </a:extLst>
              </p:cNvPr>
              <p:cNvSpPr/>
              <p:nvPr/>
            </p:nvSpPr>
            <p:spPr>
              <a:xfrm>
                <a:off x="10938863" y="3197955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1" name="正方形/長方形 540">
                <a:extLst>
                  <a:ext uri="{FF2B5EF4-FFF2-40B4-BE49-F238E27FC236}">
                    <ns2:creationId id="{D517FF59-55ED-356D-C2A2-161135392FEF}"/>
                  </a:ext>
                </a:extLst>
              </p:cNvPr>
              <p:cNvSpPr/>
              <p:nvPr/>
            </p:nvSpPr>
            <p:spPr>
              <a:xfrm>
                <a:off x="9030521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2" name="正方形/長方形 541">
                <a:extLst>
                  <a:ext uri="{FF2B5EF4-FFF2-40B4-BE49-F238E27FC236}">
                    <ns2:creationId id="{0FCF4495-A329-D493-8D99-CCB46D941B7B}"/>
                  </a:ext>
                </a:extLst>
              </p:cNvPr>
              <p:cNvSpPr/>
              <p:nvPr/>
            </p:nvSpPr>
            <p:spPr>
              <a:xfrm>
                <a:off x="9984692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正方形/長方形 542">
                <a:extLst>
                  <a:ext uri="{FF2B5EF4-FFF2-40B4-BE49-F238E27FC236}">
                    <ns2:creationId id="{971C2A9C-B878-4E4E-E2FE-5EE52D4443C3}"/>
                  </a:ext>
                </a:extLst>
              </p:cNvPr>
              <p:cNvSpPr/>
              <p:nvPr/>
            </p:nvSpPr>
            <p:spPr>
              <a:xfrm>
                <a:off x="10938863" y="3425104"/>
                <a:ext cx="918172" cy="2075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4" name="正方形/長方形 543">
                <a:extLst>
                  <a:ext uri="{FF2B5EF4-FFF2-40B4-BE49-F238E27FC236}">
                    <ns2:creationId id="{C08D3E45-6C3E-0AF0-6D3D-73603810B894}"/>
                  </a:ext>
                </a:extLst>
              </p:cNvPr>
              <p:cNvSpPr/>
              <p:nvPr/>
            </p:nvSpPr>
            <p:spPr>
              <a:xfrm>
                <a:off x="8076348" y="3644497"/>
                <a:ext cx="450086" cy="428136"/>
              </a:xfrm>
              <a:prstGeom prst="rect">
                <a:avLst/>
              </a:prstGeom>
              <a:solidFill>
                <a:srgbClr val="008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正方形/長方形 544">
                <a:extLst>
                  <a:ext uri="{FF2B5EF4-FFF2-40B4-BE49-F238E27FC236}">
                    <ns2:creationId id="{4BA8232F-899F-1FFB-082A-5D1765CA4A6B}"/>
                  </a:ext>
                </a:extLst>
              </p:cNvPr>
              <p:cNvSpPr/>
              <p:nvPr/>
            </p:nvSpPr>
            <p:spPr>
              <a:xfrm>
                <a:off x="9030521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正方形/長方形 545">
                <a:extLst>
                  <a:ext uri="{FF2B5EF4-FFF2-40B4-BE49-F238E27FC236}">
                    <ns2:creationId id="{43A0C636-A960-B91A-A04D-D569FBC9D719}"/>
                  </a:ext>
                </a:extLst>
              </p:cNvPr>
              <p:cNvSpPr/>
              <p:nvPr/>
            </p:nvSpPr>
            <p:spPr>
              <a:xfrm>
                <a:off x="9984692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100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正方形/長方形 546">
                <a:extLst>
                  <a:ext uri="{FF2B5EF4-FFF2-40B4-BE49-F238E27FC236}">
                    <ns2:creationId id="{4FED21CF-4AD4-6605-3914-F5132BBDA9E2}"/>
                  </a:ext>
                </a:extLst>
              </p:cNvPr>
              <p:cNvSpPr/>
              <p:nvPr/>
            </p:nvSpPr>
            <p:spPr>
              <a:xfrm>
                <a:off x="10938863" y="3644496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9" name="正方形/長方形 548">
                <a:extLst>
                  <a:ext uri="{FF2B5EF4-FFF2-40B4-BE49-F238E27FC236}">
                    <ns2:creationId id="{44CBCE3A-0920-C730-B87F-AD1A4A335A10}"/>
                  </a:ext>
                </a:extLst>
              </p:cNvPr>
              <p:cNvSpPr/>
              <p:nvPr/>
            </p:nvSpPr>
            <p:spPr>
              <a:xfrm>
                <a:off x="9030521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正方形/長方形 549">
                <a:extLst>
                  <a:ext uri="{FF2B5EF4-FFF2-40B4-BE49-F238E27FC236}">
                    <ns2:creationId id="{85BEABC1-401F-ADE7-76F4-1044669A2EF6}"/>
                  </a:ext>
                </a:extLst>
              </p:cNvPr>
              <p:cNvSpPr/>
              <p:nvPr/>
            </p:nvSpPr>
            <p:spPr>
              <a:xfrm>
                <a:off x="9984692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rIns="324000" bIns="0" rtlCol="0" anchor="ctr"/>
              <a:lstStyle/>
              <a:p>
                <a:pPr algn="r"/>
                <a:r>
                  <a:rPr lang="es-CO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正方形/長方形 550">
                <a:extLst>
                  <a:ext uri="{FF2B5EF4-FFF2-40B4-BE49-F238E27FC236}">
                    <ns2:creationId id="{B98E87AA-57BA-6FF4-6AEF-61508A8D90F5}"/>
                  </a:ext>
                </a:extLst>
              </p:cNvPr>
              <p:cNvSpPr/>
              <p:nvPr/>
            </p:nvSpPr>
            <p:spPr>
              <a:xfrm>
                <a:off x="10938863" y="3867564"/>
                <a:ext cx="918172" cy="2050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es-CO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2" name="正方形/長方形 551">
                <a:extLst>
                  <a:ext uri="{FF2B5EF4-FFF2-40B4-BE49-F238E27FC236}">
                    <ns2:creationId id="{4EC6389B-2D10-1A87-EAE3-639D1CCA226B}"/>
                  </a:ext>
                </a:extLst>
              </p:cNvPr>
              <p:cNvSpPr/>
              <p:nvPr/>
            </p:nvSpPr>
            <p:spPr>
              <a:xfrm>
                <a:off x="8544434" y="2970807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正方形/長方形 553">
                <a:extLst>
                  <a:ext uri="{FF2B5EF4-FFF2-40B4-BE49-F238E27FC236}">
                    <ns2:creationId id="{DBF5635C-2E4B-6ABF-6AF9-C4BFA6B2F90B}"/>
                  </a:ext>
                </a:extLst>
              </p:cNvPr>
              <p:cNvSpPr/>
              <p:nvPr/>
            </p:nvSpPr>
            <p:spPr>
              <a:xfrm>
                <a:off x="8544434" y="3197956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6" name="正方形/長方形 555">
                <a:extLst>
                  <a:ext uri="{FF2B5EF4-FFF2-40B4-BE49-F238E27FC236}">
                    <ns2:creationId id="{B0F77F65-993C-578E-B76D-975D8BD4F818}"/>
                  </a:ext>
                </a:extLst>
              </p:cNvPr>
              <p:cNvSpPr/>
              <p:nvPr/>
            </p:nvSpPr>
            <p:spPr>
              <a:xfrm>
                <a:off x="8544434" y="3425105"/>
                <a:ext cx="450086" cy="207526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7" name="正方形/長方形 556">
                <a:extLst>
                  <a:ext uri="{FF2B5EF4-FFF2-40B4-BE49-F238E27FC236}">
                    <ns2:creationId id="{AD7BB9A5-3A21-0A34-725A-8684570A320D}"/>
                  </a:ext>
                </a:extLst>
              </p:cNvPr>
              <p:cNvSpPr/>
              <p:nvPr/>
            </p:nvSpPr>
            <p:spPr>
              <a:xfrm>
                <a:off x="8544434" y="3644497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8" name="正方形/長方形 557">
                <a:extLst>
                  <a:ext uri="{FF2B5EF4-FFF2-40B4-BE49-F238E27FC236}">
                    <ns2:creationId id="{54D3F9F8-0A7A-B69D-56E2-B77D60F35CDA}"/>
                  </a:ext>
                </a:extLst>
              </p:cNvPr>
              <p:cNvSpPr/>
              <p:nvPr/>
            </p:nvSpPr>
            <p:spPr>
              <a:xfrm>
                <a:off x="8544434" y="3867565"/>
                <a:ext cx="450086" cy="205068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0" bIns="0" rtlCol="0" anchor="ctr"/>
              <a:lstStyle/>
              <a:p>
                <a:pPr algn="ctr"/>
                <a:r>
                  <a:rPr lang="ja-JP" altLang="es-CO" sz="7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s-CO" altLang="ja-JP" sz="6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s-CO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s-CO" altLang="ja-JP" sz="5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593" name="グループ化 592">
                <a:extLst>
                  <a:ext uri="{FF2B5EF4-FFF2-40B4-BE49-F238E27FC236}">
                    <ns2:creationId id="{A0E883CA-D0DC-EC5E-C610-0985734E9ADA}"/>
                  </a:ext>
                </a:extLst>
              </p:cNvPr>
              <p:cNvGrpSpPr/>
              <p:nvPr/>
            </p:nvGrpSpPr>
            <p:grpSpPr>
              <a:xfrm>
                <a:off x="9030521" y="2139647"/>
                <a:ext cx="2826518" cy="0"/>
                <a:chOff x="1289138" y="2358036"/>
                <a:chExt cx="2826518" cy="0"/>
              </a:xfrm>
            </p:grpSpPr>
            <p:cxnSp>
              <p:nvCxnSpPr>
                <p:cNvPr id="594" name="直線コネクタ 593">
                  <a:extLst>
                    <a:ext uri="{FF2B5EF4-FFF2-40B4-BE49-F238E27FC236}">
                      <ns2:creationId id="{8F8F5C1F-8D80-699A-C3FC-E0772EFEBC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直線コネクタ 594">
                  <a:extLst>
                    <a:ext uri="{FF2B5EF4-FFF2-40B4-BE49-F238E27FC236}">
                      <ns2:creationId id="{A6A62311-A402-044F-BDBC-FA1EBE09ED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6" name="直線コネクタ 595">
                  <a:extLst>
                    <a:ext uri="{FF2B5EF4-FFF2-40B4-BE49-F238E27FC236}">
                      <ns2:creationId id="{618126D9-3357-CA8A-6D87-706264C5FE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3" name="グループ化 612">
                <a:extLst>
                  <a:ext uri="{FF2B5EF4-FFF2-40B4-BE49-F238E27FC236}">
                    <ns2:creationId id="{75600022-9C2E-BC57-1674-EF7BBFCB3E04}"/>
                  </a:ext>
                </a:extLst>
              </p:cNvPr>
              <p:cNvGrpSpPr/>
              <p:nvPr/>
            </p:nvGrpSpPr>
            <p:grpSpPr>
              <a:xfrm>
                <a:off x="9030521" y="2345955"/>
                <a:ext cx="2826518" cy="0"/>
                <a:chOff x="1289138" y="2358036"/>
                <a:chExt cx="2826518" cy="0"/>
              </a:xfrm>
            </p:grpSpPr>
            <p:cxnSp>
              <p:nvCxnSpPr>
                <p:cNvPr id="614" name="直線コネクタ 613">
                  <a:extLst>
                    <a:ext uri="{FF2B5EF4-FFF2-40B4-BE49-F238E27FC236}">
                      <ns2:creationId id="{A0FB52EB-F18B-C924-3EE6-48BD326EDE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5" name="直線コネクタ 614">
                  <a:extLst>
                    <a:ext uri="{FF2B5EF4-FFF2-40B4-BE49-F238E27FC236}">
                      <ns2:creationId id="{574BF959-9C77-CA3E-391F-E6C85CC2C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線コネクタ 615">
                  <a:extLst>
                    <a:ext uri="{FF2B5EF4-FFF2-40B4-BE49-F238E27FC236}">
                      <ns2:creationId id="{0DB4B6EE-DBE2-1FD6-89F9-EB9A369872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7" name="グループ化 616">
                <a:extLst>
                  <a:ext uri="{FF2B5EF4-FFF2-40B4-BE49-F238E27FC236}">
                    <ns2:creationId id="{D387B1B5-940C-093E-B05A-7A6ECDBEBD42}"/>
                  </a:ext>
                </a:extLst>
              </p:cNvPr>
              <p:cNvGrpSpPr/>
              <p:nvPr/>
            </p:nvGrpSpPr>
            <p:grpSpPr>
              <a:xfrm>
                <a:off x="9030521" y="2552261"/>
                <a:ext cx="2826518" cy="0"/>
                <a:chOff x="1289138" y="2358036"/>
                <a:chExt cx="2826518" cy="0"/>
              </a:xfrm>
            </p:grpSpPr>
            <p:cxnSp>
              <p:nvCxnSpPr>
                <p:cNvPr id="618" name="直線コネクタ 617">
                  <a:extLst>
                    <a:ext uri="{FF2B5EF4-FFF2-40B4-BE49-F238E27FC236}">
                      <ns2:creationId id="{41D88951-776C-8321-72CE-A7AB03DCD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線コネクタ 618">
                  <a:extLst>
                    <a:ext uri="{FF2B5EF4-FFF2-40B4-BE49-F238E27FC236}">
                      <ns2:creationId id="{DC8EB03C-5736-29D7-DF45-CCEF099286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0" name="直線コネクタ 619">
                  <a:extLst>
                    <a:ext uri="{FF2B5EF4-FFF2-40B4-BE49-F238E27FC236}">
                      <ns2:creationId id="{A19273F3-4060-0385-8513-27AF530614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1" name="グループ化 620">
                <a:extLst>
                  <a:ext uri="{FF2B5EF4-FFF2-40B4-BE49-F238E27FC236}">
                    <ns2:creationId id="{11B72882-E08C-E914-0852-C539629285C0}"/>
                  </a:ext>
                </a:extLst>
              </p:cNvPr>
              <p:cNvGrpSpPr/>
              <p:nvPr/>
            </p:nvGrpSpPr>
            <p:grpSpPr>
              <a:xfrm>
                <a:off x="9030521" y="2758569"/>
                <a:ext cx="2826518" cy="0"/>
                <a:chOff x="1289138" y="2358036"/>
                <a:chExt cx="2826518" cy="0"/>
              </a:xfrm>
            </p:grpSpPr>
            <p:cxnSp>
              <p:nvCxnSpPr>
                <p:cNvPr id="622" name="直線コネクタ 621">
                  <a:extLst>
                    <a:ext uri="{FF2B5EF4-FFF2-40B4-BE49-F238E27FC236}">
                      <ns2:creationId id="{560E72CC-A5CF-E9D1-BCE7-8FC8334BB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直線コネクタ 622">
                  <a:extLst>
                    <a:ext uri="{FF2B5EF4-FFF2-40B4-BE49-F238E27FC236}">
                      <ns2:creationId id="{145E3771-66A2-0349-8B97-72E4710DE9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直線コネクタ 623">
                  <a:extLst>
                    <a:ext uri="{FF2B5EF4-FFF2-40B4-BE49-F238E27FC236}">
                      <ns2:creationId id="{06214680-BE71-A4FF-E098-C3CE77DB9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5" name="グループ化 624">
                <a:extLst>
                  <a:ext uri="{FF2B5EF4-FFF2-40B4-BE49-F238E27FC236}">
                    <ns2:creationId id="{552F49EB-BBD3-D372-619B-F1AC56DCA18F}"/>
                  </a:ext>
                </a:extLst>
              </p:cNvPr>
              <p:cNvGrpSpPr/>
              <p:nvPr/>
            </p:nvGrpSpPr>
            <p:grpSpPr>
              <a:xfrm>
                <a:off x="9030521" y="2964875"/>
                <a:ext cx="2826518" cy="0"/>
                <a:chOff x="1289138" y="2358036"/>
                <a:chExt cx="2826518" cy="0"/>
              </a:xfrm>
            </p:grpSpPr>
            <p:cxnSp>
              <p:nvCxnSpPr>
                <p:cNvPr id="626" name="直線コネクタ 625">
                  <a:extLst>
                    <a:ext uri="{FF2B5EF4-FFF2-40B4-BE49-F238E27FC236}">
                      <ns2:creationId id="{CD385616-EEA8-395D-0ED4-32F819D09D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7" name="直線コネクタ 626">
                  <a:extLst>
                    <a:ext uri="{FF2B5EF4-FFF2-40B4-BE49-F238E27FC236}">
                      <ns2:creationId id="{751FF7FD-E837-3EF5-3A5B-ABB1B50308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8" name="直線コネクタ 627">
                  <a:extLst>
                    <a:ext uri="{FF2B5EF4-FFF2-40B4-BE49-F238E27FC236}">
                      <ns2:creationId id="{DE2D1D9B-5525-CC25-F05D-517164DDCF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9" name="グループ化 628">
                <a:extLst>
                  <a:ext uri="{FF2B5EF4-FFF2-40B4-BE49-F238E27FC236}">
                    <ns2:creationId id="{98A9D408-EB99-E18F-EC51-FF731F0413C7}"/>
                  </a:ext>
                </a:extLst>
              </p:cNvPr>
              <p:cNvGrpSpPr/>
              <p:nvPr/>
            </p:nvGrpSpPr>
            <p:grpSpPr>
              <a:xfrm>
                <a:off x="9030521" y="3188144"/>
                <a:ext cx="2826518" cy="0"/>
                <a:chOff x="1289138" y="2358036"/>
                <a:chExt cx="2826518" cy="0"/>
              </a:xfrm>
            </p:grpSpPr>
            <p:cxnSp>
              <p:nvCxnSpPr>
                <p:cNvPr id="630" name="直線コネクタ 629">
                  <a:extLst>
                    <a:ext uri="{FF2B5EF4-FFF2-40B4-BE49-F238E27FC236}">
                      <ns2:creationId id="{BBA3DB28-03A9-A3BE-EA84-144893FD00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1" name="直線コネクタ 630">
                  <a:extLst>
                    <a:ext uri="{FF2B5EF4-FFF2-40B4-BE49-F238E27FC236}">
                      <ns2:creationId id="{EE871302-C6C0-8ECC-8F1D-73283DBBC3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2" name="直線コネクタ 631">
                  <a:extLst>
                    <a:ext uri="{FF2B5EF4-FFF2-40B4-BE49-F238E27FC236}">
                      <ns2:creationId id="{D6A731D0-C969-D32C-230A-89A66D0007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3" name="グループ化 632">
                <a:extLst>
                  <a:ext uri="{FF2B5EF4-FFF2-40B4-BE49-F238E27FC236}">
                    <ns2:creationId id="{F5D1BE47-88CC-882F-DFC7-8230C1BA1C6D}"/>
                  </a:ext>
                </a:extLst>
              </p:cNvPr>
              <p:cNvGrpSpPr/>
              <p:nvPr/>
            </p:nvGrpSpPr>
            <p:grpSpPr>
              <a:xfrm>
                <a:off x="9030521" y="3415293"/>
                <a:ext cx="2826518" cy="0"/>
                <a:chOff x="1289138" y="2358036"/>
                <a:chExt cx="2826518" cy="0"/>
              </a:xfrm>
            </p:grpSpPr>
            <p:cxnSp>
              <p:nvCxnSpPr>
                <p:cNvPr id="634" name="直線コネクタ 633">
                  <a:extLst>
                    <a:ext uri="{FF2B5EF4-FFF2-40B4-BE49-F238E27FC236}">
                      <ns2:creationId id="{0D413189-864A-0F85-569C-D3D4C8BB4E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5" name="直線コネクタ 634">
                  <a:extLst>
                    <a:ext uri="{FF2B5EF4-FFF2-40B4-BE49-F238E27FC236}">
                      <ns2:creationId id="{B11CBC2B-EA6B-827E-213B-0145885C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6" name="直線コネクタ 635">
                  <a:extLst>
                    <a:ext uri="{FF2B5EF4-FFF2-40B4-BE49-F238E27FC236}">
                      <ns2:creationId id="{8D9E9155-EDA3-4317-FDB2-7C349F301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7" name="グループ化 636">
                <a:extLst>
                  <a:ext uri="{FF2B5EF4-FFF2-40B4-BE49-F238E27FC236}">
                    <ns2:creationId id="{38527FCD-0258-57B4-08B9-55F523AB80FA}"/>
                  </a:ext>
                </a:extLst>
              </p:cNvPr>
              <p:cNvGrpSpPr/>
              <p:nvPr/>
            </p:nvGrpSpPr>
            <p:grpSpPr>
              <a:xfrm>
                <a:off x="9030521" y="3638564"/>
                <a:ext cx="2826518" cy="0"/>
                <a:chOff x="1289138" y="2358036"/>
                <a:chExt cx="2826518" cy="0"/>
              </a:xfrm>
            </p:grpSpPr>
            <p:cxnSp>
              <p:nvCxnSpPr>
                <p:cNvPr id="638" name="直線コネクタ 637">
                  <a:extLst>
                    <a:ext uri="{FF2B5EF4-FFF2-40B4-BE49-F238E27FC236}">
                      <ns2:creationId id="{35896317-833E-0439-045E-AE5C331107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線コネクタ 638">
                  <a:extLst>
                    <a:ext uri="{FF2B5EF4-FFF2-40B4-BE49-F238E27FC236}">
                      <ns2:creationId id="{13B29FBA-1FAB-CEA1-7DF8-C733FF8E28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線コネクタ 639">
                  <a:extLst>
                    <a:ext uri="{FF2B5EF4-FFF2-40B4-BE49-F238E27FC236}">
                      <ns2:creationId id="{839C1DCE-12F0-F08B-D1D6-B017D5FBCF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1" name="グループ化 640">
                <a:extLst>
                  <a:ext uri="{FF2B5EF4-FFF2-40B4-BE49-F238E27FC236}">
                    <ns2:creationId id="{80D7EE09-0021-7487-D329-2EB27DB9619A}"/>
                  </a:ext>
                </a:extLst>
              </p:cNvPr>
              <p:cNvGrpSpPr/>
              <p:nvPr/>
            </p:nvGrpSpPr>
            <p:grpSpPr>
              <a:xfrm>
                <a:off x="9030521" y="3858565"/>
                <a:ext cx="2826518" cy="0"/>
                <a:chOff x="1289138" y="2358036"/>
                <a:chExt cx="2826518" cy="0"/>
              </a:xfrm>
            </p:grpSpPr>
            <p:cxnSp>
              <p:nvCxnSpPr>
                <p:cNvPr id="642" name="直線コネクタ 641">
                  <a:extLst>
                    <a:ext uri="{FF2B5EF4-FFF2-40B4-BE49-F238E27FC236}">
                      <ns2:creationId id="{34882F77-4CFD-E5E3-D11B-1D09325A0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89138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3" name="直線コネクタ 642">
                  <a:extLst>
                    <a:ext uri="{FF2B5EF4-FFF2-40B4-BE49-F238E27FC236}">
                      <ns2:creationId id="{5DB5CE90-C74C-AF8C-1E8E-89ABF7B3F1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43310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4" name="直線コネクタ 643">
                  <a:extLst>
                    <a:ext uri="{FF2B5EF4-FFF2-40B4-BE49-F238E27FC236}">
                      <ns2:creationId id="{380EF1F2-D32E-E521-CD9E-A839E1D39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7483" y="2358036"/>
                  <a:ext cx="918173" cy="0"/>
                </a:xfrm>
                <a:prstGeom prst="line">
                  <a:avLst/>
                </a:prstGeom>
                <a:noFill/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4:creationId val="1180821862"/>
      </p:ext>
    </p:extLst>
  </p:cSld>
  <p:clrMapOvr>
    <a:masterClrMapping/>
  </p:clrMapOvr>
</p:sld>
</file>

<file path=ppt/slides/slide24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641C912-5A0E-A527-B157-A99F4F106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0322D3B9-401A-EFE8-826D-45985EF4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ja-JP" altLang="en-US" b="0" dirty="0"/>
          </a:p>
        </p:txBody>
      </p:sp>
      <p:sp>
        <p:nvSpPr>
          <p:cNvPr id="3" name="Text Placeholder 2">
            <a:extLst>
              <a:ext uri="{FF2B5EF4-FFF2-40B4-BE49-F238E27FC236}">
                <ns2:creationId id="{86329BAF-078B-F74C-9B28-938DBF3266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53" name="グループ化 52">
            <a:extLst>
              <a:ext uri="{FF2B5EF4-FFF2-40B4-BE49-F238E27FC236}">
                <ns2:creationId id="{30759602-D8ED-2EEE-9B19-FCCF08628065}"/>
              </a:ext>
            </a:extLst>
          </p:cNvPr>
          <p:cNvGrpSpPr/>
          <p:nvPr/>
        </p:nvGrpSpPr>
        <p:grpSpPr>
          <a:xfrm>
            <a:off x="334960" y="1634475"/>
            <a:ext cx="11529904" cy="4876748"/>
            <a:chOff x="334960" y="1634475"/>
            <a:chExt cx="11529904" cy="4876748"/>
          </a:xfrm>
        </p:grpSpPr>
        <p:grpSp>
          <p:nvGrpSpPr>
            <p:cNvPr id="50" name="グループ化 49">
              <a:extLst>
                <a:ext uri="{FF2B5EF4-FFF2-40B4-BE49-F238E27FC236}">
                  <ns2:creationId id="{B1EE49B6-4E5B-2B6E-7442-A7F49FD2E64D}"/>
                </a:ext>
              </a:extLst>
            </p:cNvPr>
            <p:cNvGrpSpPr/>
            <p:nvPr/>
          </p:nvGrpSpPr>
          <p:grpSpPr>
            <a:xfrm>
              <a:off x="334960" y="1634475"/>
              <a:ext cx="5696384" cy="3556274"/>
              <a:chOff x="334960" y="1634475"/>
              <a:chExt cx="5696384" cy="3556274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B8370FF4-B179-663D-A76B-BCD8514880D0}"/>
                  </a:ext>
                </a:extLst>
              </p:cNvPr>
              <p:cNvSpPr/>
              <p:nvPr/>
            </p:nvSpPr>
            <p:spPr>
              <a:xfrm>
                <a:off x="334962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68" name="グループ化 67">
                <a:extLst>
                  <a:ext uri="{FF2B5EF4-FFF2-40B4-BE49-F238E27FC236}">
                    <ns2:creationId id="{5C562829-9F29-F7B8-2284-5C46A283ED89}"/>
                  </a:ext>
                </a:extLst>
              </p:cNvPr>
              <p:cNvGrpSpPr/>
              <p:nvPr/>
            </p:nvGrpSpPr>
            <p:grpSpPr>
              <a:xfrm>
                <a:off x="334962" y="1967773"/>
                <a:ext cx="5696381" cy="324000"/>
                <a:chOff x="334962" y="1996648"/>
                <a:chExt cx="5696381" cy="324000"/>
              </a:xfrm>
            </p:grpSpPr>
            <p:sp>
              <p:nvSpPr>
                <p:cNvPr id="5" name="ホームベース 64">
                  <a:extLst>
                    <a:ext uri="{FF2B5EF4-FFF2-40B4-BE49-F238E27FC236}">
                      <ns2:creationId id="{0EEF9730-8C87-CED0-D9A3-80A1F28120AC}"/>
                    </a:ext>
                  </a:extLst>
                </p:cNvPr>
                <p:cNvSpPr/>
                <p:nvPr/>
              </p:nvSpPr>
              <p:spPr>
                <a:xfrm>
                  <a:off x="334962" y="2006248"/>
                  <a:ext cx="5696381" cy="304801"/>
                </a:xfrm>
                <a:prstGeom prst="homePlate">
                  <a:avLst>
                    <a:gd name="adj" fmla="val 18206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2" name="グラフィックス 21" descr="接続済み 単色塗りつぶし">
                  <a:extLst>
                    <a:ext uri="{FF2B5EF4-FFF2-40B4-BE49-F238E27FC236}">
                      <ns2:creationId id="{441D1668-F677-8740-F495-4BB70028B7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93920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6" name="四角形: 角を丸くする 5">
                <a:extLst>
                  <a:ext uri="{FF2B5EF4-FFF2-40B4-BE49-F238E27FC236}">
                    <ns2:creationId id="{98289650-9BD6-6F5E-DFE8-2F9D4ACE5862}"/>
                  </a:ext>
                </a:extLst>
              </p:cNvPr>
              <p:cNvSpPr/>
              <p:nvPr/>
            </p:nvSpPr>
            <p:spPr>
              <a:xfrm>
                <a:off x="334960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6F71E0C-18C1-E93A-99D0-EFF356FE21F7}"/>
                  </a:ext>
                </a:extLst>
              </p:cNvPr>
              <p:cNvSpPr/>
              <p:nvPr/>
            </p:nvSpPr>
            <p:spPr>
              <a:xfrm>
                <a:off x="3211324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直線コネクタ 10">
                <a:extLst>
                  <a:ext uri="{FF2B5EF4-FFF2-40B4-BE49-F238E27FC236}">
                    <ns2:creationId id="{D9D3B3AA-F291-42E0-9132-A828B627F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5322" y="4390797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グループ化 11">
                <a:extLst>
                  <a:ext uri="{FF2B5EF4-FFF2-40B4-BE49-F238E27FC236}">
                    <ns2:creationId id="{1D85F27F-EAD9-47C3-8AA5-13F77033FF58}"/>
                  </a:ext>
                </a:extLst>
              </p:cNvPr>
              <p:cNvGrpSpPr/>
              <p:nvPr/>
            </p:nvGrpSpPr>
            <p:grpSpPr>
              <a:xfrm rot="5400000">
                <a:off x="3077792" y="4305520"/>
                <a:ext cx="175060" cy="170551"/>
                <a:chOff x="4481985" y="4552638"/>
                <a:chExt cx="369517" cy="360001"/>
              </a:xfrm>
            </p:grpSpPr>
            <p:sp>
              <p:nvSpPr>
                <p:cNvPr id="30" name="円/楕円 8">
                  <a:extLst>
                    <a:ext uri="{FF2B5EF4-FFF2-40B4-BE49-F238E27FC236}">
                      <ns2:creationId id="{B99C187C-D859-48B8-97AB-B0290822608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85" y="4552638"/>
                  <a:ext cx="360001" cy="360002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1" name="グラフィックス 13">
                  <a:extLst>
                    <a:ext uri="{FF2B5EF4-FFF2-40B4-BE49-F238E27FC236}">
                      <ns2:creationId id="{8FF06CB3-69B7-45CA-8270-BF88E6DF221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26" name="正方形/長方形 25">
                <a:extLst>
                  <a:ext uri="{FF2B5EF4-FFF2-40B4-BE49-F238E27FC236}">
                    <ns2:creationId id="{EB6C241A-D64D-A9A4-5C61-B026D8714BE1}"/>
                  </a:ext>
                </a:extLst>
              </p:cNvPr>
              <p:cNvSpPr/>
              <p:nvPr/>
            </p:nvSpPr>
            <p:spPr>
              <a:xfrm>
                <a:off x="346060" y="4518294"/>
                <a:ext cx="515938" cy="672455"/>
              </a:xfrm>
              <a:prstGeom prst="rect">
                <a:avLst/>
              </a:prstGeom>
              <a:solidFill>
                <a:schemeClr val="bg1">
                  <a:lumMod val="7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1555619B-4FB9-AFB8-209C-7A43D477037D}"/>
                  </a:ext>
                </a:extLst>
              </p:cNvPr>
              <p:cNvSpPr/>
              <p:nvPr/>
            </p:nvSpPr>
            <p:spPr>
              <a:xfrm>
                <a:off x="860524" y="4518294"/>
                <a:ext cx="5122800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30EC5F0B-3AE8-4369-99D2-2602B675C331}"/>
                  </a:ext>
                </a:extLst>
              </p:cNvPr>
              <p:cNvSpPr/>
              <p:nvPr/>
            </p:nvSpPr>
            <p:spPr>
              <a:xfrm>
                <a:off x="346060" y="2309805"/>
                <a:ext cx="515938" cy="918689"/>
              </a:xfrm>
              <a:prstGeom prst="rect">
                <a:avLst/>
              </a:prstGeom>
              <a:solidFill>
                <a:schemeClr val="bg1">
                  <a:lumMod val="75000"/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ホームベース 13">
                <a:extLst>
                  <a:ext uri="{FF2B5EF4-FFF2-40B4-BE49-F238E27FC236}">
                    <ns2:creationId id="{543E068C-45B3-1342-86CC-9C994A3616F9}"/>
                  </a:ext>
                </a:extLst>
              </p:cNvPr>
              <p:cNvSpPr/>
              <p:nvPr/>
            </p:nvSpPr>
            <p:spPr>
              <a:xfrm rot="5400000">
                <a:off x="1087280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山形 14">
                <a:extLst>
                  <a:ext uri="{FF2B5EF4-FFF2-40B4-BE49-F238E27FC236}">
                    <ns2:creationId id="{5170BDBC-4EC2-374C-90B3-7B95935088D5}"/>
                  </a:ext>
                </a:extLst>
              </p:cNvPr>
              <p:cNvSpPr/>
              <p:nvPr/>
            </p:nvSpPr>
            <p:spPr>
              <a:xfrm rot="5400000">
                <a:off x="1087280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山形 14">
                <a:extLst>
                  <a:ext uri="{FF2B5EF4-FFF2-40B4-BE49-F238E27FC236}">
                    <ns2:creationId id="{A533E799-DFE6-03E5-CBBC-C26D5F6C2396}"/>
                  </a:ext>
                </a:extLst>
              </p:cNvPr>
              <p:cNvSpPr/>
              <p:nvPr/>
            </p:nvSpPr>
            <p:spPr>
              <a:xfrm rot="5400000">
                <a:off x="1087280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山形 14">
                <a:extLst>
                  <a:ext uri="{FF2B5EF4-FFF2-40B4-BE49-F238E27FC236}">
                    <ns2:creationId id="{F899EA30-264C-310E-8059-D9D15DAE3FD2}"/>
                  </a:ext>
                </a:extLst>
              </p:cNvPr>
              <p:cNvSpPr/>
              <p:nvPr/>
            </p:nvSpPr>
            <p:spPr>
              <a:xfrm rot="5400000">
                <a:off x="1087280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B4E1100A-CD9B-78FB-78FB-5274B9AD0052}"/>
                  </a:ext>
                </a:extLst>
              </p:cNvPr>
              <p:cNvSpPr/>
              <p:nvPr/>
            </p:nvSpPr>
            <p:spPr>
              <a:xfrm>
                <a:off x="1554433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1D01B981-52AD-E5B8-495C-0DBB99AC1B0B}"/>
                  </a:ext>
                </a:extLst>
              </p:cNvPr>
              <p:cNvSpPr/>
              <p:nvPr/>
            </p:nvSpPr>
            <p:spPr>
              <a:xfrm>
                <a:off x="1554433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9107ED6D-F204-C49B-C743-E65F0BDA369A}"/>
                  </a:ext>
                </a:extLst>
              </p:cNvPr>
              <p:cNvSpPr/>
              <p:nvPr/>
            </p:nvSpPr>
            <p:spPr>
              <a:xfrm>
                <a:off x="1554433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DE5E47F3-F07A-C12E-AC6D-EEC10275A6F6}"/>
                  </a:ext>
                </a:extLst>
              </p:cNvPr>
              <p:cNvSpPr/>
              <p:nvPr/>
            </p:nvSpPr>
            <p:spPr>
              <a:xfrm>
                <a:off x="1554433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ns2:creationId id="{EA7087C1-6A50-570C-585A-E1732557D1D3}"/>
                </a:ext>
              </a:extLst>
            </p:cNvPr>
            <p:cNvGrpSpPr/>
            <p:nvPr/>
          </p:nvGrpSpPr>
          <p:grpSpPr>
            <a:xfrm>
              <a:off x="6160657" y="1634475"/>
              <a:ext cx="5704207" cy="3556274"/>
              <a:chOff x="6160657" y="1634475"/>
              <a:chExt cx="5704207" cy="3556274"/>
            </a:xfrm>
          </p:grpSpPr>
          <p:cxnSp>
            <p:nvCxnSpPr>
              <p:cNvPr id="86" name="直線コネクタ 10">
                <a:extLst>
                  <a:ext uri="{FF2B5EF4-FFF2-40B4-BE49-F238E27FC236}">
                    <ns2:creationId id="{A20D6E66-2AC3-508E-2E75-9CA28512CC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47378" y="4390796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7" name="グループ化 11">
                <a:extLst>
                  <a:ext uri="{FF2B5EF4-FFF2-40B4-BE49-F238E27FC236}">
                    <ns2:creationId id="{C76D96A2-71FE-8C11-AA88-769998EAA6D9}"/>
                  </a:ext>
                </a:extLst>
              </p:cNvPr>
              <p:cNvGrpSpPr/>
              <p:nvPr/>
            </p:nvGrpSpPr>
            <p:grpSpPr>
              <a:xfrm rot="5400000">
                <a:off x="8969846" y="4305520"/>
                <a:ext cx="175065" cy="170551"/>
                <a:chOff x="4481975" y="4552638"/>
                <a:chExt cx="369527" cy="360000"/>
              </a:xfrm>
            </p:grpSpPr>
            <p:sp>
              <p:nvSpPr>
                <p:cNvPr id="88" name="円/楕円 8">
                  <a:extLst>
                    <a:ext uri="{FF2B5EF4-FFF2-40B4-BE49-F238E27FC236}">
                      <ns2:creationId id="{19469FDA-62C3-F71D-5D62-C0C134C414B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75" y="4552638"/>
                  <a:ext cx="360000" cy="360000"/>
                </a:xfrm>
                <a:prstGeom prst="ellipse">
                  <a:avLst/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89" name="グラフィックス 13">
                  <a:extLst>
                    <a:ext uri="{FF2B5EF4-FFF2-40B4-BE49-F238E27FC236}">
                      <ns2:creationId id="{BE3D30F7-FB34-6BDB-A4A0-FB559B1A12D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71" name="四角形: 角を丸くする 70">
                <a:extLst>
                  <a:ext uri="{FF2B5EF4-FFF2-40B4-BE49-F238E27FC236}">
                    <ns2:creationId id="{8F223FAF-7DDD-F225-195E-CEEA5298BC97}"/>
                  </a:ext>
                </a:extLst>
              </p:cNvPr>
              <p:cNvSpPr/>
              <p:nvPr/>
            </p:nvSpPr>
            <p:spPr>
              <a:xfrm>
                <a:off x="6217391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四角形: 角を丸くする 71">
                <a:extLst>
                  <a:ext uri="{FF2B5EF4-FFF2-40B4-BE49-F238E27FC236}">
                    <ns2:creationId id="{AAA29247-C320-213F-95B1-02000D8F1223}"/>
                  </a:ext>
                </a:extLst>
              </p:cNvPr>
              <p:cNvSpPr/>
              <p:nvPr/>
            </p:nvSpPr>
            <p:spPr>
              <a:xfrm>
                <a:off x="9086052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rgbClr val="26262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9BE32370-EAC7-B2AC-00B1-99AE7DF19247}"/>
                  </a:ext>
                </a:extLst>
              </p:cNvPr>
              <p:cNvSpPr/>
              <p:nvPr/>
            </p:nvSpPr>
            <p:spPr>
              <a:xfrm>
                <a:off x="6228491" y="4518294"/>
                <a:ext cx="515938" cy="672455"/>
              </a:xfrm>
              <a:prstGeom prst="rect">
                <a:avLst/>
              </a:prstGeom>
              <a:solidFill>
                <a:srgbClr val="008D2E">
                  <a:alpha val="4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186F8337-B4AE-844E-C41B-D48AFD830EB6}"/>
                  </a:ext>
                </a:extLst>
              </p:cNvPr>
              <p:cNvSpPr/>
              <p:nvPr/>
            </p:nvSpPr>
            <p:spPr>
              <a:xfrm>
                <a:off x="6733330" y="4518294"/>
                <a:ext cx="5123708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FC7E7A4C-1F1A-5A38-C217-99A7E98EB150}"/>
                  </a:ext>
                </a:extLst>
              </p:cNvPr>
              <p:cNvSpPr/>
              <p:nvPr/>
            </p:nvSpPr>
            <p:spPr>
              <a:xfrm>
                <a:off x="6160657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0" name="グループ化 89">
                <a:extLst>
                  <a:ext uri="{FF2B5EF4-FFF2-40B4-BE49-F238E27FC236}">
                    <ns2:creationId id="{D5E3247F-6B7B-CDF0-B36D-51AC5B18534B}"/>
                  </a:ext>
                </a:extLst>
              </p:cNvPr>
              <p:cNvGrpSpPr/>
              <p:nvPr/>
            </p:nvGrpSpPr>
            <p:grpSpPr>
              <a:xfrm>
                <a:off x="6160657" y="1967773"/>
                <a:ext cx="5696381" cy="324000"/>
                <a:chOff x="6160657" y="1996648"/>
                <a:chExt cx="5696381" cy="324000"/>
              </a:xfrm>
            </p:grpSpPr>
            <p:sp>
              <p:nvSpPr>
                <p:cNvPr id="7" name="山形 65">
                  <a:extLst>
                    <a:ext uri="{FF2B5EF4-FFF2-40B4-BE49-F238E27FC236}">
                      <ns2:creationId id="{006774BF-5624-D00A-5E8D-B0BAC5D4E067}"/>
                    </a:ext>
                  </a:extLst>
                </p:cNvPr>
                <p:cNvSpPr/>
                <p:nvPr/>
              </p:nvSpPr>
              <p:spPr>
                <a:xfrm>
                  <a:off x="6160657" y="2006248"/>
                  <a:ext cx="5696381" cy="304801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BPR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4" name="グラフィックス 23" descr="切断 単色塗りつぶし">
                  <a:extLst>
                    <a:ext uri="{FF2B5EF4-FFF2-40B4-BE49-F238E27FC236}">
                      <ns2:creationId id="{79DE9107-4C2C-36D6-51CA-A7CB1897D2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05051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77" name="正方形/長方形 76">
                <a:extLst>
                  <a:ext uri="{FF2B5EF4-FFF2-40B4-BE49-F238E27FC236}">
                    <ns2:creationId id="{E2CE5C8B-DF9D-6A76-8263-C7ED13D92326}"/>
                  </a:ext>
                </a:extLst>
              </p:cNvPr>
              <p:cNvSpPr/>
              <p:nvPr/>
            </p:nvSpPr>
            <p:spPr>
              <a:xfrm>
                <a:off x="6228491" y="2309805"/>
                <a:ext cx="515938" cy="91869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ホームベース 13">
                <a:extLst>
                  <a:ext uri="{FF2B5EF4-FFF2-40B4-BE49-F238E27FC236}">
                    <ns2:creationId id="{D01FCCA3-842E-943A-F904-6E7E27FD6F76}"/>
                  </a:ext>
                </a:extLst>
              </p:cNvPr>
              <p:cNvSpPr/>
              <p:nvPr/>
            </p:nvSpPr>
            <p:spPr>
              <a:xfrm rot="5400000">
                <a:off x="6969711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9" name="山形 14">
                <a:extLst>
                  <a:ext uri="{FF2B5EF4-FFF2-40B4-BE49-F238E27FC236}">
                    <ns2:creationId id="{94CFD293-791A-FEC9-B527-6014BBA93703}"/>
                  </a:ext>
                </a:extLst>
              </p:cNvPr>
              <p:cNvSpPr/>
              <p:nvPr/>
            </p:nvSpPr>
            <p:spPr>
              <a:xfrm rot="5400000">
                <a:off x="6969711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" name="山形 14">
                <a:extLst>
                  <a:ext uri="{FF2B5EF4-FFF2-40B4-BE49-F238E27FC236}">
                    <ns2:creationId id="{E34CB311-1EFD-2DD3-A198-2ABBF9174943}"/>
                  </a:ext>
                </a:extLst>
              </p:cNvPr>
              <p:cNvSpPr/>
              <p:nvPr/>
            </p:nvSpPr>
            <p:spPr>
              <a:xfrm rot="5400000">
                <a:off x="6969711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山形 14">
                <a:extLst>
                  <a:ext uri="{FF2B5EF4-FFF2-40B4-BE49-F238E27FC236}">
                    <ns2:creationId id="{F148EC34-6148-20C7-920D-04EED818F6B8}"/>
                  </a:ext>
                </a:extLst>
              </p:cNvPr>
              <p:cNvSpPr/>
              <p:nvPr/>
            </p:nvSpPr>
            <p:spPr>
              <a:xfrm rot="5400000">
                <a:off x="6969711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314184C6-A132-BAFB-88AB-F709DCB74095}"/>
                  </a:ext>
                </a:extLst>
              </p:cNvPr>
              <p:cNvSpPr/>
              <p:nvPr/>
            </p:nvSpPr>
            <p:spPr>
              <a:xfrm>
                <a:off x="7436864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00E6748E-E6A0-DFFE-D664-78B7B2F112F0}"/>
                  </a:ext>
                </a:extLst>
              </p:cNvPr>
              <p:cNvSpPr/>
              <p:nvPr/>
            </p:nvSpPr>
            <p:spPr>
              <a:xfrm>
                <a:off x="7436864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EE939DBD-8F90-B2D8-ED5E-04E155D6D15A}"/>
                  </a:ext>
                </a:extLst>
              </p:cNvPr>
              <p:cNvSpPr/>
              <p:nvPr/>
            </p:nvSpPr>
            <p:spPr>
              <a:xfrm>
                <a:off x="7436864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BACB4395-5146-A395-1D01-81E8DBDC4B3C}"/>
                  </a:ext>
                </a:extLst>
              </p:cNvPr>
              <p:cNvSpPr/>
              <p:nvPr/>
            </p:nvSpPr>
            <p:spPr>
              <a:xfrm>
                <a:off x="7436864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ns2:creationId id="{A2536BA0-60E2-A9CD-7956-CCD20AB7A49D}"/>
                </a:ext>
              </a:extLst>
            </p:cNvPr>
            <p:cNvGrpSpPr/>
            <p:nvPr/>
          </p:nvGrpSpPr>
          <p:grpSpPr>
            <a:xfrm>
              <a:off x="334963" y="5266403"/>
              <a:ext cx="11522074" cy="1244820"/>
              <a:chOff x="334963" y="5266403"/>
              <a:chExt cx="11522074" cy="1244820"/>
            </a:xfrm>
          </p:grpSpPr>
          <p:sp>
            <p:nvSpPr>
              <p:cNvPr id="12" name="Rectangle 7">
                <a:extLst>
                  <a:ext uri="{FF2B5EF4-FFF2-40B4-BE49-F238E27FC236}">
                    <ns2:creationId id="{F6BEA994-E58B-2FEE-4F14-D34A5BF2B160}"/>
                  </a:ext>
                </a:extLst>
              </p:cNvPr>
              <p:cNvSpPr/>
              <p:nvPr/>
            </p:nvSpPr>
            <p:spPr>
              <a:xfrm>
                <a:off x="334963" y="6308725"/>
                <a:ext cx="7303147" cy="202498"/>
              </a:xfrm>
              <a:prstGeom prst="rect">
                <a:avLst/>
              </a:prstGeom>
              <a:solidFill>
                <a:schemeClr val="bg1"/>
              </a:solidFill>
              <a:ln w="63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4008" tIns="0" rIns="64008" bIns="0" rtlCol="0" anchor="ctr"/>
              <a:lstStyle/>
              <a:p>
                <a:r>
                  <a:rPr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sz="800" dirty="0">
                  <a:solidFill>
                    <a:srgbClr val="595959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62998051-7035-6C7F-0157-C7DE43DA07C1}"/>
                  </a:ext>
                </a:extLst>
              </p:cNvPr>
              <p:cNvSpPr/>
              <p:nvPr/>
            </p:nvSpPr>
            <p:spPr>
              <a:xfrm>
                <a:off x="346061" y="5266403"/>
                <a:ext cx="11510976" cy="1032697"/>
              </a:xfrm>
              <a:prstGeom prst="rect">
                <a:avLst/>
              </a:prstGeom>
              <a:noFill/>
              <a:ln w="9525">
                <a:solidFill>
                  <a:srgbClr val="19984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9C65362C-DFDE-350F-2D61-FEACDF16CD16}"/>
                  </a:ext>
                </a:extLst>
              </p:cNvPr>
              <p:cNvSpPr/>
              <p:nvPr/>
            </p:nvSpPr>
            <p:spPr>
              <a:xfrm>
                <a:off x="6316682" y="5554020"/>
                <a:ext cx="5482509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0363" indent="-180975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メイリオ" panose="020B0604030504040204" pitchFamily="50" charset="-128"/>
                  <a:buChar char="▶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3ACA2DE5-BAD3-5A76-D80D-0D7CECD36245}"/>
                  </a:ext>
                </a:extLst>
              </p:cNvPr>
              <p:cNvSpPr/>
              <p:nvPr/>
            </p:nvSpPr>
            <p:spPr>
              <a:xfrm>
                <a:off x="392810" y="5554020"/>
                <a:ext cx="5581796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6" name="グループ化 95">
                <a:extLst>
                  <a:ext uri="{FF2B5EF4-FFF2-40B4-BE49-F238E27FC236}">
                    <ns2:creationId id="{1EF68766-7D70-E0FE-8395-435F05E9882E}"/>
                  </a:ext>
                </a:extLst>
              </p:cNvPr>
              <p:cNvGrpSpPr/>
              <p:nvPr/>
            </p:nvGrpSpPr>
            <p:grpSpPr>
              <a:xfrm>
                <a:off x="390939" y="5308184"/>
                <a:ext cx="4912581" cy="252000"/>
                <a:chOff x="390939" y="5317809"/>
                <a:chExt cx="4912581" cy="252000"/>
              </a:xfrm>
            </p:grpSpPr>
            <p:sp>
              <p:nvSpPr>
                <p:cNvPr id="39" name="正方形/長方形 38">
                  <a:extLst>
                    <a:ext uri="{FF2B5EF4-FFF2-40B4-BE49-F238E27FC236}">
                      <ns2:creationId id="{0BE3CC18-F830-4737-9E5E-9D0AFBC612E5}"/>
                    </a:ext>
                  </a:extLst>
                </p:cNvPr>
                <p:cNvSpPr/>
                <p:nvPr/>
              </p:nvSpPr>
              <p:spPr>
                <a:xfrm>
                  <a:off x="2716696" y="5317809"/>
                  <a:ext cx="2586824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100" dirty="0">
                      <a:solidFill>
                        <a:srgbClr val="19984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16E30053-F467-8AE5-697A-B2693A36B3F9}"/>
                    </a:ext>
                  </a:extLst>
                </p:cNvPr>
                <p:cNvSpPr/>
                <p:nvPr/>
              </p:nvSpPr>
              <p:spPr>
                <a:xfrm>
                  <a:off x="390939" y="5317809"/>
                  <a:ext cx="2332128" cy="25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27" name="二等辺三角形 26">
                <a:extLst>
                  <a:ext uri="{FF2B5EF4-FFF2-40B4-BE49-F238E27FC236}">
                    <ns2:creationId id="{ADF54FC3-DEFB-7417-4F5C-3D73CFA0613F}"/>
                  </a:ext>
                </a:extLst>
              </p:cNvPr>
              <p:cNvSpPr/>
              <p:nvPr/>
            </p:nvSpPr>
            <p:spPr>
              <a:xfrm rot="5400000">
                <a:off x="5857644" y="5824020"/>
                <a:ext cx="576000" cy="180000"/>
              </a:xfrm>
              <a:prstGeom prst="triangle">
                <a:avLst/>
              </a:prstGeom>
              <a:solidFill>
                <a:srgbClr val="008D2E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5:creationId val="3775301095"/>
      </p:ext>
    </p:extLst>
  </p:cSld>
  <p:clrMapOvr>
    <a:masterClrMapping/>
  </p:clrMapOvr>
</p:sld>
</file>

<file path=ppt/slides/slide245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118A611-B124-5F94-796B-BBEEC0344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6AAE714-4C76-0E74-1E44-A7F061B2C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13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10</a:t>
            </a:r>
            <a:r>
              <a:rPr kumimoji="1" lang="ja-JP" altLang="en-US"/>
              <a:t>XX</a:t>
            </a:r>
            <a:r>
              <a:rPr kumimoji="1" lang="en-US" altLang="ja-JP"/>
              <a:t>) 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722E377-F154-89A5-626E-DFE947BF0F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686211"/>
          </a:xfrm>
        </p:spPr>
        <p:txBody>
          <a:bodyPr/>
          <a:lstStyle/>
          <a:p>
            <a:r>
              <a:rPr lang="ja-JP" altLang="en-US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1</a:t>
            </a:r>
            <a:r>
              <a:rPr kumimoji="1" lang="ja-JP" altLang="en-US"/>
              <a:t>XX</a:t>
            </a:r>
            <a:r>
              <a:rPr kumimoji="1" lang="en-US" altLang="ja-JP"/>
              <a:t>27</a:t>
            </a:r>
            <a:r>
              <a:rPr kumimoji="1" lang="ja-JP" altLang="en-US"/>
              <a:t>XX</a:t>
            </a:r>
            <a:br>
              <a:rPr kumimoji="1" lang="en-US" altLang="ja-JP"/>
            </a:br>
            <a:r>
              <a:rPr kumimoji="1" lang="ja-JP" altLang="en-US"/>
              <a:t>XX</a:t>
            </a:r>
          </a:p>
        </p:txBody>
      </p:sp>
      <p:sp>
        <p:nvSpPr>
          <p:cNvPr id="262" name="テキスト ボックス 261">
            <a:extLst>
              <a:ext uri="{FF2B5EF4-FFF2-40B4-BE49-F238E27FC236}">
                <ns2:creationId id="{6245AE00-7404-CF26-64A3-C85760BE3ADA}"/>
              </a:ext>
            </a:extLst>
          </p:cNvPr>
          <p:cNvSpPr txBox="1"/>
          <p:nvPr/>
        </p:nvSpPr>
        <p:spPr>
          <a:xfrm>
            <a:off x="6920345" y="6339898"/>
            <a:ext cx="49262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558" name="Group 557">
            <a:extLst>
              <a:ext uri="{FF2B5EF4-FFF2-40B4-BE49-F238E27FC236}">
                <ns2:creationId id="{42EDDA27-A36C-A7B1-4AA1-A51628E1956D}"/>
              </a:ext>
            </a:extLst>
          </p:cNvPr>
          <p:cNvGrpSpPr/>
          <p:nvPr/>
        </p:nvGrpSpPr>
        <p:grpSpPr>
          <a:xfrm>
            <a:off x="7101150" y="321903"/>
            <a:ext cx="3565119" cy="507459"/>
            <a:chOff x="7101150" y="321903"/>
            <a:chExt cx="3565119" cy="507459"/>
          </a:xfrm>
        </p:grpSpPr>
        <p:sp>
          <p:nvSpPr>
            <p:cNvPr id="228" name="Shape 116">
              <a:extLst>
                <a:ext uri="{FF2B5EF4-FFF2-40B4-BE49-F238E27FC236}">
                  <ns2:creationId id="{BE849413-362E-0291-E39A-015B53D8F981}"/>
                </a:ext>
              </a:extLst>
            </p:cNvPr>
            <p:cNvSpPr/>
            <p:nvPr/>
          </p:nvSpPr>
          <p:spPr>
            <a:xfrm>
              <a:off x="8441460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>
                <a:alpha val="60000"/>
              </a:srgbClr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2" name="Shape 118">
              <a:extLst>
                <a:ext uri="{FF2B5EF4-FFF2-40B4-BE49-F238E27FC236}">
                  <ns2:creationId id="{187FD8C1-95F2-5438-FE61-2011A6BBAE37}"/>
                </a:ext>
              </a:extLst>
            </p:cNvPr>
            <p:cNvSpPr/>
            <p:nvPr/>
          </p:nvSpPr>
          <p:spPr>
            <a:xfrm>
              <a:off x="9198842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>
                <a:alpha val="29804"/>
              </a:srgbClr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36" name="Shape 120">
              <a:extLst>
                <a:ext uri="{FF2B5EF4-FFF2-40B4-BE49-F238E27FC236}">
                  <ns2:creationId id="{34EB078A-5A79-B0B1-BF86-0136CAEE65D6}"/>
                </a:ext>
              </a:extLst>
            </p:cNvPr>
            <p:cNvSpPr/>
            <p:nvPr/>
          </p:nvSpPr>
          <p:spPr>
            <a:xfrm>
              <a:off x="9956224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>
                <a:alpha val="9804"/>
              </a:srgbClr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24" name="Shape 114">
              <a:extLst>
                <a:ext uri="{FF2B5EF4-FFF2-40B4-BE49-F238E27FC236}">
                  <ns2:creationId id="{B44E74E2-E4CE-0210-6EA2-C0A961313C57}"/>
                </a:ext>
              </a:extLst>
            </p:cNvPr>
            <p:cNvSpPr/>
            <p:nvPr/>
          </p:nvSpPr>
          <p:spPr>
            <a:xfrm>
              <a:off x="7684078" y="321903"/>
              <a:ext cx="710045" cy="220122"/>
            </a:xfrm>
            <a:prstGeom prst="roundRect">
              <a:avLst>
                <a:gd name="adj" fmla="val 16355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lIns="36000" rIns="3600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F05BF773-5E1D-2FCA-1D6F-BA73AEB0A081}"/>
                </a:ext>
              </a:extLst>
            </p:cNvPr>
            <p:cNvSpPr/>
            <p:nvPr/>
          </p:nvSpPr>
          <p:spPr>
            <a:xfrm>
              <a:off x="7672821" y="609239"/>
              <a:ext cx="716972" cy="220122"/>
            </a:xfrm>
            <a:prstGeom prst="rect">
              <a:avLst/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ns2:creationId id="{26C967B5-19B2-07B8-35B6-F3A2601D7B43}"/>
                </a:ext>
              </a:extLst>
            </p:cNvPr>
            <p:cNvSpPr txBox="1"/>
            <p:nvPr/>
          </p:nvSpPr>
          <p:spPr>
            <a:xfrm>
              <a:off x="8441461" y="609240"/>
              <a:ext cx="710044" cy="220122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ns2:creationId id="{7ECD9BAD-1CE7-A1D9-8C54-4DC97EBDBB3B}"/>
                </a:ext>
              </a:extLst>
            </p:cNvPr>
            <p:cNvSpPr txBox="1"/>
            <p:nvPr/>
          </p:nvSpPr>
          <p:spPr>
            <a:xfrm>
              <a:off x="7101150" y="421744"/>
              <a:ext cx="535592" cy="307777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algn="ctr"/>
              <a:r>
                <a: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51" name="グループ化 50">
            <a:extLst>
              <a:ext uri="{FF2B5EF4-FFF2-40B4-BE49-F238E27FC236}">
                <ns2:creationId id="{950B00EB-EE74-927C-69BC-AFCC30C8D386}"/>
              </a:ext>
            </a:extLst>
          </p:cNvPr>
          <p:cNvGrpSpPr/>
          <p:nvPr/>
        </p:nvGrpSpPr>
        <p:grpSpPr>
          <a:xfrm>
            <a:off x="330538" y="1634294"/>
            <a:ext cx="11532035" cy="4675426"/>
            <a:chOff x="330538" y="1634294"/>
            <a:chExt cx="11532035" cy="4675426"/>
          </a:xfrm>
        </p:grpSpPr>
        <p:sp>
          <p:nvSpPr>
            <p:cNvPr id="12" name="Richtungspfeil 1">
              <a:extLst>
                <a:ext uri="{FF2B5EF4-FFF2-40B4-BE49-F238E27FC236}">
                  <ns2:creationId id="{B61E2793-BB53-5141-9E4A-8DFE0C3F419C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334962" y="1942873"/>
              <a:ext cx="7417464" cy="4000728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accent5">
                    <a:alpha val="1000"/>
                  </a:schemeClr>
                </a:gs>
                <a:gs pos="100000">
                  <a:srgbClr val="008D2E">
                    <a:alpha val="75000"/>
                  </a:srgbClr>
                </a:gs>
                <a:gs pos="87000">
                  <a:schemeClr val="accent5">
                    <a:alpha val="20000"/>
                    <a:lumMod val="100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" name="Richtungspfeil 1">
              <a:extLst>
                <a:ext uri="{FF2B5EF4-FFF2-40B4-BE49-F238E27FC236}">
                  <ns2:creationId id="{307FFB9C-7558-6903-5F0B-E011F3FEEEFF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 rot="10800000">
              <a:off x="7730420" y="1939521"/>
              <a:ext cx="4116149" cy="4004080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accent5">
                    <a:alpha val="1000"/>
                  </a:schemeClr>
                </a:gs>
                <a:gs pos="100000">
                  <a:srgbClr val="008D2E">
                    <a:alpha val="75000"/>
                  </a:srgbClr>
                </a:gs>
                <a:gs pos="87000">
                  <a:schemeClr val="accent5">
                    <a:alpha val="20000"/>
                    <a:lumMod val="100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28" name="正方形/長方形 3">
              <a:extLst>
                <a:ext uri="{FF2B5EF4-FFF2-40B4-BE49-F238E27FC236}">
                  <ns2:creationId id="{F123D057-EE2E-151C-7EC4-83E7E7FF4909}"/>
                </a:ext>
              </a:extLst>
            </p:cNvPr>
            <p:cNvSpPr/>
            <p:nvPr/>
          </p:nvSpPr>
          <p:spPr>
            <a:xfrm>
              <a:off x="330538" y="1942873"/>
              <a:ext cx="11526500" cy="334800"/>
            </a:xfrm>
            <a:prstGeom prst="rect">
              <a:avLst/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Text 7">
              <a:extLst>
                <a:ext uri="{FF2B5EF4-FFF2-40B4-BE49-F238E27FC236}">
                  <ns2:creationId id="{5C86D51E-B610-95AD-1FA0-EDF1D0F06F44}"/>
                </a:ext>
              </a:extLst>
            </p:cNvPr>
            <p:cNvSpPr txBox="1"/>
            <p:nvPr/>
          </p:nvSpPr>
          <p:spPr>
            <a:xfrm>
              <a:off x="330538" y="1634294"/>
              <a:ext cx="4572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1" name="background">
              <a:extLst>
                <a:ext uri="{FF2B5EF4-FFF2-40B4-BE49-F238E27FC236}">
                  <ns2:creationId id="{4D49A0AF-CE8C-CEA4-5CE8-7A9E88DB8467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469138" y="2027501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2" name="background">
              <a:extLst>
                <a:ext uri="{FF2B5EF4-FFF2-40B4-BE49-F238E27FC236}">
                  <ns2:creationId id="{8F57ED9A-1D23-B994-4B5A-85221E7BFFA5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469138" y="236257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3" name="background">
              <a:extLst>
                <a:ext uri="{FF2B5EF4-FFF2-40B4-BE49-F238E27FC236}">
                  <ns2:creationId id="{E2416C6F-C5D2-BFD1-2C0F-F51FE75C9D43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469138" y="2697645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4" name="background">
              <a:extLst>
                <a:ext uri="{FF2B5EF4-FFF2-40B4-BE49-F238E27FC236}">
                  <ns2:creationId id="{6AB0F1C3-253A-AFF8-79A8-848594B6AD56}"/>
                </a:ext>
              </a:extLst>
            </p:cNvPr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371178" y="571329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5" name="background">
              <a:extLst>
                <a:ext uri="{FF2B5EF4-FFF2-40B4-BE49-F238E27FC236}">
                  <ns2:creationId id="{F7F0839E-633B-B4F7-EC72-346E54E6F594}"/>
                </a:ext>
              </a:extLst>
            </p:cNvPr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567098" y="571329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6" name="background">
              <a:extLst>
                <a:ext uri="{FF2B5EF4-FFF2-40B4-BE49-F238E27FC236}">
                  <ns2:creationId id="{2FBF8C0C-7BC2-B524-5645-4FC1A2961A1C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469138" y="4708077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7" name="background">
              <a:extLst>
                <a:ext uri="{FF2B5EF4-FFF2-40B4-BE49-F238E27FC236}">
                  <ns2:creationId id="{07EBA4EF-CEB8-8B8E-D7B3-6D1EB2040BDF}"/>
                </a:ext>
              </a:extLst>
            </p:cNvPr>
            <p:cNvSpPr>
              <a:spLocks noChangeAspect="1"/>
            </p:cNvSpPr>
            <p:nvPr>
              <p:custDataLst>
                <p:tags r:id="rId9"/>
              </p:custDataLst>
            </p:nvPr>
          </p:nvSpPr>
          <p:spPr>
            <a:xfrm>
              <a:off x="469138" y="5378216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8" name="background">
              <a:extLst>
                <a:ext uri="{FF2B5EF4-FFF2-40B4-BE49-F238E27FC236}">
                  <ns2:creationId id="{256DAE24-1BCE-5366-9E97-291BF74C0A41}"/>
                </a:ext>
              </a:extLst>
            </p:cNvPr>
            <p:cNvSpPr>
              <a:spLocks noChangeAspect="1"/>
            </p:cNvSpPr>
            <p:nvPr>
              <p:custDataLst>
                <p:tags r:id="rId10"/>
              </p:custDataLst>
            </p:nvPr>
          </p:nvSpPr>
          <p:spPr>
            <a:xfrm>
              <a:off x="469138" y="5043149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9" name="background">
              <a:extLst>
                <a:ext uri="{FF2B5EF4-FFF2-40B4-BE49-F238E27FC236}">
                  <ns2:creationId id="{6EB74735-FBF1-C484-B401-F93E7A52E67A}"/>
                </a:ext>
              </a:extLst>
            </p:cNvPr>
            <p:cNvSpPr>
              <a:spLocks noChangeAspect="1"/>
            </p:cNvSpPr>
            <p:nvPr>
              <p:custDataLst>
                <p:tags r:id="rId11"/>
              </p:custDataLst>
            </p:nvPr>
          </p:nvSpPr>
          <p:spPr>
            <a:xfrm>
              <a:off x="469138" y="3702861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0" name="background">
              <a:extLst>
                <a:ext uri="{FF2B5EF4-FFF2-40B4-BE49-F238E27FC236}">
                  <ns2:creationId id="{F0CC3DA6-ABB4-18D6-5B75-B4CDEAFA11AB}"/>
                </a:ext>
              </a:extLst>
            </p:cNvPr>
            <p:cNvSpPr>
              <a:spLocks noChangeAspect="1"/>
            </p:cNvSpPr>
            <p:nvPr>
              <p:custDataLst>
                <p:tags r:id="rId12"/>
              </p:custDataLst>
            </p:nvPr>
          </p:nvSpPr>
          <p:spPr>
            <a:xfrm>
              <a:off x="469138" y="4373005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2" name="background">
              <a:extLst>
                <a:ext uri="{FF2B5EF4-FFF2-40B4-BE49-F238E27FC236}">
                  <ns2:creationId id="{65058F37-EFDE-AB5F-3019-F83C12A6B73F}"/>
                </a:ext>
              </a:extLst>
            </p:cNvPr>
            <p:cNvSpPr>
              <a:spLocks noChangeAspect="1"/>
            </p:cNvSpPr>
            <p:nvPr>
              <p:custDataLst>
                <p:tags r:id="rId13"/>
              </p:custDataLst>
            </p:nvPr>
          </p:nvSpPr>
          <p:spPr>
            <a:xfrm>
              <a:off x="469138" y="3032717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background">
              <a:extLst>
                <a:ext uri="{FF2B5EF4-FFF2-40B4-BE49-F238E27FC236}">
                  <ns2:creationId id="{BCD19CE2-BF9D-5303-0989-E6FF65BD5375}"/>
                </a:ext>
              </a:extLst>
            </p:cNvPr>
            <p:cNvSpPr>
              <a:spLocks noChangeAspect="1"/>
            </p:cNvSpPr>
            <p:nvPr>
              <p:custDataLst>
                <p:tags r:id="rId14"/>
              </p:custDataLst>
            </p:nvPr>
          </p:nvSpPr>
          <p:spPr>
            <a:xfrm>
              <a:off x="469138" y="3367789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background">
              <a:extLst>
                <a:ext uri="{FF2B5EF4-FFF2-40B4-BE49-F238E27FC236}">
                  <ns2:creationId id="{D2170A43-3E9A-C9B2-3F13-A70C8ED298A7}"/>
                </a:ext>
              </a:extLst>
            </p:cNvPr>
            <p:cNvSpPr>
              <a:spLocks noChangeAspect="1"/>
            </p:cNvSpPr>
            <p:nvPr>
              <p:custDataLst>
                <p:tags r:id="rId15"/>
              </p:custDataLst>
            </p:nvPr>
          </p:nvSpPr>
          <p:spPr>
            <a:xfrm>
              <a:off x="469138" y="4037933"/>
              <a:ext cx="180000" cy="18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rgbClr val="008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9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endParaRPr lang="ja-JP" altLang="en-US" sz="95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Text 7">
              <a:extLst>
                <a:ext uri="{FF2B5EF4-FFF2-40B4-BE49-F238E27FC236}">
                  <ns2:creationId id="{4CFF435D-A936-4F58-5431-C484F0449EC3}"/>
                </a:ext>
              </a:extLst>
            </p:cNvPr>
            <p:cNvSpPr txBox="1"/>
            <p:nvPr/>
          </p:nvSpPr>
          <p:spPr>
            <a:xfrm>
              <a:off x="330539" y="1967219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Text 7">
              <a:extLst>
                <a:ext uri="{FF2B5EF4-FFF2-40B4-BE49-F238E27FC236}">
                  <ns2:creationId id="{4CFD08E3-1FEC-784A-9CC8-7470D32F12A8}"/>
                </a:ext>
              </a:extLst>
            </p:cNvPr>
            <p:cNvSpPr txBox="1"/>
            <p:nvPr/>
          </p:nvSpPr>
          <p:spPr>
            <a:xfrm>
              <a:off x="330539" y="2302291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Text 7">
              <a:extLst>
                <a:ext uri="{FF2B5EF4-FFF2-40B4-BE49-F238E27FC236}">
                  <ns2:creationId id="{34660A5A-E41D-65BA-C88B-C7C3AD79B9D3}"/>
                </a:ext>
              </a:extLst>
            </p:cNvPr>
            <p:cNvSpPr txBox="1"/>
            <p:nvPr/>
          </p:nvSpPr>
          <p:spPr>
            <a:xfrm>
              <a:off x="330539" y="2637363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Text 7">
              <a:extLst>
                <a:ext uri="{FF2B5EF4-FFF2-40B4-BE49-F238E27FC236}">
                  <ns2:creationId id="{1513F1F8-7EFE-65AA-18D1-E3D7E2F8E1F8}"/>
                </a:ext>
              </a:extLst>
            </p:cNvPr>
            <p:cNvSpPr txBox="1"/>
            <p:nvPr/>
          </p:nvSpPr>
          <p:spPr>
            <a:xfrm>
              <a:off x="330539" y="2972435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Text 7">
              <a:extLst>
                <a:ext uri="{FF2B5EF4-FFF2-40B4-BE49-F238E27FC236}">
                  <ns2:creationId id="{552CB1F3-2739-0615-E95A-C72F482C1790}"/>
                </a:ext>
              </a:extLst>
            </p:cNvPr>
            <p:cNvSpPr txBox="1"/>
            <p:nvPr/>
          </p:nvSpPr>
          <p:spPr>
            <a:xfrm>
              <a:off x="330539" y="3307507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Text 7">
              <a:extLst>
                <a:ext uri="{FF2B5EF4-FFF2-40B4-BE49-F238E27FC236}">
                  <ns2:creationId id="{6E2C751A-FEE3-EA55-D2ED-94E2C7139052}"/>
                </a:ext>
              </a:extLst>
            </p:cNvPr>
            <p:cNvSpPr txBox="1"/>
            <p:nvPr/>
          </p:nvSpPr>
          <p:spPr>
            <a:xfrm>
              <a:off x="330539" y="3642579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Text 7">
              <a:extLst>
                <a:ext uri="{FF2B5EF4-FFF2-40B4-BE49-F238E27FC236}">
                  <ns2:creationId id="{70F5AA1D-04D9-7155-A3C1-3E496EB884EA}"/>
                </a:ext>
              </a:extLst>
            </p:cNvPr>
            <p:cNvSpPr txBox="1"/>
            <p:nvPr/>
          </p:nvSpPr>
          <p:spPr>
            <a:xfrm>
              <a:off x="330539" y="3977651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Text 7">
              <a:extLst>
                <a:ext uri="{FF2B5EF4-FFF2-40B4-BE49-F238E27FC236}">
                  <ns2:creationId id="{46C4E2D2-894A-D061-6C4B-912F1BB68C99}"/>
                </a:ext>
              </a:extLst>
            </p:cNvPr>
            <p:cNvSpPr txBox="1"/>
            <p:nvPr/>
          </p:nvSpPr>
          <p:spPr>
            <a:xfrm>
              <a:off x="330539" y="4312723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Text 7">
              <a:extLst>
                <a:ext uri="{FF2B5EF4-FFF2-40B4-BE49-F238E27FC236}">
                  <ns2:creationId id="{54C69120-1930-CDAF-52E1-8A3C8734DB95}"/>
                </a:ext>
              </a:extLst>
            </p:cNvPr>
            <p:cNvSpPr txBox="1"/>
            <p:nvPr/>
          </p:nvSpPr>
          <p:spPr>
            <a:xfrm>
              <a:off x="330539" y="4647795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Text 7">
              <a:extLst>
                <a:ext uri="{FF2B5EF4-FFF2-40B4-BE49-F238E27FC236}">
                  <ns2:creationId id="{DE0FA287-DA03-D580-99F2-D34D80CEAE42}"/>
                </a:ext>
              </a:extLst>
            </p:cNvPr>
            <p:cNvSpPr txBox="1"/>
            <p:nvPr/>
          </p:nvSpPr>
          <p:spPr>
            <a:xfrm>
              <a:off x="330539" y="4982867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Text 7">
              <a:extLst>
                <a:ext uri="{FF2B5EF4-FFF2-40B4-BE49-F238E27FC236}">
                  <ns2:creationId id="{6311EBF9-D4B6-22B8-9A9E-CC22D1326C15}"/>
                </a:ext>
              </a:extLst>
            </p:cNvPr>
            <p:cNvSpPr txBox="1"/>
            <p:nvPr/>
          </p:nvSpPr>
          <p:spPr>
            <a:xfrm>
              <a:off x="330539" y="5317934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Text 7">
              <a:extLst>
                <a:ext uri="{FF2B5EF4-FFF2-40B4-BE49-F238E27FC236}">
                  <ns2:creationId id="{6B6DE2EA-F57C-F326-B1C1-A37CAC4F3FCB}"/>
                </a:ext>
              </a:extLst>
            </p:cNvPr>
            <p:cNvSpPr txBox="1"/>
            <p:nvPr/>
          </p:nvSpPr>
          <p:spPr>
            <a:xfrm>
              <a:off x="330539" y="5653011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Text 7">
              <a:extLst>
                <a:ext uri="{FF2B5EF4-FFF2-40B4-BE49-F238E27FC236}">
                  <ns2:creationId id="{E4C7C47A-4B9B-3EA1-519B-584D1BF92F8B}"/>
                </a:ext>
              </a:extLst>
            </p:cNvPr>
            <p:cNvSpPr txBox="1"/>
            <p:nvPr/>
          </p:nvSpPr>
          <p:spPr>
            <a:xfrm>
              <a:off x="330539" y="5988088"/>
              <a:ext cx="455608" cy="3005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54000" rtlCol="0" anchor="b" anchorCtr="0"/>
            <a:lstStyle/>
            <a:p>
              <a:pPr marL="0" indent="0" algn="ctr">
                <a:buNone/>
              </a:pPr>
              <a:r>
                <a:rPr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Text 11">
              <a:extLst>
                <a:ext uri="{FF2B5EF4-FFF2-40B4-BE49-F238E27FC236}">
                  <ns2:creationId id="{2B5608DF-940E-CE79-9947-DF8B502AA3AA}"/>
                </a:ext>
              </a:extLst>
            </p:cNvPr>
            <p:cNvSpPr txBox="1"/>
            <p:nvPr/>
          </p:nvSpPr>
          <p:spPr>
            <a:xfrm>
              <a:off x="2313940" y="1634294"/>
              <a:ext cx="10944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Text 22">
              <a:extLst>
                <a:ext uri="{FF2B5EF4-FFF2-40B4-BE49-F238E27FC236}">
                  <ns2:creationId id="{B23E0E17-62D1-DA46-EAFE-13202530F280}"/>
                </a:ext>
              </a:extLst>
            </p:cNvPr>
            <p:cNvSpPr txBox="1"/>
            <p:nvPr/>
          </p:nvSpPr>
          <p:spPr>
            <a:xfrm>
              <a:off x="2314052" y="196721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Text 46">
              <a:extLst>
                <a:ext uri="{FF2B5EF4-FFF2-40B4-BE49-F238E27FC236}">
                  <ns2:creationId id="{CA22B4A9-38DA-C9DC-5704-2C9B472BFC49}"/>
                </a:ext>
              </a:extLst>
            </p:cNvPr>
            <p:cNvSpPr txBox="1"/>
            <p:nvPr/>
          </p:nvSpPr>
          <p:spPr>
            <a:xfrm>
              <a:off x="2314052" y="297077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1" name="Text 54">
              <a:extLst>
                <a:ext uri="{FF2B5EF4-FFF2-40B4-BE49-F238E27FC236}">
                  <ns2:creationId id="{F352A132-659A-B9A2-45AE-AE95D26D59BF}"/>
                </a:ext>
              </a:extLst>
            </p:cNvPr>
            <p:cNvSpPr txBox="1"/>
            <p:nvPr/>
          </p:nvSpPr>
          <p:spPr>
            <a:xfrm>
              <a:off x="2314052" y="3305301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9" name="Text 62">
              <a:extLst>
                <a:ext uri="{FF2B5EF4-FFF2-40B4-BE49-F238E27FC236}">
                  <ns2:creationId id="{B8A550FE-6F7C-795D-EE13-6785F1C2F70E}"/>
                </a:ext>
              </a:extLst>
            </p:cNvPr>
            <p:cNvSpPr txBox="1"/>
            <p:nvPr/>
          </p:nvSpPr>
          <p:spPr>
            <a:xfrm>
              <a:off x="2314052" y="363981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9" name="Text 78">
              <a:extLst>
                <a:ext uri="{FF2B5EF4-FFF2-40B4-BE49-F238E27FC236}">
                  <ns2:creationId id="{1F7ADF52-2C6D-FD28-BB7F-17F4F6A75348}"/>
                </a:ext>
              </a:extLst>
            </p:cNvPr>
            <p:cNvSpPr txBox="1"/>
            <p:nvPr/>
          </p:nvSpPr>
          <p:spPr>
            <a:xfrm>
              <a:off x="2314052" y="430885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5" name="Text 86">
              <a:extLst>
                <a:ext uri="{FF2B5EF4-FFF2-40B4-BE49-F238E27FC236}">
                  <ns2:creationId id="{3BBACC00-03BE-BCBF-D846-21FE52CE14CD}"/>
                </a:ext>
              </a:extLst>
            </p:cNvPr>
            <p:cNvSpPr txBox="1"/>
            <p:nvPr/>
          </p:nvSpPr>
          <p:spPr>
            <a:xfrm>
              <a:off x="2314052" y="464337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9" name="Text 94">
              <a:extLst>
                <a:ext uri="{FF2B5EF4-FFF2-40B4-BE49-F238E27FC236}">
                  <ns2:creationId id="{88D88B10-0B39-71E0-5091-C19D2CC077C6}"/>
                </a:ext>
              </a:extLst>
            </p:cNvPr>
            <p:cNvSpPr txBox="1"/>
            <p:nvPr/>
          </p:nvSpPr>
          <p:spPr>
            <a:xfrm>
              <a:off x="2314052" y="497789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3" name="Text 102">
              <a:extLst>
                <a:ext uri="{FF2B5EF4-FFF2-40B4-BE49-F238E27FC236}">
                  <ns2:creationId id="{2F47DFC9-E035-E6B9-04E8-753604A13F47}"/>
                </a:ext>
              </a:extLst>
            </p:cNvPr>
            <p:cNvSpPr txBox="1"/>
            <p:nvPr/>
          </p:nvSpPr>
          <p:spPr>
            <a:xfrm>
              <a:off x="2314052" y="531241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>
                <a:alpha val="29804"/>
              </a:srgbClr>
            </a:solidFill>
            <a:ln/>
          </p:spPr>
          <p:txBody>
            <a:bodyPr wrap="square" lIns="0" tIns="0" rIns="0" bIns="0" rtlCol="0" anchor="ctr" anchorCtr="0"/>
            <a:lstStyle/>
            <a:p>
              <a:pPr marL="0" indent="0" algn="ctr">
                <a:buNone/>
              </a:pPr>
              <a:r>
                <a: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7" name="Text 110">
              <a:extLst>
                <a:ext uri="{FF2B5EF4-FFF2-40B4-BE49-F238E27FC236}">
                  <ns2:creationId id="{B949C322-D5B3-77AB-BC54-6AF9B4D57CB4}"/>
                </a:ext>
              </a:extLst>
            </p:cNvPr>
            <p:cNvSpPr txBox="1"/>
            <p:nvPr/>
          </p:nvSpPr>
          <p:spPr>
            <a:xfrm>
              <a:off x="2314052" y="564693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>
                <a:alpha val="9804"/>
              </a:srgbClr>
            </a:solidFill>
            <a:ln/>
          </p:spPr>
          <p:txBody>
            <a:bodyPr wrap="square" lIns="0" tIns="0" rIns="0" bIns="0" rtlCol="0" anchor="ctr" anchorCtr="0"/>
            <a:lstStyle/>
            <a:p>
              <a:pPr marL="0" indent="0" algn="ctr">
                <a:buNone/>
              </a:pPr>
              <a:r>
                <a: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1" name="Text 30">
              <a:extLst>
                <a:ext uri="{FF2B5EF4-FFF2-40B4-BE49-F238E27FC236}">
                  <ns2:creationId id="{3650C05A-3224-E339-2B0E-634FB83A4B9F}"/>
                </a:ext>
              </a:extLst>
            </p:cNvPr>
            <p:cNvSpPr txBox="1"/>
            <p:nvPr/>
          </p:nvSpPr>
          <p:spPr>
            <a:xfrm>
              <a:off x="2314052" y="397433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>
                <a:alpha val="60000"/>
              </a:srgbClr>
            </a:solidFill>
            <a:ln/>
          </p:spPr>
          <p:txBody>
            <a:bodyPr wrap="square" lIns="0" tIns="0" rIns="0" bIns="0" rtlCol="0" anchor="ctr" anchorCtr="0"/>
            <a:lstStyle/>
            <a:p>
              <a:pPr marL="0" indent="0" algn="ctr">
                <a:buNone/>
              </a:pPr>
              <a:r>
                <a:rPr lang="en-US" sz="120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7" name="Text 22">
              <a:extLst>
                <a:ext uri="{FF2B5EF4-FFF2-40B4-BE49-F238E27FC236}">
                  <ns2:creationId id="{8F24D569-CC3A-B974-238D-178D7606A4F1}"/>
                </a:ext>
              </a:extLst>
            </p:cNvPr>
            <p:cNvSpPr txBox="1"/>
            <p:nvPr/>
          </p:nvSpPr>
          <p:spPr>
            <a:xfrm>
              <a:off x="2314052" y="2301741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5" name="Text 22">
              <a:extLst>
                <a:ext uri="{FF2B5EF4-FFF2-40B4-BE49-F238E27FC236}">
                  <ns2:creationId id="{83F21CD3-919E-C403-C765-5C05012E39CB}"/>
                </a:ext>
              </a:extLst>
            </p:cNvPr>
            <p:cNvSpPr txBox="1"/>
            <p:nvPr/>
          </p:nvSpPr>
          <p:spPr>
            <a:xfrm>
              <a:off x="2314052" y="2636259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1" name="Text 22">
              <a:extLst>
                <a:ext uri="{FF2B5EF4-FFF2-40B4-BE49-F238E27FC236}">
                  <ns2:creationId id="{A5093B05-AA91-80A4-48A1-3F1869A3ACA5}"/>
                </a:ext>
              </a:extLst>
            </p:cNvPr>
            <p:cNvSpPr txBox="1"/>
            <p:nvPr/>
          </p:nvSpPr>
          <p:spPr>
            <a:xfrm>
              <a:off x="2314052" y="5981464"/>
              <a:ext cx="1094176" cy="300566"/>
            </a:xfrm>
            <a:prstGeom prst="roundRect">
              <a:avLst>
                <a:gd name="adj" fmla="val 17966"/>
              </a:avLst>
            </a:prstGeom>
            <a:solidFill>
              <a:srgbClr val="008D2E"/>
            </a:solidFill>
            <a:ln w="12700">
              <a:noFill/>
              <a:prstDash val="solid"/>
            </a:ln>
          </p:spPr>
          <p:txBody>
            <a:bodyPr anchor="ctr" anchorCtr="0"/>
            <a:lstStyle>
              <a:defPPr>
                <a:defRPr lang="ja-JP"/>
              </a:defPPr>
            </a:lstStyle>
            <a:p>
              <a:pPr algn="ctr"/>
              <a:r>
                <a: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Text 13">
              <a:extLst>
                <a:ext uri="{FF2B5EF4-FFF2-40B4-BE49-F238E27FC236}">
                  <ns2:creationId id="{519CFD8D-60D9-4624-8585-05F02DA7336D}"/>
                </a:ext>
              </a:extLst>
            </p:cNvPr>
            <p:cNvSpPr txBox="1"/>
            <p:nvPr/>
          </p:nvSpPr>
          <p:spPr>
            <a:xfrm>
              <a:off x="3446421" y="1634294"/>
              <a:ext cx="42840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20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3" name="Text 23">
              <a:extLst>
                <a:ext uri="{FF2B5EF4-FFF2-40B4-BE49-F238E27FC236}">
                  <ns2:creationId id="{362CAAC5-901E-ED4B-1483-6D9C6637567A}"/>
                </a:ext>
              </a:extLst>
            </p:cNvPr>
            <p:cNvSpPr txBox="1"/>
            <p:nvPr/>
          </p:nvSpPr>
          <p:spPr>
            <a:xfrm>
              <a:off x="3446421" y="1967221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5" name="Text 31">
              <a:extLst>
                <a:ext uri="{FF2B5EF4-FFF2-40B4-BE49-F238E27FC236}">
                  <ns2:creationId id="{18D709B3-3CC4-4136-3FC5-C75E4D3D12B8}"/>
                </a:ext>
              </a:extLst>
            </p:cNvPr>
            <p:cNvSpPr txBox="1"/>
            <p:nvPr/>
          </p:nvSpPr>
          <p:spPr>
            <a:xfrm>
              <a:off x="3446421" y="2298612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7" name="Text 39">
              <a:extLst>
                <a:ext uri="{FF2B5EF4-FFF2-40B4-BE49-F238E27FC236}">
                  <ns2:creationId id="{B119C09A-DCCE-3130-8BA4-7E48817C7C2D}"/>
                </a:ext>
              </a:extLst>
            </p:cNvPr>
            <p:cNvSpPr txBox="1"/>
            <p:nvPr/>
          </p:nvSpPr>
          <p:spPr>
            <a:xfrm>
              <a:off x="3446421" y="2633315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9" name="Text 47">
              <a:extLst>
                <a:ext uri="{FF2B5EF4-FFF2-40B4-BE49-F238E27FC236}">
                  <ns2:creationId id="{23FEC2F8-308C-25D4-6A4C-8D7BAA51013D}"/>
                </a:ext>
              </a:extLst>
            </p:cNvPr>
            <p:cNvSpPr txBox="1"/>
            <p:nvPr/>
          </p:nvSpPr>
          <p:spPr>
            <a:xfrm>
              <a:off x="3446421" y="2968017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1" name="Text 55">
              <a:extLst>
                <a:ext uri="{FF2B5EF4-FFF2-40B4-BE49-F238E27FC236}">
                  <ns2:creationId id="{17740702-5138-0F7F-92DA-C38770041790}"/>
                </a:ext>
              </a:extLst>
            </p:cNvPr>
            <p:cNvSpPr txBox="1"/>
            <p:nvPr/>
          </p:nvSpPr>
          <p:spPr>
            <a:xfrm>
              <a:off x="3446421" y="3302721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Text 63">
              <a:extLst>
                <a:ext uri="{FF2B5EF4-FFF2-40B4-BE49-F238E27FC236}">
                  <ns2:creationId id="{235D6492-CF7B-62B3-8BDE-B6954F5BB981}"/>
                </a:ext>
              </a:extLst>
            </p:cNvPr>
            <p:cNvSpPr txBox="1"/>
            <p:nvPr/>
          </p:nvSpPr>
          <p:spPr>
            <a:xfrm>
              <a:off x="3446421" y="3637424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5" name="Text 71">
              <a:extLst>
                <a:ext uri="{FF2B5EF4-FFF2-40B4-BE49-F238E27FC236}">
                  <ns2:creationId id="{811C444C-24AC-308F-7ED6-2FAE5C272D1A}"/>
                </a:ext>
              </a:extLst>
            </p:cNvPr>
            <p:cNvSpPr txBox="1"/>
            <p:nvPr/>
          </p:nvSpPr>
          <p:spPr>
            <a:xfrm>
              <a:off x="3446421" y="3972126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  <a:b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Text 79">
              <a:extLst>
                <a:ext uri="{FF2B5EF4-FFF2-40B4-BE49-F238E27FC236}">
                  <ns2:creationId id="{26B0CEAA-B397-4472-FFE1-ADCBB4CBB2F1}"/>
                </a:ext>
              </a:extLst>
            </p:cNvPr>
            <p:cNvSpPr txBox="1"/>
            <p:nvPr/>
          </p:nvSpPr>
          <p:spPr>
            <a:xfrm>
              <a:off x="3446421" y="4306830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9" name="Text 87">
              <a:extLst>
                <a:ext uri="{FF2B5EF4-FFF2-40B4-BE49-F238E27FC236}">
                  <ns2:creationId id="{4F67893B-2C96-E247-552E-D822A15BC7BF}"/>
                </a:ext>
              </a:extLst>
            </p:cNvPr>
            <p:cNvSpPr txBox="1"/>
            <p:nvPr/>
          </p:nvSpPr>
          <p:spPr>
            <a:xfrm>
              <a:off x="3446421" y="4641534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1" name="Text 95">
              <a:extLst>
                <a:ext uri="{FF2B5EF4-FFF2-40B4-BE49-F238E27FC236}">
                  <ns2:creationId id="{51D6BD8D-EF9F-CF0C-ED2C-2B1DF4A80DB4}"/>
                </a:ext>
              </a:extLst>
            </p:cNvPr>
            <p:cNvSpPr txBox="1"/>
            <p:nvPr/>
          </p:nvSpPr>
          <p:spPr>
            <a:xfrm>
              <a:off x="3446421" y="4976237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3" name="Text 103">
              <a:extLst>
                <a:ext uri="{FF2B5EF4-FFF2-40B4-BE49-F238E27FC236}">
                  <ns2:creationId id="{EB59E183-1C89-364C-9443-570A0198D948}"/>
                </a:ext>
              </a:extLst>
            </p:cNvPr>
            <p:cNvSpPr txBox="1"/>
            <p:nvPr/>
          </p:nvSpPr>
          <p:spPr>
            <a:xfrm>
              <a:off x="3446421" y="5310940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5" name="Text 111">
              <a:extLst>
                <a:ext uri="{FF2B5EF4-FFF2-40B4-BE49-F238E27FC236}">
                  <ns2:creationId id="{38F4C1D8-3776-1EAE-911A-3FA60CAAB62C}"/>
                </a:ext>
              </a:extLst>
            </p:cNvPr>
            <p:cNvSpPr txBox="1"/>
            <p:nvPr/>
          </p:nvSpPr>
          <p:spPr>
            <a:xfrm>
              <a:off x="3446421" y="5645644"/>
              <a:ext cx="4284000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7" name="Text 103">
              <a:extLst>
                <a:ext uri="{FF2B5EF4-FFF2-40B4-BE49-F238E27FC236}">
                  <ns2:creationId id="{24B65B3B-B361-66F7-3DA6-3F35AD5A5C34}"/>
                </a:ext>
              </a:extLst>
            </p:cNvPr>
            <p:cNvSpPr txBox="1"/>
            <p:nvPr/>
          </p:nvSpPr>
          <p:spPr>
            <a:xfrm>
              <a:off x="3446421" y="5980347"/>
              <a:ext cx="4284000" cy="300566"/>
            </a:xfrm>
            <a:prstGeom prst="rect">
              <a:avLst/>
            </a:prstGeom>
            <a:noFill/>
            <a:ln/>
          </p:spPr>
          <p:txBody>
            <a:bodyPr wrap="none" lIns="72000" tIns="0" rIns="0" bIns="0" rtlCol="0" anchor="ctr"/>
            <a:lstStyle/>
            <a:p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25</a:t>
              </a: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7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sz="87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03" name="Straight Connector 502">
              <a:extLst>
                <a:ext uri="{FF2B5EF4-FFF2-40B4-BE49-F238E27FC236}">
                  <ns2:creationId id="{37FEE1F4-717F-309F-3E30-78B3139692BD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2278414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Straight Connector 504">
              <a:extLst>
                <a:ext uri="{FF2B5EF4-FFF2-40B4-BE49-F238E27FC236}">
                  <ns2:creationId id="{3896660F-41F5-172F-D00F-B9853728F1F3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2613488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Straight Connector 505">
              <a:extLst>
                <a:ext uri="{FF2B5EF4-FFF2-40B4-BE49-F238E27FC236}">
                  <ns2:creationId id="{12D6F9CB-5C18-4224-4AF2-3F28834B2884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2948560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Straight Connector 506">
              <a:extLst>
                <a:ext uri="{FF2B5EF4-FFF2-40B4-BE49-F238E27FC236}">
                  <ns2:creationId id="{A54ED348-B5B1-1555-80C4-852D6201155A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3283630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Straight Connector 507">
              <a:extLst>
                <a:ext uri="{FF2B5EF4-FFF2-40B4-BE49-F238E27FC236}">
                  <ns2:creationId id="{2A9D4F13-4554-8BCE-3956-BD38547DEA0C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3618704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Straight Connector 508">
              <a:extLst>
                <a:ext uri="{FF2B5EF4-FFF2-40B4-BE49-F238E27FC236}">
                  <ns2:creationId id="{A8AC953A-4083-66F3-BA56-6F825A342ECB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3953776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Straight Connector 509">
              <a:extLst>
                <a:ext uri="{FF2B5EF4-FFF2-40B4-BE49-F238E27FC236}">
                  <ns2:creationId id="{DA8156C8-490A-4173-B40D-ABE9A0A34BDD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4288848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Straight Connector 510">
              <a:extLst>
                <a:ext uri="{FF2B5EF4-FFF2-40B4-BE49-F238E27FC236}">
                  <ns2:creationId id="{59097DA3-A0C3-2C6F-E5B8-C1744A262EA1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4623920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Straight Connector 511">
              <a:extLst>
                <a:ext uri="{FF2B5EF4-FFF2-40B4-BE49-F238E27FC236}">
                  <ns2:creationId id="{022B916A-17BA-CEF8-0670-8464AAD6E740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4958992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Straight Connector 512">
              <a:extLst>
                <a:ext uri="{FF2B5EF4-FFF2-40B4-BE49-F238E27FC236}">
                  <ns2:creationId id="{7AF4E3A6-BD80-9F92-17B8-E6B5EAE081AF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5294064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Straight Connector 513">
              <a:extLst>
                <a:ext uri="{FF2B5EF4-FFF2-40B4-BE49-F238E27FC236}">
                  <ns2:creationId id="{675AF53E-07C1-6F68-644D-76BE8BA4A7CE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5629137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Straight Connector 514">
              <a:extLst>
                <a:ext uri="{FF2B5EF4-FFF2-40B4-BE49-F238E27FC236}">
                  <ns2:creationId id="{E0B97F0C-DB13-C0BB-DAB3-1A2397804A0F}"/>
                </a:ext>
              </a:extLst>
            </p:cNvPr>
            <p:cNvCxnSpPr>
              <a:cxnSpLocks/>
            </p:cNvCxnSpPr>
            <p:nvPr/>
          </p:nvCxnSpPr>
          <p:spPr>
            <a:xfrm>
              <a:off x="3446421" y="5964211"/>
              <a:ext cx="4284000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 15">
              <a:extLst>
                <a:ext uri="{FF2B5EF4-FFF2-40B4-BE49-F238E27FC236}">
                  <ns2:creationId id="{8D6830CA-C4D1-7D63-F124-6FB958D904D5}"/>
                </a:ext>
              </a:extLst>
            </p:cNvPr>
            <p:cNvSpPr txBox="1"/>
            <p:nvPr/>
          </p:nvSpPr>
          <p:spPr>
            <a:xfrm>
              <a:off x="8010105" y="1634294"/>
              <a:ext cx="38520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altLang="ja-JP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1" name="Text 24">
              <a:extLst>
                <a:ext uri="{FF2B5EF4-FFF2-40B4-BE49-F238E27FC236}">
                  <ns2:creationId id="{0C40EDC8-1F6C-4BC2-8FEA-616FE4D10951}"/>
                </a:ext>
              </a:extLst>
            </p:cNvPr>
            <p:cNvSpPr txBox="1"/>
            <p:nvPr/>
          </p:nvSpPr>
          <p:spPr>
            <a:xfrm>
              <a:off x="8009637" y="1967221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/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</p:txBody>
        </p:sp>
        <p:sp>
          <p:nvSpPr>
            <p:cNvPr id="413" name="Text 32">
              <a:extLst>
                <a:ext uri="{FF2B5EF4-FFF2-40B4-BE49-F238E27FC236}">
                  <ns2:creationId id="{5F8459E0-3DB1-72EC-8E64-87A7D4F0D210}"/>
                </a:ext>
              </a:extLst>
            </p:cNvPr>
            <p:cNvSpPr txBox="1"/>
            <p:nvPr/>
          </p:nvSpPr>
          <p:spPr>
            <a:xfrm>
              <a:off x="8009637" y="2298612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5" name="Text 40">
              <a:extLst>
                <a:ext uri="{FF2B5EF4-FFF2-40B4-BE49-F238E27FC236}">
                  <ns2:creationId id="{9174BE6F-489C-56D4-4520-014721599EC1}"/>
                </a:ext>
              </a:extLst>
            </p:cNvPr>
            <p:cNvSpPr txBox="1"/>
            <p:nvPr/>
          </p:nvSpPr>
          <p:spPr>
            <a:xfrm>
              <a:off x="8009637" y="2633315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7" name="Text 48">
              <a:extLst>
                <a:ext uri="{FF2B5EF4-FFF2-40B4-BE49-F238E27FC236}">
                  <ns2:creationId id="{6BC496E1-A14A-07EE-D2F7-7ECCB3BBD438}"/>
                </a:ext>
              </a:extLst>
            </p:cNvPr>
            <p:cNvSpPr txBox="1"/>
            <p:nvPr/>
          </p:nvSpPr>
          <p:spPr>
            <a:xfrm>
              <a:off x="8009637" y="2968017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20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40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/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</p:txBody>
        </p:sp>
        <p:sp>
          <p:nvSpPr>
            <p:cNvPr id="419" name="Text 56">
              <a:extLst>
                <a:ext uri="{FF2B5EF4-FFF2-40B4-BE49-F238E27FC236}">
                  <ns2:creationId id="{25957378-65D1-C1F6-F409-856983A1FDB6}"/>
                </a:ext>
              </a:extLst>
            </p:cNvPr>
            <p:cNvSpPr txBox="1"/>
            <p:nvPr/>
          </p:nvSpPr>
          <p:spPr>
            <a:xfrm>
              <a:off x="8009637" y="3302721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1" name="Text 64">
              <a:extLst>
                <a:ext uri="{FF2B5EF4-FFF2-40B4-BE49-F238E27FC236}">
                  <ns2:creationId id="{3133B464-4EC7-AE0E-6083-E6436B4D15C8}"/>
                </a:ext>
              </a:extLst>
            </p:cNvPr>
            <p:cNvSpPr txBox="1"/>
            <p:nvPr/>
          </p:nvSpPr>
          <p:spPr>
            <a:xfrm>
              <a:off x="8009637" y="3637424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baseline="30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3" name="Text 72">
              <a:extLst>
                <a:ext uri="{FF2B5EF4-FFF2-40B4-BE49-F238E27FC236}">
                  <ns2:creationId id="{58DA8575-0B81-7BEC-F98B-542F1E5A4948}"/>
                </a:ext>
              </a:extLst>
            </p:cNvPr>
            <p:cNvSpPr txBox="1"/>
            <p:nvPr/>
          </p:nvSpPr>
          <p:spPr>
            <a:xfrm>
              <a:off x="8009637" y="3972126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24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5" name="Text 80">
              <a:extLst>
                <a:ext uri="{FF2B5EF4-FFF2-40B4-BE49-F238E27FC236}">
                  <ns2:creationId id="{C8080C49-F600-F710-0F47-D40CD65E121C}"/>
                </a:ext>
              </a:extLst>
            </p:cNvPr>
            <p:cNvSpPr txBox="1"/>
            <p:nvPr/>
          </p:nvSpPr>
          <p:spPr>
            <a:xfrm>
              <a:off x="8009637" y="4306830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5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</a:p>
          </p:txBody>
        </p:sp>
        <p:sp>
          <p:nvSpPr>
            <p:cNvPr id="427" name="Text 88">
              <a:extLst>
                <a:ext uri="{FF2B5EF4-FFF2-40B4-BE49-F238E27FC236}">
                  <ns2:creationId id="{81F7C26C-AA39-4F9A-DD68-907FF1CEC501}"/>
                </a:ext>
              </a:extLst>
            </p:cNvPr>
            <p:cNvSpPr txBox="1"/>
            <p:nvPr/>
          </p:nvSpPr>
          <p:spPr>
            <a:xfrm>
              <a:off x="8009637" y="4641534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9" name="Text 96">
              <a:extLst>
                <a:ext uri="{FF2B5EF4-FFF2-40B4-BE49-F238E27FC236}">
                  <ns2:creationId id="{D8350587-6521-BC92-6B48-3CDF45CBB0D6}"/>
                </a:ext>
              </a:extLst>
            </p:cNvPr>
            <p:cNvSpPr txBox="1"/>
            <p:nvPr/>
          </p:nvSpPr>
          <p:spPr>
            <a:xfrm>
              <a:off x="8009637" y="4976237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1" name="Text 104">
              <a:extLst>
                <a:ext uri="{FF2B5EF4-FFF2-40B4-BE49-F238E27FC236}">
                  <ns2:creationId id="{CFF97FF5-2A65-168F-6A8A-5D886CA7C088}"/>
                </a:ext>
              </a:extLst>
            </p:cNvPr>
            <p:cNvSpPr txBox="1"/>
            <p:nvPr/>
          </p:nvSpPr>
          <p:spPr>
            <a:xfrm>
              <a:off x="8009637" y="5310940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3" name="Text 112">
              <a:extLst>
                <a:ext uri="{FF2B5EF4-FFF2-40B4-BE49-F238E27FC236}">
                  <ns2:creationId id="{63E0E96A-57AE-DFA9-FFFF-C6B6F3171C31}"/>
                </a:ext>
              </a:extLst>
            </p:cNvPr>
            <p:cNvSpPr txBox="1"/>
            <p:nvPr/>
          </p:nvSpPr>
          <p:spPr>
            <a:xfrm>
              <a:off x="8009637" y="5645644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5" name="Text 104">
              <a:extLst>
                <a:ext uri="{FF2B5EF4-FFF2-40B4-BE49-F238E27FC236}">
                  <ns2:creationId id="{4120B1E0-EB85-F42C-EE5E-6DE85B85DDDA}"/>
                </a:ext>
              </a:extLst>
            </p:cNvPr>
            <p:cNvSpPr txBox="1"/>
            <p:nvPr/>
          </p:nvSpPr>
          <p:spPr>
            <a:xfrm>
              <a:off x="8009637" y="5980347"/>
              <a:ext cx="3852936" cy="300566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16" name="Straight Connector 515">
              <a:extLst>
                <a:ext uri="{FF2B5EF4-FFF2-40B4-BE49-F238E27FC236}">
                  <ns2:creationId id="{CF83A504-7099-B6C7-57AC-E4CA0AD0108E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2278414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Straight Connector 516">
              <a:extLst>
                <a:ext uri="{FF2B5EF4-FFF2-40B4-BE49-F238E27FC236}">
                  <ns2:creationId id="{A39C3C4D-A425-02BE-6F25-BF5B75462BA6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2613488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Straight Connector 517">
              <a:extLst>
                <a:ext uri="{FF2B5EF4-FFF2-40B4-BE49-F238E27FC236}">
                  <ns2:creationId id="{2064A501-EBCA-24AF-A114-B12B88D66A1A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2948560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Straight Connector 518">
              <a:extLst>
                <a:ext uri="{FF2B5EF4-FFF2-40B4-BE49-F238E27FC236}">
                  <ns2:creationId id="{62E11729-A6C9-0497-E645-4C858BB3FB09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3283630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Straight Connector 519">
              <a:extLst>
                <a:ext uri="{FF2B5EF4-FFF2-40B4-BE49-F238E27FC236}">
                  <ns2:creationId id="{5CF883CE-6ECE-310A-F7F9-65C9A161AB43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3618704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Straight Connector 520">
              <a:extLst>
                <a:ext uri="{FF2B5EF4-FFF2-40B4-BE49-F238E27FC236}">
                  <ns2:creationId id="{F6D4BB72-1AFD-6EC4-18BC-3C3A441FBB7F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3953776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Straight Connector 521">
              <a:extLst>
                <a:ext uri="{FF2B5EF4-FFF2-40B4-BE49-F238E27FC236}">
                  <ns2:creationId id="{ACFE0B29-CC79-149B-33E5-545154353D8F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4288848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Straight Connector 522">
              <a:extLst>
                <a:ext uri="{FF2B5EF4-FFF2-40B4-BE49-F238E27FC236}">
                  <ns2:creationId id="{76B3F21D-550B-DB58-2C6A-AFC62C95670A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4623920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Straight Connector 523">
              <a:extLst>
                <a:ext uri="{FF2B5EF4-FFF2-40B4-BE49-F238E27FC236}">
                  <ns2:creationId id="{0F224868-FE0D-7251-E31E-86794F3553B0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4958992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Straight Connector 524">
              <a:extLst>
                <a:ext uri="{FF2B5EF4-FFF2-40B4-BE49-F238E27FC236}">
                  <ns2:creationId id="{60BBA7DF-45EF-A3FD-7985-CD3C79B74414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5294064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Straight Connector 525">
              <a:extLst>
                <a:ext uri="{FF2B5EF4-FFF2-40B4-BE49-F238E27FC236}">
                  <ns2:creationId id="{63D88799-8CB0-A6AB-8F5E-CBCF4A228BDB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5629137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Straight Connector 526">
              <a:extLst>
                <a:ext uri="{FF2B5EF4-FFF2-40B4-BE49-F238E27FC236}">
                  <ns2:creationId id="{BD8710A8-BEAC-3CF3-DBD4-598B065A26B9}"/>
                </a:ext>
              </a:extLst>
            </p:cNvPr>
            <p:cNvCxnSpPr>
              <a:cxnSpLocks/>
            </p:cNvCxnSpPr>
            <p:nvPr/>
          </p:nvCxnSpPr>
          <p:spPr>
            <a:xfrm>
              <a:off x="8009637" y="5964211"/>
              <a:ext cx="3852936" cy="0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正方形/長方形 3">
              <a:extLst>
                <a:ext uri="{FF2B5EF4-FFF2-40B4-BE49-F238E27FC236}">
                  <ns2:creationId id="{BF34D7E5-D7F4-1075-4877-9B0F5A22688B}"/>
                </a:ext>
              </a:extLst>
            </p:cNvPr>
            <p:cNvSpPr/>
            <p:nvPr/>
          </p:nvSpPr>
          <p:spPr>
            <a:xfrm>
              <a:off x="330539" y="5960296"/>
              <a:ext cx="11526499" cy="349424"/>
            </a:xfrm>
            <a:prstGeom prst="rect">
              <a:avLst/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0" name="グループ化 49">
              <a:extLst>
                <a:ext uri="{FF2B5EF4-FFF2-40B4-BE49-F238E27FC236}">
                  <ns2:creationId id="{E39913B3-310C-E2CA-2263-4D0A2113D195}"/>
                </a:ext>
              </a:extLst>
            </p:cNvPr>
            <p:cNvGrpSpPr/>
            <p:nvPr/>
          </p:nvGrpSpPr>
          <p:grpSpPr>
            <a:xfrm>
              <a:off x="7798029" y="2009504"/>
              <a:ext cx="144000" cy="4229126"/>
              <a:chOff x="7798029" y="2009504"/>
              <a:chExt cx="144000" cy="4229126"/>
            </a:xfrm>
          </p:grpSpPr>
          <p:sp>
            <p:nvSpPr>
              <p:cNvPr id="544" name="Isosceles Triangle 543">
                <a:extLst>
                  <a:ext uri="{FF2B5EF4-FFF2-40B4-BE49-F238E27FC236}">
                    <ns2:creationId id="{336B192B-14AE-5800-991F-C7BC1404AE27}"/>
                  </a:ext>
                </a:extLst>
              </p:cNvPr>
              <p:cNvSpPr/>
              <p:nvPr/>
            </p:nvSpPr>
            <p:spPr>
              <a:xfrm rot="5400000" flipH="1">
                <a:off x="7762029" y="2045504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Isosceles Triangle 544">
                <a:extLst>
                  <a:ext uri="{FF2B5EF4-FFF2-40B4-BE49-F238E27FC236}">
                    <ns2:creationId id="{FDB0E239-466F-8143-AA11-6354BB4B208C}"/>
                  </a:ext>
                </a:extLst>
              </p:cNvPr>
              <p:cNvSpPr/>
              <p:nvPr/>
            </p:nvSpPr>
            <p:spPr>
              <a:xfrm rot="5400000" flipH="1">
                <a:off x="7762029" y="2376895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6" name="Isosceles Triangle 545">
                <a:extLst>
                  <a:ext uri="{FF2B5EF4-FFF2-40B4-BE49-F238E27FC236}">
                    <ns2:creationId id="{5F1B7575-06C8-E073-D311-F6DA15369B3F}"/>
                  </a:ext>
                </a:extLst>
              </p:cNvPr>
              <p:cNvSpPr/>
              <p:nvPr/>
            </p:nvSpPr>
            <p:spPr>
              <a:xfrm rot="5400000" flipH="1">
                <a:off x="7762029" y="2711598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Isosceles Triangle 546">
                <a:extLst>
                  <a:ext uri="{FF2B5EF4-FFF2-40B4-BE49-F238E27FC236}">
                    <ns2:creationId id="{D138C00A-1580-4BA4-2EFB-F9CDA6B625FC}"/>
                  </a:ext>
                </a:extLst>
              </p:cNvPr>
              <p:cNvSpPr/>
              <p:nvPr/>
            </p:nvSpPr>
            <p:spPr>
              <a:xfrm rot="5400000" flipH="1">
                <a:off x="7762029" y="3046300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8" name="Isosceles Triangle 547">
                <a:extLst>
                  <a:ext uri="{FF2B5EF4-FFF2-40B4-BE49-F238E27FC236}">
                    <ns2:creationId id="{74588D08-C7A6-C241-E66C-9BAC04674A73}"/>
                  </a:ext>
                </a:extLst>
              </p:cNvPr>
              <p:cNvSpPr/>
              <p:nvPr/>
            </p:nvSpPr>
            <p:spPr>
              <a:xfrm rot="5400000" flipH="1">
                <a:off x="7762029" y="3381004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9" name="Isosceles Triangle 548">
                <a:extLst>
                  <a:ext uri="{FF2B5EF4-FFF2-40B4-BE49-F238E27FC236}">
                    <ns2:creationId id="{0DE34044-F104-FA0E-A389-DEF500128DE4}"/>
                  </a:ext>
                </a:extLst>
              </p:cNvPr>
              <p:cNvSpPr/>
              <p:nvPr/>
            </p:nvSpPr>
            <p:spPr>
              <a:xfrm rot="5400000" flipH="1">
                <a:off x="7762029" y="3715707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0" name="Isosceles Triangle 549">
                <a:extLst>
                  <a:ext uri="{FF2B5EF4-FFF2-40B4-BE49-F238E27FC236}">
                    <ns2:creationId id="{A2F10A4A-9A49-993B-B3B2-73EC45FC5914}"/>
                  </a:ext>
                </a:extLst>
              </p:cNvPr>
              <p:cNvSpPr/>
              <p:nvPr/>
            </p:nvSpPr>
            <p:spPr>
              <a:xfrm rot="5400000" flipH="1">
                <a:off x="7762029" y="4050409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1" name="Isosceles Triangle 550">
                <a:extLst>
                  <a:ext uri="{FF2B5EF4-FFF2-40B4-BE49-F238E27FC236}">
                    <ns2:creationId id="{DEEB7A8F-14E6-B852-8119-A24DBC3CC112}"/>
                  </a:ext>
                </a:extLst>
              </p:cNvPr>
              <p:cNvSpPr/>
              <p:nvPr/>
            </p:nvSpPr>
            <p:spPr>
              <a:xfrm rot="5400000" flipH="1">
                <a:off x="7762029" y="4385113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2" name="Isosceles Triangle 551">
                <a:extLst>
                  <a:ext uri="{FF2B5EF4-FFF2-40B4-BE49-F238E27FC236}">
                    <ns2:creationId id="{8B34EAC8-BD80-65B3-E70B-74DD4FC79CC2}"/>
                  </a:ext>
                </a:extLst>
              </p:cNvPr>
              <p:cNvSpPr/>
              <p:nvPr/>
            </p:nvSpPr>
            <p:spPr>
              <a:xfrm rot="5400000" flipH="1">
                <a:off x="7762029" y="4719817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3" name="Isosceles Triangle 552">
                <a:extLst>
                  <a:ext uri="{FF2B5EF4-FFF2-40B4-BE49-F238E27FC236}">
                    <ns2:creationId id="{DD478848-9E46-3F63-EC88-F042AC527DAB}"/>
                  </a:ext>
                </a:extLst>
              </p:cNvPr>
              <p:cNvSpPr/>
              <p:nvPr/>
            </p:nvSpPr>
            <p:spPr>
              <a:xfrm rot="5400000" flipH="1">
                <a:off x="7762029" y="5054520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Isosceles Triangle 553">
                <a:extLst>
                  <a:ext uri="{FF2B5EF4-FFF2-40B4-BE49-F238E27FC236}">
                    <ns2:creationId id="{4EA49B93-E804-BAC2-8E30-1373BBF09388}"/>
                  </a:ext>
                </a:extLst>
              </p:cNvPr>
              <p:cNvSpPr/>
              <p:nvPr/>
            </p:nvSpPr>
            <p:spPr>
              <a:xfrm rot="5400000" flipH="1">
                <a:off x="7762029" y="5723927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5" name="Isosceles Triangle 554">
                <a:extLst>
                  <a:ext uri="{FF2B5EF4-FFF2-40B4-BE49-F238E27FC236}">
                    <ns2:creationId id="{8F58E502-ECB3-D57E-806C-BF04DA173C6B}"/>
                  </a:ext>
                </a:extLst>
              </p:cNvPr>
              <p:cNvSpPr/>
              <p:nvPr/>
            </p:nvSpPr>
            <p:spPr>
              <a:xfrm rot="5400000" flipH="1">
                <a:off x="7762029" y="5389223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6" name="Isosceles Triangle 555">
                <a:extLst>
                  <a:ext uri="{FF2B5EF4-FFF2-40B4-BE49-F238E27FC236}">
                    <ns2:creationId id="{B03852D7-A78D-06A6-B18E-4E9ED094A3F4}"/>
                  </a:ext>
                </a:extLst>
              </p:cNvPr>
              <p:cNvSpPr/>
              <p:nvPr/>
            </p:nvSpPr>
            <p:spPr>
              <a:xfrm rot="5400000" flipH="1">
                <a:off x="7762029" y="6058630"/>
                <a:ext cx="216000" cy="144000"/>
              </a:xfrm>
              <a:prstGeom prst="triangle">
                <a:avLst/>
              </a:prstGeom>
              <a:solidFill>
                <a:srgbClr val="008000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5" name="Text 9">
              <a:extLst>
                <a:ext uri="{FF2B5EF4-FFF2-40B4-BE49-F238E27FC236}">
                  <ns2:creationId id="{CD7A0918-AB89-C04E-5D1E-42F3EA80974F}"/>
                </a:ext>
              </a:extLst>
            </p:cNvPr>
            <p:cNvSpPr txBox="1"/>
            <p:nvPr/>
          </p:nvSpPr>
          <p:spPr>
            <a:xfrm>
              <a:off x="826519" y="1634294"/>
              <a:ext cx="1447200" cy="216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36000" rtlCol="0" anchor="ctr" anchorCtr="0"/>
            <a:lstStyle/>
            <a:p>
              <a:pPr marL="0" indent="0" algn="ctr">
                <a:buNone/>
              </a:pPr>
              <a:r>
                <a:rPr lang="en-US" sz="120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4" name="グループ化 43">
              <a:extLst>
                <a:ext uri="{FF2B5EF4-FFF2-40B4-BE49-F238E27FC236}">
                  <ns2:creationId id="{75273684-175B-3FD0-060A-E943743AC197}"/>
                </a:ext>
              </a:extLst>
            </p:cNvPr>
            <p:cNvGrpSpPr/>
            <p:nvPr/>
          </p:nvGrpSpPr>
          <p:grpSpPr>
            <a:xfrm>
              <a:off x="330538" y="1850294"/>
              <a:ext cx="11531567" cy="1"/>
              <a:chOff x="330538" y="1850294"/>
              <a:chExt cx="11531567" cy="1"/>
            </a:xfrm>
          </p:grpSpPr>
          <p:cxnSp>
            <p:nvCxnSpPr>
              <p:cNvPr id="13" name="Straight Connector 12">
                <a:extLst>
                  <a:ext uri="{FF2B5EF4-FFF2-40B4-BE49-F238E27FC236}">
                    <ns2:creationId id="{630808CD-D91D-AC96-7FCC-848E6A230A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538" y="1850294"/>
                <a:ext cx="4572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ns2:creationId id="{8CD4C62B-38EC-0209-3DDE-BC2434BB67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2500" y="1850294"/>
                <a:ext cx="109728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Straight Connector 496">
                <a:extLst>
                  <a:ext uri="{FF2B5EF4-FFF2-40B4-BE49-F238E27FC236}">
                    <ns2:creationId id="{1D5BBF00-BEA0-D247-B1D2-24922A81BE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3940" y="1850294"/>
                <a:ext cx="10944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Straight Connector 495">
                <a:extLst>
                  <a:ext uri="{FF2B5EF4-FFF2-40B4-BE49-F238E27FC236}">
                    <ns2:creationId id="{6A38502C-F25A-8D99-7B91-3E358704F0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6421" y="1850294"/>
                <a:ext cx="428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ns2:creationId id="{2998A9DA-EACC-4E65-4C2B-46D7BD7AFE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0105" y="1850295"/>
                <a:ext cx="385200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ns2:creationId id="{33B66FD6-A138-8A4A-7B75-69E609C0DB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0105" y="1850294"/>
                <a:ext cx="38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ns2:creationId id="{183969A2-BC9E-628E-2CBD-42CC0E8DC4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4379" y="1850294"/>
                <a:ext cx="145148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4" name="Straight Connector 493">
                <a:extLst>
                  <a:ext uri="{FF2B5EF4-FFF2-40B4-BE49-F238E27FC236}">
                    <ns2:creationId id="{0B325976-6CD0-1C09-0DA7-3991CA9B9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19" y="1850294"/>
                <a:ext cx="14472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3" name="Text 20">
              <a:extLst>
                <a:ext uri="{FF2B5EF4-FFF2-40B4-BE49-F238E27FC236}">
                  <ns2:creationId id="{F268F925-FF64-C177-671D-23484231A5DC}"/>
                </a:ext>
              </a:extLst>
            </p:cNvPr>
            <p:cNvSpPr txBox="1"/>
            <p:nvPr/>
          </p:nvSpPr>
          <p:spPr>
            <a:xfrm>
              <a:off x="827245" y="1960595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Text 28">
              <a:extLst>
                <a:ext uri="{FF2B5EF4-FFF2-40B4-BE49-F238E27FC236}">
                  <ns2:creationId id="{2EB6A5B2-9CB6-F4A2-9CDD-ADB7CB7E2BD4}"/>
                </a:ext>
              </a:extLst>
            </p:cNvPr>
            <p:cNvSpPr txBox="1"/>
            <p:nvPr/>
          </p:nvSpPr>
          <p:spPr>
            <a:xfrm>
              <a:off x="827245" y="2295667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Text 36">
              <a:extLst>
                <a:ext uri="{FF2B5EF4-FFF2-40B4-BE49-F238E27FC236}">
                  <ns2:creationId id="{BC7DFD94-ADDB-EDE8-1785-DC3ADB9621AC}"/>
                </a:ext>
              </a:extLst>
            </p:cNvPr>
            <p:cNvSpPr txBox="1"/>
            <p:nvPr/>
          </p:nvSpPr>
          <p:spPr>
            <a:xfrm>
              <a:off x="827245" y="2630739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Text 44">
              <a:extLst>
                <a:ext uri="{FF2B5EF4-FFF2-40B4-BE49-F238E27FC236}">
                  <ns2:creationId id="{1B62D8FD-E508-528D-1E62-21135647069A}"/>
                </a:ext>
              </a:extLst>
            </p:cNvPr>
            <p:cNvSpPr txBox="1"/>
            <p:nvPr/>
          </p:nvSpPr>
          <p:spPr>
            <a:xfrm>
              <a:off x="827245" y="2965811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Text 52">
              <a:extLst>
                <a:ext uri="{FF2B5EF4-FFF2-40B4-BE49-F238E27FC236}">
                  <ns2:creationId id="{02327119-34C9-0863-C2F9-5BF61D7C4D04}"/>
                </a:ext>
              </a:extLst>
            </p:cNvPr>
            <p:cNvSpPr txBox="1"/>
            <p:nvPr/>
          </p:nvSpPr>
          <p:spPr>
            <a:xfrm>
              <a:off x="827245" y="3300883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Text 60">
              <a:extLst>
                <a:ext uri="{FF2B5EF4-FFF2-40B4-BE49-F238E27FC236}">
                  <ns2:creationId id="{B8125E69-2478-34C0-8EC1-6F7BDB053C32}"/>
                </a:ext>
              </a:extLst>
            </p:cNvPr>
            <p:cNvSpPr txBox="1"/>
            <p:nvPr/>
          </p:nvSpPr>
          <p:spPr>
            <a:xfrm>
              <a:off x="827245" y="3635955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Text 68">
              <a:extLst>
                <a:ext uri="{FF2B5EF4-FFF2-40B4-BE49-F238E27FC236}">
                  <ns2:creationId id="{FBAE9F16-6A72-040D-4D80-A19EA31D9E33}"/>
                </a:ext>
              </a:extLst>
            </p:cNvPr>
            <p:cNvSpPr txBox="1"/>
            <p:nvPr/>
          </p:nvSpPr>
          <p:spPr>
            <a:xfrm>
              <a:off x="827245" y="3971027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Text 76">
              <a:extLst>
                <a:ext uri="{FF2B5EF4-FFF2-40B4-BE49-F238E27FC236}">
                  <ns2:creationId id="{6C01A5E2-D559-5BE9-E043-ADE73BAF6817}"/>
                </a:ext>
              </a:extLst>
            </p:cNvPr>
            <p:cNvSpPr txBox="1"/>
            <p:nvPr/>
          </p:nvSpPr>
          <p:spPr>
            <a:xfrm>
              <a:off x="827245" y="4306101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Text 84">
              <a:extLst>
                <a:ext uri="{FF2B5EF4-FFF2-40B4-BE49-F238E27FC236}">
                  <ns2:creationId id="{EAA9C9F1-F4F4-996F-7D4B-6B806A12B028}"/>
                </a:ext>
              </a:extLst>
            </p:cNvPr>
            <p:cNvSpPr txBox="1"/>
            <p:nvPr/>
          </p:nvSpPr>
          <p:spPr>
            <a:xfrm>
              <a:off x="827245" y="4641171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5" name="Text 92">
              <a:extLst>
                <a:ext uri="{FF2B5EF4-FFF2-40B4-BE49-F238E27FC236}">
                  <ns2:creationId id="{C7F0A348-F3B0-EB28-0446-52176A27BCB0}"/>
                </a:ext>
              </a:extLst>
            </p:cNvPr>
            <p:cNvSpPr txBox="1"/>
            <p:nvPr/>
          </p:nvSpPr>
          <p:spPr>
            <a:xfrm>
              <a:off x="827245" y="4976243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7" name="Text 100">
              <a:extLst>
                <a:ext uri="{FF2B5EF4-FFF2-40B4-BE49-F238E27FC236}">
                  <ns2:creationId id="{7DA5EBBC-8C06-3BF7-82DF-19656EC1E668}"/>
                </a:ext>
              </a:extLst>
            </p:cNvPr>
            <p:cNvSpPr txBox="1"/>
            <p:nvPr/>
          </p:nvSpPr>
          <p:spPr>
            <a:xfrm>
              <a:off x="827245" y="5311315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9" name="Text 108">
              <a:extLst>
                <a:ext uri="{FF2B5EF4-FFF2-40B4-BE49-F238E27FC236}">
                  <ns2:creationId id="{98950A1A-7BD8-D2DA-5DEA-2B5737190370}"/>
                </a:ext>
              </a:extLst>
            </p:cNvPr>
            <p:cNvSpPr txBox="1"/>
            <p:nvPr/>
          </p:nvSpPr>
          <p:spPr>
            <a:xfrm>
              <a:off x="827245" y="5646387"/>
              <a:ext cx="1445748" cy="300566"/>
            </a:xfrm>
            <a:prstGeom prst="rect">
              <a:avLst/>
            </a:prstGeom>
            <a:solidFill>
              <a:srgbClr val="70AD47">
                <a:alpha val="9804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br>
                <a:rPr 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Text 100">
              <a:extLst>
                <a:ext uri="{FF2B5EF4-FFF2-40B4-BE49-F238E27FC236}">
                  <ns2:creationId id="{05E31350-0123-3305-BC1F-D58096CAB515}"/>
                </a:ext>
              </a:extLst>
            </p:cNvPr>
            <p:cNvSpPr txBox="1"/>
            <p:nvPr/>
          </p:nvSpPr>
          <p:spPr>
            <a:xfrm>
              <a:off x="827245" y="5981464"/>
              <a:ext cx="1445748" cy="300566"/>
            </a:xfrm>
            <a:prstGeom prst="rect">
              <a:avLst/>
            </a:prstGeom>
            <a:solidFill>
              <a:srgbClr val="70AD47">
                <a:alpha val="10000"/>
              </a:srgbClr>
            </a:solidFill>
            <a:ln/>
          </p:spPr>
          <p:txBody>
            <a:bodyPr wrap="square" lIns="72000" tIns="0" rIns="0" bIns="0" rtlCol="0" anchor="ctr"/>
            <a:lstStyle/>
            <a:p>
              <a:pPr marL="0" indent="0">
                <a:buNone/>
              </a:pPr>
              <a:r>
                <a:rPr lang="en-US" altLang="ja-JP" sz="10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5DFE8890-D5BE-E054-9958-3AC74F52EB1C}"/>
                </a:ext>
              </a:extLst>
            </p:cNvPr>
            <p:cNvGrpSpPr/>
            <p:nvPr/>
          </p:nvGrpSpPr>
          <p:grpSpPr>
            <a:xfrm>
              <a:off x="2017571" y="2009161"/>
              <a:ext cx="252000" cy="4272869"/>
              <a:chOff x="2037712" y="2009161"/>
              <a:chExt cx="252000" cy="4272869"/>
            </a:xfrm>
            <a:solidFill>
              <a:srgbClr val="008D2E">
                <a:alpha val="29804"/>
              </a:srgbClr>
            </a:solidFill>
          </p:grpSpPr>
          <p:pic>
            <p:nvPicPr>
              <p:cNvPr id="11" name="Graphic 10" descr="User with solid fill">
                <a:extLst>
                  <a:ext uri="{FF2B5EF4-FFF2-40B4-BE49-F238E27FC236}">
                    <ns2:creationId id="{0654C346-10AC-4435-AB49-AD0F6A66F7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7"/>
                  </a:ext>
                </a:extLst>
              </a:blip>
              <a:stretch>
                <a:fillRect/>
              </a:stretch>
            </p:blipFill>
            <p:spPr>
              <a:xfrm>
                <a:off x="2037712" y="3014377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5" name="Graphic 14" descr="Users with solid fill">
                <a:extLst>
                  <a:ext uri="{FF2B5EF4-FFF2-40B4-BE49-F238E27FC236}">
                    <ns2:creationId id="{D9567CAC-CB12-9F65-768B-B30CECAB97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8"/>
                  </a:ext>
                </a:extLst>
              </a:blip>
              <a:stretch>
                <a:fillRect/>
              </a:stretch>
            </p:blipFill>
            <p:spPr>
              <a:xfrm>
                <a:off x="2037712" y="603003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17" name="Graphic 16" descr="Truck with solid fill">
                <a:extLst>
                  <a:ext uri="{FF2B5EF4-FFF2-40B4-BE49-F238E27FC236}">
                    <ns2:creationId id="{E1534DA7-0411-ED4C-CD37-E9A72ACE6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9"/>
                  </a:ext>
                </a:extLst>
              </a:blip>
              <a:stretch>
                <a:fillRect/>
              </a:stretch>
            </p:blipFill>
            <p:spPr>
              <a:xfrm>
                <a:off x="2037712" y="569495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0" name="Graphic 19" descr="Tools with solid fill">
                <a:extLst>
                  <a:ext uri="{FF2B5EF4-FFF2-40B4-BE49-F238E27FC236}">
                    <ns2:creationId id="{BAA34356-392C-4495-7F9A-F35F31CEB6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0"/>
                  </a:ext>
                </a:extLst>
              </a:blip>
              <a:stretch>
                <a:fillRect/>
              </a:stretch>
            </p:blipFill>
            <p:spPr>
              <a:xfrm>
                <a:off x="2037712" y="3684521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3" name="Graphic 22" descr="Work from home desk with solid fill">
                <a:extLst>
                  <a:ext uri="{FF2B5EF4-FFF2-40B4-BE49-F238E27FC236}">
                    <ns2:creationId id="{0D7314EF-8BD2-8612-FA8A-0E7469E4A3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1"/>
                  </a:ext>
                </a:extLst>
              </a:blip>
              <a:stretch>
                <a:fillRect/>
              </a:stretch>
            </p:blipFill>
            <p:spPr>
              <a:xfrm>
                <a:off x="2037712" y="3349449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6" name="Graphic 25" descr="Link with solid fill">
                <a:extLst>
                  <a:ext uri="{FF2B5EF4-FFF2-40B4-BE49-F238E27FC236}">
                    <ns2:creationId id="{F0202A38-C82E-373D-62F3-F1708FE1F3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2"/>
                  </a:ext>
                </a:extLst>
              </a:blip>
              <a:stretch>
                <a:fillRect/>
              </a:stretch>
            </p:blipFill>
            <p:spPr>
              <a:xfrm>
                <a:off x="2037712" y="5024809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29" name="Graphic 28" descr="Network with solid fill">
                <a:extLst>
                  <a:ext uri="{FF2B5EF4-FFF2-40B4-BE49-F238E27FC236}">
                    <ns2:creationId id="{17EF2249-D3B9-5566-AFFE-7B3A5B1F76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3"/>
                  </a:ext>
                </a:extLst>
              </a:blip>
              <a:stretch>
                <a:fillRect/>
              </a:stretch>
            </p:blipFill>
            <p:spPr>
              <a:xfrm>
                <a:off x="2037712" y="401959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1" name="Graphic 30" descr="Boardroom with solid fill">
                <a:extLst>
                  <a:ext uri="{FF2B5EF4-FFF2-40B4-BE49-F238E27FC236}">
                    <ns2:creationId id="{031188E8-7275-AD3F-BF3F-12DD4205AA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4"/>
                  </a:ext>
                </a:extLst>
              </a:blip>
              <a:stretch>
                <a:fillRect/>
              </a:stretch>
            </p:blipFill>
            <p:spPr>
              <a:xfrm>
                <a:off x="2037712" y="4689737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3" name="Graphic 32" descr="Watering Plant with solid fill">
                <a:extLst>
                  <a:ext uri="{FF2B5EF4-FFF2-40B4-BE49-F238E27FC236}">
                    <ns2:creationId id="{656E967B-B45C-E31F-79C0-6EBB19069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5"/>
                  </a:ext>
                </a:extLst>
              </a:blip>
              <a:stretch>
                <a:fillRect/>
              </a:stretch>
            </p:blipFill>
            <p:spPr>
              <a:xfrm>
                <a:off x="2037712" y="4354667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5" name="Graphic 34" descr="Factory with solid fill">
                <a:extLst>
                  <a:ext uri="{FF2B5EF4-FFF2-40B4-BE49-F238E27FC236}">
                    <ns2:creationId id="{04D0D001-7068-D67C-AFC4-AB0F7A24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6"/>
                  </a:ext>
                </a:extLst>
              </a:blip>
              <a:stretch>
                <a:fillRect/>
              </a:stretch>
            </p:blipFill>
            <p:spPr>
              <a:xfrm>
                <a:off x="2037712" y="5359881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39" name="Graphic 38" descr="World with solid fill">
                <a:extLst>
                  <a:ext uri="{FF2B5EF4-FFF2-40B4-BE49-F238E27FC236}">
                    <ns2:creationId id="{9C90FD7B-555F-BBD0-2184-074B1469EC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7"/>
                  </a:ext>
                </a:extLst>
              </a:blip>
              <a:stretch>
                <a:fillRect/>
              </a:stretch>
            </p:blipFill>
            <p:spPr>
              <a:xfrm>
                <a:off x="2037712" y="2679305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2" name="Graphic 41" descr="Upward trend with solid fill">
                <a:extLst>
                  <a:ext uri="{FF2B5EF4-FFF2-40B4-BE49-F238E27FC236}">
                    <ns2:creationId id="{9AAB6548-7BF8-1180-2EF3-1DFC3095FD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8"/>
                  </a:ext>
                </a:extLst>
              </a:blip>
              <a:stretch>
                <a:fillRect/>
              </a:stretch>
            </p:blipFill>
            <p:spPr>
              <a:xfrm>
                <a:off x="2037712" y="234423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5" name="Graphic 44" descr="Building with solid fill">
                <a:extLst>
                  <a:ext uri="{FF2B5EF4-FFF2-40B4-BE49-F238E27FC236}">
                    <ns2:creationId id="{99EEC9EC-1DB4-AB31-3CFD-EA29C2F8A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9"/>
                  </a:ext>
                </a:extLst>
              </a:blip>
              <a:stretch>
                <a:fillRect/>
              </a:stretch>
            </p:blipFill>
            <p:spPr>
              <a:xfrm>
                <a:off x="2037712" y="2009161"/>
                <a:ext cx="252000" cy="252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60184982"/>
      </p:ext>
    </p:extLst>
  </p:cSld>
  <p:clrMapOvr>
    <a:masterClrMapping/>
  </p:clrMapOvr>
</p:sld>
</file>

<file path=ppt/slides/slide24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FB39B6E-9588-3FEA-2604-3AC4862E3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E0B3B10-6526-2837-5752-CECF669A3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3E7CC881-B405-75D5-91F9-29209A1453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en-US" altLang="ja-JP" dirty="0"/>
              <a:t>27</a:t>
            </a:r>
            <a:r>
              <a:rPr kumimoji="1" lang="ja-JP" altLang="en-US" dirty="0"/>
              <a:t>XX</a:t>
            </a:r>
          </a:p>
        </p:txBody>
      </p:sp>
      <p:grpSp>
        <p:nvGrpSpPr>
          <p:cNvPr id="55" name="グループ化 54">
            <a:extLst>
              <a:ext uri="{FF2B5EF4-FFF2-40B4-BE49-F238E27FC236}">
                <ns2:creationId id="{BFC24595-D20D-7835-9470-8145EE2D5E83}"/>
              </a:ext>
            </a:extLst>
          </p:cNvPr>
          <p:cNvGrpSpPr/>
          <p:nvPr/>
        </p:nvGrpSpPr>
        <p:grpSpPr>
          <a:xfrm>
            <a:off x="334962" y="1634429"/>
            <a:ext cx="11524704" cy="4674296"/>
            <a:chOff x="334962" y="1634429"/>
            <a:chExt cx="11524704" cy="4674296"/>
          </a:xfrm>
        </p:grpSpPr>
        <p:sp>
          <p:nvSpPr>
            <p:cNvPr id="53" name="正方形/長方形 52">
              <a:extLst>
                <a:ext uri="{FF2B5EF4-FFF2-40B4-BE49-F238E27FC236}">
                  <ns2:creationId id="{B35FF792-34DE-0110-C7D3-584D95DF3D6B}"/>
                </a:ext>
              </a:extLst>
            </p:cNvPr>
            <p:cNvSpPr/>
            <p:nvPr/>
          </p:nvSpPr>
          <p:spPr>
            <a:xfrm>
              <a:off x="11232242" y="4080815"/>
              <a:ext cx="624796" cy="6857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4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  <a:alpha val="4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3</a:t>
              </a:r>
              <a:endParaRPr kumimoji="1" lang="ja-JP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  <a:alpha val="4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B6DA0469-8073-7A22-412D-D67BE6E3F9BC}"/>
                </a:ext>
              </a:extLst>
            </p:cNvPr>
            <p:cNvSpPr/>
            <p:nvPr/>
          </p:nvSpPr>
          <p:spPr>
            <a:xfrm>
              <a:off x="7845046" y="4080815"/>
              <a:ext cx="624796" cy="6857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4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  <a:alpha val="4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</a:t>
              </a:r>
              <a:endParaRPr kumimoji="1" lang="ja-JP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  <a:alpha val="4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75C8EC57-916A-CBC3-8F36-DE04E378B44B}"/>
                </a:ext>
              </a:extLst>
            </p:cNvPr>
            <p:cNvSpPr/>
            <p:nvPr/>
          </p:nvSpPr>
          <p:spPr>
            <a:xfrm>
              <a:off x="4457850" y="4080815"/>
              <a:ext cx="624796" cy="68575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4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  <a:alpha val="4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endParaRPr kumimoji="1" lang="ja-JP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  <a:alpha val="4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7B6402C1-2658-79CB-FBC4-8A0FE44E2075}"/>
                </a:ext>
              </a:extLst>
            </p:cNvPr>
            <p:cNvSpPr/>
            <p:nvPr/>
          </p:nvSpPr>
          <p:spPr>
            <a:xfrm>
              <a:off x="1822450" y="1634429"/>
              <a:ext cx="10034588" cy="32400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F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F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9</a:t>
              </a:r>
              <a:r>
                <a:rPr kumimoji="1" lang="ja-F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64E65FA9-83C0-35DE-FF23-2509A38525CC}"/>
                </a:ext>
              </a:extLst>
            </p:cNvPr>
            <p:cNvSpPr/>
            <p:nvPr/>
          </p:nvSpPr>
          <p:spPr>
            <a:xfrm>
              <a:off x="334963" y="3657439"/>
              <a:ext cx="1429657" cy="110913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4DD2167D-C210-2FBA-ED47-B14A6F2FCAF8}"/>
                </a:ext>
              </a:extLst>
            </p:cNvPr>
            <p:cNvSpPr/>
            <p:nvPr/>
          </p:nvSpPr>
          <p:spPr>
            <a:xfrm>
              <a:off x="334962" y="4810125"/>
              <a:ext cx="757237" cy="1498600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58F3D255-1059-941C-498C-47496CB32C3E}"/>
                </a:ext>
              </a:extLst>
            </p:cNvPr>
            <p:cNvSpPr/>
            <p:nvPr/>
          </p:nvSpPr>
          <p:spPr>
            <a:xfrm>
              <a:off x="1139824" y="5199590"/>
              <a:ext cx="624795" cy="53279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59568BA4-9497-B568-85BE-33E9CB39B76F}"/>
                </a:ext>
              </a:extLst>
            </p:cNvPr>
            <p:cNvSpPr/>
            <p:nvPr/>
          </p:nvSpPr>
          <p:spPr>
            <a:xfrm>
              <a:off x="1139824" y="5775932"/>
              <a:ext cx="624795" cy="53279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6" name="四角形: 角を丸くする 35">
              <a:extLst>
                <a:ext uri="{FF2B5EF4-FFF2-40B4-BE49-F238E27FC236}">
                  <ns2:creationId id="{4D3919ED-A1A9-DFB5-3B3E-0AEC2D502741}"/>
                </a:ext>
              </a:extLst>
            </p:cNvPr>
            <p:cNvSpPr/>
            <p:nvPr/>
          </p:nvSpPr>
          <p:spPr>
            <a:xfrm>
              <a:off x="1822450" y="2042506"/>
              <a:ext cx="3260196" cy="1300930"/>
            </a:xfrm>
            <a:prstGeom prst="roundRect">
              <a:avLst>
                <a:gd name="adj" fmla="val 2767"/>
              </a:avLst>
            </a:prstGeom>
            <a:noFill/>
            <a:ln w="38100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30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300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5" name="四角形: 角を丸くする 35">
              <a:extLst>
                <a:ext uri="{FF2B5EF4-FFF2-40B4-BE49-F238E27FC236}">
                  <ns2:creationId id="{4D3919ED-A1A9-DFB5-3B3E-0AEC2D502741}"/>
                </a:ext>
              </a:extLst>
            </p:cNvPr>
            <p:cNvSpPr/>
            <p:nvPr/>
          </p:nvSpPr>
          <p:spPr>
            <a:xfrm>
              <a:off x="5209646" y="2042506"/>
              <a:ext cx="3260196" cy="1300930"/>
            </a:xfrm>
            <a:prstGeom prst="roundRect">
              <a:avLst>
                <a:gd name="adj" fmla="val 2767"/>
              </a:avLst>
            </a:prstGeom>
            <a:noFill/>
            <a:ln w="38100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DX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30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8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6" name="四角形: 角を丸くする 35">
              <a:extLst>
                <a:ext uri="{FF2B5EF4-FFF2-40B4-BE49-F238E27FC236}">
                  <ns2:creationId id="{4D3919ED-A1A9-DFB5-3B3E-0AEC2D502741}"/>
                </a:ext>
              </a:extLst>
            </p:cNvPr>
            <p:cNvSpPr/>
            <p:nvPr/>
          </p:nvSpPr>
          <p:spPr>
            <a:xfrm>
              <a:off x="8596842" y="2042506"/>
              <a:ext cx="3260196" cy="1300930"/>
            </a:xfrm>
            <a:prstGeom prst="roundRect">
              <a:avLst>
                <a:gd name="adj" fmla="val 2767"/>
              </a:avLst>
            </a:prstGeom>
            <a:noFill/>
            <a:ln w="38100">
              <a:solidFill>
                <a:schemeClr val="accent5">
                  <a:alpha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2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2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Text 17">
              <a:extLst>
                <a:ext uri="{FF2B5EF4-FFF2-40B4-BE49-F238E27FC236}">
                  <ns2:creationId id="{6A55CDC5-9540-017C-FFE7-EE9836044FA3}"/>
                </a:ext>
              </a:extLst>
            </p:cNvPr>
            <p:cNvSpPr txBox="1"/>
            <p:nvPr/>
          </p:nvSpPr>
          <p:spPr>
            <a:xfrm>
              <a:off x="1822450" y="2757713"/>
              <a:ext cx="3260196" cy="585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solidFill>
                  <a:srgbClr val="C00000"/>
                </a:solidFill>
                <a:latin typeface="+mn-ea"/>
              </a:endParaRPr>
            </a:p>
          </p:txBody>
        </p:sp>
        <p:sp>
          <p:nvSpPr>
            <p:cNvPr id="13" name="Text 21">
              <a:extLst>
                <a:ext uri="{FF2B5EF4-FFF2-40B4-BE49-F238E27FC236}">
                  <ns2:creationId id="{F0AE9DF8-5839-7ABC-B9B8-E760E45BFB3C}"/>
                </a:ext>
              </a:extLst>
            </p:cNvPr>
            <p:cNvSpPr txBox="1"/>
            <p:nvPr/>
          </p:nvSpPr>
          <p:spPr>
            <a:xfrm>
              <a:off x="5209646" y="2757714"/>
              <a:ext cx="3260196" cy="585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17" name="Text 25">
              <a:extLst>
                <a:ext uri="{FF2B5EF4-FFF2-40B4-BE49-F238E27FC236}">
                  <ns2:creationId id="{73323049-2BB5-66E5-A8F6-EB91822C41E8}"/>
                </a:ext>
              </a:extLst>
            </p:cNvPr>
            <p:cNvSpPr txBox="1"/>
            <p:nvPr/>
          </p:nvSpPr>
          <p:spPr>
            <a:xfrm>
              <a:off x="8596842" y="2757714"/>
              <a:ext cx="3260196" cy="585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  <a:p>
              <a:pPr marL="171450" indent="-171450" algn="l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3A2E4145-FE6C-EE61-8B33-9CF43BB8409F}"/>
                </a:ext>
              </a:extLst>
            </p:cNvPr>
            <p:cNvSpPr/>
            <p:nvPr/>
          </p:nvSpPr>
          <p:spPr>
            <a:xfrm>
              <a:off x="1822450" y="3657439"/>
              <a:ext cx="3260196" cy="1109135"/>
            </a:xfrm>
            <a:prstGeom prst="rect">
              <a:avLst/>
            </a:prstGeom>
            <a:solidFill>
              <a:schemeClr val="bg1">
                <a:lumMod val="6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76B25C2B-7B6B-3815-6A2D-51B07950DF03}"/>
                </a:ext>
              </a:extLst>
            </p:cNvPr>
            <p:cNvSpPr/>
            <p:nvPr/>
          </p:nvSpPr>
          <p:spPr>
            <a:xfrm>
              <a:off x="5209646" y="3657439"/>
              <a:ext cx="3260196" cy="1109135"/>
            </a:xfrm>
            <a:prstGeom prst="rect">
              <a:avLst/>
            </a:prstGeom>
            <a:solidFill>
              <a:schemeClr val="bg1">
                <a:lumMod val="6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42747439-EA12-3306-666D-8A70137A6DC2}"/>
                </a:ext>
              </a:extLst>
            </p:cNvPr>
            <p:cNvSpPr/>
            <p:nvPr/>
          </p:nvSpPr>
          <p:spPr>
            <a:xfrm>
              <a:off x="8596842" y="3657439"/>
              <a:ext cx="3260196" cy="1109135"/>
            </a:xfrm>
            <a:prstGeom prst="rect">
              <a:avLst/>
            </a:prstGeom>
            <a:solidFill>
              <a:schemeClr val="bg1">
                <a:lumMod val="6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3" name="四角形: 角を丸くする 62">
              <a:extLst>
                <a:ext uri="{FF2B5EF4-FFF2-40B4-BE49-F238E27FC236}">
                  <ns2:creationId id="{DD24D3E0-EFD7-1A9A-3C3D-121B8CB8185F}"/>
                </a:ext>
              </a:extLst>
            </p:cNvPr>
            <p:cNvSpPr/>
            <p:nvPr/>
          </p:nvSpPr>
          <p:spPr>
            <a:xfrm>
              <a:off x="1993711" y="3724332"/>
              <a:ext cx="2917673" cy="25076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4" name="四角形: 角を丸くする 63">
              <a:extLst>
                <a:ext uri="{FF2B5EF4-FFF2-40B4-BE49-F238E27FC236}">
                  <ns2:creationId id="{C1C5DEEE-EE86-1874-1F71-64B7195D9935}"/>
                </a:ext>
              </a:extLst>
            </p:cNvPr>
            <p:cNvSpPr/>
            <p:nvPr/>
          </p:nvSpPr>
          <p:spPr>
            <a:xfrm>
              <a:off x="5380907" y="3724332"/>
              <a:ext cx="2917673" cy="25076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AI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EA0B937E-1E6A-1E99-2301-BF830F415BBA}"/>
                </a:ext>
              </a:extLst>
            </p:cNvPr>
            <p:cNvSpPr/>
            <p:nvPr/>
          </p:nvSpPr>
          <p:spPr>
            <a:xfrm>
              <a:off x="8768103" y="3724332"/>
              <a:ext cx="2917673" cy="25076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491589DC-5690-E6DF-F958-EFC2FC350A18}"/>
                </a:ext>
              </a:extLst>
            </p:cNvPr>
            <p:cNvSpPr/>
            <p:nvPr/>
          </p:nvSpPr>
          <p:spPr>
            <a:xfrm>
              <a:off x="1822450" y="5199590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361FBD14-2DC6-B474-C662-B5239D5E651F}"/>
                </a:ext>
              </a:extLst>
            </p:cNvPr>
            <p:cNvSpPr/>
            <p:nvPr/>
          </p:nvSpPr>
          <p:spPr>
            <a:xfrm>
              <a:off x="1822450" y="5775932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27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891F0534-2E98-AC19-E30F-9D0F3EA731AA}"/>
                </a:ext>
              </a:extLst>
            </p:cNvPr>
            <p:cNvSpPr/>
            <p:nvPr/>
          </p:nvSpPr>
          <p:spPr>
            <a:xfrm>
              <a:off x="1139824" y="4810124"/>
              <a:ext cx="624795" cy="345918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9" name="矢印: 五方向 68">
              <a:extLst>
                <a:ext uri="{FF2B5EF4-FFF2-40B4-BE49-F238E27FC236}">
                  <ns2:creationId id="{013E1FE6-4CED-55F2-E8D6-45C473FC95D6}"/>
                </a:ext>
              </a:extLst>
            </p:cNvPr>
            <p:cNvSpPr/>
            <p:nvPr/>
          </p:nvSpPr>
          <p:spPr>
            <a:xfrm>
              <a:off x="1822450" y="4810124"/>
              <a:ext cx="1086732" cy="345918"/>
            </a:xfrm>
            <a:prstGeom prst="homePlate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7" name="矢印: 五方向 68">
              <a:extLst>
                <a:ext uri="{FF2B5EF4-FFF2-40B4-BE49-F238E27FC236}">
                  <ns2:creationId id="{013E1FE6-4CED-55F2-E8D6-45C473FC95D6}"/>
                </a:ext>
              </a:extLst>
            </p:cNvPr>
            <p:cNvSpPr/>
            <p:nvPr/>
          </p:nvSpPr>
          <p:spPr>
            <a:xfrm>
              <a:off x="2909182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8" name="矢印: 五方向 68">
              <a:extLst>
                <a:ext uri="{FF2B5EF4-FFF2-40B4-BE49-F238E27FC236}">
                  <ns2:creationId id="{013E1FE6-4CED-55F2-E8D6-45C473FC95D6}"/>
                </a:ext>
              </a:extLst>
            </p:cNvPr>
            <p:cNvSpPr/>
            <p:nvPr/>
          </p:nvSpPr>
          <p:spPr>
            <a:xfrm>
              <a:off x="3995914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9" name="直線コネクタ 8">
              <a:extLst>
                <a:ext uri="{FF2B5EF4-FFF2-40B4-BE49-F238E27FC236}">
                  <ns2:creationId id="{576A5CD7-5B5C-9672-277A-973C61B7EBA6}"/>
                </a:ext>
              </a:extLst>
            </p:cNvPr>
            <p:cNvCxnSpPr/>
            <p:nvPr/>
          </p:nvCxnSpPr>
          <p:spPr>
            <a:xfrm>
              <a:off x="1822450" y="5754157"/>
              <a:ext cx="326019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ns2:creationId id="{855086CF-CE4C-29BE-EEB3-9C74D545870D}"/>
                </a:ext>
              </a:extLst>
            </p:cNvPr>
            <p:cNvSpPr/>
            <p:nvPr/>
          </p:nvSpPr>
          <p:spPr>
            <a:xfrm>
              <a:off x="5209646" y="5199590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13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PM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B4F36BD4-8444-185E-643E-8C688E0BF260}"/>
                </a:ext>
              </a:extLst>
            </p:cNvPr>
            <p:cNvSpPr/>
            <p:nvPr/>
          </p:nvSpPr>
          <p:spPr>
            <a:xfrm>
              <a:off x="5209646" y="5775932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DX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18" name="直線コネクタ 17">
              <a:extLst>
                <a:ext uri="{FF2B5EF4-FFF2-40B4-BE49-F238E27FC236}">
                  <ns2:creationId id="{8D6D95FB-3E08-3D8E-E404-1AF381CC136B}"/>
                </a:ext>
              </a:extLst>
            </p:cNvPr>
            <p:cNvCxnSpPr/>
            <p:nvPr/>
          </p:nvCxnSpPr>
          <p:spPr>
            <a:xfrm>
              <a:off x="5209646" y="5754157"/>
              <a:ext cx="326019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ns2:creationId id="{97DDBEB8-BA3C-303F-6617-1E00EF3D344A}"/>
                </a:ext>
              </a:extLst>
            </p:cNvPr>
            <p:cNvSpPr/>
            <p:nvPr/>
          </p:nvSpPr>
          <p:spPr>
            <a:xfrm>
              <a:off x="8599470" y="5199590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7964CDF2-1175-0796-94A0-3CF85B5EEA67}"/>
                </a:ext>
              </a:extLst>
            </p:cNvPr>
            <p:cNvSpPr/>
            <p:nvPr/>
          </p:nvSpPr>
          <p:spPr>
            <a:xfrm>
              <a:off x="8599470" y="5775932"/>
              <a:ext cx="3260196" cy="5327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2" name="矢印: 五方向 21">
              <a:extLst>
                <a:ext uri="{FF2B5EF4-FFF2-40B4-BE49-F238E27FC236}">
                  <ns2:creationId id="{01A8BA94-C1BB-FA0B-AF54-DB02EC40A4B3}"/>
                </a:ext>
              </a:extLst>
            </p:cNvPr>
            <p:cNvSpPr/>
            <p:nvPr/>
          </p:nvSpPr>
          <p:spPr>
            <a:xfrm>
              <a:off x="8599470" y="4810124"/>
              <a:ext cx="1086732" cy="345918"/>
            </a:xfrm>
            <a:prstGeom prst="homePlate">
              <a:avLst>
                <a:gd name="adj" fmla="val 13397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" name="矢印: 五方向 68">
              <a:extLst>
                <a:ext uri="{FF2B5EF4-FFF2-40B4-BE49-F238E27FC236}">
                  <ns2:creationId id="{6131410F-E902-65F3-FBFD-8323B5731E55}"/>
                </a:ext>
              </a:extLst>
            </p:cNvPr>
            <p:cNvSpPr/>
            <p:nvPr/>
          </p:nvSpPr>
          <p:spPr>
            <a:xfrm>
              <a:off x="9686202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cxnSp>
          <p:nvCxnSpPr>
            <p:cNvPr id="26" name="直線コネクタ 25">
              <a:extLst>
                <a:ext uri="{FF2B5EF4-FFF2-40B4-BE49-F238E27FC236}">
                  <ns2:creationId id="{6FF001FB-C58C-D5B4-5DC9-5684C90AA928}"/>
                </a:ext>
              </a:extLst>
            </p:cNvPr>
            <p:cNvCxnSpPr/>
            <p:nvPr/>
          </p:nvCxnSpPr>
          <p:spPr>
            <a:xfrm>
              <a:off x="8599470" y="5754157"/>
              <a:ext cx="326019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 35">
              <a:extLst>
                <a:ext uri="{FF2B5EF4-FFF2-40B4-BE49-F238E27FC236}">
                  <ns2:creationId id="{FFB04B1A-7496-2D6C-2315-3752611B4110}"/>
                </a:ext>
              </a:extLst>
            </p:cNvPr>
            <p:cNvSpPr txBox="1"/>
            <p:nvPr/>
          </p:nvSpPr>
          <p:spPr>
            <a:xfrm>
              <a:off x="5209646" y="4018649"/>
              <a:ext cx="3260196" cy="7479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indent="0" algn="ctr">
                <a:buNone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 algn="ctr">
                <a:buNone/>
              </a:pP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34" name="Text 40">
              <a:extLst>
                <a:ext uri="{FF2B5EF4-FFF2-40B4-BE49-F238E27FC236}">
                  <ns2:creationId id="{7C756370-2D42-CC75-AF81-DB4930CAA95D}"/>
                </a:ext>
              </a:extLst>
            </p:cNvPr>
            <p:cNvSpPr txBox="1"/>
            <p:nvPr/>
          </p:nvSpPr>
          <p:spPr>
            <a:xfrm>
              <a:off x="8596842" y="4018649"/>
              <a:ext cx="3260196" cy="7479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indent="0" algn="l">
                <a:buNone/>
              </a:pP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  <p:sp>
          <p:nvSpPr>
            <p:cNvPr id="35" name="二等辺三角形 34">
              <a:extLst>
                <a:ext uri="{FF2B5EF4-FFF2-40B4-BE49-F238E27FC236}">
                  <ns2:creationId id="{BAC39EF1-28B5-D176-987C-07D1E6B18C67}"/>
                </a:ext>
              </a:extLst>
            </p:cNvPr>
            <p:cNvSpPr/>
            <p:nvPr/>
          </p:nvSpPr>
          <p:spPr>
            <a:xfrm flipV="1">
              <a:off x="2763118" y="3410217"/>
              <a:ext cx="1378857" cy="180438"/>
            </a:xfrm>
            <a:prstGeom prst="triangle">
              <a:avLst/>
            </a:prstGeom>
            <a:solidFill>
              <a:schemeClr val="accent6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二等辺三角形 36">
              <a:extLst>
                <a:ext uri="{FF2B5EF4-FFF2-40B4-BE49-F238E27FC236}">
                  <ns2:creationId id="{56ADD25C-623F-5954-149B-BE1F7A8CA3A5}"/>
                </a:ext>
              </a:extLst>
            </p:cNvPr>
            <p:cNvSpPr/>
            <p:nvPr/>
          </p:nvSpPr>
          <p:spPr>
            <a:xfrm flipV="1">
              <a:off x="6150314" y="3410217"/>
              <a:ext cx="1378857" cy="180438"/>
            </a:xfrm>
            <a:prstGeom prst="triangle">
              <a:avLst/>
            </a:prstGeom>
            <a:solidFill>
              <a:schemeClr val="accent6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二等辺三角形 38">
              <a:extLst>
                <a:ext uri="{FF2B5EF4-FFF2-40B4-BE49-F238E27FC236}">
                  <ns2:creationId id="{5A7CC437-73E7-EC84-6F27-297A572BAA02}"/>
                </a:ext>
              </a:extLst>
            </p:cNvPr>
            <p:cNvSpPr/>
            <p:nvPr/>
          </p:nvSpPr>
          <p:spPr>
            <a:xfrm flipV="1">
              <a:off x="9537510" y="3410217"/>
              <a:ext cx="1378857" cy="180438"/>
            </a:xfrm>
            <a:prstGeom prst="triangle">
              <a:avLst/>
            </a:prstGeom>
            <a:solidFill>
              <a:schemeClr val="accent6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矢印: 五方向 68">
              <a:extLst>
                <a:ext uri="{FF2B5EF4-FFF2-40B4-BE49-F238E27FC236}">
                  <ns2:creationId id="{2BE24FA6-88FB-BBCF-A5F3-5A976E1D4695}"/>
                </a:ext>
              </a:extLst>
            </p:cNvPr>
            <p:cNvSpPr/>
            <p:nvPr/>
          </p:nvSpPr>
          <p:spPr>
            <a:xfrm>
              <a:off x="10770306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3" name="矢印: 五方向 42">
              <a:extLst>
                <a:ext uri="{FF2B5EF4-FFF2-40B4-BE49-F238E27FC236}">
                  <ns2:creationId id="{CDD2F6B4-8257-D087-E838-DFDD52BF2072}"/>
                </a:ext>
              </a:extLst>
            </p:cNvPr>
            <p:cNvSpPr/>
            <p:nvPr/>
          </p:nvSpPr>
          <p:spPr>
            <a:xfrm>
              <a:off x="5209646" y="4810124"/>
              <a:ext cx="1086732" cy="345918"/>
            </a:xfrm>
            <a:prstGeom prst="homePlate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5" name="矢印: 五方向 68">
              <a:extLst>
                <a:ext uri="{FF2B5EF4-FFF2-40B4-BE49-F238E27FC236}">
                  <ns2:creationId id="{E9031868-9771-9BB0-1CEC-50F908E4A91A}"/>
                </a:ext>
              </a:extLst>
            </p:cNvPr>
            <p:cNvSpPr/>
            <p:nvPr/>
          </p:nvSpPr>
          <p:spPr>
            <a:xfrm>
              <a:off x="6296378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7" name="矢印: 五方向 68">
              <a:extLst>
                <a:ext uri="{FF2B5EF4-FFF2-40B4-BE49-F238E27FC236}">
                  <ns2:creationId id="{08C72FE5-FE53-5EC4-4BE5-D040B2A69013}"/>
                </a:ext>
              </a:extLst>
            </p:cNvPr>
            <p:cNvSpPr/>
            <p:nvPr/>
          </p:nvSpPr>
          <p:spPr>
            <a:xfrm>
              <a:off x="7383110" y="4810124"/>
              <a:ext cx="1086732" cy="345918"/>
            </a:xfrm>
            <a:prstGeom prst="chevron">
              <a:avLst>
                <a:gd name="adj" fmla="val 13397"/>
              </a:avLst>
            </a:prstGeom>
            <a:solidFill>
              <a:schemeClr val="bg1">
                <a:lumMod val="50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4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8" name="Text 30">
              <a:extLst>
                <a:ext uri="{FF2B5EF4-FFF2-40B4-BE49-F238E27FC236}">
                  <ns2:creationId id="{6E7698C4-C4C3-2E2C-9019-52C6918B8527}"/>
                </a:ext>
              </a:extLst>
            </p:cNvPr>
            <p:cNvSpPr txBox="1"/>
            <p:nvPr/>
          </p:nvSpPr>
          <p:spPr>
            <a:xfrm>
              <a:off x="1822450" y="4018648"/>
              <a:ext cx="3260196" cy="7479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indent="0" algn="ctr">
                <a:buNone/>
              </a:pP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>
                  <a:latin typeface="+mn-ea"/>
                  <a:cs typeface="Meiryo" pitchFamily="34" charset="-120"/>
                </a:rPr>
                <a:t> </a:t>
              </a:r>
              <a:r>
                <a:rPr lang="en-US" sz="1200" dirty="0">
                  <a:latin typeface="+mn-ea"/>
                  <a:cs typeface="Meiryo" pitchFamily="34" charset="-120"/>
                </a:rPr>
                <a:t>XX</a:t>
              </a:r>
              <a:br>
                <a:rPr lang="en-US" sz="1200" dirty="0">
                  <a:latin typeface="+mn-ea"/>
                  <a:cs typeface="Meiryo" pitchFamily="34" charset="-120"/>
                </a:rPr>
              </a:b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r>
                <a:rPr 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sz="12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 algn="ctr">
                <a:buNone/>
              </a:pPr>
              <a:r>
                <a:rPr lang="en-US" sz="1200" dirty="0" err="1"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</a:endParaRPr>
            </a:p>
          </p:txBody>
        </p:sp>
      </p:grpSp>
    </p:spTree>
    <p:extLst>
      <p:ext uri="{BB962C8B-B14F-4D97-AF65-F5344CB8AC3E}">
        <ns3:creationId val="267184268"/>
      </p:ext>
    </p:extLst>
  </p:cSld>
  <p:clrMapOvr>
    <a:masterClrMapping/>
  </p:clrMapOvr>
</p:sld>
</file>

<file path=ppt/slides/slide24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F28F096-335B-CCD1-C482-09193CF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6670B06-7B5F-7D15-0629-66F3CC1E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027EC87B-EF97-51B6-1BAC-7B4AEA6462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19</a:t>
            </a:r>
            <a:r>
              <a:rPr kumimoji="1" lang="ja-JP" altLang="en-US" dirty="0"/>
              <a:t>XX</a:t>
            </a:r>
            <a:r>
              <a:rPr kumimoji="1" lang="en-US" altLang="ja-JP" dirty="0"/>
              <a:t>6</a:t>
            </a:r>
            <a:r>
              <a:rPr kumimoji="1" lang="ja-JP" altLang="en-US" dirty="0"/>
              <a:t>XX</a:t>
            </a:r>
            <a:r>
              <a:rPr kumimoji="1" lang="en-US" altLang="ja-JP" dirty="0"/>
              <a:t>2</a:t>
            </a: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9766F95B-CB08-2F6B-2502-DD2978860750}"/>
              </a:ext>
            </a:extLst>
          </p:cNvPr>
          <p:cNvSpPr/>
          <p:nvPr/>
        </p:nvSpPr>
        <p:spPr>
          <a:xfrm>
            <a:off x="334963" y="6308725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93" name="グループ化 292">
            <a:extLst>
              <a:ext uri="{FF2B5EF4-FFF2-40B4-BE49-F238E27FC236}">
                <ns2:creationId id="{A13C8C80-174B-572D-D9A0-559FBFD5B420}"/>
              </a:ext>
            </a:extLst>
          </p:cNvPr>
          <p:cNvGrpSpPr/>
          <p:nvPr/>
        </p:nvGrpSpPr>
        <p:grpSpPr>
          <a:xfrm>
            <a:off x="334963" y="4698695"/>
            <a:ext cx="11532772" cy="1602773"/>
            <a:chOff x="334963" y="4698695"/>
            <a:chExt cx="11532772" cy="1602773"/>
          </a:xfrm>
        </p:grpSpPr>
        <p:sp>
          <p:nvSpPr>
            <p:cNvPr id="14" name="四角形: 角を丸くする 13">
              <a:extLst>
                <a:ext uri="{FF2B5EF4-FFF2-40B4-BE49-F238E27FC236}">
                  <ns2:creationId id="{168FE11F-DF4E-58C0-411E-45D6D0D4433B}"/>
                </a:ext>
              </a:extLst>
            </p:cNvPr>
            <p:cNvSpPr/>
            <p:nvPr/>
          </p:nvSpPr>
          <p:spPr>
            <a:xfrm>
              <a:off x="3592064" y="4698695"/>
              <a:ext cx="5018570" cy="259595"/>
            </a:xfrm>
            <a:prstGeom prst="roundRect">
              <a:avLst>
                <a:gd name="adj" fmla="val 100000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FF2CC9F4-17C9-AB76-6109-18BDC85DCDEB}"/>
                </a:ext>
              </a:extLst>
            </p:cNvPr>
            <p:cNvSpPr/>
            <p:nvPr/>
          </p:nvSpPr>
          <p:spPr>
            <a:xfrm>
              <a:off x="334963" y="6041873"/>
              <a:ext cx="11532772" cy="25959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4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87" name="グループ化 286">
              <a:extLst>
                <a:ext uri="{FF2B5EF4-FFF2-40B4-BE49-F238E27FC236}">
                  <ns2:creationId id="{2336F229-E8C8-7AA0-C43C-1B5145409DDE}"/>
                </a:ext>
              </a:extLst>
            </p:cNvPr>
            <p:cNvGrpSpPr/>
            <p:nvPr/>
          </p:nvGrpSpPr>
          <p:grpSpPr>
            <a:xfrm>
              <a:off x="334963" y="5021623"/>
              <a:ext cx="11532772" cy="1008743"/>
              <a:chOff x="334963" y="4969479"/>
              <a:chExt cx="11532772" cy="1008743"/>
            </a:xfrm>
          </p:grpSpPr>
          <p:sp>
            <p:nvSpPr>
              <p:cNvPr id="25" name="楕円 24">
                <a:extLst>
                  <a:ext uri="{FF2B5EF4-FFF2-40B4-BE49-F238E27FC236}">
                    <ns2:creationId id="{B785308E-4B82-CA2D-53BB-B02C928805D3}"/>
                  </a:ext>
                </a:extLst>
              </p:cNvPr>
              <p:cNvSpPr/>
              <p:nvPr/>
            </p:nvSpPr>
            <p:spPr>
              <a:xfrm>
                <a:off x="5275390" y="4969479"/>
                <a:ext cx="1008743" cy="1008743"/>
              </a:xfrm>
              <a:prstGeom prst="ellipse">
                <a:avLst/>
              </a:prstGeom>
              <a:solidFill>
                <a:schemeClr val="accent5">
                  <a:alpha val="1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0" rIns="39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楕円 26">
                <a:extLst>
                  <a:ext uri="{FF2B5EF4-FFF2-40B4-BE49-F238E27FC236}">
                    <ns2:creationId id="{9C018D8D-5FFA-4D1D-CEB9-59A627D1D74D}"/>
                  </a:ext>
                </a:extLst>
              </p:cNvPr>
              <p:cNvSpPr/>
              <p:nvPr/>
            </p:nvSpPr>
            <p:spPr>
              <a:xfrm>
                <a:off x="5876523" y="4969479"/>
                <a:ext cx="1008743" cy="1008743"/>
              </a:xfrm>
              <a:prstGeom prst="ellipse">
                <a:avLst/>
              </a:prstGeom>
              <a:solidFill>
                <a:schemeClr val="accent6">
                  <a:alpha val="1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96000" tIns="36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FCF97383-E968-4F96-F204-9F5ED73E06DE}"/>
                  </a:ext>
                </a:extLst>
              </p:cNvPr>
              <p:cNvSpPr/>
              <p:nvPr/>
            </p:nvSpPr>
            <p:spPr>
              <a:xfrm>
                <a:off x="5882647" y="5378978"/>
                <a:ext cx="395363" cy="18974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3" name="グラフィックス 32" descr="建物 単色塗りつぶし">
                <a:extLst>
                  <a:ext uri="{FF2B5EF4-FFF2-40B4-BE49-F238E27FC236}">
                    <ns2:creationId id="{32195845-3CAF-156C-25B7-C6EDDD8637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5435274" y="5123391"/>
                <a:ext cx="330200" cy="330200"/>
              </a:xfrm>
              <a:prstGeom prst="rect">
                <a:avLst/>
              </a:prstGeom>
            </p:spPr>
          </p:pic>
          <p:pic>
            <p:nvPicPr>
              <p:cNvPr id="38" name="グラフィックス 37" descr="インターネット 単色塗りつぶし">
                <a:extLst>
                  <a:ext uri="{FF2B5EF4-FFF2-40B4-BE49-F238E27FC236}">
                    <ns2:creationId id="{FDADF5A9-366B-653C-6A0F-7E64BCB90C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393028" y="5123391"/>
                <a:ext cx="330200" cy="330200"/>
              </a:xfrm>
              <a:prstGeom prst="rect">
                <a:avLst/>
              </a:prstGeom>
            </p:spPr>
          </p:pic>
          <p:sp>
            <p:nvSpPr>
              <p:cNvPr id="40" name="正方形/長方形 39">
                <a:extLst>
                  <a:ext uri="{FF2B5EF4-FFF2-40B4-BE49-F238E27FC236}">
                    <ns2:creationId id="{F6C24FB4-08BA-3111-C289-B582DB1EC529}"/>
                  </a:ext>
                </a:extLst>
              </p:cNvPr>
              <p:cNvSpPr/>
              <p:nvPr/>
            </p:nvSpPr>
            <p:spPr>
              <a:xfrm>
                <a:off x="7209320" y="5096480"/>
                <a:ext cx="4658415" cy="75474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9DF63B37-62E8-E1F5-460A-4DC3B6A933FB}"/>
                  </a:ext>
                </a:extLst>
              </p:cNvPr>
              <p:cNvSpPr/>
              <p:nvPr/>
            </p:nvSpPr>
            <p:spPr>
              <a:xfrm>
                <a:off x="334963" y="5096480"/>
                <a:ext cx="4658415" cy="75474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144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ns2:creationId id="{2BEAD3E9-A112-3153-1547-72284729D8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93377" y="5096480"/>
                <a:ext cx="0" cy="754740"/>
              </a:xfrm>
              <a:prstGeom prst="line">
                <a:avLst/>
              </a:prstGeom>
              <a:ln w="38100">
                <a:solidFill>
                  <a:schemeClr val="accent5">
                    <a:alpha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DBAB3BC7-BE96-7CD2-3037-1F63500338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09319" y="5096480"/>
                <a:ext cx="0" cy="754740"/>
              </a:xfrm>
              <a:prstGeom prst="line">
                <a:avLst/>
              </a:prstGeom>
              <a:ln w="38100">
                <a:solidFill>
                  <a:schemeClr val="accent6">
                    <a:alpha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ns2:creationId id="{7C025870-30B9-195F-4A83-04D502E33588}"/>
                  </a:ext>
                </a:extLst>
              </p:cNvPr>
              <p:cNvCxnSpPr>
                <a:cxnSpLocks/>
                <a:stCxn id="4" idx="3"/>
                <a:endCxn id="25" idx="2"/>
              </p:cNvCxnSpPr>
              <p:nvPr/>
            </p:nvCxnSpPr>
            <p:spPr>
              <a:xfrm>
                <a:off x="4993378" y="5473850"/>
                <a:ext cx="282012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>
                <a:extLst>
                  <a:ext uri="{FF2B5EF4-FFF2-40B4-BE49-F238E27FC236}">
                    <ns2:creationId id="{BBF793AA-8F32-B7D6-6622-8C8C1F779BFB}"/>
                  </a:ext>
                </a:extLst>
              </p:cNvPr>
              <p:cNvCxnSpPr>
                <a:cxnSpLocks/>
                <a:stCxn id="40" idx="1"/>
                <a:endCxn id="27" idx="6"/>
              </p:cNvCxnSpPr>
              <p:nvPr/>
            </p:nvCxnSpPr>
            <p:spPr>
              <a:xfrm flipH="1">
                <a:off x="6885266" y="5473850"/>
                <a:ext cx="324054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" name="四角形: 角を丸くする 41">
            <a:extLst>
              <a:ext uri="{FF2B5EF4-FFF2-40B4-BE49-F238E27FC236}">
                <ns2:creationId id="{9742EA17-E949-977D-013D-1D0A3395805A}"/>
              </a:ext>
            </a:extLst>
          </p:cNvPr>
          <p:cNvSpPr/>
          <p:nvPr/>
        </p:nvSpPr>
        <p:spPr>
          <a:xfrm>
            <a:off x="334963" y="1631530"/>
            <a:ext cx="4616374" cy="259595"/>
          </a:xfrm>
          <a:prstGeom prst="roundRect">
            <a:avLst>
              <a:gd name="adj" fmla="val 100000"/>
            </a:avLst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3" name="グループ化 142">
            <a:extLst>
              <a:ext uri="{FF2B5EF4-FFF2-40B4-BE49-F238E27FC236}">
                <ns2:creationId id="{7B5A59AC-7EB4-0AD9-82F5-D327556A50A9}"/>
              </a:ext>
            </a:extLst>
          </p:cNvPr>
          <p:cNvGrpSpPr/>
          <p:nvPr/>
        </p:nvGrpSpPr>
        <p:grpSpPr>
          <a:xfrm>
            <a:off x="705390" y="3589811"/>
            <a:ext cx="3875518" cy="128017"/>
            <a:chOff x="5219841" y="4131622"/>
            <a:chExt cx="3875518" cy="128017"/>
          </a:xfrm>
        </p:grpSpPr>
        <p:grpSp>
          <p:nvGrpSpPr>
            <p:cNvPr id="141" name="グループ化 140">
              <a:extLst>
                <a:ext uri="{FF2B5EF4-FFF2-40B4-BE49-F238E27FC236}">
                  <ns2:creationId id="{789D3B90-E4ED-3911-6745-BE5A60AA8457}"/>
                </a:ext>
              </a:extLst>
            </p:cNvPr>
            <p:cNvGrpSpPr/>
            <p:nvPr/>
          </p:nvGrpSpPr>
          <p:grpSpPr>
            <a:xfrm>
              <a:off x="5219841" y="4131622"/>
              <a:ext cx="729982" cy="128017"/>
              <a:chOff x="5219841" y="4131622"/>
              <a:chExt cx="729982" cy="128017"/>
            </a:xfrm>
          </p:grpSpPr>
          <p:sp>
            <p:nvSpPr>
              <p:cNvPr id="202" name="Shape 76">
                <a:extLst>
                  <a:ext uri="{FF2B5EF4-FFF2-40B4-BE49-F238E27FC236}">
                    <ns2:creationId id="{B7AC2F60-F022-DC7C-B306-E13B8A57A15F}"/>
                  </a:ext>
                </a:extLst>
              </p:cNvPr>
              <p:cNvSpPr/>
              <p:nvPr/>
            </p:nvSpPr>
            <p:spPr>
              <a:xfrm>
                <a:off x="5219841" y="4131623"/>
                <a:ext cx="146304" cy="128016"/>
              </a:xfrm>
              <a:prstGeom prst="rect">
                <a:avLst/>
              </a:prstGeom>
              <a:solidFill>
                <a:srgbClr val="C0000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04" name="Text 77">
                <a:extLst>
                  <a:ext uri="{FF2B5EF4-FFF2-40B4-BE49-F238E27FC236}">
                    <ns2:creationId id="{471AA3C6-74AD-6725-2BEF-F5068BCAA625}"/>
                  </a:ext>
                </a:extLst>
              </p:cNvPr>
              <p:cNvSpPr txBox="1"/>
              <p:nvPr/>
            </p:nvSpPr>
            <p:spPr>
              <a:xfrm>
                <a:off x="5393577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9" name="グループ化 138">
              <a:extLst>
                <a:ext uri="{FF2B5EF4-FFF2-40B4-BE49-F238E27FC236}">
                  <ns2:creationId id="{F7B98668-4B9E-E335-048A-7D5B88541BB6}"/>
                </a:ext>
              </a:extLst>
            </p:cNvPr>
            <p:cNvGrpSpPr/>
            <p:nvPr/>
          </p:nvGrpSpPr>
          <p:grpSpPr>
            <a:xfrm>
              <a:off x="6006225" y="4131622"/>
              <a:ext cx="729982" cy="128017"/>
              <a:chOff x="6006225" y="4131622"/>
              <a:chExt cx="729982" cy="128017"/>
            </a:xfrm>
          </p:grpSpPr>
          <p:sp>
            <p:nvSpPr>
              <p:cNvPr id="206" name="Shape 78">
                <a:extLst>
                  <a:ext uri="{FF2B5EF4-FFF2-40B4-BE49-F238E27FC236}">
                    <ns2:creationId id="{8224E416-F6E5-34EF-4E0E-35080FB0B6DB}"/>
                  </a:ext>
                </a:extLst>
              </p:cNvPr>
              <p:cNvSpPr/>
              <p:nvPr/>
            </p:nvSpPr>
            <p:spPr>
              <a:xfrm>
                <a:off x="6006225" y="4131623"/>
                <a:ext cx="146304" cy="128016"/>
              </a:xfrm>
              <a:prstGeom prst="rect">
                <a:avLst/>
              </a:prstGeom>
              <a:solidFill>
                <a:schemeClr val="accent2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08" name="Text 79">
                <a:extLst>
                  <a:ext uri="{FF2B5EF4-FFF2-40B4-BE49-F238E27FC236}">
                    <ns2:creationId id="{4FE64D9D-8B12-6BFD-B363-8FB76A0DD908}"/>
                  </a:ext>
                </a:extLst>
              </p:cNvPr>
              <p:cNvSpPr txBox="1"/>
              <p:nvPr/>
            </p:nvSpPr>
            <p:spPr>
              <a:xfrm>
                <a:off x="6179961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7" name="グループ化 136">
              <a:extLst>
                <a:ext uri="{FF2B5EF4-FFF2-40B4-BE49-F238E27FC236}">
                  <ns2:creationId id="{335E9CC0-7991-4A68-6F5C-C054BA0D2680}"/>
                </a:ext>
              </a:extLst>
            </p:cNvPr>
            <p:cNvGrpSpPr/>
            <p:nvPr/>
          </p:nvGrpSpPr>
          <p:grpSpPr>
            <a:xfrm>
              <a:off x="6792609" y="4131622"/>
              <a:ext cx="729982" cy="128017"/>
              <a:chOff x="6792609" y="4131622"/>
              <a:chExt cx="729982" cy="128017"/>
            </a:xfrm>
          </p:grpSpPr>
          <p:sp>
            <p:nvSpPr>
              <p:cNvPr id="210" name="Shape 80">
                <a:extLst>
                  <a:ext uri="{FF2B5EF4-FFF2-40B4-BE49-F238E27FC236}">
                    <ns2:creationId id="{670F4634-D50C-B385-664F-0F325FCA9AC0}"/>
                  </a:ext>
                </a:extLst>
              </p:cNvPr>
              <p:cNvSpPr/>
              <p:nvPr/>
            </p:nvSpPr>
            <p:spPr>
              <a:xfrm>
                <a:off x="6792609" y="4131623"/>
                <a:ext cx="146304" cy="128016"/>
              </a:xfrm>
              <a:prstGeom prst="rect">
                <a:avLst/>
              </a:prstGeom>
              <a:solidFill>
                <a:schemeClr val="accent4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12" name="Text 81">
                <a:extLst>
                  <a:ext uri="{FF2B5EF4-FFF2-40B4-BE49-F238E27FC236}">
                    <ns2:creationId id="{634B3325-6BA6-6F0D-ABB2-F2E00CBD341C}"/>
                  </a:ext>
                </a:extLst>
              </p:cNvPr>
              <p:cNvSpPr txBox="1"/>
              <p:nvPr/>
            </p:nvSpPr>
            <p:spPr>
              <a:xfrm>
                <a:off x="6966345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5" name="グループ化 134">
              <a:extLst>
                <a:ext uri="{FF2B5EF4-FFF2-40B4-BE49-F238E27FC236}">
                  <ns2:creationId id="{07DC0322-DD51-35FA-DD29-B870A453A6B6}"/>
                </a:ext>
              </a:extLst>
            </p:cNvPr>
            <p:cNvGrpSpPr/>
            <p:nvPr/>
          </p:nvGrpSpPr>
          <p:grpSpPr>
            <a:xfrm>
              <a:off x="7578993" y="4131622"/>
              <a:ext cx="729982" cy="128017"/>
              <a:chOff x="7578993" y="4131622"/>
              <a:chExt cx="729982" cy="128017"/>
            </a:xfrm>
          </p:grpSpPr>
          <p:sp>
            <p:nvSpPr>
              <p:cNvPr id="214" name="Shape 82">
                <a:extLst>
                  <a:ext uri="{FF2B5EF4-FFF2-40B4-BE49-F238E27FC236}">
                    <ns2:creationId id="{5B239A9E-DC36-F30C-E39F-03802FCF2974}"/>
                  </a:ext>
                </a:extLst>
              </p:cNvPr>
              <p:cNvSpPr/>
              <p:nvPr/>
            </p:nvSpPr>
            <p:spPr>
              <a:xfrm>
                <a:off x="7578993" y="4131623"/>
                <a:ext cx="146304" cy="128016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16" name="Text 83">
                <a:extLst>
                  <a:ext uri="{FF2B5EF4-FFF2-40B4-BE49-F238E27FC236}">
                    <ns2:creationId id="{586342CD-2288-EDC7-C37A-CFCBEE62AA74}"/>
                  </a:ext>
                </a:extLst>
              </p:cNvPr>
              <p:cNvSpPr txBox="1"/>
              <p:nvPr/>
            </p:nvSpPr>
            <p:spPr>
              <a:xfrm>
                <a:off x="7752729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133" name="グループ化 132">
              <a:extLst>
                <a:ext uri="{FF2B5EF4-FFF2-40B4-BE49-F238E27FC236}">
                  <ns2:creationId id="{4331592C-B188-54A2-176E-D897166782F1}"/>
                </a:ext>
              </a:extLst>
            </p:cNvPr>
            <p:cNvGrpSpPr/>
            <p:nvPr/>
          </p:nvGrpSpPr>
          <p:grpSpPr>
            <a:xfrm>
              <a:off x="8365377" y="4131622"/>
              <a:ext cx="729982" cy="128017"/>
              <a:chOff x="8365377" y="4131622"/>
              <a:chExt cx="729982" cy="128017"/>
            </a:xfrm>
          </p:grpSpPr>
          <p:sp>
            <p:nvSpPr>
              <p:cNvPr id="218" name="Shape 84">
                <a:extLst>
                  <a:ext uri="{FF2B5EF4-FFF2-40B4-BE49-F238E27FC236}">
                    <ns2:creationId id="{576505AD-9C7B-379B-3EA1-B3BBF237B60A}"/>
                  </a:ext>
                </a:extLst>
              </p:cNvPr>
              <p:cNvSpPr/>
              <p:nvPr/>
            </p:nvSpPr>
            <p:spPr>
              <a:xfrm>
                <a:off x="8365377" y="4131623"/>
                <a:ext cx="146304" cy="128016"/>
              </a:xfrm>
              <a:prstGeom prst="rect">
                <a:avLst/>
              </a:prstGeom>
              <a:solidFill>
                <a:schemeClr val="bg1">
                  <a:lumMod val="65000"/>
                  <a:alpha val="70000"/>
                </a:schemeClr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20" name="Text 85">
                <a:extLst>
                  <a:ext uri="{FF2B5EF4-FFF2-40B4-BE49-F238E27FC236}">
                    <ns2:creationId id="{524B1E67-70E0-35C5-339E-BF185934DBF6}"/>
                  </a:ext>
                </a:extLst>
              </p:cNvPr>
              <p:cNvSpPr txBox="1"/>
              <p:nvPr/>
            </p:nvSpPr>
            <p:spPr>
              <a:xfrm>
                <a:off x="8539113" y="4131622"/>
                <a:ext cx="556246" cy="128016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n-US" sz="900" dirty="0">
                    <a:latin typeface="+mn-ea"/>
                    <a:cs typeface="Meiryo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</p:grpSp>
      <p:sp>
        <p:nvSpPr>
          <p:cNvPr id="234" name="四角形: 角を丸くする 233">
            <a:extLst>
              <a:ext uri="{FF2B5EF4-FFF2-40B4-BE49-F238E27FC236}">
                <ns2:creationId id="{036A97BE-E7DD-9835-2378-012948058155}"/>
              </a:ext>
            </a:extLst>
          </p:cNvPr>
          <p:cNvSpPr/>
          <p:nvPr/>
        </p:nvSpPr>
        <p:spPr>
          <a:xfrm>
            <a:off x="334963" y="3971647"/>
            <a:ext cx="2244686" cy="694115"/>
          </a:xfrm>
          <a:prstGeom prst="roundRect">
            <a:avLst>
              <a:gd name="adj" fmla="val 10373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200"/>
              </a:spcBef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Bef>
                <a:spcPts val="200"/>
              </a:spcBef>
            </a:pPr>
            <a:r>
              <a:rPr lang="en-US" altLang="ja-JP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5" name="四角形: 角を丸くする 233">
            <a:extLst>
              <a:ext uri="{FF2B5EF4-FFF2-40B4-BE49-F238E27FC236}">
                <ns2:creationId id="{036A97BE-E7DD-9835-2378-012948058155}"/>
              </a:ext>
            </a:extLst>
          </p:cNvPr>
          <p:cNvSpPr/>
          <p:nvPr/>
        </p:nvSpPr>
        <p:spPr>
          <a:xfrm>
            <a:off x="2706649" y="3971647"/>
            <a:ext cx="2244686" cy="694115"/>
          </a:xfrm>
          <a:prstGeom prst="roundRect">
            <a:avLst>
              <a:gd name="adj" fmla="val 10373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200"/>
              </a:spcBef>
            </a:pP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spcBef>
                <a:spcPts val="200"/>
              </a:spcBef>
            </a:pPr>
            <a:r>
              <a:rPr lang="en-US" altLang="ja-JP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" name="正方形/長方形 2">
            <a:extLst>
              <a:ext uri="{FF2B5EF4-FFF2-40B4-BE49-F238E27FC236}">
                <ns2:creationId id="{D95FC844-616E-7245-E785-349F3C6C40D4}"/>
              </a:ext>
            </a:extLst>
          </p:cNvPr>
          <p:cNvSpPr/>
          <p:nvPr/>
        </p:nvSpPr>
        <p:spPr>
          <a:xfrm>
            <a:off x="334963" y="3787835"/>
            <a:ext cx="4616372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334963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6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1276017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7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2217071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8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3158125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9" name="正方形/長方形 18">
            <a:extLst>
              <a:ext uri="{FF2B5EF4-FFF2-40B4-BE49-F238E27FC236}">
                <ns2:creationId id="{EE71C519-34AE-B984-97AF-2AF7691ECD1B}"/>
              </a:ext>
            </a:extLst>
          </p:cNvPr>
          <p:cNvSpPr/>
          <p:nvPr/>
        </p:nvSpPr>
        <p:spPr>
          <a:xfrm>
            <a:off x="4099179" y="3330299"/>
            <a:ext cx="852154" cy="14865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45" name="グループ化 144">
            <a:extLst>
              <a:ext uri="{FF2B5EF4-FFF2-40B4-BE49-F238E27FC236}">
                <ns2:creationId id="{60DBCE2A-7FFD-EAD9-91EA-46088B54D9A0}"/>
              </a:ext>
            </a:extLst>
          </p:cNvPr>
          <p:cNvGrpSpPr/>
          <p:nvPr/>
        </p:nvGrpSpPr>
        <p:grpSpPr>
          <a:xfrm>
            <a:off x="367847" y="1937057"/>
            <a:ext cx="4550601" cy="1358075"/>
            <a:chOff x="367847" y="1937063"/>
            <a:chExt cx="4550601" cy="1255664"/>
          </a:xfrm>
        </p:grpSpPr>
        <p:sp>
          <p:nvSpPr>
            <p:cNvPr id="80" name="正方形/長方形 4">
              <a:extLst>
                <a:ext uri="{FF2B5EF4-FFF2-40B4-BE49-F238E27FC236}">
                  <ns2:creationId id="{76FFC39E-36C1-324B-DC70-2D90D7ECC716}"/>
                </a:ext>
              </a:extLst>
            </p:cNvPr>
            <p:cNvSpPr/>
            <p:nvPr/>
          </p:nvSpPr>
          <p:spPr>
            <a:xfrm>
              <a:off x="367847" y="2564895"/>
              <a:ext cx="786384" cy="156958"/>
            </a:xfrm>
            <a:prstGeom prst="rect">
              <a:avLst/>
            </a:prstGeom>
            <a:solidFill>
              <a:srgbClr val="C00000"/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3" name="グループ化 22">
              <a:extLst>
                <a:ext uri="{FF2B5EF4-FFF2-40B4-BE49-F238E27FC236}">
                  <ns2:creationId id="{48BD5B1A-2F60-6782-8B67-40EF7AAC744F}"/>
                </a:ext>
              </a:extLst>
            </p:cNvPr>
            <p:cNvGrpSpPr/>
            <p:nvPr/>
          </p:nvGrpSpPr>
          <p:grpSpPr>
            <a:xfrm>
              <a:off x="3191010" y="1937063"/>
              <a:ext cx="786384" cy="1255664"/>
              <a:chOff x="3191010" y="1937063"/>
              <a:chExt cx="786384" cy="1255664"/>
            </a:xfrm>
          </p:grpSpPr>
          <p:sp>
            <p:nvSpPr>
              <p:cNvPr id="240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094021"/>
                <a:ext cx="786384" cy="156958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1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250979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2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407937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3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564895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4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721853"/>
                <a:ext cx="786384" cy="156958"/>
              </a:xfrm>
              <a:prstGeom prst="rect">
                <a:avLst/>
              </a:prstGeom>
              <a:solidFill>
                <a:schemeClr val="accent4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5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2878811"/>
                <a:ext cx="786384" cy="156958"/>
              </a:xfrm>
              <a:prstGeom prst="rect">
                <a:avLst/>
              </a:prstGeom>
              <a:solidFill>
                <a:schemeClr val="accent4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6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3035769"/>
                <a:ext cx="786384" cy="156958"/>
              </a:xfrm>
              <a:prstGeom prst="rect">
                <a:avLst/>
              </a:prstGeom>
              <a:solidFill>
                <a:srgbClr val="C00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" name="正方形/長方形 4">
                <a:extLst>
                  <a:ext uri="{FF2B5EF4-FFF2-40B4-BE49-F238E27FC236}">
                    <ns2:creationId id="{55AAB43C-0740-A94D-BFD9-0C3BFBFD2D0D}"/>
                  </a:ext>
                </a:extLst>
              </p:cNvPr>
              <p:cNvSpPr/>
              <p:nvPr/>
            </p:nvSpPr>
            <p:spPr>
              <a:xfrm>
                <a:off x="3748794" y="2094021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</a:p>
            </p:txBody>
          </p:sp>
          <p:sp>
            <p:nvSpPr>
              <p:cNvPr id="13" name="正方形/長方形 4">
                <a:extLst>
                  <a:ext uri="{FF2B5EF4-FFF2-40B4-BE49-F238E27FC236}">
                    <ns2:creationId id="{37BA3C35-E8E0-909E-9CBE-443A296BC3FB}"/>
                  </a:ext>
                </a:extLst>
              </p:cNvPr>
              <p:cNvSpPr/>
              <p:nvPr/>
            </p:nvSpPr>
            <p:spPr>
              <a:xfrm>
                <a:off x="3748794" y="225097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14</a:t>
                </a:r>
              </a:p>
            </p:txBody>
          </p:sp>
          <p:sp>
            <p:nvSpPr>
              <p:cNvPr id="15" name="正方形/長方形 4">
                <a:extLst>
                  <a:ext uri="{FF2B5EF4-FFF2-40B4-BE49-F238E27FC236}">
                    <ns2:creationId id="{1C54C4B8-79D6-3713-4A3A-EAC6B771FC71}"/>
                  </a:ext>
                </a:extLst>
              </p:cNvPr>
              <p:cNvSpPr/>
              <p:nvPr/>
            </p:nvSpPr>
            <p:spPr>
              <a:xfrm>
                <a:off x="3748794" y="2407937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11</a:t>
                </a:r>
              </a:p>
            </p:txBody>
          </p:sp>
          <p:sp>
            <p:nvSpPr>
              <p:cNvPr id="17" name="正方形/長方形 4">
                <a:extLst>
                  <a:ext uri="{FF2B5EF4-FFF2-40B4-BE49-F238E27FC236}">
                    <ns2:creationId id="{A31D3D17-7728-3977-5CBB-6431E785D7A5}"/>
                  </a:ext>
                </a:extLst>
              </p:cNvPr>
              <p:cNvSpPr/>
              <p:nvPr/>
            </p:nvSpPr>
            <p:spPr>
              <a:xfrm>
                <a:off x="3748794" y="2564895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14</a:t>
                </a:r>
              </a:p>
            </p:txBody>
          </p:sp>
          <p:sp>
            <p:nvSpPr>
              <p:cNvPr id="18" name="正方形/長方形 4">
                <a:extLst>
                  <a:ext uri="{FF2B5EF4-FFF2-40B4-BE49-F238E27FC236}">
                    <ns2:creationId id="{8072BEEB-4B15-9269-3163-6A41345AC0C5}"/>
                  </a:ext>
                </a:extLst>
              </p:cNvPr>
              <p:cNvSpPr/>
              <p:nvPr/>
            </p:nvSpPr>
            <p:spPr>
              <a:xfrm>
                <a:off x="3748794" y="2721853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</a:p>
            </p:txBody>
          </p:sp>
          <p:sp>
            <p:nvSpPr>
              <p:cNvPr id="20" name="正方形/長方形 4">
                <a:extLst>
                  <a:ext uri="{FF2B5EF4-FFF2-40B4-BE49-F238E27FC236}">
                    <ns2:creationId id="{75FDB65D-565E-7804-097D-C824793EF3D0}"/>
                  </a:ext>
                </a:extLst>
              </p:cNvPr>
              <p:cNvSpPr/>
              <p:nvPr/>
            </p:nvSpPr>
            <p:spPr>
              <a:xfrm>
                <a:off x="3748794" y="2878811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</a:p>
            </p:txBody>
          </p:sp>
          <p:sp>
            <p:nvSpPr>
              <p:cNvPr id="22" name="正方形/長方形 4">
                <a:extLst>
                  <a:ext uri="{FF2B5EF4-FFF2-40B4-BE49-F238E27FC236}">
                    <ns2:creationId id="{34F34101-E364-4EE2-2436-9B36C6B73A2B}"/>
                  </a:ext>
                </a:extLst>
              </p:cNvPr>
              <p:cNvSpPr/>
              <p:nvPr/>
            </p:nvSpPr>
            <p:spPr>
              <a:xfrm>
                <a:off x="3748794" y="303576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DAD44651-77EF-64F2-CA10-C5D4706D7698}"/>
                  </a:ext>
                </a:extLst>
              </p:cNvPr>
              <p:cNvSpPr/>
              <p:nvPr/>
            </p:nvSpPr>
            <p:spPr>
              <a:xfrm>
                <a:off x="3191010" y="1937063"/>
                <a:ext cx="786384" cy="15695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ns2:creationId id="{2EB71EA1-4FFC-6552-F77A-8904E3BC747E}"/>
                  </a:ext>
                </a:extLst>
              </p:cNvPr>
              <p:cNvSpPr/>
              <p:nvPr/>
            </p:nvSpPr>
            <p:spPr>
              <a:xfrm>
                <a:off x="3748794" y="1937063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15" name="グループ化 114">
              <a:extLst>
                <a:ext uri="{FF2B5EF4-FFF2-40B4-BE49-F238E27FC236}">
                  <ns2:creationId id="{3EF0C260-7BC4-EC61-F1F2-A16281D2E6E0}"/>
                </a:ext>
              </a:extLst>
            </p:cNvPr>
            <p:cNvGrpSpPr/>
            <p:nvPr/>
          </p:nvGrpSpPr>
          <p:grpSpPr>
            <a:xfrm>
              <a:off x="2249955" y="2721853"/>
              <a:ext cx="786384" cy="470874"/>
              <a:chOff x="2249955" y="2721853"/>
              <a:chExt cx="786384" cy="470874"/>
            </a:xfrm>
          </p:grpSpPr>
          <p:sp>
            <p:nvSpPr>
              <p:cNvPr id="34" name="正方形/長方形 4">
                <a:extLst>
                  <a:ext uri="{FF2B5EF4-FFF2-40B4-BE49-F238E27FC236}">
                    <ns2:creationId id="{C84C188C-9DF1-8ED7-7283-56389FDB1FE4}"/>
                  </a:ext>
                </a:extLst>
              </p:cNvPr>
              <p:cNvSpPr/>
              <p:nvPr/>
            </p:nvSpPr>
            <p:spPr>
              <a:xfrm>
                <a:off x="2249955" y="2721853"/>
                <a:ext cx="786384" cy="156958"/>
              </a:xfrm>
              <a:prstGeom prst="rect">
                <a:avLst/>
              </a:prstGeom>
              <a:solidFill>
                <a:schemeClr val="accent4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正方形/長方形 4">
                <a:extLst>
                  <a:ext uri="{FF2B5EF4-FFF2-40B4-BE49-F238E27FC236}">
                    <ns2:creationId id="{3FFAA1DB-BEF7-5CBE-F730-15F0580DE7E2}"/>
                  </a:ext>
                </a:extLst>
              </p:cNvPr>
              <p:cNvSpPr/>
              <p:nvPr/>
            </p:nvSpPr>
            <p:spPr>
              <a:xfrm>
                <a:off x="2249955" y="2878811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正方形/長方形 4">
                <a:extLst>
                  <a:ext uri="{FF2B5EF4-FFF2-40B4-BE49-F238E27FC236}">
                    <ns2:creationId id="{1166B34F-00C2-BFFA-8BDB-215EF0DED857}"/>
                  </a:ext>
                </a:extLst>
              </p:cNvPr>
              <p:cNvSpPr/>
              <p:nvPr/>
            </p:nvSpPr>
            <p:spPr>
              <a:xfrm>
                <a:off x="2249955" y="3035769"/>
                <a:ext cx="786384" cy="156958"/>
              </a:xfrm>
              <a:prstGeom prst="rect">
                <a:avLst/>
              </a:prstGeom>
              <a:solidFill>
                <a:schemeClr val="accent5">
                  <a:alpha val="50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正方形/長方形 4">
                <a:extLst>
                  <a:ext uri="{FF2B5EF4-FFF2-40B4-BE49-F238E27FC236}">
                    <ns2:creationId id="{82C67327-92BD-5032-D43E-3328F4AA5474}"/>
                  </a:ext>
                </a:extLst>
              </p:cNvPr>
              <p:cNvSpPr/>
              <p:nvPr/>
            </p:nvSpPr>
            <p:spPr>
              <a:xfrm>
                <a:off x="2807739" y="2721853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</a:p>
            </p:txBody>
          </p:sp>
          <p:sp>
            <p:nvSpPr>
              <p:cNvPr id="45" name="正方形/長方形 4">
                <a:extLst>
                  <a:ext uri="{FF2B5EF4-FFF2-40B4-BE49-F238E27FC236}">
                    <ns2:creationId id="{10F1EFA1-047F-638A-B995-602DA388AF66}"/>
                  </a:ext>
                </a:extLst>
              </p:cNvPr>
              <p:cNvSpPr/>
              <p:nvPr/>
            </p:nvSpPr>
            <p:spPr>
              <a:xfrm>
                <a:off x="2807739" y="2878811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11</a:t>
                </a:r>
              </a:p>
            </p:txBody>
          </p:sp>
          <p:sp>
            <p:nvSpPr>
              <p:cNvPr id="47" name="正方形/長方形 4">
                <a:extLst>
                  <a:ext uri="{FF2B5EF4-FFF2-40B4-BE49-F238E27FC236}">
                    <ns2:creationId id="{FCF6378B-32F9-2736-D08D-978D9F672589}"/>
                  </a:ext>
                </a:extLst>
              </p:cNvPr>
              <p:cNvSpPr/>
              <p:nvPr/>
            </p:nvSpPr>
            <p:spPr>
              <a:xfrm>
                <a:off x="2807739" y="303576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</a:p>
            </p:txBody>
          </p:sp>
        </p:grpSp>
        <p:sp>
          <p:nvSpPr>
            <p:cNvPr id="78" name="正方形/長方形 4">
              <a:extLst>
                <a:ext uri="{FF2B5EF4-FFF2-40B4-BE49-F238E27FC236}">
                  <ns2:creationId id="{23684E92-B33D-99E1-F9F8-3764C5C7AEE4}"/>
                </a:ext>
              </a:extLst>
            </p:cNvPr>
            <p:cNvSpPr/>
            <p:nvPr/>
          </p:nvSpPr>
          <p:spPr>
            <a:xfrm>
              <a:off x="367847" y="2407937"/>
              <a:ext cx="786384" cy="156958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正方形/長方形 4">
              <a:extLst>
                <a:ext uri="{FF2B5EF4-FFF2-40B4-BE49-F238E27FC236}">
                  <ns2:creationId id="{1737FE51-3094-361B-66B2-27FC3D8B8515}"/>
                </a:ext>
              </a:extLst>
            </p:cNvPr>
            <p:cNvSpPr/>
            <p:nvPr/>
          </p:nvSpPr>
          <p:spPr>
            <a:xfrm>
              <a:off x="367847" y="2721853"/>
              <a:ext cx="786384" cy="15695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4">
              <a:extLst>
                <a:ext uri="{FF2B5EF4-FFF2-40B4-BE49-F238E27FC236}">
                  <ns2:creationId id="{56397D9C-C0EA-87E5-B31B-B3557ECF647B}"/>
                </a:ext>
              </a:extLst>
            </p:cNvPr>
            <p:cNvSpPr/>
            <p:nvPr/>
          </p:nvSpPr>
          <p:spPr>
            <a:xfrm>
              <a:off x="367847" y="2878811"/>
              <a:ext cx="786384" cy="156958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5" name="正方形/長方形 4">
              <a:extLst>
                <a:ext uri="{FF2B5EF4-FFF2-40B4-BE49-F238E27FC236}">
                  <ns2:creationId id="{2BB2384C-9BF8-66C4-ED55-43F28A1414E6}"/>
                </a:ext>
              </a:extLst>
            </p:cNvPr>
            <p:cNvSpPr/>
            <p:nvPr/>
          </p:nvSpPr>
          <p:spPr>
            <a:xfrm>
              <a:off x="367847" y="3035769"/>
              <a:ext cx="786384" cy="156958"/>
            </a:xfrm>
            <a:prstGeom prst="rect">
              <a:avLst/>
            </a:prstGeom>
            <a:solidFill>
              <a:schemeClr val="accent4"/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4">
              <a:extLst>
                <a:ext uri="{FF2B5EF4-FFF2-40B4-BE49-F238E27FC236}">
                  <ns2:creationId id="{B3FE39D4-9567-386D-4A30-469128E1100F}"/>
                </a:ext>
              </a:extLst>
            </p:cNvPr>
            <p:cNvSpPr/>
            <p:nvPr/>
          </p:nvSpPr>
          <p:spPr>
            <a:xfrm>
              <a:off x="925631" y="2407937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15</a:t>
              </a:r>
            </a:p>
          </p:txBody>
        </p:sp>
        <p:sp>
          <p:nvSpPr>
            <p:cNvPr id="89" name="正方形/長方形 4">
              <a:extLst>
                <a:ext uri="{FF2B5EF4-FFF2-40B4-BE49-F238E27FC236}">
                  <ns2:creationId id="{80442A4F-8EEC-012A-5F97-683E7F5391A1}"/>
                </a:ext>
              </a:extLst>
            </p:cNvPr>
            <p:cNvSpPr/>
            <p:nvPr/>
          </p:nvSpPr>
          <p:spPr>
            <a:xfrm>
              <a:off x="925631" y="2564895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</a:p>
          </p:txBody>
        </p:sp>
        <p:sp>
          <p:nvSpPr>
            <p:cNvPr id="91" name="正方形/長方形 4">
              <a:extLst>
                <a:ext uri="{FF2B5EF4-FFF2-40B4-BE49-F238E27FC236}">
                  <ns2:creationId id="{D77F0022-A464-9A58-FF57-4969937F4285}"/>
                </a:ext>
              </a:extLst>
            </p:cNvPr>
            <p:cNvSpPr/>
            <p:nvPr/>
          </p:nvSpPr>
          <p:spPr>
            <a:xfrm>
              <a:off x="925631" y="2721853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93" name="正方形/長方形 4">
              <a:extLst>
                <a:ext uri="{FF2B5EF4-FFF2-40B4-BE49-F238E27FC236}">
                  <ns2:creationId id="{165C125E-C354-29DB-5D69-1F0814447061}"/>
                </a:ext>
              </a:extLst>
            </p:cNvPr>
            <p:cNvSpPr/>
            <p:nvPr/>
          </p:nvSpPr>
          <p:spPr>
            <a:xfrm>
              <a:off x="925631" y="2878811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</a:p>
          </p:txBody>
        </p:sp>
        <p:sp>
          <p:nvSpPr>
            <p:cNvPr id="95" name="正方形/長方形 4">
              <a:extLst>
                <a:ext uri="{FF2B5EF4-FFF2-40B4-BE49-F238E27FC236}">
                  <ns2:creationId id="{199B5B83-ED8B-9602-3913-816395296D3E}"/>
                </a:ext>
              </a:extLst>
            </p:cNvPr>
            <p:cNvSpPr/>
            <p:nvPr/>
          </p:nvSpPr>
          <p:spPr>
            <a:xfrm>
              <a:off x="925631" y="3035769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</a:p>
          </p:txBody>
        </p:sp>
        <p:grpSp>
          <p:nvGrpSpPr>
            <p:cNvPr id="113" name="グループ化 112">
              <a:extLst>
                <a:ext uri="{FF2B5EF4-FFF2-40B4-BE49-F238E27FC236}">
                  <ns2:creationId id="{8989E84E-8E65-AE14-59C1-BBC72C8A1CDB}"/>
                </a:ext>
              </a:extLst>
            </p:cNvPr>
            <p:cNvGrpSpPr/>
            <p:nvPr/>
          </p:nvGrpSpPr>
          <p:grpSpPr>
            <a:xfrm>
              <a:off x="1308901" y="3035768"/>
              <a:ext cx="786384" cy="156958"/>
              <a:chOff x="2402355" y="3188169"/>
              <a:chExt cx="786384" cy="156958"/>
            </a:xfrm>
          </p:grpSpPr>
          <p:sp>
            <p:nvSpPr>
              <p:cNvPr id="107" name="正方形/長方形 4">
                <a:extLst>
                  <a:ext uri="{FF2B5EF4-FFF2-40B4-BE49-F238E27FC236}">
                    <ns2:creationId id="{29CC097F-C6E0-E19D-C0D5-9DBB58DE015E}"/>
                  </a:ext>
                </a:extLst>
              </p:cNvPr>
              <p:cNvSpPr/>
              <p:nvPr/>
            </p:nvSpPr>
            <p:spPr>
              <a:xfrm>
                <a:off x="2402355" y="3188169"/>
                <a:ext cx="786384" cy="156958"/>
              </a:xfrm>
              <a:prstGeom prst="rect">
                <a:avLst/>
              </a:prstGeom>
              <a:solidFill>
                <a:srgbClr val="C00000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1" name="正方形/長方形 4">
                <a:extLst>
                  <a:ext uri="{FF2B5EF4-FFF2-40B4-BE49-F238E27FC236}">
                    <ns2:creationId id="{00E3DE83-4E8F-77F5-45F2-F5FFBE301270}"/>
                  </a:ext>
                </a:extLst>
              </p:cNvPr>
              <p:cNvSpPr/>
              <p:nvPr/>
            </p:nvSpPr>
            <p:spPr>
              <a:xfrm>
                <a:off x="2960139" y="3188169"/>
                <a:ext cx="228600" cy="15695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</a:p>
            </p:txBody>
          </p:sp>
        </p:grpSp>
        <p:sp>
          <p:nvSpPr>
            <p:cNvPr id="121" name="正方形/長方形 4">
              <a:extLst>
                <a:ext uri="{FF2B5EF4-FFF2-40B4-BE49-F238E27FC236}">
                  <ns2:creationId id="{CFDC18C0-BEC2-CA50-1997-A27A2AFF1E28}"/>
                </a:ext>
              </a:extLst>
            </p:cNvPr>
            <p:cNvSpPr/>
            <p:nvPr/>
          </p:nvSpPr>
          <p:spPr>
            <a:xfrm>
              <a:off x="4132064" y="2878811"/>
              <a:ext cx="786384" cy="156958"/>
            </a:xfrm>
            <a:prstGeom prst="rect">
              <a:avLst/>
            </a:prstGeom>
            <a:solidFill>
              <a:schemeClr val="bg1">
                <a:lumMod val="65000"/>
                <a:alpha val="70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4">
              <a:extLst>
                <a:ext uri="{FF2B5EF4-FFF2-40B4-BE49-F238E27FC236}">
                  <ns2:creationId id="{D8584714-1CB5-613A-CC7A-02441942D0C0}"/>
                </a:ext>
              </a:extLst>
            </p:cNvPr>
            <p:cNvSpPr/>
            <p:nvPr/>
          </p:nvSpPr>
          <p:spPr>
            <a:xfrm>
              <a:off x="4132064" y="3035769"/>
              <a:ext cx="786384" cy="156958"/>
            </a:xfrm>
            <a:prstGeom prst="rect">
              <a:avLst/>
            </a:prstGeom>
            <a:solidFill>
              <a:schemeClr val="bg1">
                <a:lumMod val="65000"/>
                <a:alpha val="70000"/>
              </a:scheme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4">
              <a:extLst>
                <a:ext uri="{FF2B5EF4-FFF2-40B4-BE49-F238E27FC236}">
                  <ns2:creationId id="{A358AADC-6EDE-F9EC-AE1F-07348816E341}"/>
                </a:ext>
              </a:extLst>
            </p:cNvPr>
            <p:cNvSpPr/>
            <p:nvPr/>
          </p:nvSpPr>
          <p:spPr>
            <a:xfrm>
              <a:off x="4689848" y="2878811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94</a:t>
              </a:r>
            </a:p>
          </p:txBody>
        </p:sp>
        <p:sp>
          <p:nvSpPr>
            <p:cNvPr id="129" name="正方形/長方形 4">
              <a:extLst>
                <a:ext uri="{FF2B5EF4-FFF2-40B4-BE49-F238E27FC236}">
                  <ns2:creationId id="{0487AB38-E98B-FE4E-4A1B-7F32A0ED2C17}"/>
                </a:ext>
              </a:extLst>
            </p:cNvPr>
            <p:cNvSpPr/>
            <p:nvPr/>
          </p:nvSpPr>
          <p:spPr>
            <a:xfrm>
              <a:off x="4689848" y="3035769"/>
              <a:ext cx="228600" cy="15695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83</a:t>
              </a:r>
            </a:p>
          </p:txBody>
        </p:sp>
      </p:grpSp>
      <p:cxnSp>
        <p:nvCxnSpPr>
          <p:cNvPr id="233" name="直線コネクタ 232">
            <a:extLst>
              <a:ext uri="{FF2B5EF4-FFF2-40B4-BE49-F238E27FC236}">
                <ns2:creationId id="{6CA29149-22D3-E08F-949D-A6623ECA5B45}"/>
              </a:ext>
            </a:extLst>
          </p:cNvPr>
          <p:cNvCxnSpPr/>
          <p:nvPr/>
        </p:nvCxnSpPr>
        <p:spPr>
          <a:xfrm>
            <a:off x="334963" y="3302399"/>
            <a:ext cx="4616373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9" name="グループ化 278">
            <a:extLst>
              <a:ext uri="{FF2B5EF4-FFF2-40B4-BE49-F238E27FC236}">
                <ns2:creationId id="{48F5EBD4-5159-E3BB-CCA3-C3A84C70C710}"/>
              </a:ext>
            </a:extLst>
          </p:cNvPr>
          <p:cNvGrpSpPr/>
          <p:nvPr/>
        </p:nvGrpSpPr>
        <p:grpSpPr>
          <a:xfrm>
            <a:off x="8856776" y="1628775"/>
            <a:ext cx="2989939" cy="162810"/>
            <a:chOff x="7047293" y="1628775"/>
            <a:chExt cx="2989939" cy="162810"/>
          </a:xfrm>
        </p:grpSpPr>
        <p:sp>
          <p:nvSpPr>
            <p:cNvPr id="274" name="正方形/長方形 18">
              <a:extLst>
                <a:ext uri="{FF2B5EF4-FFF2-40B4-BE49-F238E27FC236}">
                  <ns2:creationId id="{F8268BC3-2F1D-46AB-C0CA-FCD7697269DC}"/>
                </a:ext>
              </a:extLst>
            </p:cNvPr>
            <p:cNvSpPr/>
            <p:nvPr/>
          </p:nvSpPr>
          <p:spPr>
            <a:xfrm>
              <a:off x="7282313" y="1631531"/>
              <a:ext cx="924004" cy="16005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6" name="Text 92">
              <a:extLst>
                <a:ext uri="{FF2B5EF4-FFF2-40B4-BE49-F238E27FC236}">
                  <ns2:creationId id="{3092A851-F338-643E-1882-806AA5FF74E2}"/>
                </a:ext>
              </a:extLst>
            </p:cNvPr>
            <p:cNvSpPr txBox="1"/>
            <p:nvPr/>
          </p:nvSpPr>
          <p:spPr>
            <a:xfrm>
              <a:off x="7047293" y="1628775"/>
              <a:ext cx="217107" cy="1600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endParaRPr lang="ja-JP" altLang="en-US" sz="1200" dirty="0">
                <a:solidFill>
                  <a:schemeClr val="bg1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277" name="正方形/長方形 18">
              <a:extLst>
                <a:ext uri="{FF2B5EF4-FFF2-40B4-BE49-F238E27FC236}">
                  <ns2:creationId id="{BD5DC0A2-CE14-11F5-14DA-1F5C009F1E97}"/>
                </a:ext>
              </a:extLst>
            </p:cNvPr>
            <p:cNvSpPr/>
            <p:nvPr/>
          </p:nvSpPr>
          <p:spPr>
            <a:xfrm>
              <a:off x="8567129" y="1631531"/>
              <a:ext cx="1470103" cy="16005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8" name="Text 92">
              <a:extLst>
                <a:ext uri="{FF2B5EF4-FFF2-40B4-BE49-F238E27FC236}">
                  <ns2:creationId id="{249C9662-2F5A-7361-D0D6-5666CF72EE55}"/>
                </a:ext>
              </a:extLst>
            </p:cNvPr>
            <p:cNvSpPr txBox="1"/>
            <p:nvPr/>
          </p:nvSpPr>
          <p:spPr>
            <a:xfrm>
              <a:off x="8332110" y="1628775"/>
              <a:ext cx="217107" cy="160053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endParaRPr lang="ja-JP" altLang="en-US" sz="1200" dirty="0">
                <a:solidFill>
                  <a:schemeClr val="bg1"/>
                </a:solidFill>
                <a:latin typeface="+mn-ea"/>
                <a:cs typeface="Meiryo" pitchFamily="34" charset="-120"/>
              </a:endParaRPr>
            </a:p>
          </p:txBody>
        </p:sp>
      </p:grpSp>
      <p:grpSp>
        <p:nvGrpSpPr>
          <p:cNvPr id="291" name="グループ化 290">
            <a:extLst>
              <a:ext uri="{FF2B5EF4-FFF2-40B4-BE49-F238E27FC236}">
                <ns2:creationId id="{AD2A7303-B0BF-140C-8341-5500A6EAF889}"/>
              </a:ext>
            </a:extLst>
          </p:cNvPr>
          <p:cNvGrpSpPr/>
          <p:nvPr/>
        </p:nvGrpSpPr>
        <p:grpSpPr>
          <a:xfrm>
            <a:off x="5186527" y="1826155"/>
            <a:ext cx="6660188" cy="879510"/>
            <a:chOff x="5186527" y="1826155"/>
            <a:chExt cx="6660188" cy="879510"/>
          </a:xfrm>
        </p:grpSpPr>
        <p:sp>
          <p:nvSpPr>
            <p:cNvPr id="263" name="Text 92">
              <a:extLst>
                <a:ext uri="{FF2B5EF4-FFF2-40B4-BE49-F238E27FC236}">
                  <ns2:creationId id="{A0EF4368-3082-5F80-C22B-6F3A279B8F4F}"/>
                </a:ext>
              </a:extLst>
            </p:cNvPr>
            <p:cNvSpPr txBox="1"/>
            <p:nvPr/>
          </p:nvSpPr>
          <p:spPr>
            <a:xfrm>
              <a:off x="5186527" y="1826155"/>
              <a:ext cx="6660188" cy="439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+mn-ea"/>
                <a:cs typeface="Meiryo" pitchFamily="34" charset="-120"/>
              </a:endParaRPr>
            </a:p>
            <a:p>
              <a:pPr marL="0" indent="0">
                <a:buNone/>
              </a:pP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64" name="Text 92">
              <a:extLst>
                <a:ext uri="{FF2B5EF4-FFF2-40B4-BE49-F238E27FC236}">
                  <ns2:creationId id="{7F834D87-2467-C67A-1644-445DF13B8AEF}"/>
                </a:ext>
              </a:extLst>
            </p:cNvPr>
            <p:cNvSpPr txBox="1"/>
            <p:nvPr/>
          </p:nvSpPr>
          <p:spPr>
            <a:xfrm>
              <a:off x="5186527" y="2265910"/>
              <a:ext cx="6660188" cy="43975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en-US" altLang="ja-JP" sz="1200" dirty="0">
                  <a:latin typeface="+mn-ea"/>
                  <a:cs typeface="Meiryo" pitchFamily="34" charset="-120"/>
                </a:rPr>
                <a:t>5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19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57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pic>
          <p:nvPicPr>
            <p:cNvPr id="282" name="グラフィックス 281" descr="羽ペン 単色塗りつぶし">
              <a:extLst>
                <a:ext uri="{FF2B5EF4-FFF2-40B4-BE49-F238E27FC236}">
                  <ns2:creationId id="{E7F656F5-17EA-7FD1-D3F9-767A2B1D6E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330890" y="2283748"/>
              <a:ext cx="404078" cy="404078"/>
            </a:xfrm>
            <a:prstGeom prst="rect">
              <a:avLst/>
            </a:prstGeom>
          </p:spPr>
        </p:pic>
        <p:pic>
          <p:nvPicPr>
            <p:cNvPr id="283" name="グラフィックス 282" descr="ルーラー 単色塗りつぶし">
              <a:extLst>
                <a:ext uri="{FF2B5EF4-FFF2-40B4-BE49-F238E27FC236}">
                  <ns2:creationId id="{3B45ACFE-38BA-35BB-274E-A43DA6301F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330890" y="1843993"/>
              <a:ext cx="404078" cy="404078"/>
            </a:xfrm>
            <a:prstGeom prst="rect">
              <a:avLst/>
            </a:prstGeom>
          </p:spPr>
        </p:pic>
      </p:grpSp>
      <p:grpSp>
        <p:nvGrpSpPr>
          <p:cNvPr id="289" name="グループ化 288">
            <a:extLst>
              <a:ext uri="{FF2B5EF4-FFF2-40B4-BE49-F238E27FC236}">
                <ns2:creationId id="{295E0E0C-6B36-02E4-516A-832593F0BDEA}"/>
              </a:ext>
            </a:extLst>
          </p:cNvPr>
          <p:cNvGrpSpPr/>
          <p:nvPr/>
        </p:nvGrpSpPr>
        <p:grpSpPr>
          <a:xfrm>
            <a:off x="5186527" y="2803158"/>
            <a:ext cx="6660188" cy="879510"/>
            <a:chOff x="5186527" y="2772702"/>
            <a:chExt cx="6660188" cy="879510"/>
          </a:xfrm>
        </p:grpSpPr>
        <p:sp>
          <p:nvSpPr>
            <p:cNvPr id="267" name="Text 92">
              <a:extLst>
                <a:ext uri="{FF2B5EF4-FFF2-40B4-BE49-F238E27FC236}">
                  <ns2:creationId id="{FF5E08EB-7CFA-8F75-6E47-933F5F030319}"/>
                </a:ext>
              </a:extLst>
            </p:cNvPr>
            <p:cNvSpPr txBox="1"/>
            <p:nvPr/>
          </p:nvSpPr>
          <p:spPr>
            <a:xfrm>
              <a:off x="5186527" y="2772702"/>
              <a:ext cx="6660188" cy="439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68" name="Text 92">
              <a:extLst>
                <a:ext uri="{FF2B5EF4-FFF2-40B4-BE49-F238E27FC236}">
                  <ns2:creationId id="{6495D704-D85D-EF40-B792-118A619E5BC2}"/>
                </a:ext>
              </a:extLst>
            </p:cNvPr>
            <p:cNvSpPr txBox="1"/>
            <p:nvPr/>
          </p:nvSpPr>
          <p:spPr>
            <a:xfrm>
              <a:off x="5186527" y="3212457"/>
              <a:ext cx="6660188" cy="43975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4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500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/ 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20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 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/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20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)</a:t>
              </a:r>
              <a:endParaRPr lang="ja-JP" altLang="en-US" sz="1200" dirty="0">
                <a:latin typeface="+mn-ea"/>
                <a:cs typeface="Meiryo" pitchFamily="34" charset="-120"/>
              </a:endParaRPr>
            </a:p>
          </p:txBody>
        </p:sp>
        <p:pic>
          <p:nvPicPr>
            <p:cNvPr id="280" name="グラフィックス 279" descr="植物 単色塗りつぶし">
              <a:extLst>
                <a:ext uri="{FF2B5EF4-FFF2-40B4-BE49-F238E27FC236}">
                  <ns2:creationId id="{2A8F3F65-A7ED-800A-0F81-D71BF3C7C8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330890" y="3230295"/>
              <a:ext cx="404078" cy="404078"/>
            </a:xfrm>
            <a:prstGeom prst="rect">
              <a:avLst/>
            </a:prstGeom>
          </p:spPr>
        </p:pic>
        <p:pic>
          <p:nvPicPr>
            <p:cNvPr id="284" name="グラフィックス 283" descr="2 人の男性 単色塗りつぶし">
              <a:extLst>
                <a:ext uri="{FF2B5EF4-FFF2-40B4-BE49-F238E27FC236}">
                  <ns2:creationId id="{BC26E66C-6E7A-0479-CCB7-A8075B8718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5330890" y="2790540"/>
              <a:ext cx="404078" cy="404078"/>
            </a:xfrm>
            <a:prstGeom prst="rect">
              <a:avLst/>
            </a:prstGeom>
          </p:spPr>
        </p:pic>
      </p:grpSp>
      <p:grpSp>
        <p:nvGrpSpPr>
          <p:cNvPr id="288" name="グループ化 287">
            <a:extLst>
              <a:ext uri="{FF2B5EF4-FFF2-40B4-BE49-F238E27FC236}">
                <ns2:creationId id="{89D97118-4FBE-969A-EF83-3E154786CFB1}"/>
              </a:ext>
            </a:extLst>
          </p:cNvPr>
          <p:cNvGrpSpPr/>
          <p:nvPr/>
        </p:nvGrpSpPr>
        <p:grpSpPr>
          <a:xfrm>
            <a:off x="5186527" y="3780161"/>
            <a:ext cx="6660188" cy="879510"/>
            <a:chOff x="5186527" y="3719249"/>
            <a:chExt cx="6660188" cy="879510"/>
          </a:xfrm>
        </p:grpSpPr>
        <p:sp>
          <p:nvSpPr>
            <p:cNvPr id="270" name="Text 92">
              <a:extLst>
                <a:ext uri="{FF2B5EF4-FFF2-40B4-BE49-F238E27FC236}">
                  <ns2:creationId id="{49FED80D-4169-0FC4-5693-F2D79273F46D}"/>
                </a:ext>
              </a:extLst>
            </p:cNvPr>
            <p:cNvSpPr txBox="1"/>
            <p:nvPr/>
          </p:nvSpPr>
          <p:spPr>
            <a:xfrm>
              <a:off x="5186527" y="3719249"/>
              <a:ext cx="6660188" cy="439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ja-JP" altLang="en-US" sz="14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71" name="Text 92">
              <a:extLst>
                <a:ext uri="{FF2B5EF4-FFF2-40B4-BE49-F238E27FC236}">
                  <ns2:creationId id="{A0CB80F2-E287-6B22-3C4E-A76F7E1D079E}"/>
                </a:ext>
              </a:extLst>
            </p:cNvPr>
            <p:cNvSpPr txBox="1"/>
            <p:nvPr/>
          </p:nvSpPr>
          <p:spPr>
            <a:xfrm>
              <a:off x="5186527" y="4159004"/>
              <a:ext cx="6660188" cy="43975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684000" tIns="0" rIns="0" bIns="0" rtlCol="0" anchor="ctr"/>
            <a:lstStyle/>
            <a:p>
              <a:pPr marL="0" indent="0">
                <a:buNone/>
              </a:pP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3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KPI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PL</a:t>
              </a:r>
              <a:r>
                <a:rPr lang="ja-JP" altLang="en-US" sz="1400" b="1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  <a:p>
              <a:pPr marL="0" indent="0">
                <a:buNone/>
              </a:pP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latin typeface="+mn-ea"/>
                  <a:cs typeface="Meiryo" pitchFamily="34" charset="-120"/>
                </a:rPr>
                <a:t>KPI</a:t>
              </a:r>
              <a:r>
                <a:rPr lang="ja-JP" altLang="en-US" sz="12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pic>
          <p:nvPicPr>
            <p:cNvPr id="281" name="グラフィックス 280" descr="レーダー チャート 単色塗りつぶし">
              <a:extLst>
                <a:ext uri="{FF2B5EF4-FFF2-40B4-BE49-F238E27FC236}">
                  <ns2:creationId id="{D7C5847F-7494-74C8-CD7A-AC2E5A3D24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5330890" y="4176842"/>
              <a:ext cx="404078" cy="404078"/>
            </a:xfrm>
            <a:prstGeom prst="rect">
              <a:avLst/>
            </a:prstGeom>
          </p:spPr>
        </p:pic>
        <p:pic>
          <p:nvPicPr>
            <p:cNvPr id="285" name="グラフィックス 284" descr="山形の矢印 単色塗りつぶし">
              <a:extLst>
                <a:ext uri="{FF2B5EF4-FFF2-40B4-BE49-F238E27FC236}">
                  <ns2:creationId id="{BC3FFB18-8EF8-0BE1-527C-BBB826B425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5330890" y="3737087"/>
              <a:ext cx="404078" cy="404078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878068470"/>
      </p:ext>
    </p:extLst>
  </p:cSld>
  <p:clrMapOvr>
    <a:masterClrMapping/>
  </p:clrMapOvr>
</p:sld>
</file>

<file path=ppt/slides/slide248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CA20CB-1D73-DC24-8B2D-4A8664D97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60CE826-7EDC-DBAD-12DF-28AEBAC90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br>
              <a:rPr lang="ja-JP" altLang="en-US" dirty="0"/>
            </a:b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CACCB371-527E-FB99-9503-6665CAF11F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4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3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95D19A11-9938-6380-9DE3-D2209A1AC6DA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 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、</a:t>
            </a:r>
            <a:r>
              <a:rPr lang="en-US" altLang="ja-JP" sz="1000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526" name="グループ化 525">
            <a:extLst>
              <a:ext uri="{FF2B5EF4-FFF2-40B4-BE49-F238E27FC236}">
                <ns2:creationId id="{9CD53322-E25B-8483-A0D0-865EFDB92D14}"/>
              </a:ext>
            </a:extLst>
          </p:cNvPr>
          <p:cNvGrpSpPr/>
          <p:nvPr/>
        </p:nvGrpSpPr>
        <p:grpSpPr>
          <a:xfrm>
            <a:off x="334962" y="1631530"/>
            <a:ext cx="11511754" cy="2222013"/>
            <a:chOff x="334962" y="1631530"/>
            <a:chExt cx="11511754" cy="2222013"/>
          </a:xfrm>
        </p:grpSpPr>
        <p:sp>
          <p:nvSpPr>
            <p:cNvPr id="30" name="正方形/長方形 29">
              <a:extLst>
                <a:ext uri="{FF2B5EF4-FFF2-40B4-BE49-F238E27FC236}">
                  <ns2:creationId id="{CD260276-4E3F-4534-1D87-DA14A5A252B3}"/>
                </a:ext>
              </a:extLst>
            </p:cNvPr>
            <p:cNvSpPr/>
            <p:nvPr/>
          </p:nvSpPr>
          <p:spPr>
            <a:xfrm>
              <a:off x="334962" y="1631530"/>
              <a:ext cx="7627937" cy="222201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541338" algn="ctr"/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7" name="正方形/長方形 546">
              <a:extLst>
                <a:ext uri="{FF2B5EF4-FFF2-40B4-BE49-F238E27FC236}">
                  <ns2:creationId id="{6B658362-04AE-D562-99DC-DF188D28EDB1}"/>
                </a:ext>
              </a:extLst>
            </p:cNvPr>
            <p:cNvSpPr/>
            <p:nvPr/>
          </p:nvSpPr>
          <p:spPr>
            <a:xfrm>
              <a:off x="8026400" y="1631530"/>
              <a:ext cx="3820316" cy="2222013"/>
            </a:xfrm>
            <a:prstGeom prst="rect">
              <a:avLst/>
            </a:prstGeom>
            <a:noFill/>
            <a:ln w="9525">
              <a:solidFill>
                <a:schemeClr val="accent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400" b="1" dirty="0">
                <a:solidFill>
                  <a:schemeClr val="accent6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50" name="Picture 2" descr="今日を愛する。ライオン。">
              <a:extLst>
                <a:ext uri="{FF2B5EF4-FFF2-40B4-BE49-F238E27FC236}">
                  <ns2:creationId id="{B18128E5-737C-4E16-3E51-5407A0BF08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ns4:useLocalDpi/>
                </a:ext>
              </a:extLst>
            </a:blip>
            <a:srcRect t="13567" b="11841"/>
            <a:stretch/>
          </p:blipFill>
          <p:spPr bwMode="auto">
            <a:xfrm>
              <a:off x="2447827" y="1663700"/>
              <a:ext cx="436030" cy="213639"/>
            </a:xfrm>
            <a:prstGeom prst="rect">
              <a:avLst/>
            </a:prstGeom>
            <a:noFill/>
            <a:extLst>
              <a:ext uri="{909E8E84-426E-40DD-AFC4-6F175D3DCCD1}">
                <ns4:hiddenFill>
                  <a:solidFill>
                    <a:srgbClr val="FFFFFF"/>
                  </a:solidFill>
                </ns4:hiddenFill>
              </a:ext>
            </a:extLst>
          </p:spPr>
        </p:pic>
        <p:sp>
          <p:nvSpPr>
            <p:cNvPr id="552" name="Text 14">
              <a:extLst>
                <a:ext uri="{FF2B5EF4-FFF2-40B4-BE49-F238E27FC236}">
                  <ns2:creationId id="{095C90C5-52F8-0D36-CD70-028F2CCA1602}"/>
                </a:ext>
              </a:extLst>
            </p:cNvPr>
            <p:cNvSpPr txBox="1"/>
            <p:nvPr/>
          </p:nvSpPr>
          <p:spPr>
            <a:xfrm>
              <a:off x="407193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54" name="Text 26">
              <a:extLst>
                <a:ext uri="{FF2B5EF4-FFF2-40B4-BE49-F238E27FC236}">
                  <ns2:creationId id="{73D9A45F-A88D-CEFA-5B6F-987E5F990C2A}"/>
                </a:ext>
              </a:extLst>
            </p:cNvPr>
            <p:cNvSpPr txBox="1"/>
            <p:nvPr/>
          </p:nvSpPr>
          <p:spPr>
            <a:xfrm>
              <a:off x="2303726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1" name="Text 18">
              <a:extLst>
                <a:ext uri="{FF2B5EF4-FFF2-40B4-BE49-F238E27FC236}">
                  <ns2:creationId id="{2148710E-74AF-F2E6-BC35-C57691D64D88}"/>
                </a:ext>
              </a:extLst>
            </p:cNvPr>
            <p:cNvSpPr txBox="1"/>
            <p:nvPr/>
          </p:nvSpPr>
          <p:spPr>
            <a:xfrm>
              <a:off x="407193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lang="en-US" sz="1000" dirty="0"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3" name="Text 30">
              <a:extLst>
                <a:ext uri="{FF2B5EF4-FFF2-40B4-BE49-F238E27FC236}">
                  <ns2:creationId id="{DDFCACFE-8756-699A-35DC-90EB7C09BA81}"/>
                </a:ext>
              </a:extLst>
            </p:cNvPr>
            <p:cNvSpPr txBox="1"/>
            <p:nvPr/>
          </p:nvSpPr>
          <p:spPr>
            <a:xfrm>
              <a:off x="2303725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lang="en-US" sz="1000" dirty="0"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8" name="Text 18">
              <a:extLst>
                <a:ext uri="{FF2B5EF4-FFF2-40B4-BE49-F238E27FC236}">
                  <ns2:creationId id="{B549DCAD-1A8E-682B-4F92-8D90AAD48A7D}"/>
                </a:ext>
              </a:extLst>
            </p:cNvPr>
            <p:cNvSpPr txBox="1"/>
            <p:nvPr/>
          </p:nvSpPr>
          <p:spPr>
            <a:xfrm>
              <a:off x="407193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9" name="Text 30">
              <a:extLst>
                <a:ext uri="{FF2B5EF4-FFF2-40B4-BE49-F238E27FC236}">
                  <ns2:creationId id="{F9D5EA31-C5DD-EC3C-AA12-ECEB6850038D}"/>
                </a:ext>
              </a:extLst>
            </p:cNvPr>
            <p:cNvSpPr txBox="1"/>
            <p:nvPr/>
          </p:nvSpPr>
          <p:spPr>
            <a:xfrm>
              <a:off x="2303725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10</a:t>
              </a:r>
              <a:r>
                <a:rPr kumimoji="1" lang="en-US" altLang="ja-JP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3" name="Text 16">
              <a:extLst>
                <a:ext uri="{FF2B5EF4-FFF2-40B4-BE49-F238E27FC236}">
                  <ns2:creationId id="{91BE9F05-6557-3BAE-63D7-9C24A5F1B63B}"/>
                </a:ext>
              </a:extLst>
            </p:cNvPr>
            <p:cNvSpPr txBox="1"/>
            <p:nvPr/>
          </p:nvSpPr>
          <p:spPr>
            <a:xfrm>
              <a:off x="674329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5" name="Text 28">
              <a:extLst>
                <a:ext uri="{FF2B5EF4-FFF2-40B4-BE49-F238E27FC236}">
                  <ns2:creationId id="{996A017F-F08F-C4EC-28BA-4BE5CDDFECD1}"/>
                </a:ext>
              </a:extLst>
            </p:cNvPr>
            <p:cNvSpPr txBox="1"/>
            <p:nvPr/>
          </p:nvSpPr>
          <p:spPr>
            <a:xfrm>
              <a:off x="2570861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0" name="Text 18">
              <a:extLst>
                <a:ext uri="{FF2B5EF4-FFF2-40B4-BE49-F238E27FC236}">
                  <ns2:creationId id="{B6AACF48-224D-A302-429C-30E865773815}"/>
                </a:ext>
              </a:extLst>
            </p:cNvPr>
            <p:cNvSpPr txBox="1"/>
            <p:nvPr/>
          </p:nvSpPr>
          <p:spPr>
            <a:xfrm>
              <a:off x="407193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1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1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sp>
          <p:nvSpPr>
            <p:cNvPr id="581" name="Text 30">
              <a:extLst>
                <a:ext uri="{FF2B5EF4-FFF2-40B4-BE49-F238E27FC236}">
                  <ns2:creationId id="{F27E32CD-AAB0-E1F8-0078-90AF30F90F94}"/>
                </a:ext>
              </a:extLst>
            </p:cNvPr>
            <p:cNvSpPr txBox="1"/>
            <p:nvPr/>
          </p:nvSpPr>
          <p:spPr>
            <a:xfrm>
              <a:off x="2303725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「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zh-TW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56" name="Text 38">
              <a:extLst>
                <a:ext uri="{FF2B5EF4-FFF2-40B4-BE49-F238E27FC236}">
                  <ns2:creationId id="{769B572F-D65D-56E5-FEEC-81E8C9B04BDD}"/>
                </a:ext>
              </a:extLst>
            </p:cNvPr>
            <p:cNvSpPr txBox="1"/>
            <p:nvPr/>
          </p:nvSpPr>
          <p:spPr>
            <a:xfrm>
              <a:off x="4200259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58" name="Text 50">
              <a:extLst>
                <a:ext uri="{FF2B5EF4-FFF2-40B4-BE49-F238E27FC236}">
                  <ns2:creationId id="{B9844B35-32D7-51F0-CCFC-F12D4D290BD4}"/>
                </a:ext>
              </a:extLst>
            </p:cNvPr>
            <p:cNvSpPr txBox="1"/>
            <p:nvPr/>
          </p:nvSpPr>
          <p:spPr>
            <a:xfrm>
              <a:off x="6096792" y="1948965"/>
              <a:ext cx="1793874" cy="1200635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5" name="Text 42">
              <a:extLst>
                <a:ext uri="{FF2B5EF4-FFF2-40B4-BE49-F238E27FC236}">
                  <ns2:creationId id="{D874982D-07E5-5D19-5280-1562556A9C11}"/>
                </a:ext>
              </a:extLst>
            </p:cNvPr>
            <p:cNvSpPr txBox="1"/>
            <p:nvPr/>
          </p:nvSpPr>
          <p:spPr>
            <a:xfrm>
              <a:off x="4200258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(</a:t>
              </a: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67" name="Text 54">
              <a:extLst>
                <a:ext uri="{FF2B5EF4-FFF2-40B4-BE49-F238E27FC236}">
                  <ns2:creationId id="{447A54A2-8FA3-3B42-AA7B-69AF47459AB2}"/>
                </a:ext>
              </a:extLst>
            </p:cNvPr>
            <p:cNvSpPr txBox="1"/>
            <p:nvPr/>
          </p:nvSpPr>
          <p:spPr>
            <a:xfrm>
              <a:off x="6096791" y="2458081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sz="1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0" name="Text 42">
              <a:extLst>
                <a:ext uri="{FF2B5EF4-FFF2-40B4-BE49-F238E27FC236}">
                  <ns2:creationId id="{18130A06-44BD-974F-A95F-1524A982444F}"/>
                </a:ext>
              </a:extLst>
            </p:cNvPr>
            <p:cNvSpPr txBox="1"/>
            <p:nvPr/>
          </p:nvSpPr>
          <p:spPr>
            <a:xfrm>
              <a:off x="4200258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1" name="Text 54">
              <a:extLst>
                <a:ext uri="{FF2B5EF4-FFF2-40B4-BE49-F238E27FC236}">
                  <ns2:creationId id="{C8E3436F-6BCD-D70D-76C2-E6D6EA3C477F}"/>
                </a:ext>
              </a:extLst>
            </p:cNvPr>
            <p:cNvSpPr txBox="1"/>
            <p:nvPr/>
          </p:nvSpPr>
          <p:spPr>
            <a:xfrm>
              <a:off x="6096791" y="2821473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7" name="Text 40">
              <a:extLst>
                <a:ext uri="{FF2B5EF4-FFF2-40B4-BE49-F238E27FC236}">
                  <ns2:creationId id="{8CF659FE-8C53-1721-22FB-8E1515735BD7}"/>
                </a:ext>
              </a:extLst>
            </p:cNvPr>
            <p:cNvSpPr txBox="1"/>
            <p:nvPr/>
          </p:nvSpPr>
          <p:spPr>
            <a:xfrm>
              <a:off x="4467394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lang="en-US" sz="900" b="1" dirty="0">
                  <a:solidFill>
                    <a:schemeClr val="bg1"/>
                  </a:solidFill>
                  <a:latin typeface="+mn-ea"/>
                  <a:cs typeface="Meiryo" pitchFamily="34" charset="-120"/>
                </a:rPr>
                <a:t>)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9" name="Text 52">
              <a:extLst>
                <a:ext uri="{FF2B5EF4-FFF2-40B4-BE49-F238E27FC236}">
                  <ns2:creationId id="{1B89E2D8-AF07-E4D1-3916-4EA8EE149451}"/>
                </a:ext>
              </a:extLst>
            </p:cNvPr>
            <p:cNvSpPr txBox="1"/>
            <p:nvPr/>
          </p:nvSpPr>
          <p:spPr>
            <a:xfrm>
              <a:off x="6363927" y="2228062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82" name="Text 42">
              <a:extLst>
                <a:ext uri="{FF2B5EF4-FFF2-40B4-BE49-F238E27FC236}">
                  <ns2:creationId id="{BD7ACE42-215D-EC58-97A4-03FBFD1058C6}"/>
                </a:ext>
              </a:extLst>
            </p:cNvPr>
            <p:cNvSpPr txBox="1"/>
            <p:nvPr/>
          </p:nvSpPr>
          <p:spPr>
            <a:xfrm>
              <a:off x="4200258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26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1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200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3" name="Text 54">
              <a:extLst>
                <a:ext uri="{FF2B5EF4-FFF2-40B4-BE49-F238E27FC236}">
                  <ns2:creationId id="{8499FE02-6767-D9F8-6FD9-8492B6B67C45}"/>
                </a:ext>
              </a:extLst>
            </p:cNvPr>
            <p:cNvSpPr txBox="1"/>
            <p:nvPr/>
          </p:nvSpPr>
          <p:spPr>
            <a:xfrm>
              <a:off x="6096791" y="3207966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1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6" name="Text 38">
              <a:extLst>
                <a:ext uri="{FF2B5EF4-FFF2-40B4-BE49-F238E27FC236}">
                  <ns2:creationId id="{91BFCC66-E28D-6D8F-25A6-EEBDBF4B71C9}"/>
                </a:ext>
              </a:extLst>
            </p:cNvPr>
            <p:cNvSpPr txBox="1"/>
            <p:nvPr/>
          </p:nvSpPr>
          <p:spPr>
            <a:xfrm>
              <a:off x="8091355" y="1948965"/>
              <a:ext cx="1793874" cy="1200635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7" name="Text 50">
              <a:extLst>
                <a:ext uri="{FF2B5EF4-FFF2-40B4-BE49-F238E27FC236}">
                  <ns2:creationId id="{7E592442-09BC-C20B-E14C-5BDEBD72E869}"/>
                </a:ext>
              </a:extLst>
            </p:cNvPr>
            <p:cNvSpPr txBox="1"/>
            <p:nvPr/>
          </p:nvSpPr>
          <p:spPr>
            <a:xfrm>
              <a:off x="9987888" y="1948965"/>
              <a:ext cx="1793874" cy="1200635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/>
          </p:spPr>
          <p:txBody>
            <a:bodyPr wrap="square" lIns="72000" tIns="36000" rIns="0" b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altLang="ja-JP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/ </a:t>
              </a:r>
              <a:r>
                <a:rPr kumimoji="1" lang="ja-JP" altLang="en-US" sz="13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88" name="Text 42">
              <a:extLst>
                <a:ext uri="{FF2B5EF4-FFF2-40B4-BE49-F238E27FC236}">
                  <ns2:creationId id="{B33ABF8F-5294-3801-A7E2-95F7178A5ECB}"/>
                </a:ext>
              </a:extLst>
            </p:cNvPr>
            <p:cNvSpPr txBox="1"/>
            <p:nvPr/>
          </p:nvSpPr>
          <p:spPr>
            <a:xfrm>
              <a:off x="8091354" y="2458080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100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sp>
          <p:nvSpPr>
            <p:cNvPr id="589" name="Text 54">
              <a:extLst>
                <a:ext uri="{FF2B5EF4-FFF2-40B4-BE49-F238E27FC236}">
                  <ns2:creationId id="{6749E86E-A7B1-EC4A-15FB-FDC89C321D90}"/>
                </a:ext>
              </a:extLst>
            </p:cNvPr>
            <p:cNvSpPr txBox="1"/>
            <p:nvPr/>
          </p:nvSpPr>
          <p:spPr>
            <a:xfrm>
              <a:off x="9987887" y="2458081"/>
              <a:ext cx="1793874" cy="3050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: 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3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90" name="Text 42">
              <a:extLst>
                <a:ext uri="{FF2B5EF4-FFF2-40B4-BE49-F238E27FC236}">
                  <ns2:creationId id="{34E92DD8-29BF-6544-834E-AB74DD2144A4}"/>
                </a:ext>
              </a:extLst>
            </p:cNvPr>
            <p:cNvSpPr txBox="1"/>
            <p:nvPr/>
          </p:nvSpPr>
          <p:spPr>
            <a:xfrm>
              <a:off x="8091354" y="2821472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200</a:t>
              </a:r>
              <a:r>
                <a:rPr kumimoji="1" lang="en-US" altLang="ja-JP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91" name="Text 54">
              <a:extLst>
                <a:ext uri="{FF2B5EF4-FFF2-40B4-BE49-F238E27FC236}">
                  <ns2:creationId id="{E33A2C9A-4738-C86B-FC55-77CA6F6E03FC}"/>
                </a:ext>
              </a:extLst>
            </p:cNvPr>
            <p:cNvSpPr txBox="1"/>
            <p:nvPr/>
          </p:nvSpPr>
          <p:spPr>
            <a:xfrm>
              <a:off x="9987887" y="2821473"/>
              <a:ext cx="1793874" cy="265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2" name="Text 40">
              <a:extLst>
                <a:ext uri="{FF2B5EF4-FFF2-40B4-BE49-F238E27FC236}">
                  <ns2:creationId id="{A833A246-303F-65C5-8C66-731A4EDFCBE1}"/>
                </a:ext>
              </a:extLst>
            </p:cNvPr>
            <p:cNvSpPr txBox="1"/>
            <p:nvPr/>
          </p:nvSpPr>
          <p:spPr>
            <a:xfrm>
              <a:off x="8358490" y="2228061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ja-JP" alt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3" name="Text 52">
              <a:extLst>
                <a:ext uri="{FF2B5EF4-FFF2-40B4-BE49-F238E27FC236}">
                  <ns2:creationId id="{18E324DC-475E-0BFC-A0DF-0228DB5A7F89}"/>
                </a:ext>
              </a:extLst>
            </p:cNvPr>
            <p:cNvSpPr txBox="1"/>
            <p:nvPr/>
          </p:nvSpPr>
          <p:spPr>
            <a:xfrm>
              <a:off x="10255023" y="2228062"/>
              <a:ext cx="1259601" cy="158393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  <a:r>
                <a:rPr kumimoji="1" lang="ja-JP" altLang="en-US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4" name="Text 42">
              <a:extLst>
                <a:ext uri="{FF2B5EF4-FFF2-40B4-BE49-F238E27FC236}">
                  <ns2:creationId id="{1756C7FB-B8BB-4DA3-D7AF-EB0C2BD5BC5F}"/>
                </a:ext>
              </a:extLst>
            </p:cNvPr>
            <p:cNvSpPr txBox="1"/>
            <p:nvPr/>
          </p:nvSpPr>
          <p:spPr>
            <a:xfrm>
              <a:off x="8091354" y="3207965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595" name="Text 54">
              <a:extLst>
                <a:ext uri="{FF2B5EF4-FFF2-40B4-BE49-F238E27FC236}">
                  <ns2:creationId id="{69A8F88A-CCC1-8CEA-E3CD-C58D4313440A}"/>
                </a:ext>
              </a:extLst>
            </p:cNvPr>
            <p:cNvSpPr txBox="1"/>
            <p:nvPr/>
          </p:nvSpPr>
          <p:spPr>
            <a:xfrm>
              <a:off x="9987887" y="3207966"/>
              <a:ext cx="1793874" cy="562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: 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100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AI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08000" marR="0" lvl="0" indent="-10800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</p:grpSp>
      <p:grpSp>
        <p:nvGrpSpPr>
          <p:cNvPr id="525" name="グループ化 524">
            <a:extLst>
              <a:ext uri="{FF2B5EF4-FFF2-40B4-BE49-F238E27FC236}">
                <ns2:creationId id="{83B513CF-1AB7-4ABC-36CF-EBC545ACB001}"/>
              </a:ext>
            </a:extLst>
          </p:cNvPr>
          <p:cNvGrpSpPr/>
          <p:nvPr/>
        </p:nvGrpSpPr>
        <p:grpSpPr>
          <a:xfrm>
            <a:off x="334962" y="3945919"/>
            <a:ext cx="11522076" cy="2362805"/>
            <a:chOff x="334962" y="3945919"/>
            <a:chExt cx="11522076" cy="2362805"/>
          </a:xfrm>
        </p:grpSpPr>
        <p:sp>
          <p:nvSpPr>
            <p:cNvPr id="517" name="矢印: 下 516">
              <a:extLst>
                <a:ext uri="{FF2B5EF4-FFF2-40B4-BE49-F238E27FC236}">
                  <ns2:creationId id="{892EFF1C-4FF6-F33E-D660-7E464BC582DD}"/>
                </a:ext>
              </a:extLst>
            </p:cNvPr>
            <p:cNvSpPr/>
            <p:nvPr/>
          </p:nvSpPr>
          <p:spPr>
            <a:xfrm>
              <a:off x="9340690" y="4240048"/>
              <a:ext cx="276225" cy="2068676"/>
            </a:xfrm>
            <a:prstGeom prst="downArrow">
              <a:avLst/>
            </a:prstGeom>
            <a:gradFill>
              <a:gsLst>
                <a:gs pos="0">
                  <a:srgbClr val="C5E0B4">
                    <a:alpha val="30000"/>
                  </a:srgbClr>
                </a:gs>
                <a:gs pos="80000">
                  <a:schemeClr val="accent5">
                    <a:alpha val="30000"/>
                  </a:schemeClr>
                </a:gs>
                <a:gs pos="100000">
                  <a:schemeClr val="accent5"/>
                </a:gs>
              </a:gsLst>
              <a:lin ang="54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701" name="グループ化 700">
              <a:extLst>
                <a:ext uri="{FF2B5EF4-FFF2-40B4-BE49-F238E27FC236}">
                  <ns2:creationId id="{E5BC1D30-AE05-E15D-F6B6-2FBC693540F1}"/>
                </a:ext>
              </a:extLst>
            </p:cNvPr>
            <p:cNvGrpSpPr/>
            <p:nvPr/>
          </p:nvGrpSpPr>
          <p:grpSpPr>
            <a:xfrm>
              <a:off x="334962" y="3945919"/>
              <a:ext cx="2989736" cy="259595"/>
              <a:chOff x="334962" y="3911383"/>
              <a:chExt cx="2652078" cy="259595"/>
            </a:xfrm>
          </p:grpSpPr>
          <p:sp>
            <p:nvSpPr>
              <p:cNvPr id="698" name="正方形/長方形 697">
                <a:extLst>
                  <a:ext uri="{FF2B5EF4-FFF2-40B4-BE49-F238E27FC236}">
                    <ns2:creationId id="{1EF2AEA0-A445-C069-52ED-C44F0DFC02BB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00" name="直線コネクタ 699">
                <a:extLst>
                  <a:ext uri="{FF2B5EF4-FFF2-40B4-BE49-F238E27FC236}">
                    <ns2:creationId id="{AB4F526C-CE89-085F-0219-AECFDD99ECF6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2" name="グループ化 701">
              <a:extLst>
                <a:ext uri="{FF2B5EF4-FFF2-40B4-BE49-F238E27FC236}">
                  <ns2:creationId id="{85924C99-3160-A435-1137-7287E79C52E0}"/>
                </a:ext>
              </a:extLst>
            </p:cNvPr>
            <p:cNvGrpSpPr/>
            <p:nvPr/>
          </p:nvGrpSpPr>
          <p:grpSpPr>
            <a:xfrm>
              <a:off x="3404180" y="3945919"/>
              <a:ext cx="2989736" cy="259595"/>
              <a:chOff x="334962" y="3911383"/>
              <a:chExt cx="2652078" cy="259595"/>
            </a:xfrm>
          </p:grpSpPr>
          <p:sp>
            <p:nvSpPr>
              <p:cNvPr id="703" name="正方形/長方形 702">
                <a:extLst>
                  <a:ext uri="{FF2B5EF4-FFF2-40B4-BE49-F238E27FC236}">
                    <ns2:creationId id="{DA49EF3E-83D9-1F46-D5DC-FFFA17AAA8FC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04" name="直線コネクタ 703">
                <a:extLst>
                  <a:ext uri="{FF2B5EF4-FFF2-40B4-BE49-F238E27FC236}">
                    <ns2:creationId id="{CEC69776-9581-4118-8E90-98EB821D1AA6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5" name="グループ化 704">
              <a:extLst>
                <a:ext uri="{FF2B5EF4-FFF2-40B4-BE49-F238E27FC236}">
                  <ns2:creationId id="{F7F04D45-2F07-8F05-8305-FA464083B5F0}"/>
                </a:ext>
              </a:extLst>
            </p:cNvPr>
            <p:cNvGrpSpPr/>
            <p:nvPr/>
          </p:nvGrpSpPr>
          <p:grpSpPr>
            <a:xfrm>
              <a:off x="6473399" y="3945919"/>
              <a:ext cx="2652078" cy="259595"/>
              <a:chOff x="334962" y="3911383"/>
              <a:chExt cx="2652078" cy="259595"/>
            </a:xfrm>
          </p:grpSpPr>
          <p:sp>
            <p:nvSpPr>
              <p:cNvPr id="706" name="正方形/長方形 705">
                <a:extLst>
                  <a:ext uri="{FF2B5EF4-FFF2-40B4-BE49-F238E27FC236}">
                    <ns2:creationId id="{B647494A-00DE-FAD8-B17B-70F0FB7438B4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07" name="直線コネクタ 706">
                <a:extLst>
                  <a:ext uri="{FF2B5EF4-FFF2-40B4-BE49-F238E27FC236}">
                    <ns2:creationId id="{C50701CD-2DCC-02BE-78A2-133A34809FD6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8" name="グループ化 707">
              <a:extLst>
                <a:ext uri="{FF2B5EF4-FFF2-40B4-BE49-F238E27FC236}">
                  <ns2:creationId id="{2B9A67A3-0C46-193B-82AD-8E8424DAA02B}"/>
                </a:ext>
              </a:extLst>
            </p:cNvPr>
            <p:cNvGrpSpPr/>
            <p:nvPr/>
          </p:nvGrpSpPr>
          <p:grpSpPr>
            <a:xfrm>
              <a:off x="9204960" y="3945919"/>
              <a:ext cx="2652078" cy="259595"/>
              <a:chOff x="334962" y="3911383"/>
              <a:chExt cx="2652078" cy="259595"/>
            </a:xfrm>
          </p:grpSpPr>
          <p:sp>
            <p:nvSpPr>
              <p:cNvPr id="709" name="正方形/長方形 708">
                <a:extLst>
                  <a:ext uri="{FF2B5EF4-FFF2-40B4-BE49-F238E27FC236}">
                    <ns2:creationId id="{3AA5B7AE-3898-AC78-0156-F3D15D15D898}"/>
                  </a:ext>
                </a:extLst>
              </p:cNvPr>
              <p:cNvSpPr/>
              <p:nvPr/>
            </p:nvSpPr>
            <p:spPr>
              <a:xfrm>
                <a:off x="334962" y="3911383"/>
                <a:ext cx="2652078" cy="2595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10" name="直線コネクタ 709">
                <a:extLst>
                  <a:ext uri="{FF2B5EF4-FFF2-40B4-BE49-F238E27FC236}">
                    <ns2:creationId id="{1DC10AAA-6969-1FFF-0D14-F8646EA8C310}"/>
                  </a:ext>
                </a:extLst>
              </p:cNvPr>
              <p:cNvCxnSpPr/>
              <p:nvPr/>
            </p:nvCxnSpPr>
            <p:spPr>
              <a:xfrm>
                <a:off x="334962" y="4170978"/>
                <a:ext cx="26520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グループ化 8">
              <a:extLst>
                <a:ext uri="{FF2B5EF4-FFF2-40B4-BE49-F238E27FC236}">
                  <ns2:creationId id="{79F246FE-2DD2-F564-E1CD-26D1F18B6B1A}"/>
                </a:ext>
              </a:extLst>
            </p:cNvPr>
            <p:cNvGrpSpPr/>
            <p:nvPr/>
          </p:nvGrpSpPr>
          <p:grpSpPr>
            <a:xfrm>
              <a:off x="334962" y="4246365"/>
              <a:ext cx="2989736" cy="487725"/>
              <a:chOff x="334962" y="4246365"/>
              <a:chExt cx="2989736" cy="487725"/>
            </a:xfrm>
          </p:grpSpPr>
          <p:sp>
            <p:nvSpPr>
              <p:cNvPr id="713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4246365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" name="グラフィックス 4" descr="右向き指示マーク 単色塗りつぶし">
                <a:extLst>
                  <a:ext uri="{FF2B5EF4-FFF2-40B4-BE49-F238E27FC236}">
                    <ns2:creationId id="{FAAF9A53-1596-C468-F606-68B66F7B99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3"/>
                  </a:ext>
                </a:extLst>
              </a:blip>
              <a:srcRect/>
              <a:stretch/>
            </p:blipFill>
            <p:spPr>
              <a:xfrm>
                <a:off x="405247" y="4324758"/>
                <a:ext cx="330936" cy="330936"/>
              </a:xfrm>
              <a:prstGeom prst="rect">
                <a:avLst/>
              </a:prstGeom>
            </p:spPr>
          </p:pic>
        </p:grpSp>
        <p:grpSp>
          <p:nvGrpSpPr>
            <p:cNvPr id="10" name="グループ化 9">
              <a:extLst>
                <a:ext uri="{FF2B5EF4-FFF2-40B4-BE49-F238E27FC236}">
                  <ns2:creationId id="{671AC59D-623E-B677-7FEC-8773F25C9E0D}"/>
                </a:ext>
              </a:extLst>
            </p:cNvPr>
            <p:cNvGrpSpPr/>
            <p:nvPr/>
          </p:nvGrpSpPr>
          <p:grpSpPr>
            <a:xfrm>
              <a:off x="334962" y="4771243"/>
              <a:ext cx="2989736" cy="487725"/>
              <a:chOff x="334962" y="4771243"/>
              <a:chExt cx="2989736" cy="487725"/>
            </a:xfrm>
          </p:grpSpPr>
          <p:sp>
            <p:nvSpPr>
              <p:cNvPr id="714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4771243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" name="グラフィックス 5" descr="植物 単色塗りつぶし">
                <a:extLst>
                  <a:ext uri="{FF2B5EF4-FFF2-40B4-BE49-F238E27FC236}">
                    <ns2:creationId id="{5AF574A6-8398-331D-FC71-8EAC6C6D8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rcRect/>
              <a:stretch/>
            </p:blipFill>
            <p:spPr>
              <a:xfrm>
                <a:off x="405247" y="4849636"/>
                <a:ext cx="330936" cy="330936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FF47DB2D-4CDB-7079-7329-5600D9D16101}"/>
                </a:ext>
              </a:extLst>
            </p:cNvPr>
            <p:cNvGrpSpPr/>
            <p:nvPr/>
          </p:nvGrpSpPr>
          <p:grpSpPr>
            <a:xfrm>
              <a:off x="334962" y="5296121"/>
              <a:ext cx="2989736" cy="487725"/>
              <a:chOff x="334962" y="5296121"/>
              <a:chExt cx="2989736" cy="487725"/>
            </a:xfrm>
          </p:grpSpPr>
          <p:sp>
            <p:nvSpPr>
              <p:cNvPr id="715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5296121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PL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" name="グラフィックス 6" descr="上昇基調 単色塗りつぶし">
                <a:extLst>
                  <a:ext uri="{FF2B5EF4-FFF2-40B4-BE49-F238E27FC236}">
                    <ns2:creationId id="{C034E698-64BA-84DD-4F67-C7B1F33418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rcRect/>
              <a:stretch/>
            </p:blipFill>
            <p:spPr>
              <a:xfrm>
                <a:off x="405247" y="5374515"/>
                <a:ext cx="330936" cy="33093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ns2:creationId id="{5BBB9DA9-F220-A5B3-EDFB-B678FCF30A54}"/>
                </a:ext>
              </a:extLst>
            </p:cNvPr>
            <p:cNvGrpSpPr/>
            <p:nvPr/>
          </p:nvGrpSpPr>
          <p:grpSpPr>
            <a:xfrm>
              <a:off x="334962" y="5820999"/>
              <a:ext cx="2989736" cy="487725"/>
              <a:chOff x="334962" y="5820999"/>
              <a:chExt cx="2989736" cy="487725"/>
            </a:xfrm>
          </p:grpSpPr>
          <p:sp>
            <p:nvSpPr>
              <p:cNvPr id="716" name="四角形: 角を丸くする 712">
                <a:extLst>
                  <a:ext uri="{FF2B5EF4-FFF2-40B4-BE49-F238E27FC236}">
                    <ns2:creationId id="{E18C9824-6E30-4D62-1EB3-1D6EB31C2659}"/>
                  </a:ext>
                </a:extLst>
              </p:cNvPr>
              <p:cNvSpPr/>
              <p:nvPr/>
            </p:nvSpPr>
            <p:spPr>
              <a:xfrm>
                <a:off x="334962" y="5820999"/>
                <a:ext cx="2989736" cy="487725"/>
              </a:xfrm>
              <a:prstGeom prst="roundRect">
                <a:avLst>
                  <a:gd name="adj" fmla="val 9647"/>
                </a:avLst>
              </a:prstGeom>
              <a:solidFill>
                <a:schemeClr val="accent5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" name="グラフィックス 7" descr="リスト 単色塗りつぶし">
                <a:extLst>
                  <a:ext uri="{FF2B5EF4-FFF2-40B4-BE49-F238E27FC236}">
                    <ns2:creationId id="{0E97B456-E60E-D6BA-0022-04F536E9D0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rcRect/>
              <a:stretch/>
            </p:blipFill>
            <p:spPr>
              <a:xfrm>
                <a:off x="405247" y="5899393"/>
                <a:ext cx="330936" cy="330936"/>
              </a:xfrm>
              <a:prstGeom prst="rect">
                <a:avLst/>
              </a:prstGeom>
            </p:spPr>
          </p:pic>
        </p:grpSp>
        <p:sp>
          <p:nvSpPr>
            <p:cNvPr id="15" name="正方形/長方形 14">
              <a:extLst>
                <a:ext uri="{FF2B5EF4-FFF2-40B4-BE49-F238E27FC236}">
                  <ns2:creationId id="{50F6AA36-86F9-91F4-3FFB-7F94E3DAEA3E}"/>
                </a:ext>
              </a:extLst>
            </p:cNvPr>
            <p:cNvSpPr/>
            <p:nvPr/>
          </p:nvSpPr>
          <p:spPr>
            <a:xfrm>
              <a:off x="3404180" y="4246365"/>
              <a:ext cx="901120" cy="14564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7" name="正方形/長方形 14">
              <a:extLst>
                <a:ext uri="{FF2B5EF4-FFF2-40B4-BE49-F238E27FC236}">
                  <ns2:creationId id="{50F6AA36-86F9-91F4-3FFB-7F94E3DAEA3E}"/>
                </a:ext>
              </a:extLst>
            </p:cNvPr>
            <p:cNvSpPr/>
            <p:nvPr/>
          </p:nvSpPr>
          <p:spPr>
            <a:xfrm>
              <a:off x="3404180" y="4417406"/>
              <a:ext cx="901120" cy="14564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8" name="正方形/長方形 14">
              <a:extLst>
                <a:ext uri="{FF2B5EF4-FFF2-40B4-BE49-F238E27FC236}">
                  <ns2:creationId id="{50F6AA36-86F9-91F4-3FFB-7F94E3DAEA3E}"/>
                </a:ext>
              </a:extLst>
            </p:cNvPr>
            <p:cNvSpPr/>
            <p:nvPr/>
          </p:nvSpPr>
          <p:spPr>
            <a:xfrm>
              <a:off x="3404180" y="4588447"/>
              <a:ext cx="901120" cy="145641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12D5946F-A0E0-C20D-DFC9-10B2A6909EAE}"/>
                </a:ext>
              </a:extLst>
            </p:cNvPr>
            <p:cNvSpPr/>
            <p:nvPr/>
          </p:nvSpPr>
          <p:spPr>
            <a:xfrm>
              <a:off x="4362496" y="4246365"/>
              <a:ext cx="2031420" cy="14564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" name="正方形/長方形 14">
              <a:extLst>
                <a:ext uri="{FF2B5EF4-FFF2-40B4-BE49-F238E27FC236}">
                  <ns2:creationId id="{9C3FD587-615C-A591-7719-79C3F6AA6173}"/>
                </a:ext>
              </a:extLst>
            </p:cNvPr>
            <p:cNvSpPr/>
            <p:nvPr/>
          </p:nvSpPr>
          <p:spPr>
            <a:xfrm>
              <a:off x="4362496" y="4417406"/>
              <a:ext cx="2031420" cy="14564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" name="正方形/長方形 14">
              <a:extLst>
                <a:ext uri="{FF2B5EF4-FFF2-40B4-BE49-F238E27FC236}">
                  <ns2:creationId id="{06E4D99C-C883-C029-5976-6054ABD007CA}"/>
                </a:ext>
              </a:extLst>
            </p:cNvPr>
            <p:cNvSpPr/>
            <p:nvPr/>
          </p:nvSpPr>
          <p:spPr>
            <a:xfrm>
              <a:off x="4362496" y="4588447"/>
              <a:ext cx="2031420" cy="14564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8" name="グループ化 17">
              <a:extLst>
                <a:ext uri="{FF2B5EF4-FFF2-40B4-BE49-F238E27FC236}">
                  <ns2:creationId id="{0E831AF2-1CEA-2AFF-12E8-5CF6FF996937}"/>
                </a:ext>
              </a:extLst>
            </p:cNvPr>
            <p:cNvGrpSpPr/>
            <p:nvPr/>
          </p:nvGrpSpPr>
          <p:grpSpPr>
            <a:xfrm>
              <a:off x="3404180" y="4781458"/>
              <a:ext cx="2989736" cy="218462"/>
              <a:chOff x="3404180" y="4783504"/>
              <a:chExt cx="2989736" cy="145641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839A9799-A56C-8A0D-A633-DC7FB5E33ABB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8CC78E69-073B-4F23-EB61-56200087D088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19" name="グループ化 17">
              <a:extLst>
                <a:ext uri="{FF2B5EF4-FFF2-40B4-BE49-F238E27FC236}">
                  <ns2:creationId id="{0E831AF2-1CEA-2AFF-12E8-5CF6FF996937}"/>
                </a:ext>
              </a:extLst>
            </p:cNvPr>
            <p:cNvGrpSpPr/>
            <p:nvPr/>
          </p:nvGrpSpPr>
          <p:grpSpPr>
            <a:xfrm>
              <a:off x="3404180" y="5030290"/>
              <a:ext cx="2989736" cy="218462"/>
              <a:chOff x="3404180" y="4783504"/>
              <a:chExt cx="2989736" cy="145641"/>
            </a:xfrm>
          </p:grpSpPr>
          <p:sp>
            <p:nvSpPr>
              <p:cNvPr id="720" name="正方形/長方形 15">
                <a:extLst>
                  <a:ext uri="{FF2B5EF4-FFF2-40B4-BE49-F238E27FC236}">
                    <ns2:creationId id="{839A9799-A56C-8A0D-A633-DC7FB5E33ABB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21" name="正方形/長方形 16">
                <a:extLst>
                  <a:ext uri="{FF2B5EF4-FFF2-40B4-BE49-F238E27FC236}">
                    <ns2:creationId id="{8CC78E69-073B-4F23-EB61-56200087D088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ns2:creationId id="{86E6730E-38FD-7F23-9C7C-455822702AEC}"/>
                </a:ext>
              </a:extLst>
            </p:cNvPr>
            <p:cNvGrpSpPr/>
            <p:nvPr/>
          </p:nvGrpSpPr>
          <p:grpSpPr>
            <a:xfrm>
              <a:off x="3404180" y="5306336"/>
              <a:ext cx="2989736" cy="218462"/>
              <a:chOff x="3404180" y="4783504"/>
              <a:chExt cx="2989736" cy="145641"/>
            </a:xfrm>
          </p:grpSpPr>
          <p:sp>
            <p:nvSpPr>
              <p:cNvPr id="25" name="正方形/長方形 24">
                <a:extLst>
                  <a:ext uri="{FF2B5EF4-FFF2-40B4-BE49-F238E27FC236}">
                    <ns2:creationId id="{167AF8F2-3863-FACA-2893-AC1C14CDBC80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77E4D753-7858-4B60-3886-685D2E5725F1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zh-TW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2" name="グループ化 17">
              <a:extLst>
                <a:ext uri="{FF2B5EF4-FFF2-40B4-BE49-F238E27FC236}">
                  <ns2:creationId id="{BAEF3309-9816-665A-D4FB-D838EA545397}"/>
                </a:ext>
              </a:extLst>
            </p:cNvPr>
            <p:cNvGrpSpPr/>
            <p:nvPr/>
          </p:nvGrpSpPr>
          <p:grpSpPr>
            <a:xfrm>
              <a:off x="3404180" y="5555168"/>
              <a:ext cx="2989736" cy="218462"/>
              <a:chOff x="3404180" y="4783504"/>
              <a:chExt cx="2989736" cy="145641"/>
            </a:xfrm>
          </p:grpSpPr>
          <p:sp>
            <p:nvSpPr>
              <p:cNvPr id="23" name="正方形/長方形 15">
                <a:extLst>
                  <a:ext uri="{FF2B5EF4-FFF2-40B4-BE49-F238E27FC236}">
                    <ns2:creationId id="{EF07462D-A412-F48B-2909-1F11A8949F0D}"/>
                  </a:ext>
                </a:extLst>
              </p:cNvPr>
              <p:cNvSpPr/>
              <p:nvPr/>
            </p:nvSpPr>
            <p:spPr>
              <a:xfrm>
                <a:off x="3404180" y="4783504"/>
                <a:ext cx="901120" cy="145641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9525">
                <a:solidFill>
                  <a:schemeClr val="accent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 b="1" dirty="0">
                    <a:solidFill>
                      <a:schemeClr val="accent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16">
                <a:extLst>
                  <a:ext uri="{FF2B5EF4-FFF2-40B4-BE49-F238E27FC236}">
                    <ns2:creationId id="{B5311BE7-513B-11A5-9DC3-D5A195BAA777}"/>
                  </a:ext>
                </a:extLst>
              </p:cNvPr>
              <p:cNvSpPr/>
              <p:nvPr/>
            </p:nvSpPr>
            <p:spPr>
              <a:xfrm>
                <a:off x="4362496" y="4783504"/>
                <a:ext cx="2031420" cy="14564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29" name="正方形/長方形 15">
              <a:extLst>
                <a:ext uri="{FF2B5EF4-FFF2-40B4-BE49-F238E27FC236}">
                  <ns2:creationId id="{DEAA0D6F-D26B-7D4F-841E-4D169FD42729}"/>
                </a:ext>
              </a:extLst>
            </p:cNvPr>
            <p:cNvSpPr/>
            <p:nvPr/>
          </p:nvSpPr>
          <p:spPr>
            <a:xfrm>
              <a:off x="3404180" y="5892580"/>
              <a:ext cx="901120" cy="344563"/>
            </a:xfrm>
            <a:prstGeom prst="rect">
              <a:avLst/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正方形/長方形 16">
              <a:extLst>
                <a:ext uri="{FF2B5EF4-FFF2-40B4-BE49-F238E27FC236}">
                  <ns2:creationId id="{53A87743-EC48-A26B-2A76-256D9B073E32}"/>
                </a:ext>
              </a:extLst>
            </p:cNvPr>
            <p:cNvSpPr/>
            <p:nvPr/>
          </p:nvSpPr>
          <p:spPr>
            <a:xfrm>
              <a:off x="4362496" y="5892580"/>
              <a:ext cx="2031420" cy="34456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43E8CDBE-221F-5EBB-8E82-7B567454486D}"/>
                </a:ext>
              </a:extLst>
            </p:cNvPr>
            <p:cNvSpPr/>
            <p:nvPr/>
          </p:nvSpPr>
          <p:spPr>
            <a:xfrm>
              <a:off x="6900333" y="4246365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6019B1DB-AE1B-3AB3-9CB8-01FA212F8EEF}"/>
                </a:ext>
              </a:extLst>
            </p:cNvPr>
            <p:cNvSpPr/>
            <p:nvPr/>
          </p:nvSpPr>
          <p:spPr>
            <a:xfrm>
              <a:off x="6900333" y="4771242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05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144C26A1-AE33-8FD3-4E9D-E0C1BC36EBEE}"/>
                </a:ext>
              </a:extLst>
            </p:cNvPr>
            <p:cNvSpPr/>
            <p:nvPr/>
          </p:nvSpPr>
          <p:spPr>
            <a:xfrm>
              <a:off x="6900333" y="5296120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4D63CBA1-AD39-C191-1497-F1BE5D753AFF}"/>
                </a:ext>
              </a:extLst>
            </p:cNvPr>
            <p:cNvSpPr/>
            <p:nvPr/>
          </p:nvSpPr>
          <p:spPr>
            <a:xfrm>
              <a:off x="6900333" y="5820999"/>
              <a:ext cx="2225143" cy="48772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9" name="二等辺三角形 38">
              <a:extLst>
                <a:ext uri="{FF2B5EF4-FFF2-40B4-BE49-F238E27FC236}">
                  <ns2:creationId id="{935B8B60-BF18-E89C-EDE8-22AC26EF15A2}"/>
                </a:ext>
              </a:extLst>
            </p:cNvPr>
            <p:cNvSpPr/>
            <p:nvPr/>
          </p:nvSpPr>
          <p:spPr>
            <a:xfrm>
              <a:off x="6534149" y="4374587"/>
              <a:ext cx="268284" cy="231280"/>
            </a:xfrm>
            <a:prstGeom prst="triangle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二等辺三角形 39">
              <a:extLst>
                <a:ext uri="{FF2B5EF4-FFF2-40B4-BE49-F238E27FC236}">
                  <ns2:creationId id="{DE9A8681-3744-1CA4-D011-620DF30CE819}"/>
                </a:ext>
              </a:extLst>
            </p:cNvPr>
            <p:cNvSpPr/>
            <p:nvPr/>
          </p:nvSpPr>
          <p:spPr>
            <a:xfrm>
              <a:off x="6534149" y="4899465"/>
              <a:ext cx="268284" cy="231280"/>
            </a:xfrm>
            <a:prstGeom prst="triangle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二等辺三角形 40">
              <a:extLst>
                <a:ext uri="{FF2B5EF4-FFF2-40B4-BE49-F238E27FC236}">
                  <ns2:creationId id="{FB4FBD76-D17A-9A94-CFA1-2DDE6685E88D}"/>
                </a:ext>
              </a:extLst>
            </p:cNvPr>
            <p:cNvSpPr/>
            <p:nvPr/>
          </p:nvSpPr>
          <p:spPr>
            <a:xfrm>
              <a:off x="6534149" y="5424343"/>
              <a:ext cx="268284" cy="231280"/>
            </a:xfrm>
            <a:prstGeom prst="triangle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楕円 41">
              <a:extLst>
                <a:ext uri="{FF2B5EF4-FFF2-40B4-BE49-F238E27FC236}">
                  <ns2:creationId id="{EEDB661C-E010-7451-E3AA-53358EEA2B5B}"/>
                </a:ext>
              </a:extLst>
            </p:cNvPr>
            <p:cNvSpPr/>
            <p:nvPr/>
          </p:nvSpPr>
          <p:spPr>
            <a:xfrm>
              <a:off x="6534149" y="5929861"/>
              <a:ext cx="268284" cy="270000"/>
            </a:xfrm>
            <a:prstGeom prst="ellipse">
              <a:avLst/>
            </a:prstGeom>
            <a:noFill/>
            <a:ln w="3810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3" name="直線コネクタ 42">
              <a:extLst>
                <a:ext uri="{FF2B5EF4-FFF2-40B4-BE49-F238E27FC236}">
                  <ns2:creationId id="{CB1AC441-F0DC-00D5-A6BB-B7175E2DB95B}"/>
                </a:ext>
              </a:extLst>
            </p:cNvPr>
            <p:cNvCxnSpPr/>
            <p:nvPr/>
          </p:nvCxnSpPr>
          <p:spPr>
            <a:xfrm>
              <a:off x="6473397" y="4752666"/>
              <a:ext cx="26520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AF7B93A9-4568-5953-FDCE-776176120CA8}"/>
                </a:ext>
              </a:extLst>
            </p:cNvPr>
            <p:cNvCxnSpPr/>
            <p:nvPr/>
          </p:nvCxnSpPr>
          <p:spPr>
            <a:xfrm>
              <a:off x="6473397" y="5277543"/>
              <a:ext cx="26520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4D581E65-926A-AEAE-AC2B-BDF7D47A6863}"/>
                </a:ext>
              </a:extLst>
            </p:cNvPr>
            <p:cNvCxnSpPr/>
            <p:nvPr/>
          </p:nvCxnSpPr>
          <p:spPr>
            <a:xfrm>
              <a:off x="6473397" y="5802422"/>
              <a:ext cx="265207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52DBA558-7900-B685-F704-4281156A7A5C}"/>
                </a:ext>
              </a:extLst>
            </p:cNvPr>
            <p:cNvCxnSpPr/>
            <p:nvPr/>
          </p:nvCxnSpPr>
          <p:spPr>
            <a:xfrm>
              <a:off x="3404180" y="4752666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DACDADA4-FBE0-391F-8AA8-DB4016731518}"/>
                </a:ext>
              </a:extLst>
            </p:cNvPr>
            <p:cNvCxnSpPr/>
            <p:nvPr/>
          </p:nvCxnSpPr>
          <p:spPr>
            <a:xfrm>
              <a:off x="3404180" y="5277543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965A4E47-2343-B81D-565A-C96105C3E7AC}"/>
                </a:ext>
              </a:extLst>
            </p:cNvPr>
            <p:cNvCxnSpPr/>
            <p:nvPr/>
          </p:nvCxnSpPr>
          <p:spPr>
            <a:xfrm>
              <a:off x="3404180" y="5802422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正方形/長方形 49">
              <a:extLst>
                <a:ext uri="{FF2B5EF4-FFF2-40B4-BE49-F238E27FC236}">
                  <ns2:creationId id="{0309561C-B29D-23B6-B05F-5E18064984C7}"/>
                </a:ext>
              </a:extLst>
            </p:cNvPr>
            <p:cNvSpPr/>
            <p:nvPr/>
          </p:nvSpPr>
          <p:spPr>
            <a:xfrm>
              <a:off x="9912609" y="4417406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B7CA4DFA-21F9-280B-952B-3E4E1DBE8A27}"/>
                </a:ext>
              </a:extLst>
            </p:cNvPr>
            <p:cNvSpPr/>
            <p:nvPr/>
          </p:nvSpPr>
          <p:spPr>
            <a:xfrm>
              <a:off x="9912610" y="4942283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DDBBB9E9-4533-3F00-910B-C16FDCC6C7CC}"/>
                </a:ext>
              </a:extLst>
            </p:cNvPr>
            <p:cNvSpPr/>
            <p:nvPr/>
          </p:nvSpPr>
          <p:spPr>
            <a:xfrm>
              <a:off x="9912610" y="5467161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018C3BA2-F5D0-AAEF-E13B-BEAEDE6C7AFD}"/>
                </a:ext>
              </a:extLst>
            </p:cNvPr>
            <p:cNvSpPr/>
            <p:nvPr/>
          </p:nvSpPr>
          <p:spPr>
            <a:xfrm>
              <a:off x="9912610" y="5992040"/>
              <a:ext cx="1944428" cy="31668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6C27BCAF-8D02-0843-C37B-B784F3663FE2}"/>
                </a:ext>
              </a:extLst>
            </p:cNvPr>
            <p:cNvSpPr/>
            <p:nvPr/>
          </p:nvSpPr>
          <p:spPr>
            <a:xfrm>
              <a:off x="9204960" y="4245925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59ACB9D5-17EC-3E5A-EAB1-4BB120711FA1}"/>
                </a:ext>
              </a:extLst>
            </p:cNvPr>
            <p:cNvSpPr/>
            <p:nvPr/>
          </p:nvSpPr>
          <p:spPr>
            <a:xfrm>
              <a:off x="9204960" y="4770802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2B172378-16B1-94C9-5AC7-89E97FE2DE4A}"/>
                </a:ext>
              </a:extLst>
            </p:cNvPr>
            <p:cNvSpPr/>
            <p:nvPr/>
          </p:nvSpPr>
          <p:spPr>
            <a:xfrm>
              <a:off x="9204960" y="5295173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6ACA319A-7B58-6980-3F34-41FA594C3F9A}"/>
                </a:ext>
              </a:extLst>
            </p:cNvPr>
            <p:cNvSpPr/>
            <p:nvPr/>
          </p:nvSpPr>
          <p:spPr>
            <a:xfrm>
              <a:off x="9204960" y="5819544"/>
              <a:ext cx="547687" cy="17104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918BF519-5AB0-994B-EB72-9C6ED90337E2}"/>
                </a:ext>
              </a:extLst>
            </p:cNvPr>
            <p:cNvSpPr/>
            <p:nvPr/>
          </p:nvSpPr>
          <p:spPr>
            <a:xfrm>
              <a:off x="9912608" y="4258625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447B4263-F34B-DCC5-E94E-73B41E8297D1}"/>
                </a:ext>
              </a:extLst>
            </p:cNvPr>
            <p:cNvSpPr/>
            <p:nvPr/>
          </p:nvSpPr>
          <p:spPr>
            <a:xfrm>
              <a:off x="9912608" y="4783502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四角形: 角を丸くする 59">
              <a:extLst>
                <a:ext uri="{FF2B5EF4-FFF2-40B4-BE49-F238E27FC236}">
                  <ns2:creationId id="{79B6457C-AEE0-02D2-9311-B3474DF83BD9}"/>
                </a:ext>
              </a:extLst>
            </p:cNvPr>
            <p:cNvSpPr/>
            <p:nvPr/>
          </p:nvSpPr>
          <p:spPr>
            <a:xfrm>
              <a:off x="9912608" y="5307873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</a:p>
          </p:txBody>
        </p:sp>
        <p:sp>
          <p:nvSpPr>
            <p:cNvPr id="61" name="四角形: 角を丸くする 60">
              <a:extLst>
                <a:ext uri="{FF2B5EF4-FFF2-40B4-BE49-F238E27FC236}">
                  <ns2:creationId id="{DCACBCC8-6454-8583-653D-1421DC98F19F}"/>
                </a:ext>
              </a:extLst>
            </p:cNvPr>
            <p:cNvSpPr/>
            <p:nvPr/>
          </p:nvSpPr>
          <p:spPr>
            <a:xfrm>
              <a:off x="9912608" y="5832244"/>
              <a:ext cx="652993" cy="145641"/>
            </a:xfrm>
            <a:prstGeom prst="round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</a:p>
          </p:txBody>
        </p:sp>
        <p:cxnSp>
          <p:nvCxnSpPr>
            <p:cNvPr id="518" name="直線コネクタ 517">
              <a:extLst>
                <a:ext uri="{FF2B5EF4-FFF2-40B4-BE49-F238E27FC236}">
                  <ns2:creationId id="{CD7E63B3-1B79-F6F3-7D67-652986060752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4467225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直線コネクタ 521">
              <a:extLst>
                <a:ext uri="{FF2B5EF4-FFF2-40B4-BE49-F238E27FC236}">
                  <ns2:creationId id="{C818CADA-B7A3-4E8B-CD5E-A516AD789AFB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4996392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直線コネクタ 522">
              <a:extLst>
                <a:ext uri="{FF2B5EF4-FFF2-40B4-BE49-F238E27FC236}">
                  <ns2:creationId id="{3A749A09-FB3D-E048-841D-F2E082D74BC7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5508625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直線コネクタ 523">
              <a:extLst>
                <a:ext uri="{FF2B5EF4-FFF2-40B4-BE49-F238E27FC236}">
                  <ns2:creationId id="{905FA60A-F94F-65CA-E81E-9062FB7BD22B}"/>
                </a:ext>
              </a:extLst>
            </p:cNvPr>
            <p:cNvCxnSpPr>
              <a:cxnSpLocks/>
            </p:cNvCxnSpPr>
            <p:nvPr/>
          </p:nvCxnSpPr>
          <p:spPr>
            <a:xfrm>
              <a:off x="9483566" y="6042025"/>
              <a:ext cx="401662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6:creationId val="4252217716"/>
      </p:ext>
    </p:extLst>
  </p:cSld>
  <p:clrMapOvr>
    <a:masterClrMapping/>
  </p:clrMapOvr>
</p:sld>
</file>

<file path=ppt/slides/slide24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CA7A606-3B16-9B9D-4E8B-329C13F0C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27749A3-3FD1-D385-09C2-DBA5D6392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50F7C83A-F215-502E-B128-5A212A838A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lang="en-US" altLang="ja-JP" dirty="0"/>
              <a:t>)</a:t>
            </a:r>
            <a:r>
              <a:rPr lang="ja-JP" altLang="en-US" dirty="0"/>
              <a:t>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lang="en-US" altLang="ja-JP" dirty="0"/>
              <a:t>)</a:t>
            </a:r>
            <a:r>
              <a:rPr lang="ja-JP" altLang="en-US" dirty="0"/>
              <a:t>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lang="en-US" altLang="ja-JP" dirty="0"/>
              <a:t>)</a:t>
            </a:r>
            <a:r>
              <a:rPr kumimoji="1" lang="ja-JP" altLang="en-US" dirty="0"/>
              <a:t>。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4</a:t>
            </a:r>
            <a:r>
              <a:rPr kumimoji="1" lang="ja-JP" altLang="en-US" dirty="0"/>
              <a:t>XX</a:t>
            </a:r>
          </a:p>
        </p:txBody>
      </p:sp>
      <p:sp>
        <p:nvSpPr>
          <p:cNvPr id="26" name="正方形/長方形 25">
            <a:extLst>
              <a:ext uri="{FF2B5EF4-FFF2-40B4-BE49-F238E27FC236}">
                <ns2:creationId id="{99FAF45C-28FA-967F-CF38-6BCEB8C0525D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04" name="グループ化 203">
            <a:extLst>
              <a:ext uri="{FF2B5EF4-FFF2-40B4-BE49-F238E27FC236}">
                <ns2:creationId id="{1AECD598-2565-405D-090C-06C071F5F63A}"/>
              </a:ext>
            </a:extLst>
          </p:cNvPr>
          <p:cNvGrpSpPr/>
          <p:nvPr/>
        </p:nvGrpSpPr>
        <p:grpSpPr>
          <a:xfrm>
            <a:off x="334963" y="1628775"/>
            <a:ext cx="11522073" cy="4679948"/>
            <a:chOff x="334963" y="1628775"/>
            <a:chExt cx="11522073" cy="4679948"/>
          </a:xfrm>
        </p:grpSpPr>
        <p:sp>
          <p:nvSpPr>
            <p:cNvPr id="29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880534" y="5195886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楕円 18">
              <a:extLst>
                <a:ext uri="{FF2B5EF4-FFF2-40B4-BE49-F238E27FC236}">
                  <ns2:creationId id="{480F415F-E143-5701-B3D1-31CA93C31C4F}"/>
                </a:ext>
              </a:extLst>
            </p:cNvPr>
            <p:cNvSpPr/>
            <p:nvPr/>
          </p:nvSpPr>
          <p:spPr>
            <a:xfrm>
              <a:off x="334963" y="5418267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sp>
          <p:nvSpPr>
            <p:cNvPr id="8" name="正方形/長方形 19">
              <a:extLst>
                <a:ext uri="{FF2B5EF4-FFF2-40B4-BE49-F238E27FC236}">
                  <ns2:creationId id="{39444F7B-2AF5-42B0-4067-0F6651623A4B}"/>
                </a:ext>
              </a:extLst>
            </p:cNvPr>
            <p:cNvSpPr/>
            <p:nvPr/>
          </p:nvSpPr>
          <p:spPr>
            <a:xfrm>
              <a:off x="2044700" y="5195886"/>
              <a:ext cx="9812336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1628243" y="1628775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8E6AC23B-350B-4C69-44DE-366A7B62F277}"/>
                </a:ext>
              </a:extLst>
            </p:cNvPr>
            <p:cNvSpPr/>
            <p:nvPr/>
          </p:nvSpPr>
          <p:spPr>
            <a:xfrm>
              <a:off x="2792409" y="1628775"/>
              <a:ext cx="9064626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ns2:creationId id="{BB8AADCF-6EB2-A9D4-99A9-FB6C00BF6DC0}"/>
                </a:ext>
              </a:extLst>
            </p:cNvPr>
            <p:cNvSpPr/>
            <p:nvPr/>
          </p:nvSpPr>
          <p:spPr>
            <a:xfrm>
              <a:off x="1082672" y="1795727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pic>
          <p:nvPicPr>
            <p:cNvPr id="15" name="グラフィックス 14" descr="事業の成長 単色塗りつぶし">
              <a:extLst>
                <a:ext uri="{FF2B5EF4-FFF2-40B4-BE49-F238E27FC236}">
                  <ns2:creationId id="{A8EBBD79-14D5-012D-635C-326D73730C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205173" y="1918228"/>
              <a:ext cx="423070" cy="423070"/>
            </a:xfrm>
            <a:prstGeom prst="rect">
              <a:avLst/>
            </a:prstGeom>
          </p:spPr>
        </p:pic>
        <p:sp>
          <p:nvSpPr>
            <p:cNvPr id="27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1379008" y="2817812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US" altLang="ja-JP" sz="1200" b="1" dirty="0" err="1">
                  <a:solidFill>
                    <a:srgbClr val="FFFFFF"/>
                  </a:solidFill>
                  <a:latin typeface="Meiryo" pitchFamily="34" charset="0"/>
                  <a:ea typeface="Meiryo" pitchFamily="34" charset="-122"/>
                  <a:cs typeface="Meiryo" pitchFamily="34" charset="-120"/>
                </a:rPr>
                <a:t>XX</a:t>
              </a:r>
              <a:endPara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楕円 11">
              <a:extLst>
                <a:ext uri="{FF2B5EF4-FFF2-40B4-BE49-F238E27FC236}">
                  <ns2:creationId id="{1FA83B25-E52C-CC78-DE5D-E235C4A1F323}"/>
                </a:ext>
              </a:extLst>
            </p:cNvPr>
            <p:cNvSpPr/>
            <p:nvPr/>
          </p:nvSpPr>
          <p:spPr>
            <a:xfrm>
              <a:off x="833437" y="3003240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pic>
          <p:nvPicPr>
            <p:cNvPr id="16" name="グラフィックス 15" descr="寸法直しと仕立て 単色塗りつぶし">
              <a:extLst>
                <a:ext uri="{FF2B5EF4-FFF2-40B4-BE49-F238E27FC236}">
                  <ns2:creationId id="{B8CC3FE7-4DC0-660A-024C-CEBFFF1AF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955938" y="3125741"/>
              <a:ext cx="423070" cy="423070"/>
            </a:xfrm>
            <a:prstGeom prst="rect">
              <a:avLst/>
            </a:prstGeom>
          </p:spPr>
        </p:pic>
        <p:sp>
          <p:nvSpPr>
            <p:cNvPr id="28" name="正方形/長方形 19">
              <a:extLst>
                <a:ext uri="{FF2B5EF4-FFF2-40B4-BE49-F238E27FC236}">
                  <ns2:creationId id="{B6F6A99B-6461-3074-E47D-5D669B61A4AC}"/>
                </a:ext>
              </a:extLst>
            </p:cNvPr>
            <p:cNvSpPr/>
            <p:nvPr/>
          </p:nvSpPr>
          <p:spPr>
            <a:xfrm>
              <a:off x="1129770" y="4006849"/>
              <a:ext cx="1164166" cy="1112837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12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spcAft>
                  <a:spcPts val="300"/>
                </a:spcAft>
              </a:pP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正方形/長方形 19">
              <a:extLst>
                <a:ext uri="{FF2B5EF4-FFF2-40B4-BE49-F238E27FC236}">
                  <ns2:creationId id="{E9FA4928-9FEF-AE87-9CF8-0FCBDBD04892}"/>
                </a:ext>
              </a:extLst>
            </p:cNvPr>
            <p:cNvSpPr/>
            <p:nvPr/>
          </p:nvSpPr>
          <p:spPr>
            <a:xfrm>
              <a:off x="2293936" y="4006849"/>
              <a:ext cx="9563100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楕円 9">
              <a:extLst>
                <a:ext uri="{FF2B5EF4-FFF2-40B4-BE49-F238E27FC236}">
                  <ns2:creationId id="{8BCA80FB-08F8-E43F-6624-4143A6F5640D}"/>
                </a:ext>
              </a:extLst>
            </p:cNvPr>
            <p:cNvSpPr/>
            <p:nvPr/>
          </p:nvSpPr>
          <p:spPr>
            <a:xfrm>
              <a:off x="584199" y="4210754"/>
              <a:ext cx="668073" cy="668073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dirty="0">
                <a:solidFill>
                  <a:prstClr val="black"/>
                </a:solidFill>
              </a:endParaRPr>
            </a:p>
          </p:txBody>
        </p:sp>
        <p:pic>
          <p:nvPicPr>
            <p:cNvPr id="17" name="グラフィックス 16" descr="線形グラフ 単色塗りつぶし">
              <a:extLst>
                <a:ext uri="{FF2B5EF4-FFF2-40B4-BE49-F238E27FC236}">
                  <ns2:creationId id="{64C16DAA-2CCE-B767-85C0-627BC2816A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6700" y="4333255"/>
              <a:ext cx="423070" cy="423070"/>
            </a:xfrm>
            <a:prstGeom prst="rect">
              <a:avLst/>
            </a:prstGeom>
          </p:spPr>
        </p:pic>
        <p:pic>
          <p:nvPicPr>
            <p:cNvPr id="18" name="グラフィックス 17" descr="ユーザー 単色塗りつぶし">
              <a:extLst>
                <a:ext uri="{FF2B5EF4-FFF2-40B4-BE49-F238E27FC236}">
                  <ns2:creationId id="{B1E6CF40-9058-12AB-1B9F-F6AE43B8E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57464" y="5540768"/>
              <a:ext cx="423070" cy="423070"/>
            </a:xfrm>
            <a:prstGeom prst="rect">
              <a:avLst/>
            </a:prstGeom>
          </p:spPr>
        </p:pic>
        <p:grpSp>
          <p:nvGrpSpPr>
            <p:cNvPr id="102" name="グループ化 101">
              <a:extLst>
                <a:ext uri="{FF2B5EF4-FFF2-40B4-BE49-F238E27FC236}">
                  <ns2:creationId id="{43F7D815-38AD-B583-06B7-B8B7F9AD2D16}"/>
                </a:ext>
              </a:extLst>
            </p:cNvPr>
            <p:cNvGrpSpPr/>
            <p:nvPr/>
          </p:nvGrpSpPr>
          <p:grpSpPr>
            <a:xfrm>
              <a:off x="6707632" y="5269476"/>
              <a:ext cx="2467101" cy="965656"/>
              <a:chOff x="6707632" y="5269476"/>
              <a:chExt cx="2467101" cy="965656"/>
            </a:xfrm>
          </p:grpSpPr>
          <p:sp>
            <p:nvSpPr>
              <p:cNvPr id="52" name="四角形: 角を丸くする 51">
                <a:extLst>
                  <a:ext uri="{FF2B5EF4-FFF2-40B4-BE49-F238E27FC236}">
                    <ns2:creationId id="{09F62B99-28A9-1C99-96FA-1005D859B7B5}"/>
                  </a:ext>
                </a:extLst>
              </p:cNvPr>
              <p:cNvSpPr/>
              <p:nvPr/>
            </p:nvSpPr>
            <p:spPr>
              <a:xfrm>
                <a:off x="6707632" y="5269476"/>
                <a:ext cx="2467101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3" name="Text 17">
                <a:extLst>
                  <a:ext uri="{FF2B5EF4-FFF2-40B4-BE49-F238E27FC236}">
                    <ns2:creationId id="{5B8E43B8-E4FC-B628-E70D-881EC9F45CE7}"/>
                  </a:ext>
                </a:extLst>
              </p:cNvPr>
              <p:cNvSpPr txBox="1"/>
              <p:nvPr/>
            </p:nvSpPr>
            <p:spPr>
              <a:xfrm>
                <a:off x="6707632" y="5540768"/>
                <a:ext cx="2467100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03" name="グループ化 102">
              <a:extLst>
                <a:ext uri="{FF2B5EF4-FFF2-40B4-BE49-F238E27FC236}">
                  <ns2:creationId id="{5FE76554-557D-EE39-9A4B-11DF5BA12E25}"/>
                </a:ext>
              </a:extLst>
            </p:cNvPr>
            <p:cNvGrpSpPr/>
            <p:nvPr/>
          </p:nvGrpSpPr>
          <p:grpSpPr>
            <a:xfrm>
              <a:off x="9267435" y="5269476"/>
              <a:ext cx="2467101" cy="965656"/>
              <a:chOff x="9267435" y="5269476"/>
              <a:chExt cx="2467101" cy="965656"/>
            </a:xfrm>
          </p:grpSpPr>
          <p:sp>
            <p:nvSpPr>
              <p:cNvPr id="54" name="四角形: 角を丸くする 53">
                <a:extLst>
                  <a:ext uri="{FF2B5EF4-FFF2-40B4-BE49-F238E27FC236}">
                    <ns2:creationId id="{123192D5-4646-7840-9DB4-2C717CCCB3D4}"/>
                  </a:ext>
                </a:extLst>
              </p:cNvPr>
              <p:cNvSpPr/>
              <p:nvPr/>
            </p:nvSpPr>
            <p:spPr>
              <a:xfrm>
                <a:off x="9267435" y="5269476"/>
                <a:ext cx="2467101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6" name="Text 17">
                <a:extLst>
                  <a:ext uri="{FF2B5EF4-FFF2-40B4-BE49-F238E27FC236}">
                    <ns2:creationId id="{6D47EE8C-EB33-F6B7-60DA-D45266E8ED9E}"/>
                  </a:ext>
                </a:extLst>
              </p:cNvPr>
              <p:cNvSpPr txBox="1"/>
              <p:nvPr/>
            </p:nvSpPr>
            <p:spPr>
              <a:xfrm>
                <a:off x="9267435" y="5540768"/>
                <a:ext cx="2467100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01" name="グループ化 100">
              <a:extLst>
                <a:ext uri="{FF2B5EF4-FFF2-40B4-BE49-F238E27FC236}">
                  <ns2:creationId id="{D641D8FA-367A-ADE9-98AF-B2AF3DE82973}"/>
                </a:ext>
              </a:extLst>
            </p:cNvPr>
            <p:cNvGrpSpPr/>
            <p:nvPr/>
          </p:nvGrpSpPr>
          <p:grpSpPr>
            <a:xfrm>
              <a:off x="2167202" y="5269476"/>
              <a:ext cx="4447728" cy="965656"/>
              <a:chOff x="2167202" y="5269476"/>
              <a:chExt cx="4447728" cy="965656"/>
            </a:xfrm>
          </p:grpSpPr>
          <p:sp>
            <p:nvSpPr>
              <p:cNvPr id="48" name="四角形: 角を丸くする 47">
                <a:extLst>
                  <a:ext uri="{FF2B5EF4-FFF2-40B4-BE49-F238E27FC236}">
                    <ns2:creationId id="{08CCB8F1-FFCD-09C8-94FE-A30F4CF207BA}"/>
                  </a:ext>
                </a:extLst>
              </p:cNvPr>
              <p:cNvSpPr/>
              <p:nvPr/>
            </p:nvSpPr>
            <p:spPr>
              <a:xfrm>
                <a:off x="2167202" y="5269476"/>
                <a:ext cx="444772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0" name="Text 17">
                <a:extLst>
                  <a:ext uri="{FF2B5EF4-FFF2-40B4-BE49-F238E27FC236}">
                    <ns2:creationId id="{8B46C7D2-26E6-8CBA-B649-7B52BE8A0190}"/>
                  </a:ext>
                </a:extLst>
              </p:cNvPr>
              <p:cNvSpPr txBox="1"/>
              <p:nvPr/>
            </p:nvSpPr>
            <p:spPr>
              <a:xfrm>
                <a:off x="2167202" y="5540768"/>
                <a:ext cx="4447728" cy="39244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200" dirty="0">
                    <a:solidFill>
                      <a:schemeClr val="accent5"/>
                    </a:solidFill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accent5"/>
                    </a:solidFill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solidFill>
                      <a:schemeClr val="accent5"/>
                    </a:solidFill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grpSp>
            <p:nvGrpSpPr>
              <p:cNvPr id="59" name="グループ化 58">
                <a:extLst>
                  <a:ext uri="{FF2B5EF4-FFF2-40B4-BE49-F238E27FC236}">
                    <ns2:creationId id="{15E9688B-6B24-ADD5-984D-CD9AF5A89FEC}"/>
                  </a:ext>
                </a:extLst>
              </p:cNvPr>
              <p:cNvGrpSpPr/>
              <p:nvPr/>
            </p:nvGrpSpPr>
            <p:grpSpPr>
              <a:xfrm>
                <a:off x="2620737" y="5963085"/>
                <a:ext cx="3540657" cy="217824"/>
                <a:chOff x="2792409" y="5963085"/>
                <a:chExt cx="3540657" cy="217824"/>
              </a:xfrm>
            </p:grpSpPr>
            <p:sp>
              <p:nvSpPr>
                <p:cNvPr id="51" name="Text 17">
                  <a:extLst>
                    <a:ext uri="{FF2B5EF4-FFF2-40B4-BE49-F238E27FC236}">
                      <ns2:creationId id="{9364F776-754B-1AAA-FCF5-77DA6AD4316C}"/>
                    </a:ext>
                  </a:extLst>
                </p:cNvPr>
                <p:cNvSpPr txBox="1"/>
                <p:nvPr/>
              </p:nvSpPr>
              <p:spPr>
                <a:xfrm>
                  <a:off x="3119965" y="5963085"/>
                  <a:ext cx="3213101" cy="217824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numCol="1" rtlCol="0" anchor="ctr" anchorCtr="1"/>
                <a:lstStyle/>
                <a:p>
                  <a:pPr>
                    <a:buClr>
                      <a:schemeClr val="accent5"/>
                    </a:buClr>
                  </a:pPr>
                  <a:r>
                    <a:rPr lang="ja-JP" altLang="en-US" sz="1100" dirty="0">
                      <a:latin typeface="+mn-ea"/>
                      <a:cs typeface="Meiryo" pitchFamily="34" charset="-120"/>
                    </a:rPr>
                    <a:t>XX</a:t>
                  </a:r>
                  <a:r>
                    <a:rPr lang="en-US" altLang="ja-JP" sz="1100" dirty="0">
                      <a:latin typeface="+mn-ea"/>
                      <a:cs typeface="Meiryo" pitchFamily="34" charset="-120"/>
                    </a:rPr>
                    <a:t>DX</a:t>
                  </a:r>
                  <a:r>
                    <a:rPr lang="ja-JP" altLang="en-US" sz="1100" dirty="0">
                      <a:latin typeface="+mn-ea"/>
                      <a:cs typeface="Meiryo" pitchFamily="34" charset="-120"/>
                    </a:rPr>
                    <a:t>XX</a:t>
                  </a:r>
                </a:p>
              </p:txBody>
            </p:sp>
            <p:sp>
              <p:nvSpPr>
                <p:cNvPr id="58" name="Text 17">
                  <a:extLst>
                    <a:ext uri="{FF2B5EF4-FFF2-40B4-BE49-F238E27FC236}">
                      <ns2:creationId id="{1DAF7C1F-4D48-7D95-C883-84B124C61FC1}"/>
                    </a:ext>
                  </a:extLst>
                </p:cNvPr>
                <p:cNvSpPr txBox="1"/>
                <p:nvPr/>
              </p:nvSpPr>
              <p:spPr>
                <a:xfrm>
                  <a:off x="2792409" y="5963085"/>
                  <a:ext cx="237068" cy="21782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accent5"/>
                  </a:solidFill>
                </a:ln>
              </p:spPr>
              <p:txBody>
                <a:bodyPr wrap="square" lIns="0" tIns="0" rIns="0" bIns="0" numCol="1" rtlCol="0" anchor="ctr" anchorCtr="1"/>
                <a:lstStyle/>
                <a:p>
                  <a:pPr algn="ctr">
                    <a:buClr>
                      <a:schemeClr val="accent5"/>
                    </a:buClr>
                  </a:pPr>
                  <a:r>
                    <a:rPr lang="ja-JP" altLang="en-US" sz="1100" dirty="0">
                      <a:solidFill>
                        <a:schemeClr val="accent5"/>
                      </a:solidFill>
                      <a:latin typeface="+mn-ea"/>
                      <a:cs typeface="Meiryo" pitchFamily="34" charset="-120"/>
                    </a:rPr>
                    <a:t>例</a:t>
                  </a:r>
                </a:p>
              </p:txBody>
            </p:sp>
          </p:grpSp>
        </p:grpSp>
        <p:sp>
          <p:nvSpPr>
            <p:cNvPr id="105" name="四角形: 角を丸くする 104">
              <a:extLst>
                <a:ext uri="{FF2B5EF4-FFF2-40B4-BE49-F238E27FC236}">
                  <ns2:creationId id="{F3853B08-7B7B-7F6A-C287-A93B1755F3CB}"/>
                </a:ext>
              </a:extLst>
            </p:cNvPr>
            <p:cNvSpPr/>
            <p:nvPr/>
          </p:nvSpPr>
          <p:spPr>
            <a:xfrm>
              <a:off x="2416438" y="4080439"/>
              <a:ext cx="6758294" cy="965656"/>
            </a:xfrm>
            <a:prstGeom prst="roundRect">
              <a:avLst>
                <a:gd name="adj" fmla="val 5592"/>
              </a:avLst>
            </a:prstGeom>
            <a:solidFill>
              <a:schemeClr val="accent5">
                <a:alpha val="1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19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6" name="Text 17">
              <a:extLst>
                <a:ext uri="{FF2B5EF4-FFF2-40B4-BE49-F238E27FC236}">
                  <ns2:creationId id="{C0B3EEAB-AFBE-4C20-FD1F-859BFE5228EE}"/>
                </a:ext>
              </a:extLst>
            </p:cNvPr>
            <p:cNvSpPr txBox="1"/>
            <p:nvPr/>
          </p:nvSpPr>
          <p:spPr>
            <a:xfrm>
              <a:off x="2512803" y="4351731"/>
              <a:ext cx="3238967" cy="694364"/>
            </a:xfrm>
            <a:prstGeom prst="rect">
              <a:avLst/>
            </a:prstGeom>
            <a:noFill/>
            <a:ln/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DX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5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19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b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</a:b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(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5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1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3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・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endParaRPr lang="ja-JP" altLang="en-US" sz="1200" dirty="0">
                <a:solidFill>
                  <a:schemeClr val="accent5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112" name="Text 17">
              <a:extLst>
                <a:ext uri="{FF2B5EF4-FFF2-40B4-BE49-F238E27FC236}">
                  <ns2:creationId id="{72EBA7B4-4EAF-9FC0-F1E5-835218A5E784}"/>
                </a:ext>
              </a:extLst>
            </p:cNvPr>
            <p:cNvSpPr txBox="1"/>
            <p:nvPr/>
          </p:nvSpPr>
          <p:spPr>
            <a:xfrm>
              <a:off x="5799540" y="4483100"/>
              <a:ext cx="3300009" cy="514564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108000" tIns="72000" rIns="0" bIns="0" numCol="2" rtlCol="0" anchor="ctr" anchorCtr="0"/>
            <a:lstStyle/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  <a:endParaRPr lang="en-US" altLang="ja-JP" sz="900" dirty="0">
                <a:latin typeface="+mn-ea"/>
                <a:cs typeface="Meiryo" pitchFamily="34" charset="-120"/>
              </a:endParaRP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latin typeface="+mn-ea"/>
                  <a:cs typeface="Meiryo" pitchFamily="34" charset="-120"/>
                </a:rPr>
                <a:t>DX</a:t>
              </a: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</a:p>
            <a:p>
              <a:pPr marL="171450" indent="-17145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900" dirty="0">
                  <a:latin typeface="+mn-ea"/>
                  <a:cs typeface="Meiryo" pitchFamily="34" charset="-120"/>
                </a:rPr>
                <a:t>/ </a:t>
              </a: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  <a:br>
                <a:rPr lang="en-US" altLang="ja-JP" sz="900" dirty="0">
                  <a:latin typeface="+mn-ea"/>
                  <a:cs typeface="Meiryo" pitchFamily="34" charset="-120"/>
                </a:rPr>
              </a:br>
              <a:r>
                <a:rPr lang="ja-JP" altLang="en-US" sz="9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11" name="Text 17">
              <a:extLst>
                <a:ext uri="{FF2B5EF4-FFF2-40B4-BE49-F238E27FC236}">
                  <ns2:creationId id="{333CE391-C26E-4129-7EA4-B122ABAA79D8}"/>
                </a:ext>
              </a:extLst>
            </p:cNvPr>
            <p:cNvSpPr txBox="1"/>
            <p:nvPr/>
          </p:nvSpPr>
          <p:spPr>
            <a:xfrm>
              <a:off x="5890981" y="4401217"/>
              <a:ext cx="1450450" cy="153585"/>
            </a:xfrm>
            <a:prstGeom prst="rect">
              <a:avLst/>
            </a:prstGeom>
            <a:solidFill>
              <a:srgbClr val="E5F3EA"/>
            </a:solidFill>
            <a:ln>
              <a:noFill/>
            </a:ln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4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)</a:t>
              </a:r>
              <a:endParaRPr lang="ja-JP" altLang="en-US" sz="1100" dirty="0">
                <a:solidFill>
                  <a:schemeClr val="accent5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114" name="四角形: 角を丸くする 113">
              <a:extLst>
                <a:ext uri="{FF2B5EF4-FFF2-40B4-BE49-F238E27FC236}">
                  <ns2:creationId id="{27BE82EA-46CD-43F6-77AE-1B76EF82EEFD}"/>
                </a:ext>
              </a:extLst>
            </p:cNvPr>
            <p:cNvSpPr/>
            <p:nvPr/>
          </p:nvSpPr>
          <p:spPr>
            <a:xfrm>
              <a:off x="9267435" y="4080439"/>
              <a:ext cx="2467101" cy="965656"/>
            </a:xfrm>
            <a:prstGeom prst="roundRect">
              <a:avLst>
                <a:gd name="adj" fmla="val 5592"/>
              </a:avLst>
            </a:prstGeom>
            <a:solidFill>
              <a:schemeClr val="bg1">
                <a:lumMod val="50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57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pSp>
          <p:nvGrpSpPr>
            <p:cNvPr id="119" name="グループ化 118">
              <a:extLst>
                <a:ext uri="{FF2B5EF4-FFF2-40B4-BE49-F238E27FC236}">
                  <ns2:creationId id="{262623A9-5809-BBFF-54F8-69922EDAD7C5}"/>
                </a:ext>
              </a:extLst>
            </p:cNvPr>
            <p:cNvGrpSpPr/>
            <p:nvPr/>
          </p:nvGrpSpPr>
          <p:grpSpPr>
            <a:xfrm>
              <a:off x="9328712" y="4401217"/>
              <a:ext cx="2344546" cy="219456"/>
              <a:chOff x="9389990" y="4401217"/>
              <a:chExt cx="2221991" cy="219456"/>
            </a:xfrm>
          </p:grpSpPr>
          <p:sp>
            <p:nvSpPr>
              <p:cNvPr id="91" name="Shape 56">
                <a:extLst>
                  <a:ext uri="{FF2B5EF4-FFF2-40B4-BE49-F238E27FC236}">
                    <ns2:creationId id="{7665442E-48D8-FC45-4491-99A5C1CC5C98}"/>
                  </a:ext>
                </a:extLst>
              </p:cNvPr>
              <p:cNvSpPr/>
              <p:nvPr/>
            </p:nvSpPr>
            <p:spPr>
              <a:xfrm>
                <a:off x="9389990" y="4401217"/>
                <a:ext cx="1637256" cy="219456"/>
              </a:xfrm>
              <a:prstGeom prst="rect">
                <a:avLst/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0" rIns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altLang="ja-JP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95" name="Shape 58">
                <a:extLst>
                  <a:ext uri="{FF2B5EF4-FFF2-40B4-BE49-F238E27FC236}">
                    <ns2:creationId id="{D58A2ED4-03F2-BE34-AEB3-3C820E806F69}"/>
                  </a:ext>
                </a:extLst>
              </p:cNvPr>
              <p:cNvSpPr/>
              <p:nvPr/>
            </p:nvSpPr>
            <p:spPr>
              <a:xfrm>
                <a:off x="11027246" y="4401217"/>
                <a:ext cx="584735" cy="219456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12700">
                <a:noFill/>
                <a:prstDash val="solid"/>
              </a:ln>
            </p:spPr>
            <p:txBody>
              <a:bodyPr lIns="0" rIns="0" anchor="ctr" anchorCtr="0"/>
              <a:lstStyle/>
              <a:p>
                <a:pPr lvl="0" algn="ctr">
                  <a:defRPr/>
                </a:pPr>
                <a:r>
                  <a:rPr lang="en-US" altLang="ja-JP" sz="1000" b="1" dirty="0">
                    <a:solidFill>
                      <a:srgbClr val="FFFFFF"/>
                    </a:solidFill>
                    <a:latin typeface="+mn-ea"/>
                    <a:cs typeface="Meiryo" pitchFamily="34" charset="-120"/>
                  </a:rPr>
                  <a:t>XX</a:t>
                </a:r>
                <a:endParaRPr lang="en-US" altLang="ja-JP" sz="1000" b="1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sp>
          <p:nvSpPr>
            <p:cNvPr id="118" name="Text 17">
              <a:extLst>
                <a:ext uri="{FF2B5EF4-FFF2-40B4-BE49-F238E27FC236}">
                  <ns2:creationId id="{68BFD940-1080-7AB8-D0D3-291EA27D25AC}"/>
                </a:ext>
              </a:extLst>
            </p:cNvPr>
            <p:cNvSpPr txBox="1"/>
            <p:nvPr/>
          </p:nvSpPr>
          <p:spPr>
            <a:xfrm>
              <a:off x="9267435" y="4660550"/>
              <a:ext cx="2467100" cy="337114"/>
            </a:xfrm>
            <a:prstGeom prst="rect">
              <a:avLst/>
            </a:prstGeom>
            <a:noFill/>
            <a:ln/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050" dirty="0">
                  <a:latin typeface="+mn-ea"/>
                  <a:cs typeface="Meiryo" pitchFamily="34" charset="-120"/>
                </a:rPr>
                <a:t>XX</a:t>
              </a:r>
              <a:br>
                <a:rPr lang="en-US" altLang="ja-JP" sz="1050" dirty="0">
                  <a:latin typeface="+mn-ea"/>
                  <a:cs typeface="Meiryo" pitchFamily="34" charset="-120"/>
                </a:rPr>
              </a:br>
              <a:r>
                <a:rPr lang="en-US" altLang="ja-JP" sz="1050" dirty="0">
                  <a:latin typeface="+mn-ea"/>
                  <a:cs typeface="Meiryo" pitchFamily="34" charset="-120"/>
                </a:rPr>
                <a:t>(</a:t>
              </a:r>
              <a:r>
                <a:rPr lang="ja-JP" altLang="en-US" sz="105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050" dirty="0">
                  <a:latin typeface="+mn-ea"/>
                  <a:cs typeface="Meiryo" pitchFamily="34" charset="-120"/>
                </a:rPr>
                <a:t>)</a:t>
              </a:r>
              <a:endParaRPr lang="ja-JP" altLang="en-US" sz="1050" dirty="0">
                <a:latin typeface="+mn-ea"/>
                <a:cs typeface="Meiryo" pitchFamily="34" charset="-120"/>
              </a:endParaRPr>
            </a:p>
          </p:txBody>
        </p:sp>
        <p:grpSp>
          <p:nvGrpSpPr>
            <p:cNvPr id="174" name="グループ化 173">
              <a:extLst>
                <a:ext uri="{FF2B5EF4-FFF2-40B4-BE49-F238E27FC236}">
                  <ns2:creationId id="{74E25847-20A7-3244-DCAC-CDC477523383}"/>
                </a:ext>
              </a:extLst>
            </p:cNvPr>
            <p:cNvGrpSpPr/>
            <p:nvPr/>
          </p:nvGrpSpPr>
          <p:grpSpPr>
            <a:xfrm>
              <a:off x="2543174" y="2817812"/>
              <a:ext cx="9313862" cy="1112837"/>
              <a:chOff x="2543174" y="2817812"/>
              <a:chExt cx="9313862" cy="1112837"/>
            </a:xfrm>
          </p:grpSpPr>
          <p:sp>
            <p:nvSpPr>
              <p:cNvPr id="6" name="正方形/長方形 19">
                <a:extLst>
                  <a:ext uri="{FF2B5EF4-FFF2-40B4-BE49-F238E27FC236}">
                    <ns2:creationId id="{D8F4AC7F-2591-03D3-BBDB-C43E8CFC52D5}"/>
                  </a:ext>
                </a:extLst>
              </p:cNvPr>
              <p:cNvSpPr/>
              <p:nvPr/>
            </p:nvSpPr>
            <p:spPr>
              <a:xfrm>
                <a:off x="2543174" y="2817812"/>
                <a:ext cx="9313862" cy="1112837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四角形: 角を丸くする 139">
                <a:extLst>
                  <a:ext uri="{FF2B5EF4-FFF2-40B4-BE49-F238E27FC236}">
                    <ns2:creationId id="{CC372601-F6BD-7B28-E599-36EB3BF00791}"/>
                  </a:ext>
                </a:extLst>
              </p:cNvPr>
              <p:cNvSpPr/>
              <p:nvPr/>
            </p:nvSpPr>
            <p:spPr>
              <a:xfrm>
                <a:off x="5725568" y="2891402"/>
                <a:ext cx="294907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AI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～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5</a:t>
                </a:r>
              </a:p>
            </p:txBody>
          </p:sp>
          <p:sp>
            <p:nvSpPr>
              <p:cNvPr id="141" name="Text 17">
                <a:extLst>
                  <a:ext uri="{FF2B5EF4-FFF2-40B4-BE49-F238E27FC236}">
                    <ns2:creationId id="{95275274-AA35-755D-09D0-549A47025792}"/>
                  </a:ext>
                </a:extLst>
              </p:cNvPr>
              <p:cNvSpPr txBox="1"/>
              <p:nvPr/>
            </p:nvSpPr>
            <p:spPr>
              <a:xfrm>
                <a:off x="5725568" y="3162694"/>
                <a:ext cx="2949077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～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2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en-US" altLang="ja-JP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43" name="四角形: 角を丸くする 142">
                <a:extLst>
                  <a:ext uri="{FF2B5EF4-FFF2-40B4-BE49-F238E27FC236}">
                    <ns2:creationId id="{7E96FA31-8CF6-F1A1-5D84-2DA59009E852}"/>
                  </a:ext>
                </a:extLst>
              </p:cNvPr>
              <p:cNvSpPr/>
              <p:nvPr/>
            </p:nvSpPr>
            <p:spPr>
              <a:xfrm>
                <a:off x="8785459" y="2891402"/>
                <a:ext cx="294907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KPI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KPI</a:t>
                </a:r>
              </a:p>
            </p:txBody>
          </p:sp>
          <p:sp>
            <p:nvSpPr>
              <p:cNvPr id="144" name="Text 17">
                <a:extLst>
                  <a:ext uri="{FF2B5EF4-FFF2-40B4-BE49-F238E27FC236}">
                    <ns2:creationId id="{95DCDC42-F4CB-8ACC-28D1-A7864B6D9FFD}"/>
                  </a:ext>
                </a:extLst>
              </p:cNvPr>
              <p:cNvSpPr txBox="1"/>
              <p:nvPr/>
            </p:nvSpPr>
            <p:spPr>
              <a:xfrm>
                <a:off x="8785459" y="3162694"/>
                <a:ext cx="2949077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KPI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  <a:p>
                <a:pPr>
                  <a:buClr>
                    <a:schemeClr val="accent5"/>
                  </a:buClr>
                </a:pPr>
                <a:r>
                  <a:rPr lang="en-US" altLang="ja-JP" sz="1200" dirty="0">
                    <a:latin typeface="+mn-ea"/>
                    <a:cs typeface="Meiryo" pitchFamily="34" charset="-120"/>
                  </a:rPr>
                  <a:t>PL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KPI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46" name="四角形: 角を丸くする 145">
                <a:extLst>
                  <a:ext uri="{FF2B5EF4-FFF2-40B4-BE49-F238E27FC236}">
                    <ns2:creationId id="{3047DE48-99B3-C5E8-728C-5E673744C0E8}"/>
                  </a:ext>
                </a:extLst>
              </p:cNvPr>
              <p:cNvSpPr/>
              <p:nvPr/>
            </p:nvSpPr>
            <p:spPr>
              <a:xfrm>
                <a:off x="2665677" y="2891402"/>
                <a:ext cx="2949078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47" name="Text 17">
                <a:extLst>
                  <a:ext uri="{FF2B5EF4-FFF2-40B4-BE49-F238E27FC236}">
                    <ns2:creationId id="{405C4FAC-5130-ACC7-175C-E15C33FE9E62}"/>
                  </a:ext>
                </a:extLst>
              </p:cNvPr>
              <p:cNvSpPr txBox="1"/>
              <p:nvPr/>
            </p:nvSpPr>
            <p:spPr>
              <a:xfrm>
                <a:off x="2665677" y="3162694"/>
                <a:ext cx="2949077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en-US" altLang="ja-JP" sz="1200" dirty="0">
                    <a:latin typeface="+mn-ea"/>
                    <a:cs typeface="Meiryo" pitchFamily="34" charset="-120"/>
                  </a:rPr>
                  <a:t>19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1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24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/ 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2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26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6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～</a:t>
                </a:r>
                <a:r>
                  <a:rPr lang="en-US" altLang="ja-JP" sz="1200" dirty="0">
                    <a:latin typeface="+mn-ea"/>
                    <a:cs typeface="Meiryo" pitchFamily="34" charset="-120"/>
                  </a:rPr>
                  <a:t>8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sp>
          <p:nvSpPr>
            <p:cNvPr id="176" name="正方形/長方形 19">
              <a:extLst>
                <a:ext uri="{FF2B5EF4-FFF2-40B4-BE49-F238E27FC236}">
                  <ns2:creationId id="{F843450F-2F3A-6893-EF30-DBE9A1CD2C0A}"/>
                </a:ext>
              </a:extLst>
            </p:cNvPr>
            <p:cNvSpPr/>
            <p:nvPr/>
          </p:nvSpPr>
          <p:spPr>
            <a:xfrm>
              <a:off x="2792408" y="1628775"/>
              <a:ext cx="9064627" cy="1112837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85" name="グループ化 184">
              <a:extLst>
                <a:ext uri="{FF2B5EF4-FFF2-40B4-BE49-F238E27FC236}">
                  <ns2:creationId id="{D9EB1F91-F30A-A0BA-F720-55BD658AD34D}"/>
                </a:ext>
              </a:extLst>
            </p:cNvPr>
            <p:cNvGrpSpPr/>
            <p:nvPr/>
          </p:nvGrpSpPr>
          <p:grpSpPr>
            <a:xfrm>
              <a:off x="2911633" y="1702365"/>
              <a:ext cx="2140052" cy="965656"/>
              <a:chOff x="2911633" y="1702365"/>
              <a:chExt cx="2870162" cy="965656"/>
            </a:xfrm>
          </p:grpSpPr>
          <p:sp>
            <p:nvSpPr>
              <p:cNvPr id="183" name="四角形: 角を丸くする 182">
                <a:extLst>
                  <a:ext uri="{FF2B5EF4-FFF2-40B4-BE49-F238E27FC236}">
                    <ns2:creationId id="{5790422D-710B-7926-749D-AFBC984D60C5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84" name="Text 17">
                <a:extLst>
                  <a:ext uri="{FF2B5EF4-FFF2-40B4-BE49-F238E27FC236}">
                    <ns2:creationId id="{3F3EBCEB-504E-19B7-2A72-59A9573C7192}"/>
                  </a:ext>
                </a:extLst>
              </p:cNvPr>
              <p:cNvSpPr txBox="1"/>
              <p:nvPr/>
            </p:nvSpPr>
            <p:spPr>
              <a:xfrm>
                <a:off x="2911633" y="1973657"/>
                <a:ext cx="2870161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en-US" altLang="ja-JP" sz="1200" dirty="0">
                    <a:latin typeface="+mn-ea"/>
                    <a:cs typeface="Meiryo" pitchFamily="34" charset="-120"/>
                  </a:rPr>
                  <a:t>300</a:t>
                </a: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86" name="グループ化 185">
              <a:extLst>
                <a:ext uri="{FF2B5EF4-FFF2-40B4-BE49-F238E27FC236}">
                  <ns2:creationId id="{6898DD8E-426D-5912-6C4B-40D60425A631}"/>
                </a:ext>
              </a:extLst>
            </p:cNvPr>
            <p:cNvGrpSpPr/>
            <p:nvPr/>
          </p:nvGrpSpPr>
          <p:grpSpPr>
            <a:xfrm>
              <a:off x="5139249" y="1702365"/>
              <a:ext cx="2140052" cy="965656"/>
              <a:chOff x="2911633" y="1702365"/>
              <a:chExt cx="2870162" cy="965656"/>
            </a:xfrm>
          </p:grpSpPr>
          <p:sp>
            <p:nvSpPr>
              <p:cNvPr id="187" name="四角形: 角を丸くする 186">
                <a:extLst>
                  <a:ext uri="{FF2B5EF4-FFF2-40B4-BE49-F238E27FC236}">
                    <ns2:creationId id="{1C5F1F0D-5A45-4B6E-B9FE-FFCD5C873A5F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accent5">
                  <a:alpha val="10000"/>
                </a:schemeClr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DX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88" name="Text 17">
                <a:extLst>
                  <a:ext uri="{FF2B5EF4-FFF2-40B4-BE49-F238E27FC236}">
                    <ns2:creationId id="{3EE54EEF-99BE-A122-93F8-849B9C014DAD}"/>
                  </a:ext>
                </a:extLst>
              </p:cNvPr>
              <p:cNvSpPr txBox="1"/>
              <p:nvPr/>
            </p:nvSpPr>
            <p:spPr>
              <a:xfrm>
                <a:off x="2911633" y="2133600"/>
                <a:ext cx="2870161" cy="5257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8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latin typeface="+mn-ea"/>
                    <a:cs typeface="Meiryo" pitchFamily="34" charset="-120"/>
                  </a:rPr>
                </a:br>
                <a:r>
                  <a:rPr lang="en-US" altLang="ja-JP" sz="1100" dirty="0">
                    <a:latin typeface="+mn-ea"/>
                    <a:cs typeface="Meiryo" pitchFamily="34" charset="-120"/>
                  </a:rPr>
                  <a:t>(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)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89" name="グループ化 188">
              <a:extLst>
                <a:ext uri="{FF2B5EF4-FFF2-40B4-BE49-F238E27FC236}">
                  <ns2:creationId id="{C63E66E9-7C99-D511-F49E-2D3EF81D1287}"/>
                </a:ext>
              </a:extLst>
            </p:cNvPr>
            <p:cNvGrpSpPr/>
            <p:nvPr/>
          </p:nvGrpSpPr>
          <p:grpSpPr>
            <a:xfrm>
              <a:off x="7366866" y="1702365"/>
              <a:ext cx="2140052" cy="965656"/>
              <a:chOff x="2911633" y="1702365"/>
              <a:chExt cx="2870162" cy="965656"/>
            </a:xfrm>
          </p:grpSpPr>
          <p:sp>
            <p:nvSpPr>
              <p:cNvPr id="190" name="四角形: 角を丸くする 189">
                <a:extLst>
                  <a:ext uri="{FF2B5EF4-FFF2-40B4-BE49-F238E27FC236}">
                    <ns2:creationId id="{B9EE985F-9E23-9212-CFD8-C6C07C16BBC6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BPR</a:t>
                </a:r>
              </a:p>
            </p:txBody>
          </p:sp>
          <p:sp>
            <p:nvSpPr>
              <p:cNvPr id="191" name="Text 17">
                <a:extLst>
                  <a:ext uri="{FF2B5EF4-FFF2-40B4-BE49-F238E27FC236}">
                    <ns2:creationId id="{D938EFCF-E534-690F-8BE6-CC1C5C20D2B3}"/>
                  </a:ext>
                </a:extLst>
              </p:cNvPr>
              <p:cNvSpPr txBox="1"/>
              <p:nvPr/>
            </p:nvSpPr>
            <p:spPr>
              <a:xfrm>
                <a:off x="2911633" y="1973657"/>
                <a:ext cx="2870161" cy="6857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 algn="ctr">
                  <a:buClr>
                    <a:schemeClr val="accent5"/>
                  </a:buClr>
                </a:pP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200" dirty="0">
                    <a:latin typeface="+mn-ea"/>
                    <a:cs typeface="Meiryo" pitchFamily="34" charset="-120"/>
                  </a:rPr>
                </a:br>
                <a:r>
                  <a:rPr lang="ja-JP" altLang="en-US" sz="12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grpSp>
          <p:nvGrpSpPr>
            <p:cNvPr id="192" name="グループ化 191">
              <a:extLst>
                <a:ext uri="{FF2B5EF4-FFF2-40B4-BE49-F238E27FC236}">
                  <ns2:creationId id="{8E89D283-966F-139F-CD1A-5970BC5085D8}"/>
                </a:ext>
              </a:extLst>
            </p:cNvPr>
            <p:cNvGrpSpPr/>
            <p:nvPr/>
          </p:nvGrpSpPr>
          <p:grpSpPr>
            <a:xfrm>
              <a:off x="9594483" y="1702365"/>
              <a:ext cx="2140052" cy="965656"/>
              <a:chOff x="2911633" y="1702365"/>
              <a:chExt cx="2870162" cy="965656"/>
            </a:xfrm>
          </p:grpSpPr>
          <p:sp>
            <p:nvSpPr>
              <p:cNvPr id="193" name="四角形: 角を丸くする 192">
                <a:extLst>
                  <a:ext uri="{FF2B5EF4-FFF2-40B4-BE49-F238E27FC236}">
                    <ns2:creationId id="{8844DA05-F858-5849-E840-9557AA6AB12F}"/>
                  </a:ext>
                </a:extLst>
              </p:cNvPr>
              <p:cNvSpPr/>
              <p:nvPr/>
            </p:nvSpPr>
            <p:spPr>
              <a:xfrm>
                <a:off x="2911633" y="1702365"/>
                <a:ext cx="2870162" cy="965656"/>
              </a:xfrm>
              <a:prstGeom prst="roundRect">
                <a:avLst>
                  <a:gd name="adj" fmla="val 5592"/>
                </a:avLst>
              </a:prstGeom>
              <a:solidFill>
                <a:schemeClr val="bg1">
                  <a:lumMod val="50000"/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AI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94" name="Text 17">
                <a:extLst>
                  <a:ext uri="{FF2B5EF4-FFF2-40B4-BE49-F238E27FC236}">
                    <ns2:creationId id="{31B81526-085B-2E03-4BDB-761BBA5D2050}"/>
                  </a:ext>
                </a:extLst>
              </p:cNvPr>
              <p:cNvSpPr txBox="1"/>
              <p:nvPr/>
            </p:nvSpPr>
            <p:spPr>
              <a:xfrm>
                <a:off x="2911633" y="2133600"/>
                <a:ext cx="2870161" cy="5257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numCol="1" rtlCol="0" anchor="ctr" anchorCtr="1"/>
              <a:lstStyle/>
              <a:p>
                <a:pPr>
                  <a:buClr>
                    <a:schemeClr val="accent5"/>
                  </a:buClr>
                </a:pP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en-US" altLang="ja-JP" sz="1100" dirty="0">
                    <a:latin typeface="+mn-ea"/>
                    <a:cs typeface="Meiryo" pitchFamily="34" charset="-120"/>
                  </a:rPr>
                  <a:t>AI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latin typeface="+mn-ea"/>
                    <a:cs typeface="Meiryo" pitchFamily="34" charset="-120"/>
                  </a:rPr>
                </a:b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latin typeface="+mn-ea"/>
                    <a:cs typeface="Meiryo" pitchFamily="34" charset="-120"/>
                  </a:rPr>
                </a:br>
                <a:r>
                  <a:rPr lang="en-US" altLang="ja-JP" sz="1100" dirty="0">
                    <a:latin typeface="+mn-ea"/>
                    <a:cs typeface="Meiryo" pitchFamily="34" charset="-120"/>
                  </a:rPr>
                  <a:t>XX</a:t>
                </a:r>
                <a:r>
                  <a:rPr lang="ja-JP" altLang="en-US" sz="1100" dirty="0"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cxnSp>
          <p:nvCxnSpPr>
            <p:cNvPr id="196" name="コネクタ: カギ線 195">
              <a:extLst>
                <a:ext uri="{FF2B5EF4-FFF2-40B4-BE49-F238E27FC236}">
                  <ns2:creationId id="{0B217953-0049-6BB7-2755-BC08DF1E84E7}"/>
                </a:ext>
              </a:extLst>
            </p:cNvPr>
            <p:cNvCxnSpPr>
              <a:cxnSpLocks/>
              <a:stCxn id="19" idx="1"/>
              <a:endCxn id="10" idx="2"/>
            </p:cNvCxnSpPr>
            <p:nvPr/>
          </p:nvCxnSpPr>
          <p:spPr>
            <a:xfrm rot="5400000" flipH="1" flipV="1">
              <a:off x="22843" y="4954749"/>
              <a:ext cx="971313" cy="151399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コネクタ: カギ線 197">
              <a:extLst>
                <a:ext uri="{FF2B5EF4-FFF2-40B4-BE49-F238E27FC236}">
                  <ns2:creationId id="{439420B5-ABF9-A779-4C33-7ABD50E05D4B}"/>
                </a:ext>
              </a:extLst>
            </p:cNvPr>
            <p:cNvCxnSpPr>
              <a:cxnSpLocks/>
              <a:stCxn id="10" idx="1"/>
              <a:endCxn id="12" idx="2"/>
            </p:cNvCxnSpPr>
            <p:nvPr/>
          </p:nvCxnSpPr>
          <p:spPr>
            <a:xfrm rot="5400000" flipH="1" flipV="1">
              <a:off x="272079" y="3747234"/>
              <a:ext cx="971314" cy="151401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コネクタ: カギ線 200">
              <a:extLst>
                <a:ext uri="{FF2B5EF4-FFF2-40B4-BE49-F238E27FC236}">
                  <ns2:creationId id="{8FF9D585-5FFB-C6B2-A10A-58F8E9588E02}"/>
                </a:ext>
              </a:extLst>
            </p:cNvPr>
            <p:cNvCxnSpPr>
              <a:cxnSpLocks/>
              <a:stCxn id="12" idx="1"/>
              <a:endCxn id="13" idx="2"/>
            </p:cNvCxnSpPr>
            <p:nvPr/>
          </p:nvCxnSpPr>
          <p:spPr>
            <a:xfrm rot="5400000" flipH="1" flipV="1">
              <a:off x="521317" y="2539722"/>
              <a:ext cx="971313" cy="151398"/>
            </a:xfrm>
            <a:prstGeom prst="bentConnector2">
              <a:avLst/>
            </a:prstGeom>
            <a:ln w="19050">
              <a:solidFill>
                <a:schemeClr val="accent5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021604329"/>
      </p:ext>
    </p:extLst>
  </p:cSld>
  <p:clrMapOvr>
    <a:masterClrMapping/>
  </p:clrMapOvr>
</p:sld>
</file>

<file path=ppt/slides/slide25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EC97901-EEE4-BB02-63A7-C436DD2F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ED4AAC2-95D0-83AD-FCA1-DA4D461A1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r>
              <a:rPr lang="en-US" altLang="ja-JP" dirty="0"/>
              <a:t>5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E56668DD-F604-F08F-D1FE-2253D37465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5</a:t>
            </a:r>
            <a:r>
              <a:rPr kumimoji="1" lang="ja-JP" altLang="en-US" dirty="0"/>
              <a:t>XX</a:t>
            </a:r>
            <a:r>
              <a:rPr kumimoji="1" lang="en-US" altLang="ja-JP" dirty="0"/>
              <a:t>3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grpSp>
        <p:nvGrpSpPr>
          <p:cNvPr id="215" name="グループ化 214">
            <a:extLst>
              <a:ext uri="{FF2B5EF4-FFF2-40B4-BE49-F238E27FC236}">
                <ns2:creationId id="{0644770E-D038-A5F3-9AB5-C88C4BA5513A}"/>
              </a:ext>
            </a:extLst>
          </p:cNvPr>
          <p:cNvGrpSpPr/>
          <p:nvPr/>
        </p:nvGrpSpPr>
        <p:grpSpPr>
          <a:xfrm>
            <a:off x="334962" y="1393223"/>
            <a:ext cx="11532773" cy="4915502"/>
            <a:chOff x="334962" y="1393223"/>
            <a:chExt cx="11532773" cy="4915502"/>
          </a:xfrm>
        </p:grpSpPr>
        <p:cxnSp>
          <p:nvCxnSpPr>
            <p:cNvPr id="141" name="直線コネクタ 140">
              <a:extLst>
                <a:ext uri="{FF2B5EF4-FFF2-40B4-BE49-F238E27FC236}">
                  <ns2:creationId id="{0CD3CD12-282C-3B48-9F98-FAA15843BB17}"/>
                </a:ext>
              </a:extLst>
            </p:cNvPr>
            <p:cNvCxnSpPr>
              <a:cxnSpLocks/>
            </p:cNvCxnSpPr>
            <p:nvPr/>
          </p:nvCxnSpPr>
          <p:spPr>
            <a:xfrm>
              <a:off x="9753285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線コネクタ 142">
              <a:extLst>
                <a:ext uri="{FF2B5EF4-FFF2-40B4-BE49-F238E27FC236}">
                  <ns2:creationId id="{7A6FC32D-14BD-5174-4CF4-4985695569A9}"/>
                </a:ext>
              </a:extLst>
            </p:cNvPr>
            <p:cNvCxnSpPr>
              <a:cxnSpLocks/>
            </p:cNvCxnSpPr>
            <p:nvPr/>
          </p:nvCxnSpPr>
          <p:spPr>
            <a:xfrm>
              <a:off x="10177702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コネクタ 143">
              <a:extLst>
                <a:ext uri="{FF2B5EF4-FFF2-40B4-BE49-F238E27FC236}">
                  <ns2:creationId id="{98902744-665D-6DA7-F79F-096C6AA273EB}"/>
                </a:ext>
              </a:extLst>
            </p:cNvPr>
            <p:cNvCxnSpPr>
              <a:cxnSpLocks/>
            </p:cNvCxnSpPr>
            <p:nvPr/>
          </p:nvCxnSpPr>
          <p:spPr>
            <a:xfrm>
              <a:off x="10602119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コネクタ 147">
              <a:extLst>
                <a:ext uri="{FF2B5EF4-FFF2-40B4-BE49-F238E27FC236}">
                  <ns2:creationId id="{E1C1F3E0-FB71-7169-2874-92AB8A05750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6536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線コネクタ 148">
              <a:extLst>
                <a:ext uri="{FF2B5EF4-FFF2-40B4-BE49-F238E27FC236}">
                  <ns2:creationId id="{A04555E3-7EE0-5871-F254-BC37D87A7D46}"/>
                </a:ext>
              </a:extLst>
            </p:cNvPr>
            <p:cNvCxnSpPr>
              <a:cxnSpLocks/>
            </p:cNvCxnSpPr>
            <p:nvPr/>
          </p:nvCxnSpPr>
          <p:spPr>
            <a:xfrm>
              <a:off x="11450953" y="2259350"/>
              <a:ext cx="0" cy="404937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正方形/長方形 25">
              <a:extLst>
                <a:ext uri="{FF2B5EF4-FFF2-40B4-BE49-F238E27FC236}">
                  <ns2:creationId id="{A1CD0360-EB9A-FA77-504C-2E9C424001B3}"/>
                </a:ext>
              </a:extLst>
            </p:cNvPr>
            <p:cNvSpPr/>
            <p:nvPr/>
          </p:nvSpPr>
          <p:spPr>
            <a:xfrm>
              <a:off x="334963" y="1393223"/>
              <a:ext cx="11532772" cy="23555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accent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0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0D79AA44-60AD-A853-71C5-7313826E35A6}"/>
                </a:ext>
              </a:extLst>
            </p:cNvPr>
            <p:cNvSpPr/>
            <p:nvPr/>
          </p:nvSpPr>
          <p:spPr>
            <a:xfrm>
              <a:off x="334962" y="1628775"/>
              <a:ext cx="3007845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2259346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19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57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6DB9B00F-C1CE-E8DB-229B-C0713C6BED96}"/>
                </a:ext>
              </a:extLst>
            </p:cNvPr>
            <p:cNvSpPr/>
            <p:nvPr/>
          </p:nvSpPr>
          <p:spPr>
            <a:xfrm>
              <a:off x="3409829" y="1628775"/>
              <a:ext cx="2989736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ECD7737A-56C4-63E0-A31C-7C66C00F5ED8}"/>
                </a:ext>
              </a:extLst>
            </p:cNvPr>
            <p:cNvSpPr/>
            <p:nvPr/>
          </p:nvSpPr>
          <p:spPr>
            <a:xfrm>
              <a:off x="6466587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830621B2-9705-01A6-2594-D92595823BFE}"/>
                </a:ext>
              </a:extLst>
            </p:cNvPr>
            <p:cNvSpPr/>
            <p:nvPr/>
          </p:nvSpPr>
          <p:spPr>
            <a:xfrm>
              <a:off x="7186741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92048378-C1CD-1149-4EAA-86CFF36E20DE}"/>
                </a:ext>
              </a:extLst>
            </p:cNvPr>
            <p:cNvSpPr/>
            <p:nvPr/>
          </p:nvSpPr>
          <p:spPr>
            <a:xfrm>
              <a:off x="7906894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D804CECE-D61D-91CA-D061-F15E195BD093}"/>
                </a:ext>
              </a:extLst>
            </p:cNvPr>
            <p:cNvSpPr/>
            <p:nvPr/>
          </p:nvSpPr>
          <p:spPr>
            <a:xfrm>
              <a:off x="8627047" y="1628775"/>
              <a:ext cx="653131" cy="567235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21E2DA06-7C06-014A-31B1-F57C4B35722C}"/>
                </a:ext>
              </a:extLst>
            </p:cNvPr>
            <p:cNvSpPr/>
            <p:nvPr/>
          </p:nvSpPr>
          <p:spPr>
            <a:xfrm>
              <a:off x="9347201" y="1628776"/>
              <a:ext cx="2509837" cy="260350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5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3083336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6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3907327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spcAft>
                  <a:spcPts val="300"/>
                </a:spcAft>
              </a:pP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300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7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4731318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四角形: 角を丸くする 127">
              <a:extLst>
                <a:ext uri="{FF2B5EF4-FFF2-40B4-BE49-F238E27FC236}">
                  <ns2:creationId id="{EB226D05-2884-DF9D-3ACA-F3250E8967D6}"/>
                </a:ext>
              </a:extLst>
            </p:cNvPr>
            <p:cNvSpPr/>
            <p:nvPr/>
          </p:nvSpPr>
          <p:spPr>
            <a:xfrm>
              <a:off x="880533" y="5555308"/>
              <a:ext cx="2462274" cy="753412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zh-TW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zh-TW" altLang="en-US" sz="14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1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2AC40424-B482-FAAB-6BFD-44BED9776878}"/>
                </a:ext>
              </a:extLst>
            </p:cNvPr>
            <p:cNvGrpSpPr/>
            <p:nvPr/>
          </p:nvGrpSpPr>
          <p:grpSpPr>
            <a:xfrm>
              <a:off x="550863" y="2302014"/>
              <a:ext cx="668073" cy="668073"/>
              <a:chOff x="334963" y="2302015"/>
              <a:chExt cx="668073" cy="668073"/>
            </a:xfrm>
          </p:grpSpPr>
          <p:sp>
            <p:nvSpPr>
              <p:cNvPr id="6" name="楕円 5">
                <a:extLst>
                  <a:ext uri="{FF2B5EF4-FFF2-40B4-BE49-F238E27FC236}">
                    <ns2:creationId id="{C052683A-FDAA-F8B5-EAB6-3C97838ED6EA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8" name="グラフィックス 7" descr="鉛筆 単色塗りつぶし">
                <a:extLst>
                  <a:ext uri="{FF2B5EF4-FFF2-40B4-BE49-F238E27FC236}">
                    <ns2:creationId id="{FF083F1B-15AD-76A0-F4DE-B7C00A056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12" name="グループ化 11">
              <a:extLst>
                <a:ext uri="{FF2B5EF4-FFF2-40B4-BE49-F238E27FC236}">
                  <ns2:creationId id="{8F56F923-C60C-BE2D-B3B7-638AB862EF70}"/>
                </a:ext>
              </a:extLst>
            </p:cNvPr>
            <p:cNvGrpSpPr/>
            <p:nvPr/>
          </p:nvGrpSpPr>
          <p:grpSpPr>
            <a:xfrm>
              <a:off x="550863" y="3126005"/>
              <a:ext cx="668073" cy="668073"/>
              <a:chOff x="334963" y="2302015"/>
              <a:chExt cx="668073" cy="668073"/>
            </a:xfrm>
          </p:grpSpPr>
          <p:sp>
            <p:nvSpPr>
              <p:cNvPr id="13" name="楕円 12">
                <a:extLst>
                  <a:ext uri="{FF2B5EF4-FFF2-40B4-BE49-F238E27FC236}">
                    <ns2:creationId id="{886A1B88-9F71-44F1-41E1-595C4965C9DA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5" name="グラフィックス 14" descr="クリップボード 単色塗りつぶし">
                <a:extLst>
                  <a:ext uri="{FF2B5EF4-FFF2-40B4-BE49-F238E27FC236}">
                    <ns2:creationId id="{151A6BB6-7926-EF83-A7C2-E14714494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16" name="グループ化 15">
              <a:extLst>
                <a:ext uri="{FF2B5EF4-FFF2-40B4-BE49-F238E27FC236}">
                  <ns2:creationId id="{DFDEA0A6-FCFA-7AEC-B214-DC18A88CADB3}"/>
                </a:ext>
              </a:extLst>
            </p:cNvPr>
            <p:cNvGrpSpPr/>
            <p:nvPr/>
          </p:nvGrpSpPr>
          <p:grpSpPr>
            <a:xfrm>
              <a:off x="550863" y="3949995"/>
              <a:ext cx="668073" cy="668073"/>
              <a:chOff x="334963" y="2302015"/>
              <a:chExt cx="668073" cy="668073"/>
            </a:xfrm>
          </p:grpSpPr>
          <p:sp>
            <p:nvSpPr>
              <p:cNvPr id="17" name="楕円 16">
                <a:extLst>
                  <a:ext uri="{FF2B5EF4-FFF2-40B4-BE49-F238E27FC236}">
                    <ns2:creationId id="{FC57806D-855C-A821-4276-D87F0EBC39BB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18" name="グラフィックス 17" descr="人の集団 単色塗りつぶし">
                <a:extLst>
                  <a:ext uri="{FF2B5EF4-FFF2-40B4-BE49-F238E27FC236}">
                    <ns2:creationId id="{5F063A0E-131C-3196-58B6-23163E093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19" name="グループ化 18">
              <a:extLst>
                <a:ext uri="{FF2B5EF4-FFF2-40B4-BE49-F238E27FC236}">
                  <ns2:creationId id="{AB0326DF-AE3D-4F30-E797-9168E017C886}"/>
                </a:ext>
              </a:extLst>
            </p:cNvPr>
            <p:cNvGrpSpPr/>
            <p:nvPr/>
          </p:nvGrpSpPr>
          <p:grpSpPr>
            <a:xfrm>
              <a:off x="550863" y="4773986"/>
              <a:ext cx="668073" cy="668073"/>
              <a:chOff x="334963" y="2302015"/>
              <a:chExt cx="668073" cy="668073"/>
            </a:xfrm>
          </p:grpSpPr>
          <p:sp>
            <p:nvSpPr>
              <p:cNvPr id="20" name="楕円 19">
                <a:extLst>
                  <a:ext uri="{FF2B5EF4-FFF2-40B4-BE49-F238E27FC236}">
                    <ns2:creationId id="{7BEC9D36-3124-E5F9-0CC1-C9813EE58288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27" name="グラフィックス 26" descr="プログラマー男性 単色塗りつぶし">
                <a:extLst>
                  <a:ext uri="{FF2B5EF4-FFF2-40B4-BE49-F238E27FC236}">
                    <ns2:creationId id="{6D5004D6-95BF-CF48-FA49-BDF9E460B5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grpSp>
          <p:nvGrpSpPr>
            <p:cNvPr id="28" name="グループ化 27">
              <a:extLst>
                <a:ext uri="{FF2B5EF4-FFF2-40B4-BE49-F238E27FC236}">
                  <ns2:creationId id="{9298382D-E149-A199-B4CE-08BF1AD516AC}"/>
                </a:ext>
              </a:extLst>
            </p:cNvPr>
            <p:cNvGrpSpPr/>
            <p:nvPr/>
          </p:nvGrpSpPr>
          <p:grpSpPr>
            <a:xfrm>
              <a:off x="550863" y="5597976"/>
              <a:ext cx="668073" cy="668073"/>
              <a:chOff x="334963" y="2302015"/>
              <a:chExt cx="668073" cy="668073"/>
            </a:xfrm>
          </p:grpSpPr>
          <p:sp>
            <p:nvSpPr>
              <p:cNvPr id="29" name="楕円 28">
                <a:extLst>
                  <a:ext uri="{FF2B5EF4-FFF2-40B4-BE49-F238E27FC236}">
                    <ns2:creationId id="{F6781A97-2BA3-AF89-E5E0-ADFD4608D472}"/>
                  </a:ext>
                </a:extLst>
              </p:cNvPr>
              <p:cNvSpPr/>
              <p:nvPr/>
            </p:nvSpPr>
            <p:spPr>
              <a:xfrm>
                <a:off x="334963" y="2302015"/>
                <a:ext cx="668073" cy="668073"/>
              </a:xfrm>
              <a:prstGeom prst="ellipse">
                <a:avLst/>
              </a:prstGeom>
              <a:solidFill>
                <a:schemeClr val="accent5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48" name="グラフィックス 47" descr="人工知能 単色塗りつぶし">
                <a:extLst>
                  <a:ext uri="{FF2B5EF4-FFF2-40B4-BE49-F238E27FC236}">
                    <ns2:creationId id="{55885F58-FB0F-C1BD-81C6-3C0CB483A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57464" y="2424517"/>
                <a:ext cx="423070" cy="423070"/>
              </a:xfrm>
              <a:prstGeom prst="rect">
                <a:avLst/>
              </a:prstGeom>
            </p:spPr>
          </p:pic>
        </p:grpSp>
        <p:sp>
          <p:nvSpPr>
            <p:cNvPr id="50" name="正方形/長方形 49">
              <a:extLst>
                <a:ext uri="{FF2B5EF4-FFF2-40B4-BE49-F238E27FC236}">
                  <ns2:creationId id="{16644732-862E-8D14-481B-1B711F13A5B9}"/>
                </a:ext>
              </a:extLst>
            </p:cNvPr>
            <p:cNvSpPr/>
            <p:nvPr/>
          </p:nvSpPr>
          <p:spPr>
            <a:xfrm>
              <a:off x="334963" y="2259346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四角形: 角を丸くする 127">
              <a:extLst>
                <a:ext uri="{FF2B5EF4-FFF2-40B4-BE49-F238E27FC236}">
                  <ns2:creationId id="{6F83F404-0950-8496-CC6C-B540D1A59123}"/>
                </a:ext>
              </a:extLst>
            </p:cNvPr>
            <p:cNvSpPr/>
            <p:nvPr/>
          </p:nvSpPr>
          <p:spPr>
            <a:xfrm>
              <a:off x="334963" y="3083336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四角形: 角を丸くする 127">
              <a:extLst>
                <a:ext uri="{FF2B5EF4-FFF2-40B4-BE49-F238E27FC236}">
                  <ns2:creationId id="{AE47191E-B8B7-6491-7985-C209F7293B1A}"/>
                </a:ext>
              </a:extLst>
            </p:cNvPr>
            <p:cNvSpPr/>
            <p:nvPr/>
          </p:nvSpPr>
          <p:spPr>
            <a:xfrm>
              <a:off x="334963" y="3907327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四角形: 角を丸くする 127">
              <a:extLst>
                <a:ext uri="{FF2B5EF4-FFF2-40B4-BE49-F238E27FC236}">
                  <ns2:creationId id="{31A35537-193F-66E5-711E-AA67711E5280}"/>
                </a:ext>
              </a:extLst>
            </p:cNvPr>
            <p:cNvSpPr/>
            <p:nvPr/>
          </p:nvSpPr>
          <p:spPr>
            <a:xfrm>
              <a:off x="334963" y="4731318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四角形: 角を丸くする 127">
              <a:extLst>
                <a:ext uri="{FF2B5EF4-FFF2-40B4-BE49-F238E27FC236}">
                  <ns2:creationId id="{0A2487C0-842B-6269-E9BE-7147C0A92DC0}"/>
                </a:ext>
              </a:extLst>
            </p:cNvPr>
            <p:cNvSpPr/>
            <p:nvPr/>
          </p:nvSpPr>
          <p:spPr>
            <a:xfrm>
              <a:off x="334963" y="5555308"/>
              <a:ext cx="249237" cy="33749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lang="ja-JP" altLang="en-US" sz="14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Text 28">
              <a:extLst>
                <a:ext uri="{FF2B5EF4-FFF2-40B4-BE49-F238E27FC236}">
                  <ns2:creationId id="{FCEE670C-DA8C-62A3-FBD0-41F3EA731981}"/>
                </a:ext>
              </a:extLst>
            </p:cNvPr>
            <p:cNvSpPr txBox="1"/>
            <p:nvPr/>
          </p:nvSpPr>
          <p:spPr>
            <a:xfrm>
              <a:off x="3409829" y="2259350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1" name="Text 43">
              <a:extLst>
                <a:ext uri="{FF2B5EF4-FFF2-40B4-BE49-F238E27FC236}">
                  <ns2:creationId id="{30506240-FD7A-95AD-F481-5B2697F5FC65}"/>
                </a:ext>
              </a:extLst>
            </p:cNvPr>
            <p:cNvSpPr txBox="1"/>
            <p:nvPr/>
          </p:nvSpPr>
          <p:spPr>
            <a:xfrm>
              <a:off x="3409829" y="3083340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(</a:t>
              </a: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lang="en-US" sz="1200" dirty="0">
                  <a:latin typeface="+mn-ea"/>
                  <a:cs typeface="Meiryo" pitchFamily="34" charset="-120"/>
                </a:rPr>
                <a:t>)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1" name="Text 56">
              <a:extLst>
                <a:ext uri="{FF2B5EF4-FFF2-40B4-BE49-F238E27FC236}">
                  <ns2:creationId id="{1BC3CAAE-654F-6CB0-A7D9-B50C39F56F77}"/>
                </a:ext>
              </a:extLst>
            </p:cNvPr>
            <p:cNvSpPr txBox="1"/>
            <p:nvPr/>
          </p:nvSpPr>
          <p:spPr>
            <a:xfrm>
              <a:off x="3409829" y="3907331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numCol="2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lang="en-US" sz="1200" dirty="0">
                <a:latin typeface="+mn-ea"/>
                <a:cs typeface="Meiryo" pitchFamily="34" charset="-120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3" name="Text 70">
              <a:extLst>
                <a:ext uri="{FF2B5EF4-FFF2-40B4-BE49-F238E27FC236}">
                  <ns2:creationId id="{97CB366F-884D-2053-290B-B965271B4F9C}"/>
                </a:ext>
              </a:extLst>
            </p:cNvPr>
            <p:cNvSpPr txBox="1"/>
            <p:nvPr/>
          </p:nvSpPr>
          <p:spPr>
            <a:xfrm>
              <a:off x="3409829" y="4731322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6" name="Text 83">
              <a:extLst>
                <a:ext uri="{FF2B5EF4-FFF2-40B4-BE49-F238E27FC236}">
                  <ns2:creationId id="{E10557CF-88FF-F442-1462-3EC5A789E7DD}"/>
                </a:ext>
              </a:extLst>
            </p:cNvPr>
            <p:cNvSpPr txBox="1"/>
            <p:nvPr/>
          </p:nvSpPr>
          <p:spPr>
            <a:xfrm>
              <a:off x="3409829" y="5555313"/>
              <a:ext cx="2989736" cy="753412"/>
            </a:xfrm>
            <a:prstGeom prst="rect">
              <a:avLst/>
            </a:prstGeom>
            <a:noFill/>
            <a:ln/>
          </p:spPr>
          <p:txBody>
            <a:bodyPr wrap="square" lIns="72000" tIns="0" rIns="0" bIns="0" rtlCol="0" anchor="ctr"/>
            <a:lstStyle/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/ </a:t>
              </a:r>
              <a:r>
                <a:rPr kumimoji="1" lang="en-US" sz="12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 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171450" marR="0" lvl="0" indent="-171450" defTabSz="914400" rtl="0" eaLnBrk="1" fontAlgn="auto" latinLnBrk="0" hangingPunct="1">
                <a:spcBef>
                  <a:spcPts val="0"/>
                </a:spcBef>
                <a:spcAft>
                  <a:spcPts val="6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70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9771617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9347201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0196034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0620452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1044869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正方形/長方形 168">
              <a:extLst>
                <a:ext uri="{FF2B5EF4-FFF2-40B4-BE49-F238E27FC236}">
                  <ns2:creationId id="{D7FDFF30-9006-F20B-A84A-C9B6E71D5121}"/>
                </a:ext>
              </a:extLst>
            </p:cNvPr>
            <p:cNvSpPr/>
            <p:nvPr/>
          </p:nvSpPr>
          <p:spPr>
            <a:xfrm>
              <a:off x="11469286" y="1912392"/>
              <a:ext cx="387752" cy="283618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59" name="グループ化 58">
              <a:extLst>
                <a:ext uri="{FF2B5EF4-FFF2-40B4-BE49-F238E27FC236}">
                  <ns2:creationId id="{0A672AA2-DEC5-A1FE-279F-4A4BF79601A5}"/>
                </a:ext>
              </a:extLst>
            </p:cNvPr>
            <p:cNvGrpSpPr/>
            <p:nvPr/>
          </p:nvGrpSpPr>
          <p:grpSpPr>
            <a:xfrm>
              <a:off x="10419080" y="2443988"/>
              <a:ext cx="1437958" cy="384136"/>
              <a:chOff x="10419080" y="2336800"/>
              <a:chExt cx="1437958" cy="384136"/>
            </a:xfrm>
          </p:grpSpPr>
          <p:sp>
            <p:nvSpPr>
              <p:cNvPr id="147" name="Text 29">
                <a:extLst>
                  <a:ext uri="{FF2B5EF4-FFF2-40B4-BE49-F238E27FC236}">
                    <ns2:creationId id="{876EB8E1-824E-911C-F20C-A268E067655F}"/>
                  </a:ext>
                </a:extLst>
              </p:cNvPr>
              <p:cNvSpPr txBox="1"/>
              <p:nvPr/>
            </p:nvSpPr>
            <p:spPr>
              <a:xfrm>
                <a:off x="10419080" y="2437317"/>
                <a:ext cx="1437957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 err="1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cxnSp>
            <p:nvCxnSpPr>
              <p:cNvPr id="7" name="直線コネクタ 6">
                <a:extLst>
                  <a:ext uri="{FF2B5EF4-FFF2-40B4-BE49-F238E27FC236}">
                    <ns2:creationId id="{BDBD528F-E285-9B6D-B236-0B0A5D7D34DA}"/>
                  </a:ext>
                </a:extLst>
              </p:cNvPr>
              <p:cNvCxnSpPr/>
              <p:nvPr/>
            </p:nvCxnSpPr>
            <p:spPr>
              <a:xfrm>
                <a:off x="11469286" y="2336800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グループ化 110">
              <a:extLst>
                <a:ext uri="{FF2B5EF4-FFF2-40B4-BE49-F238E27FC236}">
                  <ns2:creationId id="{2A78B3C3-4E53-7207-D678-E2FF289CE514}"/>
                </a:ext>
              </a:extLst>
            </p:cNvPr>
            <p:cNvGrpSpPr/>
            <p:nvPr/>
          </p:nvGrpSpPr>
          <p:grpSpPr>
            <a:xfrm>
              <a:off x="9734954" y="3267979"/>
              <a:ext cx="1576513" cy="384136"/>
              <a:chOff x="9734954" y="3267979"/>
              <a:chExt cx="1576513" cy="384136"/>
            </a:xfrm>
          </p:grpSpPr>
          <p:sp>
            <p:nvSpPr>
              <p:cNvPr id="102" name="Text 29">
                <a:extLst>
                  <a:ext uri="{FF2B5EF4-FFF2-40B4-BE49-F238E27FC236}">
                    <ns2:creationId id="{A9E1C4C6-1E98-697D-2217-40CFFBE09127}"/>
                  </a:ext>
                </a:extLst>
              </p:cNvPr>
              <p:cNvSpPr txBox="1"/>
              <p:nvPr/>
            </p:nvSpPr>
            <p:spPr>
              <a:xfrm>
                <a:off x="9734954" y="3368496"/>
                <a:ext cx="1576513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cxnSp>
            <p:nvCxnSpPr>
              <p:cNvPr id="105" name="直線コネクタ 104">
                <a:extLst>
                  <a:ext uri="{FF2B5EF4-FFF2-40B4-BE49-F238E27FC236}">
                    <ns2:creationId id="{22562932-1619-2F00-A3DB-60E7C5193762}"/>
                  </a:ext>
                </a:extLst>
              </p:cNvPr>
              <p:cNvCxnSpPr/>
              <p:nvPr/>
            </p:nvCxnSpPr>
            <p:spPr>
              <a:xfrm>
                <a:off x="9771617" y="3267979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9" name="グループ化 118">
              <a:extLst>
                <a:ext uri="{FF2B5EF4-FFF2-40B4-BE49-F238E27FC236}">
                  <ns2:creationId id="{941B219E-BCDA-3682-B8EB-1494A11CB98C}"/>
                </a:ext>
              </a:extLst>
            </p:cNvPr>
            <p:cNvGrpSpPr/>
            <p:nvPr/>
          </p:nvGrpSpPr>
          <p:grpSpPr>
            <a:xfrm>
              <a:off x="10319230" y="4091965"/>
              <a:ext cx="990196" cy="384136"/>
              <a:chOff x="10319230" y="4091965"/>
              <a:chExt cx="990196" cy="384136"/>
            </a:xfrm>
          </p:grpSpPr>
          <p:sp>
            <p:nvSpPr>
              <p:cNvPr id="114" name="Text 29">
                <a:extLst>
                  <a:ext uri="{FF2B5EF4-FFF2-40B4-BE49-F238E27FC236}">
                    <ns2:creationId id="{B8ED8017-C89D-744C-29FC-2A20AACAF4EF}"/>
                  </a:ext>
                </a:extLst>
              </p:cNvPr>
              <p:cNvSpPr txBox="1"/>
              <p:nvPr/>
            </p:nvSpPr>
            <p:spPr>
              <a:xfrm>
                <a:off x="10319230" y="4192482"/>
                <a:ext cx="990196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CN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cxnSp>
            <p:nvCxnSpPr>
              <p:cNvPr id="118" name="直線コネクタ 117">
                <a:extLst>
                  <a:ext uri="{FF2B5EF4-FFF2-40B4-BE49-F238E27FC236}">
                    <ns2:creationId id="{5B31E11D-DF77-58D7-FC2F-FE12170304A5}"/>
                  </a:ext>
                </a:extLst>
              </p:cNvPr>
              <p:cNvCxnSpPr/>
              <p:nvPr/>
            </p:nvCxnSpPr>
            <p:spPr>
              <a:xfrm>
                <a:off x="10620452" y="4091965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グループ化 130">
              <a:extLst>
                <a:ext uri="{FF2B5EF4-FFF2-40B4-BE49-F238E27FC236}">
                  <ns2:creationId id="{CF292273-4B5A-DDA5-010F-BD9B072425C5}"/>
                </a:ext>
              </a:extLst>
            </p:cNvPr>
            <p:cNvGrpSpPr/>
            <p:nvPr/>
          </p:nvGrpSpPr>
          <p:grpSpPr>
            <a:xfrm>
              <a:off x="9833214" y="4915954"/>
              <a:ext cx="1113392" cy="384136"/>
              <a:chOff x="9833214" y="4915954"/>
              <a:chExt cx="1113392" cy="384136"/>
            </a:xfrm>
          </p:grpSpPr>
          <p:sp>
            <p:nvSpPr>
              <p:cNvPr id="129" name="Text 29">
                <a:extLst>
                  <a:ext uri="{FF2B5EF4-FFF2-40B4-BE49-F238E27FC236}">
                    <ns2:creationId id="{FAC89B15-F6DC-EEBF-AD0D-A547313685EB}"/>
                  </a:ext>
                </a:extLst>
              </p:cNvPr>
              <p:cNvSpPr txBox="1"/>
              <p:nvPr/>
            </p:nvSpPr>
            <p:spPr>
              <a:xfrm>
                <a:off x="9833214" y="5016471"/>
                <a:ext cx="1113392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cxnSp>
            <p:nvCxnSpPr>
              <p:cNvPr id="130" name="直線コネクタ 129">
                <a:extLst>
                  <a:ext uri="{FF2B5EF4-FFF2-40B4-BE49-F238E27FC236}">
                    <ns2:creationId id="{18793876-70F1-74D0-51DE-1C5DF0BAE89F}"/>
                  </a:ext>
                </a:extLst>
              </p:cNvPr>
              <p:cNvCxnSpPr/>
              <p:nvPr/>
            </p:nvCxnSpPr>
            <p:spPr>
              <a:xfrm>
                <a:off x="10196034" y="4915954"/>
                <a:ext cx="387752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グループ化 150">
              <a:extLst>
                <a:ext uri="{FF2B5EF4-FFF2-40B4-BE49-F238E27FC236}">
                  <ns2:creationId id="{5035969C-AF68-A182-CC24-A5F5F6134C01}"/>
                </a:ext>
              </a:extLst>
            </p:cNvPr>
            <p:cNvGrpSpPr/>
            <p:nvPr/>
          </p:nvGrpSpPr>
          <p:grpSpPr>
            <a:xfrm>
              <a:off x="9347201" y="5739951"/>
              <a:ext cx="1384299" cy="384136"/>
              <a:chOff x="9347201" y="5739951"/>
              <a:chExt cx="1384299" cy="384136"/>
            </a:xfrm>
          </p:grpSpPr>
          <p:cxnSp>
            <p:nvCxnSpPr>
              <p:cNvPr id="136" name="直線コネクタ 135">
                <a:extLst>
                  <a:ext uri="{FF2B5EF4-FFF2-40B4-BE49-F238E27FC236}">
                    <ns2:creationId id="{FB0946E1-F808-499F-38DA-B72F156823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7201" y="5739951"/>
                <a:ext cx="1236586" cy="0"/>
              </a:xfrm>
              <a:prstGeom prst="line">
                <a:avLst/>
              </a:prstGeom>
              <a:ln w="38100">
                <a:solidFill>
                  <a:schemeClr val="accent5"/>
                </a:solidFill>
                <a:headEnd type="oval" w="med" len="med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4" name="Text 29">
                <a:extLst>
                  <a:ext uri="{FF2B5EF4-FFF2-40B4-BE49-F238E27FC236}">
                    <ns2:creationId id="{D0011D25-9BE7-C6ED-FACA-5A77DA9ABE9D}"/>
                  </a:ext>
                </a:extLst>
              </p:cNvPr>
              <p:cNvSpPr txBox="1"/>
              <p:nvPr/>
            </p:nvSpPr>
            <p:spPr>
              <a:xfrm>
                <a:off x="9347201" y="5840468"/>
                <a:ext cx="1384299" cy="2836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</p:grpSp>
        <p:sp>
          <p:nvSpPr>
            <p:cNvPr id="159" name="楕円 158">
              <a:extLst>
                <a:ext uri="{FF2B5EF4-FFF2-40B4-BE49-F238E27FC236}">
                  <ns2:creationId id="{345E7030-D328-4DAF-75CE-F4B05BDA7E5F}"/>
                </a:ext>
              </a:extLst>
            </p:cNvPr>
            <p:cNvSpPr/>
            <p:nvPr/>
          </p:nvSpPr>
          <p:spPr>
            <a:xfrm>
              <a:off x="7233048" y="5651761"/>
              <a:ext cx="560516" cy="560516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1200" b="1" dirty="0">
                  <a:solidFill>
                    <a:schemeClr val="bg1"/>
                  </a:solidFill>
                </a:rPr>
                <a:t>XX</a:t>
              </a: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5" name="楕円 164">
              <a:extLst>
                <a:ext uri="{FF2B5EF4-FFF2-40B4-BE49-F238E27FC236}">
                  <ns2:creationId id="{254E158D-2B9D-1087-093B-C6726DBA6943}"/>
                </a:ext>
              </a:extLst>
            </p:cNvPr>
            <p:cNvSpPr/>
            <p:nvPr/>
          </p:nvSpPr>
          <p:spPr>
            <a:xfrm>
              <a:off x="6512893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67" name="楕円 166">
              <a:extLst>
                <a:ext uri="{FF2B5EF4-FFF2-40B4-BE49-F238E27FC236}">
                  <ns2:creationId id="{15709ABF-051F-B853-BE56-ADF3214639CD}"/>
                </a:ext>
              </a:extLst>
            </p:cNvPr>
            <p:cNvSpPr/>
            <p:nvPr/>
          </p:nvSpPr>
          <p:spPr>
            <a:xfrm>
              <a:off x="7233047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68" name="楕円 167">
              <a:extLst>
                <a:ext uri="{FF2B5EF4-FFF2-40B4-BE49-F238E27FC236}">
                  <ns2:creationId id="{30E04C45-89F7-611D-A924-64251167B4C4}"/>
                </a:ext>
              </a:extLst>
            </p:cNvPr>
            <p:cNvSpPr/>
            <p:nvPr/>
          </p:nvSpPr>
          <p:spPr>
            <a:xfrm>
              <a:off x="7953200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5" name="楕円 174">
              <a:extLst>
                <a:ext uri="{FF2B5EF4-FFF2-40B4-BE49-F238E27FC236}">
                  <ns2:creationId id="{7C866ABD-C45A-2FC8-1DB6-335757DCE2D5}"/>
                </a:ext>
              </a:extLst>
            </p:cNvPr>
            <p:cNvSpPr/>
            <p:nvPr/>
          </p:nvSpPr>
          <p:spPr>
            <a:xfrm>
              <a:off x="8673354" y="2355798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6" name="楕円 175">
              <a:extLst>
                <a:ext uri="{FF2B5EF4-FFF2-40B4-BE49-F238E27FC236}">
                  <ns2:creationId id="{AFC8F60F-9F0D-CC13-31FD-D0B10C2317EF}"/>
                </a:ext>
              </a:extLst>
            </p:cNvPr>
            <p:cNvSpPr/>
            <p:nvPr/>
          </p:nvSpPr>
          <p:spPr>
            <a:xfrm>
              <a:off x="6512893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7" name="楕円 176">
              <a:extLst>
                <a:ext uri="{FF2B5EF4-FFF2-40B4-BE49-F238E27FC236}">
                  <ns2:creationId id="{B0B19FB6-D224-1AF1-226A-F3CB0E87FCA3}"/>
                </a:ext>
              </a:extLst>
            </p:cNvPr>
            <p:cNvSpPr/>
            <p:nvPr/>
          </p:nvSpPr>
          <p:spPr>
            <a:xfrm>
              <a:off x="7233047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8" name="楕円 177">
              <a:extLst>
                <a:ext uri="{FF2B5EF4-FFF2-40B4-BE49-F238E27FC236}">
                  <ns2:creationId id="{757257AD-DE83-07AB-BDEC-CCD7F4527E05}"/>
                </a:ext>
              </a:extLst>
            </p:cNvPr>
            <p:cNvSpPr/>
            <p:nvPr/>
          </p:nvSpPr>
          <p:spPr>
            <a:xfrm>
              <a:off x="7953200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79" name="楕円 178">
              <a:extLst>
                <a:ext uri="{FF2B5EF4-FFF2-40B4-BE49-F238E27FC236}">
                  <ns2:creationId id="{B49F2498-E7AD-96C3-C5B5-D4A5D6FA0B4D}"/>
                </a:ext>
              </a:extLst>
            </p:cNvPr>
            <p:cNvSpPr/>
            <p:nvPr/>
          </p:nvSpPr>
          <p:spPr>
            <a:xfrm>
              <a:off x="8673354" y="3179789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0" name="楕円 179">
              <a:extLst>
                <a:ext uri="{FF2B5EF4-FFF2-40B4-BE49-F238E27FC236}">
                  <ns2:creationId id="{453B5C00-4385-26DB-7CC0-94F30E316613}"/>
                </a:ext>
              </a:extLst>
            </p:cNvPr>
            <p:cNvSpPr/>
            <p:nvPr/>
          </p:nvSpPr>
          <p:spPr>
            <a:xfrm>
              <a:off x="6512893" y="4003775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1" name="楕円 180">
              <a:extLst>
                <a:ext uri="{FF2B5EF4-FFF2-40B4-BE49-F238E27FC236}">
                  <ns2:creationId id="{21376381-45F8-A2FE-8828-AA53B7073468}"/>
                </a:ext>
              </a:extLst>
            </p:cNvPr>
            <p:cNvSpPr/>
            <p:nvPr/>
          </p:nvSpPr>
          <p:spPr>
            <a:xfrm>
              <a:off x="7233047" y="4003775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2" name="楕円 181">
              <a:extLst>
                <a:ext uri="{FF2B5EF4-FFF2-40B4-BE49-F238E27FC236}">
                  <ns2:creationId id="{E829E65E-7F68-13FC-7EB8-8A1B72407685}"/>
                </a:ext>
              </a:extLst>
            </p:cNvPr>
            <p:cNvSpPr/>
            <p:nvPr/>
          </p:nvSpPr>
          <p:spPr>
            <a:xfrm>
              <a:off x="7953200" y="4003774"/>
              <a:ext cx="560516" cy="560516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1200" b="1" dirty="0">
                  <a:solidFill>
                    <a:schemeClr val="bg1"/>
                  </a:solidFill>
                </a:rPr>
                <a:t>XX</a:t>
              </a: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3" name="楕円 182">
              <a:extLst>
                <a:ext uri="{FF2B5EF4-FFF2-40B4-BE49-F238E27FC236}">
                  <ns2:creationId id="{613F6BC8-E03F-A2B9-3A78-EA44F8EE70A5}"/>
                </a:ext>
              </a:extLst>
            </p:cNvPr>
            <p:cNvSpPr/>
            <p:nvPr/>
          </p:nvSpPr>
          <p:spPr>
            <a:xfrm>
              <a:off x="8673354" y="4003774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4" name="楕円 183">
              <a:extLst>
                <a:ext uri="{FF2B5EF4-FFF2-40B4-BE49-F238E27FC236}">
                  <ns2:creationId id="{8583CA24-0972-99F1-DBF8-A4CD947B19CB}"/>
                </a:ext>
              </a:extLst>
            </p:cNvPr>
            <p:cNvSpPr/>
            <p:nvPr/>
          </p:nvSpPr>
          <p:spPr>
            <a:xfrm>
              <a:off x="6512893" y="4827764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5" name="楕円 184">
              <a:extLst>
                <a:ext uri="{FF2B5EF4-FFF2-40B4-BE49-F238E27FC236}">
                  <ns2:creationId id="{BA8BB6AE-3382-26EA-8E94-73B5487F3387}"/>
                </a:ext>
              </a:extLst>
            </p:cNvPr>
            <p:cNvSpPr/>
            <p:nvPr/>
          </p:nvSpPr>
          <p:spPr>
            <a:xfrm>
              <a:off x="7233047" y="4827764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86" name="楕円 185">
              <a:extLst>
                <a:ext uri="{FF2B5EF4-FFF2-40B4-BE49-F238E27FC236}">
                  <ns2:creationId id="{88C34435-27E1-B727-5D52-81DEF5C5220D}"/>
                </a:ext>
              </a:extLst>
            </p:cNvPr>
            <p:cNvSpPr/>
            <p:nvPr/>
          </p:nvSpPr>
          <p:spPr>
            <a:xfrm>
              <a:off x="7953200" y="4827764"/>
              <a:ext cx="560516" cy="560516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1200" b="1" dirty="0">
                  <a:solidFill>
                    <a:schemeClr val="bg1"/>
                  </a:solidFill>
                </a:rPr>
                <a:t>XX</a:t>
              </a: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7" name="楕円 186">
              <a:extLst>
                <a:ext uri="{FF2B5EF4-FFF2-40B4-BE49-F238E27FC236}">
                  <ns2:creationId id="{467A66C0-84F1-0EFF-56DC-FAB82FC99BA9}"/>
                </a:ext>
              </a:extLst>
            </p:cNvPr>
            <p:cNvSpPr/>
            <p:nvPr/>
          </p:nvSpPr>
          <p:spPr>
            <a:xfrm>
              <a:off x="8673354" y="4827764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8" name="楕円 187">
              <a:extLst>
                <a:ext uri="{FF2B5EF4-FFF2-40B4-BE49-F238E27FC236}">
                  <ns2:creationId id="{328EC148-11D5-5C55-418C-79D413A5700A}"/>
                </a:ext>
              </a:extLst>
            </p:cNvPr>
            <p:cNvSpPr/>
            <p:nvPr/>
          </p:nvSpPr>
          <p:spPr>
            <a:xfrm>
              <a:off x="8673354" y="5651760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9" name="楕円 188">
              <a:extLst>
                <a:ext uri="{FF2B5EF4-FFF2-40B4-BE49-F238E27FC236}">
                  <ns2:creationId id="{05F5A3DA-A555-6208-2BE1-FA3B934B6A25}"/>
                </a:ext>
              </a:extLst>
            </p:cNvPr>
            <p:cNvSpPr/>
            <p:nvPr/>
          </p:nvSpPr>
          <p:spPr>
            <a:xfrm>
              <a:off x="7953200" y="5651760"/>
              <a:ext cx="560516" cy="56051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endParaRPr lang="en-US" altLang="ja-JP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90" name="楕円 189">
              <a:extLst>
                <a:ext uri="{FF2B5EF4-FFF2-40B4-BE49-F238E27FC236}">
                  <ns2:creationId id="{F2AD2AF6-AD96-9C5C-AEE4-DF1B491A30F8}"/>
                </a:ext>
              </a:extLst>
            </p:cNvPr>
            <p:cNvSpPr/>
            <p:nvPr/>
          </p:nvSpPr>
          <p:spPr>
            <a:xfrm>
              <a:off x="6512893" y="5651760"/>
              <a:ext cx="560516" cy="560516"/>
            </a:xfrm>
            <a:prstGeom prst="ellipse">
              <a:avLst/>
            </a:prstGeom>
            <a:solidFill>
              <a:schemeClr val="accent5"/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10000"/>
                </a:lnSpc>
                <a:defRPr/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XX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91" name="直線コネクタ 190">
              <a:extLst>
                <a:ext uri="{FF2B5EF4-FFF2-40B4-BE49-F238E27FC236}">
                  <ns2:creationId id="{6FCA233E-8C10-F1B9-8821-64CB2C7BE3D9}"/>
                </a:ext>
              </a:extLst>
            </p:cNvPr>
            <p:cNvCxnSpPr/>
            <p:nvPr/>
          </p:nvCxnSpPr>
          <p:spPr>
            <a:xfrm>
              <a:off x="3409829" y="3048051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ns2:creationId id="{6EF9070B-03E1-C8F2-DB91-C227F4EEB7C2}"/>
                </a:ext>
              </a:extLst>
            </p:cNvPr>
            <p:cNvCxnSpPr/>
            <p:nvPr/>
          </p:nvCxnSpPr>
          <p:spPr>
            <a:xfrm>
              <a:off x="3409829" y="3872042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ns2:creationId id="{06CB0D4D-C4B7-8EC7-B020-4CF02EE22B43}"/>
                </a:ext>
              </a:extLst>
            </p:cNvPr>
            <p:cNvCxnSpPr/>
            <p:nvPr/>
          </p:nvCxnSpPr>
          <p:spPr>
            <a:xfrm>
              <a:off x="3409829" y="4696032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23DA4A5D-D7E1-29C6-08A9-7B0941CDD9F0}"/>
                </a:ext>
              </a:extLst>
            </p:cNvPr>
            <p:cNvCxnSpPr/>
            <p:nvPr/>
          </p:nvCxnSpPr>
          <p:spPr>
            <a:xfrm>
              <a:off x="3409829" y="5520023"/>
              <a:ext cx="29897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D9D1F39D-B8F9-96AE-0B93-4D2052FBAB49}"/>
                </a:ext>
              </a:extLst>
            </p:cNvPr>
            <p:cNvCxnSpPr/>
            <p:nvPr/>
          </p:nvCxnSpPr>
          <p:spPr>
            <a:xfrm>
              <a:off x="6466586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コネクタ 195">
              <a:extLst>
                <a:ext uri="{FF2B5EF4-FFF2-40B4-BE49-F238E27FC236}">
                  <ns2:creationId id="{DAE90475-E955-6F26-16F6-A00928CD5F31}"/>
                </a:ext>
              </a:extLst>
            </p:cNvPr>
            <p:cNvCxnSpPr/>
            <p:nvPr/>
          </p:nvCxnSpPr>
          <p:spPr>
            <a:xfrm>
              <a:off x="6466586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コネクタ 196">
              <a:extLst>
                <a:ext uri="{FF2B5EF4-FFF2-40B4-BE49-F238E27FC236}">
                  <ns2:creationId id="{0D503C6D-10A7-9DAA-0F0B-DBE71C32C812}"/>
                </a:ext>
              </a:extLst>
            </p:cNvPr>
            <p:cNvCxnSpPr/>
            <p:nvPr/>
          </p:nvCxnSpPr>
          <p:spPr>
            <a:xfrm>
              <a:off x="6466586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コネクタ 197">
              <a:extLst>
                <a:ext uri="{FF2B5EF4-FFF2-40B4-BE49-F238E27FC236}">
                  <ns2:creationId id="{971D38B2-E2CC-885C-E8FF-3BB544D16B16}"/>
                </a:ext>
              </a:extLst>
            </p:cNvPr>
            <p:cNvCxnSpPr/>
            <p:nvPr/>
          </p:nvCxnSpPr>
          <p:spPr>
            <a:xfrm>
              <a:off x="6466586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1FB03876-79C8-AA57-F962-34100EDA5540}"/>
                </a:ext>
              </a:extLst>
            </p:cNvPr>
            <p:cNvCxnSpPr/>
            <p:nvPr/>
          </p:nvCxnSpPr>
          <p:spPr>
            <a:xfrm>
              <a:off x="7186740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9D8A7A34-72DD-8182-B5A3-F3B1B59ED349}"/>
                </a:ext>
              </a:extLst>
            </p:cNvPr>
            <p:cNvCxnSpPr/>
            <p:nvPr/>
          </p:nvCxnSpPr>
          <p:spPr>
            <a:xfrm>
              <a:off x="7186740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直線コネクタ 200">
              <a:extLst>
                <a:ext uri="{FF2B5EF4-FFF2-40B4-BE49-F238E27FC236}">
                  <ns2:creationId id="{E89E84B7-3EA6-8D3D-7F62-CDA61F40EB19}"/>
                </a:ext>
              </a:extLst>
            </p:cNvPr>
            <p:cNvCxnSpPr/>
            <p:nvPr/>
          </p:nvCxnSpPr>
          <p:spPr>
            <a:xfrm>
              <a:off x="7186740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線コネクタ 201">
              <a:extLst>
                <a:ext uri="{FF2B5EF4-FFF2-40B4-BE49-F238E27FC236}">
                  <ns2:creationId id="{99D1CE7E-3284-4F54-8F7C-D82AC7D592AE}"/>
                </a:ext>
              </a:extLst>
            </p:cNvPr>
            <p:cNvCxnSpPr/>
            <p:nvPr/>
          </p:nvCxnSpPr>
          <p:spPr>
            <a:xfrm>
              <a:off x="7186740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519FF637-1BCA-F554-6E40-AB6F0EBBD8D9}"/>
                </a:ext>
              </a:extLst>
            </p:cNvPr>
            <p:cNvCxnSpPr/>
            <p:nvPr/>
          </p:nvCxnSpPr>
          <p:spPr>
            <a:xfrm>
              <a:off x="7906894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498FD929-AF9A-0D75-ECD1-C172DA776AF4}"/>
                </a:ext>
              </a:extLst>
            </p:cNvPr>
            <p:cNvCxnSpPr/>
            <p:nvPr/>
          </p:nvCxnSpPr>
          <p:spPr>
            <a:xfrm>
              <a:off x="7906894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C17BF2CF-2E19-F290-92B6-73B591B25B33}"/>
                </a:ext>
              </a:extLst>
            </p:cNvPr>
            <p:cNvCxnSpPr/>
            <p:nvPr/>
          </p:nvCxnSpPr>
          <p:spPr>
            <a:xfrm>
              <a:off x="7906894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1D326DE5-1747-E68E-D55D-CD7B870D3566}"/>
                </a:ext>
              </a:extLst>
            </p:cNvPr>
            <p:cNvCxnSpPr/>
            <p:nvPr/>
          </p:nvCxnSpPr>
          <p:spPr>
            <a:xfrm>
              <a:off x="7906894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66A04592-DC59-F7CC-1047-60DA2ECBB9F5}"/>
                </a:ext>
              </a:extLst>
            </p:cNvPr>
            <p:cNvCxnSpPr/>
            <p:nvPr/>
          </p:nvCxnSpPr>
          <p:spPr>
            <a:xfrm>
              <a:off x="8627047" y="3048051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ns2:creationId id="{AA7EC52F-A35C-28BB-E90D-3F90913CADF9}"/>
                </a:ext>
              </a:extLst>
            </p:cNvPr>
            <p:cNvCxnSpPr/>
            <p:nvPr/>
          </p:nvCxnSpPr>
          <p:spPr>
            <a:xfrm>
              <a:off x="8627047" y="387204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線コネクタ 208">
              <a:extLst>
                <a:ext uri="{FF2B5EF4-FFF2-40B4-BE49-F238E27FC236}">
                  <ns2:creationId id="{C6E38331-067A-BFC5-701C-0FCB4191D5D9}"/>
                </a:ext>
              </a:extLst>
            </p:cNvPr>
            <p:cNvCxnSpPr/>
            <p:nvPr/>
          </p:nvCxnSpPr>
          <p:spPr>
            <a:xfrm>
              <a:off x="8627047" y="4696032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D9BEA431-DC95-1EE4-9CAA-3D158E5C3FE2}"/>
                </a:ext>
              </a:extLst>
            </p:cNvPr>
            <p:cNvCxnSpPr/>
            <p:nvPr/>
          </p:nvCxnSpPr>
          <p:spPr>
            <a:xfrm>
              <a:off x="8627047" y="5520023"/>
              <a:ext cx="65313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線コネクタ 210">
              <a:extLst>
                <a:ext uri="{FF2B5EF4-FFF2-40B4-BE49-F238E27FC236}">
                  <ns2:creationId id="{8193D77B-B316-354B-4B1D-7538DB2E4019}"/>
                </a:ext>
              </a:extLst>
            </p:cNvPr>
            <p:cNvCxnSpPr/>
            <p:nvPr/>
          </p:nvCxnSpPr>
          <p:spPr>
            <a:xfrm>
              <a:off x="9347201" y="3048051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直線コネクタ 211">
              <a:extLst>
                <a:ext uri="{FF2B5EF4-FFF2-40B4-BE49-F238E27FC236}">
                  <ns2:creationId id="{8A2D817F-3E78-074A-EBB0-6F246092E738}"/>
                </a:ext>
              </a:extLst>
            </p:cNvPr>
            <p:cNvCxnSpPr/>
            <p:nvPr/>
          </p:nvCxnSpPr>
          <p:spPr>
            <a:xfrm>
              <a:off x="9347201" y="3872042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線コネクタ 212">
              <a:extLst>
                <a:ext uri="{FF2B5EF4-FFF2-40B4-BE49-F238E27FC236}">
                  <ns2:creationId id="{8D631A93-4A36-1A12-7E46-27E8B3B56623}"/>
                </a:ext>
              </a:extLst>
            </p:cNvPr>
            <p:cNvCxnSpPr/>
            <p:nvPr/>
          </p:nvCxnSpPr>
          <p:spPr>
            <a:xfrm>
              <a:off x="9347201" y="4696032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直線コネクタ 213">
              <a:extLst>
                <a:ext uri="{FF2B5EF4-FFF2-40B4-BE49-F238E27FC236}">
                  <ns2:creationId id="{90D10944-DE52-27CD-CFE6-5CBF93156967}"/>
                </a:ext>
              </a:extLst>
            </p:cNvPr>
            <p:cNvCxnSpPr/>
            <p:nvPr/>
          </p:nvCxnSpPr>
          <p:spPr>
            <a:xfrm>
              <a:off x="9347201" y="5520023"/>
              <a:ext cx="2509836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148194868"/>
      </p:ext>
    </p:extLst>
  </p:cSld>
  <p:clrMapOvr>
    <a:masterClrMapping/>
  </p:clrMapOvr>
</p:sld>
</file>

<file path=ppt/slides/slide252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87B839-35F4-104B-7B7E-A018833DC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3B2860C-74F7-4DC9-7871-B0E1148BB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4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37CA5F21-232C-1A55-36E2-0558FF5A3B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24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490A0078-EE32-6D79-896A-8B0FA5D51DFA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86" name="グループ化 85">
            <a:extLst>
              <a:ext uri="{FF2B5EF4-FFF2-40B4-BE49-F238E27FC236}">
                <ns2:creationId id="{8AD593A3-5BC2-F2A8-DFA4-E8FC872C0877}"/>
              </a:ext>
            </a:extLst>
          </p:cNvPr>
          <p:cNvGrpSpPr/>
          <p:nvPr/>
        </p:nvGrpSpPr>
        <p:grpSpPr>
          <a:xfrm>
            <a:off x="334963" y="5572242"/>
            <a:ext cx="8038570" cy="736483"/>
            <a:chOff x="334963" y="5572242"/>
            <a:chExt cx="8038570" cy="736483"/>
          </a:xfrm>
        </p:grpSpPr>
        <p:sp>
          <p:nvSpPr>
            <p:cNvPr id="12" name="Text 17">
              <a:extLst>
                <a:ext uri="{FF2B5EF4-FFF2-40B4-BE49-F238E27FC236}">
                  <ns2:creationId id="{F5FC803D-6BBB-1D3B-85C6-9AD2E4EEE55F}"/>
                </a:ext>
              </a:extLst>
            </p:cNvPr>
            <p:cNvSpPr txBox="1"/>
            <p:nvPr/>
          </p:nvSpPr>
          <p:spPr>
            <a:xfrm>
              <a:off x="334963" y="5686482"/>
              <a:ext cx="8038570" cy="62224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108000" tIns="72000" rIns="0" bIns="0" numCol="1" rtlCol="0" anchor="ctr" anchorCtr="0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dirty="0">
                  <a:latin typeface="+mn-ea"/>
                  <a:cs typeface="Meiryo" pitchFamily="34" charset="-120"/>
                </a:rPr>
                <a:t>(</a:t>
              </a: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  <a:r>
                <a:rPr lang="en-US" altLang="ja-JP" sz="1400" dirty="0">
                  <a:latin typeface="+mn-ea"/>
                  <a:cs typeface="Meiryo" pitchFamily="34" charset="-120"/>
                </a:rPr>
                <a:t>) </a:t>
              </a: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  <a:br>
                <a:rPr lang="en-US" altLang="ja-JP" sz="1400" dirty="0">
                  <a:latin typeface="+mn-ea"/>
                  <a:cs typeface="Meiryo" pitchFamily="34" charset="-120"/>
                </a:rPr>
              </a:br>
              <a:r>
                <a:rPr lang="ja-JP" altLang="en-US" sz="1400" dirty="0"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5" name="Text 17">
              <a:extLst>
                <a:ext uri="{FF2B5EF4-FFF2-40B4-BE49-F238E27FC236}">
                  <ns2:creationId id="{BBC4D7BA-770F-910F-1E2C-F8A04ABD29A0}"/>
                </a:ext>
              </a:extLst>
            </p:cNvPr>
            <p:cNvSpPr txBox="1"/>
            <p:nvPr/>
          </p:nvSpPr>
          <p:spPr>
            <a:xfrm>
              <a:off x="461329" y="5572242"/>
              <a:ext cx="535621" cy="228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numCol="1" rtlCol="0" anchor="ctr" anchorCtr="1"/>
            <a:lstStyle/>
            <a:p>
              <a:pPr algn="ctr">
                <a:buClr>
                  <a:schemeClr val="accent5"/>
                </a:buClr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  <a:cs typeface="Meiryo" pitchFamily="34" charset="-120"/>
                </a:rPr>
                <a:t>XX</a:t>
              </a:r>
            </a:p>
          </p:txBody>
        </p:sp>
      </p:grpSp>
      <p:grpSp>
        <p:nvGrpSpPr>
          <p:cNvPr id="81" name="グループ化 80">
            <a:extLst>
              <a:ext uri="{FF2B5EF4-FFF2-40B4-BE49-F238E27FC236}">
                <ns2:creationId id="{8EE5FBE5-5AD2-7686-D851-E6691CB1EAAD}"/>
              </a:ext>
            </a:extLst>
          </p:cNvPr>
          <p:cNvGrpSpPr/>
          <p:nvPr/>
        </p:nvGrpSpPr>
        <p:grpSpPr>
          <a:xfrm>
            <a:off x="334963" y="1628775"/>
            <a:ext cx="8038570" cy="3883699"/>
            <a:chOff x="334963" y="1628775"/>
            <a:chExt cx="8038570" cy="3883699"/>
          </a:xfrm>
        </p:grpSpPr>
        <p:sp>
          <p:nvSpPr>
            <p:cNvPr id="122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2207345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3051500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1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3895655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2" name="正方形/長方形 121">
              <a:extLst>
                <a:ext uri="{FF2B5EF4-FFF2-40B4-BE49-F238E27FC236}">
                  <ns2:creationId id="{6AAE10DC-26AC-4F62-0A4D-D5506F99A687}"/>
                </a:ext>
              </a:extLst>
            </p:cNvPr>
            <p:cNvSpPr/>
            <p:nvPr/>
          </p:nvSpPr>
          <p:spPr>
            <a:xfrm>
              <a:off x="1213823" y="4739810"/>
              <a:ext cx="1892075" cy="772664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94A24325-FF68-4301-AF27-E531802A785B}"/>
                </a:ext>
              </a:extLst>
            </p:cNvPr>
            <p:cNvSpPr/>
            <p:nvPr/>
          </p:nvSpPr>
          <p:spPr>
            <a:xfrm>
              <a:off x="334963" y="1628775"/>
              <a:ext cx="8038570" cy="301625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9CEA7978-48AA-F919-E7FA-5EFD7CD8D11A}"/>
                </a:ext>
              </a:extLst>
            </p:cNvPr>
            <p:cNvSpPr/>
            <p:nvPr/>
          </p:nvSpPr>
          <p:spPr>
            <a:xfrm>
              <a:off x="3212654" y="1989667"/>
              <a:ext cx="1142259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24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8CB8B3BD-2989-D31C-9A21-51D5BCAF1BE2}"/>
                </a:ext>
              </a:extLst>
            </p:cNvPr>
            <p:cNvSpPr/>
            <p:nvPr/>
          </p:nvSpPr>
          <p:spPr>
            <a:xfrm>
              <a:off x="7231273" y="1989667"/>
              <a:ext cx="1142259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111937D2-51C1-EAF4-C723-C040DE0A6588}"/>
                </a:ext>
              </a:extLst>
            </p:cNvPr>
            <p:cNvSpPr/>
            <p:nvPr/>
          </p:nvSpPr>
          <p:spPr>
            <a:xfrm>
              <a:off x="5473286" y="1989667"/>
              <a:ext cx="63961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" name="Text 16">
              <a:extLst>
                <a:ext uri="{FF2B5EF4-FFF2-40B4-BE49-F238E27FC236}">
                  <ns2:creationId id="{42A8DAE4-D6B3-BB3D-0677-20B1FE15B4A6}"/>
                </a:ext>
              </a:extLst>
            </p:cNvPr>
            <p:cNvSpPr txBox="1"/>
            <p:nvPr/>
          </p:nvSpPr>
          <p:spPr>
            <a:xfrm>
              <a:off x="1290268" y="2709173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" name="Text 16">
              <a:extLst>
                <a:ext uri="{FF2B5EF4-FFF2-40B4-BE49-F238E27FC236}">
                  <ns2:creationId id="{CCEDC581-6394-3BEB-FA29-95DFA8642017}"/>
                </a:ext>
              </a:extLst>
            </p:cNvPr>
            <p:cNvSpPr txBox="1"/>
            <p:nvPr/>
          </p:nvSpPr>
          <p:spPr>
            <a:xfrm>
              <a:off x="1290268" y="3556352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7" name="Text 16">
              <a:extLst>
                <a:ext uri="{FF2B5EF4-FFF2-40B4-BE49-F238E27FC236}">
                  <ns2:creationId id="{7A8074F1-5F3F-88C2-169A-E8CBC4270DA1}"/>
                </a:ext>
              </a:extLst>
            </p:cNvPr>
            <p:cNvSpPr txBox="1"/>
            <p:nvPr/>
          </p:nvSpPr>
          <p:spPr>
            <a:xfrm>
              <a:off x="1290268" y="4388527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Text 16">
              <a:extLst>
                <a:ext uri="{FF2B5EF4-FFF2-40B4-BE49-F238E27FC236}">
                  <ns2:creationId id="{3563B236-EC99-879B-E5D6-E36C09E5B6CA}"/>
                </a:ext>
              </a:extLst>
            </p:cNvPr>
            <p:cNvSpPr txBox="1"/>
            <p:nvPr/>
          </p:nvSpPr>
          <p:spPr>
            <a:xfrm>
              <a:off x="1290268" y="5238522"/>
              <a:ext cx="1739184" cy="20385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FR" altLang="en-US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D3785EAC-2B85-EF08-642C-7BFB39B2C723}"/>
                </a:ext>
              </a:extLst>
            </p:cNvPr>
            <p:cNvSpPr/>
            <p:nvPr/>
          </p:nvSpPr>
          <p:spPr>
            <a:xfrm>
              <a:off x="345285" y="2207345"/>
              <a:ext cx="795052" cy="2460974"/>
            </a:xfrm>
            <a:prstGeom prst="rect">
              <a:avLst/>
            </a:prstGeom>
            <a:solidFill>
              <a:schemeClr val="bg1">
                <a:lumMod val="65000"/>
                <a:alpha val="9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F6782015-42CE-7D23-7EEE-B6E4A3E0EE56}"/>
                </a:ext>
              </a:extLst>
            </p:cNvPr>
            <p:cNvSpPr/>
            <p:nvPr/>
          </p:nvSpPr>
          <p:spPr>
            <a:xfrm>
              <a:off x="345285" y="4739810"/>
              <a:ext cx="795052" cy="772663"/>
            </a:xfrm>
            <a:prstGeom prst="rect">
              <a:avLst/>
            </a:prstGeom>
            <a:solidFill>
              <a:schemeClr val="bg1">
                <a:lumMod val="65000"/>
                <a:alpha val="9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6" name="グループ化 25">
              <a:extLst>
                <a:ext uri="{FF2B5EF4-FFF2-40B4-BE49-F238E27FC236}">
                  <ns2:creationId id="{A0515880-732B-C3A5-1FA5-16BBC20D6DDA}"/>
                </a:ext>
              </a:extLst>
            </p:cNvPr>
            <p:cNvGrpSpPr/>
            <p:nvPr/>
          </p:nvGrpSpPr>
          <p:grpSpPr>
            <a:xfrm>
              <a:off x="3207498" y="2207345"/>
              <a:ext cx="5166034" cy="772663"/>
              <a:chOff x="3207498" y="2207345"/>
              <a:chExt cx="5166034" cy="772663"/>
            </a:xfrm>
          </p:grpSpPr>
          <p:sp>
            <p:nvSpPr>
              <p:cNvPr id="121" name="正方形/長方形 120">
                <a:extLst>
                  <a:ext uri="{FF2B5EF4-FFF2-40B4-BE49-F238E27FC236}">
                    <ns2:creationId id="{F5747A6D-E909-D56B-F66F-0F279C17CE8E}"/>
                  </a:ext>
                </a:extLst>
              </p:cNvPr>
              <p:cNvSpPr/>
              <p:nvPr/>
            </p:nvSpPr>
            <p:spPr>
              <a:xfrm>
                <a:off x="3207498" y="2424315"/>
                <a:ext cx="151202" cy="347472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09" name="直線コネクタ 108">
                <a:extLst>
                  <a:ext uri="{FF2B5EF4-FFF2-40B4-BE49-F238E27FC236}">
                    <ns2:creationId id="{5DF26974-0FBF-C46E-805D-50A972D35A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線コネクタ 109">
                <a:extLst>
                  <a:ext uri="{FF2B5EF4-FFF2-40B4-BE49-F238E27FC236}">
                    <ns2:creationId id="{B1A0644F-53DF-8436-CD09-F180DDDEB874}"/>
                  </a:ext>
                </a:extLst>
              </p:cNvPr>
              <p:cNvCxnSpPr/>
              <p:nvPr/>
            </p:nvCxnSpPr>
            <p:spPr>
              <a:xfrm>
                <a:off x="8373532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ns2:creationId id="{4ED71B6E-5FEC-97D5-5DC0-249C6522BA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259804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AC24688D-7661-C156-A9B9-E6843BBC43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0E565794-93FF-C6A9-ED8D-5BFDEEAB18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17">
                <a:extLst>
                  <a:ext uri="{FF2B5EF4-FFF2-40B4-BE49-F238E27FC236}">
                    <ns2:creationId id="{555204B3-83F3-1AEB-3582-E300ACC792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線コネクタ 118">
                <a:extLst>
                  <a:ext uri="{FF2B5EF4-FFF2-40B4-BE49-F238E27FC236}">
                    <ns2:creationId id="{2A1D919E-E72A-3356-A6D9-C58A0CFD60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正方形/長方形 15">
                <a:extLst>
                  <a:ext uri="{FF2B5EF4-FFF2-40B4-BE49-F238E27FC236}">
                    <ns2:creationId id="{958886B4-224E-0D95-8C93-A615B4EEA515}"/>
                  </a:ext>
                </a:extLst>
              </p:cNvPr>
              <p:cNvSpPr/>
              <p:nvPr/>
            </p:nvSpPr>
            <p:spPr>
              <a:xfrm>
                <a:off x="3212655" y="2207345"/>
                <a:ext cx="463996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13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右大かっこ 18">
                <a:extLst>
                  <a:ext uri="{FF2B5EF4-FFF2-40B4-BE49-F238E27FC236}">
                    <ns2:creationId id="{9DB6C358-FA0C-1850-B8D0-0847F095381F}"/>
                  </a:ext>
                </a:extLst>
              </p:cNvPr>
              <p:cNvSpPr/>
              <p:nvPr/>
            </p:nvSpPr>
            <p:spPr>
              <a:xfrm rot="5400000">
                <a:off x="5744026" y="28185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DA36B27A-1413-D698-EAF0-0151FBFD40AC}"/>
                  </a:ext>
                </a:extLst>
              </p:cNvPr>
              <p:cNvSpPr/>
              <p:nvPr/>
            </p:nvSpPr>
            <p:spPr>
              <a:xfrm>
                <a:off x="5473286" y="283844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500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75D514E4-312C-21CE-DB08-B40C5B283CA0}"/>
                  </a:ext>
                </a:extLst>
              </p:cNvPr>
              <p:cNvSpPr/>
              <p:nvPr/>
            </p:nvSpPr>
            <p:spPr>
              <a:xfrm>
                <a:off x="5473286" y="226661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ns2:creationId id="{217A8028-8870-452E-E964-94150F07B458}"/>
                </a:ext>
              </a:extLst>
            </p:cNvPr>
            <p:cNvGrpSpPr/>
            <p:nvPr/>
          </p:nvGrpSpPr>
          <p:grpSpPr>
            <a:xfrm>
              <a:off x="3207498" y="3051500"/>
              <a:ext cx="5166034" cy="772663"/>
              <a:chOff x="3207498" y="2207345"/>
              <a:chExt cx="5166034" cy="772663"/>
            </a:xfrm>
          </p:grpSpPr>
          <p:cxnSp>
            <p:nvCxnSpPr>
              <p:cNvPr id="29" name="直線コネクタ 28">
                <a:extLst>
                  <a:ext uri="{FF2B5EF4-FFF2-40B4-BE49-F238E27FC236}">
                    <ns2:creationId id="{96471B59-CD48-62C8-FEDB-2B6A79DFD1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29">
                <a:extLst>
                  <a:ext uri="{FF2B5EF4-FFF2-40B4-BE49-F238E27FC236}">
                    <ns2:creationId id="{B5837F72-7A94-2EC3-1E7D-C5AF4F5A40E7}"/>
                  </a:ext>
                </a:extLst>
              </p:cNvPr>
              <p:cNvCxnSpPr/>
              <p:nvPr/>
            </p:nvCxnSpPr>
            <p:spPr>
              <a:xfrm>
                <a:off x="8373532" y="242431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0099BD27-A9B1-0856-E513-8B0D929698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259804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コネクタ 32">
                <a:extLst>
                  <a:ext uri="{FF2B5EF4-FFF2-40B4-BE49-F238E27FC236}">
                    <ns2:creationId id="{4A9EA095-F55D-CFCB-7046-1D5EBF66AC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ns2:creationId id="{31A8128C-671D-3C05-55A9-5105263FE4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8328CD95-07C5-CBAB-326F-9EA1EB8429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ns2:creationId id="{CEE5BFFD-A7D7-2815-A129-C296D698F3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250682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正方形/長方形 39">
                <a:extLst>
                  <a:ext uri="{FF2B5EF4-FFF2-40B4-BE49-F238E27FC236}">
                    <ns2:creationId id="{5CEC3108-B1A5-93E3-D502-A5C665990B11}"/>
                  </a:ext>
                </a:extLst>
              </p:cNvPr>
              <p:cNvSpPr/>
              <p:nvPr/>
            </p:nvSpPr>
            <p:spPr>
              <a:xfrm>
                <a:off x="3212655" y="2207345"/>
                <a:ext cx="463996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右大かっこ 41">
                <a:extLst>
                  <a:ext uri="{FF2B5EF4-FFF2-40B4-BE49-F238E27FC236}">
                    <ns2:creationId id="{B47CDE12-25C6-960E-0147-C670DD4CAFC0}"/>
                  </a:ext>
                </a:extLst>
              </p:cNvPr>
              <p:cNvSpPr/>
              <p:nvPr/>
            </p:nvSpPr>
            <p:spPr>
              <a:xfrm rot="5400000">
                <a:off x="5744026" y="28185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734EAA6F-62E2-02C1-7EA2-D25F025A16EA}"/>
                  </a:ext>
                </a:extLst>
              </p:cNvPr>
              <p:cNvSpPr/>
              <p:nvPr/>
            </p:nvSpPr>
            <p:spPr>
              <a:xfrm>
                <a:off x="5473286" y="283844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77E8B9A-FADF-A7AA-1752-ACD424D11F3D}"/>
                  </a:ext>
                </a:extLst>
              </p:cNvPr>
              <p:cNvSpPr/>
              <p:nvPr/>
            </p:nvSpPr>
            <p:spPr>
              <a:xfrm>
                <a:off x="5473286" y="226661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7" name="グループ化 66">
              <a:extLst>
                <a:ext uri="{FF2B5EF4-FFF2-40B4-BE49-F238E27FC236}">
                  <ns2:creationId id="{B9FA6462-8A7D-3125-F94D-569967C5300C}"/>
                </a:ext>
              </a:extLst>
            </p:cNvPr>
            <p:cNvGrpSpPr/>
            <p:nvPr/>
          </p:nvGrpSpPr>
          <p:grpSpPr>
            <a:xfrm>
              <a:off x="3207498" y="3895655"/>
              <a:ext cx="5166034" cy="772663"/>
              <a:chOff x="3207498" y="3895655"/>
              <a:chExt cx="5166034" cy="772663"/>
            </a:xfrm>
          </p:grpSpPr>
          <p:sp>
            <p:nvSpPr>
              <p:cNvPr id="66" name="正方形/長方形 65">
                <a:extLst>
                  <a:ext uri="{FF2B5EF4-FFF2-40B4-BE49-F238E27FC236}">
                    <ns2:creationId id="{E87D169B-A59A-066C-2348-49C9358DBD74}"/>
                  </a:ext>
                </a:extLst>
              </p:cNvPr>
              <p:cNvSpPr/>
              <p:nvPr/>
            </p:nvSpPr>
            <p:spPr>
              <a:xfrm>
                <a:off x="3212652" y="4112622"/>
                <a:ext cx="1024207" cy="347472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8" name="直線コネクタ 47">
                <a:extLst>
                  <a:ext uri="{FF2B5EF4-FFF2-40B4-BE49-F238E27FC236}">
                    <ns2:creationId id="{0BFC1BED-AB1E-5FDC-8263-88BC293F96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コネクタ 49">
                <a:extLst>
                  <a:ext uri="{FF2B5EF4-FFF2-40B4-BE49-F238E27FC236}">
                    <ns2:creationId id="{A3955CA4-66D4-82B3-6075-66FF13E70834}"/>
                  </a:ext>
                </a:extLst>
              </p:cNvPr>
              <p:cNvCxnSpPr/>
              <p:nvPr/>
            </p:nvCxnSpPr>
            <p:spPr>
              <a:xfrm>
                <a:off x="8373532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コネクタ 51">
                <a:extLst>
                  <a:ext uri="{FF2B5EF4-FFF2-40B4-BE49-F238E27FC236}">
                    <ns2:creationId id="{C112D191-2BDE-4417-6E6C-DB9ABA7694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428635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ns2:creationId id="{2FF38956-A97F-30DA-5ECC-079743AC2D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コネクタ 55">
                <a:extLst>
                  <a:ext uri="{FF2B5EF4-FFF2-40B4-BE49-F238E27FC236}">
                    <ns2:creationId id="{3D8AC69C-05DE-07A9-A02E-4180572CCB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線コネクタ 56">
                <a:extLst>
                  <a:ext uri="{FF2B5EF4-FFF2-40B4-BE49-F238E27FC236}">
                    <ns2:creationId id="{5D938372-70FC-2C8B-741D-5B1D5C70EA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線コネクタ 57">
                <a:extLst>
                  <a:ext uri="{FF2B5EF4-FFF2-40B4-BE49-F238E27FC236}">
                    <ns2:creationId id="{6DD8CFD3-79B0-79DC-C22F-02BA19B240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正方形/長方形 58">
                <a:extLst>
                  <a:ext uri="{FF2B5EF4-FFF2-40B4-BE49-F238E27FC236}">
                    <ns2:creationId id="{C0F3189C-E541-6935-C5D8-A91064D9919B}"/>
                  </a:ext>
                </a:extLst>
              </p:cNvPr>
              <p:cNvSpPr/>
              <p:nvPr/>
            </p:nvSpPr>
            <p:spPr>
              <a:xfrm>
                <a:off x="3212655" y="3895655"/>
                <a:ext cx="1037612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0" name="右大かっこ 59">
                <a:extLst>
                  <a:ext uri="{FF2B5EF4-FFF2-40B4-BE49-F238E27FC236}">
                    <ns2:creationId id="{EDE2A462-2634-AD5E-BBD3-D932B7F0008A}"/>
                  </a:ext>
                </a:extLst>
              </p:cNvPr>
              <p:cNvSpPr/>
              <p:nvPr/>
            </p:nvSpPr>
            <p:spPr>
              <a:xfrm rot="5400000">
                <a:off x="5744026" y="197016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320C2754-C7B4-79F7-BBF0-37B437AB8147}"/>
                  </a:ext>
                </a:extLst>
              </p:cNvPr>
              <p:cNvSpPr/>
              <p:nvPr/>
            </p:nvSpPr>
            <p:spPr>
              <a:xfrm>
                <a:off x="5473286" y="452675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40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3AF4579F-5FB4-BECA-9600-B648920D3A66}"/>
                  </a:ext>
                </a:extLst>
              </p:cNvPr>
              <p:cNvSpPr/>
              <p:nvPr/>
            </p:nvSpPr>
            <p:spPr>
              <a:xfrm>
                <a:off x="5473286" y="395492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69" name="グループ化 68">
              <a:extLst>
                <a:ext uri="{FF2B5EF4-FFF2-40B4-BE49-F238E27FC236}">
                  <ns2:creationId id="{2D629065-B4A0-FCB7-B5C8-5BF69D664D64}"/>
                </a:ext>
              </a:extLst>
            </p:cNvPr>
            <p:cNvGrpSpPr/>
            <p:nvPr/>
          </p:nvGrpSpPr>
          <p:grpSpPr>
            <a:xfrm>
              <a:off x="3207498" y="4739811"/>
              <a:ext cx="5166034" cy="772663"/>
              <a:chOff x="3207498" y="3895655"/>
              <a:chExt cx="5166034" cy="772663"/>
            </a:xfrm>
          </p:grpSpPr>
          <p:sp>
            <p:nvSpPr>
              <p:cNvPr id="71" name="正方形/長方形 70">
                <a:extLst>
                  <a:ext uri="{FF2B5EF4-FFF2-40B4-BE49-F238E27FC236}">
                    <ns2:creationId id="{36BAC93F-C95A-DCA2-BE86-459800ED9B2C}"/>
                  </a:ext>
                </a:extLst>
              </p:cNvPr>
              <p:cNvSpPr/>
              <p:nvPr/>
            </p:nvSpPr>
            <p:spPr>
              <a:xfrm>
                <a:off x="3212653" y="4112622"/>
                <a:ext cx="504216" cy="347472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3" name="直線コネクタ 72">
                <a:extLst>
                  <a:ext uri="{FF2B5EF4-FFF2-40B4-BE49-F238E27FC236}">
                    <ns2:creationId id="{561D8C78-406D-768A-6804-8EBB71A180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7498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線コネクタ 73">
                <a:extLst>
                  <a:ext uri="{FF2B5EF4-FFF2-40B4-BE49-F238E27FC236}">
                    <ns2:creationId id="{8BAB50BC-CCDC-A589-1FAB-BC6CE699A66E}"/>
                  </a:ext>
                </a:extLst>
              </p:cNvPr>
              <p:cNvCxnSpPr/>
              <p:nvPr/>
            </p:nvCxnSpPr>
            <p:spPr>
              <a:xfrm>
                <a:off x="8373532" y="4112624"/>
                <a:ext cx="0" cy="347472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コネクタ 74">
                <a:extLst>
                  <a:ext uri="{FF2B5EF4-FFF2-40B4-BE49-F238E27FC236}">
                    <ns2:creationId id="{A113CF86-1DCD-C097-798F-A425D9DE2B3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12654" y="4286359"/>
                <a:ext cx="5160878" cy="0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ns2:creationId id="{9FF4122A-7FD3-CB6D-1CA0-3420857D63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4829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線コネクタ 76">
                <a:extLst>
                  <a:ext uri="{FF2B5EF4-FFF2-40B4-BE49-F238E27FC236}">
                    <ns2:creationId id="{EEDD93D3-C97A-E28F-D4BA-E58A7BEF7F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004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線コネクタ 78">
                <a:extLst>
                  <a:ext uri="{FF2B5EF4-FFF2-40B4-BE49-F238E27FC236}">
                    <ns2:creationId id="{A65031B7-605C-3DA7-D3D2-8DAD82E79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9181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コネクタ 79">
                <a:extLst>
                  <a:ext uri="{FF2B5EF4-FFF2-40B4-BE49-F238E27FC236}">
                    <ns2:creationId id="{59AC6F99-2B4D-E10C-E989-477CCFDD0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1356" y="4195135"/>
                <a:ext cx="0" cy="182447"/>
              </a:xfrm>
              <a:prstGeom prst="line">
                <a:avLst/>
              </a:prstGeom>
              <a:ln w="15875">
                <a:solidFill>
                  <a:schemeClr val="accent5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正方形/長方形 81">
                <a:extLst>
                  <a:ext uri="{FF2B5EF4-FFF2-40B4-BE49-F238E27FC236}">
                    <ns2:creationId id="{715CF8C5-9DC6-7044-784D-B85DDC675B4F}"/>
                  </a:ext>
                </a:extLst>
              </p:cNvPr>
              <p:cNvSpPr/>
              <p:nvPr/>
            </p:nvSpPr>
            <p:spPr>
              <a:xfrm>
                <a:off x="3212655" y="3895655"/>
                <a:ext cx="1037612" cy="21767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ja-JP" altLang="en-US" sz="12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右大かっこ 82">
                <a:extLst>
                  <a:ext uri="{FF2B5EF4-FFF2-40B4-BE49-F238E27FC236}">
                    <ns2:creationId id="{80BC2CE7-2FF2-F99A-57FE-020A82313F3F}"/>
                  </a:ext>
                </a:extLst>
              </p:cNvPr>
              <p:cNvSpPr/>
              <p:nvPr/>
            </p:nvSpPr>
            <p:spPr>
              <a:xfrm rot="5400000">
                <a:off x="5744026" y="1970168"/>
                <a:ext cx="98134" cy="5160879"/>
              </a:xfrm>
              <a:prstGeom prst="rightBracket">
                <a:avLst>
                  <a:gd name="adj" fmla="val 4769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8EC8E076-AC4D-6CB0-FC26-2E6ECEA61452}"/>
                  </a:ext>
                </a:extLst>
              </p:cNvPr>
              <p:cNvSpPr/>
              <p:nvPr/>
            </p:nvSpPr>
            <p:spPr>
              <a:xfrm>
                <a:off x="5473286" y="4526759"/>
                <a:ext cx="639613" cy="141559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20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59A9189E-BF09-A135-8F87-F0476F873A4D}"/>
                  </a:ext>
                </a:extLst>
              </p:cNvPr>
              <p:cNvSpPr/>
              <p:nvPr/>
            </p:nvSpPr>
            <p:spPr>
              <a:xfrm>
                <a:off x="5473286" y="3954924"/>
                <a:ext cx="639613" cy="263542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pic>
          <p:nvPicPr>
            <p:cNvPr id="194" name="図 193">
              <a:extLst>
                <a:ext uri="{FF2B5EF4-FFF2-40B4-BE49-F238E27FC236}">
                  <ns2:creationId id="{91656FB2-A11A-6254-0DDB-EA3CEEAD8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0911" y="3300973"/>
              <a:ext cx="390178" cy="256054"/>
            </a:xfrm>
            <a:prstGeom prst="rect">
              <a:avLst/>
            </a:prstGeom>
          </p:spPr>
        </p:pic>
      </p:grpSp>
      <p:grpSp>
        <p:nvGrpSpPr>
          <p:cNvPr id="78" name="グループ化 77">
            <a:extLst>
              <a:ext uri="{FF2B5EF4-FFF2-40B4-BE49-F238E27FC236}">
                <ns2:creationId id="{D8B3C125-6926-6A7B-1D28-E965C7E026D9}"/>
              </a:ext>
            </a:extLst>
          </p:cNvPr>
          <p:cNvGrpSpPr/>
          <p:nvPr/>
        </p:nvGrpSpPr>
        <p:grpSpPr>
          <a:xfrm>
            <a:off x="8475133" y="1628775"/>
            <a:ext cx="3371583" cy="4679949"/>
            <a:chOff x="8475133" y="1628775"/>
            <a:chExt cx="3371583" cy="4679949"/>
          </a:xfrm>
        </p:grpSpPr>
        <p:sp>
          <p:nvSpPr>
            <p:cNvPr id="17" name="正方形/長方形 16">
              <a:extLst>
                <a:ext uri="{FF2B5EF4-FFF2-40B4-BE49-F238E27FC236}">
                  <ns2:creationId id="{5E237AC2-2E49-866B-B1E2-404B0EA37B2F}"/>
                </a:ext>
              </a:extLst>
            </p:cNvPr>
            <p:cNvSpPr/>
            <p:nvPr/>
          </p:nvSpPr>
          <p:spPr>
            <a:xfrm>
              <a:off x="8475133" y="1628775"/>
              <a:ext cx="3371583" cy="427039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17B3939C-6AA0-2860-E59A-E5CBE91E7FD1}"/>
                </a:ext>
              </a:extLst>
            </p:cNvPr>
            <p:cNvSpPr/>
            <p:nvPr/>
          </p:nvSpPr>
          <p:spPr>
            <a:xfrm>
              <a:off x="8475133" y="2055813"/>
              <a:ext cx="3371583" cy="4252911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86" name="グループ化 185">
              <a:extLst>
                <a:ext uri="{FF2B5EF4-FFF2-40B4-BE49-F238E27FC236}">
                  <ns2:creationId id="{53B5D0C6-94DD-C14B-80E3-02DAABF5CE4B}"/>
                </a:ext>
              </a:extLst>
            </p:cNvPr>
            <p:cNvGrpSpPr/>
            <p:nvPr/>
          </p:nvGrpSpPr>
          <p:grpSpPr>
            <a:xfrm>
              <a:off x="8550141" y="5572242"/>
              <a:ext cx="3221566" cy="655523"/>
              <a:chOff x="8550141" y="5572242"/>
              <a:chExt cx="3221566" cy="655523"/>
            </a:xfrm>
          </p:grpSpPr>
          <p:sp>
            <p:nvSpPr>
              <p:cNvPr id="181" name="正方形/長方形 180">
                <a:extLst>
                  <a:ext uri="{FF2B5EF4-FFF2-40B4-BE49-F238E27FC236}">
                    <ns2:creationId id="{521D30E4-B167-FF1C-9D0C-1D43ACFC30E7}"/>
                  </a:ext>
                </a:extLst>
              </p:cNvPr>
              <p:cNvSpPr/>
              <p:nvPr/>
            </p:nvSpPr>
            <p:spPr>
              <a:xfrm>
                <a:off x="8550141" y="5572242"/>
                <a:ext cx="979092" cy="655523"/>
              </a:xfrm>
              <a:prstGeom prst="rect">
                <a:avLst/>
              </a:prstGeom>
              <a:solidFill>
                <a:srgbClr val="4CAF6C"/>
              </a:solidFill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2" name="正方形/長方形 181">
                <a:extLst>
                  <a:ext uri="{FF2B5EF4-FFF2-40B4-BE49-F238E27FC236}">
                    <ns2:creationId id="{9BE0A29D-F77D-7B0B-C57E-6B05928835AE}"/>
                  </a:ext>
                </a:extLst>
              </p:cNvPr>
              <p:cNvSpPr/>
              <p:nvPr/>
            </p:nvSpPr>
            <p:spPr>
              <a:xfrm>
                <a:off x="9529233" y="5572242"/>
                <a:ext cx="2242474" cy="655523"/>
              </a:xfrm>
              <a:prstGeom prst="rect">
                <a:avLst/>
              </a:prstGeom>
              <a:noFill/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27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85" name="グラフィックス 184" descr="バッジ: チェックマーク 単色塗りつぶし">
                <a:extLst>
                  <a:ext uri="{FF2B5EF4-FFF2-40B4-BE49-F238E27FC236}">
                    <ns2:creationId id="{80664B5E-7E01-D2AC-F9A9-40B4CAB555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8600941" y="5734903"/>
                <a:ext cx="330200" cy="330200"/>
              </a:xfrm>
              <a:prstGeom prst="rect">
                <a:avLst/>
              </a:prstGeom>
            </p:spPr>
          </p:pic>
        </p:grpSp>
        <p:grpSp>
          <p:nvGrpSpPr>
            <p:cNvPr id="47" name="グループ化 46">
              <a:extLst>
                <a:ext uri="{FF2B5EF4-FFF2-40B4-BE49-F238E27FC236}">
                  <ns2:creationId id="{6F33B73D-D064-0C60-2469-F00FA38AFB4C}"/>
                </a:ext>
              </a:extLst>
            </p:cNvPr>
            <p:cNvGrpSpPr/>
            <p:nvPr/>
          </p:nvGrpSpPr>
          <p:grpSpPr>
            <a:xfrm>
              <a:off x="8916257" y="2132180"/>
              <a:ext cx="2489334" cy="1417635"/>
              <a:chOff x="8550141" y="2132180"/>
              <a:chExt cx="2489334" cy="1417635"/>
            </a:xfrm>
          </p:grpSpPr>
          <p:sp>
            <p:nvSpPr>
              <p:cNvPr id="188" name="正方形/長方形 187">
                <a:extLst>
                  <a:ext uri="{FF2B5EF4-FFF2-40B4-BE49-F238E27FC236}">
                    <ns2:creationId id="{720D11A3-3292-6E17-33A8-6D3AE5253B90}"/>
                  </a:ext>
                </a:extLst>
              </p:cNvPr>
              <p:cNvSpPr/>
              <p:nvPr/>
            </p:nvSpPr>
            <p:spPr>
              <a:xfrm>
                <a:off x="8550141" y="2132180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ns2:creationId id="{1170263F-B268-358F-5176-A988862A14AC}"/>
                  </a:ext>
                </a:extLst>
              </p:cNvPr>
              <p:cNvSpPr/>
              <p:nvPr/>
            </p:nvSpPr>
            <p:spPr>
              <a:xfrm>
                <a:off x="9201326" y="2132180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ns2:creationId id="{AEBF8658-5701-CEEC-E157-A11D82F80658}"/>
                  </a:ext>
                </a:extLst>
              </p:cNvPr>
              <p:cNvSpPr/>
              <p:nvPr/>
            </p:nvSpPr>
            <p:spPr>
              <a:xfrm>
                <a:off x="8550141" y="2500535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68FF8043-2F01-41BE-CFB4-1ABCC68D7530}"/>
                  </a:ext>
                </a:extLst>
              </p:cNvPr>
              <p:cNvSpPr/>
              <p:nvPr/>
            </p:nvSpPr>
            <p:spPr>
              <a:xfrm>
                <a:off x="8550141" y="2868891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ns2:creationId id="{A29D29AE-455C-1236-A113-B37AB5166087}"/>
                  </a:ext>
                </a:extLst>
              </p:cNvPr>
              <p:cNvSpPr/>
              <p:nvPr/>
            </p:nvSpPr>
            <p:spPr>
              <a:xfrm>
                <a:off x="8550141" y="3237246"/>
                <a:ext cx="581159" cy="312569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FR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ns2:creationId id="{FC81EE4A-ED78-DD67-16FF-379432EF6042}"/>
                  </a:ext>
                </a:extLst>
              </p:cNvPr>
              <p:cNvSpPr/>
              <p:nvPr/>
            </p:nvSpPr>
            <p:spPr>
              <a:xfrm>
                <a:off x="9201326" y="2500535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76F41298-5DEC-D48E-0240-8A1647956EC5}"/>
                  </a:ext>
                </a:extLst>
              </p:cNvPr>
              <p:cNvSpPr/>
              <p:nvPr/>
            </p:nvSpPr>
            <p:spPr>
              <a:xfrm>
                <a:off x="9201326" y="2868890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7" name="正方形/長方形 196">
                <a:extLst>
                  <a:ext uri="{FF2B5EF4-FFF2-40B4-BE49-F238E27FC236}">
                    <ns2:creationId id="{572372E3-3240-54F0-3F35-BCFD589335FC}"/>
                  </a:ext>
                </a:extLst>
              </p:cNvPr>
              <p:cNvSpPr/>
              <p:nvPr/>
            </p:nvSpPr>
            <p:spPr>
              <a:xfrm>
                <a:off x="9201326" y="3237246"/>
                <a:ext cx="1838149" cy="312569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19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57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99" name="四角形: 角を丸くする 198">
              <a:extLst>
                <a:ext uri="{FF2B5EF4-FFF2-40B4-BE49-F238E27FC236}">
                  <ns2:creationId id="{CA68ED23-1320-0268-94A9-C6F110E0B0CC}"/>
                </a:ext>
              </a:extLst>
            </p:cNvPr>
            <p:cNvSpPr/>
            <p:nvPr/>
          </p:nvSpPr>
          <p:spPr>
            <a:xfrm>
              <a:off x="8550141" y="3706204"/>
              <a:ext cx="3229109" cy="285785"/>
            </a:xfrm>
            <a:prstGeom prst="roundRect">
              <a:avLst>
                <a:gd name="adj" fmla="val 50000"/>
              </a:avLst>
            </a:prstGeom>
            <a:solidFill>
              <a:srgbClr val="4CAF6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02" name="グループ化 201">
              <a:extLst>
                <a:ext uri="{FF2B5EF4-FFF2-40B4-BE49-F238E27FC236}">
                  <ns2:creationId id="{BE25ECF3-7C47-5142-FE38-7BE71C6C53DE}"/>
                </a:ext>
              </a:extLst>
            </p:cNvPr>
            <p:cNvGrpSpPr/>
            <p:nvPr/>
          </p:nvGrpSpPr>
          <p:grpSpPr>
            <a:xfrm>
              <a:off x="8550141" y="4052074"/>
              <a:ext cx="1576454" cy="218182"/>
              <a:chOff x="8550141" y="3660536"/>
              <a:chExt cx="3229109" cy="218182"/>
            </a:xfrm>
          </p:grpSpPr>
          <p:sp>
            <p:nvSpPr>
              <p:cNvPr id="200" name="正方形/長方形 199">
                <a:extLst>
                  <a:ext uri="{FF2B5EF4-FFF2-40B4-BE49-F238E27FC236}">
                    <ns2:creationId id="{3371A016-98B7-85BD-03F0-4DD021A4C249}"/>
                  </a:ext>
                </a:extLst>
              </p:cNvPr>
              <p:cNvSpPr/>
              <p:nvPr/>
            </p:nvSpPr>
            <p:spPr>
              <a:xfrm>
                <a:off x="8550141" y="3660536"/>
                <a:ext cx="3229109" cy="21818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1" name="直線コネクタ 200">
                <a:extLst>
                  <a:ext uri="{FF2B5EF4-FFF2-40B4-BE49-F238E27FC236}">
                    <ns2:creationId id="{0D05C4B9-70F4-BE61-A26D-EE6BC445905B}"/>
                  </a:ext>
                </a:extLst>
              </p:cNvPr>
              <p:cNvCxnSpPr/>
              <p:nvPr/>
            </p:nvCxnSpPr>
            <p:spPr>
              <a:xfrm>
                <a:off x="8550141" y="3878717"/>
                <a:ext cx="322910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3" name="グループ化 201">
              <a:extLst>
                <a:ext uri="{FF2B5EF4-FFF2-40B4-BE49-F238E27FC236}">
                  <ns2:creationId id="{BE25ECF3-7C47-5142-FE38-7BE71C6C53DE}"/>
                </a:ext>
              </a:extLst>
            </p:cNvPr>
            <p:cNvGrpSpPr/>
            <p:nvPr/>
          </p:nvGrpSpPr>
          <p:grpSpPr>
            <a:xfrm>
              <a:off x="10202795" y="4052074"/>
              <a:ext cx="1576454" cy="218182"/>
              <a:chOff x="8550141" y="3660536"/>
              <a:chExt cx="3229109" cy="218182"/>
            </a:xfrm>
          </p:grpSpPr>
          <p:sp>
            <p:nvSpPr>
              <p:cNvPr id="204" name="正方形/長方形 199">
                <a:extLst>
                  <a:ext uri="{FF2B5EF4-FFF2-40B4-BE49-F238E27FC236}">
                    <ns2:creationId id="{3371A016-98B7-85BD-03F0-4DD021A4C249}"/>
                  </a:ext>
                </a:extLst>
              </p:cNvPr>
              <p:cNvSpPr/>
              <p:nvPr/>
            </p:nvSpPr>
            <p:spPr>
              <a:xfrm>
                <a:off x="8550141" y="3660536"/>
                <a:ext cx="3229109" cy="21818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5" name="直線コネクタ 200">
                <a:extLst>
                  <a:ext uri="{FF2B5EF4-FFF2-40B4-BE49-F238E27FC236}">
                    <ns2:creationId id="{0D05C4B9-70F4-BE61-A26D-EE6BC445905B}"/>
                  </a:ext>
                </a:extLst>
              </p:cNvPr>
              <p:cNvCxnSpPr/>
              <p:nvPr/>
            </p:nvCxnSpPr>
            <p:spPr>
              <a:xfrm>
                <a:off x="8550141" y="3878717"/>
                <a:ext cx="322910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Shape 59">
              <a:extLst>
                <a:ext uri="{FF2B5EF4-FFF2-40B4-BE49-F238E27FC236}">
                  <ns2:creationId id="{B67660DF-C6F5-1B43-3442-826566D4C385}"/>
                </a:ext>
              </a:extLst>
            </p:cNvPr>
            <p:cNvSpPr/>
            <p:nvPr/>
          </p:nvSpPr>
          <p:spPr>
            <a:xfrm rot="16200000">
              <a:off x="8442083" y="4917146"/>
              <a:ext cx="889537" cy="239520"/>
            </a:xfrm>
            <a:prstGeom prst="rect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8" name="Shape 61">
              <a:extLst>
                <a:ext uri="{FF2B5EF4-FFF2-40B4-BE49-F238E27FC236}">
                  <ns2:creationId id="{F9AA0E3D-C117-C2FA-575A-F35822E94D60}"/>
                </a:ext>
              </a:extLst>
            </p:cNvPr>
            <p:cNvSpPr/>
            <p:nvPr/>
          </p:nvSpPr>
          <p:spPr>
            <a:xfrm rot="16200000">
              <a:off x="9024414" y="5047960"/>
              <a:ext cx="627908" cy="239520"/>
            </a:xfrm>
            <a:prstGeom prst="rect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" name="Shape 63">
              <a:extLst>
                <a:ext uri="{FF2B5EF4-FFF2-40B4-BE49-F238E27FC236}">
                  <ns2:creationId id="{D5414EB7-DEF3-0BE5-7528-6851C217534B}"/>
                </a:ext>
              </a:extLst>
            </p:cNvPr>
            <p:cNvSpPr/>
            <p:nvPr/>
          </p:nvSpPr>
          <p:spPr>
            <a:xfrm rot="16200000">
              <a:off x="9580581" y="5152610"/>
              <a:ext cx="418606" cy="239520"/>
            </a:xfrm>
            <a:prstGeom prst="rect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7" name="直線コネクタ 36">
              <a:extLst>
                <a:ext uri="{FF2B5EF4-FFF2-40B4-BE49-F238E27FC236}">
                  <ns2:creationId id="{C443550E-A1C5-5E4F-26AD-2B6442EADFAA}"/>
                </a:ext>
              </a:extLst>
            </p:cNvPr>
            <p:cNvCxnSpPr/>
            <p:nvPr/>
          </p:nvCxnSpPr>
          <p:spPr>
            <a:xfrm>
              <a:off x="8550141" y="5481674"/>
              <a:ext cx="157645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正方形/長方形 38">
              <a:extLst>
                <a:ext uri="{FF2B5EF4-FFF2-40B4-BE49-F238E27FC236}">
                  <ns2:creationId id="{27BD27EF-67DF-755F-8173-02E01FBCCE13}"/>
                </a:ext>
              </a:extLst>
            </p:cNvPr>
            <p:cNvSpPr/>
            <p:nvPr/>
          </p:nvSpPr>
          <p:spPr>
            <a:xfrm>
              <a:off x="8682055" y="4338050"/>
              <a:ext cx="40959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67424A81-C1D9-5E7E-3F43-E56ED7C06A1F}"/>
                </a:ext>
              </a:extLst>
            </p:cNvPr>
            <p:cNvSpPr/>
            <p:nvPr/>
          </p:nvSpPr>
          <p:spPr>
            <a:xfrm>
              <a:off x="9133571" y="4585224"/>
              <a:ext cx="40959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941D7DF0-3BD6-D7ED-CB3B-1903C72BA165}"/>
                </a:ext>
              </a:extLst>
            </p:cNvPr>
            <p:cNvSpPr/>
            <p:nvPr/>
          </p:nvSpPr>
          <p:spPr>
            <a:xfrm>
              <a:off x="9585087" y="4819227"/>
              <a:ext cx="409593" cy="21767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0" name="グループ化 69">
              <a:extLst>
                <a:ext uri="{FF2B5EF4-FFF2-40B4-BE49-F238E27FC236}">
                  <ns2:creationId id="{6ECC50E9-27F6-95F1-654C-9D49EF4E4264}"/>
                </a:ext>
              </a:extLst>
            </p:cNvPr>
            <p:cNvGrpSpPr/>
            <p:nvPr/>
          </p:nvGrpSpPr>
          <p:grpSpPr>
            <a:xfrm>
              <a:off x="10419746" y="4739810"/>
              <a:ext cx="1142552" cy="741864"/>
              <a:chOff x="10419746" y="4592137"/>
              <a:chExt cx="1142552" cy="889537"/>
            </a:xfrm>
          </p:grpSpPr>
          <p:sp>
            <p:nvSpPr>
              <p:cNvPr id="49" name="Shape 59">
                <a:extLst>
                  <a:ext uri="{FF2B5EF4-FFF2-40B4-BE49-F238E27FC236}">
                    <ns2:creationId id="{B31E129B-BFF8-E5D9-EBDA-8B1D5FD897A8}"/>
                  </a:ext>
                </a:extLst>
              </p:cNvPr>
              <p:cNvSpPr/>
              <p:nvPr/>
            </p:nvSpPr>
            <p:spPr>
              <a:xfrm rot="16200000">
                <a:off x="10094737" y="4917146"/>
                <a:ext cx="889537" cy="239520"/>
              </a:xfrm>
              <a:prstGeom prst="rect">
                <a:avLst/>
              </a:prstGeom>
              <a:solidFill>
                <a:schemeClr val="accent6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1" name="Shape 61">
                <a:extLst>
                  <a:ext uri="{FF2B5EF4-FFF2-40B4-BE49-F238E27FC236}">
                    <ns2:creationId id="{C981434C-FB02-D4F8-25CA-D0D2B9B3747F}"/>
                  </a:ext>
                </a:extLst>
              </p:cNvPr>
              <p:cNvSpPr/>
              <p:nvPr/>
            </p:nvSpPr>
            <p:spPr>
              <a:xfrm rot="16200000">
                <a:off x="10677068" y="5047960"/>
                <a:ext cx="627908" cy="239520"/>
              </a:xfrm>
              <a:prstGeom prst="rect">
                <a:avLst/>
              </a:prstGeom>
              <a:solidFill>
                <a:schemeClr val="accent6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3" name="Shape 63">
                <a:extLst>
                  <a:ext uri="{FF2B5EF4-FFF2-40B4-BE49-F238E27FC236}">
                    <ns2:creationId id="{2D80FA07-72D6-D911-8E84-D60D6670DE7D}"/>
                  </a:ext>
                </a:extLst>
              </p:cNvPr>
              <p:cNvSpPr/>
              <p:nvPr/>
            </p:nvSpPr>
            <p:spPr>
              <a:xfrm rot="16200000">
                <a:off x="11233235" y="5152610"/>
                <a:ext cx="418606" cy="239520"/>
              </a:xfrm>
              <a:prstGeom prst="rect">
                <a:avLst/>
              </a:prstGeom>
              <a:solidFill>
                <a:schemeClr val="accent6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</p:grpSp>
        <p:cxnSp>
          <p:nvCxnSpPr>
            <p:cNvPr id="55" name="直線コネクタ 54">
              <a:extLst>
                <a:ext uri="{FF2B5EF4-FFF2-40B4-BE49-F238E27FC236}">
                  <ns2:creationId id="{66B68F39-D3B1-F4D2-AB09-87F2137799EB}"/>
                </a:ext>
              </a:extLst>
            </p:cNvPr>
            <p:cNvCxnSpPr/>
            <p:nvPr/>
          </p:nvCxnSpPr>
          <p:spPr>
            <a:xfrm>
              <a:off x="10202795" y="5481674"/>
              <a:ext cx="157645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正方形/長方形 60">
              <a:extLst>
                <a:ext uri="{FF2B5EF4-FFF2-40B4-BE49-F238E27FC236}">
                  <ns2:creationId id="{19FE6AC7-C9F3-F7A2-DEEA-FEB7BD606009}"/>
                </a:ext>
              </a:extLst>
            </p:cNvPr>
            <p:cNvSpPr/>
            <p:nvPr/>
          </p:nvSpPr>
          <p:spPr>
            <a:xfrm>
              <a:off x="10202795" y="4434756"/>
              <a:ext cx="673422" cy="25408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315F59FA-3F7F-C3DA-9FAC-CE78B7C7773D}"/>
                </a:ext>
              </a:extLst>
            </p:cNvPr>
            <p:cNvSpPr/>
            <p:nvPr/>
          </p:nvSpPr>
          <p:spPr>
            <a:xfrm>
              <a:off x="10654311" y="4750131"/>
              <a:ext cx="673422" cy="1381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9BF8CB6E-478B-A69E-752A-9988BF5FA09F}"/>
                </a:ext>
              </a:extLst>
            </p:cNvPr>
            <p:cNvSpPr/>
            <p:nvPr/>
          </p:nvSpPr>
          <p:spPr>
            <a:xfrm>
              <a:off x="11105827" y="4819227"/>
              <a:ext cx="673422" cy="2857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楕円 71">
              <a:extLst>
                <a:ext uri="{FF2B5EF4-FFF2-40B4-BE49-F238E27FC236}">
                  <ns2:creationId id="{E0864B9F-4D68-7D0B-98E2-4B9A1171F6BE}"/>
                </a:ext>
              </a:extLst>
            </p:cNvPr>
            <p:cNvSpPr/>
            <p:nvPr/>
          </p:nvSpPr>
          <p:spPr>
            <a:xfrm>
              <a:off x="11274186" y="3495282"/>
              <a:ext cx="444213" cy="44421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2742344116"/>
      </p:ext>
    </p:extLst>
  </p:cSld>
  <p:clrMapOvr>
    <a:masterClrMapping/>
  </p:clrMapOvr>
</p:sld>
</file>

<file path=ppt/slides/slide25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5EEBDE8-03CB-0EB9-E9B3-6360ACB5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3BE6A7D-694E-3377-2C62-776FFDE7E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×</a:t>
            </a:r>
            <a:r>
              <a:rPr lang="ja-JP" altLang="en-US" dirty="0"/>
              <a:t>XX</a:t>
            </a:r>
            <a:r>
              <a:rPr lang="en-US" altLang="ja-JP" dirty="0"/>
              <a:t>2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D1377FAD-9C57-72D0-B6B7-C32BF5786C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300</a:t>
            </a: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8</a:t>
            </a:r>
            <a:r>
              <a:rPr kumimoji="1" lang="ja-JP" altLang="en-US" dirty="0"/>
              <a:t>XX</a:t>
            </a:r>
            <a:r>
              <a:rPr kumimoji="1" lang="en-US" altLang="ja-JP" dirty="0"/>
              <a:t>27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3496E5E5-2697-0CF9-3066-11AEFBAA95D2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7" name="グループ化 46">
            <a:extLst>
              <a:ext uri="{FF2B5EF4-FFF2-40B4-BE49-F238E27FC236}">
                <ns2:creationId id="{FA8893EC-8DA5-3231-1E1E-93308387878C}"/>
              </a:ext>
            </a:extLst>
          </p:cNvPr>
          <p:cNvGrpSpPr/>
          <p:nvPr/>
        </p:nvGrpSpPr>
        <p:grpSpPr>
          <a:xfrm>
            <a:off x="334960" y="1628775"/>
            <a:ext cx="5678490" cy="4679950"/>
            <a:chOff x="334960" y="1628775"/>
            <a:chExt cx="5678490" cy="4679950"/>
          </a:xfrm>
        </p:grpSpPr>
        <p:sp>
          <p:nvSpPr>
            <p:cNvPr id="3" name="二等辺三角形 2">
              <a:extLst>
                <a:ext uri="{FF2B5EF4-FFF2-40B4-BE49-F238E27FC236}">
                  <ns2:creationId id="{193E9AE2-322C-CB67-2860-D7426E9AAE42}"/>
                </a:ext>
              </a:extLst>
            </p:cNvPr>
            <p:cNvSpPr/>
            <p:nvPr/>
          </p:nvSpPr>
          <p:spPr>
            <a:xfrm rot="5400000">
              <a:off x="2714335" y="1320713"/>
              <a:ext cx="919738" cy="5678487"/>
            </a:xfrm>
            <a:prstGeom prst="triangle">
              <a:avLst/>
            </a:prstGeom>
            <a:gradFill>
              <a:gsLst>
                <a:gs pos="0">
                  <a:srgbClr val="E5F3EA"/>
                </a:gs>
                <a:gs pos="100000">
                  <a:schemeClr val="accent5">
                    <a:alpha val="40000"/>
                  </a:schemeClr>
                </a:gs>
              </a:gsLst>
              <a:lin ang="16200000" scaled="1"/>
            </a:gra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C3714DE6-7F0A-9775-CD58-3E6045D313F3}"/>
                </a:ext>
              </a:extLst>
            </p:cNvPr>
            <p:cNvSpPr/>
            <p:nvPr/>
          </p:nvSpPr>
          <p:spPr>
            <a:xfrm>
              <a:off x="334963" y="1628775"/>
              <a:ext cx="5678487" cy="335523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Text 16">
              <a:extLst>
                <a:ext uri="{FF2B5EF4-FFF2-40B4-BE49-F238E27FC236}">
                  <ns2:creationId id="{785A9D44-5BFB-99D6-6C7C-5591F45894D4}"/>
                </a:ext>
              </a:extLst>
            </p:cNvPr>
            <p:cNvSpPr txBox="1"/>
            <p:nvPr/>
          </p:nvSpPr>
          <p:spPr>
            <a:xfrm>
              <a:off x="1792514" y="1674531"/>
              <a:ext cx="757555" cy="244009"/>
            </a:xfrm>
            <a:prstGeom prst="roundRect">
              <a:avLst>
                <a:gd name="adj" fmla="val 10965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grpSp>
          <p:nvGrpSpPr>
            <p:cNvPr id="88" name="グループ化 87">
              <a:extLst>
                <a:ext uri="{FF2B5EF4-FFF2-40B4-BE49-F238E27FC236}">
                  <ns2:creationId id="{22C2D4EE-567E-53F1-455D-5086EBB9E310}"/>
                </a:ext>
              </a:extLst>
            </p:cNvPr>
            <p:cNvGrpSpPr/>
            <p:nvPr/>
          </p:nvGrpSpPr>
          <p:grpSpPr>
            <a:xfrm>
              <a:off x="334963" y="2018746"/>
              <a:ext cx="5678487" cy="285785"/>
              <a:chOff x="334963" y="2147327"/>
              <a:chExt cx="5678487" cy="363644"/>
            </a:xfrm>
          </p:grpSpPr>
          <p:sp>
            <p:nvSpPr>
              <p:cNvPr id="68" name="Text 16">
                <a:extLst>
                  <a:ext uri="{FF2B5EF4-FFF2-40B4-BE49-F238E27FC236}">
                    <ns2:creationId id="{80DAF595-B1D5-69D7-CC08-791F4D0FB9F9}"/>
                  </a:ext>
                </a:extLst>
              </p:cNvPr>
              <p:cNvSpPr txBox="1"/>
              <p:nvPr/>
            </p:nvSpPr>
            <p:spPr>
              <a:xfrm>
                <a:off x="334963" y="2147327"/>
                <a:ext cx="1356678" cy="36364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300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87" name="Text 16">
                <a:extLst>
                  <a:ext uri="{FF2B5EF4-FFF2-40B4-BE49-F238E27FC236}">
                    <ns2:creationId id="{1265C56F-FA33-908C-1CC1-119A21E312E3}"/>
                  </a:ext>
                </a:extLst>
              </p:cNvPr>
              <p:cNvSpPr txBox="1"/>
              <p:nvPr/>
            </p:nvSpPr>
            <p:spPr>
              <a:xfrm>
                <a:off x="1792514" y="2147327"/>
                <a:ext cx="4220936" cy="3636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(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13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PM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)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</p:grpSp>
        <p:sp>
          <p:nvSpPr>
            <p:cNvPr id="93" name="四角形: 角を丸くする 92">
              <a:extLst>
                <a:ext uri="{FF2B5EF4-FFF2-40B4-BE49-F238E27FC236}">
                  <ns2:creationId id="{F9A69631-875E-3963-4171-1AAC1DF39D26}"/>
                </a:ext>
              </a:extLst>
            </p:cNvPr>
            <p:cNvSpPr/>
            <p:nvPr/>
          </p:nvSpPr>
          <p:spPr>
            <a:xfrm>
              <a:off x="1559652" y="3381206"/>
              <a:ext cx="3229109" cy="285785"/>
            </a:xfrm>
            <a:prstGeom prst="roundRect">
              <a:avLst>
                <a:gd name="adj" fmla="val 50000"/>
              </a:avLst>
            </a:prstGeom>
            <a:solidFill>
              <a:srgbClr val="4CAF6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Text 16">
              <a:extLst>
                <a:ext uri="{FF2B5EF4-FFF2-40B4-BE49-F238E27FC236}">
                  <ns2:creationId id="{BF9BF137-C22F-FE10-CC4A-1E777D2ED592}"/>
                </a:ext>
              </a:extLst>
            </p:cNvPr>
            <p:cNvSpPr txBox="1"/>
            <p:nvPr/>
          </p:nvSpPr>
          <p:spPr>
            <a:xfrm>
              <a:off x="334963" y="4681062"/>
              <a:ext cx="5678487" cy="242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72000" tIns="0" rIns="0" bIns="0" rtlCol="0" anchor="ctr"/>
            <a:lstStyle/>
            <a:p>
              <a:pPr marL="268288" marR="0" lvl="0" indent="-268288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Wingdings" panose="05000000000000000000" pitchFamily="2" charset="2"/>
                <a:buChar char="n"/>
                <a:tabLst/>
                <a:defRPr/>
              </a:pP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27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1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140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grpSp>
          <p:nvGrpSpPr>
            <p:cNvPr id="150" name="グループ化 149">
              <a:extLst>
                <a:ext uri="{FF2B5EF4-FFF2-40B4-BE49-F238E27FC236}">
                  <ns2:creationId id="{34CE17CA-15C8-CAC8-9694-04D4624FA517}"/>
                </a:ext>
              </a:extLst>
            </p:cNvPr>
            <p:cNvGrpSpPr/>
            <p:nvPr/>
          </p:nvGrpSpPr>
          <p:grpSpPr>
            <a:xfrm>
              <a:off x="421718" y="2358979"/>
              <a:ext cx="5504975" cy="900728"/>
              <a:chOff x="421718" y="2577908"/>
              <a:chExt cx="5504975" cy="900728"/>
            </a:xfrm>
          </p:grpSpPr>
          <p:sp>
            <p:nvSpPr>
              <p:cNvPr id="130" name="Shape 13">
                <a:extLst>
                  <a:ext uri="{FF2B5EF4-FFF2-40B4-BE49-F238E27FC236}">
                    <ns2:creationId id="{4834EB6E-5F05-CA8E-E0BE-80C3900EC9D5}"/>
                  </a:ext>
                </a:extLst>
              </p:cNvPr>
              <p:cNvSpPr/>
              <p:nvPr/>
            </p:nvSpPr>
            <p:spPr>
              <a:xfrm>
                <a:off x="421718" y="2641666"/>
                <a:ext cx="2385489" cy="384048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 w="12700">
                <a:noFill/>
                <a:prstDash val="solid"/>
              </a:ln>
            </p:spPr>
            <p:txBody>
              <a:bodyPr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130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31" name="Shape 16">
                <a:extLst>
                  <a:ext uri="{FF2B5EF4-FFF2-40B4-BE49-F238E27FC236}">
                    <ns2:creationId id="{0AF30DB2-2008-8244-6554-E6384369A270}"/>
                  </a:ext>
                </a:extLst>
              </p:cNvPr>
              <p:cNvSpPr/>
              <p:nvPr/>
            </p:nvSpPr>
            <p:spPr>
              <a:xfrm>
                <a:off x="2807207" y="2641666"/>
                <a:ext cx="1467993" cy="384048"/>
              </a:xfrm>
              <a:prstGeom prst="rect">
                <a:avLst/>
              </a:prstGeom>
              <a:solidFill>
                <a:schemeClr val="accent5">
                  <a:alpha val="70000"/>
                </a:schemeClr>
              </a:solidFill>
              <a:ln w="12700">
                <a:noFill/>
                <a:prstDash val="solid"/>
              </a:ln>
            </p:spPr>
            <p:txBody>
              <a:bodyPr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80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32" name="Shape 19">
                <a:extLst>
                  <a:ext uri="{FF2B5EF4-FFF2-40B4-BE49-F238E27FC236}">
                    <ns2:creationId id="{AE19782F-7391-40B3-1272-915E7F318331}"/>
                  </a:ext>
                </a:extLst>
              </p:cNvPr>
              <p:cNvSpPr/>
              <p:nvPr/>
            </p:nvSpPr>
            <p:spPr>
              <a:xfrm>
                <a:off x="4275201" y="2641666"/>
                <a:ext cx="1651492" cy="384048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12700">
                <a:noFill/>
                <a:prstDash val="solid"/>
              </a:ln>
            </p:spPr>
            <p:txBody>
              <a:bodyPr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90</a:t>
                </a:r>
                <a:r>
                  <a:rPr kumimoji="1" lang="ja-JP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35" name="Text 15">
                <a:extLst>
                  <a:ext uri="{FF2B5EF4-FFF2-40B4-BE49-F238E27FC236}">
                    <ns2:creationId id="{651D59FF-425A-551B-EB66-0C70AAE2D5F3}"/>
                  </a:ext>
                </a:extLst>
              </p:cNvPr>
              <p:cNvSpPr txBox="1"/>
              <p:nvPr/>
            </p:nvSpPr>
            <p:spPr>
              <a:xfrm>
                <a:off x="421719" y="3086489"/>
                <a:ext cx="2385488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6" name="Text 18">
                <a:extLst>
                  <a:ext uri="{FF2B5EF4-FFF2-40B4-BE49-F238E27FC236}">
                    <ns2:creationId id="{AB225741-F4EB-EEBF-1AB0-3B4E12EA5CC0}"/>
                  </a:ext>
                </a:extLst>
              </p:cNvPr>
              <p:cNvSpPr txBox="1"/>
              <p:nvPr/>
            </p:nvSpPr>
            <p:spPr>
              <a:xfrm>
                <a:off x="2807207" y="3086489"/>
                <a:ext cx="1467993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7" name="Text 21">
                <a:extLst>
                  <a:ext uri="{FF2B5EF4-FFF2-40B4-BE49-F238E27FC236}">
                    <ns2:creationId id="{8A070A6D-789E-D941-C022-05D6F37CEADC}"/>
                  </a:ext>
                </a:extLst>
              </p:cNvPr>
              <p:cNvSpPr txBox="1"/>
              <p:nvPr/>
            </p:nvSpPr>
            <p:spPr>
              <a:xfrm>
                <a:off x="4275201" y="3086489"/>
                <a:ext cx="1651491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149" name="グループ化 148">
                <a:extLst>
                  <a:ext uri="{FF2B5EF4-FFF2-40B4-BE49-F238E27FC236}">
                    <ns2:creationId id="{3DC7EC09-8278-9A82-1026-CF749D371596}"/>
                  </a:ext>
                </a:extLst>
              </p:cNvPr>
              <p:cNvGrpSpPr/>
              <p:nvPr/>
            </p:nvGrpSpPr>
            <p:grpSpPr>
              <a:xfrm>
                <a:off x="421718" y="2577908"/>
                <a:ext cx="5504974" cy="900728"/>
                <a:chOff x="421718" y="2577908"/>
                <a:chExt cx="5504974" cy="511564"/>
              </a:xfrm>
            </p:grpSpPr>
            <p:cxnSp>
              <p:nvCxnSpPr>
                <p:cNvPr id="138" name="直線コネクタ 137">
                  <a:extLst>
                    <a:ext uri="{FF2B5EF4-FFF2-40B4-BE49-F238E27FC236}">
                      <ns2:creationId id="{85634E3E-7ED2-8C17-F92A-FAD21266C4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26692" y="2577908"/>
                  <a:ext cx="0" cy="5115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直線コネクタ 143">
                  <a:extLst>
                    <a:ext uri="{FF2B5EF4-FFF2-40B4-BE49-F238E27FC236}">
                      <ns2:creationId id="{618D4DF7-53CE-4F46-1A61-C586AED720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1718" y="2577908"/>
                  <a:ext cx="0" cy="511564"/>
                </a:xfrm>
                <a:prstGeom prst="line">
                  <a:avLst/>
                </a:prstGeom>
                <a:ln w="1587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6" name="直線コネクタ 145">
                <a:extLst>
                  <a:ext uri="{FF2B5EF4-FFF2-40B4-BE49-F238E27FC236}">
                    <ns2:creationId id="{D3054002-1559-C8D8-58D8-B50376783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7207" y="3025714"/>
                <a:ext cx="0" cy="444823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線コネクタ 147">
                <a:extLst>
                  <a:ext uri="{FF2B5EF4-FFF2-40B4-BE49-F238E27FC236}">
                    <ns2:creationId id="{4AD9D4C7-645B-7D66-9038-03B6F77464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5200" y="3025714"/>
                <a:ext cx="0" cy="444823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3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334963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300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94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1773634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endParaRPr kumimoji="1" lang="ja-JP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sp>
          <p:nvSpPr>
            <p:cNvPr id="195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3212305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lvl="0" algn="ctr">
                <a:defRPr/>
              </a:pPr>
              <a:r>
                <a:rPr lang="ja-JP" altLang="en-US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4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endParaRPr lang="ja-JP" altLang="en-US" b="1" dirty="0">
                <a:solidFill>
                  <a:srgbClr val="C00000"/>
                </a:solidFill>
                <a:latin typeface="+mn-ea"/>
                <a:cs typeface="Meiryo" pitchFamily="34" charset="-120"/>
              </a:endParaRPr>
            </a:p>
          </p:txBody>
        </p:sp>
        <p:sp>
          <p:nvSpPr>
            <p:cNvPr id="196" name="Text 15">
              <a:extLst>
                <a:ext uri="{FF2B5EF4-FFF2-40B4-BE49-F238E27FC236}">
                  <ns2:creationId id="{5380859A-1738-36F1-D6C4-09F99E4D7844}"/>
                </a:ext>
              </a:extLst>
            </p:cNvPr>
            <p:cNvSpPr txBox="1"/>
            <p:nvPr/>
          </p:nvSpPr>
          <p:spPr>
            <a:xfrm>
              <a:off x="4650976" y="3792460"/>
              <a:ext cx="1362471" cy="734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lvl="0" algn="ctr">
                <a:defRPr/>
              </a:pPr>
              <a:r>
                <a:rPr lang="ja-JP" altLang="en-US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r>
                <a:rPr lang="ja-JP" altLang="en-US" sz="1400" b="1" dirty="0">
                  <a:solidFill>
                    <a:srgbClr val="C00000"/>
                  </a:solidFill>
                  <a:latin typeface="+mn-ea"/>
                  <a:cs typeface="Meiryo" pitchFamily="34" charset="-120"/>
                </a:rPr>
                <a:t>XX</a:t>
              </a:r>
              <a:endParaRPr lang="ja-JP" altLang="en-US" b="1" dirty="0">
                <a:solidFill>
                  <a:srgbClr val="C00000"/>
                </a:solidFill>
                <a:latin typeface="+mn-ea"/>
                <a:cs typeface="Meiryo" pitchFamily="34" charset="-120"/>
              </a:endParaRPr>
            </a:p>
          </p:txBody>
        </p:sp>
        <p:grpSp>
          <p:nvGrpSpPr>
            <p:cNvPr id="99" name="グループ化 98">
              <a:extLst>
                <a:ext uri="{FF2B5EF4-FFF2-40B4-BE49-F238E27FC236}">
                  <ns2:creationId id="{0DDB3BFF-AF65-0624-E257-BF0831A80E1F}"/>
                </a:ext>
              </a:extLst>
            </p:cNvPr>
            <p:cNvGrpSpPr/>
            <p:nvPr/>
          </p:nvGrpSpPr>
          <p:grpSpPr>
            <a:xfrm>
              <a:off x="334963" y="4977860"/>
              <a:ext cx="5678484" cy="1330865"/>
              <a:chOff x="334963" y="4977860"/>
              <a:chExt cx="5678484" cy="1330865"/>
            </a:xfrm>
          </p:grpSpPr>
          <p:sp>
            <p:nvSpPr>
              <p:cNvPr id="151" name="正方形/長方形 150">
                <a:extLst>
                  <a:ext uri="{FF2B5EF4-FFF2-40B4-BE49-F238E27FC236}">
                    <ns2:creationId id="{4A920663-BA14-0867-44C3-7A585541E4F0}"/>
                  </a:ext>
                </a:extLst>
              </p:cNvPr>
              <p:cNvSpPr/>
              <p:nvPr/>
            </p:nvSpPr>
            <p:spPr>
              <a:xfrm>
                <a:off x="334963" y="4977862"/>
                <a:ext cx="795337" cy="1330863"/>
              </a:xfrm>
              <a:prstGeom prst="rect">
                <a:avLst/>
              </a:prstGeom>
              <a:solidFill>
                <a:srgbClr val="4CAF6C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C7550161-0A03-5471-0945-7F4BEE9C7E47}"/>
                  </a:ext>
                </a:extLst>
              </p:cNvPr>
              <p:cNvSpPr/>
              <p:nvPr/>
            </p:nvSpPr>
            <p:spPr>
              <a:xfrm>
                <a:off x="1718647" y="4977860"/>
                <a:ext cx="1287020" cy="421200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7" name="正方形/長方形 3">
                <a:extLst>
                  <a:ext uri="{FF2B5EF4-FFF2-40B4-BE49-F238E27FC236}">
                    <ns2:creationId id="{C7550161-0A03-5471-0945-7F4BEE9C7E47}"/>
                  </a:ext>
                </a:extLst>
              </p:cNvPr>
              <p:cNvSpPr/>
              <p:nvPr/>
            </p:nvSpPr>
            <p:spPr>
              <a:xfrm>
                <a:off x="1718647" y="5432692"/>
                <a:ext cx="1287020" cy="4212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8" name="正方形/長方形 3">
                <a:extLst>
                  <a:ext uri="{FF2B5EF4-FFF2-40B4-BE49-F238E27FC236}">
                    <ns2:creationId id="{C7550161-0A03-5471-0945-7F4BEE9C7E47}"/>
                  </a:ext>
                </a:extLst>
              </p:cNvPr>
              <p:cNvSpPr/>
              <p:nvPr/>
            </p:nvSpPr>
            <p:spPr>
              <a:xfrm>
                <a:off x="1718647" y="5887524"/>
                <a:ext cx="1287020" cy="4212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CB4867C2-F4B9-ECB5-8A2F-6567542F577E}"/>
                  </a:ext>
                </a:extLst>
              </p:cNvPr>
              <p:cNvSpPr/>
              <p:nvPr/>
            </p:nvSpPr>
            <p:spPr>
              <a:xfrm>
                <a:off x="3005667" y="4977860"/>
                <a:ext cx="3007780" cy="421200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正方形/長方形 3">
                <a:extLst>
                  <a:ext uri="{FF2B5EF4-FFF2-40B4-BE49-F238E27FC236}">
                    <ns2:creationId id="{D4567588-3035-4BA7-B95B-F98A18D0F47C}"/>
                  </a:ext>
                </a:extLst>
              </p:cNvPr>
              <p:cNvSpPr/>
              <p:nvPr/>
            </p:nvSpPr>
            <p:spPr>
              <a:xfrm>
                <a:off x="3005667" y="5432692"/>
                <a:ext cx="3007780" cy="421200"/>
              </a:xfrm>
              <a:prstGeom prst="rect">
                <a:avLst/>
              </a:prstGeom>
              <a:noFill/>
              <a:ln w="9525">
                <a:solidFill>
                  <a:schemeClr val="accent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TW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3">
                <a:extLst>
                  <a:ext uri="{FF2B5EF4-FFF2-40B4-BE49-F238E27FC236}">
                    <ns2:creationId id="{A79E63B1-4E52-AEFC-0041-389666EC8526}"/>
                  </a:ext>
                </a:extLst>
              </p:cNvPr>
              <p:cNvSpPr/>
              <p:nvPr/>
            </p:nvSpPr>
            <p:spPr>
              <a:xfrm>
                <a:off x="3005667" y="5887524"/>
                <a:ext cx="3007780" cy="421200"/>
              </a:xfrm>
              <a:prstGeom prst="rect">
                <a:avLst/>
              </a:prstGeom>
              <a:noFill/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楕円 54">
                <a:extLst>
                  <a:ext uri="{FF2B5EF4-FFF2-40B4-BE49-F238E27FC236}">
                    <ns2:creationId id="{53070B85-62B2-FE85-6FCE-BD1C1166A2EC}"/>
                  </a:ext>
                </a:extLst>
              </p:cNvPr>
              <p:cNvSpPr/>
              <p:nvPr/>
            </p:nvSpPr>
            <p:spPr>
              <a:xfrm>
                <a:off x="1429041" y="5003039"/>
                <a:ext cx="370841" cy="370841"/>
              </a:xfrm>
              <a:prstGeom prst="ellipse">
                <a:avLst/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57" name="グラフィックス 56" descr="山形の矢印 単色塗りつぶし">
                <a:extLst>
                  <a:ext uri="{FF2B5EF4-FFF2-40B4-BE49-F238E27FC236}">
                    <ns2:creationId id="{CEAD0197-D93A-37C8-E1EF-CE03092170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1497040" y="5071038"/>
                <a:ext cx="234842" cy="234842"/>
              </a:xfrm>
              <a:prstGeom prst="rect">
                <a:avLst/>
              </a:prstGeom>
            </p:spPr>
          </p:pic>
          <p:sp>
            <p:nvSpPr>
              <p:cNvPr id="60" name="楕円 59">
                <a:extLst>
                  <a:ext uri="{FF2B5EF4-FFF2-40B4-BE49-F238E27FC236}">
                    <ns2:creationId id="{097BE8C3-F611-DCF6-88C3-17B67C39871A}"/>
                  </a:ext>
                </a:extLst>
              </p:cNvPr>
              <p:cNvSpPr/>
              <p:nvPr/>
            </p:nvSpPr>
            <p:spPr>
              <a:xfrm>
                <a:off x="1429041" y="5457871"/>
                <a:ext cx="370841" cy="370841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61" name="グラフィックス 60" descr="左矢印付きの円 単色塗りつぶし">
                <a:extLst>
                  <a:ext uri="{FF2B5EF4-FFF2-40B4-BE49-F238E27FC236}">
                    <ns2:creationId id="{D1C265CB-8812-8130-C8DB-51EC171DFC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 flipH="1">
                <a:off x="1497040" y="5525870"/>
                <a:ext cx="234842" cy="234842"/>
              </a:xfrm>
              <a:prstGeom prst="rect">
                <a:avLst/>
              </a:prstGeom>
            </p:spPr>
          </p:pic>
          <p:sp>
            <p:nvSpPr>
              <p:cNvPr id="63" name="楕円 62">
                <a:extLst>
                  <a:ext uri="{FF2B5EF4-FFF2-40B4-BE49-F238E27FC236}">
                    <ns2:creationId id="{4551E930-F618-4605-D35C-0459A6465FE3}"/>
                  </a:ext>
                </a:extLst>
              </p:cNvPr>
              <p:cNvSpPr/>
              <p:nvPr/>
            </p:nvSpPr>
            <p:spPr>
              <a:xfrm>
                <a:off x="1429041" y="5912703"/>
                <a:ext cx="370841" cy="37084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1200" dirty="0">
                  <a:solidFill>
                    <a:prstClr val="black"/>
                  </a:solidFill>
                </a:endParaRPr>
              </a:p>
            </p:txBody>
          </p:sp>
          <p:pic>
            <p:nvPicPr>
              <p:cNvPr id="64" name="グラフィックス 63" descr="停止 単色塗りつぶし">
                <a:extLst>
                  <a:ext uri="{FF2B5EF4-FFF2-40B4-BE49-F238E27FC236}">
                    <ns2:creationId id="{4748C629-B7B1-DA24-827A-CC75A3CA36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497040" y="5980702"/>
                <a:ext cx="234842" cy="234842"/>
              </a:xfrm>
              <a:prstGeom prst="rect">
                <a:avLst/>
              </a:prstGeom>
            </p:spPr>
          </p:pic>
          <p:sp>
            <p:nvSpPr>
              <p:cNvPr id="72" name="正方形/長方形 71">
                <a:extLst>
                  <a:ext uri="{FF2B5EF4-FFF2-40B4-BE49-F238E27FC236}">
                    <ns2:creationId id="{3724E9A7-2931-25D4-6922-B86DBF9459F0}"/>
                  </a:ext>
                </a:extLst>
              </p:cNvPr>
              <p:cNvSpPr/>
              <p:nvPr/>
            </p:nvSpPr>
            <p:spPr>
              <a:xfrm>
                <a:off x="4915462" y="4977860"/>
                <a:ext cx="1097985" cy="4212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10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 </a:t>
                </a:r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3" name="正方形/長方形 3">
                <a:extLst>
                  <a:ext uri="{FF2B5EF4-FFF2-40B4-BE49-F238E27FC236}">
                    <ns2:creationId id="{B2E08BD4-62DE-EDE2-D6E5-C22B20D67C6F}"/>
                  </a:ext>
                </a:extLst>
              </p:cNvPr>
              <p:cNvSpPr/>
              <p:nvPr/>
            </p:nvSpPr>
            <p:spPr>
              <a:xfrm>
                <a:off x="4915462" y="5432692"/>
                <a:ext cx="1097985" cy="4212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10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zh-TW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4" name="正方形/長方形 3">
                <a:extLst>
                  <a:ext uri="{FF2B5EF4-FFF2-40B4-BE49-F238E27FC236}">
                    <ns2:creationId id="{592E0526-112C-9652-119B-1A0571464FFD}"/>
                  </a:ext>
                </a:extLst>
              </p:cNvPr>
              <p:cNvSpPr/>
              <p:nvPr/>
            </p:nvSpPr>
            <p:spPr>
              <a:xfrm>
                <a:off x="4915462" y="5887524"/>
                <a:ext cx="1097985" cy="4212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10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75" name="直線コネクタ 74">
                <a:extLst>
                  <a:ext uri="{FF2B5EF4-FFF2-40B4-BE49-F238E27FC236}">
                    <ns2:creationId id="{AC012165-8F79-5E96-FF5E-7AD7EC997D19}"/>
                  </a:ext>
                </a:extLst>
              </p:cNvPr>
              <p:cNvCxnSpPr>
                <a:cxnSpLocks/>
                <a:stCxn id="60" idx="2"/>
                <a:endCxn id="151" idx="3"/>
              </p:cNvCxnSpPr>
              <p:nvPr/>
            </p:nvCxnSpPr>
            <p:spPr>
              <a:xfrm flipH="1">
                <a:off x="1130300" y="5643292"/>
                <a:ext cx="298741" cy="2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5" name="グループ化 84">
                <a:extLst>
                  <a:ext uri="{FF2B5EF4-FFF2-40B4-BE49-F238E27FC236}">
                    <ns2:creationId id="{1970D51D-48DD-721E-255E-2B15D59BAAF4}"/>
                  </a:ext>
                </a:extLst>
              </p:cNvPr>
              <p:cNvGrpSpPr/>
              <p:nvPr/>
            </p:nvGrpSpPr>
            <p:grpSpPr>
              <a:xfrm>
                <a:off x="1130300" y="5188460"/>
                <a:ext cx="298741" cy="191544"/>
                <a:chOff x="1130300" y="5188460"/>
                <a:chExt cx="298741" cy="191544"/>
              </a:xfrm>
            </p:grpSpPr>
            <p:cxnSp>
              <p:nvCxnSpPr>
                <p:cNvPr id="78" name="直線コネクタ 77">
                  <a:extLst>
                    <a:ext uri="{FF2B5EF4-FFF2-40B4-BE49-F238E27FC236}">
                      <ns2:creationId id="{E1A7F2F9-37F3-BF43-53CD-D667BF79B8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30300" y="5188460"/>
                  <a:ext cx="144803" cy="19154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直線コネクタ 80">
                  <a:extLst>
                    <a:ext uri="{FF2B5EF4-FFF2-40B4-BE49-F238E27FC236}">
                      <ns2:creationId id="{259C176C-612A-E498-FB1B-3A82DC3F08FC}"/>
                    </a:ext>
                  </a:extLst>
                </p:cNvPr>
                <p:cNvCxnSpPr>
                  <a:cxnSpLocks/>
                  <a:stCxn id="55" idx="2"/>
                </p:cNvCxnSpPr>
                <p:nvPr/>
              </p:nvCxnSpPr>
              <p:spPr>
                <a:xfrm flipH="1">
                  <a:off x="1275103" y="5188460"/>
                  <a:ext cx="153938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2" name="直線コネクタ 91">
                <a:extLst>
                  <a:ext uri="{FF2B5EF4-FFF2-40B4-BE49-F238E27FC236}">
                    <ns2:creationId id="{37168333-C61C-49E1-B8C7-58C9636B7D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130300" y="5906580"/>
                <a:ext cx="144803" cy="191544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C4C00BAC-032D-C225-E2CA-778513C33485}"/>
                  </a:ext>
                </a:extLst>
              </p:cNvPr>
              <p:cNvCxnSpPr>
                <a:cxnSpLocks/>
                <a:stCxn id="63" idx="2"/>
              </p:cNvCxnSpPr>
              <p:nvPr/>
            </p:nvCxnSpPr>
            <p:spPr>
              <a:xfrm flipH="1" flipV="1">
                <a:off x="1275103" y="6098123"/>
                <a:ext cx="153938" cy="1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5" name="グループ化 44">
            <a:extLst>
              <a:ext uri="{FF2B5EF4-FFF2-40B4-BE49-F238E27FC236}">
                <ns2:creationId id="{A5CD27A0-E957-ACCA-FAA5-18F996C5CC4F}"/>
              </a:ext>
            </a:extLst>
          </p:cNvPr>
          <p:cNvGrpSpPr/>
          <p:nvPr/>
        </p:nvGrpSpPr>
        <p:grpSpPr>
          <a:xfrm>
            <a:off x="6184021" y="1628775"/>
            <a:ext cx="5683714" cy="4682309"/>
            <a:chOff x="6184021" y="1628775"/>
            <a:chExt cx="5683714" cy="4682309"/>
          </a:xfrm>
        </p:grpSpPr>
        <p:sp>
          <p:nvSpPr>
            <p:cNvPr id="35" name="正方形/長方形 34">
              <a:extLst>
                <a:ext uri="{FF2B5EF4-FFF2-40B4-BE49-F238E27FC236}">
                  <ns2:creationId id="{77D31036-B1A4-E778-9227-0AC4B59E1AB6}"/>
                </a:ext>
              </a:extLst>
            </p:cNvPr>
            <p:cNvSpPr/>
            <p:nvPr/>
          </p:nvSpPr>
          <p:spPr>
            <a:xfrm>
              <a:off x="6189248" y="1628775"/>
              <a:ext cx="5678487" cy="335523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Text 16">
              <a:extLst>
                <a:ext uri="{FF2B5EF4-FFF2-40B4-BE49-F238E27FC236}">
                  <ns2:creationId id="{DCBBBA2A-92FE-ABB5-3DFD-DC1B6AE9A50D}"/>
                </a:ext>
              </a:extLst>
            </p:cNvPr>
            <p:cNvSpPr txBox="1"/>
            <p:nvPr/>
          </p:nvSpPr>
          <p:spPr>
            <a:xfrm>
              <a:off x="7603256" y="1674531"/>
              <a:ext cx="757555" cy="244009"/>
            </a:xfrm>
            <a:prstGeom prst="roundRect">
              <a:avLst>
                <a:gd name="adj" fmla="val 10965"/>
              </a:avLst>
            </a:prstGeom>
            <a:solidFill>
              <a:schemeClr val="bg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grpSp>
          <p:nvGrpSpPr>
            <p:cNvPr id="89" name="グループ化 88">
              <a:extLst>
                <a:ext uri="{FF2B5EF4-FFF2-40B4-BE49-F238E27FC236}">
                  <ns2:creationId id="{0D090FDA-CC20-3E87-AF3E-1B34B1D4A22A}"/>
                </a:ext>
              </a:extLst>
            </p:cNvPr>
            <p:cNvGrpSpPr/>
            <p:nvPr/>
          </p:nvGrpSpPr>
          <p:grpSpPr>
            <a:xfrm>
              <a:off x="6265239" y="2018746"/>
              <a:ext cx="5526503" cy="285785"/>
              <a:chOff x="334963" y="2147327"/>
              <a:chExt cx="5526503" cy="363644"/>
            </a:xfrm>
          </p:grpSpPr>
          <p:sp>
            <p:nvSpPr>
              <p:cNvPr id="90" name="Text 16">
                <a:extLst>
                  <a:ext uri="{FF2B5EF4-FFF2-40B4-BE49-F238E27FC236}">
                    <ns2:creationId id="{5A8FCD7A-9FED-4506-0339-A0F34440C620}"/>
                  </a:ext>
                </a:extLst>
              </p:cNvPr>
              <p:cNvSpPr txBox="1"/>
              <p:nvPr/>
            </p:nvSpPr>
            <p:spPr>
              <a:xfrm>
                <a:off x="334963" y="2147327"/>
                <a:ext cx="1356678" cy="36364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TW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zh-TW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8</a:t>
                </a:r>
                <a:r>
                  <a:rPr kumimoji="1" lang="zh-TW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  <p:sp>
            <p:nvSpPr>
              <p:cNvPr id="91" name="Text 16">
                <a:extLst>
                  <a:ext uri="{FF2B5EF4-FFF2-40B4-BE49-F238E27FC236}">
                    <ns2:creationId id="{DEDFF734-67C9-3FD1-C8FC-369654FE2C46}"/>
                  </a:ext>
                </a:extLst>
              </p:cNvPr>
              <p:cNvSpPr txBox="1"/>
              <p:nvPr/>
            </p:nvSpPr>
            <p:spPr>
              <a:xfrm>
                <a:off x="1792514" y="2147327"/>
                <a:ext cx="4068952" cy="3636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8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(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30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～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40</a:t>
                </a:r>
                <a:r>
                  <a: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4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)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</p:grpSp>
        <p:sp>
          <p:nvSpPr>
            <p:cNvPr id="98" name="Text 16">
              <a:extLst>
                <a:ext uri="{FF2B5EF4-FFF2-40B4-BE49-F238E27FC236}">
                  <ns2:creationId id="{9053A975-3FAD-0153-DE81-EFA3F0966BF4}"/>
                </a:ext>
              </a:extLst>
            </p:cNvPr>
            <p:cNvSpPr txBox="1"/>
            <p:nvPr/>
          </p:nvSpPr>
          <p:spPr>
            <a:xfrm>
              <a:off x="6189247" y="4681061"/>
              <a:ext cx="5667791" cy="242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72000" tIns="0" rIns="0" bIns="0" rtlCol="0" anchor="ctr"/>
            <a:lstStyle/>
            <a:p>
              <a:pPr marL="268288" marR="0" lvl="0" indent="-268288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Wingdings" panose="05000000000000000000" pitchFamily="2" charset="2"/>
                <a:buChar char="n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4</a:t>
              </a:r>
              <a:r>
                <a: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39" name="Shape 13">
              <a:extLst>
                <a:ext uri="{FF2B5EF4-FFF2-40B4-BE49-F238E27FC236}">
                  <ns2:creationId id="{CDBD92A7-EC8E-73C4-5C98-3EB64833F994}"/>
                </a:ext>
              </a:extLst>
            </p:cNvPr>
            <p:cNvSpPr/>
            <p:nvPr/>
          </p:nvSpPr>
          <p:spPr>
            <a:xfrm>
              <a:off x="6276004" y="2422737"/>
              <a:ext cx="2045996" cy="384048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3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0" name="Shape 16">
              <a:extLst>
                <a:ext uri="{FF2B5EF4-FFF2-40B4-BE49-F238E27FC236}">
                  <ns2:creationId id="{2FC11836-5295-D199-A8A7-F64EC287C48C}"/>
                </a:ext>
              </a:extLst>
            </p:cNvPr>
            <p:cNvSpPr/>
            <p:nvPr/>
          </p:nvSpPr>
          <p:spPr>
            <a:xfrm>
              <a:off x="8322000" y="2422737"/>
              <a:ext cx="1383592" cy="384048"/>
            </a:xfrm>
            <a:prstGeom prst="rect">
              <a:avLst/>
            </a:prstGeom>
            <a:solidFill>
              <a:schemeClr val="accent5">
                <a:alpha val="9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2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1" name="Shape 19">
              <a:extLst>
                <a:ext uri="{FF2B5EF4-FFF2-40B4-BE49-F238E27FC236}">
                  <ns2:creationId id="{214A1B9A-8A59-5E78-560A-0A90009A25C1}"/>
                </a:ext>
              </a:extLst>
            </p:cNvPr>
            <p:cNvSpPr/>
            <p:nvPr/>
          </p:nvSpPr>
          <p:spPr>
            <a:xfrm>
              <a:off x="11089182" y="2422737"/>
              <a:ext cx="691796" cy="38404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1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2" name="Text 15">
              <a:extLst>
                <a:ext uri="{FF2B5EF4-FFF2-40B4-BE49-F238E27FC236}">
                  <ns2:creationId id="{13CAC133-5253-A1BF-BBE0-1C659D523AC9}"/>
                </a:ext>
              </a:extLst>
            </p:cNvPr>
            <p:cNvSpPr txBox="1"/>
            <p:nvPr/>
          </p:nvSpPr>
          <p:spPr>
            <a:xfrm>
              <a:off x="6276004" y="2867560"/>
              <a:ext cx="2045995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</a:p>
          </p:txBody>
        </p:sp>
        <p:sp>
          <p:nvSpPr>
            <p:cNvPr id="143" name="Text 18">
              <a:extLst>
                <a:ext uri="{FF2B5EF4-FFF2-40B4-BE49-F238E27FC236}">
                  <ns2:creationId id="{9ED46731-CA33-D9DD-8E0D-A59853880716}"/>
                </a:ext>
              </a:extLst>
            </p:cNvPr>
            <p:cNvSpPr txBox="1"/>
            <p:nvPr/>
          </p:nvSpPr>
          <p:spPr>
            <a:xfrm>
              <a:off x="8321999" y="2867560"/>
              <a:ext cx="13835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DX</a:t>
              </a:r>
            </a:p>
          </p:txBody>
        </p:sp>
        <p:grpSp>
          <p:nvGrpSpPr>
            <p:cNvPr id="147" name="グループ化 146">
              <a:extLst>
                <a:ext uri="{FF2B5EF4-FFF2-40B4-BE49-F238E27FC236}">
                  <ns2:creationId id="{FC39E572-7E9F-43A2-A134-4EC56C5F1EEF}"/>
                </a:ext>
              </a:extLst>
            </p:cNvPr>
            <p:cNvGrpSpPr/>
            <p:nvPr/>
          </p:nvGrpSpPr>
          <p:grpSpPr>
            <a:xfrm>
              <a:off x="6276003" y="2358979"/>
              <a:ext cx="5504974" cy="900728"/>
              <a:chOff x="421718" y="2577908"/>
              <a:chExt cx="5504974" cy="511564"/>
            </a:xfrm>
          </p:grpSpPr>
          <p:cxnSp>
            <p:nvCxnSpPr>
              <p:cNvPr id="154" name="直線コネクタ 153">
                <a:extLst>
                  <a:ext uri="{FF2B5EF4-FFF2-40B4-BE49-F238E27FC236}">
                    <ns2:creationId id="{E4F688DE-7E3C-7536-744A-4917CE414D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26692" y="2577908"/>
                <a:ext cx="0" cy="511564"/>
              </a:xfrm>
              <a:prstGeom prst="line">
                <a:avLst/>
              </a:prstGeom>
              <a:ln w="158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直線コネクタ 154">
                <a:extLst>
                  <a:ext uri="{FF2B5EF4-FFF2-40B4-BE49-F238E27FC236}">
                    <ns2:creationId id="{2A520C87-FD99-92DC-21E5-D307BD5DE0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1718" y="2577908"/>
                <a:ext cx="0" cy="511564"/>
              </a:xfrm>
              <a:prstGeom prst="line">
                <a:avLst/>
              </a:prstGeom>
              <a:ln w="158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2" name="直線コネクタ 151">
              <a:extLst>
                <a:ext uri="{FF2B5EF4-FFF2-40B4-BE49-F238E27FC236}">
                  <ns2:creationId id="{FB120996-C05A-DB2D-41FE-16AC42FCDBFA}"/>
                </a:ext>
              </a:extLst>
            </p:cNvPr>
            <p:cNvCxnSpPr>
              <a:cxnSpLocks/>
            </p:cNvCxnSpPr>
            <p:nvPr/>
          </p:nvCxnSpPr>
          <p:spPr>
            <a:xfrm>
              <a:off x="8322000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ns2:creationId id="{F7BE09C9-C072-6A91-6948-064A96D1BA26}"/>
                </a:ext>
              </a:extLst>
            </p:cNvPr>
            <p:cNvCxnSpPr>
              <a:cxnSpLocks/>
            </p:cNvCxnSpPr>
            <p:nvPr/>
          </p:nvCxnSpPr>
          <p:spPr>
            <a:xfrm>
              <a:off x="9704710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Shape 16">
              <a:extLst>
                <a:ext uri="{FF2B5EF4-FFF2-40B4-BE49-F238E27FC236}">
                  <ns2:creationId id="{435270EC-7E84-95DF-EFD3-31125EF1793C}"/>
                </a:ext>
              </a:extLst>
            </p:cNvPr>
            <p:cNvSpPr/>
            <p:nvPr/>
          </p:nvSpPr>
          <p:spPr>
            <a:xfrm>
              <a:off x="9705592" y="2422737"/>
              <a:ext cx="691790" cy="384048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1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8" name="Shape 16">
              <a:extLst>
                <a:ext uri="{FF2B5EF4-FFF2-40B4-BE49-F238E27FC236}">
                  <ns2:creationId id="{BBD15F1F-2243-0D95-7B27-D4C43219D872}"/>
                </a:ext>
              </a:extLst>
            </p:cNvPr>
            <p:cNvSpPr/>
            <p:nvPr/>
          </p:nvSpPr>
          <p:spPr>
            <a:xfrm>
              <a:off x="10397382" y="2422737"/>
              <a:ext cx="691790" cy="384048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12700">
              <a:noFill/>
              <a:prstDash val="solid"/>
            </a:ln>
          </p:spPr>
          <p:txBody>
            <a:bodyPr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1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69" name="直線コネクタ 168">
              <a:extLst>
                <a:ext uri="{FF2B5EF4-FFF2-40B4-BE49-F238E27FC236}">
                  <ns2:creationId id="{19318D57-ECC7-C77A-8819-02A3B4C93996}"/>
                </a:ext>
              </a:extLst>
            </p:cNvPr>
            <p:cNvCxnSpPr>
              <a:cxnSpLocks/>
            </p:cNvCxnSpPr>
            <p:nvPr/>
          </p:nvCxnSpPr>
          <p:spPr>
            <a:xfrm>
              <a:off x="10397382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27A45CC9-C38C-8298-2CEF-9D573B9B490E}"/>
                </a:ext>
              </a:extLst>
            </p:cNvPr>
            <p:cNvCxnSpPr>
              <a:cxnSpLocks/>
            </p:cNvCxnSpPr>
            <p:nvPr/>
          </p:nvCxnSpPr>
          <p:spPr>
            <a:xfrm>
              <a:off x="11089172" y="2806785"/>
              <a:ext cx="0" cy="444823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Text 18">
              <a:extLst>
                <a:ext uri="{FF2B5EF4-FFF2-40B4-BE49-F238E27FC236}">
                  <ns2:creationId id="{6D2F8838-94EE-FB77-C773-D3533D293646}"/>
                </a:ext>
              </a:extLst>
            </p:cNvPr>
            <p:cNvSpPr txBox="1"/>
            <p:nvPr/>
          </p:nvSpPr>
          <p:spPr>
            <a:xfrm>
              <a:off x="9705592" y="2867560"/>
              <a:ext cx="69179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72" name="Text 18">
              <a:extLst>
                <a:ext uri="{FF2B5EF4-FFF2-40B4-BE49-F238E27FC236}">
                  <ns2:creationId id="{D77B4C40-303E-E766-2018-6F89A7AAA34F}"/>
                </a:ext>
              </a:extLst>
            </p:cNvPr>
            <p:cNvSpPr txBox="1"/>
            <p:nvPr/>
          </p:nvSpPr>
          <p:spPr>
            <a:xfrm>
              <a:off x="10397381" y="2867560"/>
              <a:ext cx="69179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173" name="Text 18">
              <a:extLst>
                <a:ext uri="{FF2B5EF4-FFF2-40B4-BE49-F238E27FC236}">
                  <ns2:creationId id="{E9CFC3DC-5835-9D41-2338-4BF4F63BC91F}"/>
                </a:ext>
              </a:extLst>
            </p:cNvPr>
            <p:cNvSpPr txBox="1"/>
            <p:nvPr/>
          </p:nvSpPr>
          <p:spPr>
            <a:xfrm>
              <a:off x="11089186" y="2867560"/>
              <a:ext cx="69179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D139DF0E-6651-B0E4-3E8A-E626FACE78EA}"/>
                </a:ext>
              </a:extLst>
            </p:cNvPr>
            <p:cNvGrpSpPr/>
            <p:nvPr/>
          </p:nvGrpSpPr>
          <p:grpSpPr>
            <a:xfrm>
              <a:off x="6184021" y="3381206"/>
              <a:ext cx="5683713" cy="1238618"/>
              <a:chOff x="6184021" y="3381206"/>
              <a:chExt cx="5683713" cy="1238618"/>
            </a:xfrm>
          </p:grpSpPr>
          <p:sp>
            <p:nvSpPr>
              <p:cNvPr id="94" name="四角形: 角を丸くする 93">
                <a:extLst>
                  <a:ext uri="{FF2B5EF4-FFF2-40B4-BE49-F238E27FC236}">
                    <ns2:creationId id="{DA2A2536-254E-A366-E364-DB0A468D0DF1}"/>
                  </a:ext>
                </a:extLst>
              </p:cNvPr>
              <p:cNvSpPr/>
              <p:nvPr/>
            </p:nvSpPr>
            <p:spPr>
              <a:xfrm>
                <a:off x="7413936" y="3381206"/>
                <a:ext cx="3229109" cy="285785"/>
              </a:xfrm>
              <a:prstGeom prst="roundRect">
                <a:avLst>
                  <a:gd name="adj" fmla="val 50000"/>
                </a:avLst>
              </a:prstGeom>
              <a:solidFill>
                <a:srgbClr val="4CAF6C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74" name="直線コネクタ 173">
                <a:extLst>
                  <a:ext uri="{FF2B5EF4-FFF2-40B4-BE49-F238E27FC236}">
                    <ns2:creationId id="{48120F4B-8AE5-7AC9-B78F-DC6560E3F7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89248" y="4106883"/>
                <a:ext cx="567848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楕円 175">
                <a:extLst>
                  <a:ext uri="{FF2B5EF4-FFF2-40B4-BE49-F238E27FC236}">
                    <ns2:creationId id="{9D8E1911-7758-FB15-8CB3-38433924B946}"/>
                  </a:ext>
                </a:extLst>
              </p:cNvPr>
              <p:cNvSpPr/>
              <p:nvPr/>
            </p:nvSpPr>
            <p:spPr>
              <a:xfrm>
                <a:off x="6620420" y="4005914"/>
                <a:ext cx="201937" cy="201937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77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6184021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1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27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7334958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4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～</a:t>
                </a: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9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28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8485895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9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29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9636832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12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230" name="Text 15">
                <a:extLst>
                  <a:ext uri="{FF2B5EF4-FFF2-40B4-BE49-F238E27FC236}">
                    <ns2:creationId id="{290D19D5-4A6A-7718-A3B5-CF9ECE24ED64}"/>
                  </a:ext>
                </a:extLst>
              </p:cNvPr>
              <p:cNvSpPr txBox="1"/>
              <p:nvPr/>
            </p:nvSpPr>
            <p:spPr>
              <a:xfrm>
                <a:off x="10787769" y="3740369"/>
                <a:ext cx="107473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27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zh-TW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3</a:t>
                </a:r>
                <a:r>
                  <a: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6" name="楕円 5">
                <a:extLst>
                  <a:ext uri="{FF2B5EF4-FFF2-40B4-BE49-F238E27FC236}">
                    <ns2:creationId id="{698E5CB8-DA9E-BD22-4629-24B0470E3581}"/>
                  </a:ext>
                </a:extLst>
              </p:cNvPr>
              <p:cNvSpPr/>
              <p:nvPr/>
            </p:nvSpPr>
            <p:spPr>
              <a:xfrm>
                <a:off x="7771357" y="4005914"/>
                <a:ext cx="201937" cy="201937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" name="楕円 6">
                <a:extLst>
                  <a:ext uri="{FF2B5EF4-FFF2-40B4-BE49-F238E27FC236}">
                    <ns2:creationId id="{1D6406C0-8468-A796-D8D5-54DDC94843CE}"/>
                  </a:ext>
                </a:extLst>
              </p:cNvPr>
              <p:cNvSpPr/>
              <p:nvPr/>
            </p:nvSpPr>
            <p:spPr>
              <a:xfrm>
                <a:off x="8922293" y="4005914"/>
                <a:ext cx="201937" cy="201937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" name="楕円 7">
                <a:extLst>
                  <a:ext uri="{FF2B5EF4-FFF2-40B4-BE49-F238E27FC236}">
                    <ns2:creationId id="{C41302BA-86C3-5A5A-1385-78E85E90ABAB}"/>
                  </a:ext>
                </a:extLst>
              </p:cNvPr>
              <p:cNvSpPr/>
              <p:nvPr/>
            </p:nvSpPr>
            <p:spPr>
              <a:xfrm>
                <a:off x="10073232" y="4005914"/>
                <a:ext cx="201937" cy="20193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9" name="楕円 8">
                <a:extLst>
                  <a:ext uri="{FF2B5EF4-FFF2-40B4-BE49-F238E27FC236}">
                    <ns2:creationId id="{1F5D1A5C-F8D0-2493-5042-F4AF8A9A4513}"/>
                  </a:ext>
                </a:extLst>
              </p:cNvPr>
              <p:cNvSpPr/>
              <p:nvPr/>
            </p:nvSpPr>
            <p:spPr>
              <a:xfrm>
                <a:off x="11224169" y="4005914"/>
                <a:ext cx="201937" cy="20193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0" name="Text 15">
                <a:extLst>
                  <a:ext uri="{FF2B5EF4-FFF2-40B4-BE49-F238E27FC236}">
                    <ns2:creationId id="{6D529B72-2D60-650E-9C72-37DE3A2C7EF5}"/>
                  </a:ext>
                </a:extLst>
              </p:cNvPr>
              <p:cNvSpPr txBox="1"/>
              <p:nvPr/>
            </p:nvSpPr>
            <p:spPr>
              <a:xfrm>
                <a:off x="6184021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2" name="Text 15">
                <a:extLst>
                  <a:ext uri="{FF2B5EF4-FFF2-40B4-BE49-F238E27FC236}">
                    <ns2:creationId id="{6E94C040-6DE6-7F8B-1E4A-A8AAAC274BA7}"/>
                  </a:ext>
                </a:extLst>
              </p:cNvPr>
              <p:cNvSpPr txBox="1"/>
              <p:nvPr/>
            </p:nvSpPr>
            <p:spPr>
              <a:xfrm>
                <a:off x="7334958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1</a:t>
                </a:r>
                <a:r>
                  <a:rPr kumimoji="1" lang="en-US" altLang="zh-TW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3" name="Text 15">
                <a:extLst>
                  <a:ext uri="{FF2B5EF4-FFF2-40B4-BE49-F238E27FC236}">
                    <ns2:creationId id="{FAAD73C5-90EF-CE30-DD93-305514B46008}"/>
                  </a:ext>
                </a:extLst>
              </p:cNvPr>
              <p:cNvSpPr txBox="1"/>
              <p:nvPr/>
            </p:nvSpPr>
            <p:spPr>
              <a:xfrm>
                <a:off x="8485895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5" name="Text 15">
                <a:extLst>
                  <a:ext uri="{FF2B5EF4-FFF2-40B4-BE49-F238E27FC236}">
                    <ns2:creationId id="{49C0E678-7B96-43B0-F27A-478453D75E8E}"/>
                  </a:ext>
                </a:extLst>
              </p:cNvPr>
              <p:cNvSpPr txBox="1"/>
              <p:nvPr/>
            </p:nvSpPr>
            <p:spPr>
              <a:xfrm>
                <a:off x="9636832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6" name="Text 15">
                <a:extLst>
                  <a:ext uri="{FF2B5EF4-FFF2-40B4-BE49-F238E27FC236}">
                    <ns2:creationId id="{C90AA7E6-FF30-A86B-9712-CF2929F009A1}"/>
                  </a:ext>
                </a:extLst>
              </p:cNvPr>
              <p:cNvSpPr txBox="1"/>
              <p:nvPr/>
            </p:nvSpPr>
            <p:spPr>
              <a:xfrm>
                <a:off x="10787769" y="4262513"/>
                <a:ext cx="1074737" cy="3573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2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</a:p>
            </p:txBody>
          </p:sp>
          <p:sp>
            <p:nvSpPr>
              <p:cNvPr id="17" name="楕円 16">
                <a:extLst>
                  <a:ext uri="{FF2B5EF4-FFF2-40B4-BE49-F238E27FC236}">
                    <ns2:creationId id="{AA7592B9-6A5E-C5A1-974B-C5CE916AAACD}"/>
                  </a:ext>
                </a:extLst>
              </p:cNvPr>
              <p:cNvSpPr/>
              <p:nvPr/>
            </p:nvSpPr>
            <p:spPr>
              <a:xfrm>
                <a:off x="10711569" y="3457392"/>
                <a:ext cx="133413" cy="133413"/>
              </a:xfrm>
              <a:prstGeom prst="ellipse">
                <a:avLst/>
              </a:prstGeom>
              <a:solidFill>
                <a:schemeClr val="accent5"/>
              </a:solidFill>
              <a:ln w="190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8" name="Text 15">
                <a:extLst>
                  <a:ext uri="{FF2B5EF4-FFF2-40B4-BE49-F238E27FC236}">
                    <ns2:creationId id="{BA9EE58D-52C9-9EC1-E818-04FBCC64D3BB}"/>
                  </a:ext>
                </a:extLst>
              </p:cNvPr>
              <p:cNvSpPr txBox="1"/>
              <p:nvPr/>
            </p:nvSpPr>
            <p:spPr>
              <a:xfrm>
                <a:off x="10888739" y="3423129"/>
                <a:ext cx="322185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zh-TW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  <p:sp>
            <p:nvSpPr>
              <p:cNvPr id="19" name="楕円 18">
                <a:extLst>
                  <a:ext uri="{FF2B5EF4-FFF2-40B4-BE49-F238E27FC236}">
                    <ns2:creationId id="{981EAD09-3694-9B5F-EED8-1610560E200C}"/>
                  </a:ext>
                </a:extLst>
              </p:cNvPr>
              <p:cNvSpPr/>
              <p:nvPr/>
            </p:nvSpPr>
            <p:spPr>
              <a:xfrm>
                <a:off x="11254681" y="3457392"/>
                <a:ext cx="133413" cy="133413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110000"/>
                  </a:lnSpc>
                  <a:defRPr/>
                </a:pP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0" name="Text 15">
                <a:extLst>
                  <a:ext uri="{FF2B5EF4-FFF2-40B4-BE49-F238E27FC236}">
                    <ns2:creationId id="{4D78F055-6BBC-C958-1773-0055304CD98F}"/>
                  </a:ext>
                </a:extLst>
              </p:cNvPr>
              <p:cNvSpPr txBox="1"/>
              <p:nvPr/>
            </p:nvSpPr>
            <p:spPr>
              <a:xfrm>
                <a:off x="11431851" y="3423129"/>
                <a:ext cx="425187" cy="2019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+mn-ea"/>
                    <a:cs typeface="Meiryo" pitchFamily="34" charset="-120"/>
                  </a:rPr>
                  <a:t>XX</a:t>
                </a:r>
                <a:endParaRPr kumimoji="1" lang="zh-TW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endParaRPr>
              </a:p>
            </p:txBody>
          </p:sp>
        </p:grpSp>
        <p:sp>
          <p:nvSpPr>
            <p:cNvPr id="54" name="四角形: 角を丸くする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6189247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1" name="正方形/長方形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7625244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2" name="正方形/長方形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9061241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3" name="正方形/長方形 53">
              <a:extLst>
                <a:ext uri="{FF2B5EF4-FFF2-40B4-BE49-F238E27FC236}">
                  <ns2:creationId id="{E3576F80-0B91-3C4F-DF5F-13831FF51F9E}"/>
                </a:ext>
              </a:extLst>
            </p:cNvPr>
            <p:cNvSpPr/>
            <p:nvPr/>
          </p:nvSpPr>
          <p:spPr>
            <a:xfrm>
              <a:off x="10497238" y="4980221"/>
              <a:ext cx="1359797" cy="1330863"/>
            </a:xfrm>
            <a:prstGeom prst="roundRect">
              <a:avLst>
                <a:gd name="adj" fmla="val 4058"/>
              </a:avLst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9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Text 15">
              <a:extLst>
                <a:ext uri="{FF2B5EF4-FFF2-40B4-BE49-F238E27FC236}">
                  <ns2:creationId id="{D3EEB2C3-146D-FE47-D446-984A44A20744}"/>
                </a:ext>
              </a:extLst>
            </p:cNvPr>
            <p:cNvSpPr txBox="1"/>
            <p:nvPr/>
          </p:nvSpPr>
          <p:spPr>
            <a:xfrm>
              <a:off x="6189247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8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6" name="Text 15">
              <a:extLst>
                <a:ext uri="{FF2B5EF4-FFF2-40B4-BE49-F238E27FC236}">
                  <ns2:creationId id="{F8493E01-30D9-E94A-DCFB-53FE94C9BBF3}"/>
                </a:ext>
              </a:extLst>
            </p:cNvPr>
            <p:cNvSpPr txBox="1"/>
            <p:nvPr/>
          </p:nvSpPr>
          <p:spPr>
            <a:xfrm>
              <a:off x="7625243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28" name="Text 15">
              <a:extLst>
                <a:ext uri="{FF2B5EF4-FFF2-40B4-BE49-F238E27FC236}">
                  <ns2:creationId id="{72CA38DE-C09C-B0BE-892F-EF32F939E5F0}"/>
                </a:ext>
              </a:extLst>
            </p:cNvPr>
            <p:cNvSpPr txBox="1"/>
            <p:nvPr/>
          </p:nvSpPr>
          <p:spPr>
            <a:xfrm>
              <a:off x="9061240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</a:p>
          </p:txBody>
        </p:sp>
        <p:sp>
          <p:nvSpPr>
            <p:cNvPr id="30" name="Text 15">
              <a:extLst>
                <a:ext uri="{FF2B5EF4-FFF2-40B4-BE49-F238E27FC236}">
                  <ns2:creationId id="{130928ED-BCA8-5680-6D2B-5DCD4B7DA289}"/>
                </a:ext>
              </a:extLst>
            </p:cNvPr>
            <p:cNvSpPr txBox="1"/>
            <p:nvPr/>
          </p:nvSpPr>
          <p:spPr>
            <a:xfrm>
              <a:off x="10497236" y="5755524"/>
              <a:ext cx="1359797" cy="487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/>
            <a:lstStyle/>
            <a:p>
              <a:pPr marL="0" marR="0" lvl="0" indent="0" defTabSz="914400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12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Meiryo" pitchFamily="34" charset="-120"/>
                </a:rPr>
                <a:t>)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cs typeface="Meiryo" pitchFamily="34" charset="-120"/>
              </a:endParaRPr>
            </a:p>
          </p:txBody>
        </p:sp>
        <p:pic>
          <p:nvPicPr>
            <p:cNvPr id="36" name="グラフィックス 35" descr="クリップボード 単色塗りつぶし">
              <a:extLst>
                <a:ext uri="{FF2B5EF4-FFF2-40B4-BE49-F238E27FC236}">
                  <ns2:creationId id="{0B0BC4F2-A615-348E-F542-69BF2295FD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8133034" y="5382854"/>
              <a:ext cx="344216" cy="344216"/>
            </a:xfrm>
            <a:prstGeom prst="rect">
              <a:avLst/>
            </a:prstGeom>
          </p:spPr>
        </p:pic>
        <p:pic>
          <p:nvPicPr>
            <p:cNvPr id="38" name="グラフィックス 37" descr="教師 単色塗りつぶし">
              <a:extLst>
                <a:ext uri="{FF2B5EF4-FFF2-40B4-BE49-F238E27FC236}">
                  <ns2:creationId id="{B51EBC98-BE3C-EDC3-A319-6A50D3D06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6697037" y="5348972"/>
              <a:ext cx="344216" cy="344216"/>
            </a:xfrm>
            <a:prstGeom prst="rect">
              <a:avLst/>
            </a:prstGeom>
          </p:spPr>
        </p:pic>
        <p:pic>
          <p:nvPicPr>
            <p:cNvPr id="40" name="グラフィックス 39" descr="歩く 単色塗りつぶし">
              <a:extLst>
                <a:ext uri="{FF2B5EF4-FFF2-40B4-BE49-F238E27FC236}">
                  <ns2:creationId id="{34572D1F-61C3-528E-E53F-12897E32BB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9569031" y="5348972"/>
              <a:ext cx="344216" cy="344216"/>
            </a:xfrm>
            <a:prstGeom prst="rect">
              <a:avLst/>
            </a:prstGeom>
          </p:spPr>
        </p:pic>
        <p:pic>
          <p:nvPicPr>
            <p:cNvPr id="43" name="グラフィックス 42" descr="リスト 単色塗りつぶし">
              <a:extLst>
                <a:ext uri="{FF2B5EF4-FFF2-40B4-BE49-F238E27FC236}">
                  <ns2:creationId id="{ED43B8D4-91A2-AAB0-F577-40F3DBA637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11005028" y="5348972"/>
              <a:ext cx="344216" cy="34421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309263145"/>
      </p:ext>
    </p:extLst>
  </p:cSld>
  <p:clrMapOvr>
    <a:masterClrMapping/>
  </p:clrMapOvr>
</p:sld>
</file>

<file path=ppt/slides/slide25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A65594F-6465-1C9E-EC60-AF2DFD61E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6279AAD-6E29-6D8F-CBB2-E5EF62AB6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AI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AI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4BC80496-3689-CEC9-CF7B-CBBEF645FD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～</a:t>
            </a:r>
            <a:r>
              <a:rPr kumimoji="1" lang="en-US" altLang="ja-JP" dirty="0"/>
              <a:t>2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AI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79BFF3F3-A940-BFCC-8C25-B169E7B15FD6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～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ns2:creationId id="{07B79FD5-ED91-4530-FD01-C27C1FFF91CE}"/>
              </a:ext>
            </a:extLst>
          </p:cNvPr>
          <p:cNvSpPr/>
          <p:nvPr/>
        </p:nvSpPr>
        <p:spPr>
          <a:xfrm>
            <a:off x="3709155" y="1631530"/>
            <a:ext cx="4773689" cy="259595"/>
          </a:xfrm>
          <a:prstGeom prst="roundRect">
            <a:avLst>
              <a:gd name="adj" fmla="val 100000"/>
            </a:avLst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27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4D3C7CB8-4681-E69A-23CE-CA5F1BC1F78E}"/>
              </a:ext>
            </a:extLst>
          </p:cNvPr>
          <p:cNvSpPr/>
          <p:nvPr/>
        </p:nvSpPr>
        <p:spPr>
          <a:xfrm>
            <a:off x="334963" y="1946151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 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参考 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91" name="グループ化 190">
            <a:extLst>
              <a:ext uri="{FF2B5EF4-FFF2-40B4-BE49-F238E27FC236}">
                <ns2:creationId id="{590CB04E-A43F-909E-7C55-19ABEAC7C262}"/>
              </a:ext>
            </a:extLst>
          </p:cNvPr>
          <p:cNvGrpSpPr/>
          <p:nvPr/>
        </p:nvGrpSpPr>
        <p:grpSpPr>
          <a:xfrm>
            <a:off x="334963" y="2164534"/>
            <a:ext cx="6469337" cy="3992857"/>
            <a:chOff x="334963" y="2164534"/>
            <a:chExt cx="6469337" cy="3992857"/>
          </a:xfrm>
        </p:grpSpPr>
        <p:sp>
          <p:nvSpPr>
            <p:cNvPr id="44" name="ひし形 43">
              <a:extLst>
                <a:ext uri="{FF2B5EF4-FFF2-40B4-BE49-F238E27FC236}">
                  <ns2:creationId id="{CAB7FCE4-661C-99D0-F9E3-D86E78909AA7}"/>
                </a:ext>
              </a:extLst>
            </p:cNvPr>
            <p:cNvSpPr/>
            <p:nvPr/>
          </p:nvSpPr>
          <p:spPr>
            <a:xfrm>
              <a:off x="2714965" y="5330404"/>
              <a:ext cx="1988379" cy="826987"/>
            </a:xfrm>
            <a:prstGeom prst="diamond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" name="ひし形 47">
              <a:extLst>
                <a:ext uri="{FF2B5EF4-FFF2-40B4-BE49-F238E27FC236}">
                  <ns2:creationId id="{0EBB76C0-735F-962D-EF35-727B26EC0095}"/>
                </a:ext>
              </a:extLst>
            </p:cNvPr>
            <p:cNvSpPr/>
            <p:nvPr/>
          </p:nvSpPr>
          <p:spPr>
            <a:xfrm>
              <a:off x="2714965" y="4660376"/>
              <a:ext cx="1988379" cy="826987"/>
            </a:xfrm>
            <a:prstGeom prst="diamond">
              <a:avLst/>
            </a:prstGeom>
            <a:solidFill>
              <a:srgbClr val="94CA94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0" name="ひし形 49">
              <a:extLst>
                <a:ext uri="{FF2B5EF4-FFF2-40B4-BE49-F238E27FC236}">
                  <ns2:creationId id="{7FE12757-8753-AE44-7D28-812FAF7879A5}"/>
                </a:ext>
              </a:extLst>
            </p:cNvPr>
            <p:cNvSpPr/>
            <p:nvPr/>
          </p:nvSpPr>
          <p:spPr>
            <a:xfrm>
              <a:off x="2714965" y="3990350"/>
              <a:ext cx="1988379" cy="826987"/>
            </a:xfrm>
            <a:prstGeom prst="diamond">
              <a:avLst/>
            </a:prstGeom>
            <a:solidFill>
              <a:srgbClr val="B1D8B1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8" name="ひし形 57">
              <a:extLst>
                <a:ext uri="{FF2B5EF4-FFF2-40B4-BE49-F238E27FC236}">
                  <ns2:creationId id="{759A0606-8357-E7B9-97F5-9B290A951141}"/>
                </a:ext>
              </a:extLst>
            </p:cNvPr>
            <p:cNvSpPr/>
            <p:nvPr/>
          </p:nvSpPr>
          <p:spPr>
            <a:xfrm>
              <a:off x="2714965" y="3320323"/>
              <a:ext cx="1988379" cy="826987"/>
            </a:xfrm>
            <a:prstGeom prst="diamond">
              <a:avLst/>
            </a:prstGeom>
            <a:solidFill>
              <a:srgbClr val="C5E2C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2" name="ひし形 61">
              <a:extLst>
                <a:ext uri="{FF2B5EF4-FFF2-40B4-BE49-F238E27FC236}">
                  <ns2:creationId id="{633029DD-CD1A-CB08-A58D-50ED2E6A7B58}"/>
                </a:ext>
              </a:extLst>
            </p:cNvPr>
            <p:cNvSpPr/>
            <p:nvPr/>
          </p:nvSpPr>
          <p:spPr>
            <a:xfrm>
              <a:off x="2714965" y="2650296"/>
              <a:ext cx="1988379" cy="826987"/>
            </a:xfrm>
            <a:prstGeom prst="diamond">
              <a:avLst/>
            </a:prstGeom>
            <a:solidFill>
              <a:srgbClr val="E5F2E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2A1C0C6F-9E3E-A487-BF3A-BAD23065A9F2}"/>
                </a:ext>
              </a:extLst>
            </p:cNvPr>
            <p:cNvSpPr/>
            <p:nvPr/>
          </p:nvSpPr>
          <p:spPr>
            <a:xfrm>
              <a:off x="4866640" y="2164534"/>
              <a:ext cx="930364" cy="30052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CB73856A-6460-CFC3-B4D8-09BCA8F6952A}"/>
                </a:ext>
              </a:extLst>
            </p:cNvPr>
            <p:cNvSpPr/>
            <p:nvPr/>
          </p:nvSpPr>
          <p:spPr>
            <a:xfrm>
              <a:off x="5873936" y="2164534"/>
              <a:ext cx="930364" cy="30052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35C3C2E7-209C-8E12-5450-2C02D876FE0D}"/>
                </a:ext>
              </a:extLst>
            </p:cNvPr>
            <p:cNvSpPr/>
            <p:nvPr/>
          </p:nvSpPr>
          <p:spPr>
            <a:xfrm>
              <a:off x="2714965" y="2896749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F54EE9BF-8AFB-208A-CA1E-B31DAA0799E4}"/>
                </a:ext>
              </a:extLst>
            </p:cNvPr>
            <p:cNvSpPr/>
            <p:nvPr/>
          </p:nvSpPr>
          <p:spPr>
            <a:xfrm>
              <a:off x="2714965" y="3577085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C36E11B7-9348-9801-80E5-2735E4587FC3}"/>
                </a:ext>
              </a:extLst>
            </p:cNvPr>
            <p:cNvSpPr/>
            <p:nvPr/>
          </p:nvSpPr>
          <p:spPr>
            <a:xfrm>
              <a:off x="2714965" y="4257422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976AE57E-6980-DBED-F2FA-3C8B21924474}"/>
                </a:ext>
              </a:extLst>
            </p:cNvPr>
            <p:cNvSpPr/>
            <p:nvPr/>
          </p:nvSpPr>
          <p:spPr>
            <a:xfrm>
              <a:off x="2714965" y="4937758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CCEFCAE9-13A0-EE96-9D1C-5FA1ACA96C17}"/>
                </a:ext>
              </a:extLst>
            </p:cNvPr>
            <p:cNvSpPr/>
            <p:nvPr/>
          </p:nvSpPr>
          <p:spPr>
            <a:xfrm>
              <a:off x="2714965" y="5618094"/>
              <a:ext cx="1988378" cy="30052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CE90E556-FCF6-17F7-3FA7-704CA4C0D7B0}"/>
                </a:ext>
              </a:extLst>
            </p:cNvPr>
            <p:cNvSpPr/>
            <p:nvPr/>
          </p:nvSpPr>
          <p:spPr>
            <a:xfrm>
              <a:off x="1117600" y="2745606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33C4C64A-C704-426B-4810-C0B6C908750F}"/>
                </a:ext>
              </a:extLst>
            </p:cNvPr>
            <p:cNvSpPr/>
            <p:nvPr/>
          </p:nvSpPr>
          <p:spPr>
            <a:xfrm>
              <a:off x="1117600" y="3419828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FEC4DB45-CB08-4BA9-37C2-F922ACE36BC4}"/>
                </a:ext>
              </a:extLst>
            </p:cNvPr>
            <p:cNvSpPr/>
            <p:nvPr/>
          </p:nvSpPr>
          <p:spPr>
            <a:xfrm>
              <a:off x="1117600" y="4094051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08A12320-1D87-DBC3-0C3C-59479CA66DEE}"/>
                </a:ext>
              </a:extLst>
            </p:cNvPr>
            <p:cNvSpPr/>
            <p:nvPr/>
          </p:nvSpPr>
          <p:spPr>
            <a:xfrm>
              <a:off x="1117600" y="4768273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E2181B5D-3F53-96AB-F525-A1B39316D1DC}"/>
                </a:ext>
              </a:extLst>
            </p:cNvPr>
            <p:cNvSpPr/>
            <p:nvPr/>
          </p:nvSpPr>
          <p:spPr>
            <a:xfrm>
              <a:off x="1117600" y="5442495"/>
              <a:ext cx="1597364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E9E03CBA-E885-D4E8-798E-FE1628E3CB37}"/>
                </a:ext>
              </a:extLst>
            </p:cNvPr>
            <p:cNvSpPr/>
            <p:nvPr/>
          </p:nvSpPr>
          <p:spPr>
            <a:xfrm>
              <a:off x="4866640" y="2745606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C6B616E-9427-B0C4-437E-7AC496538076}"/>
                </a:ext>
              </a:extLst>
            </p:cNvPr>
            <p:cNvSpPr/>
            <p:nvPr/>
          </p:nvSpPr>
          <p:spPr>
            <a:xfrm>
              <a:off x="4866640" y="3419828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250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677609F2-6A55-508B-25FD-E3F8EB9F1EE9}"/>
                </a:ext>
              </a:extLst>
            </p:cNvPr>
            <p:cNvSpPr/>
            <p:nvPr/>
          </p:nvSpPr>
          <p:spPr>
            <a:xfrm>
              <a:off x="4866640" y="4094050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45DFCAA5-79B4-C5D2-54C6-F05F9D2B7B2D}"/>
                </a:ext>
              </a:extLst>
            </p:cNvPr>
            <p:cNvSpPr/>
            <p:nvPr/>
          </p:nvSpPr>
          <p:spPr>
            <a:xfrm>
              <a:off x="4866640" y="4768272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851AB924-BBB1-2E1C-66B6-D338E76CAC49}"/>
                </a:ext>
              </a:extLst>
            </p:cNvPr>
            <p:cNvSpPr/>
            <p:nvPr/>
          </p:nvSpPr>
          <p:spPr>
            <a:xfrm>
              <a:off x="4866640" y="5442495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16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750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A04BC705-4801-0D56-D973-0AD4DDEFD627}"/>
                </a:ext>
              </a:extLst>
            </p:cNvPr>
            <p:cNvSpPr/>
            <p:nvPr/>
          </p:nvSpPr>
          <p:spPr>
            <a:xfrm>
              <a:off x="5873936" y="2745606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322CEABC-7C50-03A5-8366-A78EA6BF91FE}"/>
                </a:ext>
              </a:extLst>
            </p:cNvPr>
            <p:cNvSpPr/>
            <p:nvPr/>
          </p:nvSpPr>
          <p:spPr>
            <a:xfrm>
              <a:off x="5873936" y="3419828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8836A312-7BBD-BEAC-5DEF-0376306B3DAA}"/>
                </a:ext>
              </a:extLst>
            </p:cNvPr>
            <p:cNvSpPr/>
            <p:nvPr/>
          </p:nvSpPr>
          <p:spPr>
            <a:xfrm>
              <a:off x="5873936" y="4094051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ED7AAB02-DB7B-AB87-98DD-3F00ACE35376}"/>
                </a:ext>
              </a:extLst>
            </p:cNvPr>
            <p:cNvSpPr/>
            <p:nvPr/>
          </p:nvSpPr>
          <p:spPr>
            <a:xfrm>
              <a:off x="5873936" y="4768273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0DF53918-F661-1B91-D921-6CEA269F56C8}"/>
                </a:ext>
              </a:extLst>
            </p:cNvPr>
            <p:cNvSpPr/>
            <p:nvPr/>
          </p:nvSpPr>
          <p:spPr>
            <a:xfrm>
              <a:off x="5873936" y="5442495"/>
              <a:ext cx="930363" cy="60280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7" name="矢印: 上下 166">
              <a:extLst>
                <a:ext uri="{FF2B5EF4-FFF2-40B4-BE49-F238E27FC236}">
                  <ns2:creationId id="{96D3F192-829C-7224-A9C6-2D8E131D772C}"/>
                </a:ext>
              </a:extLst>
            </p:cNvPr>
            <p:cNvSpPr/>
            <p:nvPr/>
          </p:nvSpPr>
          <p:spPr>
            <a:xfrm>
              <a:off x="334963" y="2745606"/>
              <a:ext cx="705704" cy="1951250"/>
            </a:xfrm>
            <a:prstGeom prst="upDownArrow">
              <a:avLst>
                <a:gd name="adj1" fmla="val 100000"/>
                <a:gd name="adj2" fmla="val 19496"/>
              </a:avLst>
            </a:prstGeom>
            <a:solidFill>
              <a:schemeClr val="accent5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spcAft>
                  <a:spcPts val="600"/>
                </a:spcAft>
              </a:pPr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5" name="矢印: 上下 174">
              <a:extLst>
                <a:ext uri="{FF2B5EF4-FFF2-40B4-BE49-F238E27FC236}">
                  <ns2:creationId id="{FF45A1B4-D11F-6080-AEEF-1860A20D754D}"/>
                </a:ext>
              </a:extLst>
            </p:cNvPr>
            <p:cNvSpPr/>
            <p:nvPr/>
          </p:nvSpPr>
          <p:spPr>
            <a:xfrm>
              <a:off x="334963" y="4768272"/>
              <a:ext cx="705704" cy="1389119"/>
            </a:xfrm>
            <a:prstGeom prst="upDownArrow">
              <a:avLst>
                <a:gd name="adj1" fmla="val 100000"/>
                <a:gd name="adj2" fmla="val 19496"/>
              </a:avLst>
            </a:prstGeom>
            <a:solidFill>
              <a:schemeClr val="accent5">
                <a:alpha val="7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78" name="直線コネクタ 177">
              <a:extLst>
                <a:ext uri="{FF2B5EF4-FFF2-40B4-BE49-F238E27FC236}">
                  <ns2:creationId id="{20CBD2FC-FDEC-9DB7-DC1E-23B18DAE83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3384119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E3A438E6-FC36-E3C6-2380-B50D2069ED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4058341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E9A52A82-5216-560B-1627-A15890CE65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4732564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コネクタ 181">
              <a:extLst>
                <a:ext uri="{FF2B5EF4-FFF2-40B4-BE49-F238E27FC236}">
                  <ns2:creationId id="{B6C8CFFF-2267-C06D-E902-2ADA17411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66640" y="5406786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線コネクタ 186">
              <a:extLst>
                <a:ext uri="{FF2B5EF4-FFF2-40B4-BE49-F238E27FC236}">
                  <ns2:creationId id="{1D2663EE-4182-C745-8CB1-7B1E78A286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3384119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線コネクタ 187">
              <a:extLst>
                <a:ext uri="{FF2B5EF4-FFF2-40B4-BE49-F238E27FC236}">
                  <ns2:creationId id="{E715963A-8C2B-128E-4121-760C608C96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4058341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5393A082-1E81-41AB-5F31-36BE30D364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4732564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ns2:creationId id="{59CEA49C-FD88-428C-FDD2-B762ADFC7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73935" y="5406786"/>
              <a:ext cx="93036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グループ化 284">
            <a:extLst>
              <a:ext uri="{FF2B5EF4-FFF2-40B4-BE49-F238E27FC236}">
                <ns2:creationId id="{6E2DD162-F3A1-B783-0512-847EB216A450}"/>
              </a:ext>
            </a:extLst>
          </p:cNvPr>
          <p:cNvGrpSpPr/>
          <p:nvPr/>
        </p:nvGrpSpPr>
        <p:grpSpPr>
          <a:xfrm>
            <a:off x="6967596" y="2164534"/>
            <a:ext cx="4879120" cy="2027597"/>
            <a:chOff x="6967596" y="2164534"/>
            <a:chExt cx="4879120" cy="2027597"/>
          </a:xfrm>
        </p:grpSpPr>
        <p:sp>
          <p:nvSpPr>
            <p:cNvPr id="260" name="正方形/長方形 259">
              <a:extLst>
                <a:ext uri="{FF2B5EF4-FFF2-40B4-BE49-F238E27FC236}">
                  <ns2:creationId id="{001FA947-1F1F-F243-B66B-99972B126FAD}"/>
                </a:ext>
              </a:extLst>
            </p:cNvPr>
            <p:cNvSpPr/>
            <p:nvPr/>
          </p:nvSpPr>
          <p:spPr>
            <a:xfrm>
              <a:off x="6967596" y="2164534"/>
              <a:ext cx="4879120" cy="300522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9525">
              <a:solidFill>
                <a:schemeClr val="accent5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97E4A649-56C2-D1D0-EE41-41D13CE5F78C}"/>
                </a:ext>
              </a:extLst>
            </p:cNvPr>
            <p:cNvSpPr/>
            <p:nvPr/>
          </p:nvSpPr>
          <p:spPr>
            <a:xfrm>
              <a:off x="6967596" y="2465055"/>
              <a:ext cx="4879120" cy="1727076"/>
            </a:xfrm>
            <a:prstGeom prst="rect">
              <a:avLst/>
            </a:prstGeom>
            <a:noFill/>
            <a:ln w="9525">
              <a:solidFill>
                <a:schemeClr val="accent5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2" name="四角形: 角を丸くする 261">
              <a:extLst>
                <a:ext uri="{FF2B5EF4-FFF2-40B4-BE49-F238E27FC236}">
                  <ns2:creationId id="{CAF42C75-43E4-BD47-0BA9-A3F36D62451E}"/>
                </a:ext>
              </a:extLst>
            </p:cNvPr>
            <p:cNvSpPr/>
            <p:nvPr/>
          </p:nvSpPr>
          <p:spPr>
            <a:xfrm>
              <a:off x="7008048" y="3842214"/>
              <a:ext cx="4798216" cy="267587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lumMod val="75000"/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1C919045-450D-3955-626C-49E0B187C10D}"/>
                </a:ext>
              </a:extLst>
            </p:cNvPr>
            <p:cNvSpPr/>
            <p:nvPr/>
          </p:nvSpPr>
          <p:spPr>
            <a:xfrm>
              <a:off x="8175319" y="2772449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1DE8D6E2-5C58-19DD-0039-89763A5D4FAF}"/>
                </a:ext>
              </a:extLst>
            </p:cNvPr>
            <p:cNvSpPr/>
            <p:nvPr/>
          </p:nvSpPr>
          <p:spPr>
            <a:xfrm>
              <a:off x="8175319" y="3133080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389DF7C7-3AC9-967F-86B1-DC26D9DEA4B2}"/>
                </a:ext>
              </a:extLst>
            </p:cNvPr>
            <p:cNvSpPr/>
            <p:nvPr/>
          </p:nvSpPr>
          <p:spPr>
            <a:xfrm>
              <a:off x="8175319" y="3493710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77" name="グラフィックス 276" descr="本 単色塗りつぶし">
              <a:extLst>
                <a:ext uri="{FF2B5EF4-FFF2-40B4-BE49-F238E27FC236}">
                  <ns2:creationId id="{9FCA0056-860F-8BB2-98CB-B7878673E4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712569" y="2772449"/>
              <a:ext cx="344216" cy="344216"/>
            </a:xfrm>
            <a:prstGeom prst="rect">
              <a:avLst/>
            </a:prstGeom>
          </p:spPr>
        </p:pic>
        <p:pic>
          <p:nvPicPr>
            <p:cNvPr id="278" name="グラフィックス 277" descr="フォルダー検索 単色塗りつぶし">
              <a:extLst>
                <a:ext uri="{FF2B5EF4-FFF2-40B4-BE49-F238E27FC236}">
                  <ns2:creationId id="{0D06366C-5820-C85A-533F-B7EA7E5A2A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712569" y="3124749"/>
              <a:ext cx="344216" cy="344216"/>
            </a:xfrm>
            <a:prstGeom prst="rect">
              <a:avLst/>
            </a:prstGeom>
          </p:spPr>
        </p:pic>
        <p:pic>
          <p:nvPicPr>
            <p:cNvPr id="279" name="グラフィックス 278" descr="会議 単色塗りつぶし">
              <a:extLst>
                <a:ext uri="{FF2B5EF4-FFF2-40B4-BE49-F238E27FC236}">
                  <ns2:creationId id="{566139A0-E712-62E2-09AC-BB5A5BD7C5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712569" y="3477049"/>
              <a:ext cx="344216" cy="344216"/>
            </a:xfrm>
            <a:prstGeom prst="rect">
              <a:avLst/>
            </a:prstGeom>
          </p:spPr>
        </p:pic>
      </p:grpSp>
      <p:grpSp>
        <p:nvGrpSpPr>
          <p:cNvPr id="284" name="グループ化 283">
            <a:extLst>
              <a:ext uri="{FF2B5EF4-FFF2-40B4-BE49-F238E27FC236}">
                <ns2:creationId id="{D8CA8165-4467-71CE-FCCE-D49822A2C6EF}"/>
              </a:ext>
            </a:extLst>
          </p:cNvPr>
          <p:cNvGrpSpPr/>
          <p:nvPr/>
        </p:nvGrpSpPr>
        <p:grpSpPr>
          <a:xfrm>
            <a:off x="6967596" y="4281128"/>
            <a:ext cx="4879120" cy="2027597"/>
            <a:chOff x="6967596" y="4281128"/>
            <a:chExt cx="4879120" cy="2027597"/>
          </a:xfrm>
        </p:grpSpPr>
        <p:sp>
          <p:nvSpPr>
            <p:cNvPr id="266" name="正方形/長方形 265">
              <a:extLst>
                <a:ext uri="{FF2B5EF4-FFF2-40B4-BE49-F238E27FC236}">
                  <ns2:creationId id="{82222FFC-6BAD-C713-301E-760F4E3E39E1}"/>
                </a:ext>
              </a:extLst>
            </p:cNvPr>
            <p:cNvSpPr/>
            <p:nvPr/>
          </p:nvSpPr>
          <p:spPr>
            <a:xfrm>
              <a:off x="6967596" y="4281128"/>
              <a:ext cx="4879120" cy="300522"/>
            </a:xfrm>
            <a:prstGeom prst="rect">
              <a:avLst/>
            </a:prstGeom>
            <a:solidFill>
              <a:schemeClr val="accent5">
                <a:alpha val="70000"/>
              </a:schemeClr>
            </a:solidFill>
            <a:ln w="9525">
              <a:solidFill>
                <a:srgbClr val="4CAF6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9AFF979E-45EB-D4EF-EC38-5520D28F7CA0}"/>
                </a:ext>
              </a:extLst>
            </p:cNvPr>
            <p:cNvSpPr/>
            <p:nvPr/>
          </p:nvSpPr>
          <p:spPr>
            <a:xfrm>
              <a:off x="6967596" y="4581649"/>
              <a:ext cx="4879120" cy="1727076"/>
            </a:xfrm>
            <a:prstGeom prst="rect">
              <a:avLst/>
            </a:prstGeom>
            <a:noFill/>
            <a:ln w="9525">
              <a:solidFill>
                <a:srgbClr val="4CAF6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8" name="四角形: 角を丸くする 267">
              <a:extLst>
                <a:ext uri="{FF2B5EF4-FFF2-40B4-BE49-F238E27FC236}">
                  <ns2:creationId id="{4C910B41-AF55-6428-E4D5-8D1274817A88}"/>
                </a:ext>
              </a:extLst>
            </p:cNvPr>
            <p:cNvSpPr/>
            <p:nvPr/>
          </p:nvSpPr>
          <p:spPr>
            <a:xfrm>
              <a:off x="7008048" y="5963820"/>
              <a:ext cx="4798216" cy="267587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alpha val="1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4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A085833A-0642-7A5B-1987-1A20832B7D95}"/>
                </a:ext>
              </a:extLst>
            </p:cNvPr>
            <p:cNvSpPr/>
            <p:nvPr/>
          </p:nvSpPr>
          <p:spPr>
            <a:xfrm>
              <a:off x="8240103" y="4898119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F7731A20-79A4-AFC3-D173-3EA149EEBF71}"/>
                </a:ext>
              </a:extLst>
            </p:cNvPr>
            <p:cNvSpPr/>
            <p:nvPr/>
          </p:nvSpPr>
          <p:spPr>
            <a:xfrm>
              <a:off x="8240103" y="5258750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9AE5291A-4996-C050-7ECA-982BC534873B}"/>
                </a:ext>
              </a:extLst>
            </p:cNvPr>
            <p:cNvSpPr/>
            <p:nvPr/>
          </p:nvSpPr>
          <p:spPr>
            <a:xfrm>
              <a:off x="8240103" y="5604147"/>
              <a:ext cx="2926424" cy="31089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81" name="グラフィックス 280" descr="教師 単色塗りつぶし">
              <a:extLst>
                <a:ext uri="{FF2B5EF4-FFF2-40B4-BE49-F238E27FC236}">
                  <ns2:creationId id="{77264D40-8F33-7480-7B26-8074BC7EC5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712569" y="4881459"/>
              <a:ext cx="344216" cy="344216"/>
            </a:xfrm>
            <a:prstGeom prst="rect">
              <a:avLst/>
            </a:prstGeom>
          </p:spPr>
        </p:pic>
        <p:pic>
          <p:nvPicPr>
            <p:cNvPr id="282" name="グラフィックス 281" descr="イラストレーター 単色塗りつぶし">
              <a:extLst>
                <a:ext uri="{FF2B5EF4-FFF2-40B4-BE49-F238E27FC236}">
                  <ns2:creationId id="{4C09E2ED-4077-8817-A7E3-0C879C047E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712569" y="5234473"/>
              <a:ext cx="344216" cy="344216"/>
            </a:xfrm>
            <a:prstGeom prst="rect">
              <a:avLst/>
            </a:prstGeom>
          </p:spPr>
        </p:pic>
        <p:pic>
          <p:nvPicPr>
            <p:cNvPr id="283" name="グラフィックス 282" descr="教授 男性 単色塗りつぶし">
              <a:extLst>
                <a:ext uri="{FF2B5EF4-FFF2-40B4-BE49-F238E27FC236}">
                  <ns2:creationId id="{9C66224E-155A-F361-11D7-A7CD2DC970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7712569" y="5587487"/>
              <a:ext cx="344216" cy="34421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4125290535"/>
      </p:ext>
    </p:extLst>
  </p:cSld>
  <p:clrMapOvr>
    <a:masterClrMapping/>
  </p:clrMapOvr>
</p:sld>
</file>

<file path=ppt/slides/slide25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20CD8F5-AA6F-F65D-E2D8-81C063E22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239E6DC-4E93-ACD1-68F0-025E9FD93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ja-JP" altLang="en-US" dirty="0"/>
            </a:br>
            <a:r>
              <a:rPr lang="ja-JP" altLang="en-US" dirty="0"/>
              <a:t>XX</a:t>
            </a:r>
            <a:r>
              <a:rPr lang="en-US" altLang="ja-JP" dirty="0"/>
              <a:t>27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3023DACF-D79A-C28D-80C7-5F1F2DD4E6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10</a:t>
            </a:r>
            <a:r>
              <a:rPr kumimoji="1" lang="ja-JP" altLang="en-US" dirty="0"/>
              <a:t>～</a:t>
            </a:r>
            <a:r>
              <a:rPr kumimoji="1" lang="en-US" altLang="ja-JP" dirty="0"/>
              <a:t>12</a:t>
            </a:r>
            <a:r>
              <a:rPr kumimoji="1" lang="ja-JP" altLang="en-US" dirty="0"/>
              <a:t>XX</a:t>
            </a:r>
            <a:r>
              <a:rPr kumimoji="1" lang="en-US" altLang="ja-JP" dirty="0"/>
              <a:t>PM</a:t>
            </a:r>
            <a:r>
              <a:rPr kumimoji="1" lang="ja-JP" altLang="en-US" dirty="0"/>
              <a:t>XX</a:t>
            </a:r>
            <a:r>
              <a:rPr kumimoji="1" lang="en-US" altLang="ja-JP" dirty="0"/>
              <a:t>27</a:t>
            </a:r>
            <a:r>
              <a:rPr kumimoji="1" lang="ja-JP" altLang="en-US" dirty="0"/>
              <a:t>XX</a:t>
            </a:r>
            <a:r>
              <a:rPr kumimoji="1" lang="en-US" altLang="ja-JP" dirty="0"/>
              <a:t>1</a:t>
            </a:r>
            <a:r>
              <a:rPr kumimoji="1" lang="ja-JP" altLang="en-US" dirty="0"/>
              <a:t>～</a:t>
            </a:r>
            <a:r>
              <a:rPr kumimoji="1" lang="en-US" altLang="ja-JP" dirty="0"/>
              <a:t>3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4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27</a:t>
            </a:r>
            <a:r>
              <a:rPr kumimoji="1" lang="ja-JP" altLang="en-US" dirty="0"/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E93A8DE3-6630-DB21-505A-64A702E24908}"/>
              </a:ext>
            </a:extLst>
          </p:cNvPr>
          <p:cNvSpPr/>
          <p:nvPr/>
        </p:nvSpPr>
        <p:spPr>
          <a:xfrm>
            <a:off x="334963" y="6367992"/>
            <a:ext cx="11532772" cy="155575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27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FA0CD206-482A-775F-788C-7ABE391A2A24}"/>
              </a:ext>
            </a:extLst>
          </p:cNvPr>
          <p:cNvGrpSpPr/>
          <p:nvPr/>
        </p:nvGrpSpPr>
        <p:grpSpPr>
          <a:xfrm>
            <a:off x="334963" y="5791200"/>
            <a:ext cx="11522075" cy="517526"/>
            <a:chOff x="334963" y="5748867"/>
            <a:chExt cx="11522075" cy="559859"/>
          </a:xfrm>
        </p:grpSpPr>
        <p:sp>
          <p:nvSpPr>
            <p:cNvPr id="23" name="矢印: 五方向 22">
              <a:extLst>
                <a:ext uri="{FF2B5EF4-FFF2-40B4-BE49-F238E27FC236}">
                  <ns2:creationId id="{565B9AE0-1A41-8F3D-BAB4-9C71C4FC5171}"/>
                </a:ext>
              </a:extLst>
            </p:cNvPr>
            <p:cNvSpPr/>
            <p:nvPr/>
          </p:nvSpPr>
          <p:spPr>
            <a:xfrm>
              <a:off x="334963" y="5748867"/>
              <a:ext cx="2546123" cy="559859"/>
            </a:xfrm>
            <a:prstGeom prst="homePlate">
              <a:avLst>
                <a:gd name="adj" fmla="val 36879"/>
              </a:avLst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07C3B9FC-8DE2-19AC-0243-E42CE8D03A42}"/>
                </a:ext>
              </a:extLst>
            </p:cNvPr>
            <p:cNvSpPr/>
            <p:nvPr/>
          </p:nvSpPr>
          <p:spPr>
            <a:xfrm>
              <a:off x="2583543" y="5748867"/>
              <a:ext cx="9273495" cy="55985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① 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③ 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9" name="グループ化 48">
            <a:extLst>
              <a:ext uri="{FF2B5EF4-FFF2-40B4-BE49-F238E27FC236}">
                <ns2:creationId id="{46A8E4BE-267F-BE67-F66B-FAF7D179BF44}"/>
              </a:ext>
            </a:extLst>
          </p:cNvPr>
          <p:cNvGrpSpPr/>
          <p:nvPr/>
        </p:nvGrpSpPr>
        <p:grpSpPr>
          <a:xfrm>
            <a:off x="334963" y="1631530"/>
            <a:ext cx="11522072" cy="4106268"/>
            <a:chOff x="334963" y="1631530"/>
            <a:chExt cx="11522072" cy="4106268"/>
          </a:xfrm>
        </p:grpSpPr>
        <p:sp>
          <p:nvSpPr>
            <p:cNvPr id="7" name="四角形: 角を丸くする 6">
              <a:extLst>
                <a:ext uri="{FF2B5EF4-FFF2-40B4-BE49-F238E27FC236}">
                  <ns2:creationId id="{3060278C-B1D1-68C5-33D9-A2830ED960FB}"/>
                </a:ext>
              </a:extLst>
            </p:cNvPr>
            <p:cNvSpPr/>
            <p:nvPr/>
          </p:nvSpPr>
          <p:spPr>
            <a:xfrm>
              <a:off x="334963" y="1631530"/>
              <a:ext cx="2840037" cy="259595"/>
            </a:xfrm>
            <a:prstGeom prst="roundRect">
              <a:avLst>
                <a:gd name="adj" fmla="val 100000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19445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24211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5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28977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33743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38509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43275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4804126"/>
              <a:ext cx="1219200" cy="4512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正方形/長方形 7">
              <a:extLst>
                <a:ext uri="{FF2B5EF4-FFF2-40B4-BE49-F238E27FC236}">
                  <ns2:creationId id="{1719CB8C-E651-D3EA-525F-A2FC357EDABA}"/>
                </a:ext>
              </a:extLst>
            </p:cNvPr>
            <p:cNvSpPr/>
            <p:nvPr/>
          </p:nvSpPr>
          <p:spPr>
            <a:xfrm>
              <a:off x="3951288" y="5280726"/>
              <a:ext cx="1219200" cy="45120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1905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2F895679-9229-F5B8-8872-33EF93E60043}"/>
                </a:ext>
              </a:extLst>
            </p:cNvPr>
            <p:cNvSpPr/>
            <p:nvPr/>
          </p:nvSpPr>
          <p:spPr>
            <a:xfrm>
              <a:off x="378883" y="1990332"/>
              <a:ext cx="3056467" cy="25959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zh-TW" altLang="en-US" sz="13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楕円 5">
              <a:extLst>
                <a:ext uri="{FF2B5EF4-FFF2-40B4-BE49-F238E27FC236}">
                  <ns2:creationId id="{4F203EDA-9CD0-26B2-92F4-ECDE31B570BE}"/>
                </a:ext>
              </a:extLst>
            </p:cNvPr>
            <p:cNvSpPr/>
            <p:nvPr/>
          </p:nvSpPr>
          <p:spPr>
            <a:xfrm>
              <a:off x="334963" y="1944526"/>
              <a:ext cx="232304" cy="232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2A591D8E-2C9A-EF0E-A800-B6BF7F8C8A5F}"/>
                </a:ext>
              </a:extLst>
            </p:cNvPr>
            <p:cNvSpPr/>
            <p:nvPr/>
          </p:nvSpPr>
          <p:spPr>
            <a:xfrm>
              <a:off x="378883" y="2249926"/>
              <a:ext cx="3056467" cy="901944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288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9CC234B6-EE90-799D-4704-AA3A9E6AA3B7}"/>
                </a:ext>
              </a:extLst>
            </p:cNvPr>
            <p:cNvSpPr/>
            <p:nvPr/>
          </p:nvSpPr>
          <p:spPr>
            <a:xfrm>
              <a:off x="378883" y="3283296"/>
              <a:ext cx="3056467" cy="25959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3" name="楕円 72">
              <a:extLst>
                <a:ext uri="{FF2B5EF4-FFF2-40B4-BE49-F238E27FC236}">
                  <ns2:creationId id="{D4695731-5A59-908E-767C-3B9E3CC92AF0}"/>
                </a:ext>
              </a:extLst>
            </p:cNvPr>
            <p:cNvSpPr/>
            <p:nvPr/>
          </p:nvSpPr>
          <p:spPr>
            <a:xfrm>
              <a:off x="334963" y="3237490"/>
              <a:ext cx="232304" cy="232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C5A0B886-B4CF-65E6-0DF3-CEE121CAFC7B}"/>
                </a:ext>
              </a:extLst>
            </p:cNvPr>
            <p:cNvSpPr/>
            <p:nvPr/>
          </p:nvSpPr>
          <p:spPr>
            <a:xfrm>
              <a:off x="378883" y="3542890"/>
              <a:ext cx="3056467" cy="901944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432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1BBD353D-06B3-26D2-94A4-0BCE838BC4AF}"/>
                </a:ext>
              </a:extLst>
            </p:cNvPr>
            <p:cNvSpPr/>
            <p:nvPr/>
          </p:nvSpPr>
          <p:spPr>
            <a:xfrm>
              <a:off x="378883" y="4576260"/>
              <a:ext cx="3056467" cy="259595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r>
                <a: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楕円 76">
              <a:extLst>
                <a:ext uri="{FF2B5EF4-FFF2-40B4-BE49-F238E27FC236}">
                  <ns2:creationId id="{CEC3AEAF-36B7-9015-D8AD-4FAB20EBB3C5}"/>
                </a:ext>
              </a:extLst>
            </p:cNvPr>
            <p:cNvSpPr/>
            <p:nvPr/>
          </p:nvSpPr>
          <p:spPr>
            <a:xfrm>
              <a:off x="334963" y="4530454"/>
              <a:ext cx="232304" cy="23230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00DC49D0-BD6D-7A6E-A881-5F2341DF4C73}"/>
                </a:ext>
              </a:extLst>
            </p:cNvPr>
            <p:cNvSpPr/>
            <p:nvPr/>
          </p:nvSpPr>
          <p:spPr>
            <a:xfrm>
              <a:off x="378883" y="4835854"/>
              <a:ext cx="3056467" cy="901944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432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40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9" name="正方形/長方形 7">
              <a:extLst>
                <a:ext uri="{FF2B5EF4-FFF2-40B4-BE49-F238E27FC236}">
                  <ns2:creationId id="{E21C1BF0-0AF6-D034-00C3-05FE3918885F}"/>
                </a:ext>
              </a:extLst>
            </p:cNvPr>
            <p:cNvSpPr/>
            <p:nvPr/>
          </p:nvSpPr>
          <p:spPr>
            <a:xfrm>
              <a:off x="990601" y="2698195"/>
              <a:ext cx="2350558" cy="407869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0" name="正方形/長方形 7">
              <a:extLst>
                <a:ext uri="{FF2B5EF4-FFF2-40B4-BE49-F238E27FC236}">
                  <ns2:creationId id="{7B370F9D-0147-1089-8FDA-2602682E4B02}"/>
                </a:ext>
              </a:extLst>
            </p:cNvPr>
            <p:cNvSpPr/>
            <p:nvPr/>
          </p:nvSpPr>
          <p:spPr>
            <a:xfrm>
              <a:off x="474661" y="4005668"/>
              <a:ext cx="2864909" cy="39336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7">
              <a:extLst>
                <a:ext uri="{FF2B5EF4-FFF2-40B4-BE49-F238E27FC236}">
                  <ns2:creationId id="{1B1CDD83-D276-9C2F-500E-D81D7D33D8E4}"/>
                </a:ext>
              </a:extLst>
            </p:cNvPr>
            <p:cNvSpPr/>
            <p:nvPr/>
          </p:nvSpPr>
          <p:spPr>
            <a:xfrm>
              <a:off x="474661" y="5298632"/>
              <a:ext cx="2864909" cy="393360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1905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83" name="コネクタ: カギ線 82">
              <a:extLst>
                <a:ext uri="{FF2B5EF4-FFF2-40B4-BE49-F238E27FC236}">
                  <ns2:creationId id="{5686A768-A0F3-850F-4065-ED2E95648344}"/>
                </a:ext>
              </a:extLst>
            </p:cNvPr>
            <p:cNvCxnSpPr>
              <a:cxnSpLocks/>
              <a:stCxn id="69" idx="3"/>
              <a:endCxn id="8" idx="1"/>
            </p:cNvCxnSpPr>
            <p:nvPr/>
          </p:nvCxnSpPr>
          <p:spPr>
            <a:xfrm flipV="1">
              <a:off x="3435350" y="2170126"/>
              <a:ext cx="515938" cy="530772"/>
            </a:xfrm>
            <a:prstGeom prst="bentConnector3">
              <a:avLst/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コネクタ: カギ線 84">
              <a:extLst>
                <a:ext uri="{FF2B5EF4-FFF2-40B4-BE49-F238E27FC236}">
                  <ns2:creationId id="{6676A157-CD98-FEAD-9175-2C02D29979B0}"/>
                </a:ext>
              </a:extLst>
            </p:cNvPr>
            <p:cNvCxnSpPr>
              <a:cxnSpLocks/>
              <a:stCxn id="74" idx="3"/>
              <a:endCxn id="25" idx="1"/>
            </p:cNvCxnSpPr>
            <p:nvPr/>
          </p:nvCxnSpPr>
          <p:spPr>
            <a:xfrm flipV="1">
              <a:off x="3435350" y="3123326"/>
              <a:ext cx="515938" cy="87053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コネクタ: カギ線 88">
              <a:extLst>
                <a:ext uri="{FF2B5EF4-FFF2-40B4-BE49-F238E27FC236}">
                  <ns2:creationId id="{5FD17BC6-E2D7-B223-497D-A33D19AA6B6C}"/>
                </a:ext>
              </a:extLst>
            </p:cNvPr>
            <p:cNvCxnSpPr>
              <a:cxnSpLocks/>
              <a:stCxn id="78" idx="3"/>
              <a:endCxn id="26" idx="1"/>
            </p:cNvCxnSpPr>
            <p:nvPr/>
          </p:nvCxnSpPr>
          <p:spPr>
            <a:xfrm flipV="1">
              <a:off x="3435350" y="3599926"/>
              <a:ext cx="515938" cy="1686900"/>
            </a:xfrm>
            <a:prstGeom prst="bentConnector3">
              <a:avLst>
                <a:gd name="adj1" fmla="val 68656"/>
              </a:avLst>
            </a:prstGeom>
            <a:ln w="9525">
              <a:solidFill>
                <a:schemeClr val="accent5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正方形/長方形 93">
              <a:extLst>
                <a:ext uri="{FF2B5EF4-FFF2-40B4-BE49-F238E27FC236}">
                  <ns2:creationId id="{44FE729B-185A-E975-7B99-9117D0443448}"/>
                </a:ext>
              </a:extLst>
            </p:cNvPr>
            <p:cNvSpPr/>
            <p:nvPr/>
          </p:nvSpPr>
          <p:spPr>
            <a:xfrm>
              <a:off x="3460221" y="2305492"/>
              <a:ext cx="466195" cy="232304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b="1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2BB9F1AF-B62D-4377-4DED-5416186B13D9}"/>
                </a:ext>
              </a:extLst>
            </p:cNvPr>
            <p:cNvSpPr/>
            <p:nvPr/>
          </p:nvSpPr>
          <p:spPr>
            <a:xfrm>
              <a:off x="3460221" y="3150110"/>
              <a:ext cx="466195" cy="232304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b="1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7D8286A-ACE8-2889-EDE3-41BB90D66A5A}"/>
                </a:ext>
              </a:extLst>
            </p:cNvPr>
            <p:cNvSpPr/>
            <p:nvPr/>
          </p:nvSpPr>
          <p:spPr>
            <a:xfrm>
              <a:off x="3460221" y="4925806"/>
              <a:ext cx="466195" cy="232304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 b="1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5267811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8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6593275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7918741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9244205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zh-TW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96">
              <a:extLst>
                <a:ext uri="{FF2B5EF4-FFF2-40B4-BE49-F238E27FC236}">
                  <ns2:creationId id="{97F6F0FC-D367-BB3E-2DBE-6627D3723132}"/>
                </a:ext>
              </a:extLst>
            </p:cNvPr>
            <p:cNvSpPr/>
            <p:nvPr/>
          </p:nvSpPr>
          <p:spPr>
            <a:xfrm>
              <a:off x="10569670" y="1631530"/>
              <a:ext cx="1287365" cy="427038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0D95BF5D-9E6F-B79F-7F2C-74E3FDFE240C}"/>
                </a:ext>
              </a:extLst>
            </p:cNvPr>
            <p:cNvSpPr/>
            <p:nvPr/>
          </p:nvSpPr>
          <p:spPr>
            <a:xfrm>
              <a:off x="5267811" y="2421126"/>
              <a:ext cx="1287365" cy="6499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E9B4DC58-C36F-51AA-71B0-96DD9E414E85}"/>
                </a:ext>
              </a:extLst>
            </p:cNvPr>
            <p:cNvSpPr/>
            <p:nvPr/>
          </p:nvSpPr>
          <p:spPr>
            <a:xfrm>
              <a:off x="5267811" y="3106065"/>
              <a:ext cx="1287365" cy="46935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68FB3DD0-52AD-FC18-A397-4766B847F8B4}"/>
                </a:ext>
              </a:extLst>
            </p:cNvPr>
            <p:cNvSpPr/>
            <p:nvPr/>
          </p:nvSpPr>
          <p:spPr>
            <a:xfrm>
              <a:off x="6593275" y="2421126"/>
              <a:ext cx="1287365" cy="14044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D3C3B05F-E7C1-FB0A-E049-03D653A2BBDB}"/>
                </a:ext>
              </a:extLst>
            </p:cNvPr>
            <p:cNvSpPr/>
            <p:nvPr/>
          </p:nvSpPr>
          <p:spPr>
            <a:xfrm>
              <a:off x="6593275" y="3850926"/>
              <a:ext cx="1287365" cy="4511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L 字 19">
              <a:extLst>
                <a:ext uri="{FF2B5EF4-FFF2-40B4-BE49-F238E27FC236}">
                  <ns2:creationId id="{409FC973-FE17-375B-8032-480580941E1E}"/>
                </a:ext>
              </a:extLst>
            </p:cNvPr>
            <p:cNvSpPr/>
            <p:nvPr/>
          </p:nvSpPr>
          <p:spPr>
            <a:xfrm flipV="1">
              <a:off x="7918741" y="2421126"/>
              <a:ext cx="1287365" cy="1404400"/>
            </a:xfrm>
            <a:prstGeom prst="corner">
              <a:avLst>
                <a:gd name="adj1" fmla="val 70387"/>
                <a:gd name="adj2" fmla="val 37504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5846DEAC-37A5-FE0B-FD83-B87D2E8EC158}"/>
                </a:ext>
              </a:extLst>
            </p:cNvPr>
            <p:cNvSpPr/>
            <p:nvPr/>
          </p:nvSpPr>
          <p:spPr>
            <a:xfrm>
              <a:off x="7918741" y="2643886"/>
              <a:ext cx="1287365" cy="506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A4285800-5A9F-F30A-F6EB-8EBAABEF527E}"/>
                </a:ext>
              </a:extLst>
            </p:cNvPr>
            <p:cNvSpPr/>
            <p:nvPr/>
          </p:nvSpPr>
          <p:spPr>
            <a:xfrm>
              <a:off x="8445500" y="3374326"/>
              <a:ext cx="760606" cy="69766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E807D37-E73F-07B3-36AC-573CE3F6A4D1}"/>
                </a:ext>
              </a:extLst>
            </p:cNvPr>
            <p:cNvSpPr/>
            <p:nvPr/>
          </p:nvSpPr>
          <p:spPr>
            <a:xfrm>
              <a:off x="7918741" y="4327526"/>
              <a:ext cx="1287365" cy="927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8E3E8A09-C805-A7BD-CD15-8A9941783C2F}"/>
                </a:ext>
              </a:extLst>
            </p:cNvPr>
            <p:cNvSpPr/>
            <p:nvPr/>
          </p:nvSpPr>
          <p:spPr>
            <a:xfrm>
              <a:off x="9244205" y="2421126"/>
              <a:ext cx="1287365" cy="927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C8344C25-4AB0-E1EB-9FE8-EAFD84F6554D}"/>
                </a:ext>
              </a:extLst>
            </p:cNvPr>
            <p:cNvSpPr/>
            <p:nvPr/>
          </p:nvSpPr>
          <p:spPr>
            <a:xfrm>
              <a:off x="9244205" y="3374324"/>
              <a:ext cx="1287365" cy="188100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3F97A8D9-1D32-B061-CD44-19ABDFCFA6E2}"/>
                </a:ext>
              </a:extLst>
            </p:cNvPr>
            <p:cNvSpPr/>
            <p:nvPr/>
          </p:nvSpPr>
          <p:spPr>
            <a:xfrm>
              <a:off x="10569670" y="5280726"/>
              <a:ext cx="1287365" cy="451199"/>
            </a:xfrm>
            <a:prstGeom prst="rect">
              <a:avLst/>
            </a:prstGeom>
            <a:solidFill>
              <a:schemeClr val="accent5"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5" name="直線コネクタ 34">
              <a:extLst>
                <a:ext uri="{FF2B5EF4-FFF2-40B4-BE49-F238E27FC236}">
                  <ns2:creationId id="{FE6FD9E3-15C4-DA61-161D-EB6F8BEA7D6A}"/>
                </a:ext>
              </a:extLst>
            </p:cNvPr>
            <p:cNvCxnSpPr>
              <a:cxnSpLocks/>
            </p:cNvCxnSpPr>
            <p:nvPr/>
          </p:nvCxnSpPr>
          <p:spPr>
            <a:xfrm>
              <a:off x="10550620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ns2:creationId id="{7B8EBC7F-29E9-8849-B7F4-0899B323CA66}"/>
                </a:ext>
              </a:extLst>
            </p:cNvPr>
            <p:cNvCxnSpPr>
              <a:cxnSpLocks/>
            </p:cNvCxnSpPr>
            <p:nvPr/>
          </p:nvCxnSpPr>
          <p:spPr>
            <a:xfrm>
              <a:off x="9225155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ns2:creationId id="{ADB5DF2A-4CD4-7555-A361-3F5A163C3EDC}"/>
                </a:ext>
              </a:extLst>
            </p:cNvPr>
            <p:cNvCxnSpPr>
              <a:cxnSpLocks/>
            </p:cNvCxnSpPr>
            <p:nvPr/>
          </p:nvCxnSpPr>
          <p:spPr>
            <a:xfrm>
              <a:off x="7899691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4B68F730-8C20-BBC3-7A5C-B8A6B2B5718F}"/>
                </a:ext>
              </a:extLst>
            </p:cNvPr>
            <p:cNvCxnSpPr>
              <a:cxnSpLocks/>
            </p:cNvCxnSpPr>
            <p:nvPr/>
          </p:nvCxnSpPr>
          <p:spPr>
            <a:xfrm>
              <a:off x="6593275" y="1944526"/>
              <a:ext cx="0" cy="378740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4" name="グラフィックス 43" descr="クリップボード 単色塗りつぶし">
              <a:extLst>
                <a:ext uri="{FF2B5EF4-FFF2-40B4-BE49-F238E27FC236}">
                  <ns2:creationId id="{860C6669-2223-9D63-BDC3-4162CD3D6B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210959" y="1714351"/>
              <a:ext cx="344216" cy="344216"/>
            </a:xfrm>
            <a:prstGeom prst="rect">
              <a:avLst/>
            </a:prstGeom>
          </p:spPr>
        </p:pic>
        <p:pic>
          <p:nvPicPr>
            <p:cNvPr id="45" name="グラフィックス 44" descr="建物 単色塗りつぶし">
              <a:extLst>
                <a:ext uri="{FF2B5EF4-FFF2-40B4-BE49-F238E27FC236}">
                  <ns2:creationId id="{5F5D9073-DDF2-BCDC-7D57-318F3B5204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536424" y="1714351"/>
              <a:ext cx="344216" cy="344216"/>
            </a:xfrm>
            <a:prstGeom prst="rect">
              <a:avLst/>
            </a:prstGeom>
          </p:spPr>
        </p:pic>
        <p:pic>
          <p:nvPicPr>
            <p:cNvPr id="46" name="グラフィックス 45" descr="オフィス ワーカー (男性) 単色塗りつぶし">
              <a:extLst>
                <a:ext uri="{FF2B5EF4-FFF2-40B4-BE49-F238E27FC236}">
                  <ns2:creationId id="{3571811C-0175-6952-83CD-BCB0BEC96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861889" y="1714351"/>
              <a:ext cx="344216" cy="344216"/>
            </a:xfrm>
            <a:prstGeom prst="rect">
              <a:avLst/>
            </a:prstGeom>
          </p:spPr>
        </p:pic>
        <p:pic>
          <p:nvPicPr>
            <p:cNvPr id="47" name="グラフィックス 46" descr="人工知能 単色塗りつぶし">
              <a:extLst>
                <a:ext uri="{FF2B5EF4-FFF2-40B4-BE49-F238E27FC236}">
                  <ns2:creationId id="{2241BD79-52A0-D261-2FF6-48BA9C430E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0187354" y="1714351"/>
              <a:ext cx="344216" cy="344216"/>
            </a:xfrm>
            <a:prstGeom prst="rect">
              <a:avLst/>
            </a:prstGeom>
          </p:spPr>
        </p:pic>
        <p:pic>
          <p:nvPicPr>
            <p:cNvPr id="48" name="グラフィックス 47" descr="会議 単色塗りつぶし">
              <a:extLst>
                <a:ext uri="{FF2B5EF4-FFF2-40B4-BE49-F238E27FC236}">
                  <ns2:creationId id="{7C32A9D2-AE11-7898-6060-9443DB9DAE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11512818" y="1714351"/>
              <a:ext cx="344216" cy="34421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802351947"/>
      </p:ext>
    </p:extLst>
  </p:cSld>
  <p:clrMapOvr>
    <a:masterClrMapping/>
  </p:clrMapOvr>
</p:sld>
</file>

<file path=ppt/slides/slide25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3E50AA1-A30B-32FE-B0F9-CCF7EC08B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4" name="グループ化 13">
            <a:extLst>
              <a:ext uri="{FF2B5EF4-FFF2-40B4-BE49-F238E27FC236}">
                <ns2:creationId id="{D9A8329E-7D04-F0CB-E76D-9319C50F167F}"/>
              </a:ext>
            </a:extLst>
          </p:cNvPr>
          <p:cNvGrpSpPr/>
          <p:nvPr/>
        </p:nvGrpSpPr>
        <p:grpSpPr>
          <a:xfrm>
            <a:off x="334963" y="1158106"/>
            <a:ext cx="11525124" cy="5150619"/>
            <a:chOff x="334963" y="1158106"/>
            <a:chExt cx="11525124" cy="5150619"/>
          </a:xfrm>
        </p:grpSpPr>
        <p:sp>
          <p:nvSpPr>
            <p:cNvPr id="102" name="Text 17">
              <a:extLst>
                <a:ext uri="{FF2B5EF4-FFF2-40B4-BE49-F238E27FC236}">
                  <ns2:creationId id="{5746FBD4-328E-576C-4FE3-1338EB5F2C29}"/>
                </a:ext>
              </a:extLst>
            </p:cNvPr>
            <p:cNvSpPr txBox="1"/>
            <p:nvPr/>
          </p:nvSpPr>
          <p:spPr>
            <a:xfrm>
              <a:off x="1005840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8999AF8F-C03C-0ECB-5FD3-E9E9D8FA310B}"/>
                </a:ext>
              </a:extLst>
            </p:cNvPr>
            <p:cNvGrpSpPr/>
            <p:nvPr/>
          </p:nvGrpSpPr>
          <p:grpSpPr>
            <a:xfrm>
              <a:off x="5749922" y="1158106"/>
              <a:ext cx="6107116" cy="257460"/>
              <a:chOff x="5749922" y="1158106"/>
              <a:chExt cx="6107116" cy="257460"/>
            </a:xfrm>
          </p:grpSpPr>
          <p:sp>
            <p:nvSpPr>
              <p:cNvPr id="204" name="Text 118">
                <a:extLst>
                  <a:ext uri="{FF2B5EF4-FFF2-40B4-BE49-F238E27FC236}">
                    <ns2:creationId id="{49E5B636-91D1-40EA-F987-8FD354842FA3}"/>
                  </a:ext>
                </a:extLst>
              </p:cNvPr>
              <p:cNvSpPr txBox="1"/>
              <p:nvPr/>
            </p:nvSpPr>
            <p:spPr>
              <a:xfrm>
                <a:off x="5749922" y="1158106"/>
                <a:ext cx="706895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: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6" name="Shape 119">
                <a:extLst>
                  <a:ext uri="{FF2B5EF4-FFF2-40B4-BE49-F238E27FC236}">
                    <ns2:creationId id="{712274B6-1077-A601-FDBC-20D172EED40C}"/>
                  </a:ext>
                </a:extLst>
              </p:cNvPr>
              <p:cNvSpPr/>
              <p:nvPr/>
            </p:nvSpPr>
            <p:spPr>
              <a:xfrm>
                <a:off x="6456817" y="1217520"/>
                <a:ext cx="141379" cy="138632"/>
              </a:xfrm>
              <a:prstGeom prst="ellipse">
                <a:avLst/>
              </a:prstGeom>
              <a:solidFill>
                <a:srgbClr val="008D2D"/>
              </a:solidFill>
              <a:ln w="12700">
                <a:solidFill>
                  <a:srgbClr val="008D2D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8" name="Text 120">
                <a:extLst>
                  <a:ext uri="{FF2B5EF4-FFF2-40B4-BE49-F238E27FC236}">
                    <ns2:creationId id="{8BD35527-A118-48C0-4764-B1C9256C9FD9}"/>
                  </a:ext>
                </a:extLst>
              </p:cNvPr>
              <p:cNvSpPr txBox="1"/>
              <p:nvPr/>
            </p:nvSpPr>
            <p:spPr>
              <a:xfrm>
                <a:off x="6628491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0" name="Shape 121">
                <a:extLst>
                  <a:ext uri="{FF2B5EF4-FFF2-40B4-BE49-F238E27FC236}">
                    <ns2:creationId id="{84802825-97E3-7A8C-A978-203E6DE7FA9D}"/>
                  </a:ext>
                </a:extLst>
              </p:cNvPr>
              <p:cNvSpPr/>
              <p:nvPr/>
            </p:nvSpPr>
            <p:spPr>
              <a:xfrm>
                <a:off x="7416174" y="1217520"/>
                <a:ext cx="141379" cy="138632"/>
              </a:xfrm>
              <a:prstGeom prst="ellipse">
                <a:avLst/>
              </a:prstGeom>
              <a:solidFill>
                <a:schemeClr val="accent2"/>
              </a:solidFill>
              <a:ln w="12700">
                <a:solidFill>
                  <a:schemeClr val="accent2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2" name="Text 122">
                <a:extLst>
                  <a:ext uri="{FF2B5EF4-FFF2-40B4-BE49-F238E27FC236}">
                    <ns2:creationId id="{06A52CD6-0A07-50DB-2B7D-4393934861F7}"/>
                  </a:ext>
                </a:extLst>
              </p:cNvPr>
              <p:cNvSpPr txBox="1"/>
              <p:nvPr/>
            </p:nvSpPr>
            <p:spPr>
              <a:xfrm>
                <a:off x="7587848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4" name="Shape 123">
                <a:extLst>
                  <a:ext uri="{FF2B5EF4-FFF2-40B4-BE49-F238E27FC236}">
                    <ns2:creationId id="{07F6985F-D7C7-F21B-5D70-74633DD47828}"/>
                  </a:ext>
                </a:extLst>
              </p:cNvPr>
              <p:cNvSpPr/>
              <p:nvPr/>
            </p:nvSpPr>
            <p:spPr>
              <a:xfrm>
                <a:off x="8375531" y="1217520"/>
                <a:ext cx="141379" cy="138632"/>
              </a:xfrm>
              <a:prstGeom prst="ellipse">
                <a:avLst/>
              </a:prstGeom>
              <a:solidFill>
                <a:schemeClr val="accent4"/>
              </a:solidFill>
              <a:ln w="12700">
                <a:solidFill>
                  <a:schemeClr val="accent4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6" name="Text 124">
                <a:extLst>
                  <a:ext uri="{FF2B5EF4-FFF2-40B4-BE49-F238E27FC236}">
                    <ns2:creationId id="{318F456B-FA5F-658F-5B3B-5F3865AA1E4B}"/>
                  </a:ext>
                </a:extLst>
              </p:cNvPr>
              <p:cNvSpPr txBox="1"/>
              <p:nvPr/>
            </p:nvSpPr>
            <p:spPr>
              <a:xfrm>
                <a:off x="8547205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8" name="Shape 125">
                <a:extLst>
                  <a:ext uri="{FF2B5EF4-FFF2-40B4-BE49-F238E27FC236}">
                    <ns2:creationId id="{10BF84C9-0461-095A-F7D8-01E56BDF5691}"/>
                  </a:ext>
                </a:extLst>
              </p:cNvPr>
              <p:cNvSpPr/>
              <p:nvPr/>
            </p:nvSpPr>
            <p:spPr>
              <a:xfrm>
                <a:off x="9991290" y="1217520"/>
                <a:ext cx="141379" cy="138632"/>
              </a:xfrm>
              <a:prstGeom prst="ellipse">
                <a:avLst/>
              </a:prstGeom>
              <a:solidFill>
                <a:srgbClr val="8A8A8A"/>
              </a:solidFill>
              <a:ln w="12700">
                <a:solidFill>
                  <a:srgbClr val="8A8A8A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0" name="Text 126">
                <a:extLst>
                  <a:ext uri="{FF2B5EF4-FFF2-40B4-BE49-F238E27FC236}">
                    <ns2:creationId id="{AD449EB0-757B-538C-B0B4-463D75A4A413}"/>
                  </a:ext>
                </a:extLst>
              </p:cNvPr>
              <p:cNvSpPr txBox="1"/>
              <p:nvPr/>
            </p:nvSpPr>
            <p:spPr>
              <a:xfrm>
                <a:off x="10162965" y="1158106"/>
                <a:ext cx="1694073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1100" dirty="0" err="1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5" name="Text 18">
              <a:extLst>
                <a:ext uri="{FF2B5EF4-FFF2-40B4-BE49-F238E27FC236}">
                  <ns2:creationId id="{A7DCE4C2-4A49-0651-5FCD-B96FCB862B43}"/>
                </a:ext>
              </a:extLst>
            </p:cNvPr>
            <p:cNvSpPr txBox="1"/>
            <p:nvPr/>
          </p:nvSpPr>
          <p:spPr>
            <a:xfrm>
              <a:off x="1625601" y="3129002"/>
              <a:ext cx="1894840" cy="739418"/>
            </a:xfrm>
            <a:prstGeom prst="rect">
              <a:avLst/>
            </a:prstGeom>
            <a:noFill/>
            <a:ln/>
          </p:spPr>
          <p:txBody>
            <a:bodyPr wrap="square" lIns="0" tIns="36000" rIns="0" bIns="0" rtlCol="0" anchor="t"/>
            <a:lstStyle/>
            <a:p>
              <a:pPr>
                <a:spcAft>
                  <a:spcPts val="8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8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800"/>
                </a:spcAft>
              </a:pPr>
              <a:r>
                <a:rPr lang="en-US" altLang="ja-JP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8B127558-4F88-6E50-11D8-ED5312D03788}"/>
                </a:ext>
              </a:extLst>
            </p:cNvPr>
            <p:cNvSpPr/>
            <p:nvPr/>
          </p:nvSpPr>
          <p:spPr>
            <a:xfrm>
              <a:off x="334963" y="2570480"/>
              <a:ext cx="599757" cy="137822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EA66A310-9A6B-157B-63BD-2285486D48C4}"/>
                </a:ext>
              </a:extLst>
            </p:cNvPr>
            <p:cNvSpPr/>
            <p:nvPr/>
          </p:nvSpPr>
          <p:spPr>
            <a:xfrm>
              <a:off x="334963" y="2570480"/>
              <a:ext cx="599757" cy="194667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82F42EE0-6CDD-90FF-DB68-D67E72D40E56}"/>
                </a:ext>
              </a:extLst>
            </p:cNvPr>
            <p:cNvSpPr/>
            <p:nvPr/>
          </p:nvSpPr>
          <p:spPr>
            <a:xfrm>
              <a:off x="334963" y="4011573"/>
              <a:ext cx="599757" cy="1031664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1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C8C06847-4963-534E-412E-EB674B2CF56F}"/>
                </a:ext>
              </a:extLst>
            </p:cNvPr>
            <p:cNvSpPr/>
            <p:nvPr/>
          </p:nvSpPr>
          <p:spPr>
            <a:xfrm>
              <a:off x="334963" y="4011573"/>
              <a:ext cx="599757" cy="194667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Text 40">
              <a:extLst>
                <a:ext uri="{FF2B5EF4-FFF2-40B4-BE49-F238E27FC236}">
                  <ns2:creationId id="{52B54CD9-D5BF-E7E8-BC44-1F617E1B7FAF}"/>
                </a:ext>
              </a:extLst>
            </p:cNvPr>
            <p:cNvSpPr txBox="1"/>
            <p:nvPr/>
          </p:nvSpPr>
          <p:spPr>
            <a:xfrm>
              <a:off x="3765218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Text 60">
              <a:extLst>
                <a:ext uri="{FF2B5EF4-FFF2-40B4-BE49-F238E27FC236}">
                  <ns2:creationId id="{12016968-2BEC-D4A2-986C-C387816FFCA9}"/>
                </a:ext>
              </a:extLst>
            </p:cNvPr>
            <p:cNvSpPr txBox="1"/>
            <p:nvPr/>
          </p:nvSpPr>
          <p:spPr>
            <a:xfrm>
              <a:off x="6524596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Text 85">
              <a:extLst>
                <a:ext uri="{FF2B5EF4-FFF2-40B4-BE49-F238E27FC236}">
                  <ns2:creationId id="{A3B306B9-1FD4-B3A0-35C6-27B5FF82C2F9}"/>
                </a:ext>
              </a:extLst>
            </p:cNvPr>
            <p:cNvSpPr txBox="1"/>
            <p:nvPr/>
          </p:nvSpPr>
          <p:spPr>
            <a:xfrm>
              <a:off x="9283974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Text 17">
              <a:extLst>
                <a:ext uri="{FF2B5EF4-FFF2-40B4-BE49-F238E27FC236}">
                  <ns2:creationId id="{C1A48920-2893-0F7E-9D6B-61D0C0C2A017}"/>
                </a:ext>
              </a:extLst>
            </p:cNvPr>
            <p:cNvSpPr txBox="1"/>
            <p:nvPr/>
          </p:nvSpPr>
          <p:spPr>
            <a:xfrm>
              <a:off x="1007952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Text 40">
              <a:extLst>
                <a:ext uri="{FF2B5EF4-FFF2-40B4-BE49-F238E27FC236}">
                  <ns2:creationId id="{82D6E953-D89C-A013-921C-AE9C1CF6ABA8}"/>
                </a:ext>
              </a:extLst>
            </p:cNvPr>
            <p:cNvSpPr txBox="1"/>
            <p:nvPr/>
          </p:nvSpPr>
          <p:spPr>
            <a:xfrm>
              <a:off x="3767330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Text 60">
              <a:extLst>
                <a:ext uri="{FF2B5EF4-FFF2-40B4-BE49-F238E27FC236}">
                  <ns2:creationId id="{AC27C5EC-200B-2F30-39D8-75808187851A}"/>
                </a:ext>
              </a:extLst>
            </p:cNvPr>
            <p:cNvSpPr txBox="1"/>
            <p:nvPr/>
          </p:nvSpPr>
          <p:spPr>
            <a:xfrm>
              <a:off x="6526708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Text 85">
              <a:extLst>
                <a:ext uri="{FF2B5EF4-FFF2-40B4-BE49-F238E27FC236}">
                  <ns2:creationId id="{4F58336C-AC3C-31E4-153E-7D0F03CAEE22}"/>
                </a:ext>
              </a:extLst>
            </p:cNvPr>
            <p:cNvSpPr txBox="1"/>
            <p:nvPr/>
          </p:nvSpPr>
          <p:spPr>
            <a:xfrm>
              <a:off x="9286086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0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3" name="ホームベース 13">
              <a:extLst>
                <a:ext uri="{FF2B5EF4-FFF2-40B4-BE49-F238E27FC236}">
                  <ns2:creationId id="{543E068C-45B3-1342-86CC-9C994A3616F9}"/>
                </a:ext>
              </a:extLst>
            </p:cNvPr>
            <p:cNvSpPr/>
            <p:nvPr/>
          </p:nvSpPr>
          <p:spPr>
            <a:xfrm rot="5400000">
              <a:off x="1195176" y="3014711"/>
              <a:ext cx="272679" cy="522127"/>
            </a:xfrm>
            <a:prstGeom prst="homePlate">
              <a:avLst>
                <a:gd name="adj" fmla="val 18206"/>
              </a:avLst>
            </a:prstGeom>
            <a:solidFill>
              <a:srgbClr val="E2F0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4" name="山形 14">
              <a:extLst>
                <a:ext uri="{FF2B5EF4-FFF2-40B4-BE49-F238E27FC236}">
                  <ns2:creationId id="{5170BDBC-4EC2-374C-90B3-7B95935088D5}"/>
                </a:ext>
              </a:extLst>
            </p:cNvPr>
            <p:cNvSpPr/>
            <p:nvPr/>
          </p:nvSpPr>
          <p:spPr>
            <a:xfrm rot="5400000">
              <a:off x="1195176" y="3264453"/>
              <a:ext cx="272679" cy="522127"/>
            </a:xfrm>
            <a:prstGeom prst="chevron">
              <a:avLst>
                <a:gd name="adj" fmla="val 18094"/>
              </a:avLst>
            </a:prstGeom>
            <a:solidFill>
              <a:srgbClr val="E2F0D9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山形 14">
              <a:extLst>
                <a:ext uri="{FF2B5EF4-FFF2-40B4-BE49-F238E27FC236}">
                  <ns2:creationId id="{F22358EB-9CB5-2834-A745-27193ADD534E}"/>
                </a:ext>
              </a:extLst>
            </p:cNvPr>
            <p:cNvSpPr/>
            <p:nvPr/>
          </p:nvSpPr>
          <p:spPr>
            <a:xfrm rot="5400000">
              <a:off x="1195176" y="3514196"/>
              <a:ext cx="272679" cy="522127"/>
            </a:xfrm>
            <a:prstGeom prst="chevron">
              <a:avLst>
                <a:gd name="adj" fmla="val 18094"/>
              </a:avLst>
            </a:prstGeom>
            <a:solidFill>
              <a:srgbClr val="E2F0D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8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E8DC513F-67D1-52DD-D32A-4B7E2BBAFAD2}"/>
                </a:ext>
              </a:extLst>
            </p:cNvPr>
            <p:cNvGrpSpPr/>
            <p:nvPr/>
          </p:nvGrpSpPr>
          <p:grpSpPr>
            <a:xfrm>
              <a:off x="1005840" y="3981854"/>
              <a:ext cx="10852134" cy="0"/>
              <a:chOff x="1005840" y="3981854"/>
              <a:chExt cx="10852134" cy="0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3D9EAE78-C835-E8BA-5A01-1965F8FE87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5840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D10B0BAA-5488-ED69-4884-C6D284C3336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24596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コネクタ 8">
                <a:extLst>
                  <a:ext uri="{FF2B5EF4-FFF2-40B4-BE49-F238E27FC236}">
                    <ns2:creationId id="{00A711A4-7452-9A57-1714-909F22DE2F8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5218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線コネクタ 9">
                <a:extLst>
                  <a:ext uri="{FF2B5EF4-FFF2-40B4-BE49-F238E27FC236}">
                    <ns2:creationId id="{54841090-105D-CA3B-C5CD-B720BBC6EA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83974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グループ化 35">
              <a:extLst>
                <a:ext uri="{FF2B5EF4-FFF2-40B4-BE49-F238E27FC236}">
                  <ns2:creationId id="{28E8F5CE-3BA5-F1E9-F594-53AA5A0735E3}"/>
                </a:ext>
              </a:extLst>
            </p:cNvPr>
            <p:cNvGrpSpPr/>
            <p:nvPr/>
          </p:nvGrpSpPr>
          <p:grpSpPr>
            <a:xfrm>
              <a:off x="334963" y="5101456"/>
              <a:ext cx="11525124" cy="1207269"/>
              <a:chOff x="334963" y="5101456"/>
              <a:chExt cx="11525124" cy="1207269"/>
            </a:xfrm>
          </p:grpSpPr>
          <p:sp>
            <p:nvSpPr>
              <p:cNvPr id="42" name="正方形/長方形 41">
                <a:extLst>
                  <a:ext uri="{FF2B5EF4-FFF2-40B4-BE49-F238E27FC236}">
                    <ns2:creationId id="{E5B83749-8363-347D-609F-06463BA86E05}"/>
                  </a:ext>
                </a:extLst>
              </p:cNvPr>
              <p:cNvSpPr/>
              <p:nvPr/>
            </p:nvSpPr>
            <p:spPr>
              <a:xfrm>
                <a:off x="334963" y="5101456"/>
                <a:ext cx="599757" cy="12072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62" name="グループ化 161">
                <a:extLst>
                  <a:ext uri="{FF2B5EF4-FFF2-40B4-BE49-F238E27FC236}">
                    <ns2:creationId id="{341637BD-8C1A-AA0F-763A-4922FABFC655}"/>
                  </a:ext>
                </a:extLst>
              </p:cNvPr>
              <p:cNvGrpSpPr/>
              <p:nvPr/>
            </p:nvGrpSpPr>
            <p:grpSpPr>
              <a:xfrm>
                <a:off x="1010920" y="5112903"/>
                <a:ext cx="2567984" cy="1195822"/>
                <a:chOff x="1010920" y="5112903"/>
                <a:chExt cx="2567984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142" name="グループ化 141">
                  <a:extLst>
                    <a:ext uri="{FF2B5EF4-FFF2-40B4-BE49-F238E27FC236}">
                      <ns2:creationId id="{6947F65C-F6DF-0BF0-34AA-734F4D33521B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31" name="正方形/長方形 130">
                    <a:extLst>
                      <a:ext uri="{FF2B5EF4-FFF2-40B4-BE49-F238E27FC236}">
                        <ns2:creationId id="{E7467896-6BDD-1517-2B7A-BA5153561910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3B03B05E-1F73-80D4-EC13-3310A2B3325A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38" name="正方形/長方形 137">
                    <a:extLst>
                      <a:ext uri="{FF2B5EF4-FFF2-40B4-BE49-F238E27FC236}">
                        <ns2:creationId id="{E0651C40-1D54-12C5-C356-DCF3F584C829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146" name="グループ化 145">
                  <a:extLst>
                    <a:ext uri="{FF2B5EF4-FFF2-40B4-BE49-F238E27FC236}">
                      <ns2:creationId id="{E4705A14-2246-4E28-D420-9E9F4027170B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50" name="正方形/長方形 149">
                    <a:extLst>
                      <a:ext uri="{FF2B5EF4-FFF2-40B4-BE49-F238E27FC236}">
                        <ns2:creationId id="{E74C163B-9B79-9F25-FFEE-8182D2BE194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110049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54" name="正方形/長方形 153">
                    <a:extLst>
                      <a:ext uri="{FF2B5EF4-FFF2-40B4-BE49-F238E27FC236}">
                        <ns2:creationId id="{905FDE7E-1756-942A-2C92-89DA2301DFD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58" name="正方形/長方形 157">
                    <a:extLst>
                      <a:ext uri="{FF2B5EF4-FFF2-40B4-BE49-F238E27FC236}">
                        <ns2:creationId id="{9DCA373D-6757-783C-6D65-B0DEFDB819E7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b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</a:br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(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)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07" name="正方形/長方形 206">
                    <a:extLst>
                      <a:ext uri="{FF2B5EF4-FFF2-40B4-BE49-F238E27FC236}">
                        <ns2:creationId id="{3EE0647E-316A-B1DD-EBF7-510C2E68DC05}"/>
                      </a:ext>
                    </a:extLst>
                  </p:cNvPr>
                  <p:cNvSpPr/>
                  <p:nvPr/>
                </p:nvSpPr>
                <p:spPr>
                  <a:xfrm>
                    <a:off x="1132269" y="5112903"/>
                    <a:ext cx="84512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209" name="グループ化 208">
                <a:extLst>
                  <a:ext uri="{FF2B5EF4-FFF2-40B4-BE49-F238E27FC236}">
                    <ns2:creationId id="{67FFA08F-8047-6B60-A247-F699FBD020D7}"/>
                  </a:ext>
                </a:extLst>
              </p:cNvPr>
              <p:cNvGrpSpPr/>
              <p:nvPr/>
            </p:nvGrpSpPr>
            <p:grpSpPr>
              <a:xfrm>
                <a:off x="3771314" y="5112903"/>
                <a:ext cx="2567984" cy="1195822"/>
                <a:chOff x="1010920" y="5112903"/>
                <a:chExt cx="2567984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11" name="グループ化 210">
                  <a:extLst>
                    <a:ext uri="{FF2B5EF4-FFF2-40B4-BE49-F238E27FC236}">
                      <ns2:creationId id="{B4817831-A443-59C5-CC6F-A9CB6F9200C7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223" name="正方形/長方形 222">
                    <a:extLst>
                      <a:ext uri="{FF2B5EF4-FFF2-40B4-BE49-F238E27FC236}">
                        <ns2:creationId id="{B910E80C-086F-0251-DB83-BDDD24654BE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/</a:t>
                    </a:r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4" name="正方形/長方形 223">
                    <a:extLst>
                      <a:ext uri="{FF2B5EF4-FFF2-40B4-BE49-F238E27FC236}">
                        <ns2:creationId id="{02990A4F-C689-E83A-F735-D615278DC23B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dirty="0">
                        <a:solidFill>
                          <a:srgbClr val="C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altLang="ja-JP" sz="900" dirty="0" err="1">
                        <a:solidFill>
                          <a:srgbClr val="C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900" dirty="0" err="1">
                        <a:solidFill>
                          <a:srgbClr val="C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5" name="正方形/長方形 224">
                    <a:extLst>
                      <a:ext uri="{FF2B5EF4-FFF2-40B4-BE49-F238E27FC236}">
                        <ns2:creationId id="{4974D9A5-713E-8128-F492-93960E020FA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213" name="グループ化 212">
                  <a:extLst>
                    <a:ext uri="{FF2B5EF4-FFF2-40B4-BE49-F238E27FC236}">
                      <ns2:creationId id="{D1287DEA-C139-EB28-F872-F59E70CC10E0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215" name="正方形/長方形 214">
                    <a:extLst>
                      <a:ext uri="{FF2B5EF4-FFF2-40B4-BE49-F238E27FC236}">
                        <ns2:creationId id="{0E658434-9E43-80A9-5239-76FFCF2886F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110049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217" name="正方形/長方形 216">
                    <a:extLst>
                      <a:ext uri="{FF2B5EF4-FFF2-40B4-BE49-F238E27FC236}">
                        <ns2:creationId id="{4ADA5A50-A011-3BED-37D0-280B4311E04D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19" name="正方形/長方形 218">
                    <a:extLst>
                      <a:ext uri="{FF2B5EF4-FFF2-40B4-BE49-F238E27FC236}">
                        <ns2:creationId id="{61D64A2C-D96A-AF31-EB06-256F673A6FE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22" name="正方形/長方形 221">
                    <a:extLst>
                      <a:ext uri="{FF2B5EF4-FFF2-40B4-BE49-F238E27FC236}">
                        <ns2:creationId id="{7C019C26-9C29-B0D8-EF92-37980B32F5B1}"/>
                      </a:ext>
                    </a:extLst>
                  </p:cNvPr>
                  <p:cNvSpPr/>
                  <p:nvPr/>
                </p:nvSpPr>
                <p:spPr>
                  <a:xfrm>
                    <a:off x="1132269" y="5112903"/>
                    <a:ext cx="84512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 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(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)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286" name="正方形/長方形 285">
                <a:extLst>
                  <a:ext uri="{FF2B5EF4-FFF2-40B4-BE49-F238E27FC236}">
                    <ns2:creationId id="{F34CE82C-1848-F7E1-900D-6849DCC0210F}"/>
                  </a:ext>
                </a:extLst>
              </p:cNvPr>
              <p:cNvSpPr/>
              <p:nvPr/>
            </p:nvSpPr>
            <p:spPr>
              <a:xfrm>
                <a:off x="6531708" y="5786333"/>
                <a:ext cx="966470" cy="52239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正方形/長方形 281">
                <a:extLst>
                  <a:ext uri="{FF2B5EF4-FFF2-40B4-BE49-F238E27FC236}">
                    <ns2:creationId id="{27CAEE37-28F6-4B58-21C2-D46F5C4ABB1B}"/>
                  </a:ext>
                </a:extLst>
              </p:cNvPr>
              <p:cNvSpPr/>
              <p:nvPr/>
            </p:nvSpPr>
            <p:spPr>
              <a:xfrm>
                <a:off x="7722544" y="5786333"/>
                <a:ext cx="1377147" cy="21639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99" name="グループ化 298">
                <a:extLst>
                  <a:ext uri="{FF2B5EF4-FFF2-40B4-BE49-F238E27FC236}">
                    <ns2:creationId id="{55749F3D-170E-2021-DCEF-1BEFBB9E24BE}"/>
                  </a:ext>
                </a:extLst>
              </p:cNvPr>
              <p:cNvGrpSpPr/>
              <p:nvPr/>
            </p:nvGrpSpPr>
            <p:grpSpPr>
              <a:xfrm>
                <a:off x="6531708" y="5112903"/>
                <a:ext cx="2567983" cy="651430"/>
                <a:chOff x="6531708" y="5112903"/>
                <a:chExt cx="2567983" cy="788340"/>
              </a:xfrm>
            </p:grpSpPr>
            <p:sp>
              <p:nvSpPr>
                <p:cNvPr id="284" name="正方形/長方形 283">
                  <a:extLst>
                    <a:ext uri="{FF2B5EF4-FFF2-40B4-BE49-F238E27FC236}">
                      <ns2:creationId id="{79D0372F-3AB4-579B-DE65-D2EEF4640B45}"/>
                    </a:ext>
                  </a:extLst>
                </p:cNvPr>
                <p:cNvSpPr/>
                <p:nvPr/>
              </p:nvSpPr>
              <p:spPr>
                <a:xfrm>
                  <a:off x="6531708" y="5112903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b="1" dirty="0" err="1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5" name="正方形/長方形 284">
                  <a:extLst>
                    <a:ext uri="{FF2B5EF4-FFF2-40B4-BE49-F238E27FC236}">
                      <ns2:creationId id="{92087E48-5C3E-3044-F2A3-9B8B1A4D2BD9}"/>
                    </a:ext>
                  </a:extLst>
                </p:cNvPr>
                <p:cNvSpPr/>
                <p:nvPr/>
              </p:nvSpPr>
              <p:spPr>
                <a:xfrm>
                  <a:off x="6531708" y="5520385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9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0" name="正方形/長方形 279">
                  <a:extLst>
                    <a:ext uri="{FF2B5EF4-FFF2-40B4-BE49-F238E27FC236}">
                      <ns2:creationId id="{848FCC9B-1D1F-DC2F-576E-BF8689A13580}"/>
                    </a:ext>
                  </a:extLst>
                </p:cNvPr>
                <p:cNvSpPr/>
                <p:nvPr/>
              </p:nvSpPr>
              <p:spPr>
                <a:xfrm>
                  <a:off x="7525964" y="5112903"/>
                  <a:ext cx="179196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81" name="正方形/長方形 280">
                  <a:extLst>
                    <a:ext uri="{FF2B5EF4-FFF2-40B4-BE49-F238E27FC236}">
                      <ns2:creationId id="{75F7631C-DF96-2ED8-09B5-75A60B4D15E2}"/>
                    </a:ext>
                  </a:extLst>
                </p:cNvPr>
                <p:cNvSpPr/>
                <p:nvPr/>
              </p:nvSpPr>
              <p:spPr>
                <a:xfrm>
                  <a:off x="7525964" y="5520385"/>
                  <a:ext cx="177163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7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83" name="正方形/長方形 282">
                  <a:extLst>
                    <a:ext uri="{FF2B5EF4-FFF2-40B4-BE49-F238E27FC236}">
                      <ns2:creationId id="{2AECB7BB-B290-5510-4B17-24B75E644BCD}"/>
                    </a:ext>
                  </a:extLst>
                </p:cNvPr>
                <p:cNvSpPr/>
                <p:nvPr/>
              </p:nvSpPr>
              <p:spPr>
                <a:xfrm>
                  <a:off x="7723560" y="5112903"/>
                  <a:ext cx="1376131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、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7" name="正方形/長方形 296">
                  <a:extLst>
                    <a:ext uri="{FF2B5EF4-FFF2-40B4-BE49-F238E27FC236}">
                      <ns2:creationId id="{ABEBD834-EC75-FDF4-7378-B479F482B083}"/>
                    </a:ext>
                  </a:extLst>
                </p:cNvPr>
                <p:cNvSpPr/>
                <p:nvPr/>
              </p:nvSpPr>
              <p:spPr>
                <a:xfrm>
                  <a:off x="7722545" y="5520385"/>
                  <a:ext cx="1375115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87" name="グループ化 286">
                <a:extLst>
                  <a:ext uri="{FF2B5EF4-FFF2-40B4-BE49-F238E27FC236}">
                    <ns2:creationId id="{B2006B95-1CAE-A50C-644D-D8940B71B13A}"/>
                  </a:ext>
                </a:extLst>
              </p:cNvPr>
              <p:cNvGrpSpPr/>
              <p:nvPr/>
            </p:nvGrpSpPr>
            <p:grpSpPr>
              <a:xfrm>
                <a:off x="9292102" y="5112903"/>
                <a:ext cx="2567985" cy="1195822"/>
                <a:chOff x="1010920" y="5112903"/>
                <a:chExt cx="2567985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88" name="グループ化 287">
                  <a:extLst>
                    <a:ext uri="{FF2B5EF4-FFF2-40B4-BE49-F238E27FC236}">
                      <ns2:creationId id="{3313F628-A2B2-A2FD-4F5E-D9030A0CCDDB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294" name="正方形/長方形 293">
                    <a:extLst>
                      <a:ext uri="{FF2B5EF4-FFF2-40B4-BE49-F238E27FC236}">
                        <ns2:creationId id="{FCB16C62-92BE-C81F-988D-D22095422581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5" name="正方形/長方形 294">
                    <a:extLst>
                      <a:ext uri="{FF2B5EF4-FFF2-40B4-BE49-F238E27FC236}">
                        <ns2:creationId id="{10E279C3-D3DB-CABA-E73C-0F46E33F5C4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 err="1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6" name="正方形/長方形 295">
                    <a:extLst>
                      <a:ext uri="{FF2B5EF4-FFF2-40B4-BE49-F238E27FC236}">
                        <ns2:creationId id="{D9C9A09A-18C7-B703-E1DF-C56B497C733C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289" name="グループ化 288">
                  <a:extLst>
                    <a:ext uri="{FF2B5EF4-FFF2-40B4-BE49-F238E27FC236}">
                      <ns2:creationId id="{8E718DA4-3C4B-0BA7-3BB5-D1AD12F25C4E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1195822"/>
                  <a:chOff x="1010144" y="5112903"/>
                  <a:chExt cx="967246" cy="985169"/>
                </a:xfrm>
                <a:grpFill/>
              </p:grpSpPr>
              <p:sp>
                <p:nvSpPr>
                  <p:cNvPr id="291" name="正方形/長方形 290">
                    <a:extLst>
                      <a:ext uri="{FF2B5EF4-FFF2-40B4-BE49-F238E27FC236}">
                        <ns2:creationId id="{266963A8-B808-3715-3872-B015FCE6A21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0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0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2" name="正方形/長方形 291">
                    <a:extLst>
                      <a:ext uri="{FF2B5EF4-FFF2-40B4-BE49-F238E27FC236}">
                        <ns2:creationId id="{81911658-A2EE-204F-0EB4-4FDAF7F95BBA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altLang="ja-JP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293" name="正方形/長方形 292">
                    <a:extLst>
                      <a:ext uri="{FF2B5EF4-FFF2-40B4-BE49-F238E27FC236}">
                        <ns2:creationId id="{C11BBFE7-085D-A587-D32A-25F63CEA88BC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300" name="正方形/長方形 299">
                <a:extLst>
                  <a:ext uri="{FF2B5EF4-FFF2-40B4-BE49-F238E27FC236}">
                    <ns2:creationId id="{F539057A-AA0B-BDFC-FAC3-598A7E189729}"/>
                  </a:ext>
                </a:extLst>
              </p:cNvPr>
              <p:cNvSpPr/>
              <p:nvPr/>
            </p:nvSpPr>
            <p:spPr>
              <a:xfrm>
                <a:off x="7525965" y="6020859"/>
                <a:ext cx="1573728" cy="28786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1" name="正方形/長方形 300">
                <a:extLst>
                  <a:ext uri="{FF2B5EF4-FFF2-40B4-BE49-F238E27FC236}">
                    <ns2:creationId id="{DD74A100-2B10-4331-0B0F-69639F735606}"/>
                  </a:ext>
                </a:extLst>
              </p:cNvPr>
              <p:cNvSpPr/>
              <p:nvPr/>
            </p:nvSpPr>
            <p:spPr>
              <a:xfrm>
                <a:off x="7525965" y="5786333"/>
                <a:ext cx="177162" cy="21639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3" name="グループ化 22">
                <a:extLst>
                  <a:ext uri="{FF2B5EF4-FFF2-40B4-BE49-F238E27FC236}">
                    <ns2:creationId id="{5E6D8FBC-CAFF-B7EF-3044-0A3F601A7858}"/>
                  </a:ext>
                </a:extLst>
              </p:cNvPr>
              <p:cNvGrpSpPr/>
              <p:nvPr/>
            </p:nvGrpSpPr>
            <p:grpSpPr>
              <a:xfrm>
                <a:off x="2005176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19" name="直線コネクタ 18">
                  <a:extLst>
                    <a:ext uri="{FF2B5EF4-FFF2-40B4-BE49-F238E27FC236}">
                      <ns2:creationId id="{9E92EFA2-0B7B-385E-3400-A8EFD80CBD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線コネクタ 20">
                  <a:extLst>
                    <a:ext uri="{FF2B5EF4-FFF2-40B4-BE49-F238E27FC236}">
                      <ns2:creationId id="{D54416E7-0F7E-BCC1-9415-CC52DEA12F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グループ化 23">
                <a:extLst>
                  <a:ext uri="{FF2B5EF4-FFF2-40B4-BE49-F238E27FC236}">
                    <ns2:creationId id="{A0980865-5854-E537-87C3-FC6999198E45}"/>
                  </a:ext>
                </a:extLst>
              </p:cNvPr>
              <p:cNvGrpSpPr/>
              <p:nvPr/>
            </p:nvGrpSpPr>
            <p:grpSpPr>
              <a:xfrm>
                <a:off x="4766098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25" name="直線コネクタ 24">
                  <a:extLst>
                    <a:ext uri="{FF2B5EF4-FFF2-40B4-BE49-F238E27FC236}">
                      <ns2:creationId id="{BC276CC5-4CBA-A9E8-5D7A-20EBC943EC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直線コネクタ 25">
                  <a:extLst>
                    <a:ext uri="{FF2B5EF4-FFF2-40B4-BE49-F238E27FC236}">
                      <ns2:creationId id="{AF6E3466-512B-AF14-6E5E-FD059D842A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7" name="グループ化 26">
                <a:extLst>
                  <a:ext uri="{FF2B5EF4-FFF2-40B4-BE49-F238E27FC236}">
                    <ns2:creationId id="{C9CB1CB2-B9EF-7969-BE8A-DC1B71422409}"/>
                  </a:ext>
                </a:extLst>
              </p:cNvPr>
              <p:cNvGrpSpPr/>
              <p:nvPr/>
            </p:nvGrpSpPr>
            <p:grpSpPr>
              <a:xfrm>
                <a:off x="10286887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28" name="直線コネクタ 27">
                  <a:extLst>
                    <a:ext uri="{FF2B5EF4-FFF2-40B4-BE49-F238E27FC236}">
                      <ns2:creationId id="{D6D8FCB1-A3D4-BA34-F43A-219FF76B7A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コネクタ 28">
                  <a:extLst>
                    <a:ext uri="{FF2B5EF4-FFF2-40B4-BE49-F238E27FC236}">
                      <ns2:creationId id="{8153B90F-1F19-89DD-7DED-DD4ACCBA6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" name="グループ化 30">
                <a:extLst>
                  <a:ext uri="{FF2B5EF4-FFF2-40B4-BE49-F238E27FC236}">
                    <ns2:creationId id="{4096A1E9-5FB1-DD1E-0613-D9742BE0F8A3}"/>
                  </a:ext>
                </a:extLst>
              </p:cNvPr>
              <p:cNvGrpSpPr/>
              <p:nvPr/>
            </p:nvGrpSpPr>
            <p:grpSpPr>
              <a:xfrm>
                <a:off x="7526491" y="5437140"/>
                <a:ext cx="1573200" cy="336738"/>
                <a:chOff x="2005176" y="5417330"/>
                <a:chExt cx="1573200" cy="336738"/>
              </a:xfrm>
            </p:grpSpPr>
            <p:cxnSp>
              <p:nvCxnSpPr>
                <p:cNvPr id="32" name="直線コネクタ 31">
                  <a:extLst>
                    <a:ext uri="{FF2B5EF4-FFF2-40B4-BE49-F238E27FC236}">
                      <ns2:creationId id="{07E0D8DF-C29C-17EA-D7C2-EFE47BF35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41733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直線コネクタ 32">
                  <a:extLst>
                    <a:ext uri="{FF2B5EF4-FFF2-40B4-BE49-F238E27FC236}">
                      <ns2:creationId id="{424CF7FA-5BEE-24F3-85BA-8EC866E845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754068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" name="グループ化 48">
              <a:extLst>
                <a:ext uri="{FF2B5EF4-FFF2-40B4-BE49-F238E27FC236}">
                  <ns2:creationId id="{612C863B-8829-AC29-2694-145DF0183B7E}"/>
                </a:ext>
              </a:extLst>
            </p:cNvPr>
            <p:cNvGrpSpPr/>
            <p:nvPr/>
          </p:nvGrpSpPr>
          <p:grpSpPr>
            <a:xfrm>
              <a:off x="1005840" y="1612875"/>
              <a:ext cx="10851198" cy="886485"/>
              <a:chOff x="1005840" y="1612875"/>
              <a:chExt cx="10851198" cy="886485"/>
            </a:xfrm>
          </p:grpSpPr>
          <p:grpSp>
            <p:nvGrpSpPr>
              <p:cNvPr id="43" name="グループ化 42">
                <a:extLst>
                  <a:ext uri="{FF2B5EF4-FFF2-40B4-BE49-F238E27FC236}">
                    <ns2:creationId id="{AC8A1BBC-994F-E29F-608D-CEC96596460E}"/>
                  </a:ext>
                </a:extLst>
              </p:cNvPr>
              <p:cNvGrpSpPr/>
              <p:nvPr/>
            </p:nvGrpSpPr>
            <p:grpSpPr>
              <a:xfrm>
                <a:off x="1005840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" name="四角形: 上の 2 つの角を丸める 7">
                  <a:extLst>
                    <a:ext uri="{FF2B5EF4-FFF2-40B4-BE49-F238E27FC236}">
                      <ns2:creationId id="{547940FD-5EDE-8C16-CE14-7EA713B442DE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6" name="楕円 15">
                  <a:extLst>
                    <a:ext uri="{FF2B5EF4-FFF2-40B4-BE49-F238E27FC236}">
                      <ns2:creationId id="{E0C89A45-4643-6820-4F1E-BA0F2CDCE6AD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楕円 37">
                  <a:extLst>
                    <a:ext uri="{FF2B5EF4-FFF2-40B4-BE49-F238E27FC236}">
                      <ns2:creationId id="{DE2222F2-FB81-9079-D0EA-2BA630F7283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32CB7368-4E85-EE65-6CD9-FE8586D111F5}"/>
                  </a:ext>
                </a:extLst>
              </p:cNvPr>
              <p:cNvGrpSpPr/>
              <p:nvPr/>
            </p:nvGrpSpPr>
            <p:grpSpPr>
              <a:xfrm>
                <a:off x="3765218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50" name="四角形: 上の 2 つの角を丸める 49">
                  <a:extLst>
                    <a:ext uri="{FF2B5EF4-FFF2-40B4-BE49-F238E27FC236}">
                      <ns2:creationId id="{D4FF6612-CBF7-8D1B-4DA9-40266C260C9A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" name="楕円 53">
                  <a:extLst>
                    <a:ext uri="{FF2B5EF4-FFF2-40B4-BE49-F238E27FC236}">
                      <ns2:creationId id="{66E7D270-C0DF-A9D7-01C1-65DFC0EFD7B9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8" name="楕円 57">
                  <a:extLst>
                    <a:ext uri="{FF2B5EF4-FFF2-40B4-BE49-F238E27FC236}">
                      <ns2:creationId id="{6AA8D3B8-AF03-B430-7E5A-135742CE603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ns2:creationId id="{F0FF9C2A-A7EC-F228-A2ED-DDA01FA8B028}"/>
                  </a:ext>
                </a:extLst>
              </p:cNvPr>
              <p:cNvGrpSpPr/>
              <p:nvPr/>
            </p:nvGrpSpPr>
            <p:grpSpPr>
              <a:xfrm>
                <a:off x="6524596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66" name="四角形: 上の 2 つの角を丸める 65">
                  <a:extLst>
                    <a:ext uri="{FF2B5EF4-FFF2-40B4-BE49-F238E27FC236}">
                      <ns2:creationId id="{C5083E9F-F388-D9C6-0D0C-990545C3512F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0" name="楕円 69">
                  <a:extLst>
                    <a:ext uri="{FF2B5EF4-FFF2-40B4-BE49-F238E27FC236}">
                      <ns2:creationId id="{11EB3529-7A50-DE47-DF81-8E7A7E8E7017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74" name="楕円 73">
                  <a:extLst>
                    <a:ext uri="{FF2B5EF4-FFF2-40B4-BE49-F238E27FC236}">
                      <ns2:creationId id="{E6E3DEF3-BF6C-3271-BC34-99A7DF0938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78" name="グループ化 77">
                <a:extLst>
                  <a:ext uri="{FF2B5EF4-FFF2-40B4-BE49-F238E27FC236}">
                    <ns2:creationId id="{9888C79E-50AD-981A-226C-09C4BFEBF898}"/>
                  </a:ext>
                </a:extLst>
              </p:cNvPr>
              <p:cNvGrpSpPr/>
              <p:nvPr/>
            </p:nvGrpSpPr>
            <p:grpSpPr>
              <a:xfrm>
                <a:off x="9283974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2" name="四角形: 上の 2 つの角を丸める 81">
                  <a:extLst>
                    <a:ext uri="{FF2B5EF4-FFF2-40B4-BE49-F238E27FC236}">
                      <ns2:creationId id="{89E9DB34-657C-230F-F3A2-B201027FA711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5F7FE02C-2DDD-4411-8D23-196A15C26CBC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9" name="楕円 88">
                  <a:extLst>
                    <a:ext uri="{FF2B5EF4-FFF2-40B4-BE49-F238E27FC236}">
                      <ns2:creationId id="{7AA81893-C7DD-3ADF-7717-21CF00B7DF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pic>
            <p:nvPicPr>
              <p:cNvPr id="39" name="グラフィックス 38" descr="切断 単色塗りつぶし">
                <a:extLst>
                  <a:ext uri="{FF2B5EF4-FFF2-40B4-BE49-F238E27FC236}">
                    <ns2:creationId id="{F9FBCD7A-61BD-C08F-B4F1-298C2618B3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426506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" name="グラフィックス 40" descr="ユーザー 単色塗りつぶし">
                <a:extLst>
                  <a:ext uri="{FF2B5EF4-FFF2-40B4-BE49-F238E27FC236}">
                    <ns2:creationId id="{44366CBA-6FB9-BC8F-DBAE-37E80A25E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667128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5" name="グラフィックス 44" descr="名案 単色塗りつぶし">
                <a:extLst>
                  <a:ext uri="{FF2B5EF4-FFF2-40B4-BE49-F238E27FC236}">
                    <ns2:creationId id="{41E7B5FC-98E0-0B47-AEB1-9ABD77CAAD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907750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8" name="グラフィックス 47" descr="筋骨たくましい腕 単色塗りつぶし">
                <a:extLst>
                  <a:ext uri="{FF2B5EF4-FFF2-40B4-BE49-F238E27FC236}">
                    <ns2:creationId id="{7CD7F0F8-EEA6-91D5-E315-7A95BE8B95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2148372" y="1754775"/>
                <a:ext cx="288000" cy="28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3329952903"/>
      </p:ext>
    </p:extLst>
  </p:cSld>
  <p:clrMapOvr>
    <a:masterClrMapping/>
  </p:clrMapOvr>
</p:sld>
</file>

<file path=ppt/slides/slide25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A9337E0-FDFA-57FA-AF18-79722C4AC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F547C65-3FDD-BBCA-1D99-C545EDDEE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ns2:creationId id="{4F89228B-EFBB-9664-2573-77CB47BB44A5}"/>
              </a:ext>
            </a:extLst>
          </p:cNvPr>
          <p:cNvGrpSpPr/>
          <p:nvPr/>
        </p:nvGrpSpPr>
        <p:grpSpPr>
          <a:xfrm>
            <a:off x="334963" y="1158106"/>
            <a:ext cx="11525124" cy="5150619"/>
            <a:chOff x="334963" y="1158106"/>
            <a:chExt cx="11525124" cy="5150619"/>
          </a:xfrm>
        </p:grpSpPr>
        <p:sp>
          <p:nvSpPr>
            <p:cNvPr id="102" name="Text 17">
              <a:extLst>
                <a:ext uri="{FF2B5EF4-FFF2-40B4-BE49-F238E27FC236}">
                  <ns2:creationId id="{EC3167C5-9FBD-4B8B-DC33-30AAAC5D1B31}"/>
                </a:ext>
              </a:extLst>
            </p:cNvPr>
            <p:cNvSpPr txBox="1"/>
            <p:nvPr/>
          </p:nvSpPr>
          <p:spPr>
            <a:xfrm>
              <a:off x="1005840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517BE411-8DBD-DD75-FA52-8E21A6835768}"/>
                </a:ext>
              </a:extLst>
            </p:cNvPr>
            <p:cNvSpPr/>
            <p:nvPr/>
          </p:nvSpPr>
          <p:spPr>
            <a:xfrm>
              <a:off x="334963" y="2570480"/>
              <a:ext cx="599757" cy="137822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024DDF55-908C-D5DC-1BCF-3B16670970E1}"/>
                </a:ext>
              </a:extLst>
            </p:cNvPr>
            <p:cNvSpPr/>
            <p:nvPr/>
          </p:nvSpPr>
          <p:spPr>
            <a:xfrm>
              <a:off x="334963" y="2570480"/>
              <a:ext cx="599757" cy="194667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5C388EFF-60F0-02DE-5404-BA290D59BED4}"/>
                </a:ext>
              </a:extLst>
            </p:cNvPr>
            <p:cNvSpPr/>
            <p:nvPr/>
          </p:nvSpPr>
          <p:spPr>
            <a:xfrm>
              <a:off x="334963" y="4011573"/>
              <a:ext cx="599757" cy="1031664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1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813054D-965A-D043-9A78-2D46C1FBE752}"/>
                </a:ext>
              </a:extLst>
            </p:cNvPr>
            <p:cNvSpPr/>
            <p:nvPr/>
          </p:nvSpPr>
          <p:spPr>
            <a:xfrm>
              <a:off x="334963" y="4011573"/>
              <a:ext cx="599757" cy="194667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6" name="Text 40">
              <a:extLst>
                <a:ext uri="{FF2B5EF4-FFF2-40B4-BE49-F238E27FC236}">
                  <ns2:creationId id="{10263750-E73E-0F26-67AC-A89808CC379F}"/>
                </a:ext>
              </a:extLst>
            </p:cNvPr>
            <p:cNvSpPr txBox="1"/>
            <p:nvPr/>
          </p:nvSpPr>
          <p:spPr>
            <a:xfrm>
              <a:off x="3765218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latin typeface="+mn-ea"/>
                  <a:cs typeface="Meiryo UI" pitchFamily="34" charset="-120"/>
                </a:rPr>
                <a:t>。</a:t>
              </a:r>
              <a:endParaRPr lang="en-US" sz="1000" dirty="0"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0" name="Text 60">
              <a:extLst>
                <a:ext uri="{FF2B5EF4-FFF2-40B4-BE49-F238E27FC236}">
                  <ns2:creationId id="{B587C0BE-07EF-C301-D452-CB9D1E22BD17}"/>
                </a:ext>
              </a:extLst>
            </p:cNvPr>
            <p:cNvSpPr txBox="1"/>
            <p:nvPr/>
          </p:nvSpPr>
          <p:spPr>
            <a:xfrm>
              <a:off x="6524596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4" name="Text 85">
              <a:extLst>
                <a:ext uri="{FF2B5EF4-FFF2-40B4-BE49-F238E27FC236}">
                  <ns2:creationId id="{B300EFED-DEB7-508B-F644-4FD6A5AEE157}"/>
                </a:ext>
              </a:extLst>
            </p:cNvPr>
            <p:cNvSpPr txBox="1"/>
            <p:nvPr/>
          </p:nvSpPr>
          <p:spPr>
            <a:xfrm>
              <a:off x="9283974" y="2576196"/>
              <a:ext cx="2574000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8" name="Text 17">
              <a:extLst>
                <a:ext uri="{FF2B5EF4-FFF2-40B4-BE49-F238E27FC236}">
                  <ns2:creationId id="{BEA14648-4533-0DC8-4F61-9983F9CB5284}"/>
                </a:ext>
              </a:extLst>
            </p:cNvPr>
            <p:cNvSpPr txBox="1"/>
            <p:nvPr/>
          </p:nvSpPr>
          <p:spPr>
            <a:xfrm>
              <a:off x="1007952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 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2" name="Text 40">
              <a:extLst>
                <a:ext uri="{FF2B5EF4-FFF2-40B4-BE49-F238E27FC236}">
                  <ns2:creationId id="{C617C193-5426-C5DC-382F-ED8B4F59ECAF}"/>
                </a:ext>
              </a:extLst>
            </p:cNvPr>
            <p:cNvSpPr txBox="1"/>
            <p:nvPr/>
          </p:nvSpPr>
          <p:spPr>
            <a:xfrm>
              <a:off x="3767330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6" name="Text 60">
              <a:extLst>
                <a:ext uri="{FF2B5EF4-FFF2-40B4-BE49-F238E27FC236}">
                  <ns2:creationId id="{3B07D7E8-6FA8-DAF9-9E1B-CB2EAAE570C9}"/>
                </a:ext>
              </a:extLst>
            </p:cNvPr>
            <p:cNvSpPr txBox="1"/>
            <p:nvPr/>
          </p:nvSpPr>
          <p:spPr>
            <a:xfrm>
              <a:off x="6526708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(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)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9" name="Text 85">
              <a:extLst>
                <a:ext uri="{FF2B5EF4-FFF2-40B4-BE49-F238E27FC236}">
                  <ns2:creationId id="{DCA0879F-91AD-EDCD-3A82-131241B78B48}"/>
                </a:ext>
              </a:extLst>
            </p:cNvPr>
            <p:cNvSpPr txBox="1"/>
            <p:nvPr/>
          </p:nvSpPr>
          <p:spPr>
            <a:xfrm>
              <a:off x="9286086" y="4017263"/>
              <a:ext cx="2574000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4F2DB84F-9A41-67EE-FFB2-064C4C9F2A56}"/>
                </a:ext>
              </a:extLst>
            </p:cNvPr>
            <p:cNvGrpSpPr/>
            <p:nvPr/>
          </p:nvGrpSpPr>
          <p:grpSpPr>
            <a:xfrm>
              <a:off x="1005840" y="3981854"/>
              <a:ext cx="10852134" cy="0"/>
              <a:chOff x="1005840" y="3981854"/>
              <a:chExt cx="10852134" cy="0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4707604A-FF85-AF50-9A91-DA0EB687F1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5840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C822229D-DB1A-9098-39B7-59AFF91124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24596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コネクタ 8">
                <a:extLst>
                  <a:ext uri="{FF2B5EF4-FFF2-40B4-BE49-F238E27FC236}">
                    <ns2:creationId id="{9E705C20-B41A-09DC-1289-FAD07E9760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5218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線コネクタ 9">
                <a:extLst>
                  <a:ext uri="{FF2B5EF4-FFF2-40B4-BE49-F238E27FC236}">
                    <ns2:creationId id="{1A33E544-4A6A-99EB-4B40-E92D97D7CF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83974" y="3981854"/>
                <a:ext cx="25740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正方形/長方形 41">
              <a:extLst>
                <a:ext uri="{FF2B5EF4-FFF2-40B4-BE49-F238E27FC236}">
                  <ns2:creationId id="{0A9AA32E-CDC2-0165-91B0-63019BA6C82A}"/>
                </a:ext>
              </a:extLst>
            </p:cNvPr>
            <p:cNvSpPr/>
            <p:nvPr/>
          </p:nvSpPr>
          <p:spPr>
            <a:xfrm>
              <a:off x="334963" y="5101456"/>
              <a:ext cx="599757" cy="12072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231" name="グループ化 230">
              <a:extLst>
                <a:ext uri="{FF2B5EF4-FFF2-40B4-BE49-F238E27FC236}">
                  <ns2:creationId id="{61E262CC-7446-B4D7-0433-B68340AB5CB7}"/>
                </a:ext>
              </a:extLst>
            </p:cNvPr>
            <p:cNvGrpSpPr/>
            <p:nvPr/>
          </p:nvGrpSpPr>
          <p:grpSpPr>
            <a:xfrm>
              <a:off x="1010920" y="5112903"/>
              <a:ext cx="2567984" cy="1195822"/>
              <a:chOff x="1010920" y="5112903"/>
              <a:chExt cx="2567984" cy="1195822"/>
            </a:xfrm>
          </p:grpSpPr>
          <p:grpSp>
            <p:nvGrpSpPr>
              <p:cNvPr id="162" name="グループ化 161">
                <a:extLst>
                  <a:ext uri="{FF2B5EF4-FFF2-40B4-BE49-F238E27FC236}">
                    <ns2:creationId id="{23B614E8-8369-8D64-C93C-F332A549983C}"/>
                  </a:ext>
                </a:extLst>
              </p:cNvPr>
              <p:cNvGrpSpPr/>
              <p:nvPr/>
            </p:nvGrpSpPr>
            <p:grpSpPr>
              <a:xfrm>
                <a:off x="1010920" y="5112903"/>
                <a:ext cx="2567984" cy="1195822"/>
                <a:chOff x="1010920" y="5112903"/>
                <a:chExt cx="2567984" cy="1195822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142" name="グループ化 141">
                  <a:extLst>
                    <a:ext uri="{FF2B5EF4-FFF2-40B4-BE49-F238E27FC236}">
                      <ns2:creationId id="{2F3AF6CF-B412-569B-8436-B54C031C6475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31" name="正方形/長方形 130">
                    <a:extLst>
                      <a:ext uri="{FF2B5EF4-FFF2-40B4-BE49-F238E27FC236}">
                        <ns2:creationId id="{5F9BD37F-FFFC-3FB0-180D-09016652664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dirty="0">
                      <a:latin typeface="+mn-ea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F5CB7DC4-F148-99B6-1CAB-4905A61AD5E0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dirty="0">
                      <a:latin typeface="+mn-ea"/>
                    </a:endParaRPr>
                  </a:p>
                </p:txBody>
              </p:sp>
              <p:sp>
                <p:nvSpPr>
                  <p:cNvPr id="138" name="正方形/長方形 137">
                    <a:extLst>
                      <a:ext uri="{FF2B5EF4-FFF2-40B4-BE49-F238E27FC236}">
                        <ns2:creationId id="{81760E0E-78C5-88A8-62BE-5740E86290F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90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dirty="0">
                      <a:latin typeface="+mn-ea"/>
                    </a:endParaRPr>
                  </a:p>
                </p:txBody>
              </p:sp>
            </p:grpSp>
            <p:grpSp>
              <p:nvGrpSpPr>
                <p:cNvPr id="146" name="グループ化 145">
                  <a:extLst>
                    <a:ext uri="{FF2B5EF4-FFF2-40B4-BE49-F238E27FC236}">
                      <ns2:creationId id="{B53C3093-5435-0D9F-0BBD-CCCF53392555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1195822"/>
                  <a:chOff x="1010920" y="5112903"/>
                  <a:chExt cx="966470" cy="985169"/>
                </a:xfrm>
                <a:grpFill/>
              </p:grpSpPr>
              <p:sp>
                <p:nvSpPr>
                  <p:cNvPr id="150" name="正方形/長方形 149">
                    <a:extLst>
                      <a:ext uri="{FF2B5EF4-FFF2-40B4-BE49-F238E27FC236}">
                        <ns2:creationId id="{3E4DC846-8257-3DD8-8501-07E8C7A2021D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110049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  <a:alpha val="5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dirty="0">
                        <a:solidFill>
                          <a:schemeClr val="tx1"/>
                        </a:solidFill>
                        <a:latin typeface="+mn-ea"/>
                      </a:rPr>
                      <a:t>KGI</a:t>
                    </a:r>
                    <a:endParaRPr lang="ja-JP" altLang="en-US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54" name="正方形/長方形 153">
                    <a:extLst>
                      <a:ext uri="{FF2B5EF4-FFF2-40B4-BE49-F238E27FC236}">
                        <ns2:creationId id="{EE08ACB7-DA55-48C3-5E46-D7BF67F250D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58" name="正方形/長方形 157">
                    <a:extLst>
                      <a:ext uri="{FF2B5EF4-FFF2-40B4-BE49-F238E27FC236}">
                        <ns2:creationId id="{51311620-A1B6-AAD7-A32A-1498F02230C1}"/>
                      </a:ext>
                    </a:extLst>
                  </p:cNvPr>
                  <p:cNvSpPr/>
                  <p:nvPr/>
                </p:nvSpPr>
                <p:spPr>
                  <a:xfrm>
                    <a:off x="1010920" y="5784305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07" name="正方形/長方形 206">
                    <a:extLst>
                      <a:ext uri="{FF2B5EF4-FFF2-40B4-BE49-F238E27FC236}">
                        <ns2:creationId id="{4000B3F2-A0D5-6BFF-BDCE-E59D3313029B}"/>
                      </a:ext>
                    </a:extLst>
                  </p:cNvPr>
                  <p:cNvSpPr/>
                  <p:nvPr/>
                </p:nvSpPr>
                <p:spPr>
                  <a:xfrm>
                    <a:off x="1132269" y="5112903"/>
                    <a:ext cx="84512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/ 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ja-JP" alt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grpSp>
            <p:nvGrpSpPr>
              <p:cNvPr id="23" name="グループ化 22">
                <a:extLst>
                  <a:ext uri="{FF2B5EF4-FFF2-40B4-BE49-F238E27FC236}">
                    <ns2:creationId id="{DFD614C8-6834-59C3-630E-B44C598BFDB2}"/>
                  </a:ext>
                </a:extLst>
              </p:cNvPr>
              <p:cNvGrpSpPr/>
              <p:nvPr/>
            </p:nvGrpSpPr>
            <p:grpSpPr>
              <a:xfrm>
                <a:off x="2005176" y="5504960"/>
                <a:ext cx="1573200" cy="407223"/>
                <a:chOff x="2005176" y="5504960"/>
                <a:chExt cx="1573200" cy="407223"/>
              </a:xfrm>
            </p:grpSpPr>
            <p:cxnSp>
              <p:nvCxnSpPr>
                <p:cNvPr id="19" name="直線コネクタ 18">
                  <a:extLst>
                    <a:ext uri="{FF2B5EF4-FFF2-40B4-BE49-F238E27FC236}">
                      <ns2:creationId id="{603EE802-E117-C7B3-5201-BA180AC49B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504960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線コネクタ 20">
                  <a:extLst>
                    <a:ext uri="{FF2B5EF4-FFF2-40B4-BE49-F238E27FC236}">
                      <ns2:creationId id="{B9BA2449-399F-4E6E-9060-6FF9DCA1A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5176" y="5912183"/>
                  <a:ext cx="15732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2" name="グループ化 251">
              <a:extLst>
                <a:ext uri="{FF2B5EF4-FFF2-40B4-BE49-F238E27FC236}">
                  <ns2:creationId id="{8408E44F-2F99-F53F-100E-5A2C69C7A116}"/>
                </a:ext>
              </a:extLst>
            </p:cNvPr>
            <p:cNvGrpSpPr/>
            <p:nvPr/>
          </p:nvGrpSpPr>
          <p:grpSpPr>
            <a:xfrm>
              <a:off x="3771314" y="5112902"/>
              <a:ext cx="2567984" cy="1195815"/>
              <a:chOff x="3771314" y="5112903"/>
              <a:chExt cx="2567984" cy="788340"/>
            </a:xfrm>
          </p:grpSpPr>
          <p:grpSp>
            <p:nvGrpSpPr>
              <p:cNvPr id="209" name="グループ化 208">
                <a:extLst>
                  <a:ext uri="{FF2B5EF4-FFF2-40B4-BE49-F238E27FC236}">
                    <ns2:creationId id="{5AC744AA-6063-719D-8D70-AD8EC26548CA}"/>
                  </a:ext>
                </a:extLst>
              </p:cNvPr>
              <p:cNvGrpSpPr/>
              <p:nvPr/>
            </p:nvGrpSpPr>
            <p:grpSpPr>
              <a:xfrm>
                <a:off x="3771314" y="5112903"/>
                <a:ext cx="2567984" cy="788340"/>
                <a:chOff x="1010920" y="5112903"/>
                <a:chExt cx="2567984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11" name="グループ化 210">
                  <a:extLst>
                    <a:ext uri="{FF2B5EF4-FFF2-40B4-BE49-F238E27FC236}">
                      <ns2:creationId id="{77659DF6-7401-F2EE-58F1-143C61FA2B88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23" name="正方形/長方形 222">
                    <a:extLst>
                      <a:ext uri="{FF2B5EF4-FFF2-40B4-BE49-F238E27FC236}">
                        <ns2:creationId id="{E2666EEC-0439-8506-329A-0E20AD03DAB2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24" name="正方形/長方形 223">
                    <a:extLst>
                      <a:ext uri="{FF2B5EF4-FFF2-40B4-BE49-F238E27FC236}">
                        <ns2:creationId id="{F836AB5F-393F-2914-BFB4-22EA4F4F634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  <p:grpSp>
              <p:nvGrpSpPr>
                <p:cNvPr id="213" name="グループ化 212">
                  <a:extLst>
                    <a:ext uri="{FF2B5EF4-FFF2-40B4-BE49-F238E27FC236}">
                      <ns2:creationId id="{2B5016C8-A6C9-8266-C61F-C3F46102BA5B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17" name="正方形/長方形 216">
                    <a:extLst>
                      <a:ext uri="{FF2B5EF4-FFF2-40B4-BE49-F238E27FC236}">
                        <ns2:creationId id="{2B18446F-25CF-9DA2-FBB4-4B94CA2B1AC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22" name="正方形/長方形 221">
                    <a:extLst>
                      <a:ext uri="{FF2B5EF4-FFF2-40B4-BE49-F238E27FC236}">
                        <ns2:creationId id="{A47D8382-9023-27D5-5C4E-CA5238B2BDA7}"/>
                      </a:ext>
                    </a:extLst>
                  </p:cNvPr>
                  <p:cNvSpPr/>
                  <p:nvPr/>
                </p:nvSpPr>
                <p:spPr>
                  <a:xfrm>
                    <a:off x="1011374" y="5112903"/>
                    <a:ext cx="966015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altLang="ja-JP" sz="850" dirty="0">
                      <a:solidFill>
                        <a:schemeClr val="tx1"/>
                      </a:solidFill>
                      <a:latin typeface="+mn-ea"/>
                    </a:endParaRPr>
                  </a:p>
                  <a:p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5" name="直線コネクタ 24">
                <a:extLst>
                  <a:ext uri="{FF2B5EF4-FFF2-40B4-BE49-F238E27FC236}">
                    <ns2:creationId id="{4AC45D06-388B-D64C-CF3C-8C34ED09A0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66098" y="5504960"/>
                <a:ext cx="15732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6" name="グループ化 195">
              <a:extLst>
                <a:ext uri="{FF2B5EF4-FFF2-40B4-BE49-F238E27FC236}">
                  <ns2:creationId id="{500B1A39-A94E-2807-9E36-AC42D7246DAB}"/>
                </a:ext>
              </a:extLst>
            </p:cNvPr>
            <p:cNvGrpSpPr/>
            <p:nvPr/>
          </p:nvGrpSpPr>
          <p:grpSpPr>
            <a:xfrm>
              <a:off x="9292102" y="5112902"/>
              <a:ext cx="2567985" cy="1195813"/>
              <a:chOff x="9292102" y="5112903"/>
              <a:chExt cx="2567985" cy="788340"/>
            </a:xfrm>
          </p:grpSpPr>
          <p:grpSp>
            <p:nvGrpSpPr>
              <p:cNvPr id="287" name="グループ化 286">
                <a:extLst>
                  <a:ext uri="{FF2B5EF4-FFF2-40B4-BE49-F238E27FC236}">
                    <ns2:creationId id="{E06119CC-553A-2EDA-8EE6-D19E2A305540}"/>
                  </a:ext>
                </a:extLst>
              </p:cNvPr>
              <p:cNvGrpSpPr/>
              <p:nvPr/>
            </p:nvGrpSpPr>
            <p:grpSpPr>
              <a:xfrm>
                <a:off x="9292102" y="5112903"/>
                <a:ext cx="2567985" cy="788340"/>
                <a:chOff x="1010920" y="5112903"/>
                <a:chExt cx="2567985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88" name="グループ化 287">
                  <a:extLst>
                    <a:ext uri="{FF2B5EF4-FFF2-40B4-BE49-F238E27FC236}">
                      <ns2:creationId id="{D583F796-17F1-6774-0488-89C592BCF344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94" name="正方形/長方形 293">
                    <a:extLst>
                      <a:ext uri="{FF2B5EF4-FFF2-40B4-BE49-F238E27FC236}">
                        <ns2:creationId id="{1B693F5C-9546-0EFF-1073-7E4E2639ECEE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95" name="正方形/長方形 294">
                    <a:extLst>
                      <a:ext uri="{FF2B5EF4-FFF2-40B4-BE49-F238E27FC236}">
                        <ns2:creationId id="{1C72CB50-C75B-2005-7076-AD26B70B9506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900" b="1" dirty="0">
                        <a:solidFill>
                          <a:schemeClr val="accent5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900" b="1" dirty="0">
                      <a:solidFill>
                        <a:schemeClr val="accent5"/>
                      </a:solidFill>
                      <a:latin typeface="+mn-ea"/>
                    </a:endParaRPr>
                  </a:p>
                </p:txBody>
              </p:sp>
            </p:grpSp>
            <p:grpSp>
              <p:nvGrpSpPr>
                <p:cNvPr id="289" name="グループ化 288">
                  <a:extLst>
                    <a:ext uri="{FF2B5EF4-FFF2-40B4-BE49-F238E27FC236}">
                      <ns2:creationId id="{83448AAD-519F-625D-712A-94BCA144F033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788340"/>
                  <a:chOff x="1010144" y="5112903"/>
                  <a:chExt cx="967246" cy="649468"/>
                </a:xfrm>
                <a:grpFill/>
              </p:grpSpPr>
              <p:sp>
                <p:nvSpPr>
                  <p:cNvPr id="291" name="正方形/長方形 290">
                    <a:extLst>
                      <a:ext uri="{FF2B5EF4-FFF2-40B4-BE49-F238E27FC236}">
                        <ns2:creationId id="{3B7BFB8C-DDA4-E87A-D836-FBF14496FBBB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ja-JP" alt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93" name="正方形/長方形 292">
                    <a:extLst>
                      <a:ext uri="{FF2B5EF4-FFF2-40B4-BE49-F238E27FC236}">
                        <ns2:creationId id="{3F12299A-28FC-C44F-2747-FA3F83AB140C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8" name="直線コネクタ 27">
                <a:extLst>
                  <a:ext uri="{FF2B5EF4-FFF2-40B4-BE49-F238E27FC236}">
                    <ns2:creationId id="{EB50E3C9-470F-075B-45F1-36BC432D96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6887" y="5504960"/>
                <a:ext cx="15732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グループ化 48">
              <a:extLst>
                <a:ext uri="{FF2B5EF4-FFF2-40B4-BE49-F238E27FC236}">
                  <ns2:creationId id="{2C47E569-DD78-175A-9B7B-DA9567E6F2B3}"/>
                </a:ext>
              </a:extLst>
            </p:cNvPr>
            <p:cNvGrpSpPr/>
            <p:nvPr/>
          </p:nvGrpSpPr>
          <p:grpSpPr>
            <a:xfrm>
              <a:off x="1005840" y="1612875"/>
              <a:ext cx="10851198" cy="886485"/>
              <a:chOff x="1005840" y="1612875"/>
              <a:chExt cx="10851198" cy="886485"/>
            </a:xfrm>
          </p:grpSpPr>
          <p:grpSp>
            <p:nvGrpSpPr>
              <p:cNvPr id="43" name="グループ化 42">
                <a:extLst>
                  <a:ext uri="{FF2B5EF4-FFF2-40B4-BE49-F238E27FC236}">
                    <ns2:creationId id="{78DEC186-425D-8325-62C4-178A31380784}"/>
                  </a:ext>
                </a:extLst>
              </p:cNvPr>
              <p:cNvGrpSpPr/>
              <p:nvPr/>
            </p:nvGrpSpPr>
            <p:grpSpPr>
              <a:xfrm>
                <a:off x="1005840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" name="四角形: 上の 2 つの角を丸める 7">
                  <a:extLst>
                    <a:ext uri="{FF2B5EF4-FFF2-40B4-BE49-F238E27FC236}">
                      <ns2:creationId id="{78BE057F-08B8-BB3F-6F4E-3F7E5E2BBED7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6" name="楕円 15">
                  <a:extLst>
                    <a:ext uri="{FF2B5EF4-FFF2-40B4-BE49-F238E27FC236}">
                      <ns2:creationId id="{C4FCC9DB-1CFB-2A66-514A-AB26ED0A1A32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38" name="楕円 37">
                  <a:extLst>
                    <a:ext uri="{FF2B5EF4-FFF2-40B4-BE49-F238E27FC236}">
                      <ns2:creationId id="{FEB182C6-7387-BF33-8AD2-410DA7867D9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5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DDE433BF-0397-5CFE-B0CA-CA6FDA180A84}"/>
                  </a:ext>
                </a:extLst>
              </p:cNvPr>
              <p:cNvGrpSpPr/>
              <p:nvPr/>
            </p:nvGrpSpPr>
            <p:grpSpPr>
              <a:xfrm>
                <a:off x="3765218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50" name="四角形: 上の 2 つの角を丸める 49">
                  <a:extLst>
                    <a:ext uri="{FF2B5EF4-FFF2-40B4-BE49-F238E27FC236}">
                      <ns2:creationId id="{1015A046-F54C-9768-A956-C70F8FF3582D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4" name="楕円 53">
                  <a:extLst>
                    <a:ext uri="{FF2B5EF4-FFF2-40B4-BE49-F238E27FC236}">
                      <ns2:creationId id="{B2DC6D7E-06F9-23C0-8F27-B58274F228EC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58" name="楕円 57">
                  <a:extLst>
                    <a:ext uri="{FF2B5EF4-FFF2-40B4-BE49-F238E27FC236}">
                      <ns2:creationId id="{B550D06D-B863-96DF-1E7B-434E47973C4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6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ns2:creationId id="{097B186F-41CA-049E-16FA-A4E353585B29}"/>
                  </a:ext>
                </a:extLst>
              </p:cNvPr>
              <p:cNvGrpSpPr/>
              <p:nvPr/>
            </p:nvGrpSpPr>
            <p:grpSpPr>
              <a:xfrm>
                <a:off x="6524596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66" name="四角形: 上の 2 つの角を丸める 65">
                  <a:extLst>
                    <a:ext uri="{FF2B5EF4-FFF2-40B4-BE49-F238E27FC236}">
                      <ns2:creationId id="{3A982E77-4F40-2BC5-F164-2C254C8CCF4E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0" name="楕円 69">
                  <a:extLst>
                    <a:ext uri="{FF2B5EF4-FFF2-40B4-BE49-F238E27FC236}">
                      <ns2:creationId id="{7F8C4C3E-9626-686C-6F6C-E1D3E4DA5865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4" name="楕円 73">
                  <a:extLst>
                    <a:ext uri="{FF2B5EF4-FFF2-40B4-BE49-F238E27FC236}">
                      <ns2:creationId id="{B4A4DC04-5F67-F15E-C71C-BB9A9F95C2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7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78" name="グループ化 77">
                <a:extLst>
                  <a:ext uri="{FF2B5EF4-FFF2-40B4-BE49-F238E27FC236}">
                    <ns2:creationId id="{8DDB1547-5E0E-1A03-CF6C-D6381D1BC3E5}"/>
                  </a:ext>
                </a:extLst>
              </p:cNvPr>
              <p:cNvGrpSpPr/>
              <p:nvPr/>
            </p:nvGrpSpPr>
            <p:grpSpPr>
              <a:xfrm>
                <a:off x="9283974" y="1612875"/>
                <a:ext cx="2573064" cy="886485"/>
                <a:chOff x="1005840" y="1612875"/>
                <a:chExt cx="2573064" cy="886485"/>
              </a:xfrm>
            </p:grpSpPr>
            <p:sp>
              <p:nvSpPr>
                <p:cNvPr id="82" name="四角形: 上の 2 つの角を丸める 81">
                  <a:extLst>
                    <a:ext uri="{FF2B5EF4-FFF2-40B4-BE49-F238E27FC236}">
                      <ns2:creationId id="{D1D1B415-DBFF-12CE-979D-647C107CE4E9}"/>
                    </a:ext>
                  </a:extLst>
                </p:cNvPr>
                <p:cNvSpPr/>
                <p:nvPr/>
              </p:nvSpPr>
              <p:spPr>
                <a:xfrm>
                  <a:off x="1005840" y="1958340"/>
                  <a:ext cx="2573064" cy="541020"/>
                </a:xfrm>
                <a:prstGeom prst="round2SameRect">
                  <a:avLst/>
                </a:prstGeom>
                <a:solidFill>
                  <a:srgbClr val="E2F0D9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400" b="1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8A0DC92C-32C3-7E08-A713-444EB6C3C631}"/>
                    </a:ext>
                  </a:extLst>
                </p:cNvPr>
                <p:cNvSpPr/>
                <p:nvPr/>
              </p:nvSpPr>
              <p:spPr>
                <a:xfrm>
                  <a:off x="2022372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9" name="楕円 88">
                  <a:extLst>
                    <a:ext uri="{FF2B5EF4-FFF2-40B4-BE49-F238E27FC236}">
                      <ns2:creationId id="{6243C97B-78DD-F578-D625-4FE7F6D27F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860372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8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39" name="グラフィックス 38" descr="矢印付きの円 単色塗りつぶし">
                <a:extLst>
                  <a:ext uri="{FF2B5EF4-FFF2-40B4-BE49-F238E27FC236}">
                    <ns2:creationId id="{3D316FF0-1809-5338-B146-31D7BF8BE8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10426506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1" name="グラフィックス 40" descr="時計 単色塗りつぶし">
                <a:extLst>
                  <a:ext uri="{FF2B5EF4-FFF2-40B4-BE49-F238E27FC236}">
                    <ns2:creationId id="{B7E960D4-93B5-425F-BD4B-79DB6A5E9A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667128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5" name="グラフィックス 44" descr="風 単色塗りつぶし">
                <a:extLst>
                  <a:ext uri="{FF2B5EF4-FFF2-40B4-BE49-F238E27FC236}">
                    <ns2:creationId id="{CEE9D516-3491-8776-8170-9637AF3446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907750" y="1754775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48" name="グラフィックス 47" descr="的中 単色塗りつぶし">
                <a:extLst>
                  <a:ext uri="{FF2B5EF4-FFF2-40B4-BE49-F238E27FC236}">
                    <ns2:creationId id="{675BDB27-D6B2-5A3A-BDD4-EDA0483ADF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148372" y="1754775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86" name="グループ化 185">
              <a:extLst>
                <a:ext uri="{FF2B5EF4-FFF2-40B4-BE49-F238E27FC236}">
                  <ns2:creationId id="{B65D3842-B1EE-E54F-387A-F3E6C243B65E}"/>
                </a:ext>
              </a:extLst>
            </p:cNvPr>
            <p:cNvGrpSpPr/>
            <p:nvPr/>
          </p:nvGrpSpPr>
          <p:grpSpPr>
            <a:xfrm>
              <a:off x="5749922" y="1158106"/>
              <a:ext cx="6107116" cy="257460"/>
              <a:chOff x="5749922" y="1158106"/>
              <a:chExt cx="6107116" cy="257460"/>
            </a:xfrm>
          </p:grpSpPr>
          <p:sp>
            <p:nvSpPr>
              <p:cNvPr id="187" name="Text 118">
                <a:extLst>
                  <a:ext uri="{FF2B5EF4-FFF2-40B4-BE49-F238E27FC236}">
                    <ns2:creationId id="{F1816BBE-7803-A067-BFC8-2E3073CED6DE}"/>
                  </a:ext>
                </a:extLst>
              </p:cNvPr>
              <p:cNvSpPr txBox="1"/>
              <p:nvPr/>
            </p:nvSpPr>
            <p:spPr>
              <a:xfrm>
                <a:off x="5749922" y="1158106"/>
                <a:ext cx="706895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: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88" name="Shape 119">
                <a:extLst>
                  <a:ext uri="{FF2B5EF4-FFF2-40B4-BE49-F238E27FC236}">
                    <ns2:creationId id="{346D0DB3-35EC-1356-AA5D-78322CCE4791}"/>
                  </a:ext>
                </a:extLst>
              </p:cNvPr>
              <p:cNvSpPr/>
              <p:nvPr/>
            </p:nvSpPr>
            <p:spPr>
              <a:xfrm>
                <a:off x="6456817" y="1217520"/>
                <a:ext cx="141379" cy="138632"/>
              </a:xfrm>
              <a:prstGeom prst="ellipse">
                <a:avLst/>
              </a:prstGeom>
              <a:solidFill>
                <a:srgbClr val="008D2D"/>
              </a:solidFill>
              <a:ln w="12700">
                <a:solidFill>
                  <a:srgbClr val="008D2D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189" name="Text 120">
                <a:extLst>
                  <a:ext uri="{FF2B5EF4-FFF2-40B4-BE49-F238E27FC236}">
                    <ns2:creationId id="{8861580B-A36C-5D4F-5DE8-EB2D5FA14748}"/>
                  </a:ext>
                </a:extLst>
              </p:cNvPr>
              <p:cNvSpPr txBox="1"/>
              <p:nvPr/>
            </p:nvSpPr>
            <p:spPr>
              <a:xfrm>
                <a:off x="6628491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90" name="Shape 121">
                <a:extLst>
                  <a:ext uri="{FF2B5EF4-FFF2-40B4-BE49-F238E27FC236}">
                    <ns2:creationId id="{D5C82D6D-7F2E-CF18-6609-704E8ABDC10D}"/>
                  </a:ext>
                </a:extLst>
              </p:cNvPr>
              <p:cNvSpPr/>
              <p:nvPr/>
            </p:nvSpPr>
            <p:spPr>
              <a:xfrm>
                <a:off x="7416174" y="1217520"/>
                <a:ext cx="141379" cy="138632"/>
              </a:xfrm>
              <a:prstGeom prst="ellipse">
                <a:avLst/>
              </a:prstGeom>
              <a:solidFill>
                <a:schemeClr val="accent2"/>
              </a:solidFill>
              <a:ln w="12700">
                <a:solidFill>
                  <a:schemeClr val="accent2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+mn-ea"/>
                </a:endParaRPr>
              </a:p>
            </p:txBody>
          </p:sp>
          <p:sp>
            <p:nvSpPr>
              <p:cNvPr id="191" name="Text 122">
                <a:extLst>
                  <a:ext uri="{FF2B5EF4-FFF2-40B4-BE49-F238E27FC236}">
                    <ns2:creationId id="{D73C70E6-AF33-CC6B-EC46-7B66FE287297}"/>
                  </a:ext>
                </a:extLst>
              </p:cNvPr>
              <p:cNvSpPr txBox="1"/>
              <p:nvPr/>
            </p:nvSpPr>
            <p:spPr>
              <a:xfrm>
                <a:off x="7587848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92" name="Shape 123">
                <a:extLst>
                  <a:ext uri="{FF2B5EF4-FFF2-40B4-BE49-F238E27FC236}">
                    <ns2:creationId id="{DA920206-C360-2020-3E3E-D0B5D2EB1133}"/>
                  </a:ext>
                </a:extLst>
              </p:cNvPr>
              <p:cNvSpPr/>
              <p:nvPr/>
            </p:nvSpPr>
            <p:spPr>
              <a:xfrm>
                <a:off x="8375531" y="1217520"/>
                <a:ext cx="141379" cy="138632"/>
              </a:xfrm>
              <a:prstGeom prst="ellipse">
                <a:avLst/>
              </a:prstGeom>
              <a:solidFill>
                <a:schemeClr val="accent4"/>
              </a:solidFill>
              <a:ln w="12700">
                <a:solidFill>
                  <a:schemeClr val="accent4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193" name="Text 124">
                <a:extLst>
                  <a:ext uri="{FF2B5EF4-FFF2-40B4-BE49-F238E27FC236}">
                    <ns2:creationId id="{1C5B349C-986D-9FEC-4468-492675CECDBA}"/>
                  </a:ext>
                </a:extLst>
              </p:cNvPr>
              <p:cNvSpPr txBox="1"/>
              <p:nvPr/>
            </p:nvSpPr>
            <p:spPr>
              <a:xfrm>
                <a:off x="8547205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194" name="Shape 125">
                <a:extLst>
                  <a:ext uri="{FF2B5EF4-FFF2-40B4-BE49-F238E27FC236}">
                    <ns2:creationId id="{4282703D-B5B1-2A61-81FD-345C486BD563}"/>
                  </a:ext>
                </a:extLst>
              </p:cNvPr>
              <p:cNvSpPr/>
              <p:nvPr/>
            </p:nvSpPr>
            <p:spPr>
              <a:xfrm>
                <a:off x="9991290" y="1217520"/>
                <a:ext cx="141379" cy="138632"/>
              </a:xfrm>
              <a:prstGeom prst="ellipse">
                <a:avLst/>
              </a:prstGeom>
              <a:solidFill>
                <a:srgbClr val="8A8A8A"/>
              </a:solidFill>
              <a:ln w="12700">
                <a:solidFill>
                  <a:srgbClr val="8A8A8A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195" name="Text 126">
                <a:extLst>
                  <a:ext uri="{FF2B5EF4-FFF2-40B4-BE49-F238E27FC236}">
                    <ns2:creationId id="{B78C4770-7062-6CA5-DF3C-FCF3DA082D84}"/>
                  </a:ext>
                </a:extLst>
              </p:cNvPr>
              <p:cNvSpPr txBox="1"/>
              <p:nvPr/>
            </p:nvSpPr>
            <p:spPr>
              <a:xfrm>
                <a:off x="10162965" y="1158106"/>
                <a:ext cx="1694073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(</a:t>
                </a: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)</a:t>
                </a:r>
                <a:endParaRPr lang="en-US" sz="1100" dirty="0">
                  <a:latin typeface="+mn-ea"/>
                </a:endParaRPr>
              </a:p>
            </p:txBody>
          </p:sp>
        </p:grpSp>
        <p:grpSp>
          <p:nvGrpSpPr>
            <p:cNvPr id="237" name="グループ化 236">
              <a:extLst>
                <a:ext uri="{FF2B5EF4-FFF2-40B4-BE49-F238E27FC236}">
                  <ns2:creationId id="{AD9D5F57-53AB-0897-8A64-664B4FEB30D5}"/>
                </a:ext>
              </a:extLst>
            </p:cNvPr>
            <p:cNvGrpSpPr/>
            <p:nvPr/>
          </p:nvGrpSpPr>
          <p:grpSpPr>
            <a:xfrm>
              <a:off x="6532724" y="5112904"/>
              <a:ext cx="966470" cy="1195821"/>
              <a:chOff x="1010920" y="5112903"/>
              <a:chExt cx="966470" cy="985168"/>
            </a:xfrm>
            <a:solidFill>
              <a:schemeClr val="bg1">
                <a:lumMod val="85000"/>
              </a:schemeClr>
            </a:solidFill>
          </p:grpSpPr>
          <p:sp>
            <p:nvSpPr>
              <p:cNvPr id="243" name="正方形/長方形 242">
                <a:extLst>
                  <a:ext uri="{FF2B5EF4-FFF2-40B4-BE49-F238E27FC236}">
                    <ns2:creationId id="{8A99A276-109F-4A9B-B555-880DC92BCA94}"/>
                  </a:ext>
                </a:extLst>
              </p:cNvPr>
              <p:cNvSpPr/>
              <p:nvPr/>
            </p:nvSpPr>
            <p:spPr>
              <a:xfrm>
                <a:off x="1010920" y="5112903"/>
                <a:ext cx="966470" cy="21354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900" b="1" dirty="0" err="1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900" b="1" dirty="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E6FF45DA-FD38-C422-CA2E-122E4C03025D}"/>
                  </a:ext>
                </a:extLst>
              </p:cNvPr>
              <p:cNvSpPr/>
              <p:nvPr/>
            </p:nvSpPr>
            <p:spPr>
              <a:xfrm>
                <a:off x="1160936" y="5348159"/>
                <a:ext cx="816454" cy="22284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900" b="1" dirty="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  <p:sp>
            <p:nvSpPr>
              <p:cNvPr id="245" name="正方形/長方形 244">
                <a:extLst>
                  <a:ext uri="{FF2B5EF4-FFF2-40B4-BE49-F238E27FC236}">
                    <ns2:creationId id="{89E99218-0951-9E8B-78F4-ECBCD23286B8}"/>
                  </a:ext>
                </a:extLst>
              </p:cNvPr>
              <p:cNvSpPr/>
              <p:nvPr/>
            </p:nvSpPr>
            <p:spPr>
              <a:xfrm>
                <a:off x="1160936" y="5596490"/>
                <a:ext cx="816454" cy="50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900" b="1" dirty="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900" dirty="0">
                  <a:latin typeface="+mn-ea"/>
                </a:endParaRPr>
              </a:p>
            </p:txBody>
          </p:sp>
        </p:grpSp>
        <p:grpSp>
          <p:nvGrpSpPr>
            <p:cNvPr id="238" name="グループ化 237">
              <a:extLst>
                <a:ext uri="{FF2B5EF4-FFF2-40B4-BE49-F238E27FC236}">
                  <ns2:creationId id="{6B59CE32-73FD-0320-0403-852982FD4604}"/>
                </a:ext>
              </a:extLst>
            </p:cNvPr>
            <p:cNvGrpSpPr/>
            <p:nvPr/>
          </p:nvGrpSpPr>
          <p:grpSpPr>
            <a:xfrm>
              <a:off x="7526980" y="5112891"/>
              <a:ext cx="1573728" cy="1195833"/>
              <a:chOff x="1010920" y="5112904"/>
              <a:chExt cx="966470" cy="985180"/>
            </a:xfrm>
            <a:solidFill>
              <a:schemeClr val="bg1">
                <a:lumMod val="85000"/>
              </a:schemeClr>
            </a:solidFill>
          </p:grpSpPr>
          <p:sp>
            <p:nvSpPr>
              <p:cNvPr id="239" name="正方形/長方形 238">
                <a:extLst>
                  <a:ext uri="{FF2B5EF4-FFF2-40B4-BE49-F238E27FC236}">
                    <ns2:creationId id="{C9D9CDB3-4C75-195D-512A-55C12FC91D18}"/>
                  </a:ext>
                </a:extLst>
              </p:cNvPr>
              <p:cNvSpPr/>
              <p:nvPr/>
            </p:nvSpPr>
            <p:spPr>
              <a:xfrm>
                <a:off x="1010920" y="5112904"/>
                <a:ext cx="110049" cy="213545"/>
              </a:xfrm>
              <a:prstGeom prst="rect">
                <a:avLst/>
              </a:prstGeom>
              <a:solidFill>
                <a:schemeClr val="bg1">
                  <a:lumMod val="95000"/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50" dirty="0">
                    <a:solidFill>
                      <a:schemeClr val="tx1"/>
                    </a:solidFill>
                    <a:latin typeface="+mn-ea"/>
                  </a:rPr>
                  <a:t>KGI</a:t>
                </a:r>
                <a:endParaRPr lang="ja-JP" alt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0" name="正方形/長方形 239">
                <a:extLst>
                  <a:ext uri="{FF2B5EF4-FFF2-40B4-BE49-F238E27FC236}">
                    <ns2:creationId id="{30BF7162-1E9A-7B9C-DBA2-35B4320A69FF}"/>
                  </a:ext>
                </a:extLst>
              </p:cNvPr>
              <p:cNvSpPr/>
              <p:nvPr/>
            </p:nvSpPr>
            <p:spPr>
              <a:xfrm>
                <a:off x="1010920" y="5348162"/>
                <a:ext cx="966470" cy="22284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C503B0EB-62D5-A609-6A6C-2E64888B5A3C}"/>
                  </a:ext>
                </a:extLst>
              </p:cNvPr>
              <p:cNvSpPr/>
              <p:nvPr/>
            </p:nvSpPr>
            <p:spPr>
              <a:xfrm>
                <a:off x="1130052" y="5596499"/>
                <a:ext cx="847338" cy="21354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2" name="正方形/長方形 241">
                <a:extLst>
                  <a:ext uri="{FF2B5EF4-FFF2-40B4-BE49-F238E27FC236}">
                    <ns2:creationId id="{3F089EF8-FAAE-EE54-C70D-C46E6DC0CD1C}"/>
                  </a:ext>
                </a:extLst>
              </p:cNvPr>
              <p:cNvSpPr/>
              <p:nvPr/>
            </p:nvSpPr>
            <p:spPr>
              <a:xfrm>
                <a:off x="1132269" y="5112904"/>
                <a:ext cx="845120" cy="21354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2DF490BB-9D6B-F610-82B8-2D12DBE9B79C}"/>
                  </a:ext>
                </a:extLst>
              </p:cNvPr>
              <p:cNvSpPr/>
              <p:nvPr/>
            </p:nvSpPr>
            <p:spPr>
              <a:xfrm>
                <a:off x="1010920" y="5596499"/>
                <a:ext cx="110049" cy="213540"/>
              </a:xfrm>
              <a:prstGeom prst="rect">
                <a:avLst/>
              </a:prstGeom>
              <a:solidFill>
                <a:schemeClr val="bg1">
                  <a:lumMod val="95000"/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50" dirty="0">
                    <a:solidFill>
                      <a:schemeClr val="tx1"/>
                    </a:solidFill>
                    <a:latin typeface="+mn-ea"/>
                  </a:rPr>
                  <a:t>KPI</a:t>
                </a:r>
                <a:endParaRPr lang="ja-JP" alt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7" name="正方形/長方形 246">
                <a:extLst>
                  <a:ext uri="{FF2B5EF4-FFF2-40B4-BE49-F238E27FC236}">
                    <ns2:creationId id="{23DDC74E-E037-9809-ED85-633A0288F8EF}"/>
                  </a:ext>
                </a:extLst>
              </p:cNvPr>
              <p:cNvSpPr/>
              <p:nvPr/>
            </p:nvSpPr>
            <p:spPr>
              <a:xfrm>
                <a:off x="1010920" y="5828772"/>
                <a:ext cx="965173" cy="26931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sz="8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cxnSp>
          <p:nvCxnSpPr>
            <p:cNvPr id="235" name="直線コネクタ 234">
              <a:extLst>
                <a:ext uri="{FF2B5EF4-FFF2-40B4-BE49-F238E27FC236}">
                  <ns2:creationId id="{CF4FC3A2-4560-CE3C-D984-20EED4888F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6980" y="5383040"/>
              <a:ext cx="15732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コネクタ 235">
              <a:extLst>
                <a:ext uri="{FF2B5EF4-FFF2-40B4-BE49-F238E27FC236}">
                  <ns2:creationId id="{06E6E40C-F298-CC56-E472-CD5403EFA5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6980" y="5683583"/>
              <a:ext cx="1573200" cy="0"/>
            </a:xfrm>
            <a:prstGeom prst="line">
              <a:avLst/>
            </a:prstGeom>
            <a:ln w="9525">
              <a:solidFill>
                <a:schemeClr val="tx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コネクタ: カギ線 248">
              <a:extLst>
                <a:ext uri="{FF2B5EF4-FFF2-40B4-BE49-F238E27FC236}">
                  <ns2:creationId id="{AC584537-F66B-46E9-E894-9165F80786F6}"/>
                </a:ext>
              </a:extLst>
            </p:cNvPr>
            <p:cNvCxnSpPr>
              <a:endCxn id="244" idx="1"/>
            </p:cNvCxnSpPr>
            <p:nvPr/>
          </p:nvCxnSpPr>
          <p:spPr>
            <a:xfrm rot="16200000" flipH="1">
              <a:off x="6559662" y="5410631"/>
              <a:ext cx="161612" cy="84544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コネクタ: カギ線 249">
              <a:extLst>
                <a:ext uri="{FF2B5EF4-FFF2-40B4-BE49-F238E27FC236}">
                  <ns2:creationId id="{86FDF35F-65D0-121C-CF88-913C6B4CA425}"/>
                </a:ext>
              </a:extLst>
            </p:cNvPr>
            <p:cNvCxnSpPr>
              <a:cxnSpLocks/>
              <a:endCxn id="245" idx="1"/>
            </p:cNvCxnSpPr>
            <p:nvPr/>
          </p:nvCxnSpPr>
          <p:spPr>
            <a:xfrm rot="16200000" flipH="1">
              <a:off x="6323980" y="5645550"/>
              <a:ext cx="632976" cy="84544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109439858"/>
      </p:ext>
    </p:extLst>
  </p:cSld>
  <p:clrMapOvr>
    <a:masterClrMapping/>
  </p:clrMapOvr>
</p:sld>
</file>

<file path=ppt/slides/slide25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8495DB3-033D-F570-D488-635FD545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44BC91F-9998-568E-B96F-53DA696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ns2:creationId id="{912AB49F-8EEF-7A98-37C7-5E866D686EA3}"/>
              </a:ext>
            </a:extLst>
          </p:cNvPr>
          <p:cNvGrpSpPr/>
          <p:nvPr/>
        </p:nvGrpSpPr>
        <p:grpSpPr>
          <a:xfrm>
            <a:off x="334963" y="1158106"/>
            <a:ext cx="11526634" cy="5150619"/>
            <a:chOff x="334963" y="1158106"/>
            <a:chExt cx="11526634" cy="5150619"/>
          </a:xfrm>
        </p:grpSpPr>
        <p:grpSp>
          <p:nvGrpSpPr>
            <p:cNvPr id="6" name="グループ化 5">
              <a:extLst>
                <a:ext uri="{FF2B5EF4-FFF2-40B4-BE49-F238E27FC236}">
                  <ns2:creationId id="{F29C4877-42F6-9ECA-9D50-69E2C2F32E0B}"/>
                </a:ext>
              </a:extLst>
            </p:cNvPr>
            <p:cNvGrpSpPr/>
            <p:nvPr/>
          </p:nvGrpSpPr>
          <p:grpSpPr>
            <a:xfrm>
              <a:off x="5749922" y="1158106"/>
              <a:ext cx="6107116" cy="257460"/>
              <a:chOff x="5749922" y="1158106"/>
              <a:chExt cx="6107116" cy="257460"/>
            </a:xfrm>
          </p:grpSpPr>
          <p:sp>
            <p:nvSpPr>
              <p:cNvPr id="204" name="Text 118">
                <a:extLst>
                  <a:ext uri="{FF2B5EF4-FFF2-40B4-BE49-F238E27FC236}">
                    <ns2:creationId id="{C5709205-FB1F-BFF1-6380-8D3852AFC4A0}"/>
                  </a:ext>
                </a:extLst>
              </p:cNvPr>
              <p:cNvSpPr txBox="1"/>
              <p:nvPr/>
            </p:nvSpPr>
            <p:spPr>
              <a:xfrm>
                <a:off x="5749922" y="1158106"/>
                <a:ext cx="706895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: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06" name="Shape 119">
                <a:extLst>
                  <a:ext uri="{FF2B5EF4-FFF2-40B4-BE49-F238E27FC236}">
                    <ns2:creationId id="{32340999-FAF0-830B-3E15-6BEADAEE4C6B}"/>
                  </a:ext>
                </a:extLst>
              </p:cNvPr>
              <p:cNvSpPr/>
              <p:nvPr/>
            </p:nvSpPr>
            <p:spPr>
              <a:xfrm>
                <a:off x="6456817" y="1217520"/>
                <a:ext cx="141379" cy="138632"/>
              </a:xfrm>
              <a:prstGeom prst="ellipse">
                <a:avLst/>
              </a:prstGeom>
              <a:solidFill>
                <a:srgbClr val="008D2D"/>
              </a:solidFill>
              <a:ln w="12700">
                <a:solidFill>
                  <a:srgbClr val="008D2D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208" name="Text 120">
                <a:extLst>
                  <a:ext uri="{FF2B5EF4-FFF2-40B4-BE49-F238E27FC236}">
                    <ns2:creationId id="{393211A0-F9C7-C9D1-578F-4397F576C4E8}"/>
                  </a:ext>
                </a:extLst>
              </p:cNvPr>
              <p:cNvSpPr txBox="1"/>
              <p:nvPr/>
            </p:nvSpPr>
            <p:spPr>
              <a:xfrm>
                <a:off x="6628491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10" name="Shape 121">
                <a:extLst>
                  <a:ext uri="{FF2B5EF4-FFF2-40B4-BE49-F238E27FC236}">
                    <ns2:creationId id="{C4E9385C-DE5A-F0E0-685D-C5AA11675B04}"/>
                  </a:ext>
                </a:extLst>
              </p:cNvPr>
              <p:cNvSpPr/>
              <p:nvPr/>
            </p:nvSpPr>
            <p:spPr>
              <a:xfrm>
                <a:off x="7416174" y="1217520"/>
                <a:ext cx="141379" cy="138632"/>
              </a:xfrm>
              <a:prstGeom prst="ellipse">
                <a:avLst/>
              </a:prstGeom>
              <a:solidFill>
                <a:schemeClr val="accent2"/>
              </a:solidFill>
              <a:ln w="12700">
                <a:solidFill>
                  <a:schemeClr val="accent2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+mn-ea"/>
                </a:endParaRPr>
              </a:p>
            </p:txBody>
          </p:sp>
          <p:sp>
            <p:nvSpPr>
              <p:cNvPr id="212" name="Text 122">
                <a:extLst>
                  <a:ext uri="{FF2B5EF4-FFF2-40B4-BE49-F238E27FC236}">
                    <ns2:creationId id="{67FEAD2E-33B5-AA18-95ED-0AA0C301F935}"/>
                  </a:ext>
                </a:extLst>
              </p:cNvPr>
              <p:cNvSpPr txBox="1"/>
              <p:nvPr/>
            </p:nvSpPr>
            <p:spPr>
              <a:xfrm>
                <a:off x="7587848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14" name="Shape 123">
                <a:extLst>
                  <a:ext uri="{FF2B5EF4-FFF2-40B4-BE49-F238E27FC236}">
                    <ns2:creationId id="{6E235FB0-687D-4E65-EDB1-EC7744166657}"/>
                  </a:ext>
                </a:extLst>
              </p:cNvPr>
              <p:cNvSpPr/>
              <p:nvPr/>
            </p:nvSpPr>
            <p:spPr>
              <a:xfrm>
                <a:off x="8375531" y="1217520"/>
                <a:ext cx="141379" cy="138632"/>
              </a:xfrm>
              <a:prstGeom prst="ellipse">
                <a:avLst/>
              </a:prstGeom>
              <a:solidFill>
                <a:schemeClr val="accent4"/>
              </a:solidFill>
              <a:ln w="12700">
                <a:solidFill>
                  <a:schemeClr val="accent4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>
                  <a:latin typeface="+mn-ea"/>
                </a:endParaRPr>
              </a:p>
            </p:txBody>
          </p:sp>
          <p:sp>
            <p:nvSpPr>
              <p:cNvPr id="216" name="Text 124">
                <a:extLst>
                  <a:ext uri="{FF2B5EF4-FFF2-40B4-BE49-F238E27FC236}">
                    <ns2:creationId id="{E4AD98F7-D3F9-41FF-EDDA-FD91E7D5248A}"/>
                  </a:ext>
                </a:extLst>
              </p:cNvPr>
              <p:cNvSpPr txBox="1"/>
              <p:nvPr/>
            </p:nvSpPr>
            <p:spPr>
              <a:xfrm>
                <a:off x="8547205" y="1158106"/>
                <a:ext cx="1716744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latin typeface="+mn-ea"/>
                    <a:cs typeface="Meiryo UI" pitchFamily="34" charset="-120"/>
                  </a:rPr>
                  <a:t>XX</a:t>
                </a:r>
                <a:endParaRPr lang="en-US" sz="1100" dirty="0">
                  <a:latin typeface="+mn-ea"/>
                </a:endParaRPr>
              </a:p>
            </p:txBody>
          </p:sp>
          <p:sp>
            <p:nvSpPr>
              <p:cNvPr id="218" name="Shape 125">
                <a:extLst>
                  <a:ext uri="{FF2B5EF4-FFF2-40B4-BE49-F238E27FC236}">
                    <ns2:creationId id="{3556D31A-1FB1-AC02-8929-2DFD8D1B5D5F}"/>
                  </a:ext>
                </a:extLst>
              </p:cNvPr>
              <p:cNvSpPr/>
              <p:nvPr/>
            </p:nvSpPr>
            <p:spPr>
              <a:xfrm>
                <a:off x="9991290" y="1217520"/>
                <a:ext cx="141379" cy="138632"/>
              </a:xfrm>
              <a:prstGeom prst="ellipse">
                <a:avLst/>
              </a:prstGeom>
              <a:solidFill>
                <a:srgbClr val="8A8A8A"/>
              </a:solidFill>
              <a:ln w="12700">
                <a:solidFill>
                  <a:srgbClr val="8A8A8A"/>
                </a:solidFill>
                <a:prstDash val="solid"/>
              </a:ln>
            </p:spPr>
            <p:txBody>
              <a:bodyPr/>
              <a:lstStyle/>
              <a:p>
                <a:endParaRPr lang="ja-JP" altLang="en-US" sz="3200" dirty="0">
                  <a:latin typeface="+mn-ea"/>
                </a:endParaRPr>
              </a:p>
            </p:txBody>
          </p:sp>
          <p:sp>
            <p:nvSpPr>
              <p:cNvPr id="220" name="Text 126">
                <a:extLst>
                  <a:ext uri="{FF2B5EF4-FFF2-40B4-BE49-F238E27FC236}">
                    <ns2:creationId id="{2BE76A8D-46D2-7649-EAF0-24FFC2CCDAA7}"/>
                  </a:ext>
                </a:extLst>
              </p:cNvPr>
              <p:cNvSpPr txBox="1"/>
              <p:nvPr/>
            </p:nvSpPr>
            <p:spPr>
              <a:xfrm>
                <a:off x="10162965" y="1158106"/>
                <a:ext cx="1694073" cy="2574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 (</a:t>
                </a:r>
                <a:r>
                  <a:rPr lang="en-US" sz="1100" dirty="0" err="1">
                    <a:latin typeface="+mn-ea"/>
                    <a:cs typeface="Meiryo UI" pitchFamily="34" charset="-120"/>
                  </a:rPr>
                  <a:t>XX</a:t>
                </a:r>
                <a:r>
                  <a:rPr lang="en-US" sz="1100" dirty="0">
                    <a:latin typeface="+mn-ea"/>
                    <a:cs typeface="Meiryo UI" pitchFamily="34" charset="-120"/>
                  </a:rPr>
                  <a:t>)</a:t>
                </a:r>
                <a:endParaRPr lang="en-US" sz="1100" dirty="0">
                  <a:latin typeface="+mn-ea"/>
                </a:endParaRPr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ns2:creationId id="{BF930685-44C6-13D4-6F70-BCAF9D011503}"/>
                </a:ext>
              </a:extLst>
            </p:cNvPr>
            <p:cNvSpPr/>
            <p:nvPr/>
          </p:nvSpPr>
          <p:spPr>
            <a:xfrm>
              <a:off x="334963" y="2570480"/>
              <a:ext cx="599757" cy="137822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CC966B07-08D0-33F1-9F4F-284A352787B7}"/>
                </a:ext>
              </a:extLst>
            </p:cNvPr>
            <p:cNvSpPr/>
            <p:nvPr/>
          </p:nvSpPr>
          <p:spPr>
            <a:xfrm>
              <a:off x="334963" y="2570480"/>
              <a:ext cx="599757" cy="194667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978DCC33-09BF-8B50-2898-5C5CCF4AC186}"/>
                </a:ext>
              </a:extLst>
            </p:cNvPr>
            <p:cNvSpPr/>
            <p:nvPr/>
          </p:nvSpPr>
          <p:spPr>
            <a:xfrm>
              <a:off x="334963" y="4011573"/>
              <a:ext cx="599757" cy="1031664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21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323D6CE9-7053-420D-8671-946C0EAEADCB}"/>
                </a:ext>
              </a:extLst>
            </p:cNvPr>
            <p:cNvSpPr/>
            <p:nvPr/>
          </p:nvSpPr>
          <p:spPr>
            <a:xfrm>
              <a:off x="334963" y="4011573"/>
              <a:ext cx="599757" cy="194667"/>
            </a:xfrm>
            <a:prstGeom prst="rect">
              <a:avLst/>
            </a:prstGeom>
            <a:solidFill>
              <a:schemeClr val="accent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82DAB0A7-FC2A-E24C-A6BF-192CDF5099C5}"/>
                </a:ext>
              </a:extLst>
            </p:cNvPr>
            <p:cNvSpPr/>
            <p:nvPr/>
          </p:nvSpPr>
          <p:spPr>
            <a:xfrm>
              <a:off x="334963" y="5101456"/>
              <a:ext cx="599757" cy="12072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4" name="Text 85">
              <a:extLst>
                <a:ext uri="{FF2B5EF4-FFF2-40B4-BE49-F238E27FC236}">
                  <ns2:creationId id="{8B036ACF-86FF-EEB0-6541-5F526CFDC746}"/>
                </a:ext>
              </a:extLst>
            </p:cNvPr>
            <p:cNvSpPr txBox="1"/>
            <p:nvPr/>
          </p:nvSpPr>
          <p:spPr>
            <a:xfrm>
              <a:off x="7606505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dirty="0">
                <a:solidFill>
                  <a:schemeClr val="accent5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 (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9" name="Text 85">
              <a:extLst>
                <a:ext uri="{FF2B5EF4-FFF2-40B4-BE49-F238E27FC236}">
                  <ns2:creationId id="{B394FD44-7CBA-12F6-9160-3D3707BD2C3D}"/>
                </a:ext>
              </a:extLst>
            </p:cNvPr>
            <p:cNvSpPr txBox="1"/>
            <p:nvPr/>
          </p:nvSpPr>
          <p:spPr>
            <a:xfrm>
              <a:off x="7608186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0" name="Text 60">
              <a:extLst>
                <a:ext uri="{FF2B5EF4-FFF2-40B4-BE49-F238E27FC236}">
                  <ns2:creationId id="{20C334FC-3044-6669-E4DE-809BEEE2E598}"/>
                </a:ext>
              </a:extLst>
            </p:cNvPr>
            <p:cNvSpPr txBox="1"/>
            <p:nvPr/>
          </p:nvSpPr>
          <p:spPr>
            <a:xfrm>
              <a:off x="5406284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100"/>
                </a:spcAft>
              </a:pP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 (</a:t>
              </a: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) </a:t>
              </a: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950" dirty="0">
                  <a:latin typeface="+mn-ea"/>
                  <a:cs typeface="Meiryo UI" pitchFamily="34" charset="-120"/>
                </a:rPr>
              </a:br>
              <a:r>
                <a:rPr lang="en-US" sz="950" dirty="0">
                  <a:latin typeface="+mn-ea"/>
                  <a:cs typeface="Meiryo UI" pitchFamily="34" charset="-120"/>
                </a:rPr>
                <a:t>XX</a:t>
              </a:r>
              <a:br>
                <a:rPr lang="en-US" sz="950" dirty="0">
                  <a:latin typeface="+mn-ea"/>
                  <a:cs typeface="Meiryo UI" pitchFamily="34" charset="-120"/>
                </a:rPr>
              </a:b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950" dirty="0">
                  <a:latin typeface="+mn-ea"/>
                  <a:cs typeface="Meiryo UI" pitchFamily="34" charset="-120"/>
                </a:rPr>
              </a:b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50" dirty="0">
                  <a:latin typeface="+mn-ea"/>
                  <a:cs typeface="Meiryo UI" pitchFamily="34" charset="-120"/>
                </a:rPr>
                <a:t>XX</a:t>
              </a:r>
              <a:r>
                <a:rPr lang="en-US" sz="950" dirty="0" err="1">
                  <a:latin typeface="+mn-ea"/>
                  <a:cs typeface="Meiryo UI" pitchFamily="34" charset="-120"/>
                </a:rPr>
                <a:t>XX</a:t>
              </a:r>
              <a:endParaRPr lang="en-US" sz="950" dirty="0">
                <a:latin typeface="+mn-ea"/>
              </a:endParaRPr>
            </a:p>
          </p:txBody>
        </p:sp>
        <p:sp>
          <p:nvSpPr>
            <p:cNvPr id="126" name="Text 60">
              <a:extLst>
                <a:ext uri="{FF2B5EF4-FFF2-40B4-BE49-F238E27FC236}">
                  <ns2:creationId id="{9F6BD2CA-24B9-464C-C2D4-31D3DDBE4A80}"/>
                </a:ext>
              </a:extLst>
            </p:cNvPr>
            <p:cNvSpPr txBox="1"/>
            <p:nvPr/>
          </p:nvSpPr>
          <p:spPr>
            <a:xfrm>
              <a:off x="5407965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>
                  <a:latin typeface="+mn-ea"/>
                  <a:cs typeface="Meiryo UI" pitchFamily="34" charset="-120"/>
                </a:rPr>
                <a:t>(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)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06" name="Text 40">
              <a:extLst>
                <a:ext uri="{FF2B5EF4-FFF2-40B4-BE49-F238E27FC236}">
                  <ns2:creationId id="{420D107B-0CB8-2C6D-C5B4-C45448F34BEA}"/>
                </a:ext>
              </a:extLst>
            </p:cNvPr>
            <p:cNvSpPr txBox="1"/>
            <p:nvPr/>
          </p:nvSpPr>
          <p:spPr>
            <a:xfrm>
              <a:off x="3206062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 / </a:t>
              </a: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22" name="Text 40">
              <a:extLst>
                <a:ext uri="{FF2B5EF4-FFF2-40B4-BE49-F238E27FC236}">
                  <ns2:creationId id="{36EEA411-EDA2-75BB-5E29-BE11E0E66089}"/>
                </a:ext>
              </a:extLst>
            </p:cNvPr>
            <p:cNvSpPr txBox="1"/>
            <p:nvPr/>
          </p:nvSpPr>
          <p:spPr>
            <a:xfrm>
              <a:off x="3207743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02" name="Text 17">
              <a:extLst>
                <a:ext uri="{FF2B5EF4-FFF2-40B4-BE49-F238E27FC236}">
                  <ns2:creationId id="{5BF0AEAF-A7AD-AFEF-8EA5-3301ABD0F1FE}"/>
                </a:ext>
              </a:extLst>
            </p:cNvPr>
            <p:cNvSpPr txBox="1"/>
            <p:nvPr/>
          </p:nvSpPr>
          <p:spPr>
            <a:xfrm>
              <a:off x="1005840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18" name="Text 17">
              <a:extLst>
                <a:ext uri="{FF2B5EF4-FFF2-40B4-BE49-F238E27FC236}">
                  <ns2:creationId id="{ADFD7570-C8ED-219F-72AF-2AA0A9383DB9}"/>
                </a:ext>
              </a:extLst>
            </p:cNvPr>
            <p:cNvSpPr txBox="1"/>
            <p:nvPr/>
          </p:nvSpPr>
          <p:spPr>
            <a:xfrm>
              <a:off x="1007521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・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18" name="Text 85">
              <a:extLst>
                <a:ext uri="{FF2B5EF4-FFF2-40B4-BE49-F238E27FC236}">
                  <ns2:creationId id="{5074F0E5-A025-E51C-9206-4C78C6F19E40}"/>
                </a:ext>
              </a:extLst>
            </p:cNvPr>
            <p:cNvSpPr txBox="1"/>
            <p:nvPr/>
          </p:nvSpPr>
          <p:spPr>
            <a:xfrm>
              <a:off x="9806728" y="2576196"/>
              <a:ext cx="2048627" cy="1373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>
                <a:spcAft>
                  <a:spcPts val="200"/>
                </a:spcAft>
              </a:pPr>
              <a:r>
                <a:rPr lang="en-US" sz="1100" b="1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100" b="1" dirty="0">
                <a:solidFill>
                  <a:schemeClr val="accent5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1000" dirty="0">
                  <a:latin typeface="+mn-ea"/>
                  <a:cs typeface="Meiryo UI" pitchFamily="34" charset="-120"/>
                </a:rPr>
                <a:t>。</a:t>
              </a:r>
            </a:p>
            <a:p>
              <a:pPr>
                <a:spcAft>
                  <a:spcPts val="200"/>
                </a:spcAft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sp>
          <p:nvSpPr>
            <p:cNvPr id="37" name="Text 85">
              <a:extLst>
                <a:ext uri="{FF2B5EF4-FFF2-40B4-BE49-F238E27FC236}">
                  <ns2:creationId id="{7F9BC5BF-083A-F3B0-7BF2-5A53B7884610}"/>
                </a:ext>
              </a:extLst>
            </p:cNvPr>
            <p:cNvSpPr txBox="1"/>
            <p:nvPr/>
          </p:nvSpPr>
          <p:spPr>
            <a:xfrm>
              <a:off x="9808409" y="4017263"/>
              <a:ext cx="2048627" cy="10282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36000" tIns="0" rIns="36000" bIns="0" rtlCol="0" anchor="t"/>
            <a:lstStyle/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chemeClr val="accent5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br>
                <a:rPr lang="en-US" sz="1000" dirty="0">
                  <a:latin typeface="+mn-ea"/>
                  <a:cs typeface="Meiryo UI" pitchFamily="34" charset="-120"/>
                </a:rPr>
              </a:br>
              <a:r>
                <a:rPr lang="en-US" sz="1000" dirty="0" err="1">
                  <a:latin typeface="+mn-ea"/>
                  <a:cs typeface="Meiryo UI" pitchFamily="34" charset="-120"/>
                </a:rPr>
                <a:t>XX</a:t>
              </a:r>
              <a:endParaRPr lang="en-US" sz="1000" dirty="0">
                <a:latin typeface="+mn-ea"/>
              </a:endParaRPr>
            </a:p>
          </p:txBody>
        </p:sp>
        <p:grpSp>
          <p:nvGrpSpPr>
            <p:cNvPr id="290" name="グループ化 289">
              <a:extLst>
                <a:ext uri="{FF2B5EF4-FFF2-40B4-BE49-F238E27FC236}">
                  <ns2:creationId id="{E2750CF3-6EBB-D704-5593-49A6CA5E3B31}"/>
                </a:ext>
              </a:extLst>
            </p:cNvPr>
            <p:cNvGrpSpPr/>
            <p:nvPr/>
          </p:nvGrpSpPr>
          <p:grpSpPr>
            <a:xfrm>
              <a:off x="1009883" y="5112901"/>
              <a:ext cx="10847154" cy="1195823"/>
              <a:chOff x="1009883" y="5112902"/>
              <a:chExt cx="10847154" cy="788400"/>
            </a:xfrm>
          </p:grpSpPr>
          <p:grpSp>
            <p:nvGrpSpPr>
              <p:cNvPr id="287" name="グループ化 286">
                <a:extLst>
                  <a:ext uri="{FF2B5EF4-FFF2-40B4-BE49-F238E27FC236}">
                    <ns2:creationId id="{5A66C4AB-D1A4-B04F-7F39-097DC1C3D975}"/>
                  </a:ext>
                </a:extLst>
              </p:cNvPr>
              <p:cNvGrpSpPr/>
              <p:nvPr/>
            </p:nvGrpSpPr>
            <p:grpSpPr>
              <a:xfrm>
                <a:off x="7612974" y="5112903"/>
                <a:ext cx="2043840" cy="788340"/>
                <a:chOff x="1010920" y="5112903"/>
                <a:chExt cx="2567985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88" name="グループ化 287">
                  <a:extLst>
                    <a:ext uri="{FF2B5EF4-FFF2-40B4-BE49-F238E27FC236}">
                      <ns2:creationId id="{E1259E46-703D-4B11-A7A6-96F484D41E6B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94" name="正方形/長方形 293">
                    <a:extLst>
                      <a:ext uri="{FF2B5EF4-FFF2-40B4-BE49-F238E27FC236}">
                        <ns2:creationId id="{92EB7EC7-E8AB-A9E8-0260-9E86289AB4B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295" name="正方形/長方形 294">
                    <a:extLst>
                      <a:ext uri="{FF2B5EF4-FFF2-40B4-BE49-F238E27FC236}">
                        <ns2:creationId id="{5C16FC1B-CBE2-D33B-A6C3-557CA4C746C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(</a:t>
                    </a:r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)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289" name="グループ化 288">
                  <a:extLst>
                    <a:ext uri="{FF2B5EF4-FFF2-40B4-BE49-F238E27FC236}">
                      <ns2:creationId id="{6F17AC7C-606B-E529-F4CB-B64C65493F97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788340"/>
                  <a:chOff x="1010144" y="5112903"/>
                  <a:chExt cx="967246" cy="649468"/>
                </a:xfrm>
                <a:grpFill/>
              </p:grpSpPr>
              <p:sp>
                <p:nvSpPr>
                  <p:cNvPr id="291" name="正方形/長方形 290">
                    <a:extLst>
                      <a:ext uri="{FF2B5EF4-FFF2-40B4-BE49-F238E27FC236}">
                        <ns2:creationId id="{B02B49E3-A844-E479-54E9-BF73B6F35AA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)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93" name="正方形/長方形 292">
                    <a:extLst>
                      <a:ext uri="{FF2B5EF4-FFF2-40B4-BE49-F238E27FC236}">
                        <ns2:creationId id="{AB0CF396-09D7-57AA-9B32-89418BABA5E7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・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8" name="直線コネクタ 27">
                <a:extLst>
                  <a:ext uri="{FF2B5EF4-FFF2-40B4-BE49-F238E27FC236}">
                    <ns2:creationId id="{3CE06DC2-9CCA-6608-4A3C-DECAF6C4A8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04716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9" name="グループ化 298">
                <a:extLst>
                  <a:ext uri="{FF2B5EF4-FFF2-40B4-BE49-F238E27FC236}">
                    <ns2:creationId id="{4E17C743-F053-872B-D419-263D5C852A5E}"/>
                  </a:ext>
                </a:extLst>
              </p:cNvPr>
              <p:cNvGrpSpPr/>
              <p:nvPr/>
            </p:nvGrpSpPr>
            <p:grpSpPr>
              <a:xfrm>
                <a:off x="5411944" y="5112902"/>
                <a:ext cx="2043838" cy="788400"/>
                <a:chOff x="6531708" y="5112903"/>
                <a:chExt cx="2567983" cy="788340"/>
              </a:xfrm>
            </p:grpSpPr>
            <p:sp>
              <p:nvSpPr>
                <p:cNvPr id="284" name="正方形/長方形 283">
                  <a:extLst>
                    <a:ext uri="{FF2B5EF4-FFF2-40B4-BE49-F238E27FC236}">
                      <ns2:creationId id="{C7B59123-323F-7ADA-D2C7-149ADFBAA14E}"/>
                    </a:ext>
                  </a:extLst>
                </p:cNvPr>
                <p:cNvSpPr/>
                <p:nvPr/>
              </p:nvSpPr>
              <p:spPr>
                <a:xfrm>
                  <a:off x="6531708" y="5112903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850" b="1" dirty="0">
                      <a:solidFill>
                        <a:srgbClr val="008D2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850" dirty="0">
                    <a:latin typeface="+mn-ea"/>
                  </a:endParaRPr>
                </a:p>
              </p:txBody>
            </p:sp>
            <p:sp>
              <p:nvSpPr>
                <p:cNvPr id="285" name="正方形/長方形 284">
                  <a:extLst>
                    <a:ext uri="{FF2B5EF4-FFF2-40B4-BE49-F238E27FC236}">
                      <ns2:creationId id="{1A12B9DB-E293-7A5D-7E1C-41C9BF227749}"/>
                    </a:ext>
                  </a:extLst>
                </p:cNvPr>
                <p:cNvSpPr/>
                <p:nvPr/>
              </p:nvSpPr>
              <p:spPr>
                <a:xfrm>
                  <a:off x="6531708" y="5520385"/>
                  <a:ext cx="966470" cy="38085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850" b="1" dirty="0">
                      <a:solidFill>
                        <a:srgbClr val="008D2D"/>
                      </a:solidFill>
                      <a:latin typeface="+mn-ea"/>
                    </a:rPr>
                    <a:t>XX</a:t>
                  </a:r>
                  <a:endParaRPr lang="en-US" sz="850" dirty="0">
                    <a:latin typeface="+mn-ea"/>
                  </a:endParaRPr>
                </a:p>
              </p:txBody>
            </p:sp>
            <p:sp>
              <p:nvSpPr>
                <p:cNvPr id="283" name="正方形/長方形 282">
                  <a:extLst>
                    <a:ext uri="{FF2B5EF4-FFF2-40B4-BE49-F238E27FC236}">
                      <ns2:creationId id="{A6BF3700-02AA-A78C-5BC7-F74BD2BC6748}"/>
                    </a:ext>
                  </a:extLst>
                </p:cNvPr>
                <p:cNvSpPr/>
                <p:nvPr/>
              </p:nvSpPr>
              <p:spPr>
                <a:xfrm>
                  <a:off x="7525963" y="5112903"/>
                  <a:ext cx="1573728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: </a:t>
                  </a:r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、</a:t>
                  </a:r>
                  <a:br>
                    <a: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sz="8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97" name="正方形/長方形 296">
                  <a:extLst>
                    <a:ext uri="{FF2B5EF4-FFF2-40B4-BE49-F238E27FC236}">
                      <ns2:creationId id="{F65B9208-DB7E-2441-4FE4-7B443652F0BD}"/>
                    </a:ext>
                  </a:extLst>
                </p:cNvPr>
                <p:cNvSpPr/>
                <p:nvPr/>
              </p:nvSpPr>
              <p:spPr>
                <a:xfrm>
                  <a:off x="7523933" y="5520385"/>
                  <a:ext cx="1573728" cy="380858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r>
                    <a:rPr lang="en-US" altLang="ja-JP" sz="8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5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en-US" sz="8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cxnSp>
            <p:nvCxnSpPr>
              <p:cNvPr id="32" name="直線コネクタ 31">
                <a:extLst>
                  <a:ext uri="{FF2B5EF4-FFF2-40B4-BE49-F238E27FC236}">
                    <ns2:creationId id="{E493E377-80C1-4830-9206-ECF8E6C01A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03685" y="543714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9" name="グループ化 208">
                <a:extLst>
                  <a:ext uri="{FF2B5EF4-FFF2-40B4-BE49-F238E27FC236}">
                    <ns2:creationId id="{41E68B9B-DCB2-D544-A229-AE013EBD1B36}"/>
                  </a:ext>
                </a:extLst>
              </p:cNvPr>
              <p:cNvGrpSpPr/>
              <p:nvPr/>
            </p:nvGrpSpPr>
            <p:grpSpPr>
              <a:xfrm>
                <a:off x="3210914" y="5112903"/>
                <a:ext cx="2043839" cy="788340"/>
                <a:chOff x="1010920" y="5112903"/>
                <a:chExt cx="2567984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211" name="グループ化 210">
                  <a:extLst>
                    <a:ext uri="{FF2B5EF4-FFF2-40B4-BE49-F238E27FC236}">
                      <ns2:creationId id="{D8A94826-70BD-84E8-E421-C4AF9180BDEC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23" name="正方形/長方形 222">
                    <a:extLst>
                      <a:ext uri="{FF2B5EF4-FFF2-40B4-BE49-F238E27FC236}">
                        <ns2:creationId id="{18335829-0A04-776F-078A-1DC81C3309E0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224" name="正方形/長方形 223">
                    <a:extLst>
                      <a:ext uri="{FF2B5EF4-FFF2-40B4-BE49-F238E27FC236}">
                        <ns2:creationId id="{9C4A2DB6-7F9B-0754-03E7-F1D5AD06C513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213" name="グループ化 212">
                  <a:extLst>
                    <a:ext uri="{FF2B5EF4-FFF2-40B4-BE49-F238E27FC236}">
                      <ns2:creationId id="{C171C283-5E59-12A4-4267-A9A32FC3E8E5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217" name="正方形/長方形 216">
                    <a:extLst>
                      <a:ext uri="{FF2B5EF4-FFF2-40B4-BE49-F238E27FC236}">
                        <ns2:creationId id="{B0B0764E-4C08-2369-EAD4-C21C115F291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・</a:t>
                    </a:r>
                    <a:b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/ </a:t>
                    </a:r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22" name="正方形/長方形 221">
                    <a:extLst>
                      <a:ext uri="{FF2B5EF4-FFF2-40B4-BE49-F238E27FC236}">
                        <ns2:creationId id="{40F7D608-A349-BFD1-F5E1-E02CA2A03AEA}"/>
                      </a:ext>
                    </a:extLst>
                  </p:cNvPr>
                  <p:cNvSpPr/>
                  <p:nvPr/>
                </p:nvSpPr>
                <p:spPr>
                  <a:xfrm>
                    <a:off x="1015461" y="5112903"/>
                    <a:ext cx="961928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25" name="直線コネクタ 24">
                <a:extLst>
                  <a:ext uri="{FF2B5EF4-FFF2-40B4-BE49-F238E27FC236}">
                    <ns2:creationId id="{272499CB-3E41-4BEA-9CF7-DAAD15792E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02655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2" name="グループ化 161">
                <a:extLst>
                  <a:ext uri="{FF2B5EF4-FFF2-40B4-BE49-F238E27FC236}">
                    <ns2:creationId id="{9FF279AC-2431-E16A-4244-869CC7EEEE3C}"/>
                  </a:ext>
                </a:extLst>
              </p:cNvPr>
              <p:cNvGrpSpPr/>
              <p:nvPr/>
            </p:nvGrpSpPr>
            <p:grpSpPr>
              <a:xfrm>
                <a:off x="1009883" y="5112903"/>
                <a:ext cx="2043839" cy="788340"/>
                <a:chOff x="1010920" y="5112903"/>
                <a:chExt cx="2567984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142" name="グループ化 141">
                  <a:extLst>
                    <a:ext uri="{FF2B5EF4-FFF2-40B4-BE49-F238E27FC236}">
                      <ns2:creationId id="{D392AE6F-D62B-4CBC-501B-81EEB4B0A740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131" name="正方形/長方形 130">
                    <a:extLst>
                      <a:ext uri="{FF2B5EF4-FFF2-40B4-BE49-F238E27FC236}">
                        <ns2:creationId id="{2DC7B5F8-8E14-95DE-6567-AAD2025AFE1B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21D532EB-72FE-2255-799B-95C840AE0EEF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(</a:t>
                    </a:r>
                    <a:r>
                      <a:rPr lang="en-US" sz="850" b="1" dirty="0" err="1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)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146" name="グループ化 145">
                  <a:extLst>
                    <a:ext uri="{FF2B5EF4-FFF2-40B4-BE49-F238E27FC236}">
                      <ns2:creationId id="{A6FE1264-B536-B6B4-ABD5-0EEE2DF0DAC6}"/>
                    </a:ext>
                  </a:extLst>
                </p:cNvPr>
                <p:cNvGrpSpPr/>
                <p:nvPr/>
              </p:nvGrpSpPr>
              <p:grpSpPr>
                <a:xfrm>
                  <a:off x="2005176" y="5112903"/>
                  <a:ext cx="1573728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154" name="正方形/長方形 153">
                    <a:extLst>
                      <a:ext uri="{FF2B5EF4-FFF2-40B4-BE49-F238E27FC236}">
                        <ns2:creationId id="{3AF68883-883F-927D-F456-0EF2481F6E1C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endParaRP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endParaRP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endParaRPr>
                  </a:p>
                  <a:p>
                    <a:pPr marL="88900" indent="-88900">
                      <a:buClr>
                        <a:schemeClr val="accent5"/>
                      </a:buClr>
                      <a:buFont typeface="Arial" panose="020B0604020202020204" pitchFamily="34" charset="0"/>
                      <a:buChar char="•"/>
                    </a:pP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207" name="正方形/長方形 206">
                    <a:extLst>
                      <a:ext uri="{FF2B5EF4-FFF2-40B4-BE49-F238E27FC236}">
                        <ns2:creationId id="{F8CCBFA1-AD89-8396-F306-895BA55432C9}"/>
                      </a:ext>
                    </a:extLst>
                  </p:cNvPr>
                  <p:cNvSpPr/>
                  <p:nvPr/>
                </p:nvSpPr>
                <p:spPr>
                  <a:xfrm>
                    <a:off x="1018984" y="5112903"/>
                    <a:ext cx="958405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19" name="直線コネクタ 18">
                <a:extLst>
                  <a:ext uri="{FF2B5EF4-FFF2-40B4-BE49-F238E27FC236}">
                    <ns2:creationId id="{3EFB7369-7FED-73CC-1A02-CFF3786DAE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01204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グループ化 39">
                <a:extLst>
                  <a:ext uri="{FF2B5EF4-FFF2-40B4-BE49-F238E27FC236}">
                    <ns2:creationId id="{8DCD19D5-2CAE-79A0-BE01-B9F00B8EE3E3}"/>
                  </a:ext>
                </a:extLst>
              </p:cNvPr>
              <p:cNvGrpSpPr/>
              <p:nvPr/>
            </p:nvGrpSpPr>
            <p:grpSpPr>
              <a:xfrm>
                <a:off x="9813197" y="5112903"/>
                <a:ext cx="2043840" cy="788340"/>
                <a:chOff x="1010920" y="5112903"/>
                <a:chExt cx="2567985" cy="788340"/>
              </a:xfrm>
              <a:solidFill>
                <a:schemeClr val="bg1">
                  <a:lumMod val="85000"/>
                </a:schemeClr>
              </a:solidFill>
            </p:grpSpPr>
            <p:grpSp>
              <p:nvGrpSpPr>
                <p:cNvPr id="60" name="グループ化 59">
                  <a:extLst>
                    <a:ext uri="{FF2B5EF4-FFF2-40B4-BE49-F238E27FC236}">
                      <ns2:creationId id="{F8C5C67F-FAFA-05D4-9BA6-AB6536E11E05}"/>
                    </a:ext>
                  </a:extLst>
                </p:cNvPr>
                <p:cNvGrpSpPr/>
                <p:nvPr/>
              </p:nvGrpSpPr>
              <p:grpSpPr>
                <a:xfrm>
                  <a:off x="1010920" y="5112903"/>
                  <a:ext cx="966470" cy="788340"/>
                  <a:chOff x="1010920" y="5112903"/>
                  <a:chExt cx="966470" cy="649468"/>
                </a:xfrm>
                <a:grpFill/>
              </p:grpSpPr>
              <p:sp>
                <p:nvSpPr>
                  <p:cNvPr id="67" name="正方形/長方形 66">
                    <a:extLst>
                      <a:ext uri="{FF2B5EF4-FFF2-40B4-BE49-F238E27FC236}">
                        <ns2:creationId id="{D47E2EA8-7E3A-6CF3-E54E-CF547546AC88}"/>
                      </a:ext>
                    </a:extLst>
                  </p:cNvPr>
                  <p:cNvSpPr/>
                  <p:nvPr/>
                </p:nvSpPr>
                <p:spPr>
                  <a:xfrm>
                    <a:off x="1010920" y="5112903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  <p:sp>
                <p:nvSpPr>
                  <p:cNvPr id="68" name="正方形/長方形 67">
                    <a:extLst>
                      <a:ext uri="{FF2B5EF4-FFF2-40B4-BE49-F238E27FC236}">
                        <ns2:creationId id="{8FF267E7-A8B4-217F-3354-56130B13B8F5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sz="850" b="1" dirty="0">
                        <a:solidFill>
                          <a:srgbClr val="008D2D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latin typeface="+mn-ea"/>
                    </a:endParaRPr>
                  </a:p>
                </p:txBody>
              </p:sp>
            </p:grpSp>
            <p:grpSp>
              <p:nvGrpSpPr>
                <p:cNvPr id="61" name="グループ化 60">
                  <a:extLst>
                    <a:ext uri="{FF2B5EF4-FFF2-40B4-BE49-F238E27FC236}">
                      <ns2:creationId id="{7AAE237E-13F7-07A4-F024-D1E52C12690D}"/>
                    </a:ext>
                  </a:extLst>
                </p:cNvPr>
                <p:cNvGrpSpPr/>
                <p:nvPr/>
              </p:nvGrpSpPr>
              <p:grpSpPr>
                <a:xfrm>
                  <a:off x="2003913" y="5112903"/>
                  <a:ext cx="1574992" cy="788340"/>
                  <a:chOff x="1010144" y="5112903"/>
                  <a:chExt cx="967246" cy="649468"/>
                </a:xfrm>
                <a:grpFill/>
              </p:grpSpPr>
              <p:sp>
                <p:nvSpPr>
                  <p:cNvPr id="63" name="正方形/長方形 62">
                    <a:extLst>
                      <a:ext uri="{FF2B5EF4-FFF2-40B4-BE49-F238E27FC236}">
                        <ns2:creationId id="{5CCE92E1-1761-E968-3DC7-E4F98EC92554}"/>
                      </a:ext>
                    </a:extLst>
                  </p:cNvPr>
                  <p:cNvSpPr/>
                  <p:nvPr/>
                </p:nvSpPr>
                <p:spPr>
                  <a:xfrm>
                    <a:off x="1010920" y="5448604"/>
                    <a:ext cx="966470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: 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65" name="正方形/長方形 64">
                    <a:extLst>
                      <a:ext uri="{FF2B5EF4-FFF2-40B4-BE49-F238E27FC236}">
                        <ns2:creationId id="{D6EBE74A-7F93-0CD4-C39E-35886C80BB38}"/>
                      </a:ext>
                    </a:extLst>
                  </p:cNvPr>
                  <p:cNvSpPr/>
                  <p:nvPr/>
                </p:nvSpPr>
                <p:spPr>
                  <a:xfrm>
                    <a:off x="1010144" y="5112903"/>
                    <a:ext cx="967246" cy="313767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lang="en-US" sz="85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: 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sz="85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sz="85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</p:grpSp>
          <p:cxnSp>
            <p:nvCxnSpPr>
              <p:cNvPr id="57" name="直線コネクタ 56">
                <a:extLst>
                  <a:ext uri="{FF2B5EF4-FFF2-40B4-BE49-F238E27FC236}">
                    <ns2:creationId id="{A2A39E33-D229-2166-8AC5-401BE9CFD6F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604939" y="5504960"/>
                <a:ext cx="1252098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9" name="グループ化 278">
              <a:extLst>
                <a:ext uri="{FF2B5EF4-FFF2-40B4-BE49-F238E27FC236}">
                  <ns2:creationId id="{5BEBC27F-1677-164B-7DC6-413B03D632A7}"/>
                </a:ext>
              </a:extLst>
            </p:cNvPr>
            <p:cNvGrpSpPr/>
            <p:nvPr/>
          </p:nvGrpSpPr>
          <p:grpSpPr>
            <a:xfrm>
              <a:off x="1005840" y="1612875"/>
              <a:ext cx="10848770" cy="886485"/>
              <a:chOff x="1005840" y="1612875"/>
              <a:chExt cx="10848770" cy="886485"/>
            </a:xfrm>
          </p:grpSpPr>
          <p:sp>
            <p:nvSpPr>
              <p:cNvPr id="82" name="四角形: 上の 2 つの角を丸める 81">
                <a:extLst>
                  <a:ext uri="{FF2B5EF4-FFF2-40B4-BE49-F238E27FC236}">
                    <ns2:creationId id="{9428530F-CBA5-7403-8A49-1DFD22D13C7A}"/>
                  </a:ext>
                </a:extLst>
              </p:cNvPr>
              <p:cNvSpPr/>
              <p:nvPr/>
            </p:nvSpPr>
            <p:spPr>
              <a:xfrm>
                <a:off x="7606505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6" name="四角形: 上の 2 つの角を丸める 65">
                <a:extLst>
                  <a:ext uri="{FF2B5EF4-FFF2-40B4-BE49-F238E27FC236}">
                    <ns2:creationId id="{3CB1E514-F1F8-A5E7-B815-672BA0723537}"/>
                  </a:ext>
                </a:extLst>
              </p:cNvPr>
              <p:cNvSpPr/>
              <p:nvPr/>
            </p:nvSpPr>
            <p:spPr>
              <a:xfrm>
                <a:off x="5406284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0" name="四角形: 上の 2 つの角を丸める 49">
                <a:extLst>
                  <a:ext uri="{FF2B5EF4-FFF2-40B4-BE49-F238E27FC236}">
                    <ns2:creationId id="{4AD0FE44-4A84-EBA7-F7EA-82729FF4F19E}"/>
                  </a:ext>
                </a:extLst>
              </p:cNvPr>
              <p:cNvSpPr/>
              <p:nvPr/>
            </p:nvSpPr>
            <p:spPr>
              <a:xfrm>
                <a:off x="3206062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1400" b="1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" name="四角形: 上の 2 つの角を丸める 7">
                <a:extLst>
                  <a:ext uri="{FF2B5EF4-FFF2-40B4-BE49-F238E27FC236}">
                    <ns2:creationId id="{D1F4DB51-39B4-6298-BEC5-402DFF272660}"/>
                  </a:ext>
                </a:extLst>
              </p:cNvPr>
              <p:cNvSpPr/>
              <p:nvPr/>
            </p:nvSpPr>
            <p:spPr>
              <a:xfrm>
                <a:off x="1005840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3" name="四角形: 上の 2 つの角を丸める 52">
                <a:extLst>
                  <a:ext uri="{FF2B5EF4-FFF2-40B4-BE49-F238E27FC236}">
                    <ns2:creationId id="{C9451D89-00E3-5C98-F483-1341D2E04432}"/>
                  </a:ext>
                </a:extLst>
              </p:cNvPr>
              <p:cNvSpPr/>
              <p:nvPr/>
            </p:nvSpPr>
            <p:spPr>
              <a:xfrm>
                <a:off x="9806728" y="1958340"/>
                <a:ext cx="2047882" cy="541020"/>
              </a:xfrm>
              <a:prstGeom prst="round2Same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80" name="グループ化 79">
                <a:extLst>
                  <a:ext uri="{FF2B5EF4-FFF2-40B4-BE49-F238E27FC236}">
                    <ns2:creationId id="{670C9488-0026-7FB3-0DDD-F0AD324FC90E}"/>
                  </a:ext>
                </a:extLst>
              </p:cNvPr>
              <p:cNvGrpSpPr/>
              <p:nvPr/>
            </p:nvGrpSpPr>
            <p:grpSpPr>
              <a:xfrm>
                <a:off x="1597873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73" name="楕円 72">
                  <a:extLst>
                    <a:ext uri="{FF2B5EF4-FFF2-40B4-BE49-F238E27FC236}">
                      <ns2:creationId id="{D2862D20-8A2F-4B5E-B91C-EC3DEA8AAF7E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6" name="楕円 75">
                  <a:extLst>
                    <a:ext uri="{FF2B5EF4-FFF2-40B4-BE49-F238E27FC236}">
                      <ns2:creationId id="{DE5E2786-D032-F863-5B3C-854245BACBC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</a:rPr>
                    <a:t>9</a:t>
                  </a:r>
                  <a:endParaRPr lang="ja-JP" altLang="en-US" sz="14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79" name="グラフィックス 78" descr="工場 単色塗りつぶし">
                  <a:extLst>
                    <a:ext uri="{FF2B5EF4-FFF2-40B4-BE49-F238E27FC236}">
                      <ns2:creationId id="{AEA14425-3C26-8A55-F82C-0F5A16400B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81" name="グループ化 80">
                <a:extLst>
                  <a:ext uri="{FF2B5EF4-FFF2-40B4-BE49-F238E27FC236}">
                    <ns2:creationId id="{934C04A0-F3AA-8874-6AFA-0B7BE9BF3150}"/>
                  </a:ext>
                </a:extLst>
              </p:cNvPr>
              <p:cNvGrpSpPr/>
              <p:nvPr/>
            </p:nvGrpSpPr>
            <p:grpSpPr>
              <a:xfrm>
                <a:off x="3798816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83" name="楕円 82">
                  <a:extLst>
                    <a:ext uri="{FF2B5EF4-FFF2-40B4-BE49-F238E27FC236}">
                      <ns2:creationId id="{26BB454E-D969-D627-6DAA-B955382FF374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rgbClr val="8A8A8A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4" name="楕円 83">
                  <a:extLst>
                    <a:ext uri="{FF2B5EF4-FFF2-40B4-BE49-F238E27FC236}">
                      <ns2:creationId id="{3F0C5DC4-FBD3-9ED3-DF76-A2B894199D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rgbClr val="8A8A8A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10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85" name="グラフィックス 84" descr="クラウド コンピューティング 単色塗りつぶし">
                  <a:extLst>
                    <a:ext uri="{FF2B5EF4-FFF2-40B4-BE49-F238E27FC236}">
                      <ns2:creationId id="{EFB8BFE0-8D4A-2DBF-13F0-8AE4C57CBC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87" name="グループ化 86">
                <a:extLst>
                  <a:ext uri="{FF2B5EF4-FFF2-40B4-BE49-F238E27FC236}">
                    <ns2:creationId id="{91139F7E-E97D-12C4-2906-BD585D0AE036}"/>
                  </a:ext>
                </a:extLst>
              </p:cNvPr>
              <p:cNvGrpSpPr/>
              <p:nvPr/>
            </p:nvGrpSpPr>
            <p:grpSpPr>
              <a:xfrm>
                <a:off x="5999759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88" name="楕円 87">
                  <a:extLst>
                    <a:ext uri="{FF2B5EF4-FFF2-40B4-BE49-F238E27FC236}">
                      <ns2:creationId id="{927753F6-36BC-FB60-E5D0-3912A5B5F2C4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0" name="楕円 89">
                  <a:extLst>
                    <a:ext uri="{FF2B5EF4-FFF2-40B4-BE49-F238E27FC236}">
                      <ns2:creationId id="{B66AD059-896C-CE7A-4109-98ABB4141B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11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91" name="グラフィックス 90" descr="世界 単色塗りつぶし">
                  <a:extLst>
                    <a:ext uri="{FF2B5EF4-FFF2-40B4-BE49-F238E27FC236}">
                      <ns2:creationId id="{5ACAE60A-4381-4F0A-AECE-9D424167B0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2" name="グループ化 91">
                <a:extLst>
                  <a:ext uri="{FF2B5EF4-FFF2-40B4-BE49-F238E27FC236}">
                    <ns2:creationId id="{57AE908E-DD20-6A5C-DD7D-A591E0368764}"/>
                  </a:ext>
                </a:extLst>
              </p:cNvPr>
              <p:cNvGrpSpPr/>
              <p:nvPr/>
            </p:nvGrpSpPr>
            <p:grpSpPr>
              <a:xfrm>
                <a:off x="8200703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93" name="楕円 92">
                  <a:extLst>
                    <a:ext uri="{FF2B5EF4-FFF2-40B4-BE49-F238E27FC236}">
                      <ns2:creationId id="{6C572285-F559-86CD-BE62-1BC6B82E2695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4" name="楕円 93">
                  <a:extLst>
                    <a:ext uri="{FF2B5EF4-FFF2-40B4-BE49-F238E27FC236}">
                      <ns2:creationId id="{44008D47-5022-9738-B70F-8D83BCF4073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12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95" name="グラフィックス 94" descr="ワークフロー 単色塗りつぶし">
                  <a:extLst>
                    <a:ext uri="{FF2B5EF4-FFF2-40B4-BE49-F238E27FC236}">
                      <ns2:creationId id="{CDB7D587-434D-3D48-D509-84FA00B732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96" name="グループ化 95">
                <a:extLst>
                  <a:ext uri="{FF2B5EF4-FFF2-40B4-BE49-F238E27FC236}">
                    <ns2:creationId id="{E825C4F1-243E-FDD3-E13E-67FCEF3D9FCB}"/>
                  </a:ext>
                </a:extLst>
              </p:cNvPr>
              <p:cNvGrpSpPr/>
              <p:nvPr/>
            </p:nvGrpSpPr>
            <p:grpSpPr>
              <a:xfrm>
                <a:off x="10401647" y="1612875"/>
                <a:ext cx="702000" cy="555900"/>
                <a:chOff x="4619750" y="1612875"/>
                <a:chExt cx="702000" cy="555900"/>
              </a:xfrm>
            </p:grpSpPr>
            <p:sp>
              <p:nvSpPr>
                <p:cNvPr id="97" name="楕円 96">
                  <a:extLst>
                    <a:ext uri="{FF2B5EF4-FFF2-40B4-BE49-F238E27FC236}">
                      <ns2:creationId id="{58FA0EA8-40E1-91DE-75DB-95B50C5FD68C}"/>
                    </a:ext>
                  </a:extLst>
                </p:cNvPr>
                <p:cNvSpPr/>
                <p:nvPr/>
              </p:nvSpPr>
              <p:spPr>
                <a:xfrm>
                  <a:off x="4781750" y="1628775"/>
                  <a:ext cx="540000" cy="540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98" name="楕円 97">
                  <a:extLst>
                    <a:ext uri="{FF2B5EF4-FFF2-40B4-BE49-F238E27FC236}">
                      <ns2:creationId id="{1760527D-BF68-26ED-A2E9-4AF524BD8C8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19750" y="1612875"/>
                  <a:ext cx="252000" cy="252000"/>
                </a:xfrm>
                <a:prstGeom prst="ellipse">
                  <a:avLst/>
                </a:prstGeom>
                <a:solidFill>
                  <a:schemeClr val="accent4"/>
                </a:solidFill>
                <a:ln w="3175">
                  <a:solidFill>
                    <a:schemeClr val="bg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dirty="0">
                      <a:solidFill>
                        <a:schemeClr val="bg1"/>
                      </a:solidFill>
                      <a:latin typeface="+mn-ea"/>
                    </a:rPr>
                    <a:t>13</a:t>
                  </a:r>
                  <a:endParaRPr lang="ja-JP" altLang="en-US" sz="10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99" name="グラフィックス 98" descr="建物 単色塗りつぶし">
                  <a:extLst>
                    <a:ext uri="{FF2B5EF4-FFF2-40B4-BE49-F238E27FC236}">
                      <ns2:creationId id="{0DD8522F-78CD-D60C-EBDF-B1F3A47E4D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4907750" y="1754775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05" name="グループ化 304">
              <a:extLst>
                <a:ext uri="{FF2B5EF4-FFF2-40B4-BE49-F238E27FC236}">
                  <ns2:creationId id="{F01B6CCC-A307-3F7F-6B99-721584C00F8E}"/>
                </a:ext>
              </a:extLst>
            </p:cNvPr>
            <p:cNvGrpSpPr/>
            <p:nvPr/>
          </p:nvGrpSpPr>
          <p:grpSpPr>
            <a:xfrm>
              <a:off x="1005840" y="3981854"/>
              <a:ext cx="10855757" cy="0"/>
              <a:chOff x="1005840" y="3981854"/>
              <a:chExt cx="10855757" cy="0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CFD53AAA-2277-CC05-8D89-BCE638FC85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5840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ns2:creationId id="{1C2EB0BF-397C-538A-DE99-66315B33A8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09518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コネクタ 8">
                <a:extLst>
                  <a:ext uri="{FF2B5EF4-FFF2-40B4-BE49-F238E27FC236}">
                    <ns2:creationId id="{FE61D998-5206-3BE7-A1AE-3AA3383FF2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07679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線コネクタ 9">
                <a:extLst>
                  <a:ext uri="{FF2B5EF4-FFF2-40B4-BE49-F238E27FC236}">
                    <ns2:creationId id="{BDFC4DA7-30A8-14E8-6D15-920DECFA53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11357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直線コネクタ 301">
                <a:extLst>
                  <a:ext uri="{FF2B5EF4-FFF2-40B4-BE49-F238E27FC236}">
                    <ns2:creationId id="{0222CA67-CD3D-A141-84F7-12519794EC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13197" y="3981854"/>
                <a:ext cx="20484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3988309763"/>
      </p:ext>
    </p:extLst>
  </p:cSld>
  <p:clrMapOvr>
    <a:masterClrMapping/>
  </p:clrMapOvr>
</p:sld>
</file>

<file path=ppt/slides/slide25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FE650FE-131B-9226-469B-300ED15FE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DDCDDB0-8D72-2A8C-F8DD-46ECE63BA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9629653-835D-485D-BE72-8BC95BBA6F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9" name="グループ化 8">
            <a:extLst>
              <a:ext uri="{FF2B5EF4-FFF2-40B4-BE49-F238E27FC236}">
                <ns2:creationId id="{FFB1B6CA-73A7-A892-43D4-B2BAB24A7C97}"/>
              </a:ext>
            </a:extLst>
          </p:cNvPr>
          <p:cNvGrpSpPr/>
          <p:nvPr/>
        </p:nvGrpSpPr>
        <p:grpSpPr>
          <a:xfrm>
            <a:off x="334963" y="1628775"/>
            <a:ext cx="11522075" cy="4678823"/>
            <a:chOff x="334963" y="1628775"/>
            <a:chExt cx="11522075" cy="4678823"/>
          </a:xfrm>
        </p:grpSpPr>
        <p:grpSp>
          <p:nvGrpSpPr>
            <p:cNvPr id="12" name="グループ化 11">
              <a:extLst>
                <a:ext uri="{FF2B5EF4-FFF2-40B4-BE49-F238E27FC236}">
                  <ns2:creationId id="{5475D09A-2B1A-9D08-9B60-FDDEFACB0901}"/>
                </a:ext>
              </a:extLst>
            </p:cNvPr>
            <p:cNvGrpSpPr/>
            <p:nvPr/>
          </p:nvGrpSpPr>
          <p:grpSpPr>
            <a:xfrm>
              <a:off x="334963" y="1628775"/>
              <a:ext cx="11522074" cy="272657"/>
              <a:chOff x="334963" y="1628775"/>
              <a:chExt cx="11522074" cy="42703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C8F37053-989F-7C4D-E303-6A591996E186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898951" cy="427038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9FB8669B-E267-1387-E8B8-9E761F67DC27}"/>
                  </a:ext>
                </a:extLst>
              </p:cNvPr>
              <p:cNvSpPr/>
              <p:nvPr/>
            </p:nvSpPr>
            <p:spPr>
              <a:xfrm>
                <a:off x="2233914" y="1628775"/>
                <a:ext cx="9623123" cy="427038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80" name="グループ化 379">
              <a:extLst>
                <a:ext uri="{FF2B5EF4-FFF2-40B4-BE49-F238E27FC236}">
                  <ns2:creationId id="{979ACBCF-A63B-6970-2420-7DE3F3CC8998}"/>
                </a:ext>
              </a:extLst>
            </p:cNvPr>
            <p:cNvGrpSpPr/>
            <p:nvPr/>
          </p:nvGrpSpPr>
          <p:grpSpPr>
            <a:xfrm>
              <a:off x="334963" y="5712492"/>
              <a:ext cx="11522075" cy="595106"/>
              <a:chOff x="334963" y="5712492"/>
              <a:chExt cx="11522075" cy="595106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B36D3A86-00C1-571C-EA11-E6C2A0CE5F04}"/>
                  </a:ext>
                </a:extLst>
              </p:cNvPr>
              <p:cNvSpPr/>
              <p:nvPr/>
            </p:nvSpPr>
            <p:spPr>
              <a:xfrm>
                <a:off x="334963" y="5712492"/>
                <a:ext cx="1303337" cy="59510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4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71" name="直線コネクタ 370">
                <a:extLst>
                  <a:ext uri="{FF2B5EF4-FFF2-40B4-BE49-F238E27FC236}">
                    <ns2:creationId id="{51EBE0CD-4D6D-DC89-FD77-7DC80445C2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6400" y="5712492"/>
                <a:ext cx="0" cy="595106"/>
              </a:xfrm>
              <a:prstGeom prst="line">
                <a:avLst/>
              </a:prstGeom>
              <a:ln w="22225">
                <a:solidFill>
                  <a:schemeClr val="accent5">
                    <a:alpha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四角形: 角を丸くする 14">
                <a:extLst>
                  <a:ext uri="{FF2B5EF4-FFF2-40B4-BE49-F238E27FC236}">
                    <ns2:creationId id="{907751D6-A6FB-EEE5-0279-C278EABBD923}"/>
                  </a:ext>
                </a:extLst>
              </p:cNvPr>
              <p:cNvSpPr/>
              <p:nvPr/>
            </p:nvSpPr>
            <p:spPr>
              <a:xfrm>
                <a:off x="1714502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3" name="四角形: 角を丸くする 372">
                <a:extLst>
                  <a:ext uri="{FF2B5EF4-FFF2-40B4-BE49-F238E27FC236}">
                    <ns2:creationId id="{C5BEFAA2-DF09-D0BF-413D-ED47B9B4C9C1}"/>
                  </a:ext>
                </a:extLst>
              </p:cNvPr>
              <p:cNvSpPr/>
              <p:nvPr/>
            </p:nvSpPr>
            <p:spPr>
              <a:xfrm>
                <a:off x="4246083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4" name="四角形: 角を丸くする 373">
                <a:extLst>
                  <a:ext uri="{FF2B5EF4-FFF2-40B4-BE49-F238E27FC236}">
                    <ns2:creationId id="{28E0634F-0CC8-6965-AD39-3BC5A7ABC5F0}"/>
                  </a:ext>
                </a:extLst>
              </p:cNvPr>
              <p:cNvSpPr/>
              <p:nvPr/>
            </p:nvSpPr>
            <p:spPr>
              <a:xfrm>
                <a:off x="6821253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algn="ctr">
                  <a:spcAft>
                    <a:spcPts val="13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5" name="四角形: 角を丸くする 374">
                <a:extLst>
                  <a:ext uri="{FF2B5EF4-FFF2-40B4-BE49-F238E27FC236}">
                    <ns2:creationId id="{735958B5-8075-1A36-6C5A-3F670B8518D5}"/>
                  </a:ext>
                </a:extLst>
              </p:cNvPr>
              <p:cNvSpPr/>
              <p:nvPr/>
            </p:nvSpPr>
            <p:spPr>
              <a:xfrm>
                <a:off x="9374629" y="5712492"/>
                <a:ext cx="2482409" cy="595106"/>
              </a:xfrm>
              <a:prstGeom prst="roundRect">
                <a:avLst>
                  <a:gd name="adj" fmla="val 847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1000"/>
                  </a:spcAft>
                </a:pP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13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3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7" name="二等辺三角形 376">
                <a:extLst>
                  <a:ext uri="{FF2B5EF4-FFF2-40B4-BE49-F238E27FC236}">
                    <ns2:creationId id="{C6E5D703-B237-221C-9DBD-34456BF1C5D3}"/>
                  </a:ext>
                </a:extLst>
              </p:cNvPr>
              <p:cNvSpPr/>
              <p:nvPr/>
            </p:nvSpPr>
            <p:spPr>
              <a:xfrm flipV="1">
                <a:off x="2803306" y="5967373"/>
                <a:ext cx="304800" cy="85344"/>
              </a:xfrm>
              <a:prstGeom prst="triangl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8" name="二等辺三角形 377">
                <a:extLst>
                  <a:ext uri="{FF2B5EF4-FFF2-40B4-BE49-F238E27FC236}">
                    <ns2:creationId id="{6E37FE28-DC95-ECD8-0AC8-64F6047CF005}"/>
                  </a:ext>
                </a:extLst>
              </p:cNvPr>
              <p:cNvSpPr/>
              <p:nvPr/>
            </p:nvSpPr>
            <p:spPr>
              <a:xfrm flipV="1">
                <a:off x="5334887" y="5967373"/>
                <a:ext cx="304800" cy="85344"/>
              </a:xfrm>
              <a:prstGeom prst="triangl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9" name="二等辺三角形 378">
                <a:extLst>
                  <a:ext uri="{FF2B5EF4-FFF2-40B4-BE49-F238E27FC236}">
                    <ns2:creationId id="{3AD3281F-DA27-DDE7-D033-8D68F6B41083}"/>
                  </a:ext>
                </a:extLst>
              </p:cNvPr>
              <p:cNvSpPr/>
              <p:nvPr/>
            </p:nvSpPr>
            <p:spPr>
              <a:xfrm flipV="1">
                <a:off x="7910057" y="5967373"/>
                <a:ext cx="304800" cy="85344"/>
              </a:xfrm>
              <a:prstGeom prst="triangl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06" name="グループ化 405">
              <a:extLst>
                <a:ext uri="{FF2B5EF4-FFF2-40B4-BE49-F238E27FC236}">
                  <ns2:creationId id="{C35B072B-9B75-77D7-685C-E0D8D16D47A4}"/>
                </a:ext>
              </a:extLst>
            </p:cNvPr>
            <p:cNvGrpSpPr/>
            <p:nvPr/>
          </p:nvGrpSpPr>
          <p:grpSpPr>
            <a:xfrm>
              <a:off x="334963" y="1935368"/>
              <a:ext cx="11522074" cy="3676929"/>
              <a:chOff x="334963" y="1935368"/>
              <a:chExt cx="11522074" cy="3676929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0DE6954F-7AED-7A43-0D20-92ABBCC722E1}"/>
                  </a:ext>
                </a:extLst>
              </p:cNvPr>
              <p:cNvSpPr/>
              <p:nvPr/>
            </p:nvSpPr>
            <p:spPr>
              <a:xfrm>
                <a:off x="334963" y="1935368"/>
                <a:ext cx="3699832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EA546B3C-BD6B-60CE-7B24-0DE9322155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5" y="2239557"/>
                <a:ext cx="36998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ns2:creationId id="{844F7457-8573-8721-3BEB-5AFCBDCFBED6}"/>
                  </a:ext>
                </a:extLst>
              </p:cNvPr>
              <p:cNvSpPr/>
              <p:nvPr/>
            </p:nvSpPr>
            <p:spPr>
              <a:xfrm>
                <a:off x="4246083" y="1935368"/>
                <a:ext cx="3699832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4B8F2384-873D-BB60-2D33-597B17DF6255}"/>
                  </a:ext>
                </a:extLst>
              </p:cNvPr>
              <p:cNvSpPr/>
              <p:nvPr/>
            </p:nvSpPr>
            <p:spPr>
              <a:xfrm>
                <a:off x="8157204" y="1935368"/>
                <a:ext cx="3699832" cy="295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0" tIns="36000" rIns="36000" bIns="36000" rtlCol="0" anchor="ctr">
                <a:noAutofit/>
              </a:bodyPr>
              <a:lstStyle/>
              <a:p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76" name="直線コネクタ 275">
                <a:extLst>
                  <a:ext uri="{FF2B5EF4-FFF2-40B4-BE49-F238E27FC236}">
                    <ns2:creationId id="{379DEC77-91ED-B7A2-D02B-1EEB56A9CD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46086" y="2239557"/>
                <a:ext cx="36998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直線コネクタ 276">
                <a:extLst>
                  <a:ext uri="{FF2B5EF4-FFF2-40B4-BE49-F238E27FC236}">
                    <ns2:creationId id="{A45FDA49-E92A-6BB5-ADB7-9C7C514F44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57206" y="2239557"/>
                <a:ext cx="369983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9" name="グループ化 398">
                <a:extLst>
                  <a:ext uri="{FF2B5EF4-FFF2-40B4-BE49-F238E27FC236}">
                    <ns2:creationId id="{8F5F84E2-0805-A626-644A-758D461CB36C}"/>
                  </a:ext>
                </a:extLst>
              </p:cNvPr>
              <p:cNvGrpSpPr/>
              <p:nvPr/>
            </p:nvGrpSpPr>
            <p:grpSpPr>
              <a:xfrm>
                <a:off x="334963" y="2327815"/>
                <a:ext cx="11522074" cy="3284482"/>
                <a:chOff x="334963" y="2327815"/>
                <a:chExt cx="11522074" cy="3284482"/>
              </a:xfrm>
            </p:grpSpPr>
            <p:grpSp>
              <p:nvGrpSpPr>
                <p:cNvPr id="369" name="グループ化 368">
                  <a:extLst>
                    <a:ext uri="{FF2B5EF4-FFF2-40B4-BE49-F238E27FC236}">
                      <ns2:creationId id="{512A8ECC-C981-5EDC-1183-DB980C048152}"/>
                    </a:ext>
                  </a:extLst>
                </p:cNvPr>
                <p:cNvGrpSpPr/>
                <p:nvPr/>
              </p:nvGrpSpPr>
              <p:grpSpPr>
                <a:xfrm>
                  <a:off x="334963" y="2327815"/>
                  <a:ext cx="11522074" cy="3284482"/>
                  <a:chOff x="334963" y="2506717"/>
                  <a:chExt cx="11522074" cy="3284482"/>
                </a:xfrm>
              </p:grpSpPr>
              <p:grpSp>
                <p:nvGrpSpPr>
                  <p:cNvPr id="275" name="グループ化 274">
                    <a:extLst>
                      <a:ext uri="{FF2B5EF4-FFF2-40B4-BE49-F238E27FC236}">
                        <ns2:creationId id="{64060BAE-FA50-A47A-505A-29B0C0238681}"/>
                      </a:ext>
                    </a:extLst>
                  </p:cNvPr>
                  <p:cNvGrpSpPr/>
                  <p:nvPr/>
                </p:nvGrpSpPr>
                <p:grpSpPr>
                  <a:xfrm>
                    <a:off x="334963" y="2506717"/>
                    <a:ext cx="3699832" cy="3284482"/>
                    <a:chOff x="334963" y="2547357"/>
                    <a:chExt cx="3699832" cy="3284482"/>
                  </a:xfrm>
                </p:grpSpPr>
                <p:grpSp>
                  <p:nvGrpSpPr>
                    <p:cNvPr id="268" name="グループ化 267">
                      <a:extLst>
                        <a:ext uri="{FF2B5EF4-FFF2-40B4-BE49-F238E27FC236}">
                          <ns2:creationId id="{B55776F6-D3D5-7CA2-BD3E-282546D94A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4963" y="2547357"/>
                      <a:ext cx="3699832" cy="3284482"/>
                      <a:chOff x="334963" y="2547357"/>
                      <a:chExt cx="3699832" cy="3284482"/>
                    </a:xfrm>
                  </p:grpSpPr>
                  <p:grpSp>
                    <p:nvGrpSpPr>
                      <p:cNvPr id="237" name="グループ化 236">
                        <a:extLst>
                          <a:ext uri="{FF2B5EF4-FFF2-40B4-BE49-F238E27FC236}">
                            <ns2:creationId id="{31D25E0F-72FA-12A3-D22D-77B503488F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74479" y="2547357"/>
                        <a:ext cx="2960315" cy="205200"/>
                        <a:chOff x="1074479" y="2547357"/>
                        <a:chExt cx="2872680" cy="205200"/>
                      </a:xfrm>
                    </p:grpSpPr>
                    <p:grpSp>
                      <p:nvGrpSpPr>
                        <p:cNvPr id="233" name="グループ化 232">
                          <a:extLst>
                            <a:ext uri="{FF2B5EF4-FFF2-40B4-BE49-F238E27FC236}">
                              <ns2:creationId id="{571FB988-E771-9C3D-1305-C805A09F2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7447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230" name="正方形/長方形 229">
                            <a:extLst>
                              <a:ext uri="{FF2B5EF4-FFF2-40B4-BE49-F238E27FC236}">
                                <ns2:creationId id="{5C44F65F-6DCA-EEF9-97EB-14A803FD5C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chemeClr val="accent5">
                              <a:alpha val="20000"/>
                            </a:schemeClr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ja-JP" altLang="en-US" sz="1000" dirty="0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</a:p>
                        </p:txBody>
                      </p:sp>
                      <p:sp>
                        <p:nvSpPr>
                          <p:cNvPr id="232" name="正方形/長方形 231">
                            <a:extLst>
                              <a:ext uri="{FF2B5EF4-FFF2-40B4-BE49-F238E27FC236}">
                                <ns2:creationId id="{C756508E-558D-A27D-8A46-78554125D7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5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234" name="グループ化 233">
                          <a:extLst>
                            <a:ext uri="{FF2B5EF4-FFF2-40B4-BE49-F238E27FC236}">
                              <ns2:creationId id="{AC214C92-C9F4-5033-82CC-6037DEEB279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53751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235" name="正方形/長方形 234">
                            <a:extLst>
                              <a:ext uri="{FF2B5EF4-FFF2-40B4-BE49-F238E27FC236}">
                                <ns2:creationId id="{FE68025E-11F8-5CF6-4E96-E6CAC8658FA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rgbClr val="E2F0D9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sz="1000" dirty="0" err="1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  <a:cs typeface="Meiryo UI" pitchFamily="34" charset="-120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  <p:sp>
                        <p:nvSpPr>
                          <p:cNvPr id="236" name="正方形/長方形 235">
                            <a:extLst>
                              <a:ext uri="{FF2B5EF4-FFF2-40B4-BE49-F238E27FC236}">
                                <ns2:creationId id="{6C114985-7D74-C298-5542-FE0F122E88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6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</p:grpSp>
                  <p:grpSp>
                    <p:nvGrpSpPr>
                      <p:cNvPr id="228" name="グループ化 227">
                        <a:extLst>
                          <a:ext uri="{FF2B5EF4-FFF2-40B4-BE49-F238E27FC236}">
                            <ns2:creationId id="{31477E8B-4531-2CFD-61E0-29A9B52E30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2782374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203" name="正方形/長方形 202">
                          <a:extLst>
                            <a:ext uri="{FF2B5EF4-FFF2-40B4-BE49-F238E27FC236}">
                              <ns2:creationId id="{EAC78565-D947-EC6A-6CBC-B6A6843EFD2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5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5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27" name="正方形/長方形 226">
                          <a:extLst>
                            <a:ext uri="{FF2B5EF4-FFF2-40B4-BE49-F238E27FC236}">
                              <ns2:creationId id="{EDC84119-37D5-0209-FA4F-3394BD5598C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1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47" name="Shape 21">
                          <a:extLst>
                            <a:ext uri="{FF2B5EF4-FFF2-40B4-BE49-F238E27FC236}">
                              <ns2:creationId id="{69EE411A-76DC-D20F-4655-6BF5B503DC7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238" name="正方形/長方形 237">
                        <a:extLst>
                          <a:ext uri="{FF2B5EF4-FFF2-40B4-BE49-F238E27FC236}">
                            <ns2:creationId id="{187663DB-892E-CF93-E059-F04E6E268ED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55" name="正方形/長方形 254">
                        <a:extLst>
                          <a:ext uri="{FF2B5EF4-FFF2-40B4-BE49-F238E27FC236}">
                            <ns2:creationId id="{290AFE63-48A3-2B6A-E74A-2EBD25CB3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241" name="グループ化 240">
                        <a:extLst>
                          <a:ext uri="{FF2B5EF4-FFF2-40B4-BE49-F238E27FC236}">
                            <ns2:creationId id="{A08491DF-BD6F-8EE2-3B1E-05BAAB09CC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3811501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243" name="正方形/長方形 242">
                          <a:extLst>
                            <a:ext uri="{FF2B5EF4-FFF2-40B4-BE49-F238E27FC236}">
                              <ns2:creationId id="{FF0114BA-1DB3-6A2A-4588-037ADF0C60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5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sz="95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</a:br>
                          <a:r>
                            <a:rPr lang="en-US" sz="95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5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44" name="正方形/長方形 226">
                          <a:extLst>
                            <a:ext uri="{FF2B5EF4-FFF2-40B4-BE49-F238E27FC236}">
                              <ns2:creationId id="{70A1F9EE-21BA-B46F-FC36-9DEFDDF278A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2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45" name="Shape 21">
                          <a:extLst>
                            <a:ext uri="{FF2B5EF4-FFF2-40B4-BE49-F238E27FC236}">
                              <ns2:creationId id="{24A23524-8AE9-0C26-AD29-BA32B4D70E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242" name="正方形/長方形 241">
                        <a:extLst>
                          <a:ext uri="{FF2B5EF4-FFF2-40B4-BE49-F238E27FC236}">
                            <ns2:creationId id="{7D082927-BDD8-4070-8FAF-9145A84797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56" name="正方形/長方形 255">
                        <a:extLst>
                          <a:ext uri="{FF2B5EF4-FFF2-40B4-BE49-F238E27FC236}">
                            <ns2:creationId id="{5875A5BC-CA34-2726-5BAE-51A715A7FC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(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)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247" name="グループ化 246">
                        <a:extLst>
                          <a:ext uri="{FF2B5EF4-FFF2-40B4-BE49-F238E27FC236}">
                            <ns2:creationId id="{AF2E70AC-9617-C899-39BD-A5311FC367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4840628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249" name="正方形/長方形 248">
                          <a:extLst>
                            <a:ext uri="{FF2B5EF4-FFF2-40B4-BE49-F238E27FC236}">
                              <ns2:creationId id="{0FCAAA88-F3C9-ECEC-D1E2-EA3E80E95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5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5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50" name="正方形/長方形 226">
                          <a:extLst>
                            <a:ext uri="{FF2B5EF4-FFF2-40B4-BE49-F238E27FC236}">
                              <ns2:creationId id="{1BECD200-72FA-7CA8-5B81-3C7795BAED9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5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251" name="Shape 21">
                          <a:extLst>
                            <a:ext uri="{FF2B5EF4-FFF2-40B4-BE49-F238E27FC236}">
                              <ns2:creationId id="{9D3ECF3E-48EA-CFBF-80E3-297C01BD4D5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248" name="正方形/長方形 247">
                        <a:extLst>
                          <a:ext uri="{FF2B5EF4-FFF2-40B4-BE49-F238E27FC236}">
                            <ns2:creationId id="{FC7BC435-DD59-B1E4-D0A1-79F424D806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57" name="正方形/長方形 256">
                        <a:extLst>
                          <a:ext uri="{FF2B5EF4-FFF2-40B4-BE49-F238E27FC236}">
                            <ns2:creationId id="{1DF233F1-DEE0-A5AB-CBBA-FA2E00CDE5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64" name="正方形/長方形 263">
                        <a:extLst>
                          <a:ext uri="{FF2B5EF4-FFF2-40B4-BE49-F238E27FC236}">
                            <ns2:creationId id="{378486F5-9714-7409-4C47-184D224D0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3592001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　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65" name="正方形/長方形 264">
                        <a:extLst>
                          <a:ext uri="{FF2B5EF4-FFF2-40B4-BE49-F238E27FC236}">
                            <ns2:creationId id="{7EBAE218-9AF0-933B-523D-B2399107D4E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4625735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　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266" name="正方形/長方形 265">
                        <a:extLst>
                          <a:ext uri="{FF2B5EF4-FFF2-40B4-BE49-F238E27FC236}">
                            <ns2:creationId id="{652054C1-F93A-FAB1-3A1D-E52BE53ACE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5659469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b="1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　</a:t>
                        </a:r>
                        <a: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grpSp>
                  <p:nvGrpSpPr>
                    <p:cNvPr id="271" name="グループ化 270">
                      <a:extLst>
                        <a:ext uri="{FF2B5EF4-FFF2-40B4-BE49-F238E27FC236}">
                          <ns2:creationId id="{05428940-4BB3-4736-A7BA-EDA17BD3C7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3791134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69" name="直線コネクタ 268">
                        <a:extLst>
                          <a:ext uri="{FF2B5EF4-FFF2-40B4-BE49-F238E27FC236}">
                            <ns2:creationId id="{4B198A48-1C19-028B-44F8-D9D7FE882B9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0" name="直線コネクタ 269">
                        <a:extLst>
                          <a:ext uri="{FF2B5EF4-FFF2-40B4-BE49-F238E27FC236}">
                            <ns2:creationId id="{5DA9099C-3041-C522-5D03-C4765810F1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72" name="グループ化 271">
                      <a:extLst>
                        <a:ext uri="{FF2B5EF4-FFF2-40B4-BE49-F238E27FC236}">
                          <ns2:creationId id="{68F432BA-2970-F05B-D5F2-CA1CFDD7B6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4821739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73" name="直線コネクタ 272">
                        <a:extLst>
                          <a:ext uri="{FF2B5EF4-FFF2-40B4-BE49-F238E27FC236}">
                            <ns2:creationId id="{BD794611-3B25-B732-4DA5-7FE273E45A1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4" name="直線コネクタ 273">
                        <a:extLst>
                          <a:ext uri="{FF2B5EF4-FFF2-40B4-BE49-F238E27FC236}">
                            <ns2:creationId id="{FCAF903A-FCE2-2C88-4A81-60F1B679305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278" name="グループ化 277">
                    <a:extLst>
                      <a:ext uri="{FF2B5EF4-FFF2-40B4-BE49-F238E27FC236}">
                        <ns2:creationId id="{4B816FC7-0B02-74D6-6B13-5AB218EFA405}"/>
                      </a:ext>
                    </a:extLst>
                  </p:cNvPr>
                  <p:cNvGrpSpPr/>
                  <p:nvPr/>
                </p:nvGrpSpPr>
                <p:grpSpPr>
                  <a:xfrm>
                    <a:off x="4246084" y="2506717"/>
                    <a:ext cx="3699832" cy="3284482"/>
                    <a:chOff x="334963" y="2547357"/>
                    <a:chExt cx="3699832" cy="3284482"/>
                  </a:xfrm>
                </p:grpSpPr>
                <p:grpSp>
                  <p:nvGrpSpPr>
                    <p:cNvPr id="280" name="グループ化 279">
                      <a:extLst>
                        <a:ext uri="{FF2B5EF4-FFF2-40B4-BE49-F238E27FC236}">
                          <ns2:creationId id="{2BF4A1BF-FD59-2EB9-F499-F5515F8910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4963" y="2547357"/>
                      <a:ext cx="3699832" cy="3284482"/>
                      <a:chOff x="334963" y="2547357"/>
                      <a:chExt cx="3699832" cy="3284482"/>
                    </a:xfrm>
                  </p:grpSpPr>
                  <p:grpSp>
                    <p:nvGrpSpPr>
                      <p:cNvPr id="300" name="グループ化 299">
                        <a:extLst>
                          <a:ext uri="{FF2B5EF4-FFF2-40B4-BE49-F238E27FC236}">
                            <ns2:creationId id="{F9C44135-7087-46EE-066A-FF90F1CBE4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74479" y="2547357"/>
                        <a:ext cx="2960315" cy="205200"/>
                        <a:chOff x="1074479" y="2547357"/>
                        <a:chExt cx="2872680" cy="205200"/>
                      </a:xfrm>
                    </p:grpSpPr>
                    <p:grpSp>
                      <p:nvGrpSpPr>
                        <p:cNvPr id="324" name="グループ化 323">
                          <a:extLst>
                            <a:ext uri="{FF2B5EF4-FFF2-40B4-BE49-F238E27FC236}">
                              <ns2:creationId id="{7B9F5D45-B519-DD1E-CDB9-D58A37CA1B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7447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328" name="正方形/長方形 327">
                            <a:extLst>
                              <a:ext uri="{FF2B5EF4-FFF2-40B4-BE49-F238E27FC236}">
                                <ns2:creationId id="{7A6BB270-7535-E0B0-F88D-905D5ED5C8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chemeClr val="accent5">
                              <a:alpha val="20000"/>
                            </a:schemeClr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ja-JP" altLang="en-US" sz="1000" dirty="0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</a:p>
                        </p:txBody>
                      </p:sp>
                      <p:sp>
                        <p:nvSpPr>
                          <p:cNvPr id="329" name="正方形/長方形 328">
                            <a:extLst>
                              <a:ext uri="{FF2B5EF4-FFF2-40B4-BE49-F238E27FC236}">
                                <ns2:creationId id="{A8AB09A3-8B63-F3E8-1528-589D5C96C8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5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325" name="グループ化 324">
                          <a:extLst>
                            <a:ext uri="{FF2B5EF4-FFF2-40B4-BE49-F238E27FC236}">
                              <ns2:creationId id="{DD32B20A-26B2-13A5-7C05-83806A49CD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537519" y="2547357"/>
                          <a:ext cx="1409640" cy="205200"/>
                          <a:chOff x="1074479" y="2547357"/>
                          <a:chExt cx="1409640" cy="205200"/>
                        </a:xfrm>
                      </p:grpSpPr>
                      <p:sp>
                        <p:nvSpPr>
                          <p:cNvPr id="326" name="正方形/長方形 325">
                            <a:extLst>
                              <a:ext uri="{FF2B5EF4-FFF2-40B4-BE49-F238E27FC236}">
                                <ns2:creationId id="{21705799-BD66-9CE7-376B-41C7F8C8B2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99774" y="2547357"/>
                            <a:ext cx="1184345" cy="205200"/>
                          </a:xfrm>
                          <a:prstGeom prst="rect">
                            <a:avLst/>
                          </a:prstGeom>
                          <a:solidFill>
                            <a:srgbClr val="E2F0D9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sz="1000" dirty="0" err="1">
                                <a:solidFill>
                                  <a:schemeClr val="tx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  <a:cs typeface="Meiryo UI" pitchFamily="34" charset="-120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  <p:sp>
                        <p:nvSpPr>
                          <p:cNvPr id="327" name="正方形/長方形 326">
                            <a:extLst>
                              <a:ext uri="{FF2B5EF4-FFF2-40B4-BE49-F238E27FC236}">
                                <ns2:creationId id="{C967E1E7-C109-615F-5A7D-DF20725235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4479" y="2547357"/>
                            <a:ext cx="228541" cy="205200"/>
                          </a:xfrm>
                          <a:prstGeom prst="rect">
                            <a:avLst/>
                          </a:prstGeom>
                          <a:solidFill>
                            <a:schemeClr val="accent6"/>
                          </a:solidFill>
                          <a:ln w="3175">
                            <a:noFill/>
                          </a:ln>
                          <a:effectLst/>
                        </p:spPr>
                        <p:style>
                          <a:lnRef idx="1">
                            <a:schemeClr val="accent1"/>
                          </a:lnRef>
                          <a:fillRef idx="3">
                            <a:schemeClr val="accent1"/>
                          </a:fillRef>
                          <a:effectRef idx="2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r>
                              <a:rPr lang="en-US" altLang="ja-JP" sz="1000" dirty="0">
                                <a:solidFill>
                                  <a:schemeClr val="bg1"/>
                                </a:solidFill>
                                <a:latin typeface="Meiryo UI" panose="020B0604030504040204" pitchFamily="50" charset="-128"/>
                                <a:ea typeface="Meiryo UI" panose="020B0604030504040204" pitchFamily="50" charset="-128"/>
                              </a:rPr>
                              <a:t>XX</a:t>
                            </a:r>
                            <a:endParaRPr lang="ja-JP" altLang="en-US" sz="10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endParaRPr>
                          </a:p>
                        </p:txBody>
                      </p:sp>
                    </p:grpSp>
                  </p:grpSp>
                  <p:grpSp>
                    <p:nvGrpSpPr>
                      <p:cNvPr id="301" name="グループ化 300">
                        <a:extLst>
                          <a:ext uri="{FF2B5EF4-FFF2-40B4-BE49-F238E27FC236}">
                            <ns2:creationId id="{74BF5789-99F7-1F31-AA71-9DF9C3E0A1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2782374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321" name="正方形/長方形 320">
                          <a:extLst>
                            <a:ext uri="{FF2B5EF4-FFF2-40B4-BE49-F238E27FC236}">
                              <ns2:creationId id="{225910B5-BB06-2B1C-253A-B61915AA0AF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sz="9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</a:br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22" name="正方形/長方形 226">
                          <a:extLst>
                            <a:ext uri="{FF2B5EF4-FFF2-40B4-BE49-F238E27FC236}">
                              <ns2:creationId id="{925E0DD3-8B7B-495A-E7B1-EEE7CEFB3D6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6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23" name="Shape 21">
                          <a:extLst>
                            <a:ext uri="{FF2B5EF4-FFF2-40B4-BE49-F238E27FC236}">
                              <ns2:creationId id="{5E95D08E-CC7F-D534-4E2B-3C508E3F963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303" name="正方形/長方形 302">
                        <a:extLst>
                          <a:ext uri="{FF2B5EF4-FFF2-40B4-BE49-F238E27FC236}">
                            <ns2:creationId id="{59ECF5EA-6484-7CD1-E54D-06991DE01EA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・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04" name="正方形/長方形 303">
                        <a:extLst>
                          <a:ext uri="{FF2B5EF4-FFF2-40B4-BE49-F238E27FC236}">
                            <ns2:creationId id="{9ABFB882-099A-E194-01EA-B25A31CEA3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2782694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(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)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306" name="グループ化 305">
                        <a:extLst>
                          <a:ext uri="{FF2B5EF4-FFF2-40B4-BE49-F238E27FC236}">
                            <ns2:creationId id="{AD1683AD-F038-01ED-9B14-3825A23ED0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3811501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318" name="正方形/長方形 317">
                          <a:extLst>
                            <a:ext uri="{FF2B5EF4-FFF2-40B4-BE49-F238E27FC236}">
                              <ns2:creationId id="{FF9561AE-162F-6FA5-3737-162D4ED9B42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19" name="正方形/長方形 226">
                          <a:extLst>
                            <a:ext uri="{FF2B5EF4-FFF2-40B4-BE49-F238E27FC236}">
                              <ns2:creationId id="{FE23C59E-57DA-37EC-4385-F641F7AFBF0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7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20" name="Shape 21">
                          <a:extLst>
                            <a:ext uri="{FF2B5EF4-FFF2-40B4-BE49-F238E27FC236}">
                              <ns2:creationId id="{6FC9ADD3-72F8-3901-4F23-EBD92B77A1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chemeClr val="accent5"/>
                        </a:solidFill>
                        <a:ln w="12700">
                          <a:solidFill>
                            <a:srgbClr val="008D2D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en-US" sz="700" b="1" dirty="0" err="1">
                              <a:solidFill>
                                <a:srgbClr val="FFFFFF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700" dirty="0"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307" name="正方形/長方形 306">
                        <a:extLst>
                          <a:ext uri="{FF2B5EF4-FFF2-40B4-BE49-F238E27FC236}">
                            <ns2:creationId id="{2D8F9787-2DF5-FDE9-0D5B-420C5B2227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。</a:t>
                        </a: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08" name="正方形/長方形 307">
                        <a:extLst>
                          <a:ext uri="{FF2B5EF4-FFF2-40B4-BE49-F238E27FC236}">
                            <ns2:creationId id="{8EB99E82-D9D7-4E8C-2788-5749B21C4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3811821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・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(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)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grpSp>
                    <p:nvGrpSpPr>
                      <p:cNvPr id="309" name="グループ化 308">
                        <a:extLst>
                          <a:ext uri="{FF2B5EF4-FFF2-40B4-BE49-F238E27FC236}">
                            <ns2:creationId id="{19CFD434-F86E-8A13-9748-95C5D0316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34963" y="4840628"/>
                        <a:ext cx="711517" cy="991211"/>
                        <a:chOff x="334963" y="2524564"/>
                        <a:chExt cx="711517" cy="1073146"/>
                      </a:xfrm>
                    </p:grpSpPr>
                    <p:sp>
                      <p:nvSpPr>
                        <p:cNvPr id="315" name="正方形/長方形 314">
                          <a:extLst>
                            <a:ext uri="{FF2B5EF4-FFF2-40B4-BE49-F238E27FC236}">
                              <ns2:creationId id="{F107273C-11F0-AE78-4FD6-34C8693B32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4564"/>
                          <a:ext cx="711517" cy="1073146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chemeClr val="accent5"/>
                          </a:solidFill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108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sz="9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</a:br>
                          <a:r>
                            <a:rPr lang="en-US" sz="900" dirty="0" err="1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sz="900" dirty="0">
                              <a:solidFill>
                                <a:schemeClr val="tx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  <a:cs typeface="Meiryo UI" pitchFamily="34" charset="-120"/>
                            </a:rPr>
                            <a:t>XX</a:t>
                          </a:r>
                          <a:endPara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16" name="正方形/長方形 226">
                          <a:extLst>
                            <a:ext uri="{FF2B5EF4-FFF2-40B4-BE49-F238E27FC236}">
                              <ns2:creationId id="{B8FB682F-ECFC-8A63-C5D3-1EF6476D79A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34963" y="2526030"/>
                          <a:ext cx="278447" cy="295196"/>
                        </a:xfrm>
                        <a:custGeom>
                          <a:avLst/>
                          <a:gdLst>
                            <a:gd name="csX0" fmla="*/ 0 w 194627"/>
                            <a:gd name="csY0" fmla="*/ 0 h 182879"/>
                            <a:gd name="csX1" fmla="*/ 194627 w 194627"/>
                            <a:gd name="csY1" fmla="*/ 0 h 182879"/>
                            <a:gd name="csX2" fmla="*/ 0 w 194627"/>
                            <a:gd name="csY2" fmla="*/ 182879 h 182879"/>
                            <a:gd name="csX3" fmla="*/ 0 w 194627"/>
                            <a:gd name="csY3" fmla="*/ 0 h 182879"/>
                          </a:gdLst>
                          <a:ahLst/>
                          <a:cxnLst>
                            <a:cxn ang="0">
                              <a:pos x="csX0" y="csY0"/>
                            </a:cxn>
                            <a:cxn ang="0">
                              <a:pos x="csX1" y="csY1"/>
                            </a:cxn>
                            <a:cxn ang="0">
                              <a:pos x="csX2" y="csY2"/>
                            </a:cxn>
                            <a:cxn ang="0">
                              <a:pos x="csX3" y="csY3"/>
                            </a:cxn>
                          </a:cxnLst>
                          <a:rect l="l" t="t" r="r" b="b"/>
                          <a:pathLst>
                            <a:path w="194627" h="182879">
                              <a:moveTo>
                                <a:pt x="0" y="0"/>
                              </a:moveTo>
                              <a:lnTo>
                                <a:pt x="194627" y="0"/>
                              </a:lnTo>
                              <a:lnTo>
                                <a:pt x="0" y="182879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18000" tIns="36000" rIns="36000" bIns="144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13</a:t>
                          </a:r>
                          <a:endParaRPr lang="ja-JP" altLang="en-US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  <p:sp>
                      <p:nvSpPr>
                        <p:cNvPr id="317" name="Shape 21">
                          <a:extLst>
                            <a:ext uri="{FF2B5EF4-FFF2-40B4-BE49-F238E27FC236}">
                              <ns2:creationId id="{AB260D7D-05DD-33BF-8ABA-CC4B6FC5E8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98113" y="3368698"/>
                          <a:ext cx="585216" cy="180023"/>
                        </a:xfrm>
                        <a:prstGeom prst="roundRect">
                          <a:avLst>
                            <a:gd name="adj" fmla="val 50000"/>
                          </a:avLst>
                        </a:prstGeom>
                        <a:solidFill>
                          <a:srgbClr val="8A8A8A"/>
                        </a:solidFill>
                        <a:ln w="12700">
                          <a:solidFill>
                            <a:srgbClr val="8A8A8A"/>
                          </a:solidFill>
                          <a:prstDash val="solid"/>
                        </a:ln>
                      </p:spPr>
                      <p:txBody>
                        <a:bodyPr lIns="0" rIns="0" anchor="ctr"/>
                        <a:lstStyle/>
                        <a:p>
                          <a:pPr algn="ctr"/>
                          <a:r>
                            <a:rPr lang="ja-JP" altLang="en-US" sz="700" b="1" dirty="0">
                              <a:solidFill>
                                <a:schemeClr val="bg1"/>
                              </a:solidFill>
                              <a:latin typeface="Meiryo UI" panose="020B0604030504040204" pitchFamily="50" charset="-128"/>
                              <a:ea typeface="Meiryo UI" panose="020B0604030504040204" pitchFamily="50" charset="-128"/>
                            </a:rPr>
                            <a:t>XX</a:t>
                          </a:r>
                          <a:endParaRPr lang="en-US" sz="700" b="1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endParaRPr>
                        </a:p>
                      </p:txBody>
                    </p:sp>
                  </p:grpSp>
                  <p:sp>
                    <p:nvSpPr>
                      <p:cNvPr id="310" name="正方形/長方形 309">
                        <a:extLst>
                          <a:ext uri="{FF2B5EF4-FFF2-40B4-BE49-F238E27FC236}">
                            <ns2:creationId id="{A910D105-8893-903A-66B8-0004F6AAD6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b="1" dirty="0" err="1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 / </a:t>
                        </a: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。</a:t>
                        </a:r>
                      </a:p>
                      <a:p>
                        <a:pPr>
                          <a:spcAft>
                            <a:spcPts val="200"/>
                          </a:spcAft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1" name="正方形/長方形 310">
                        <a:extLst>
                          <a:ext uri="{FF2B5EF4-FFF2-40B4-BE49-F238E27FC236}">
                            <ns2:creationId id="{C85B2AB9-B879-88D0-75E4-B245872F56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581339" y="4840948"/>
                        <a:ext cx="1453456" cy="990891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8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  <a:p>
                        <a:pPr marL="108000" indent="-108000">
                          <a:spcAft>
                            <a:spcPts val="100"/>
                          </a:spcAft>
                          <a:buClr>
                            <a:schemeClr val="accent5"/>
                          </a:buClr>
                          <a:buSzPct val="100000"/>
                          <a:buFont typeface="Arial" panose="020B0604020202020204" pitchFamily="34" charset="0"/>
                          <a:buChar char="•"/>
                        </a:pPr>
                        <a:r>
                          <a:rPr lang="en-US" sz="8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2" name="正方形/長方形 311">
                        <a:extLst>
                          <a:ext uri="{FF2B5EF4-FFF2-40B4-BE49-F238E27FC236}">
                            <ns2:creationId id="{CB9E6C8C-1BF9-A179-4E5C-BC1AEED3F7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3592001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3" name="正方形/長方形 312">
                        <a:extLst>
                          <a:ext uri="{FF2B5EF4-FFF2-40B4-BE49-F238E27FC236}">
                            <ns2:creationId id="{F2CA1E8C-F5AD-1C62-9FCB-EB06B3F0FC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4625735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14" name="正方形/長方形 313">
                        <a:extLst>
                          <a:ext uri="{FF2B5EF4-FFF2-40B4-BE49-F238E27FC236}">
                            <ns2:creationId id="{96484AA2-A676-0B98-4D7D-395199191A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8445" y="5659469"/>
                        <a:ext cx="2956350" cy="150330"/>
                      </a:xfrm>
                      <a:prstGeom prst="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900" b="1" dirty="0">
                            <a:solidFill>
                              <a:schemeClr val="accent5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grpSp>
                  <p:nvGrpSpPr>
                    <p:cNvPr id="281" name="グループ化 280">
                      <a:extLst>
                        <a:ext uri="{FF2B5EF4-FFF2-40B4-BE49-F238E27FC236}">
                          <ns2:creationId id="{92A0EDBF-D7AE-4529-D142-E49FD40B62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3791134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96" name="直線コネクタ 295">
                        <a:extLst>
                          <a:ext uri="{FF2B5EF4-FFF2-40B4-BE49-F238E27FC236}">
                            <ns2:creationId id="{538CD040-622F-5AE0-D7B4-5A489B75E6E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8" name="直線コネクタ 297">
                        <a:extLst>
                          <a:ext uri="{FF2B5EF4-FFF2-40B4-BE49-F238E27FC236}">
                            <ns2:creationId id="{7E857DDF-3226-1261-CDC3-9334FDFDC4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82" name="グループ化 281">
                      <a:extLst>
                        <a:ext uri="{FF2B5EF4-FFF2-40B4-BE49-F238E27FC236}">
                          <ns2:creationId id="{967434DB-8E58-629E-670D-D0A2A50BED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5447" y="4821739"/>
                      <a:ext cx="2959348" cy="0"/>
                      <a:chOff x="1075447" y="3791134"/>
                      <a:chExt cx="2959348" cy="0"/>
                    </a:xfrm>
                  </p:grpSpPr>
                  <p:cxnSp>
                    <p:nvCxnSpPr>
                      <p:cNvPr id="286" name="直線コネクタ 285">
                        <a:extLst>
                          <a:ext uri="{FF2B5EF4-FFF2-40B4-BE49-F238E27FC236}">
                            <ns2:creationId id="{88F2DB75-0E8B-D656-B13B-F14D6C4D702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1075447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2" name="直線コネクタ 291">
                        <a:extLst>
                          <a:ext uri="{FF2B5EF4-FFF2-40B4-BE49-F238E27FC236}">
                            <ns2:creationId id="{B137A1F3-0F21-B625-2086-F4FBFFE2B78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2580395" y="3791134"/>
                        <a:ext cx="1454400" cy="0"/>
                      </a:xfrm>
                      <a:prstGeom prst="line">
                        <a:avLst/>
                      </a:prstGeom>
                      <a:ln w="9525">
                        <a:solidFill>
                          <a:schemeClr val="tx1">
                            <a:alpha val="40000"/>
                          </a:schemeClr>
                        </a:solidFill>
                        <a:prstDash val="sysDot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38" name="グループ化 337">
                    <a:extLst>
                      <a:ext uri="{FF2B5EF4-FFF2-40B4-BE49-F238E27FC236}">
                        <ns2:creationId id="{3339D809-45C4-0075-4DB3-855EEFE75140}"/>
                      </a:ext>
                    </a:extLst>
                  </p:cNvPr>
                  <p:cNvGrpSpPr/>
                  <p:nvPr/>
                </p:nvGrpSpPr>
                <p:grpSpPr>
                  <a:xfrm>
                    <a:off x="8896721" y="2506717"/>
                    <a:ext cx="2960315" cy="205200"/>
                    <a:chOff x="1074479" y="2547357"/>
                    <a:chExt cx="2872680" cy="205200"/>
                  </a:xfrm>
                </p:grpSpPr>
                <p:grpSp>
                  <p:nvGrpSpPr>
                    <p:cNvPr id="360" name="グループ化 359">
                      <a:extLst>
                        <a:ext uri="{FF2B5EF4-FFF2-40B4-BE49-F238E27FC236}">
                          <ns2:creationId id="{1CE8CD8D-4414-A956-728D-DC15CF8631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4479" y="2547357"/>
                      <a:ext cx="1409640" cy="205200"/>
                      <a:chOff x="1074479" y="2547357"/>
                      <a:chExt cx="1409640" cy="205200"/>
                    </a:xfrm>
                  </p:grpSpPr>
                  <p:sp>
                    <p:nvSpPr>
                      <p:cNvPr id="364" name="正方形/長方形 363">
                        <a:extLst>
                          <a:ext uri="{FF2B5EF4-FFF2-40B4-BE49-F238E27FC236}">
                            <ns2:creationId id="{CA375E42-1900-60B3-7594-1A3FA31CA3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774" y="2547357"/>
                        <a:ext cx="1184345" cy="205200"/>
                      </a:xfrm>
                      <a:prstGeom prst="rect">
                        <a:avLst/>
                      </a:prstGeom>
                      <a:solidFill>
                        <a:schemeClr val="accent5">
                          <a:alpha val="20000"/>
                        </a:schemeClr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ja-JP" altLang="en-US" sz="10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XX</a:t>
                        </a:r>
                      </a:p>
                    </p:txBody>
                  </p:sp>
                  <p:sp>
                    <p:nvSpPr>
                      <p:cNvPr id="365" name="正方形/長方形 364">
                        <a:extLst>
                          <a:ext uri="{FF2B5EF4-FFF2-40B4-BE49-F238E27FC236}">
                            <ns2:creationId id="{28F66D96-3151-A08E-1430-CBADC4577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547357"/>
                        <a:ext cx="228541" cy="205200"/>
                      </a:xfrm>
                      <a:prstGeom prst="rect">
                        <a:avLst/>
                      </a:prstGeom>
                      <a:solidFill>
                        <a:schemeClr val="accent5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10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XX</a:t>
                        </a:r>
                        <a:endParaRPr lang="ja-JP" altLang="en-US" sz="1000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grpSp>
                  <p:nvGrpSpPr>
                    <p:cNvPr id="361" name="グループ化 360">
                      <a:extLst>
                        <a:ext uri="{FF2B5EF4-FFF2-40B4-BE49-F238E27FC236}">
                          <ns2:creationId id="{EEF6B01D-4F15-3C2C-9FA9-6D24AB5398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537519" y="2547357"/>
                      <a:ext cx="1409640" cy="205200"/>
                      <a:chOff x="1074479" y="2547357"/>
                      <a:chExt cx="1409640" cy="205200"/>
                    </a:xfrm>
                  </p:grpSpPr>
                  <p:sp>
                    <p:nvSpPr>
                      <p:cNvPr id="362" name="正方形/長方形 361">
                        <a:extLst>
                          <a:ext uri="{FF2B5EF4-FFF2-40B4-BE49-F238E27FC236}">
                            <ns2:creationId id="{1AA29851-92A0-5A39-7CF5-B175F82ED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774" y="2547357"/>
                        <a:ext cx="1184345" cy="205200"/>
                      </a:xfrm>
                      <a:prstGeom prst="rect">
                        <a:avLst/>
                      </a:prstGeom>
                      <a:solidFill>
                        <a:srgbClr val="E2F0D9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sz="10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ja-JP" altLang="en-US" sz="10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63" name="正方形/長方形 362">
                        <a:extLst>
                          <a:ext uri="{FF2B5EF4-FFF2-40B4-BE49-F238E27FC236}">
                            <ns2:creationId id="{8DC80724-F642-4DDB-BF19-604CE00D6B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4479" y="2547357"/>
                        <a:ext cx="228541" cy="205200"/>
                      </a:xfrm>
                      <a:prstGeom prst="rect">
                        <a:avLst/>
                      </a:prstGeom>
                      <a:solidFill>
                        <a:schemeClr val="accent6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10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XX</a:t>
                        </a:r>
                        <a:endParaRPr lang="ja-JP" altLang="en-US" sz="1000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</p:grpSp>
              <p:grpSp>
                <p:nvGrpSpPr>
                  <p:cNvPr id="367" name="グループ化 366">
                    <a:extLst>
                      <a:ext uri="{FF2B5EF4-FFF2-40B4-BE49-F238E27FC236}">
                        <ns2:creationId id="{B0D621CA-EC58-9DF0-D7CD-EC53C8E62D0C}"/>
                      </a:ext>
                    </a:extLst>
                  </p:cNvPr>
                  <p:cNvGrpSpPr/>
                  <p:nvPr/>
                </p:nvGrpSpPr>
                <p:grpSpPr>
                  <a:xfrm>
                    <a:off x="8157205" y="2741734"/>
                    <a:ext cx="3699832" cy="991211"/>
                    <a:chOff x="8157205" y="2741735"/>
                    <a:chExt cx="3699832" cy="991211"/>
                  </a:xfrm>
                </p:grpSpPr>
                <p:grpSp>
                  <p:nvGrpSpPr>
                    <p:cNvPr id="339" name="グループ化 338">
                      <a:extLst>
                        <a:ext uri="{FF2B5EF4-FFF2-40B4-BE49-F238E27FC236}">
                          <ns2:creationId id="{CDA5E7E1-49AF-2F38-7340-D1FF4A73B0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157205" y="2741735"/>
                      <a:ext cx="711517" cy="991211"/>
                      <a:chOff x="334963" y="2524565"/>
                      <a:chExt cx="711517" cy="1073146"/>
                    </a:xfrm>
                  </p:grpSpPr>
                  <p:sp>
                    <p:nvSpPr>
                      <p:cNvPr id="357" name="正方形/長方形 356">
                        <a:extLst>
                          <a:ext uri="{FF2B5EF4-FFF2-40B4-BE49-F238E27FC236}">
                            <ns2:creationId id="{B58731DE-CB55-E5D2-C7D1-7A073EC62E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63" y="2524565"/>
                        <a:ext cx="711517" cy="1073146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accent5"/>
                        </a:solidFill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144000" tIns="108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br>
                          <a:rPr lang="en-US" sz="900" dirty="0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</a:br>
                        <a:r>
                          <a:rPr lang="en-US" sz="900" dirty="0" err="1">
                            <a:solidFill>
                              <a:schemeClr val="tx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58" name="正方形/長方形 226">
                        <a:extLst>
                          <a:ext uri="{FF2B5EF4-FFF2-40B4-BE49-F238E27FC236}">
                            <ns2:creationId id="{0C60988E-C154-9ACA-1119-5AE2AD69D12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63" y="2526031"/>
                        <a:ext cx="278447" cy="295196"/>
                      </a:xfrm>
                      <a:custGeom>
                        <a:avLst/>
                        <a:gdLst>
                          <a:gd name="csX0" fmla="*/ 0 w 194627"/>
                          <a:gd name="csY0" fmla="*/ 0 h 182879"/>
                          <a:gd name="csX1" fmla="*/ 194627 w 194627"/>
                          <a:gd name="csY1" fmla="*/ 0 h 182879"/>
                          <a:gd name="csX2" fmla="*/ 0 w 194627"/>
                          <a:gd name="csY2" fmla="*/ 182879 h 182879"/>
                          <a:gd name="csX3" fmla="*/ 0 w 194627"/>
                          <a:gd name="csY3" fmla="*/ 0 h 182879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</a:cxnLst>
                        <a:rect l="l" t="t" r="r" b="b"/>
                        <a:pathLst>
                          <a:path w="194627" h="182879">
                            <a:moveTo>
                              <a:pt x="0" y="0"/>
                            </a:moveTo>
                            <a:lnTo>
                              <a:pt x="194627" y="0"/>
                            </a:lnTo>
                            <a:lnTo>
                              <a:pt x="0" y="182879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solidFill>
                        <a:schemeClr val="accent5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144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800" dirty="0">
                            <a:solidFill>
                              <a:schemeClr val="bg1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</a:rPr>
                          <a:t>8</a:t>
                        </a:r>
                        <a:endParaRPr lang="ja-JP" altLang="en-US" sz="800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  <p:sp>
                    <p:nvSpPr>
                      <p:cNvPr id="359" name="Shape 21">
                        <a:extLst>
                          <a:ext uri="{FF2B5EF4-FFF2-40B4-BE49-F238E27FC236}">
                            <ns2:creationId id="{284D98C7-AE9F-16EF-5832-F638100F3E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8113" y="3368698"/>
                        <a:ext cx="585216" cy="180023"/>
                      </a:xfrm>
                      <a:prstGeom prst="roundRect">
                        <a:avLst>
                          <a:gd name="adj" fmla="val 50000"/>
                        </a:avLst>
                      </a:prstGeom>
                      <a:solidFill>
                        <a:schemeClr val="accent5"/>
                      </a:solidFill>
                      <a:ln w="12700">
                        <a:solidFill>
                          <a:srgbClr val="008D2D"/>
                        </a:solidFill>
                        <a:prstDash val="solid"/>
                      </a:ln>
                    </p:spPr>
                    <p:txBody>
                      <a:bodyPr lIns="0" rIns="0" anchor="ctr"/>
                      <a:lstStyle/>
                      <a:p>
                        <a:pPr algn="ctr"/>
                        <a:r>
                          <a:rPr lang="en-US" sz="700" b="1" dirty="0" err="1">
                            <a:solidFill>
                              <a:srgbClr val="FFFFFF"/>
                            </a:solidFill>
                            <a:latin typeface="Meiryo UI" panose="020B0604030504040204" pitchFamily="50" charset="-128"/>
                            <a:ea typeface="Meiryo UI" panose="020B0604030504040204" pitchFamily="50" charset="-128"/>
                            <a:cs typeface="Meiryo UI" pitchFamily="34" charset="-120"/>
                          </a:rPr>
                          <a:t>XX</a:t>
                        </a:r>
                        <a:endParaRPr lang="en-US" sz="7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endParaRPr>
                      </a:p>
                    </p:txBody>
                  </p:sp>
                </p:grpSp>
                <p:sp>
                  <p:nvSpPr>
                    <p:cNvPr id="340" name="正方形/長方形 339">
                      <a:extLst>
                        <a:ext uri="{FF2B5EF4-FFF2-40B4-BE49-F238E27FC236}">
                          <ns2:creationId id="{AC9E7A8F-C6AB-1F8F-763C-9805F5316E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6721" y="2742055"/>
                      <a:ext cx="1453456" cy="9908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800" b="1" dirty="0" err="1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accent5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341" name="正方形/長方形 340">
                      <a:extLst>
                        <a:ext uri="{FF2B5EF4-FFF2-40B4-BE49-F238E27FC236}">
                          <ns2:creationId id="{7F486594-0B6D-78DF-0593-6E9B29D6E2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03581" y="2742055"/>
                      <a:ext cx="1453456" cy="9908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108000" indent="-108000">
                        <a:spcAft>
                          <a:spcPts val="100"/>
                        </a:spcAft>
                        <a:buClr>
                          <a:schemeClr val="accent5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marL="108000" indent="-108000">
                        <a:spcAft>
                          <a:spcPts val="100"/>
                        </a:spcAft>
                        <a:buClr>
                          <a:schemeClr val="accent5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marL="108000" indent="-108000">
                        <a:spcAft>
                          <a:spcPts val="100"/>
                        </a:spcAft>
                        <a:buClr>
                          <a:schemeClr val="accent5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8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348" name="正方形/長方形 347">
                      <a:extLst>
                        <a:ext uri="{FF2B5EF4-FFF2-40B4-BE49-F238E27FC236}">
                          <ns2:creationId id="{72296453-904F-0EE8-2E10-E1D8D9C996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00687" y="3551361"/>
                      <a:ext cx="2956350" cy="150330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accent5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sz="9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  <p:pic>
              <p:nvPicPr>
                <p:cNvPr id="385" name="グラフィックス 384" descr="筋骨たくましい腕 単色塗りつぶし">
                  <a:extLst>
                    <a:ext uri="{FF2B5EF4-FFF2-40B4-BE49-F238E27FC236}">
                      <ns2:creationId id="{96F3252B-E6C6-AE51-BBA2-052D95CF70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2721" y="2708486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87" name="グラフィックス 386" descr="世界 単色塗りつぶし">
                  <a:extLst>
                    <a:ext uri="{FF2B5EF4-FFF2-40B4-BE49-F238E27FC236}">
                      <ns2:creationId id="{BB08D91C-2988-1443-1055-A60673BCEC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582721" y="3760025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89" name="グラフィックス 388" descr="風 単色塗りつぶし">
                  <a:extLst>
                    <a:ext uri="{FF2B5EF4-FFF2-40B4-BE49-F238E27FC236}">
                      <ns2:creationId id="{C0BCC39A-8D4B-8170-D10A-0987987D1F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82721" y="4765957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1" name="グラフィックス 390" descr="時計 単色塗りつぶし">
                  <a:extLst>
                    <a:ext uri="{FF2B5EF4-FFF2-40B4-BE49-F238E27FC236}">
                      <ns2:creationId id="{BA648686-D331-3ABD-8CA1-3EECC68F1F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4493842" y="2705985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2" name="グラフィックス 391" descr="ユーザー 単色塗りつぶし">
                  <a:extLst>
                    <a:ext uri="{FF2B5EF4-FFF2-40B4-BE49-F238E27FC236}">
                      <ns2:creationId id="{348E0763-FAEC-C4C1-208A-AD3751F843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4493842" y="3815498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5" name="グラフィックス 394" descr="クラウド コンピューティング 単色塗りつぶし">
                  <a:extLst>
                    <a:ext uri="{FF2B5EF4-FFF2-40B4-BE49-F238E27FC236}">
                      <ns2:creationId id="{91FFC514-D77B-165F-4637-6A91E5D315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93842" y="4763995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397" name="グラフィックス 396" descr="切断 単色塗りつぶし">
                  <a:extLst>
                    <a:ext uri="{FF2B5EF4-FFF2-40B4-BE49-F238E27FC236}">
                      <ns2:creationId id="{2008CD7D-C094-ACAE-FDE3-77879D33EA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04963" y="2673250"/>
                  <a:ext cx="216000" cy="2160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401" name="グラフィックス 400" descr="ブロックチェーン 単色塗りつぶし">
              <a:extLst>
                <a:ext uri="{FF2B5EF4-FFF2-40B4-BE49-F238E27FC236}">
                  <ns2:creationId id="{451691C1-183D-AC37-4100-9C6060E020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149140" y="1906568"/>
              <a:ext cx="324000" cy="324000"/>
            </a:xfrm>
            <a:prstGeom prst="rect">
              <a:avLst/>
            </a:prstGeom>
          </p:spPr>
        </p:pic>
        <p:pic>
          <p:nvPicPr>
            <p:cNvPr id="403" name="グラフィックス 402" descr="人と循環 単色塗りつぶし">
              <a:extLst>
                <a:ext uri="{FF2B5EF4-FFF2-40B4-BE49-F238E27FC236}">
                  <ns2:creationId id="{E201B183-AFCB-F1D4-BFAD-51030DEE62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246083" y="1906568"/>
              <a:ext cx="324000" cy="324000"/>
            </a:xfrm>
            <a:prstGeom prst="rect">
              <a:avLst/>
            </a:prstGeom>
          </p:spPr>
        </p:pic>
        <p:pic>
          <p:nvPicPr>
            <p:cNvPr id="405" name="グラフィックス 404" descr="統計 単色塗りつぶし">
              <a:extLst>
                <a:ext uri="{FF2B5EF4-FFF2-40B4-BE49-F238E27FC236}">
                  <ns2:creationId id="{5C6B844E-03B7-E4E3-6610-4C994D544E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342337" y="1906568"/>
              <a:ext cx="324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737048420"/>
      </p:ext>
    </p:extLst>
  </p:cSld>
  <p:clrMapOvr>
    <a:masterClrMapping/>
  </p:clrMapOvr>
</p:sld>
</file>

<file path=ppt/slides/slide26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78177B3-C20D-8EF7-039E-CE066A0CE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18BFD21-7D5D-EB67-A7DF-3BAE24141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84DBF22-C4BD-7BEE-31E2-20757B48B8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528" name="グループ化 527">
            <a:extLst>
              <a:ext uri="{FF2B5EF4-FFF2-40B4-BE49-F238E27FC236}">
                <ns2:creationId id="{3F163737-CE3A-2483-6432-994DA4416800}"/>
              </a:ext>
            </a:extLst>
          </p:cNvPr>
          <p:cNvGrpSpPr/>
          <p:nvPr/>
        </p:nvGrpSpPr>
        <p:grpSpPr>
          <a:xfrm>
            <a:off x="334963" y="1628775"/>
            <a:ext cx="11522075" cy="4679950"/>
            <a:chOff x="334963" y="1628775"/>
            <a:chExt cx="11522075" cy="4679950"/>
          </a:xfrm>
        </p:grpSpPr>
        <p:grpSp>
          <p:nvGrpSpPr>
            <p:cNvPr id="12" name="グループ化 11">
              <a:extLst>
                <a:ext uri="{FF2B5EF4-FFF2-40B4-BE49-F238E27FC236}">
                  <ns2:creationId id="{0FAD09CC-CB27-59EC-3FD3-B1AAE92CD8B3}"/>
                </a:ext>
              </a:extLst>
            </p:cNvPr>
            <p:cNvGrpSpPr/>
            <p:nvPr/>
          </p:nvGrpSpPr>
          <p:grpSpPr>
            <a:xfrm>
              <a:off x="334963" y="1628775"/>
              <a:ext cx="11522074" cy="272657"/>
              <a:chOff x="334963" y="1628775"/>
              <a:chExt cx="11522074" cy="427038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A4C0D58E-2A6F-EDBC-7EA0-469BBCB29C5C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898951" cy="427038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B263462D-ED84-4B12-A303-74031191C547}"/>
                  </a:ext>
                </a:extLst>
              </p:cNvPr>
              <p:cNvSpPr/>
              <p:nvPr/>
            </p:nvSpPr>
            <p:spPr>
              <a:xfrm>
                <a:off x="2233914" y="1628775"/>
                <a:ext cx="9623123" cy="427038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20" name="グループ化 519">
              <a:extLst>
                <a:ext uri="{FF2B5EF4-FFF2-40B4-BE49-F238E27FC236}">
                  <ns2:creationId id="{033DFBF4-21BB-96D9-E47E-A02EBC763B5C}"/>
                </a:ext>
              </a:extLst>
            </p:cNvPr>
            <p:cNvGrpSpPr/>
            <p:nvPr/>
          </p:nvGrpSpPr>
          <p:grpSpPr>
            <a:xfrm>
              <a:off x="334963" y="1988145"/>
              <a:ext cx="11503786" cy="3142083"/>
              <a:chOff x="334963" y="1988145"/>
              <a:chExt cx="11503786" cy="3142083"/>
            </a:xfrm>
          </p:grpSpPr>
          <p:sp>
            <p:nvSpPr>
              <p:cNvPr id="8" name="Shape 15">
                <a:extLst>
                  <a:ext uri="{FF2B5EF4-FFF2-40B4-BE49-F238E27FC236}">
                    <ns2:creationId id="{67E6C1C0-6D83-0B46-F49E-316F98742D31}"/>
                  </a:ext>
                </a:extLst>
              </p:cNvPr>
              <p:cNvSpPr/>
              <p:nvPr/>
            </p:nvSpPr>
            <p:spPr>
              <a:xfrm>
                <a:off x="1981200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6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Shape 17">
                <a:extLst>
                  <a:ext uri="{FF2B5EF4-FFF2-40B4-BE49-F238E27FC236}">
                    <ns2:creationId id="{CC7B2571-AD82-7567-DAF6-A864797DFA2D}"/>
                  </a:ext>
                </a:extLst>
              </p:cNvPr>
              <p:cNvSpPr/>
              <p:nvPr/>
            </p:nvSpPr>
            <p:spPr>
              <a:xfrm>
                <a:off x="3955861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7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Shape 19">
                <a:extLst>
                  <a:ext uri="{FF2B5EF4-FFF2-40B4-BE49-F238E27FC236}">
                    <ns2:creationId id="{519FBEF5-4704-FCEF-1133-0E049C4D91D8}"/>
                  </a:ext>
                </a:extLst>
              </p:cNvPr>
              <p:cNvSpPr/>
              <p:nvPr/>
            </p:nvSpPr>
            <p:spPr>
              <a:xfrm>
                <a:off x="5930524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8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Shape 21">
                <a:extLst>
                  <a:ext uri="{FF2B5EF4-FFF2-40B4-BE49-F238E27FC236}">
                    <ns2:creationId id="{BF5E4637-145D-DF8C-CF61-6DC4231712C6}"/>
                  </a:ext>
                </a:extLst>
              </p:cNvPr>
              <p:cNvSpPr/>
              <p:nvPr/>
            </p:nvSpPr>
            <p:spPr>
              <a:xfrm>
                <a:off x="7905185" y="1988145"/>
                <a:ext cx="1958902" cy="293778"/>
              </a:xfrm>
              <a:prstGeom prst="chevron">
                <a:avLst/>
              </a:prstGeom>
              <a:solidFill>
                <a:schemeClr val="accent5">
                  <a:alpha val="90000"/>
                </a:schemeClr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Shape 23">
                <a:extLst>
                  <a:ext uri="{FF2B5EF4-FFF2-40B4-BE49-F238E27FC236}">
                    <ns2:creationId id="{002DE14C-EC13-17DF-D2E9-85A9AA308F04}"/>
                  </a:ext>
                </a:extLst>
              </p:cNvPr>
              <p:cNvSpPr/>
              <p:nvPr/>
            </p:nvSpPr>
            <p:spPr>
              <a:xfrm>
                <a:off x="9879847" y="1988145"/>
                <a:ext cx="1958902" cy="293778"/>
              </a:xfrm>
              <a:prstGeom prst="chevron">
                <a:avLst/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288000" anchor="ctr"/>
              <a:lstStyle/>
              <a:p>
                <a:pPr algn="ctr"/>
                <a:r>
                  <a:rPr lang="en-US" sz="11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5" name="正方形/長方形 304">
                <a:extLst>
                  <a:ext uri="{FF2B5EF4-FFF2-40B4-BE49-F238E27FC236}">
                    <ns2:creationId id="{E2A7C6DA-B367-92F1-3410-0DFB653A5951}"/>
                  </a:ext>
                </a:extLst>
              </p:cNvPr>
              <p:cNvSpPr/>
              <p:nvPr/>
            </p:nvSpPr>
            <p:spPr>
              <a:xfrm>
                <a:off x="334963" y="2370328"/>
                <a:ext cx="1604327" cy="42437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4" name="正方形/長方形 353">
                <a:extLst>
                  <a:ext uri="{FF2B5EF4-FFF2-40B4-BE49-F238E27FC236}">
                    <ns2:creationId id="{20B56684-96F7-3A6B-0815-C4259FDF8C9B}"/>
                  </a:ext>
                </a:extLst>
              </p:cNvPr>
              <p:cNvSpPr/>
              <p:nvPr/>
            </p:nvSpPr>
            <p:spPr>
              <a:xfrm>
                <a:off x="197591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5" name="正方形/長方形 354">
                <a:extLst>
                  <a:ext uri="{FF2B5EF4-FFF2-40B4-BE49-F238E27FC236}">
                    <ns2:creationId id="{C61FB208-09BE-EEF7-98E0-9C921A399BDB}"/>
                  </a:ext>
                </a:extLst>
              </p:cNvPr>
              <p:cNvSpPr/>
              <p:nvPr/>
            </p:nvSpPr>
            <p:spPr>
              <a:xfrm>
                <a:off x="394949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6" name="正方形/長方形 355">
                <a:extLst>
                  <a:ext uri="{FF2B5EF4-FFF2-40B4-BE49-F238E27FC236}">
                    <ns2:creationId id="{30E9AF35-F50F-A764-EB25-7C82EFE7A814}"/>
                  </a:ext>
                </a:extLst>
              </p:cNvPr>
              <p:cNvSpPr/>
              <p:nvPr/>
            </p:nvSpPr>
            <p:spPr>
              <a:xfrm>
                <a:off x="592307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8" name="正方形/長方形 367">
                <a:extLst>
                  <a:ext uri="{FF2B5EF4-FFF2-40B4-BE49-F238E27FC236}">
                    <ns2:creationId id="{0DA987BC-7CB2-5837-DD35-CCC8A4D7CD2E}"/>
                  </a:ext>
                </a:extLst>
              </p:cNvPr>
              <p:cNvSpPr/>
              <p:nvPr/>
            </p:nvSpPr>
            <p:spPr>
              <a:xfrm>
                <a:off x="789665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0" name="正方形/長方形 369">
                <a:extLst>
                  <a:ext uri="{FF2B5EF4-FFF2-40B4-BE49-F238E27FC236}">
                    <ns2:creationId id="{1FCA7CA2-243F-39CC-7209-9DE8C133C81D}"/>
                  </a:ext>
                </a:extLst>
              </p:cNvPr>
              <p:cNvSpPr/>
              <p:nvPr/>
            </p:nvSpPr>
            <p:spPr>
              <a:xfrm>
                <a:off x="9870234" y="2370328"/>
                <a:ext cx="1845516" cy="4243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21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正方形/長方形 341">
                <a:extLst>
                  <a:ext uri="{FF2B5EF4-FFF2-40B4-BE49-F238E27FC236}">
                    <ns2:creationId id="{FA30C079-AEF2-BF26-BC21-039A2765477C}"/>
                  </a:ext>
                </a:extLst>
              </p:cNvPr>
              <p:cNvSpPr/>
              <p:nvPr/>
            </p:nvSpPr>
            <p:spPr>
              <a:xfrm>
                <a:off x="621030" y="2831629"/>
                <a:ext cx="1318260" cy="730023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3" name="正方形/長方形 342">
                <a:extLst>
                  <a:ext uri="{FF2B5EF4-FFF2-40B4-BE49-F238E27FC236}">
                    <ns2:creationId id="{F652547C-28BF-1303-81B3-6BF0CFB03C1B}"/>
                  </a:ext>
                </a:extLst>
              </p:cNvPr>
              <p:cNvSpPr/>
              <p:nvPr/>
            </p:nvSpPr>
            <p:spPr>
              <a:xfrm>
                <a:off x="334963" y="2831629"/>
                <a:ext cx="294957" cy="730023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2" name="正方形/長方形 381">
                <a:extLst>
                  <a:ext uri="{FF2B5EF4-FFF2-40B4-BE49-F238E27FC236}">
                    <ns2:creationId id="{7473BD5B-3E0E-5304-4B23-BB2570799095}"/>
                  </a:ext>
                </a:extLst>
              </p:cNvPr>
              <p:cNvSpPr/>
              <p:nvPr/>
            </p:nvSpPr>
            <p:spPr>
              <a:xfrm>
                <a:off x="197591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FC163CA1-7A9A-6118-A6C3-3A345A9A9BDA}"/>
                  </a:ext>
                </a:extLst>
              </p:cNvPr>
              <p:cNvSpPr/>
              <p:nvPr/>
            </p:nvSpPr>
            <p:spPr>
              <a:xfrm>
                <a:off x="394949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4" name="正方形/長方形 383">
                <a:extLst>
                  <a:ext uri="{FF2B5EF4-FFF2-40B4-BE49-F238E27FC236}">
                    <ns2:creationId id="{ECF6DF69-860E-FC62-1273-FAFE499DEBC0}"/>
                  </a:ext>
                </a:extLst>
              </p:cNvPr>
              <p:cNvSpPr/>
              <p:nvPr/>
            </p:nvSpPr>
            <p:spPr>
              <a:xfrm>
                <a:off x="592307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。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正方形/長方形 385">
                <a:extLst>
                  <a:ext uri="{FF2B5EF4-FFF2-40B4-BE49-F238E27FC236}">
                    <ns2:creationId id="{E6B00756-84B6-9D86-BEA0-43B8F519AB0F}"/>
                  </a:ext>
                </a:extLst>
              </p:cNvPr>
              <p:cNvSpPr/>
              <p:nvPr/>
            </p:nvSpPr>
            <p:spPr>
              <a:xfrm>
                <a:off x="7896654" y="2831630"/>
                <a:ext cx="1845516" cy="73002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61DFB174-5349-F7BE-1140-A7D1C3167B37}"/>
                  </a:ext>
                </a:extLst>
              </p:cNvPr>
              <p:cNvSpPr/>
              <p:nvPr/>
            </p:nvSpPr>
            <p:spPr>
              <a:xfrm>
                <a:off x="9870234" y="2831630"/>
                <a:ext cx="1845516" cy="73002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。</a:t>
                </a:r>
              </a:p>
              <a:p>
                <a:pPr>
                  <a:spcAft>
                    <a:spcPts val="200"/>
                  </a:spcAf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5" name="正方形/長方形 344">
                <a:extLst>
                  <a:ext uri="{FF2B5EF4-FFF2-40B4-BE49-F238E27FC236}">
                    <ns2:creationId id="{22F1137F-33D4-9233-4A75-02473ACA1AAA}"/>
                  </a:ext>
                </a:extLst>
              </p:cNvPr>
              <p:cNvSpPr/>
              <p:nvPr/>
            </p:nvSpPr>
            <p:spPr>
              <a:xfrm>
                <a:off x="621030" y="3588725"/>
                <a:ext cx="1318260" cy="766948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6" name="正方形/長方形 345">
                <a:extLst>
                  <a:ext uri="{FF2B5EF4-FFF2-40B4-BE49-F238E27FC236}">
                    <ns2:creationId id="{5AA2A7ED-C455-D3D0-E8B7-DD2632902501}"/>
                  </a:ext>
                </a:extLst>
              </p:cNvPr>
              <p:cNvSpPr/>
              <p:nvPr/>
            </p:nvSpPr>
            <p:spPr>
              <a:xfrm>
                <a:off x="334963" y="3588725"/>
                <a:ext cx="294957" cy="766948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3" name="正方形/長方形 392">
                <a:extLst>
                  <a:ext uri="{FF2B5EF4-FFF2-40B4-BE49-F238E27FC236}">
                    <ns2:creationId id="{8A471F7F-C34D-F879-2849-85A6D174FBE8}"/>
                  </a:ext>
                </a:extLst>
              </p:cNvPr>
              <p:cNvSpPr/>
              <p:nvPr/>
            </p:nvSpPr>
            <p:spPr>
              <a:xfrm>
                <a:off x="197591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4" name="正方形/長方形 393">
                <a:extLst>
                  <a:ext uri="{FF2B5EF4-FFF2-40B4-BE49-F238E27FC236}">
                    <ns2:creationId id="{8852C39D-C1D5-B16B-CD83-E07D20F3CE1E}"/>
                  </a:ext>
                </a:extLst>
              </p:cNvPr>
              <p:cNvSpPr/>
              <p:nvPr/>
            </p:nvSpPr>
            <p:spPr>
              <a:xfrm>
                <a:off x="394949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6" name="正方形/長方形 395">
                <a:extLst>
                  <a:ext uri="{FF2B5EF4-FFF2-40B4-BE49-F238E27FC236}">
                    <ns2:creationId id="{19FB78FF-07DE-DEC3-2C85-9A45BAF8B397}"/>
                  </a:ext>
                </a:extLst>
              </p:cNvPr>
              <p:cNvSpPr/>
              <p:nvPr/>
            </p:nvSpPr>
            <p:spPr>
              <a:xfrm>
                <a:off x="592307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8" name="正方形/長方形 397">
                <a:extLst>
                  <a:ext uri="{FF2B5EF4-FFF2-40B4-BE49-F238E27FC236}">
                    <ns2:creationId id="{A4612D66-8DD5-C725-3398-2B6102B51566}"/>
                  </a:ext>
                </a:extLst>
              </p:cNvPr>
              <p:cNvSpPr/>
              <p:nvPr/>
            </p:nvSpPr>
            <p:spPr>
              <a:xfrm>
                <a:off x="7896654" y="3588725"/>
                <a:ext cx="1845516" cy="76694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0" name="正方形/長方形 399">
                <a:extLst>
                  <a:ext uri="{FF2B5EF4-FFF2-40B4-BE49-F238E27FC236}">
                    <ns2:creationId id="{169DFF6A-C618-410D-6EF1-C05340E10418}"/>
                  </a:ext>
                </a:extLst>
              </p:cNvPr>
              <p:cNvSpPr/>
              <p:nvPr/>
            </p:nvSpPr>
            <p:spPr>
              <a:xfrm>
                <a:off x="9870234" y="3583237"/>
                <a:ext cx="1845516" cy="77243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08000" indent="-108000"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9" name="正方形/長方形 348">
                <a:extLst>
                  <a:ext uri="{FF2B5EF4-FFF2-40B4-BE49-F238E27FC236}">
                    <ns2:creationId id="{2DF9C726-822B-6746-C4B0-E7174D6A0181}"/>
                  </a:ext>
                </a:extLst>
              </p:cNvPr>
              <p:cNvSpPr/>
              <p:nvPr/>
            </p:nvSpPr>
            <p:spPr>
              <a:xfrm>
                <a:off x="334963" y="4384055"/>
                <a:ext cx="1604327" cy="3607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2" name="正方形/長方形 351">
                <a:extLst>
                  <a:ext uri="{FF2B5EF4-FFF2-40B4-BE49-F238E27FC236}">
                    <ns2:creationId id="{F115B2E4-D067-87EA-B690-9D81BCA7EC92}"/>
                  </a:ext>
                </a:extLst>
              </p:cNvPr>
              <p:cNvSpPr/>
              <p:nvPr/>
            </p:nvSpPr>
            <p:spPr>
              <a:xfrm>
                <a:off x="334963" y="4769524"/>
                <a:ext cx="1604327" cy="3607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4" name="正方形/長方形 403">
                <a:extLst>
                  <a:ext uri="{FF2B5EF4-FFF2-40B4-BE49-F238E27FC236}">
                    <ns2:creationId id="{39C28C2B-32AF-2917-2CB1-390E146C7174}"/>
                  </a:ext>
                </a:extLst>
              </p:cNvPr>
              <p:cNvSpPr/>
              <p:nvPr/>
            </p:nvSpPr>
            <p:spPr>
              <a:xfrm>
                <a:off x="197591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536575"/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7" name="正方形/長方形 406">
                <a:extLst>
                  <a:ext uri="{FF2B5EF4-FFF2-40B4-BE49-F238E27FC236}">
                    <ns2:creationId id="{8E3CF6C9-8FCD-0EA4-6252-6E1765EB4B3E}"/>
                  </a:ext>
                </a:extLst>
              </p:cNvPr>
              <p:cNvSpPr/>
              <p:nvPr/>
            </p:nvSpPr>
            <p:spPr>
              <a:xfrm>
                <a:off x="394949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28650"/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8" name="正方形/長方形 407">
                <a:extLst>
                  <a:ext uri="{FF2B5EF4-FFF2-40B4-BE49-F238E27FC236}">
                    <ns2:creationId id="{C195BFFF-7D72-3949-7EC3-C83111A198BB}"/>
                  </a:ext>
                </a:extLst>
              </p:cNvPr>
              <p:cNvSpPr/>
              <p:nvPr/>
            </p:nvSpPr>
            <p:spPr>
              <a:xfrm>
                <a:off x="592307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804863">
                  <a:tabLst>
                    <a:tab pos="628650" algn="l"/>
                  </a:tabLs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9" name="正方形/長方形 408">
                <a:extLst>
                  <a:ext uri="{FF2B5EF4-FFF2-40B4-BE49-F238E27FC236}">
                    <ns2:creationId id="{5FF9FCF3-FED2-39F4-4FEF-9F655337E02F}"/>
                  </a:ext>
                </a:extLst>
              </p:cNvPr>
              <p:cNvSpPr/>
              <p:nvPr/>
            </p:nvSpPr>
            <p:spPr>
              <a:xfrm>
                <a:off x="789665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tabLst>
                    <a:tab pos="719138" algn="l"/>
                  </a:tabLst>
                </a:pP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	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0" name="正方形/長方形 409">
                <a:extLst>
                  <a:ext uri="{FF2B5EF4-FFF2-40B4-BE49-F238E27FC236}">
                    <ns2:creationId id="{A39F395B-FB93-305D-DF5F-FD707A38B03B}"/>
                  </a:ext>
                </a:extLst>
              </p:cNvPr>
              <p:cNvSpPr/>
              <p:nvPr/>
            </p:nvSpPr>
            <p:spPr>
              <a:xfrm>
                <a:off x="9870234" y="4384055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2" name="正方形/長方形 411">
                <a:extLst>
                  <a:ext uri="{FF2B5EF4-FFF2-40B4-BE49-F238E27FC236}">
                    <ns2:creationId id="{30A8BFC6-AB5A-D967-4704-3D34C5AC4B45}"/>
                  </a:ext>
                </a:extLst>
              </p:cNvPr>
              <p:cNvSpPr/>
              <p:nvPr/>
            </p:nvSpPr>
            <p:spPr>
              <a:xfrm>
                <a:off x="197591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3" name="正方形/長方形 412">
                <a:extLst>
                  <a:ext uri="{FF2B5EF4-FFF2-40B4-BE49-F238E27FC236}">
                    <ns2:creationId id="{E11204B4-9D8D-71F1-E21F-D86EFA0D85DC}"/>
                  </a:ext>
                </a:extLst>
              </p:cNvPr>
              <p:cNvSpPr/>
              <p:nvPr/>
            </p:nvSpPr>
            <p:spPr>
              <a:xfrm>
                <a:off x="394949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4" name="正方形/長方形 413">
                <a:extLst>
                  <a:ext uri="{FF2B5EF4-FFF2-40B4-BE49-F238E27FC236}">
                    <ns2:creationId id="{74FEB340-619A-0366-E516-2C4CDBAB4E72}"/>
                  </a:ext>
                </a:extLst>
              </p:cNvPr>
              <p:cNvSpPr/>
              <p:nvPr/>
            </p:nvSpPr>
            <p:spPr>
              <a:xfrm>
                <a:off x="592307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5" name="正方形/長方形 414">
                <a:extLst>
                  <a:ext uri="{FF2B5EF4-FFF2-40B4-BE49-F238E27FC236}">
                    <ns2:creationId id="{B3139D12-BECD-BA0C-B51D-D3C2CC762DDE}"/>
                  </a:ext>
                </a:extLst>
              </p:cNvPr>
              <p:cNvSpPr/>
              <p:nvPr/>
            </p:nvSpPr>
            <p:spPr>
              <a:xfrm>
                <a:off x="789665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6" name="正方形/長方形 415">
                <a:extLst>
                  <a:ext uri="{FF2B5EF4-FFF2-40B4-BE49-F238E27FC236}">
                    <ns2:creationId id="{CB9864C9-8FBF-8462-6B12-1D382E895045}"/>
                  </a:ext>
                </a:extLst>
              </p:cNvPr>
              <p:cNvSpPr/>
              <p:nvPr/>
            </p:nvSpPr>
            <p:spPr>
              <a:xfrm>
                <a:off x="9870234" y="4769524"/>
                <a:ext cx="1845516" cy="3607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%</a:t>
                </a:r>
                <a:r>
                  <a:rPr lang="en-US" sz="10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10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8" name="Shape 21">
                <a:extLst>
                  <a:ext uri="{FF2B5EF4-FFF2-40B4-BE49-F238E27FC236}">
                    <ns2:creationId id="{253E317A-1618-CD5E-9591-07910D86698D}"/>
                  </a:ext>
                </a:extLst>
              </p:cNvPr>
              <p:cNvSpPr/>
              <p:nvPr/>
            </p:nvSpPr>
            <p:spPr>
              <a:xfrm>
                <a:off x="197591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9" name="Shape 21">
                <a:extLst>
                  <a:ext uri="{FF2B5EF4-FFF2-40B4-BE49-F238E27FC236}">
                    <ns2:creationId id="{BD2762CC-30C7-C49E-CD86-9BD543E72D78}"/>
                  </a:ext>
                </a:extLst>
              </p:cNvPr>
              <p:cNvSpPr/>
              <p:nvPr/>
            </p:nvSpPr>
            <p:spPr>
              <a:xfrm>
                <a:off x="394949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0" name="Shape 21">
                <a:extLst>
                  <a:ext uri="{FF2B5EF4-FFF2-40B4-BE49-F238E27FC236}">
                    <ns2:creationId id="{58A91F5F-E9DE-D21C-A496-211E05C27DE6}"/>
                  </a:ext>
                </a:extLst>
              </p:cNvPr>
              <p:cNvSpPr/>
              <p:nvPr/>
            </p:nvSpPr>
            <p:spPr>
              <a:xfrm>
                <a:off x="592307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ja-JP" altLang="en-US" sz="1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1" name="Shape 21">
                <a:extLst>
                  <a:ext uri="{FF2B5EF4-FFF2-40B4-BE49-F238E27FC236}">
                    <ns2:creationId id="{3D689FCF-CD82-AF38-CFDC-34627DA05772}"/>
                  </a:ext>
                </a:extLst>
              </p:cNvPr>
              <p:cNvSpPr/>
              <p:nvPr/>
            </p:nvSpPr>
            <p:spPr>
              <a:xfrm>
                <a:off x="789665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2" name="Shape 21">
                <a:extLst>
                  <a:ext uri="{FF2B5EF4-FFF2-40B4-BE49-F238E27FC236}">
                    <ns2:creationId id="{58F79FC3-B366-0A62-274C-F38F406B8B51}"/>
                  </a:ext>
                </a:extLst>
              </p:cNvPr>
              <p:cNvSpPr/>
              <p:nvPr/>
            </p:nvSpPr>
            <p:spPr>
              <a:xfrm>
                <a:off x="9870234" y="2386930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ja-JP" altLang="en-US" sz="10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4" name="楕円 433">
                <a:extLst>
                  <a:ext uri="{FF2B5EF4-FFF2-40B4-BE49-F238E27FC236}">
                    <ns2:creationId id="{D8C43F64-D198-C0C3-243F-2C826B3F7E2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38130" y="2586325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5" name="楕円 434">
                <a:extLst>
                  <a:ext uri="{FF2B5EF4-FFF2-40B4-BE49-F238E27FC236}">
                    <ns2:creationId id="{5ACB3AB5-419D-8837-577B-B86D98A482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491720" y="2586325"/>
                <a:ext cx="180000" cy="180000"/>
              </a:xfrm>
              <a:prstGeom prst="ellipse">
                <a:avLst/>
              </a:prstGeom>
              <a:solidFill>
                <a:schemeClr val="accent2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9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6" name="楕円 435">
                <a:extLst>
                  <a:ext uri="{FF2B5EF4-FFF2-40B4-BE49-F238E27FC236}">
                    <ns2:creationId id="{B005E00C-3882-3EE9-8C05-4CDFE75609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367716" y="2586325"/>
                <a:ext cx="180000" cy="180000"/>
              </a:xfrm>
              <a:prstGeom prst="ellipse">
                <a:avLst/>
              </a:prstGeom>
              <a:solidFill>
                <a:schemeClr val="accent4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7" name="楕円 436">
                <a:extLst>
                  <a:ext uri="{FF2B5EF4-FFF2-40B4-BE49-F238E27FC236}">
                    <ns2:creationId id="{6F9256D7-DB4B-D10F-4381-E49FFEBCE2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80292" y="2586325"/>
                <a:ext cx="180000" cy="180000"/>
              </a:xfrm>
              <a:prstGeom prst="ellipse">
                <a:avLst/>
              </a:prstGeom>
              <a:solidFill>
                <a:schemeClr val="accent2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11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8" name="楕円 437">
                <a:extLst>
                  <a:ext uri="{FF2B5EF4-FFF2-40B4-BE49-F238E27FC236}">
                    <ns2:creationId id="{22FC6A30-F85E-82C9-5554-763F69C83C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15816" y="2586325"/>
                <a:ext cx="180000" cy="180000"/>
              </a:xfrm>
              <a:prstGeom prst="ellipse">
                <a:avLst/>
              </a:prstGeom>
              <a:solidFill>
                <a:schemeClr val="accent4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12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楕円 455">
                <a:extLst>
                  <a:ext uri="{FF2B5EF4-FFF2-40B4-BE49-F238E27FC236}">
                    <ns2:creationId id="{318A35F1-344F-2B17-6B59-036F2CDB672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66602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7" name="楕円 456">
                <a:extLst>
                  <a:ext uri="{FF2B5EF4-FFF2-40B4-BE49-F238E27FC236}">
                    <ns2:creationId id="{D5F70797-8A83-229D-F659-F5DA3CC2C0C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798673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13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楕円 457">
                <a:extLst>
                  <a:ext uri="{FF2B5EF4-FFF2-40B4-BE49-F238E27FC236}">
                    <ns2:creationId id="{592F1F44-5C20-C36E-A1D0-83772D2B7FF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49649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9" name="楕円 458">
                <a:extLst>
                  <a:ext uri="{FF2B5EF4-FFF2-40B4-BE49-F238E27FC236}">
                    <ns2:creationId id="{D3FEEBBB-2845-6605-1D0F-2B6589E9BD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96020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0" name="楕円 459">
                <a:extLst>
                  <a:ext uri="{FF2B5EF4-FFF2-40B4-BE49-F238E27FC236}">
                    <ns2:creationId id="{723D9D3D-C539-9625-DDB5-362833B1673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322765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1" name="楕円 460">
                <a:extLst>
                  <a:ext uri="{FF2B5EF4-FFF2-40B4-BE49-F238E27FC236}">
                    <ns2:creationId id="{2035C72E-44F6-81E6-3D87-9AA8CEDAD7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6621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楕円 461">
                <a:extLst>
                  <a:ext uri="{FF2B5EF4-FFF2-40B4-BE49-F238E27FC236}">
                    <ns2:creationId id="{DAAB5B09-5A6D-F420-26AA-2E5037370E6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23366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3" name="楕円 462">
                <a:extLst>
                  <a:ext uri="{FF2B5EF4-FFF2-40B4-BE49-F238E27FC236}">
                    <ns2:creationId id="{4BA3502F-45D9-E632-B26B-5507360F470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83772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4" name="楕円 463">
                <a:extLst>
                  <a:ext uri="{FF2B5EF4-FFF2-40B4-BE49-F238E27FC236}">
                    <ns2:creationId id="{76846E2F-D978-9B77-2893-34CC5094F9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814657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5" name="楕円 464">
                <a:extLst>
                  <a:ext uri="{FF2B5EF4-FFF2-40B4-BE49-F238E27FC236}">
                    <ns2:creationId id="{C7FCD620-D84C-66E6-87E7-5FA9501F79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58317" y="4474407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67" name="グラフィックス 466" descr="UI UX 単色塗りつぶし">
                <a:extLst>
                  <a:ext uri="{FF2B5EF4-FFF2-40B4-BE49-F238E27FC236}">
                    <ns2:creationId id="{9CAB7082-2247-4EFF-96DA-29D5EB16AC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687290" y="410367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69" name="グラフィックス 468" descr="非常に良い 単色塗りつぶし">
                <a:extLst>
                  <a:ext uri="{FF2B5EF4-FFF2-40B4-BE49-F238E27FC236}">
                    <ns2:creationId id="{150B7336-9242-1447-A400-88F231068E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687290" y="3309652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1" name="グラフィックス 470" descr="建物 単色塗りつぶし">
                <a:extLst>
                  <a:ext uri="{FF2B5EF4-FFF2-40B4-BE49-F238E27FC236}">
                    <ns2:creationId id="{6939A181-02F5-576A-70AE-B1719BBE6D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0181720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3" name="グラフィックス 472" descr="役員室 単色塗りつぶし">
                <a:extLst>
                  <a:ext uri="{FF2B5EF4-FFF2-40B4-BE49-F238E27FC236}">
                    <ns2:creationId id="{A17B0251-0C6A-929F-C4C3-BCFE56DCC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108292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5" name="グラフィックス 474" descr="工場 単色塗りつぶし">
                <a:extLst>
                  <a:ext uri="{FF2B5EF4-FFF2-40B4-BE49-F238E27FC236}">
                    <ns2:creationId id="{576189E8-23F3-1A7D-0E88-71B8232161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4365720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7" name="グラフィックス 476" descr="歯車 単色塗りつぶし">
                <a:extLst>
                  <a:ext uri="{FF2B5EF4-FFF2-40B4-BE49-F238E27FC236}">
                    <ns2:creationId id="{7C5B2BA2-1714-C309-B648-6A544433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176878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79" name="グラフィックス 478" descr="電球と鉛筆 単色塗りつぶし">
                <a:extLst>
                  <a:ext uri="{FF2B5EF4-FFF2-40B4-BE49-F238E27FC236}">
                    <ns2:creationId id="{35661F09-C335-C78C-E6B3-F6DDF8515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6357556" y="2009034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81" name="グラフィックス 480" descr="ターゲット 単色塗りつぶし">
                <a:extLst>
                  <a:ext uri="{FF2B5EF4-FFF2-40B4-BE49-F238E27FC236}">
                    <ns2:creationId id="{26A9BCE6-E78D-2E10-4189-2B9B9C1A1B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1687290" y="4876323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83" name="グラフィックス 482" descr="山形の矢印 単色塗りつぶし">
                <a:extLst>
                  <a:ext uri="{FF2B5EF4-FFF2-40B4-BE49-F238E27FC236}">
                    <ns2:creationId id="{990DDDE7-B97F-F667-2A80-E21F310DA4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687290" y="2542796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485" name="グラフィックス 484" descr="階層状のピラミッド 単色塗りつぶし">
                <a:extLst>
                  <a:ext uri="{FF2B5EF4-FFF2-40B4-BE49-F238E27FC236}">
                    <ns2:creationId id="{A5022E8F-2D6F-10F3-8C22-C8743B77E5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1687290" y="4492759"/>
                <a:ext cx="252000" cy="252000"/>
              </a:xfrm>
              <a:prstGeom prst="rect">
                <a:avLst/>
              </a:prstGeom>
            </p:spPr>
          </p:pic>
          <p:grpSp>
            <p:nvGrpSpPr>
              <p:cNvPr id="517" name="グループ化 516">
                <a:extLst>
                  <a:ext uri="{FF2B5EF4-FFF2-40B4-BE49-F238E27FC236}">
                    <ns2:creationId id="{3BE5D9D1-4A28-FA97-FDA9-7E954CC3CD1C}"/>
                  </a:ext>
                </a:extLst>
              </p:cNvPr>
              <p:cNvGrpSpPr/>
              <p:nvPr/>
            </p:nvGrpSpPr>
            <p:grpSpPr>
              <a:xfrm>
                <a:off x="1975914" y="2809945"/>
                <a:ext cx="9741120" cy="1946389"/>
                <a:chOff x="2455775" y="2809945"/>
                <a:chExt cx="9741120" cy="1946389"/>
              </a:xfrm>
            </p:grpSpPr>
            <p:grpSp>
              <p:nvGrpSpPr>
                <p:cNvPr id="493" name="グループ化 492">
                  <a:extLst>
                    <a:ext uri="{FF2B5EF4-FFF2-40B4-BE49-F238E27FC236}">
                      <ns2:creationId id="{B35BD7FA-EC32-11FD-3726-A3E65AB1C591}"/>
                    </a:ext>
                  </a:extLst>
                </p:cNvPr>
                <p:cNvGrpSpPr/>
                <p:nvPr/>
              </p:nvGrpSpPr>
              <p:grpSpPr>
                <a:xfrm>
                  <a:off x="2455775" y="2809945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494" name="直線コネクタ 493">
                    <a:extLst>
                      <a:ext uri="{FF2B5EF4-FFF2-40B4-BE49-F238E27FC236}">
                        <ns2:creationId id="{1CF3C84E-4DDC-5E2C-5E85-9B9851FC1E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5" name="直線コネクタ 494">
                    <a:extLst>
                      <a:ext uri="{FF2B5EF4-FFF2-40B4-BE49-F238E27FC236}">
                        <ns2:creationId id="{5A9D113A-89B8-28BF-06FD-062CB3F4CF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6" name="直線コネクタ 495">
                    <a:extLst>
                      <a:ext uri="{FF2B5EF4-FFF2-40B4-BE49-F238E27FC236}">
                        <ns2:creationId id="{BEBDD0EC-9C18-202A-341C-61D288AFB3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直線コネクタ 496">
                    <a:extLst>
                      <a:ext uri="{FF2B5EF4-FFF2-40B4-BE49-F238E27FC236}">
                        <ns2:creationId id="{CD1900FE-0434-7201-D6DF-AAD183C62B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8" name="直線コネクタ 497">
                    <a:extLst>
                      <a:ext uri="{FF2B5EF4-FFF2-40B4-BE49-F238E27FC236}">
                        <ns2:creationId id="{F70E711A-81D6-AAD4-4F9C-79D51A132E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9" name="グループ化 498">
                  <a:extLst>
                    <a:ext uri="{FF2B5EF4-FFF2-40B4-BE49-F238E27FC236}">
                      <ns2:creationId id="{C776C202-6C69-12AE-6839-3A1B9317581B}"/>
                    </a:ext>
                  </a:extLst>
                </p:cNvPr>
                <p:cNvGrpSpPr/>
                <p:nvPr/>
              </p:nvGrpSpPr>
              <p:grpSpPr>
                <a:xfrm>
                  <a:off x="2455775" y="3569272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500" name="直線コネクタ 499">
                    <a:extLst>
                      <a:ext uri="{FF2B5EF4-FFF2-40B4-BE49-F238E27FC236}">
                        <ns2:creationId id="{08B3B85A-F89F-E00C-5D66-D3F74ECC1D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直線コネクタ 500">
                    <a:extLst>
                      <a:ext uri="{FF2B5EF4-FFF2-40B4-BE49-F238E27FC236}">
                        <ns2:creationId id="{16B18A8C-5E97-84EB-0B69-626C2A9643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直線コネクタ 501">
                    <a:extLst>
                      <a:ext uri="{FF2B5EF4-FFF2-40B4-BE49-F238E27FC236}">
                        <ns2:creationId id="{687A25D8-753B-1578-8F04-672AD1FBF4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直線コネクタ 502">
                    <a:extLst>
                      <a:ext uri="{FF2B5EF4-FFF2-40B4-BE49-F238E27FC236}">
                        <ns2:creationId id="{E450970E-EA37-15C5-AAB0-F6EFB42D9D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4" name="直線コネクタ 503">
                    <a:extLst>
                      <a:ext uri="{FF2B5EF4-FFF2-40B4-BE49-F238E27FC236}">
                        <ns2:creationId id="{61FE16F6-BE13-2500-8A89-25B464DC4F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グループ化 504">
                  <a:extLst>
                    <a:ext uri="{FF2B5EF4-FFF2-40B4-BE49-F238E27FC236}">
                      <ns2:creationId id="{51178C4D-7815-F461-EBC4-074939A57279}"/>
                    </a:ext>
                  </a:extLst>
                </p:cNvPr>
                <p:cNvGrpSpPr/>
                <p:nvPr/>
              </p:nvGrpSpPr>
              <p:grpSpPr>
                <a:xfrm>
                  <a:off x="2455775" y="4366405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506" name="直線コネクタ 505">
                    <a:extLst>
                      <a:ext uri="{FF2B5EF4-FFF2-40B4-BE49-F238E27FC236}">
                        <ns2:creationId id="{6FD5F75D-F6A3-24CB-864A-0FCF6135EF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7" name="直線コネクタ 506">
                    <a:extLst>
                      <a:ext uri="{FF2B5EF4-FFF2-40B4-BE49-F238E27FC236}">
                        <ns2:creationId id="{E08F08E3-5A6C-A21A-2049-D75D511397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8" name="直線コネクタ 507">
                    <a:extLst>
                      <a:ext uri="{FF2B5EF4-FFF2-40B4-BE49-F238E27FC236}">
                        <ns2:creationId id="{07F43C62-4939-19FF-3DE0-477649FC32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直線コネクタ 508">
                    <a:extLst>
                      <a:ext uri="{FF2B5EF4-FFF2-40B4-BE49-F238E27FC236}">
                        <ns2:creationId id="{BB4AEF77-26D9-565D-76C3-BA14AE36CB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0" name="直線コネクタ 509">
                    <a:extLst>
                      <a:ext uri="{FF2B5EF4-FFF2-40B4-BE49-F238E27FC236}">
                        <ns2:creationId id="{A012A948-04A6-947C-824D-63459ED6353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1" name="グループ化 510">
                  <a:extLst>
                    <a:ext uri="{FF2B5EF4-FFF2-40B4-BE49-F238E27FC236}">
                      <ns2:creationId id="{CC9514BC-98EA-E97B-6E17-C710FAF2EB05}"/>
                    </a:ext>
                  </a:extLst>
                </p:cNvPr>
                <p:cNvGrpSpPr/>
                <p:nvPr/>
              </p:nvGrpSpPr>
              <p:grpSpPr>
                <a:xfrm>
                  <a:off x="2455775" y="4756334"/>
                  <a:ext cx="9741120" cy="0"/>
                  <a:chOff x="1974630" y="5330594"/>
                  <a:chExt cx="9741120" cy="0"/>
                </a:xfrm>
              </p:grpSpPr>
              <p:cxnSp>
                <p:nvCxnSpPr>
                  <p:cNvPr id="512" name="直線コネクタ 511">
                    <a:extLst>
                      <a:ext uri="{FF2B5EF4-FFF2-40B4-BE49-F238E27FC236}">
                        <ns2:creationId id="{2FACAB30-E147-173D-2034-ACCA634702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7463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直線コネクタ 512">
                    <a:extLst>
                      <a:ext uri="{FF2B5EF4-FFF2-40B4-BE49-F238E27FC236}">
                        <ns2:creationId id="{7AE1FA29-7ABA-B403-8066-5EA1653F88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92179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4" name="直線コネクタ 513">
                    <a:extLst>
                      <a:ext uri="{FF2B5EF4-FFF2-40B4-BE49-F238E27FC236}">
                        <ns2:creationId id="{492E5B30-8C48-4F64-30D3-C12F9FF978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4821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直線コネクタ 514">
                    <a:extLst>
                      <a:ext uri="{FF2B5EF4-FFF2-40B4-BE49-F238E27FC236}">
                        <ns2:creationId id="{063A7E38-B2AA-BFAE-DCA5-577D0B9CAF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37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6" name="直線コネクタ 515">
                    <a:extLst>
                      <a:ext uri="{FF2B5EF4-FFF2-40B4-BE49-F238E27FC236}">
                        <ns2:creationId id="{92BC88DC-C560-5793-B843-DE1EAA5EA3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8950" y="5330594"/>
                    <a:ext cx="1846800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alpha val="40000"/>
                      </a:schemeClr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521" name="グループ化 520">
              <a:extLst>
                <a:ext uri="{FF2B5EF4-FFF2-40B4-BE49-F238E27FC236}">
                  <ns2:creationId id="{02F73911-8A37-6E2B-377B-FD415985C4AC}"/>
                </a:ext>
              </a:extLst>
            </p:cNvPr>
            <p:cNvGrpSpPr/>
            <p:nvPr/>
          </p:nvGrpSpPr>
          <p:grpSpPr>
            <a:xfrm>
              <a:off x="1975914" y="5463541"/>
              <a:ext cx="9881124" cy="845184"/>
              <a:chOff x="1975914" y="5463541"/>
              <a:chExt cx="9881124" cy="845184"/>
            </a:xfrm>
          </p:grpSpPr>
          <p:sp>
            <p:nvSpPr>
              <p:cNvPr id="263" name="Shape 108">
                <a:extLst>
                  <a:ext uri="{FF2B5EF4-FFF2-40B4-BE49-F238E27FC236}">
                    <ns2:creationId id="{47A0F75A-07B4-3EF8-68DF-C595FFED2B71}"/>
                  </a:ext>
                </a:extLst>
              </p:cNvPr>
              <p:cNvSpPr/>
              <p:nvPr/>
            </p:nvSpPr>
            <p:spPr>
              <a:xfrm>
                <a:off x="1975914" y="5463541"/>
                <a:ext cx="9881124" cy="845184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chemeClr val="accent5"/>
                </a:solidFill>
                <a:prstDash val="solid"/>
              </a:ln>
            </p:spPr>
            <p:txBody>
              <a:bodyPr/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3" name="Text 111">
                <a:extLst>
                  <a:ext uri="{FF2B5EF4-FFF2-40B4-BE49-F238E27FC236}">
                    <ns2:creationId id="{157BD397-E4C0-22C2-E737-7969031BB44D}"/>
                  </a:ext>
                </a:extLst>
              </p:cNvPr>
              <p:cNvSpPr txBox="1"/>
              <p:nvPr/>
            </p:nvSpPr>
            <p:spPr>
              <a:xfrm>
                <a:off x="2455775" y="5855287"/>
                <a:ext cx="1159153" cy="26113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0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5" name="Text 121">
                <a:extLst>
                  <a:ext uri="{FF2B5EF4-FFF2-40B4-BE49-F238E27FC236}">
                    <ns2:creationId id="{C5C08B20-2560-2779-158F-D8D2782B85DD}"/>
                  </a:ext>
                </a:extLst>
              </p:cNvPr>
              <p:cNvSpPr txBox="1"/>
              <p:nvPr/>
            </p:nvSpPr>
            <p:spPr>
              <a:xfrm>
                <a:off x="10312400" y="5560505"/>
                <a:ext cx="1468120" cy="675681"/>
              </a:xfrm>
              <a:prstGeom prst="rect">
                <a:avLst/>
              </a:prstGeom>
              <a:noFill/>
              <a:ln>
                <a:solidFill>
                  <a:schemeClr val="accent5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600" b="1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600" b="1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600" b="1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 algn="ctr">
                  <a:buNone/>
                </a:pPr>
                <a:r>
                  <a: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9" name="Shape 21">
                <a:extLst>
                  <a:ext uri="{FF2B5EF4-FFF2-40B4-BE49-F238E27FC236}">
                    <ns2:creationId id="{55A57D9A-E44E-BA3C-078A-5A9238C25132}"/>
                  </a:ext>
                </a:extLst>
              </p:cNvPr>
              <p:cNvSpPr/>
              <p:nvPr/>
            </p:nvSpPr>
            <p:spPr>
              <a:xfrm>
                <a:off x="2024556" y="5669419"/>
                <a:ext cx="1845516" cy="166278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12700">
                <a:noFill/>
                <a:prstDash val="solid"/>
              </a:ln>
            </p:spPr>
            <p:txBody>
              <a:bodyPr lIns="0" rIns="0" anchor="ctr"/>
              <a:lstStyle/>
              <a:p>
                <a:pPr algn="ctr"/>
                <a:r>
                  <a:rPr lang="en-US" sz="10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0" name="楕円 439">
                <a:extLst>
                  <a:ext uri="{FF2B5EF4-FFF2-40B4-BE49-F238E27FC236}">
                    <ns2:creationId id="{1EB1AEBB-7269-9A44-29C7-E8B1D834A7E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33242" y="5900336"/>
                <a:ext cx="180000" cy="180000"/>
              </a:xfrm>
              <a:prstGeom prst="ellipse">
                <a:avLst/>
              </a:prstGeom>
              <a:solidFill>
                <a:schemeClr val="accent5"/>
              </a:solidFill>
              <a:ln w="317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47" name="グループ化 446">
                <a:extLst>
                  <a:ext uri="{FF2B5EF4-FFF2-40B4-BE49-F238E27FC236}">
                    <ns2:creationId id="{1BE73060-1EDF-C339-EF3C-BF1310848808}"/>
                  </a:ext>
                </a:extLst>
              </p:cNvPr>
              <p:cNvGrpSpPr/>
              <p:nvPr/>
            </p:nvGrpSpPr>
            <p:grpSpPr>
              <a:xfrm>
                <a:off x="4094789" y="5560505"/>
                <a:ext cx="6121027" cy="224599"/>
                <a:chOff x="4094789" y="5560505"/>
                <a:chExt cx="6121027" cy="224599"/>
              </a:xfrm>
            </p:grpSpPr>
            <p:grpSp>
              <p:nvGrpSpPr>
                <p:cNvPr id="441" name="グループ化 440">
                  <a:extLst>
                    <a:ext uri="{FF2B5EF4-FFF2-40B4-BE49-F238E27FC236}">
                      <ns2:creationId id="{EAA9FEF3-1D45-A843-0FA2-AB294C262248}"/>
                    </a:ext>
                  </a:extLst>
                </p:cNvPr>
                <p:cNvGrpSpPr/>
                <p:nvPr/>
              </p:nvGrpSpPr>
              <p:grpSpPr>
                <a:xfrm>
                  <a:off x="4094789" y="5560505"/>
                  <a:ext cx="3007355" cy="224599"/>
                  <a:chOff x="334963" y="2443480"/>
                  <a:chExt cx="3007355" cy="194667"/>
                </a:xfrm>
              </p:grpSpPr>
              <p:sp>
                <p:nvSpPr>
                  <p:cNvPr id="442" name="正方形/長方形 441">
                    <a:extLst>
                      <a:ext uri="{FF2B5EF4-FFF2-40B4-BE49-F238E27FC236}">
                        <ns2:creationId id="{C3D86A1C-2639-1D2D-8780-2F1BDD9B8E93}"/>
                      </a:ext>
                    </a:extLst>
                  </p:cNvPr>
                  <p:cNvSpPr/>
                  <p:nvPr/>
                </p:nvSpPr>
                <p:spPr>
                  <a:xfrm>
                    <a:off x="621030" y="2443480"/>
                    <a:ext cx="2721288" cy="194667"/>
                  </a:xfrm>
                  <a:prstGeom prst="rect">
                    <a:avLst/>
                  </a:prstGeom>
                  <a:solidFill>
                    <a:schemeClr val="accent5">
                      <a:alpha val="1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443" name="正方形/長方形 442">
                    <a:extLst>
                      <a:ext uri="{FF2B5EF4-FFF2-40B4-BE49-F238E27FC236}">
                        <ns2:creationId id="{DCA494A4-DC16-F091-DBBC-2E1387BFE9B6}"/>
                      </a:ext>
                    </a:extLst>
                  </p:cNvPr>
                  <p:cNvSpPr/>
                  <p:nvPr/>
                </p:nvSpPr>
                <p:spPr>
                  <a:xfrm>
                    <a:off x="334963" y="2443480"/>
                    <a:ext cx="294957" cy="194667"/>
                  </a:xfrm>
                  <a:prstGeom prst="rect">
                    <a:avLst/>
                  </a:prstGeom>
                  <a:solidFill>
                    <a:schemeClr val="accent5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grpSp>
              <p:nvGrpSpPr>
                <p:cNvPr id="444" name="グループ化 443">
                  <a:extLst>
                    <a:ext uri="{FF2B5EF4-FFF2-40B4-BE49-F238E27FC236}">
                      <ns2:creationId id="{E48FC757-5820-89CE-29A6-01CBB5A89AB1}"/>
                    </a:ext>
                  </a:extLst>
                </p:cNvPr>
                <p:cNvGrpSpPr/>
                <p:nvPr/>
              </p:nvGrpSpPr>
              <p:grpSpPr>
                <a:xfrm>
                  <a:off x="7208461" y="5560505"/>
                  <a:ext cx="3007355" cy="224599"/>
                  <a:chOff x="334963" y="2443480"/>
                  <a:chExt cx="3007355" cy="194667"/>
                </a:xfrm>
              </p:grpSpPr>
              <p:sp>
                <p:nvSpPr>
                  <p:cNvPr id="445" name="正方形/長方形 444">
                    <a:extLst>
                      <a:ext uri="{FF2B5EF4-FFF2-40B4-BE49-F238E27FC236}">
                        <ns2:creationId id="{77694B22-CC4D-D40D-6231-99E3DE9A7C6D}"/>
                      </a:ext>
                    </a:extLst>
                  </p:cNvPr>
                  <p:cNvSpPr/>
                  <p:nvPr/>
                </p:nvSpPr>
                <p:spPr>
                  <a:xfrm>
                    <a:off x="621030" y="2443480"/>
                    <a:ext cx="2721288" cy="194667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446" name="正方形/長方形 445">
                    <a:extLst>
                      <a:ext uri="{FF2B5EF4-FFF2-40B4-BE49-F238E27FC236}">
                        <ns2:creationId id="{B3949F9C-6802-06F9-73CC-8B9C1CB6FA34}"/>
                      </a:ext>
                    </a:extLst>
                  </p:cNvPr>
                  <p:cNvSpPr/>
                  <p:nvPr/>
                </p:nvSpPr>
                <p:spPr>
                  <a:xfrm>
                    <a:off x="334963" y="2443480"/>
                    <a:ext cx="294957" cy="194667"/>
                  </a:xfrm>
                  <a:prstGeom prst="rect">
                    <a:avLst/>
                  </a:prstGeom>
                  <a:solidFill>
                    <a:schemeClr val="accent6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sp>
            <p:nvSpPr>
              <p:cNvPr id="449" name="正方形/長方形 448">
                <a:extLst>
                  <a:ext uri="{FF2B5EF4-FFF2-40B4-BE49-F238E27FC236}">
                    <ns2:creationId id="{74D0726D-9616-93FF-F561-287B25C1A846}"/>
                  </a:ext>
                </a:extLst>
              </p:cNvPr>
              <p:cNvSpPr/>
              <p:nvPr/>
            </p:nvSpPr>
            <p:spPr>
              <a:xfrm>
                <a:off x="4090650" y="5835698"/>
                <a:ext cx="3011494" cy="4004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8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/ </a:t>
                </a:r>
                <a:r>
                  <a:rPr lang="en-US" sz="8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正方形/長方形 450">
                <a:extLst>
                  <a:ext uri="{FF2B5EF4-FFF2-40B4-BE49-F238E27FC236}">
                    <ns2:creationId id="{0BC8BF8F-9CB6-E823-8303-E56B2268FECF}"/>
                  </a:ext>
                </a:extLst>
              </p:cNvPr>
              <p:cNvSpPr/>
              <p:nvPr/>
            </p:nvSpPr>
            <p:spPr>
              <a:xfrm>
                <a:off x="7208461" y="5835698"/>
                <a:ext cx="3007355" cy="400488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1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1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Aft>
                    <a:spcPts val="1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18" name="グラフィックス 517" descr="UI UX 単色塗りつぶし">
                <a:extLst>
                  <a:ext uri="{FF2B5EF4-FFF2-40B4-BE49-F238E27FC236}">
                    <ns2:creationId id="{227A8380-A5A9-CC5F-F6CE-733D9E8DC2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032200" y="5602594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19" name="グラフィックス 518" descr="非常に良い 単色塗りつぶし">
                <a:extLst>
                  <a:ext uri="{FF2B5EF4-FFF2-40B4-BE49-F238E27FC236}">
                    <ns2:creationId id="{0F4F1137-76F9-883E-2FE1-978D37F64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918856" y="5605513"/>
                <a:ext cx="180000" cy="180000"/>
              </a:xfrm>
              <a:prstGeom prst="rect">
                <a:avLst/>
              </a:prstGeom>
            </p:spPr>
          </p:pic>
        </p:grpSp>
        <p:sp>
          <p:nvSpPr>
            <p:cNvPr id="523" name="Shape 105">
              <a:extLst>
                <a:ext uri="{FF2B5EF4-FFF2-40B4-BE49-F238E27FC236}">
                  <ns2:creationId id="{5D08DAA4-355A-B384-8520-9D6A1E571595}"/>
                </a:ext>
              </a:extLst>
            </p:cNvPr>
            <p:cNvSpPr/>
            <p:nvPr/>
          </p:nvSpPr>
          <p:spPr>
            <a:xfrm>
              <a:off x="4752442" y="5090160"/>
              <a:ext cx="219456" cy="368300"/>
            </a:xfrm>
            <a:prstGeom prst="upArrow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5" name="Shape 106">
              <a:extLst>
                <a:ext uri="{FF2B5EF4-FFF2-40B4-BE49-F238E27FC236}">
                  <ns2:creationId id="{CE89E5E6-12A0-11AB-16A7-37B6815E99A1}"/>
                </a:ext>
              </a:extLst>
            </p:cNvPr>
            <p:cNvSpPr/>
            <p:nvPr/>
          </p:nvSpPr>
          <p:spPr>
            <a:xfrm>
              <a:off x="6761988" y="5090160"/>
              <a:ext cx="219456" cy="368300"/>
            </a:xfrm>
            <a:prstGeom prst="upArrow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7" name="Shape 107">
              <a:extLst>
                <a:ext uri="{FF2B5EF4-FFF2-40B4-BE49-F238E27FC236}">
                  <ns2:creationId id="{72FADEF5-DAF8-EAB0-92E9-4DE830ED3DF0}"/>
                </a:ext>
              </a:extLst>
            </p:cNvPr>
            <p:cNvSpPr/>
            <p:nvPr/>
          </p:nvSpPr>
          <p:spPr>
            <a:xfrm>
              <a:off x="8718194" y="5090160"/>
              <a:ext cx="219456" cy="368300"/>
            </a:xfrm>
            <a:prstGeom prst="upArrow">
              <a:avLst/>
            </a:prstGeom>
            <a:solidFill>
              <a:schemeClr val="accent5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540200681"/>
      </p:ext>
    </p:extLst>
  </p:cSld>
  <p:clrMapOvr>
    <a:masterClrMapping/>
  </p:clrMapOvr>
</p:sld>
</file>

<file path=ppt/slides/slide26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4E30048-57FF-3CDA-4099-3971AE65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35834B3-4DC5-A5C1-D666-FF893F0C4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-18660"/>
            <a:ext cx="11745912" cy="914400"/>
          </a:xfrm>
        </p:spPr>
        <p:txBody>
          <a:bodyPr/>
          <a:lstStyle/>
          <a:p>
            <a:r>
              <a:rPr lang="en-US" altLang="ja-JP" sz="2400" dirty="0"/>
              <a:t>13</a:t>
            </a:r>
            <a:r>
              <a:rPr lang="ja-JP" altLang="en-US" sz="2400" dirty="0"/>
              <a:t>XX</a:t>
            </a:r>
            <a:endParaRPr kumimoji="1" lang="ja-JP" altLang="en-US" dirty="0"/>
          </a:p>
        </p:txBody>
      </p:sp>
      <p:grpSp>
        <p:nvGrpSpPr>
          <p:cNvPr id="246" name="グループ化 245">
            <a:extLst>
              <a:ext uri="{FF2B5EF4-FFF2-40B4-BE49-F238E27FC236}">
                <ns2:creationId id="{00F93F79-D046-B3D7-C646-2DEE816C59AA}"/>
              </a:ext>
            </a:extLst>
          </p:cNvPr>
          <p:cNvGrpSpPr/>
          <p:nvPr/>
        </p:nvGrpSpPr>
        <p:grpSpPr>
          <a:xfrm>
            <a:off x="334963" y="1026286"/>
            <a:ext cx="11525168" cy="5282439"/>
            <a:chOff x="334963" y="1026286"/>
            <a:chExt cx="11525168" cy="5282439"/>
          </a:xfrm>
        </p:grpSpPr>
        <p:sp>
          <p:nvSpPr>
            <p:cNvPr id="5" name="テキスト ボックス 4">
              <a:extLst>
                <a:ext uri="{FF2B5EF4-FFF2-40B4-BE49-F238E27FC236}">
                  <ns2:creationId id="{36B65137-108C-28B0-5952-F6AAB50A1434}"/>
                </a:ext>
              </a:extLst>
            </p:cNvPr>
            <p:cNvSpPr txBox="1"/>
            <p:nvPr/>
          </p:nvSpPr>
          <p:spPr>
            <a:xfrm>
              <a:off x="334963" y="1026286"/>
              <a:ext cx="4176077" cy="716013"/>
            </a:xfrm>
            <a:prstGeom prst="rect">
              <a:avLst/>
            </a:prstGeom>
            <a:solidFill>
              <a:schemeClr val="accent5"/>
            </a:solidFill>
          </p:spPr>
          <p:txBody>
            <a:bodyPr wrap="square" lIns="468000" rtlCol="0" anchor="ctr" anchorCtr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0" name="テキスト ボックス 89">
              <a:extLst>
                <a:ext uri="{FF2B5EF4-FFF2-40B4-BE49-F238E27FC236}">
                  <ns2:creationId id="{E904344C-0C87-52B4-DD5D-218CF627FF94}"/>
                </a:ext>
              </a:extLst>
            </p:cNvPr>
            <p:cNvSpPr txBox="1"/>
            <p:nvPr/>
          </p:nvSpPr>
          <p:spPr>
            <a:xfrm>
              <a:off x="8808725" y="1026286"/>
              <a:ext cx="3051406" cy="716013"/>
            </a:xfrm>
            <a:prstGeom prst="rect">
              <a:avLst/>
            </a:prstGeom>
            <a:solidFill>
              <a:schemeClr val="accent5"/>
            </a:solidFill>
          </p:spPr>
          <p:txBody>
            <a:bodyPr wrap="square" lIns="468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 dirty="0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BBD38908-08ED-35CB-2771-95C9360FE2E6}"/>
                </a:ext>
              </a:extLst>
            </p:cNvPr>
            <p:cNvSpPr/>
            <p:nvPr/>
          </p:nvSpPr>
          <p:spPr>
            <a:xfrm>
              <a:off x="8808721" y="2106536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26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4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E87A05FD-F351-DED0-4B8B-283CA876AACE}"/>
                </a:ext>
              </a:extLst>
            </p:cNvPr>
            <p:cNvSpPr/>
            <p:nvPr/>
          </p:nvSpPr>
          <p:spPr>
            <a:xfrm>
              <a:off x="8808721" y="1780128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26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6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2C051A32-8E63-9F6B-0FC4-4D0D90663111}"/>
                </a:ext>
              </a:extLst>
            </p:cNvPr>
            <p:cNvSpPr/>
            <p:nvPr/>
          </p:nvSpPr>
          <p:spPr>
            <a:xfrm>
              <a:off x="8808722" y="2432944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C3AF3765-8339-553B-37D1-674D2FCCBC45}"/>
                </a:ext>
              </a:extLst>
            </p:cNvPr>
            <p:cNvSpPr/>
            <p:nvPr/>
          </p:nvSpPr>
          <p:spPr>
            <a:xfrm>
              <a:off x="8808721" y="2759352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1EC7CADA-5B98-9BDE-8BA2-79B5D10D9047}"/>
                </a:ext>
              </a:extLst>
            </p:cNvPr>
            <p:cNvSpPr/>
            <p:nvPr/>
          </p:nvSpPr>
          <p:spPr>
            <a:xfrm>
              <a:off x="8808721" y="3085760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7E539A24-BF87-721F-1D3C-09683ECE920D}"/>
                </a:ext>
              </a:extLst>
            </p:cNvPr>
            <p:cNvSpPr/>
            <p:nvPr/>
          </p:nvSpPr>
          <p:spPr>
            <a:xfrm>
              <a:off x="8808721" y="3412168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880DB0AE-5FBD-2098-6533-F2FFFDB798AB}"/>
                </a:ext>
              </a:extLst>
            </p:cNvPr>
            <p:cNvSpPr/>
            <p:nvPr/>
          </p:nvSpPr>
          <p:spPr>
            <a:xfrm>
              <a:off x="8808721" y="3738576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～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26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5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714AB8DA-2E63-E441-EDF0-50F189C51581}"/>
                </a:ext>
              </a:extLst>
            </p:cNvPr>
            <p:cNvSpPr/>
            <p:nvPr/>
          </p:nvSpPr>
          <p:spPr>
            <a:xfrm>
              <a:off x="8808721" y="4064984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2F7906BC-49AD-3514-03DC-A9827F59AD7F}"/>
                </a:ext>
              </a:extLst>
            </p:cNvPr>
            <p:cNvSpPr/>
            <p:nvPr/>
          </p:nvSpPr>
          <p:spPr>
            <a:xfrm>
              <a:off x="8808720" y="4391392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zh-TW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C3C221D5-9D94-6338-EA5E-3F3EA2719F33}"/>
                </a:ext>
              </a:extLst>
            </p:cNvPr>
            <p:cNvSpPr/>
            <p:nvPr/>
          </p:nvSpPr>
          <p:spPr>
            <a:xfrm>
              <a:off x="8808721" y="4717800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63D859E9-6A5F-DDBF-E199-D734EBE308C2}"/>
                </a:ext>
              </a:extLst>
            </p:cNvPr>
            <p:cNvSpPr/>
            <p:nvPr/>
          </p:nvSpPr>
          <p:spPr>
            <a:xfrm>
              <a:off x="8808721" y="5044208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EA5FE7B6-3AC5-D147-8FA6-A809BA3C58E4}"/>
                </a:ext>
              </a:extLst>
            </p:cNvPr>
            <p:cNvSpPr/>
            <p:nvPr/>
          </p:nvSpPr>
          <p:spPr>
            <a:xfrm>
              <a:off x="8808721" y="5370616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41727324-CCA8-3299-AADF-D9379C09F449}"/>
                </a:ext>
              </a:extLst>
            </p:cNvPr>
            <p:cNvSpPr/>
            <p:nvPr/>
          </p:nvSpPr>
          <p:spPr>
            <a:xfrm>
              <a:off x="8808721" y="5697024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4E0E64D7-7591-D3A2-A0F2-BB260A110F44}"/>
                </a:ext>
              </a:extLst>
            </p:cNvPr>
            <p:cNvSpPr/>
            <p:nvPr/>
          </p:nvSpPr>
          <p:spPr>
            <a:xfrm>
              <a:off x="8808721" y="6023433"/>
              <a:ext cx="3051406" cy="284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6BF8CB82-D06A-7906-6733-755133C1E368}"/>
                </a:ext>
              </a:extLst>
            </p:cNvPr>
            <p:cNvSpPr/>
            <p:nvPr/>
          </p:nvSpPr>
          <p:spPr>
            <a:xfrm>
              <a:off x="2149805" y="3411143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EF48BA2A-0A46-4A63-01E1-564313D02B98}"/>
                </a:ext>
              </a:extLst>
            </p:cNvPr>
            <p:cNvSpPr/>
            <p:nvPr/>
          </p:nvSpPr>
          <p:spPr>
            <a:xfrm>
              <a:off x="2149805" y="4063549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F6473FCC-BC13-85D8-5E0E-E5437508E0B0}"/>
                </a:ext>
              </a:extLst>
            </p:cNvPr>
            <p:cNvSpPr/>
            <p:nvPr/>
          </p:nvSpPr>
          <p:spPr>
            <a:xfrm>
              <a:off x="2149805" y="2106331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ADABAD5D-8D1A-A4A3-98A9-54CBF6B8DF4C}"/>
                </a:ext>
              </a:extLst>
            </p:cNvPr>
            <p:cNvSpPr/>
            <p:nvPr/>
          </p:nvSpPr>
          <p:spPr>
            <a:xfrm>
              <a:off x="2149805" y="2432534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C4829625-4FD0-23E6-51FB-13672157AC0F}"/>
                </a:ext>
              </a:extLst>
            </p:cNvPr>
            <p:cNvSpPr/>
            <p:nvPr/>
          </p:nvSpPr>
          <p:spPr>
            <a:xfrm>
              <a:off x="2149805" y="2758737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D9B7BB25-0496-8501-8FD6-CBBAC37B2FF5}"/>
                </a:ext>
              </a:extLst>
            </p:cNvPr>
            <p:cNvSpPr/>
            <p:nvPr/>
          </p:nvSpPr>
          <p:spPr>
            <a:xfrm>
              <a:off x="2149805" y="3737346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3261623F-6EF0-58AD-9571-2DA262352A84}"/>
                </a:ext>
              </a:extLst>
            </p:cNvPr>
            <p:cNvSpPr/>
            <p:nvPr/>
          </p:nvSpPr>
          <p:spPr>
            <a:xfrm>
              <a:off x="2149805" y="3084940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CDEE606E-73F4-A280-7969-E439A9C05BCC}"/>
                </a:ext>
              </a:extLst>
            </p:cNvPr>
            <p:cNvSpPr/>
            <p:nvPr/>
          </p:nvSpPr>
          <p:spPr>
            <a:xfrm>
              <a:off x="2147003" y="6021145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39" name="グループ化 138">
              <a:extLst>
                <a:ext uri="{FF2B5EF4-FFF2-40B4-BE49-F238E27FC236}">
                  <ns2:creationId id="{CCDC55C9-2D8D-AA2B-722A-658311C15A0E}"/>
                </a:ext>
              </a:extLst>
            </p:cNvPr>
            <p:cNvGrpSpPr/>
            <p:nvPr/>
          </p:nvGrpSpPr>
          <p:grpSpPr>
            <a:xfrm>
              <a:off x="2147003" y="4389752"/>
              <a:ext cx="2361235" cy="613910"/>
              <a:chOff x="2147003" y="4389499"/>
              <a:chExt cx="2361235" cy="613910"/>
            </a:xfrm>
          </p:grpSpPr>
          <p:sp>
            <p:nvSpPr>
              <p:cNvPr id="19" name="正方形/長方形 18">
                <a:extLst>
                  <a:ext uri="{FF2B5EF4-FFF2-40B4-BE49-F238E27FC236}">
                    <ns2:creationId id="{3B3045F7-E681-B4C4-00B1-5F49C716A44A}"/>
                  </a:ext>
                </a:extLst>
              </p:cNvPr>
              <p:cNvSpPr/>
              <p:nvPr/>
            </p:nvSpPr>
            <p:spPr>
              <a:xfrm>
                <a:off x="2147003" y="4389499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DX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278B6B91-AA41-FB1E-756C-AB789FB901C9}"/>
                  </a:ext>
                </a:extLst>
              </p:cNvPr>
              <p:cNvSpPr/>
              <p:nvPr/>
            </p:nvSpPr>
            <p:spPr>
              <a:xfrm>
                <a:off x="2147003" y="4715829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38" name="グループ化 137">
              <a:extLst>
                <a:ext uri="{FF2B5EF4-FFF2-40B4-BE49-F238E27FC236}">
                  <ns2:creationId id="{8A7E8162-4A81-9396-3F97-DD97BFA4D3C8}"/>
                </a:ext>
              </a:extLst>
            </p:cNvPr>
            <p:cNvGrpSpPr/>
            <p:nvPr/>
          </p:nvGrpSpPr>
          <p:grpSpPr>
            <a:xfrm>
              <a:off x="2147003" y="5042285"/>
              <a:ext cx="2361235" cy="940239"/>
              <a:chOff x="2147003" y="5042158"/>
              <a:chExt cx="2361235" cy="940239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6D5D133B-8936-321C-4279-06A34F888EE4}"/>
                  </a:ext>
                </a:extLst>
              </p:cNvPr>
              <p:cNvSpPr/>
              <p:nvPr/>
            </p:nvSpPr>
            <p:spPr>
              <a:xfrm>
                <a:off x="2147003" y="5694817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0E6FA027-BDEC-5460-A10F-C3C9220A3363}"/>
                  </a:ext>
                </a:extLst>
              </p:cNvPr>
              <p:cNvSpPr/>
              <p:nvPr/>
            </p:nvSpPr>
            <p:spPr>
              <a:xfrm>
                <a:off x="2147003" y="5368487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C60BE0C7-8F04-F162-8C78-A26437780662}"/>
                  </a:ext>
                </a:extLst>
              </p:cNvPr>
              <p:cNvSpPr/>
              <p:nvPr/>
            </p:nvSpPr>
            <p:spPr>
              <a:xfrm>
                <a:off x="2147003" y="5042158"/>
                <a:ext cx="2361235" cy="28758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SCM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50" name="正方形/長方形 49">
              <a:extLst>
                <a:ext uri="{FF2B5EF4-FFF2-40B4-BE49-F238E27FC236}">
                  <ns2:creationId id="{B9FA7643-151E-C7DA-AC9C-66EDDB7EC6CA}"/>
                </a:ext>
              </a:extLst>
            </p:cNvPr>
            <p:cNvSpPr/>
            <p:nvPr/>
          </p:nvSpPr>
          <p:spPr>
            <a:xfrm>
              <a:off x="2149805" y="1780128"/>
              <a:ext cx="2361235" cy="287580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166AA4A4-E414-245D-87DA-61AA1CFA1B27}"/>
                </a:ext>
              </a:extLst>
            </p:cNvPr>
            <p:cNvSpPr/>
            <p:nvPr/>
          </p:nvSpPr>
          <p:spPr>
            <a:xfrm>
              <a:off x="334963" y="1785171"/>
              <a:ext cx="1653857" cy="256381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20872485-3DAB-1156-2B5F-CD9ABB63D55C}"/>
                </a:ext>
              </a:extLst>
            </p:cNvPr>
            <p:cNvSpPr/>
            <p:nvPr/>
          </p:nvSpPr>
          <p:spPr>
            <a:xfrm>
              <a:off x="334963" y="4389499"/>
              <a:ext cx="1653857" cy="61714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76851F0F-3F06-115A-C78D-90DE04F74A7E}"/>
                </a:ext>
              </a:extLst>
            </p:cNvPr>
            <p:cNvSpPr/>
            <p:nvPr/>
          </p:nvSpPr>
          <p:spPr>
            <a:xfrm>
              <a:off x="334963" y="5042157"/>
              <a:ext cx="1653857" cy="9396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EDFB7CDE-6D4E-994A-E789-50597A691D49}"/>
                </a:ext>
              </a:extLst>
            </p:cNvPr>
            <p:cNvSpPr/>
            <p:nvPr/>
          </p:nvSpPr>
          <p:spPr>
            <a:xfrm>
              <a:off x="334963" y="6020567"/>
              <a:ext cx="1653857" cy="28815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ns2:creationId id="{50A24BE6-A432-BA61-FED9-5155FB8B0B50}"/>
                </a:ext>
              </a:extLst>
            </p:cNvPr>
            <p:cNvSpPr txBox="1"/>
            <p:nvPr/>
          </p:nvSpPr>
          <p:spPr>
            <a:xfrm>
              <a:off x="4575345" y="1027654"/>
              <a:ext cx="4181835" cy="360595"/>
            </a:xfrm>
            <a:prstGeom prst="rect">
              <a:avLst/>
            </a:prstGeom>
            <a:solidFill>
              <a:schemeClr val="accent5"/>
            </a:solidFill>
          </p:spPr>
          <p:txBody>
            <a:bodyPr wrap="square" lIns="468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>
                  <a:solidFill>
                    <a:schemeClr val="bg1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ns2:creationId id="{6714E3F9-C001-5346-5916-3072FF8857D0}"/>
                </a:ext>
              </a:extLst>
            </p:cNvPr>
            <p:cNvSpPr txBox="1"/>
            <p:nvPr/>
          </p:nvSpPr>
          <p:spPr>
            <a:xfrm>
              <a:off x="4578157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ns2:creationId id="{EA135274-77B2-1B3C-8DA3-531D0BA4FEFB}"/>
                </a:ext>
              </a:extLst>
            </p:cNvPr>
            <p:cNvSpPr txBox="1"/>
            <p:nvPr/>
          </p:nvSpPr>
          <p:spPr>
            <a:xfrm>
              <a:off x="5628611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b="1" dirty="0">
                  <a:solidFill>
                    <a:prstClr val="black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ns2:creationId id="{D96B415E-C1BA-F0BC-B688-03C5C3D65704}"/>
                </a:ext>
              </a:extLst>
            </p:cNvPr>
            <p:cNvSpPr txBox="1"/>
            <p:nvPr/>
          </p:nvSpPr>
          <p:spPr>
            <a:xfrm>
              <a:off x="6694224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9CB99547-A22A-1CAD-DFEF-2FC9B30FC685}"/>
                </a:ext>
              </a:extLst>
            </p:cNvPr>
            <p:cNvSpPr txBox="1"/>
            <p:nvPr/>
          </p:nvSpPr>
          <p:spPr>
            <a:xfrm>
              <a:off x="7768142" y="1432166"/>
              <a:ext cx="986217" cy="30777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lIns="0" r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A642A7DC-4B80-C5B8-9304-0F3E8FEB21FF}"/>
                </a:ext>
              </a:extLst>
            </p:cNvPr>
            <p:cNvSpPr/>
            <p:nvPr/>
          </p:nvSpPr>
          <p:spPr>
            <a:xfrm>
              <a:off x="4576859" y="210631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2702B5B9-016F-FA17-4C36-3321E05AB034}"/>
                </a:ext>
              </a:extLst>
            </p:cNvPr>
            <p:cNvSpPr/>
            <p:nvPr/>
          </p:nvSpPr>
          <p:spPr>
            <a:xfrm>
              <a:off x="7768142" y="210653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F3D99C59-1761-ED2E-1C4C-CE96613282DC}"/>
                </a:ext>
              </a:extLst>
            </p:cNvPr>
            <p:cNvSpPr/>
            <p:nvPr/>
          </p:nvSpPr>
          <p:spPr>
            <a:xfrm>
              <a:off x="5628611" y="210631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59FB06AF-4D51-7B7E-334D-5942685841F0}"/>
                </a:ext>
              </a:extLst>
            </p:cNvPr>
            <p:cNvSpPr/>
            <p:nvPr/>
          </p:nvSpPr>
          <p:spPr>
            <a:xfrm>
              <a:off x="4576859" y="178012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1E52E73B-ABA9-C83E-4E3B-B205D220A6EA}"/>
                </a:ext>
              </a:extLst>
            </p:cNvPr>
            <p:cNvSpPr/>
            <p:nvPr/>
          </p:nvSpPr>
          <p:spPr>
            <a:xfrm>
              <a:off x="7768142" y="178012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465EBBEA-7BC2-A93E-AC6C-B39C2F8868D6}"/>
                </a:ext>
              </a:extLst>
            </p:cNvPr>
            <p:cNvSpPr/>
            <p:nvPr/>
          </p:nvSpPr>
          <p:spPr>
            <a:xfrm>
              <a:off x="5628611" y="178012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FA81A833-69D7-0CDB-E823-071E4D19FCD4}"/>
                </a:ext>
              </a:extLst>
            </p:cNvPr>
            <p:cNvSpPr/>
            <p:nvPr/>
          </p:nvSpPr>
          <p:spPr>
            <a:xfrm>
              <a:off x="4576859" y="243250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3E5FEF1-8246-A77B-E41E-C8ED92254570}"/>
                </a:ext>
              </a:extLst>
            </p:cNvPr>
            <p:cNvSpPr/>
            <p:nvPr/>
          </p:nvSpPr>
          <p:spPr>
            <a:xfrm>
              <a:off x="7768142" y="243294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3A48074F-33C1-77D3-9F32-A018D5222E8E}"/>
                </a:ext>
              </a:extLst>
            </p:cNvPr>
            <p:cNvSpPr/>
            <p:nvPr/>
          </p:nvSpPr>
          <p:spPr>
            <a:xfrm>
              <a:off x="5628611" y="243250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23AE2A15-F109-FF50-BB25-DD06946D47E2}"/>
                </a:ext>
              </a:extLst>
            </p:cNvPr>
            <p:cNvSpPr/>
            <p:nvPr/>
          </p:nvSpPr>
          <p:spPr>
            <a:xfrm>
              <a:off x="4576859" y="2758686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B476700E-E7D2-B634-5A9E-09229E8DA8BD}"/>
                </a:ext>
              </a:extLst>
            </p:cNvPr>
            <p:cNvSpPr/>
            <p:nvPr/>
          </p:nvSpPr>
          <p:spPr>
            <a:xfrm>
              <a:off x="7768142" y="2759352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B0B44E81-E8EF-3C49-1D39-34898D7E112C}"/>
                </a:ext>
              </a:extLst>
            </p:cNvPr>
            <p:cNvSpPr/>
            <p:nvPr/>
          </p:nvSpPr>
          <p:spPr>
            <a:xfrm>
              <a:off x="5628611" y="2758686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5701D3A8-71C4-3A2C-3B91-B89FCA6C8189}"/>
                </a:ext>
              </a:extLst>
            </p:cNvPr>
            <p:cNvSpPr/>
            <p:nvPr/>
          </p:nvSpPr>
          <p:spPr>
            <a:xfrm>
              <a:off x="4576859" y="3084872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9DBF0FE1-2784-5C3A-4B2F-8016650CB832}"/>
                </a:ext>
              </a:extLst>
            </p:cNvPr>
            <p:cNvSpPr/>
            <p:nvPr/>
          </p:nvSpPr>
          <p:spPr>
            <a:xfrm>
              <a:off x="7768142" y="3085760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39D8E2DA-57BB-531A-7C91-15DBFFAF34F9}"/>
                </a:ext>
              </a:extLst>
            </p:cNvPr>
            <p:cNvSpPr/>
            <p:nvPr/>
          </p:nvSpPr>
          <p:spPr>
            <a:xfrm>
              <a:off x="5628611" y="3084872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41EBFDA7-2103-1BAA-ABAC-06B68FFB4E01}"/>
                </a:ext>
              </a:extLst>
            </p:cNvPr>
            <p:cNvSpPr/>
            <p:nvPr/>
          </p:nvSpPr>
          <p:spPr>
            <a:xfrm>
              <a:off x="4576859" y="341105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BC960863-7530-03AA-89A7-EE1EAB3489FD}"/>
                </a:ext>
              </a:extLst>
            </p:cNvPr>
            <p:cNvSpPr/>
            <p:nvPr/>
          </p:nvSpPr>
          <p:spPr>
            <a:xfrm>
              <a:off x="7768142" y="341216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01394B87-4C6A-0586-14AF-837BC21FEBA9}"/>
                </a:ext>
              </a:extLst>
            </p:cNvPr>
            <p:cNvSpPr/>
            <p:nvPr/>
          </p:nvSpPr>
          <p:spPr>
            <a:xfrm>
              <a:off x="5628611" y="3411058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E73FE9F7-D754-9EB8-90EF-62DD8F5D8E80}"/>
                </a:ext>
              </a:extLst>
            </p:cNvPr>
            <p:cNvSpPr/>
            <p:nvPr/>
          </p:nvSpPr>
          <p:spPr>
            <a:xfrm>
              <a:off x="4576859" y="373724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6C86CFAD-BC0F-7A01-CEE1-DE812A1F608F}"/>
                </a:ext>
              </a:extLst>
            </p:cNvPr>
            <p:cNvSpPr/>
            <p:nvPr/>
          </p:nvSpPr>
          <p:spPr>
            <a:xfrm>
              <a:off x="7768142" y="373857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EA7FC235-2EE6-B6E7-B3B6-9270A1FA76D3}"/>
                </a:ext>
              </a:extLst>
            </p:cNvPr>
            <p:cNvSpPr/>
            <p:nvPr/>
          </p:nvSpPr>
          <p:spPr>
            <a:xfrm>
              <a:off x="5628611" y="3737244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5DBF4F2F-D766-56E7-8282-B5F3A02EB990}"/>
                </a:ext>
              </a:extLst>
            </p:cNvPr>
            <p:cNvSpPr/>
            <p:nvPr/>
          </p:nvSpPr>
          <p:spPr>
            <a:xfrm>
              <a:off x="4576859" y="406343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EFC00559-C071-B494-FCEE-7C756EA16CA2}"/>
                </a:ext>
              </a:extLst>
            </p:cNvPr>
            <p:cNvSpPr/>
            <p:nvPr/>
          </p:nvSpPr>
          <p:spPr>
            <a:xfrm>
              <a:off x="7768142" y="406498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E82A49CA-5700-5729-B1EC-C5E55A14CD33}"/>
                </a:ext>
              </a:extLst>
            </p:cNvPr>
            <p:cNvSpPr/>
            <p:nvPr/>
          </p:nvSpPr>
          <p:spPr>
            <a:xfrm>
              <a:off x="5628611" y="4063430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EE79B052-ED3F-86CD-A121-7A30FF73AC96}"/>
                </a:ext>
              </a:extLst>
            </p:cNvPr>
            <p:cNvSpPr/>
            <p:nvPr/>
          </p:nvSpPr>
          <p:spPr>
            <a:xfrm>
              <a:off x="4576859" y="4389616"/>
              <a:ext cx="987516" cy="286002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94E010A-F620-9CFA-7FA9-5A232A369EB9}"/>
                </a:ext>
              </a:extLst>
            </p:cNvPr>
            <p:cNvSpPr/>
            <p:nvPr/>
          </p:nvSpPr>
          <p:spPr>
            <a:xfrm>
              <a:off x="7768142" y="4391392"/>
              <a:ext cx="987516" cy="28312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B7D5AE7B-17D0-E324-7E70-25A1BE4A7EA5}"/>
                </a:ext>
              </a:extLst>
            </p:cNvPr>
            <p:cNvSpPr/>
            <p:nvPr/>
          </p:nvSpPr>
          <p:spPr>
            <a:xfrm>
              <a:off x="5628611" y="4389616"/>
              <a:ext cx="987516" cy="286002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1DCCAF4D-B616-1A93-D5B8-7A136526D886}"/>
                </a:ext>
              </a:extLst>
            </p:cNvPr>
            <p:cNvSpPr/>
            <p:nvPr/>
          </p:nvSpPr>
          <p:spPr>
            <a:xfrm>
              <a:off x="4576859" y="4715803"/>
              <a:ext cx="987516" cy="28600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3125A77E-CA9C-3E81-CB53-5BFD96632BC8}"/>
                </a:ext>
              </a:extLst>
            </p:cNvPr>
            <p:cNvSpPr/>
            <p:nvPr/>
          </p:nvSpPr>
          <p:spPr>
            <a:xfrm>
              <a:off x="7768142" y="4717801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2F255733-0971-F218-60E3-D4AE4983FFB4}"/>
                </a:ext>
              </a:extLst>
            </p:cNvPr>
            <p:cNvSpPr/>
            <p:nvPr/>
          </p:nvSpPr>
          <p:spPr>
            <a:xfrm>
              <a:off x="5628611" y="4715803"/>
              <a:ext cx="987516" cy="28600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5" name="正方形/長方形 104">
              <a:extLst>
                <a:ext uri="{FF2B5EF4-FFF2-40B4-BE49-F238E27FC236}">
                  <ns2:creationId id="{98EEA81B-B541-3049-E6CE-5CFFF7E08508}"/>
                </a:ext>
              </a:extLst>
            </p:cNvPr>
            <p:cNvSpPr/>
            <p:nvPr/>
          </p:nvSpPr>
          <p:spPr>
            <a:xfrm>
              <a:off x="4576859" y="5041989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145A6D95-E3FA-8C5F-8838-CBA855789C33}"/>
                </a:ext>
              </a:extLst>
            </p:cNvPr>
            <p:cNvSpPr/>
            <p:nvPr/>
          </p:nvSpPr>
          <p:spPr>
            <a:xfrm>
              <a:off x="7768142" y="5044209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96FCF446-AFCB-4A18-D0F7-AA51C16303A4}"/>
                </a:ext>
              </a:extLst>
            </p:cNvPr>
            <p:cNvSpPr/>
            <p:nvPr/>
          </p:nvSpPr>
          <p:spPr>
            <a:xfrm>
              <a:off x="5628611" y="5041989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D5886964-7449-5C74-C8CD-8BC500BDEE5F}"/>
                </a:ext>
              </a:extLst>
            </p:cNvPr>
            <p:cNvSpPr/>
            <p:nvPr/>
          </p:nvSpPr>
          <p:spPr>
            <a:xfrm>
              <a:off x="4576859" y="5368175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59D81C64-6548-596D-1515-09D99EBDE182}"/>
                </a:ext>
              </a:extLst>
            </p:cNvPr>
            <p:cNvSpPr/>
            <p:nvPr/>
          </p:nvSpPr>
          <p:spPr>
            <a:xfrm>
              <a:off x="7768142" y="5370617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19F9E434-576F-C880-2066-B0533A6BE15A}"/>
                </a:ext>
              </a:extLst>
            </p:cNvPr>
            <p:cNvSpPr/>
            <p:nvPr/>
          </p:nvSpPr>
          <p:spPr>
            <a:xfrm>
              <a:off x="5628611" y="5368175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F596D406-F157-6BFD-40F0-7A760F2191E9}"/>
                </a:ext>
              </a:extLst>
            </p:cNvPr>
            <p:cNvSpPr/>
            <p:nvPr/>
          </p:nvSpPr>
          <p:spPr>
            <a:xfrm>
              <a:off x="4576859" y="5694361"/>
              <a:ext cx="987516" cy="286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4981C0E2-325B-3CD6-AF65-9EDCE3ABFECA}"/>
                </a:ext>
              </a:extLst>
            </p:cNvPr>
            <p:cNvSpPr/>
            <p:nvPr/>
          </p:nvSpPr>
          <p:spPr>
            <a:xfrm>
              <a:off x="7768142" y="5697025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F6C8CA77-DA61-F552-35D4-765FCF481EF2}"/>
                </a:ext>
              </a:extLst>
            </p:cNvPr>
            <p:cNvSpPr/>
            <p:nvPr/>
          </p:nvSpPr>
          <p:spPr>
            <a:xfrm>
              <a:off x="5628611" y="5694361"/>
              <a:ext cx="987516" cy="28600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DBF5EA2B-111C-782A-8682-6CFB14DAB96C}"/>
                </a:ext>
              </a:extLst>
            </p:cNvPr>
            <p:cNvSpPr/>
            <p:nvPr/>
          </p:nvSpPr>
          <p:spPr>
            <a:xfrm>
              <a:off x="4576859" y="6020551"/>
              <a:ext cx="987516" cy="286001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2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16DBC790-0D69-241C-8408-9B1C3BA09EF2}"/>
                </a:ext>
              </a:extLst>
            </p:cNvPr>
            <p:cNvSpPr/>
            <p:nvPr/>
          </p:nvSpPr>
          <p:spPr>
            <a:xfrm>
              <a:off x="7768142" y="6024713"/>
              <a:ext cx="987516" cy="283120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200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9CA8E9D1-EBC6-1CE2-1952-260F0547FC66}"/>
                </a:ext>
              </a:extLst>
            </p:cNvPr>
            <p:cNvSpPr/>
            <p:nvPr/>
          </p:nvSpPr>
          <p:spPr>
            <a:xfrm>
              <a:off x="5628611" y="6020551"/>
              <a:ext cx="987516" cy="286001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2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249064E8-8B31-D4F6-2936-70C7C360C30B}"/>
                </a:ext>
              </a:extLst>
            </p:cNvPr>
            <p:cNvSpPr/>
            <p:nvPr/>
          </p:nvSpPr>
          <p:spPr>
            <a:xfrm>
              <a:off x="6694224" y="210653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83F2770A-2CAB-56A9-8E62-4D676BE6C64B}"/>
                </a:ext>
              </a:extLst>
            </p:cNvPr>
            <p:cNvSpPr/>
            <p:nvPr/>
          </p:nvSpPr>
          <p:spPr>
            <a:xfrm>
              <a:off x="6694224" y="178012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65E4E1AF-55E9-6ECE-A79F-3E92F85C1571}"/>
                </a:ext>
              </a:extLst>
            </p:cNvPr>
            <p:cNvSpPr/>
            <p:nvPr/>
          </p:nvSpPr>
          <p:spPr>
            <a:xfrm>
              <a:off x="6694224" y="243294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1CCA4FE0-3116-9A69-3FA5-74E9A34F5374}"/>
                </a:ext>
              </a:extLst>
            </p:cNvPr>
            <p:cNvSpPr/>
            <p:nvPr/>
          </p:nvSpPr>
          <p:spPr>
            <a:xfrm>
              <a:off x="6694224" y="2759352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E5A31955-2AC6-3879-7BA0-DE465412FE95}"/>
                </a:ext>
              </a:extLst>
            </p:cNvPr>
            <p:cNvSpPr/>
            <p:nvPr/>
          </p:nvSpPr>
          <p:spPr>
            <a:xfrm>
              <a:off x="6694224" y="3085760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1E3E2DA1-E7D9-D3BD-F036-5C0AF732A42C}"/>
                </a:ext>
              </a:extLst>
            </p:cNvPr>
            <p:cNvSpPr/>
            <p:nvPr/>
          </p:nvSpPr>
          <p:spPr>
            <a:xfrm>
              <a:off x="6694224" y="3412168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D13B192C-D8D3-FF8E-96B4-B7551CB36E30}"/>
                </a:ext>
              </a:extLst>
            </p:cNvPr>
            <p:cNvSpPr/>
            <p:nvPr/>
          </p:nvSpPr>
          <p:spPr>
            <a:xfrm>
              <a:off x="6694224" y="3738576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AB31782B-0E0D-58AD-2F99-9F63D73451FA}"/>
                </a:ext>
              </a:extLst>
            </p:cNvPr>
            <p:cNvSpPr/>
            <p:nvPr/>
          </p:nvSpPr>
          <p:spPr>
            <a:xfrm>
              <a:off x="6694224" y="4064984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1A94D5F7-9C97-E28C-C9C1-270FACE24304}"/>
                </a:ext>
              </a:extLst>
            </p:cNvPr>
            <p:cNvSpPr/>
            <p:nvPr/>
          </p:nvSpPr>
          <p:spPr>
            <a:xfrm>
              <a:off x="6694224" y="4391392"/>
              <a:ext cx="987516" cy="28312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73F6FA88-A29A-BD31-3237-FE5001FAD617}"/>
                </a:ext>
              </a:extLst>
            </p:cNvPr>
            <p:cNvSpPr/>
            <p:nvPr/>
          </p:nvSpPr>
          <p:spPr>
            <a:xfrm>
              <a:off x="6694224" y="4717801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AC695C9E-8EFC-B55E-DF2A-BAD5B000BBD7}"/>
                </a:ext>
              </a:extLst>
            </p:cNvPr>
            <p:cNvSpPr/>
            <p:nvPr/>
          </p:nvSpPr>
          <p:spPr>
            <a:xfrm>
              <a:off x="6694224" y="5044209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7064D373-E6AE-06E4-19BB-44B285E45C54}"/>
                </a:ext>
              </a:extLst>
            </p:cNvPr>
            <p:cNvSpPr/>
            <p:nvPr/>
          </p:nvSpPr>
          <p:spPr>
            <a:xfrm>
              <a:off x="6694224" y="5370617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32D88BAD-C8E3-91AB-722B-CFBBB3438124}"/>
                </a:ext>
              </a:extLst>
            </p:cNvPr>
            <p:cNvSpPr/>
            <p:nvPr/>
          </p:nvSpPr>
          <p:spPr>
            <a:xfrm>
              <a:off x="6694224" y="5697025"/>
              <a:ext cx="987516" cy="283120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BE4B83BD-66B1-4811-A320-2ADCF5D9BAF2}"/>
                </a:ext>
              </a:extLst>
            </p:cNvPr>
            <p:cNvSpPr/>
            <p:nvPr/>
          </p:nvSpPr>
          <p:spPr>
            <a:xfrm>
              <a:off x="6694224" y="6023433"/>
              <a:ext cx="987516" cy="283120"/>
            </a:xfrm>
            <a:prstGeom prst="rect">
              <a:avLst/>
            </a:prstGeom>
            <a:solidFill>
              <a:srgbClr val="FFFFF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20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3" name="直線コネクタ 62">
              <a:extLst>
                <a:ext uri="{FF2B5EF4-FFF2-40B4-BE49-F238E27FC236}">
                  <ns2:creationId id="{2E489AFA-A6CB-0A3E-B7BA-AD049A797037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1785171"/>
              <a:ext cx="0" cy="2563813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ns2:creationId id="{C29AA5FA-A711-D3C0-F80E-B6103C2528D5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4389499"/>
              <a:ext cx="0" cy="615600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ns2:creationId id="{B9C0564F-A96F-E11A-2192-1B7F1D082F13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5042201"/>
              <a:ext cx="0" cy="939600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9066F6C8-F12D-CAE5-3B8F-754F3C022CC4}"/>
                </a:ext>
              </a:extLst>
            </p:cNvPr>
            <p:cNvCxnSpPr>
              <a:cxnSpLocks/>
            </p:cNvCxnSpPr>
            <p:nvPr/>
          </p:nvCxnSpPr>
          <p:spPr>
            <a:xfrm>
              <a:off x="2067560" y="6020725"/>
              <a:ext cx="0" cy="288000"/>
            </a:xfrm>
            <a:prstGeom prst="line">
              <a:avLst/>
            </a:prstGeom>
            <a:ln w="3175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4" name="グラフィックス 73" descr="クリップボード 単色塗りつぶし">
              <a:extLst>
                <a:ext uri="{FF2B5EF4-FFF2-40B4-BE49-F238E27FC236}">
                  <ns2:creationId id="{6694B0AC-DDF2-B822-31CF-D4190A0190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02019" y="6037794"/>
              <a:ext cx="252000" cy="252000"/>
            </a:xfrm>
            <a:prstGeom prst="rect">
              <a:avLst/>
            </a:prstGeom>
          </p:spPr>
        </p:pic>
        <p:pic>
          <p:nvPicPr>
            <p:cNvPr id="79" name="グラフィックス 78" descr="質問 単色塗りつぶし">
              <a:extLst>
                <a:ext uri="{FF2B5EF4-FFF2-40B4-BE49-F238E27FC236}">
                  <ns2:creationId id="{0F822B7B-B459-7961-3322-C6965854AA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02019" y="5385957"/>
              <a:ext cx="252000" cy="252000"/>
            </a:xfrm>
            <a:prstGeom prst="rect">
              <a:avLst/>
            </a:prstGeom>
          </p:spPr>
        </p:pic>
        <p:pic>
          <p:nvPicPr>
            <p:cNvPr id="87" name="グラフィックス 86" descr="対象の人々 単色塗りつぶし">
              <a:extLst>
                <a:ext uri="{FF2B5EF4-FFF2-40B4-BE49-F238E27FC236}">
                  <ns2:creationId id="{D1389298-B4E4-C8C7-1937-551BF45E81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02019" y="4572070"/>
              <a:ext cx="252000" cy="252000"/>
            </a:xfrm>
            <a:prstGeom prst="rect">
              <a:avLst/>
            </a:prstGeom>
          </p:spPr>
        </p:pic>
        <p:pic>
          <p:nvPicPr>
            <p:cNvPr id="94" name="グラフィックス 93" descr="グループでのブレーンストーミング 単色塗りつぶし">
              <a:extLst>
                <a:ext uri="{FF2B5EF4-FFF2-40B4-BE49-F238E27FC236}">
                  <ns2:creationId id="{8EC2F242-CFE2-5A8E-391D-2443DC0D5C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402019" y="2941077"/>
              <a:ext cx="252000" cy="252000"/>
            </a:xfrm>
            <a:prstGeom prst="rect">
              <a:avLst/>
            </a:prstGeom>
          </p:spPr>
        </p:pic>
        <p:pic>
          <p:nvPicPr>
            <p:cNvPr id="99" name="グラフィックス 98" descr="左脳 単色塗りつぶし">
              <a:extLst>
                <a:ext uri="{FF2B5EF4-FFF2-40B4-BE49-F238E27FC236}">
                  <ns2:creationId id="{60D10B1E-9DBC-7D78-918E-762CF6E80A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065882" y="1033666"/>
              <a:ext cx="324000" cy="324000"/>
            </a:xfrm>
            <a:prstGeom prst="rect">
              <a:avLst/>
            </a:prstGeom>
          </p:spPr>
        </p:pic>
        <p:pic>
          <p:nvPicPr>
            <p:cNvPr id="104" name="グラフィックス 103" descr="ライト: オン 単色塗りつぶし">
              <a:extLst>
                <a:ext uri="{FF2B5EF4-FFF2-40B4-BE49-F238E27FC236}">
                  <ns2:creationId id="{28C5B7D0-C2E4-D14E-77AD-E84C5C848D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9154158" y="1186292"/>
              <a:ext cx="396000" cy="396000"/>
            </a:xfrm>
            <a:prstGeom prst="rect">
              <a:avLst/>
            </a:prstGeom>
          </p:spPr>
        </p:pic>
        <p:pic>
          <p:nvPicPr>
            <p:cNvPr id="116" name="グラフィックス 115" descr="ブレーンストーミング 単色塗りつぶし">
              <a:extLst>
                <a:ext uri="{FF2B5EF4-FFF2-40B4-BE49-F238E27FC236}">
                  <ns2:creationId id="{5AA5ABB2-6E8F-4B39-71D8-3DCEC583DC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1929186" y="1186292"/>
              <a:ext cx="396000" cy="396000"/>
            </a:xfrm>
            <a:prstGeom prst="rect">
              <a:avLst/>
            </a:prstGeom>
          </p:spPr>
        </p:pic>
        <p:grpSp>
          <p:nvGrpSpPr>
            <p:cNvPr id="245" name="グループ化 244">
              <a:extLst>
                <a:ext uri="{FF2B5EF4-FFF2-40B4-BE49-F238E27FC236}">
                  <ns2:creationId id="{42312E5C-D551-2D57-0415-3673E12034D8}"/>
                </a:ext>
              </a:extLst>
            </p:cNvPr>
            <p:cNvGrpSpPr/>
            <p:nvPr/>
          </p:nvGrpSpPr>
          <p:grpSpPr>
            <a:xfrm>
              <a:off x="4576859" y="2085532"/>
              <a:ext cx="7283272" cy="3916896"/>
              <a:chOff x="4576859" y="2085532"/>
              <a:chExt cx="7283272" cy="3916896"/>
            </a:xfrm>
          </p:grpSpPr>
          <p:cxnSp>
            <p:nvCxnSpPr>
              <p:cNvPr id="167" name="直線コネクタ 166">
                <a:extLst>
                  <a:ext uri="{FF2B5EF4-FFF2-40B4-BE49-F238E27FC236}">
                    <ns2:creationId id="{F3874942-7075-5544-7468-A4FA11BAC7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2085532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線コネクタ 172">
                <a:extLst>
                  <a:ext uri="{FF2B5EF4-FFF2-40B4-BE49-F238E27FC236}">
                    <ns2:creationId id="{3251DABA-885F-F575-A762-4D8188C0DE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2411940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直線コネクタ 181">
                <a:extLst>
                  <a:ext uri="{FF2B5EF4-FFF2-40B4-BE49-F238E27FC236}">
                    <ns2:creationId id="{FBD4A977-BDE8-6EB4-9FE0-9D240F6307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2738348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直線コネクタ 187">
                <a:extLst>
                  <a:ext uri="{FF2B5EF4-FFF2-40B4-BE49-F238E27FC236}">
                    <ns2:creationId id="{82FCA393-278E-E019-4870-EF0F9AAC50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3064756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直線コネクタ 193">
                <a:extLst>
                  <a:ext uri="{FF2B5EF4-FFF2-40B4-BE49-F238E27FC236}">
                    <ns2:creationId id="{4C71AE0F-F8B6-60AC-7C11-3615D64439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3391164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直線コネクタ 199">
                <a:extLst>
                  <a:ext uri="{FF2B5EF4-FFF2-40B4-BE49-F238E27FC236}">
                    <ns2:creationId id="{EA47A70E-F17F-24BA-2892-9DF9C08C67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3717572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ns2:creationId id="{499A4F14-D1A1-1209-432A-D8FF5ADE35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4043980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直線コネクタ 211">
                <a:extLst>
                  <a:ext uri="{FF2B5EF4-FFF2-40B4-BE49-F238E27FC236}">
                    <ns2:creationId id="{C3079A1F-5412-0CE5-DA30-FD5A7235BF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4370388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線コネクタ 217">
                <a:extLst>
                  <a:ext uri="{FF2B5EF4-FFF2-40B4-BE49-F238E27FC236}">
                    <ns2:creationId id="{4C38BF73-E9FE-C00A-098D-C033932B35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4696796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直線コネクタ 223">
                <a:extLst>
                  <a:ext uri="{FF2B5EF4-FFF2-40B4-BE49-F238E27FC236}">
                    <ns2:creationId id="{E1253AE3-EC91-862D-A048-3F524860C0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5023204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直線コネクタ 229">
                <a:extLst>
                  <a:ext uri="{FF2B5EF4-FFF2-40B4-BE49-F238E27FC236}">
                    <ns2:creationId id="{80B8B04D-9D87-BBCA-48F3-D39D3A1D57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5349612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コネクタ 235">
                <a:extLst>
                  <a:ext uri="{FF2B5EF4-FFF2-40B4-BE49-F238E27FC236}">
                    <ns2:creationId id="{73FF801F-2464-BE87-BDCB-686CAA6DD2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07331" y="5676020"/>
                <a:ext cx="3052800" cy="0"/>
              </a:xfrm>
              <a:prstGeom prst="line">
                <a:avLst/>
              </a:prstGeom>
              <a:ln w="9525">
                <a:solidFill>
                  <a:schemeClr val="tx1">
                    <a:alpha val="4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7" name="グループ化 236">
                <a:extLst>
                  <a:ext uri="{FF2B5EF4-FFF2-40B4-BE49-F238E27FC236}">
                    <ns2:creationId id="{8D0DFE4B-D52D-F0AE-AF2A-90822EB6B185}"/>
                  </a:ext>
                </a:extLst>
              </p:cNvPr>
              <p:cNvGrpSpPr/>
              <p:nvPr/>
            </p:nvGrpSpPr>
            <p:grpSpPr>
              <a:xfrm>
                <a:off x="4576859" y="6002428"/>
                <a:ext cx="7283272" cy="0"/>
                <a:chOff x="4576859" y="6441676"/>
                <a:chExt cx="7283272" cy="0"/>
              </a:xfrm>
            </p:grpSpPr>
            <p:cxnSp>
              <p:nvCxnSpPr>
                <p:cNvPr id="238" name="直線コネクタ 237">
                  <a:extLst>
                    <a:ext uri="{FF2B5EF4-FFF2-40B4-BE49-F238E27FC236}">
                      <ns2:creationId id="{C7BA54CF-F162-B8B6-0165-27EC161AA1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6859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直線コネクタ 238">
                  <a:extLst>
                    <a:ext uri="{FF2B5EF4-FFF2-40B4-BE49-F238E27FC236}">
                      <ns2:creationId id="{D8FFA23E-64F5-AA04-08E7-47F4B43E0D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92095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直線コネクタ 239">
                  <a:extLst>
                    <a:ext uri="{FF2B5EF4-FFF2-40B4-BE49-F238E27FC236}">
                      <ns2:creationId id="{8EF91B4D-3F80-0E73-B8B3-1FE1104D08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34477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直線コネクタ 240">
                  <a:extLst>
                    <a:ext uri="{FF2B5EF4-FFF2-40B4-BE49-F238E27FC236}">
                      <ns2:creationId id="{C8D89433-4713-5A98-658C-E86CFCDD19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749713" y="6441676"/>
                  <a:ext cx="9864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直線コネクタ 241">
                  <a:extLst>
                    <a:ext uri="{FF2B5EF4-FFF2-40B4-BE49-F238E27FC236}">
                      <ns2:creationId id="{618C0A85-90A2-41EE-F531-B8E6E971E0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07331" y="6441676"/>
                  <a:ext cx="3052800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40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2753454468"/>
      </p:ext>
    </p:extLst>
  </p:cSld>
  <p:clrMapOvr>
    <a:masterClrMapping/>
  </p:clrMapOvr>
</p:sld>
</file>

<file path=ppt/slides/slide26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1552A3F-1558-2CAF-C71B-9C1B75506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A4014C3-D665-64E7-5E96-FA271D4176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Excel</a:t>
            </a:r>
            <a:r>
              <a:rPr kumimoji="1" lang="ja-JP" altLang="en-US" dirty="0"/>
              <a:t>XX</a:t>
            </a:r>
            <a:r>
              <a:rPr kumimoji="1" lang="en-US" altLang="ja-JP" dirty="0"/>
              <a:t>3</a:t>
            </a:r>
            <a:r>
              <a:rPr kumimoji="1" lang="ja-JP" altLang="en-US" dirty="0"/>
              <a:t>XX</a:t>
            </a:r>
          </a:p>
        </p:txBody>
      </p:sp>
      <p:grpSp>
        <p:nvGrpSpPr>
          <p:cNvPr id="8" name="グループ化 7">
            <a:extLst>
              <a:ext uri="{FF2B5EF4-FFF2-40B4-BE49-F238E27FC236}">
                <ns2:creationId id="{85CA714C-9EED-B5A1-D7D9-F0AAD0D8DB6D}"/>
              </a:ext>
            </a:extLst>
          </p:cNvPr>
          <p:cNvGrpSpPr/>
          <p:nvPr/>
        </p:nvGrpSpPr>
        <p:grpSpPr>
          <a:xfrm>
            <a:off x="334963" y="1628775"/>
            <a:ext cx="11522075" cy="4680939"/>
            <a:chOff x="334963" y="1628775"/>
            <a:chExt cx="11522075" cy="4680939"/>
          </a:xfrm>
        </p:grpSpPr>
        <p:sp>
          <p:nvSpPr>
            <p:cNvPr id="42" name="正方形/長方形 41">
              <a:extLst>
                <a:ext uri="{FF2B5EF4-FFF2-40B4-BE49-F238E27FC236}">
                  <ns2:creationId id="{E1082B15-DC39-FFE6-5F68-1DB1916EEB77}"/>
                </a:ext>
              </a:extLst>
            </p:cNvPr>
            <p:cNvSpPr/>
            <p:nvPr/>
          </p:nvSpPr>
          <p:spPr>
            <a:xfrm>
              <a:off x="1586756" y="2722140"/>
              <a:ext cx="10270281" cy="34794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40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「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」</a:t>
              </a:r>
              <a:endParaRPr 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36692E1E-59AE-FFEA-F74E-06E91C192727}"/>
                </a:ext>
              </a:extLst>
            </p:cNvPr>
            <p:cNvSpPr/>
            <p:nvPr/>
          </p:nvSpPr>
          <p:spPr>
            <a:xfrm>
              <a:off x="334963" y="2722140"/>
              <a:ext cx="1117319" cy="25070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0" name="山形 66">
              <a:extLst>
                <a:ext uri="{FF2B5EF4-FFF2-40B4-BE49-F238E27FC236}">
                  <ns2:creationId id="{FB27589E-49DD-0469-2C18-C394A04C83BB}"/>
                </a:ext>
              </a:extLst>
            </p:cNvPr>
            <p:cNvSpPr/>
            <p:nvPr/>
          </p:nvSpPr>
          <p:spPr>
            <a:xfrm>
              <a:off x="1586758" y="3079602"/>
              <a:ext cx="3417739" cy="29144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2" name="山形 66">
              <a:extLst>
                <a:ext uri="{FF2B5EF4-FFF2-40B4-BE49-F238E27FC236}">
                  <ns2:creationId id="{3EF6CD59-A3F2-61AA-67F8-3370E0B60942}"/>
                </a:ext>
              </a:extLst>
            </p:cNvPr>
            <p:cNvSpPr/>
            <p:nvPr/>
          </p:nvSpPr>
          <p:spPr>
            <a:xfrm>
              <a:off x="5013026" y="3079602"/>
              <a:ext cx="3417739" cy="29144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4" name="山形 66">
              <a:extLst>
                <a:ext uri="{FF2B5EF4-FFF2-40B4-BE49-F238E27FC236}">
                  <ns2:creationId id="{4E1138C6-3637-5F6C-8578-4E253B5E0468}"/>
                </a:ext>
              </a:extLst>
            </p:cNvPr>
            <p:cNvSpPr/>
            <p:nvPr/>
          </p:nvSpPr>
          <p:spPr>
            <a:xfrm>
              <a:off x="8439296" y="3079602"/>
              <a:ext cx="3417741" cy="291449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E047491B-9C44-5B08-2456-C13AC898989C}"/>
                </a:ext>
              </a:extLst>
            </p:cNvPr>
            <p:cNvSpPr/>
            <p:nvPr/>
          </p:nvSpPr>
          <p:spPr>
            <a:xfrm>
              <a:off x="1586755" y="3371048"/>
              <a:ext cx="3357269" cy="113288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buClr>
                  <a:schemeClr val="accent5"/>
                </a:buClr>
              </a:pPr>
              <a:r>
                <a:rPr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/</a:t>
              </a:r>
              <a:r>
                <a:rPr lang="ja-JP" altLang="en-US" sz="12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C5E11EE2-F491-75F0-892B-F0D8654679F7}"/>
                </a:ext>
              </a:extLst>
            </p:cNvPr>
            <p:cNvSpPr/>
            <p:nvPr/>
          </p:nvSpPr>
          <p:spPr>
            <a:xfrm>
              <a:off x="5013026" y="3371049"/>
              <a:ext cx="3358800" cy="11328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buClr>
                  <a:schemeClr val="accent5"/>
                </a:buClr>
              </a:pP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)」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6909C57D-3A7B-BCD1-408F-39E972E51D8F}"/>
                </a:ext>
              </a:extLst>
            </p:cNvPr>
            <p:cNvSpPr/>
            <p:nvPr/>
          </p:nvSpPr>
          <p:spPr>
            <a:xfrm>
              <a:off x="8439296" y="3371049"/>
              <a:ext cx="3358800" cy="113288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buClr>
                  <a:schemeClr val="accent5"/>
                </a:buClr>
              </a:pPr>
              <a:r>
                <a:rPr lang="en-US" sz="1200" b="1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300"/>
                </a:spcBef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0" name="直線コネクタ 69">
              <a:extLst>
                <a:ext uri="{FF2B5EF4-FFF2-40B4-BE49-F238E27FC236}">
                  <ns2:creationId id="{F6BD04E2-D06C-61CE-147A-168AEC04E3A7}"/>
                </a:ext>
              </a:extLst>
            </p:cNvPr>
            <p:cNvCxnSpPr/>
            <p:nvPr/>
          </p:nvCxnSpPr>
          <p:spPr>
            <a:xfrm>
              <a:off x="1586756" y="5271339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CBD8FB22-F4B7-19EA-3EA1-3A660B4D60A7}"/>
                </a:ext>
              </a:extLst>
            </p:cNvPr>
            <p:cNvCxnSpPr>
              <a:cxnSpLocks/>
            </p:cNvCxnSpPr>
            <p:nvPr/>
          </p:nvCxnSpPr>
          <p:spPr>
            <a:xfrm>
              <a:off x="1506072" y="2722140"/>
              <a:ext cx="0" cy="2528141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正方形/長方形 31">
              <a:extLst>
                <a:ext uri="{FF2B5EF4-FFF2-40B4-BE49-F238E27FC236}">
                  <ns2:creationId id="{A029112B-9504-7C97-F33C-2AA03FF9F2AD}"/>
                </a:ext>
              </a:extLst>
            </p:cNvPr>
            <p:cNvSpPr/>
            <p:nvPr/>
          </p:nvSpPr>
          <p:spPr>
            <a:xfrm>
              <a:off x="334963" y="5308914"/>
              <a:ext cx="1117319" cy="10008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9D403A3B-1F82-B508-B885-896A0F00B604}"/>
                </a:ext>
              </a:extLst>
            </p:cNvPr>
            <p:cNvSpPr/>
            <p:nvPr/>
          </p:nvSpPr>
          <p:spPr>
            <a:xfrm>
              <a:off x="1586756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8B8920A-BCE9-570D-AC6F-D3C687C621AE}"/>
                </a:ext>
              </a:extLst>
            </p:cNvPr>
            <p:cNvSpPr/>
            <p:nvPr/>
          </p:nvSpPr>
          <p:spPr>
            <a:xfrm>
              <a:off x="5043261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EB0EB3E1-94ED-01B7-1A49-8EAA7AF56D6C}"/>
                </a:ext>
              </a:extLst>
            </p:cNvPr>
            <p:cNvSpPr/>
            <p:nvPr/>
          </p:nvSpPr>
          <p:spPr>
            <a:xfrm>
              <a:off x="8499765" y="5308914"/>
              <a:ext cx="3357273" cy="999811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Aft>
                  <a:spcPts val="5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、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0" name="直線コネクタ 39">
              <a:extLst>
                <a:ext uri="{FF2B5EF4-FFF2-40B4-BE49-F238E27FC236}">
                  <ns2:creationId id="{CC008A97-A856-FDAC-D3DC-4866151C6C0B}"/>
                </a:ext>
              </a:extLst>
            </p:cNvPr>
            <p:cNvCxnSpPr>
              <a:cxnSpLocks/>
            </p:cNvCxnSpPr>
            <p:nvPr/>
          </p:nvCxnSpPr>
          <p:spPr>
            <a:xfrm>
              <a:off x="1506072" y="5308914"/>
              <a:ext cx="0" cy="1000800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BE394412-5689-BD7E-82A4-7B30197E53E2}"/>
                </a:ext>
              </a:extLst>
            </p:cNvPr>
            <p:cNvSpPr/>
            <p:nvPr/>
          </p:nvSpPr>
          <p:spPr>
            <a:xfrm>
              <a:off x="334963" y="1628775"/>
              <a:ext cx="1117319" cy="10368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ns2:creationId id="{49343320-7C76-878E-FD64-5CF4944246D4}"/>
                </a:ext>
              </a:extLst>
            </p:cNvPr>
            <p:cNvCxnSpPr/>
            <p:nvPr/>
          </p:nvCxnSpPr>
          <p:spPr>
            <a:xfrm>
              <a:off x="1506072" y="1628775"/>
              <a:ext cx="0" cy="1036800"/>
            </a:xfrm>
            <a:prstGeom prst="line">
              <a:avLst/>
            </a:prstGeom>
            <a:ln w="38100">
              <a:solidFill>
                <a:schemeClr val="bg1">
                  <a:lumMod val="50000"/>
                  <a:alpha val="7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正方形/長方形 17">
              <a:extLst>
                <a:ext uri="{FF2B5EF4-FFF2-40B4-BE49-F238E27FC236}">
                  <ns2:creationId id="{4C0D27D9-A132-2953-2615-B657F8C13DEF}"/>
                </a:ext>
              </a:extLst>
            </p:cNvPr>
            <p:cNvSpPr/>
            <p:nvPr/>
          </p:nvSpPr>
          <p:spPr>
            <a:xfrm>
              <a:off x="1586756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71450" indent="-171450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</a:p>
            <a:p>
              <a:pPr marL="171450" indent="-171450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536F5F31-17DA-9817-94F2-80C4770160A1}"/>
                </a:ext>
              </a:extLst>
            </p:cNvPr>
            <p:cNvSpPr/>
            <p:nvPr/>
          </p:nvSpPr>
          <p:spPr>
            <a:xfrm>
              <a:off x="5043261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82563" indent="-182563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BECE64D8-204A-824B-E154-B38BF7B3F2D8}"/>
                </a:ext>
              </a:extLst>
            </p:cNvPr>
            <p:cNvSpPr/>
            <p:nvPr/>
          </p:nvSpPr>
          <p:spPr>
            <a:xfrm>
              <a:off x="8499765" y="1628776"/>
              <a:ext cx="3357273" cy="1036282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7F7F7F"/>
                </a:buClr>
              </a:pPr>
              <a:r>
                <a:rPr lang="en-US" sz="1400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endParaRPr>
            </a:p>
            <a:p>
              <a:pPr marL="182563" indent="-182563">
                <a:spcBef>
                  <a:spcPts val="600"/>
                </a:spcBef>
                <a:buClr>
                  <a:srgbClr val="7F7F7F"/>
                </a:buClr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12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7F7F7F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1" lang="en-US" altLang="ja-JP" sz="12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24" name="直線コネクタ 23">
              <a:extLst>
                <a:ext uri="{FF2B5EF4-FFF2-40B4-BE49-F238E27FC236}">
                  <ns2:creationId id="{755720E4-6C2B-E73D-395B-780FAAED9888}"/>
                </a:ext>
              </a:extLst>
            </p:cNvPr>
            <p:cNvCxnSpPr/>
            <p:nvPr/>
          </p:nvCxnSpPr>
          <p:spPr>
            <a:xfrm>
              <a:off x="1586756" y="2697050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グラフィックス 25" descr="沈思 単色塗りつぶし">
              <a:extLst>
                <a:ext uri="{FF2B5EF4-FFF2-40B4-BE49-F238E27FC236}">
                  <ns2:creationId id="{A6120AC3-B030-2BFE-618B-40BD1F6AB2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11389037" y="2197058"/>
              <a:ext cx="468000" cy="468000"/>
            </a:xfrm>
            <a:prstGeom prst="rect">
              <a:avLst/>
            </a:prstGeom>
          </p:spPr>
        </p:pic>
        <p:pic>
          <p:nvPicPr>
            <p:cNvPr id="28" name="グラフィックス 27" descr="釣り合っていない天秤 単色塗りつぶし">
              <a:extLst>
                <a:ext uri="{FF2B5EF4-FFF2-40B4-BE49-F238E27FC236}">
                  <ns2:creationId id="{60874B33-E44C-8C9B-9012-D2D1C5AED9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932533" y="2197058"/>
              <a:ext cx="468000" cy="468000"/>
            </a:xfrm>
            <a:prstGeom prst="rect">
              <a:avLst/>
            </a:prstGeom>
          </p:spPr>
        </p:pic>
        <p:pic>
          <p:nvPicPr>
            <p:cNvPr id="30" name="グラフィックス 29" descr="砂時計: 終了 単色塗りつぶし">
              <a:extLst>
                <a:ext uri="{FF2B5EF4-FFF2-40B4-BE49-F238E27FC236}">
                  <ns2:creationId id="{35FB842E-F421-CAF4-FC70-C4B6F68BA1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476028" y="2197058"/>
              <a:ext cx="468000" cy="468000"/>
            </a:xfrm>
            <a:prstGeom prst="rect">
              <a:avLst/>
            </a:prstGeom>
          </p:spPr>
        </p:pic>
        <p:grpSp>
          <p:nvGrpSpPr>
            <p:cNvPr id="172" name="グループ化 171">
              <a:extLst>
                <a:ext uri="{FF2B5EF4-FFF2-40B4-BE49-F238E27FC236}">
                  <ns2:creationId id="{94313B23-3744-631E-87AE-6183BACBF2FD}"/>
                </a:ext>
              </a:extLst>
            </p:cNvPr>
            <p:cNvGrpSpPr/>
            <p:nvPr/>
          </p:nvGrpSpPr>
          <p:grpSpPr>
            <a:xfrm>
              <a:off x="1586757" y="4565346"/>
              <a:ext cx="10159701" cy="393610"/>
              <a:chOff x="1586757" y="4565346"/>
              <a:chExt cx="10159701" cy="393610"/>
            </a:xfrm>
          </p:grpSpPr>
          <p:grpSp>
            <p:nvGrpSpPr>
              <p:cNvPr id="155" name="グループ化 154">
                <a:extLst>
                  <a:ext uri="{FF2B5EF4-FFF2-40B4-BE49-F238E27FC236}">
                    <ns2:creationId id="{929AEA6A-C0C7-2F4D-0F66-4E85FF779940}"/>
                  </a:ext>
                </a:extLst>
              </p:cNvPr>
              <p:cNvGrpSpPr/>
              <p:nvPr/>
            </p:nvGrpSpPr>
            <p:grpSpPr>
              <a:xfrm>
                <a:off x="1586757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52" name="正方形/長方形 151">
                  <a:extLst>
                    <a:ext uri="{FF2B5EF4-FFF2-40B4-BE49-F238E27FC236}">
                      <ns2:creationId id="{5540768A-4E78-E83F-382C-072A133BFDC9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3" name="正方形/長方形 152">
                  <a:extLst>
                    <a:ext uri="{FF2B5EF4-FFF2-40B4-BE49-F238E27FC236}">
                      <ns2:creationId id="{94889A67-7A8D-7AD7-73FC-2DC49534DCDC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56" name="グループ化 155">
                <a:extLst>
                  <a:ext uri="{FF2B5EF4-FFF2-40B4-BE49-F238E27FC236}">
                    <ns2:creationId id="{9F30CD88-F6CE-6A92-382B-841872DBD6B7}"/>
                  </a:ext>
                </a:extLst>
              </p:cNvPr>
              <p:cNvGrpSpPr/>
              <p:nvPr/>
            </p:nvGrpSpPr>
            <p:grpSpPr>
              <a:xfrm>
                <a:off x="5013026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57" name="正方形/長方形 156">
                  <a:extLst>
                    <a:ext uri="{FF2B5EF4-FFF2-40B4-BE49-F238E27FC236}">
                      <ns2:creationId id="{E58F7985-0385-822E-743F-97BAE17862CC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58" name="正方形/長方形 157">
                  <a:extLst>
                    <a:ext uri="{FF2B5EF4-FFF2-40B4-BE49-F238E27FC236}">
                      <ns2:creationId id="{137E9D0F-F886-4AE1-17DC-63A5FAAAC3B8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59" name="グループ化 158">
                <a:extLst>
                  <a:ext uri="{FF2B5EF4-FFF2-40B4-BE49-F238E27FC236}">
                    <ns2:creationId id="{34736C93-EF73-05B5-BF03-76F9DFE026BB}"/>
                  </a:ext>
                </a:extLst>
              </p:cNvPr>
              <p:cNvGrpSpPr/>
              <p:nvPr/>
            </p:nvGrpSpPr>
            <p:grpSpPr>
              <a:xfrm>
                <a:off x="8439296" y="4565346"/>
                <a:ext cx="3307162" cy="393610"/>
                <a:chOff x="1586757" y="4248911"/>
                <a:chExt cx="3307162" cy="710045"/>
              </a:xfrm>
            </p:grpSpPr>
            <p:sp>
              <p:nvSpPr>
                <p:cNvPr id="160" name="正方形/長方形 159">
                  <a:extLst>
                    <a:ext uri="{FF2B5EF4-FFF2-40B4-BE49-F238E27FC236}">
                      <ns2:creationId id="{1C8A581F-E089-F47D-CF3C-727029110AEE}"/>
                    </a:ext>
                  </a:extLst>
                </p:cNvPr>
                <p:cNvSpPr/>
                <p:nvPr/>
              </p:nvSpPr>
              <p:spPr>
                <a:xfrm>
                  <a:off x="1586757" y="4248911"/>
                  <a:ext cx="413494" cy="710045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61" name="正方形/長方形 160">
                  <a:extLst>
                    <a:ext uri="{FF2B5EF4-FFF2-40B4-BE49-F238E27FC236}">
                      <ns2:creationId id="{C8F17219-D3EF-013D-64DD-355337ECAA85}"/>
                    </a:ext>
                  </a:extLst>
                </p:cNvPr>
                <p:cNvSpPr/>
                <p:nvPr/>
              </p:nvSpPr>
              <p:spPr>
                <a:xfrm>
                  <a:off x="2034540" y="4248911"/>
                  <a:ext cx="2859379" cy="71004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、</a:t>
                  </a:r>
                  <a:r>
                    <a:rPr lang="en-US" altLang="ja-JP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000" b="1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71" name="グループ化 170">
              <a:extLst>
                <a:ext uri="{FF2B5EF4-FFF2-40B4-BE49-F238E27FC236}">
                  <ns2:creationId id="{E015B1A9-332F-9D59-D5C1-768CC4995360}"/>
                </a:ext>
              </a:extLst>
            </p:cNvPr>
            <p:cNvGrpSpPr/>
            <p:nvPr/>
          </p:nvGrpSpPr>
          <p:grpSpPr>
            <a:xfrm>
              <a:off x="1586756" y="4972677"/>
              <a:ext cx="10159702" cy="237252"/>
              <a:chOff x="1586756" y="4972677"/>
              <a:chExt cx="10159702" cy="237252"/>
            </a:xfrm>
          </p:grpSpPr>
          <p:grpSp>
            <p:nvGrpSpPr>
              <p:cNvPr id="164" name="グループ化 163">
                <a:extLst>
                  <a:ext uri="{FF2B5EF4-FFF2-40B4-BE49-F238E27FC236}">
                    <ns2:creationId id="{2F74E69A-1D28-102D-A92D-942533400DB7}"/>
                  </a:ext>
                </a:extLst>
              </p:cNvPr>
              <p:cNvGrpSpPr/>
              <p:nvPr/>
            </p:nvGrpSpPr>
            <p:grpSpPr>
              <a:xfrm>
                <a:off x="1586756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62" name="直線矢印コネクタ 61">
                  <a:extLst>
                    <a:ext uri="{FF2B5EF4-FFF2-40B4-BE49-F238E27FC236}">
                      <ns2:creationId id="{07720D29-6711-F470-8076-25EDBC20B1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3" name="正方形/長方形 162">
                  <a:extLst>
                    <a:ext uri="{FF2B5EF4-FFF2-40B4-BE49-F238E27FC236}">
                      <ns2:creationId id="{67A84E7A-86BC-0A45-ECB8-E91BAC628E21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65" name="グループ化 164">
                <a:extLst>
                  <a:ext uri="{FF2B5EF4-FFF2-40B4-BE49-F238E27FC236}">
                    <ns2:creationId id="{FB98ED13-0966-3F47-6258-4EF5E3211DEA}"/>
                  </a:ext>
                </a:extLst>
              </p:cNvPr>
              <p:cNvGrpSpPr/>
              <p:nvPr/>
            </p:nvGrpSpPr>
            <p:grpSpPr>
              <a:xfrm>
                <a:off x="5012407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166" name="直線矢印コネクタ 165">
                  <a:extLst>
                    <a:ext uri="{FF2B5EF4-FFF2-40B4-BE49-F238E27FC236}">
                      <ns2:creationId id="{4421698A-5EE1-4072-A623-6592E3D066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7" name="正方形/長方形 166">
                  <a:extLst>
                    <a:ext uri="{FF2B5EF4-FFF2-40B4-BE49-F238E27FC236}">
                      <ns2:creationId id="{E17BD8DA-D26F-0E0F-C381-060C15AEA628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68" name="グループ化 167">
                <a:extLst>
                  <a:ext uri="{FF2B5EF4-FFF2-40B4-BE49-F238E27FC236}">
                    <ns2:creationId id="{E064A088-FC22-E82F-130A-54F3CCC67A46}"/>
                  </a:ext>
                </a:extLst>
              </p:cNvPr>
              <p:cNvGrpSpPr/>
              <p:nvPr/>
            </p:nvGrpSpPr>
            <p:grpSpPr>
              <a:xfrm>
                <a:off x="8438058" y="4972677"/>
                <a:ext cx="3308400" cy="237252"/>
                <a:chOff x="1586756" y="4981037"/>
                <a:chExt cx="3308400" cy="237252"/>
              </a:xfrm>
            </p:grpSpPr>
            <p:cxnSp>
              <p:nvCxnSpPr>
                <p:cNvPr id="169" name="直線矢印コネクタ 168">
                  <a:extLst>
                    <a:ext uri="{FF2B5EF4-FFF2-40B4-BE49-F238E27FC236}">
                      <ns2:creationId id="{71990470-94D8-1281-4F4E-65F308CEE0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86756" y="5095264"/>
                  <a:ext cx="33084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headEnd type="oval" w="med" len="med"/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" name="正方形/長方形 169">
                  <a:extLst>
                    <a:ext uri="{FF2B5EF4-FFF2-40B4-BE49-F238E27FC236}">
                      <ns2:creationId id="{6CD77183-5E64-3C50-CB0E-7C8310F51F80}"/>
                    </a:ext>
                  </a:extLst>
                </p:cNvPr>
                <p:cNvSpPr/>
                <p:nvPr/>
              </p:nvSpPr>
              <p:spPr>
                <a:xfrm>
                  <a:off x="2164127" y="4981037"/>
                  <a:ext cx="2153658" cy="23725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10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0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2308540910"/>
      </p:ext>
    </p:extLst>
  </p:cSld>
  <p:clrMapOvr>
    <a:masterClrMapping/>
  </p:clrMapOvr>
</p:sld>
</file>

<file path=ppt/slides/slide26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6E20DEE-2444-FABB-9D01-513AB9029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：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5F2AEBA-4692-1190-DBA5-DDC2C53374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900" dirty="0"/>
              <a:t>XX</a:t>
            </a:r>
            <a:r>
              <a:rPr kumimoji="1" lang="en-US" altLang="ja-JP" sz="1900" dirty="0"/>
              <a:t>26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6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BI </a:t>
            </a:r>
            <a:r>
              <a:rPr lang="en-US" altLang="ja-JP" sz="1900" dirty="0"/>
              <a:t>(</a:t>
            </a:r>
            <a:r>
              <a:rPr kumimoji="1" lang="ja-JP" altLang="en-US" sz="1900" dirty="0"/>
              <a:t>XX</a:t>
            </a:r>
            <a:r>
              <a:rPr lang="en-US" altLang="ja-JP" sz="1900" dirty="0"/>
              <a:t>)</a:t>
            </a:r>
            <a:r>
              <a:rPr lang="ja-JP" altLang="en-US" sz="1900" dirty="0"/>
              <a:t> 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(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XX</a:t>
            </a:r>
            <a:r>
              <a:rPr kumimoji="1" lang="ja-JP" altLang="en-US" sz="1900" dirty="0"/>
              <a:t>XX</a:t>
            </a:r>
            <a:r>
              <a:rPr kumimoji="1" lang="en-US" altLang="ja-JP" sz="1900" dirty="0"/>
              <a:t>4</a:t>
            </a:r>
            <a:r>
              <a:rPr kumimoji="1" lang="ja-JP" altLang="en-US" sz="1900" dirty="0"/>
              <a:t>XX</a:t>
            </a:r>
            <a:r>
              <a:rPr lang="en-US" altLang="ja-JP" sz="1900" dirty="0"/>
              <a:t>) </a:t>
            </a:r>
            <a:r>
              <a:rPr kumimoji="1" lang="ja-JP" altLang="en-US" sz="1900" dirty="0"/>
              <a:t>XX</a:t>
            </a:r>
          </a:p>
        </p:txBody>
      </p:sp>
      <p:sp>
        <p:nvSpPr>
          <p:cNvPr id="158" name="正方形/長方形 157">
            <a:extLst>
              <a:ext uri="{FF2B5EF4-FFF2-40B4-BE49-F238E27FC236}">
                <ns2:creationId id="{21370970-9923-B87F-CE8F-31F67EE95565}"/>
              </a:ext>
            </a:extLst>
          </p:cNvPr>
          <p:cNvSpPr/>
          <p:nvPr/>
        </p:nvSpPr>
        <p:spPr>
          <a:xfrm>
            <a:off x="8106032" y="1636012"/>
            <a:ext cx="3751004" cy="324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kumimoji="1" lang="en-US" altLang="ja-JP" sz="140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kumimoji="1" lang="ja-JP" altLang="en-US" sz="140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9" name="正方形/長方形 158">
            <a:extLst>
              <a:ext uri="{FF2B5EF4-FFF2-40B4-BE49-F238E27FC236}">
                <ns2:creationId id="{63D0A1EB-7571-0005-8FE3-1140FF6C7D62}"/>
              </a:ext>
            </a:extLst>
          </p:cNvPr>
          <p:cNvSpPr/>
          <p:nvPr/>
        </p:nvSpPr>
        <p:spPr>
          <a:xfrm>
            <a:off x="8106032" y="1966234"/>
            <a:ext cx="3751004" cy="2232844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19" name="グループ化 418">
            <a:extLst>
              <a:ext uri="{FF2B5EF4-FFF2-40B4-BE49-F238E27FC236}">
                <ns2:creationId id="{766F6EBD-0FFB-6FD8-08BD-67C221C7EFF1}"/>
              </a:ext>
            </a:extLst>
          </p:cNvPr>
          <p:cNvGrpSpPr/>
          <p:nvPr/>
        </p:nvGrpSpPr>
        <p:grpSpPr>
          <a:xfrm>
            <a:off x="8208339" y="2052099"/>
            <a:ext cx="3546389" cy="2038318"/>
            <a:chOff x="8208339" y="2161231"/>
            <a:chExt cx="3546389" cy="1413533"/>
          </a:xfrm>
        </p:grpSpPr>
        <p:sp>
          <p:nvSpPr>
            <p:cNvPr id="161" name="四角形: 角を丸くする 160">
              <a:extLst>
                <a:ext uri="{FF2B5EF4-FFF2-40B4-BE49-F238E27FC236}">
                  <ns2:creationId id="{FBDA8756-BF47-DF47-50F3-BFE4790D5796}"/>
                </a:ext>
              </a:extLst>
            </p:cNvPr>
            <p:cNvSpPr/>
            <p:nvPr/>
          </p:nvSpPr>
          <p:spPr>
            <a:xfrm>
              <a:off x="8208339" y="2161231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2867F3A6-6ECE-B3C6-2AA2-D4FD90001592}"/>
                </a:ext>
              </a:extLst>
            </p:cNvPr>
            <p:cNvSpPr/>
            <p:nvPr/>
          </p:nvSpPr>
          <p:spPr>
            <a:xfrm>
              <a:off x="8263788" y="2300346"/>
              <a:ext cx="793715" cy="152971"/>
            </a:xfrm>
            <a:prstGeom prst="rect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0CB40701-D365-D59E-A28E-5BC9FC68FBB9}"/>
                </a:ext>
              </a:extLst>
            </p:cNvPr>
            <p:cNvSpPr/>
            <p:nvPr/>
          </p:nvSpPr>
          <p:spPr>
            <a:xfrm>
              <a:off x="9104220" y="2204491"/>
              <a:ext cx="2611529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四角形: 角を丸くする 168">
              <a:extLst>
                <a:ext uri="{FF2B5EF4-FFF2-40B4-BE49-F238E27FC236}">
                  <ns2:creationId id="{EE052565-29B1-8D1C-4FF6-FB24562A47C7}"/>
                </a:ext>
              </a:extLst>
            </p:cNvPr>
            <p:cNvSpPr/>
            <p:nvPr/>
          </p:nvSpPr>
          <p:spPr>
            <a:xfrm>
              <a:off x="8208339" y="2652396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3BEFBFE2-875D-9106-CE6C-288D307C172A}"/>
                </a:ext>
              </a:extLst>
            </p:cNvPr>
            <p:cNvSpPr/>
            <p:nvPr/>
          </p:nvSpPr>
          <p:spPr>
            <a:xfrm>
              <a:off x="8263788" y="2887367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724DCBC3-7BE5-1492-F916-CCCF55034451}"/>
                </a:ext>
              </a:extLst>
            </p:cNvPr>
            <p:cNvSpPr/>
            <p:nvPr/>
          </p:nvSpPr>
          <p:spPr>
            <a:xfrm>
              <a:off x="8263788" y="2695656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b="1" dirty="0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9A484FC8-82C9-DFD9-A17C-866C46EB7019}"/>
                </a:ext>
              </a:extLst>
            </p:cNvPr>
            <p:cNvSpPr/>
            <p:nvPr/>
          </p:nvSpPr>
          <p:spPr>
            <a:xfrm>
              <a:off x="9104220" y="2695656"/>
              <a:ext cx="2611529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四角形: 角を丸くする 176">
              <a:extLst>
                <a:ext uri="{FF2B5EF4-FFF2-40B4-BE49-F238E27FC236}">
                  <ns2:creationId id="{16FEE042-FABE-9B17-3A2B-3C9F66F403F9}"/>
                </a:ext>
              </a:extLst>
            </p:cNvPr>
            <p:cNvSpPr/>
            <p:nvPr/>
          </p:nvSpPr>
          <p:spPr>
            <a:xfrm>
              <a:off x="8208339" y="3143562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D18C0F07-3A59-966F-4ECA-EACDB2654E2C}"/>
                </a:ext>
              </a:extLst>
            </p:cNvPr>
            <p:cNvSpPr/>
            <p:nvPr/>
          </p:nvSpPr>
          <p:spPr>
            <a:xfrm>
              <a:off x="8263788" y="3282678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FB41D025-6684-E5F3-3554-55D1ACAEA10C}"/>
                </a:ext>
              </a:extLst>
            </p:cNvPr>
            <p:cNvSpPr/>
            <p:nvPr/>
          </p:nvSpPr>
          <p:spPr>
            <a:xfrm>
              <a:off x="9104220" y="3186822"/>
              <a:ext cx="2611529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kumimoji="1" lang="en-US" altLang="ja-JP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kumimoji="1" lang="en-US" altLang="ja-JP" sz="9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kumimoji="1" lang="en-US" altLang="ja-JP" sz="900" b="0" i="0" u="none" strike="noStrike" kern="1200" cap="none" spc="0" normalizeH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pic>
        <p:nvPicPr>
          <p:cNvPr id="185" name="グラフィックス 184" descr="ターゲット 単色塗りつぶし">
            <a:extLst>
              <a:ext uri="{FF2B5EF4-FFF2-40B4-BE49-F238E27FC236}">
                <ns2:creationId id="{D1869828-BF9F-7F92-FFF7-BCF36E87C1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9271462" y="1635062"/>
            <a:ext cx="324000" cy="324000"/>
          </a:xfrm>
          <a:prstGeom prst="rect">
            <a:avLst/>
          </a:prstGeom>
        </p:spPr>
      </p:pic>
      <p:sp>
        <p:nvSpPr>
          <p:cNvPr id="145" name="正方形/長方形 144">
            <a:extLst>
              <a:ext uri="{FF2B5EF4-FFF2-40B4-BE49-F238E27FC236}">
                <ns2:creationId id="{484ED481-715D-2F25-4647-29FEECB16C91}"/>
              </a:ext>
            </a:extLst>
          </p:cNvPr>
          <p:cNvSpPr/>
          <p:nvPr/>
        </p:nvSpPr>
        <p:spPr>
          <a:xfrm>
            <a:off x="8106032" y="4309506"/>
            <a:ext cx="3751004" cy="339011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6" name="正方形/長方形 145">
            <a:extLst>
              <a:ext uri="{FF2B5EF4-FFF2-40B4-BE49-F238E27FC236}">
                <ns2:creationId id="{1493124E-4E4E-4375-77B6-0719803E71CA}"/>
              </a:ext>
            </a:extLst>
          </p:cNvPr>
          <p:cNvSpPr/>
          <p:nvPr/>
        </p:nvSpPr>
        <p:spPr>
          <a:xfrm>
            <a:off x="8106032" y="4651627"/>
            <a:ext cx="3751004" cy="1658809"/>
          </a:xfrm>
          <a:prstGeom prst="rect">
            <a:avLst/>
          </a:prstGeom>
          <a:noFill/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449" name="グループ化 448">
            <a:extLst>
              <a:ext uri="{FF2B5EF4-FFF2-40B4-BE49-F238E27FC236}">
                <ns2:creationId id="{BD65A35E-DB23-7F68-35DE-D2F588E228F5}"/>
              </a:ext>
            </a:extLst>
          </p:cNvPr>
          <p:cNvGrpSpPr/>
          <p:nvPr/>
        </p:nvGrpSpPr>
        <p:grpSpPr>
          <a:xfrm>
            <a:off x="8208339" y="4752759"/>
            <a:ext cx="3546389" cy="1468765"/>
            <a:chOff x="8208339" y="4815336"/>
            <a:chExt cx="3546389" cy="1381804"/>
          </a:xfrm>
        </p:grpSpPr>
        <p:grpSp>
          <p:nvGrpSpPr>
            <p:cNvPr id="147" name="グループ化 146">
              <a:extLst>
                <a:ext uri="{FF2B5EF4-FFF2-40B4-BE49-F238E27FC236}">
                  <ns2:creationId id="{B3674D31-7E26-126B-C467-3DE14BC1D244}"/>
                </a:ext>
              </a:extLst>
            </p:cNvPr>
            <p:cNvGrpSpPr/>
            <p:nvPr/>
          </p:nvGrpSpPr>
          <p:grpSpPr>
            <a:xfrm>
              <a:off x="8208339" y="4815336"/>
              <a:ext cx="3546389" cy="431202"/>
              <a:chOff x="8208339" y="4278623"/>
              <a:chExt cx="3546389" cy="431202"/>
            </a:xfrm>
          </p:grpSpPr>
          <p:sp>
            <p:nvSpPr>
              <p:cNvPr id="155" name="四角形: 角を丸くする 154">
                <a:extLst>
                  <a:ext uri="{FF2B5EF4-FFF2-40B4-BE49-F238E27FC236}">
                    <ns2:creationId id="{CA347647-9F9E-F24E-07AE-3DB121F45F98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31202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6" name="正方形/長方形 155">
                <a:extLst>
                  <a:ext uri="{FF2B5EF4-FFF2-40B4-BE49-F238E27FC236}">
                    <ns2:creationId id="{6A1633D5-3398-15B1-8C9C-B7D87458DE93}"/>
                  </a:ext>
                </a:extLst>
              </p:cNvPr>
              <p:cNvSpPr/>
              <p:nvPr/>
            </p:nvSpPr>
            <p:spPr>
              <a:xfrm>
                <a:off x="8263788" y="4321882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900" b="1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2FD619E7-C8CA-3E71-E0D0-954D48E51CE0}"/>
                  </a:ext>
                </a:extLst>
              </p:cNvPr>
              <p:cNvSpPr/>
              <p:nvPr/>
            </p:nvSpPr>
            <p:spPr>
              <a:xfrm>
                <a:off x="9104221" y="43218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48" name="四角形: 角を丸くする 147">
              <a:extLst>
                <a:ext uri="{FF2B5EF4-FFF2-40B4-BE49-F238E27FC236}">
                  <ns2:creationId id="{F828A34D-12E1-1AC0-B006-0DEAEF2FFE9A}"/>
                </a:ext>
              </a:extLst>
            </p:cNvPr>
            <p:cNvSpPr/>
            <p:nvPr/>
          </p:nvSpPr>
          <p:spPr>
            <a:xfrm>
              <a:off x="8208339" y="5290637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4990FFFD-3707-B55D-A1B6-EF786942AE51}"/>
                </a:ext>
              </a:extLst>
            </p:cNvPr>
            <p:cNvSpPr/>
            <p:nvPr/>
          </p:nvSpPr>
          <p:spPr>
            <a:xfrm>
              <a:off x="8263788" y="5333896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9DD21D95-7B3D-E783-1C4D-1BF18D793A12}"/>
                </a:ext>
              </a:extLst>
            </p:cNvPr>
            <p:cNvSpPr/>
            <p:nvPr/>
          </p:nvSpPr>
          <p:spPr>
            <a:xfrm>
              <a:off x="9104221" y="5333897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四角形: 角を丸くする 150">
              <a:extLst>
                <a:ext uri="{FF2B5EF4-FFF2-40B4-BE49-F238E27FC236}">
                  <ns2:creationId id="{89802488-4004-3FE1-EB59-AAC10FB6BE21}"/>
                </a:ext>
              </a:extLst>
            </p:cNvPr>
            <p:cNvSpPr/>
            <p:nvPr/>
          </p:nvSpPr>
          <p:spPr>
            <a:xfrm>
              <a:off x="8208339" y="5765938"/>
              <a:ext cx="3546389" cy="431202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AADB4D99-CAA9-F428-A36C-867F3090883C}"/>
                </a:ext>
              </a:extLst>
            </p:cNvPr>
            <p:cNvSpPr/>
            <p:nvPr/>
          </p:nvSpPr>
          <p:spPr>
            <a:xfrm>
              <a:off x="8263788" y="5809197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6AAF7136-B7D4-EEB2-C115-6F2ECA10DB6D}"/>
                </a:ext>
              </a:extLst>
            </p:cNvPr>
            <p:cNvSpPr/>
            <p:nvPr/>
          </p:nvSpPr>
          <p:spPr>
            <a:xfrm>
              <a:off x="9104221" y="5809198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154" name="グラフィックス 153" descr="手のひらと植物 単色塗りつぶし">
            <a:extLst>
              <a:ext uri="{FF2B5EF4-FFF2-40B4-BE49-F238E27FC236}">
                <ns2:creationId id="{C9A4A0FF-0F9A-7591-6708-7D582E4B0B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9163607" y="4317011"/>
            <a:ext cx="324000" cy="324000"/>
          </a:xfrm>
          <a:prstGeom prst="rect">
            <a:avLst/>
          </a:prstGeom>
        </p:spPr>
      </p:pic>
      <p:sp>
        <p:nvSpPr>
          <p:cNvPr id="128" name="正方形/長方形 127">
            <a:extLst>
              <a:ext uri="{FF2B5EF4-FFF2-40B4-BE49-F238E27FC236}">
                <ns2:creationId id="{1ACF275D-487F-6A7C-B842-B1D29CACA19D}"/>
              </a:ext>
            </a:extLst>
          </p:cNvPr>
          <p:cNvSpPr/>
          <p:nvPr/>
        </p:nvSpPr>
        <p:spPr>
          <a:xfrm>
            <a:off x="334963" y="2020296"/>
            <a:ext cx="3610202" cy="2555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b="0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29" name="直線コネクタ 128">
            <a:extLst>
              <a:ext uri="{FF2B5EF4-FFF2-40B4-BE49-F238E27FC236}">
                <ns2:creationId id="{2A546A1C-F8B3-0653-D663-9CF08E377532}"/>
              </a:ext>
            </a:extLst>
          </p:cNvPr>
          <p:cNvCxnSpPr/>
          <p:nvPr/>
        </p:nvCxnSpPr>
        <p:spPr>
          <a:xfrm>
            <a:off x="334962" y="2272034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正方形/長方形 61">
            <a:extLst>
              <a:ext uri="{FF2B5EF4-FFF2-40B4-BE49-F238E27FC236}">
                <ns2:creationId id="{6EF8E689-F93D-8233-48DA-81D553079B71}"/>
              </a:ext>
            </a:extLst>
          </p:cNvPr>
          <p:cNvSpPr/>
          <p:nvPr/>
        </p:nvSpPr>
        <p:spPr>
          <a:xfrm>
            <a:off x="334963" y="1635062"/>
            <a:ext cx="7622435" cy="324950"/>
          </a:xfrm>
          <a:prstGeom prst="rect">
            <a:avLst/>
          </a:prstGeom>
          <a:solidFill>
            <a:srgbClr val="008D2E"/>
          </a:solidFill>
          <a:ln w="317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i="0" u="none" strike="noStrike" kern="1200" cap="none" spc="0" normalizeH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kumimoji="1" lang="en-US" altLang="ja-JP" sz="140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63" name="グラフィックス 62" descr="ワークフロー 単色塗りつぶし">
            <a:extLst>
              <a:ext uri="{FF2B5EF4-FFF2-40B4-BE49-F238E27FC236}">
                <ns2:creationId id="{1E6855C2-8C1C-D943-4D9F-7E92289518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2391224" y="1635062"/>
            <a:ext cx="324000" cy="324000"/>
          </a:xfrm>
          <a:prstGeom prst="rect">
            <a:avLst/>
          </a:prstGeom>
        </p:spPr>
      </p:pic>
      <p:sp>
        <p:nvSpPr>
          <p:cNvPr id="47" name="正方形/長方形 46">
            <a:extLst>
              <a:ext uri="{FF2B5EF4-FFF2-40B4-BE49-F238E27FC236}">
                <ns2:creationId id="{43DC35DB-FB00-BC39-E53A-80A9CA91A45D}"/>
              </a:ext>
            </a:extLst>
          </p:cNvPr>
          <p:cNvSpPr/>
          <p:nvPr/>
        </p:nvSpPr>
        <p:spPr>
          <a:xfrm>
            <a:off x="4347195" y="2020296"/>
            <a:ext cx="3610202" cy="2555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14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48" name="直線コネクタ 47">
            <a:extLst>
              <a:ext uri="{FF2B5EF4-FFF2-40B4-BE49-F238E27FC236}">
                <ns2:creationId id="{83223D26-6786-2FF7-95E5-3CBDDAE82240}"/>
              </a:ext>
            </a:extLst>
          </p:cNvPr>
          <p:cNvCxnSpPr/>
          <p:nvPr/>
        </p:nvCxnSpPr>
        <p:spPr>
          <a:xfrm>
            <a:off x="4347194" y="2272034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正方形/長方形 42">
            <a:extLst>
              <a:ext uri="{FF2B5EF4-FFF2-40B4-BE49-F238E27FC236}">
                <ns2:creationId id="{F00ACC3E-F1D6-E6A1-A98E-5968145189C9}"/>
              </a:ext>
            </a:extLst>
          </p:cNvPr>
          <p:cNvSpPr/>
          <p:nvPr/>
        </p:nvSpPr>
        <p:spPr>
          <a:xfrm>
            <a:off x="334963" y="3443673"/>
            <a:ext cx="4706429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05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05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05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05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sz="105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105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63" name="グループ化 262">
            <a:extLst>
              <a:ext uri="{FF2B5EF4-FFF2-40B4-BE49-F238E27FC236}">
                <ns2:creationId id="{A831BC37-E6C0-4C8C-5125-6DC28CC5BD77}"/>
              </a:ext>
            </a:extLst>
          </p:cNvPr>
          <p:cNvGrpSpPr/>
          <p:nvPr/>
        </p:nvGrpSpPr>
        <p:grpSpPr>
          <a:xfrm>
            <a:off x="4919472" y="3443672"/>
            <a:ext cx="2135717" cy="210735"/>
            <a:chOff x="4220994" y="3940626"/>
            <a:chExt cx="3736404" cy="210735"/>
          </a:xfrm>
        </p:grpSpPr>
        <p:sp>
          <p:nvSpPr>
            <p:cNvPr id="44" name="四角形: 角を丸くする 43">
              <a:extLst>
                <a:ext uri="{FF2B5EF4-FFF2-40B4-BE49-F238E27FC236}">
                  <ns2:creationId id="{A05007F4-477D-A7BE-AAE7-7818722E323C}"/>
                </a:ext>
              </a:extLst>
            </p:cNvPr>
            <p:cNvSpPr/>
            <p:nvPr/>
          </p:nvSpPr>
          <p:spPr>
            <a:xfrm>
              <a:off x="4220994" y="3940626"/>
              <a:ext cx="1828204" cy="210735"/>
            </a:xfrm>
            <a:prstGeom prst="roundRect">
              <a:avLst>
                <a:gd name="adj" fmla="val 18538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800" b="1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45" name="四角形: 角を丸くする 44">
              <a:extLst>
                <a:ext uri="{FF2B5EF4-FFF2-40B4-BE49-F238E27FC236}">
                  <ns2:creationId id="{71851A11-0A33-81E1-2CB1-D093791727BF}"/>
                </a:ext>
              </a:extLst>
            </p:cNvPr>
            <p:cNvSpPr/>
            <p:nvPr/>
          </p:nvSpPr>
          <p:spPr>
            <a:xfrm>
              <a:off x="6129194" y="3940626"/>
              <a:ext cx="1828204" cy="210735"/>
            </a:xfrm>
            <a:prstGeom prst="roundRect">
              <a:avLst>
                <a:gd name="adj" fmla="val 1853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1" i="0" u="none" strike="noStrike" kern="1200" cap="none" spc="0" normalizeH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8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25" name="正方形/長方形 24">
            <a:extLst>
              <a:ext uri="{FF2B5EF4-FFF2-40B4-BE49-F238E27FC236}">
                <ns2:creationId id="{41CE725E-E238-1E57-8E03-88FFB7C077E0}"/>
              </a:ext>
            </a:extLst>
          </p:cNvPr>
          <p:cNvSpPr/>
          <p:nvPr/>
        </p:nvSpPr>
        <p:spPr>
          <a:xfrm>
            <a:off x="334963" y="4728375"/>
            <a:ext cx="7622434" cy="32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: </a:t>
            </a:r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r>
              <a:rPr lang="en-US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</p:txBody>
      </p:sp>
      <p:pic>
        <p:nvPicPr>
          <p:cNvPr id="26" name="グラフィックス 25" descr="対象の人々 単色塗りつぶし">
            <a:extLst>
              <a:ext uri="{FF2B5EF4-FFF2-40B4-BE49-F238E27FC236}">
                <ns2:creationId id="{28FE3368-4B23-E152-8FD1-8820F2C8A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rcRect/>
          <a:stretch/>
        </p:blipFill>
        <p:spPr>
          <a:xfrm>
            <a:off x="897240" y="4730313"/>
            <a:ext cx="324000" cy="324000"/>
          </a:xfrm>
          <a:prstGeom prst="rect">
            <a:avLst/>
          </a:prstGeom>
        </p:spPr>
      </p:pic>
      <p:sp>
        <p:nvSpPr>
          <p:cNvPr id="16" name="ホームベース 64">
            <a:extLst>
              <a:ext uri="{FF2B5EF4-FFF2-40B4-BE49-F238E27FC236}">
                <ns2:creationId id="{E955270A-7449-0F44-5EE2-5F89B2EE49B6}"/>
              </a:ext>
            </a:extLst>
          </p:cNvPr>
          <p:cNvSpPr/>
          <p:nvPr/>
        </p:nvSpPr>
        <p:spPr>
          <a:xfrm>
            <a:off x="334960" y="5083154"/>
            <a:ext cx="3816415" cy="224282"/>
          </a:xfrm>
          <a:prstGeom prst="homePlate">
            <a:avLst>
              <a:gd name="adj" fmla="val 18206"/>
            </a:avLst>
          </a:prstGeom>
          <a:solidFill>
            <a:srgbClr val="008D2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algn="ctr"/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山形 66">
            <a:extLst>
              <a:ext uri="{FF2B5EF4-FFF2-40B4-BE49-F238E27FC236}">
                <ns2:creationId id="{DBB2CE19-FA58-7FC1-C079-9511A463808D}"/>
              </a:ext>
            </a:extLst>
          </p:cNvPr>
          <p:cNvSpPr/>
          <p:nvPr/>
        </p:nvSpPr>
        <p:spPr>
          <a:xfrm>
            <a:off x="4146173" y="5083154"/>
            <a:ext cx="1905614" cy="224282"/>
          </a:xfrm>
          <a:prstGeom prst="chevron">
            <a:avLst>
              <a:gd name="adj" fmla="val 18094"/>
            </a:avLst>
          </a:prstGeom>
          <a:solidFill>
            <a:srgbClr val="008D2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algn="ctr"/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5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山形 66">
            <a:extLst>
              <a:ext uri="{FF2B5EF4-FFF2-40B4-BE49-F238E27FC236}">
                <ns2:creationId id="{E62944B1-92EE-EAE8-B0E7-0A17FE6A229E}"/>
              </a:ext>
            </a:extLst>
          </p:cNvPr>
          <p:cNvSpPr/>
          <p:nvPr/>
        </p:nvSpPr>
        <p:spPr>
          <a:xfrm>
            <a:off x="6051780" y="5083154"/>
            <a:ext cx="1905614" cy="224282"/>
          </a:xfrm>
          <a:prstGeom prst="chevron">
            <a:avLst>
              <a:gd name="adj" fmla="val 18094"/>
            </a:avLst>
          </a:prstGeom>
          <a:solidFill>
            <a:schemeClr val="bg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algn="ctr"/>
            <a:r>
              <a:rPr lang="en-US" sz="95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AB980CE3-2CEA-3601-5E32-BA9146C55CF1}"/>
              </a:ext>
            </a:extLst>
          </p:cNvPr>
          <p:cNvGrpSpPr/>
          <p:nvPr/>
        </p:nvGrpSpPr>
        <p:grpSpPr>
          <a:xfrm>
            <a:off x="1279737" y="2355576"/>
            <a:ext cx="139488" cy="1033182"/>
            <a:chOff x="1279737" y="2355576"/>
            <a:chExt cx="139488" cy="1033182"/>
          </a:xfrm>
        </p:grpSpPr>
        <p:cxnSp>
          <p:nvCxnSpPr>
            <p:cNvPr id="130" name="直線コネクタ 129">
              <a:extLst>
                <a:ext uri="{FF2B5EF4-FFF2-40B4-BE49-F238E27FC236}">
                  <ns2:creationId id="{E443C47D-A326-804F-326C-3E99E0862A6D}"/>
                </a:ext>
              </a:extLst>
            </p:cNvPr>
            <p:cNvCxnSpPr>
              <a:cxnSpLocks/>
            </p:cNvCxnSpPr>
            <p:nvPr/>
          </p:nvCxnSpPr>
          <p:spPr>
            <a:xfrm>
              <a:off x="1349489" y="2355576"/>
              <a:ext cx="0" cy="1033182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9" name="グループ化 258">
              <a:extLst>
                <a:ext uri="{FF2B5EF4-FFF2-40B4-BE49-F238E27FC236}">
                  <ns2:creationId id="{0E503218-9BD9-F700-2A21-173D18A6D8D4}"/>
                </a:ext>
              </a:extLst>
            </p:cNvPr>
            <p:cNvGrpSpPr/>
            <p:nvPr/>
          </p:nvGrpSpPr>
          <p:grpSpPr>
            <a:xfrm>
              <a:off x="1279737" y="2497000"/>
              <a:ext cx="139488" cy="688298"/>
              <a:chOff x="1279737" y="2693307"/>
              <a:chExt cx="349050" cy="869755"/>
            </a:xfrm>
          </p:grpSpPr>
          <p:cxnSp>
            <p:nvCxnSpPr>
              <p:cNvPr id="131" name="直線コネクタ 130">
                <a:extLst>
                  <a:ext uri="{FF2B5EF4-FFF2-40B4-BE49-F238E27FC236}">
                    <ns2:creationId id="{A1AE2991-9499-21C2-16E1-531631ED6F7E}"/>
                  </a:ext>
                </a:extLst>
              </p:cNvPr>
              <p:cNvCxnSpPr/>
              <p:nvPr/>
            </p:nvCxnSpPr>
            <p:spPr>
              <a:xfrm>
                <a:off x="1279737" y="2693307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ns2:creationId id="{04C73B7C-1B7A-A79E-2EA4-5B40E9473BBF}"/>
                  </a:ext>
                </a:extLst>
              </p:cNvPr>
              <p:cNvCxnSpPr/>
              <p:nvPr/>
            </p:nvCxnSpPr>
            <p:spPr>
              <a:xfrm>
                <a:off x="1279737" y="2983225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線コネクタ 132">
                <a:extLst>
                  <a:ext uri="{FF2B5EF4-FFF2-40B4-BE49-F238E27FC236}">
                    <ns2:creationId id="{F0842901-D25F-6C1E-F931-E3213F596896}"/>
                  </a:ext>
                </a:extLst>
              </p:cNvPr>
              <p:cNvCxnSpPr/>
              <p:nvPr/>
            </p:nvCxnSpPr>
            <p:spPr>
              <a:xfrm>
                <a:off x="1279737" y="3273144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直線コネクタ 133">
                <a:extLst>
                  <a:ext uri="{FF2B5EF4-FFF2-40B4-BE49-F238E27FC236}">
                    <ns2:creationId id="{B1704FB2-8281-595D-851C-AC833F230781}"/>
                  </a:ext>
                </a:extLst>
              </p:cNvPr>
              <p:cNvCxnSpPr/>
              <p:nvPr/>
            </p:nvCxnSpPr>
            <p:spPr>
              <a:xfrm>
                <a:off x="1279737" y="3563062"/>
                <a:ext cx="349050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5" name="正方形/長方形 134">
            <a:extLst>
              <a:ext uri="{FF2B5EF4-FFF2-40B4-BE49-F238E27FC236}">
                <ns2:creationId id="{872A071E-C427-1642-B001-C161AE98D984}"/>
              </a:ext>
            </a:extLst>
          </p:cNvPr>
          <p:cNvSpPr/>
          <p:nvPr/>
        </p:nvSpPr>
        <p:spPr>
          <a:xfrm>
            <a:off x="334964" y="2413615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1" i="0" u="none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ns2:creationId id="{9DC8D836-1E36-00F4-AA82-487207FD80E9}"/>
              </a:ext>
            </a:extLst>
          </p:cNvPr>
          <p:cNvSpPr/>
          <p:nvPr/>
        </p:nvSpPr>
        <p:spPr>
          <a:xfrm>
            <a:off x="334964" y="2643048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ns2:creationId id="{885B7229-56B8-0AC6-1DAB-1916CB3C561E}"/>
              </a:ext>
            </a:extLst>
          </p:cNvPr>
          <p:cNvSpPr/>
          <p:nvPr/>
        </p:nvSpPr>
        <p:spPr>
          <a:xfrm>
            <a:off x="334964" y="2872481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US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8" name="正方形/長方形 137">
            <a:extLst>
              <a:ext uri="{FF2B5EF4-FFF2-40B4-BE49-F238E27FC236}">
                <ns2:creationId id="{780F3A37-437E-F48C-D5BB-62D97B955125}"/>
              </a:ext>
            </a:extLst>
          </p:cNvPr>
          <p:cNvSpPr/>
          <p:nvPr/>
        </p:nvSpPr>
        <p:spPr>
          <a:xfrm>
            <a:off x="334964" y="3101913"/>
            <a:ext cx="940115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US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6689B650-370E-F887-19CC-81BD400301AF}"/>
              </a:ext>
            </a:extLst>
          </p:cNvPr>
          <p:cNvSpPr/>
          <p:nvPr/>
        </p:nvSpPr>
        <p:spPr>
          <a:xfrm>
            <a:off x="1463045" y="2413615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1FFE4303-8DFF-68FA-7A69-A3B3591206EE}"/>
              </a:ext>
            </a:extLst>
          </p:cNvPr>
          <p:cNvSpPr/>
          <p:nvPr/>
        </p:nvSpPr>
        <p:spPr>
          <a:xfrm>
            <a:off x="1463045" y="2643048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ns2:creationId id="{46C061F6-6920-0FA6-CF78-BF1770E4C74E}"/>
              </a:ext>
            </a:extLst>
          </p:cNvPr>
          <p:cNvSpPr/>
          <p:nvPr/>
        </p:nvSpPr>
        <p:spPr>
          <a:xfrm>
            <a:off x="1463045" y="2872481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687D0277-DB89-0337-E6B9-ABEAD4A935DC}"/>
              </a:ext>
            </a:extLst>
          </p:cNvPr>
          <p:cNvSpPr/>
          <p:nvPr/>
        </p:nvSpPr>
        <p:spPr>
          <a:xfrm>
            <a:off x="1463045" y="3101913"/>
            <a:ext cx="2482116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AutoShape 2">
            <a:extLst>
              <a:ext uri="{FF2B5EF4-FFF2-40B4-BE49-F238E27FC236}">
                <ns2:creationId id="{49FCF8C0-0647-C563-CB29-24F02487DA0D}"/>
              </a:ext>
            </a:extLst>
          </p:cNvPr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 rot="10800000" flipH="1">
            <a:off x="4039784" y="2495118"/>
            <a:ext cx="212791" cy="786367"/>
          </a:xfrm>
          <a:prstGeom prst="homePlate">
            <a:avLst>
              <a:gd name="adj" fmla="val 100000"/>
            </a:avLst>
          </a:prstGeom>
          <a:solidFill>
            <a:srgbClr val="E2F0D9"/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de-DE" sz="18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269" name="直線コネクタ 268">
            <a:extLst>
              <a:ext uri="{FF2B5EF4-FFF2-40B4-BE49-F238E27FC236}">
                <ns2:creationId id="{620FC069-EF0D-BC85-9C5E-410A4D2CF830}"/>
              </a:ext>
            </a:extLst>
          </p:cNvPr>
          <p:cNvCxnSpPr>
            <a:cxnSpLocks/>
          </p:cNvCxnSpPr>
          <p:nvPr/>
        </p:nvCxnSpPr>
        <p:spPr>
          <a:xfrm>
            <a:off x="5304573" y="2355576"/>
            <a:ext cx="0" cy="1033182"/>
          </a:xfrm>
          <a:prstGeom prst="line">
            <a:avLst/>
          </a:prstGeom>
          <a:ln w="9525">
            <a:solidFill>
              <a:schemeClr val="accent5"/>
            </a:solidFill>
            <a:headEnd type="none" w="med" len="med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1" name="グループ化 270">
            <a:extLst>
              <a:ext uri="{FF2B5EF4-FFF2-40B4-BE49-F238E27FC236}">
                <ns2:creationId id="{83D8601B-CF63-D7C3-213C-6BB1C2C835E8}"/>
              </a:ext>
            </a:extLst>
          </p:cNvPr>
          <p:cNvGrpSpPr/>
          <p:nvPr/>
        </p:nvGrpSpPr>
        <p:grpSpPr>
          <a:xfrm>
            <a:off x="5234821" y="2497000"/>
            <a:ext cx="139488" cy="688298"/>
            <a:chOff x="1279737" y="2693307"/>
            <a:chExt cx="349050" cy="869755"/>
          </a:xfrm>
        </p:grpSpPr>
        <p:cxnSp>
          <p:nvCxnSpPr>
            <p:cNvPr id="289" name="直線コネクタ 288">
              <a:extLst>
                <a:ext uri="{FF2B5EF4-FFF2-40B4-BE49-F238E27FC236}">
                  <ns2:creationId id="{6D98C277-CDF1-6489-9457-020BB13E7DE8}"/>
                </a:ext>
              </a:extLst>
            </p:cNvPr>
            <p:cNvCxnSpPr/>
            <p:nvPr/>
          </p:nvCxnSpPr>
          <p:spPr>
            <a:xfrm>
              <a:off x="1279737" y="2693307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1756E48B-6FEB-ECFD-1A1F-396546A2BD65}"/>
                </a:ext>
              </a:extLst>
            </p:cNvPr>
            <p:cNvCxnSpPr/>
            <p:nvPr/>
          </p:nvCxnSpPr>
          <p:spPr>
            <a:xfrm>
              <a:off x="1279737" y="2983225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62E4C01C-506D-DAEB-A47D-59CC68927E9B}"/>
                </a:ext>
              </a:extLst>
            </p:cNvPr>
            <p:cNvCxnSpPr/>
            <p:nvPr/>
          </p:nvCxnSpPr>
          <p:spPr>
            <a:xfrm>
              <a:off x="1279737" y="3273144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直線コネクタ 294">
              <a:extLst>
                <a:ext uri="{FF2B5EF4-FFF2-40B4-BE49-F238E27FC236}">
                  <ns2:creationId id="{2BE31D31-4B7D-55CF-43A8-DE7FE4B34063}"/>
                </a:ext>
              </a:extLst>
            </p:cNvPr>
            <p:cNvCxnSpPr/>
            <p:nvPr/>
          </p:nvCxnSpPr>
          <p:spPr>
            <a:xfrm>
              <a:off x="1279737" y="3563062"/>
              <a:ext cx="349050" cy="0"/>
            </a:xfrm>
            <a:prstGeom prst="line">
              <a:avLst/>
            </a:prstGeom>
            <a:ln w="9525">
              <a:solidFill>
                <a:schemeClr val="accent5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3" name="正方形/長方形 272">
            <a:extLst>
              <a:ext uri="{FF2B5EF4-FFF2-40B4-BE49-F238E27FC236}">
                <ns2:creationId id="{A5271826-BCB9-87F2-0361-7BFFED700D07}"/>
              </a:ext>
            </a:extLst>
          </p:cNvPr>
          <p:cNvSpPr/>
          <p:nvPr/>
        </p:nvSpPr>
        <p:spPr>
          <a:xfrm>
            <a:off x="4347199" y="2413615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1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75" name="正方形/長方形 274">
            <a:extLst>
              <a:ext uri="{FF2B5EF4-FFF2-40B4-BE49-F238E27FC236}">
                <ns2:creationId id="{2D01760E-B7ED-C0B5-D08E-F9BF6EAB131D}"/>
              </a:ext>
            </a:extLst>
          </p:cNvPr>
          <p:cNvSpPr/>
          <p:nvPr/>
        </p:nvSpPr>
        <p:spPr>
          <a:xfrm>
            <a:off x="4347199" y="2643048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b="1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正方形/長方形 276">
            <a:extLst>
              <a:ext uri="{FF2B5EF4-FFF2-40B4-BE49-F238E27FC236}">
                <ns2:creationId id="{F70265AA-DE7B-3056-9547-989129681DDD}"/>
              </a:ext>
            </a:extLst>
          </p:cNvPr>
          <p:cNvSpPr/>
          <p:nvPr/>
        </p:nvSpPr>
        <p:spPr>
          <a:xfrm>
            <a:off x="4347199" y="2872481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9" name="正方形/長方形 278">
            <a:extLst>
              <a:ext uri="{FF2B5EF4-FFF2-40B4-BE49-F238E27FC236}">
                <ns2:creationId id="{D4520C76-28B2-5618-F27D-1AD1E62EA0F4}"/>
              </a:ext>
            </a:extLst>
          </p:cNvPr>
          <p:cNvSpPr/>
          <p:nvPr/>
        </p:nvSpPr>
        <p:spPr>
          <a:xfrm>
            <a:off x="4347199" y="3101913"/>
            <a:ext cx="90097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900" b="1" dirty="0" err="1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b="1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正方形/長方形 280">
            <a:extLst>
              <a:ext uri="{FF2B5EF4-FFF2-40B4-BE49-F238E27FC236}">
                <ns2:creationId id="{B43E6417-3BE2-73FF-58DD-D1E4D00C7B2A}"/>
              </a:ext>
            </a:extLst>
          </p:cNvPr>
          <p:cNvSpPr/>
          <p:nvPr/>
        </p:nvSpPr>
        <p:spPr>
          <a:xfrm>
            <a:off x="5399815" y="2413615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正方形/長方形 282">
            <a:extLst>
              <a:ext uri="{FF2B5EF4-FFF2-40B4-BE49-F238E27FC236}">
                <ns2:creationId id="{FB33D49E-E1BE-F76C-2E7C-755B022364E8}"/>
              </a:ext>
            </a:extLst>
          </p:cNvPr>
          <p:cNvSpPr/>
          <p:nvPr/>
        </p:nvSpPr>
        <p:spPr>
          <a:xfrm>
            <a:off x="5399815" y="2643048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5" name="正方形/長方形 284">
            <a:extLst>
              <a:ext uri="{FF2B5EF4-FFF2-40B4-BE49-F238E27FC236}">
                <ns2:creationId id="{CCF55FED-16A5-0946-54A5-7544331C9CF1}"/>
              </a:ext>
            </a:extLst>
          </p:cNvPr>
          <p:cNvSpPr/>
          <p:nvPr/>
        </p:nvSpPr>
        <p:spPr>
          <a:xfrm>
            <a:off x="5399815" y="2872481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7" name="正方形/長方形 286">
            <a:extLst>
              <a:ext uri="{FF2B5EF4-FFF2-40B4-BE49-F238E27FC236}">
                <ns2:creationId id="{857DF4F4-E2A0-2D49-ACAB-172F21D8B664}"/>
              </a:ext>
            </a:extLst>
          </p:cNvPr>
          <p:cNvSpPr/>
          <p:nvPr/>
        </p:nvSpPr>
        <p:spPr>
          <a:xfrm>
            <a:off x="5399815" y="3101913"/>
            <a:ext cx="2557580" cy="16676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9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45" name="グループ化 444">
            <a:extLst>
              <a:ext uri="{FF2B5EF4-FFF2-40B4-BE49-F238E27FC236}">
                <ns2:creationId id="{C4FCF596-671B-8DF3-CEC6-A64A61DEBDEA}"/>
              </a:ext>
            </a:extLst>
          </p:cNvPr>
          <p:cNvGrpSpPr/>
          <p:nvPr/>
        </p:nvGrpSpPr>
        <p:grpSpPr>
          <a:xfrm>
            <a:off x="334962" y="3707205"/>
            <a:ext cx="7622436" cy="958322"/>
            <a:chOff x="334962" y="4045135"/>
            <a:chExt cx="7622436" cy="1079668"/>
          </a:xfrm>
        </p:grpSpPr>
        <p:grpSp>
          <p:nvGrpSpPr>
            <p:cNvPr id="378" name="グループ化 377">
              <a:extLst>
                <a:ext uri="{FF2B5EF4-FFF2-40B4-BE49-F238E27FC236}">
                  <ns2:creationId id="{371CF7E6-BE0F-3B71-84F6-8E4C342BFE17}"/>
                </a:ext>
              </a:extLst>
            </p:cNvPr>
            <p:cNvGrpSpPr/>
            <p:nvPr/>
          </p:nvGrpSpPr>
          <p:grpSpPr>
            <a:xfrm>
              <a:off x="334962" y="4045135"/>
              <a:ext cx="7622436" cy="528886"/>
              <a:chOff x="334962" y="4204159"/>
              <a:chExt cx="7622436" cy="528886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D3A8CFB1-D16A-2692-C41F-15698CD5F2D2}"/>
                  </a:ext>
                </a:extLst>
              </p:cNvPr>
              <p:cNvSpPr/>
              <p:nvPr/>
            </p:nvSpPr>
            <p:spPr>
              <a:xfrm>
                <a:off x="334962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0" name="正方形/長方形 369">
                <a:extLst>
                  <a:ext uri="{FF2B5EF4-FFF2-40B4-BE49-F238E27FC236}">
                    <ns2:creationId id="{9145C10C-3F72-54F8-00E6-8B46F5546F1A}"/>
                  </a:ext>
                </a:extLst>
              </p:cNvPr>
              <p:cNvSpPr/>
              <p:nvPr/>
            </p:nvSpPr>
            <p:spPr>
              <a:xfrm>
                <a:off x="2259501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3" name="正方形/長方形 372">
                <a:extLst>
                  <a:ext uri="{FF2B5EF4-FFF2-40B4-BE49-F238E27FC236}">
                    <ns2:creationId id="{969418E8-44B2-A98C-A5E1-1D18DCAD0D3F}"/>
                  </a:ext>
                </a:extLst>
              </p:cNvPr>
              <p:cNvSpPr/>
              <p:nvPr/>
            </p:nvSpPr>
            <p:spPr>
              <a:xfrm>
                <a:off x="4184040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b="1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6" name="正方形/長方形 375">
                <a:extLst>
                  <a:ext uri="{FF2B5EF4-FFF2-40B4-BE49-F238E27FC236}">
                    <ns2:creationId id="{9736035F-EC69-4C30-254D-21308F445568}"/>
                  </a:ext>
                </a:extLst>
              </p:cNvPr>
              <p:cNvSpPr/>
              <p:nvPr/>
            </p:nvSpPr>
            <p:spPr>
              <a:xfrm>
                <a:off x="6108579" y="4204159"/>
                <a:ext cx="1848819" cy="528886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79" name="グループ化 378">
              <a:extLst>
                <a:ext uri="{FF2B5EF4-FFF2-40B4-BE49-F238E27FC236}">
                  <ns2:creationId id="{646C3EB5-E06F-8274-BDAE-EE0DCD18CC7A}"/>
                </a:ext>
              </a:extLst>
            </p:cNvPr>
            <p:cNvGrpSpPr/>
            <p:nvPr/>
          </p:nvGrpSpPr>
          <p:grpSpPr>
            <a:xfrm>
              <a:off x="334962" y="4595917"/>
              <a:ext cx="5697897" cy="528886"/>
              <a:chOff x="334962" y="4204159"/>
              <a:chExt cx="5697897" cy="528886"/>
            </a:xfrm>
          </p:grpSpPr>
          <p:sp>
            <p:nvSpPr>
              <p:cNvPr id="390" name="正方形/長方形 389">
                <a:extLst>
                  <a:ext uri="{FF2B5EF4-FFF2-40B4-BE49-F238E27FC236}">
                    <ns2:creationId id="{09CF6176-DE1E-8334-1C7B-F0EDA1925CEC}"/>
                  </a:ext>
                </a:extLst>
              </p:cNvPr>
              <p:cNvSpPr/>
              <p:nvPr/>
            </p:nvSpPr>
            <p:spPr>
              <a:xfrm>
                <a:off x="334962" y="4204159"/>
                <a:ext cx="1848819" cy="528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en-US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7C131087-C446-4654-A090-D0FFA04AEB89}"/>
                  </a:ext>
                </a:extLst>
              </p:cNvPr>
              <p:cNvSpPr/>
              <p:nvPr/>
            </p:nvSpPr>
            <p:spPr>
              <a:xfrm>
                <a:off x="2259501" y="4204159"/>
                <a:ext cx="1848819" cy="528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正方形/長方形 385">
                <a:extLst>
                  <a:ext uri="{FF2B5EF4-FFF2-40B4-BE49-F238E27FC236}">
                    <ns2:creationId id="{D5E11223-0EF8-7D62-532F-AD9CDBA29019}"/>
                  </a:ext>
                </a:extLst>
              </p:cNvPr>
              <p:cNvSpPr/>
              <p:nvPr/>
            </p:nvSpPr>
            <p:spPr>
              <a:xfrm>
                <a:off x="4184040" y="4204159"/>
                <a:ext cx="1848819" cy="5288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r>
                  <a:rPr lang="en-US" sz="900" b="1" dirty="0" err="1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300"/>
                  </a:spcAft>
                </a:pP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448" name="グループ化 447">
            <a:extLst>
              <a:ext uri="{FF2B5EF4-FFF2-40B4-BE49-F238E27FC236}">
                <ns2:creationId id="{AA6F384C-FC9A-878C-C872-94DCAF40A493}"/>
              </a:ext>
            </a:extLst>
          </p:cNvPr>
          <p:cNvGrpSpPr/>
          <p:nvPr/>
        </p:nvGrpSpPr>
        <p:grpSpPr>
          <a:xfrm>
            <a:off x="334960" y="5347578"/>
            <a:ext cx="7576226" cy="961148"/>
            <a:chOff x="334960" y="5661130"/>
            <a:chExt cx="7576226" cy="647595"/>
          </a:xfrm>
        </p:grpSpPr>
        <p:sp>
          <p:nvSpPr>
            <p:cNvPr id="14" name="正方形/長方形 13">
              <a:extLst>
                <a:ext uri="{FF2B5EF4-FFF2-40B4-BE49-F238E27FC236}">
                  <ns2:creationId id="{D9BB6DF3-A3BC-4193-218D-6166C43518A1}"/>
                </a:ext>
              </a:extLst>
            </p:cNvPr>
            <p:cNvSpPr/>
            <p:nvPr/>
          </p:nvSpPr>
          <p:spPr>
            <a:xfrm>
              <a:off x="334961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189392C-E315-574F-B7EE-2DA9B708B167}"/>
                </a:ext>
              </a:extLst>
            </p:cNvPr>
            <p:cNvSpPr/>
            <p:nvPr/>
          </p:nvSpPr>
          <p:spPr>
            <a:xfrm>
              <a:off x="2240566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。</a:t>
              </a:r>
            </a:p>
            <a:p>
              <a:pPr>
                <a:buClr>
                  <a:srgbClr val="008D2E"/>
                </a:buClr>
              </a:pP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94B805BA-16F0-7F85-4BD5-387074A24BD0}"/>
                </a:ext>
              </a:extLst>
            </p:cNvPr>
            <p:cNvSpPr/>
            <p:nvPr/>
          </p:nvSpPr>
          <p:spPr>
            <a:xfrm>
              <a:off x="4146170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315821B6-AB7B-5DFB-586F-BB9739511C84}"/>
                </a:ext>
              </a:extLst>
            </p:cNvPr>
            <p:cNvSpPr/>
            <p:nvPr/>
          </p:nvSpPr>
          <p:spPr>
            <a:xfrm>
              <a:off x="6051775" y="5826014"/>
              <a:ext cx="1859411" cy="48271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7" name="Text 74">
              <a:extLst>
                <a:ext uri="{FF2B5EF4-FFF2-40B4-BE49-F238E27FC236}">
                  <ns2:creationId id="{B928ADCF-4AE6-033B-D149-D15DD999EB88}"/>
                </a:ext>
              </a:extLst>
            </p:cNvPr>
            <p:cNvSpPr txBox="1"/>
            <p:nvPr/>
          </p:nvSpPr>
          <p:spPr>
            <a:xfrm>
              <a:off x="334960" y="5661130"/>
              <a:ext cx="1850400" cy="14912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: </a:t>
              </a: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0" name="Text 77">
              <a:extLst>
                <a:ext uri="{FF2B5EF4-FFF2-40B4-BE49-F238E27FC236}">
                  <ns2:creationId id="{187A3507-A161-A99D-1964-3C4BE4A1971C}"/>
                </a:ext>
              </a:extLst>
            </p:cNvPr>
            <p:cNvSpPr txBox="1"/>
            <p:nvPr/>
          </p:nvSpPr>
          <p:spPr>
            <a:xfrm>
              <a:off x="2240565" y="5661130"/>
              <a:ext cx="1850400" cy="14912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: </a:t>
              </a: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6" name="Text 83">
              <a:extLst>
                <a:ext uri="{FF2B5EF4-FFF2-40B4-BE49-F238E27FC236}">
                  <ns2:creationId id="{A1418746-40A0-4992-89F7-2802090A11A0}"/>
                </a:ext>
              </a:extLst>
            </p:cNvPr>
            <p:cNvSpPr txBox="1"/>
            <p:nvPr/>
          </p:nvSpPr>
          <p:spPr>
            <a:xfrm>
              <a:off x="4146170" y="5661130"/>
              <a:ext cx="1850400" cy="14912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 err="1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2" name="Text 89">
              <a:extLst>
                <a:ext uri="{FF2B5EF4-FFF2-40B4-BE49-F238E27FC236}">
                  <ns2:creationId id="{0BB3856D-425C-1746-775D-B205D7931E94}"/>
                </a:ext>
              </a:extLst>
            </p:cNvPr>
            <p:cNvSpPr txBox="1"/>
            <p:nvPr/>
          </p:nvSpPr>
          <p:spPr>
            <a:xfrm>
              <a:off x="6051775" y="5661130"/>
              <a:ext cx="1848641" cy="1476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416" name="background">
            <a:extLst>
              <a:ext uri="{FF2B5EF4-FFF2-40B4-BE49-F238E27FC236}">
                <ns2:creationId id="{33F684D3-F698-B054-0C96-F1DB7C5EB51D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1412334" y="5123295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JP" altLang="en-US" sz="8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7" name="background">
            <a:extLst>
              <a:ext uri="{FF2B5EF4-FFF2-40B4-BE49-F238E27FC236}">
                <ns2:creationId id="{0E48E722-1C6E-FF59-6610-9A554719DC7B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4298264" y="5123295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8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8" name="background">
            <a:extLst>
              <a:ext uri="{FF2B5EF4-FFF2-40B4-BE49-F238E27FC236}">
                <ns2:creationId id="{BCEA82EB-2E83-75A2-55F9-56C435057FC5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6606605" y="5123295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800" b="0" i="0" u="none" strike="noStrike" kern="1200" cap="none" spc="0" normalizeH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ns5:creationId val="623495689"/>
      </p:ext>
    </p:extLst>
  </p:cSld>
  <p:clrMapOvr>
    <a:masterClrMapping/>
  </p:clrMapOvr>
</p:sld>
</file>

<file path=ppt/slides/slide26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FACB1D8-54B8-BF32-F898-E9A62B39C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B901F9D-A4A8-384B-B666-10EE7907B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DX</a:t>
            </a:r>
            <a:r>
              <a:rPr lang="ja-JP" altLang="en-US"/>
              <a:t>XX</a:t>
            </a:r>
            <a:r>
              <a:rPr lang="en-US" altLang="ja-JP"/>
              <a:t>: 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3A79E37C-9DA8-6ACD-83F3-C375838A1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600"/>
              <a:t>XX</a:t>
            </a:r>
            <a:r>
              <a:rPr lang="en-US" altLang="ja-JP" sz="1600"/>
              <a:t>(</a:t>
            </a:r>
            <a:r>
              <a:rPr lang="ja-JP" altLang="en-US" sz="1600"/>
              <a:t>XX</a:t>
            </a:r>
            <a:r>
              <a:rPr lang="en-US" altLang="ja-JP" sz="1600"/>
              <a:t>)</a:t>
            </a:r>
            <a:r>
              <a:rPr lang="ja-JP" altLang="en-US" sz="1600"/>
              <a:t>XX</a:t>
            </a:r>
            <a:endParaRPr lang="en-US" altLang="ja-JP" sz="1600"/>
          </a:p>
          <a:p>
            <a:pPr>
              <a:spcBef>
                <a:spcPts val="0"/>
              </a:spcBef>
            </a:pPr>
            <a:r>
              <a:rPr lang="ja-JP" altLang="en-US" sz="1600"/>
              <a:t>XX</a:t>
            </a:r>
            <a:r>
              <a:rPr lang="en-US" altLang="ja-JP" sz="1600"/>
              <a:t>82</a:t>
            </a:r>
            <a:r>
              <a:rPr lang="ja-JP" altLang="en-US" sz="1600"/>
              <a:t>XX</a:t>
            </a:r>
            <a:r>
              <a:rPr lang="en-US" altLang="ja-JP" sz="1600"/>
              <a:t>6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26</a:t>
            </a:r>
            <a:r>
              <a:rPr lang="ja-JP" altLang="en-US" sz="1600"/>
              <a:t>XX</a:t>
            </a:r>
            <a:r>
              <a:rPr lang="en-US" altLang="ja-JP" sz="1600"/>
              <a:t>9</a:t>
            </a:r>
            <a:r>
              <a:rPr lang="ja-JP" altLang="en-US" sz="1600"/>
              <a:t>XX</a:t>
            </a:r>
            <a:r>
              <a:rPr lang="en-US" altLang="ja-JP" sz="1600"/>
              <a:t>XX</a:t>
            </a:r>
            <a:r>
              <a:rPr lang="ja-JP" altLang="en-US" sz="1600"/>
              <a:t>XX</a:t>
            </a:r>
            <a:r>
              <a:rPr lang="en-US" altLang="ja-JP" sz="1600"/>
              <a:t>10</a:t>
            </a:r>
            <a:r>
              <a:rPr lang="ja-JP" altLang="en-US" sz="1600"/>
              <a:t>XX</a:t>
            </a:r>
          </a:p>
        </p:txBody>
      </p:sp>
      <p:grpSp>
        <p:nvGrpSpPr>
          <p:cNvPr id="271" name="グループ化 270">
            <a:extLst>
              <a:ext uri="{FF2B5EF4-FFF2-40B4-BE49-F238E27FC236}">
                <ns2:creationId id="{583C7459-F49C-0AA9-5FAB-CE9435352B45}"/>
              </a:ext>
            </a:extLst>
          </p:cNvPr>
          <p:cNvGrpSpPr/>
          <p:nvPr/>
        </p:nvGrpSpPr>
        <p:grpSpPr>
          <a:xfrm>
            <a:off x="334963" y="5893098"/>
            <a:ext cx="11522073" cy="406867"/>
            <a:chOff x="334963" y="5893098"/>
            <a:chExt cx="11522073" cy="406867"/>
          </a:xfrm>
        </p:grpSpPr>
        <p:sp>
          <p:nvSpPr>
            <p:cNvPr id="210" name="正方形/長方形 209">
              <a:extLst>
                <a:ext uri="{FF2B5EF4-FFF2-40B4-BE49-F238E27FC236}">
                  <ns2:creationId id="{AE0B1500-0962-9A12-AA5E-46A330B8A046}"/>
                </a:ext>
              </a:extLst>
            </p:cNvPr>
            <p:cNvSpPr/>
            <p:nvPr/>
          </p:nvSpPr>
          <p:spPr>
            <a:xfrm>
              <a:off x="896757" y="5893099"/>
              <a:ext cx="10960279" cy="4068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39BB4EA1-D43E-5F48-1C95-47A936BA92DB}"/>
                </a:ext>
              </a:extLst>
            </p:cNvPr>
            <p:cNvSpPr/>
            <p:nvPr/>
          </p:nvSpPr>
          <p:spPr>
            <a:xfrm>
              <a:off x="334963" y="5893101"/>
              <a:ext cx="561795" cy="4068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9915208E-4E1C-B596-7F26-42B3066581AF}"/>
                </a:ext>
              </a:extLst>
            </p:cNvPr>
            <p:cNvSpPr/>
            <p:nvPr/>
          </p:nvSpPr>
          <p:spPr>
            <a:xfrm>
              <a:off x="896758" y="5893100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40A6A6DD-8245-0D95-77D7-F31DF87EE4DF}"/>
                </a:ext>
              </a:extLst>
            </p:cNvPr>
            <p:cNvSpPr/>
            <p:nvPr/>
          </p:nvSpPr>
          <p:spPr>
            <a:xfrm>
              <a:off x="1555912" y="5893100"/>
              <a:ext cx="1678608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b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909FDAD1-01B7-4204-C905-0018BA20710D}"/>
                </a:ext>
              </a:extLst>
            </p:cNvPr>
            <p:cNvSpPr/>
            <p:nvPr/>
          </p:nvSpPr>
          <p:spPr>
            <a:xfrm>
              <a:off x="3574937" y="5893100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4" name="正方形/長方形 203">
              <a:extLst>
                <a:ext uri="{FF2B5EF4-FFF2-40B4-BE49-F238E27FC236}">
                  <ns2:creationId id="{F2B63B33-E0C2-FB6F-3DF2-66F73A11083B}"/>
                </a:ext>
              </a:extLst>
            </p:cNvPr>
            <p:cNvSpPr/>
            <p:nvPr/>
          </p:nvSpPr>
          <p:spPr>
            <a:xfrm>
              <a:off x="4234091" y="5893100"/>
              <a:ext cx="228048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DB13DBF7-8A69-93B0-7837-54456FD906A8}"/>
                </a:ext>
              </a:extLst>
            </p:cNvPr>
            <p:cNvSpPr/>
            <p:nvPr/>
          </p:nvSpPr>
          <p:spPr>
            <a:xfrm>
              <a:off x="8725783" y="5893100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AC546198-C036-785A-CE0C-20BC3D2FEA1C}"/>
                </a:ext>
              </a:extLst>
            </p:cNvPr>
            <p:cNvSpPr/>
            <p:nvPr/>
          </p:nvSpPr>
          <p:spPr>
            <a:xfrm>
              <a:off x="9384936" y="5893100"/>
              <a:ext cx="2428929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ns2:creationId id="{B64EAE04-130A-D58B-E314-55C7B3C39C12}"/>
                </a:ext>
              </a:extLst>
            </p:cNvPr>
            <p:cNvSpPr/>
            <p:nvPr/>
          </p:nvSpPr>
          <p:spPr>
            <a:xfrm>
              <a:off x="6658007" y="5893098"/>
              <a:ext cx="65915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451F01EB-AA8B-879D-F892-1A4BAC6EF93E}"/>
                </a:ext>
              </a:extLst>
            </p:cNvPr>
            <p:cNvSpPr/>
            <p:nvPr/>
          </p:nvSpPr>
          <p:spPr>
            <a:xfrm>
              <a:off x="7173726" y="5893098"/>
              <a:ext cx="1206000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FR" altLang="en-US" sz="8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98" name="正方形/長方形 97">
            <a:extLst>
              <a:ext uri="{FF2B5EF4-FFF2-40B4-BE49-F238E27FC236}">
                <ns2:creationId id="{7FB128E9-40F4-E68B-D3AD-F23BAFF8831E}"/>
              </a:ext>
            </a:extLst>
          </p:cNvPr>
          <p:cNvSpPr/>
          <p:nvPr/>
        </p:nvSpPr>
        <p:spPr>
          <a:xfrm>
            <a:off x="8106032" y="1626679"/>
            <a:ext cx="3751004" cy="3384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ns2:creationId id="{D0DD1A14-F150-6EBA-9404-6B27A5E0AE60}"/>
              </a:ext>
            </a:extLst>
          </p:cNvPr>
          <p:cNvSpPr/>
          <p:nvPr/>
        </p:nvSpPr>
        <p:spPr>
          <a:xfrm>
            <a:off x="8106032" y="1974868"/>
            <a:ext cx="3751004" cy="1681463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ns2:creationId id="{2766B91E-A699-6718-7370-041C901F05D5}"/>
              </a:ext>
            </a:extLst>
          </p:cNvPr>
          <p:cNvGrpSpPr/>
          <p:nvPr/>
        </p:nvGrpSpPr>
        <p:grpSpPr>
          <a:xfrm>
            <a:off x="8208339" y="2026481"/>
            <a:ext cx="3546389" cy="468000"/>
            <a:chOff x="8208339" y="2026481"/>
            <a:chExt cx="3546389" cy="468000"/>
          </a:xfrm>
        </p:grpSpPr>
        <p:sp>
          <p:nvSpPr>
            <p:cNvPr id="109" name="四角形: 角を丸くする 108">
              <a:extLst>
                <a:ext uri="{FF2B5EF4-FFF2-40B4-BE49-F238E27FC236}">
                  <ns2:creationId id="{EE08268A-4274-FE24-A99A-4DABDC2A2D6C}"/>
                </a:ext>
              </a:extLst>
            </p:cNvPr>
            <p:cNvSpPr/>
            <p:nvPr/>
          </p:nvSpPr>
          <p:spPr>
            <a:xfrm>
              <a:off x="8208339" y="2026481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7B3ABC0C-1E46-8266-C5F9-A87DD4328F8E}"/>
                </a:ext>
              </a:extLst>
            </p:cNvPr>
            <p:cNvSpPr/>
            <p:nvPr/>
          </p:nvSpPr>
          <p:spPr>
            <a:xfrm>
              <a:off x="8263788" y="2261452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C2AAD62-4DBE-3D48-14CA-C811484DC0EC}"/>
                </a:ext>
              </a:extLst>
            </p:cNvPr>
            <p:cNvSpPr/>
            <p:nvPr/>
          </p:nvSpPr>
          <p:spPr>
            <a:xfrm>
              <a:off x="8263788" y="2079366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19DBE4AF-3D3B-4B8D-F7D2-BF339622FD7D}"/>
                </a:ext>
              </a:extLst>
            </p:cNvPr>
            <p:cNvSpPr/>
            <p:nvPr/>
          </p:nvSpPr>
          <p:spPr>
            <a:xfrm>
              <a:off x="9104221" y="2069741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6" name="グループ化 15">
            <a:extLst>
              <a:ext uri="{FF2B5EF4-FFF2-40B4-BE49-F238E27FC236}">
                <ns2:creationId id="{AD4F3FB0-18D8-4802-C1B1-4C06DB79E929}"/>
              </a:ext>
            </a:extLst>
          </p:cNvPr>
          <p:cNvGrpSpPr/>
          <p:nvPr/>
        </p:nvGrpSpPr>
        <p:grpSpPr>
          <a:xfrm>
            <a:off x="8208339" y="3143562"/>
            <a:ext cx="3546389" cy="468000"/>
            <a:chOff x="8208339" y="3143562"/>
            <a:chExt cx="3546389" cy="468000"/>
          </a:xfrm>
        </p:grpSpPr>
        <p:sp>
          <p:nvSpPr>
            <p:cNvPr id="165" name="四角形: 角を丸くする 164">
              <a:extLst>
                <a:ext uri="{FF2B5EF4-FFF2-40B4-BE49-F238E27FC236}">
                  <ns2:creationId id="{5C41282B-60AD-7098-2D08-030F377FEF83}"/>
                </a:ext>
              </a:extLst>
            </p:cNvPr>
            <p:cNvSpPr/>
            <p:nvPr/>
          </p:nvSpPr>
          <p:spPr>
            <a:xfrm>
              <a:off x="8208339" y="3143562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48F01EF0-BCA2-74B0-948C-C78E98D877FE}"/>
                </a:ext>
              </a:extLst>
            </p:cNvPr>
            <p:cNvSpPr/>
            <p:nvPr/>
          </p:nvSpPr>
          <p:spPr>
            <a:xfrm>
              <a:off x="8263788" y="3378533"/>
              <a:ext cx="793715" cy="152971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34A48A52-6910-1E90-E6F3-2412422DA2C1}"/>
                </a:ext>
              </a:extLst>
            </p:cNvPr>
            <p:cNvSpPr/>
            <p:nvPr/>
          </p:nvSpPr>
          <p:spPr>
            <a:xfrm>
              <a:off x="8263788" y="3186822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b="1" dirty="0" err="1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A23A8D20-3B91-568B-C721-5AF49EAE5F0F}"/>
                </a:ext>
              </a:extLst>
            </p:cNvPr>
            <p:cNvSpPr/>
            <p:nvPr/>
          </p:nvSpPr>
          <p:spPr>
            <a:xfrm>
              <a:off x="9104221" y="3186822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212" name="グラフィックス 211" descr="ターゲット 単色塗りつぶし">
            <a:extLst>
              <a:ext uri="{FF2B5EF4-FFF2-40B4-BE49-F238E27FC236}">
                <ns2:creationId id="{B3BE18E2-CF96-02A4-4A01-46AE33677B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9119062" y="1633879"/>
            <a:ext cx="324000" cy="324000"/>
          </a:xfrm>
          <a:prstGeom prst="rect">
            <a:avLst/>
          </a:prstGeom>
        </p:spPr>
      </p:pic>
      <p:sp>
        <p:nvSpPr>
          <p:cNvPr id="172" name="正方形/長方形 171">
            <a:extLst>
              <a:ext uri="{FF2B5EF4-FFF2-40B4-BE49-F238E27FC236}">
                <ns2:creationId id="{9A43AE4A-C282-42E0-6688-9130918C5E0E}"/>
              </a:ext>
            </a:extLst>
          </p:cNvPr>
          <p:cNvSpPr/>
          <p:nvPr/>
        </p:nvSpPr>
        <p:spPr>
          <a:xfrm>
            <a:off x="8106032" y="3744070"/>
            <a:ext cx="3751004" cy="3384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3" name="正方形/長方形 172">
            <a:extLst>
              <a:ext uri="{FF2B5EF4-FFF2-40B4-BE49-F238E27FC236}">
                <ns2:creationId id="{475F8A3D-A99C-0319-17C7-E8BE1CFE4377}"/>
              </a:ext>
            </a:extLst>
          </p:cNvPr>
          <p:cNvSpPr/>
          <p:nvPr/>
        </p:nvSpPr>
        <p:spPr>
          <a:xfrm>
            <a:off x="8106032" y="4090737"/>
            <a:ext cx="3751004" cy="1682986"/>
          </a:xfrm>
          <a:prstGeom prst="rect">
            <a:avLst/>
          </a:prstGeom>
          <a:noFill/>
          <a:ln w="952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ns2:creationId id="{FA2FAB6D-CBC8-4FA2-1FCF-783B5BC6DFC8}"/>
              </a:ext>
            </a:extLst>
          </p:cNvPr>
          <p:cNvGrpSpPr/>
          <p:nvPr/>
        </p:nvGrpSpPr>
        <p:grpSpPr>
          <a:xfrm>
            <a:off x="8208339" y="4153498"/>
            <a:ext cx="3546389" cy="468000"/>
            <a:chOff x="8208339" y="4278623"/>
            <a:chExt cx="3546389" cy="468000"/>
          </a:xfrm>
        </p:grpSpPr>
        <p:sp>
          <p:nvSpPr>
            <p:cNvPr id="174" name="四角形: 角を丸くする 173">
              <a:extLst>
                <a:ext uri="{FF2B5EF4-FFF2-40B4-BE49-F238E27FC236}">
                  <ns2:creationId id="{F1972A2E-B047-40AE-9A71-3E12075D5E09}"/>
                </a:ext>
              </a:extLst>
            </p:cNvPr>
            <p:cNvSpPr/>
            <p:nvPr/>
          </p:nvSpPr>
          <p:spPr>
            <a:xfrm>
              <a:off x="8208339" y="4278623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C21B3BD0-BB04-44CF-B829-4BEC51A9E714}"/>
                </a:ext>
              </a:extLst>
            </p:cNvPr>
            <p:cNvSpPr/>
            <p:nvPr/>
          </p:nvSpPr>
          <p:spPr>
            <a:xfrm>
              <a:off x="8263788" y="4340282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276CCD07-620B-7941-7046-35586DEFFF0A}"/>
                </a:ext>
              </a:extLst>
            </p:cNvPr>
            <p:cNvSpPr/>
            <p:nvPr/>
          </p:nvSpPr>
          <p:spPr>
            <a:xfrm>
              <a:off x="9104221" y="4340282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ns2:creationId id="{69FF51A0-2AF4-78DB-BC41-A2A0770211C6}"/>
              </a:ext>
            </a:extLst>
          </p:cNvPr>
          <p:cNvGrpSpPr/>
          <p:nvPr/>
        </p:nvGrpSpPr>
        <p:grpSpPr>
          <a:xfrm>
            <a:off x="8208339" y="4700986"/>
            <a:ext cx="3546389" cy="468000"/>
            <a:chOff x="8208339" y="4753924"/>
            <a:chExt cx="3546389" cy="468000"/>
          </a:xfrm>
        </p:grpSpPr>
        <p:sp>
          <p:nvSpPr>
            <p:cNvPr id="188" name="四角形: 角を丸くする 187">
              <a:extLst>
                <a:ext uri="{FF2B5EF4-FFF2-40B4-BE49-F238E27FC236}">
                  <ns2:creationId id="{2350A382-71C5-4BF2-D665-540EE680F322}"/>
                </a:ext>
              </a:extLst>
            </p:cNvPr>
            <p:cNvSpPr/>
            <p:nvPr/>
          </p:nvSpPr>
          <p:spPr>
            <a:xfrm>
              <a:off x="8208339" y="4753924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C4EFB955-6B57-754E-1340-DD19330E096E}"/>
                </a:ext>
              </a:extLst>
            </p:cNvPr>
            <p:cNvSpPr/>
            <p:nvPr/>
          </p:nvSpPr>
          <p:spPr>
            <a:xfrm>
              <a:off x="8263788" y="4815583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BA63D6F7-7921-7198-1B69-618D29F5A835}"/>
                </a:ext>
              </a:extLst>
            </p:cNvPr>
            <p:cNvSpPr/>
            <p:nvPr/>
          </p:nvSpPr>
          <p:spPr>
            <a:xfrm>
              <a:off x="9104221" y="4815583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1" name="グループ化 10">
            <a:extLst>
              <a:ext uri="{FF2B5EF4-FFF2-40B4-BE49-F238E27FC236}">
                <ns2:creationId id="{ED2D18DC-5DC6-1A9B-3BB9-3A5F07496561}"/>
              </a:ext>
            </a:extLst>
          </p:cNvPr>
          <p:cNvGrpSpPr/>
          <p:nvPr/>
        </p:nvGrpSpPr>
        <p:grpSpPr>
          <a:xfrm>
            <a:off x="8208339" y="5248475"/>
            <a:ext cx="3546389" cy="468000"/>
            <a:chOff x="8208339" y="5229225"/>
            <a:chExt cx="3546389" cy="468000"/>
          </a:xfrm>
        </p:grpSpPr>
        <p:sp>
          <p:nvSpPr>
            <p:cNvPr id="192" name="四角形: 角を丸くする 191">
              <a:extLst>
                <a:ext uri="{FF2B5EF4-FFF2-40B4-BE49-F238E27FC236}">
                  <ns2:creationId id="{E08374FE-DD75-53D9-98E1-4765C0449096}"/>
                </a:ext>
              </a:extLst>
            </p:cNvPr>
            <p:cNvSpPr/>
            <p:nvPr/>
          </p:nvSpPr>
          <p:spPr>
            <a:xfrm>
              <a:off x="8208339" y="5229225"/>
              <a:ext cx="3546389" cy="468000"/>
            </a:xfrm>
            <a:prstGeom prst="roundRect">
              <a:avLst>
                <a:gd name="adj" fmla="val 10152"/>
              </a:avLst>
            </a:prstGeom>
            <a:solidFill>
              <a:schemeClr val="accent2">
                <a:lumMod val="20000"/>
                <a:lumOff val="80000"/>
                <a:alpha val="4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A8E2FA8E-64E2-33D6-44C9-237971FDF8D4}"/>
                </a:ext>
              </a:extLst>
            </p:cNvPr>
            <p:cNvSpPr/>
            <p:nvPr/>
          </p:nvSpPr>
          <p:spPr>
            <a:xfrm>
              <a:off x="8263788" y="5290884"/>
              <a:ext cx="793715" cy="344682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3B73CD02-5F0D-92AF-66D8-C435FD17BEB9}"/>
                </a:ext>
              </a:extLst>
            </p:cNvPr>
            <p:cNvSpPr/>
            <p:nvPr/>
          </p:nvSpPr>
          <p:spPr>
            <a:xfrm>
              <a:off x="9104221" y="5290884"/>
              <a:ext cx="2577416" cy="3446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err="1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pic>
        <p:nvPicPr>
          <p:cNvPr id="214" name="グラフィックス 213" descr="手のひらと植物 単色塗りつぶし">
            <a:extLst>
              <a:ext uri="{FF2B5EF4-FFF2-40B4-BE49-F238E27FC236}">
                <ns2:creationId id="{5EAFA20E-12F2-70A3-7FBD-0767041581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9018262" y="3751270"/>
            <a:ext cx="324000" cy="3240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ns2:creationId id="{3A3F8F8D-7971-2F96-170A-2AD1FD267AA3}"/>
              </a:ext>
            </a:extLst>
          </p:cNvPr>
          <p:cNvSpPr/>
          <p:nvPr/>
        </p:nvSpPr>
        <p:spPr>
          <a:xfrm>
            <a:off x="334963" y="1628322"/>
            <a:ext cx="7622435" cy="338400"/>
          </a:xfrm>
          <a:prstGeom prst="rect">
            <a:avLst/>
          </a:prstGeom>
          <a:solidFill>
            <a:srgbClr val="008D2E"/>
          </a:solidFill>
          <a:ln w="317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19" name="グラフィックス 218" descr="ワークフロー 単色塗りつぶし">
            <a:extLst>
              <a:ext uri="{FF2B5EF4-FFF2-40B4-BE49-F238E27FC236}">
                <ns2:creationId id="{BDC5E02E-8A87-BA45-FD02-BC3EDAC2E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2391224" y="1635047"/>
            <a:ext cx="324950" cy="324950"/>
          </a:xfrm>
          <a:prstGeom prst="rect">
            <a:avLst/>
          </a:prstGeom>
        </p:spPr>
      </p:pic>
      <p:sp>
        <p:nvSpPr>
          <p:cNvPr id="222" name="正方形/長方形 221">
            <a:extLst>
              <a:ext uri="{FF2B5EF4-FFF2-40B4-BE49-F238E27FC236}">
                <ns2:creationId id="{5C969B91-749B-8734-903E-6A2147CCEB58}"/>
              </a:ext>
            </a:extLst>
          </p:cNvPr>
          <p:cNvSpPr/>
          <p:nvPr/>
        </p:nvSpPr>
        <p:spPr>
          <a:xfrm>
            <a:off x="4347195" y="1991877"/>
            <a:ext cx="3610202" cy="255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23" name="直線コネクタ 222">
            <a:extLst>
              <a:ext uri="{FF2B5EF4-FFF2-40B4-BE49-F238E27FC236}">
                <ns2:creationId id="{443A57E6-2C3B-3F88-5DDF-4036C15C2EDD}"/>
              </a:ext>
            </a:extLst>
          </p:cNvPr>
          <p:cNvCxnSpPr>
            <a:cxnSpLocks/>
          </p:cNvCxnSpPr>
          <p:nvPr/>
        </p:nvCxnSpPr>
        <p:spPr>
          <a:xfrm>
            <a:off x="4347194" y="2248183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正方形/長方形 228">
            <a:extLst>
              <a:ext uri="{FF2B5EF4-FFF2-40B4-BE49-F238E27FC236}">
                <ns2:creationId id="{75FFBAF9-9954-1F09-7B30-E3EFA77B05F5}"/>
              </a:ext>
            </a:extLst>
          </p:cNvPr>
          <p:cNvSpPr/>
          <p:nvPr/>
        </p:nvSpPr>
        <p:spPr>
          <a:xfrm>
            <a:off x="4347196" y="2395439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0" name="正方形/長方形 229">
            <a:extLst>
              <a:ext uri="{FF2B5EF4-FFF2-40B4-BE49-F238E27FC236}">
                <ns2:creationId id="{BA613E4E-3067-0ECF-0939-9A4ADD667EB2}"/>
              </a:ext>
            </a:extLst>
          </p:cNvPr>
          <p:cNvSpPr/>
          <p:nvPr/>
        </p:nvSpPr>
        <p:spPr>
          <a:xfrm>
            <a:off x="4347196" y="2685357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1" name="正方形/長方形 230">
            <a:extLst>
              <a:ext uri="{FF2B5EF4-FFF2-40B4-BE49-F238E27FC236}">
                <ns2:creationId id="{6879F4C7-768F-A6FA-7ACE-9A6E745249C9}"/>
              </a:ext>
            </a:extLst>
          </p:cNvPr>
          <p:cNvSpPr/>
          <p:nvPr/>
        </p:nvSpPr>
        <p:spPr>
          <a:xfrm>
            <a:off x="4347196" y="2975276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2" name="正方形/長方形 231">
            <a:extLst>
              <a:ext uri="{FF2B5EF4-FFF2-40B4-BE49-F238E27FC236}">
                <ns2:creationId id="{902527A0-4B73-8DD2-0F0C-797F3265D9AA}"/>
              </a:ext>
            </a:extLst>
          </p:cNvPr>
          <p:cNvSpPr/>
          <p:nvPr/>
        </p:nvSpPr>
        <p:spPr>
          <a:xfrm>
            <a:off x="4347196" y="3265194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3" name="正方形/長方形 232">
            <a:extLst>
              <a:ext uri="{FF2B5EF4-FFF2-40B4-BE49-F238E27FC236}">
                <ns2:creationId id="{723A3543-9669-E222-617B-D4BFA087A694}"/>
              </a:ext>
            </a:extLst>
          </p:cNvPr>
          <p:cNvSpPr/>
          <p:nvPr/>
        </p:nvSpPr>
        <p:spPr>
          <a:xfrm>
            <a:off x="5653058" y="2395439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4" name="正方形/長方形 233">
            <a:extLst>
              <a:ext uri="{FF2B5EF4-FFF2-40B4-BE49-F238E27FC236}">
                <ns2:creationId id="{7BBCA0A8-AD7B-8B73-392E-64D22515813F}"/>
              </a:ext>
            </a:extLst>
          </p:cNvPr>
          <p:cNvSpPr/>
          <p:nvPr/>
        </p:nvSpPr>
        <p:spPr>
          <a:xfrm>
            <a:off x="5653058" y="2685357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5" name="正方形/長方形 234">
            <a:extLst>
              <a:ext uri="{FF2B5EF4-FFF2-40B4-BE49-F238E27FC236}">
                <ns2:creationId id="{12D8E7FE-83ED-C384-D6FC-3842F2FBB9E5}"/>
              </a:ext>
            </a:extLst>
          </p:cNvPr>
          <p:cNvSpPr/>
          <p:nvPr/>
        </p:nvSpPr>
        <p:spPr>
          <a:xfrm>
            <a:off x="5653058" y="2975276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6" name="正方形/長方形 235">
            <a:extLst>
              <a:ext uri="{FF2B5EF4-FFF2-40B4-BE49-F238E27FC236}">
                <ns2:creationId id="{2BEB5743-B2A6-0F6D-608E-6B3CCA3C29EE}"/>
              </a:ext>
            </a:extLst>
          </p:cNvPr>
          <p:cNvSpPr/>
          <p:nvPr/>
        </p:nvSpPr>
        <p:spPr>
          <a:xfrm>
            <a:off x="5653058" y="3265194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75" name="グループ化 274">
            <a:extLst>
              <a:ext uri="{FF2B5EF4-FFF2-40B4-BE49-F238E27FC236}">
                <ns2:creationId id="{3258BE0F-E4D8-BE1E-6FD6-07925EB351C7}"/>
              </a:ext>
            </a:extLst>
          </p:cNvPr>
          <p:cNvGrpSpPr/>
          <p:nvPr/>
        </p:nvGrpSpPr>
        <p:grpSpPr>
          <a:xfrm>
            <a:off x="334963" y="3748126"/>
            <a:ext cx="5038316" cy="210736"/>
            <a:chOff x="334963" y="3940626"/>
            <a:chExt cx="5038316" cy="210736"/>
          </a:xfrm>
        </p:grpSpPr>
        <p:sp>
          <p:nvSpPr>
            <p:cNvPr id="83" name="正方形/長方形 82">
              <a:extLst>
                <a:ext uri="{FF2B5EF4-FFF2-40B4-BE49-F238E27FC236}">
                  <ns2:creationId id="{A9404CB8-5F6E-24E2-A998-94892291E806}"/>
                </a:ext>
              </a:extLst>
            </p:cNvPr>
            <p:cNvSpPr/>
            <p:nvPr/>
          </p:nvSpPr>
          <p:spPr>
            <a:xfrm>
              <a:off x="334963" y="3940627"/>
              <a:ext cx="3806036" cy="21073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四角形: 角を丸くする 240">
              <a:extLst>
                <a:ext uri="{FF2B5EF4-FFF2-40B4-BE49-F238E27FC236}">
                  <ns2:creationId id="{0533D90D-066B-F65E-BE91-9F521CA9F27E}"/>
                </a:ext>
              </a:extLst>
            </p:cNvPr>
            <p:cNvSpPr/>
            <p:nvPr/>
          </p:nvSpPr>
          <p:spPr>
            <a:xfrm>
              <a:off x="3239216" y="3940626"/>
              <a:ext cx="1044000" cy="210735"/>
            </a:xfrm>
            <a:prstGeom prst="roundRect">
              <a:avLst>
                <a:gd name="adj" fmla="val 18538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dirty="0" err="1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3" name="四角形: 角を丸くする 242">
              <a:extLst>
                <a:ext uri="{FF2B5EF4-FFF2-40B4-BE49-F238E27FC236}">
                  <ns2:creationId id="{832BD7B2-A9BE-EC58-5EE7-A8890FD01423}"/>
                </a:ext>
              </a:extLst>
            </p:cNvPr>
            <p:cNvSpPr/>
            <p:nvPr/>
          </p:nvSpPr>
          <p:spPr>
            <a:xfrm>
              <a:off x="4329279" y="3940626"/>
              <a:ext cx="1044000" cy="210735"/>
            </a:xfrm>
            <a:prstGeom prst="roundRect">
              <a:avLst>
                <a:gd name="adj" fmla="val 18538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87" name="正方形/長方形 86">
            <a:extLst>
              <a:ext uri="{FF2B5EF4-FFF2-40B4-BE49-F238E27FC236}">
                <ns2:creationId id="{F9385584-1B99-4FD8-9044-2EA95B700941}"/>
              </a:ext>
            </a:extLst>
          </p:cNvPr>
          <p:cNvSpPr/>
          <p:nvPr/>
        </p:nvSpPr>
        <p:spPr>
          <a:xfrm>
            <a:off x="334962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indent="88900"/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 indent="88900"/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8" name="正方形/長方形 87">
            <a:extLst>
              <a:ext uri="{FF2B5EF4-FFF2-40B4-BE49-F238E27FC236}">
                <ns2:creationId id="{0A7010E7-9F4D-8665-0F1F-B2D9666EB32C}"/>
              </a:ext>
            </a:extLst>
          </p:cNvPr>
          <p:cNvSpPr/>
          <p:nvPr/>
        </p:nvSpPr>
        <p:spPr>
          <a:xfrm>
            <a:off x="1613754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72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9" name="正方形/長方形 88">
            <a:extLst>
              <a:ext uri="{FF2B5EF4-FFF2-40B4-BE49-F238E27FC236}">
                <ns2:creationId id="{DDFCFAC8-2FF5-D172-E1BF-5FFBD5472CA6}"/>
              </a:ext>
            </a:extLst>
          </p:cNvPr>
          <p:cNvSpPr/>
          <p:nvPr/>
        </p:nvSpPr>
        <p:spPr>
          <a:xfrm>
            <a:off x="2892545" y="4011659"/>
            <a:ext cx="1228479" cy="720000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8900"/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正方形/長方形 89">
            <a:extLst>
              <a:ext uri="{FF2B5EF4-FFF2-40B4-BE49-F238E27FC236}">
                <ns2:creationId id="{20B23C04-69C4-F0F5-B6B7-6FB3D63C23B1}"/>
              </a:ext>
            </a:extLst>
          </p:cNvPr>
          <p:cNvSpPr/>
          <p:nvPr/>
        </p:nvSpPr>
        <p:spPr>
          <a:xfrm>
            <a:off x="4171336" y="4011659"/>
            <a:ext cx="1228479" cy="720000"/>
          </a:xfrm>
          <a:prstGeom prst="rect">
            <a:avLst/>
          </a:prstGeom>
          <a:solidFill>
            <a:srgbClr val="E2F0D9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1" name="正方形/長方形 90">
            <a:extLst>
              <a:ext uri="{FF2B5EF4-FFF2-40B4-BE49-F238E27FC236}">
                <ns2:creationId id="{52C0F5AA-20C6-9F0F-1939-249F3B2F292B}"/>
              </a:ext>
            </a:extLst>
          </p:cNvPr>
          <p:cNvSpPr/>
          <p:nvPr/>
        </p:nvSpPr>
        <p:spPr>
          <a:xfrm>
            <a:off x="5450127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8900" algn="ctr"/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ns2:creationId id="{50C7FE27-C934-17E5-6F8E-6874558259B6}"/>
              </a:ext>
            </a:extLst>
          </p:cNvPr>
          <p:cNvSpPr/>
          <p:nvPr/>
        </p:nvSpPr>
        <p:spPr>
          <a:xfrm>
            <a:off x="6728919" y="4011659"/>
            <a:ext cx="1228479" cy="72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300"/>
              </a:spcAft>
            </a:pPr>
            <a:r>
              <a:rPr lang="en-US" altLang="ja-JP" sz="9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9" name="background">
            <a:extLst>
              <a:ext uri="{FF2B5EF4-FFF2-40B4-BE49-F238E27FC236}">
                <ns2:creationId id="{679154BB-20FF-531F-A93B-C14DF941CDA1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0254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lang="ja-JP" altLang="en-US" sz="90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0" name="background">
            <a:extLst>
              <a:ext uri="{FF2B5EF4-FFF2-40B4-BE49-F238E27FC236}">
                <ns2:creationId id="{49861A51-B7AD-E5B1-8201-44B118D5641E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1639420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lang="ja-JP" altLang="en-US" sz="9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1" name="background">
            <a:extLst>
              <a:ext uri="{FF2B5EF4-FFF2-40B4-BE49-F238E27FC236}">
                <ns2:creationId id="{ACA07CBF-030F-64F0-7793-4A4538AEA801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2918212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lang="ja-JP" altLang="en-US" sz="9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2" name="background">
            <a:extLst>
              <a:ext uri="{FF2B5EF4-FFF2-40B4-BE49-F238E27FC236}">
                <ns2:creationId id="{6E3B8B0A-D52D-793E-461E-74B3AF07FDB1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4187377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lang="ja-JP" altLang="en-US" sz="90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3" name="background">
            <a:extLst>
              <a:ext uri="{FF2B5EF4-FFF2-40B4-BE49-F238E27FC236}">
                <ns2:creationId id="{7D0A6002-BEE6-A5CE-2985-CA4DA7CCD64B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5466169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lang="ja-JP" altLang="en-US" sz="90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4" name="background">
            <a:extLst>
              <a:ext uri="{FF2B5EF4-FFF2-40B4-BE49-F238E27FC236}">
                <ns2:creationId id="{4924305A-A714-ED1E-3D7D-9FF122F29FC0}"/>
              </a:ext>
            </a:extLst>
          </p:cNvPr>
          <p:cNvSpPr>
            <a:spLocks noChangeAspect="1"/>
          </p:cNvSpPr>
          <p:nvPr>
            <p:custDataLst>
              <p:tags r:id="rId6"/>
            </p:custDataLst>
          </p:nvPr>
        </p:nvSpPr>
        <p:spPr>
          <a:xfrm>
            <a:off x="6744960" y="4037541"/>
            <a:ext cx="144000" cy="144000"/>
          </a:xfrm>
          <a:prstGeom prst="ellipse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9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lang="ja-JP" altLang="en-US" sz="90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6" name="正方形/長方形 95">
            <a:extLst>
              <a:ext uri="{FF2B5EF4-FFF2-40B4-BE49-F238E27FC236}">
                <ns2:creationId id="{51D753C0-6E53-125D-C4B7-2193B01C8145}"/>
              </a:ext>
            </a:extLst>
          </p:cNvPr>
          <p:cNvSpPr/>
          <p:nvPr/>
        </p:nvSpPr>
        <p:spPr>
          <a:xfrm>
            <a:off x="334962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5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  <a:p>
            <a:pPr algn="ctr"/>
            <a:r>
              <a:rPr lang="en-US" altLang="ja-JP" sz="850" dirty="0" err="1">
                <a:solidFill>
                  <a:srgbClr val="22222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8" name="グループ化 47">
            <a:extLst>
              <a:ext uri="{FF2B5EF4-FFF2-40B4-BE49-F238E27FC236}">
                <ns2:creationId id="{2647F61B-1E4B-87A7-A12D-6916E672BC78}"/>
              </a:ext>
            </a:extLst>
          </p:cNvPr>
          <p:cNvGrpSpPr/>
          <p:nvPr/>
        </p:nvGrpSpPr>
        <p:grpSpPr>
          <a:xfrm>
            <a:off x="334963" y="4788164"/>
            <a:ext cx="7622434" cy="338400"/>
            <a:chOff x="334963" y="4865164"/>
            <a:chExt cx="7622434" cy="338400"/>
          </a:xfrm>
        </p:grpSpPr>
        <p:sp>
          <p:nvSpPr>
            <p:cNvPr id="94" name="正方形/長方形 93">
              <a:extLst>
                <a:ext uri="{FF2B5EF4-FFF2-40B4-BE49-F238E27FC236}">
                  <ns2:creationId id="{848A1B8C-B31E-1930-368F-4C0139A0EA7F}"/>
                </a:ext>
              </a:extLst>
            </p:cNvPr>
            <p:cNvSpPr/>
            <p:nvPr/>
          </p:nvSpPr>
          <p:spPr>
            <a:xfrm>
              <a:off x="334963" y="4865164"/>
              <a:ext cx="7622434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56" name="グラフィックス 255" descr="フリップ式カレンダー 単色塗りつぶし">
              <a:extLst>
                <a:ext uri="{FF2B5EF4-FFF2-40B4-BE49-F238E27FC236}">
                  <ns2:creationId id="{F96B97BB-B102-9E79-6A7F-56E914E154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3153563" y="4872364"/>
              <a:ext cx="324000" cy="324000"/>
            </a:xfrm>
            <a:prstGeom prst="rect">
              <a:avLst/>
            </a:prstGeom>
          </p:spPr>
        </p:pic>
      </p:grpSp>
      <p:grpSp>
        <p:nvGrpSpPr>
          <p:cNvPr id="49" name="グループ化 48">
            <a:extLst>
              <a:ext uri="{FF2B5EF4-FFF2-40B4-BE49-F238E27FC236}">
                <ns2:creationId id="{EBB91E86-F18F-363B-D4DD-FE2049DF1E6A}"/>
              </a:ext>
            </a:extLst>
          </p:cNvPr>
          <p:cNvGrpSpPr/>
          <p:nvPr/>
        </p:nvGrpSpPr>
        <p:grpSpPr>
          <a:xfrm>
            <a:off x="334962" y="5163744"/>
            <a:ext cx="7622434" cy="224282"/>
            <a:chOff x="334962" y="5240744"/>
            <a:chExt cx="7622434" cy="224282"/>
          </a:xfrm>
        </p:grpSpPr>
        <p:sp>
          <p:nvSpPr>
            <p:cNvPr id="259" name="ホームベース 64">
              <a:extLst>
                <a:ext uri="{FF2B5EF4-FFF2-40B4-BE49-F238E27FC236}">
                  <ns2:creationId id="{128DC9EB-2341-7440-B54D-2558FA1FB447}"/>
                </a:ext>
              </a:extLst>
            </p:cNvPr>
            <p:cNvSpPr/>
            <p:nvPr/>
          </p:nvSpPr>
          <p:spPr>
            <a:xfrm>
              <a:off x="334962" y="5240744"/>
              <a:ext cx="1524492" cy="224282"/>
            </a:xfrm>
            <a:prstGeom prst="homePlate">
              <a:avLst>
                <a:gd name="adj" fmla="val 18206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0" name="山形 65">
              <a:extLst>
                <a:ext uri="{FF2B5EF4-FFF2-40B4-BE49-F238E27FC236}">
                  <ns2:creationId id="{4A52E864-A48B-F74A-A540-043898820A22}"/>
                </a:ext>
              </a:extLst>
            </p:cNvPr>
            <p:cNvSpPr/>
            <p:nvPr/>
          </p:nvSpPr>
          <p:spPr>
            <a:xfrm>
              <a:off x="1859447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1" name="山形 66">
              <a:extLst>
                <a:ext uri="{FF2B5EF4-FFF2-40B4-BE49-F238E27FC236}">
                  <ns2:creationId id="{307AADDC-D61D-624E-A09A-D8C14C316F5D}"/>
                </a:ext>
              </a:extLst>
            </p:cNvPr>
            <p:cNvSpPr/>
            <p:nvPr/>
          </p:nvSpPr>
          <p:spPr>
            <a:xfrm>
              <a:off x="3383932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2" name="山形 66">
              <a:extLst>
                <a:ext uri="{FF2B5EF4-FFF2-40B4-BE49-F238E27FC236}">
                  <ns2:creationId id="{2F48A3DA-BB04-4971-EDD5-E668467C1E83}"/>
                </a:ext>
              </a:extLst>
            </p:cNvPr>
            <p:cNvSpPr/>
            <p:nvPr/>
          </p:nvSpPr>
          <p:spPr>
            <a:xfrm>
              <a:off x="4908418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3" name="山形 66">
              <a:extLst>
                <a:ext uri="{FF2B5EF4-FFF2-40B4-BE49-F238E27FC236}">
                  <ns2:creationId id="{BB1A6058-5078-0543-556A-8DAC6EF259DD}"/>
                </a:ext>
              </a:extLst>
            </p:cNvPr>
            <p:cNvSpPr/>
            <p:nvPr/>
          </p:nvSpPr>
          <p:spPr>
            <a:xfrm>
              <a:off x="6432904" y="5240744"/>
              <a:ext cx="1524492" cy="224282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67" name="正方形/長方形 266">
            <a:extLst>
              <a:ext uri="{FF2B5EF4-FFF2-40B4-BE49-F238E27FC236}">
                <ns2:creationId id="{2D8F4127-788C-9A86-E1A4-43E458562304}"/>
              </a:ext>
            </a:extLst>
          </p:cNvPr>
          <p:cNvSpPr/>
          <p:nvPr/>
        </p:nvSpPr>
        <p:spPr>
          <a:xfrm>
            <a:off x="1859446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  <a:p>
            <a:pPr marL="269875" indent="-179388">
              <a:buClr>
                <a:srgbClr val="008D2E"/>
              </a:buClr>
              <a:buFont typeface="メイリオ" panose="020B0604030504040204" pitchFamily="50" charset="-128"/>
              <a:buChar char="▶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8" name="正方形/長方形 267">
            <a:extLst>
              <a:ext uri="{FF2B5EF4-FFF2-40B4-BE49-F238E27FC236}">
                <ns2:creationId id="{E6343424-46EB-E819-09FE-8D2AE3A5037B}"/>
              </a:ext>
            </a:extLst>
          </p:cNvPr>
          <p:cNvSpPr/>
          <p:nvPr/>
        </p:nvSpPr>
        <p:spPr>
          <a:xfrm>
            <a:off x="3383930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9" name="正方形/長方形 268">
            <a:extLst>
              <a:ext uri="{FF2B5EF4-FFF2-40B4-BE49-F238E27FC236}">
                <ns2:creationId id="{974568CF-60D6-E336-16D4-FF0F13868CA9}"/>
              </a:ext>
            </a:extLst>
          </p:cNvPr>
          <p:cNvSpPr/>
          <p:nvPr/>
        </p:nvSpPr>
        <p:spPr>
          <a:xfrm>
            <a:off x="4908414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(</a:t>
            </a: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 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0" name="正方形/長方形 269">
            <a:extLst>
              <a:ext uri="{FF2B5EF4-FFF2-40B4-BE49-F238E27FC236}">
                <ns2:creationId id="{23D5B7EB-1343-E249-2399-DCC08A06F6DC}"/>
              </a:ext>
            </a:extLst>
          </p:cNvPr>
          <p:cNvSpPr/>
          <p:nvPr/>
        </p:nvSpPr>
        <p:spPr>
          <a:xfrm>
            <a:off x="6432893" y="5416904"/>
            <a:ext cx="1487529" cy="36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eiryo UI" pitchFamily="34" charset="-120"/>
            </a:endParaRPr>
          </a:p>
          <a:p>
            <a:pPr marL="171450" indent="-171450">
              <a:buClr>
                <a:srgbClr val="008D2E"/>
              </a:buClr>
              <a:buFont typeface="Arial" panose="020B0604020202020204" pitchFamily="34" charset="0"/>
              <a:buChar char="•"/>
            </a:pPr>
            <a:r>
              <a:rPr lang="en-US" altLang="ja-JP" sz="8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5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ns2:creationId id="{E5E3EB0D-885C-6B4E-1C74-95F749EE57B1}"/>
              </a:ext>
            </a:extLst>
          </p:cNvPr>
          <p:cNvGrpSpPr/>
          <p:nvPr/>
        </p:nvGrpSpPr>
        <p:grpSpPr>
          <a:xfrm>
            <a:off x="8208339" y="2585021"/>
            <a:ext cx="3546389" cy="468000"/>
            <a:chOff x="8208339" y="2652396"/>
            <a:chExt cx="3546389" cy="468000"/>
          </a:xfrm>
        </p:grpSpPr>
        <p:grpSp>
          <p:nvGrpSpPr>
            <p:cNvPr id="15" name="グループ化 14">
              <a:extLst>
                <a:ext uri="{FF2B5EF4-FFF2-40B4-BE49-F238E27FC236}">
                  <ns2:creationId id="{FB9C1231-417D-9CD2-30B2-53C55851C258}"/>
                </a:ext>
              </a:extLst>
            </p:cNvPr>
            <p:cNvGrpSpPr/>
            <p:nvPr/>
          </p:nvGrpSpPr>
          <p:grpSpPr>
            <a:xfrm>
              <a:off x="8208339" y="2652396"/>
              <a:ext cx="3546389" cy="468000"/>
              <a:chOff x="8208339" y="2652396"/>
              <a:chExt cx="3546389" cy="468000"/>
            </a:xfrm>
          </p:grpSpPr>
          <p:sp>
            <p:nvSpPr>
              <p:cNvPr id="160" name="四角形: 角を丸くする 159">
                <a:extLst>
                  <a:ext uri="{FF2B5EF4-FFF2-40B4-BE49-F238E27FC236}">
                    <ns2:creationId id="{606F396B-ED61-108C-EE72-8E9D2564F1F4}"/>
                  </a:ext>
                </a:extLst>
              </p:cNvPr>
              <p:cNvSpPr/>
              <p:nvPr/>
            </p:nvSpPr>
            <p:spPr>
              <a:xfrm>
                <a:off x="8208339" y="265239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6B0BC83C-F16A-A3CB-12A6-FCE996E36A06}"/>
                  </a:ext>
                </a:extLst>
              </p:cNvPr>
              <p:cNvSpPr/>
              <p:nvPr/>
            </p:nvSpPr>
            <p:spPr>
              <a:xfrm>
                <a:off x="8263788" y="2887367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00AA9772-B118-227C-716A-9B524206A013}"/>
                  </a:ext>
                </a:extLst>
              </p:cNvPr>
              <p:cNvSpPr/>
              <p:nvPr/>
            </p:nvSpPr>
            <p:spPr>
              <a:xfrm>
                <a:off x="9104221" y="2695656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62" name="正方形/長方形 161">
              <a:extLst>
                <a:ext uri="{FF2B5EF4-FFF2-40B4-BE49-F238E27FC236}">
                  <ns2:creationId id="{E18F283C-D597-8AAA-7F7A-E9AC962553B5}"/>
                </a:ext>
              </a:extLst>
            </p:cNvPr>
            <p:cNvSpPr/>
            <p:nvPr/>
          </p:nvSpPr>
          <p:spPr>
            <a:xfrm>
              <a:off x="8263788" y="2705281"/>
              <a:ext cx="793715" cy="15297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rgbClr val="008D2D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" name="正方形/長方形 12">
            <a:extLst>
              <a:ext uri="{FF2B5EF4-FFF2-40B4-BE49-F238E27FC236}">
                <ns2:creationId id="{1B979CCA-4ED3-81C0-379B-F44063543775}"/>
              </a:ext>
            </a:extLst>
          </p:cNvPr>
          <p:cNvSpPr/>
          <p:nvPr/>
        </p:nvSpPr>
        <p:spPr>
          <a:xfrm>
            <a:off x="334963" y="1991877"/>
            <a:ext cx="3610202" cy="2556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400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400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ns2:creationId id="{9A71359B-3B34-4B27-F963-7F7040359168}"/>
              </a:ext>
            </a:extLst>
          </p:cNvPr>
          <p:cNvCxnSpPr>
            <a:cxnSpLocks/>
          </p:cNvCxnSpPr>
          <p:nvPr/>
        </p:nvCxnSpPr>
        <p:spPr>
          <a:xfrm>
            <a:off x="334962" y="2248183"/>
            <a:ext cx="3610201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正方形/長方形 33">
            <a:extLst>
              <a:ext uri="{FF2B5EF4-FFF2-40B4-BE49-F238E27FC236}">
                <ns2:creationId id="{7D94414A-F99F-856C-BD04-2FACFE9D09CB}"/>
              </a:ext>
            </a:extLst>
          </p:cNvPr>
          <p:cNvSpPr/>
          <p:nvPr/>
        </p:nvSpPr>
        <p:spPr>
          <a:xfrm>
            <a:off x="334964" y="2395439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B278EC9A-2E34-00FF-B61C-503802A6CF55}"/>
              </a:ext>
            </a:extLst>
          </p:cNvPr>
          <p:cNvSpPr/>
          <p:nvPr/>
        </p:nvSpPr>
        <p:spPr>
          <a:xfrm>
            <a:off x="334964" y="2685357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b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正方形/長方形 76">
            <a:extLst>
              <a:ext uri="{FF2B5EF4-FFF2-40B4-BE49-F238E27FC236}">
                <ns2:creationId id="{178A4585-52F2-5884-CDDF-91C0C40C2920}"/>
              </a:ext>
            </a:extLst>
          </p:cNvPr>
          <p:cNvSpPr/>
          <p:nvPr/>
        </p:nvSpPr>
        <p:spPr>
          <a:xfrm>
            <a:off x="334964" y="2975276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dirty="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900" b="1" dirty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 dirty="0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正方形/長方形 77">
            <a:extLst>
              <a:ext uri="{FF2B5EF4-FFF2-40B4-BE49-F238E27FC236}">
                <ns2:creationId id="{17F67272-D64E-6F82-754A-8D67428A2E38}"/>
              </a:ext>
            </a:extLst>
          </p:cNvPr>
          <p:cNvSpPr/>
          <p:nvPr/>
        </p:nvSpPr>
        <p:spPr>
          <a:xfrm>
            <a:off x="334964" y="3265194"/>
            <a:ext cx="104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 b="1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900" b="1">
              <a:solidFill>
                <a:schemeClr val="bg1">
                  <a:lumMod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9" name="正方形/長方形 78">
            <a:extLst>
              <a:ext uri="{FF2B5EF4-FFF2-40B4-BE49-F238E27FC236}">
                <ns2:creationId id="{61771B55-2F8A-DA4B-340F-8E19A54B9459}"/>
              </a:ext>
            </a:extLst>
          </p:cNvPr>
          <p:cNvSpPr/>
          <p:nvPr/>
        </p:nvSpPr>
        <p:spPr>
          <a:xfrm>
            <a:off x="1640825" y="2395439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正方形/長方形 79">
            <a:extLst>
              <a:ext uri="{FF2B5EF4-FFF2-40B4-BE49-F238E27FC236}">
                <ns2:creationId id="{DDD8247E-0E7F-B672-60EA-8BDED864C56B}"/>
              </a:ext>
            </a:extLst>
          </p:cNvPr>
          <p:cNvSpPr/>
          <p:nvPr/>
        </p:nvSpPr>
        <p:spPr>
          <a:xfrm>
            <a:off x="1640825" y="2685357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ns2:creationId id="{4A61CF88-0427-C41B-9755-1FA8D629EA4A}"/>
              </a:ext>
            </a:extLst>
          </p:cNvPr>
          <p:cNvSpPr/>
          <p:nvPr/>
        </p:nvSpPr>
        <p:spPr>
          <a:xfrm>
            <a:off x="1640825" y="2975276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A67E44FF-42D2-54DA-7FFE-7AD53B439E92}"/>
              </a:ext>
            </a:extLst>
          </p:cNvPr>
          <p:cNvSpPr/>
          <p:nvPr/>
        </p:nvSpPr>
        <p:spPr>
          <a:xfrm>
            <a:off x="1640825" y="3265194"/>
            <a:ext cx="2304000" cy="210735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ns2:creationId id="{32EB18EB-8C51-8C11-54E3-AB241D741258}"/>
              </a:ext>
            </a:extLst>
          </p:cNvPr>
          <p:cNvGrpSpPr/>
          <p:nvPr/>
        </p:nvGrpSpPr>
        <p:grpSpPr>
          <a:xfrm>
            <a:off x="1404868" y="2365201"/>
            <a:ext cx="139488" cy="1224000"/>
            <a:chOff x="1491493" y="2432576"/>
            <a:chExt cx="139488" cy="1224000"/>
          </a:xfrm>
        </p:grpSpPr>
        <p:cxnSp>
          <p:nvCxnSpPr>
            <p:cNvPr id="31" name="直線コネクタ 30">
              <a:extLst>
                <a:ext uri="{FF2B5EF4-FFF2-40B4-BE49-F238E27FC236}">
                  <ns2:creationId id="{7556BBA9-2B8A-12C4-5AB8-93402739A01C}"/>
                </a:ext>
              </a:extLst>
            </p:cNvPr>
            <p:cNvCxnSpPr>
              <a:cxnSpLocks/>
            </p:cNvCxnSpPr>
            <p:nvPr/>
          </p:nvCxnSpPr>
          <p:spPr>
            <a:xfrm>
              <a:off x="1561245" y="2432576"/>
              <a:ext cx="0" cy="122400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>
              <a:extLst>
                <a:ext uri="{FF2B5EF4-FFF2-40B4-BE49-F238E27FC236}">
                  <ns2:creationId id="{82A797DD-C14D-9F80-A90F-2D9AF75902E5}"/>
                </a:ext>
              </a:extLst>
            </p:cNvPr>
            <p:cNvCxnSpPr/>
            <p:nvPr/>
          </p:nvCxnSpPr>
          <p:spPr>
            <a:xfrm>
              <a:off x="1491493" y="2602875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ns2:creationId id="{F7C21DB3-1777-8410-574F-6F0EE0A40866}"/>
                </a:ext>
              </a:extLst>
            </p:cNvPr>
            <p:cNvCxnSpPr/>
            <p:nvPr/>
          </p:nvCxnSpPr>
          <p:spPr>
            <a:xfrm>
              <a:off x="1491493" y="2880433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コネクタ 35">
              <a:extLst>
                <a:ext uri="{FF2B5EF4-FFF2-40B4-BE49-F238E27FC236}">
                  <ns2:creationId id="{694D306D-CD1A-C45D-B6E3-694A0C29695C}"/>
                </a:ext>
              </a:extLst>
            </p:cNvPr>
            <p:cNvCxnSpPr/>
            <p:nvPr/>
          </p:nvCxnSpPr>
          <p:spPr>
            <a:xfrm>
              <a:off x="1491493" y="3157991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ns2:creationId id="{C98E0981-2DBF-4D5A-CBCD-F1778DC6D5F2}"/>
                </a:ext>
              </a:extLst>
            </p:cNvPr>
            <p:cNvCxnSpPr/>
            <p:nvPr/>
          </p:nvCxnSpPr>
          <p:spPr>
            <a:xfrm>
              <a:off x="1491493" y="3435549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>
            <a:extLst>
              <a:ext uri="{FF2B5EF4-FFF2-40B4-BE49-F238E27FC236}">
                <ns2:creationId id="{AD3D17E4-2724-980C-1076-E511471A1206}"/>
              </a:ext>
            </a:extLst>
          </p:cNvPr>
          <p:cNvGrpSpPr/>
          <p:nvPr/>
        </p:nvGrpSpPr>
        <p:grpSpPr>
          <a:xfrm>
            <a:off x="5411627" y="2365201"/>
            <a:ext cx="139488" cy="1224000"/>
            <a:chOff x="1491493" y="2432576"/>
            <a:chExt cx="139488" cy="1224000"/>
          </a:xfrm>
        </p:grpSpPr>
        <p:cxnSp>
          <p:nvCxnSpPr>
            <p:cNvPr id="40" name="直線コネクタ 39">
              <a:extLst>
                <a:ext uri="{FF2B5EF4-FFF2-40B4-BE49-F238E27FC236}">
                  <ns2:creationId id="{E5C44303-AE3A-5C8E-666C-84648CFF982B}"/>
                </a:ext>
              </a:extLst>
            </p:cNvPr>
            <p:cNvCxnSpPr>
              <a:cxnSpLocks/>
            </p:cNvCxnSpPr>
            <p:nvPr/>
          </p:nvCxnSpPr>
          <p:spPr>
            <a:xfrm>
              <a:off x="1561245" y="2432576"/>
              <a:ext cx="0" cy="122400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ns2:creationId id="{F0D9B6BE-0DA8-6D7A-4373-237672077AC3}"/>
                </a:ext>
              </a:extLst>
            </p:cNvPr>
            <p:cNvCxnSpPr/>
            <p:nvPr/>
          </p:nvCxnSpPr>
          <p:spPr>
            <a:xfrm>
              <a:off x="1491493" y="2602875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5A60F19B-E618-7865-BCD4-2C7475757418}"/>
                </a:ext>
              </a:extLst>
            </p:cNvPr>
            <p:cNvCxnSpPr/>
            <p:nvPr/>
          </p:nvCxnSpPr>
          <p:spPr>
            <a:xfrm>
              <a:off x="1491493" y="2880433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コネクタ 42">
              <a:extLst>
                <a:ext uri="{FF2B5EF4-FFF2-40B4-BE49-F238E27FC236}">
                  <ns2:creationId id="{109FA48C-B36A-5997-ECA1-FE25B939C09F}"/>
                </a:ext>
              </a:extLst>
            </p:cNvPr>
            <p:cNvCxnSpPr/>
            <p:nvPr/>
          </p:nvCxnSpPr>
          <p:spPr>
            <a:xfrm>
              <a:off x="1491493" y="3157991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D51FC933-1982-D8DE-631F-F87F792C864D}"/>
                </a:ext>
              </a:extLst>
            </p:cNvPr>
            <p:cNvCxnSpPr/>
            <p:nvPr/>
          </p:nvCxnSpPr>
          <p:spPr>
            <a:xfrm>
              <a:off x="1491493" y="3435549"/>
              <a:ext cx="139488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AutoShape 2">
            <a:extLst>
              <a:ext uri="{FF2B5EF4-FFF2-40B4-BE49-F238E27FC236}">
                <ns2:creationId id="{4F7EECA2-E5C7-F3E6-999A-FA97E539CD23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 rot="10800000" flipH="1">
            <a:off x="4039784" y="2427743"/>
            <a:ext cx="212791" cy="786367"/>
          </a:xfrm>
          <a:prstGeom prst="homePlate">
            <a:avLst>
              <a:gd name="adj" fmla="val 100000"/>
            </a:avLst>
          </a:prstGeom>
          <a:solidFill>
            <a:srgbClr val="E2F0D9"/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de-DE" sz="18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ns5:creationId val="1131353388"/>
      </p:ext>
    </p:extLst>
  </p:cSld>
  <p:clrMapOvr>
    <a:masterClrMapping/>
  </p:clrMapOvr>
</p:sld>
</file>

<file path=ppt/slides/slide26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AB0330D-41CF-FB24-1D68-779D2160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54AA899-20D6-9BA8-0330-3D48B0F2C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DX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: 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4</a:t>
            </a: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19997EA6-8FB1-4C97-8E8A-AFD2E330DB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XX</a:t>
            </a: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Excel</a:t>
            </a:r>
            <a:r>
              <a:rPr lang="ja-JP" altLang="en-US" sz="1600">
                <a:latin typeface="+mn-ea"/>
                <a:ea typeface="+mn-ea"/>
              </a:rPr>
              <a:t>XX</a:t>
            </a:r>
            <a:endParaRPr lang="en-US" altLang="ja-JP" sz="160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600">
                <a:latin typeface="+mn-ea"/>
                <a:ea typeface="+mn-ea"/>
              </a:rPr>
              <a:t>XX</a:t>
            </a:r>
            <a:r>
              <a:rPr lang="en-US" altLang="ja-JP" sz="1600">
                <a:latin typeface="+mn-ea"/>
                <a:ea typeface="+mn-ea"/>
              </a:rPr>
              <a:t>1</a:t>
            </a:r>
            <a:r>
              <a:rPr lang="ja-JP" altLang="en-US" sz="1600">
                <a:latin typeface="+mn-ea"/>
                <a:ea typeface="+mn-ea"/>
              </a:rPr>
              <a:t>XX</a:t>
            </a:r>
          </a:p>
        </p:txBody>
      </p:sp>
      <p:grpSp>
        <p:nvGrpSpPr>
          <p:cNvPr id="13" name="グループ化 12">
            <a:extLst>
              <a:ext uri="{FF2B5EF4-FFF2-40B4-BE49-F238E27FC236}">
                <ns2:creationId id="{995A811C-6641-1904-3980-F78793EF48C1}"/>
              </a:ext>
            </a:extLst>
          </p:cNvPr>
          <p:cNvGrpSpPr/>
          <p:nvPr/>
        </p:nvGrpSpPr>
        <p:grpSpPr>
          <a:xfrm>
            <a:off x="334961" y="1626679"/>
            <a:ext cx="11522075" cy="4673286"/>
            <a:chOff x="334961" y="1626679"/>
            <a:chExt cx="11522075" cy="4673286"/>
          </a:xfrm>
        </p:grpSpPr>
        <p:sp>
          <p:nvSpPr>
            <p:cNvPr id="103" name="正方形/長方形 102">
              <a:extLst>
                <a:ext uri="{FF2B5EF4-FFF2-40B4-BE49-F238E27FC236}">
                  <ns2:creationId id="{C05001DB-BC20-23E3-9B88-DEBBB0C6A767}"/>
                </a:ext>
              </a:extLst>
            </p:cNvPr>
            <p:cNvSpPr/>
            <p:nvPr/>
          </p:nvSpPr>
          <p:spPr>
            <a:xfrm>
              <a:off x="8106032" y="1626679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3BB05079-5AB9-EA4A-1D8E-8CEAAF084BD1}"/>
                </a:ext>
              </a:extLst>
            </p:cNvPr>
            <p:cNvSpPr/>
            <p:nvPr/>
          </p:nvSpPr>
          <p:spPr>
            <a:xfrm>
              <a:off x="8106032" y="1967175"/>
              <a:ext cx="3751004" cy="1689156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D3DB919E-1A4F-6DF7-8AA2-C6909BD23EAB}"/>
                </a:ext>
              </a:extLst>
            </p:cNvPr>
            <p:cNvGrpSpPr/>
            <p:nvPr/>
          </p:nvGrpSpPr>
          <p:grpSpPr>
            <a:xfrm>
              <a:off x="8208339" y="2036106"/>
              <a:ext cx="3546389" cy="468000"/>
              <a:chOff x="8208339" y="2161231"/>
              <a:chExt cx="3546389" cy="468000"/>
            </a:xfrm>
          </p:grpSpPr>
          <p:sp>
            <p:nvSpPr>
              <p:cNvPr id="105" name="四角形: 角を丸くする 104">
                <a:extLst>
                  <a:ext uri="{FF2B5EF4-FFF2-40B4-BE49-F238E27FC236}">
                    <ns2:creationId id="{3E94E823-04EC-38E7-E6DE-65A9FD5C6933}"/>
                  </a:ext>
                </a:extLst>
              </p:cNvPr>
              <p:cNvSpPr/>
              <p:nvPr/>
            </p:nvSpPr>
            <p:spPr>
              <a:xfrm>
                <a:off x="8208339" y="2161231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7A088C15-6E74-AC75-5F5F-B0CA44E8348C}"/>
                  </a:ext>
                </a:extLst>
              </p:cNvPr>
              <p:cNvSpPr/>
              <p:nvPr/>
            </p:nvSpPr>
            <p:spPr>
              <a:xfrm>
                <a:off x="8263788" y="2396202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17911782-213F-526F-E14D-25D835D61A56}"/>
                  </a:ext>
                </a:extLst>
              </p:cNvPr>
              <p:cNvSpPr/>
              <p:nvPr/>
            </p:nvSpPr>
            <p:spPr>
              <a:xfrm>
                <a:off x="8263788" y="2204491"/>
                <a:ext cx="793715" cy="1529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4A34E360-FC1C-CA3A-9E7E-741161540A52}"/>
                  </a:ext>
                </a:extLst>
              </p:cNvPr>
              <p:cNvSpPr/>
              <p:nvPr/>
            </p:nvSpPr>
            <p:spPr>
              <a:xfrm>
                <a:off x="9104221" y="2204491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ns2:creationId id="{39A72F9F-4D26-1862-96DD-07C199547FCE}"/>
                </a:ext>
              </a:extLst>
            </p:cNvPr>
            <p:cNvGrpSpPr/>
            <p:nvPr/>
          </p:nvGrpSpPr>
          <p:grpSpPr>
            <a:xfrm>
              <a:off x="8208339" y="2585021"/>
              <a:ext cx="3546389" cy="468000"/>
              <a:chOff x="8208339" y="2652396"/>
              <a:chExt cx="3546389" cy="468000"/>
            </a:xfrm>
          </p:grpSpPr>
          <p:sp>
            <p:nvSpPr>
              <p:cNvPr id="109" name="四角形: 角を丸くする 108">
                <a:extLst>
                  <a:ext uri="{FF2B5EF4-FFF2-40B4-BE49-F238E27FC236}">
                    <ns2:creationId id="{4F66FA83-30F3-5368-6B51-EC3AE9E53929}"/>
                  </a:ext>
                </a:extLst>
              </p:cNvPr>
              <p:cNvSpPr/>
              <p:nvPr/>
            </p:nvSpPr>
            <p:spPr>
              <a:xfrm>
                <a:off x="8208339" y="265239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62AC3295-FD8A-876E-945D-F96554568167}"/>
                  </a:ext>
                </a:extLst>
              </p:cNvPr>
              <p:cNvSpPr/>
              <p:nvPr/>
            </p:nvSpPr>
            <p:spPr>
              <a:xfrm>
                <a:off x="8263788" y="2887367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261A98BD-7E72-5AAA-E998-5AE6B8CD219D}"/>
                  </a:ext>
                </a:extLst>
              </p:cNvPr>
              <p:cNvSpPr/>
              <p:nvPr/>
            </p:nvSpPr>
            <p:spPr>
              <a:xfrm>
                <a:off x="8263788" y="2695656"/>
                <a:ext cx="793715" cy="1529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8FFD20CA-628D-0271-CB19-A4F9B8EF34DC}"/>
                  </a:ext>
                </a:extLst>
              </p:cNvPr>
              <p:cNvSpPr/>
              <p:nvPr/>
            </p:nvSpPr>
            <p:spPr>
              <a:xfrm>
                <a:off x="9104221" y="2695656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90488" indent="-90488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ns2:creationId id="{08E741ED-A0CF-3777-C18B-BD00688ACBAA}"/>
                </a:ext>
              </a:extLst>
            </p:cNvPr>
            <p:cNvGrpSpPr/>
            <p:nvPr/>
          </p:nvGrpSpPr>
          <p:grpSpPr>
            <a:xfrm>
              <a:off x="8208339" y="3133937"/>
              <a:ext cx="3546389" cy="468000"/>
              <a:chOff x="8208339" y="3143562"/>
              <a:chExt cx="3546389" cy="468000"/>
            </a:xfrm>
          </p:grpSpPr>
          <p:sp>
            <p:nvSpPr>
              <p:cNvPr id="113" name="四角形: 角を丸くする 112">
                <a:extLst>
                  <a:ext uri="{FF2B5EF4-FFF2-40B4-BE49-F238E27FC236}">
                    <ns2:creationId id="{6E5DD870-55F5-1A4B-E1F5-8CE53A8841DF}"/>
                  </a:ext>
                </a:extLst>
              </p:cNvPr>
              <p:cNvSpPr/>
              <p:nvPr/>
            </p:nvSpPr>
            <p:spPr>
              <a:xfrm>
                <a:off x="8208339" y="3143562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F7C48ECA-596A-287A-A8DF-87BB410C3916}"/>
                  </a:ext>
                </a:extLst>
              </p:cNvPr>
              <p:cNvSpPr/>
              <p:nvPr/>
            </p:nvSpPr>
            <p:spPr>
              <a:xfrm>
                <a:off x="8263788" y="3378533"/>
                <a:ext cx="793715" cy="152971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5" name="正方形/長方形 114">
                <a:extLst>
                  <a:ext uri="{FF2B5EF4-FFF2-40B4-BE49-F238E27FC236}">
                    <ns2:creationId id="{FC625F96-4FEC-2C07-D401-9BD684C72C51}"/>
                  </a:ext>
                </a:extLst>
              </p:cNvPr>
              <p:cNvSpPr/>
              <p:nvPr/>
            </p:nvSpPr>
            <p:spPr>
              <a:xfrm>
                <a:off x="8263788" y="3186822"/>
                <a:ext cx="793715" cy="1529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D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0E4E7E4E-6BCC-D08E-1743-4614A6C1CD52}"/>
                  </a:ext>
                </a:extLst>
              </p:cNvPr>
              <p:cNvSpPr/>
              <p:nvPr/>
            </p:nvSpPr>
            <p:spPr>
              <a:xfrm>
                <a:off x="9104221" y="3186822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117" name="グラフィックス 116" descr="ターゲット 単色塗りつぶし">
              <a:extLst>
                <a:ext uri="{FF2B5EF4-FFF2-40B4-BE49-F238E27FC236}">
                  <ns2:creationId id="{D315370F-B5D5-4AD8-1622-90CB4D92BB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8800635" y="1633879"/>
              <a:ext cx="324000" cy="324000"/>
            </a:xfrm>
            <a:prstGeom prst="rect">
              <a:avLst/>
            </a:prstGeom>
          </p:spPr>
        </p:pic>
        <p:sp>
          <p:nvSpPr>
            <p:cNvPr id="90" name="正方形/長方形 89">
              <a:extLst>
                <a:ext uri="{FF2B5EF4-FFF2-40B4-BE49-F238E27FC236}">
                  <ns2:creationId id="{DAC270ED-BAB8-01FE-F2F8-4936BE8A0BE4}"/>
                </a:ext>
              </a:extLst>
            </p:cNvPr>
            <p:cNvSpPr/>
            <p:nvPr/>
          </p:nvSpPr>
          <p:spPr>
            <a:xfrm>
              <a:off x="8106032" y="3739845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18356D29-D61F-44D5-921C-27D842BCD749}"/>
                </a:ext>
              </a:extLst>
            </p:cNvPr>
            <p:cNvSpPr/>
            <p:nvPr/>
          </p:nvSpPr>
          <p:spPr>
            <a:xfrm>
              <a:off x="8106032" y="4085733"/>
              <a:ext cx="3751004" cy="1687990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2D2B90E5-C3A8-C2AA-FCAC-96EBBACA8BBB}"/>
                </a:ext>
              </a:extLst>
            </p:cNvPr>
            <p:cNvGrpSpPr/>
            <p:nvPr/>
          </p:nvGrpSpPr>
          <p:grpSpPr>
            <a:xfrm>
              <a:off x="8208339" y="4163123"/>
              <a:ext cx="3560234" cy="468000"/>
              <a:chOff x="8208339" y="4278623"/>
              <a:chExt cx="3560234" cy="468000"/>
            </a:xfrm>
          </p:grpSpPr>
          <p:sp>
            <p:nvSpPr>
              <p:cNvPr id="100" name="四角形: 角を丸くする 99">
                <a:extLst>
                  <a:ext uri="{FF2B5EF4-FFF2-40B4-BE49-F238E27FC236}">
                    <ns2:creationId id="{4E550B71-054F-2158-31CD-FB8E4CE09473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86484113-2A12-7C67-5604-A90B9DE699F8}"/>
                  </a:ext>
                </a:extLst>
              </p:cNvPr>
              <p:cNvSpPr/>
              <p:nvPr/>
            </p:nvSpPr>
            <p:spPr>
              <a:xfrm>
                <a:off x="8263788" y="4340282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3506C4D9-F9E0-58D3-9F61-02B976838F3F}"/>
                  </a:ext>
                </a:extLst>
              </p:cNvPr>
              <p:cNvSpPr/>
              <p:nvPr/>
            </p:nvSpPr>
            <p:spPr>
              <a:xfrm>
                <a:off x="9104220" y="4340282"/>
                <a:ext cx="266435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8B5D0BEF-7BD7-EC16-9488-ADBFB6D46B40}"/>
                </a:ext>
              </a:extLst>
            </p:cNvPr>
            <p:cNvGrpSpPr/>
            <p:nvPr/>
          </p:nvGrpSpPr>
          <p:grpSpPr>
            <a:xfrm>
              <a:off x="8208339" y="4696174"/>
              <a:ext cx="3546389" cy="468000"/>
              <a:chOff x="8208339" y="4753924"/>
              <a:chExt cx="3546389" cy="468000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2F7EC702-8415-91B5-36F2-B39D64EBB5C1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A6347504-27E1-AC2C-CC95-96D979EE294B}"/>
                  </a:ext>
                </a:extLst>
              </p:cNvPr>
              <p:cNvSpPr/>
              <p:nvPr/>
            </p:nvSpPr>
            <p:spPr>
              <a:xfrm>
                <a:off x="8263788" y="4815583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9EED8D4A-3E1F-832B-E013-26326D5185EB}"/>
                  </a:ext>
                </a:extLst>
              </p:cNvPr>
              <p:cNvSpPr/>
              <p:nvPr/>
            </p:nvSpPr>
            <p:spPr>
              <a:xfrm>
                <a:off x="9104221" y="4815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C84BF065-E2B5-EB82-B23C-560D24AA15C0}"/>
                </a:ext>
              </a:extLst>
            </p:cNvPr>
            <p:cNvGrpSpPr/>
            <p:nvPr/>
          </p:nvGrpSpPr>
          <p:grpSpPr>
            <a:xfrm>
              <a:off x="8208339" y="5229225"/>
              <a:ext cx="3546389" cy="468000"/>
              <a:chOff x="8208339" y="5229225"/>
              <a:chExt cx="3546389" cy="468000"/>
            </a:xfrm>
          </p:grpSpPr>
          <p:sp>
            <p:nvSpPr>
              <p:cNvPr id="96" name="四角形: 角を丸くする 95">
                <a:extLst>
                  <a:ext uri="{FF2B5EF4-FFF2-40B4-BE49-F238E27FC236}">
                    <ns2:creationId id="{3BF370A0-BA96-DCE4-0198-F24EB4A6E1AE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390FE2FF-809F-3AF6-37E1-0E058CEF11C4}"/>
                  </a:ext>
                </a:extLst>
              </p:cNvPr>
              <p:cNvSpPr/>
              <p:nvPr/>
            </p:nvSpPr>
            <p:spPr>
              <a:xfrm>
                <a:off x="8263788" y="5290884"/>
                <a:ext cx="793715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82BBD20F-9AFF-534F-A85C-72856AF86206}"/>
                  </a:ext>
                </a:extLst>
              </p:cNvPr>
              <p:cNvSpPr/>
              <p:nvPr/>
            </p:nvSpPr>
            <p:spPr>
              <a:xfrm>
                <a:off x="9104221" y="5290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pic>
          <p:nvPicPr>
            <p:cNvPr id="99" name="グラフィックス 98" descr="手のひらと植物 単色塗りつぶし">
              <a:extLst>
                <a:ext uri="{FF2B5EF4-FFF2-40B4-BE49-F238E27FC236}">
                  <ns2:creationId id="{5FC44D08-9063-EAC5-F4BE-2508A8D0E2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9018262" y="3747045"/>
              <a:ext cx="324000" cy="324000"/>
            </a:xfrm>
            <a:prstGeom prst="rect">
              <a:avLst/>
            </a:prstGeom>
          </p:spPr>
        </p:pic>
        <p:sp>
          <p:nvSpPr>
            <p:cNvPr id="118" name="正方形/長方形 117">
              <a:extLst>
                <a:ext uri="{FF2B5EF4-FFF2-40B4-BE49-F238E27FC236}">
                  <ns2:creationId id="{A14C5296-0448-16DD-876B-BFEF5E26B545}"/>
                </a:ext>
              </a:extLst>
            </p:cNvPr>
            <p:cNvSpPr/>
            <p:nvPr/>
          </p:nvSpPr>
          <p:spPr>
            <a:xfrm>
              <a:off x="896757" y="5893099"/>
              <a:ext cx="10960279" cy="4068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BD6B90EF-F451-3C05-1141-AD0C47F7F1BB}"/>
                </a:ext>
              </a:extLst>
            </p:cNvPr>
            <p:cNvSpPr/>
            <p:nvPr/>
          </p:nvSpPr>
          <p:spPr>
            <a:xfrm>
              <a:off x="334963" y="5893101"/>
              <a:ext cx="561795" cy="4068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9BA33AFE-F611-CBCB-20F8-0E8849D1BC4D}"/>
                </a:ext>
              </a:extLst>
            </p:cNvPr>
            <p:cNvSpPr/>
            <p:nvPr/>
          </p:nvSpPr>
          <p:spPr>
            <a:xfrm>
              <a:off x="896758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34EC8AF8-CC60-6915-462A-43E3713D9DB2}"/>
                </a:ext>
              </a:extLst>
            </p:cNvPr>
            <p:cNvSpPr/>
            <p:nvPr/>
          </p:nvSpPr>
          <p:spPr>
            <a:xfrm>
              <a:off x="1502733" y="5893100"/>
              <a:ext cx="2749444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EA907360-718B-9836-2140-AF753F7F0F59}"/>
                </a:ext>
              </a:extLst>
            </p:cNvPr>
            <p:cNvSpPr/>
            <p:nvPr/>
          </p:nvSpPr>
          <p:spPr>
            <a:xfrm>
              <a:off x="4262245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72E8049A-56A0-1377-8BAB-3EDCFAEC83D6}"/>
                </a:ext>
              </a:extLst>
            </p:cNvPr>
            <p:cNvSpPr/>
            <p:nvPr/>
          </p:nvSpPr>
          <p:spPr>
            <a:xfrm>
              <a:off x="4868220" y="5893100"/>
              <a:ext cx="1860699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43BCAEAB-B6DD-421D-5B25-57E2B018580C}"/>
                </a:ext>
              </a:extLst>
            </p:cNvPr>
            <p:cNvSpPr/>
            <p:nvPr/>
          </p:nvSpPr>
          <p:spPr>
            <a:xfrm>
              <a:off x="6726130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77115A18-C61A-7D8E-DFB7-98D0F451F3C7}"/>
                </a:ext>
              </a:extLst>
            </p:cNvPr>
            <p:cNvSpPr/>
            <p:nvPr/>
          </p:nvSpPr>
          <p:spPr>
            <a:xfrm>
              <a:off x="7242454" y="5893100"/>
              <a:ext cx="208066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A7A08154-3DE4-C283-B800-1FF9A5337430}"/>
                </a:ext>
              </a:extLst>
            </p:cNvPr>
            <p:cNvSpPr/>
            <p:nvPr/>
          </p:nvSpPr>
          <p:spPr>
            <a:xfrm>
              <a:off x="9283089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1B021841-3F20-652D-0ACA-D3861BC24D97}"/>
                </a:ext>
              </a:extLst>
            </p:cNvPr>
            <p:cNvSpPr/>
            <p:nvPr/>
          </p:nvSpPr>
          <p:spPr>
            <a:xfrm>
              <a:off x="9889063" y="5893100"/>
              <a:ext cx="196797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A001A294-DDCE-1142-AE76-1AB2B7EA9EC2}"/>
                </a:ext>
              </a:extLst>
            </p:cNvPr>
            <p:cNvSpPr/>
            <p:nvPr/>
          </p:nvSpPr>
          <p:spPr>
            <a:xfrm>
              <a:off x="334963" y="4303364"/>
              <a:ext cx="7622434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5" name="グラフィックス 34" descr="フリップ式カレンダー 単色塗りつぶし">
              <a:extLst>
                <a:ext uri="{FF2B5EF4-FFF2-40B4-BE49-F238E27FC236}">
                  <ns2:creationId id="{4E108429-91A4-4206-E70C-371D93C866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3230567" y="4310564"/>
              <a:ext cx="324000" cy="324000"/>
            </a:xfrm>
            <a:prstGeom prst="rect">
              <a:avLst/>
            </a:prstGeom>
          </p:spPr>
        </p:pic>
        <p:sp>
          <p:nvSpPr>
            <p:cNvPr id="130" name="正方形/長方形 129">
              <a:extLst>
                <a:ext uri="{FF2B5EF4-FFF2-40B4-BE49-F238E27FC236}">
                  <ns2:creationId id="{F40EA3C2-133A-CF00-F6B6-0B28FE9F333B}"/>
                </a:ext>
              </a:extLst>
            </p:cNvPr>
            <p:cNvSpPr/>
            <p:nvPr/>
          </p:nvSpPr>
          <p:spPr>
            <a:xfrm>
              <a:off x="334963" y="1628322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: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FR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32" name="グラフィックス 131" descr="ワークフロー 単色塗りつぶし">
              <a:extLst>
                <a:ext uri="{FF2B5EF4-FFF2-40B4-BE49-F238E27FC236}">
                  <ns2:creationId id="{E10D056C-559D-FA02-BA93-EAD2DDB118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1752031" y="1635047"/>
              <a:ext cx="324950" cy="324950"/>
            </a:xfrm>
            <a:prstGeom prst="rect">
              <a:avLst/>
            </a:prstGeom>
          </p:spPr>
        </p:pic>
        <p:grpSp>
          <p:nvGrpSpPr>
            <p:cNvPr id="250" name="グループ化 249">
              <a:extLst>
                <a:ext uri="{FF2B5EF4-FFF2-40B4-BE49-F238E27FC236}">
                  <ns2:creationId id="{FD714D2A-3C29-676D-DF0F-DF7A90DC3E51}"/>
                </a:ext>
              </a:extLst>
            </p:cNvPr>
            <p:cNvGrpSpPr/>
            <p:nvPr/>
          </p:nvGrpSpPr>
          <p:grpSpPr>
            <a:xfrm>
              <a:off x="356119" y="2006916"/>
              <a:ext cx="7617136" cy="1368382"/>
              <a:chOff x="356119" y="2074291"/>
              <a:chExt cx="7617136" cy="1368382"/>
            </a:xfrm>
          </p:grpSpPr>
          <p:grpSp>
            <p:nvGrpSpPr>
              <p:cNvPr id="249" name="グループ化 248">
                <a:extLst>
                  <a:ext uri="{FF2B5EF4-FFF2-40B4-BE49-F238E27FC236}">
                    <ns2:creationId id="{87A16B81-1DC4-7912-119D-97BBF366FC5C}"/>
                  </a:ext>
                </a:extLst>
              </p:cNvPr>
              <p:cNvGrpSpPr/>
              <p:nvPr/>
            </p:nvGrpSpPr>
            <p:grpSpPr>
              <a:xfrm>
                <a:off x="356119" y="2074291"/>
                <a:ext cx="7617136" cy="1090339"/>
                <a:chOff x="356119" y="2074291"/>
                <a:chExt cx="7617136" cy="1090339"/>
              </a:xfrm>
            </p:grpSpPr>
            <p:grpSp>
              <p:nvGrpSpPr>
                <p:cNvPr id="247" name="グループ化 246">
                  <a:extLst>
                    <a:ext uri="{FF2B5EF4-FFF2-40B4-BE49-F238E27FC236}">
                      <ns2:creationId id="{FCB110AA-44FA-864F-A8C8-54FBFB50503B}"/>
                    </a:ext>
                  </a:extLst>
                </p:cNvPr>
                <p:cNvGrpSpPr/>
                <p:nvPr/>
              </p:nvGrpSpPr>
              <p:grpSpPr>
                <a:xfrm>
                  <a:off x="356119" y="2074291"/>
                  <a:ext cx="7617136" cy="894911"/>
                  <a:chOff x="356119" y="2074291"/>
                  <a:chExt cx="7617136" cy="894911"/>
                </a:xfrm>
              </p:grpSpPr>
              <p:sp>
                <p:nvSpPr>
                  <p:cNvPr id="137" name="ホームベース 13">
                    <a:extLst>
                      <a:ext uri="{FF2B5EF4-FFF2-40B4-BE49-F238E27FC236}">
                        <ns2:creationId id="{543E068C-45B3-1342-86CC-9C994A3616F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477525" y="2213114"/>
                    <a:ext cx="296951" cy="539763"/>
                  </a:xfrm>
                  <a:prstGeom prst="homePlate">
                    <a:avLst>
                      <a:gd name="adj" fmla="val 18206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/>
                    <a:r>
                      <a:rPr lang="en-US" altLang="ja-JP" sz="9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9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8" name="山形 14">
                    <a:extLst>
                      <a:ext uri="{FF2B5EF4-FFF2-40B4-BE49-F238E27FC236}">
                        <ns2:creationId id="{5170BDBC-4EC2-374C-90B3-7B95935088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477525" y="2550845"/>
                    <a:ext cx="296951" cy="539763"/>
                  </a:xfrm>
                  <a:prstGeom prst="chevron">
                    <a:avLst>
                      <a:gd name="adj" fmla="val 18094"/>
                    </a:avLst>
                  </a:prstGeom>
                  <a:solidFill>
                    <a:srgbClr val="008D2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lIns="36000" tIns="36000" rIns="36000" bIns="36000" rtlCol="0" anchor="ctr"/>
                  <a:lstStyle/>
                  <a:p>
                    <a:pPr algn="ctr"/>
                    <a:r>
                      <a:rPr lang="en-US" altLang="ja-JP" sz="90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90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9" name="AutoShape 2"/>
                  <p:cNvSpPr>
                    <a:spLocks noChangeArrowheads="1"/>
                  </p:cNvSpPr>
                  <p:nvPr>
                    <p:custDataLst>
                      <p:tags r:id="rId1"/>
                    </p:custDataLst>
                  </p:nvPr>
                </p:nvSpPr>
                <p:spPr bwMode="auto">
                  <a:xfrm rot="16200000" flipH="1">
                    <a:off x="1234631" y="2360600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0" name="正方形/長方形 9">
                    <a:extLst>
                      <a:ext uri="{FF2B5EF4-FFF2-40B4-BE49-F238E27FC236}">
                        <ns2:creationId id="{C6652F0A-4941-31E0-C07A-18193D44FE0F}"/>
                      </a:ext>
                    </a:extLst>
                  </p:cNvPr>
                  <p:cNvSpPr/>
                  <p:nvPr/>
                </p:nvSpPr>
                <p:spPr>
                  <a:xfrm>
                    <a:off x="914763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dirty="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0" name="直線コネクタ 49">
                    <a:extLst>
                      <a:ext uri="{FF2B5EF4-FFF2-40B4-BE49-F238E27FC236}">
                        <ns2:creationId id="{980B4A7A-59C0-F150-6CC9-58A03E8DB173}"/>
                      </a:ext>
                    </a:extLst>
                  </p:cNvPr>
                  <p:cNvCxnSpPr/>
                  <p:nvPr/>
                </p:nvCxnSpPr>
                <p:spPr>
                  <a:xfrm>
                    <a:off x="895880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" name="正方形/長方形 2">
                    <a:extLst>
                      <a:ext uri="{FF2B5EF4-FFF2-40B4-BE49-F238E27FC236}">
                        <ns2:creationId id="{5939955D-F894-FD3D-54F4-DB5D9FD29055}"/>
                      </a:ext>
                    </a:extLst>
                  </p:cNvPr>
                  <p:cNvSpPr/>
                  <p:nvPr/>
                </p:nvSpPr>
                <p:spPr>
                  <a:xfrm>
                    <a:off x="1706665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1" name="直線コネクタ 50">
                    <a:extLst>
                      <a:ext uri="{FF2B5EF4-FFF2-40B4-BE49-F238E27FC236}">
                        <ns2:creationId id="{392C6AE7-0D4F-5F3A-56EC-D53559132490}"/>
                      </a:ext>
                    </a:extLst>
                  </p:cNvPr>
                  <p:cNvCxnSpPr/>
                  <p:nvPr/>
                </p:nvCxnSpPr>
                <p:spPr>
                  <a:xfrm>
                    <a:off x="1706665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4" name="正方形/長方形 53">
                    <a:extLst>
                      <a:ext uri="{FF2B5EF4-FFF2-40B4-BE49-F238E27FC236}">
                        <ns2:creationId id="{2FDA82E7-DC39-095C-41DC-118DA4763548}"/>
                      </a:ext>
                    </a:extLst>
                  </p:cNvPr>
                  <p:cNvSpPr/>
                  <p:nvPr/>
                </p:nvSpPr>
                <p:spPr>
                  <a:xfrm>
                    <a:off x="2498566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5" name="直線コネクタ 54">
                    <a:extLst>
                      <a:ext uri="{FF2B5EF4-FFF2-40B4-BE49-F238E27FC236}">
                        <ns2:creationId id="{0ACEAAE0-5418-A3C1-0EAF-060933EC50C5}"/>
                      </a:ext>
                    </a:extLst>
                  </p:cNvPr>
                  <p:cNvCxnSpPr/>
                  <p:nvPr/>
                </p:nvCxnSpPr>
                <p:spPr>
                  <a:xfrm>
                    <a:off x="2498566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7" name="正方形/長方形 56">
                    <a:extLst>
                      <a:ext uri="{FF2B5EF4-FFF2-40B4-BE49-F238E27FC236}">
                        <ns2:creationId id="{EC563F19-1050-1FF1-E832-8E061687A139}"/>
                      </a:ext>
                    </a:extLst>
                  </p:cNvPr>
                  <p:cNvSpPr/>
                  <p:nvPr/>
                </p:nvSpPr>
                <p:spPr>
                  <a:xfrm>
                    <a:off x="3290468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58" name="直線コネクタ 57">
                    <a:extLst>
                      <a:ext uri="{FF2B5EF4-FFF2-40B4-BE49-F238E27FC236}">
                        <ns2:creationId id="{5A2E4079-650B-4407-969F-2FFBF5B90DB3}"/>
                      </a:ext>
                    </a:extLst>
                  </p:cNvPr>
                  <p:cNvCxnSpPr/>
                  <p:nvPr/>
                </p:nvCxnSpPr>
                <p:spPr>
                  <a:xfrm>
                    <a:off x="3290468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0" name="正方形/長方形 59">
                    <a:extLst>
                      <a:ext uri="{FF2B5EF4-FFF2-40B4-BE49-F238E27FC236}">
                        <ns2:creationId id="{57130178-F632-9FD9-4882-9CECF0A4BEB1}"/>
                      </a:ext>
                    </a:extLst>
                  </p:cNvPr>
                  <p:cNvSpPr/>
                  <p:nvPr/>
                </p:nvSpPr>
                <p:spPr>
                  <a:xfrm>
                    <a:off x="4082370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61" name="直線コネクタ 60">
                    <a:extLst>
                      <a:ext uri="{FF2B5EF4-FFF2-40B4-BE49-F238E27FC236}">
                        <ns2:creationId id="{6D995CF8-0759-F592-1706-F5B707EF2794}"/>
                      </a:ext>
                    </a:extLst>
                  </p:cNvPr>
                  <p:cNvCxnSpPr/>
                  <p:nvPr/>
                </p:nvCxnSpPr>
                <p:spPr>
                  <a:xfrm>
                    <a:off x="4082370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3" name="正方形/長方形 62">
                    <a:extLst>
                      <a:ext uri="{FF2B5EF4-FFF2-40B4-BE49-F238E27FC236}">
                        <ns2:creationId id="{F8BDF4C8-8C4B-4A15-93A9-60A450179B2C}"/>
                      </a:ext>
                    </a:extLst>
                  </p:cNvPr>
                  <p:cNvSpPr/>
                  <p:nvPr/>
                </p:nvSpPr>
                <p:spPr>
                  <a:xfrm>
                    <a:off x="4874272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64" name="直線コネクタ 63">
                    <a:extLst>
                      <a:ext uri="{FF2B5EF4-FFF2-40B4-BE49-F238E27FC236}">
                        <ns2:creationId id="{0B1EF839-A818-CF50-5DAF-3DD2C04D4EBA}"/>
                      </a:ext>
                    </a:extLst>
                  </p:cNvPr>
                  <p:cNvCxnSpPr/>
                  <p:nvPr/>
                </p:nvCxnSpPr>
                <p:spPr>
                  <a:xfrm>
                    <a:off x="4874272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6" name="正方形/長方形 65">
                    <a:extLst>
                      <a:ext uri="{FF2B5EF4-FFF2-40B4-BE49-F238E27FC236}">
                        <ns2:creationId id="{A9D515B0-2125-F35D-FFB3-421687827DFC}"/>
                      </a:ext>
                    </a:extLst>
                  </p:cNvPr>
                  <p:cNvSpPr/>
                  <p:nvPr/>
                </p:nvSpPr>
                <p:spPr>
                  <a:xfrm>
                    <a:off x="5666174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67" name="直線コネクタ 66">
                    <a:extLst>
                      <a:ext uri="{FF2B5EF4-FFF2-40B4-BE49-F238E27FC236}">
                        <ns2:creationId id="{A6339A5F-6354-C1AA-4225-728C069EA0AE}"/>
                      </a:ext>
                    </a:extLst>
                  </p:cNvPr>
                  <p:cNvCxnSpPr/>
                  <p:nvPr/>
                </p:nvCxnSpPr>
                <p:spPr>
                  <a:xfrm>
                    <a:off x="5666174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9" name="正方形/長方形 68">
                    <a:extLst>
                      <a:ext uri="{FF2B5EF4-FFF2-40B4-BE49-F238E27FC236}">
                        <ns2:creationId id="{454B9F59-2D56-1FEE-F266-D0D735E4135F}"/>
                      </a:ext>
                    </a:extLst>
                  </p:cNvPr>
                  <p:cNvSpPr/>
                  <p:nvPr/>
                </p:nvSpPr>
                <p:spPr>
                  <a:xfrm>
                    <a:off x="6458076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</a:t>
                    </a:r>
                    <a:r>
                      <a:rPr lang="ja-JP" altLang="en-US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70" name="直線コネクタ 69">
                    <a:extLst>
                      <a:ext uri="{FF2B5EF4-FFF2-40B4-BE49-F238E27FC236}">
                        <ns2:creationId id="{2D883C19-CF30-C75D-E4DC-FB67E25F84F1}"/>
                      </a:ext>
                    </a:extLst>
                  </p:cNvPr>
                  <p:cNvCxnSpPr/>
                  <p:nvPr/>
                </p:nvCxnSpPr>
                <p:spPr>
                  <a:xfrm>
                    <a:off x="6458076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2" name="正方形/長方形 71">
                    <a:extLst>
                      <a:ext uri="{FF2B5EF4-FFF2-40B4-BE49-F238E27FC236}">
                        <ns2:creationId id="{2816CFFC-C0AC-DDC0-9D97-BF02B94A3D84}"/>
                      </a:ext>
                    </a:extLst>
                  </p:cNvPr>
                  <p:cNvSpPr/>
                  <p:nvPr/>
                </p:nvSpPr>
                <p:spPr>
                  <a:xfrm>
                    <a:off x="7249978" y="2074291"/>
                    <a:ext cx="723277" cy="197161"/>
                  </a:xfrm>
                  <a:prstGeom prst="rect">
                    <a:avLst/>
                  </a:prstGeom>
                  <a:noFill/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 </a:t>
                    </a:r>
                    <a:r>
                      <a:rPr lang="ja-JP" altLang="en-US" sz="80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800" err="1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8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cxnSp>
                <p:nvCxnSpPr>
                  <p:cNvPr id="73" name="直線コネクタ 72">
                    <a:extLst>
                      <a:ext uri="{FF2B5EF4-FFF2-40B4-BE49-F238E27FC236}">
                        <ns2:creationId id="{2BC2227F-93F8-7D8B-598A-D6BD581BA3B2}"/>
                      </a:ext>
                    </a:extLst>
                  </p:cNvPr>
                  <p:cNvCxnSpPr/>
                  <p:nvPr/>
                </p:nvCxnSpPr>
                <p:spPr>
                  <a:xfrm>
                    <a:off x="7249978" y="2271452"/>
                    <a:ext cx="72327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6" name="正方形/長方形 75">
                    <a:extLst>
                      <a:ext uri="{FF2B5EF4-FFF2-40B4-BE49-F238E27FC236}">
                        <ns2:creationId id="{29A0173F-EACA-909B-762F-CC35EC916D1E}"/>
                      </a:ext>
                    </a:extLst>
                  </p:cNvPr>
                  <p:cNvSpPr/>
                  <p:nvPr/>
                </p:nvSpPr>
                <p:spPr>
                  <a:xfrm>
                    <a:off x="914763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7" name="正方形/長方形 76">
                    <a:extLst>
                      <a:ext uri="{FF2B5EF4-FFF2-40B4-BE49-F238E27FC236}">
                        <ns2:creationId id="{443C4F72-BF07-4286-D381-6137E2678BFB}"/>
                      </a:ext>
                    </a:extLst>
                  </p:cNvPr>
                  <p:cNvSpPr/>
                  <p:nvPr/>
                </p:nvSpPr>
                <p:spPr>
                  <a:xfrm>
                    <a:off x="1706665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8" name="正方形/長方形 77">
                    <a:extLst>
                      <a:ext uri="{FF2B5EF4-FFF2-40B4-BE49-F238E27FC236}">
                        <ns2:creationId id="{5ABED6C2-2121-1345-918A-EB8DD13D4E31}"/>
                      </a:ext>
                    </a:extLst>
                  </p:cNvPr>
                  <p:cNvSpPr/>
                  <p:nvPr/>
                </p:nvSpPr>
                <p:spPr>
                  <a:xfrm>
                    <a:off x="2498566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9" name="正方形/長方形 78">
                    <a:extLst>
                      <a:ext uri="{FF2B5EF4-FFF2-40B4-BE49-F238E27FC236}">
                        <ns2:creationId id="{A67004FD-732F-60D9-E39E-BA52F9DBEC59}"/>
                      </a:ext>
                    </a:extLst>
                  </p:cNvPr>
                  <p:cNvSpPr/>
                  <p:nvPr/>
                </p:nvSpPr>
                <p:spPr>
                  <a:xfrm>
                    <a:off x="3290468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 dirty="0" err="1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6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0" name="正方形/長方形 79">
                    <a:extLst>
                      <a:ext uri="{FF2B5EF4-FFF2-40B4-BE49-F238E27FC236}">
                        <ns2:creationId id="{449B1223-6AE3-64A0-537D-2C108EE10EDA}"/>
                      </a:ext>
                    </a:extLst>
                  </p:cNvPr>
                  <p:cNvSpPr/>
                  <p:nvPr/>
                </p:nvSpPr>
                <p:spPr>
                  <a:xfrm>
                    <a:off x="4082370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ja-JP" altLang="en-US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600" err="1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1" name="正方形/長方形 80">
                    <a:extLst>
                      <a:ext uri="{FF2B5EF4-FFF2-40B4-BE49-F238E27FC236}">
                        <ns2:creationId id="{220E52AC-6492-C725-C2C3-FFC433E6D9E3}"/>
                      </a:ext>
                    </a:extLst>
                  </p:cNvPr>
                  <p:cNvSpPr/>
                  <p:nvPr/>
                </p:nvSpPr>
                <p:spPr>
                  <a:xfrm>
                    <a:off x="4874272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Excel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2" name="正方形/長方形 81">
                    <a:extLst>
                      <a:ext uri="{FF2B5EF4-FFF2-40B4-BE49-F238E27FC236}">
                        <ns2:creationId id="{E4D0CE9E-E1C7-E366-BECF-B97987FD537E}"/>
                      </a:ext>
                    </a:extLst>
                  </p:cNvPr>
                  <p:cNvSpPr/>
                  <p:nvPr/>
                </p:nvSpPr>
                <p:spPr>
                  <a:xfrm>
                    <a:off x="5666174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Excel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3" name="正方形/長方形 82">
                    <a:extLst>
                      <a:ext uri="{FF2B5EF4-FFF2-40B4-BE49-F238E27FC236}">
                        <ns2:creationId id="{72C453F3-220A-B803-72E5-4469216216BC}"/>
                      </a:ext>
                    </a:extLst>
                  </p:cNvPr>
                  <p:cNvSpPr/>
                  <p:nvPr/>
                </p:nvSpPr>
                <p:spPr>
                  <a:xfrm>
                    <a:off x="6458076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Excel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4" name="正方形/長方形 83">
                    <a:extLst>
                      <a:ext uri="{FF2B5EF4-FFF2-40B4-BE49-F238E27FC236}">
                        <ns2:creationId id="{DBD755E8-4E9A-B5F5-CF96-7EA663D74E32}"/>
                      </a:ext>
                    </a:extLst>
                  </p:cNvPr>
                  <p:cNvSpPr/>
                  <p:nvPr/>
                </p:nvSpPr>
                <p:spPr>
                  <a:xfrm>
                    <a:off x="7249978" y="2334520"/>
                    <a:ext cx="723277" cy="2316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6" name="正方形/長方形 85">
                    <a:extLst>
                      <a:ext uri="{FF2B5EF4-FFF2-40B4-BE49-F238E27FC236}">
                        <ns2:creationId id="{8D4CD264-1CE7-B2FF-06DA-F9FD5BAF538D}"/>
                      </a:ext>
                    </a:extLst>
                  </p:cNvPr>
                  <p:cNvSpPr/>
                  <p:nvPr/>
                </p:nvSpPr>
                <p:spPr>
                  <a:xfrm>
                    <a:off x="914763" y="2672897"/>
                    <a:ext cx="723277" cy="231698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87" name="正方形/長方形 86">
                    <a:extLst>
                      <a:ext uri="{FF2B5EF4-FFF2-40B4-BE49-F238E27FC236}">
                        <ns2:creationId id="{4DB52CFB-D1AE-73F2-C2D7-4CFB0EDE5660}"/>
                      </a:ext>
                    </a:extLst>
                  </p:cNvPr>
                  <p:cNvSpPr/>
                  <p:nvPr/>
                </p:nvSpPr>
                <p:spPr>
                  <a:xfrm>
                    <a:off x="1706665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6" name="正方形/長方形 125">
                    <a:extLst>
                      <a:ext uri="{FF2B5EF4-FFF2-40B4-BE49-F238E27FC236}">
                        <ns2:creationId id="{A2281AF7-7514-ABE9-3415-B166C3EAC724}"/>
                      </a:ext>
                    </a:extLst>
                  </p:cNvPr>
                  <p:cNvSpPr/>
                  <p:nvPr/>
                </p:nvSpPr>
                <p:spPr>
                  <a:xfrm>
                    <a:off x="2498566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9" name="正方形/長方形 128">
                    <a:extLst>
                      <a:ext uri="{FF2B5EF4-FFF2-40B4-BE49-F238E27FC236}">
                        <ns2:creationId id="{00C49710-5D7E-1669-D0EE-E23A9133E035}"/>
                      </a:ext>
                    </a:extLst>
                  </p:cNvPr>
                  <p:cNvSpPr/>
                  <p:nvPr/>
                </p:nvSpPr>
                <p:spPr>
                  <a:xfrm>
                    <a:off x="3290468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1" name="正方形/長方形 130">
                    <a:extLst>
                      <a:ext uri="{FF2B5EF4-FFF2-40B4-BE49-F238E27FC236}">
                        <ns2:creationId id="{E3E6D36E-606B-E06E-0447-D16C26DE8B88}"/>
                      </a:ext>
                    </a:extLst>
                  </p:cNvPr>
                  <p:cNvSpPr/>
                  <p:nvPr/>
                </p:nvSpPr>
                <p:spPr>
                  <a:xfrm>
                    <a:off x="4082370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4" name="正方形/長方形 133">
                    <a:extLst>
                      <a:ext uri="{FF2B5EF4-FFF2-40B4-BE49-F238E27FC236}">
                        <ns2:creationId id="{86D6344E-4E1F-BB04-6AAD-08CCE290F3CF}"/>
                      </a:ext>
                    </a:extLst>
                  </p:cNvPr>
                  <p:cNvSpPr/>
                  <p:nvPr/>
                </p:nvSpPr>
                <p:spPr>
                  <a:xfrm>
                    <a:off x="4874272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6" name="正方形/長方形 135">
                    <a:extLst>
                      <a:ext uri="{FF2B5EF4-FFF2-40B4-BE49-F238E27FC236}">
                        <ns2:creationId id="{95A302DA-1C82-DA0B-ADD6-7284F06E4EB7}"/>
                      </a:ext>
                    </a:extLst>
                  </p:cNvPr>
                  <p:cNvSpPr/>
                  <p:nvPr/>
                </p:nvSpPr>
                <p:spPr>
                  <a:xfrm>
                    <a:off x="5666174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40" name="正方形/長方形 139">
                    <a:extLst>
                      <a:ext uri="{FF2B5EF4-FFF2-40B4-BE49-F238E27FC236}">
                        <ns2:creationId id="{58D73F6B-125C-E84A-BADC-05448C4F203B}"/>
                      </a:ext>
                    </a:extLst>
                  </p:cNvPr>
                  <p:cNvSpPr/>
                  <p:nvPr/>
                </p:nvSpPr>
                <p:spPr>
                  <a:xfrm>
                    <a:off x="6458076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41" name="正方形/長方形 140">
                    <a:extLst>
                      <a:ext uri="{FF2B5EF4-FFF2-40B4-BE49-F238E27FC236}">
                        <ns2:creationId id="{ABF83CAC-C297-9474-5EF7-21D2140FEAF0}"/>
                      </a:ext>
                    </a:extLst>
                  </p:cNvPr>
                  <p:cNvSpPr/>
                  <p:nvPr/>
                </p:nvSpPr>
                <p:spPr>
                  <a:xfrm>
                    <a:off x="7249978" y="2672897"/>
                    <a:ext cx="723277" cy="23169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60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60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42" name="AutoShape 2">
                    <a:extLst>
                      <a:ext uri="{FF2B5EF4-FFF2-40B4-BE49-F238E27FC236}">
                        <ns2:creationId id="{A39075C2-D1AD-A1E1-CD4C-21654C1F6C74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2"/>
                    </p:custDataLst>
                  </p:nvPr>
                </p:nvSpPr>
                <p:spPr bwMode="auto">
                  <a:xfrm rot="16200000" flipH="1">
                    <a:off x="2026533" y="2360601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3" name="AutoShape 2">
                    <a:extLst>
                      <a:ext uri="{FF2B5EF4-FFF2-40B4-BE49-F238E27FC236}">
                        <ns2:creationId id="{C6438040-047E-158C-F6AE-F72D7D3367C3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3"/>
                    </p:custDataLst>
                  </p:nvPr>
                </p:nvSpPr>
                <p:spPr bwMode="auto">
                  <a:xfrm rot="16200000" flipH="1">
                    <a:off x="2818434" y="2360601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4" name="AutoShape 2">
                    <a:extLst>
                      <a:ext uri="{FF2B5EF4-FFF2-40B4-BE49-F238E27FC236}">
                        <ns2:creationId id="{B90F8E30-A1C9-0BC4-ED48-1EE8B1DA5656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4"/>
                    </p:custDataLst>
                  </p:nvPr>
                </p:nvSpPr>
                <p:spPr bwMode="auto">
                  <a:xfrm rot="16200000" flipH="1">
                    <a:off x="3610336" y="2360602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5" name="AutoShape 2">
                    <a:extLst>
                      <a:ext uri="{FF2B5EF4-FFF2-40B4-BE49-F238E27FC236}">
                        <ns2:creationId id="{13DC3713-6A42-0C31-C229-79D147568021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5"/>
                    </p:custDataLst>
                  </p:nvPr>
                </p:nvSpPr>
                <p:spPr bwMode="auto">
                  <a:xfrm rot="16200000" flipH="1">
                    <a:off x="4402238" y="2360602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6" name="AutoShape 2">
                    <a:extLst>
                      <a:ext uri="{FF2B5EF4-FFF2-40B4-BE49-F238E27FC236}">
                        <ns2:creationId id="{865121D4-4F19-3EEB-F7B5-717B67CDCDCA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6"/>
                    </p:custDataLst>
                  </p:nvPr>
                </p:nvSpPr>
                <p:spPr bwMode="auto">
                  <a:xfrm rot="16200000" flipH="1">
                    <a:off x="5194140" y="2360603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7" name="AutoShape 2">
                    <a:extLst>
                      <a:ext uri="{FF2B5EF4-FFF2-40B4-BE49-F238E27FC236}">
                        <ns2:creationId id="{C60DB52F-2823-94DC-9E4F-63D3552588AD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7"/>
                    </p:custDataLst>
                  </p:nvPr>
                </p:nvSpPr>
                <p:spPr bwMode="auto">
                  <a:xfrm rot="16200000" flipH="1">
                    <a:off x="5986042" y="2360603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8" name="AutoShape 2">
                    <a:extLst>
                      <a:ext uri="{FF2B5EF4-FFF2-40B4-BE49-F238E27FC236}">
                        <ns2:creationId id="{54224ABF-6766-C8DD-8816-206540002E03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8"/>
                    </p:custDataLst>
                  </p:nvPr>
                </p:nvSpPr>
                <p:spPr bwMode="auto">
                  <a:xfrm rot="16200000" flipH="1">
                    <a:off x="6777944" y="2360604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  <p:sp>
                <p:nvSpPr>
                  <p:cNvPr id="149" name="AutoShape 2">
                    <a:extLst>
                      <a:ext uri="{FF2B5EF4-FFF2-40B4-BE49-F238E27FC236}">
                        <ns2:creationId id="{B75F7275-F916-D743-07D1-199D54AFE8DD}"/>
                      </a:ext>
                    </a:extLst>
                  </p:cNvPr>
                  <p:cNvSpPr>
                    <a:spLocks noChangeArrowheads="1"/>
                  </p:cNvSpPr>
                  <p:nvPr>
                    <p:custDataLst>
                      <p:tags r:id="rId9"/>
                    </p:custDataLst>
                  </p:nvPr>
                </p:nvSpPr>
                <p:spPr bwMode="auto">
                  <a:xfrm rot="16200000" flipH="1">
                    <a:off x="7569846" y="2360605"/>
                    <a:ext cx="83540" cy="539765"/>
                  </a:xfrm>
                  <a:prstGeom prst="homePlate">
                    <a:avLst>
                      <a:gd name="adj" fmla="val 100000"/>
                    </a:avLst>
                  </a:prstGeom>
                  <a:solidFill>
                    <a:srgbClr val="E2F0D9"/>
                  </a:solidFill>
                  <a:ln>
                    <a:noFill/>
                  </a:ln>
                  <a:effectLst/>
                </p:spPr>
                <p:txBody>
                  <a:bodyPr wrap="none" lIns="0" tIns="0" rIns="0" bIns="0" anchor="ctr"/>
                  <a:lstStyle/>
                  <a:p>
                    <a:endParaRPr lang="de-DE">
                      <a:latin typeface="+mn-ea"/>
                    </a:endParaRPr>
                  </a:p>
                </p:txBody>
              </p:sp>
            </p:grpSp>
            <p:grpSp>
              <p:nvGrpSpPr>
                <p:cNvPr id="248" name="グループ化 247">
                  <a:extLst>
                    <a:ext uri="{FF2B5EF4-FFF2-40B4-BE49-F238E27FC236}">
                      <ns2:creationId id="{D86A1409-CAD7-BCBB-CC06-698E762D2158}"/>
                    </a:ext>
                  </a:extLst>
                </p:cNvPr>
                <p:cNvGrpSpPr/>
                <p:nvPr/>
              </p:nvGrpSpPr>
              <p:grpSpPr>
                <a:xfrm>
                  <a:off x="914763" y="2953894"/>
                  <a:ext cx="7058491" cy="210736"/>
                  <a:chOff x="914763" y="2953894"/>
                  <a:chExt cx="7058491" cy="210736"/>
                </a:xfrm>
              </p:grpSpPr>
              <p:sp>
                <p:nvSpPr>
                  <p:cNvPr id="135" name="正方形/長方形 134">
                    <a:extLst>
                      <a:ext uri="{FF2B5EF4-FFF2-40B4-BE49-F238E27FC236}">
                        <ns2:creationId id="{0E85199D-9E3B-0FA6-E740-DFE1A0CEA2A8}"/>
                      </a:ext>
                    </a:extLst>
                  </p:cNvPr>
                  <p:cNvSpPr/>
                  <p:nvPr/>
                </p:nvSpPr>
                <p:spPr>
                  <a:xfrm>
                    <a:off x="914763" y="2953895"/>
                    <a:ext cx="7058491" cy="210735"/>
                  </a:xfrm>
                  <a:prstGeom prst="rect">
                    <a:avLst/>
                  </a:prstGeom>
                  <a:noFill/>
                  <a:ln w="9525">
                    <a:solidFill>
                      <a:srgbClr val="008D2E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 dirty="0" err="1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 (</a:t>
                    </a:r>
                    <a:r>
                      <a:rPr lang="en-US" altLang="ja-JP" sz="1100" dirty="0" err="1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100" dirty="0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1100" dirty="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pic>
                <p:nvPicPr>
                  <p:cNvPr id="208" name="グラフィックス 207" descr="円グラフ 単色塗りつぶし">
                    <a:extLst>
                      <a:ext uri="{FF2B5EF4-FFF2-40B4-BE49-F238E27FC236}">
                        <ns2:creationId id="{CF38E5D9-D9E1-902E-D5C3-E1D826F816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706666" y="2953894"/>
                    <a:ext cx="210736" cy="210736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210" name="Text 80">
                <a:extLst>
                  <a:ext uri="{FF2B5EF4-FFF2-40B4-BE49-F238E27FC236}">
                    <ns2:creationId id="{68AA6B2D-A34C-5115-817F-D108B0B206A6}"/>
                  </a:ext>
                </a:extLst>
              </p:cNvPr>
              <p:cNvSpPr txBox="1"/>
              <p:nvPr/>
            </p:nvSpPr>
            <p:spPr>
              <a:xfrm>
                <a:off x="365760" y="3223217"/>
                <a:ext cx="7591637" cy="2194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05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105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lang="en-US" sz="105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246" name="グループ化 245">
              <a:extLst>
                <a:ext uri="{FF2B5EF4-FFF2-40B4-BE49-F238E27FC236}">
                  <ns2:creationId id="{9AFAA123-C650-7F3C-AB36-04D5152CA6E7}"/>
                </a:ext>
              </a:extLst>
            </p:cNvPr>
            <p:cNvGrpSpPr/>
            <p:nvPr/>
          </p:nvGrpSpPr>
          <p:grpSpPr>
            <a:xfrm>
              <a:off x="334962" y="3409716"/>
              <a:ext cx="7638292" cy="839501"/>
              <a:chOff x="334962" y="3496341"/>
              <a:chExt cx="7638292" cy="839501"/>
            </a:xfrm>
          </p:grpSpPr>
          <p:sp>
            <p:nvSpPr>
              <p:cNvPr id="36" name="正方形/長方形 35">
                <a:extLst>
                  <a:ext uri="{FF2B5EF4-FFF2-40B4-BE49-F238E27FC236}">
                    <ns2:creationId id="{1C4F7F2D-2B66-DB6F-B631-483A15AD017C}"/>
                  </a:ext>
                </a:extLst>
              </p:cNvPr>
              <p:cNvSpPr/>
              <p:nvPr/>
            </p:nvSpPr>
            <p:spPr>
              <a:xfrm>
                <a:off x="334962" y="3566595"/>
                <a:ext cx="1852666" cy="769247"/>
              </a:xfrm>
              <a:prstGeom prst="rect">
                <a:avLst/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/ 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26F50006-C195-6CC0-A438-DF8813EE6140}"/>
                  </a:ext>
                </a:extLst>
              </p:cNvPr>
              <p:cNvSpPr/>
              <p:nvPr/>
            </p:nvSpPr>
            <p:spPr>
              <a:xfrm>
                <a:off x="2263505" y="3566595"/>
                <a:ext cx="1852666" cy="769247"/>
              </a:xfrm>
              <a:prstGeom prst="rect">
                <a:avLst/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85725" indent="-85725">
                  <a:spcBef>
                    <a:spcPts val="6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E7451717-5691-850F-7A8B-8EB2C2AB1BCE}"/>
                  </a:ext>
                </a:extLst>
              </p:cNvPr>
              <p:cNvSpPr/>
              <p:nvPr/>
            </p:nvSpPr>
            <p:spPr>
              <a:xfrm>
                <a:off x="4192046" y="3566595"/>
                <a:ext cx="1852666" cy="76924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0BD78C9C-AC00-E7C8-737B-6B289EDE9A09}"/>
                  </a:ext>
                </a:extLst>
              </p:cNvPr>
              <p:cNvSpPr/>
              <p:nvPr/>
            </p:nvSpPr>
            <p:spPr>
              <a:xfrm>
                <a:off x="6120588" y="3566595"/>
                <a:ext cx="1852666" cy="76924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ja-JP" sz="800" b="1" dirty="0">
                    <a:solidFill>
                      <a:srgbClr val="1F5FA8"/>
                    </a:solidFill>
                    <a:latin typeface="+mn-ea"/>
                    <a:cs typeface="Meiryo UI" pitchFamily="34" charset="-120"/>
                  </a:rPr>
                  <a:t>　</a:t>
                </a:r>
                <a:r>
                  <a:rPr lang="en-US" altLang="ja-JP" sz="8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b="1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Bef>
                    <a:spcPts val="600"/>
                  </a:spcBef>
                  <a:buClr>
                    <a:schemeClr val="accent1"/>
                  </a:buClr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</a:p>
              <a:p>
                <a:pPr marL="171450" indent="-171450">
                  <a:spcBef>
                    <a:spcPts val="600"/>
                  </a:spcBef>
                  <a:buClr>
                    <a:srgbClr val="008D2E"/>
                  </a:buClr>
                  <a:buFont typeface="メイリオ" panose="020B0604030504040204" pitchFamily="50" charset="-128"/>
                  <a:buChar char="▶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11" name="四角形: 角を丸くする 210">
                <a:extLst>
                  <a:ext uri="{FF2B5EF4-FFF2-40B4-BE49-F238E27FC236}">
                    <ns2:creationId id="{7078EDE9-DE33-0397-0308-6A845354D1B7}"/>
                  </a:ext>
                </a:extLst>
              </p:cNvPr>
              <p:cNvSpPr/>
              <p:nvPr/>
            </p:nvSpPr>
            <p:spPr>
              <a:xfrm>
                <a:off x="334962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20" name="四角形: 角を丸くする 219">
                <a:extLst>
                  <a:ext uri="{FF2B5EF4-FFF2-40B4-BE49-F238E27FC236}">
                    <ns2:creationId id="{CE7E17B0-B822-CA84-8556-70067DE8AEE8}"/>
                  </a:ext>
                </a:extLst>
              </p:cNvPr>
              <p:cNvSpPr/>
              <p:nvPr/>
            </p:nvSpPr>
            <p:spPr>
              <a:xfrm>
                <a:off x="2263503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　</a:t>
                </a:r>
                <a:endParaRPr kumimoji="1" lang="ja-JP" altLang="en-US" sz="12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21" name="四角形: 角を丸くする 220">
                <a:extLst>
                  <a:ext uri="{FF2B5EF4-FFF2-40B4-BE49-F238E27FC236}">
                    <ns2:creationId id="{692F4FE3-5F1B-FD00-C352-933E1EBB4224}"/>
                  </a:ext>
                </a:extLst>
              </p:cNvPr>
              <p:cNvSpPr/>
              <p:nvPr/>
            </p:nvSpPr>
            <p:spPr>
              <a:xfrm>
                <a:off x="4192046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　</a:t>
                </a:r>
                <a:endParaRPr kumimoji="1" lang="ja-JP" altLang="en-US" sz="12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22" name="四角形: 角を丸くする 221">
                <a:extLst>
                  <a:ext uri="{FF2B5EF4-FFF2-40B4-BE49-F238E27FC236}">
                    <ns2:creationId id="{14EB1B23-EB24-C6A8-28F6-063FB0EA8BD1}"/>
                  </a:ext>
                </a:extLst>
              </p:cNvPr>
              <p:cNvSpPr/>
              <p:nvPr/>
            </p:nvSpPr>
            <p:spPr>
              <a:xfrm>
                <a:off x="6120586" y="3496341"/>
                <a:ext cx="902450" cy="15658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　</a:t>
                </a:r>
                <a:endParaRPr kumimoji="1" lang="ja-JP" altLang="en-US" sz="12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51" name="グループ化 250">
              <a:extLst>
                <a:ext uri="{FF2B5EF4-FFF2-40B4-BE49-F238E27FC236}">
                  <ns2:creationId id="{37BD07A5-7E1C-B01F-8ED5-CAE323FDE032}"/>
                </a:ext>
              </a:extLst>
            </p:cNvPr>
            <p:cNvGrpSpPr/>
            <p:nvPr/>
          </p:nvGrpSpPr>
          <p:grpSpPr>
            <a:xfrm>
              <a:off x="334961" y="4637188"/>
              <a:ext cx="7622434" cy="974634"/>
              <a:chOff x="334961" y="4637188"/>
              <a:chExt cx="7622434" cy="974634"/>
            </a:xfrm>
          </p:grpSpPr>
          <p:sp>
            <p:nvSpPr>
              <p:cNvPr id="27" name="山形 66">
                <a:extLst>
                  <a:ext uri="{FF2B5EF4-FFF2-40B4-BE49-F238E27FC236}">
                    <ns2:creationId id="{0E3B5CB2-D13F-AD00-19B0-F8A9CF1BC12B}"/>
                  </a:ext>
                </a:extLst>
              </p:cNvPr>
              <p:cNvSpPr/>
              <p:nvPr/>
            </p:nvSpPr>
            <p:spPr>
              <a:xfrm>
                <a:off x="1502735" y="4826060"/>
                <a:ext cx="2151559" cy="224282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latin typeface="+mn-ea"/>
                </a:endParaRPr>
              </a:p>
            </p:txBody>
          </p:sp>
          <p:sp>
            <p:nvSpPr>
              <p:cNvPr id="28" name="山形 66">
                <a:extLst>
                  <a:ext uri="{FF2B5EF4-FFF2-40B4-BE49-F238E27FC236}">
                    <ns2:creationId id="{23673C31-19D6-6046-5C20-32C512CF5757}"/>
                  </a:ext>
                </a:extLst>
              </p:cNvPr>
              <p:cNvSpPr/>
              <p:nvPr/>
            </p:nvSpPr>
            <p:spPr>
              <a:xfrm>
                <a:off x="3654285" y="4826060"/>
                <a:ext cx="2151559" cy="224282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0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sp>
            <p:nvSpPr>
              <p:cNvPr id="29" name="山形 66">
                <a:extLst>
                  <a:ext uri="{FF2B5EF4-FFF2-40B4-BE49-F238E27FC236}">
                    <ns2:creationId id="{AD68D492-3480-E150-3B98-E5E4D9F801C9}"/>
                  </a:ext>
                </a:extLst>
              </p:cNvPr>
              <p:cNvSpPr/>
              <p:nvPr/>
            </p:nvSpPr>
            <p:spPr>
              <a:xfrm>
                <a:off x="5805836" y="4826060"/>
                <a:ext cx="2151559" cy="224282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latin typeface="+mn-ea"/>
                </a:endParaRPr>
              </a:p>
            </p:txBody>
          </p:sp>
          <p:sp>
            <p:nvSpPr>
              <p:cNvPr id="226" name="正方形/長方形 225">
                <a:extLst>
                  <a:ext uri="{FF2B5EF4-FFF2-40B4-BE49-F238E27FC236}">
                    <ns2:creationId id="{32CA5B8F-E68E-DC24-4614-E671A4382437}"/>
                  </a:ext>
                </a:extLst>
              </p:cNvPr>
              <p:cNvSpPr/>
              <p:nvPr/>
            </p:nvSpPr>
            <p:spPr>
              <a:xfrm>
                <a:off x="334961" y="5090211"/>
                <a:ext cx="1167771" cy="2289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28" name="正方形/長方形 227">
                <a:extLst>
                  <a:ext uri="{FF2B5EF4-FFF2-40B4-BE49-F238E27FC236}">
                    <ns2:creationId id="{1111C525-843C-28E8-F6C5-A91B1C1AB8C7}"/>
                  </a:ext>
                </a:extLst>
              </p:cNvPr>
              <p:cNvSpPr/>
              <p:nvPr/>
            </p:nvSpPr>
            <p:spPr>
              <a:xfrm>
                <a:off x="334961" y="5382859"/>
                <a:ext cx="1167771" cy="228963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31" name="正方形/長方形 230">
                <a:extLst>
                  <a:ext uri="{FF2B5EF4-FFF2-40B4-BE49-F238E27FC236}">
                    <ns2:creationId id="{AF80B06F-9C9D-1B58-3F95-619A9ACF442C}"/>
                  </a:ext>
                </a:extLst>
              </p:cNvPr>
              <p:cNvSpPr/>
              <p:nvPr/>
            </p:nvSpPr>
            <p:spPr>
              <a:xfrm>
                <a:off x="1768106" y="5090211"/>
                <a:ext cx="910704" cy="224283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2" name="正方形/長方形 231">
                <a:extLst>
                  <a:ext uri="{FF2B5EF4-FFF2-40B4-BE49-F238E27FC236}">
                    <ns2:creationId id="{EA925B6F-113F-A649-5047-AC44655AB7AA}"/>
                  </a:ext>
                </a:extLst>
              </p:cNvPr>
              <p:cNvSpPr/>
              <p:nvPr/>
            </p:nvSpPr>
            <p:spPr>
              <a:xfrm>
                <a:off x="2715679" y="5090211"/>
                <a:ext cx="910704" cy="224283"/>
              </a:xfrm>
              <a:prstGeom prst="rect">
                <a:avLst/>
              </a:prstGeom>
              <a:solidFill>
                <a:srgbClr val="008D2E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4" name="正方形/長方形 233">
                <a:extLst>
                  <a:ext uri="{FF2B5EF4-FFF2-40B4-BE49-F238E27FC236}">
                    <ns2:creationId id="{FFA99896-D6BD-B7AD-483B-8C6EEADC4D6F}"/>
                  </a:ext>
                </a:extLst>
              </p:cNvPr>
              <p:cNvSpPr/>
              <p:nvPr/>
            </p:nvSpPr>
            <p:spPr>
              <a:xfrm>
                <a:off x="3660818" y="5090210"/>
                <a:ext cx="1433677" cy="224283"/>
              </a:xfrm>
              <a:prstGeom prst="rect">
                <a:avLst/>
              </a:prstGeom>
              <a:solidFill>
                <a:srgbClr val="008D2E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5" name="正方形/長方形 234">
                <a:extLst>
                  <a:ext uri="{FF2B5EF4-FFF2-40B4-BE49-F238E27FC236}">
                    <ns2:creationId id="{0CA3C64C-B99D-F899-41F6-7E1D28F16C74}"/>
                  </a:ext>
                </a:extLst>
              </p:cNvPr>
              <p:cNvSpPr/>
              <p:nvPr/>
            </p:nvSpPr>
            <p:spPr>
              <a:xfrm>
                <a:off x="5798569" y="5090210"/>
                <a:ext cx="1433677" cy="22428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36" name="正方形/長方形 235">
                <a:extLst>
                  <a:ext uri="{FF2B5EF4-FFF2-40B4-BE49-F238E27FC236}">
                    <ns2:creationId id="{B043395F-A94D-EACE-F810-0880EB5A8667}"/>
                  </a:ext>
                </a:extLst>
              </p:cNvPr>
              <p:cNvSpPr/>
              <p:nvPr/>
            </p:nvSpPr>
            <p:spPr>
              <a:xfrm>
                <a:off x="5064676" y="5382859"/>
                <a:ext cx="1433677" cy="228963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675F6135-4B28-0346-E4A4-200FEE6EE678}"/>
                  </a:ext>
                </a:extLst>
              </p:cNvPr>
              <p:cNvSpPr/>
              <p:nvPr/>
            </p:nvSpPr>
            <p:spPr>
              <a:xfrm>
                <a:off x="6523717" y="5382859"/>
                <a:ext cx="1433677" cy="22896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240" name="Text 114">
                <a:extLst>
                  <a:ext uri="{FF2B5EF4-FFF2-40B4-BE49-F238E27FC236}">
                    <ns2:creationId id="{55B8CA03-AC37-674F-0117-70BFB5DA7C17}"/>
                  </a:ext>
                </a:extLst>
              </p:cNvPr>
              <p:cNvSpPr txBox="1"/>
              <p:nvPr/>
            </p:nvSpPr>
            <p:spPr>
              <a:xfrm>
                <a:off x="2860243" y="4637188"/>
                <a:ext cx="54864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242" name="Text 116">
                <a:extLst>
                  <a:ext uri="{FF2B5EF4-FFF2-40B4-BE49-F238E27FC236}">
                    <ns2:creationId id="{08069C08-ECEA-87BB-8C47-054C567E0CC5}"/>
                  </a:ext>
                </a:extLst>
              </p:cNvPr>
              <p:cNvSpPr txBox="1"/>
              <p:nvPr/>
            </p:nvSpPr>
            <p:spPr>
              <a:xfrm>
                <a:off x="4846320" y="4637188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800" dirty="0">
                  <a:latin typeface="+mn-ea"/>
                </a:endParaRPr>
              </a:p>
            </p:txBody>
          </p:sp>
          <p:sp>
            <p:nvSpPr>
              <p:cNvPr id="244" name="Shape 113">
                <a:extLst>
                  <a:ext uri="{FF2B5EF4-FFF2-40B4-BE49-F238E27FC236}">
                    <ns2:creationId id="{EC0EB62D-E6EC-C56A-76C0-A7E03EF56D16}"/>
                  </a:ext>
                </a:extLst>
              </p:cNvPr>
              <p:cNvSpPr/>
              <p:nvPr/>
            </p:nvSpPr>
            <p:spPr>
              <a:xfrm>
                <a:off x="3134563" y="4783198"/>
                <a:ext cx="0" cy="828623"/>
              </a:xfrm>
              <a:prstGeom prst="line">
                <a:avLst/>
              </a:prstGeom>
              <a:noFill/>
              <a:ln w="15875">
                <a:solidFill>
                  <a:srgbClr val="C00000"/>
                </a:solidFill>
                <a:prstDash val="dash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  <p:sp>
            <p:nvSpPr>
              <p:cNvPr id="245" name="Shape 113">
                <a:extLst>
                  <a:ext uri="{FF2B5EF4-FFF2-40B4-BE49-F238E27FC236}">
                    <ns2:creationId id="{C232F3AD-F534-834A-FBB6-02AAD143574D}"/>
                  </a:ext>
                </a:extLst>
              </p:cNvPr>
              <p:cNvSpPr/>
              <p:nvPr/>
            </p:nvSpPr>
            <p:spPr>
              <a:xfrm>
                <a:off x="5394960" y="4783198"/>
                <a:ext cx="0" cy="828623"/>
              </a:xfrm>
              <a:prstGeom prst="line">
                <a:avLst/>
              </a:prstGeom>
              <a:noFill/>
              <a:ln w="15875">
                <a:solidFill>
                  <a:srgbClr val="C00000"/>
                </a:solidFill>
                <a:prstDash val="dash"/>
              </a:ln>
            </p:spPr>
            <p:txBody>
              <a:bodyPr/>
              <a:lstStyle/>
              <a:p>
                <a:endParaRPr lang="ja-JP" altLang="en-US"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3575223170"/>
      </p:ext>
    </p:extLst>
  </p:cSld>
  <p:clrMapOvr>
    <a:masterClrMapping/>
  </p:clrMapOvr>
</p:sld>
</file>

<file path=ppt/slides/slide27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48F1543-30CB-F34B-ED8B-279EA3926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44D60A9-ED8E-6C8D-F9E7-1E631CA51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A7E57266-BBD9-02D8-67DB-880FCCD2CD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84186"/>
          </a:xfrm>
        </p:spPr>
        <p:txBody>
          <a:bodyPr>
            <a:noAutofit/>
          </a:bodyPr>
          <a:lstStyle/>
          <a:p>
            <a:pPr>
              <a:spcBef>
                <a:spcPts val="300"/>
              </a:spcBef>
            </a:pPr>
            <a:r>
              <a:rPr lang="ja-JP" altLang="en-US" sz="1600" dirty="0">
                <a:latin typeface="+mn-ea"/>
                <a:ea typeface="+mn-ea"/>
              </a:rPr>
              <a:t>XX</a:t>
            </a:r>
            <a:endParaRPr lang="en-US" altLang="ja-JP" sz="1600" dirty="0">
              <a:latin typeface="+mn-ea"/>
              <a:ea typeface="+mn-ea"/>
            </a:endParaRPr>
          </a:p>
          <a:p>
            <a:pPr>
              <a:spcBef>
                <a:spcPts val="300"/>
              </a:spcBef>
            </a:pP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SAP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3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  <a:r>
              <a:rPr lang="en-US" altLang="ja-JP" sz="1600" dirty="0">
                <a:latin typeface="+mn-ea"/>
                <a:ea typeface="+mn-ea"/>
              </a:rPr>
              <a:t>XX</a:t>
            </a:r>
            <a:r>
              <a:rPr lang="ja-JP" altLang="en-US" sz="16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6" name="グループ化 15">
            <a:extLst>
              <a:ext uri="{FF2B5EF4-FFF2-40B4-BE49-F238E27FC236}">
                <ns2:creationId id="{51F95150-3A77-4D2A-291C-6EC5026720B6}"/>
              </a:ext>
            </a:extLst>
          </p:cNvPr>
          <p:cNvGrpSpPr/>
          <p:nvPr/>
        </p:nvGrpSpPr>
        <p:grpSpPr>
          <a:xfrm>
            <a:off x="334963" y="1628775"/>
            <a:ext cx="11522075" cy="4675427"/>
            <a:chOff x="334963" y="1628775"/>
            <a:chExt cx="11522075" cy="4675427"/>
          </a:xfrm>
        </p:grpSpPr>
        <p:cxnSp>
          <p:nvCxnSpPr>
            <p:cNvPr id="140" name="直線コネクタ 139">
              <a:extLst>
                <a:ext uri="{FF2B5EF4-FFF2-40B4-BE49-F238E27FC236}">
                  <ns2:creationId id="{5BF68F69-DF7F-CE04-17C3-0EB744CED573}"/>
                </a:ext>
              </a:extLst>
            </p:cNvPr>
            <p:cNvCxnSpPr/>
            <p:nvPr/>
          </p:nvCxnSpPr>
          <p:spPr>
            <a:xfrm>
              <a:off x="1586756" y="5379269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グループ化 13">
              <a:extLst>
                <a:ext uri="{FF2B5EF4-FFF2-40B4-BE49-F238E27FC236}">
                  <ns2:creationId id="{41110B5D-EF8E-A2FE-79B1-85DD3A194337}"/>
                </a:ext>
              </a:extLst>
            </p:cNvPr>
            <p:cNvGrpSpPr/>
            <p:nvPr/>
          </p:nvGrpSpPr>
          <p:grpSpPr>
            <a:xfrm>
              <a:off x="334963" y="5440202"/>
              <a:ext cx="11522075" cy="864000"/>
              <a:chOff x="334963" y="5440202"/>
              <a:chExt cx="11522075" cy="864000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AD14EC58-52C2-E785-9175-46B66E6FEA2A}"/>
                  </a:ext>
                </a:extLst>
              </p:cNvPr>
              <p:cNvSpPr/>
              <p:nvPr/>
            </p:nvSpPr>
            <p:spPr>
              <a:xfrm>
                <a:off x="334963" y="5440202"/>
                <a:ext cx="1117319" cy="86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9F99420A-B688-6346-ADF3-E3D0529E5C8E}"/>
                  </a:ext>
                </a:extLst>
              </p:cNvPr>
              <p:cNvSpPr/>
              <p:nvPr/>
            </p:nvSpPr>
            <p:spPr>
              <a:xfrm>
                <a:off x="1586756" y="5440202"/>
                <a:ext cx="3357273" cy="864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80975" indent="-1254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「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</a:p>
              <a:p>
                <a:pPr marL="180975" indent="-1254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0975" indent="-1254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  <a:p>
                <a:pPr algn="ctr"/>
                <a:endParaRPr kumimoji="1"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3380D500-50CD-B01D-231B-97223CE2011D}"/>
                  </a:ext>
                </a:extLst>
              </p:cNvPr>
              <p:cNvSpPr/>
              <p:nvPr/>
            </p:nvSpPr>
            <p:spPr>
              <a:xfrm>
                <a:off x="5043261" y="5440202"/>
                <a:ext cx="3357273" cy="864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41288"/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" name="正方形/長方形 143">
                <a:extLst>
                  <a:ext uri="{FF2B5EF4-FFF2-40B4-BE49-F238E27FC236}">
                    <ns2:creationId id="{C042737B-C18B-FE31-BDCB-0F35EE0CB753}"/>
                  </a:ext>
                </a:extLst>
              </p:cNvPr>
              <p:cNvSpPr/>
              <p:nvPr/>
            </p:nvSpPr>
            <p:spPr>
              <a:xfrm>
                <a:off x="8499765" y="5440202"/>
                <a:ext cx="3357273" cy="864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41288"/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148" name="直線コネクタ 147">
                <a:extLst>
                  <a:ext uri="{FF2B5EF4-FFF2-40B4-BE49-F238E27FC236}">
                    <ns2:creationId id="{502E52E1-AFF1-7351-57DB-B8C8DE3F6B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5440202"/>
                <a:ext cx="0" cy="86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線コネクタ 50">
              <a:extLst>
                <a:ext uri="{FF2B5EF4-FFF2-40B4-BE49-F238E27FC236}">
                  <ns2:creationId id="{F2FAB5B9-028E-2C39-62D7-CE056BDC23D9}"/>
                </a:ext>
              </a:extLst>
            </p:cNvPr>
            <p:cNvCxnSpPr/>
            <p:nvPr/>
          </p:nvCxnSpPr>
          <p:spPr>
            <a:xfrm>
              <a:off x="1586756" y="2773403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ns2:creationId id="{B11C1DE3-8064-4B1D-068F-DF56DF95D32A}"/>
                </a:ext>
              </a:extLst>
            </p:cNvPr>
            <p:cNvGrpSpPr/>
            <p:nvPr/>
          </p:nvGrpSpPr>
          <p:grpSpPr>
            <a:xfrm>
              <a:off x="334963" y="1628775"/>
              <a:ext cx="11522075" cy="1083695"/>
              <a:chOff x="334963" y="1628775"/>
              <a:chExt cx="11522075" cy="1083695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8BEF940C-06E9-57C2-7A86-2324F9B53FA8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117319" cy="108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</p:txBody>
          </p:sp>
          <p:cxnSp>
            <p:nvCxnSpPr>
              <p:cNvPr id="31" name="直線コネクタ 30">
                <a:extLst>
                  <a:ext uri="{FF2B5EF4-FFF2-40B4-BE49-F238E27FC236}">
                    <ns2:creationId id="{0F8ED504-7CBD-620C-CEB1-9177F07F0AC2}"/>
                  </a:ext>
                </a:extLst>
              </p:cNvPr>
              <p:cNvCxnSpPr/>
              <p:nvPr/>
            </p:nvCxnSpPr>
            <p:spPr>
              <a:xfrm>
                <a:off x="1506072" y="1628775"/>
                <a:ext cx="0" cy="1080000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正方形/長方形 33">
                <a:extLst>
                  <a:ext uri="{FF2B5EF4-FFF2-40B4-BE49-F238E27FC236}">
                    <ns2:creationId id="{12C5FF14-EBE2-64FC-7F6C-1A09A7F88727}"/>
                  </a:ext>
                </a:extLst>
              </p:cNvPr>
              <p:cNvSpPr/>
              <p:nvPr/>
            </p:nvSpPr>
            <p:spPr>
              <a:xfrm>
                <a:off x="1586756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82563" indent="-125413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2563" indent="-125413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64A8C0DF-8FA8-021A-12DD-946BC7B9BE8B}"/>
                  </a:ext>
                </a:extLst>
              </p:cNvPr>
              <p:cNvSpPr/>
              <p:nvPr/>
            </p:nvSpPr>
            <p:spPr>
              <a:xfrm>
                <a:off x="5043261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87325" indent="-130175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7325" indent="-130175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C2652B02-13A1-24C4-F240-41BD614A1FF0}"/>
                  </a:ext>
                </a:extLst>
              </p:cNvPr>
              <p:cNvSpPr/>
              <p:nvPr/>
            </p:nvSpPr>
            <p:spPr>
              <a:xfrm>
                <a:off x="8499765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00013">
                  <a:spcBef>
                    <a:spcPts val="600"/>
                  </a:spcBef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50" name="グラフィックス 149" descr="警告 単色塗りつぶし">
                <a:extLst>
                  <a:ext uri="{FF2B5EF4-FFF2-40B4-BE49-F238E27FC236}">
                    <ns2:creationId id="{CF6BC991-109B-F2CB-4436-5202CFF775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389037" y="2244470"/>
                <a:ext cx="468000" cy="468000"/>
              </a:xfrm>
              <a:prstGeom prst="rect">
                <a:avLst/>
              </a:prstGeom>
            </p:spPr>
          </p:pic>
          <p:pic>
            <p:nvPicPr>
              <p:cNvPr id="154" name="グラフィックス 153" descr="下降基調のグラフ 単色塗りつぶし">
                <a:extLst>
                  <a:ext uri="{FF2B5EF4-FFF2-40B4-BE49-F238E27FC236}">
                    <ns2:creationId id="{145D1101-701D-70A5-A980-3A18E7259B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932533" y="2244470"/>
                <a:ext cx="468000" cy="468000"/>
              </a:xfrm>
              <a:prstGeom prst="rect">
                <a:avLst/>
              </a:prstGeom>
            </p:spPr>
          </p:pic>
          <p:pic>
            <p:nvPicPr>
              <p:cNvPr id="160" name="グラフィックス 159" descr="十字の付いた盾 単色塗りつぶし">
                <a:extLst>
                  <a:ext uri="{FF2B5EF4-FFF2-40B4-BE49-F238E27FC236}">
                    <ns2:creationId id="{9B7AB300-E3C6-85B2-D401-E08C0E0615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476028" y="2244470"/>
                <a:ext cx="468000" cy="468000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ns2:creationId id="{D814C826-D7E4-F466-4E95-3E85A0F25100}"/>
                </a:ext>
              </a:extLst>
            </p:cNvPr>
            <p:cNvGrpSpPr/>
            <p:nvPr/>
          </p:nvGrpSpPr>
          <p:grpSpPr>
            <a:xfrm>
              <a:off x="334963" y="2834336"/>
              <a:ext cx="11522075" cy="2484000"/>
              <a:chOff x="334963" y="2770445"/>
              <a:chExt cx="11522075" cy="2484000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27A281CA-BA93-7F67-4B15-31289FFB1E31}"/>
                  </a:ext>
                </a:extLst>
              </p:cNvPr>
              <p:cNvSpPr/>
              <p:nvPr/>
            </p:nvSpPr>
            <p:spPr>
              <a:xfrm>
                <a:off x="1586756" y="2780976"/>
                <a:ext cx="10270281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0B045412-662A-03B2-268B-9B64E9688231}"/>
                  </a:ext>
                </a:extLst>
              </p:cNvPr>
              <p:cNvSpPr/>
              <p:nvPr/>
            </p:nvSpPr>
            <p:spPr>
              <a:xfrm>
                <a:off x="334963" y="2770445"/>
                <a:ext cx="1117319" cy="248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3" name="山形 66">
                <a:extLst>
                  <a:ext uri="{FF2B5EF4-FFF2-40B4-BE49-F238E27FC236}">
                    <ns2:creationId id="{1676AAE7-3340-EFCE-458C-361BC2C854DC}"/>
                  </a:ext>
                </a:extLst>
              </p:cNvPr>
              <p:cNvSpPr/>
              <p:nvPr/>
            </p:nvSpPr>
            <p:spPr>
              <a:xfrm>
                <a:off x="1586758" y="3117266"/>
                <a:ext cx="3417739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  <a:p>
                <a:pPr algn="ctr"/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latin typeface="+mn-ea"/>
                </a:endParaRPr>
              </a:p>
            </p:txBody>
          </p:sp>
          <p:sp>
            <p:nvSpPr>
              <p:cNvPr id="82" name="山形 66">
                <a:extLst>
                  <a:ext uri="{FF2B5EF4-FFF2-40B4-BE49-F238E27FC236}">
                    <ns2:creationId id="{B5D5A662-0FA6-56A9-3A37-0BF904B18F20}"/>
                  </a:ext>
                </a:extLst>
              </p:cNvPr>
              <p:cNvSpPr/>
              <p:nvPr/>
            </p:nvSpPr>
            <p:spPr>
              <a:xfrm>
                <a:off x="5013026" y="3117266"/>
                <a:ext cx="3417739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  <a:p>
                <a:pPr algn="ctr"/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latin typeface="+mn-ea"/>
                </a:endParaRPr>
              </a:p>
            </p:txBody>
          </p:sp>
          <p:sp>
            <p:nvSpPr>
              <p:cNvPr id="84" name="山形 66">
                <a:extLst>
                  <a:ext uri="{FF2B5EF4-FFF2-40B4-BE49-F238E27FC236}">
                    <ns2:creationId id="{0A79EE92-2542-F3DE-98D5-58FCBCC614E8}"/>
                  </a:ext>
                </a:extLst>
              </p:cNvPr>
              <p:cNvSpPr/>
              <p:nvPr/>
            </p:nvSpPr>
            <p:spPr>
              <a:xfrm>
                <a:off x="8439296" y="3117266"/>
                <a:ext cx="3417741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  <a:p>
                <a:pPr algn="ctr"/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400" dirty="0"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2A6227D0-6785-ECC5-EBC6-50B0F2F19078}"/>
                  </a:ext>
                </a:extLst>
              </p:cNvPr>
              <p:cNvSpPr/>
              <p:nvPr/>
            </p:nvSpPr>
            <p:spPr>
              <a:xfrm>
                <a:off x="1615631" y="3485714"/>
                <a:ext cx="3307166" cy="9039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buClr>
                    <a:srgbClr val="008D2E"/>
                  </a:buClr>
                </a:pPr>
                <a:r>
                  <a:rPr lang="en-US" altLang="ja-JP" sz="12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en-US" altLang="ja-JP" sz="1100" dirty="0">
                  <a:latin typeface="+mn-ea"/>
                </a:endParaRPr>
              </a:p>
              <a:p>
                <a:pPr marL="171450" indent="-171450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885138F1-48A0-176E-F0F6-E1E994E0F657}"/>
                  </a:ext>
                </a:extLst>
              </p:cNvPr>
              <p:cNvSpPr/>
              <p:nvPr/>
            </p:nvSpPr>
            <p:spPr>
              <a:xfrm>
                <a:off x="5033372" y="3485714"/>
                <a:ext cx="3307164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buClr>
                    <a:srgbClr val="008D2E"/>
                  </a:buClr>
                </a:pPr>
                <a:r>
                  <a:rPr lang="en-US" altLang="ja-JP" sz="12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B5D6A2DA-F430-B9E0-858F-835C7EB9D6E4}"/>
                  </a:ext>
                </a:extLst>
              </p:cNvPr>
              <p:cNvSpPr/>
              <p:nvPr/>
            </p:nvSpPr>
            <p:spPr>
              <a:xfrm>
                <a:off x="8451114" y="3485714"/>
                <a:ext cx="3307166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buClr>
                    <a:srgbClr val="008D2E"/>
                  </a:buClr>
                </a:pPr>
                <a:r>
                  <a:rPr lang="en-US" altLang="ja-JP" sz="12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cxnSp>
            <p:nvCxnSpPr>
              <p:cNvPr id="136" name="直線矢印コネクタ 135">
                <a:extLst>
                  <a:ext uri="{FF2B5EF4-FFF2-40B4-BE49-F238E27FC236}">
                    <ns2:creationId id="{18A50C49-7A49-9118-25BF-F7BB6659FBE1}"/>
                  </a:ext>
                </a:extLst>
              </p:cNvPr>
              <p:cNvCxnSpPr/>
              <p:nvPr/>
            </p:nvCxnSpPr>
            <p:spPr>
              <a:xfrm>
                <a:off x="1586756" y="4833777"/>
                <a:ext cx="1027028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正方形/長方形 136">
                <a:extLst>
                  <a:ext uri="{FF2B5EF4-FFF2-40B4-BE49-F238E27FC236}">
                    <ns2:creationId id="{562D94FC-AA74-F752-A54E-4B6454E36998}"/>
                  </a:ext>
                </a:extLst>
              </p:cNvPr>
              <p:cNvSpPr/>
              <p:nvPr/>
            </p:nvSpPr>
            <p:spPr>
              <a:xfrm>
                <a:off x="2582443" y="4510769"/>
                <a:ext cx="1391776" cy="65093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100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A1A75F1E-B207-787E-6DF7-DB0C6873A2DB}"/>
                  </a:ext>
                </a:extLst>
              </p:cNvPr>
              <p:cNvSpPr/>
              <p:nvPr/>
            </p:nvSpPr>
            <p:spPr>
              <a:xfrm>
                <a:off x="5912019" y="4510769"/>
                <a:ext cx="1591867" cy="65093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100" dirty="0">
                  <a:solidFill>
                    <a:srgbClr val="005B1E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algn="ctr"/>
                <a:r>
                  <a:rPr lang="en-US" altLang="ja-JP" sz="11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2CD351E6-9072-13B3-EA2E-ED809C767F0C}"/>
                  </a:ext>
                </a:extLst>
              </p:cNvPr>
              <p:cNvSpPr/>
              <p:nvPr/>
            </p:nvSpPr>
            <p:spPr>
              <a:xfrm>
                <a:off x="8634047" y="4510769"/>
                <a:ext cx="2919324" cy="65093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100" dirty="0">
                  <a:solidFill>
                    <a:srgbClr val="005B1E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186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11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1F9BEBF0-D8C8-3DDC-7AC5-8FD8A133F1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2770445"/>
                <a:ext cx="0" cy="248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" name="正方形/長方形 3">
                <a:extLst>
                  <a:ext uri="{FF2B5EF4-FFF2-40B4-BE49-F238E27FC236}">
                    <ns2:creationId id="{5190F531-C271-220D-95A2-DA3874FC1E53}"/>
                  </a:ext>
                </a:extLst>
              </p:cNvPr>
              <p:cNvSpPr/>
              <p:nvPr/>
            </p:nvSpPr>
            <p:spPr>
              <a:xfrm>
                <a:off x="1586756" y="4372424"/>
                <a:ext cx="540217" cy="3492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FR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3B50547B-88CD-51AC-67A5-D8AD689E0B48}"/>
                  </a:ext>
                </a:extLst>
              </p:cNvPr>
              <p:cNvSpPr/>
              <p:nvPr/>
            </p:nvSpPr>
            <p:spPr>
              <a:xfrm>
                <a:off x="2126973" y="4373053"/>
                <a:ext cx="9728683" cy="34794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: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1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318008155"/>
      </p:ext>
    </p:extLst>
  </p:cSld>
  <p:clrMapOvr>
    <a:masterClrMapping/>
  </p:clrMapOvr>
</p:sld>
</file>

<file path=ppt/slides/slide27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D341BB4-C4FE-7E30-2A36-E99735FA5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8AD4ABB-D286-EFE9-68E5-15BA56EA3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sz="2000">
                <a:latin typeface="+mn-ea"/>
                <a:ea typeface="+mn-ea"/>
              </a:rPr>
              <a:t>XX</a:t>
            </a:r>
            <a:r>
              <a:rPr lang="en-US" altLang="ja-JP" sz="2000">
                <a:latin typeface="+mn-ea"/>
                <a:ea typeface="+mn-ea"/>
              </a:rPr>
              <a:t>XX</a:t>
            </a:r>
            <a:r>
              <a:rPr lang="ja-JP" altLang="en-US" sz="2000">
                <a:latin typeface="+mn-ea"/>
                <a:ea typeface="+mn-ea"/>
              </a:rPr>
              <a:t>XX</a:t>
            </a:r>
            <a:br>
              <a:rPr lang="en-US" altLang="ja-JP" sz="2000">
                <a:latin typeface="+mn-ea"/>
                <a:ea typeface="+mn-ea"/>
              </a:rPr>
            </a:br>
            <a:r>
              <a:rPr lang="ja-JP" altLang="en-US" sz="2000">
                <a:latin typeface="+mn-ea"/>
                <a:ea typeface="+mn-ea"/>
              </a:rPr>
              <a:t>XX</a:t>
            </a:r>
            <a:r>
              <a:rPr lang="en-US" altLang="ja-JP" sz="2000">
                <a:latin typeface="+mn-ea"/>
                <a:ea typeface="+mn-ea"/>
              </a:rPr>
              <a:t>XX</a:t>
            </a:r>
            <a:r>
              <a:rPr lang="ja-JP" altLang="en-US" sz="2000">
                <a:latin typeface="+mn-ea"/>
                <a:ea typeface="+mn-ea"/>
              </a:rPr>
              <a:t>XX</a:t>
            </a:r>
            <a:endParaRPr kumimoji="1" lang="ja-JP" altLang="en-US" sz="200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FE027BC1-8261-B606-18ED-00F47F2669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(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) 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(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)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4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2</a:t>
            </a:r>
            <a:r>
              <a:rPr lang="ja-JP" altLang="en-US" sz="1400">
                <a:latin typeface="+mn-ea"/>
                <a:ea typeface="+mn-ea"/>
              </a:rPr>
              <a:t>XX</a:t>
            </a:r>
            <a:endParaRPr lang="en-US" altLang="ja-JP" sz="140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XX</a:t>
            </a:r>
            <a:r>
              <a:rPr lang="ja-JP" altLang="en-US" sz="1400">
                <a:latin typeface="+mn-ea"/>
                <a:ea typeface="+mn-ea"/>
              </a:rPr>
              <a:t>XX</a:t>
            </a:r>
            <a:r>
              <a:rPr lang="en-US" altLang="ja-JP" sz="1400">
                <a:latin typeface="+mn-ea"/>
                <a:ea typeface="+mn-ea"/>
              </a:rPr>
              <a:t>27</a:t>
            </a:r>
            <a:r>
              <a:rPr lang="ja-JP" altLang="en-US" sz="1400">
                <a:latin typeface="+mn-ea"/>
                <a:ea typeface="+mn-ea"/>
              </a:rPr>
              <a:t>XX</a:t>
            </a:r>
          </a:p>
        </p:txBody>
      </p:sp>
      <p:grpSp>
        <p:nvGrpSpPr>
          <p:cNvPr id="33" name="グループ化 32">
            <a:extLst>
              <a:ext uri="{FF2B5EF4-FFF2-40B4-BE49-F238E27FC236}">
                <ns2:creationId id="{EF1EE3AF-F133-8B34-AFE9-E6DD63E74AB9}"/>
              </a:ext>
            </a:extLst>
          </p:cNvPr>
          <p:cNvGrpSpPr/>
          <p:nvPr/>
        </p:nvGrpSpPr>
        <p:grpSpPr>
          <a:xfrm>
            <a:off x="334963" y="1624170"/>
            <a:ext cx="11522073" cy="4675795"/>
            <a:chOff x="334963" y="1624170"/>
            <a:chExt cx="11522073" cy="4675795"/>
          </a:xfrm>
        </p:grpSpPr>
        <p:sp>
          <p:nvSpPr>
            <p:cNvPr id="257" name="正方形/長方形 256">
              <a:extLst>
                <a:ext uri="{FF2B5EF4-FFF2-40B4-BE49-F238E27FC236}">
                  <ns2:creationId id="{FFAC8231-297C-7F79-2C66-EAB52DE72CC9}"/>
                </a:ext>
              </a:extLst>
            </p:cNvPr>
            <p:cNvSpPr/>
            <p:nvPr/>
          </p:nvSpPr>
          <p:spPr>
            <a:xfrm>
              <a:off x="896757" y="5893099"/>
              <a:ext cx="10960279" cy="4068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44B79CA3-5928-6170-066D-CF8390F78CDB}"/>
                </a:ext>
              </a:extLst>
            </p:cNvPr>
            <p:cNvSpPr/>
            <p:nvPr/>
          </p:nvSpPr>
          <p:spPr>
            <a:xfrm>
              <a:off x="334963" y="5893101"/>
              <a:ext cx="561795" cy="4068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5EC6B262-5E87-7592-54C1-76C14D717FA5}"/>
                </a:ext>
              </a:extLst>
            </p:cNvPr>
            <p:cNvSpPr/>
            <p:nvPr/>
          </p:nvSpPr>
          <p:spPr>
            <a:xfrm>
              <a:off x="896758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1B0EDEF1-CDF9-D199-F3D9-FCB718120F1F}"/>
                </a:ext>
              </a:extLst>
            </p:cNvPr>
            <p:cNvSpPr/>
            <p:nvPr/>
          </p:nvSpPr>
          <p:spPr>
            <a:xfrm>
              <a:off x="1502733" y="5893100"/>
              <a:ext cx="141365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AC73476F-22E5-EE7E-817D-790F043740EA}"/>
                </a:ext>
              </a:extLst>
            </p:cNvPr>
            <p:cNvSpPr/>
            <p:nvPr/>
          </p:nvSpPr>
          <p:spPr>
            <a:xfrm>
              <a:off x="3328123" y="5893100"/>
              <a:ext cx="605975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C5BFDE63-9C4D-4205-DDA7-AD4D26BD63F9}"/>
                </a:ext>
              </a:extLst>
            </p:cNvPr>
            <p:cNvSpPr/>
            <p:nvPr/>
          </p:nvSpPr>
          <p:spPr>
            <a:xfrm>
              <a:off x="3934098" y="5893100"/>
              <a:ext cx="1860699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BC523047-E423-F065-9EE8-9D7A8AF835F0}"/>
                </a:ext>
              </a:extLst>
            </p:cNvPr>
            <p:cNvSpPr/>
            <p:nvPr/>
          </p:nvSpPr>
          <p:spPr>
            <a:xfrm>
              <a:off x="6180568" y="5893100"/>
              <a:ext cx="745976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E4165D5B-A00F-69E5-08C2-70DD960400AE}"/>
                </a:ext>
              </a:extLst>
            </p:cNvPr>
            <p:cNvSpPr/>
            <p:nvPr/>
          </p:nvSpPr>
          <p:spPr>
            <a:xfrm>
              <a:off x="6901285" y="5893100"/>
              <a:ext cx="1967973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D2BCAA44-1E1C-4027-1589-78C33ED3F8A5}"/>
                </a:ext>
              </a:extLst>
            </p:cNvPr>
            <p:cNvSpPr/>
            <p:nvPr/>
          </p:nvSpPr>
          <p:spPr>
            <a:xfrm>
              <a:off x="8685135" y="5893100"/>
              <a:ext cx="1077701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900" b="1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E71178FC-112E-8630-458B-E5F99D9DED7E}"/>
                </a:ext>
              </a:extLst>
            </p:cNvPr>
            <p:cNvSpPr/>
            <p:nvPr/>
          </p:nvSpPr>
          <p:spPr>
            <a:xfrm>
              <a:off x="9762836" y="5893100"/>
              <a:ext cx="2094200" cy="406863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8D332F8C-BE63-5BE8-B43D-C54A3086EDEA}"/>
                </a:ext>
              </a:extLst>
            </p:cNvPr>
            <p:cNvSpPr/>
            <p:nvPr/>
          </p:nvSpPr>
          <p:spPr>
            <a:xfrm>
              <a:off x="8106032" y="1626679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47D385B4-832B-A7A8-3DE2-5F783F4562EE}"/>
                </a:ext>
              </a:extLst>
            </p:cNvPr>
            <p:cNvSpPr/>
            <p:nvPr/>
          </p:nvSpPr>
          <p:spPr>
            <a:xfrm>
              <a:off x="8106032" y="1960966"/>
              <a:ext cx="3751004" cy="1695365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296" name="グラフィックス 295" descr="ターゲット 単色塗りつぶし">
              <a:extLst>
                <a:ext uri="{FF2B5EF4-FFF2-40B4-BE49-F238E27FC236}">
                  <ns2:creationId id="{E1FDC5BD-F6F8-8BEA-DE1B-1A144C0B52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108648" y="1633879"/>
              <a:ext cx="324000" cy="324000"/>
            </a:xfrm>
            <a:prstGeom prst="rect">
              <a:avLst/>
            </a:prstGeom>
          </p:spPr>
        </p:pic>
        <p:sp>
          <p:nvSpPr>
            <p:cNvPr id="269" name="正方形/長方形 268">
              <a:extLst>
                <a:ext uri="{FF2B5EF4-FFF2-40B4-BE49-F238E27FC236}">
                  <ns2:creationId id="{C1426195-AC54-94C5-74EA-FBC8E4B01615}"/>
                </a:ext>
              </a:extLst>
            </p:cNvPr>
            <p:cNvSpPr/>
            <p:nvPr/>
          </p:nvSpPr>
          <p:spPr>
            <a:xfrm>
              <a:off x="8106032" y="3763320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68B80E98-32CB-BE42-B297-A558F8299706}"/>
                </a:ext>
              </a:extLst>
            </p:cNvPr>
            <p:cNvSpPr/>
            <p:nvPr/>
          </p:nvSpPr>
          <p:spPr>
            <a:xfrm>
              <a:off x="8106032" y="4111509"/>
              <a:ext cx="3751004" cy="1662214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3C20220F-3C54-0394-82C2-C4E15F6BF661}"/>
                </a:ext>
              </a:extLst>
            </p:cNvPr>
            <p:cNvGrpSpPr/>
            <p:nvPr/>
          </p:nvGrpSpPr>
          <p:grpSpPr>
            <a:xfrm>
              <a:off x="8208339" y="4191998"/>
              <a:ext cx="3546389" cy="468000"/>
              <a:chOff x="8208339" y="4278623"/>
              <a:chExt cx="3546389" cy="468000"/>
            </a:xfrm>
          </p:grpSpPr>
          <p:sp>
            <p:nvSpPr>
              <p:cNvPr id="279" name="四角形: 角を丸くする 278">
                <a:extLst>
                  <a:ext uri="{FF2B5EF4-FFF2-40B4-BE49-F238E27FC236}">
                    <ns2:creationId id="{7B8614E5-6F59-D0B6-2C2A-1B6211549CC3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6D92E23E-5184-CFBA-3EC9-7C98282A5488}"/>
                  </a:ext>
                </a:extLst>
              </p:cNvPr>
              <p:cNvSpPr/>
              <p:nvPr/>
            </p:nvSpPr>
            <p:spPr>
              <a:xfrm>
                <a:off x="8244587" y="4340282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FF617FF4-50FB-9052-761A-9E977BC1969C}"/>
                  </a:ext>
                </a:extLst>
              </p:cNvPr>
              <p:cNvSpPr/>
              <p:nvPr/>
            </p:nvSpPr>
            <p:spPr>
              <a:xfrm>
                <a:off x="9104221" y="4340282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7" name="グループ化 6">
              <a:extLst>
                <a:ext uri="{FF2B5EF4-FFF2-40B4-BE49-F238E27FC236}">
                  <ns2:creationId id="{B8A2ADD5-4F62-9C96-2DE9-256A2FF16869}"/>
                </a:ext>
              </a:extLst>
            </p:cNvPr>
            <p:cNvGrpSpPr/>
            <p:nvPr/>
          </p:nvGrpSpPr>
          <p:grpSpPr>
            <a:xfrm>
              <a:off x="8208339" y="4729861"/>
              <a:ext cx="3546389" cy="468000"/>
              <a:chOff x="8208339" y="4753924"/>
              <a:chExt cx="3546389" cy="468000"/>
            </a:xfrm>
          </p:grpSpPr>
          <p:sp>
            <p:nvSpPr>
              <p:cNvPr id="272" name="四角形: 角を丸くする 271">
                <a:extLst>
                  <a:ext uri="{FF2B5EF4-FFF2-40B4-BE49-F238E27FC236}">
                    <ns2:creationId id="{7ADE84B7-2577-F215-03AA-6BCB32123B61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1037018A-3938-DEE7-3162-78F51C68E1E8}"/>
                  </a:ext>
                </a:extLst>
              </p:cNvPr>
              <p:cNvSpPr/>
              <p:nvPr/>
            </p:nvSpPr>
            <p:spPr>
              <a:xfrm>
                <a:off x="8244587" y="4815583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29F7A091-B354-D92B-56AA-FDA596F8F9A2}"/>
                  </a:ext>
                </a:extLst>
              </p:cNvPr>
              <p:cNvSpPr/>
              <p:nvPr/>
            </p:nvSpPr>
            <p:spPr>
              <a:xfrm>
                <a:off x="9104221" y="4815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ns2:creationId id="{ABAC5FB6-0459-85D2-C740-201E710DE35F}"/>
                </a:ext>
              </a:extLst>
            </p:cNvPr>
            <p:cNvGrpSpPr/>
            <p:nvPr/>
          </p:nvGrpSpPr>
          <p:grpSpPr>
            <a:xfrm>
              <a:off x="8208339" y="5267725"/>
              <a:ext cx="3546389" cy="468000"/>
              <a:chOff x="8208339" y="5229225"/>
              <a:chExt cx="3546389" cy="468000"/>
            </a:xfrm>
          </p:grpSpPr>
          <p:sp>
            <p:nvSpPr>
              <p:cNvPr id="275" name="四角形: 角を丸くする 274">
                <a:extLst>
                  <a:ext uri="{FF2B5EF4-FFF2-40B4-BE49-F238E27FC236}">
                    <ns2:creationId id="{507124DD-3E58-DCE6-BC04-D06D99060D5A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EB8B6900-558C-CA82-A0A0-DE6EA4F632BA}"/>
                  </a:ext>
                </a:extLst>
              </p:cNvPr>
              <p:cNvSpPr/>
              <p:nvPr/>
            </p:nvSpPr>
            <p:spPr>
              <a:xfrm>
                <a:off x="8244587" y="5290884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C9368914-9D44-8BDB-1825-EB4686B1B362}"/>
                  </a:ext>
                </a:extLst>
              </p:cNvPr>
              <p:cNvSpPr/>
              <p:nvPr/>
            </p:nvSpPr>
            <p:spPr>
              <a:xfrm>
                <a:off x="9104221" y="5290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278" name="グラフィックス 277" descr="手のひらと植物 単色塗りつぶし">
              <a:extLst>
                <a:ext uri="{FF2B5EF4-FFF2-40B4-BE49-F238E27FC236}">
                  <ns2:creationId id="{18622B90-B865-55C6-5466-568AC92815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008637" y="3770520"/>
              <a:ext cx="324000" cy="324000"/>
            </a:xfrm>
            <a:prstGeom prst="rect">
              <a:avLst/>
            </a:prstGeom>
          </p:spPr>
        </p:pic>
        <p:sp>
          <p:nvSpPr>
            <p:cNvPr id="253" name="正方形/長方形 252">
              <a:extLst>
                <a:ext uri="{FF2B5EF4-FFF2-40B4-BE49-F238E27FC236}">
                  <ns2:creationId id="{F3901BB9-BD3A-858D-1A64-285EB8834133}"/>
                </a:ext>
              </a:extLst>
            </p:cNvPr>
            <p:cNvSpPr/>
            <p:nvPr/>
          </p:nvSpPr>
          <p:spPr>
            <a:xfrm>
              <a:off x="334963" y="1624170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FR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FR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31" name="グラフィックス 130" descr="原因と結果 単色塗りつぶし">
              <a:extLst>
                <a:ext uri="{FF2B5EF4-FFF2-40B4-BE49-F238E27FC236}">
                  <ns2:creationId id="{2814C070-BC18-717D-5F12-C6FAF93D0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549978" y="1631370"/>
              <a:ext cx="324000" cy="324000"/>
            </a:xfrm>
            <a:prstGeom prst="rect">
              <a:avLst/>
            </a:prstGeom>
          </p:spPr>
        </p:pic>
        <p:sp>
          <p:nvSpPr>
            <p:cNvPr id="13" name="山形 66">
              <a:extLst>
                <a:ext uri="{FF2B5EF4-FFF2-40B4-BE49-F238E27FC236}">
                  <ns2:creationId id="{65D718D6-0A2B-43B5-CEAB-6A38EDB5B82E}"/>
                </a:ext>
              </a:extLst>
            </p:cNvPr>
            <p:cNvSpPr/>
            <p:nvPr/>
          </p:nvSpPr>
          <p:spPr>
            <a:xfrm>
              <a:off x="334963" y="2011632"/>
              <a:ext cx="3723266" cy="34539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9" name="Shape 14">
              <a:extLst>
                <a:ext uri="{FF2B5EF4-FFF2-40B4-BE49-F238E27FC236}">
                  <ns2:creationId id="{FC9B5039-D80B-35E5-ABBA-E21762B7C272}"/>
                </a:ext>
              </a:extLst>
            </p:cNvPr>
            <p:cNvSpPr/>
            <p:nvPr/>
          </p:nvSpPr>
          <p:spPr>
            <a:xfrm>
              <a:off x="347545" y="2389004"/>
              <a:ext cx="3691435" cy="1651475"/>
            </a:xfrm>
            <a:prstGeom prst="roundRect">
              <a:avLst>
                <a:gd name="adj" fmla="val 2128"/>
              </a:avLst>
            </a:prstGeom>
            <a:solidFill>
              <a:srgbClr val="F2F2F2"/>
            </a:solidFill>
            <a:ln w="12700">
              <a:solidFill>
                <a:srgbClr val="F2F2F2"/>
              </a:solidFill>
              <a:prstDash val="solid"/>
            </a:ln>
          </p:spPr>
          <p:txBody>
            <a:bodyPr anchor="b"/>
            <a:lstStyle/>
            <a:p>
              <a:pPr algn="r"/>
              <a:r>
                <a:rPr lang="en-US" altLang="ja-JP" sz="800" err="1">
                  <a:solidFill>
                    <a:srgbClr val="5A5A5A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163" name="Text 17">
              <a:extLst>
                <a:ext uri="{FF2B5EF4-FFF2-40B4-BE49-F238E27FC236}">
                  <ns2:creationId id="{7EABE90C-E96B-5FA8-CD21-F63F6AE6A172}"/>
                </a:ext>
              </a:extLst>
            </p:cNvPr>
            <p:cNvSpPr txBox="1"/>
            <p:nvPr/>
          </p:nvSpPr>
          <p:spPr>
            <a:xfrm>
              <a:off x="474640" y="2479100"/>
              <a:ext cx="1367198" cy="3865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 dirty="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165" name="Text 19">
              <a:extLst>
                <a:ext uri="{FF2B5EF4-FFF2-40B4-BE49-F238E27FC236}">
                  <ns2:creationId id="{4BD15D8D-2FFF-52BD-A5BE-324D1CC7A7F0}"/>
                </a:ext>
              </a:extLst>
            </p:cNvPr>
            <p:cNvSpPr txBox="1"/>
            <p:nvPr/>
          </p:nvSpPr>
          <p:spPr>
            <a:xfrm>
              <a:off x="1978557" y="2479100"/>
              <a:ext cx="911466" cy="3865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67" name="Text 21">
              <a:extLst>
                <a:ext uri="{FF2B5EF4-FFF2-40B4-BE49-F238E27FC236}">
                  <ns2:creationId id="{2ACC589C-FD08-8CD8-2889-981FC96EDC7C}"/>
                </a:ext>
              </a:extLst>
            </p:cNvPr>
            <p:cNvSpPr txBox="1"/>
            <p:nvPr/>
          </p:nvSpPr>
          <p:spPr>
            <a:xfrm>
              <a:off x="2981169" y="2479100"/>
              <a:ext cx="957038" cy="3865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82" name="Text 33">
              <a:extLst>
                <a:ext uri="{FF2B5EF4-FFF2-40B4-BE49-F238E27FC236}">
                  <ns2:creationId id="{B6FF4D01-FAA2-E92F-9F09-EE9767AEA87D}"/>
                </a:ext>
              </a:extLst>
            </p:cNvPr>
            <p:cNvSpPr txBox="1"/>
            <p:nvPr/>
          </p:nvSpPr>
          <p:spPr>
            <a:xfrm>
              <a:off x="361534" y="3409766"/>
              <a:ext cx="3691434" cy="630713"/>
            </a:xfrm>
            <a:prstGeom prst="rect">
              <a:avLst/>
            </a:prstGeom>
            <a:noFill/>
            <a:ln/>
          </p:spPr>
          <p:txBody>
            <a:bodyPr wrap="square" lIns="90000" tIns="0" rIns="0" bIns="0" rtlCol="0" anchor="ctr"/>
            <a:lstStyle/>
            <a:p>
              <a:pPr marL="171450" indent="-171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) 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) 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、</a:t>
              </a:r>
              <a:b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solidFill>
                  <a:srgbClr val="222222"/>
                </a:solidFill>
                <a:latin typeface="+mn-ea"/>
                <a:cs typeface="Meiryo UI" pitchFamily="34" charset="-120"/>
              </a:endParaRPr>
            </a:p>
            <a:p>
              <a:pPr marL="171450" indent="-171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sp>
          <p:nvSpPr>
            <p:cNvPr id="186" name="Shape 24">
              <a:extLst>
                <a:ext uri="{FF2B5EF4-FFF2-40B4-BE49-F238E27FC236}">
                  <ns2:creationId id="{13AACBB4-5F8A-827C-1D34-DA6757ECBC20}"/>
                </a:ext>
              </a:extLst>
            </p:cNvPr>
            <p:cNvSpPr/>
            <p:nvPr/>
          </p:nvSpPr>
          <p:spPr>
            <a:xfrm>
              <a:off x="471388" y="2945790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69" name="Text 23">
              <a:extLst>
                <a:ext uri="{FF2B5EF4-FFF2-40B4-BE49-F238E27FC236}">
                  <ns2:creationId id="{CF5B0D86-D3F5-BBA0-C148-ED5A46959DD7}"/>
                </a:ext>
              </a:extLst>
            </p:cNvPr>
            <p:cNvSpPr txBox="1"/>
            <p:nvPr/>
          </p:nvSpPr>
          <p:spPr>
            <a:xfrm>
              <a:off x="467217" y="3019221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93" name="Shape 24">
              <a:extLst>
                <a:ext uri="{FF2B5EF4-FFF2-40B4-BE49-F238E27FC236}">
                  <ns2:creationId id="{2ACB5EC0-F87E-0018-4235-009BF069256E}"/>
                </a:ext>
              </a:extLst>
            </p:cNvPr>
            <p:cNvSpPr/>
            <p:nvPr/>
          </p:nvSpPr>
          <p:spPr>
            <a:xfrm>
              <a:off x="1173813" y="2933154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94" name="Shape 24">
              <a:extLst>
                <a:ext uri="{FF2B5EF4-FFF2-40B4-BE49-F238E27FC236}">
                  <ns2:creationId id="{BAD49009-9991-D885-BB38-4FD48EF7C9A9}"/>
                </a:ext>
              </a:extLst>
            </p:cNvPr>
            <p:cNvSpPr/>
            <p:nvPr/>
          </p:nvSpPr>
          <p:spPr>
            <a:xfrm>
              <a:off x="1946816" y="2933152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95" name="Shape 24">
              <a:extLst>
                <a:ext uri="{FF2B5EF4-FFF2-40B4-BE49-F238E27FC236}">
                  <ns2:creationId id="{A2A7E4D2-EECD-1FF7-82A5-24443DDC2AA9}"/>
                </a:ext>
              </a:extLst>
            </p:cNvPr>
            <p:cNvSpPr/>
            <p:nvPr/>
          </p:nvSpPr>
          <p:spPr>
            <a:xfrm>
              <a:off x="2673131" y="2933152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96" name="Shape 24">
              <a:extLst>
                <a:ext uri="{FF2B5EF4-FFF2-40B4-BE49-F238E27FC236}">
                  <ns2:creationId id="{A9081761-18E4-17CB-F845-1D0E14264181}"/>
                </a:ext>
              </a:extLst>
            </p:cNvPr>
            <p:cNvSpPr/>
            <p:nvPr/>
          </p:nvSpPr>
          <p:spPr>
            <a:xfrm>
              <a:off x="3290295" y="2933152"/>
              <a:ext cx="647913" cy="35453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sp>
          <p:nvSpPr>
            <p:cNvPr id="171" name="Text 25">
              <a:extLst>
                <a:ext uri="{FF2B5EF4-FFF2-40B4-BE49-F238E27FC236}">
                  <ns2:creationId id="{4A675987-6661-6BFB-A0C5-A75902D51042}"/>
                </a:ext>
              </a:extLst>
            </p:cNvPr>
            <p:cNvSpPr txBox="1"/>
            <p:nvPr/>
          </p:nvSpPr>
          <p:spPr>
            <a:xfrm>
              <a:off x="1169642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80" name="Text 31">
              <a:extLst>
                <a:ext uri="{FF2B5EF4-FFF2-40B4-BE49-F238E27FC236}">
                  <ns2:creationId id="{F4F223D4-B3BB-358D-FF4F-DDF23F8651C0}"/>
                </a:ext>
              </a:extLst>
            </p:cNvPr>
            <p:cNvSpPr txBox="1"/>
            <p:nvPr/>
          </p:nvSpPr>
          <p:spPr>
            <a:xfrm>
              <a:off x="3300183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75" name="Text 29">
              <a:extLst>
                <a:ext uri="{FF2B5EF4-FFF2-40B4-BE49-F238E27FC236}">
                  <ns2:creationId id="{4B21FD97-0D25-EE22-3440-EE49B4ED3E88}"/>
                </a:ext>
              </a:extLst>
            </p:cNvPr>
            <p:cNvSpPr txBox="1"/>
            <p:nvPr/>
          </p:nvSpPr>
          <p:spPr>
            <a:xfrm>
              <a:off x="2662157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73" name="Text 27">
              <a:extLst>
                <a:ext uri="{FF2B5EF4-FFF2-40B4-BE49-F238E27FC236}">
                  <ns2:creationId id="{4DB9C42E-4BB0-4A66-5377-D557952DDA40}"/>
                </a:ext>
              </a:extLst>
            </p:cNvPr>
            <p:cNvSpPr txBox="1"/>
            <p:nvPr/>
          </p:nvSpPr>
          <p:spPr>
            <a:xfrm>
              <a:off x="1932985" y="3019220"/>
              <a:ext cx="656255" cy="281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latin typeface="+mn-ea"/>
              </a:endParaRPr>
            </a:p>
          </p:txBody>
        </p:sp>
        <p:sp>
          <p:nvSpPr>
            <p:cNvPr id="15" name="山形 66">
              <a:extLst>
                <a:ext uri="{FF2B5EF4-FFF2-40B4-BE49-F238E27FC236}">
                  <ns2:creationId id="{03095313-0905-E167-6D69-0447D739BF0C}"/>
                </a:ext>
              </a:extLst>
            </p:cNvPr>
            <p:cNvSpPr/>
            <p:nvPr/>
          </p:nvSpPr>
          <p:spPr>
            <a:xfrm>
              <a:off x="4369980" y="2011631"/>
              <a:ext cx="3587416" cy="34539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9" name="Shape 36">
              <a:extLst>
                <a:ext uri="{FF2B5EF4-FFF2-40B4-BE49-F238E27FC236}">
                  <ns2:creationId id="{455A3CC6-F609-C7B8-C6F5-82D2824990F2}"/>
                </a:ext>
              </a:extLst>
            </p:cNvPr>
            <p:cNvSpPr/>
            <p:nvPr/>
          </p:nvSpPr>
          <p:spPr>
            <a:xfrm>
              <a:off x="4357704" y="2389004"/>
              <a:ext cx="3580443" cy="1652400"/>
            </a:xfrm>
            <a:prstGeom prst="roundRect">
              <a:avLst>
                <a:gd name="adj" fmla="val 2128"/>
              </a:avLst>
            </a:prstGeom>
            <a:solidFill>
              <a:srgbClr val="E2F0D9"/>
            </a:solidFill>
            <a:ln w="12700">
              <a:solidFill>
                <a:srgbClr val="DFF2D6"/>
              </a:solidFill>
              <a:prstDash val="solid"/>
            </a:ln>
          </p:spPr>
          <p:txBody>
            <a:bodyPr anchor="b"/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222222"/>
                </a:solidFill>
                <a:latin typeface="+mn-ea"/>
                <a:cs typeface="Meiryo UI" pitchFamily="34" charset="-120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03" name="Text 39">
              <a:extLst>
                <a:ext uri="{FF2B5EF4-FFF2-40B4-BE49-F238E27FC236}">
                  <ns2:creationId id="{BF49E9AB-E380-8467-410B-AE2703BEE081}"/>
                </a:ext>
              </a:extLst>
            </p:cNvPr>
            <p:cNvSpPr txBox="1"/>
            <p:nvPr/>
          </p:nvSpPr>
          <p:spPr>
            <a:xfrm>
              <a:off x="4509562" y="2589521"/>
              <a:ext cx="1502902" cy="398647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  <a:p>
              <a:pPr marL="0" indent="0" algn="ctr">
                <a:buNone/>
              </a:pP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06" name="Text 41">
              <a:extLst>
                <a:ext uri="{FF2B5EF4-FFF2-40B4-BE49-F238E27FC236}">
                  <ns2:creationId id="{D4C9892E-45CF-2354-72B5-5AC1E18D668E}"/>
                </a:ext>
              </a:extLst>
            </p:cNvPr>
            <p:cNvSpPr txBox="1"/>
            <p:nvPr/>
          </p:nvSpPr>
          <p:spPr>
            <a:xfrm>
              <a:off x="6145073" y="2589520"/>
              <a:ext cx="1679714" cy="398650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396000" tIns="0" rIns="0" bIns="0" rtlCol="0" anchor="ctr"/>
            <a:lstStyle/>
            <a:p>
              <a:pPr marL="0" indent="0">
                <a:buNone/>
              </a:pP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  <a:p>
              <a:pPr marL="0" indent="0">
                <a:buNone/>
              </a:pP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、</a:t>
              </a:r>
              <a:br>
                <a:rPr lang="en-US" sz="7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</a:br>
              <a:r>
                <a:rPr lang="en-US" sz="7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3" name="グループ化 2">
              <a:extLst>
                <a:ext uri="{FF2B5EF4-FFF2-40B4-BE49-F238E27FC236}">
                  <ns2:creationId id="{A04D6E72-CD21-2327-3807-2CCE6A6F81EB}"/>
                </a:ext>
              </a:extLst>
            </p:cNvPr>
            <p:cNvGrpSpPr/>
            <p:nvPr/>
          </p:nvGrpSpPr>
          <p:grpSpPr>
            <a:xfrm>
              <a:off x="4509562" y="3081735"/>
              <a:ext cx="1502901" cy="298988"/>
              <a:chOff x="4509563" y="2944823"/>
              <a:chExt cx="1626671" cy="230911"/>
            </a:xfrm>
          </p:grpSpPr>
          <p:sp>
            <p:nvSpPr>
              <p:cNvPr id="223" name="Text 43">
                <a:extLst>
                  <a:ext uri="{FF2B5EF4-FFF2-40B4-BE49-F238E27FC236}">
                    <ns2:creationId id="{43C0EFD3-5CEA-5C3D-EACA-04B57955DEDC}"/>
                  </a:ext>
                </a:extLst>
              </p:cNvPr>
              <p:cNvSpPr txBox="1"/>
              <p:nvPr/>
            </p:nvSpPr>
            <p:spPr>
              <a:xfrm>
                <a:off x="4509563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</p:txBody>
          </p:sp>
          <p:sp>
            <p:nvSpPr>
              <p:cNvPr id="225" name="Text 45">
                <a:extLst>
                  <a:ext uri="{FF2B5EF4-FFF2-40B4-BE49-F238E27FC236}">
                    <ns2:creationId id="{F8ABF33F-27DD-768C-9423-3E8D72CB0B31}"/>
                  </a:ext>
                </a:extLst>
              </p:cNvPr>
              <p:cNvSpPr txBox="1"/>
              <p:nvPr/>
            </p:nvSpPr>
            <p:spPr>
              <a:xfrm>
                <a:off x="5066521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</p:txBody>
          </p:sp>
          <p:sp>
            <p:nvSpPr>
              <p:cNvPr id="234" name="Text 47">
                <a:extLst>
                  <a:ext uri="{FF2B5EF4-FFF2-40B4-BE49-F238E27FC236}">
                    <ns2:creationId id="{33C72744-E1A3-FFD9-52D9-09CC93C3B780}"/>
                  </a:ext>
                </a:extLst>
              </p:cNvPr>
              <p:cNvSpPr txBox="1"/>
              <p:nvPr/>
            </p:nvSpPr>
            <p:spPr>
              <a:xfrm>
                <a:off x="5623479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E9F322CB-B120-49B7-0D25-2B0CB9AB1B44}"/>
                </a:ext>
              </a:extLst>
            </p:cNvPr>
            <p:cNvGrpSpPr/>
            <p:nvPr/>
          </p:nvGrpSpPr>
          <p:grpSpPr>
            <a:xfrm>
              <a:off x="6145073" y="3081735"/>
              <a:ext cx="1679715" cy="298988"/>
              <a:chOff x="6180436" y="2944823"/>
              <a:chExt cx="1626672" cy="230911"/>
            </a:xfrm>
          </p:grpSpPr>
          <p:sp>
            <p:nvSpPr>
              <p:cNvPr id="243" name="Text 49">
                <a:extLst>
                  <a:ext uri="{FF2B5EF4-FFF2-40B4-BE49-F238E27FC236}">
                    <ns2:creationId id="{9D81394A-1AD4-5FB7-973B-2F82DB335676}"/>
                  </a:ext>
                </a:extLst>
              </p:cNvPr>
              <p:cNvSpPr txBox="1"/>
              <p:nvPr/>
            </p:nvSpPr>
            <p:spPr>
              <a:xfrm>
                <a:off x="6180436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chemeClr val="accent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solidFill>
                    <a:schemeClr val="accent2"/>
                  </a:solidFill>
                  <a:latin typeface="+mn-ea"/>
                </a:endParaRPr>
              </a:p>
            </p:txBody>
          </p:sp>
          <p:sp>
            <p:nvSpPr>
              <p:cNvPr id="251" name="Text 51">
                <a:extLst>
                  <a:ext uri="{FF2B5EF4-FFF2-40B4-BE49-F238E27FC236}">
                    <ns2:creationId id="{23AFE47A-3712-DAD9-6B58-C8416B15612F}"/>
                  </a:ext>
                </a:extLst>
              </p:cNvPr>
              <p:cNvSpPr txBox="1"/>
              <p:nvPr/>
            </p:nvSpPr>
            <p:spPr>
              <a:xfrm>
                <a:off x="6737394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chemeClr val="accent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254" name="Text 53">
                <a:extLst>
                  <a:ext uri="{FF2B5EF4-FFF2-40B4-BE49-F238E27FC236}">
                    <ns2:creationId id="{04D44BB2-7631-68D0-831A-6BEE4F8EC070}"/>
                  </a:ext>
                </a:extLst>
              </p:cNvPr>
              <p:cNvSpPr txBox="1"/>
              <p:nvPr/>
            </p:nvSpPr>
            <p:spPr>
              <a:xfrm>
                <a:off x="7294353" y="2944823"/>
                <a:ext cx="512755" cy="230911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latin typeface="+mn-ea"/>
                </a:endParaRPr>
              </a:p>
              <a:p>
                <a:pPr marL="0" indent="0" algn="ctr">
                  <a:buNone/>
                </a:pPr>
                <a:r>
                  <a:rPr lang="en-US" sz="800">
                    <a:solidFill>
                      <a:schemeClr val="accent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sz="700">
                  <a:solidFill>
                    <a:schemeClr val="accent1"/>
                  </a:solidFill>
                  <a:latin typeface="+mn-ea"/>
                </a:endParaRPr>
              </a:p>
            </p:txBody>
          </p:sp>
        </p:grpSp>
        <p:sp>
          <p:nvSpPr>
            <p:cNvPr id="300" name="AutoShape 2"/>
            <p:cNvSpPr>
              <a:spLocks noChangeArrowheads="1"/>
            </p:cNvSpPr>
            <p:nvPr>
              <p:custDataLst>
                <p:tags r:id="rId1"/>
              </p:custDataLst>
            </p:nvPr>
          </p:nvSpPr>
          <p:spPr bwMode="auto">
            <a:xfrm rot="10800000" flipH="1">
              <a:off x="4108342" y="2765204"/>
              <a:ext cx="180000" cy="900000"/>
            </a:xfrm>
            <a:prstGeom prst="homePlate">
              <a:avLst>
                <a:gd name="adj" fmla="val 100000"/>
              </a:avLst>
            </a:prstGeom>
            <a:solidFill>
              <a:srgbClr val="E2F0D9"/>
            </a:solidFill>
            <a:ln>
              <a:noFill/>
            </a:ln>
            <a:effectLst/>
          </p:spPr>
          <p:txBody>
            <a:bodyPr wrap="none" lIns="0" tIns="0" rIns="0" bIns="0" anchor="ctr"/>
            <a:lstStyle/>
            <a:p>
              <a:endParaRPr lang="de-DE" sz="2000">
                <a:latin typeface="+mn-ea"/>
              </a:endParaRPr>
            </a:p>
          </p:txBody>
        </p:sp>
        <p:sp>
          <p:nvSpPr>
            <p:cNvPr id="12" name="Text 56">
              <a:extLst>
                <a:ext uri="{FF2B5EF4-FFF2-40B4-BE49-F238E27FC236}">
                  <ns2:creationId id="{47FCA749-9E09-6B03-D0F1-2FEDB6180D92}"/>
                </a:ext>
              </a:extLst>
            </p:cNvPr>
            <p:cNvSpPr txBox="1"/>
            <p:nvPr/>
          </p:nvSpPr>
          <p:spPr>
            <a:xfrm>
              <a:off x="4376953" y="3802789"/>
              <a:ext cx="3528000" cy="23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34240CFA-CE0F-300A-0B29-7E52C2CF9BA3}"/>
                </a:ext>
              </a:extLst>
            </p:cNvPr>
            <p:cNvSpPr/>
            <p:nvPr/>
          </p:nvSpPr>
          <p:spPr>
            <a:xfrm>
              <a:off x="334963" y="4114816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: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FR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山形 66">
              <a:extLst>
                <a:ext uri="{FF2B5EF4-FFF2-40B4-BE49-F238E27FC236}">
                  <ns2:creationId id="{F16E5E7A-9A9F-AA77-7A3B-804F617E761D}"/>
                </a:ext>
              </a:extLst>
            </p:cNvPr>
            <p:cNvSpPr/>
            <p:nvPr/>
          </p:nvSpPr>
          <p:spPr>
            <a:xfrm>
              <a:off x="1219201" y="4507617"/>
              <a:ext cx="1692961" cy="211584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1" name="山形 66">
              <a:extLst>
                <a:ext uri="{FF2B5EF4-FFF2-40B4-BE49-F238E27FC236}">
                  <ns2:creationId id="{6081A1A3-BA94-8C4B-ED10-835D06B3166C}"/>
                </a:ext>
              </a:extLst>
            </p:cNvPr>
            <p:cNvSpPr/>
            <p:nvPr/>
          </p:nvSpPr>
          <p:spPr>
            <a:xfrm>
              <a:off x="2916388" y="4507617"/>
              <a:ext cx="1692961" cy="211584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3" name="山形 66">
              <a:extLst>
                <a:ext uri="{FF2B5EF4-FFF2-40B4-BE49-F238E27FC236}">
                  <ns2:creationId id="{FC9212A5-8D2B-5FDC-4D98-74D670FACAAF}"/>
                </a:ext>
              </a:extLst>
            </p:cNvPr>
            <p:cNvSpPr/>
            <p:nvPr/>
          </p:nvSpPr>
          <p:spPr>
            <a:xfrm>
              <a:off x="4613574" y="4507617"/>
              <a:ext cx="1692962" cy="211584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sp>
          <p:nvSpPr>
            <p:cNvPr id="25" name="山形 66">
              <a:extLst>
                <a:ext uri="{FF2B5EF4-FFF2-40B4-BE49-F238E27FC236}">
                  <ns2:creationId id="{2B69730F-CA2E-6F46-75D7-6931AD30183F}"/>
                </a:ext>
              </a:extLst>
            </p:cNvPr>
            <p:cNvSpPr/>
            <p:nvPr/>
          </p:nvSpPr>
          <p:spPr>
            <a:xfrm>
              <a:off x="6310763" y="4507617"/>
              <a:ext cx="1692961" cy="211584"/>
            </a:xfrm>
            <a:prstGeom prst="chevron">
              <a:avLst>
                <a:gd name="adj" fmla="val 1809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9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900" dirty="0">
                <a:latin typeface="+mn-ea"/>
              </a:endParaRPr>
            </a:p>
          </p:txBody>
        </p:sp>
        <p:cxnSp>
          <p:nvCxnSpPr>
            <p:cNvPr id="40" name="直線コネクタ 39">
              <a:extLst>
                <a:ext uri="{FF2B5EF4-FFF2-40B4-BE49-F238E27FC236}">
                  <ns2:creationId id="{4E40F5C4-1B79-0410-F1A8-91D18D0D43D4}"/>
                </a:ext>
              </a:extLst>
            </p:cNvPr>
            <p:cNvCxnSpPr>
              <a:cxnSpLocks/>
            </p:cNvCxnSpPr>
            <p:nvPr/>
          </p:nvCxnSpPr>
          <p:spPr>
            <a:xfrm>
              <a:off x="1157729" y="4743780"/>
              <a:ext cx="0" cy="267524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正方形/長方形 41">
              <a:extLst>
                <a:ext uri="{FF2B5EF4-FFF2-40B4-BE49-F238E27FC236}">
                  <ns2:creationId id="{6D8D39CB-16EC-9AD5-4C01-93D97F88AAC6}"/>
                </a:ext>
              </a:extLst>
            </p:cNvPr>
            <p:cNvSpPr/>
            <p:nvPr/>
          </p:nvSpPr>
          <p:spPr>
            <a:xfrm>
              <a:off x="1219201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FA4047C-4F9F-C0F0-ED21-0C4AF258133B}"/>
                </a:ext>
              </a:extLst>
            </p:cNvPr>
            <p:cNvSpPr/>
            <p:nvPr/>
          </p:nvSpPr>
          <p:spPr>
            <a:xfrm>
              <a:off x="364386" y="4743779"/>
              <a:ext cx="776638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ns2:creationId id="{E130CF1C-59B9-F80F-5BF6-A47C0DA69FD5}"/>
                </a:ext>
              </a:extLst>
            </p:cNvPr>
            <p:cNvCxnSpPr>
              <a:cxnSpLocks/>
            </p:cNvCxnSpPr>
            <p:nvPr/>
          </p:nvCxnSpPr>
          <p:spPr>
            <a:xfrm>
              <a:off x="1157729" y="5035881"/>
              <a:ext cx="0" cy="267524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ns2:creationId id="{F5B031CF-858C-ABAB-6E6E-B34CD07CBF3B}"/>
                </a:ext>
              </a:extLst>
            </p:cNvPr>
            <p:cNvSpPr/>
            <p:nvPr/>
          </p:nvSpPr>
          <p:spPr>
            <a:xfrm>
              <a:off x="1219201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207751E1-A733-18C3-E41B-926A952BDF91}"/>
                </a:ext>
              </a:extLst>
            </p:cNvPr>
            <p:cNvSpPr/>
            <p:nvPr/>
          </p:nvSpPr>
          <p:spPr>
            <a:xfrm>
              <a:off x="364386" y="5035881"/>
              <a:ext cx="776638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50" name="直線コネクタ 49">
              <a:extLst>
                <a:ext uri="{FF2B5EF4-FFF2-40B4-BE49-F238E27FC236}">
                  <ns2:creationId id="{C95BE83D-A67F-D8D8-4965-4F9531A75928}"/>
                </a:ext>
              </a:extLst>
            </p:cNvPr>
            <p:cNvCxnSpPr>
              <a:cxnSpLocks/>
            </p:cNvCxnSpPr>
            <p:nvPr/>
          </p:nvCxnSpPr>
          <p:spPr>
            <a:xfrm>
              <a:off x="1157729" y="5327983"/>
              <a:ext cx="0" cy="267524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正方形/長方形 50">
              <a:extLst>
                <a:ext uri="{FF2B5EF4-FFF2-40B4-BE49-F238E27FC236}">
                  <ns2:creationId id="{7997E734-D994-E608-0ABC-5899D38587B0}"/>
                </a:ext>
              </a:extLst>
            </p:cNvPr>
            <p:cNvSpPr/>
            <p:nvPr/>
          </p:nvSpPr>
          <p:spPr>
            <a:xfrm>
              <a:off x="1219201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6C8B8979-1200-E5EB-CF00-673F512C3590}"/>
                </a:ext>
              </a:extLst>
            </p:cNvPr>
            <p:cNvSpPr/>
            <p:nvPr/>
          </p:nvSpPr>
          <p:spPr>
            <a:xfrm>
              <a:off x="364386" y="5327982"/>
              <a:ext cx="776638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CCBA40DE-56DE-9374-2130-43447248EB28}"/>
                </a:ext>
              </a:extLst>
            </p:cNvPr>
            <p:cNvSpPr/>
            <p:nvPr/>
          </p:nvSpPr>
          <p:spPr>
            <a:xfrm>
              <a:off x="2908462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CF6090C3-DA05-8239-0CF5-F93C56BB18FF}"/>
                </a:ext>
              </a:extLst>
            </p:cNvPr>
            <p:cNvSpPr/>
            <p:nvPr/>
          </p:nvSpPr>
          <p:spPr>
            <a:xfrm>
              <a:off x="2908462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6C8F497A-ECA8-CB75-C817-6E1B712D4052}"/>
                </a:ext>
              </a:extLst>
            </p:cNvPr>
            <p:cNvSpPr/>
            <p:nvPr/>
          </p:nvSpPr>
          <p:spPr>
            <a:xfrm>
              <a:off x="2908462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2CB35B99-4014-2667-42E0-9A70A84E52DD}"/>
                </a:ext>
              </a:extLst>
            </p:cNvPr>
            <p:cNvSpPr/>
            <p:nvPr/>
          </p:nvSpPr>
          <p:spPr>
            <a:xfrm>
              <a:off x="4594664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・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4B3169D7-BCB9-446E-0A06-F60A992B44AD}"/>
                </a:ext>
              </a:extLst>
            </p:cNvPr>
            <p:cNvSpPr/>
            <p:nvPr/>
          </p:nvSpPr>
          <p:spPr>
            <a:xfrm>
              <a:off x="4594664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B5D2D66E-D881-DCFC-E744-4783637A1C20}"/>
                </a:ext>
              </a:extLst>
            </p:cNvPr>
            <p:cNvSpPr/>
            <p:nvPr/>
          </p:nvSpPr>
          <p:spPr>
            <a:xfrm>
              <a:off x="4594664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F7D35A6C-6A0F-49C1-AC02-8453C94D242A}"/>
                </a:ext>
              </a:extLst>
            </p:cNvPr>
            <p:cNvSpPr/>
            <p:nvPr/>
          </p:nvSpPr>
          <p:spPr>
            <a:xfrm>
              <a:off x="6306536" y="4743779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8929BB0B-3DEB-6C05-8E3B-9A50693E5ECE}"/>
                </a:ext>
              </a:extLst>
            </p:cNvPr>
            <p:cNvSpPr/>
            <p:nvPr/>
          </p:nvSpPr>
          <p:spPr>
            <a:xfrm>
              <a:off x="6306536" y="5035881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C899C4F8-955D-5983-0A66-A2A9517E1C5D}"/>
                </a:ext>
              </a:extLst>
            </p:cNvPr>
            <p:cNvSpPr/>
            <p:nvPr/>
          </p:nvSpPr>
          <p:spPr>
            <a:xfrm>
              <a:off x="6306536" y="5327982"/>
              <a:ext cx="1611084" cy="267524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600" dirty="0">
                <a:solidFill>
                  <a:schemeClr val="accent2"/>
                </a:solidFill>
                <a:latin typeface="+mn-ea"/>
              </a:endParaRPr>
            </a:p>
          </p:txBody>
        </p:sp>
        <p:sp>
          <p:nvSpPr>
            <p:cNvPr id="129" name="Text 82">
              <a:extLst>
                <a:ext uri="{FF2B5EF4-FFF2-40B4-BE49-F238E27FC236}">
                  <ns2:creationId id="{3F2D0B7E-5B24-0DEB-E16C-CE1E09EE79C2}"/>
                </a:ext>
              </a:extLst>
            </p:cNvPr>
            <p:cNvSpPr txBox="1"/>
            <p:nvPr/>
          </p:nvSpPr>
          <p:spPr>
            <a:xfrm>
              <a:off x="365760" y="5764720"/>
              <a:ext cx="77724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8A8A8A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00" dirty="0" err="1">
                  <a:solidFill>
                    <a:srgbClr val="8A8A8A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00" dirty="0">
                <a:latin typeface="+mn-ea"/>
              </a:endParaRPr>
            </a:p>
          </p:txBody>
        </p:sp>
        <p:pic>
          <p:nvPicPr>
            <p:cNvPr id="16" name="グラフィックス 15" descr="接続済み 単色塗りつぶし">
              <a:extLst>
                <a:ext uri="{FF2B5EF4-FFF2-40B4-BE49-F238E27FC236}">
                  <ns2:creationId id="{7D95B157-0674-6D00-30E5-AADD6E22C0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566558" y="4122016"/>
              <a:ext cx="324000" cy="324000"/>
            </a:xfrm>
            <a:prstGeom prst="rect">
              <a:avLst/>
            </a:prstGeom>
          </p:spPr>
        </p:pic>
        <p:cxnSp>
          <p:nvCxnSpPr>
            <p:cNvPr id="34" name="直線矢印コネクタ 33">
              <a:extLst>
                <a:ext uri="{FF2B5EF4-FFF2-40B4-BE49-F238E27FC236}">
                  <ns2:creationId id="{207272BF-ACA9-314E-BBA2-C7B067C4459E}"/>
                </a:ext>
              </a:extLst>
            </p:cNvPr>
            <p:cNvCxnSpPr/>
            <p:nvPr/>
          </p:nvCxnSpPr>
          <p:spPr>
            <a:xfrm>
              <a:off x="1219201" y="5675397"/>
              <a:ext cx="6698419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 63">
              <a:extLst>
                <a:ext uri="{FF2B5EF4-FFF2-40B4-BE49-F238E27FC236}">
                  <ns2:creationId id="{3AD68F46-04D4-B9D3-2AED-F9FD6C18A229}"/>
                </a:ext>
              </a:extLst>
            </p:cNvPr>
            <p:cNvSpPr txBox="1"/>
            <p:nvPr/>
          </p:nvSpPr>
          <p:spPr>
            <a:xfrm>
              <a:off x="1817849" y="5548516"/>
              <a:ext cx="413788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4" name="Text 69">
              <a:extLst>
                <a:ext uri="{FF2B5EF4-FFF2-40B4-BE49-F238E27FC236}">
                  <ns2:creationId id="{8253F71C-4D24-92C8-C610-D99FAB14FE14}"/>
                </a:ext>
              </a:extLst>
            </p:cNvPr>
            <p:cNvSpPr txBox="1"/>
            <p:nvPr/>
          </p:nvSpPr>
          <p:spPr>
            <a:xfrm>
              <a:off x="3507110" y="5548516"/>
              <a:ext cx="413788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7" name="Text 75">
              <a:extLst>
                <a:ext uri="{FF2B5EF4-FFF2-40B4-BE49-F238E27FC236}">
                  <ns2:creationId id="{1A6AE40C-09AD-7DE4-2BD5-352A6D5382E5}"/>
                </a:ext>
              </a:extLst>
            </p:cNvPr>
            <p:cNvSpPr txBox="1"/>
            <p:nvPr/>
          </p:nvSpPr>
          <p:spPr>
            <a:xfrm>
              <a:off x="5193312" y="5548516"/>
              <a:ext cx="413788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5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9" name="Text 81">
              <a:extLst>
                <a:ext uri="{FF2B5EF4-FFF2-40B4-BE49-F238E27FC236}">
                  <ns2:creationId id="{6D7C49C5-63E6-DA8D-BB74-F2F70B801059}"/>
                </a:ext>
              </a:extLst>
            </p:cNvPr>
            <p:cNvSpPr txBox="1"/>
            <p:nvPr/>
          </p:nvSpPr>
          <p:spPr>
            <a:xfrm>
              <a:off x="6639485" y="5548516"/>
              <a:ext cx="945185" cy="164944"/>
            </a:xfrm>
            <a:prstGeom prst="rect">
              <a:avLst/>
            </a:prstGeom>
            <a:solidFill>
              <a:schemeClr val="bg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err="1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5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sz="750" err="1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sz="75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) </a:t>
              </a:r>
              <a:endParaRPr lang="en-US" sz="750">
                <a:solidFill>
                  <a:schemeClr val="accent2"/>
                </a:solidFill>
                <a:latin typeface="+mn-ea"/>
              </a:endParaRPr>
            </a:p>
          </p:txBody>
        </p:sp>
        <p:grpSp>
          <p:nvGrpSpPr>
            <p:cNvPr id="32" name="グループ化 31">
              <a:extLst>
                <a:ext uri="{FF2B5EF4-FFF2-40B4-BE49-F238E27FC236}">
                  <ns2:creationId id="{8594226F-C09E-9FB0-17E3-C045D214F05A}"/>
                </a:ext>
              </a:extLst>
            </p:cNvPr>
            <p:cNvGrpSpPr/>
            <p:nvPr/>
          </p:nvGrpSpPr>
          <p:grpSpPr>
            <a:xfrm>
              <a:off x="8208339" y="2036106"/>
              <a:ext cx="3546389" cy="468000"/>
              <a:chOff x="8208339" y="2036106"/>
              <a:chExt cx="3546389" cy="468000"/>
            </a:xfrm>
          </p:grpSpPr>
          <p:sp>
            <p:nvSpPr>
              <p:cNvPr id="284" name="四角形: 角を丸くする 283">
                <a:extLst>
                  <a:ext uri="{FF2B5EF4-FFF2-40B4-BE49-F238E27FC236}">
                    <ns2:creationId id="{29170CE6-9B43-F478-69D1-8D7773C5801D}"/>
                  </a:ext>
                </a:extLst>
              </p:cNvPr>
              <p:cNvSpPr/>
              <p:nvPr/>
            </p:nvSpPr>
            <p:spPr>
              <a:xfrm>
                <a:off x="8208339" y="203610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937F8257-BE78-B231-5C49-140ABD2BDF47}"/>
                  </a:ext>
                </a:extLst>
              </p:cNvPr>
              <p:cNvSpPr/>
              <p:nvPr/>
            </p:nvSpPr>
            <p:spPr>
              <a:xfrm>
                <a:off x="9126440" y="2097765"/>
                <a:ext cx="260332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B2B36650-1A72-7846-B1AB-382DBAE33841}"/>
                  </a:ext>
                </a:extLst>
              </p:cNvPr>
              <p:cNvSpPr/>
              <p:nvPr/>
            </p:nvSpPr>
            <p:spPr>
              <a:xfrm>
                <a:off x="8244587" y="2097306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4D6DCB93-688F-A39C-D322-38527019636F}"/>
                </a:ext>
              </a:extLst>
            </p:cNvPr>
            <p:cNvGrpSpPr/>
            <p:nvPr/>
          </p:nvGrpSpPr>
          <p:grpSpPr>
            <a:xfrm>
              <a:off x="8208339" y="2580209"/>
              <a:ext cx="3546389" cy="468000"/>
              <a:chOff x="8208339" y="2580209"/>
              <a:chExt cx="3546389" cy="468000"/>
            </a:xfrm>
          </p:grpSpPr>
          <p:sp>
            <p:nvSpPr>
              <p:cNvPr id="288" name="四角形: 角を丸くする 287">
                <a:extLst>
                  <a:ext uri="{FF2B5EF4-FFF2-40B4-BE49-F238E27FC236}">
                    <ns2:creationId id="{4C0F3046-0C13-D8F8-8600-061FCDC30955}"/>
                  </a:ext>
                </a:extLst>
              </p:cNvPr>
              <p:cNvSpPr/>
              <p:nvPr/>
            </p:nvSpPr>
            <p:spPr>
              <a:xfrm>
                <a:off x="8208339" y="2580209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1" name="正方形/長方形 290">
                <a:extLst>
                  <a:ext uri="{FF2B5EF4-FFF2-40B4-BE49-F238E27FC236}">
                    <ns2:creationId id="{ACB7DE0A-3C25-75B5-9166-FAB1B3934162}"/>
                  </a:ext>
                </a:extLst>
              </p:cNvPr>
              <p:cNvSpPr/>
              <p:nvPr/>
            </p:nvSpPr>
            <p:spPr>
              <a:xfrm>
                <a:off x="9126440" y="2641868"/>
                <a:ext cx="260332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DE569B47-B74A-8559-F2A3-E1F908784C37}"/>
                  </a:ext>
                </a:extLst>
              </p:cNvPr>
              <p:cNvSpPr/>
              <p:nvPr/>
            </p:nvSpPr>
            <p:spPr>
              <a:xfrm>
                <a:off x="8244587" y="2641409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30" name="グループ化 29">
              <a:extLst>
                <a:ext uri="{FF2B5EF4-FFF2-40B4-BE49-F238E27FC236}">
                  <ns2:creationId id="{FC215426-1D5F-4EE3-D1B1-DB24878E4C49}"/>
                </a:ext>
              </a:extLst>
            </p:cNvPr>
            <p:cNvGrpSpPr/>
            <p:nvPr/>
          </p:nvGrpSpPr>
          <p:grpSpPr>
            <a:xfrm>
              <a:off x="8208339" y="3124312"/>
              <a:ext cx="3546389" cy="468000"/>
              <a:chOff x="8208339" y="3124312"/>
              <a:chExt cx="3546389" cy="468000"/>
            </a:xfrm>
          </p:grpSpPr>
          <p:sp>
            <p:nvSpPr>
              <p:cNvPr id="292" name="四角形: 角を丸くする 291">
                <a:extLst>
                  <a:ext uri="{FF2B5EF4-FFF2-40B4-BE49-F238E27FC236}">
                    <ns2:creationId id="{57595B32-10DC-7B4A-7BAE-243187A21375}"/>
                  </a:ext>
                </a:extLst>
              </p:cNvPr>
              <p:cNvSpPr/>
              <p:nvPr/>
            </p:nvSpPr>
            <p:spPr>
              <a:xfrm>
                <a:off x="8208339" y="3124312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5" name="正方形/長方形 294">
                <a:extLst>
                  <a:ext uri="{FF2B5EF4-FFF2-40B4-BE49-F238E27FC236}">
                    <ns2:creationId id="{04C97777-8BDA-55D9-F89E-F5C0421725EE}"/>
                  </a:ext>
                </a:extLst>
              </p:cNvPr>
              <p:cNvSpPr/>
              <p:nvPr/>
            </p:nvSpPr>
            <p:spPr>
              <a:xfrm>
                <a:off x="9126440" y="3185971"/>
                <a:ext cx="2603323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98B5F32D-2EB1-C572-ECDB-B5DB5C4CC7CE}"/>
                  </a:ext>
                </a:extLst>
              </p:cNvPr>
              <p:cNvSpPr/>
              <p:nvPr/>
            </p:nvSpPr>
            <p:spPr>
              <a:xfrm>
                <a:off x="8244587" y="3185512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839101472"/>
      </p:ext>
    </p:extLst>
  </p:cSld>
  <p:clrMapOvr>
    <a:masterClrMapping/>
  </p:clrMapOvr>
</p:sld>
</file>

<file path=ppt/slides/slide27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E6628FB-0EA2-BF1B-BF7D-C1E24451C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4D82D1D-8BFD-A2CA-EB03-FABD146EB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1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XX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(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 err="1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 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)</a:t>
            </a:r>
            <a:r>
              <a:rPr lang="ja-JP" altLang="en-US">
                <a:latin typeface="+mn-ea"/>
                <a:ea typeface="+mn-ea"/>
              </a:rPr>
              <a:t> 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A81D1C73-AA13-A44F-7465-1CB47D41BA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AI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 err="1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br>
              <a:rPr lang="en-US" altLang="ja-JP" sz="1500" dirty="0">
                <a:latin typeface="+mn-ea"/>
                <a:ea typeface="+mn-ea"/>
              </a:rPr>
            </a:b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3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</a:p>
        </p:txBody>
      </p:sp>
      <p:sp>
        <p:nvSpPr>
          <p:cNvPr id="3" name="四角形: 角を丸くする 13">
            <a:extLst>
              <a:ext uri="{FF2B5EF4-FFF2-40B4-BE49-F238E27FC236}">
                <ns2:creationId id="{EBECCD23-752F-1411-C3C7-7110F3777F56}"/>
              </a:ext>
            </a:extLst>
          </p:cNvPr>
          <p:cNvSpPr/>
          <p:nvPr/>
        </p:nvSpPr>
        <p:spPr>
          <a:xfrm>
            <a:off x="6222878" y="172658"/>
            <a:ext cx="1883154" cy="284543"/>
          </a:xfrm>
          <a:prstGeom prst="roundRect">
            <a:avLst>
              <a:gd name="adj" fmla="val 50000"/>
            </a:avLst>
          </a:prstGeom>
          <a:solidFill>
            <a:schemeClr val="accent2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rgbClr val="E07B00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r>
              <a:rPr lang="ja-JP" altLang="en-US" sz="100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r>
              <a:rPr lang="ja-JP" altLang="en-US" sz="1000">
                <a:solidFill>
                  <a:schemeClr val="tx1"/>
                </a:solidFill>
                <a:latin typeface="+mn-ea"/>
                <a:cs typeface="Meiryo UI" pitchFamily="34" charset="-120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ns2:creationId id="{52CEFDE1-69D4-4FC7-D117-9C2DAB613B82}"/>
              </a:ext>
            </a:extLst>
          </p:cNvPr>
          <p:cNvGrpSpPr/>
          <p:nvPr/>
        </p:nvGrpSpPr>
        <p:grpSpPr>
          <a:xfrm>
            <a:off x="334961" y="1626679"/>
            <a:ext cx="11522075" cy="4673286"/>
            <a:chOff x="334961" y="1626679"/>
            <a:chExt cx="11522075" cy="4673286"/>
          </a:xfrm>
        </p:grpSpPr>
        <p:grpSp>
          <p:nvGrpSpPr>
            <p:cNvPr id="205" name="グループ化 204">
              <a:extLst>
                <a:ext uri="{FF2B5EF4-FFF2-40B4-BE49-F238E27FC236}">
                  <ns2:creationId id="{ECFE712C-6601-D614-8581-668076DE4C8F}"/>
                </a:ext>
              </a:extLst>
            </p:cNvPr>
            <p:cNvGrpSpPr/>
            <p:nvPr/>
          </p:nvGrpSpPr>
          <p:grpSpPr>
            <a:xfrm>
              <a:off x="334963" y="5893099"/>
              <a:ext cx="11522073" cy="406866"/>
              <a:chOff x="334963" y="5893099"/>
              <a:chExt cx="11522073" cy="406866"/>
            </a:xfrm>
          </p:grpSpPr>
          <p:sp>
            <p:nvSpPr>
              <p:cNvPr id="257" name="正方形/長方形 256">
                <a:extLst>
                  <a:ext uri="{FF2B5EF4-FFF2-40B4-BE49-F238E27FC236}">
                    <ns2:creationId id="{7C58339B-70B9-03F2-2DC2-C1F5C84F30E0}"/>
                  </a:ext>
                </a:extLst>
              </p:cNvPr>
              <p:cNvSpPr/>
              <p:nvPr/>
            </p:nvSpPr>
            <p:spPr>
              <a:xfrm>
                <a:off x="896757" y="5893099"/>
                <a:ext cx="10960279" cy="4068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F8E15A3E-E16D-0EBA-A867-FCF49E6572FB}"/>
                  </a:ext>
                </a:extLst>
              </p:cNvPr>
              <p:cNvSpPr/>
              <p:nvPr/>
            </p:nvSpPr>
            <p:spPr>
              <a:xfrm>
                <a:off x="334963" y="5893101"/>
                <a:ext cx="561795" cy="40686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FEEBADBF-7CBE-D5E9-A767-0D46554AF29B}"/>
                  </a:ext>
                </a:extLst>
              </p:cNvPr>
              <p:cNvSpPr/>
              <p:nvPr/>
            </p:nvSpPr>
            <p:spPr>
              <a:xfrm>
                <a:off x="896758" y="5893100"/>
                <a:ext cx="605975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BD38DDEF-4738-C6D8-B784-6F46B4886A7C}"/>
                  </a:ext>
                </a:extLst>
              </p:cNvPr>
              <p:cNvSpPr/>
              <p:nvPr/>
            </p:nvSpPr>
            <p:spPr>
              <a:xfrm>
                <a:off x="1416108" y="5893100"/>
                <a:ext cx="1790928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DC34A045-F187-CFDE-8C74-0992E5B2B632}"/>
                  </a:ext>
                </a:extLst>
              </p:cNvPr>
              <p:cNvSpPr/>
              <p:nvPr/>
            </p:nvSpPr>
            <p:spPr>
              <a:xfrm>
                <a:off x="3138880" y="5893100"/>
                <a:ext cx="1133231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E23908DE-FCDA-16B4-61AF-90F82F01CE8C}"/>
                  </a:ext>
                </a:extLst>
              </p:cNvPr>
              <p:cNvSpPr/>
              <p:nvPr/>
            </p:nvSpPr>
            <p:spPr>
              <a:xfrm>
                <a:off x="4195111" y="5893100"/>
                <a:ext cx="1823889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0901D304-07BC-8D36-0993-95DD5F3BA809}"/>
                  </a:ext>
                </a:extLst>
              </p:cNvPr>
              <p:cNvSpPr/>
              <p:nvPr/>
            </p:nvSpPr>
            <p:spPr>
              <a:xfrm>
                <a:off x="6096000" y="5893100"/>
                <a:ext cx="1016287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b="1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4" name="正方形/長方形 263">
                <a:extLst>
                  <a:ext uri="{FF2B5EF4-FFF2-40B4-BE49-F238E27FC236}">
                    <ns2:creationId id="{083223D0-7D75-DE97-3630-AC6CFF2A4E87}"/>
                  </a:ext>
                </a:extLst>
              </p:cNvPr>
              <p:cNvSpPr/>
              <p:nvPr/>
            </p:nvSpPr>
            <p:spPr>
              <a:xfrm>
                <a:off x="7044912" y="5893100"/>
                <a:ext cx="1738097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5" name="正方形/長方形 264">
                <a:extLst>
                  <a:ext uri="{FF2B5EF4-FFF2-40B4-BE49-F238E27FC236}">
                    <ns2:creationId id="{3ACF094F-DFDB-C0EA-A7C5-462306830304}"/>
                  </a:ext>
                </a:extLst>
              </p:cNvPr>
              <p:cNvSpPr/>
              <p:nvPr/>
            </p:nvSpPr>
            <p:spPr>
              <a:xfrm>
                <a:off x="8993263" y="5893100"/>
                <a:ext cx="830510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b="1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236CC9BF-D3D0-3896-8D22-3812935C918C}"/>
                  </a:ext>
                </a:extLst>
              </p:cNvPr>
              <p:cNvSpPr/>
              <p:nvPr/>
            </p:nvSpPr>
            <p:spPr>
              <a:xfrm>
                <a:off x="9632770" y="5893100"/>
                <a:ext cx="2176141" cy="40686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282" name="正方形/長方形 281">
              <a:extLst>
                <a:ext uri="{FF2B5EF4-FFF2-40B4-BE49-F238E27FC236}">
                  <ns2:creationId id="{E8F9F966-A931-A588-24AD-515D97832C59}"/>
                </a:ext>
              </a:extLst>
            </p:cNvPr>
            <p:cNvSpPr/>
            <p:nvPr/>
          </p:nvSpPr>
          <p:spPr>
            <a:xfrm>
              <a:off x="8106032" y="1626679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C9EE2D94-9A18-9987-ADB7-1E055E71E548}"/>
                </a:ext>
              </a:extLst>
            </p:cNvPr>
            <p:cNvSpPr/>
            <p:nvPr/>
          </p:nvSpPr>
          <p:spPr>
            <a:xfrm>
              <a:off x="8106032" y="1961501"/>
              <a:ext cx="3751004" cy="169483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296" name="グラフィックス 295" descr="ターゲット 単色塗りつぶし">
              <a:extLst>
                <a:ext uri="{FF2B5EF4-FFF2-40B4-BE49-F238E27FC236}">
                  <ns2:creationId id="{19269924-91CC-57F8-9A89-68ED2F46FB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108643" y="1633879"/>
              <a:ext cx="324000" cy="324000"/>
            </a:xfrm>
            <a:prstGeom prst="rect">
              <a:avLst/>
            </a:prstGeom>
          </p:spPr>
        </p:pic>
        <p:sp>
          <p:nvSpPr>
            <p:cNvPr id="269" name="正方形/長方形 268">
              <a:extLst>
                <a:ext uri="{FF2B5EF4-FFF2-40B4-BE49-F238E27FC236}">
                  <ns2:creationId id="{D04E8725-F363-CA4A-31D1-F19879B6617B}"/>
                </a:ext>
              </a:extLst>
            </p:cNvPr>
            <p:cNvSpPr/>
            <p:nvPr/>
          </p:nvSpPr>
          <p:spPr>
            <a:xfrm>
              <a:off x="8106032" y="3763320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4A95938A-3CCA-49FA-BAAA-7D84096A6A33}"/>
                </a:ext>
              </a:extLst>
            </p:cNvPr>
            <p:cNvSpPr/>
            <p:nvPr/>
          </p:nvSpPr>
          <p:spPr>
            <a:xfrm>
              <a:off x="8106032" y="4092259"/>
              <a:ext cx="3751004" cy="1681464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84C7251C-FA5A-4DE3-FA57-072EE356C574}"/>
                </a:ext>
              </a:extLst>
            </p:cNvPr>
            <p:cNvGrpSpPr/>
            <p:nvPr/>
          </p:nvGrpSpPr>
          <p:grpSpPr>
            <a:xfrm>
              <a:off x="8208339" y="4172747"/>
              <a:ext cx="3546389" cy="468000"/>
              <a:chOff x="8208339" y="4278623"/>
              <a:chExt cx="3546389" cy="468000"/>
            </a:xfrm>
          </p:grpSpPr>
          <p:sp>
            <p:nvSpPr>
              <p:cNvPr id="279" name="四角形: 角を丸くする 278">
                <a:extLst>
                  <a:ext uri="{FF2B5EF4-FFF2-40B4-BE49-F238E27FC236}">
                    <ns2:creationId id="{47CE0BA1-4FEC-143D-4D37-248779F4B31F}"/>
                  </a:ext>
                </a:extLst>
              </p:cNvPr>
              <p:cNvSpPr/>
              <p:nvPr/>
            </p:nvSpPr>
            <p:spPr>
              <a:xfrm>
                <a:off x="8208339" y="4278623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0" name="正方形/長方形 279">
                <a:extLst>
                  <a:ext uri="{FF2B5EF4-FFF2-40B4-BE49-F238E27FC236}">
                    <ns2:creationId id="{9759E9F7-92BC-5F74-1305-774870142263}"/>
                  </a:ext>
                </a:extLst>
              </p:cNvPr>
              <p:cNvSpPr/>
              <p:nvPr/>
            </p:nvSpPr>
            <p:spPr>
              <a:xfrm>
                <a:off x="8244587" y="4340282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81" name="正方形/長方形 280">
                <a:extLst>
                  <a:ext uri="{FF2B5EF4-FFF2-40B4-BE49-F238E27FC236}">
                    <ns2:creationId id="{88055393-B4BD-A662-6D1B-D0E27A1FD3D5}"/>
                  </a:ext>
                </a:extLst>
              </p:cNvPr>
              <p:cNvSpPr/>
              <p:nvPr/>
            </p:nvSpPr>
            <p:spPr>
              <a:xfrm>
                <a:off x="9104221" y="4340282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</p:grpSp>
        <p:grpSp>
          <p:nvGrpSpPr>
            <p:cNvPr id="5" name="グループ化 4">
              <a:extLst>
                <a:ext uri="{FF2B5EF4-FFF2-40B4-BE49-F238E27FC236}">
                  <ns2:creationId id="{FFB756C8-3B06-60B3-5A6E-DE4005750021}"/>
                </a:ext>
              </a:extLst>
            </p:cNvPr>
            <p:cNvGrpSpPr/>
            <p:nvPr/>
          </p:nvGrpSpPr>
          <p:grpSpPr>
            <a:xfrm>
              <a:off x="8208339" y="4700986"/>
              <a:ext cx="3546389" cy="468000"/>
              <a:chOff x="8208339" y="4753924"/>
              <a:chExt cx="3546389" cy="468000"/>
            </a:xfrm>
          </p:grpSpPr>
          <p:sp>
            <p:nvSpPr>
              <p:cNvPr id="272" name="四角形: 角を丸くする 271">
                <a:extLst>
                  <a:ext uri="{FF2B5EF4-FFF2-40B4-BE49-F238E27FC236}">
                    <ns2:creationId id="{018C0E06-9DC6-30DF-F7FA-53EC3851352C}"/>
                  </a:ext>
                </a:extLst>
              </p:cNvPr>
              <p:cNvSpPr/>
              <p:nvPr/>
            </p:nvSpPr>
            <p:spPr>
              <a:xfrm>
                <a:off x="8208339" y="4753924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3" name="正方形/長方形 272">
                <a:extLst>
                  <a:ext uri="{FF2B5EF4-FFF2-40B4-BE49-F238E27FC236}">
                    <ns2:creationId id="{7E7C464E-0394-5205-2EB7-F7672DE10F93}"/>
                  </a:ext>
                </a:extLst>
              </p:cNvPr>
              <p:cNvSpPr/>
              <p:nvPr/>
            </p:nvSpPr>
            <p:spPr>
              <a:xfrm>
                <a:off x="8244587" y="4815583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4" name="正方形/長方形 273">
                <a:extLst>
                  <a:ext uri="{FF2B5EF4-FFF2-40B4-BE49-F238E27FC236}">
                    <ns2:creationId id="{49FCD597-A020-B70B-5103-050399396A66}"/>
                  </a:ext>
                </a:extLst>
              </p:cNvPr>
              <p:cNvSpPr/>
              <p:nvPr/>
            </p:nvSpPr>
            <p:spPr>
              <a:xfrm>
                <a:off x="9104221" y="4815583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0169C0EF-192E-295B-DAFF-1DE036C38822}"/>
                </a:ext>
              </a:extLst>
            </p:cNvPr>
            <p:cNvGrpSpPr/>
            <p:nvPr/>
          </p:nvGrpSpPr>
          <p:grpSpPr>
            <a:xfrm>
              <a:off x="8208339" y="5229225"/>
              <a:ext cx="3546389" cy="468000"/>
              <a:chOff x="8208339" y="5229225"/>
              <a:chExt cx="3546389" cy="468000"/>
            </a:xfrm>
          </p:grpSpPr>
          <p:sp>
            <p:nvSpPr>
              <p:cNvPr id="275" name="四角形: 角を丸くする 274">
                <a:extLst>
                  <a:ext uri="{FF2B5EF4-FFF2-40B4-BE49-F238E27FC236}">
                    <ns2:creationId id="{55A016D5-4C9D-29F2-4C79-DFFF2C506BCC}"/>
                  </a:ext>
                </a:extLst>
              </p:cNvPr>
              <p:cNvSpPr/>
              <p:nvPr/>
            </p:nvSpPr>
            <p:spPr>
              <a:xfrm>
                <a:off x="8208339" y="5229225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6" name="正方形/長方形 275">
                <a:extLst>
                  <a:ext uri="{FF2B5EF4-FFF2-40B4-BE49-F238E27FC236}">
                    <ns2:creationId id="{9795B1DC-591A-BFEE-043A-2A9E42109D4F}"/>
                  </a:ext>
                </a:extLst>
              </p:cNvPr>
              <p:cNvSpPr/>
              <p:nvPr/>
            </p:nvSpPr>
            <p:spPr>
              <a:xfrm>
                <a:off x="8244587" y="5290884"/>
                <a:ext cx="792000" cy="344682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277" name="正方形/長方形 276">
                <a:extLst>
                  <a:ext uri="{FF2B5EF4-FFF2-40B4-BE49-F238E27FC236}">
                    <ns2:creationId id="{5E848A26-04ED-0940-93DB-5D288340E9EB}"/>
                  </a:ext>
                </a:extLst>
              </p:cNvPr>
              <p:cNvSpPr/>
              <p:nvPr/>
            </p:nvSpPr>
            <p:spPr>
              <a:xfrm>
                <a:off x="9104221" y="5290884"/>
                <a:ext cx="2577416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pic>
          <p:nvPicPr>
            <p:cNvPr id="278" name="グラフィックス 277" descr="手のひらと植物 単色塗りつぶし">
              <a:extLst>
                <a:ext uri="{FF2B5EF4-FFF2-40B4-BE49-F238E27FC236}">
                  <ns2:creationId id="{C15C7DC5-4E8B-19A8-1E33-08FC8A304B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008637" y="3770520"/>
              <a:ext cx="324000" cy="324000"/>
            </a:xfrm>
            <a:prstGeom prst="rect">
              <a:avLst/>
            </a:prstGeom>
          </p:spPr>
        </p:pic>
        <p:sp>
          <p:nvSpPr>
            <p:cNvPr id="9" name="正方形/長方形 8">
              <a:extLst>
                <a:ext uri="{FF2B5EF4-FFF2-40B4-BE49-F238E27FC236}">
                  <ns2:creationId id="{65060604-52C8-2EA3-0920-40E0F45E9962}"/>
                </a:ext>
              </a:extLst>
            </p:cNvPr>
            <p:cNvSpPr/>
            <p:nvPr/>
          </p:nvSpPr>
          <p:spPr>
            <a:xfrm>
              <a:off x="377075" y="2051641"/>
              <a:ext cx="2761804" cy="668397"/>
            </a:xfrm>
            <a:prstGeom prst="rect">
              <a:avLst/>
            </a:prstGeom>
            <a:solidFill>
              <a:schemeClr val="accent2"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5967D32F-7811-D5EF-27B9-DE54F004A19C}"/>
                </a:ext>
              </a:extLst>
            </p:cNvPr>
            <p:cNvSpPr/>
            <p:nvPr/>
          </p:nvSpPr>
          <p:spPr>
            <a:xfrm>
              <a:off x="377076" y="2762952"/>
              <a:ext cx="2761804" cy="668397"/>
            </a:xfrm>
            <a:prstGeom prst="rect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98ED0171-1748-CC4D-F773-1EF0958F341A}"/>
                </a:ext>
              </a:extLst>
            </p:cNvPr>
            <p:cNvSpPr/>
            <p:nvPr/>
          </p:nvSpPr>
          <p:spPr>
            <a:xfrm>
              <a:off x="377076" y="3474263"/>
              <a:ext cx="2761804" cy="668397"/>
            </a:xfrm>
            <a:prstGeom prst="rect">
              <a:avLst/>
            </a:prstGeom>
            <a:solidFill>
              <a:srgbClr val="E2F0D9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5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 (</a:t>
              </a:r>
              <a:r>
                <a:rPr lang="en-US" altLang="ja-JP" sz="1050" b="1" dirty="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05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)</a:t>
              </a:r>
            </a:p>
            <a:p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、</a:t>
              </a: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10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ns2:creationId id="{7DC5593A-C5B7-2811-B125-24BDBA3C273A}"/>
                </a:ext>
              </a:extLst>
            </p:cNvPr>
            <p:cNvCxnSpPr>
              <a:cxnSpLocks/>
            </p:cNvCxnSpPr>
            <p:nvPr/>
          </p:nvCxnSpPr>
          <p:spPr>
            <a:xfrm>
              <a:off x="3449637" y="2074291"/>
              <a:ext cx="0" cy="2068369"/>
            </a:xfrm>
            <a:prstGeom prst="line">
              <a:avLst/>
            </a:prstGeom>
            <a:ln w="38100">
              <a:solidFill>
                <a:srgbClr val="008D2E">
                  <a:alpha val="7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四角形: 角を丸くする 32">
              <a:extLst>
                <a:ext uri="{FF2B5EF4-FFF2-40B4-BE49-F238E27FC236}">
                  <ns2:creationId id="{400AADBC-E5DB-53F4-70E2-736C9113F531}"/>
                </a:ext>
              </a:extLst>
            </p:cNvPr>
            <p:cNvSpPr/>
            <p:nvPr/>
          </p:nvSpPr>
          <p:spPr>
            <a:xfrm>
              <a:off x="438734" y="2021591"/>
              <a:ext cx="756000" cy="182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ja-JP" altLang="en-US" sz="105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8" name="四角形: 角を丸くする 37">
              <a:extLst>
                <a:ext uri="{FF2B5EF4-FFF2-40B4-BE49-F238E27FC236}">
                  <ns2:creationId id="{70B46031-14F1-1A6C-FF2B-CBEC0A4B87E9}"/>
                </a:ext>
              </a:extLst>
            </p:cNvPr>
            <p:cNvSpPr/>
            <p:nvPr/>
          </p:nvSpPr>
          <p:spPr>
            <a:xfrm>
              <a:off x="438734" y="2762948"/>
              <a:ext cx="756000" cy="182900"/>
            </a:xfrm>
            <a:prstGeom prst="roundRect">
              <a:avLst>
                <a:gd name="adj" fmla="val 50000"/>
              </a:avLst>
            </a:prstGeom>
            <a:solidFill>
              <a:srgbClr val="008D2E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9" name="四角形: 角を丸くする 38">
              <a:extLst>
                <a:ext uri="{FF2B5EF4-FFF2-40B4-BE49-F238E27FC236}">
                  <ns2:creationId id="{9414FFBD-AAB2-55FF-A299-0E5AC8B15612}"/>
                </a:ext>
              </a:extLst>
            </p:cNvPr>
            <p:cNvSpPr/>
            <p:nvPr/>
          </p:nvSpPr>
          <p:spPr>
            <a:xfrm>
              <a:off x="438734" y="3467155"/>
              <a:ext cx="756000" cy="182900"/>
            </a:xfrm>
            <a:prstGeom prst="roundRect">
              <a:avLst>
                <a:gd name="adj" fmla="val 50000"/>
              </a:avLst>
            </a:prstGeom>
            <a:solidFill>
              <a:srgbClr val="008D2E">
                <a:alpha val="60000"/>
              </a:srgb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ja-JP" altLang="en-US" sz="1050">
                <a:solidFill>
                  <a:schemeClr val="bg1"/>
                </a:solidFill>
                <a:latin typeface="+mn-ea"/>
              </a:endParaRPr>
            </a:p>
          </p:txBody>
        </p:sp>
        <p:cxnSp>
          <p:nvCxnSpPr>
            <p:cNvPr id="133" name="直線矢印コネクタ 132">
              <a:extLst>
                <a:ext uri="{FF2B5EF4-FFF2-40B4-BE49-F238E27FC236}">
                  <ns2:creationId id="{1E8289AE-821A-BD1D-CB85-A9D65D23DE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96767" y="3806876"/>
              <a:ext cx="352870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正方形/長方形 135">
              <a:extLst>
                <a:ext uri="{FF2B5EF4-FFF2-40B4-BE49-F238E27FC236}">
                  <ns2:creationId id="{666E55E8-18E1-657B-095B-83EFB75975C4}"/>
                </a:ext>
              </a:extLst>
            </p:cNvPr>
            <p:cNvSpPr/>
            <p:nvPr/>
          </p:nvSpPr>
          <p:spPr>
            <a:xfrm>
              <a:off x="3505087" y="2051642"/>
              <a:ext cx="4452310" cy="211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100">
                <a:solidFill>
                  <a:srgbClr val="008D2E"/>
                </a:solidFill>
                <a:latin typeface="+mn-ea"/>
              </a:endParaRPr>
            </a:p>
          </p:txBody>
        </p:sp>
        <p:grpSp>
          <p:nvGrpSpPr>
            <p:cNvPr id="209" name="グループ化 208">
              <a:extLst>
                <a:ext uri="{FF2B5EF4-FFF2-40B4-BE49-F238E27FC236}">
                  <ns2:creationId id="{4439B89E-D704-0D96-EF17-2FC38BA6F5BD}"/>
                </a:ext>
              </a:extLst>
            </p:cNvPr>
            <p:cNvGrpSpPr/>
            <p:nvPr/>
          </p:nvGrpSpPr>
          <p:grpSpPr>
            <a:xfrm>
              <a:off x="3505087" y="2300725"/>
              <a:ext cx="4452310" cy="1841935"/>
              <a:chOff x="3505087" y="2300725"/>
              <a:chExt cx="4452310" cy="1841935"/>
            </a:xfrm>
          </p:grpSpPr>
          <p:sp>
            <p:nvSpPr>
              <p:cNvPr id="137" name="正方形/長方形 136">
                <a:extLst>
                  <a:ext uri="{FF2B5EF4-FFF2-40B4-BE49-F238E27FC236}">
                    <ns2:creationId id="{9F9B7543-94B2-0BCE-36AA-E9A07D9AA6F7}"/>
                  </a:ext>
                </a:extLst>
              </p:cNvPr>
              <p:cNvSpPr/>
              <p:nvPr/>
            </p:nvSpPr>
            <p:spPr>
              <a:xfrm>
                <a:off x="5011819" y="2300725"/>
                <a:ext cx="2945578" cy="588777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「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E4A5CAE3-A67F-92D8-1BAE-79D0A620A616}"/>
                  </a:ext>
                </a:extLst>
              </p:cNvPr>
              <p:cNvSpPr/>
              <p:nvPr/>
            </p:nvSpPr>
            <p:spPr>
              <a:xfrm>
                <a:off x="5011819" y="2927304"/>
                <a:ext cx="2945578" cy="588777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、「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E3CA685E-C454-F3BE-FFC5-EF682DE18EC8}"/>
                  </a:ext>
                </a:extLst>
              </p:cNvPr>
              <p:cNvSpPr/>
              <p:nvPr/>
            </p:nvSpPr>
            <p:spPr>
              <a:xfrm>
                <a:off x="5180727" y="2658976"/>
                <a:ext cx="2776670" cy="1968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70F35E4F-2500-6DB5-2360-7B5098B6DBE2}"/>
                  </a:ext>
                </a:extLst>
              </p:cNvPr>
              <p:cNvSpPr/>
              <p:nvPr/>
            </p:nvSpPr>
            <p:spPr>
              <a:xfrm>
                <a:off x="5180727" y="3285555"/>
                <a:ext cx="2776670" cy="1968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4F68E4E5-9316-E496-C83B-CD1E0DFD82EF}"/>
                  </a:ext>
                </a:extLst>
              </p:cNvPr>
              <p:cNvSpPr/>
              <p:nvPr/>
            </p:nvSpPr>
            <p:spPr>
              <a:xfrm>
                <a:off x="3505087" y="2300725"/>
                <a:ext cx="1507186" cy="588777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1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dirty="0">
                  <a:latin typeface="+mn-ea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CD965314-CC2D-88C9-8B26-6F1F1E24804A}"/>
                  </a:ext>
                </a:extLst>
              </p:cNvPr>
              <p:cNvSpPr/>
              <p:nvPr/>
            </p:nvSpPr>
            <p:spPr>
              <a:xfrm>
                <a:off x="3505088" y="2927304"/>
                <a:ext cx="1507186" cy="588777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CBD3DCCD-AE25-0684-E6B9-31C8D0EAA2C8}"/>
                  </a:ext>
                </a:extLst>
              </p:cNvPr>
              <p:cNvSpPr/>
              <p:nvPr/>
            </p:nvSpPr>
            <p:spPr>
              <a:xfrm>
                <a:off x="3505088" y="3553883"/>
                <a:ext cx="1507186" cy="588777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147" name="正方形/長方形 146">
                <a:extLst>
                  <a:ext uri="{FF2B5EF4-FFF2-40B4-BE49-F238E27FC236}">
                    <ns2:creationId id="{54F272F3-6544-361B-DF78-04825C98A447}"/>
                  </a:ext>
                </a:extLst>
              </p:cNvPr>
              <p:cNvSpPr/>
              <p:nvPr/>
            </p:nvSpPr>
            <p:spPr>
              <a:xfrm>
                <a:off x="5011819" y="3553882"/>
                <a:ext cx="2945578" cy="588777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9" name="正方形/長方形 148">
                <a:extLst>
                  <a:ext uri="{FF2B5EF4-FFF2-40B4-BE49-F238E27FC236}">
                    <ns2:creationId id="{FA98132C-BC76-DE94-72A9-04941A0D3476}"/>
                  </a:ext>
                </a:extLst>
              </p:cNvPr>
              <p:cNvSpPr/>
              <p:nvPr/>
            </p:nvSpPr>
            <p:spPr>
              <a:xfrm>
                <a:off x="5180727" y="3912133"/>
                <a:ext cx="2776670" cy="1968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sp>
          <p:nvSpPr>
            <p:cNvPr id="17" name="正方形/長方形 16">
              <a:extLst>
                <a:ext uri="{FF2B5EF4-FFF2-40B4-BE49-F238E27FC236}">
                  <ns2:creationId id="{50023177-1175-B6BA-2C15-189E367B2669}"/>
                </a:ext>
              </a:extLst>
            </p:cNvPr>
            <p:cNvSpPr/>
            <p:nvPr/>
          </p:nvSpPr>
          <p:spPr>
            <a:xfrm>
              <a:off x="334963" y="4220394"/>
              <a:ext cx="7622435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54" name="グラフィックス 153" descr="フリップ式カレンダー 単色塗りつぶし">
              <a:extLst>
                <a:ext uri="{FF2B5EF4-FFF2-40B4-BE49-F238E27FC236}">
                  <ns2:creationId id="{2B51A7D8-7E63-0AD7-CBCA-912CD0AFAC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401855" y="4227594"/>
              <a:ext cx="324000" cy="324000"/>
            </a:xfrm>
            <a:prstGeom prst="rect">
              <a:avLst/>
            </a:prstGeom>
          </p:spPr>
        </p:pic>
        <p:sp>
          <p:nvSpPr>
            <p:cNvPr id="166" name="正方形/長方形 165">
              <a:extLst>
                <a:ext uri="{FF2B5EF4-FFF2-40B4-BE49-F238E27FC236}">
                  <ns2:creationId id="{64326C3A-8CEA-6BA4-40F6-991E20328409}"/>
                </a:ext>
              </a:extLst>
            </p:cNvPr>
            <p:cNvSpPr/>
            <p:nvPr/>
          </p:nvSpPr>
          <p:spPr>
            <a:xfrm>
              <a:off x="334961" y="5075727"/>
              <a:ext cx="1167771" cy="2631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1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68B0470F-2CB4-ADC2-9763-2A6FE1A1AAB1}"/>
                </a:ext>
              </a:extLst>
            </p:cNvPr>
            <p:cNvSpPr/>
            <p:nvPr/>
          </p:nvSpPr>
          <p:spPr>
            <a:xfrm>
              <a:off x="334961" y="5392837"/>
              <a:ext cx="1167771" cy="26316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10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201" name="グループ化 200">
              <a:extLst>
                <a:ext uri="{FF2B5EF4-FFF2-40B4-BE49-F238E27FC236}">
                  <ns2:creationId id="{F2C64AF9-0496-5E3C-39B0-235DE2EDFE34}"/>
                </a:ext>
              </a:extLst>
            </p:cNvPr>
            <p:cNvGrpSpPr/>
            <p:nvPr/>
          </p:nvGrpSpPr>
          <p:grpSpPr>
            <a:xfrm>
              <a:off x="1502734" y="5075727"/>
              <a:ext cx="1610414" cy="257784"/>
              <a:chOff x="1768106" y="5090211"/>
              <a:chExt cx="1858277" cy="224283"/>
            </a:xfrm>
          </p:grpSpPr>
          <p:sp>
            <p:nvSpPr>
              <p:cNvPr id="174" name="正方形/長方形 173">
                <a:extLst>
                  <a:ext uri="{FF2B5EF4-FFF2-40B4-BE49-F238E27FC236}">
                    <ns2:creationId id="{338AD7EC-7B43-55F2-5F54-8D2B8A0FD1B8}"/>
                  </a:ext>
                </a:extLst>
              </p:cNvPr>
              <p:cNvSpPr/>
              <p:nvPr/>
            </p:nvSpPr>
            <p:spPr>
              <a:xfrm>
                <a:off x="1768106" y="5090211"/>
                <a:ext cx="910704" cy="224283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177" name="正方形/長方形 176">
                <a:extLst>
                  <a:ext uri="{FF2B5EF4-FFF2-40B4-BE49-F238E27FC236}">
                    <ns2:creationId id="{9CBF11EF-692A-8AE9-C719-A1B0C3BACD2C}"/>
                  </a:ext>
                </a:extLst>
              </p:cNvPr>
              <p:cNvSpPr/>
              <p:nvPr/>
            </p:nvSpPr>
            <p:spPr>
              <a:xfrm>
                <a:off x="2715679" y="5090211"/>
                <a:ext cx="910704" cy="224283"/>
              </a:xfrm>
              <a:prstGeom prst="rect">
                <a:avLst/>
              </a:prstGeom>
              <a:solidFill>
                <a:srgbClr val="008D2E">
                  <a:alpha val="8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</p:grpSp>
        <p:sp>
          <p:nvSpPr>
            <p:cNvPr id="179" name="正方形/長方形 178">
              <a:extLst>
                <a:ext uri="{FF2B5EF4-FFF2-40B4-BE49-F238E27FC236}">
                  <ns2:creationId id="{AC4ED3E0-9F8C-51D7-BA8A-F74988D30888}"/>
                </a:ext>
              </a:extLst>
            </p:cNvPr>
            <p:cNvSpPr/>
            <p:nvPr/>
          </p:nvSpPr>
          <p:spPr>
            <a:xfrm>
              <a:off x="3117481" y="5075725"/>
              <a:ext cx="3225164" cy="257784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accent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accent2"/>
                </a:solidFill>
                <a:latin typeface="+mn-ea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B14A6D8A-5D97-DC22-8F87-7CFED23702EE}"/>
                </a:ext>
              </a:extLst>
            </p:cNvPr>
            <p:cNvSpPr/>
            <p:nvPr/>
          </p:nvSpPr>
          <p:spPr>
            <a:xfrm>
              <a:off x="3117481" y="5392837"/>
              <a:ext cx="1610414" cy="26316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latin typeface="+mn-ea"/>
              </a:endParaRP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C8B87049-8F40-D386-840E-930916B7FF76}"/>
                </a:ext>
              </a:extLst>
            </p:cNvPr>
            <p:cNvSpPr/>
            <p:nvPr/>
          </p:nvSpPr>
          <p:spPr>
            <a:xfrm>
              <a:off x="4783345" y="5392837"/>
              <a:ext cx="2680760" cy="2631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222222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190" name="Text 114">
              <a:extLst>
                <a:ext uri="{FF2B5EF4-FFF2-40B4-BE49-F238E27FC236}">
                  <ns2:creationId id="{FC9A547F-01B5-F6DF-0FAE-D7DD47760AE4}"/>
                </a:ext>
              </a:extLst>
            </p:cNvPr>
            <p:cNvSpPr txBox="1"/>
            <p:nvPr/>
          </p:nvSpPr>
          <p:spPr>
            <a:xfrm>
              <a:off x="4231841" y="4555036"/>
              <a:ext cx="548640" cy="21019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C000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92" name="Shape 113">
              <a:extLst>
                <a:ext uri="{FF2B5EF4-FFF2-40B4-BE49-F238E27FC236}">
                  <ns2:creationId id="{338CF19E-8554-40A4-6866-E9498A14F156}"/>
                </a:ext>
              </a:extLst>
            </p:cNvPr>
            <p:cNvSpPr/>
            <p:nvPr/>
          </p:nvSpPr>
          <p:spPr>
            <a:xfrm>
              <a:off x="4506161" y="4722855"/>
              <a:ext cx="0" cy="952393"/>
            </a:xfrm>
            <a:prstGeom prst="line">
              <a:avLst/>
            </a:prstGeom>
            <a:noFill/>
            <a:ln w="15875">
              <a:solidFill>
                <a:srgbClr val="C00000"/>
              </a:solidFill>
              <a:prstDash val="dash"/>
            </a:ln>
          </p:spPr>
          <p:txBody>
            <a:bodyPr/>
            <a:lstStyle/>
            <a:p>
              <a:endParaRPr lang="ja-JP" altLang="en-US">
                <a:latin typeface="+mn-ea"/>
              </a:endParaRPr>
            </a:p>
          </p:txBody>
        </p:sp>
        <p:sp>
          <p:nvSpPr>
            <p:cNvPr id="157" name="山形 66">
              <a:extLst>
                <a:ext uri="{FF2B5EF4-FFF2-40B4-BE49-F238E27FC236}">
                  <ns2:creationId id="{6632127D-3D09-6626-C90A-94A56DA37C90}"/>
                </a:ext>
              </a:extLst>
            </p:cNvPr>
            <p:cNvSpPr/>
            <p:nvPr/>
          </p:nvSpPr>
          <p:spPr>
            <a:xfrm>
              <a:off x="1502734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160" name="山形 66">
              <a:extLst>
                <a:ext uri="{FF2B5EF4-FFF2-40B4-BE49-F238E27FC236}">
                  <ns2:creationId id="{89D03B07-A632-BA4D-E796-7D0ADD36010F}"/>
                </a:ext>
              </a:extLst>
            </p:cNvPr>
            <p:cNvSpPr/>
            <p:nvPr/>
          </p:nvSpPr>
          <p:spPr>
            <a:xfrm>
              <a:off x="3117482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162" name="山形 66">
              <a:extLst>
                <a:ext uri="{FF2B5EF4-FFF2-40B4-BE49-F238E27FC236}">
                  <ns2:creationId id="{43A131D9-AC4A-D94C-C1F8-DE18892544EC}"/>
                </a:ext>
              </a:extLst>
            </p:cNvPr>
            <p:cNvSpPr/>
            <p:nvPr/>
          </p:nvSpPr>
          <p:spPr>
            <a:xfrm>
              <a:off x="4732231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198" name="山形 66">
              <a:extLst>
                <a:ext uri="{FF2B5EF4-FFF2-40B4-BE49-F238E27FC236}">
                  <ns2:creationId id="{F416487B-6C0A-C576-63A1-08C9C7633C54}"/>
                </a:ext>
              </a:extLst>
            </p:cNvPr>
            <p:cNvSpPr/>
            <p:nvPr/>
          </p:nvSpPr>
          <p:spPr>
            <a:xfrm>
              <a:off x="6346979" y="4772120"/>
              <a:ext cx="1610415" cy="248643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00"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3F651BE2-B325-B272-4F95-86DF2278568B}"/>
                </a:ext>
              </a:extLst>
            </p:cNvPr>
            <p:cNvSpPr/>
            <p:nvPr/>
          </p:nvSpPr>
          <p:spPr>
            <a:xfrm>
              <a:off x="334963" y="1630301"/>
              <a:ext cx="7622435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5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11" name="グラフィックス 210" descr="レイヤー (デザイン) 単色塗りつぶし">
              <a:extLst>
                <a:ext uri="{FF2B5EF4-FFF2-40B4-BE49-F238E27FC236}">
                  <ns2:creationId id="{53E0C242-6AA3-8326-D6E0-977727F630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491215" y="1637501"/>
              <a:ext cx="324000" cy="324000"/>
            </a:xfrm>
            <a:prstGeom prst="rect">
              <a:avLst/>
            </a:prstGeom>
          </p:spPr>
        </p:pic>
        <p:grpSp>
          <p:nvGrpSpPr>
            <p:cNvPr id="16" name="グループ化 15">
              <a:extLst>
                <a:ext uri="{FF2B5EF4-FFF2-40B4-BE49-F238E27FC236}">
                  <ns2:creationId id="{FC09840C-062C-7760-50ED-687048AC7C5C}"/>
                </a:ext>
              </a:extLst>
            </p:cNvPr>
            <p:cNvGrpSpPr/>
            <p:nvPr/>
          </p:nvGrpSpPr>
          <p:grpSpPr>
            <a:xfrm>
              <a:off x="8208339" y="2036106"/>
              <a:ext cx="3546389" cy="468000"/>
              <a:chOff x="8208339" y="2161231"/>
              <a:chExt cx="3546389" cy="468000"/>
            </a:xfrm>
          </p:grpSpPr>
          <p:sp>
            <p:nvSpPr>
              <p:cNvPr id="284" name="四角形: 角を丸くする 283">
                <a:extLst>
                  <a:ext uri="{FF2B5EF4-FFF2-40B4-BE49-F238E27FC236}">
                    <ns2:creationId id="{DD54F70C-D81D-0F21-AD36-FC7F534A651C}"/>
                  </a:ext>
                </a:extLst>
              </p:cNvPr>
              <p:cNvSpPr/>
              <p:nvPr/>
            </p:nvSpPr>
            <p:spPr>
              <a:xfrm>
                <a:off x="8208339" y="2161231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87" name="正方形/長方形 286">
                <a:extLst>
                  <a:ext uri="{FF2B5EF4-FFF2-40B4-BE49-F238E27FC236}">
                    <ns2:creationId id="{54010359-33EB-C15B-D5EF-6FF6B9D53518}"/>
                  </a:ext>
                </a:extLst>
              </p:cNvPr>
              <p:cNvSpPr/>
              <p:nvPr/>
            </p:nvSpPr>
            <p:spPr>
              <a:xfrm>
                <a:off x="9104221" y="2222890"/>
                <a:ext cx="2625542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D65ED04D-603D-5565-A0D5-321BACD252EB}"/>
                  </a:ext>
                </a:extLst>
              </p:cNvPr>
              <p:cNvSpPr/>
              <p:nvPr/>
            </p:nvSpPr>
            <p:spPr>
              <a:xfrm>
                <a:off x="8244587" y="2222431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9" name="グループ化 18">
              <a:extLst>
                <a:ext uri="{FF2B5EF4-FFF2-40B4-BE49-F238E27FC236}">
                  <ns2:creationId id="{D9ED8E9A-927E-77B6-30F8-8375CC6A4267}"/>
                </a:ext>
              </a:extLst>
            </p:cNvPr>
            <p:cNvGrpSpPr/>
            <p:nvPr/>
          </p:nvGrpSpPr>
          <p:grpSpPr>
            <a:xfrm>
              <a:off x="8208339" y="2589834"/>
              <a:ext cx="3546389" cy="468000"/>
              <a:chOff x="8208339" y="2652396"/>
              <a:chExt cx="3546389" cy="468000"/>
            </a:xfrm>
          </p:grpSpPr>
          <p:sp>
            <p:nvSpPr>
              <p:cNvPr id="288" name="四角形: 角を丸くする 287">
                <a:extLst>
                  <a:ext uri="{FF2B5EF4-FFF2-40B4-BE49-F238E27FC236}">
                    <ns2:creationId id="{4E273C60-4A16-C3D5-9334-8856971865B1}"/>
                  </a:ext>
                </a:extLst>
              </p:cNvPr>
              <p:cNvSpPr/>
              <p:nvPr/>
            </p:nvSpPr>
            <p:spPr>
              <a:xfrm>
                <a:off x="8208339" y="2652396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1" name="正方形/長方形 290">
                <a:extLst>
                  <a:ext uri="{FF2B5EF4-FFF2-40B4-BE49-F238E27FC236}">
                    <ns2:creationId id="{8986735F-9E4D-2017-349C-200D0A80F304}"/>
                  </a:ext>
                </a:extLst>
              </p:cNvPr>
              <p:cNvSpPr/>
              <p:nvPr/>
            </p:nvSpPr>
            <p:spPr>
              <a:xfrm>
                <a:off x="9104221" y="2714055"/>
                <a:ext cx="2625542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900"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D97AAC4F-CED8-8EF2-7447-32D2FE6BFF79}"/>
                  </a:ext>
                </a:extLst>
              </p:cNvPr>
              <p:cNvSpPr/>
              <p:nvPr/>
            </p:nvSpPr>
            <p:spPr>
              <a:xfrm>
                <a:off x="8244587" y="2713596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0" name="グループ化 19">
              <a:extLst>
                <a:ext uri="{FF2B5EF4-FFF2-40B4-BE49-F238E27FC236}">
                  <ns2:creationId id="{4571B74D-8C45-EDF5-B481-F58B1AE8C027}"/>
                </a:ext>
              </a:extLst>
            </p:cNvPr>
            <p:cNvGrpSpPr/>
            <p:nvPr/>
          </p:nvGrpSpPr>
          <p:grpSpPr>
            <a:xfrm>
              <a:off x="8208339" y="3143562"/>
              <a:ext cx="3546389" cy="468000"/>
              <a:chOff x="8208339" y="3143562"/>
              <a:chExt cx="3546389" cy="468000"/>
            </a:xfrm>
          </p:grpSpPr>
          <p:sp>
            <p:nvSpPr>
              <p:cNvPr id="292" name="四角形: 角を丸くする 291">
                <a:extLst>
                  <a:ext uri="{FF2B5EF4-FFF2-40B4-BE49-F238E27FC236}">
                    <ns2:creationId id="{9DF9A7A3-EC0A-8E59-0A33-68B312CB5D36}"/>
                  </a:ext>
                </a:extLst>
              </p:cNvPr>
              <p:cNvSpPr/>
              <p:nvPr/>
            </p:nvSpPr>
            <p:spPr>
              <a:xfrm>
                <a:off x="8208339" y="3143562"/>
                <a:ext cx="3546389" cy="468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95" name="正方形/長方形 294">
                <a:extLst>
                  <a:ext uri="{FF2B5EF4-FFF2-40B4-BE49-F238E27FC236}">
                    <ns2:creationId id="{1080B5B2-7EE2-FACD-E7E5-3A2B55A97168}"/>
                  </a:ext>
                </a:extLst>
              </p:cNvPr>
              <p:cNvSpPr/>
              <p:nvPr/>
            </p:nvSpPr>
            <p:spPr>
              <a:xfrm>
                <a:off x="9104221" y="3205221"/>
                <a:ext cx="2625542" cy="34468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4AF6B83E-CC77-84E9-03A8-0A8EFC488824}"/>
                  </a:ext>
                </a:extLst>
              </p:cNvPr>
              <p:cNvSpPr/>
              <p:nvPr/>
            </p:nvSpPr>
            <p:spPr>
              <a:xfrm>
                <a:off x="8244587" y="3204762"/>
                <a:ext cx="792000" cy="345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918489901"/>
      </p:ext>
    </p:extLst>
  </p:cSld>
  <p:clrMapOvr>
    <a:masterClrMapping/>
  </p:clrMapOvr>
</p:sld>
</file>

<file path=ppt/slides/slide27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B25FB18-6F9D-CBE7-3011-378A07C20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835D278-BE35-3474-FA6A-98B9A9E9A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) 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05214C53-2C02-62E7-DA12-71FF2B3AC1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8418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Excel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1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en-US" altLang="ja-JP" sz="1500" dirty="0">
                <a:latin typeface="+mn-ea"/>
                <a:ea typeface="+mn-ea"/>
              </a:rPr>
              <a:t>28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4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(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)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(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)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D91827F1-3F95-C8EA-A45B-7DADC37BC921}"/>
              </a:ext>
            </a:extLst>
          </p:cNvPr>
          <p:cNvGrpSpPr/>
          <p:nvPr/>
        </p:nvGrpSpPr>
        <p:grpSpPr>
          <a:xfrm>
            <a:off x="334963" y="1628775"/>
            <a:ext cx="11522075" cy="4676951"/>
            <a:chOff x="334963" y="1628775"/>
            <a:chExt cx="11522075" cy="4676951"/>
          </a:xfrm>
        </p:grpSpPr>
        <p:cxnSp>
          <p:nvCxnSpPr>
            <p:cNvPr id="140" name="直線コネクタ 139">
              <a:extLst>
                <a:ext uri="{FF2B5EF4-FFF2-40B4-BE49-F238E27FC236}">
                  <ns2:creationId id="{0743D718-3786-566F-6485-796F23F97019}"/>
                </a:ext>
              </a:extLst>
            </p:cNvPr>
            <p:cNvCxnSpPr/>
            <p:nvPr/>
          </p:nvCxnSpPr>
          <p:spPr>
            <a:xfrm>
              <a:off x="1586756" y="5382209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グループ化 22">
              <a:extLst>
                <a:ext uri="{FF2B5EF4-FFF2-40B4-BE49-F238E27FC236}">
                  <ns2:creationId id="{8431647B-D3F0-08C9-E660-B46AD7A4933A}"/>
                </a:ext>
              </a:extLst>
            </p:cNvPr>
            <p:cNvGrpSpPr/>
            <p:nvPr/>
          </p:nvGrpSpPr>
          <p:grpSpPr>
            <a:xfrm>
              <a:off x="334963" y="5441726"/>
              <a:ext cx="11522075" cy="864000"/>
              <a:chOff x="334963" y="5441726"/>
              <a:chExt cx="11522075" cy="864000"/>
            </a:xfrm>
          </p:grpSpPr>
          <p:sp>
            <p:nvSpPr>
              <p:cNvPr id="11" name="正方形/長方形 10">
                <a:extLst>
                  <a:ext uri="{FF2B5EF4-FFF2-40B4-BE49-F238E27FC236}">
                    <ns2:creationId id="{7047F6AB-FEF1-7250-DD43-F70AA54BE5E0}"/>
                  </a:ext>
                </a:extLst>
              </p:cNvPr>
              <p:cNvSpPr/>
              <p:nvPr/>
            </p:nvSpPr>
            <p:spPr>
              <a:xfrm>
                <a:off x="334963" y="5441726"/>
                <a:ext cx="1117319" cy="86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正方形/長方形 141">
                <a:extLst>
                  <a:ext uri="{FF2B5EF4-FFF2-40B4-BE49-F238E27FC236}">
                    <ns2:creationId id="{4407BF3A-56F1-A3A3-8EE4-718E0562F54D}"/>
                  </a:ext>
                </a:extLst>
              </p:cNvPr>
              <p:cNvSpPr/>
              <p:nvPr/>
            </p:nvSpPr>
            <p:spPr>
              <a:xfrm>
                <a:off x="1586756" y="5441726"/>
                <a:ext cx="3357273" cy="86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  <a:buClr>
                    <a:srgbClr val="008D2E"/>
                  </a:buClr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95B153A0-E235-9B16-A83B-402F809592B3}"/>
                  </a:ext>
                </a:extLst>
              </p:cNvPr>
              <p:cNvSpPr/>
              <p:nvPr/>
            </p:nvSpPr>
            <p:spPr>
              <a:xfrm>
                <a:off x="5043261" y="5441726"/>
                <a:ext cx="3357273" cy="86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  <a:buClr>
                    <a:srgbClr val="008D2E"/>
                  </a:buClr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4" name="正方形/長方形 143">
                <a:extLst>
                  <a:ext uri="{FF2B5EF4-FFF2-40B4-BE49-F238E27FC236}">
                    <ns2:creationId id="{A2468D33-66CF-C348-65C8-056868C6B1E9}"/>
                  </a:ext>
                </a:extLst>
              </p:cNvPr>
              <p:cNvSpPr/>
              <p:nvPr/>
            </p:nvSpPr>
            <p:spPr>
              <a:xfrm>
                <a:off x="8499765" y="5441726"/>
                <a:ext cx="3357273" cy="864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500"/>
                  </a:spcAft>
                </a:pP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cxnSp>
            <p:nvCxnSpPr>
              <p:cNvPr id="148" name="直線コネクタ 147">
                <a:extLst>
                  <a:ext uri="{FF2B5EF4-FFF2-40B4-BE49-F238E27FC236}">
                    <ns2:creationId id="{C189CFE9-AA41-D075-0FE3-FF67DCB45D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5441726"/>
                <a:ext cx="0" cy="86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線コネクタ 50">
              <a:extLst>
                <a:ext uri="{FF2B5EF4-FFF2-40B4-BE49-F238E27FC236}">
                  <ns2:creationId id="{9FE360D6-B462-0FDC-EF40-15697AE210D2}"/>
                </a:ext>
              </a:extLst>
            </p:cNvPr>
            <p:cNvCxnSpPr/>
            <p:nvPr/>
          </p:nvCxnSpPr>
          <p:spPr>
            <a:xfrm>
              <a:off x="1586756" y="2768292"/>
              <a:ext cx="1027028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グループ化 20">
              <a:extLst>
                <a:ext uri="{FF2B5EF4-FFF2-40B4-BE49-F238E27FC236}">
                  <ns2:creationId id="{9A0EAAB8-BC23-91E9-87A5-131F79BCDBD5}"/>
                </a:ext>
              </a:extLst>
            </p:cNvPr>
            <p:cNvGrpSpPr/>
            <p:nvPr/>
          </p:nvGrpSpPr>
          <p:grpSpPr>
            <a:xfrm>
              <a:off x="334963" y="1628775"/>
              <a:ext cx="11522075" cy="1080000"/>
              <a:chOff x="334963" y="1628775"/>
              <a:chExt cx="11522075" cy="1080000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DB24779F-A6E2-EA0B-8943-A6DEBED606E5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117319" cy="108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</p:txBody>
          </p:sp>
          <p:cxnSp>
            <p:nvCxnSpPr>
              <p:cNvPr id="31" name="直線コネクタ 30">
                <a:extLst>
                  <a:ext uri="{FF2B5EF4-FFF2-40B4-BE49-F238E27FC236}">
                    <ns2:creationId id="{0E28C19A-06B1-5E6B-D374-49350AC128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1628775"/>
                <a:ext cx="0" cy="1080000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正方形/長方形 33">
                <a:extLst>
                  <a:ext uri="{FF2B5EF4-FFF2-40B4-BE49-F238E27FC236}">
                    <ns2:creationId id="{F346669B-54C7-587A-7640-3E1DA5004D38}"/>
                  </a:ext>
                </a:extLst>
              </p:cNvPr>
              <p:cNvSpPr/>
              <p:nvPr/>
            </p:nvSpPr>
            <p:spPr>
              <a:xfrm>
                <a:off x="1586756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84150" indent="-128588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84150" indent="-128588">
                  <a:spcBef>
                    <a:spcPts val="3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6" name="グラフィックス 5" descr="モップとバケツ 単色塗りつぶし">
                <a:extLst>
                  <a:ext uri="{FF2B5EF4-FFF2-40B4-BE49-F238E27FC236}">
                    <ns2:creationId id="{D98A4DE2-C35C-20C3-0C26-FDDC5096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4535615" y="230075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5" name="正方形/長方形 34">
                <a:extLst>
                  <a:ext uri="{FF2B5EF4-FFF2-40B4-BE49-F238E27FC236}">
                    <ns2:creationId id="{F2A9F7B8-3435-A698-475E-EC35AE2386AB}"/>
                  </a:ext>
                </a:extLst>
              </p:cNvPr>
              <p:cNvSpPr/>
              <p:nvPr/>
            </p:nvSpPr>
            <p:spPr>
              <a:xfrm>
                <a:off x="5043261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71450" indent="-115888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6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2" name="グラフィックス 11" descr="目のスキャン 単色塗りつぶし">
                <a:extLst>
                  <a:ext uri="{FF2B5EF4-FFF2-40B4-BE49-F238E27FC236}">
                    <ns2:creationId id="{78982E08-A881-6F9B-68A9-53F45C7E9D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8004533" y="230075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ns2:creationId id="{D8BB6065-04B1-31CB-88AE-4790200D4E6C}"/>
                  </a:ext>
                </a:extLst>
              </p:cNvPr>
              <p:cNvSpPr/>
              <p:nvPr/>
            </p:nvSpPr>
            <p:spPr>
              <a:xfrm>
                <a:off x="8499765" y="1628775"/>
                <a:ext cx="3357273" cy="1080000"/>
              </a:xfrm>
              <a:prstGeom prst="rect">
                <a:avLst/>
              </a:prstGeom>
              <a:solidFill>
                <a:schemeClr val="bg1">
                  <a:lumMod val="9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</a:pP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400" dirty="0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C00000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rgbClr val="C00000"/>
                  </a:solidFill>
                  <a:latin typeface="+mn-ea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15888">
                  <a:spcBef>
                    <a:spcPts val="300"/>
                  </a:spcBef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2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14" name="グラフィックス 13" descr="No の記号 単色塗りつぶし">
                <a:extLst>
                  <a:ext uri="{FF2B5EF4-FFF2-40B4-BE49-F238E27FC236}">
                    <ns2:creationId id="{01A1C345-7A94-713D-FA53-F02CC760B2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461037" y="2300750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5BF23255-6CF3-E974-82B4-0CE1B4EA5425}"/>
                </a:ext>
              </a:extLst>
            </p:cNvPr>
            <p:cNvGrpSpPr/>
            <p:nvPr/>
          </p:nvGrpSpPr>
          <p:grpSpPr>
            <a:xfrm>
              <a:off x="334963" y="2827809"/>
              <a:ext cx="11522075" cy="2494884"/>
              <a:chOff x="334963" y="2770451"/>
              <a:chExt cx="11522075" cy="2494884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F2E6F1CF-0727-7DB1-BBDF-4752F6D6F839}"/>
                  </a:ext>
                </a:extLst>
              </p:cNvPr>
              <p:cNvSpPr/>
              <p:nvPr/>
            </p:nvSpPr>
            <p:spPr>
              <a:xfrm>
                <a:off x="1586756" y="2780980"/>
                <a:ext cx="10270281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」</a:t>
                </a:r>
                <a:endParaRPr kumimoji="1" lang="ja-JP" altLang="en-US" sz="14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97002AC2-BA1C-E895-54D3-FE19270D289B}"/>
                  </a:ext>
                </a:extLst>
              </p:cNvPr>
              <p:cNvSpPr/>
              <p:nvPr/>
            </p:nvSpPr>
            <p:spPr>
              <a:xfrm>
                <a:off x="334963" y="2770451"/>
                <a:ext cx="1117319" cy="248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3" name="山形 66">
                <a:extLst>
                  <a:ext uri="{FF2B5EF4-FFF2-40B4-BE49-F238E27FC236}">
                    <ns2:creationId id="{43909800-4F6B-D3EB-8BA5-5CA123257D38}"/>
                  </a:ext>
                </a:extLst>
              </p:cNvPr>
              <p:cNvSpPr/>
              <p:nvPr/>
            </p:nvSpPr>
            <p:spPr>
              <a:xfrm>
                <a:off x="1586758" y="3088395"/>
                <a:ext cx="3417739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82" name="山形 66">
                <a:extLst>
                  <a:ext uri="{FF2B5EF4-FFF2-40B4-BE49-F238E27FC236}">
                    <ns2:creationId id="{035DFA37-4CD3-EAFF-E8F5-BAEB70FE15E7}"/>
                  </a:ext>
                </a:extLst>
              </p:cNvPr>
              <p:cNvSpPr/>
              <p:nvPr/>
            </p:nvSpPr>
            <p:spPr>
              <a:xfrm>
                <a:off x="5013026" y="3088395"/>
                <a:ext cx="3417739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  <a:p>
                <a:pPr algn="ctr"/>
                <a:r>
                  <a:rPr lang="en-US" altLang="ja-JP" sz="11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84" name="山形 66">
                <a:extLst>
                  <a:ext uri="{FF2B5EF4-FFF2-40B4-BE49-F238E27FC236}">
                    <ns2:creationId id="{F78072FD-D53F-CDF3-0E8D-7C07ADE21708}"/>
                  </a:ext>
                </a:extLst>
              </p:cNvPr>
              <p:cNvSpPr/>
              <p:nvPr/>
            </p:nvSpPr>
            <p:spPr>
              <a:xfrm>
                <a:off x="8439296" y="3088395"/>
                <a:ext cx="3417741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  <a:p>
                <a:pPr algn="ctr"/>
                <a:r>
                  <a:rPr lang="en-US" altLang="ja-JP" sz="11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075E77B9-DF3D-BDFE-E8FD-56AE47E5A534}"/>
                  </a:ext>
                </a:extLst>
              </p:cNvPr>
              <p:cNvSpPr/>
              <p:nvPr/>
            </p:nvSpPr>
            <p:spPr>
              <a:xfrm>
                <a:off x="1586756" y="3427968"/>
                <a:ext cx="3307166" cy="90399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100" b="1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1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b="1" dirty="0">
                  <a:solidFill>
                    <a:srgbClr val="008D2E"/>
                  </a:solidFill>
                  <a:latin typeface="+mn-ea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F1B3D0C3-F759-B99D-7D32-6BCDE97A5D31}"/>
                  </a:ext>
                </a:extLst>
              </p:cNvPr>
              <p:cNvSpPr/>
              <p:nvPr/>
            </p:nvSpPr>
            <p:spPr>
              <a:xfrm>
                <a:off x="5004497" y="3427968"/>
                <a:ext cx="3307164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」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907B6FBF-FD45-D517-AE27-B665FC1AB89F}"/>
                  </a:ext>
                </a:extLst>
              </p:cNvPr>
              <p:cNvSpPr/>
              <p:nvPr/>
            </p:nvSpPr>
            <p:spPr>
              <a:xfrm>
                <a:off x="8422239" y="3427968"/>
                <a:ext cx="3307166" cy="90399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b="1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100" b="1" dirty="0">
                  <a:solidFill>
                    <a:srgbClr val="008D2E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cxnSp>
            <p:nvCxnSpPr>
              <p:cNvPr id="136" name="直線矢印コネクタ 135">
                <a:extLst>
                  <a:ext uri="{FF2B5EF4-FFF2-40B4-BE49-F238E27FC236}">
                    <ns2:creationId id="{2951BD2F-7A20-7BD1-9AF7-1D3997B3C6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6756" y="5013335"/>
                <a:ext cx="1027028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正方形/長方形 136">
                <a:extLst>
                  <a:ext uri="{FF2B5EF4-FFF2-40B4-BE49-F238E27FC236}">
                    <ns2:creationId id="{4FEBC1E7-FFEC-DD75-88ED-45394A27995C}"/>
                  </a:ext>
                </a:extLst>
              </p:cNvPr>
              <p:cNvSpPr/>
              <p:nvPr/>
            </p:nvSpPr>
            <p:spPr>
              <a:xfrm>
                <a:off x="1842381" y="4761335"/>
                <a:ext cx="2952000" cy="504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7313" indent="-873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rgbClr val="222222"/>
                  </a:solidFill>
                  <a:latin typeface="+mn-ea"/>
                  <a:cs typeface="Meiryo UI" pitchFamily="34" charset="-120"/>
                </a:endParaRPr>
              </a:p>
              <a:p>
                <a:pPr marL="87313" indent="-87313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sp>
            <p:nvSpPr>
              <p:cNvPr id="138" name="正方形/長方形 137">
                <a:extLst>
                  <a:ext uri="{FF2B5EF4-FFF2-40B4-BE49-F238E27FC236}">
                    <ns2:creationId id="{20271064-1917-71C7-58BC-5C878DDFC857}"/>
                  </a:ext>
                </a:extLst>
              </p:cNvPr>
              <p:cNvSpPr/>
              <p:nvPr/>
            </p:nvSpPr>
            <p:spPr>
              <a:xfrm>
                <a:off x="5260121" y="4761335"/>
                <a:ext cx="2952000" cy="504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055E77A3-36D3-95E9-CDB8-508E759F4857}"/>
                  </a:ext>
                </a:extLst>
              </p:cNvPr>
              <p:cNvSpPr/>
              <p:nvPr/>
            </p:nvSpPr>
            <p:spPr>
              <a:xfrm>
                <a:off x="8677864" y="4761335"/>
                <a:ext cx="2952000" cy="504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+mn-ea"/>
                </a:endParaRPr>
              </a:p>
            </p:txBody>
          </p:sp>
          <p:cxnSp>
            <p:nvCxnSpPr>
              <p:cNvPr id="145" name="直線コネクタ 144">
                <a:extLst>
                  <a:ext uri="{FF2B5EF4-FFF2-40B4-BE49-F238E27FC236}">
                    <ns2:creationId id="{304FA506-BCEF-D95D-491F-09852B4619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6072" y="2770451"/>
                <a:ext cx="0" cy="2484000"/>
              </a:xfrm>
              <a:prstGeom prst="line">
                <a:avLst/>
              </a:prstGeom>
              <a:ln w="38100">
                <a:solidFill>
                  <a:srgbClr val="008D2E">
                    <a:alpha val="7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" name="正方形/長方形 3">
                <a:extLst>
                  <a:ext uri="{FF2B5EF4-FFF2-40B4-BE49-F238E27FC236}">
                    <ns2:creationId id="{000E841D-846A-042A-DDCF-74DB93288600}"/>
                  </a:ext>
                </a:extLst>
              </p:cNvPr>
              <p:cNvSpPr/>
              <p:nvPr/>
            </p:nvSpPr>
            <p:spPr>
              <a:xfrm>
                <a:off x="1586756" y="4400405"/>
                <a:ext cx="540217" cy="3492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FR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89FD7D56-67F6-3169-C8E2-B71ADF09DD41}"/>
                  </a:ext>
                </a:extLst>
              </p:cNvPr>
              <p:cNvSpPr/>
              <p:nvPr/>
            </p:nvSpPr>
            <p:spPr>
              <a:xfrm>
                <a:off x="2126973" y="4401034"/>
                <a:ext cx="9728683" cy="347942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: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3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3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1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3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3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fr-FR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876650554"/>
      </p:ext>
    </p:extLst>
  </p:cSld>
  <p:clrMapOvr>
    <a:masterClrMapping/>
  </p:clrMapOvr>
</p:sld>
</file>

<file path=ppt/slides/slide27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86F0E96-429A-5252-39F4-7290020A2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6E8BDAE-EB05-7E00-5270-689F0CA17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br>
              <a:rPr lang="en-US" altLang="ja-JP" sz="2300" dirty="0">
                <a:latin typeface="+mn-ea"/>
                <a:ea typeface="+mn-ea"/>
              </a:rPr>
            </a:br>
            <a:r>
              <a:rPr lang="ja-JP" altLang="en-US" sz="2300" dirty="0">
                <a:latin typeface="+mn-ea"/>
                <a:ea typeface="+mn-ea"/>
              </a:rPr>
              <a:t>XX</a:t>
            </a:r>
            <a:r>
              <a:rPr lang="en-US" altLang="ja-JP" sz="2300" dirty="0">
                <a:latin typeface="+mn-ea"/>
                <a:ea typeface="+mn-ea"/>
              </a:rPr>
              <a:t>XX</a:t>
            </a:r>
            <a:r>
              <a:rPr lang="ja-JP" altLang="en-US" sz="2300" dirty="0">
                <a:latin typeface="+mn-ea"/>
                <a:ea typeface="+mn-ea"/>
              </a:rPr>
              <a:t>XX</a:t>
            </a:r>
            <a:endParaRPr kumimoji="1" lang="ja-JP" altLang="en-US" sz="2300" dirty="0">
              <a:latin typeface="+mn-ea"/>
              <a:ea typeface="+mn-ea"/>
            </a:endParaRPr>
          </a:p>
        </p:txBody>
      </p:sp>
      <p:sp>
        <p:nvSpPr>
          <p:cNvPr id="8" name="テキスト プレースホルダー 7">
            <a:extLst>
              <a:ext uri="{FF2B5EF4-FFF2-40B4-BE49-F238E27FC236}">
                <ns2:creationId id="{FF0B1F06-9E34-0BDD-DFFE-40F330AAD6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0545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4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ISO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r>
              <a:rPr lang="en-US" altLang="ja-JP" sz="1500" dirty="0">
                <a:latin typeface="+mn-ea"/>
                <a:ea typeface="+mn-ea"/>
              </a:rPr>
              <a:t>XX</a:t>
            </a:r>
            <a:r>
              <a:rPr lang="ja-JP" altLang="en-US" sz="1500" dirty="0">
                <a:latin typeface="+mn-ea"/>
                <a:ea typeface="+mn-ea"/>
              </a:rPr>
              <a:t>XX</a:t>
            </a:r>
            <a:br>
              <a:rPr lang="en-US" altLang="ja-JP" sz="1500" dirty="0">
                <a:latin typeface="+mn-ea"/>
                <a:ea typeface="+mn-ea"/>
              </a:rPr>
            </a:br>
            <a:r>
              <a:rPr lang="ja-JP" altLang="en-US" sz="1500" dirty="0">
                <a:latin typeface="+mn-ea"/>
                <a:ea typeface="+mn-ea"/>
              </a:rPr>
              <a:t>XX</a:t>
            </a:r>
            <a:endParaRPr lang="en-US" altLang="ja-JP" sz="1500" dirty="0">
              <a:latin typeface="+mn-ea"/>
              <a:ea typeface="+mn-ea"/>
            </a:endParaRPr>
          </a:p>
          <a:p>
            <a:pPr>
              <a:spcBef>
                <a:spcPts val="0"/>
              </a:spcBef>
            </a:pPr>
            <a:r>
              <a:rPr lang="ja-JP" altLang="en-US" sz="15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23" name="グループ化 22">
            <a:extLst>
              <a:ext uri="{FF2B5EF4-FFF2-40B4-BE49-F238E27FC236}">
                <ns2:creationId id="{C061EE74-16C2-8EC6-CEE5-FC1C6E23B08C}"/>
              </a:ext>
            </a:extLst>
          </p:cNvPr>
          <p:cNvGrpSpPr/>
          <p:nvPr/>
        </p:nvGrpSpPr>
        <p:grpSpPr>
          <a:xfrm>
            <a:off x="334543" y="1865859"/>
            <a:ext cx="11522493" cy="4434106"/>
            <a:chOff x="334543" y="1865859"/>
            <a:chExt cx="11522493" cy="4434106"/>
          </a:xfrm>
        </p:grpSpPr>
        <p:sp>
          <p:nvSpPr>
            <p:cNvPr id="118" name="正方形/長方形 117">
              <a:extLst>
                <a:ext uri="{FF2B5EF4-FFF2-40B4-BE49-F238E27FC236}">
                  <ns2:creationId id="{24A7EE22-4830-FE40-A109-A5847465A08C}"/>
                </a:ext>
              </a:extLst>
            </p:cNvPr>
            <p:cNvSpPr/>
            <p:nvPr/>
          </p:nvSpPr>
          <p:spPr>
            <a:xfrm>
              <a:off x="896757" y="5914625"/>
              <a:ext cx="10960279" cy="3853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25181E6E-17C0-E8D4-5839-C86E8A7B34C1}"/>
                </a:ext>
              </a:extLst>
            </p:cNvPr>
            <p:cNvSpPr/>
            <p:nvPr/>
          </p:nvSpPr>
          <p:spPr>
            <a:xfrm>
              <a:off x="334963" y="5914627"/>
              <a:ext cx="561795" cy="38533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7C03F7C1-67D8-BBBD-B0C7-F4FABB1B15B3}"/>
                </a:ext>
              </a:extLst>
            </p:cNvPr>
            <p:cNvSpPr/>
            <p:nvPr/>
          </p:nvSpPr>
          <p:spPr>
            <a:xfrm>
              <a:off x="896758" y="5914626"/>
              <a:ext cx="950577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9AE687C4-494B-4EB4-F755-4D14D5947661}"/>
                </a:ext>
              </a:extLst>
            </p:cNvPr>
            <p:cNvSpPr/>
            <p:nvPr/>
          </p:nvSpPr>
          <p:spPr>
            <a:xfrm>
              <a:off x="1799210" y="5914626"/>
              <a:ext cx="2404841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/ 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53CC7EAA-138C-EDD5-B9FD-42B2C248AF39}"/>
                </a:ext>
              </a:extLst>
            </p:cNvPr>
            <p:cNvSpPr/>
            <p:nvPr/>
          </p:nvSpPr>
          <p:spPr>
            <a:xfrm>
              <a:off x="4432638" y="5914626"/>
              <a:ext cx="605975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 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(</a:t>
              </a:r>
              <a:r>
                <a:rPr lang="en-US" altLang="ja-JP" sz="900" b="1" dirty="0" err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)</a:t>
              </a:r>
              <a:endParaRPr kumimoji="1" lang="ja-JP" altLang="en-US" sz="10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8F902957-AD01-5CC7-D408-5DCFD5CBADF9}"/>
                </a:ext>
              </a:extLst>
            </p:cNvPr>
            <p:cNvSpPr/>
            <p:nvPr/>
          </p:nvSpPr>
          <p:spPr>
            <a:xfrm>
              <a:off x="5038613" y="5914626"/>
              <a:ext cx="1860699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2E53B22E-AC7E-4878-FBAD-8E492B0F7BA0}"/>
                </a:ext>
              </a:extLst>
            </p:cNvPr>
            <p:cNvSpPr/>
            <p:nvPr/>
          </p:nvSpPr>
          <p:spPr>
            <a:xfrm>
              <a:off x="6954733" y="5914626"/>
              <a:ext cx="605975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504D0E7D-FC07-EA9E-1D86-096FF6EFA80B}"/>
                </a:ext>
              </a:extLst>
            </p:cNvPr>
            <p:cNvSpPr/>
            <p:nvPr/>
          </p:nvSpPr>
          <p:spPr>
            <a:xfrm>
              <a:off x="7512582" y="5914626"/>
              <a:ext cx="2080661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(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)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7AA6DDBA-C2BF-2957-63C9-49BD0DCF8DB3}"/>
                </a:ext>
              </a:extLst>
            </p:cNvPr>
            <p:cNvSpPr/>
            <p:nvPr/>
          </p:nvSpPr>
          <p:spPr>
            <a:xfrm>
              <a:off x="9283089" y="5914626"/>
              <a:ext cx="605975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kumimoji="1" lang="ja-JP" altLang="en-US" sz="1000" b="1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8AF44591-256F-BBE6-A138-2C717D036701}"/>
                </a:ext>
              </a:extLst>
            </p:cNvPr>
            <p:cNvSpPr/>
            <p:nvPr/>
          </p:nvSpPr>
          <p:spPr>
            <a:xfrm>
              <a:off x="9840938" y="5914626"/>
              <a:ext cx="1967973" cy="385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37C81D3F-3D30-84D5-A396-A2A01DF167A1}"/>
                </a:ext>
              </a:extLst>
            </p:cNvPr>
            <p:cNvSpPr/>
            <p:nvPr/>
          </p:nvSpPr>
          <p:spPr>
            <a:xfrm>
              <a:off x="8106032" y="1866537"/>
              <a:ext cx="3751004" cy="3384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30D6F3CE-15E8-2A67-A89E-F6ACF5E00FFD}"/>
                </a:ext>
              </a:extLst>
            </p:cNvPr>
            <p:cNvSpPr/>
            <p:nvPr/>
          </p:nvSpPr>
          <p:spPr>
            <a:xfrm>
              <a:off x="8106032" y="2197059"/>
              <a:ext cx="3751004" cy="161584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pic>
          <p:nvPicPr>
            <p:cNvPr id="117" name="グラフィックス 116" descr="ターゲット 単色塗りつぶし">
              <a:extLst>
                <a:ext uri="{FF2B5EF4-FFF2-40B4-BE49-F238E27FC236}">
                  <ns2:creationId id="{5CC9C8F6-EB37-BD55-559B-421EA080CB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088210" y="1873737"/>
              <a:ext cx="324000" cy="324000"/>
            </a:xfrm>
            <a:prstGeom prst="rect">
              <a:avLst/>
            </a:prstGeom>
          </p:spPr>
        </p:pic>
        <p:grpSp>
          <p:nvGrpSpPr>
            <p:cNvPr id="18" name="グループ化 17">
              <a:extLst>
                <a:ext uri="{FF2B5EF4-FFF2-40B4-BE49-F238E27FC236}">
                  <ns2:creationId id="{1C930E7C-CA67-2153-D387-90364FD8BC05}"/>
                </a:ext>
              </a:extLst>
            </p:cNvPr>
            <p:cNvGrpSpPr/>
            <p:nvPr/>
          </p:nvGrpSpPr>
          <p:grpSpPr>
            <a:xfrm>
              <a:off x="8208339" y="3310555"/>
              <a:ext cx="3546389" cy="450000"/>
              <a:chOff x="8208339" y="3310555"/>
              <a:chExt cx="3546389" cy="450000"/>
            </a:xfrm>
          </p:grpSpPr>
          <p:sp>
            <p:nvSpPr>
              <p:cNvPr id="113" name="四角形: 角を丸くする 112">
                <a:extLst>
                  <a:ext uri="{FF2B5EF4-FFF2-40B4-BE49-F238E27FC236}">
                    <ns2:creationId id="{EEFAE176-1952-5502-4A36-A466EDBE72CE}"/>
                  </a:ext>
                </a:extLst>
              </p:cNvPr>
              <p:cNvSpPr/>
              <p:nvPr/>
            </p:nvSpPr>
            <p:spPr>
              <a:xfrm>
                <a:off x="8208339" y="3310555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EF3AE399-F866-78AF-D483-2D6467DC70AB}"/>
                  </a:ext>
                </a:extLst>
              </p:cNvPr>
              <p:cNvSpPr/>
              <p:nvPr/>
            </p:nvSpPr>
            <p:spPr>
              <a:xfrm>
                <a:off x="9057503" y="3372332"/>
                <a:ext cx="2624134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grpSp>
            <p:nvGrpSpPr>
              <p:cNvPr id="16" name="グループ化 15">
                <a:extLst>
                  <a:ext uri="{FF2B5EF4-FFF2-40B4-BE49-F238E27FC236}">
                    <ns2:creationId id="{065889F5-1531-A622-AE5C-02CACBEDCD8B}"/>
                  </a:ext>
                </a:extLst>
              </p:cNvPr>
              <p:cNvGrpSpPr/>
              <p:nvPr/>
            </p:nvGrpSpPr>
            <p:grpSpPr>
              <a:xfrm>
                <a:off x="8263788" y="3366556"/>
                <a:ext cx="793715" cy="337999"/>
                <a:chOff x="8263788" y="3341902"/>
                <a:chExt cx="793715" cy="337999"/>
              </a:xfrm>
            </p:grpSpPr>
            <p:sp>
              <p:nvSpPr>
                <p:cNvPr id="115" name="正方形/長方形 114">
                  <a:extLst>
                    <a:ext uri="{FF2B5EF4-FFF2-40B4-BE49-F238E27FC236}">
                      <ns2:creationId id="{4C9E3A1A-7C39-645C-213B-31604BDB5BBD}"/>
                    </a:ext>
                  </a:extLst>
                </p:cNvPr>
                <p:cNvSpPr/>
                <p:nvPr/>
              </p:nvSpPr>
              <p:spPr>
                <a:xfrm>
                  <a:off x="8263788" y="3341902"/>
                  <a:ext cx="793715" cy="16356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008D2D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</p:txBody>
            </p:sp>
            <p:sp>
              <p:nvSpPr>
                <p:cNvPr id="162" name="正方形/長方形 161">
                  <a:extLst>
                    <a:ext uri="{FF2B5EF4-FFF2-40B4-BE49-F238E27FC236}">
                      <ns2:creationId id="{9EB7E767-9C42-CA16-E621-CF4D2C60A216}"/>
                    </a:ext>
                  </a:extLst>
                </p:cNvPr>
                <p:cNvSpPr/>
                <p:nvPr/>
              </p:nvSpPr>
              <p:spPr>
                <a:xfrm>
                  <a:off x="8263788" y="3516332"/>
                  <a:ext cx="793715" cy="163569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</p:grpSp>
        <p:sp>
          <p:nvSpPr>
            <p:cNvPr id="90" name="正方形/長方形 89">
              <a:extLst>
                <a:ext uri="{FF2B5EF4-FFF2-40B4-BE49-F238E27FC236}">
                  <ns2:creationId id="{A65D8F41-157C-DA70-5CC1-3D57A185685F}"/>
                </a:ext>
              </a:extLst>
            </p:cNvPr>
            <p:cNvSpPr/>
            <p:nvPr/>
          </p:nvSpPr>
          <p:spPr>
            <a:xfrm>
              <a:off x="8106032" y="3867476"/>
              <a:ext cx="3751004" cy="338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9D0F405E-CE53-9D88-5F5D-51895EDD8845}"/>
                </a:ext>
              </a:extLst>
            </p:cNvPr>
            <p:cNvSpPr/>
            <p:nvPr/>
          </p:nvSpPr>
          <p:spPr>
            <a:xfrm>
              <a:off x="8106032" y="4213076"/>
              <a:ext cx="3751004" cy="1588489"/>
            </a:xfrm>
            <a:prstGeom prst="rect">
              <a:avLst/>
            </a:prstGeom>
            <a:noFill/>
            <a:ln w="9525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69EBCBC9-6452-7FCE-FAA7-3231FED3D052}"/>
                </a:ext>
              </a:extLst>
            </p:cNvPr>
            <p:cNvGrpSpPr/>
            <p:nvPr/>
          </p:nvGrpSpPr>
          <p:grpSpPr>
            <a:xfrm>
              <a:off x="8208339" y="4270062"/>
              <a:ext cx="3546389" cy="450000"/>
              <a:chOff x="8208339" y="4385565"/>
              <a:chExt cx="3546389" cy="450000"/>
            </a:xfrm>
          </p:grpSpPr>
          <p:sp>
            <p:nvSpPr>
              <p:cNvPr id="100" name="四角形: 角を丸くする 99">
                <a:extLst>
                  <a:ext uri="{FF2B5EF4-FFF2-40B4-BE49-F238E27FC236}">
                    <ns2:creationId id="{768731E6-D2C1-1D59-A0D6-F459164BD6D5}"/>
                  </a:ext>
                </a:extLst>
              </p:cNvPr>
              <p:cNvSpPr/>
              <p:nvPr/>
            </p:nvSpPr>
            <p:spPr>
              <a:xfrm>
                <a:off x="8208339" y="4385565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E501097B-922E-F195-CCCE-A7B7CD6BE0D7}"/>
                  </a:ext>
                </a:extLst>
              </p:cNvPr>
              <p:cNvSpPr/>
              <p:nvPr/>
            </p:nvSpPr>
            <p:spPr>
              <a:xfrm>
                <a:off x="8263788" y="4447342"/>
                <a:ext cx="793715" cy="326446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latin typeface="+mn-ea"/>
                </a:endParaRPr>
              </a:p>
            </p:txBody>
          </p:sp>
          <p:sp>
            <p:nvSpPr>
              <p:cNvPr id="102" name="正方形/長方形 101">
                <a:extLst>
                  <a:ext uri="{FF2B5EF4-FFF2-40B4-BE49-F238E27FC236}">
                    <ns2:creationId id="{ED12D9CD-C849-FAE1-F9A3-416AA214FDAE}"/>
                  </a:ext>
                </a:extLst>
              </p:cNvPr>
              <p:cNvSpPr/>
              <p:nvPr/>
            </p:nvSpPr>
            <p:spPr>
              <a:xfrm>
                <a:off x="9104221" y="4447342"/>
                <a:ext cx="2577416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</a:b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grpSp>
          <p:nvGrpSpPr>
            <p:cNvPr id="7" name="グループ化 6">
              <a:extLst>
                <a:ext uri="{FF2B5EF4-FFF2-40B4-BE49-F238E27FC236}">
                  <ns2:creationId id="{E3BC69E9-3F41-C6DE-0FA0-BABED2612FFA}"/>
                </a:ext>
              </a:extLst>
            </p:cNvPr>
            <p:cNvGrpSpPr/>
            <p:nvPr/>
          </p:nvGrpSpPr>
          <p:grpSpPr>
            <a:xfrm>
              <a:off x="8208339" y="4777968"/>
              <a:ext cx="3546389" cy="450000"/>
              <a:chOff x="8208339" y="4835719"/>
              <a:chExt cx="3546389" cy="450000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ns2:creationId id="{96A8189D-6B8D-0596-1CF1-13FC8EA352F2}"/>
                  </a:ext>
                </a:extLst>
              </p:cNvPr>
              <p:cNvSpPr/>
              <p:nvPr/>
            </p:nvSpPr>
            <p:spPr>
              <a:xfrm>
                <a:off x="8208339" y="4835719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2C7FA2DD-2A97-AB30-363B-E519B80F0D70}"/>
                  </a:ext>
                </a:extLst>
              </p:cNvPr>
              <p:cNvSpPr/>
              <p:nvPr/>
            </p:nvSpPr>
            <p:spPr>
              <a:xfrm>
                <a:off x="8263788" y="4897496"/>
                <a:ext cx="793715" cy="326446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63E98D45-C57B-DF07-B7E9-D0985A7CDA81}"/>
                  </a:ext>
                </a:extLst>
              </p:cNvPr>
              <p:cNvSpPr/>
              <p:nvPr/>
            </p:nvSpPr>
            <p:spPr>
              <a:xfrm>
                <a:off x="9104221" y="4897496"/>
                <a:ext cx="2577416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C5012601-55B3-7CA3-9B69-60B0299FB7FD}"/>
                </a:ext>
              </a:extLst>
            </p:cNvPr>
            <p:cNvGrpSpPr/>
            <p:nvPr/>
          </p:nvGrpSpPr>
          <p:grpSpPr>
            <a:xfrm>
              <a:off x="8208339" y="5285874"/>
              <a:ext cx="3546389" cy="450000"/>
              <a:chOff x="8208339" y="5285874"/>
              <a:chExt cx="3546389" cy="450000"/>
            </a:xfrm>
          </p:grpSpPr>
          <p:sp>
            <p:nvSpPr>
              <p:cNvPr id="96" name="四角形: 角を丸くする 95">
                <a:extLst>
                  <a:ext uri="{FF2B5EF4-FFF2-40B4-BE49-F238E27FC236}">
                    <ns2:creationId id="{9034852A-8D1F-527B-CDB6-BED413D4D5BB}"/>
                  </a:ext>
                </a:extLst>
              </p:cNvPr>
              <p:cNvSpPr/>
              <p:nvPr/>
            </p:nvSpPr>
            <p:spPr>
              <a:xfrm>
                <a:off x="8208339" y="5285874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accent2">
                  <a:lumMod val="20000"/>
                  <a:lumOff val="80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17BE52B9-BF01-92B7-2475-63A7AAD876E2}"/>
                  </a:ext>
                </a:extLst>
              </p:cNvPr>
              <p:cNvSpPr/>
              <p:nvPr/>
            </p:nvSpPr>
            <p:spPr>
              <a:xfrm>
                <a:off x="8263788" y="5347651"/>
                <a:ext cx="793715" cy="326446"/>
              </a:xfrm>
              <a:prstGeom prst="rect">
                <a:avLst/>
              </a:prstGeom>
              <a:solidFill>
                <a:schemeClr val="accent2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8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SCM</a:t>
                </a:r>
                <a:endParaRPr lang="en-US" altLang="ja-JP" sz="800">
                  <a:latin typeface="+mn-ea"/>
                </a:endParaRP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459FF985-1689-144D-D787-49836190692E}"/>
                  </a:ext>
                </a:extLst>
              </p:cNvPr>
              <p:cNvSpPr/>
              <p:nvPr/>
            </p:nvSpPr>
            <p:spPr>
              <a:xfrm>
                <a:off x="9104221" y="5347651"/>
                <a:ext cx="2577416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latin typeface="+mn-ea"/>
                </a:endParaRPr>
              </a:p>
            </p:txBody>
          </p:sp>
        </p:grpSp>
        <p:pic>
          <p:nvPicPr>
            <p:cNvPr id="99" name="グラフィックス 98" descr="手のひらと植物 単色塗りつぶし">
              <a:extLst>
                <a:ext uri="{FF2B5EF4-FFF2-40B4-BE49-F238E27FC236}">
                  <ns2:creationId id="{C1E64923-2530-2EDC-E082-4045C6199D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999012" y="3874676"/>
              <a:ext cx="324000" cy="324000"/>
            </a:xfrm>
            <a:prstGeom prst="rect">
              <a:avLst/>
            </a:prstGeom>
          </p:spPr>
        </p:pic>
        <p:grpSp>
          <p:nvGrpSpPr>
            <p:cNvPr id="49" name="グループ化 48">
              <a:extLst>
                <a:ext uri="{FF2B5EF4-FFF2-40B4-BE49-F238E27FC236}">
                  <ns2:creationId id="{D7F215C4-B43C-4AEB-F2AD-B8467B09DF33}"/>
                </a:ext>
              </a:extLst>
            </p:cNvPr>
            <p:cNvGrpSpPr/>
            <p:nvPr/>
          </p:nvGrpSpPr>
          <p:grpSpPr>
            <a:xfrm>
              <a:off x="356118" y="2246028"/>
              <a:ext cx="7676823" cy="2012652"/>
              <a:chOff x="356118" y="1870534"/>
              <a:chExt cx="7676823" cy="1200166"/>
            </a:xfrm>
          </p:grpSpPr>
          <p:sp>
            <p:nvSpPr>
              <p:cNvPr id="137" name="ホームベース 13">
                <a:extLst>
                  <a:ext uri="{FF2B5EF4-FFF2-40B4-BE49-F238E27FC236}">
                    <ns2:creationId id="{ADFDDFAE-BD45-5A7A-2021-C7EA22752052}"/>
                  </a:ext>
                </a:extLst>
              </p:cNvPr>
              <p:cNvSpPr/>
              <p:nvPr/>
            </p:nvSpPr>
            <p:spPr>
              <a:xfrm rot="5400000">
                <a:off x="370461" y="2057116"/>
                <a:ext cx="511078" cy="539763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38" name="山形 14">
                <a:extLst>
                  <a:ext uri="{FF2B5EF4-FFF2-40B4-BE49-F238E27FC236}">
                    <ns2:creationId id="{7956A498-07E1-CC75-5200-9E24C0E6F3F9}"/>
                  </a:ext>
                </a:extLst>
              </p:cNvPr>
              <p:cNvSpPr/>
              <p:nvPr/>
            </p:nvSpPr>
            <p:spPr>
              <a:xfrm rot="5400000">
                <a:off x="370461" y="2538110"/>
                <a:ext cx="511078" cy="539763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US" altLang="ja-JP" sz="10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1" name="山形 66">
                <a:extLst>
                  <a:ext uri="{FF2B5EF4-FFF2-40B4-BE49-F238E27FC236}">
                    <ns2:creationId id="{2D097246-D7A8-12F8-A832-88DB56932147}"/>
                  </a:ext>
                </a:extLst>
              </p:cNvPr>
              <p:cNvSpPr/>
              <p:nvPr/>
            </p:nvSpPr>
            <p:spPr>
              <a:xfrm>
                <a:off x="1151373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① </a:t>
                </a:r>
                <a:r>
                  <a:rPr lang="en-US" altLang="ja-JP" sz="1200" dirty="0" err="1">
                    <a:solidFill>
                      <a:srgbClr val="008D2E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0A91F341-D4BE-A5D3-163A-36EFA62BC823}"/>
                  </a:ext>
                </a:extLst>
              </p:cNvPr>
              <p:cNvSpPr/>
              <p:nvPr/>
            </p:nvSpPr>
            <p:spPr>
              <a:xfrm>
                <a:off x="1151372" y="2071460"/>
                <a:ext cx="1723375" cy="473823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" name="山形 66">
                <a:extLst>
                  <a:ext uri="{FF2B5EF4-FFF2-40B4-BE49-F238E27FC236}">
                    <ns2:creationId id="{135C1C6A-2A7C-F3F5-49ED-FCA711E31074}"/>
                  </a:ext>
                </a:extLst>
              </p:cNvPr>
              <p:cNvSpPr/>
              <p:nvPr/>
            </p:nvSpPr>
            <p:spPr>
              <a:xfrm>
                <a:off x="2867903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② 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>
                  <a:latin typeface="+mn-ea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D240CDC3-7A30-4D97-F937-4AA38BDAC53B}"/>
                  </a:ext>
                </a:extLst>
              </p:cNvPr>
              <p:cNvSpPr/>
              <p:nvPr/>
            </p:nvSpPr>
            <p:spPr>
              <a:xfrm>
                <a:off x="2863603" y="2071459"/>
                <a:ext cx="1667618" cy="47382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山形 66">
                <a:extLst>
                  <a:ext uri="{FF2B5EF4-FFF2-40B4-BE49-F238E27FC236}">
                    <ns2:creationId id="{6FF0F890-84F4-A960-8569-CBD39BD35E42}"/>
                  </a:ext>
                </a:extLst>
              </p:cNvPr>
              <p:cNvSpPr/>
              <p:nvPr/>
            </p:nvSpPr>
            <p:spPr>
              <a:xfrm>
                <a:off x="4588735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③ 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>
                  <a:latin typeface="+mn-ea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E13C892B-563B-3931-366F-0F25270B90E6}"/>
                  </a:ext>
                </a:extLst>
              </p:cNvPr>
              <p:cNvSpPr/>
              <p:nvPr/>
            </p:nvSpPr>
            <p:spPr>
              <a:xfrm>
                <a:off x="4580134" y="2071459"/>
                <a:ext cx="1667619" cy="47382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  <a:tabLst>
                    <a:tab pos="88900" algn="l"/>
                  </a:tabLst>
                </a:pP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171450" indent="-17145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  <a:tabLst>
                    <a:tab pos="88900" algn="l"/>
                  </a:tabLst>
                </a:pP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" name="山形 66">
                <a:extLst>
                  <a:ext uri="{FF2B5EF4-FFF2-40B4-BE49-F238E27FC236}">
                    <ns2:creationId id="{2B50228A-0A8F-48F8-4B74-6A2F166F7236}"/>
                  </a:ext>
                </a:extLst>
              </p:cNvPr>
              <p:cNvSpPr/>
              <p:nvPr/>
            </p:nvSpPr>
            <p:spPr>
              <a:xfrm>
                <a:off x="6309566" y="1870534"/>
                <a:ext cx="1723375" cy="200927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en-US" altLang="ja-JP" sz="1200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④ </a:t>
                </a:r>
                <a:r>
                  <a:rPr lang="en-US" altLang="ja-JP" sz="1200" err="1">
                    <a:solidFill>
                      <a:srgbClr val="FFFFFF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200"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FE2C632C-81D7-F3AF-5159-88CFA4011140}"/>
                  </a:ext>
                </a:extLst>
              </p:cNvPr>
              <p:cNvSpPr/>
              <p:nvPr/>
            </p:nvSpPr>
            <p:spPr>
              <a:xfrm>
                <a:off x="6300965" y="2071459"/>
                <a:ext cx="1667619" cy="47382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「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9BC5EDE-A7D2-22B6-E21B-4E7612C0A821}"/>
                  </a:ext>
                </a:extLst>
              </p:cNvPr>
              <p:cNvSpPr/>
              <p:nvPr/>
            </p:nvSpPr>
            <p:spPr>
              <a:xfrm>
                <a:off x="1151372" y="2545281"/>
                <a:ext cx="1667619" cy="52541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F2321B59-40A0-141F-03E3-8E6B5CAD1005}"/>
                  </a:ext>
                </a:extLst>
              </p:cNvPr>
              <p:cNvSpPr/>
              <p:nvPr/>
            </p:nvSpPr>
            <p:spPr>
              <a:xfrm>
                <a:off x="2863603" y="2545282"/>
                <a:ext cx="1667618" cy="52541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、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36411162-C4E7-36FA-E12D-83DE0F3109E0}"/>
                  </a:ext>
                </a:extLst>
              </p:cNvPr>
              <p:cNvSpPr/>
              <p:nvPr/>
            </p:nvSpPr>
            <p:spPr>
              <a:xfrm>
                <a:off x="4580134" y="2545282"/>
                <a:ext cx="1667619" cy="52541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marL="88900" indent="-8890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63804A07-E955-1151-3B31-B536005E19B0}"/>
                  </a:ext>
                </a:extLst>
              </p:cNvPr>
              <p:cNvSpPr/>
              <p:nvPr/>
            </p:nvSpPr>
            <p:spPr>
              <a:xfrm>
                <a:off x="6300965" y="2545282"/>
                <a:ext cx="1667619" cy="52541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9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56" name="正方形/長方形 55">
              <a:extLst>
                <a:ext uri="{FF2B5EF4-FFF2-40B4-BE49-F238E27FC236}">
                  <ns2:creationId id="{0CAA6F50-8942-1BB5-2837-08B7E5B92B0F}"/>
                </a:ext>
              </a:extLst>
            </p:cNvPr>
            <p:cNvSpPr/>
            <p:nvPr/>
          </p:nvSpPr>
          <p:spPr>
            <a:xfrm>
              <a:off x="334961" y="1865859"/>
              <a:ext cx="7622433" cy="3384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40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62" name="グラフィックス 61" descr="転送 単色塗りつぶし">
              <a:extLst>
                <a:ext uri="{FF2B5EF4-FFF2-40B4-BE49-F238E27FC236}">
                  <ns2:creationId id="{79A087EE-2B79-A6AC-318D-FB449C400C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810426" y="1873059"/>
              <a:ext cx="324000" cy="324000"/>
            </a:xfrm>
            <a:prstGeom prst="rect">
              <a:avLst/>
            </a:prstGeom>
          </p:spPr>
        </p:pic>
        <p:grpSp>
          <p:nvGrpSpPr>
            <p:cNvPr id="4" name="グループ化 3">
              <a:extLst>
                <a:ext uri="{FF2B5EF4-FFF2-40B4-BE49-F238E27FC236}">
                  <ns2:creationId id="{0A330E83-D4D7-7BE1-1254-C77D249C4344}"/>
                </a:ext>
              </a:extLst>
            </p:cNvPr>
            <p:cNvGrpSpPr/>
            <p:nvPr/>
          </p:nvGrpSpPr>
          <p:grpSpPr>
            <a:xfrm>
              <a:off x="334961" y="4307907"/>
              <a:ext cx="7622433" cy="338400"/>
              <a:chOff x="334961" y="4298282"/>
              <a:chExt cx="7622433" cy="338400"/>
            </a:xfrm>
          </p:grpSpPr>
          <p:sp>
            <p:nvSpPr>
              <p:cNvPr id="152" name="正方形/長方形 151">
                <a:extLst>
                  <a:ext uri="{FF2B5EF4-FFF2-40B4-BE49-F238E27FC236}">
                    <ns2:creationId id="{B2638118-400C-FE7D-8B42-0C2452B8C6F4}"/>
                  </a:ext>
                </a:extLst>
              </p:cNvPr>
              <p:cNvSpPr/>
              <p:nvPr/>
            </p:nvSpPr>
            <p:spPr>
              <a:xfrm>
                <a:off x="334961" y="4298282"/>
                <a:ext cx="7622433" cy="338400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140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) </a:t>
                </a:r>
                <a:endParaRPr lang="en-US" altLang="ja-JP" sz="14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68" name="グラフィックス 67" descr="フリップ式カレンダー 単色塗りつぶし">
                <a:extLst>
                  <a:ext uri="{FF2B5EF4-FFF2-40B4-BE49-F238E27FC236}">
                    <ns2:creationId id="{ED136E84-5A76-1932-9066-8BE491B4FA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562549" y="4305482"/>
                <a:ext cx="324000" cy="324000"/>
              </a:xfrm>
              <a:prstGeom prst="rect">
                <a:avLst/>
              </a:prstGeom>
            </p:spPr>
          </p:pic>
        </p:grpSp>
        <p:sp>
          <p:nvSpPr>
            <p:cNvPr id="74" name="Text 95">
              <a:extLst>
                <a:ext uri="{FF2B5EF4-FFF2-40B4-BE49-F238E27FC236}">
                  <ns2:creationId id="{CA3483FA-123A-2B37-9EBF-E4973227332C}"/>
                </a:ext>
              </a:extLst>
            </p:cNvPr>
            <p:cNvSpPr txBox="1"/>
            <p:nvPr/>
          </p:nvSpPr>
          <p:spPr>
            <a:xfrm>
              <a:off x="334543" y="5672890"/>
              <a:ext cx="65836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72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72670552-3E4F-5606-7D88-F5364EFA988D}"/>
                </a:ext>
              </a:extLst>
            </p:cNvPr>
            <p:cNvSpPr/>
            <p:nvPr/>
          </p:nvSpPr>
          <p:spPr>
            <a:xfrm>
              <a:off x="334961" y="5094417"/>
              <a:ext cx="1167771" cy="26330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err="1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93A64124-A20E-7798-3270-5505324680F1}"/>
                </a:ext>
              </a:extLst>
            </p:cNvPr>
            <p:cNvSpPr/>
            <p:nvPr/>
          </p:nvSpPr>
          <p:spPr>
            <a:xfrm>
              <a:off x="334961" y="5402085"/>
              <a:ext cx="1167771" cy="2633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err="1">
                  <a:solidFill>
                    <a:schemeClr val="bg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CFABEA8E-9E17-77EF-00ED-BD1ED6C88E51}"/>
                </a:ext>
              </a:extLst>
            </p:cNvPr>
            <p:cNvSpPr/>
            <p:nvPr/>
          </p:nvSpPr>
          <p:spPr>
            <a:xfrm>
              <a:off x="2153276" y="5094417"/>
              <a:ext cx="722725" cy="257923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413FC9C2-94BC-64F8-97FB-B5CCC76F7D16}"/>
                </a:ext>
              </a:extLst>
            </p:cNvPr>
            <p:cNvSpPr/>
            <p:nvPr/>
          </p:nvSpPr>
          <p:spPr>
            <a:xfrm>
              <a:off x="2919300" y="5094417"/>
              <a:ext cx="722725" cy="257923"/>
            </a:xfrm>
            <a:prstGeom prst="rect">
              <a:avLst/>
            </a:prstGeom>
            <a:solidFill>
              <a:srgbClr val="008D2E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6AE75470-4F06-5461-55F9-BABE4B7341D9}"/>
                </a:ext>
              </a:extLst>
            </p:cNvPr>
            <p:cNvSpPr/>
            <p:nvPr/>
          </p:nvSpPr>
          <p:spPr>
            <a:xfrm>
              <a:off x="3685324" y="5094416"/>
              <a:ext cx="1006363" cy="257921"/>
            </a:xfrm>
            <a:prstGeom prst="rect">
              <a:avLst/>
            </a:prstGeom>
            <a:solidFill>
              <a:srgbClr val="008D2E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0BD93B26-F8CC-24C7-B589-6C5CE1B30937}"/>
                </a:ext>
              </a:extLst>
            </p:cNvPr>
            <p:cNvSpPr/>
            <p:nvPr/>
          </p:nvSpPr>
          <p:spPr>
            <a:xfrm>
              <a:off x="4734986" y="5094416"/>
              <a:ext cx="1564449" cy="25792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b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772274E9-346D-DBD3-68C5-FD26E0BE666D}"/>
                </a:ext>
              </a:extLst>
            </p:cNvPr>
            <p:cNvSpPr/>
            <p:nvPr/>
          </p:nvSpPr>
          <p:spPr>
            <a:xfrm>
              <a:off x="2153274" y="5402085"/>
              <a:ext cx="1932693" cy="2633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山形 66">
              <a:extLst>
                <a:ext uri="{FF2B5EF4-FFF2-40B4-BE49-F238E27FC236}">
                  <ns2:creationId id="{D7F3D54B-1E41-1A69-8B2A-37BF50BBB81C}"/>
                </a:ext>
              </a:extLst>
            </p:cNvPr>
            <p:cNvSpPr/>
            <p:nvPr/>
          </p:nvSpPr>
          <p:spPr>
            <a:xfrm>
              <a:off x="1502735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28" name="山形 66">
              <a:extLst>
                <a:ext uri="{FF2B5EF4-FFF2-40B4-BE49-F238E27FC236}">
                  <ns2:creationId id="{45CFE870-27A8-9892-6F23-D34DFB9C2A21}"/>
                </a:ext>
              </a:extLst>
            </p:cNvPr>
            <p:cNvSpPr/>
            <p:nvPr/>
          </p:nvSpPr>
          <p:spPr>
            <a:xfrm>
              <a:off x="3116068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29" name="山形 66">
              <a:extLst>
                <a:ext uri="{FF2B5EF4-FFF2-40B4-BE49-F238E27FC236}">
                  <ns2:creationId id="{BBFFB69F-1844-011C-2657-7861F4F5F7EE}"/>
                </a:ext>
              </a:extLst>
            </p:cNvPr>
            <p:cNvSpPr/>
            <p:nvPr/>
          </p:nvSpPr>
          <p:spPr>
            <a:xfrm>
              <a:off x="4729402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85" name="山形 66">
              <a:extLst>
                <a:ext uri="{FF2B5EF4-FFF2-40B4-BE49-F238E27FC236}">
                  <ns2:creationId id="{3DAE03ED-DEAA-1A25-AC1B-EEB316F36D49}"/>
                </a:ext>
              </a:extLst>
            </p:cNvPr>
            <p:cNvSpPr/>
            <p:nvPr/>
          </p:nvSpPr>
          <p:spPr>
            <a:xfrm>
              <a:off x="6342734" y="4790647"/>
              <a:ext cx="1614664" cy="257921"/>
            </a:xfrm>
            <a:prstGeom prst="chevron">
              <a:avLst>
                <a:gd name="adj" fmla="val 18094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ja-JP" sz="1050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050">
                <a:latin typeface="+mn-ea"/>
              </a:endParaRPr>
            </a:p>
          </p:txBody>
        </p:sp>
        <p:sp>
          <p:nvSpPr>
            <p:cNvPr id="154" name="Text 94">
              <a:extLst>
                <a:ext uri="{FF2B5EF4-FFF2-40B4-BE49-F238E27FC236}">
                  <ns2:creationId id="{198D66C9-3B00-693B-5E54-B607DC1633C8}"/>
                </a:ext>
              </a:extLst>
            </p:cNvPr>
            <p:cNvSpPr txBox="1"/>
            <p:nvPr/>
          </p:nvSpPr>
          <p:spPr>
            <a:xfrm>
              <a:off x="2465222" y="4639643"/>
              <a:ext cx="548640" cy="151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C000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800">
                <a:latin typeface="+mn-ea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175B8C98-6120-2462-49EC-2B7F669915BF}"/>
                </a:ext>
              </a:extLst>
            </p:cNvPr>
            <p:cNvSpPr/>
            <p:nvPr/>
          </p:nvSpPr>
          <p:spPr>
            <a:xfrm>
              <a:off x="6342734" y="5094416"/>
              <a:ext cx="1006363" cy="257923"/>
            </a:xfrm>
            <a:prstGeom prst="rect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rgbClr val="FFFFFF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latin typeface="+mn-ea"/>
              </a:endParaRP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E0E737AE-69FE-40B2-B34D-82DCEFB6C200}"/>
                </a:ext>
              </a:extLst>
            </p:cNvPr>
            <p:cNvSpPr/>
            <p:nvPr/>
          </p:nvSpPr>
          <p:spPr>
            <a:xfrm>
              <a:off x="4114860" y="5402085"/>
              <a:ext cx="1564450" cy="2633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+mn-ea"/>
                  <a:cs typeface="Meiryo UI" pitchFamily="34" charset="-120"/>
                </a:rPr>
              </a:br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242D648C-6AD8-5529-4E27-5273E3F98D71}"/>
                </a:ext>
              </a:extLst>
            </p:cNvPr>
            <p:cNvSpPr/>
            <p:nvPr/>
          </p:nvSpPr>
          <p:spPr>
            <a:xfrm>
              <a:off x="5708204" y="5402085"/>
              <a:ext cx="1640892" cy="2633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5" name="Shape 113">
              <a:extLst>
                <a:ext uri="{FF2B5EF4-FFF2-40B4-BE49-F238E27FC236}">
                  <ns2:creationId id="{28E0F2D7-EFCF-9DF4-AAEF-D05C539A7946}"/>
                </a:ext>
              </a:extLst>
            </p:cNvPr>
            <p:cNvSpPr/>
            <p:nvPr/>
          </p:nvSpPr>
          <p:spPr>
            <a:xfrm>
              <a:off x="2739541" y="4741356"/>
              <a:ext cx="0" cy="952907"/>
            </a:xfrm>
            <a:prstGeom prst="line">
              <a:avLst/>
            </a:prstGeom>
            <a:noFill/>
            <a:ln w="15875">
              <a:solidFill>
                <a:srgbClr val="C00000"/>
              </a:solidFill>
              <a:prstDash val="dash"/>
            </a:ln>
          </p:spPr>
          <p:txBody>
            <a:bodyPr/>
            <a:lstStyle/>
            <a:p>
              <a:endParaRPr lang="ja-JP" altLang="en-US" sz="2000">
                <a:latin typeface="+mn-ea"/>
              </a:endParaRPr>
            </a:p>
          </p:txBody>
        </p:sp>
        <p:grpSp>
          <p:nvGrpSpPr>
            <p:cNvPr id="21" name="グループ化 20">
              <a:extLst>
                <a:ext uri="{FF2B5EF4-FFF2-40B4-BE49-F238E27FC236}">
                  <ns2:creationId id="{C164DD00-88B4-1EFD-331A-379862A94D8B}"/>
                </a:ext>
              </a:extLst>
            </p:cNvPr>
            <p:cNvGrpSpPr/>
            <p:nvPr/>
          </p:nvGrpSpPr>
          <p:grpSpPr>
            <a:xfrm>
              <a:off x="8208339" y="2264695"/>
              <a:ext cx="3546389" cy="450000"/>
              <a:chOff x="8208339" y="2380196"/>
              <a:chExt cx="3546389" cy="450000"/>
            </a:xfrm>
          </p:grpSpPr>
          <p:sp>
            <p:nvSpPr>
              <p:cNvPr id="105" name="四角形: 角を丸くする 104">
                <a:extLst>
                  <a:ext uri="{FF2B5EF4-FFF2-40B4-BE49-F238E27FC236}">
                    <ns2:creationId id="{ECC325BE-5592-76B4-0982-729DF7672FC9}"/>
                  </a:ext>
                </a:extLst>
              </p:cNvPr>
              <p:cNvSpPr/>
              <p:nvPr/>
            </p:nvSpPr>
            <p:spPr>
              <a:xfrm>
                <a:off x="8208339" y="2380196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16E77982-5643-2C89-4B41-9171FB76F24A}"/>
                  </a:ext>
                </a:extLst>
              </p:cNvPr>
              <p:cNvSpPr/>
              <p:nvPr/>
            </p:nvSpPr>
            <p:spPr>
              <a:xfrm>
                <a:off x="9057503" y="2441973"/>
                <a:ext cx="2624134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17145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2EA3894B-D34D-62DF-6383-C1C918E1070D}"/>
                  </a:ext>
                </a:extLst>
              </p:cNvPr>
              <p:cNvSpPr/>
              <p:nvPr/>
            </p:nvSpPr>
            <p:spPr>
              <a:xfrm>
                <a:off x="8244587" y="2441396"/>
                <a:ext cx="792000" cy="327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9" name="グループ化 18">
              <a:extLst>
                <a:ext uri="{FF2B5EF4-FFF2-40B4-BE49-F238E27FC236}">
                  <ns2:creationId id="{49DF9C35-7176-791B-7FAA-6DF5D71F8721}"/>
                </a:ext>
              </a:extLst>
            </p:cNvPr>
            <p:cNvGrpSpPr/>
            <p:nvPr/>
          </p:nvGrpSpPr>
          <p:grpSpPr>
            <a:xfrm>
              <a:off x="8208339" y="2787625"/>
              <a:ext cx="3546389" cy="450000"/>
              <a:chOff x="8208339" y="2845375"/>
              <a:chExt cx="3546389" cy="450000"/>
            </a:xfrm>
          </p:grpSpPr>
          <p:sp>
            <p:nvSpPr>
              <p:cNvPr id="109" name="四角形: 角を丸くする 108">
                <a:extLst>
                  <a:ext uri="{FF2B5EF4-FFF2-40B4-BE49-F238E27FC236}">
                    <ns2:creationId id="{6CFBC69B-60CA-9137-7F84-7C3F52879759}"/>
                  </a:ext>
                </a:extLst>
              </p:cNvPr>
              <p:cNvSpPr/>
              <p:nvPr/>
            </p:nvSpPr>
            <p:spPr>
              <a:xfrm>
                <a:off x="8208339" y="2845375"/>
                <a:ext cx="3546389" cy="450000"/>
              </a:xfrm>
              <a:prstGeom prst="roundRect">
                <a:avLst>
                  <a:gd name="adj" fmla="val 10152"/>
                </a:avLst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13844820-7C7F-5EF1-D616-A73E7B76648C}"/>
                  </a:ext>
                </a:extLst>
              </p:cNvPr>
              <p:cNvSpPr/>
              <p:nvPr/>
            </p:nvSpPr>
            <p:spPr>
              <a:xfrm>
                <a:off x="9057503" y="2907152"/>
                <a:ext cx="2624134" cy="326446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22222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6556A4C9-50D6-71E3-BEE1-50B722661258}"/>
                  </a:ext>
                </a:extLst>
              </p:cNvPr>
              <p:cNvSpPr/>
              <p:nvPr/>
            </p:nvSpPr>
            <p:spPr>
              <a:xfrm>
                <a:off x="8244587" y="2906575"/>
                <a:ext cx="792000" cy="327600"/>
              </a:xfrm>
              <a:prstGeom prst="rect">
                <a:avLst/>
              </a:prstGeom>
              <a:solidFill>
                <a:srgbClr val="008D2E"/>
              </a:solidFill>
              <a:ln w="317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2990968307"/>
      </p:ext>
    </p:extLst>
  </p:cSld>
  <p:clrMapOvr>
    <a:masterClrMapping/>
  </p:clrMapOvr>
</p:sld>
</file>

<file path=ppt/slides/slide275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BD5A8EB-534A-4B68-5BDA-070B34C7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/>
              <a:t>XX</a:t>
            </a:r>
            <a:r>
              <a:rPr kumimoji="1" lang="en-US" altLang="ja-JP"/>
              <a:t>DX</a:t>
            </a:r>
            <a:r>
              <a:rPr kumimoji="1" lang="ja-JP" altLang="en-US"/>
              <a:t>XX</a:t>
            </a:r>
            <a:br>
              <a:rPr kumimoji="1" lang="en-US" altLang="ja-JP"/>
            </a:b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9</a:t>
            </a:r>
            <a:r>
              <a:rPr kumimoji="1" lang="ja-JP" altLang="en-US"/>
              <a:t>XX</a:t>
            </a:r>
            <a:r>
              <a:rPr kumimoji="1" lang="en-US" altLang="ja-JP"/>
              <a:t>11</a:t>
            </a:r>
            <a:r>
              <a:rPr kumimoji="1" lang="ja-JP" altLang="en-US"/>
              <a:t>XX</a:t>
            </a:r>
            <a:r>
              <a:rPr kumimoji="1" lang="en-US" altLang="ja-JP"/>
              <a:t>(</a:t>
            </a:r>
            <a:r>
              <a:rPr kumimoji="1" lang="ja-JP" altLang="en-US"/>
              <a:t>XX</a:t>
            </a:r>
            <a:r>
              <a:rPr lang="en-US" altLang="ja-JP"/>
              <a:t>: 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  <a:r>
              <a:rPr kumimoji="1" lang="en-US" altLang="ja-JP"/>
              <a:t>10</a:t>
            </a:r>
            <a:r>
              <a:rPr kumimoji="1" lang="ja-JP" altLang="en-US"/>
              <a:t>XX</a:t>
            </a:r>
            <a:r>
              <a:rPr kumimoji="1" lang="en-US" altLang="ja-JP"/>
              <a:t>28</a:t>
            </a:r>
            <a:r>
              <a:rPr kumimoji="1" lang="ja-JP" altLang="en-US"/>
              <a:t>XX</a:t>
            </a:r>
            <a:r>
              <a:rPr lang="en-US" altLang="ja-JP"/>
              <a:t>)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ED198D0-EB15-AE56-D3DE-4D602AF324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sz="1800"/>
              <a:t>XX</a:t>
            </a:r>
            <a:endParaRPr kumimoji="1" lang="ja-JP" altLang="en-US" sz="1800"/>
          </a:p>
        </p:txBody>
      </p:sp>
      <p:grpSp>
        <p:nvGrpSpPr>
          <p:cNvPr id="33" name="グループ化 32">
            <a:extLst>
              <a:ext uri="{FF2B5EF4-FFF2-40B4-BE49-F238E27FC236}">
                <ns2:creationId id="{0C1D7FE0-2004-EF90-9C12-8ECC81BEB89D}"/>
              </a:ext>
            </a:extLst>
          </p:cNvPr>
          <p:cNvGrpSpPr/>
          <p:nvPr/>
        </p:nvGrpSpPr>
        <p:grpSpPr>
          <a:xfrm>
            <a:off x="5490479" y="2225948"/>
            <a:ext cx="1401932" cy="1227076"/>
            <a:chOff x="5490479" y="2225948"/>
            <a:chExt cx="1401932" cy="1227076"/>
          </a:xfrm>
        </p:grpSpPr>
        <p:grpSp>
          <p:nvGrpSpPr>
            <p:cNvPr id="29" name="グループ化 28">
              <a:extLst>
                <a:ext uri="{FF2B5EF4-FFF2-40B4-BE49-F238E27FC236}">
                  <ns2:creationId id="{2F5BA480-E0DC-A8C1-1273-3F5796B10E40}"/>
                </a:ext>
              </a:extLst>
            </p:cNvPr>
            <p:cNvGrpSpPr/>
            <p:nvPr/>
          </p:nvGrpSpPr>
          <p:grpSpPr>
            <a:xfrm>
              <a:off x="6251604" y="2225948"/>
              <a:ext cx="640807" cy="1227076"/>
              <a:chOff x="6251604" y="2225948"/>
              <a:chExt cx="640807" cy="1227076"/>
            </a:xfrm>
          </p:grpSpPr>
          <p:cxnSp>
            <p:nvCxnSpPr>
              <p:cNvPr id="86" name="Straight Connector 10">
                <a:extLst>
                  <a:ext uri="{FF2B5EF4-FFF2-40B4-BE49-F238E27FC236}">
                    <ns2:creationId id="{80338452-D93E-174B-0B9E-D8328F120A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51604" y="2225960"/>
                <a:ext cx="426877" cy="614737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10">
                <a:extLst>
                  <a:ext uri="{FF2B5EF4-FFF2-40B4-BE49-F238E27FC236}">
                    <ns2:creationId id="{65174969-4678-F245-DC3B-FCED3C581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72835" y="2225948"/>
                <a:ext cx="21957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10">
                <a:extLst>
                  <a:ext uri="{FF2B5EF4-FFF2-40B4-BE49-F238E27FC236}">
                    <ns2:creationId id="{F244BBB5-21CB-6718-6DC6-89AD7EFB80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51604" y="2834003"/>
                <a:ext cx="640807" cy="6694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10">
                <a:extLst>
                  <a:ext uri="{FF2B5EF4-FFF2-40B4-BE49-F238E27FC236}">
                    <ns2:creationId id="{53A18A6F-7E56-8577-522E-33B15CAC35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1604" y="2833992"/>
                <a:ext cx="421231" cy="619032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10">
                <a:extLst>
                  <a:ext uri="{FF2B5EF4-FFF2-40B4-BE49-F238E27FC236}">
                    <ns2:creationId id="{608246E9-F076-0252-0C87-102EB31EA5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72835" y="3453024"/>
                <a:ext cx="219576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グループ化 23">
              <a:extLst>
                <a:ext uri="{FF2B5EF4-FFF2-40B4-BE49-F238E27FC236}">
                  <ns2:creationId id="{F5625D98-C50C-B3E2-0538-D75ADEBEFC36}"/>
                </a:ext>
              </a:extLst>
            </p:cNvPr>
            <p:cNvGrpSpPr/>
            <p:nvPr/>
          </p:nvGrpSpPr>
          <p:grpSpPr>
            <a:xfrm>
              <a:off x="5490479" y="2246697"/>
              <a:ext cx="1188002" cy="1188000"/>
              <a:chOff x="5490479" y="2246697"/>
              <a:chExt cx="1188002" cy="1188000"/>
            </a:xfrm>
          </p:grpSpPr>
          <p:sp>
            <p:nvSpPr>
              <p:cNvPr id="62" name="Arc 20">
                <a:extLst>
                  <a:ext uri="{FF2B5EF4-FFF2-40B4-BE49-F238E27FC236}">
                    <ns2:creationId id="{A7EF3B88-494F-B223-1355-E22CC2E9DB7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90479" y="2246697"/>
                <a:ext cx="1188002" cy="1188000"/>
              </a:xfrm>
              <a:prstGeom prst="arc">
                <a:avLst>
                  <a:gd name="adj1" fmla="val 16250139"/>
                  <a:gd name="adj2" fmla="val 5363716"/>
                </a:avLst>
              </a:prstGeom>
              <a:solidFill>
                <a:schemeClr val="bg1"/>
              </a:solidFill>
              <a:ln w="66675"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lIns="73152" tIns="36576" rIns="73152" bIns="36576" rtlCol="0" anchor="ctr"/>
              <a:lstStyle/>
              <a:p>
                <a:pPr algn="ctr"/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部分円 63">
                <a:extLst>
                  <a:ext uri="{FF2B5EF4-FFF2-40B4-BE49-F238E27FC236}">
                    <ns2:creationId id="{CBAAEA3E-CFFE-8EBF-17BA-384EDB01311C}"/>
                  </a:ext>
                </a:extLst>
              </p:cNvPr>
              <p:cNvSpPr/>
              <p:nvPr/>
            </p:nvSpPr>
            <p:spPr>
              <a:xfrm>
                <a:off x="5644657" y="2365428"/>
                <a:ext cx="902137" cy="957367"/>
              </a:xfrm>
              <a:prstGeom prst="pie">
                <a:avLst>
                  <a:gd name="adj1" fmla="val 16167587"/>
                  <a:gd name="adj2" fmla="val 5421649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3" name="グラフィックス 102" descr="リサーチ 単色塗りつぶし">
                <a:extLst>
                  <a:ext uri="{FF2B5EF4-FFF2-40B4-BE49-F238E27FC236}">
                    <ns2:creationId id="{32B937B5-4EA4-6557-E3E6-1C1E47C893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136681" y="2700111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37" name="グループ化 36">
            <a:extLst>
              <a:ext uri="{FF2B5EF4-FFF2-40B4-BE49-F238E27FC236}">
                <ns2:creationId id="{1D2BFAF8-FB37-A54D-ED06-AA6DC20E4746}"/>
              </a:ext>
            </a:extLst>
          </p:cNvPr>
          <p:cNvGrpSpPr/>
          <p:nvPr/>
        </p:nvGrpSpPr>
        <p:grpSpPr>
          <a:xfrm>
            <a:off x="6096000" y="1636223"/>
            <a:ext cx="5761038" cy="3448975"/>
            <a:chOff x="6096000" y="1636223"/>
            <a:chExt cx="5761038" cy="3448975"/>
          </a:xfrm>
        </p:grpSpPr>
        <p:grpSp>
          <p:nvGrpSpPr>
            <p:cNvPr id="35" name="グループ化 34">
              <a:extLst>
                <a:ext uri="{FF2B5EF4-FFF2-40B4-BE49-F238E27FC236}">
                  <ns2:creationId id="{A9806451-2E49-7207-141E-6CBC3811DEFE}"/>
                </a:ext>
              </a:extLst>
            </p:cNvPr>
            <p:cNvGrpSpPr/>
            <p:nvPr/>
          </p:nvGrpSpPr>
          <p:grpSpPr>
            <a:xfrm>
              <a:off x="6096000" y="1636223"/>
              <a:ext cx="5761038" cy="2009047"/>
              <a:chOff x="6096000" y="1636223"/>
              <a:chExt cx="5761038" cy="2009047"/>
            </a:xfrm>
          </p:grpSpPr>
          <p:sp>
            <p:nvSpPr>
              <p:cNvPr id="58" name="正方形/長方形 57">
                <a:extLst>
                  <a:ext uri="{FF2B5EF4-FFF2-40B4-BE49-F238E27FC236}">
                    <ns2:creationId id="{380BE28B-9E16-EF45-860E-736F862D4F49}"/>
                  </a:ext>
                </a:extLst>
              </p:cNvPr>
              <p:cNvSpPr/>
              <p:nvPr/>
            </p:nvSpPr>
            <p:spPr>
              <a:xfrm>
                <a:off x="6096000" y="1636223"/>
                <a:ext cx="5761038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101" name="グループ化 100">
                <a:extLst>
                  <a:ext uri="{FF2B5EF4-FFF2-40B4-BE49-F238E27FC236}">
                    <ns2:creationId id="{9C5F747B-6E79-C473-8D83-288640D63B26}"/>
                  </a:ext>
                </a:extLst>
              </p:cNvPr>
              <p:cNvGrpSpPr/>
              <p:nvPr/>
            </p:nvGrpSpPr>
            <p:grpSpPr>
              <a:xfrm>
                <a:off x="6892411" y="2036125"/>
                <a:ext cx="4964627" cy="1609145"/>
                <a:chOff x="6892411" y="2036125"/>
                <a:chExt cx="4964627" cy="1609145"/>
              </a:xfrm>
            </p:grpSpPr>
            <p:sp>
              <p:nvSpPr>
                <p:cNvPr id="66" name="正方形/長方形 65">
                  <a:extLst>
                    <a:ext uri="{FF2B5EF4-FFF2-40B4-BE49-F238E27FC236}">
                      <ns2:creationId id="{9091C492-2BED-6E3C-D7A3-A0E9F640201B}"/>
                    </a:ext>
                  </a:extLst>
                </p:cNvPr>
                <p:cNvSpPr/>
                <p:nvPr/>
              </p:nvSpPr>
              <p:spPr>
                <a:xfrm>
                  <a:off x="7307504" y="2036125"/>
                  <a:ext cx="4549532" cy="402253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6CEEBA63-555D-0018-1D5A-18E92CDF14BB}"/>
                    </a:ext>
                  </a:extLst>
                </p:cNvPr>
                <p:cNvSpPr/>
                <p:nvPr/>
              </p:nvSpPr>
              <p:spPr>
                <a:xfrm>
                  <a:off x="7307506" y="2639571"/>
                  <a:ext cx="4549532" cy="402253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0" name="正方形/長方形 69">
                  <a:extLst>
                    <a:ext uri="{FF2B5EF4-FFF2-40B4-BE49-F238E27FC236}">
                      <ns2:creationId id="{D2585601-5F57-0686-F389-AF6189FE32C2}"/>
                    </a:ext>
                  </a:extLst>
                </p:cNvPr>
                <p:cNvSpPr/>
                <p:nvPr/>
              </p:nvSpPr>
              <p:spPr>
                <a:xfrm>
                  <a:off x="7307506" y="3243017"/>
                  <a:ext cx="4549532" cy="402253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>
                    <a:spcAft>
                      <a:spcPts val="200"/>
                    </a:spcAft>
                    <a:buSzPct val="100000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。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「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79" name="グループ化 78">
                  <a:extLst>
                    <a:ext uri="{FF2B5EF4-FFF2-40B4-BE49-F238E27FC236}">
                      <ns2:creationId id="{D7158381-7C67-6CC6-CE69-C4D950492198}"/>
                    </a:ext>
                  </a:extLst>
                </p:cNvPr>
                <p:cNvGrpSpPr/>
                <p:nvPr/>
              </p:nvGrpSpPr>
              <p:grpSpPr>
                <a:xfrm>
                  <a:off x="6892411" y="2045948"/>
                  <a:ext cx="356465" cy="360000"/>
                  <a:chOff x="6892411" y="2045948"/>
                  <a:chExt cx="356465" cy="360000"/>
                </a:xfrm>
              </p:grpSpPr>
              <p:sp>
                <p:nvSpPr>
                  <p:cNvPr id="74" name="Ellipse 17">
                    <a:extLst>
                      <a:ext uri="{FF2B5EF4-FFF2-40B4-BE49-F238E27FC236}">
                        <ns2:creationId id="{C3C4E975-1BF2-E173-7770-F1FD252C83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gray">
                  <a:xfrm>
                    <a:off x="6892411" y="2045948"/>
                    <a:ext cx="356465" cy="360000"/>
                  </a:xfrm>
                  <a:prstGeom prst="ellipse">
                    <a:avLst/>
                  </a:prstGeom>
                  <a:solidFill>
                    <a:srgbClr val="C5E0B4"/>
                  </a:solidFill>
                  <a:ln w="9525">
                    <a:noFill/>
                    <a:miter lim="800000"/>
                    <a:headEnd/>
                    <a:tailEnd/>
                  </a:ln>
                  <a:effectLst/>
                </p:spPr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3C464B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en-US" altLang="ja-JP" sz="1400" b="0" i="0" u="none" strike="noStrike" kern="1200" cap="none" spc="0" normalizeH="0" noProof="0">
                      <a:ln>
                        <a:noFill/>
                      </a:ln>
                      <a:solidFill>
                        <a:srgbClr val="575757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77" name="グラフィックス 76" descr="税額 単色塗りつぶし">
                    <a:extLst>
                      <a:ext uri="{FF2B5EF4-FFF2-40B4-BE49-F238E27FC236}">
                        <ns2:creationId id="{2C566088-C476-86D2-099E-F110C696A9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6951429" y="2106734"/>
                    <a:ext cx="238428" cy="238428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0" name="グループ化 79">
                  <a:extLst>
                    <a:ext uri="{FF2B5EF4-FFF2-40B4-BE49-F238E27FC236}">
                      <ns2:creationId id="{57F667F4-AD0F-925C-3608-CD90E30F6043}"/>
                    </a:ext>
                  </a:extLst>
                </p:cNvPr>
                <p:cNvGrpSpPr/>
                <p:nvPr/>
              </p:nvGrpSpPr>
              <p:grpSpPr>
                <a:xfrm>
                  <a:off x="6892411" y="2654003"/>
                  <a:ext cx="356465" cy="360000"/>
                  <a:chOff x="6892411" y="2045948"/>
                  <a:chExt cx="356465" cy="360000"/>
                </a:xfrm>
              </p:grpSpPr>
              <p:sp>
                <p:nvSpPr>
                  <p:cNvPr id="81" name="Ellipse 17">
                    <a:extLst>
                      <a:ext uri="{FF2B5EF4-FFF2-40B4-BE49-F238E27FC236}">
                        <ns2:creationId id="{1750C0E4-EC12-6645-EC57-958AC06595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gray">
                  <a:xfrm>
                    <a:off x="6892411" y="2045948"/>
                    <a:ext cx="356465" cy="360000"/>
                  </a:xfrm>
                  <a:prstGeom prst="ellipse">
                    <a:avLst/>
                  </a:prstGeom>
                  <a:solidFill>
                    <a:srgbClr val="C5E0B4"/>
                  </a:solidFill>
                  <a:ln w="9525">
                    <a:noFill/>
                    <a:miter lim="800000"/>
                    <a:headEnd/>
                    <a:tailEnd/>
                  </a:ln>
                  <a:effectLst/>
                </p:spPr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3C464B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en-US" altLang="ja-JP" sz="1400" b="0" i="0" u="none" strike="noStrike" kern="1200" cap="none" spc="0" normalizeH="0" noProof="0">
                      <a:ln>
                        <a:noFill/>
                      </a:ln>
                      <a:solidFill>
                        <a:srgbClr val="575757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82" name="グラフィックス 81" descr="プレゼンテーション (棒グラフ) 単色塗りつぶし">
                    <a:extLst>
                      <a:ext uri="{FF2B5EF4-FFF2-40B4-BE49-F238E27FC236}">
                        <ns2:creationId id="{CB24041B-DD59-4358-04C7-7EE3054E551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4"/>
                      </a:ext>
                    </a:extLst>
                  </a:blip>
                  <a:srcRect/>
                  <a:stretch/>
                </p:blipFill>
                <p:spPr>
                  <a:xfrm>
                    <a:off x="6951429" y="2106734"/>
                    <a:ext cx="238428" cy="238428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83" name="グループ化 82">
                  <a:extLst>
                    <a:ext uri="{FF2B5EF4-FFF2-40B4-BE49-F238E27FC236}">
                      <ns2:creationId id="{DF9834DE-EC8A-35D6-72FE-2CD783DFC423}"/>
                    </a:ext>
                  </a:extLst>
                </p:cNvPr>
                <p:cNvGrpSpPr/>
                <p:nvPr/>
              </p:nvGrpSpPr>
              <p:grpSpPr>
                <a:xfrm>
                  <a:off x="6892411" y="3273024"/>
                  <a:ext cx="356465" cy="360000"/>
                  <a:chOff x="6892411" y="2045948"/>
                  <a:chExt cx="356465" cy="360000"/>
                </a:xfrm>
              </p:grpSpPr>
              <p:sp>
                <p:nvSpPr>
                  <p:cNvPr id="84" name="Ellipse 17">
                    <a:extLst>
                      <a:ext uri="{FF2B5EF4-FFF2-40B4-BE49-F238E27FC236}">
                        <ns2:creationId id="{3D453EE5-18E5-86B8-D3F9-A73365F09F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gray">
                  <a:xfrm>
                    <a:off x="6892411" y="2045948"/>
                    <a:ext cx="356465" cy="360000"/>
                  </a:xfrm>
                  <a:prstGeom prst="ellipse">
                    <a:avLst/>
                  </a:prstGeom>
                  <a:solidFill>
                    <a:srgbClr val="C5E0B4"/>
                  </a:solidFill>
                  <a:ln w="9525">
                    <a:noFill/>
                    <a:miter lim="800000"/>
                    <a:headEnd/>
                    <a:tailEnd/>
                  </a:ln>
                  <a:effectLst/>
                </p:spPr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3C464B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en-US" altLang="ja-JP" sz="1400" b="0" i="0" u="none" strike="noStrike" kern="1200" cap="none" spc="0" normalizeH="0" noProof="0">
                      <a:ln>
                        <a:noFill/>
                      </a:ln>
                      <a:solidFill>
                        <a:srgbClr val="575757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endParaRPr>
                  </a:p>
                </p:txBody>
              </p:sp>
              <p:pic>
                <p:nvPicPr>
                  <p:cNvPr id="85" name="グラフィックス 84" descr="レーダー チャート 単色塗りつぶし">
                    <a:extLst>
                      <a:ext uri="{FF2B5EF4-FFF2-40B4-BE49-F238E27FC236}">
                        <ns2:creationId id="{86C0DDED-3DE4-2076-63EB-FA66768EFC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5"/>
                      </a:ext>
                    </a:extLst>
                  </a:blip>
                  <a:srcRect/>
                  <a:stretch/>
                </p:blipFill>
                <p:spPr>
                  <a:xfrm>
                    <a:off x="6951429" y="2106734"/>
                    <a:ext cx="238428" cy="23842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1" name="グループ化 10">
              <a:extLst>
                <a:ext uri="{FF2B5EF4-FFF2-40B4-BE49-F238E27FC236}">
                  <ns2:creationId id="{82B2A18D-626C-6C78-5762-83F98891B329}"/>
                </a:ext>
              </a:extLst>
            </p:cNvPr>
            <p:cNvGrpSpPr/>
            <p:nvPr/>
          </p:nvGrpSpPr>
          <p:grpSpPr>
            <a:xfrm>
              <a:off x="6096000" y="3765870"/>
              <a:ext cx="5761037" cy="1319328"/>
              <a:chOff x="6096000" y="3765870"/>
              <a:chExt cx="5761037" cy="1319328"/>
            </a:xfrm>
          </p:grpSpPr>
          <p:sp>
            <p:nvSpPr>
              <p:cNvPr id="104" name="正方形/長方形 103">
                <a:extLst>
                  <a:ext uri="{FF2B5EF4-FFF2-40B4-BE49-F238E27FC236}">
                    <ns2:creationId id="{D2C5A968-8118-528D-886D-541ECCDF7B88}"/>
                  </a:ext>
                </a:extLst>
              </p:cNvPr>
              <p:cNvSpPr/>
              <p:nvPr/>
            </p:nvSpPr>
            <p:spPr>
              <a:xfrm>
                <a:off x="6096000" y="3765870"/>
                <a:ext cx="725424" cy="94898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10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10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5EF606C8-EFC3-4173-2F1C-F91F7ADC7480}"/>
                  </a:ext>
                </a:extLst>
              </p:cNvPr>
              <p:cNvSpPr/>
              <p:nvPr/>
            </p:nvSpPr>
            <p:spPr>
              <a:xfrm>
                <a:off x="6096000" y="4758587"/>
                <a:ext cx="5761035" cy="32661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400"/>
                  </a:spcAft>
                  <a:buSzPct val="100000"/>
                </a:pP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7ABA4B57-F04B-7C0E-C183-DE71E3AD84DB}"/>
                  </a:ext>
                </a:extLst>
              </p:cNvPr>
              <p:cNvSpPr/>
              <p:nvPr/>
            </p:nvSpPr>
            <p:spPr>
              <a:xfrm>
                <a:off x="6871083" y="3766499"/>
                <a:ext cx="4985954" cy="19585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400"/>
                  </a:spcAft>
                  <a:buSzPct val="100000"/>
                </a:pP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6" name="正方形/長方形 105">
                <a:extLst>
                  <a:ext uri="{FF2B5EF4-FFF2-40B4-BE49-F238E27FC236}">
                    <ns2:creationId id="{63003EF9-9C57-B45E-E9C2-1A1920D7071D}"/>
                  </a:ext>
                </a:extLst>
              </p:cNvPr>
              <p:cNvSpPr/>
              <p:nvPr/>
            </p:nvSpPr>
            <p:spPr>
              <a:xfrm>
                <a:off x="6871082" y="4002949"/>
                <a:ext cx="1611839" cy="16243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4CF93CF3-E3E4-C3CE-00A7-F83E3FC44E52}"/>
                  </a:ext>
                </a:extLst>
              </p:cNvPr>
              <p:cNvSpPr/>
              <p:nvPr/>
            </p:nvSpPr>
            <p:spPr>
              <a:xfrm>
                <a:off x="10245197" y="4002949"/>
                <a:ext cx="1611839" cy="16243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FB2E0ECB-7A77-4747-2776-137B79F2DA73}"/>
                  </a:ext>
                </a:extLst>
              </p:cNvPr>
              <p:cNvSpPr/>
              <p:nvPr/>
            </p:nvSpPr>
            <p:spPr>
              <a:xfrm>
                <a:off x="8558139" y="4002949"/>
                <a:ext cx="1611839" cy="162432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8B02FD5E-1E51-F02C-C9B3-281C7AC40802}"/>
                  </a:ext>
                </a:extLst>
              </p:cNvPr>
              <p:cNvSpPr/>
              <p:nvPr/>
            </p:nvSpPr>
            <p:spPr>
              <a:xfrm>
                <a:off x="6871082" y="4205975"/>
                <a:ext cx="1611839" cy="50887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95A6E540-6BBB-02AA-7C22-7F182BC5C94C}"/>
                  </a:ext>
                </a:extLst>
              </p:cNvPr>
              <p:cNvSpPr/>
              <p:nvPr/>
            </p:nvSpPr>
            <p:spPr>
              <a:xfrm>
                <a:off x="10245197" y="4205975"/>
                <a:ext cx="1611839" cy="50887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400"/>
                  </a:spcAft>
                  <a:buSzPct val="100000"/>
                </a:pP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3" name="正方形/長方形 112">
                <a:extLst>
                  <a:ext uri="{FF2B5EF4-FFF2-40B4-BE49-F238E27FC236}">
                    <ns2:creationId id="{A1139CDB-57F2-14E1-3B2C-037F282EC607}"/>
                  </a:ext>
                </a:extLst>
              </p:cNvPr>
              <p:cNvSpPr/>
              <p:nvPr/>
            </p:nvSpPr>
            <p:spPr>
              <a:xfrm>
                <a:off x="8558139" y="4205975"/>
                <a:ext cx="1611839" cy="508878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400"/>
                  </a:spcAft>
                  <a:buSzPct val="100000"/>
                </a:pP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</a:t>
                </a:r>
                <a:br>
                  <a:rPr 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7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41" name="グループ化 40">
            <a:extLst>
              <a:ext uri="{FF2B5EF4-FFF2-40B4-BE49-F238E27FC236}">
                <ns2:creationId id="{28D71851-050F-E307-2D3E-0E8058B60AEC}"/>
              </a:ext>
            </a:extLst>
          </p:cNvPr>
          <p:cNvGrpSpPr/>
          <p:nvPr/>
        </p:nvGrpSpPr>
        <p:grpSpPr>
          <a:xfrm>
            <a:off x="334963" y="1628775"/>
            <a:ext cx="11522075" cy="4680777"/>
            <a:chOff x="334963" y="1628775"/>
            <a:chExt cx="11522075" cy="4680777"/>
          </a:xfrm>
        </p:grpSpPr>
        <p:grpSp>
          <p:nvGrpSpPr>
            <p:cNvPr id="25" name="グループ化 24">
              <a:extLst>
                <a:ext uri="{FF2B5EF4-FFF2-40B4-BE49-F238E27FC236}">
                  <ns2:creationId id="{5D1BFE55-85BF-9363-403F-AE0A107CCA53}"/>
                </a:ext>
              </a:extLst>
            </p:cNvPr>
            <p:cNvGrpSpPr/>
            <p:nvPr/>
          </p:nvGrpSpPr>
          <p:grpSpPr>
            <a:xfrm>
              <a:off x="334964" y="1628775"/>
              <a:ext cx="5633059" cy="3390265"/>
              <a:chOff x="334964" y="1628775"/>
              <a:chExt cx="5633059" cy="3390265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2AC2CC9C-C83B-040A-22D0-893C37461C13}"/>
                  </a:ext>
                </a:extLst>
              </p:cNvPr>
              <p:cNvSpPr/>
              <p:nvPr/>
            </p:nvSpPr>
            <p:spPr>
              <a:xfrm>
                <a:off x="334964" y="1749567"/>
                <a:ext cx="3048316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ns2:creationId id="{09A86821-A037-5188-2527-3CE73EE50958}"/>
                  </a:ext>
                </a:extLst>
              </p:cNvPr>
              <p:cNvSpPr/>
              <p:nvPr/>
            </p:nvSpPr>
            <p:spPr>
              <a:xfrm>
                <a:off x="334964" y="2079508"/>
                <a:ext cx="3048316" cy="8837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14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Text 4">
                <a:extLst>
                  <a:ext uri="{FF2B5EF4-FFF2-40B4-BE49-F238E27FC236}">
                    <ns2:creationId id="{66B9C499-8FD3-433A-28EC-609DBEFD2354}"/>
                  </a:ext>
                </a:extLst>
              </p:cNvPr>
              <p:cNvSpPr txBox="1"/>
              <p:nvPr/>
            </p:nvSpPr>
            <p:spPr>
              <a:xfrm>
                <a:off x="407920" y="2288464"/>
                <a:ext cx="1130535" cy="3362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Text 4">
                <a:extLst>
                  <a:ext uri="{FF2B5EF4-FFF2-40B4-BE49-F238E27FC236}">
                    <ns2:creationId id="{9A9D4C03-9FEE-019C-E983-876A50648277}"/>
                  </a:ext>
                </a:extLst>
              </p:cNvPr>
              <p:cNvSpPr txBox="1"/>
              <p:nvPr/>
            </p:nvSpPr>
            <p:spPr>
              <a:xfrm>
                <a:off x="2180007" y="2288464"/>
                <a:ext cx="1130535" cy="3362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Text 4">
                <a:extLst>
                  <a:ext uri="{FF2B5EF4-FFF2-40B4-BE49-F238E27FC236}">
                    <ns2:creationId id="{3BB41421-6313-E457-1044-2FECD2A3317E}"/>
                  </a:ext>
                </a:extLst>
              </p:cNvPr>
              <p:cNvSpPr txBox="1"/>
              <p:nvPr/>
            </p:nvSpPr>
            <p:spPr>
              <a:xfrm>
                <a:off x="407920" y="2140494"/>
                <a:ext cx="1130535" cy="1505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" name="Text 4">
                <a:extLst>
                  <a:ext uri="{FF2B5EF4-FFF2-40B4-BE49-F238E27FC236}">
                    <ns2:creationId id="{99F3D9E8-5F79-052A-7562-65EAD1E760FA}"/>
                  </a:ext>
                </a:extLst>
              </p:cNvPr>
              <p:cNvSpPr txBox="1"/>
              <p:nvPr/>
            </p:nvSpPr>
            <p:spPr>
              <a:xfrm>
                <a:off x="2180007" y="2140494"/>
                <a:ext cx="1130535" cy="1505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" name="Text 4">
                <a:extLst>
                  <a:ext uri="{FF2B5EF4-FFF2-40B4-BE49-F238E27FC236}">
                    <ns2:creationId id="{31703236-4AD8-3B98-DAA4-FFA06C07815F}"/>
                  </a:ext>
                </a:extLst>
              </p:cNvPr>
              <p:cNvSpPr txBox="1"/>
              <p:nvPr/>
            </p:nvSpPr>
            <p:spPr>
              <a:xfrm>
                <a:off x="1614741" y="2284896"/>
                <a:ext cx="468347" cy="3362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>
                    <a:solidFill>
                      <a:schemeClr val="bg1">
                        <a:lumMod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6" name="Text 4">
                <a:extLst>
                  <a:ext uri="{FF2B5EF4-FFF2-40B4-BE49-F238E27FC236}">
                    <ns2:creationId id="{02496591-8FC3-6DD1-4880-769CBC23A9D0}"/>
                  </a:ext>
                </a:extLst>
              </p:cNvPr>
              <p:cNvSpPr txBox="1"/>
              <p:nvPr/>
            </p:nvSpPr>
            <p:spPr>
              <a:xfrm>
                <a:off x="407918" y="2674534"/>
                <a:ext cx="2902624" cy="195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aphicFrame>
            <p:nvGraphicFramePr>
              <p:cNvPr id="69" name="Chart 0">
                <a:extLst>
                  <a:ext uri="{FF2B5EF4-FFF2-40B4-BE49-F238E27FC236}">
                    <ns2:creationId id="{6E2F3610-BE89-066D-17AA-F3165331C194}"/>
                  </a:ext>
                </a:extLst>
              </p:cNvPr>
              <p:cNvGraphicFramePr/>
              <p:nvPr/>
            </p:nvGraphicFramePr>
            <p:xfrm>
              <a:off x="3499143" y="2187866"/>
              <a:ext cx="2468880" cy="2652049"/>
            </p:xfrm>
            <a:graphic>
              <a:graphicData uri="http://schemas.openxmlformats.org/drawingml/2006/chart">
                <ns5:chart r:id="rId6"/>
              </a:graphicData>
            </a:graphic>
          </p:graphicFrame>
          <p:sp>
            <p:nvSpPr>
              <p:cNvPr id="7" name="四角形: 角を丸くする 6">
                <a:extLst>
                  <a:ext uri="{FF2B5EF4-FFF2-40B4-BE49-F238E27FC236}">
                    <ns2:creationId id="{8239F957-5231-3DC6-1AEE-AE88373F6BA4}"/>
                  </a:ext>
                </a:extLst>
              </p:cNvPr>
              <p:cNvSpPr/>
              <p:nvPr/>
            </p:nvSpPr>
            <p:spPr>
              <a:xfrm>
                <a:off x="495623" y="1628775"/>
                <a:ext cx="758037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solidFill>
                  <a:srgbClr val="B2DDC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6CD8C812-EEA3-D1E7-CCD8-71570E4F067D}"/>
                  </a:ext>
                </a:extLst>
              </p:cNvPr>
              <p:cNvSpPr/>
              <p:nvPr/>
            </p:nvSpPr>
            <p:spPr>
              <a:xfrm>
                <a:off x="3506763" y="1749567"/>
                <a:ext cx="2423160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14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60FA7317-534D-B9F7-D88A-F19A82EB941E}"/>
                  </a:ext>
                </a:extLst>
              </p:cNvPr>
              <p:cNvSpPr/>
              <p:nvPr/>
            </p:nvSpPr>
            <p:spPr>
              <a:xfrm>
                <a:off x="3506763" y="2079507"/>
                <a:ext cx="2423160" cy="29039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Text 15">
                <a:extLst>
                  <a:ext uri="{FF2B5EF4-FFF2-40B4-BE49-F238E27FC236}">
                    <ns2:creationId id="{CF88F45F-AE71-CE41-3E55-0AF8CC4B9334}"/>
                  </a:ext>
                </a:extLst>
              </p:cNvPr>
              <p:cNvSpPr txBox="1"/>
              <p:nvPr/>
            </p:nvSpPr>
            <p:spPr>
              <a:xfrm>
                <a:off x="1821539" y="4517422"/>
                <a:ext cx="1263357" cy="5016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110000"/>
                  </a:lnSpc>
                  <a:spcAft>
                    <a:spcPts val="200"/>
                  </a:spcAft>
                  <a:buNone/>
                </a:pPr>
                <a: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err="1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 algn="ctr">
                  <a:lnSpc>
                    <a:spcPct val="110000"/>
                  </a:lnSpc>
                  <a:buNone/>
                </a:pPr>
                <a:r>
                  <a:rPr 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err="1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0" name="グループ化 29">
                <a:extLst>
                  <a:ext uri="{FF2B5EF4-FFF2-40B4-BE49-F238E27FC236}">
                    <ns2:creationId id="{5AA7C31A-00D4-B289-52C8-3A4CE149BAE8}"/>
                  </a:ext>
                </a:extLst>
              </p:cNvPr>
              <p:cNvGrpSpPr/>
              <p:nvPr/>
            </p:nvGrpSpPr>
            <p:grpSpPr>
              <a:xfrm>
                <a:off x="656523" y="3149599"/>
                <a:ext cx="2405198" cy="1332000"/>
                <a:chOff x="644842" y="3246119"/>
                <a:chExt cx="2405198" cy="1332000"/>
              </a:xfrm>
            </p:grpSpPr>
            <p:sp>
              <p:nvSpPr>
                <p:cNvPr id="20" name="楕円 19">
                  <a:extLst>
                    <a:ext uri="{FF2B5EF4-FFF2-40B4-BE49-F238E27FC236}">
                      <ns2:creationId id="{872FC99E-1BBE-F7EE-C037-9CB051712459}"/>
                    </a:ext>
                  </a:extLst>
                </p:cNvPr>
                <p:cNvSpPr/>
                <p:nvPr/>
              </p:nvSpPr>
              <p:spPr>
                <a:xfrm>
                  <a:off x="644842" y="3246119"/>
                  <a:ext cx="1332000" cy="1332000"/>
                </a:xfrm>
                <a:prstGeom prst="ellipse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1" name="Text 8">
                  <a:extLst>
                    <a:ext uri="{FF2B5EF4-FFF2-40B4-BE49-F238E27FC236}">
                      <ns2:creationId id="{1758C100-B750-DF36-2FCD-1F97D69591B3}"/>
                    </a:ext>
                  </a:extLst>
                </p:cNvPr>
                <p:cNvSpPr txBox="1"/>
                <p:nvPr/>
              </p:nvSpPr>
              <p:spPr>
                <a:xfrm>
                  <a:off x="739732" y="3630240"/>
                  <a:ext cx="1103662" cy="173984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  <p:sp>
              <p:nvSpPr>
                <p:cNvPr id="53" name="Text 9">
                  <a:extLst>
                    <a:ext uri="{FF2B5EF4-FFF2-40B4-BE49-F238E27FC236}">
                      <ns2:creationId id="{694C0B45-6D3A-4088-D96C-893B2E357E4D}"/>
                    </a:ext>
                  </a:extLst>
                </p:cNvPr>
                <p:cNvSpPr txBox="1"/>
                <p:nvPr/>
              </p:nvSpPr>
              <p:spPr>
                <a:xfrm>
                  <a:off x="749372" y="3893358"/>
                  <a:ext cx="1094023" cy="318973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200" b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2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" name="Text 14">
                  <a:extLst>
                    <a:ext uri="{FF2B5EF4-FFF2-40B4-BE49-F238E27FC236}">
                      <ns2:creationId id="{98E2BA53-AA10-15FB-A88D-1F7231AE20D6}"/>
                    </a:ext>
                  </a:extLst>
                </p:cNvPr>
                <p:cNvSpPr txBox="1"/>
                <p:nvPr/>
              </p:nvSpPr>
              <p:spPr>
                <a:xfrm>
                  <a:off x="1858765" y="3893358"/>
                  <a:ext cx="1094023" cy="318973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200" b="1">
                      <a:solidFill>
                        <a:srgbClr val="B23A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22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楕円 20">
                  <a:extLst>
                    <a:ext uri="{FF2B5EF4-FFF2-40B4-BE49-F238E27FC236}">
                      <ns2:creationId id="{A879A762-EAAC-6238-7F3C-A19C44630750}"/>
                    </a:ext>
                  </a:extLst>
                </p:cNvPr>
                <p:cNvSpPr/>
                <p:nvPr/>
              </p:nvSpPr>
              <p:spPr>
                <a:xfrm>
                  <a:off x="1718040" y="3246119"/>
                  <a:ext cx="1332000" cy="1332000"/>
                </a:xfrm>
                <a:prstGeom prst="ellipse">
                  <a:avLst/>
                </a:prstGeom>
                <a:solidFill>
                  <a:srgbClr val="C00000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1" name="Text 13">
                  <a:extLst>
                    <a:ext uri="{FF2B5EF4-FFF2-40B4-BE49-F238E27FC236}">
                      <ns2:creationId id="{13C2F21C-B00E-650A-063F-A4AD963846DF}"/>
                    </a:ext>
                  </a:extLst>
                </p:cNvPr>
                <p:cNvSpPr txBox="1"/>
                <p:nvPr/>
              </p:nvSpPr>
              <p:spPr>
                <a:xfrm>
                  <a:off x="1873452" y="3630240"/>
                  <a:ext cx="1103662" cy="173984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en-US" sz="800" err="1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</p:txBody>
            </p:sp>
          </p:grpSp>
          <p:grpSp>
            <p:nvGrpSpPr>
              <p:cNvPr id="31" name="グループ化 30">
                <a:extLst>
                  <a:ext uri="{FF2B5EF4-FFF2-40B4-BE49-F238E27FC236}">
                    <ns2:creationId id="{F8DC166A-85A9-DF03-BD34-E11BC4FCD298}"/>
                  </a:ext>
                </a:extLst>
              </p:cNvPr>
              <p:cNvGrpSpPr/>
              <p:nvPr/>
            </p:nvGrpSpPr>
            <p:grpSpPr>
              <a:xfrm>
                <a:off x="629599" y="4517422"/>
                <a:ext cx="1263600" cy="501618"/>
                <a:chOff x="446724" y="4492022"/>
                <a:chExt cx="1263600" cy="501618"/>
              </a:xfrm>
            </p:grpSpPr>
            <p:sp>
              <p:nvSpPr>
                <p:cNvPr id="55" name="Text 10">
                  <a:extLst>
                    <a:ext uri="{FF2B5EF4-FFF2-40B4-BE49-F238E27FC236}">
                      <ns2:creationId id="{492308CF-F72D-930F-3ED9-DCA6509EF74C}"/>
                    </a:ext>
                  </a:extLst>
                </p:cNvPr>
                <p:cNvSpPr txBox="1"/>
                <p:nvPr/>
              </p:nvSpPr>
              <p:spPr>
                <a:xfrm>
                  <a:off x="446724" y="4492022"/>
                  <a:ext cx="1263600" cy="50161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110000"/>
                    </a:lnSpc>
                    <a:spcAft>
                      <a:spcPts val="1500"/>
                    </a:spcAft>
                    <a:buNone/>
                  </a:pP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0" indent="0" algn="ctr">
                    <a:lnSpc>
                      <a:spcPct val="110000"/>
                    </a:lnSpc>
                    <a:spcAft>
                      <a:spcPts val="1000"/>
                    </a:spcAft>
                    <a:buNone/>
                  </a:pPr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8" name="Text 4">
                  <a:extLst>
                    <a:ext uri="{FF2B5EF4-FFF2-40B4-BE49-F238E27FC236}">
                      <ns2:creationId id="{C8D1CA75-220C-EDA1-164A-6F843CDBD707}"/>
                    </a:ext>
                  </a:extLst>
                </p:cNvPr>
                <p:cNvSpPr txBox="1"/>
                <p:nvPr/>
              </p:nvSpPr>
              <p:spPr>
                <a:xfrm>
                  <a:off x="735338" y="4660970"/>
                  <a:ext cx="686372" cy="163721"/>
                </a:xfrm>
                <a:prstGeom prst="roundRect">
                  <a:avLst/>
                </a:prstGeom>
                <a:solidFill>
                  <a:srgbClr val="C5E0B4">
                    <a:alpha val="50000"/>
                  </a:srgbClr>
                </a:solidFill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en-US" sz="8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32" name="二等辺三角形 31">
                <a:extLst>
                  <a:ext uri="{FF2B5EF4-FFF2-40B4-BE49-F238E27FC236}">
                    <ns2:creationId id="{3EC4F311-2A2D-0205-B366-CB50C509E130}"/>
                  </a:ext>
                </a:extLst>
              </p:cNvPr>
              <p:cNvSpPr/>
              <p:nvPr/>
            </p:nvSpPr>
            <p:spPr>
              <a:xfrm>
                <a:off x="1558584" y="3002749"/>
                <a:ext cx="601076" cy="147970"/>
              </a:xfrm>
              <a:prstGeom prst="triangle">
                <a:avLst/>
              </a:prstGeom>
              <a:gradFill>
                <a:gsLst>
                  <a:gs pos="0">
                    <a:srgbClr val="C5E0B4"/>
                  </a:gs>
                  <a:gs pos="100000">
                    <a:srgbClr val="008D2E"/>
                  </a:gs>
                </a:gsLst>
                <a:lin ang="5400000" scaled="1"/>
              </a:gra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乗算記号 33">
                <a:extLst>
                  <a:ext uri="{FF2B5EF4-FFF2-40B4-BE49-F238E27FC236}">
                    <ns2:creationId id="{942A44EF-70BF-F4FB-37F0-385C558876D2}"/>
                  </a:ext>
                </a:extLst>
              </p:cNvPr>
              <p:cNvSpPr/>
              <p:nvPr/>
            </p:nvSpPr>
            <p:spPr>
              <a:xfrm>
                <a:off x="1702212" y="3657261"/>
                <a:ext cx="324000" cy="324000"/>
              </a:xfrm>
              <a:prstGeom prst="mathMultiply">
                <a:avLst>
                  <a:gd name="adj1" fmla="val 13256"/>
                </a:avLst>
              </a:prstGeom>
              <a:solidFill>
                <a:schemeClr val="bg1">
                  <a:lumMod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ns2:creationId id="{1512B712-4127-0971-E6F9-511166655D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5056" y="3796838"/>
                <a:ext cx="384087" cy="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グループ化 25">
              <a:extLst>
                <a:ext uri="{FF2B5EF4-FFF2-40B4-BE49-F238E27FC236}">
                  <ns2:creationId id="{EA160C37-BD94-EB6C-8D48-9FD47B6EA49E}"/>
                </a:ext>
              </a:extLst>
            </p:cNvPr>
            <p:cNvGrpSpPr/>
            <p:nvPr/>
          </p:nvGrpSpPr>
          <p:grpSpPr>
            <a:xfrm>
              <a:off x="334963" y="5142081"/>
              <a:ext cx="5594960" cy="1167471"/>
              <a:chOff x="334963" y="5142081"/>
              <a:chExt cx="5594960" cy="1167471"/>
            </a:xfrm>
          </p:grpSpPr>
          <p:sp>
            <p:nvSpPr>
              <p:cNvPr id="38" name="正方形/長方形 37">
                <a:extLst>
                  <a:ext uri="{FF2B5EF4-FFF2-40B4-BE49-F238E27FC236}">
                    <ns2:creationId id="{DBD56624-112F-7957-281B-0CA6B0DB6FBE}"/>
                  </a:ext>
                </a:extLst>
              </p:cNvPr>
              <p:cNvSpPr/>
              <p:nvPr/>
            </p:nvSpPr>
            <p:spPr>
              <a:xfrm>
                <a:off x="334963" y="5232400"/>
                <a:ext cx="5594960" cy="1077152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72000" indent="-72000">
                  <a:spcAft>
                    <a:spcPts val="400"/>
                  </a:spcAft>
                  <a:buClr>
                    <a:srgbClr val="008D2E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72000" indent="-72000">
                  <a:spcAft>
                    <a:spcPts val="400"/>
                  </a:spcAft>
                  <a:buClr>
                    <a:srgbClr val="008D2E"/>
                  </a:buClr>
                  <a:buSzPct val="100000"/>
                  <a:buFont typeface="Arial" panose="020B0604020202020204" pitchFamily="34" charset="0"/>
                  <a:buChar char="•"/>
                  <a:tabLst>
                    <a:tab pos="1346200" algn="l"/>
                    <a:tab pos="2692400" algn="l"/>
                  </a:tabLst>
                </a:pP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	(</a:t>
                </a:r>
                <a:r>
                  <a:rPr lang="en-US" sz="10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719138" lvl="1" defTabSz="625475">
                  <a:spcAft>
                    <a:spcPts val="400"/>
                  </a:spcAft>
                  <a:buClr>
                    <a:srgbClr val="008D2E"/>
                  </a:buClr>
                  <a:buSzPct val="100000"/>
                </a:pPr>
                <a: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719138" lvl="1" defTabSz="625475">
                  <a:spcAft>
                    <a:spcPts val="400"/>
                  </a:spcAft>
                  <a:buClr>
                    <a:srgbClr val="008D2E"/>
                  </a:buClr>
                  <a:buSzPct val="100000"/>
                </a:pPr>
                <a:r>
                  <a:rPr 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「</a:t>
                </a:r>
                <a:r>
                  <a:rPr lang="en-US" sz="90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Text 4">
                <a:extLst>
                  <a:ext uri="{FF2B5EF4-FFF2-40B4-BE49-F238E27FC236}">
                    <ns2:creationId id="{BBD4AC33-7BF2-38E8-3B8D-ACA258C4D0AA}"/>
                  </a:ext>
                </a:extLst>
              </p:cNvPr>
              <p:cNvSpPr txBox="1"/>
              <p:nvPr/>
            </p:nvSpPr>
            <p:spPr>
              <a:xfrm>
                <a:off x="495624" y="5142081"/>
                <a:ext cx="1684384" cy="176679"/>
              </a:xfrm>
              <a:prstGeom prst="roundRect">
                <a:avLst>
                  <a:gd name="adj" fmla="val 50000"/>
                </a:avLst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4" name="グラフィックス 43" descr="矢印: 時計回りの曲線 単色塗りつぶし">
                <a:extLst>
                  <a:ext uri="{FF2B5EF4-FFF2-40B4-BE49-F238E27FC236}">
                    <ns2:creationId id="{FACC8F54-7815-2F6A-15AE-B9A8C73E22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1449650" y="5539224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46" name="グラフィックス 45" descr="矢印: 時計回りの曲線 単色塗りつぶし">
                <a:extLst>
                  <a:ext uri="{FF2B5EF4-FFF2-40B4-BE49-F238E27FC236}">
                    <ns2:creationId id="{E12117F6-C0C3-0309-D2B4-EDFE06DEC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2793534" y="5531737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48" name="グラフィックス 47" descr="矢印: 時計回りの曲線 単色塗りつぶし">
                <a:extLst>
                  <a:ext uri="{FF2B5EF4-FFF2-40B4-BE49-F238E27FC236}">
                    <ns2:creationId id="{B16ACECE-6810-6DF4-EFB6-C1F82A101B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407918" y="5784529"/>
                <a:ext cx="180000" cy="180000"/>
              </a:xfrm>
              <a:prstGeom prst="rect">
                <a:avLst/>
              </a:prstGeom>
            </p:spPr>
          </p:pic>
          <p:sp>
            <p:nvSpPr>
              <p:cNvPr id="52" name="Text 4">
                <a:extLst>
                  <a:ext uri="{FF2B5EF4-FFF2-40B4-BE49-F238E27FC236}">
                    <ns2:creationId id="{987AF748-5B71-493B-02A2-5D40C3ECF40B}"/>
                  </a:ext>
                </a:extLst>
              </p:cNvPr>
              <p:cNvSpPr txBox="1"/>
              <p:nvPr/>
            </p:nvSpPr>
            <p:spPr>
              <a:xfrm>
                <a:off x="632460" y="5768435"/>
                <a:ext cx="436245" cy="208407"/>
              </a:xfrm>
              <a:prstGeom prst="roundRect">
                <a:avLst>
                  <a:gd name="adj" fmla="val 11182"/>
                </a:avLst>
              </a:prstGeom>
              <a:solidFill>
                <a:srgbClr val="C5E0B4">
                  <a:alpha val="50000"/>
                </a:srgbClr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4">
                <a:extLst>
                  <a:ext uri="{FF2B5EF4-FFF2-40B4-BE49-F238E27FC236}">
                    <ns2:creationId id="{F9297DC0-959E-6DAE-79FA-AA92AB3D8C87}"/>
                  </a:ext>
                </a:extLst>
              </p:cNvPr>
              <p:cNvSpPr txBox="1"/>
              <p:nvPr/>
            </p:nvSpPr>
            <p:spPr>
              <a:xfrm>
                <a:off x="632459" y="6059472"/>
                <a:ext cx="436245" cy="151145"/>
              </a:xfrm>
              <a:prstGeom prst="roundRect">
                <a:avLst>
                  <a:gd name="adj" fmla="val 11182"/>
                </a:avLst>
              </a:prstGeom>
              <a:solidFill>
                <a:srgbClr val="C5E0B4">
                  <a:alpha val="50000"/>
                </a:srgbClr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56" name="グラフィックス 55" descr="矢印: 時計回りの曲線 単色塗りつぶし">
                <a:extLst>
                  <a:ext uri="{FF2B5EF4-FFF2-40B4-BE49-F238E27FC236}">
                    <ns2:creationId id="{97A69346-7B51-77DA-DC14-3F92E561C0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 flipH="1">
                <a:off x="405623" y="6049240"/>
                <a:ext cx="180000" cy="180000"/>
              </a:xfrm>
              <a:prstGeom prst="rect">
                <a:avLst/>
              </a:prstGeom>
            </p:spPr>
          </p:pic>
        </p:grpSp>
        <p:grpSp>
          <p:nvGrpSpPr>
            <p:cNvPr id="39" name="グループ化 38">
              <a:extLst>
                <a:ext uri="{FF2B5EF4-FFF2-40B4-BE49-F238E27FC236}">
                  <ns2:creationId id="{D88D9AFF-2280-7CC9-C591-885C93052EF0}"/>
                </a:ext>
              </a:extLst>
            </p:cNvPr>
            <p:cNvGrpSpPr/>
            <p:nvPr/>
          </p:nvGrpSpPr>
          <p:grpSpPr>
            <a:xfrm>
              <a:off x="6096672" y="5133946"/>
              <a:ext cx="5760366" cy="1174780"/>
              <a:chOff x="6096672" y="5133946"/>
              <a:chExt cx="5760366" cy="1174780"/>
            </a:xfrm>
          </p:grpSpPr>
          <p:grpSp>
            <p:nvGrpSpPr>
              <p:cNvPr id="8" name="グループ化 7">
                <a:extLst>
                  <a:ext uri="{FF2B5EF4-FFF2-40B4-BE49-F238E27FC236}">
                    <ns2:creationId id="{BF7DAB54-1041-823D-45A2-C928B63CF359}"/>
                  </a:ext>
                </a:extLst>
              </p:cNvPr>
              <p:cNvGrpSpPr/>
              <p:nvPr/>
            </p:nvGrpSpPr>
            <p:grpSpPr>
              <a:xfrm>
                <a:off x="6102096" y="5314990"/>
                <a:ext cx="5754942" cy="993736"/>
                <a:chOff x="6102096" y="5314990"/>
                <a:chExt cx="5754942" cy="993736"/>
              </a:xfrm>
            </p:grpSpPr>
            <p:sp>
              <p:nvSpPr>
                <p:cNvPr id="115" name="正方形/長方形 114">
                  <a:extLst>
                    <a:ext uri="{FF2B5EF4-FFF2-40B4-BE49-F238E27FC236}">
                      <ns2:creationId id="{BD80B22F-B13A-0422-6F66-5D9827E84B7B}"/>
                    </a:ext>
                  </a:extLst>
                </p:cNvPr>
                <p:cNvSpPr/>
                <p:nvPr/>
              </p:nvSpPr>
              <p:spPr>
                <a:xfrm>
                  <a:off x="6102096" y="5314990"/>
                  <a:ext cx="444698" cy="494535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16" name="正方形/長方形 115">
                  <a:extLst>
                    <a:ext uri="{FF2B5EF4-FFF2-40B4-BE49-F238E27FC236}">
                      <ns2:creationId id="{B15839BC-4A93-B646-964F-2E368F2DE4F5}"/>
                    </a:ext>
                  </a:extLst>
                </p:cNvPr>
                <p:cNvSpPr/>
                <p:nvPr/>
              </p:nvSpPr>
              <p:spPr>
                <a:xfrm>
                  <a:off x="6579871" y="5314990"/>
                  <a:ext cx="2421890" cy="494535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</a:p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17" name="正方形/長方形 116">
                  <a:extLst>
                    <a:ext uri="{FF2B5EF4-FFF2-40B4-BE49-F238E27FC236}">
                      <ns2:creationId id="{BFFDD728-729A-E208-BE3E-0FFCE6234FF0}"/>
                    </a:ext>
                  </a:extLst>
                </p:cNvPr>
                <p:cNvSpPr/>
                <p:nvPr/>
              </p:nvSpPr>
              <p:spPr>
                <a:xfrm>
                  <a:off x="9244219" y="5314990"/>
                  <a:ext cx="2612816" cy="494535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spcAft>
                      <a:spcPts val="400"/>
                    </a:spcAft>
                    <a:buSzPct val="100000"/>
                  </a:pP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・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。</a:t>
                  </a:r>
                  <a:b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sz="7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「</a:t>
                  </a:r>
                  <a:r>
                    <a:rPr lang="en-US" sz="75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2" name="二等辺三角形 121">
                  <a:extLst>
                    <a:ext uri="{FF2B5EF4-FFF2-40B4-BE49-F238E27FC236}">
                      <ns2:creationId id="{A7F4AA73-29A4-EE4E-2413-957309663D13}"/>
                    </a:ext>
                  </a:extLst>
                </p:cNvPr>
                <p:cNvSpPr/>
                <p:nvPr/>
              </p:nvSpPr>
              <p:spPr>
                <a:xfrm rot="5400000">
                  <a:off x="8926121" y="5515391"/>
                  <a:ext cx="401356" cy="91201"/>
                </a:xfrm>
                <a:prstGeom prst="triangle">
                  <a:avLst/>
                </a:prstGeom>
                <a:solidFill>
                  <a:schemeClr val="bg1">
                    <a:lumMod val="85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3" name="正方形/長方形 122">
                  <a:extLst>
                    <a:ext uri="{FF2B5EF4-FFF2-40B4-BE49-F238E27FC236}">
                      <ns2:creationId id="{177E9FC1-E98A-E1DE-7363-7A6237A725C6}"/>
                    </a:ext>
                  </a:extLst>
                </p:cNvPr>
                <p:cNvSpPr/>
                <p:nvPr/>
              </p:nvSpPr>
              <p:spPr>
                <a:xfrm>
                  <a:off x="6103620" y="5859314"/>
                  <a:ext cx="444698" cy="449412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0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127" name="グループ化 126">
                  <a:extLst>
                    <a:ext uri="{FF2B5EF4-FFF2-40B4-BE49-F238E27FC236}">
                      <ns2:creationId id="{444426B9-22D7-6946-9F05-DB5AE61C13F0}"/>
                    </a:ext>
                  </a:extLst>
                </p:cNvPr>
                <p:cNvGrpSpPr/>
                <p:nvPr/>
              </p:nvGrpSpPr>
              <p:grpSpPr>
                <a:xfrm>
                  <a:off x="6579871" y="5859314"/>
                  <a:ext cx="1664969" cy="449411"/>
                  <a:chOff x="6579871" y="5859314"/>
                  <a:chExt cx="1291589" cy="449411"/>
                </a:xfrm>
              </p:grpSpPr>
              <p:sp>
                <p:nvSpPr>
                  <p:cNvPr id="124" name="正方形/長方形 123">
                    <a:extLst>
                      <a:ext uri="{FF2B5EF4-FFF2-40B4-BE49-F238E27FC236}">
                        <ns2:creationId id="{722E099F-5E1D-1D58-E470-75B0B208908D}"/>
                      </a:ext>
                    </a:extLst>
                  </p:cNvPr>
                  <p:cNvSpPr/>
                  <p:nvPr/>
                </p:nvSpPr>
                <p:spPr>
                  <a:xfrm>
                    <a:off x="6581395" y="5859314"/>
                    <a:ext cx="1290065" cy="180000"/>
                  </a:xfrm>
                  <a:prstGeom prst="rect">
                    <a:avLst/>
                  </a:prstGeom>
                  <a:solidFill>
                    <a:srgbClr val="008D2E">
                      <a:alpha val="20000"/>
                    </a:srgbClr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buClr>
                        <a:srgbClr val="008D2E"/>
                      </a:buClr>
                      <a:buSzPct val="100000"/>
                    </a:pPr>
                    <a:r>
                      <a:rPr lang="ja-JP" altLang="en-US" sz="8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8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25" name="正方形/長方形 124">
                    <a:extLst>
                      <a:ext uri="{FF2B5EF4-FFF2-40B4-BE49-F238E27FC236}">
                        <ns2:creationId id="{7F330EBD-BE2F-F74A-4BD9-15FC38216124}"/>
                      </a:ext>
                    </a:extLst>
                  </p:cNvPr>
                  <p:cNvSpPr/>
                  <p:nvPr/>
                </p:nvSpPr>
                <p:spPr>
                  <a:xfrm>
                    <a:off x="6579871" y="6020413"/>
                    <a:ext cx="1290065" cy="288312"/>
                  </a:xfrm>
                  <a:prstGeom prst="rect">
                    <a:avLst/>
                  </a:prstGeom>
                  <a:noFill/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buClr>
                        <a:srgbClr val="008D2E"/>
                      </a:buClr>
                      <a:buSzPct val="100000"/>
                    </a:pPr>
                    <a:r>
                      <a:rPr lang="en-US" sz="900" err="1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en-US" sz="9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sp>
              <p:nvSpPr>
                <p:cNvPr id="126" name="正方形/長方形 125">
                  <a:extLst>
                    <a:ext uri="{FF2B5EF4-FFF2-40B4-BE49-F238E27FC236}">
                      <ns2:creationId id="{AA2FFBE9-FD01-84C6-F5E8-268D366140FB}"/>
                    </a:ext>
                  </a:extLst>
                </p:cNvPr>
                <p:cNvSpPr/>
                <p:nvPr/>
              </p:nvSpPr>
              <p:spPr>
                <a:xfrm>
                  <a:off x="8326120" y="5859312"/>
                  <a:ext cx="3530918" cy="44941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「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72000" indent="-72000">
                    <a:buClr>
                      <a:srgbClr val="008D2E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　※</a:t>
                  </a:r>
                  <a:r>
                    <a:rPr lang="en-US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6" name="グループ化 5">
                <a:extLst>
                  <a:ext uri="{FF2B5EF4-FFF2-40B4-BE49-F238E27FC236}">
                    <ns2:creationId id="{47A6D620-8807-E449-8A46-6FA7E69842AC}"/>
                  </a:ext>
                </a:extLst>
              </p:cNvPr>
              <p:cNvGrpSpPr/>
              <p:nvPr/>
            </p:nvGrpSpPr>
            <p:grpSpPr>
              <a:xfrm>
                <a:off x="6096672" y="5133946"/>
                <a:ext cx="5760365" cy="184763"/>
                <a:chOff x="6096672" y="5133946"/>
                <a:chExt cx="5760365" cy="184763"/>
              </a:xfrm>
            </p:grpSpPr>
            <p:cxnSp>
              <p:nvCxnSpPr>
                <p:cNvPr id="128" name="直線コネクタ 10">
                  <a:extLst>
                    <a:ext uri="{FF2B5EF4-FFF2-40B4-BE49-F238E27FC236}">
                      <ns2:creationId id="{D9D3B3AA-F291-42E0-9132-A828B627F5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672" y="5226328"/>
                  <a:ext cx="5760365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9" name="グループ化 11">
                  <a:extLst>
                    <a:ext uri="{FF2B5EF4-FFF2-40B4-BE49-F238E27FC236}">
                      <ns2:creationId id="{1D85F27F-EAD9-47C3-8AA5-13F77033FF5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 rot="5400000">
                  <a:off x="8884473" y="5136328"/>
                  <a:ext cx="184763" cy="180000"/>
                  <a:chOff x="4481975" y="4552638"/>
                  <a:chExt cx="369527" cy="360000"/>
                </a:xfrm>
              </p:grpSpPr>
              <p:sp>
                <p:nvSpPr>
                  <p:cNvPr id="130" name="円/楕円 8">
                    <a:extLst>
                      <a:ext uri="{FF2B5EF4-FFF2-40B4-BE49-F238E27FC236}">
                        <ns2:creationId id="{B99C187C-D859-48B8-97AB-B0290822608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6200000">
                    <a:off x="4481975" y="4552638"/>
                    <a:ext cx="360000" cy="360000"/>
                  </a:xfrm>
                  <a:prstGeom prst="ellipse">
                    <a:avLst/>
                  </a:prstGeom>
                  <a:solidFill>
                    <a:srgbClr val="008D2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131" name="グラフィックス 13">
                    <a:extLst>
                      <a:ext uri="{FF2B5EF4-FFF2-40B4-BE49-F238E27FC236}">
                        <ns2:creationId id="{8FF06CB3-69B7-45CA-8270-BF88E6DF2211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>
                    <a:off x="4491502" y="4552638"/>
                    <a:ext cx="360000" cy="360000"/>
                  </a:xfrm>
                  <a:prstGeom prst="rect">
                    <a:avLst/>
                  </a:prstGeom>
                </p:spPr>
              </p:pic>
            </p:grpSp>
          </p:grpSp>
        </p:grpSp>
      </p:grpSp>
      <p:sp>
        <p:nvSpPr>
          <p:cNvPr id="132" name="Textfeld 2"/>
          <p:cNvSpPr txBox="1"/>
          <p:nvPr/>
        </p:nvSpPr>
        <p:spPr bwMode="auto">
          <a:xfrm>
            <a:off x="346074" y="6365157"/>
            <a:ext cx="10559760" cy="19581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046294"/>
              </a:buClr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  <a:r>
              <a:rPr lang="en-US" sz="800" err="1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itchFamily="34" charset="0"/>
              </a:rPr>
              <a:t>XX</a:t>
            </a:r>
          </a:p>
        </p:txBody>
      </p:sp>
    </p:spTree>
    <p:extLst>
      <p:ext uri="{BB962C8B-B14F-4D97-AF65-F5344CB8AC3E}">
        <ns6:creationId val="740766644"/>
      </p:ext>
    </p:extLst>
  </p:cSld>
  <p:clrMapOvr>
    <a:masterClrMapping/>
  </p:clrMapOvr>
</p:sld>
</file>

<file path=ppt/slides/slide27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983D2AA-B551-A86F-7956-9CF70FBF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E3B5720-955A-7BB4-3F77-632B1B44E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018CF9A-8FAF-A406-CB44-9A11E8B83B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0DDA200A-D02E-0B98-3DD6-C7FCA33A720D}"/>
              </a:ext>
            </a:extLst>
          </p:cNvPr>
          <p:cNvGrpSpPr/>
          <p:nvPr/>
        </p:nvGrpSpPr>
        <p:grpSpPr>
          <a:xfrm>
            <a:off x="334962" y="5100624"/>
            <a:ext cx="11522076" cy="1208100"/>
            <a:chOff x="334962" y="5100624"/>
            <a:chExt cx="11522076" cy="1208100"/>
          </a:xfrm>
        </p:grpSpPr>
        <p:sp>
          <p:nvSpPr>
            <p:cNvPr id="6" name="正方形/長方形 5">
              <a:extLst>
                <a:ext uri="{FF2B5EF4-FFF2-40B4-BE49-F238E27FC236}">
                  <ns2:creationId id="{B44CB09D-D3A3-8211-0E76-6EEADBD82455}"/>
                </a:ext>
              </a:extLst>
            </p:cNvPr>
            <p:cNvSpPr/>
            <p:nvPr/>
          </p:nvSpPr>
          <p:spPr>
            <a:xfrm>
              <a:off x="334962" y="5303520"/>
              <a:ext cx="11522076" cy="100520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四角形: 角を丸くする 82">
              <a:extLst>
                <a:ext uri="{FF2B5EF4-FFF2-40B4-BE49-F238E27FC236}">
                  <ns2:creationId id="{969C6032-A98F-ACA6-3F03-FFD24FB26952}"/>
                </a:ext>
              </a:extLst>
            </p:cNvPr>
            <p:cNvSpPr/>
            <p:nvPr/>
          </p:nvSpPr>
          <p:spPr>
            <a:xfrm>
              <a:off x="507668" y="5100624"/>
              <a:ext cx="3373306" cy="357022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6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92C7583C-90E2-11F0-6FAE-AD1D1F06E206}"/>
                </a:ext>
              </a:extLst>
            </p:cNvPr>
            <p:cNvGrpSpPr/>
            <p:nvPr/>
          </p:nvGrpSpPr>
          <p:grpSpPr>
            <a:xfrm>
              <a:off x="420343" y="5507537"/>
              <a:ext cx="11351314" cy="703651"/>
              <a:chOff x="420343" y="5507537"/>
              <a:chExt cx="11351314" cy="70365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480319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6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3307803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7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6135287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8962771" y="5554629"/>
                <a:ext cx="2808886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Text 20">
                <a:extLst>
                  <a:ext uri="{FF2B5EF4-FFF2-40B4-BE49-F238E27FC236}">
                    <ns2:creationId id="{98E880F9-E556-C370-B80D-A7D119E8EC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034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</a:p>
            </p:txBody>
          </p:sp>
          <p:sp>
            <p:nvSpPr>
              <p:cNvPr id="30" name="Text 33">
                <a:extLst>
                  <a:ext uri="{FF2B5EF4-FFF2-40B4-BE49-F238E27FC236}">
                    <ns2:creationId id="{C02916C9-1E3E-0A48-8485-92EC1436576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3431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</a:p>
            </p:txBody>
          </p:sp>
          <p:sp>
            <p:nvSpPr>
              <p:cNvPr id="32" name="Text 33">
                <a:extLst>
                  <a:ext uri="{FF2B5EF4-FFF2-40B4-BE49-F238E27FC236}">
                    <ns2:creationId id="{79C9424A-8703-FFCB-2CB6-0B47717387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80329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</a:p>
            </p:txBody>
          </p:sp>
          <p:sp>
            <p:nvSpPr>
              <p:cNvPr id="34" name="Text 33">
                <a:extLst>
                  <a:ext uri="{FF2B5EF4-FFF2-40B4-BE49-F238E27FC236}">
                    <ns2:creationId id="{413F2CE6-E0D2-3A30-E6D0-735144E0B4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10028" y="5507538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</a:p>
            </p:txBody>
          </p:sp>
        </p:grpSp>
      </p:grpSp>
      <p:grpSp>
        <p:nvGrpSpPr>
          <p:cNvPr id="31" name="グループ化 30">
            <a:extLst>
              <a:ext uri="{FF2B5EF4-FFF2-40B4-BE49-F238E27FC236}">
                <ns2:creationId id="{9FC26D3D-3201-CBEF-DF11-93ED673AB62B}"/>
              </a:ext>
            </a:extLst>
          </p:cNvPr>
          <p:cNvGrpSpPr/>
          <p:nvPr/>
        </p:nvGrpSpPr>
        <p:grpSpPr>
          <a:xfrm>
            <a:off x="4231479" y="1637456"/>
            <a:ext cx="3729042" cy="3365631"/>
            <a:chOff x="4231479" y="1637456"/>
            <a:chExt cx="3729042" cy="3365631"/>
          </a:xfrm>
        </p:grpSpPr>
        <p:sp>
          <p:nvSpPr>
            <p:cNvPr id="94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4231480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正方形/長方形 80">
              <a:extLst>
                <a:ext uri="{FF2B5EF4-FFF2-40B4-BE49-F238E27FC236}">
                  <ns2:creationId id="{9B11330F-574B-B4F0-FD0B-38D8E7020C40}"/>
                </a:ext>
              </a:extLst>
            </p:cNvPr>
            <p:cNvSpPr/>
            <p:nvPr/>
          </p:nvSpPr>
          <p:spPr>
            <a:xfrm>
              <a:off x="4241804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四角形: 角を丸くする 6">
              <a:extLst>
                <a:ext uri="{FF2B5EF4-FFF2-40B4-BE49-F238E27FC236}">
                  <ns2:creationId id="{417D27FC-A933-28A1-F235-4173C0983941}"/>
                </a:ext>
              </a:extLst>
            </p:cNvPr>
            <p:cNvSpPr/>
            <p:nvPr/>
          </p:nvSpPr>
          <p:spPr>
            <a:xfrm>
              <a:off x="4231479" y="2414844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0F94AB5B-C60F-1B59-C40B-0427AB24DAB7}"/>
                </a:ext>
              </a:extLst>
            </p:cNvPr>
            <p:cNvSpPr/>
            <p:nvPr/>
          </p:nvSpPr>
          <p:spPr>
            <a:xfrm>
              <a:off x="4231479" y="3302992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BB976C45-41E1-8BFF-06E0-18822000821A}"/>
                </a:ext>
              </a:extLst>
            </p:cNvPr>
            <p:cNvSpPr/>
            <p:nvPr/>
          </p:nvSpPr>
          <p:spPr>
            <a:xfrm>
              <a:off x="4231479" y="4191139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6" name="グラフィックス 35" descr="繰り返し 単色塗りつぶし">
              <a:extLst>
                <a:ext uri="{FF2B5EF4-FFF2-40B4-BE49-F238E27FC236}">
                  <ns2:creationId id="{4DD82B0A-4782-8F8F-8237-9759C37402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385739" y="1653778"/>
              <a:ext cx="291356" cy="291356"/>
            </a:xfrm>
            <a:prstGeom prst="rect">
              <a:avLst/>
            </a:prstGeom>
          </p:spPr>
        </p:pic>
      </p:grpSp>
      <p:grpSp>
        <p:nvGrpSpPr>
          <p:cNvPr id="27" name="グループ化 26">
            <a:extLst>
              <a:ext uri="{FF2B5EF4-FFF2-40B4-BE49-F238E27FC236}">
                <ns2:creationId id="{B58CC62F-1739-28F8-B1EB-20BC49192014}"/>
              </a:ext>
            </a:extLst>
          </p:cNvPr>
          <p:cNvGrpSpPr/>
          <p:nvPr/>
        </p:nvGrpSpPr>
        <p:grpSpPr>
          <a:xfrm>
            <a:off x="334962" y="1637456"/>
            <a:ext cx="3729042" cy="3365632"/>
            <a:chOff x="334962" y="1637456"/>
            <a:chExt cx="3729042" cy="3365632"/>
          </a:xfrm>
        </p:grpSpPr>
        <p:sp>
          <p:nvSpPr>
            <p:cNvPr id="81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334963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76278CDF-CCF1-B2C6-9632-879C97D11BC0}"/>
                </a:ext>
              </a:extLst>
            </p:cNvPr>
            <p:cNvSpPr/>
            <p:nvPr/>
          </p:nvSpPr>
          <p:spPr>
            <a:xfrm>
              <a:off x="345287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2414844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420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3302992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4191140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0" name="グラフィックス 39" descr="慈善 単色塗りつぶし">
              <a:extLst>
                <a:ext uri="{FF2B5EF4-FFF2-40B4-BE49-F238E27FC236}">
                  <ns2:creationId id="{5F11D566-8D08-B83F-5050-2DE142C85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731728" y="2935436"/>
              <a:ext cx="291356" cy="291356"/>
            </a:xfrm>
            <a:prstGeom prst="rect">
              <a:avLst/>
            </a:prstGeom>
          </p:spPr>
        </p:pic>
        <p:pic>
          <p:nvPicPr>
            <p:cNvPr id="42" name="グラフィックス 41" descr="的中 単色塗りつぶし">
              <a:extLst>
                <a:ext uri="{FF2B5EF4-FFF2-40B4-BE49-F238E27FC236}">
                  <ns2:creationId id="{DE4B6B32-A17C-1C15-D2D8-A43DDDBDFB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07668" y="1653778"/>
              <a:ext cx="291356" cy="291356"/>
            </a:xfrm>
            <a:prstGeom prst="rect">
              <a:avLst/>
            </a:prstGeom>
          </p:spPr>
        </p:pic>
        <p:pic>
          <p:nvPicPr>
            <p:cNvPr id="44" name="グラフィックス 43" descr="ターゲット 単色塗りつぶし">
              <a:extLst>
                <a:ext uri="{FF2B5EF4-FFF2-40B4-BE49-F238E27FC236}">
                  <ns2:creationId id="{33D6A359-D38C-8C11-2622-8DDF942F71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731729" y="4711731"/>
              <a:ext cx="291356" cy="291356"/>
            </a:xfrm>
            <a:prstGeom prst="rect">
              <a:avLst/>
            </a:prstGeom>
          </p:spPr>
        </p:pic>
        <p:pic>
          <p:nvPicPr>
            <p:cNvPr id="46" name="グラフィックス 45" descr="フラグ 単色塗りつぶし">
              <a:extLst>
                <a:ext uri="{FF2B5EF4-FFF2-40B4-BE49-F238E27FC236}">
                  <ns2:creationId id="{2BA90FA5-BEA2-A153-0D39-3D8B6A7A3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731728" y="3823583"/>
              <a:ext cx="291356" cy="291356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ns2:creationId id="{E6CA1C2A-963E-DBE1-DD5E-C30C531F7C6E}"/>
              </a:ext>
            </a:extLst>
          </p:cNvPr>
          <p:cNvGrpSpPr/>
          <p:nvPr/>
        </p:nvGrpSpPr>
        <p:grpSpPr>
          <a:xfrm>
            <a:off x="8127997" y="1637456"/>
            <a:ext cx="3729041" cy="3365630"/>
            <a:chOff x="8127997" y="1637456"/>
            <a:chExt cx="3729041" cy="3365630"/>
          </a:xfrm>
        </p:grpSpPr>
        <p:sp>
          <p:nvSpPr>
            <p:cNvPr id="95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8127997" y="1637456"/>
              <a:ext cx="372904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正方形/長方形 80">
              <a:extLst>
                <a:ext uri="{FF2B5EF4-FFF2-40B4-BE49-F238E27FC236}">
                  <ns2:creationId id="{FB052DB8-1956-D715-5626-9089E4FE391C}"/>
                </a:ext>
              </a:extLst>
            </p:cNvPr>
            <p:cNvSpPr/>
            <p:nvPr/>
          </p:nvSpPr>
          <p:spPr>
            <a:xfrm>
              <a:off x="8138321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2414844"/>
              <a:ext cx="3729040" cy="1352118"/>
            </a:xfrm>
            <a:prstGeom prst="roundRect">
              <a:avLst>
                <a:gd name="adj" fmla="val 2020"/>
              </a:avLst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/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3940456"/>
              <a:ext cx="3729040" cy="1062630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>
                <a:spcAft>
                  <a:spcPts val="4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F815D6D4-2056-F84A-4E5F-778291752D8A}"/>
                </a:ext>
              </a:extLst>
            </p:cNvPr>
            <p:cNvSpPr/>
            <p:nvPr/>
          </p:nvSpPr>
          <p:spPr>
            <a:xfrm>
              <a:off x="8176257" y="2714713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" name="table_TWformat_txt_1_1">
              <a:extLst>
                <a:ext uri="{FF2B5EF4-FFF2-40B4-BE49-F238E27FC236}">
                  <ns2:creationId id="{74352AC7-1E7B-F986-4B67-81BB1EB29F5C}"/>
                </a:ext>
              </a:extLst>
            </p:cNvPr>
            <p:cNvSpPr/>
            <p:nvPr/>
          </p:nvSpPr>
          <p:spPr>
            <a:xfrm>
              <a:off x="8176256" y="3247162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" name="table_TWformat_txt_1_1">
              <a:extLst>
                <a:ext uri="{FF2B5EF4-FFF2-40B4-BE49-F238E27FC236}">
                  <ns2:creationId id="{72B26449-2F6E-CFF4-D431-907FACB07BC1}"/>
                </a:ext>
              </a:extLst>
            </p:cNvPr>
            <p:cNvSpPr/>
            <p:nvPr/>
          </p:nvSpPr>
          <p:spPr>
            <a:xfrm>
              <a:off x="9076256" y="2714713"/>
              <a:ext cx="2780781" cy="4544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8" name="table_TWformat_txt_1_1">
              <a:extLst>
                <a:ext uri="{FF2B5EF4-FFF2-40B4-BE49-F238E27FC236}">
                  <ns2:creationId id="{7E61A94D-BE27-EB1B-0714-AF4C0485209C}"/>
                </a:ext>
              </a:extLst>
            </p:cNvPr>
            <p:cNvSpPr/>
            <p:nvPr/>
          </p:nvSpPr>
          <p:spPr>
            <a:xfrm>
              <a:off x="9076256" y="3247162"/>
              <a:ext cx="2780782" cy="4544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23" name="グループ化 22">
              <a:extLst>
                <a:ext uri="{FF2B5EF4-FFF2-40B4-BE49-F238E27FC236}">
                  <ns2:creationId id="{2B84A7CC-6F11-8B9F-D33A-274DB4A5A178}"/>
                </a:ext>
              </a:extLst>
            </p:cNvPr>
            <p:cNvGrpSpPr/>
            <p:nvPr/>
          </p:nvGrpSpPr>
          <p:grpSpPr>
            <a:xfrm>
              <a:off x="8127997" y="2238471"/>
              <a:ext cx="351615" cy="351615"/>
              <a:chOff x="8111873" y="2220890"/>
              <a:chExt cx="386777" cy="386777"/>
            </a:xfrm>
          </p:grpSpPr>
          <p:sp>
            <p:nvSpPr>
              <p:cNvPr id="19" name="楕円 18">
                <a:extLst>
                  <a:ext uri="{FF2B5EF4-FFF2-40B4-BE49-F238E27FC236}">
                    <ns2:creationId id="{2B1F67C1-67F6-F831-F8C5-4DC0BC2B6C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11873" y="222089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楕円 21">
                <a:extLst>
                  <a:ext uri="{FF2B5EF4-FFF2-40B4-BE49-F238E27FC236}">
                    <ns2:creationId id="{92704F72-E1C0-446D-4F8E-7E37825A0F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97262" y="2306278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rgbClr val="008D2E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26" name="グループ化 25">
              <a:extLst>
                <a:ext uri="{FF2B5EF4-FFF2-40B4-BE49-F238E27FC236}">
                  <ns2:creationId id="{54A6B8B4-F640-3C1D-F7D5-12355B655120}"/>
                </a:ext>
              </a:extLst>
            </p:cNvPr>
            <p:cNvGrpSpPr/>
            <p:nvPr/>
          </p:nvGrpSpPr>
          <p:grpSpPr>
            <a:xfrm>
              <a:off x="8127997" y="3807091"/>
              <a:ext cx="351615" cy="351615"/>
              <a:chOff x="8127997" y="3789510"/>
              <a:chExt cx="386777" cy="386777"/>
            </a:xfrm>
          </p:grpSpPr>
          <p:sp>
            <p:nvSpPr>
              <p:cNvPr id="20" name="楕円 19">
                <a:extLst>
                  <a:ext uri="{FF2B5EF4-FFF2-40B4-BE49-F238E27FC236}">
                    <ns2:creationId id="{93F9DD25-4B76-4F98-65ED-CFDD6923CD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27997" y="378951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乗算記号 24">
                <a:extLst>
                  <a:ext uri="{FF2B5EF4-FFF2-40B4-BE49-F238E27FC236}">
                    <ns2:creationId id="{AF78D0E6-4817-DB99-7CCB-7BD81654A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58669" y="3820182"/>
                <a:ext cx="325431" cy="325431"/>
              </a:xfrm>
              <a:prstGeom prst="mathMultiply">
                <a:avLst>
                  <a:gd name="adj1" fmla="val 13985"/>
                </a:avLst>
              </a:prstGeom>
              <a:solidFill>
                <a:schemeClr val="bg1">
                  <a:lumMod val="75000"/>
                </a:schemeClr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pic>
          <p:nvPicPr>
            <p:cNvPr id="48" name="グラフィックス 47" descr="クリップボード: 混合 単色塗りつぶし">
              <a:extLst>
                <a:ext uri="{FF2B5EF4-FFF2-40B4-BE49-F238E27FC236}">
                  <ns2:creationId id="{AD4C9A97-7689-1209-56A0-B92CB34990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288939" y="1653778"/>
              <a:ext cx="291356" cy="29135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905660929"/>
      </p:ext>
    </p:extLst>
  </p:cSld>
  <p:clrMapOvr>
    <a:masterClrMapping/>
  </p:clrMapOvr>
</p:sld>
</file>

<file path=ppt/slides/slide27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526021-7E39-78C2-67D0-CCD07A6DF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A263F10-C46A-24C5-54AD-C53BD76E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214D8A5-0C85-1AFB-6814-4B5B444A30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12" name="グループ化 11">
            <a:extLst>
              <a:ext uri="{FF2B5EF4-FFF2-40B4-BE49-F238E27FC236}">
                <ns2:creationId id="{31913C15-6E75-D801-AEA7-223DD63F2C8E}"/>
              </a:ext>
            </a:extLst>
          </p:cNvPr>
          <p:cNvGrpSpPr/>
          <p:nvPr/>
        </p:nvGrpSpPr>
        <p:grpSpPr>
          <a:xfrm>
            <a:off x="334962" y="1630458"/>
            <a:ext cx="1117319" cy="315573"/>
            <a:chOff x="334962" y="1630458"/>
            <a:chExt cx="1117319" cy="315573"/>
          </a:xfrm>
        </p:grpSpPr>
        <p:sp>
          <p:nvSpPr>
            <p:cNvPr id="21" name="table_TWformat_txt_1_1">
              <a:extLst>
                <a:ext uri="{FF2B5EF4-FFF2-40B4-BE49-F238E27FC236}">
                  <ns2:creationId id="{0DCFDD7B-48DD-A8CE-7E71-F4E95A7FBC81}"/>
                </a:ext>
              </a:extLst>
            </p:cNvPr>
            <p:cNvSpPr/>
            <p:nvPr/>
          </p:nvSpPr>
          <p:spPr>
            <a:xfrm>
              <a:off x="334962" y="1630458"/>
              <a:ext cx="1117319" cy="31557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37" name="グラフィックス 36" descr="フラグ 単色塗りつぶし">
              <a:extLst>
                <a:ext uri="{FF2B5EF4-FFF2-40B4-BE49-F238E27FC236}">
                  <ns2:creationId id="{775320A7-7BB0-5DB0-B516-93BD049496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81854" y="1661301"/>
              <a:ext cx="253885" cy="253885"/>
            </a:xfrm>
            <a:prstGeom prst="rect">
              <a:avLst/>
            </a:prstGeom>
          </p:spPr>
        </p:pic>
      </p:grpSp>
      <p:grpSp>
        <p:nvGrpSpPr>
          <p:cNvPr id="9" name="グループ化 8">
            <a:extLst>
              <a:ext uri="{FF2B5EF4-FFF2-40B4-BE49-F238E27FC236}">
                <ns2:creationId id="{6FC7BD07-95CC-1A2B-43FC-047522131415}"/>
              </a:ext>
            </a:extLst>
          </p:cNvPr>
          <p:cNvGrpSpPr/>
          <p:nvPr/>
        </p:nvGrpSpPr>
        <p:grpSpPr>
          <a:xfrm>
            <a:off x="334963" y="2020715"/>
            <a:ext cx="3079289" cy="948813"/>
            <a:chOff x="334963" y="2020715"/>
            <a:chExt cx="3079289" cy="948813"/>
          </a:xfrm>
        </p:grpSpPr>
        <p:sp>
          <p:nvSpPr>
            <p:cNvPr id="55" name="四角形: 角を丸くする 54">
              <a:extLst>
                <a:ext uri="{FF2B5EF4-FFF2-40B4-BE49-F238E27FC236}">
                  <ns2:creationId id="{A7FEC568-7A56-9308-3D42-2419A0B717D6}"/>
                </a:ext>
              </a:extLst>
            </p:cNvPr>
            <p:cNvSpPr/>
            <p:nvPr/>
          </p:nvSpPr>
          <p:spPr>
            <a:xfrm>
              <a:off x="334963" y="2151465"/>
              <a:ext cx="3079289" cy="818063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四角形: 角を丸くする 52">
              <a:extLst>
                <a:ext uri="{FF2B5EF4-FFF2-40B4-BE49-F238E27FC236}">
                  <ns2:creationId id="{CE05A229-EBF6-2694-9476-0852F7DC0EC3}"/>
                </a:ext>
              </a:extLst>
            </p:cNvPr>
            <p:cNvSpPr/>
            <p:nvPr/>
          </p:nvSpPr>
          <p:spPr>
            <a:xfrm>
              <a:off x="393954" y="2020715"/>
              <a:ext cx="771169" cy="213666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ns2:creationId id="{88ECA43C-7A34-05DA-FA22-ACF1309219CE}"/>
              </a:ext>
            </a:extLst>
          </p:cNvPr>
          <p:cNvGrpSpPr/>
          <p:nvPr/>
        </p:nvGrpSpPr>
        <p:grpSpPr>
          <a:xfrm>
            <a:off x="334962" y="1630457"/>
            <a:ext cx="11534311" cy="4678267"/>
            <a:chOff x="334962" y="1630457"/>
            <a:chExt cx="11534311" cy="4678267"/>
          </a:xfrm>
        </p:grpSpPr>
        <p:grpSp>
          <p:nvGrpSpPr>
            <p:cNvPr id="39" name="グループ化 38">
              <a:extLst>
                <a:ext uri="{FF2B5EF4-FFF2-40B4-BE49-F238E27FC236}">
                  <ns2:creationId id="{62436A00-30BE-D25B-A6B5-7DCCDFFB9BC3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3CAC2132-0F74-5FA7-D6E1-BF6D854807F6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7F02C09E-1642-DC42-9388-A2F18F7EF73B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AEEB396-AD3D-331A-57F1-B14B65DBF5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BF89E727-E906-4453-F516-F9C89B808C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grpSp>
          <p:nvGrpSpPr>
            <p:cNvPr id="65" name="グループ化 64">
              <a:extLst>
                <a:ext uri="{FF2B5EF4-FFF2-40B4-BE49-F238E27FC236}">
                  <ns2:creationId id="{89632BC6-62F9-B125-B3B4-8840677CFF41}"/>
                </a:ext>
              </a:extLst>
            </p:cNvPr>
            <p:cNvGrpSpPr/>
            <p:nvPr/>
          </p:nvGrpSpPr>
          <p:grpSpPr>
            <a:xfrm>
              <a:off x="4864108" y="2077281"/>
              <a:ext cx="6992929" cy="325961"/>
              <a:chOff x="4864108" y="2077281"/>
              <a:chExt cx="6982607" cy="325961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78B5D91D-1105-DFC8-7A8F-84CA68B09D5C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2264955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A09074D-1CF0-544E-4607-3335E0204202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6982607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9" name="グラフィックス 48" descr="会議 単色塗りつぶし">
                <a:extLst>
                  <a:ext uri="{FF2B5EF4-FFF2-40B4-BE49-F238E27FC236}">
                    <ns2:creationId id="{742FFB0B-7821-21D9-911F-8544DD023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926162" y="2096042"/>
                <a:ext cx="306747" cy="307200"/>
              </a:xfrm>
              <a:prstGeom prst="rect">
                <a:avLst/>
              </a:prstGeom>
            </p:spPr>
          </p:pic>
        </p:grpSp>
        <p:sp>
          <p:nvSpPr>
            <p:cNvPr id="57" name="四角形: 角を丸くする 56">
              <a:extLst>
                <a:ext uri="{FF2B5EF4-FFF2-40B4-BE49-F238E27FC236}">
                  <ns2:creationId id="{28F6025B-057F-E1E2-01EA-656BB40ABDC2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D870385B-C541-E86E-6CDE-B6E819373D9D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0D07713F-AFF3-3156-EDAB-9C01162958A6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A291E57F-DCD7-E068-DABF-424C948C3FCF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9E43CD67-5E89-336E-6D15-49F2867AA7FF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0AF8D3D9-C46F-942E-FE30-506877685C1D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D695D0FF-6132-43F6-4857-26287BBFD1BD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3617B184-8D67-F3E3-AA4A-4FDE4FC7E335}"/>
                </a:ext>
              </a:extLst>
            </p:cNvPr>
            <p:cNvSpPr/>
            <p:nvPr/>
          </p:nvSpPr>
          <p:spPr>
            <a:xfrm>
              <a:off x="334962" y="3497899"/>
              <a:ext cx="7119937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11DC57AD-1C5A-7937-FF7E-5EFEF080B010}"/>
                </a:ext>
              </a:extLst>
            </p:cNvPr>
            <p:cNvSpPr/>
            <p:nvPr/>
          </p:nvSpPr>
          <p:spPr>
            <a:xfrm>
              <a:off x="334962" y="3791408"/>
              <a:ext cx="7119937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環状の矢印 単色塗りつぶし">
              <a:extLst>
                <a:ext uri="{FF2B5EF4-FFF2-40B4-BE49-F238E27FC236}">
                  <ns2:creationId id="{8E9D45AB-454F-63AA-7553-5652B0B563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854C3D53-C617-EC39-69F9-4EB58137EECE}"/>
                </a:ext>
              </a:extLst>
            </p:cNvPr>
            <p:cNvSpPr/>
            <p:nvPr/>
          </p:nvSpPr>
          <p:spPr>
            <a:xfrm>
              <a:off x="7651591" y="3508225"/>
              <a:ext cx="4205446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1C5CBD3F-CBAB-1961-86FD-C98F41772A8A}"/>
                </a:ext>
              </a:extLst>
            </p:cNvPr>
            <p:cNvSpPr/>
            <p:nvPr/>
          </p:nvSpPr>
          <p:spPr>
            <a:xfrm>
              <a:off x="7651591" y="3801734"/>
              <a:ext cx="4205445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サーバー 単色塗りつぶし">
              <a:extLst>
                <a:ext uri="{FF2B5EF4-FFF2-40B4-BE49-F238E27FC236}">
                  <ns2:creationId id="{A21890DC-1393-3BAD-9823-34A2F4A2C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690295" y="3512517"/>
              <a:ext cx="253885" cy="253885"/>
            </a:xfrm>
            <a:prstGeom prst="rect">
              <a:avLst/>
            </a:prstGeom>
          </p:spPr>
        </p:pic>
        <p:sp>
          <p:nvSpPr>
            <p:cNvPr id="76" name="正方形/長方形 75">
              <a:extLst>
                <a:ext uri="{FF2B5EF4-FFF2-40B4-BE49-F238E27FC236}">
                  <ns2:creationId id="{0A9207E0-E6A9-7E02-4A28-084D77A79DB9}"/>
                </a:ext>
              </a:extLst>
            </p:cNvPr>
            <p:cNvSpPr/>
            <p:nvPr/>
          </p:nvSpPr>
          <p:spPr>
            <a:xfrm>
              <a:off x="334962" y="5408053"/>
              <a:ext cx="7119937" cy="90067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2060575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FE3184E2-93F5-A8ED-FA46-77814275C304}"/>
                </a:ext>
              </a:extLst>
            </p:cNvPr>
            <p:cNvSpPr/>
            <p:nvPr/>
          </p:nvSpPr>
          <p:spPr>
            <a:xfrm>
              <a:off x="334962" y="5408053"/>
              <a:ext cx="2274421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A71F8968-9F77-05B8-6E46-354372A7071B}"/>
                </a:ext>
              </a:extLst>
            </p:cNvPr>
            <p:cNvGrpSpPr/>
            <p:nvPr/>
          </p:nvGrpSpPr>
          <p:grpSpPr>
            <a:xfrm>
              <a:off x="579292" y="5626400"/>
              <a:ext cx="3142441" cy="662229"/>
              <a:chOff x="444822" y="5626400"/>
              <a:chExt cx="3142441" cy="662229"/>
            </a:xfrm>
          </p:grpSpPr>
          <p:sp>
            <p:nvSpPr>
              <p:cNvPr id="86" name="四角形: 角を丸くする 85">
                <a:extLst>
                  <a:ext uri="{FF2B5EF4-FFF2-40B4-BE49-F238E27FC236}">
                    <ns2:creationId id="{FA285B18-BE96-8F0D-1F06-C3EFA52C1D0F}"/>
                  </a:ext>
                </a:extLst>
              </p:cNvPr>
              <p:cNvSpPr/>
              <p:nvPr/>
            </p:nvSpPr>
            <p:spPr>
              <a:xfrm>
                <a:off x="444822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2" name="グループ化 91">
                <a:extLst>
                  <a:ext uri="{FF2B5EF4-FFF2-40B4-BE49-F238E27FC236}">
                    <ns2:creationId id="{880AB71F-A31C-847C-602B-D280A59168DE}"/>
                  </a:ext>
                </a:extLst>
              </p:cNvPr>
              <p:cNvGrpSpPr/>
              <p:nvPr/>
            </p:nvGrpSpPr>
            <p:grpSpPr>
              <a:xfrm>
                <a:off x="723014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89" name="table_TWformat_txt_1_1">
                  <a:extLst>
                    <a:ext uri="{FF2B5EF4-FFF2-40B4-BE49-F238E27FC236}">
                      <ns2:creationId id="{995F0404-508A-A472-11B6-18879A79211B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1" name="table_TWformat_txt_1_1">
                  <a:extLst>
                    <a:ext uri="{FF2B5EF4-FFF2-40B4-BE49-F238E27FC236}">
                      <ns2:creationId id="{0EC791CC-FAA2-F843-D2CD-87502AF6635D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5" name="グループ化 4">
              <a:extLst>
                <a:ext uri="{FF2B5EF4-FFF2-40B4-BE49-F238E27FC236}">
                  <ns2:creationId id="{E81DD080-F6E1-6555-6BD2-33E39358C2C0}"/>
                </a:ext>
              </a:extLst>
            </p:cNvPr>
            <p:cNvGrpSpPr/>
            <p:nvPr/>
          </p:nvGrpSpPr>
          <p:grpSpPr>
            <a:xfrm>
              <a:off x="3959452" y="5626400"/>
              <a:ext cx="3142441" cy="662229"/>
              <a:chOff x="3636724" y="5626400"/>
              <a:chExt cx="3142441" cy="662229"/>
            </a:xfrm>
          </p:grpSpPr>
          <p:sp>
            <p:nvSpPr>
              <p:cNvPr id="87" name="四角形: 角を丸くする 86">
                <a:extLst>
                  <a:ext uri="{FF2B5EF4-FFF2-40B4-BE49-F238E27FC236}">
                    <ns2:creationId id="{432A158A-C453-6D3F-1111-90183E20B7F3}"/>
                  </a:ext>
                </a:extLst>
              </p:cNvPr>
              <p:cNvSpPr/>
              <p:nvPr/>
            </p:nvSpPr>
            <p:spPr>
              <a:xfrm>
                <a:off x="3636724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3" name="グループ化 92">
                <a:extLst>
                  <a:ext uri="{FF2B5EF4-FFF2-40B4-BE49-F238E27FC236}">
                    <ns2:creationId id="{8E2530B8-3E35-9FE3-7417-21404AF8765B}"/>
                  </a:ext>
                </a:extLst>
              </p:cNvPr>
              <p:cNvGrpSpPr/>
              <p:nvPr/>
            </p:nvGrpSpPr>
            <p:grpSpPr>
              <a:xfrm>
                <a:off x="3862325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102" name="table_TWformat_txt_1_1">
                  <a:extLst>
                    <a:ext uri="{FF2B5EF4-FFF2-40B4-BE49-F238E27FC236}">
                      <ns2:creationId id="{F9F4C9A0-57AA-D65B-CFCF-7CBC1CCB3331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3" name="table_TWformat_txt_1_1">
                  <a:extLst>
                    <a:ext uri="{FF2B5EF4-FFF2-40B4-BE49-F238E27FC236}">
                      <ns2:creationId id="{1B69064B-F448-2E8F-4071-839E02164F58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sp>
          <p:nvSpPr>
            <p:cNvPr id="105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1090276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table_TWformat_txt_1_1">
              <a:extLst>
                <a:ext uri="{FF2B5EF4-FFF2-40B4-BE49-F238E27FC236}">
                  <ns2:creationId id="{EEF769A8-18D4-EB56-E3EA-CC58BDB1971A}"/>
                </a:ext>
              </a:extLst>
            </p:cNvPr>
            <p:cNvSpPr/>
            <p:nvPr/>
          </p:nvSpPr>
          <p:spPr>
            <a:xfrm>
              <a:off x="334962" y="4398003"/>
              <a:ext cx="755315" cy="364141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0" name="table_TWformat_txt_1_1">
              <a:extLst>
                <a:ext uri="{FF2B5EF4-FFF2-40B4-BE49-F238E27FC236}">
                  <ns2:creationId id="{44D4BD37-E9CF-2CDE-56E0-B13DED094C2C}"/>
                </a:ext>
              </a:extLst>
            </p:cNvPr>
            <p:cNvSpPr/>
            <p:nvPr/>
          </p:nvSpPr>
          <p:spPr>
            <a:xfrm>
              <a:off x="334962" y="4781373"/>
              <a:ext cx="755315" cy="587302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1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3237217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5384158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四角形: 角を丸くする 104">
              <a:extLst>
                <a:ext uri="{FF2B5EF4-FFF2-40B4-BE49-F238E27FC236}">
                  <ns2:creationId id="{C09C71C5-72B6-16A5-E1EA-06B15568F201}"/>
                </a:ext>
              </a:extLst>
            </p:cNvPr>
            <p:cNvSpPr/>
            <p:nvPr/>
          </p:nvSpPr>
          <p:spPr>
            <a:xfrm>
              <a:off x="7651591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" name="四角形: 角を丸くする 104">
              <a:extLst>
                <a:ext uri="{FF2B5EF4-FFF2-40B4-BE49-F238E27FC236}">
                  <ns2:creationId id="{B244A0B7-44E6-FFB2-36C2-FE60DD8733C1}"/>
                </a:ext>
              </a:extLst>
            </p:cNvPr>
            <p:cNvSpPr/>
            <p:nvPr/>
          </p:nvSpPr>
          <p:spPr>
            <a:xfrm>
              <a:off x="9798532" y="4169808"/>
              <a:ext cx="2058505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" name="table_TWformat_txt_1_1">
              <a:extLst>
                <a:ext uri="{FF2B5EF4-FFF2-40B4-BE49-F238E27FC236}">
                  <ns2:creationId id="{CA9C2F60-DED3-4406-7FCA-79190C911892}"/>
                </a:ext>
              </a:extLst>
            </p:cNvPr>
            <p:cNvSpPr/>
            <p:nvPr/>
          </p:nvSpPr>
          <p:spPr>
            <a:xfrm>
              <a:off x="1090276" y="4398003"/>
              <a:ext cx="2070741" cy="364140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1BFFD305-5AFD-2525-83A1-E75024F9E99F}"/>
                </a:ext>
              </a:extLst>
            </p:cNvPr>
            <p:cNvSpPr/>
            <p:nvPr/>
          </p:nvSpPr>
          <p:spPr>
            <a:xfrm>
              <a:off x="3237217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table_TWformat_txt_1_1">
              <a:extLst>
                <a:ext uri="{FF2B5EF4-FFF2-40B4-BE49-F238E27FC236}">
                  <ns2:creationId id="{38FA58ED-2FA4-68E3-73F8-72A336A3BD79}"/>
                </a:ext>
              </a:extLst>
            </p:cNvPr>
            <p:cNvSpPr/>
            <p:nvPr/>
          </p:nvSpPr>
          <p:spPr>
            <a:xfrm>
              <a:off x="5384158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table_TWformat_txt_1_1">
              <a:extLst>
                <a:ext uri="{FF2B5EF4-FFF2-40B4-BE49-F238E27FC236}">
                  <ns2:creationId id="{C6B76E52-04D0-8E08-A49A-DFAEC31CE5E1}"/>
                </a:ext>
              </a:extLst>
            </p:cNvPr>
            <p:cNvSpPr/>
            <p:nvPr/>
          </p:nvSpPr>
          <p:spPr>
            <a:xfrm>
              <a:off x="7651591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8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table_TWformat_txt_1_1">
              <a:extLst>
                <a:ext uri="{FF2B5EF4-FFF2-40B4-BE49-F238E27FC236}">
                  <ns2:creationId id="{C8C0578F-2C5D-3A5B-50BC-AB2B65878CF5}"/>
                </a:ext>
              </a:extLst>
            </p:cNvPr>
            <p:cNvSpPr/>
            <p:nvPr/>
          </p:nvSpPr>
          <p:spPr>
            <a:xfrm>
              <a:off x="9798532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109027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" name="直線コネクタ 9">
              <a:extLst>
                <a:ext uri="{FF2B5EF4-FFF2-40B4-BE49-F238E27FC236}">
                  <ns2:creationId id="{2D88974E-B724-9CBA-8CC4-5641801E7D21}"/>
                </a:ext>
              </a:extLst>
            </p:cNvPr>
            <p:cNvCxnSpPr/>
            <p:nvPr/>
          </p:nvCxnSpPr>
          <p:spPr>
            <a:xfrm>
              <a:off x="1090276" y="4771759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212564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" name="table_TWformat_txt_1_1">
              <a:extLst>
                <a:ext uri="{FF2B5EF4-FFF2-40B4-BE49-F238E27FC236}">
                  <ns2:creationId id="{824DA237-1996-F4B1-AF4D-ABC793B69026}"/>
                </a:ext>
              </a:extLst>
            </p:cNvPr>
            <p:cNvSpPr/>
            <p:nvPr/>
          </p:nvSpPr>
          <p:spPr>
            <a:xfrm>
              <a:off x="323721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0" name="直線コネクタ 19">
              <a:extLst>
                <a:ext uri="{FF2B5EF4-FFF2-40B4-BE49-F238E27FC236}">
                  <ns2:creationId id="{31293C62-F21A-AF40-2E53-6A3B8DDC5F49}"/>
                </a:ext>
              </a:extLst>
            </p:cNvPr>
            <p:cNvCxnSpPr/>
            <p:nvPr/>
          </p:nvCxnSpPr>
          <p:spPr>
            <a:xfrm>
              <a:off x="3237217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able_TWformat_txt_1_1">
              <a:extLst>
                <a:ext uri="{FF2B5EF4-FFF2-40B4-BE49-F238E27FC236}">
                  <ns2:creationId id="{6C99669A-8630-ACCE-86F5-AA00C443B50B}"/>
                </a:ext>
              </a:extLst>
            </p:cNvPr>
            <p:cNvSpPr/>
            <p:nvPr/>
          </p:nvSpPr>
          <p:spPr>
            <a:xfrm>
              <a:off x="427258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table_TWformat_txt_1_1">
              <a:extLst>
                <a:ext uri="{FF2B5EF4-FFF2-40B4-BE49-F238E27FC236}">
                  <ns2:creationId id="{D96C2A3F-99D8-8BBF-38CD-FA143B7C3AA4}"/>
                </a:ext>
              </a:extLst>
            </p:cNvPr>
            <p:cNvSpPr/>
            <p:nvPr/>
          </p:nvSpPr>
          <p:spPr>
            <a:xfrm>
              <a:off x="538415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1" name="直線コネクタ 50">
              <a:extLst>
                <a:ext uri="{FF2B5EF4-FFF2-40B4-BE49-F238E27FC236}">
                  <ns2:creationId id="{AEDB3368-2ABB-A43D-507A-AFA3B9E7194F}"/>
                </a:ext>
              </a:extLst>
            </p:cNvPr>
            <p:cNvCxnSpPr/>
            <p:nvPr/>
          </p:nvCxnSpPr>
          <p:spPr>
            <a:xfrm>
              <a:off x="5384158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able_TWformat_txt_1_1">
              <a:extLst>
                <a:ext uri="{FF2B5EF4-FFF2-40B4-BE49-F238E27FC236}">
                  <ns2:creationId id="{2C8CE97D-70CA-55C8-008A-FAAFD8452439}"/>
                </a:ext>
              </a:extLst>
            </p:cNvPr>
            <p:cNvSpPr/>
            <p:nvPr/>
          </p:nvSpPr>
          <p:spPr>
            <a:xfrm>
              <a:off x="641952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284A15FF-618E-782D-F290-BE9F3C59059A}"/>
                </a:ext>
              </a:extLst>
            </p:cNvPr>
            <p:cNvSpPr/>
            <p:nvPr/>
          </p:nvSpPr>
          <p:spPr>
            <a:xfrm>
              <a:off x="765159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ns2:creationId id="{6FE26CB4-E732-D507-38C2-D07D2AA6D28E}"/>
                </a:ext>
              </a:extLst>
            </p:cNvPr>
            <p:cNvCxnSpPr/>
            <p:nvPr/>
          </p:nvCxnSpPr>
          <p:spPr>
            <a:xfrm>
              <a:off x="7651591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able_TWformat_txt_1_1">
              <a:extLst>
                <a:ext uri="{FF2B5EF4-FFF2-40B4-BE49-F238E27FC236}">
                  <ns2:creationId id="{465B9E4E-B47C-E89F-114A-2071ED7BA629}"/>
                </a:ext>
              </a:extLst>
            </p:cNvPr>
            <p:cNvSpPr/>
            <p:nvPr/>
          </p:nvSpPr>
          <p:spPr>
            <a:xfrm>
              <a:off x="868696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37DE5FCA-BA79-389A-5A05-A876C7335043}"/>
                </a:ext>
              </a:extLst>
            </p:cNvPr>
            <p:cNvSpPr/>
            <p:nvPr/>
          </p:nvSpPr>
          <p:spPr>
            <a:xfrm>
              <a:off x="979853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ns2:creationId id="{7A585EEA-B8D7-188C-CAA8-97BF7B68250D}"/>
                </a:ext>
              </a:extLst>
            </p:cNvPr>
            <p:cNvCxnSpPr/>
            <p:nvPr/>
          </p:nvCxnSpPr>
          <p:spPr>
            <a:xfrm>
              <a:off x="9798532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table_TWformat_txt_1_1">
              <a:extLst>
                <a:ext uri="{FF2B5EF4-FFF2-40B4-BE49-F238E27FC236}">
                  <ns2:creationId id="{1616F8C9-DBD6-1E49-32F9-8980B406CF42}"/>
                </a:ext>
              </a:extLst>
            </p:cNvPr>
            <p:cNvSpPr/>
            <p:nvPr/>
          </p:nvSpPr>
          <p:spPr>
            <a:xfrm>
              <a:off x="1083390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BBA35EF2-F1BC-3B3A-F554-04AF33F01F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DCA25FDC-1E59-A0E8-98DC-3989A5CC5E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711751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8F6D8896-5F49-AC97-C0A8-C284F55D1F2F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FFB70CB0-524E-18CB-F569-0DADCA83D33D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324983" y="78893"/>
              <a:ext cx="1551807" cy="5306855"/>
            </a:xfrm>
            <a:prstGeom prst="bentConnector3">
              <a:avLst>
                <a:gd name="adj1" fmla="val 94895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E3A3E56-0B1D-D4BA-AA08-6AD24373A9F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4AB5A313-1F6A-42B3-69D6-222BBC45748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0E5D89BD-73DD-BE39-CCD8-B0DB9AF8A5F9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592346D8-2122-4553-ED88-517505C9272E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639764327"/>
      </p:ext>
    </p:extLst>
  </p:cSld>
  <p:clrMapOvr>
    <a:masterClrMapping/>
  </p:clrMapOvr>
</p:sld>
</file>

<file path=ppt/slides/slide27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3E2CDD-2F95-D5D6-AE28-3136428E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C3EA8CD-20DB-0460-74D8-173A12DA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463FFF29-8E7D-E138-D461-1CB0E27612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31" name="グループ化 30">
            <a:extLst>
              <a:ext uri="{FF2B5EF4-FFF2-40B4-BE49-F238E27FC236}">
                <ns2:creationId id="{BBEDB715-BD81-E10B-004C-C5F829DFB431}"/>
              </a:ext>
            </a:extLst>
          </p:cNvPr>
          <p:cNvGrpSpPr/>
          <p:nvPr/>
        </p:nvGrpSpPr>
        <p:grpSpPr>
          <a:xfrm>
            <a:off x="334962" y="1630457"/>
            <a:ext cx="3286583" cy="719423"/>
            <a:chOff x="334962" y="1630457"/>
            <a:chExt cx="3286583" cy="719423"/>
          </a:xfrm>
        </p:grpSpPr>
        <p:sp>
          <p:nvSpPr>
            <p:cNvPr id="52" name="正方形/長方形 62">
              <a:extLst>
                <a:ext uri="{FF2B5EF4-FFF2-40B4-BE49-F238E27FC236}">
                  <ns2:creationId id="{E8FDC824-3508-835A-85FC-55AF757B45DF}"/>
                </a:ext>
              </a:extLst>
            </p:cNvPr>
            <p:cNvSpPr/>
            <p:nvPr/>
          </p:nvSpPr>
          <p:spPr>
            <a:xfrm>
              <a:off x="334962" y="1720284"/>
              <a:ext cx="3286583" cy="629596"/>
            </a:xfrm>
            <a:prstGeom prst="roundRect">
              <a:avLst>
                <a:gd name="adj" fmla="val 8577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DAE775EC-F5A8-54E8-ADAC-3CBD2277FC2F}"/>
                </a:ext>
              </a:extLst>
            </p:cNvPr>
            <p:cNvSpPr/>
            <p:nvPr/>
          </p:nvSpPr>
          <p:spPr>
            <a:xfrm>
              <a:off x="446777" y="1630457"/>
              <a:ext cx="432000" cy="15995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01" name="グループ化 100">
              <a:extLst>
                <a:ext uri="{FF2B5EF4-FFF2-40B4-BE49-F238E27FC236}">
                  <ns2:creationId id="{9B05D98E-5B1E-4793-E994-EC9121370671}"/>
                </a:ext>
              </a:extLst>
            </p:cNvPr>
            <p:cNvGrpSpPr/>
            <p:nvPr/>
          </p:nvGrpSpPr>
          <p:grpSpPr>
            <a:xfrm>
              <a:off x="470562" y="1870297"/>
              <a:ext cx="3015382" cy="315574"/>
              <a:chOff x="557171" y="1870297"/>
              <a:chExt cx="3015382" cy="315574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FE762532-61F1-27B8-1811-F810A7284900}"/>
                  </a:ext>
                </a:extLst>
              </p:cNvPr>
              <p:cNvSpPr/>
              <p:nvPr/>
            </p:nvSpPr>
            <p:spPr>
              <a:xfrm>
                <a:off x="557171" y="1870298"/>
                <a:ext cx="9360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37" name="グラフィックス 36" descr="フラグ 単色塗りつぶし">
                <a:extLst>
                  <a:ext uri="{FF2B5EF4-FFF2-40B4-BE49-F238E27FC236}">
                    <ns2:creationId id="{DA0DE62A-2B77-658B-66CF-2F9856A5EC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04066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" name="table_TWformat_txt_1_1">
                <a:extLst>
                  <a:ext uri="{FF2B5EF4-FFF2-40B4-BE49-F238E27FC236}">
                    <ns2:creationId id="{3A4A5691-F58B-91D4-E478-8E45C1933AB6}"/>
                  </a:ext>
                </a:extLst>
              </p:cNvPr>
              <p:cNvSpPr/>
              <p:nvPr/>
            </p:nvSpPr>
            <p:spPr>
              <a:xfrm>
                <a:off x="1504086" y="1870297"/>
                <a:ext cx="69376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" name="グラフィックス 9" descr="フローチャート 単色塗りつぶし">
                <a:extLst>
                  <a:ext uri="{FF2B5EF4-FFF2-40B4-BE49-F238E27FC236}">
                    <ns2:creationId id="{C60850E9-1566-65D4-CEA6-8543EE750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507975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13" name="table_TWformat_txt_1_1">
                <a:extLst>
                  <a:ext uri="{FF2B5EF4-FFF2-40B4-BE49-F238E27FC236}">
                    <ns2:creationId id="{C91CFC5C-B30E-5A18-67BD-151F707556BC}"/>
                  </a:ext>
                </a:extLst>
              </p:cNvPr>
              <p:cNvSpPr/>
              <p:nvPr/>
            </p:nvSpPr>
            <p:spPr>
              <a:xfrm>
                <a:off x="2208769" y="1870297"/>
                <a:ext cx="757243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22" name="グラフィックス 21" descr="計器 単色塗りつぶし">
                <a:extLst>
                  <a:ext uri="{FF2B5EF4-FFF2-40B4-BE49-F238E27FC236}">
                    <ns2:creationId id="{7F81F7FC-DA2C-DCEE-D145-141C4E263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208769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98" name="table_TWformat_txt_1_1">
                <a:extLst>
                  <a:ext uri="{FF2B5EF4-FFF2-40B4-BE49-F238E27FC236}">
                    <ns2:creationId id="{09F4177D-9D11-3FA1-69A2-24E2EF3C2743}"/>
                  </a:ext>
                </a:extLst>
              </p:cNvPr>
              <p:cNvSpPr/>
              <p:nvPr/>
            </p:nvSpPr>
            <p:spPr>
              <a:xfrm>
                <a:off x="2976927" y="1870297"/>
                <a:ext cx="595626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en-US" altLang="ja-JP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0" name="グラフィックス 99" descr="オフィス ワーカー (男性) 単色塗りつぶし">
                <a:extLst>
                  <a:ext uri="{FF2B5EF4-FFF2-40B4-BE49-F238E27FC236}">
                    <ns2:creationId id="{E7CED2FA-CAC4-D2EB-9374-99F6CC1D80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2976927" y="1901141"/>
                <a:ext cx="253885" cy="253885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ns2:creationId id="{A96401E3-60A0-84C4-D816-BD9B69F1C606}"/>
              </a:ext>
            </a:extLst>
          </p:cNvPr>
          <p:cNvGrpSpPr/>
          <p:nvPr/>
        </p:nvGrpSpPr>
        <p:grpSpPr>
          <a:xfrm>
            <a:off x="334962" y="1630457"/>
            <a:ext cx="11522076" cy="4683203"/>
            <a:chOff x="334962" y="1630457"/>
            <a:chExt cx="11522076" cy="4683203"/>
          </a:xfrm>
        </p:grpSpPr>
        <p:grpSp>
          <p:nvGrpSpPr>
            <p:cNvPr id="39" name="グループ化 38">
              <a:extLst>
                <a:ext uri="{FF2B5EF4-FFF2-40B4-BE49-F238E27FC236}">
                  <ns2:creationId id="{9A78C315-65A6-4DB5-42C9-E9CE8F31121E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E71FC529-8865-5996-651D-CE2F3FE5F4BB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529BE766-90B8-4D9A-0928-86514C051D18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3E0266A-63EF-57F0-7368-F44BA38726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A19E7756-BCD1-85EF-2720-4E2D63B29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sp>
          <p:nvSpPr>
            <p:cNvPr id="43" name="正方形/長方形 42">
              <a:extLst>
                <a:ext uri="{FF2B5EF4-FFF2-40B4-BE49-F238E27FC236}">
                  <ns2:creationId id="{3F86F55C-AA99-919F-04C4-8C41FC86058D}"/>
                </a:ext>
              </a:extLst>
            </p:cNvPr>
            <p:cNvSpPr/>
            <p:nvPr/>
          </p:nvSpPr>
          <p:spPr>
            <a:xfrm>
              <a:off x="4864108" y="2077281"/>
              <a:ext cx="2268303" cy="3155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8619AE7-4426-33B7-9F36-F5B75726AFC8}"/>
                </a:ext>
              </a:extLst>
            </p:cNvPr>
            <p:cNvSpPr/>
            <p:nvPr/>
          </p:nvSpPr>
          <p:spPr>
            <a:xfrm>
              <a:off x="4864108" y="2077281"/>
              <a:ext cx="6992929" cy="315573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9" name="グラフィックス 48" descr="会議 単色塗りつぶし">
              <a:extLst>
                <a:ext uri="{FF2B5EF4-FFF2-40B4-BE49-F238E27FC236}">
                  <ns2:creationId id="{241A4597-0734-85D3-A8D4-BFC157F8D1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4926254" y="2096042"/>
              <a:ext cx="307200" cy="307200"/>
            </a:xfrm>
            <a:prstGeom prst="rect">
              <a:avLst/>
            </a:prstGeom>
          </p:spPr>
        </p:pic>
        <p:sp>
          <p:nvSpPr>
            <p:cNvPr id="57" name="四角形: 角を丸くする 56">
              <a:extLst>
                <a:ext uri="{FF2B5EF4-FFF2-40B4-BE49-F238E27FC236}">
                  <ns2:creationId id="{45AFAEFE-2CFD-495B-1557-CCEAF9A730A8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8C281B64-603A-54A0-7600-B7ACCC3A8583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450AADE0-18F9-8410-7573-3FF00BBA0BCA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36D845B7-2FE0-E62F-54BF-AE3ADEC8F180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47D6D77E-6AE2-5BFC-082F-FC991CBFE013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F65F2D27-7633-815E-01B1-20FB65382953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20BFB271-BAEE-9ED3-A1FB-FCAF14312DB1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DBBD1DD1-8D61-A55F-9A10-11A70B9B80F5}"/>
                </a:ext>
              </a:extLst>
            </p:cNvPr>
            <p:cNvSpPr/>
            <p:nvPr/>
          </p:nvSpPr>
          <p:spPr>
            <a:xfrm>
              <a:off x="334962" y="3508225"/>
              <a:ext cx="8208279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3F7EBE65-B385-71FD-6E80-AC7158B104DE}"/>
                </a:ext>
              </a:extLst>
            </p:cNvPr>
            <p:cNvSpPr/>
            <p:nvPr/>
          </p:nvSpPr>
          <p:spPr>
            <a:xfrm>
              <a:off x="334962" y="3791408"/>
              <a:ext cx="8208279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山形の矢印 単色塗りつぶし">
              <a:extLst>
                <a:ext uri="{FF2B5EF4-FFF2-40B4-BE49-F238E27FC236}">
                  <ns2:creationId id="{36FD0339-6D3C-A853-9019-7E6AEC0596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D8657400-5E94-D7A1-EBC1-06E62D296D9B}"/>
                </a:ext>
              </a:extLst>
            </p:cNvPr>
            <p:cNvSpPr/>
            <p:nvPr/>
          </p:nvSpPr>
          <p:spPr>
            <a:xfrm>
              <a:off x="8619442" y="3508225"/>
              <a:ext cx="3237595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643DC07-3586-8C71-B5EB-85C769C387B3}"/>
                </a:ext>
              </a:extLst>
            </p:cNvPr>
            <p:cNvSpPr/>
            <p:nvPr/>
          </p:nvSpPr>
          <p:spPr>
            <a:xfrm>
              <a:off x="8619442" y="3801734"/>
              <a:ext cx="3237594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箱 単色塗りつぶし">
              <a:extLst>
                <a:ext uri="{FF2B5EF4-FFF2-40B4-BE49-F238E27FC236}">
                  <ns2:creationId id="{61134F72-AB88-55C7-7F14-2C8C016AEF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8717234" y="3512517"/>
              <a:ext cx="253885" cy="253885"/>
            </a:xfrm>
            <a:prstGeom prst="rect">
              <a:avLst/>
            </a:prstGeom>
          </p:spPr>
        </p:pic>
        <p:sp>
          <p:nvSpPr>
            <p:cNvPr id="105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3496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EBE2C336-4127-0152-1D1E-47F6ACDEA1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A5750429-FF96-0E3A-CA2F-AAF2CEBFA6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19442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023FBB88-B4EE-4D0E-00BA-5B7D63E1915E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01E66866-5A93-7CE5-6318-0225E36434B2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566946" y="-163070"/>
              <a:ext cx="1551807" cy="5790781"/>
            </a:xfrm>
            <a:prstGeom prst="bentConnector3">
              <a:avLst>
                <a:gd name="adj1" fmla="val 9442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0736827-459D-F459-7C39-0E7DF58B21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CB942DFA-08F8-4428-032D-3286307CA77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C427B631-F4F0-087C-95DA-6247BEB7B881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9C58918F-1125-36D0-95C6-751960561606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99185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8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648754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9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5305650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6962546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861944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027633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38AD321A-6AC6-9DFE-7A78-A099CFFD4079}"/>
                </a:ext>
              </a:extLst>
            </p:cNvPr>
            <p:cNvSpPr/>
            <p:nvPr/>
          </p:nvSpPr>
          <p:spPr>
            <a:xfrm>
              <a:off x="334962" y="4452287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2792BE90-B769-D831-8461-3303A963A2B2}"/>
                </a:ext>
              </a:extLst>
            </p:cNvPr>
            <p:cNvSpPr/>
            <p:nvPr/>
          </p:nvSpPr>
          <p:spPr>
            <a:xfrm>
              <a:off x="1991857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C143FA12-D522-2975-6EF5-70FBFE240C29}"/>
                </a:ext>
              </a:extLst>
            </p:cNvPr>
            <p:cNvSpPr/>
            <p:nvPr/>
          </p:nvSpPr>
          <p:spPr>
            <a:xfrm>
              <a:off x="3648753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709E8691-C822-5121-6B4F-C12C0DCF6775}"/>
                </a:ext>
              </a:extLst>
            </p:cNvPr>
            <p:cNvSpPr/>
            <p:nvPr/>
          </p:nvSpPr>
          <p:spPr>
            <a:xfrm>
              <a:off x="6962545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3C6DA5E9-43E6-FFFF-8D1E-A4DC776EB3AD}"/>
                </a:ext>
              </a:extLst>
            </p:cNvPr>
            <p:cNvSpPr/>
            <p:nvPr/>
          </p:nvSpPr>
          <p:spPr>
            <a:xfrm>
              <a:off x="5305649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62E3C447-858E-7BCB-3ECF-AAABFA45C006}"/>
                </a:ext>
              </a:extLst>
            </p:cNvPr>
            <p:cNvSpPr/>
            <p:nvPr/>
          </p:nvSpPr>
          <p:spPr>
            <a:xfrm>
              <a:off x="10276338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19A61CEA-4FDF-83B0-03B0-6AC7AF06F0BE}"/>
                </a:ext>
              </a:extLst>
            </p:cNvPr>
            <p:cNvSpPr/>
            <p:nvPr/>
          </p:nvSpPr>
          <p:spPr>
            <a:xfrm>
              <a:off x="8619442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" name="グラフィックス 3" descr="フローチャート 単色塗りつぶし">
              <a:extLst>
                <a:ext uri="{FF2B5EF4-FFF2-40B4-BE49-F238E27FC236}">
                  <ns2:creationId id="{192342F2-45A7-3576-BA3D-15B13BC66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69016" y="4745885"/>
              <a:ext cx="240790" cy="240790"/>
            </a:xfrm>
            <a:prstGeom prst="rect">
              <a:avLst/>
            </a:prstGeom>
          </p:spPr>
        </p:pic>
        <p:pic>
          <p:nvPicPr>
            <p:cNvPr id="6" name="グラフィックス 5" descr="計器 単色塗りつぶし">
              <a:extLst>
                <a:ext uri="{FF2B5EF4-FFF2-40B4-BE49-F238E27FC236}">
                  <ns2:creationId id="{32EFDCDF-0DBC-034D-50E5-098694719D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69017" y="5094331"/>
              <a:ext cx="240790" cy="240790"/>
            </a:xfrm>
            <a:prstGeom prst="rect">
              <a:avLst/>
            </a:prstGeom>
          </p:spPr>
        </p:pic>
        <p:sp>
          <p:nvSpPr>
            <p:cNvPr id="54" name="table_TWformat_txt_1_1">
              <a:extLst>
                <a:ext uri="{FF2B5EF4-FFF2-40B4-BE49-F238E27FC236}">
                  <ns2:creationId id="{65553E94-A6C3-CB03-0ACD-E10A257B5588}"/>
                </a:ext>
              </a:extLst>
            </p:cNvPr>
            <p:cNvSpPr/>
            <p:nvPr/>
          </p:nvSpPr>
          <p:spPr>
            <a:xfrm>
              <a:off x="65841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CF1BD92E-4A5C-5DE8-A297-C4AFB2F5E7BF}"/>
                </a:ext>
              </a:extLst>
            </p:cNvPr>
            <p:cNvSpPr/>
            <p:nvPr/>
          </p:nvSpPr>
          <p:spPr>
            <a:xfrm>
              <a:off x="65841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5FC50933-5E13-B5D1-C097-6BBC86F215DF}"/>
                </a:ext>
              </a:extLst>
            </p:cNvPr>
            <p:cNvSpPr/>
            <p:nvPr/>
          </p:nvSpPr>
          <p:spPr>
            <a:xfrm>
              <a:off x="2376957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table_TWformat_txt_1_1">
              <a:extLst>
                <a:ext uri="{FF2B5EF4-FFF2-40B4-BE49-F238E27FC236}">
                  <ns2:creationId id="{1D15B26A-DD16-5927-6D1C-BFF1EBC212A2}"/>
                </a:ext>
              </a:extLst>
            </p:cNvPr>
            <p:cNvSpPr/>
            <p:nvPr/>
          </p:nvSpPr>
          <p:spPr>
            <a:xfrm>
              <a:off x="2376957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table_TWformat_txt_1_1">
              <a:extLst>
                <a:ext uri="{FF2B5EF4-FFF2-40B4-BE49-F238E27FC236}">
                  <ns2:creationId id="{FF257D83-FDAC-5B37-A864-9B9DAE7C4A20}"/>
                </a:ext>
              </a:extLst>
            </p:cNvPr>
            <p:cNvSpPr/>
            <p:nvPr/>
          </p:nvSpPr>
          <p:spPr>
            <a:xfrm>
              <a:off x="4033853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table_TWformat_txt_1_1">
              <a:extLst>
                <a:ext uri="{FF2B5EF4-FFF2-40B4-BE49-F238E27FC236}">
                  <ns2:creationId id="{988DA059-69B7-4FAB-9425-ECBB38614A16}"/>
                </a:ext>
              </a:extLst>
            </p:cNvPr>
            <p:cNvSpPr/>
            <p:nvPr/>
          </p:nvSpPr>
          <p:spPr>
            <a:xfrm>
              <a:off x="4033853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table_TWformat_txt_1_1">
              <a:extLst>
                <a:ext uri="{FF2B5EF4-FFF2-40B4-BE49-F238E27FC236}">
                  <ns2:creationId id="{C2725AAF-587E-F0C2-A715-D1BC8D19555B}"/>
                </a:ext>
              </a:extLst>
            </p:cNvPr>
            <p:cNvSpPr/>
            <p:nvPr/>
          </p:nvSpPr>
          <p:spPr>
            <a:xfrm>
              <a:off x="5690749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D619D741-65C0-63B8-0E6C-09131B0F8C50}"/>
                </a:ext>
              </a:extLst>
            </p:cNvPr>
            <p:cNvSpPr/>
            <p:nvPr/>
          </p:nvSpPr>
          <p:spPr>
            <a:xfrm>
              <a:off x="5690749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table_TWformat_txt_1_1">
              <a:extLst>
                <a:ext uri="{FF2B5EF4-FFF2-40B4-BE49-F238E27FC236}">
                  <ns2:creationId id="{0ECEE0C3-CA59-0203-2574-E40015627797}"/>
                </a:ext>
              </a:extLst>
            </p:cNvPr>
            <p:cNvSpPr/>
            <p:nvPr/>
          </p:nvSpPr>
          <p:spPr>
            <a:xfrm>
              <a:off x="734764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CRM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table_TWformat_txt_1_1">
              <a:extLst>
                <a:ext uri="{FF2B5EF4-FFF2-40B4-BE49-F238E27FC236}">
                  <ns2:creationId id="{4A567A82-7468-033F-8637-FBB48CF707BB}"/>
                </a:ext>
              </a:extLst>
            </p:cNvPr>
            <p:cNvSpPr/>
            <p:nvPr/>
          </p:nvSpPr>
          <p:spPr>
            <a:xfrm>
              <a:off x="734764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A9D511D-BF39-3295-D265-9E63C75CB556}"/>
                </a:ext>
              </a:extLst>
            </p:cNvPr>
            <p:cNvSpPr/>
            <p:nvPr/>
          </p:nvSpPr>
          <p:spPr>
            <a:xfrm>
              <a:off x="334962" y="6002781"/>
              <a:ext cx="11522076" cy="310879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table_TWformat_txt_1_1">
              <a:extLst>
                <a:ext uri="{FF2B5EF4-FFF2-40B4-BE49-F238E27FC236}">
                  <ns2:creationId id="{9F05F284-B607-9D1D-30EC-E20B25FB79A7}"/>
                </a:ext>
              </a:extLst>
            </p:cNvPr>
            <p:cNvSpPr/>
            <p:nvPr/>
          </p:nvSpPr>
          <p:spPr>
            <a:xfrm>
              <a:off x="1373084" y="6041621"/>
              <a:ext cx="81818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table_TWformat_txt_1_1">
              <a:extLst>
                <a:ext uri="{FF2B5EF4-FFF2-40B4-BE49-F238E27FC236}">
                  <ns2:creationId id="{E3A10089-CFB0-4940-5D89-859B65C3E6CC}"/>
                </a:ext>
              </a:extLst>
            </p:cNvPr>
            <p:cNvSpPr/>
            <p:nvPr/>
          </p:nvSpPr>
          <p:spPr>
            <a:xfrm>
              <a:off x="5115705" y="6041621"/>
              <a:ext cx="74380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5" name="table_TWformat_txt_1_1">
              <a:extLst>
                <a:ext uri="{FF2B5EF4-FFF2-40B4-BE49-F238E27FC236}">
                  <ns2:creationId id="{6A071310-3461-2928-4A48-F7D33E114030}"/>
                </a:ext>
              </a:extLst>
            </p:cNvPr>
            <p:cNvSpPr/>
            <p:nvPr/>
          </p:nvSpPr>
          <p:spPr>
            <a:xfrm>
              <a:off x="2241193" y="6041621"/>
              <a:ext cx="2824582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3" name="table_TWformat_txt_1_1">
              <a:extLst>
                <a:ext uri="{FF2B5EF4-FFF2-40B4-BE49-F238E27FC236}">
                  <ns2:creationId id="{C24225CE-2426-81AE-756C-E179E3FFFCA3}"/>
                </a:ext>
              </a:extLst>
            </p:cNvPr>
            <p:cNvSpPr/>
            <p:nvPr/>
          </p:nvSpPr>
          <p:spPr>
            <a:xfrm>
              <a:off x="5909434" y="6041621"/>
              <a:ext cx="3107040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4" name="table_TWformat_txt_1_1">
              <a:extLst>
                <a:ext uri="{FF2B5EF4-FFF2-40B4-BE49-F238E27FC236}">
                  <ns2:creationId id="{C4B58748-E49C-AAC2-1B88-F143C05ED773}"/>
                </a:ext>
              </a:extLst>
            </p:cNvPr>
            <p:cNvSpPr/>
            <p:nvPr/>
          </p:nvSpPr>
          <p:spPr>
            <a:xfrm>
              <a:off x="9066404" y="6041621"/>
              <a:ext cx="899998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5" name="table_TWformat_txt_1_1">
              <a:extLst>
                <a:ext uri="{FF2B5EF4-FFF2-40B4-BE49-F238E27FC236}">
                  <ns2:creationId id="{5053EFA2-9E5C-E3F4-D5E9-6434EF86FBDE}"/>
                </a:ext>
              </a:extLst>
            </p:cNvPr>
            <p:cNvSpPr/>
            <p:nvPr/>
          </p:nvSpPr>
          <p:spPr>
            <a:xfrm>
              <a:off x="10016332" y="6041621"/>
              <a:ext cx="1753843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27" name="直線コネクタ 126">
              <a:extLst>
                <a:ext uri="{FF2B5EF4-FFF2-40B4-BE49-F238E27FC236}">
                  <ns2:creationId id="{D988B467-E83B-1E1A-9B97-F3660DA61EEB}"/>
                </a:ext>
              </a:extLst>
            </p:cNvPr>
            <p:cNvCxnSpPr/>
            <p:nvPr/>
          </p:nvCxnSpPr>
          <p:spPr>
            <a:xfrm>
              <a:off x="1254180" y="6033167"/>
              <a:ext cx="0" cy="250107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正方形/長方形 128">
              <a:extLst>
                <a:ext uri="{FF2B5EF4-FFF2-40B4-BE49-F238E27FC236}">
                  <ns2:creationId id="{618F4D34-6E2B-6804-35C0-C89BCA05DA80}"/>
                </a:ext>
              </a:extLst>
            </p:cNvPr>
            <p:cNvSpPr/>
            <p:nvPr/>
          </p:nvSpPr>
          <p:spPr>
            <a:xfrm>
              <a:off x="334962" y="5458157"/>
              <a:ext cx="4894487" cy="49950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772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83">
              <a:extLst>
                <a:ext uri="{FF2B5EF4-FFF2-40B4-BE49-F238E27FC236}">
                  <ns2:creationId id="{B1C4E6B6-E0E0-FD29-7214-EA866AD9E673}"/>
                </a:ext>
              </a:extLst>
            </p:cNvPr>
            <p:cNvSpPr/>
            <p:nvPr/>
          </p:nvSpPr>
          <p:spPr>
            <a:xfrm>
              <a:off x="334962" y="5458157"/>
              <a:ext cx="2752049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33" name="table_TWformat_txt_1_1">
              <a:extLst>
                <a:ext uri="{FF2B5EF4-FFF2-40B4-BE49-F238E27FC236}">
                  <ns2:creationId id="{A13A9184-C9D3-0CF7-879E-98DEFED8ADC7}"/>
                </a:ext>
              </a:extLst>
            </p:cNvPr>
            <p:cNvSpPr/>
            <p:nvPr/>
          </p:nvSpPr>
          <p:spPr>
            <a:xfrm>
              <a:off x="385397" y="5725832"/>
              <a:ext cx="508025" cy="20355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4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999180" y="5725831"/>
              <a:ext cx="144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5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2314739" y="5725832"/>
              <a:ext cx="162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6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3852360" y="5725832"/>
              <a:ext cx="1377088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" name="Text 20">
              <a:extLst>
                <a:ext uri="{FF2B5EF4-FFF2-40B4-BE49-F238E27FC236}">
                  <ns2:creationId id="{9318C5C0-F4D1-6730-E46E-2F6770539C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9180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8" name="Text 33">
              <a:extLst>
                <a:ext uri="{FF2B5EF4-FFF2-40B4-BE49-F238E27FC236}">
                  <ns2:creationId id="{BB6D8426-D90D-4453-302E-2F89C6CC61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4738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12" name="Text 33">
              <a:extLst>
                <a:ext uri="{FF2B5EF4-FFF2-40B4-BE49-F238E27FC236}">
                  <ns2:creationId id="{740DEC20-958F-BFBC-7132-7A168B344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52359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83E4317B-FAB6-2D80-B8FC-8C4A1BE97972}"/>
                </a:ext>
              </a:extLst>
            </p:cNvPr>
            <p:cNvSpPr/>
            <p:nvPr/>
          </p:nvSpPr>
          <p:spPr>
            <a:xfrm>
              <a:off x="8619442" y="5458156"/>
              <a:ext cx="3237591" cy="49949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endParaRPr lang="ja-JP" alt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ECC55C44-55B5-67D7-4FC5-FBD846F6D401}"/>
                </a:ext>
              </a:extLst>
            </p:cNvPr>
            <p:cNvCxnSpPr/>
            <p:nvPr/>
          </p:nvCxnSpPr>
          <p:spPr>
            <a:xfrm>
              <a:off x="9945370" y="5486365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able_TWformat_txt_1_1">
              <a:extLst>
                <a:ext uri="{FF2B5EF4-FFF2-40B4-BE49-F238E27FC236}">
                  <ns2:creationId id="{EA1893BF-8A05-B8F5-A251-A385EBBDD100}"/>
                </a:ext>
              </a:extLst>
            </p:cNvPr>
            <p:cNvSpPr/>
            <p:nvPr/>
          </p:nvSpPr>
          <p:spPr>
            <a:xfrm>
              <a:off x="10016331" y="5458156"/>
              <a:ext cx="1810981" cy="49949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B77503A3-9856-D047-2F17-087DB0C2FDD8}"/>
                </a:ext>
              </a:extLst>
            </p:cNvPr>
            <p:cNvSpPr/>
            <p:nvPr/>
          </p:nvSpPr>
          <p:spPr>
            <a:xfrm>
              <a:off x="5279885" y="5458156"/>
              <a:ext cx="3263356" cy="4995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27F554C1-33BA-AFF9-A071-B3A19F585C37}"/>
                </a:ext>
              </a:extLst>
            </p:cNvPr>
            <p:cNvSpPr txBox="1"/>
            <p:nvPr/>
          </p:nvSpPr>
          <p:spPr>
            <a:xfrm>
              <a:off x="5279885" y="5538628"/>
              <a:ext cx="847728" cy="338554"/>
            </a:xfrm>
            <a:prstGeom prst="rect">
              <a:avLst/>
            </a:prstGeom>
            <a:noFill/>
          </p:spPr>
          <p:txBody>
            <a:bodyPr wrap="square" lIns="72000" rIns="36000" anchor="ctr">
              <a:sp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5" name="直線コネクタ 24">
              <a:extLst>
                <a:ext uri="{FF2B5EF4-FFF2-40B4-BE49-F238E27FC236}">
                  <ns2:creationId id="{DE0085BB-CEB4-C512-40BA-8652D89B211F}"/>
                </a:ext>
              </a:extLst>
            </p:cNvPr>
            <p:cNvCxnSpPr/>
            <p:nvPr/>
          </p:nvCxnSpPr>
          <p:spPr>
            <a:xfrm>
              <a:off x="6120276" y="5493767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" name="グラフィックス 102" descr="フローチャート 単色塗りつぶし">
              <a:extLst>
                <a:ext uri="{FF2B5EF4-FFF2-40B4-BE49-F238E27FC236}">
                  <ns2:creationId id="{D67E47A1-7520-819B-F3A1-B4266CB870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2084457" y="4745885"/>
              <a:ext cx="240790" cy="240790"/>
            </a:xfrm>
            <a:prstGeom prst="rect">
              <a:avLst/>
            </a:prstGeom>
          </p:spPr>
        </p:pic>
        <p:pic>
          <p:nvPicPr>
            <p:cNvPr id="106" name="グラフィックス 105" descr="計器 単色塗りつぶし">
              <a:extLst>
                <a:ext uri="{FF2B5EF4-FFF2-40B4-BE49-F238E27FC236}">
                  <ns2:creationId id="{77B47B62-E991-36F4-1323-3BBBFF9D04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2084458" y="5094331"/>
              <a:ext cx="240790" cy="240790"/>
            </a:xfrm>
            <a:prstGeom prst="rect">
              <a:avLst/>
            </a:prstGeom>
          </p:spPr>
        </p:pic>
        <p:pic>
          <p:nvPicPr>
            <p:cNvPr id="109" name="グラフィックス 108" descr="フローチャート 単色塗りつぶし">
              <a:extLst>
                <a:ext uri="{FF2B5EF4-FFF2-40B4-BE49-F238E27FC236}">
                  <ns2:creationId id="{E55B3DAB-D5A1-D51E-E081-8DBA5534E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736838" y="4745885"/>
              <a:ext cx="240790" cy="240790"/>
            </a:xfrm>
            <a:prstGeom prst="rect">
              <a:avLst/>
            </a:prstGeom>
          </p:spPr>
        </p:pic>
        <p:pic>
          <p:nvPicPr>
            <p:cNvPr id="110" name="グラフィックス 109" descr="計器 単色塗りつぶし">
              <a:extLst>
                <a:ext uri="{FF2B5EF4-FFF2-40B4-BE49-F238E27FC236}">
                  <ns2:creationId id="{238F936D-C9B4-6272-3B41-43DF139829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736839" y="5094331"/>
              <a:ext cx="240790" cy="240790"/>
            </a:xfrm>
            <a:prstGeom prst="rect">
              <a:avLst/>
            </a:prstGeom>
          </p:spPr>
        </p:pic>
        <p:pic>
          <p:nvPicPr>
            <p:cNvPr id="126" name="グラフィックス 125" descr="フローチャート 単色塗りつぶし">
              <a:extLst>
                <a:ext uri="{FF2B5EF4-FFF2-40B4-BE49-F238E27FC236}">
                  <ns2:creationId id="{EF1EEB94-07BF-ADC6-BB0D-CF0ADB006A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400239" y="4745885"/>
              <a:ext cx="240790" cy="240790"/>
            </a:xfrm>
            <a:prstGeom prst="rect">
              <a:avLst/>
            </a:prstGeom>
          </p:spPr>
        </p:pic>
        <p:pic>
          <p:nvPicPr>
            <p:cNvPr id="128" name="グラフィックス 127" descr="計器 単色塗りつぶし">
              <a:extLst>
                <a:ext uri="{FF2B5EF4-FFF2-40B4-BE49-F238E27FC236}">
                  <ns2:creationId id="{234A8916-D6E3-F668-DD22-86BBACDB83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400240" y="5094331"/>
              <a:ext cx="240790" cy="240790"/>
            </a:xfrm>
            <a:prstGeom prst="rect">
              <a:avLst/>
            </a:prstGeom>
          </p:spPr>
        </p:pic>
        <p:pic>
          <p:nvPicPr>
            <p:cNvPr id="132" name="グラフィックス 131" descr="フローチャート 単色塗りつぶし">
              <a:extLst>
                <a:ext uri="{FF2B5EF4-FFF2-40B4-BE49-F238E27FC236}">
                  <ns2:creationId id="{C4BEE531-1714-FE92-21C4-D5C4CB1675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52104" y="4745885"/>
              <a:ext cx="240790" cy="240790"/>
            </a:xfrm>
            <a:prstGeom prst="rect">
              <a:avLst/>
            </a:prstGeom>
          </p:spPr>
        </p:pic>
        <p:pic>
          <p:nvPicPr>
            <p:cNvPr id="139" name="グラフィックス 138" descr="計器 単色塗りつぶし">
              <a:extLst>
                <a:ext uri="{FF2B5EF4-FFF2-40B4-BE49-F238E27FC236}">
                  <ns2:creationId id="{4246B3AE-81E1-3643-A5BA-3A4DF205F7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52105" y="5094331"/>
              <a:ext cx="240790" cy="240790"/>
            </a:xfrm>
            <a:prstGeom prst="rect">
              <a:avLst/>
            </a:prstGeom>
          </p:spPr>
        </p:pic>
        <p:pic>
          <p:nvPicPr>
            <p:cNvPr id="141" name="グラフィックス 140" descr="オフィス ワーカー (男性) 単色塗りつぶし">
              <a:extLst>
                <a:ext uri="{FF2B5EF4-FFF2-40B4-BE49-F238E27FC236}">
                  <ns2:creationId id="{80A61E3E-5BF7-0F44-356A-0B249E7762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68808" y="4463807"/>
              <a:ext cx="209823" cy="209823"/>
            </a:xfrm>
            <a:prstGeom prst="rect">
              <a:avLst/>
            </a:prstGeom>
          </p:spPr>
        </p:pic>
        <p:pic>
          <p:nvPicPr>
            <p:cNvPr id="142" name="グラフィックス 141" descr="オフィス ワーカー (男性) 単色塗りつぶし">
              <a:extLst>
                <a:ext uri="{FF2B5EF4-FFF2-40B4-BE49-F238E27FC236}">
                  <ns2:creationId id="{46B46926-D68A-664C-A890-AC279F61EC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188613" y="4463806"/>
              <a:ext cx="209823" cy="209823"/>
            </a:xfrm>
            <a:prstGeom prst="rect">
              <a:avLst/>
            </a:prstGeom>
          </p:spPr>
        </p:pic>
        <p:pic>
          <p:nvPicPr>
            <p:cNvPr id="143" name="グラフィックス 142" descr="オフィス ワーカー (男性) 単色塗りつぶし">
              <a:extLst>
                <a:ext uri="{FF2B5EF4-FFF2-40B4-BE49-F238E27FC236}">
                  <ns2:creationId id="{23ED3F8F-1BAE-E4F1-96F2-DB6A07C112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785929" y="4463806"/>
              <a:ext cx="209823" cy="209823"/>
            </a:xfrm>
            <a:prstGeom prst="rect">
              <a:avLst/>
            </a:prstGeom>
          </p:spPr>
        </p:pic>
        <p:pic>
          <p:nvPicPr>
            <p:cNvPr id="144" name="グラフィックス 143" descr="オフィス ワーカー (男性) 単色塗りつぶし">
              <a:extLst>
                <a:ext uri="{FF2B5EF4-FFF2-40B4-BE49-F238E27FC236}">
                  <ns2:creationId id="{9BDF69B4-9B73-9153-B532-DDC780F5D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442825" y="4463806"/>
              <a:ext cx="209823" cy="209823"/>
            </a:xfrm>
            <a:prstGeom prst="rect">
              <a:avLst/>
            </a:prstGeom>
          </p:spPr>
        </p:pic>
        <p:pic>
          <p:nvPicPr>
            <p:cNvPr id="145" name="グラフィックス 144" descr="オフィス ワーカー (男性) 単色塗りつぶし">
              <a:extLst>
                <a:ext uri="{FF2B5EF4-FFF2-40B4-BE49-F238E27FC236}">
                  <ns2:creationId id="{2BED2D0B-0892-1275-F22E-422AA2154D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124325" y="4463806"/>
              <a:ext cx="209823" cy="209823"/>
            </a:xfrm>
            <a:prstGeom prst="rect">
              <a:avLst/>
            </a:prstGeom>
          </p:spPr>
        </p:pic>
        <p:pic>
          <p:nvPicPr>
            <p:cNvPr id="147" name="グラフィックス 146" descr="計器 単色塗りつぶし">
              <a:extLst>
                <a:ext uri="{FF2B5EF4-FFF2-40B4-BE49-F238E27FC236}">
                  <ns2:creationId id="{437661DB-0B1D-CAB7-66FD-A67456906F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626874" y="5587510"/>
              <a:ext cx="240790" cy="240790"/>
            </a:xfrm>
            <a:prstGeom prst="rect">
              <a:avLst/>
            </a:prstGeom>
          </p:spPr>
        </p:pic>
        <p:sp>
          <p:nvSpPr>
            <p:cNvPr id="3" name="四角形: 角を丸くする 2">
              <a:extLst>
                <a:ext uri="{FF2B5EF4-FFF2-40B4-BE49-F238E27FC236}">
                  <ns2:creationId id="{05F9992B-B910-3DED-F0CA-E9F7351CF5FD}"/>
                </a:ext>
              </a:extLst>
            </p:cNvPr>
            <p:cNvSpPr/>
            <p:nvPr/>
          </p:nvSpPr>
          <p:spPr>
            <a:xfrm>
              <a:off x="10975681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A4FDB7C-50E8-1E68-3249-B4CA02EC0E66}"/>
                </a:ext>
              </a:extLst>
            </p:cNvPr>
            <p:cNvSpPr/>
            <p:nvPr/>
          </p:nvSpPr>
          <p:spPr>
            <a:xfrm>
              <a:off x="7661885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453059364"/>
      </p:ext>
    </p:extLst>
  </p:cSld>
  <p:clrMapOvr>
    <a:masterClrMapping/>
  </p:clrMapOvr>
</p:sld>
</file>

<file path=ppt/slides/slide28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D3D1BE05-853B-1130-79AB-47E8AFCFA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C6C4658-AE58-3FD8-F159-6279E7430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/>
              <a:t>XX</a:t>
            </a:r>
          </a:p>
        </p:txBody>
      </p:sp>
      <p:grpSp>
        <p:nvGrpSpPr>
          <p:cNvPr id="480" name="グループ化 479">
            <a:extLst>
              <a:ext uri="{FF2B5EF4-FFF2-40B4-BE49-F238E27FC236}">
                <ns2:creationId id="{DC777302-94D7-1B2E-169C-A96B06FA4178}"/>
              </a:ext>
            </a:extLst>
          </p:cNvPr>
          <p:cNvGrpSpPr/>
          <p:nvPr/>
        </p:nvGrpSpPr>
        <p:grpSpPr>
          <a:xfrm>
            <a:off x="334963" y="1029496"/>
            <a:ext cx="11537928" cy="5275890"/>
            <a:chOff x="334963" y="1029496"/>
            <a:chExt cx="11537928" cy="5275890"/>
          </a:xfrm>
        </p:grpSpPr>
        <p:grpSp>
          <p:nvGrpSpPr>
            <p:cNvPr id="457" name="グループ化 456">
              <a:extLst>
                <a:ext uri="{FF2B5EF4-FFF2-40B4-BE49-F238E27FC236}">
                  <ns2:creationId id="{9F595EE7-7390-AB80-00DC-36980E77EDB7}"/>
                </a:ext>
              </a:extLst>
            </p:cNvPr>
            <p:cNvGrpSpPr/>
            <p:nvPr/>
          </p:nvGrpSpPr>
          <p:grpSpPr>
            <a:xfrm>
              <a:off x="339663" y="2784134"/>
              <a:ext cx="11515300" cy="3035260"/>
              <a:chOff x="339663" y="2784134"/>
              <a:chExt cx="11515300" cy="3035260"/>
            </a:xfrm>
          </p:grpSpPr>
          <p:grpSp>
            <p:nvGrpSpPr>
              <p:cNvPr id="451" name="グループ化 450">
                <a:extLst>
                  <a:ext uri="{FF2B5EF4-FFF2-40B4-BE49-F238E27FC236}">
                    <ns2:creationId id="{825E0CB4-1CA3-DD55-B01B-A85FFF164C0F}"/>
                  </a:ext>
                </a:extLst>
              </p:cNvPr>
              <p:cNvGrpSpPr/>
              <p:nvPr/>
            </p:nvGrpSpPr>
            <p:grpSpPr>
              <a:xfrm>
                <a:off x="1342312" y="5312760"/>
                <a:ext cx="10512651" cy="0"/>
                <a:chOff x="1342312" y="5322177"/>
                <a:chExt cx="10512651" cy="0"/>
              </a:xfrm>
            </p:grpSpPr>
            <p:grpSp>
              <p:nvGrpSpPr>
                <p:cNvPr id="45" name="グループ化 44">
                  <a:extLst>
                    <a:ext uri="{FF2B5EF4-FFF2-40B4-BE49-F238E27FC236}">
                      <ns2:creationId id="{98503A10-FEC9-BCA7-9F0A-55A68A3FE55A}"/>
                    </a:ext>
                  </a:extLst>
                </p:cNvPr>
                <p:cNvGrpSpPr/>
                <p:nvPr/>
              </p:nvGrpSpPr>
              <p:grpSpPr>
                <a:xfrm>
                  <a:off x="1342312" y="5322177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48" name="直線コネクタ 47">
                    <a:extLst>
                      <a:ext uri="{FF2B5EF4-FFF2-40B4-BE49-F238E27FC236}">
                        <ns2:creationId id="{AE7EF154-30FD-8850-EBF2-1DD87C7940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ns2:creationId id="{B60E8445-C0DC-5BAC-D436-93AE14AF81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8" name="グループ化 87">
                  <a:extLst>
                    <a:ext uri="{FF2B5EF4-FFF2-40B4-BE49-F238E27FC236}">
                      <ns2:creationId id="{6C21DA5D-E575-5C70-B54C-EF542AD6050B}"/>
                    </a:ext>
                  </a:extLst>
                </p:cNvPr>
                <p:cNvGrpSpPr/>
                <p:nvPr/>
              </p:nvGrpSpPr>
              <p:grpSpPr>
                <a:xfrm>
                  <a:off x="5230312" y="5322177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89" name="直線コネクタ 88">
                    <a:extLst>
                      <a:ext uri="{FF2B5EF4-FFF2-40B4-BE49-F238E27FC236}">
                        <ns2:creationId id="{6F973CBB-E927-E169-9473-5E14654F8F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直線コネクタ 89">
                    <a:extLst>
                      <a:ext uri="{FF2B5EF4-FFF2-40B4-BE49-F238E27FC236}">
                        <ns2:creationId id="{DCCD8962-0567-0BE0-2749-368F1A2BA9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グループ化 86">
                  <a:extLst>
                    <a:ext uri="{FF2B5EF4-FFF2-40B4-BE49-F238E27FC236}">
                      <ns2:creationId id="{E4B7761A-F932-2C38-FE56-8D5D7ADEF1B6}"/>
                    </a:ext>
                  </a:extLst>
                </p:cNvPr>
                <p:cNvGrpSpPr/>
                <p:nvPr/>
              </p:nvGrpSpPr>
              <p:grpSpPr>
                <a:xfrm>
                  <a:off x="9118312" y="5322177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488" name="直線コネクタ 487">
                    <a:extLst>
                      <a:ext uri="{FF2B5EF4-FFF2-40B4-BE49-F238E27FC236}">
                        <ns2:creationId id="{5426E038-11D0-9B6C-A276-74A90B575D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直線コネクタ 502">
                    <a:extLst>
                      <a:ext uri="{FF2B5EF4-FFF2-40B4-BE49-F238E27FC236}">
                        <ns2:creationId id="{8A86C6C9-0338-37ED-196B-8FACBAB84F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52" name="グループ化 451">
                <a:extLst>
                  <a:ext uri="{FF2B5EF4-FFF2-40B4-BE49-F238E27FC236}">
                    <ns2:creationId id="{A8BC5ADD-6991-0CAF-E3EF-5D48728AE09C}"/>
                  </a:ext>
                </a:extLst>
              </p:cNvPr>
              <p:cNvGrpSpPr/>
              <p:nvPr/>
            </p:nvGrpSpPr>
            <p:grpSpPr>
              <a:xfrm>
                <a:off x="1342312" y="5819394"/>
                <a:ext cx="10512651" cy="0"/>
                <a:chOff x="1342312" y="5825461"/>
                <a:chExt cx="10512651" cy="0"/>
              </a:xfrm>
            </p:grpSpPr>
            <p:grpSp>
              <p:nvGrpSpPr>
                <p:cNvPr id="51" name="グループ化 50">
                  <a:extLst>
                    <a:ext uri="{FF2B5EF4-FFF2-40B4-BE49-F238E27FC236}">
                      <ns2:creationId id="{6519B7EB-D385-E021-BA7A-D7D3920BDB20}"/>
                    </a:ext>
                  </a:extLst>
                </p:cNvPr>
                <p:cNvGrpSpPr/>
                <p:nvPr/>
              </p:nvGrpSpPr>
              <p:grpSpPr>
                <a:xfrm>
                  <a:off x="1342312" y="5825461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52" name="直線コネクタ 51">
                    <a:extLst>
                      <a:ext uri="{FF2B5EF4-FFF2-40B4-BE49-F238E27FC236}">
                        <ns2:creationId id="{D73D8882-A3D1-D481-663A-1F70B88DC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直線コネクタ 52">
                    <a:extLst>
                      <a:ext uri="{FF2B5EF4-FFF2-40B4-BE49-F238E27FC236}">
                        <ns2:creationId id="{FB6FE392-ACCE-DD25-3995-CC0F0CDDF3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4" name="グループ化 93">
                  <a:extLst>
                    <a:ext uri="{FF2B5EF4-FFF2-40B4-BE49-F238E27FC236}">
                      <ns2:creationId id="{FA654E20-3292-47CB-6596-804B7D5D635B}"/>
                    </a:ext>
                  </a:extLst>
                </p:cNvPr>
                <p:cNvGrpSpPr/>
                <p:nvPr/>
              </p:nvGrpSpPr>
              <p:grpSpPr>
                <a:xfrm>
                  <a:off x="5230312" y="5825461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95" name="直線コネクタ 94">
                    <a:extLst>
                      <a:ext uri="{FF2B5EF4-FFF2-40B4-BE49-F238E27FC236}">
                        <ns2:creationId id="{7947320E-DF36-ECE4-B05F-7E47417377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6" name="直線コネクタ 95">
                    <a:extLst>
                      <a:ext uri="{FF2B5EF4-FFF2-40B4-BE49-F238E27FC236}">
                        <ns2:creationId id="{10C134E0-425F-B977-19B2-90054927CA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1" name="グループ化 90">
                  <a:extLst>
                    <a:ext uri="{FF2B5EF4-FFF2-40B4-BE49-F238E27FC236}">
                      <ns2:creationId id="{D02A1150-502B-8311-3795-BD8D76FE3E41}"/>
                    </a:ext>
                  </a:extLst>
                </p:cNvPr>
                <p:cNvGrpSpPr/>
                <p:nvPr/>
              </p:nvGrpSpPr>
              <p:grpSpPr>
                <a:xfrm>
                  <a:off x="9118312" y="5825461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92" name="直線コネクタ 91">
                    <a:extLst>
                      <a:ext uri="{FF2B5EF4-FFF2-40B4-BE49-F238E27FC236}">
                        <ns2:creationId id="{3F5E2109-82B6-6767-9DAB-16F6F931C1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直線コネクタ 92">
                    <a:extLst>
                      <a:ext uri="{FF2B5EF4-FFF2-40B4-BE49-F238E27FC236}">
                        <ns2:creationId id="{6E1CAB4E-50AE-E2FF-356D-6BCE57242A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48" name="グループ化 447">
                <a:extLst>
                  <a:ext uri="{FF2B5EF4-FFF2-40B4-BE49-F238E27FC236}">
                    <ns2:creationId id="{D9335221-D009-F9E2-ACFE-55446ADA1BAD}"/>
                  </a:ext>
                </a:extLst>
              </p:cNvPr>
              <p:cNvGrpSpPr/>
              <p:nvPr/>
            </p:nvGrpSpPr>
            <p:grpSpPr>
              <a:xfrm>
                <a:off x="1342312" y="4806737"/>
                <a:ext cx="10512651" cy="0"/>
                <a:chOff x="1342312" y="4817308"/>
                <a:chExt cx="10512651" cy="0"/>
              </a:xfrm>
            </p:grpSpPr>
            <p:grpSp>
              <p:nvGrpSpPr>
                <p:cNvPr id="55" name="グループ化 54">
                  <a:extLst>
                    <a:ext uri="{FF2B5EF4-FFF2-40B4-BE49-F238E27FC236}">
                      <ns2:creationId id="{AF77EC44-B69B-2572-8FEE-A089EB79FABB}"/>
                    </a:ext>
                  </a:extLst>
                </p:cNvPr>
                <p:cNvGrpSpPr/>
                <p:nvPr/>
              </p:nvGrpSpPr>
              <p:grpSpPr>
                <a:xfrm>
                  <a:off x="1342312" y="4817308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56" name="直線コネクタ 55">
                    <a:extLst>
                      <a:ext uri="{FF2B5EF4-FFF2-40B4-BE49-F238E27FC236}">
                        <ns2:creationId id="{DFF96136-A022-4E4F-DAE1-CE0167DF50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直線コネクタ 56">
                    <a:extLst>
                      <a:ext uri="{FF2B5EF4-FFF2-40B4-BE49-F238E27FC236}">
                        <ns2:creationId id="{B5AE605C-8360-0E40-AA47-F62560914E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7" name="グループ化 96">
                  <a:extLst>
                    <a:ext uri="{FF2B5EF4-FFF2-40B4-BE49-F238E27FC236}">
                      <ns2:creationId id="{83CBFC9A-A0E0-18EE-E2DF-BD6CAB777B06}"/>
                    </a:ext>
                  </a:extLst>
                </p:cNvPr>
                <p:cNvGrpSpPr/>
                <p:nvPr/>
              </p:nvGrpSpPr>
              <p:grpSpPr>
                <a:xfrm>
                  <a:off x="5230312" y="4817308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98" name="直線コネクタ 97">
                    <a:extLst>
                      <a:ext uri="{FF2B5EF4-FFF2-40B4-BE49-F238E27FC236}">
                        <ns2:creationId id="{2B99CD14-B9CC-A3B4-B203-360A3626D1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1" name="直線コネクタ 100">
                    <a:extLst>
                      <a:ext uri="{FF2B5EF4-FFF2-40B4-BE49-F238E27FC236}">
                        <ns2:creationId id="{D1E344DB-4DAB-9E41-2885-F01533845B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5" name="グループ化 104">
                  <a:extLst>
                    <a:ext uri="{FF2B5EF4-FFF2-40B4-BE49-F238E27FC236}">
                      <ns2:creationId id="{645AC900-9FF3-85DC-82A0-0D869A305657}"/>
                    </a:ext>
                  </a:extLst>
                </p:cNvPr>
                <p:cNvGrpSpPr/>
                <p:nvPr/>
              </p:nvGrpSpPr>
              <p:grpSpPr>
                <a:xfrm>
                  <a:off x="9118312" y="4817308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106" name="直線コネクタ 105">
                    <a:extLst>
                      <a:ext uri="{FF2B5EF4-FFF2-40B4-BE49-F238E27FC236}">
                        <ns2:creationId id="{39471C09-1A3C-11C8-366C-2F87F30B78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7" name="直線コネクタ 106">
                    <a:extLst>
                      <a:ext uri="{FF2B5EF4-FFF2-40B4-BE49-F238E27FC236}">
                        <ns2:creationId id="{2E0D0BFA-7449-EC00-C390-4E246F6DEC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4" name="グループ化 43">
                <a:extLst>
                  <a:ext uri="{FF2B5EF4-FFF2-40B4-BE49-F238E27FC236}">
                    <ns2:creationId id="{0E6F4634-CA1C-8418-862A-232193F4F99E}"/>
                  </a:ext>
                </a:extLst>
              </p:cNvPr>
              <p:cNvGrpSpPr/>
              <p:nvPr/>
            </p:nvGrpSpPr>
            <p:grpSpPr>
              <a:xfrm>
                <a:off x="1342312" y="4302934"/>
                <a:ext cx="10512651" cy="0"/>
                <a:chOff x="1342312" y="4312925"/>
                <a:chExt cx="10512651" cy="0"/>
              </a:xfrm>
            </p:grpSpPr>
            <p:grpSp>
              <p:nvGrpSpPr>
                <p:cNvPr id="59" name="グループ化 58">
                  <a:extLst>
                    <a:ext uri="{FF2B5EF4-FFF2-40B4-BE49-F238E27FC236}">
                      <ns2:creationId id="{72E140B6-DA8A-5B2B-1450-5C03506134B7}"/>
                    </a:ext>
                  </a:extLst>
                </p:cNvPr>
                <p:cNvGrpSpPr/>
                <p:nvPr/>
              </p:nvGrpSpPr>
              <p:grpSpPr>
                <a:xfrm>
                  <a:off x="1342312" y="4312925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60" name="直線コネクタ 59">
                    <a:extLst>
                      <a:ext uri="{FF2B5EF4-FFF2-40B4-BE49-F238E27FC236}">
                        <ns2:creationId id="{ED08A357-BC4C-2FCC-93B6-2823CDCAB4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" name="直線コネクタ 62">
                    <a:extLst>
                      <a:ext uri="{FF2B5EF4-FFF2-40B4-BE49-F238E27FC236}">
                        <ns2:creationId id="{710A9FF0-E9EF-8AC3-8028-9703DB7839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2" name="グループ化 101">
                  <a:extLst>
                    <a:ext uri="{FF2B5EF4-FFF2-40B4-BE49-F238E27FC236}">
                      <ns2:creationId id="{DC485A28-FC7B-7831-24A2-20BD50378CD5}"/>
                    </a:ext>
                  </a:extLst>
                </p:cNvPr>
                <p:cNvGrpSpPr/>
                <p:nvPr/>
              </p:nvGrpSpPr>
              <p:grpSpPr>
                <a:xfrm>
                  <a:off x="5230312" y="4312925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103" name="直線コネクタ 102">
                    <a:extLst>
                      <a:ext uri="{FF2B5EF4-FFF2-40B4-BE49-F238E27FC236}">
                        <ns2:creationId id="{59543E72-F246-860D-B9C7-A04E2ACA37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直線コネクタ 103">
                    <a:extLst>
                      <a:ext uri="{FF2B5EF4-FFF2-40B4-BE49-F238E27FC236}">
                        <ns2:creationId id="{473DC4A3-DA36-0E08-F9CF-107A8150AC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8" name="グループ化 107">
                  <a:extLst>
                    <a:ext uri="{FF2B5EF4-FFF2-40B4-BE49-F238E27FC236}">
                      <ns2:creationId id="{0E92CC3A-EDCE-2FA5-8D76-3ECE01553D03}"/>
                    </a:ext>
                  </a:extLst>
                </p:cNvPr>
                <p:cNvGrpSpPr/>
                <p:nvPr/>
              </p:nvGrpSpPr>
              <p:grpSpPr>
                <a:xfrm>
                  <a:off x="9118312" y="4312925"/>
                  <a:ext cx="2736651" cy="0"/>
                  <a:chOff x="9124766" y="5301850"/>
                  <a:chExt cx="2736651" cy="0"/>
                </a:xfrm>
              </p:grpSpPr>
              <p:cxnSp>
                <p:nvCxnSpPr>
                  <p:cNvPr id="109" name="直線コネクタ 108">
                    <a:extLst>
                      <a:ext uri="{FF2B5EF4-FFF2-40B4-BE49-F238E27FC236}">
                        <ns2:creationId id="{B847FFC0-DEA4-58E4-1524-78DE9BEAAD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4766" y="5301850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0" name="直線コネクタ 109">
                    <a:extLst>
                      <a:ext uri="{FF2B5EF4-FFF2-40B4-BE49-F238E27FC236}">
                        <ns2:creationId id="{84B51C36-FDE2-819C-7E4D-4B7D050FCB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53417" y="5301850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" name="グループ化 39">
                <a:extLst>
                  <a:ext uri="{FF2B5EF4-FFF2-40B4-BE49-F238E27FC236}">
                    <ns2:creationId id="{3CB681E0-70F5-F3F8-8057-9DDE95E05707}"/>
                  </a:ext>
                </a:extLst>
              </p:cNvPr>
              <p:cNvGrpSpPr/>
              <p:nvPr/>
            </p:nvGrpSpPr>
            <p:grpSpPr>
              <a:xfrm>
                <a:off x="339663" y="2784134"/>
                <a:ext cx="11515300" cy="0"/>
                <a:chOff x="339663" y="2783914"/>
                <a:chExt cx="11515300" cy="0"/>
              </a:xfrm>
            </p:grpSpPr>
            <p:grpSp>
              <p:nvGrpSpPr>
                <p:cNvPr id="507" name="グループ化 506">
                  <a:extLst>
                    <a:ext uri="{FF2B5EF4-FFF2-40B4-BE49-F238E27FC236}">
                      <ns2:creationId id="{6672A3DB-684F-D69E-F083-58FCF71F03D3}"/>
                    </a:ext>
                  </a:extLst>
                </p:cNvPr>
                <p:cNvGrpSpPr/>
                <p:nvPr/>
              </p:nvGrpSpPr>
              <p:grpSpPr>
                <a:xfrm>
                  <a:off x="339663" y="2783914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23" name="直線コネクタ 22">
                    <a:extLst>
                      <a:ext uri="{FF2B5EF4-FFF2-40B4-BE49-F238E27FC236}">
                        <ns2:creationId id="{0EFCC076-FF9C-D094-EB92-76474B4682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直線コネクタ 46">
                    <a:extLst>
                      <a:ext uri="{FF2B5EF4-FFF2-40B4-BE49-F238E27FC236}">
                        <ns2:creationId id="{5D4E447B-A765-0AC7-D423-6B223CFCF6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直線コネクタ 60">
                    <a:extLst>
                      <a:ext uri="{FF2B5EF4-FFF2-40B4-BE49-F238E27FC236}">
                        <ns2:creationId id="{CAB60BD2-0CB8-1911-0454-BA5B783056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3" name="グループ化 72">
                  <a:extLst>
                    <a:ext uri="{FF2B5EF4-FFF2-40B4-BE49-F238E27FC236}">
                      <ns2:creationId id="{28C07484-59D4-540B-0364-A5801D283B1A}"/>
                    </a:ext>
                  </a:extLst>
                </p:cNvPr>
                <p:cNvGrpSpPr/>
                <p:nvPr/>
              </p:nvGrpSpPr>
              <p:grpSpPr>
                <a:xfrm>
                  <a:off x="4222963" y="2783914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84" name="直線コネクタ 83">
                    <a:extLst>
                      <a:ext uri="{FF2B5EF4-FFF2-40B4-BE49-F238E27FC236}">
                        <ns2:creationId id="{1FB0AAE8-50AB-55D6-8CEA-75FA5C54E5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直線コネクタ 84">
                    <a:extLst>
                      <a:ext uri="{FF2B5EF4-FFF2-40B4-BE49-F238E27FC236}">
                        <ns2:creationId id="{29F959CC-68D4-FDC9-00D2-05997B0726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6" name="直線コネクタ 85">
                    <a:extLst>
                      <a:ext uri="{FF2B5EF4-FFF2-40B4-BE49-F238E27FC236}">
                        <ns2:creationId id="{42C0A201-3FA2-F701-3478-A1F88C7480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1" name="グループ化 110">
                  <a:extLst>
                    <a:ext uri="{FF2B5EF4-FFF2-40B4-BE49-F238E27FC236}">
                      <ns2:creationId id="{EEFCDBFA-8627-5A8A-996D-68C1A33E9739}"/>
                    </a:ext>
                  </a:extLst>
                </p:cNvPr>
                <p:cNvGrpSpPr/>
                <p:nvPr/>
              </p:nvGrpSpPr>
              <p:grpSpPr>
                <a:xfrm>
                  <a:off x="8109313" y="2783914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112" name="直線コネクタ 111">
                    <a:extLst>
                      <a:ext uri="{FF2B5EF4-FFF2-40B4-BE49-F238E27FC236}">
                        <ns2:creationId id="{A9637275-DC1C-E9C3-1CC3-F3BD5C5A5C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コネクタ 112">
                    <a:extLst>
                      <a:ext uri="{FF2B5EF4-FFF2-40B4-BE49-F238E27FC236}">
                        <ns2:creationId id="{D9BE68D1-28CA-C4FB-E716-C91A41467B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コネクタ 113">
                    <a:extLst>
                      <a:ext uri="{FF2B5EF4-FFF2-40B4-BE49-F238E27FC236}">
                        <ns2:creationId id="{0D96A97F-99ED-48A8-1658-4E96B4F96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1" name="グループ化 40">
                <a:extLst>
                  <a:ext uri="{FF2B5EF4-FFF2-40B4-BE49-F238E27FC236}">
                    <ns2:creationId id="{3324E699-6864-D2F5-37F1-5C14350A89ED}"/>
                  </a:ext>
                </a:extLst>
              </p:cNvPr>
              <p:cNvGrpSpPr/>
              <p:nvPr/>
            </p:nvGrpSpPr>
            <p:grpSpPr>
              <a:xfrm>
                <a:off x="339663" y="3290023"/>
                <a:ext cx="11515300" cy="754"/>
                <a:chOff x="339663" y="3290761"/>
                <a:chExt cx="11515300" cy="754"/>
              </a:xfrm>
            </p:grpSpPr>
            <p:grpSp>
              <p:nvGrpSpPr>
                <p:cNvPr id="508" name="グループ化 507">
                  <a:extLst>
                    <a:ext uri="{FF2B5EF4-FFF2-40B4-BE49-F238E27FC236}">
                      <ns2:creationId id="{D47FCEEE-641A-229E-F56A-21AA079E9AC0}"/>
                    </a:ext>
                  </a:extLst>
                </p:cNvPr>
                <p:cNvGrpSpPr/>
                <p:nvPr/>
              </p:nvGrpSpPr>
              <p:grpSpPr>
                <a:xfrm>
                  <a:off x="339663" y="3291138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509" name="直線コネクタ 508">
                    <a:extLst>
                      <a:ext uri="{FF2B5EF4-FFF2-40B4-BE49-F238E27FC236}">
                        <ns2:creationId id="{84B77CF5-961A-738A-1846-F020DA9EA6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直線コネクタ 510">
                    <a:extLst>
                      <a:ext uri="{FF2B5EF4-FFF2-40B4-BE49-F238E27FC236}">
                        <ns2:creationId id="{223C994E-CA03-CB7B-E4E7-707BD354A6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直線コネクタ 63">
                    <a:extLst>
                      <a:ext uri="{FF2B5EF4-FFF2-40B4-BE49-F238E27FC236}">
                        <ns2:creationId id="{F851F7EC-8870-AD6F-FB50-7EBEC9FD08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5" name="グループ化 74">
                  <a:extLst>
                    <a:ext uri="{FF2B5EF4-FFF2-40B4-BE49-F238E27FC236}">
                      <ns2:creationId id="{0230E52F-E5A6-6762-1168-100B01CC9267}"/>
                    </a:ext>
                  </a:extLst>
                </p:cNvPr>
                <p:cNvGrpSpPr/>
                <p:nvPr/>
              </p:nvGrpSpPr>
              <p:grpSpPr>
                <a:xfrm>
                  <a:off x="4222963" y="3291515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81" name="直線コネクタ 80">
                    <a:extLst>
                      <a:ext uri="{FF2B5EF4-FFF2-40B4-BE49-F238E27FC236}">
                        <ns2:creationId id="{07717A5B-89A6-71B7-6937-E60A254C00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線コネクタ 81">
                    <a:extLst>
                      <a:ext uri="{FF2B5EF4-FFF2-40B4-BE49-F238E27FC236}">
                        <ns2:creationId id="{4488B5BF-D06D-8B8C-E237-AD37DA7D48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直線コネクタ 82">
                    <a:extLst>
                      <a:ext uri="{FF2B5EF4-FFF2-40B4-BE49-F238E27FC236}">
                        <ns2:creationId id="{0B74F64F-711C-290F-ED9A-3C68EFD10E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グループ化 114">
                  <a:extLst>
                    <a:ext uri="{FF2B5EF4-FFF2-40B4-BE49-F238E27FC236}">
                      <ns2:creationId id="{1A9F9203-36F4-C075-12BD-8B21C4B73560}"/>
                    </a:ext>
                  </a:extLst>
                </p:cNvPr>
                <p:cNvGrpSpPr/>
                <p:nvPr/>
              </p:nvGrpSpPr>
              <p:grpSpPr>
                <a:xfrm>
                  <a:off x="8109313" y="3290761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116" name="直線コネクタ 115">
                    <a:extLst>
                      <a:ext uri="{FF2B5EF4-FFF2-40B4-BE49-F238E27FC236}">
                        <ns2:creationId id="{D212F07F-FC89-051D-3C70-99B9FA9E83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線コネクタ 116">
                    <a:extLst>
                      <a:ext uri="{FF2B5EF4-FFF2-40B4-BE49-F238E27FC236}">
                        <ns2:creationId id="{374B541B-0FD2-DF1B-A6EC-AF2F992376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線コネクタ 117">
                    <a:extLst>
                      <a:ext uri="{FF2B5EF4-FFF2-40B4-BE49-F238E27FC236}">
                        <ns2:creationId id="{8B3DC1DA-BCB6-6505-77B9-C838430D80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3" name="グループ化 42">
                <a:extLst>
                  <a:ext uri="{FF2B5EF4-FFF2-40B4-BE49-F238E27FC236}">
                    <ns2:creationId id="{2D186F7A-671A-C195-51D3-90721B9623AC}"/>
                  </a:ext>
                </a:extLst>
              </p:cNvPr>
              <p:cNvGrpSpPr/>
              <p:nvPr/>
            </p:nvGrpSpPr>
            <p:grpSpPr>
              <a:xfrm>
                <a:off x="339663" y="3796667"/>
                <a:ext cx="11515300" cy="0"/>
                <a:chOff x="339663" y="3793916"/>
                <a:chExt cx="11515300" cy="0"/>
              </a:xfrm>
            </p:grpSpPr>
            <p:grpSp>
              <p:nvGrpSpPr>
                <p:cNvPr id="65" name="グループ化 64">
                  <a:extLst>
                    <a:ext uri="{FF2B5EF4-FFF2-40B4-BE49-F238E27FC236}">
                      <ns2:creationId id="{F243D1C4-E136-CF7F-79EE-5207150EFFBC}"/>
                    </a:ext>
                  </a:extLst>
                </p:cNvPr>
                <p:cNvGrpSpPr/>
                <p:nvPr/>
              </p:nvGrpSpPr>
              <p:grpSpPr>
                <a:xfrm>
                  <a:off x="339663" y="3793916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67" name="直線コネクタ 66">
                    <a:extLst>
                      <a:ext uri="{FF2B5EF4-FFF2-40B4-BE49-F238E27FC236}">
                        <ns2:creationId id="{5025A322-53EF-4331-CB00-B6EBA78EE4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直線コネクタ 67">
                    <a:extLst>
                      <a:ext uri="{FF2B5EF4-FFF2-40B4-BE49-F238E27FC236}">
                        <ns2:creationId id="{40839ADD-0FFC-34AF-891A-43A1E4F8E6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直線コネクタ 68">
                    <a:extLst>
                      <a:ext uri="{FF2B5EF4-FFF2-40B4-BE49-F238E27FC236}">
                        <ns2:creationId id="{3BE4A74A-98D7-A2B4-83F9-0E774920C3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6" name="グループ化 75">
                  <a:extLst>
                    <a:ext uri="{FF2B5EF4-FFF2-40B4-BE49-F238E27FC236}">
                      <ns2:creationId id="{EBD9AD09-7490-6925-A696-0208A530D11C}"/>
                    </a:ext>
                  </a:extLst>
                </p:cNvPr>
                <p:cNvGrpSpPr/>
                <p:nvPr/>
              </p:nvGrpSpPr>
              <p:grpSpPr>
                <a:xfrm>
                  <a:off x="4222963" y="3793916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77" name="直線コネクタ 76">
                    <a:extLst>
                      <a:ext uri="{FF2B5EF4-FFF2-40B4-BE49-F238E27FC236}">
                        <ns2:creationId id="{4D86F4D8-0813-8685-64C3-1ACED7E8D2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直線コネクタ 78">
                    <a:extLst>
                      <a:ext uri="{FF2B5EF4-FFF2-40B4-BE49-F238E27FC236}">
                        <ns2:creationId id="{09DC915E-A3E9-0F41-19BB-D7F0D5C699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直線コネクタ 79">
                    <a:extLst>
                      <a:ext uri="{FF2B5EF4-FFF2-40B4-BE49-F238E27FC236}">
                        <ns2:creationId id="{34C5A340-6DDA-F8A9-14A3-E639B9F055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9" name="グループ化 118">
                  <a:extLst>
                    <a:ext uri="{FF2B5EF4-FFF2-40B4-BE49-F238E27FC236}">
                      <ns2:creationId id="{C4D7E9AE-57A2-55CD-DB7C-4EB69F017E33}"/>
                    </a:ext>
                  </a:extLst>
                </p:cNvPr>
                <p:cNvGrpSpPr/>
                <p:nvPr/>
              </p:nvGrpSpPr>
              <p:grpSpPr>
                <a:xfrm>
                  <a:off x="8109313" y="3793916"/>
                  <a:ext cx="3745650" cy="0"/>
                  <a:chOff x="339663" y="2788343"/>
                  <a:chExt cx="3745650" cy="0"/>
                </a:xfrm>
              </p:grpSpPr>
              <p:cxnSp>
                <p:nvCxnSpPr>
                  <p:cNvPr id="120" name="直線コネクタ 119">
                    <a:extLst>
                      <a:ext uri="{FF2B5EF4-FFF2-40B4-BE49-F238E27FC236}">
                        <ns2:creationId id="{F7EBFFC2-FE65-9BF9-BDCB-50C2DB1727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966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直線コネクタ 120">
                    <a:extLst>
                      <a:ext uri="{FF2B5EF4-FFF2-40B4-BE49-F238E27FC236}">
                        <ns2:creationId id="{92635086-DD29-7A45-1D7C-DBA437742D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93488" y="2788343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直線コネクタ 121">
                    <a:extLst>
                      <a:ext uri="{FF2B5EF4-FFF2-40B4-BE49-F238E27FC236}">
                        <ns2:creationId id="{75F17D8F-5E0D-E6E7-03D6-80CB39A7E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7313" y="2788343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79" name="グループ化 478">
              <a:extLst>
                <a:ext uri="{FF2B5EF4-FFF2-40B4-BE49-F238E27FC236}">
                  <ns2:creationId id="{5AB61A87-FAAC-3EB6-2029-FFD3119738D0}"/>
                </a:ext>
              </a:extLst>
            </p:cNvPr>
            <p:cNvGrpSpPr/>
            <p:nvPr/>
          </p:nvGrpSpPr>
          <p:grpSpPr>
            <a:xfrm>
              <a:off x="8115876" y="1029496"/>
              <a:ext cx="3757015" cy="5275890"/>
              <a:chOff x="8115876" y="1029496"/>
              <a:chExt cx="3757015" cy="5275890"/>
            </a:xfrm>
          </p:grpSpPr>
          <p:sp>
            <p:nvSpPr>
              <p:cNvPr id="22" name="Text 191">
                <a:extLst>
                  <a:ext uri="{FF2B5EF4-FFF2-40B4-BE49-F238E27FC236}">
                    <ns2:creationId id="{C32B5900-A0B2-898D-3A79-116F4B02EFB5}"/>
                  </a:ext>
                </a:extLst>
              </p:cNvPr>
              <p:cNvSpPr txBox="1"/>
              <p:nvPr/>
            </p:nvSpPr>
            <p:spPr>
              <a:xfrm>
                <a:off x="8128891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0" name="Text 6">
                <a:extLst>
                  <a:ext uri="{FF2B5EF4-FFF2-40B4-BE49-F238E27FC236}">
                    <ns2:creationId id="{1B7B28E9-D85C-B62C-5583-0A19A85E1829}"/>
                  </a:ext>
                </a:extLst>
              </p:cNvPr>
              <p:cNvSpPr txBox="1"/>
              <p:nvPr/>
            </p:nvSpPr>
            <p:spPr>
              <a:xfrm>
                <a:off x="8155383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1" name="Text 7">
                <a:extLst>
                  <a:ext uri="{FF2B5EF4-FFF2-40B4-BE49-F238E27FC236}">
                    <ns2:creationId id="{3A61FF53-0B46-0800-CB5F-1B0E0E20ACA2}"/>
                  </a:ext>
                </a:extLst>
              </p:cNvPr>
              <p:cNvSpPr txBox="1"/>
              <p:nvPr/>
            </p:nvSpPr>
            <p:spPr>
              <a:xfrm>
                <a:off x="10005876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2" name="Text 10">
                <a:extLst>
                  <a:ext uri="{FF2B5EF4-FFF2-40B4-BE49-F238E27FC236}">
                    <ns2:creationId id="{6CE7A4EE-5D8E-81D7-EE2B-BC4E0FB5B118}"/>
                  </a:ext>
                </a:extLst>
              </p:cNvPr>
              <p:cNvSpPr txBox="1"/>
              <p:nvPr/>
            </p:nvSpPr>
            <p:spPr>
              <a:xfrm>
                <a:off x="8155383" y="146865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3" name="Text 12">
                <a:extLst>
                  <a:ext uri="{FF2B5EF4-FFF2-40B4-BE49-F238E27FC236}">
                    <ns2:creationId id="{2068D3EE-D0EC-2CFA-A36A-157FD948BDA1}"/>
                  </a:ext>
                </a:extLst>
              </p:cNvPr>
              <p:cNvSpPr txBox="1"/>
              <p:nvPr/>
            </p:nvSpPr>
            <p:spPr>
              <a:xfrm>
                <a:off x="10337705" y="144355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84" name="直線コネクタ 583">
                <a:extLst>
                  <a:ext uri="{FF2B5EF4-FFF2-40B4-BE49-F238E27FC236}">
                    <ns2:creationId id="{A8C2B078-48DC-90C9-A5FD-B426BB0C28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5" name="直線コネクタ 584">
                <a:extLst>
                  <a:ext uri="{FF2B5EF4-FFF2-40B4-BE49-F238E27FC236}">
                    <ns2:creationId id="{BA9D2C46-D0C5-F53F-90DA-CF9CBB654F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0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6" name="Text 12">
                <a:extLst>
                  <a:ext uri="{FF2B5EF4-FFF2-40B4-BE49-F238E27FC236}">
                    <ns2:creationId id="{ABD963F6-A5DC-D91E-6E98-D714055EAD4E}"/>
                  </a:ext>
                </a:extLst>
              </p:cNvPr>
              <p:cNvSpPr txBox="1"/>
              <p:nvPr/>
            </p:nvSpPr>
            <p:spPr>
              <a:xfrm>
                <a:off x="10047545" y="14503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7" name="Text 12">
                <a:extLst>
                  <a:ext uri="{FF2B5EF4-FFF2-40B4-BE49-F238E27FC236}">
                    <ns2:creationId id="{9C3DD142-4534-054F-CB46-24943CA8CE2C}"/>
                  </a:ext>
                </a:extLst>
              </p:cNvPr>
              <p:cNvSpPr txBox="1"/>
              <p:nvPr/>
            </p:nvSpPr>
            <p:spPr>
              <a:xfrm>
                <a:off x="10047545" y="154589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8" name="Text 12">
                <a:extLst>
                  <a:ext uri="{FF2B5EF4-FFF2-40B4-BE49-F238E27FC236}">
                    <ns2:creationId id="{9ACC3CA8-1329-6547-E6E5-4488C6403BD1}"/>
                  </a:ext>
                </a:extLst>
              </p:cNvPr>
              <p:cNvSpPr txBox="1"/>
              <p:nvPr/>
            </p:nvSpPr>
            <p:spPr>
              <a:xfrm>
                <a:off x="10047544" y="164775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9" name="Text 12">
                <a:extLst>
                  <a:ext uri="{FF2B5EF4-FFF2-40B4-BE49-F238E27FC236}">
                    <ns2:creationId id="{1F8702E8-7AAF-0658-F786-C3BF83122556}"/>
                  </a:ext>
                </a:extLst>
              </p:cNvPr>
              <p:cNvSpPr txBox="1"/>
              <p:nvPr/>
            </p:nvSpPr>
            <p:spPr>
              <a:xfrm>
                <a:off x="10337705" y="153931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0" name="Text 12">
                <a:extLst>
                  <a:ext uri="{FF2B5EF4-FFF2-40B4-BE49-F238E27FC236}">
                    <ns2:creationId id="{015AB28C-03D8-41B1-B2FA-8E54F13AB10E}"/>
                  </a:ext>
                </a:extLst>
              </p:cNvPr>
              <p:cNvSpPr txBox="1"/>
              <p:nvPr/>
            </p:nvSpPr>
            <p:spPr>
              <a:xfrm>
                <a:off x="10337705" y="164852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8" name="Text 14">
                <a:extLst>
                  <a:ext uri="{FF2B5EF4-FFF2-40B4-BE49-F238E27FC236}">
                    <ns2:creationId id="{B57585C4-8479-6B1B-3B7E-6A373F682071}"/>
                  </a:ext>
                </a:extLst>
              </p:cNvPr>
              <p:cNvSpPr txBox="1"/>
              <p:nvPr/>
            </p:nvSpPr>
            <p:spPr>
              <a:xfrm>
                <a:off x="9064447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 dirty="0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en-US" altLang="ja-JP" sz="700" b="1" dirty="0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0" name="Text 16">
                <a:extLst>
                  <a:ext uri="{FF2B5EF4-FFF2-40B4-BE49-F238E27FC236}">
                    <ns2:creationId id="{DFD2C783-F162-376C-4C3F-0F84272F732D}"/>
                  </a:ext>
                </a:extLst>
              </p:cNvPr>
              <p:cNvSpPr txBox="1"/>
              <p:nvPr/>
            </p:nvSpPr>
            <p:spPr>
              <a:xfrm>
                <a:off x="9411444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2" name="Text 130">
                <a:extLst>
                  <a:ext uri="{FF2B5EF4-FFF2-40B4-BE49-F238E27FC236}">
                    <ns2:creationId id="{B7E8872A-7B64-ACCD-9C9F-4A20B0A01DEF}"/>
                  </a:ext>
                </a:extLst>
              </p:cNvPr>
              <p:cNvSpPr txBox="1"/>
              <p:nvPr/>
            </p:nvSpPr>
            <p:spPr>
              <a:xfrm>
                <a:off x="9758441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 err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4" name="Text 132">
                <a:extLst>
                  <a:ext uri="{FF2B5EF4-FFF2-40B4-BE49-F238E27FC236}">
                    <ns2:creationId id="{07ABF047-B85A-9B01-8BDE-5F8628F26279}"/>
                  </a:ext>
                </a:extLst>
              </p:cNvPr>
              <p:cNvSpPr txBox="1"/>
              <p:nvPr/>
            </p:nvSpPr>
            <p:spPr>
              <a:xfrm>
                <a:off x="10105438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6" name="Text 134">
                <a:extLst>
                  <a:ext uri="{FF2B5EF4-FFF2-40B4-BE49-F238E27FC236}">
                    <ns2:creationId id="{40A132E5-910D-64BE-918B-2DE3B02CFA23}"/>
                  </a:ext>
                </a:extLst>
              </p:cNvPr>
              <p:cNvSpPr txBox="1"/>
              <p:nvPr/>
            </p:nvSpPr>
            <p:spPr>
              <a:xfrm>
                <a:off x="10452434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8" name="Text 61">
                <a:extLst>
                  <a:ext uri="{FF2B5EF4-FFF2-40B4-BE49-F238E27FC236}">
                    <ns2:creationId id="{EB142BD6-E4D3-D3D8-EFC5-5B7E3C03940A}"/>
                  </a:ext>
                </a:extLst>
              </p:cNvPr>
              <p:cNvSpPr txBox="1"/>
              <p:nvPr/>
            </p:nvSpPr>
            <p:spPr>
              <a:xfrm>
                <a:off x="10863474" y="2296290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0" name="Text 64">
                <a:extLst>
                  <a:ext uri="{FF2B5EF4-FFF2-40B4-BE49-F238E27FC236}">
                    <ns2:creationId id="{9309102E-0A10-861C-F5AE-07E3F2B0E3ED}"/>
                  </a:ext>
                </a:extLst>
              </p:cNvPr>
              <p:cNvSpPr txBox="1"/>
              <p:nvPr/>
            </p:nvSpPr>
            <p:spPr>
              <a:xfrm>
                <a:off x="10863474" y="2802556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2" name="Text 67">
                <a:extLst>
                  <a:ext uri="{FF2B5EF4-FFF2-40B4-BE49-F238E27FC236}">
                    <ns2:creationId id="{94245CF2-09B8-A6D1-16A2-15E3EBD6F0A7}"/>
                  </a:ext>
                </a:extLst>
              </p:cNvPr>
              <p:cNvSpPr txBox="1"/>
              <p:nvPr/>
            </p:nvSpPr>
            <p:spPr>
              <a:xfrm>
                <a:off x="10863474" y="3308823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4" name="Text 28">
                <a:extLst>
                  <a:ext uri="{FF2B5EF4-FFF2-40B4-BE49-F238E27FC236}">
                    <ns2:creationId id="{73B7FFEE-ED81-81C8-6E49-1CD793CB2190}"/>
                  </a:ext>
                </a:extLst>
              </p:cNvPr>
              <p:cNvSpPr txBox="1"/>
              <p:nvPr/>
            </p:nvSpPr>
            <p:spPr>
              <a:xfrm>
                <a:off x="8127474" y="2297001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6" name="Text 31">
                <a:extLst>
                  <a:ext uri="{FF2B5EF4-FFF2-40B4-BE49-F238E27FC236}">
                    <ns2:creationId id="{C405F1F5-9EDE-8903-B71C-7397D30557D4}"/>
                  </a:ext>
                </a:extLst>
              </p:cNvPr>
              <p:cNvSpPr txBox="1"/>
              <p:nvPr/>
            </p:nvSpPr>
            <p:spPr>
              <a:xfrm>
                <a:off x="8127474" y="2803267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68" name="Text 34">
                <a:extLst>
                  <a:ext uri="{FF2B5EF4-FFF2-40B4-BE49-F238E27FC236}">
                    <ns2:creationId id="{F6688AAA-682D-EF4A-D4B7-CEA8C88F4143}"/>
                  </a:ext>
                </a:extLst>
              </p:cNvPr>
              <p:cNvSpPr txBox="1"/>
              <p:nvPr/>
            </p:nvSpPr>
            <p:spPr>
              <a:xfrm>
                <a:off x="8127474" y="330953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0" name="Text 37">
                <a:extLst>
                  <a:ext uri="{FF2B5EF4-FFF2-40B4-BE49-F238E27FC236}">
                    <ns2:creationId id="{FDAB4CA9-5FB0-D79D-6C94-C3F1C1A4435E}"/>
                  </a:ext>
                </a:extLst>
              </p:cNvPr>
              <p:cNvSpPr txBox="1"/>
              <p:nvPr/>
            </p:nvSpPr>
            <p:spPr>
              <a:xfrm>
                <a:off x="8127474" y="381580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1" name="Text 71">
                <a:extLst>
                  <a:ext uri="{FF2B5EF4-FFF2-40B4-BE49-F238E27FC236}">
                    <ns2:creationId id="{5FDAF417-1BA1-B016-4019-E282C65920F4}"/>
                  </a:ext>
                </a:extLst>
              </p:cNvPr>
              <p:cNvSpPr txBox="1"/>
              <p:nvPr/>
            </p:nvSpPr>
            <p:spPr>
              <a:xfrm>
                <a:off x="10718887" y="3822008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3" name="Shape 59">
                <a:extLst>
                  <a:ext uri="{FF2B5EF4-FFF2-40B4-BE49-F238E27FC236}">
                    <ns2:creationId id="{CD629A39-2669-564C-D77B-516D5E55294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78609" y="242614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4" name="Shape 59">
                <a:extLst>
                  <a:ext uri="{FF2B5EF4-FFF2-40B4-BE49-F238E27FC236}">
                    <ns2:creationId id="{91CA52E2-C2F8-7DBA-B5EE-320DEC618D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763553" y="343437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5" name="Shape 59">
                <a:extLst>
                  <a:ext uri="{FF2B5EF4-FFF2-40B4-BE49-F238E27FC236}">
                    <ns2:creationId id="{8A245EE4-F9D7-7E3D-39D9-63A3A309204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763553" y="39384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6" name="Shape 59">
                <a:extLst>
                  <a:ext uri="{FF2B5EF4-FFF2-40B4-BE49-F238E27FC236}">
                    <ns2:creationId id="{C9D57E88-7270-E4B7-25A7-1D121EDA41C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4795" y="293025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7" name="Shape 59">
                <a:extLst>
                  <a:ext uri="{FF2B5EF4-FFF2-40B4-BE49-F238E27FC236}">
                    <ns2:creationId id="{C267C100-BBA3-3F12-8988-B11785D981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293025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8" name="Shape 59">
                <a:extLst>
                  <a:ext uri="{FF2B5EF4-FFF2-40B4-BE49-F238E27FC236}">
                    <ns2:creationId id="{9D29C5B6-94C6-B296-01F3-F52879A2C4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343437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9" name="Shape 59">
                <a:extLst>
                  <a:ext uri="{FF2B5EF4-FFF2-40B4-BE49-F238E27FC236}">
                    <ns2:creationId id="{5D7EDD0F-3162-8355-54B4-FE93DE1F66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15196" y="39384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0" name="Shape 59">
                <a:extLst>
                  <a:ext uri="{FF2B5EF4-FFF2-40B4-BE49-F238E27FC236}">
                    <ns2:creationId id="{2DBEDAFB-7AD6-7E06-116C-C80433A083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15196" y="4434662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1" name="Shape 59">
                <a:extLst>
                  <a:ext uri="{FF2B5EF4-FFF2-40B4-BE49-F238E27FC236}">
                    <ns2:creationId id="{76F8D00D-8EA8-F386-9C09-B0DFC48513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548453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2" name="Shape 59">
                <a:extLst>
                  <a:ext uri="{FF2B5EF4-FFF2-40B4-BE49-F238E27FC236}">
                    <ns2:creationId id="{13AB3E36-9EF2-9C39-562B-460272F8B6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521378" y="598397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3" name="Shape 59">
                <a:extLst>
                  <a:ext uri="{FF2B5EF4-FFF2-40B4-BE49-F238E27FC236}">
                    <ns2:creationId id="{F44E0182-6593-FD13-CBD9-CCA97C8F7E4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182886" y="4955642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84" name="コネクタ: カギ線 783">
                <a:extLst>
                  <a:ext uri="{FF2B5EF4-FFF2-40B4-BE49-F238E27FC236}">
                    <ns2:creationId id="{1078A094-1516-A9C3-B814-33D78A4F33BB}"/>
                  </a:ext>
                </a:extLst>
              </p:cNvPr>
              <p:cNvCxnSpPr>
                <a:cxnSpLocks/>
                <a:stCxn id="773" idx="4"/>
                <a:endCxn id="776" idx="0"/>
              </p:cNvCxnSpPr>
              <p:nvPr/>
            </p:nvCxnSpPr>
            <p:spPr>
              <a:xfrm rot="16200000" flipH="1">
                <a:off x="9240645" y="2588104"/>
                <a:ext cx="288115" cy="39618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6" name="直線矢印コネクタ 785">
                <a:extLst>
                  <a:ext uri="{FF2B5EF4-FFF2-40B4-BE49-F238E27FC236}">
                    <ns2:creationId id="{06C84B10-AAC3-804F-471B-58249AB001C2}"/>
                  </a:ext>
                </a:extLst>
              </p:cNvPr>
              <p:cNvCxnSpPr>
                <a:cxnSpLocks/>
                <a:stCxn id="774" idx="4"/>
                <a:endCxn id="775" idx="0"/>
              </p:cNvCxnSpPr>
              <p:nvPr/>
            </p:nvCxnSpPr>
            <p:spPr>
              <a:xfrm>
                <a:off x="9871553" y="3650370"/>
                <a:ext cx="0" cy="28811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7" name="直線矢印コネクタ 786">
                <a:extLst>
                  <a:ext uri="{FF2B5EF4-FFF2-40B4-BE49-F238E27FC236}">
                    <ns2:creationId id="{7F9E4C33-803C-18AF-2D6F-251F00E00FD9}"/>
                  </a:ext>
                </a:extLst>
              </p:cNvPr>
              <p:cNvCxnSpPr>
                <a:cxnSpLocks/>
                <a:stCxn id="779" idx="4"/>
                <a:endCxn id="780" idx="0"/>
              </p:cNvCxnSpPr>
              <p:nvPr/>
            </p:nvCxnSpPr>
            <p:spPr>
              <a:xfrm>
                <a:off x="10023196" y="4154485"/>
                <a:ext cx="0" cy="280177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9" name="コネクタ: カギ線 788">
                <a:extLst>
                  <a:ext uri="{FF2B5EF4-FFF2-40B4-BE49-F238E27FC236}">
                    <ns2:creationId id="{6A853513-300D-C351-CC09-12DB5E78D205}"/>
                  </a:ext>
                </a:extLst>
              </p:cNvPr>
              <p:cNvCxnSpPr>
                <a:cxnSpLocks/>
                <a:stCxn id="778" idx="4"/>
                <a:endCxn id="779" idx="0"/>
              </p:cNvCxnSpPr>
              <p:nvPr/>
            </p:nvCxnSpPr>
            <p:spPr>
              <a:xfrm rot="5400000">
                <a:off x="10012984" y="3660582"/>
                <a:ext cx="288115" cy="26769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1" name="コネクタ: カギ線 790">
                <a:extLst>
                  <a:ext uri="{FF2B5EF4-FFF2-40B4-BE49-F238E27FC236}">
                    <ns2:creationId id="{492368BF-6D5A-7840-165D-D7509930DAC1}"/>
                  </a:ext>
                </a:extLst>
              </p:cNvPr>
              <p:cNvCxnSpPr>
                <a:cxnSpLocks/>
                <a:stCxn id="781" idx="6"/>
                <a:endCxn id="782" idx="0"/>
              </p:cNvCxnSpPr>
              <p:nvPr/>
            </p:nvCxnSpPr>
            <p:spPr>
              <a:xfrm>
                <a:off x="10398886" y="5592534"/>
                <a:ext cx="230492" cy="391437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2" name="コネクタ: カギ線 791">
                <a:extLst>
                  <a:ext uri="{FF2B5EF4-FFF2-40B4-BE49-F238E27FC236}">
                    <ns2:creationId id="{F0A5A335-A2A7-A88F-965F-ED958498E450}"/>
                  </a:ext>
                </a:extLst>
              </p:cNvPr>
              <p:cNvCxnSpPr>
                <a:cxnSpLocks/>
                <a:stCxn id="777" idx="4"/>
                <a:endCxn id="778" idx="0"/>
              </p:cNvCxnSpPr>
              <p:nvPr/>
            </p:nvCxnSpPr>
            <p:spPr>
              <a:xfrm>
                <a:off x="10290886" y="3146255"/>
                <a:ext cx="0" cy="288115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3" name="コネクタ: カギ線 792">
                <a:extLst>
                  <a:ext uri="{FF2B5EF4-FFF2-40B4-BE49-F238E27FC236}">
                    <ns2:creationId id="{28F7D9E3-9D3C-F0FF-DC4F-E2518FBE871B}"/>
                  </a:ext>
                </a:extLst>
              </p:cNvPr>
              <p:cNvCxnSpPr>
                <a:cxnSpLocks/>
                <a:stCxn id="772" idx="4"/>
                <a:endCxn id="777" idx="0"/>
              </p:cNvCxnSpPr>
              <p:nvPr/>
            </p:nvCxnSpPr>
            <p:spPr>
              <a:xfrm rot="16200000" flipH="1">
                <a:off x="9632818" y="2272186"/>
                <a:ext cx="288115" cy="102802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4" name="直線矢印コネクタ 793">
                <a:extLst>
                  <a:ext uri="{FF2B5EF4-FFF2-40B4-BE49-F238E27FC236}">
                    <ns2:creationId id="{0BFBE753-F5A3-0CBB-89DD-61BFF43810F2}"/>
                  </a:ext>
                </a:extLst>
              </p:cNvPr>
              <p:cNvCxnSpPr>
                <a:cxnSpLocks/>
                <a:stCxn id="776" idx="4"/>
                <a:endCxn id="774" idx="0"/>
              </p:cNvCxnSpPr>
              <p:nvPr/>
            </p:nvCxnSpPr>
            <p:spPr>
              <a:xfrm rot="16200000" flipH="1">
                <a:off x="9583117" y="3145933"/>
                <a:ext cx="288115" cy="28875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2" name="Shape 59">
                <a:extLst>
                  <a:ext uri="{FF2B5EF4-FFF2-40B4-BE49-F238E27FC236}">
                    <ns2:creationId id="{32AEB966-90B1-7486-1720-1DAB81F26D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54864" y="242614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801" name="コネクタ: カギ線 800">
                <a:extLst>
                  <a:ext uri="{FF2B5EF4-FFF2-40B4-BE49-F238E27FC236}">
                    <ns2:creationId id="{A67E6221-FE25-3A34-B8D6-F7D620627EB2}"/>
                  </a:ext>
                </a:extLst>
              </p:cNvPr>
              <p:cNvCxnSpPr>
                <a:cxnSpLocks/>
                <a:stCxn id="780" idx="4"/>
                <a:endCxn id="783" idx="0"/>
              </p:cNvCxnSpPr>
              <p:nvPr/>
            </p:nvCxnSpPr>
            <p:spPr>
              <a:xfrm rot="16200000" flipH="1">
                <a:off x="10004551" y="4669307"/>
                <a:ext cx="304980" cy="26769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4" name="直線矢印コネクタ 803">
                <a:extLst>
                  <a:ext uri="{FF2B5EF4-FFF2-40B4-BE49-F238E27FC236}">
                    <ns2:creationId id="{C7B84B1E-DFB6-45D3-D07B-84165A9D45A9}"/>
                  </a:ext>
                </a:extLst>
              </p:cNvPr>
              <p:cNvCxnSpPr>
                <a:cxnSpLocks/>
                <a:stCxn id="783" idx="4"/>
                <a:endCxn id="781" idx="0"/>
              </p:cNvCxnSpPr>
              <p:nvPr/>
            </p:nvCxnSpPr>
            <p:spPr>
              <a:xfrm>
                <a:off x="10290886" y="5171642"/>
                <a:ext cx="0" cy="312892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ns2:creationId id="{121E353A-05AF-2027-EC7C-17FCA66A1F06}"/>
                  </a:ext>
                </a:extLst>
              </p:cNvPr>
              <p:cNvCxnSpPr>
                <a:cxnSpLocks/>
                <a:stCxn id="775" idx="4"/>
              </p:cNvCxnSpPr>
              <p:nvPr/>
            </p:nvCxnSpPr>
            <p:spPr>
              <a:xfrm>
                <a:off x="9871553" y="4154485"/>
                <a:ext cx="0" cy="468361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十字形 14">
                <a:extLst>
                  <a:ext uri="{FF2B5EF4-FFF2-40B4-BE49-F238E27FC236}">
                    <ns2:creationId id="{52388197-A8AA-1F5C-D16B-62F2A06C2BF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9768267" y="427068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60" name="グループ化 459">
                <a:extLst>
                  <a:ext uri="{FF2B5EF4-FFF2-40B4-BE49-F238E27FC236}">
                    <ns2:creationId id="{D5245837-FAA3-3ADE-CE1A-44D257A592EC}"/>
                  </a:ext>
                </a:extLst>
              </p:cNvPr>
              <p:cNvGrpSpPr/>
              <p:nvPr/>
            </p:nvGrpSpPr>
            <p:grpSpPr>
              <a:xfrm>
                <a:off x="10863474" y="4321356"/>
                <a:ext cx="1008000" cy="469423"/>
                <a:chOff x="10863474" y="4321356"/>
                <a:chExt cx="1008000" cy="469423"/>
              </a:xfrm>
            </p:grpSpPr>
            <p:sp>
              <p:nvSpPr>
                <p:cNvPr id="756" name="Text 81">
                  <a:extLst>
                    <a:ext uri="{FF2B5EF4-FFF2-40B4-BE49-F238E27FC236}">
                      <ns2:creationId id="{E912176F-E687-BA28-A0FC-4F6D0D1AEA70}"/>
                    </a:ext>
                  </a:extLst>
                </p:cNvPr>
                <p:cNvSpPr txBox="1"/>
                <p:nvPr/>
              </p:nvSpPr>
              <p:spPr>
                <a:xfrm>
                  <a:off x="10863474" y="4321356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4" name="二等辺三角形 543">
                  <a:extLst>
                    <a:ext uri="{FF2B5EF4-FFF2-40B4-BE49-F238E27FC236}">
                      <ns2:creationId id="{43DB4E62-99B7-E932-0B93-56ED7060C3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41474" y="4447446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1" name="グループ化 460">
                <a:extLst>
                  <a:ext uri="{FF2B5EF4-FFF2-40B4-BE49-F238E27FC236}">
                    <ns2:creationId id="{AF7DA1B7-53CA-0B8A-36F6-63C1DE2A751A}"/>
                  </a:ext>
                </a:extLst>
              </p:cNvPr>
              <p:cNvGrpSpPr/>
              <p:nvPr/>
            </p:nvGrpSpPr>
            <p:grpSpPr>
              <a:xfrm>
                <a:off x="10863474" y="4822695"/>
                <a:ext cx="1008000" cy="469423"/>
                <a:chOff x="10863474" y="4822695"/>
                <a:chExt cx="1008000" cy="469423"/>
              </a:xfrm>
            </p:grpSpPr>
            <p:sp>
              <p:nvSpPr>
                <p:cNvPr id="758" name="Text 86">
                  <a:extLst>
                    <a:ext uri="{FF2B5EF4-FFF2-40B4-BE49-F238E27FC236}">
                      <ns2:creationId id="{5AC8FC13-F5C9-105D-34C1-FF97913DE7FB}"/>
                    </a:ext>
                  </a:extLst>
                </p:cNvPr>
                <p:cNvSpPr txBox="1"/>
                <p:nvPr/>
              </p:nvSpPr>
              <p:spPr>
                <a:xfrm>
                  <a:off x="10863474" y="4822695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6" name="十字形 545">
                  <a:extLst>
                    <a:ext uri="{FF2B5EF4-FFF2-40B4-BE49-F238E27FC236}">
                      <ns2:creationId id="{05E8B9F7-C0A2-7140-326B-A9309AB01F8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11205474" y="4895406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3" name="グループ化 462">
                <a:extLst>
                  <a:ext uri="{FF2B5EF4-FFF2-40B4-BE49-F238E27FC236}">
                    <ns2:creationId id="{2DE7C8F2-72D5-0EB4-6158-E86590B55754}"/>
                  </a:ext>
                </a:extLst>
              </p:cNvPr>
              <p:cNvGrpSpPr/>
              <p:nvPr/>
            </p:nvGrpSpPr>
            <p:grpSpPr>
              <a:xfrm>
                <a:off x="10863474" y="5331106"/>
                <a:ext cx="1008000" cy="469423"/>
                <a:chOff x="10863474" y="5331106"/>
                <a:chExt cx="1008000" cy="469423"/>
              </a:xfrm>
            </p:grpSpPr>
            <p:sp>
              <p:nvSpPr>
                <p:cNvPr id="760" name="Text 91">
                  <a:extLst>
                    <a:ext uri="{FF2B5EF4-FFF2-40B4-BE49-F238E27FC236}">
                      <ns2:creationId id="{490FBA99-931C-28CD-8186-30396C24D334}"/>
                    </a:ext>
                  </a:extLst>
                </p:cNvPr>
                <p:cNvSpPr txBox="1"/>
                <p:nvPr/>
              </p:nvSpPr>
              <p:spPr>
                <a:xfrm>
                  <a:off x="10863474" y="5331106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8" name="十字形 547">
                  <a:extLst>
                    <a:ext uri="{FF2B5EF4-FFF2-40B4-BE49-F238E27FC236}">
                      <ns2:creationId id="{E7BCC633-6F28-B7AB-E612-82752DBA65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11205474" y="5403817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9" name="グループ化 458">
                <a:extLst>
                  <a:ext uri="{FF2B5EF4-FFF2-40B4-BE49-F238E27FC236}">
                    <ns2:creationId id="{4B9A4F5E-38B2-1B9E-B6E5-08BDDA80D6E3}"/>
                  </a:ext>
                </a:extLst>
              </p:cNvPr>
              <p:cNvGrpSpPr/>
              <p:nvPr/>
            </p:nvGrpSpPr>
            <p:grpSpPr>
              <a:xfrm>
                <a:off x="10863474" y="3815089"/>
                <a:ext cx="1008000" cy="469423"/>
                <a:chOff x="10863474" y="3815089"/>
                <a:chExt cx="1008000" cy="469423"/>
              </a:xfrm>
            </p:grpSpPr>
            <p:sp>
              <p:nvSpPr>
                <p:cNvPr id="754" name="Text 74">
                  <a:extLst>
                    <a:ext uri="{FF2B5EF4-FFF2-40B4-BE49-F238E27FC236}">
                      <ns2:creationId id="{F5FFDB8A-F14A-13BC-F1DD-F75342B2B57D}"/>
                    </a:ext>
                  </a:extLst>
                </p:cNvPr>
                <p:cNvSpPr txBox="1"/>
                <p:nvPr/>
              </p:nvSpPr>
              <p:spPr>
                <a:xfrm>
                  <a:off x="10863474" y="3815089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28" name="グループ化 27">
                  <a:extLst>
                    <a:ext uri="{FF2B5EF4-FFF2-40B4-BE49-F238E27FC236}">
                      <ns2:creationId id="{B8E2852B-EC16-2F93-5551-20A64F68AF00}"/>
                    </a:ext>
                  </a:extLst>
                </p:cNvPr>
                <p:cNvGrpSpPr/>
                <p:nvPr/>
              </p:nvGrpSpPr>
              <p:grpSpPr>
                <a:xfrm>
                  <a:off x="11241474" y="3923800"/>
                  <a:ext cx="252000" cy="252000"/>
                  <a:chOff x="11281957" y="3926404"/>
                  <a:chExt cx="252000" cy="252000"/>
                </a:xfrm>
              </p:grpSpPr>
              <p:sp>
                <p:nvSpPr>
                  <p:cNvPr id="561" name="楕円 560">
                    <a:extLst>
                      <a:ext uri="{FF2B5EF4-FFF2-40B4-BE49-F238E27FC236}">
                        <ns2:creationId id="{BD7BCC5F-F8EE-A503-7E70-F95B8EF383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1281957" y="3926404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62" name="楕円 561">
                    <a:extLst>
                      <a:ext uri="{FF2B5EF4-FFF2-40B4-BE49-F238E27FC236}">
                        <ns2:creationId id="{98F650AA-6ED5-BDC1-9B98-3AE29831E3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1335957" y="3980404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464" name="グループ化 463">
                <a:extLst>
                  <a:ext uri="{FF2B5EF4-FFF2-40B4-BE49-F238E27FC236}">
                    <ns2:creationId id="{C0941841-53BA-5C3C-DA39-6F5990154D11}"/>
                  </a:ext>
                </a:extLst>
              </p:cNvPr>
              <p:cNvGrpSpPr/>
              <p:nvPr/>
            </p:nvGrpSpPr>
            <p:grpSpPr>
              <a:xfrm>
                <a:off x="10863474" y="5835963"/>
                <a:ext cx="1008000" cy="469423"/>
                <a:chOff x="10863474" y="5835963"/>
                <a:chExt cx="1008000" cy="469423"/>
              </a:xfrm>
            </p:grpSpPr>
            <p:sp>
              <p:nvSpPr>
                <p:cNvPr id="762" name="Text 96">
                  <a:extLst>
                    <a:ext uri="{FF2B5EF4-FFF2-40B4-BE49-F238E27FC236}">
                      <ns2:creationId id="{E8015B6A-955F-5DD9-DE9D-2622CAAB4E82}"/>
                    </a:ext>
                  </a:extLst>
                </p:cNvPr>
                <p:cNvSpPr txBox="1"/>
                <p:nvPr/>
              </p:nvSpPr>
              <p:spPr>
                <a:xfrm>
                  <a:off x="10863474" y="583596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64" name="二等辺三角形 563">
                  <a:extLst>
                    <a:ext uri="{FF2B5EF4-FFF2-40B4-BE49-F238E27FC236}">
                      <ns2:creationId id="{1EE92380-36BD-9E59-FB41-C3FC4625DEA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41474" y="596205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478" name="グループ化 477">
              <a:extLst>
                <a:ext uri="{FF2B5EF4-FFF2-40B4-BE49-F238E27FC236}">
                  <ns2:creationId id="{5C393124-60BA-AACC-36AC-9BBA95E3BADD}"/>
                </a:ext>
              </a:extLst>
            </p:cNvPr>
            <p:cNvGrpSpPr/>
            <p:nvPr/>
          </p:nvGrpSpPr>
          <p:grpSpPr>
            <a:xfrm>
              <a:off x="4221968" y="1029496"/>
              <a:ext cx="3744995" cy="5275890"/>
              <a:chOff x="4221968" y="1029496"/>
              <a:chExt cx="3744995" cy="5275890"/>
            </a:xfrm>
          </p:grpSpPr>
          <p:sp>
            <p:nvSpPr>
              <p:cNvPr id="18" name="Text 98">
                <a:extLst>
                  <a:ext uri="{FF2B5EF4-FFF2-40B4-BE49-F238E27FC236}">
                    <ns2:creationId id="{C63A42CE-2DB4-B0D2-EA8D-5F6597E34755}"/>
                  </a:ext>
                </a:extLst>
              </p:cNvPr>
              <p:cNvSpPr txBox="1"/>
              <p:nvPr/>
            </p:nvSpPr>
            <p:spPr>
              <a:xfrm>
                <a:off x="4222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6" name="Text 6">
                <a:extLst>
                  <a:ext uri="{FF2B5EF4-FFF2-40B4-BE49-F238E27FC236}">
                    <ns2:creationId id="{4D42439C-5B12-7121-22CB-049CDD419492}"/>
                  </a:ext>
                </a:extLst>
              </p:cNvPr>
              <p:cNvSpPr txBox="1"/>
              <p:nvPr/>
            </p:nvSpPr>
            <p:spPr>
              <a:xfrm>
                <a:off x="4261475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8" name="Text 7">
                <a:extLst>
                  <a:ext uri="{FF2B5EF4-FFF2-40B4-BE49-F238E27FC236}">
                    <ns2:creationId id="{0A618EC8-F631-ABD7-53EB-2A4F4BCB0C80}"/>
                  </a:ext>
                </a:extLst>
              </p:cNvPr>
              <p:cNvSpPr txBox="1"/>
              <p:nvPr/>
            </p:nvSpPr>
            <p:spPr>
              <a:xfrm>
                <a:off x="6111968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0" name="Text 10">
                <a:extLst>
                  <a:ext uri="{FF2B5EF4-FFF2-40B4-BE49-F238E27FC236}">
                    <ns2:creationId id="{4EFBB592-0A64-D1FA-9E93-190D6D7163F6}"/>
                  </a:ext>
                </a:extLst>
              </p:cNvPr>
              <p:cNvSpPr txBox="1"/>
              <p:nvPr/>
            </p:nvSpPr>
            <p:spPr>
              <a:xfrm>
                <a:off x="4261475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>
                  <a:lnSpc>
                    <a:spcPts val="750"/>
                  </a:lnSpc>
                  <a:buNone/>
                </a:pP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2" name="Text 12">
                <a:extLst>
                  <a:ext uri="{FF2B5EF4-FFF2-40B4-BE49-F238E27FC236}">
                    <ns2:creationId id="{13CABF51-D739-F0C7-C345-28235F51767C}"/>
                  </a:ext>
                </a:extLst>
              </p:cNvPr>
              <p:cNvSpPr txBox="1"/>
              <p:nvPr/>
            </p:nvSpPr>
            <p:spPr>
              <a:xfrm>
                <a:off x="6443797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5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r>
                  <a:rPr lang="en-US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14" name="直線コネクタ 413">
                <a:extLst>
                  <a:ext uri="{FF2B5EF4-FFF2-40B4-BE49-F238E27FC236}">
                    <ns2:creationId id="{1CC1B161-8808-347F-B195-C908EA3089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直線コネクタ 415">
                <a:extLst>
                  <a:ext uri="{FF2B5EF4-FFF2-40B4-BE49-F238E27FC236}">
                    <ns2:creationId id="{246C4592-8D49-8B03-A850-70A60B0EEB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1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8" name="Text 12">
                <a:extLst>
                  <a:ext uri="{FF2B5EF4-FFF2-40B4-BE49-F238E27FC236}">
                    <ns2:creationId id="{A238718D-07DF-38D4-7AD8-DB8A5D5DBD21}"/>
                  </a:ext>
                </a:extLst>
              </p:cNvPr>
              <p:cNvSpPr txBox="1"/>
              <p:nvPr/>
            </p:nvSpPr>
            <p:spPr>
              <a:xfrm>
                <a:off x="6153637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0" name="Text 12">
                <a:extLst>
                  <a:ext uri="{FF2B5EF4-FFF2-40B4-BE49-F238E27FC236}">
                    <ns2:creationId id="{F825B1E6-0F01-8D06-FB43-30CB6789DD42}"/>
                  </a:ext>
                </a:extLst>
              </p:cNvPr>
              <p:cNvSpPr txBox="1"/>
              <p:nvPr/>
            </p:nvSpPr>
            <p:spPr>
              <a:xfrm>
                <a:off x="6153637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2" name="Text 12">
                <a:extLst>
                  <a:ext uri="{FF2B5EF4-FFF2-40B4-BE49-F238E27FC236}">
                    <ns2:creationId id="{A0A4E78A-E2B6-FFC9-F6AA-63272A4A615C}"/>
                  </a:ext>
                </a:extLst>
              </p:cNvPr>
              <p:cNvSpPr txBox="1"/>
              <p:nvPr/>
            </p:nvSpPr>
            <p:spPr>
              <a:xfrm>
                <a:off x="6153636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4" name="Text 12">
                <a:extLst>
                  <a:ext uri="{FF2B5EF4-FFF2-40B4-BE49-F238E27FC236}">
                    <ns2:creationId id="{E03541E5-06DE-0606-846B-DCE0291558BC}"/>
                  </a:ext>
                </a:extLst>
              </p:cNvPr>
              <p:cNvSpPr txBox="1"/>
              <p:nvPr/>
            </p:nvSpPr>
            <p:spPr>
              <a:xfrm>
                <a:off x="6443797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6" name="Text 12">
                <a:extLst>
                  <a:ext uri="{FF2B5EF4-FFF2-40B4-BE49-F238E27FC236}">
                    <ns2:creationId id="{71C7EE71-E30C-A3B9-25E7-79FE1B74436D}"/>
                  </a:ext>
                </a:extLst>
              </p:cNvPr>
              <p:cNvSpPr txBox="1"/>
              <p:nvPr/>
            </p:nvSpPr>
            <p:spPr>
              <a:xfrm>
                <a:off x="6443797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1" name="Text 61">
                <a:extLst>
                  <a:ext uri="{FF2B5EF4-FFF2-40B4-BE49-F238E27FC236}">
                    <ns2:creationId id="{D08E8E2F-27C1-77C6-82AD-FF9F7AEE0C94}"/>
                  </a:ext>
                </a:extLst>
              </p:cNvPr>
              <p:cNvSpPr txBox="1"/>
              <p:nvPr/>
            </p:nvSpPr>
            <p:spPr>
              <a:xfrm>
                <a:off x="6958963" y="2296290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3" name="Text 64">
                <a:extLst>
                  <a:ext uri="{FF2B5EF4-FFF2-40B4-BE49-F238E27FC236}">
                    <ns2:creationId id="{AC649A59-3A5E-5CC3-C208-7F2FCCD37C07}"/>
                  </a:ext>
                </a:extLst>
              </p:cNvPr>
              <p:cNvSpPr txBox="1"/>
              <p:nvPr/>
            </p:nvSpPr>
            <p:spPr>
              <a:xfrm>
                <a:off x="6958963" y="2801958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5" name="Text 67">
                <a:extLst>
                  <a:ext uri="{FF2B5EF4-FFF2-40B4-BE49-F238E27FC236}">
                    <ns2:creationId id="{143F3408-6CEE-64FD-9070-DC75341831CA}"/>
                  </a:ext>
                </a:extLst>
              </p:cNvPr>
              <p:cNvSpPr txBox="1"/>
              <p:nvPr/>
            </p:nvSpPr>
            <p:spPr>
              <a:xfrm>
                <a:off x="6958963" y="3307626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80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7" name="Text 28">
                <a:extLst>
                  <a:ext uri="{FF2B5EF4-FFF2-40B4-BE49-F238E27FC236}">
                    <ns2:creationId id="{B0874067-A48A-FC95-1304-D7603322E23B}"/>
                  </a:ext>
                </a:extLst>
              </p:cNvPr>
              <p:cNvSpPr txBox="1"/>
              <p:nvPr/>
            </p:nvSpPr>
            <p:spPr>
              <a:xfrm>
                <a:off x="4222963" y="2297001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9" name="Text 31">
                <a:extLst>
                  <a:ext uri="{FF2B5EF4-FFF2-40B4-BE49-F238E27FC236}">
                    <ns2:creationId id="{6718ADDF-7A2F-608C-B779-87031D2F17BB}"/>
                  </a:ext>
                </a:extLst>
              </p:cNvPr>
              <p:cNvSpPr txBox="1"/>
              <p:nvPr/>
            </p:nvSpPr>
            <p:spPr>
              <a:xfrm>
                <a:off x="4222963" y="2803267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1" name="Text 34">
                <a:extLst>
                  <a:ext uri="{FF2B5EF4-FFF2-40B4-BE49-F238E27FC236}">
                    <ns2:creationId id="{5656E7EF-BCC9-BED2-E1EE-42702A3A46BA}"/>
                  </a:ext>
                </a:extLst>
              </p:cNvPr>
              <p:cNvSpPr txBox="1"/>
              <p:nvPr/>
            </p:nvSpPr>
            <p:spPr>
              <a:xfrm>
                <a:off x="4222963" y="330953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3" name="Text 37">
                <a:extLst>
                  <a:ext uri="{FF2B5EF4-FFF2-40B4-BE49-F238E27FC236}">
                    <ns2:creationId id="{08EC75A4-E26E-D819-55F4-681200436C30}"/>
                  </a:ext>
                </a:extLst>
              </p:cNvPr>
              <p:cNvSpPr txBox="1"/>
              <p:nvPr/>
            </p:nvSpPr>
            <p:spPr>
              <a:xfrm>
                <a:off x="4222963" y="381580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5" name="Text 71">
                <a:extLst>
                  <a:ext uri="{FF2B5EF4-FFF2-40B4-BE49-F238E27FC236}">
                    <ns2:creationId id="{451A87E1-068E-EC4D-EA1A-181A0FA432DE}"/>
                  </a:ext>
                </a:extLst>
              </p:cNvPr>
              <p:cNvSpPr txBox="1"/>
              <p:nvPr/>
            </p:nvSpPr>
            <p:spPr>
              <a:xfrm>
                <a:off x="6811331" y="3831633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0" name="Shape 59">
                <a:extLst>
                  <a:ext uri="{FF2B5EF4-FFF2-40B4-BE49-F238E27FC236}">
                    <ns2:creationId id="{26FEFF8D-2392-433E-EEBF-479A9EC436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76675" y="241986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1" name="Shape 59">
                <a:extLst>
                  <a:ext uri="{FF2B5EF4-FFF2-40B4-BE49-F238E27FC236}">
                    <ns2:creationId id="{F3E8E706-0140-F2CB-1671-6FB560AD86E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3168" y="2419861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2" name="Shape 59">
                <a:extLst>
                  <a:ext uri="{FF2B5EF4-FFF2-40B4-BE49-F238E27FC236}">
                    <ns2:creationId id="{A9459B42-437B-27F0-1701-6BD4E3964B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3168" y="343669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3" name="Shape 59">
                <a:extLst>
                  <a:ext uri="{FF2B5EF4-FFF2-40B4-BE49-F238E27FC236}">
                    <ns2:creationId id="{AE377124-8227-263B-241C-E1BB913862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33168" y="394511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5" name="Shape 59">
                <a:extLst>
                  <a:ext uri="{FF2B5EF4-FFF2-40B4-BE49-F238E27FC236}">
                    <ns2:creationId id="{940A1E6F-D96B-1ABC-E74C-18F0D674DA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285204" y="2928279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6" name="Shape 59">
                <a:extLst>
                  <a:ext uri="{FF2B5EF4-FFF2-40B4-BE49-F238E27FC236}">
                    <ns2:creationId id="{48A5B37D-B3AA-CC40-0850-366AC6126D4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2928279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7" name="Shape 59">
                <a:extLst>
                  <a:ext uri="{FF2B5EF4-FFF2-40B4-BE49-F238E27FC236}">
                    <ns2:creationId id="{8FC9472C-C699-E7A4-FE83-48D827C6EF4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307015" y="343669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8" name="Shape 59">
                <a:extLst>
                  <a:ext uri="{FF2B5EF4-FFF2-40B4-BE49-F238E27FC236}">
                    <ns2:creationId id="{160AB927-DC26-2A4D-2180-C48A2DDB7C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394511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9" name="Shape 59">
                <a:extLst>
                  <a:ext uri="{FF2B5EF4-FFF2-40B4-BE49-F238E27FC236}">
                    <ns2:creationId id="{F1017F73-7C59-1F4B-988C-EA866BB3E3B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4453533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0" name="Shape 59">
                <a:extLst>
                  <a:ext uri="{FF2B5EF4-FFF2-40B4-BE49-F238E27FC236}">
                    <ns2:creationId id="{74A54D82-BD74-52B7-07CB-F72BD22A0A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95925" y="546640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1" name="Shape 59">
                <a:extLst>
                  <a:ext uri="{FF2B5EF4-FFF2-40B4-BE49-F238E27FC236}">
                    <ns2:creationId id="{80E31CC4-77F5-9E44-1F2C-E34A7491BB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59787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2" name="Shape 59">
                <a:extLst>
                  <a:ext uri="{FF2B5EF4-FFF2-40B4-BE49-F238E27FC236}">
                    <ns2:creationId id="{D682C45B-0363-F231-9080-415612F8AD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6657" y="496195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73" name="コネクタ: カギ線 672">
                <a:extLst>
                  <a:ext uri="{FF2B5EF4-FFF2-40B4-BE49-F238E27FC236}">
                    <ns2:creationId id="{17595AA6-13F8-1CD4-97B4-3C70C0D448B6}"/>
                  </a:ext>
                </a:extLst>
              </p:cNvPr>
              <p:cNvCxnSpPr>
                <a:cxnSpLocks/>
                <a:stCxn id="661" idx="4"/>
                <a:endCxn id="665" idx="0"/>
              </p:cNvCxnSpPr>
              <p:nvPr/>
            </p:nvCxnSpPr>
            <p:spPr>
              <a:xfrm rot="5400000">
                <a:off x="5420977" y="2608088"/>
                <a:ext cx="292418" cy="347964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4" name="コネクタ: カギ線 673">
                <a:extLst>
                  <a:ext uri="{FF2B5EF4-FFF2-40B4-BE49-F238E27FC236}">
                    <ns2:creationId id="{FB8C853D-7B1E-677A-A92C-7FB8CF38997E}"/>
                  </a:ext>
                </a:extLst>
              </p:cNvPr>
              <p:cNvCxnSpPr>
                <a:cxnSpLocks/>
                <a:stCxn id="665" idx="4"/>
                <a:endCxn id="662" idx="0"/>
              </p:cNvCxnSpPr>
              <p:nvPr/>
            </p:nvCxnSpPr>
            <p:spPr>
              <a:xfrm rot="16200000" flipH="1">
                <a:off x="5420977" y="3116506"/>
                <a:ext cx="292418" cy="347964"/>
              </a:xfrm>
              <a:prstGeom prst="bentConnector3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6" name="直線矢印コネクタ 675">
                <a:extLst>
                  <a:ext uri="{FF2B5EF4-FFF2-40B4-BE49-F238E27FC236}">
                    <ns2:creationId id="{18FB69F4-A50A-04FA-A8D4-2B0383913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168" y="3652697"/>
                <a:ext cx="0" cy="29241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8" name="直線矢印コネクタ 677">
                <a:extLst>
                  <a:ext uri="{FF2B5EF4-FFF2-40B4-BE49-F238E27FC236}">
                    <ns2:creationId id="{549B0A7E-650A-BBFB-FFA8-5D4DEA28BC34}"/>
                  </a:ext>
                </a:extLst>
              </p:cNvPr>
              <p:cNvCxnSpPr>
                <a:cxnSpLocks/>
                <a:stCxn id="668" idx="4"/>
                <a:endCxn id="669" idx="0"/>
              </p:cNvCxnSpPr>
              <p:nvPr/>
            </p:nvCxnSpPr>
            <p:spPr>
              <a:xfrm>
                <a:off x="6694657" y="4161115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9" name="直線矢印コネクタ 678">
                <a:extLst>
                  <a:ext uri="{FF2B5EF4-FFF2-40B4-BE49-F238E27FC236}">
                    <ns2:creationId id="{F0ED3D0B-63C4-AAD0-6471-2C95C1F741AA}"/>
                  </a:ext>
                </a:extLst>
              </p:cNvPr>
              <p:cNvCxnSpPr>
                <a:cxnSpLocks/>
                <a:stCxn id="669" idx="4"/>
                <a:endCxn id="672" idx="0"/>
              </p:cNvCxnSpPr>
              <p:nvPr/>
            </p:nvCxnSpPr>
            <p:spPr>
              <a:xfrm>
                <a:off x="6694657" y="4669533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0" name="コネクタ: カギ線 679">
                <a:extLst>
                  <a:ext uri="{FF2B5EF4-FFF2-40B4-BE49-F238E27FC236}">
                    <ns2:creationId id="{B62952C0-BB93-D83E-89E0-4E7BE9F99009}"/>
                  </a:ext>
                </a:extLst>
              </p:cNvPr>
              <p:cNvCxnSpPr>
                <a:cxnSpLocks/>
                <a:stCxn id="667" idx="4"/>
                <a:endCxn id="668" idx="0"/>
              </p:cNvCxnSpPr>
              <p:nvPr/>
            </p:nvCxnSpPr>
            <p:spPr>
              <a:xfrm rot="16200000" flipH="1">
                <a:off x="6408627" y="3659085"/>
                <a:ext cx="292418" cy="27964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1" name="コネクタ: カギ線 680">
                <a:extLst>
                  <a:ext uri="{FF2B5EF4-FFF2-40B4-BE49-F238E27FC236}">
                    <ns2:creationId id="{8B6BD72E-DD1C-0A8F-0B36-D8B7010B615A}"/>
                  </a:ext>
                </a:extLst>
              </p:cNvPr>
              <p:cNvCxnSpPr>
                <a:cxnSpLocks/>
                <a:stCxn id="672" idx="4"/>
                <a:endCxn id="670" idx="0"/>
              </p:cNvCxnSpPr>
              <p:nvPr/>
            </p:nvCxnSpPr>
            <p:spPr>
              <a:xfrm rot="5400000">
                <a:off x="6255067" y="5026809"/>
                <a:ext cx="288449" cy="5907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4" name="Text 14">
                <a:extLst>
                  <a:ext uri="{FF2B5EF4-FFF2-40B4-BE49-F238E27FC236}">
                    <ns2:creationId id="{600E3CB7-C2A5-FA73-F6C3-43011835F8C1}"/>
                  </a:ext>
                </a:extLst>
              </p:cNvPr>
              <p:cNvSpPr txBox="1"/>
              <p:nvPr/>
            </p:nvSpPr>
            <p:spPr>
              <a:xfrm>
                <a:off x="5214672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6" name="Text 16">
                <a:extLst>
                  <a:ext uri="{FF2B5EF4-FFF2-40B4-BE49-F238E27FC236}">
                    <ns2:creationId id="{68E22FAD-A115-3463-2411-2209D0108994}"/>
                  </a:ext>
                </a:extLst>
              </p:cNvPr>
              <p:cNvSpPr txBox="1"/>
              <p:nvPr/>
            </p:nvSpPr>
            <p:spPr>
              <a:xfrm>
                <a:off x="5564240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4" name="Text 130">
                <a:extLst>
                  <a:ext uri="{FF2B5EF4-FFF2-40B4-BE49-F238E27FC236}">
                    <ns2:creationId id="{063FDB3D-5752-9182-19C5-7DB7F3FA82B4}"/>
                  </a:ext>
                </a:extLst>
              </p:cNvPr>
              <p:cNvSpPr txBox="1"/>
              <p:nvPr/>
            </p:nvSpPr>
            <p:spPr>
              <a:xfrm>
                <a:off x="5913808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6" name="Text 132">
                <a:extLst>
                  <a:ext uri="{FF2B5EF4-FFF2-40B4-BE49-F238E27FC236}">
                    <ns2:creationId id="{161CA287-9A5E-03BC-9DCA-70ECD207FC6B}"/>
                  </a:ext>
                </a:extLst>
              </p:cNvPr>
              <p:cNvSpPr txBox="1"/>
              <p:nvPr/>
            </p:nvSpPr>
            <p:spPr>
              <a:xfrm>
                <a:off x="6263376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8" name="Text 134">
                <a:extLst>
                  <a:ext uri="{FF2B5EF4-FFF2-40B4-BE49-F238E27FC236}">
                    <ns2:creationId id="{A51068B0-FB5A-55F3-22B0-57E8D983FB7E}"/>
                  </a:ext>
                </a:extLst>
              </p:cNvPr>
              <p:cNvSpPr txBox="1"/>
              <p:nvPr/>
            </p:nvSpPr>
            <p:spPr>
              <a:xfrm>
                <a:off x="6612945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03" name="コネクタ: カギ線 702">
                <a:extLst>
                  <a:ext uri="{FF2B5EF4-FFF2-40B4-BE49-F238E27FC236}">
                    <ns2:creationId id="{2E6B3A40-6704-6461-4892-5B7FA39241FE}"/>
                  </a:ext>
                </a:extLst>
              </p:cNvPr>
              <p:cNvCxnSpPr>
                <a:cxnSpLocks/>
                <a:stCxn id="666" idx="4"/>
                <a:endCxn id="667" idx="0"/>
              </p:cNvCxnSpPr>
              <p:nvPr/>
            </p:nvCxnSpPr>
            <p:spPr>
              <a:xfrm rot="5400000">
                <a:off x="6408627" y="3150667"/>
                <a:ext cx="292418" cy="279642"/>
              </a:xfrm>
              <a:prstGeom prst="bentConnector3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5" name="コネクタ: カギ線 704">
                <a:extLst>
                  <a:ext uri="{FF2B5EF4-FFF2-40B4-BE49-F238E27FC236}">
                    <ns2:creationId id="{EBD07380-705F-BD02-D549-02E914EBC250}"/>
                  </a:ext>
                </a:extLst>
              </p:cNvPr>
              <p:cNvCxnSpPr>
                <a:cxnSpLocks/>
                <a:stCxn id="660" idx="4"/>
                <a:endCxn id="666" idx="0"/>
              </p:cNvCxnSpPr>
              <p:nvPr/>
            </p:nvCxnSpPr>
            <p:spPr>
              <a:xfrm rot="16200000" flipH="1">
                <a:off x="6243457" y="2477079"/>
                <a:ext cx="292418" cy="60998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線矢印コネクタ 8">
                <a:extLst>
                  <a:ext uri="{FF2B5EF4-FFF2-40B4-BE49-F238E27FC236}">
                    <ns2:creationId id="{3C8AD2A8-9DAE-FEFC-18D3-1AE6B5B96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40561" y="4147453"/>
                <a:ext cx="1215" cy="4680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十字形 9">
                <a:extLst>
                  <a:ext uri="{FF2B5EF4-FFF2-40B4-BE49-F238E27FC236}">
                    <ns2:creationId id="{7F519463-655E-25AE-9225-DD4203ED2C1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5629157" y="427068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67" name="グループ化 466">
                <a:extLst>
                  <a:ext uri="{FF2B5EF4-FFF2-40B4-BE49-F238E27FC236}">
                    <ns2:creationId id="{720219A7-7376-DA04-B0F0-BFAB3E131CC7}"/>
                  </a:ext>
                </a:extLst>
              </p:cNvPr>
              <p:cNvGrpSpPr/>
              <p:nvPr/>
            </p:nvGrpSpPr>
            <p:grpSpPr>
              <a:xfrm>
                <a:off x="6958963" y="5332162"/>
                <a:ext cx="1008000" cy="469423"/>
                <a:chOff x="6958963" y="5332162"/>
                <a:chExt cx="1008000" cy="469423"/>
              </a:xfrm>
            </p:grpSpPr>
            <p:sp>
              <p:nvSpPr>
                <p:cNvPr id="643" name="Text 91">
                  <a:extLst>
                    <a:ext uri="{FF2B5EF4-FFF2-40B4-BE49-F238E27FC236}">
                      <ns2:creationId id="{CD972D3C-7CE2-F6E7-1AA8-45294595661A}"/>
                    </a:ext>
                  </a:extLst>
                </p:cNvPr>
                <p:cNvSpPr txBox="1"/>
                <p:nvPr/>
              </p:nvSpPr>
              <p:spPr>
                <a:xfrm>
                  <a:off x="6958963" y="5332162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6" name="十字形 125">
                  <a:extLst>
                    <a:ext uri="{FF2B5EF4-FFF2-40B4-BE49-F238E27FC236}">
                      <ns2:creationId id="{A5D28202-A9A3-93E2-FF4A-69BFFE98A13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7300963" y="5404873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71" name="グループ化 470">
                <a:extLst>
                  <a:ext uri="{FF2B5EF4-FFF2-40B4-BE49-F238E27FC236}">
                    <ns2:creationId id="{00F817C6-E641-BA59-B0C3-C58EAD599EAE}"/>
                  </a:ext>
                </a:extLst>
              </p:cNvPr>
              <p:cNvGrpSpPr/>
              <p:nvPr/>
            </p:nvGrpSpPr>
            <p:grpSpPr>
              <a:xfrm>
                <a:off x="6958963" y="3813294"/>
                <a:ext cx="1008000" cy="469423"/>
                <a:chOff x="6958963" y="3813294"/>
                <a:chExt cx="1008000" cy="469423"/>
              </a:xfrm>
            </p:grpSpPr>
            <p:sp>
              <p:nvSpPr>
                <p:cNvPr id="637" name="Text 74">
                  <a:extLst>
                    <a:ext uri="{FF2B5EF4-FFF2-40B4-BE49-F238E27FC236}">
                      <ns2:creationId id="{11CBC346-BF6C-1B94-ADBB-FE335C805FB9}"/>
                    </a:ext>
                  </a:extLst>
                </p:cNvPr>
                <p:cNvSpPr txBox="1"/>
                <p:nvPr/>
              </p:nvSpPr>
              <p:spPr>
                <a:xfrm>
                  <a:off x="6958963" y="381329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29" name="二等辺三角形 528">
                  <a:extLst>
                    <a:ext uri="{FF2B5EF4-FFF2-40B4-BE49-F238E27FC236}">
                      <ns2:creationId id="{D5091456-DE24-7945-06D4-F2873237253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36963" y="3939384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9" name="グループ化 468">
                <a:extLst>
                  <a:ext uri="{FF2B5EF4-FFF2-40B4-BE49-F238E27FC236}">
                    <ns2:creationId id="{A518A480-4166-7C8A-F4DB-6AE7A2C4E29D}"/>
                  </a:ext>
                </a:extLst>
              </p:cNvPr>
              <p:cNvGrpSpPr/>
              <p:nvPr/>
            </p:nvGrpSpPr>
            <p:grpSpPr>
              <a:xfrm>
                <a:off x="6958963" y="4318962"/>
                <a:ext cx="1008000" cy="469423"/>
                <a:chOff x="6958963" y="4318962"/>
                <a:chExt cx="1008000" cy="469423"/>
              </a:xfrm>
            </p:grpSpPr>
            <p:sp>
              <p:nvSpPr>
                <p:cNvPr id="639" name="Text 81">
                  <a:extLst>
                    <a:ext uri="{FF2B5EF4-FFF2-40B4-BE49-F238E27FC236}">
                      <ns2:creationId id="{6B0D60EA-51CB-C5EF-1EFA-779C1B77BBB6}"/>
                    </a:ext>
                  </a:extLst>
                </p:cNvPr>
                <p:cNvSpPr txBox="1"/>
                <p:nvPr/>
              </p:nvSpPr>
              <p:spPr>
                <a:xfrm>
                  <a:off x="6958963" y="4318962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30" name="二等辺三角形 529">
                  <a:extLst>
                    <a:ext uri="{FF2B5EF4-FFF2-40B4-BE49-F238E27FC236}">
                      <ns2:creationId id="{281E28E0-A983-075C-4E26-1EC6A25AA94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36963" y="4445052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5" name="グループ化 464">
                <a:extLst>
                  <a:ext uri="{FF2B5EF4-FFF2-40B4-BE49-F238E27FC236}">
                    <ns2:creationId id="{62C16166-5C27-F958-16E9-7623D3D02579}"/>
                  </a:ext>
                </a:extLst>
              </p:cNvPr>
              <p:cNvGrpSpPr/>
              <p:nvPr/>
            </p:nvGrpSpPr>
            <p:grpSpPr>
              <a:xfrm>
                <a:off x="6958963" y="5835963"/>
                <a:ext cx="1008000" cy="469423"/>
                <a:chOff x="6958963" y="5835963"/>
                <a:chExt cx="1008000" cy="469423"/>
              </a:xfrm>
            </p:grpSpPr>
            <p:sp>
              <p:nvSpPr>
                <p:cNvPr id="645" name="Text 96">
                  <a:extLst>
                    <a:ext uri="{FF2B5EF4-FFF2-40B4-BE49-F238E27FC236}">
                      <ns2:creationId id="{79C7B396-38F4-5E67-7401-BB39FB9B781E}"/>
                    </a:ext>
                  </a:extLst>
                </p:cNvPr>
                <p:cNvSpPr txBox="1"/>
                <p:nvPr/>
              </p:nvSpPr>
              <p:spPr>
                <a:xfrm>
                  <a:off x="6958963" y="583596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ct val="980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39" name="二等辺三角形 538">
                  <a:extLst>
                    <a:ext uri="{FF2B5EF4-FFF2-40B4-BE49-F238E27FC236}">
                      <ns2:creationId id="{B43B4706-F241-6197-9612-AC7B02DCA35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36963" y="596205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8" name="グループ化 467">
                <a:extLst>
                  <a:ext uri="{FF2B5EF4-FFF2-40B4-BE49-F238E27FC236}">
                    <ns2:creationId id="{11E6F2D9-224F-0E81-0B3D-E84307ADC9E4}"/>
                  </a:ext>
                </a:extLst>
              </p:cNvPr>
              <p:cNvGrpSpPr/>
              <p:nvPr/>
            </p:nvGrpSpPr>
            <p:grpSpPr>
              <a:xfrm>
                <a:off x="6958963" y="4817478"/>
                <a:ext cx="1008000" cy="469423"/>
                <a:chOff x="6958963" y="4817478"/>
                <a:chExt cx="1008000" cy="469423"/>
              </a:xfrm>
            </p:grpSpPr>
            <p:sp>
              <p:nvSpPr>
                <p:cNvPr id="641" name="Text 86">
                  <a:extLst>
                    <a:ext uri="{FF2B5EF4-FFF2-40B4-BE49-F238E27FC236}">
                      <ns2:creationId id="{555DB1C1-CD76-D917-552A-50C1AB777897}"/>
                    </a:ext>
                  </a:extLst>
                </p:cNvPr>
                <p:cNvSpPr txBox="1"/>
                <p:nvPr/>
              </p:nvSpPr>
              <p:spPr>
                <a:xfrm>
                  <a:off x="6958963" y="4817478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9" name="十字形 558">
                  <a:extLst>
                    <a:ext uri="{FF2B5EF4-FFF2-40B4-BE49-F238E27FC236}">
                      <ns2:creationId id="{A0001F62-B37E-F628-2CD9-823A44308E8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7300963" y="4890189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9" name="コネクタ: カギ線 18">
                <a:extLst>
                  <a:ext uri="{FF2B5EF4-FFF2-40B4-BE49-F238E27FC236}">
                    <ns2:creationId id="{E76EA829-B912-2538-0EC3-61C03DC9E678}"/>
                  </a:ext>
                </a:extLst>
              </p:cNvPr>
              <p:cNvCxnSpPr>
                <a:cxnSpLocks/>
                <a:stCxn id="670" idx="4"/>
                <a:endCxn id="671" idx="0"/>
              </p:cNvCxnSpPr>
              <p:nvPr/>
            </p:nvCxnSpPr>
            <p:spPr>
              <a:xfrm rot="16200000" flipH="1">
                <a:off x="6251099" y="5535226"/>
                <a:ext cx="296384" cy="590732"/>
              </a:xfrm>
              <a:prstGeom prst="bentConnector3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7" name="グループ化 476">
              <a:extLst>
                <a:ext uri="{FF2B5EF4-FFF2-40B4-BE49-F238E27FC236}">
                  <ns2:creationId id="{38A4A622-B944-45D6-65D4-124130700003}"/>
                </a:ext>
              </a:extLst>
            </p:cNvPr>
            <p:cNvGrpSpPr/>
            <p:nvPr/>
          </p:nvGrpSpPr>
          <p:grpSpPr>
            <a:xfrm>
              <a:off x="334963" y="1029496"/>
              <a:ext cx="3744000" cy="5275890"/>
              <a:chOff x="334963" y="1029496"/>
              <a:chExt cx="3744000" cy="5275890"/>
            </a:xfrm>
          </p:grpSpPr>
          <p:sp>
            <p:nvSpPr>
              <p:cNvPr id="26" name="Text 6">
                <a:extLst>
                  <a:ext uri="{FF2B5EF4-FFF2-40B4-BE49-F238E27FC236}">
                    <ns2:creationId id="{32CD314A-2334-68BD-5001-1B10596FE9FE}"/>
                  </a:ext>
                </a:extLst>
              </p:cNvPr>
              <p:cNvSpPr txBox="1"/>
              <p:nvPr/>
            </p:nvSpPr>
            <p:spPr>
              <a:xfrm>
                <a:off x="374470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Text 7">
                <a:extLst>
                  <a:ext uri="{FF2B5EF4-FFF2-40B4-BE49-F238E27FC236}">
                    <ns2:creationId id="{A18785B7-BDAE-2B84-D766-C773A90D1FC4}"/>
                  </a:ext>
                </a:extLst>
              </p:cNvPr>
              <p:cNvSpPr txBox="1"/>
              <p:nvPr/>
            </p:nvSpPr>
            <p:spPr>
              <a:xfrm>
                <a:off x="2224963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Text 10">
                <a:extLst>
                  <a:ext uri="{FF2B5EF4-FFF2-40B4-BE49-F238E27FC236}">
                    <ns2:creationId id="{69793F7A-7E8F-5406-668A-D205C3CF7D38}"/>
                  </a:ext>
                </a:extLst>
              </p:cNvPr>
              <p:cNvSpPr txBox="1"/>
              <p:nvPr/>
            </p:nvSpPr>
            <p:spPr>
              <a:xfrm>
                <a:off x="374470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en-US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" name="Text 12">
                <a:extLst>
                  <a:ext uri="{FF2B5EF4-FFF2-40B4-BE49-F238E27FC236}">
                    <ns2:creationId id="{DFA18B86-1A73-4F19-C0A5-4F4FA7048664}"/>
                  </a:ext>
                </a:extLst>
              </p:cNvPr>
              <p:cNvSpPr txBox="1"/>
              <p:nvPr/>
            </p:nvSpPr>
            <p:spPr>
              <a:xfrm>
                <a:off x="2556792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2" name="直線コネクタ 41">
                <a:extLst>
                  <a:ext uri="{FF2B5EF4-FFF2-40B4-BE49-F238E27FC236}">
                    <ns2:creationId id="{5DD6992A-5E23-4FC7-9B07-7C5015B372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線コネクタ 45">
                <a:extLst>
                  <a:ext uri="{FF2B5EF4-FFF2-40B4-BE49-F238E27FC236}">
                    <ns2:creationId id="{556A91EE-3EE9-D859-3556-DDB8BF3861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2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 12">
                <a:extLst>
                  <a:ext uri="{FF2B5EF4-FFF2-40B4-BE49-F238E27FC236}">
                    <ns2:creationId id="{E5032C63-7878-19C1-982E-4C69AA003942}"/>
                  </a:ext>
                </a:extLst>
              </p:cNvPr>
              <p:cNvSpPr txBox="1"/>
              <p:nvPr/>
            </p:nvSpPr>
            <p:spPr>
              <a:xfrm>
                <a:off x="2266632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12">
                <a:extLst>
                  <a:ext uri="{FF2B5EF4-FFF2-40B4-BE49-F238E27FC236}">
                    <ns2:creationId id="{7E345E22-D768-0139-A386-4A256A7AA206}"/>
                  </a:ext>
                </a:extLst>
              </p:cNvPr>
              <p:cNvSpPr txBox="1"/>
              <p:nvPr/>
            </p:nvSpPr>
            <p:spPr>
              <a:xfrm>
                <a:off x="2266632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Text 12">
                <a:extLst>
                  <a:ext uri="{FF2B5EF4-FFF2-40B4-BE49-F238E27FC236}">
                    <ns2:creationId id="{0AB5B5D0-F288-276B-27B7-B2B3FDD2B977}"/>
                  </a:ext>
                </a:extLst>
              </p:cNvPr>
              <p:cNvSpPr txBox="1"/>
              <p:nvPr/>
            </p:nvSpPr>
            <p:spPr>
              <a:xfrm>
                <a:off x="2266631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Text 12">
                <a:extLst>
                  <a:ext uri="{FF2B5EF4-FFF2-40B4-BE49-F238E27FC236}">
                    <ns2:creationId id="{80074251-6E94-6D5D-6D03-DD76F382ECEA}"/>
                  </a:ext>
                </a:extLst>
              </p:cNvPr>
              <p:cNvSpPr txBox="1"/>
              <p:nvPr/>
            </p:nvSpPr>
            <p:spPr>
              <a:xfrm>
                <a:off x="2556792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0" name="Text 12">
                <a:extLst>
                  <a:ext uri="{FF2B5EF4-FFF2-40B4-BE49-F238E27FC236}">
                    <ns2:creationId id="{94E65C00-BAC7-C880-B2D3-569E9A4A2E90}"/>
                  </a:ext>
                </a:extLst>
              </p:cNvPr>
              <p:cNvSpPr txBox="1"/>
              <p:nvPr/>
            </p:nvSpPr>
            <p:spPr>
              <a:xfrm>
                <a:off x="2556792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Text 14">
                <a:extLst>
                  <a:ext uri="{FF2B5EF4-FFF2-40B4-BE49-F238E27FC236}">
                    <ns2:creationId id="{5060CD95-2FB9-B6D4-C3C8-06099A6161F5}"/>
                  </a:ext>
                </a:extLst>
              </p:cNvPr>
              <p:cNvSpPr txBox="1"/>
              <p:nvPr/>
            </p:nvSpPr>
            <p:spPr>
              <a:xfrm>
                <a:off x="1337664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ln>
                      <a:solidFill>
                        <a:srgbClr val="7FC696"/>
                      </a:solidFill>
                    </a:ln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n>
                    <a:solidFill>
                      <a:srgbClr val="7FC696"/>
                    </a:solidFill>
                  </a:ln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8" name="Text 16">
                <a:extLst>
                  <a:ext uri="{FF2B5EF4-FFF2-40B4-BE49-F238E27FC236}">
                    <ns2:creationId id="{494E3114-5011-10B0-732E-6F938B765533}"/>
                  </a:ext>
                </a:extLst>
              </p:cNvPr>
              <p:cNvSpPr txBox="1"/>
              <p:nvPr/>
            </p:nvSpPr>
            <p:spPr>
              <a:xfrm>
                <a:off x="1683489" y="196218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ln>
                      <a:solidFill>
                        <a:srgbClr val="7FC696"/>
                      </a:solidFill>
                    </a:ln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n>
                    <a:solidFill>
                      <a:srgbClr val="7FC696"/>
                    </a:solidFill>
                  </a:ln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2" name="Text 18">
                <a:extLst>
                  <a:ext uri="{FF2B5EF4-FFF2-40B4-BE49-F238E27FC236}">
                    <ns2:creationId id="{D48BD8E7-4753-3D4C-EFC4-87B4E25D09B7}"/>
                  </a:ext>
                </a:extLst>
              </p:cNvPr>
              <p:cNvSpPr txBox="1"/>
              <p:nvPr/>
            </p:nvSpPr>
            <p:spPr>
              <a:xfrm>
                <a:off x="2029314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ln>
                      <a:solidFill>
                        <a:srgbClr val="7FC696"/>
                      </a:solidFill>
                    </a:ln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n>
                    <a:solidFill>
                      <a:srgbClr val="7FC696"/>
                    </a:solidFill>
                  </a:ln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6" name="Text 43">
                <a:extLst>
                  <a:ext uri="{FF2B5EF4-FFF2-40B4-BE49-F238E27FC236}">
                    <ns2:creationId id="{CC4CB8C6-EF77-C415-AED7-6EEF637DCD0E}"/>
                  </a:ext>
                </a:extLst>
              </p:cNvPr>
              <p:cNvSpPr txBox="1"/>
              <p:nvPr/>
            </p:nvSpPr>
            <p:spPr>
              <a:xfrm>
                <a:off x="2375139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0" name="Text 45">
                <a:extLst>
                  <a:ext uri="{FF2B5EF4-FFF2-40B4-BE49-F238E27FC236}">
                    <ns2:creationId id="{83384D1E-EFC5-EF95-CDA4-9A10E92F16C5}"/>
                  </a:ext>
                </a:extLst>
              </p:cNvPr>
              <p:cNvSpPr txBox="1"/>
              <p:nvPr/>
            </p:nvSpPr>
            <p:spPr>
              <a:xfrm>
                <a:off x="2720966" y="196218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2" name="Text 61">
                <a:extLst>
                  <a:ext uri="{FF2B5EF4-FFF2-40B4-BE49-F238E27FC236}">
                    <ns2:creationId id="{EE1192C5-4BCF-F5F3-4902-46E24BD0A9F4}"/>
                  </a:ext>
                </a:extLst>
              </p:cNvPr>
              <p:cNvSpPr txBox="1"/>
              <p:nvPr/>
            </p:nvSpPr>
            <p:spPr>
              <a:xfrm>
                <a:off x="3070963" y="2296290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6" name="Text 64">
                <a:extLst>
                  <a:ext uri="{FF2B5EF4-FFF2-40B4-BE49-F238E27FC236}">
                    <ns2:creationId id="{8B7D356F-D1C9-F4DB-4E29-D25B52E55F1B}"/>
                  </a:ext>
                </a:extLst>
              </p:cNvPr>
              <p:cNvSpPr txBox="1"/>
              <p:nvPr/>
            </p:nvSpPr>
            <p:spPr>
              <a:xfrm>
                <a:off x="3070963" y="2801958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Text 67">
                <a:extLst>
                  <a:ext uri="{FF2B5EF4-FFF2-40B4-BE49-F238E27FC236}">
                    <ns2:creationId id="{17570BDE-2DAD-752D-0CB2-02B6FDE42B69}"/>
                  </a:ext>
                </a:extLst>
              </p:cNvPr>
              <p:cNvSpPr txBox="1"/>
              <p:nvPr/>
            </p:nvSpPr>
            <p:spPr>
              <a:xfrm>
                <a:off x="3070963" y="3307626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Text 28">
                <a:extLst>
                  <a:ext uri="{FF2B5EF4-FFF2-40B4-BE49-F238E27FC236}">
                    <ns2:creationId id="{5A831F92-2BBD-6E48-83E4-0F1F9EE1148A}"/>
                  </a:ext>
                </a:extLst>
              </p:cNvPr>
              <p:cNvSpPr txBox="1"/>
              <p:nvPr/>
            </p:nvSpPr>
            <p:spPr>
              <a:xfrm>
                <a:off x="334963" y="2297001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Text 31">
                <a:extLst>
                  <a:ext uri="{FF2B5EF4-FFF2-40B4-BE49-F238E27FC236}">
                    <ns2:creationId id="{DB8A3A21-DF78-3193-603C-6AD9FD737DAF}"/>
                  </a:ext>
                </a:extLst>
              </p:cNvPr>
              <p:cNvSpPr txBox="1"/>
              <p:nvPr/>
            </p:nvSpPr>
            <p:spPr>
              <a:xfrm>
                <a:off x="334963" y="2803267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Text 34">
                <a:extLst>
                  <a:ext uri="{FF2B5EF4-FFF2-40B4-BE49-F238E27FC236}">
                    <ns2:creationId id="{4839B9FF-A1BD-C483-7642-2E2D5689882E}"/>
                  </a:ext>
                </a:extLst>
              </p:cNvPr>
              <p:cNvSpPr txBox="1"/>
              <p:nvPr/>
            </p:nvSpPr>
            <p:spPr>
              <a:xfrm>
                <a:off x="334963" y="330953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Text 37">
                <a:extLst>
                  <a:ext uri="{FF2B5EF4-FFF2-40B4-BE49-F238E27FC236}">
                    <ns2:creationId id="{E33ABDF7-02FD-3FEC-1711-3F698E7488D1}"/>
                  </a:ext>
                </a:extLst>
              </p:cNvPr>
              <p:cNvSpPr txBox="1"/>
              <p:nvPr/>
            </p:nvSpPr>
            <p:spPr>
              <a:xfrm>
                <a:off x="334963" y="381580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Shape 59">
                <a:extLst>
                  <a:ext uri="{FF2B5EF4-FFF2-40B4-BE49-F238E27FC236}">
                    <ns2:creationId id="{2D389949-D0A8-E256-DA4B-A64F717E29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39181" y="241986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4" name="Text 71">
                <a:extLst>
                  <a:ext uri="{FF2B5EF4-FFF2-40B4-BE49-F238E27FC236}">
                    <ns2:creationId id="{E6FC007A-4366-B403-D62C-73C6CCFE93EC}"/>
                  </a:ext>
                </a:extLst>
              </p:cNvPr>
              <p:cNvSpPr txBox="1"/>
              <p:nvPr/>
            </p:nvSpPr>
            <p:spPr>
              <a:xfrm>
                <a:off x="2922502" y="3828861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Shape 59">
                <a:extLst>
                  <a:ext uri="{FF2B5EF4-FFF2-40B4-BE49-F238E27FC236}">
                    <ns2:creationId id="{607FF9FC-F27F-4002-CF44-E05CCD9AD19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99394" y="2419861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0" name="Shape 59">
                <a:extLst>
                  <a:ext uri="{FF2B5EF4-FFF2-40B4-BE49-F238E27FC236}">
                    <ns2:creationId id="{5127F936-F1F9-D19A-94FF-B7B96E49F46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99394" y="343669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4" name="Shape 59">
                <a:extLst>
                  <a:ext uri="{FF2B5EF4-FFF2-40B4-BE49-F238E27FC236}">
                    <ns2:creationId id="{836437A9-1FC1-E627-559F-76705F49159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99394" y="394511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6" name="Shape 59">
                <a:extLst>
                  <a:ext uri="{FF2B5EF4-FFF2-40B4-BE49-F238E27FC236}">
                    <ns2:creationId id="{616C97D8-DD3A-D7DA-3AF7-C6323AE7ED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39181" y="2928279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2" name="Shape 59">
                <a:extLst>
                  <a:ext uri="{FF2B5EF4-FFF2-40B4-BE49-F238E27FC236}">
                    <ns2:creationId id="{15EC3D47-46FB-2CF0-2C99-8F1FA68AF5E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2928279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2" name="Shape 59">
                <a:extLst>
                  <a:ext uri="{FF2B5EF4-FFF2-40B4-BE49-F238E27FC236}">
                    <ns2:creationId id="{A2510EA4-012E-FB3A-41BD-6E81DB0BF4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343669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6" name="Shape 59">
                <a:extLst>
                  <a:ext uri="{FF2B5EF4-FFF2-40B4-BE49-F238E27FC236}">
                    <ns2:creationId id="{D90DEEAF-9048-E5CC-4B52-820B0CED612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394511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0" name="Shape 59">
                <a:extLst>
                  <a:ext uri="{FF2B5EF4-FFF2-40B4-BE49-F238E27FC236}">
                    <ns2:creationId id="{08046170-0B9C-8958-B641-9FEBF5448C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4453533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8" name="Shape 59">
                <a:extLst>
                  <a:ext uri="{FF2B5EF4-FFF2-40B4-BE49-F238E27FC236}">
                    <ns2:creationId id="{D9BE9674-16BA-3DFD-DB70-617BD4F844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93199" y="5470369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2" name="Shape 59">
                <a:extLst>
                  <a:ext uri="{FF2B5EF4-FFF2-40B4-BE49-F238E27FC236}">
                    <ns2:creationId id="{0FC57225-BF1F-8EAB-5A95-1CEC60EC9C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78972" y="59787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96" name="Shape 59">
                <a:extLst>
                  <a:ext uri="{FF2B5EF4-FFF2-40B4-BE49-F238E27FC236}">
                    <ns2:creationId id="{B670EE38-342F-551E-DDF2-49A9F994BE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8128" y="496195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00" name="コネクタ: カギ線 599">
                <a:extLst>
                  <a:ext uri="{FF2B5EF4-FFF2-40B4-BE49-F238E27FC236}">
                    <ns2:creationId id="{C7A962C0-EAC5-0729-00A2-650B3C6739D4}"/>
                  </a:ext>
                </a:extLst>
              </p:cNvPr>
              <p:cNvCxnSpPr>
                <a:cxnSpLocks/>
                <a:stCxn id="342" idx="4"/>
                <a:endCxn id="346" idx="2"/>
              </p:cNvCxnSpPr>
              <p:nvPr/>
            </p:nvCxnSpPr>
            <p:spPr>
              <a:xfrm rot="16200000" flipH="1">
                <a:off x="1423078" y="2720176"/>
                <a:ext cx="400418" cy="231787"/>
              </a:xfrm>
              <a:prstGeom prst="bentConnector2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3" name="コネクタ: カギ線 602">
                <a:extLst>
                  <a:ext uri="{FF2B5EF4-FFF2-40B4-BE49-F238E27FC236}">
                    <ns2:creationId id="{8D9DAB28-0025-1EB8-EF38-128F40A5EF8A}"/>
                  </a:ext>
                </a:extLst>
              </p:cNvPr>
              <p:cNvCxnSpPr>
                <a:cxnSpLocks/>
                <a:stCxn id="346" idx="4"/>
                <a:endCxn id="350" idx="0"/>
              </p:cNvCxnSpPr>
              <p:nvPr/>
            </p:nvCxnSpPr>
            <p:spPr>
              <a:xfrm rot="5400000">
                <a:off x="1531079" y="3120595"/>
                <a:ext cx="292418" cy="339787"/>
              </a:xfrm>
              <a:prstGeom prst="bentConnector3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6" name="直線矢印コネクタ 605">
                <a:extLst>
                  <a:ext uri="{FF2B5EF4-FFF2-40B4-BE49-F238E27FC236}">
                    <ns2:creationId id="{5F6FEAD0-1B06-E05A-8673-C22137B145E6}"/>
                  </a:ext>
                </a:extLst>
              </p:cNvPr>
              <p:cNvCxnSpPr>
                <a:cxnSpLocks/>
                <a:stCxn id="518" idx="4"/>
                <a:endCxn id="362" idx="0"/>
              </p:cNvCxnSpPr>
              <p:nvPr/>
            </p:nvCxnSpPr>
            <p:spPr>
              <a:xfrm rot="16200000" flipH="1">
                <a:off x="1865445" y="2617596"/>
                <a:ext cx="292418" cy="32894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9" name="直線矢印コネクタ 608">
                <a:extLst>
                  <a:ext uri="{FF2B5EF4-FFF2-40B4-BE49-F238E27FC236}">
                    <ns2:creationId id="{D86C884F-9B90-5D5F-7F02-8A78B1AF23A5}"/>
                  </a:ext>
                </a:extLst>
              </p:cNvPr>
              <p:cNvCxnSpPr>
                <a:cxnSpLocks/>
                <a:stCxn id="350" idx="4"/>
                <a:endCxn id="354" idx="0"/>
              </p:cNvCxnSpPr>
              <p:nvPr/>
            </p:nvCxnSpPr>
            <p:spPr>
              <a:xfrm>
                <a:off x="1507394" y="3652697"/>
                <a:ext cx="0" cy="29241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1" name="直線矢印コネクタ 610">
                <a:extLst>
                  <a:ext uri="{FF2B5EF4-FFF2-40B4-BE49-F238E27FC236}">
                    <ns2:creationId id="{E6981A7B-E441-B4AE-B299-9D5D59D224AE}"/>
                  </a:ext>
                </a:extLst>
              </p:cNvPr>
              <p:cNvCxnSpPr>
                <a:cxnSpLocks/>
                <a:stCxn id="372" idx="4"/>
                <a:endCxn id="376" idx="0"/>
              </p:cNvCxnSpPr>
              <p:nvPr/>
            </p:nvCxnSpPr>
            <p:spPr>
              <a:xfrm>
                <a:off x="2176128" y="3652697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4" name="直線矢印コネクタ 613">
                <a:extLst>
                  <a:ext uri="{FF2B5EF4-FFF2-40B4-BE49-F238E27FC236}">
                    <ns2:creationId id="{857F7BB2-1907-7AFC-2AE3-959E6B6670ED}"/>
                  </a:ext>
                </a:extLst>
              </p:cNvPr>
              <p:cNvCxnSpPr>
                <a:cxnSpLocks/>
                <a:stCxn id="376" idx="4"/>
                <a:endCxn id="380" idx="0"/>
              </p:cNvCxnSpPr>
              <p:nvPr/>
            </p:nvCxnSpPr>
            <p:spPr>
              <a:xfrm>
                <a:off x="2176128" y="4161115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7" name="直線矢印コネクタ 616">
                <a:extLst>
                  <a:ext uri="{FF2B5EF4-FFF2-40B4-BE49-F238E27FC236}">
                    <ns2:creationId id="{F2990619-F00E-86D2-6BF9-0D748A7E62AD}"/>
                  </a:ext>
                </a:extLst>
              </p:cNvPr>
              <p:cNvCxnSpPr>
                <a:cxnSpLocks/>
                <a:stCxn id="380" idx="4"/>
                <a:endCxn id="396" idx="0"/>
              </p:cNvCxnSpPr>
              <p:nvPr/>
            </p:nvCxnSpPr>
            <p:spPr>
              <a:xfrm>
                <a:off x="2176128" y="4669533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4" name="コネクタ: カギ線 623">
                <a:extLst>
                  <a:ext uri="{FF2B5EF4-FFF2-40B4-BE49-F238E27FC236}">
                    <ns2:creationId id="{498A4EFF-3DB8-56F1-083E-43E809A99C4D}"/>
                  </a:ext>
                </a:extLst>
              </p:cNvPr>
              <p:cNvCxnSpPr>
                <a:cxnSpLocks/>
                <a:stCxn id="396" idx="6"/>
                <a:endCxn id="388" idx="0"/>
              </p:cNvCxnSpPr>
              <p:nvPr/>
            </p:nvCxnSpPr>
            <p:spPr>
              <a:xfrm>
                <a:off x="2284128" y="5069951"/>
                <a:ext cx="217071" cy="400418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7" name="コネクタ: カギ線 626">
                <a:extLst>
                  <a:ext uri="{FF2B5EF4-FFF2-40B4-BE49-F238E27FC236}">
                    <ns2:creationId id="{3E134B3B-DA11-709B-63DB-5E85B38C1E48}"/>
                  </a:ext>
                </a:extLst>
              </p:cNvPr>
              <p:cNvCxnSpPr>
                <a:cxnSpLocks/>
                <a:stCxn id="388" idx="6"/>
                <a:endCxn id="392" idx="0"/>
              </p:cNvCxnSpPr>
              <p:nvPr/>
            </p:nvCxnSpPr>
            <p:spPr>
              <a:xfrm>
                <a:off x="2609199" y="5578369"/>
                <a:ext cx="177773" cy="400415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0" name="直線矢印コネクタ 809">
                <a:extLst>
                  <a:ext uri="{FF2B5EF4-FFF2-40B4-BE49-F238E27FC236}">
                    <ns2:creationId id="{CEDF28B3-4B96-0072-77EE-6329DFA77EA6}"/>
                  </a:ext>
                </a:extLst>
              </p:cNvPr>
              <p:cNvCxnSpPr>
                <a:cxnSpLocks/>
                <a:stCxn id="354" idx="4"/>
              </p:cNvCxnSpPr>
              <p:nvPr/>
            </p:nvCxnSpPr>
            <p:spPr>
              <a:xfrm flipH="1">
                <a:off x="1506179" y="4161115"/>
                <a:ext cx="1215" cy="45901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十字形 15">
                <a:extLst>
                  <a:ext uri="{FF2B5EF4-FFF2-40B4-BE49-F238E27FC236}">
                    <ns2:creationId id="{25723EC3-58C1-027B-8584-0E799B803ED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1398552" y="427068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72" name="グループ化 471">
                <a:extLst>
                  <a:ext uri="{FF2B5EF4-FFF2-40B4-BE49-F238E27FC236}">
                    <ns2:creationId id="{7E0C4B38-7269-D887-5F09-DF201737CE84}"/>
                  </a:ext>
                </a:extLst>
              </p:cNvPr>
              <p:cNvGrpSpPr/>
              <p:nvPr/>
            </p:nvGrpSpPr>
            <p:grpSpPr>
              <a:xfrm>
                <a:off x="3070963" y="5835963"/>
                <a:ext cx="1008000" cy="469423"/>
                <a:chOff x="3070963" y="5835963"/>
                <a:chExt cx="1008000" cy="469423"/>
              </a:xfrm>
            </p:grpSpPr>
            <p:sp>
              <p:nvSpPr>
                <p:cNvPr id="510" name="Text 96">
                  <a:extLst>
                    <a:ext uri="{FF2B5EF4-FFF2-40B4-BE49-F238E27FC236}">
                      <ns2:creationId id="{8292E0E1-BD24-6BD8-6D6A-0FC9B74C8CD5}"/>
                    </a:ext>
                  </a:extLst>
                </p:cNvPr>
                <p:cNvSpPr txBox="1"/>
                <p:nvPr/>
              </p:nvSpPr>
              <p:spPr>
                <a:xfrm>
                  <a:off x="3070963" y="583596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29" name="グループ化 28">
                  <a:extLst>
                    <a:ext uri="{FF2B5EF4-FFF2-40B4-BE49-F238E27FC236}">
                      <ns2:creationId id="{7E5539F5-738C-AA16-71CC-B013ABA09E99}"/>
                    </a:ext>
                  </a:extLst>
                </p:cNvPr>
                <p:cNvGrpSpPr/>
                <p:nvPr/>
              </p:nvGrpSpPr>
              <p:grpSpPr>
                <a:xfrm>
                  <a:off x="3448963" y="5944674"/>
                  <a:ext cx="252000" cy="252000"/>
                  <a:chOff x="3444828" y="5969678"/>
                  <a:chExt cx="252000" cy="252000"/>
                </a:xfrm>
              </p:grpSpPr>
              <p:sp>
                <p:nvSpPr>
                  <p:cNvPr id="516" name="楕円 515">
                    <a:extLst>
                      <a:ext uri="{FF2B5EF4-FFF2-40B4-BE49-F238E27FC236}">
                        <ns2:creationId id="{81649963-F1E3-1DD9-7EB6-5522C3DF0F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44828" y="5969678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517" name="楕円 516">
                    <a:extLst>
                      <a:ext uri="{FF2B5EF4-FFF2-40B4-BE49-F238E27FC236}">
                        <ns2:creationId id="{29B5F917-86FE-307C-F11D-7DA567D49B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98828" y="6023678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474" name="グループ化 473">
                <a:extLst>
                  <a:ext uri="{FF2B5EF4-FFF2-40B4-BE49-F238E27FC236}">
                    <ns2:creationId id="{3238366F-88EC-503A-6951-A0167C7BF44B}"/>
                  </a:ext>
                </a:extLst>
              </p:cNvPr>
              <p:cNvGrpSpPr/>
              <p:nvPr/>
            </p:nvGrpSpPr>
            <p:grpSpPr>
              <a:xfrm>
                <a:off x="3070963" y="4824630"/>
                <a:ext cx="1008000" cy="469423"/>
                <a:chOff x="3070963" y="4824630"/>
                <a:chExt cx="1008000" cy="469423"/>
              </a:xfrm>
            </p:grpSpPr>
            <p:sp>
              <p:nvSpPr>
                <p:cNvPr id="502" name="Text 86">
                  <a:extLst>
                    <a:ext uri="{FF2B5EF4-FFF2-40B4-BE49-F238E27FC236}">
                      <ns2:creationId id="{7ADBD760-BA6E-B48F-EABD-EC268522C15E}"/>
                    </a:ext>
                  </a:extLst>
                </p:cNvPr>
                <p:cNvSpPr txBox="1"/>
                <p:nvPr/>
              </p:nvSpPr>
              <p:spPr>
                <a:xfrm>
                  <a:off x="3070963" y="4824630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24" name="二等辺三角形 523">
                  <a:extLst>
                    <a:ext uri="{FF2B5EF4-FFF2-40B4-BE49-F238E27FC236}">
                      <ns2:creationId id="{599EA1F0-901C-B63B-0EE2-86C5D6FA09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950720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73" name="グループ化 472">
                <a:extLst>
                  <a:ext uri="{FF2B5EF4-FFF2-40B4-BE49-F238E27FC236}">
                    <ns2:creationId id="{E9AD61D8-0653-51DE-6B7E-AA000B9F3A4F}"/>
                  </a:ext>
                </a:extLst>
              </p:cNvPr>
              <p:cNvGrpSpPr/>
              <p:nvPr/>
            </p:nvGrpSpPr>
            <p:grpSpPr>
              <a:xfrm>
                <a:off x="3070963" y="5330298"/>
                <a:ext cx="1008000" cy="469423"/>
                <a:chOff x="3070963" y="5330298"/>
                <a:chExt cx="1008000" cy="469423"/>
              </a:xfrm>
            </p:grpSpPr>
            <p:sp>
              <p:nvSpPr>
                <p:cNvPr id="506" name="Text 91">
                  <a:extLst>
                    <a:ext uri="{FF2B5EF4-FFF2-40B4-BE49-F238E27FC236}">
                      <ns2:creationId id="{2FDF854A-A67B-899C-34E3-8E87EC180B22}"/>
                    </a:ext>
                  </a:extLst>
                </p:cNvPr>
                <p:cNvSpPr txBox="1"/>
                <p:nvPr/>
              </p:nvSpPr>
              <p:spPr>
                <a:xfrm>
                  <a:off x="3070963" y="5330298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ct val="980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26" name="二等辺三角形 525">
                  <a:extLst>
                    <a:ext uri="{FF2B5EF4-FFF2-40B4-BE49-F238E27FC236}">
                      <ns2:creationId id="{E7273B72-73BA-C15D-465A-DB536BBEA2D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5456388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14" name="Text 5">
                <a:extLst>
                  <a:ext uri="{FF2B5EF4-FFF2-40B4-BE49-F238E27FC236}">
                    <ns2:creationId id="{7979B7CB-C3A8-F620-075F-EC9B5B6F8874}"/>
                  </a:ext>
                </a:extLst>
              </p:cNvPr>
              <p:cNvSpPr txBox="1"/>
              <p:nvPr/>
            </p:nvSpPr>
            <p:spPr>
              <a:xfrm>
                <a:off x="334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76" name="グループ化 475">
                <a:extLst>
                  <a:ext uri="{FF2B5EF4-FFF2-40B4-BE49-F238E27FC236}">
                    <ns2:creationId id="{F7429119-5D5B-C389-4F9B-897D27A6C219}"/>
                  </a:ext>
                </a:extLst>
              </p:cNvPr>
              <p:cNvGrpSpPr/>
              <p:nvPr/>
            </p:nvGrpSpPr>
            <p:grpSpPr>
              <a:xfrm>
                <a:off x="3070963" y="3813294"/>
                <a:ext cx="1008000" cy="469423"/>
                <a:chOff x="3070963" y="3813294"/>
                <a:chExt cx="1008000" cy="469423"/>
              </a:xfrm>
            </p:grpSpPr>
            <p:sp>
              <p:nvSpPr>
                <p:cNvPr id="494" name="Text 74">
                  <a:extLst>
                    <a:ext uri="{FF2B5EF4-FFF2-40B4-BE49-F238E27FC236}">
                      <ns2:creationId id="{EF575652-33B6-BB3D-1294-8AC76F395D39}"/>
                    </a:ext>
                  </a:extLst>
                </p:cNvPr>
                <p:cNvSpPr txBox="1"/>
                <p:nvPr/>
              </p:nvSpPr>
              <p:spPr>
                <a:xfrm>
                  <a:off x="3070963" y="381329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2" name="二等辺三角形 551">
                  <a:extLst>
                    <a:ext uri="{FF2B5EF4-FFF2-40B4-BE49-F238E27FC236}">
                      <ns2:creationId id="{8B230948-74BF-DC01-3A1D-B89A56EFC3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3939384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75" name="グループ化 474">
                <a:extLst>
                  <a:ext uri="{FF2B5EF4-FFF2-40B4-BE49-F238E27FC236}">
                    <ns2:creationId id="{371C16FD-DF3C-71E0-CE5F-D1930AC8D614}"/>
                  </a:ext>
                </a:extLst>
              </p:cNvPr>
              <p:cNvGrpSpPr/>
              <p:nvPr/>
            </p:nvGrpSpPr>
            <p:grpSpPr>
              <a:xfrm>
                <a:off x="3070963" y="4318962"/>
                <a:ext cx="1008000" cy="469423"/>
                <a:chOff x="3070963" y="4318962"/>
                <a:chExt cx="1008000" cy="469423"/>
              </a:xfrm>
            </p:grpSpPr>
            <p:sp>
              <p:nvSpPr>
                <p:cNvPr id="498" name="Text 81">
                  <a:extLst>
                    <a:ext uri="{FF2B5EF4-FFF2-40B4-BE49-F238E27FC236}">
                      <ns2:creationId id="{3E17DE2B-8D93-FF17-853F-26DADD9A8B46}"/>
                    </a:ext>
                  </a:extLst>
                </p:cNvPr>
                <p:cNvSpPr txBox="1"/>
                <p:nvPr/>
              </p:nvSpPr>
              <p:spPr>
                <a:xfrm>
                  <a:off x="3070963" y="4318962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5" name="二等辺三角形 554">
                  <a:extLst>
                    <a:ext uri="{FF2B5EF4-FFF2-40B4-BE49-F238E27FC236}">
                      <ns2:creationId id="{6AE22264-A410-6B9C-9459-CA62A24C8F9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445052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36" name="直線矢印コネクタ 35">
                <a:extLst>
                  <a:ext uri="{FF2B5EF4-FFF2-40B4-BE49-F238E27FC236}">
                    <ns2:creationId id="{60129822-6341-2810-D4DD-06143A96EF1F}"/>
                  </a:ext>
                </a:extLst>
              </p:cNvPr>
              <p:cNvCxnSpPr>
                <a:cxnSpLocks/>
                <a:stCxn id="362" idx="4"/>
                <a:endCxn id="372" idx="0"/>
              </p:cNvCxnSpPr>
              <p:nvPr/>
            </p:nvCxnSpPr>
            <p:spPr>
              <a:xfrm>
                <a:off x="2176128" y="3144279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3:creationId val="2905923048"/>
      </p:ext>
    </p:extLst>
  </p:cSld>
  <p:clrMapOvr>
    <a:masterClrMapping/>
  </p:clrMapOvr>
</p:sld>
</file>

<file path=ppt/slides/slide28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B7DDA106-6E7E-F7C7-4849-484A3770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ns2:creationId id="{35188A9E-F8C4-1130-7959-24965ECF0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56" name="グループ化 55">
            <a:extLst>
              <a:ext uri="{FF2B5EF4-FFF2-40B4-BE49-F238E27FC236}">
                <ns2:creationId id="{099DECEA-A798-7F07-8994-6808761544F6}"/>
              </a:ext>
            </a:extLst>
          </p:cNvPr>
          <p:cNvGrpSpPr/>
          <p:nvPr/>
        </p:nvGrpSpPr>
        <p:grpSpPr>
          <a:xfrm>
            <a:off x="334963" y="1029496"/>
            <a:ext cx="11524913" cy="5282801"/>
            <a:chOff x="334963" y="1029496"/>
            <a:chExt cx="11524913" cy="5282801"/>
          </a:xfrm>
        </p:grpSpPr>
        <p:grpSp>
          <p:nvGrpSpPr>
            <p:cNvPr id="54" name="グループ化 53">
              <a:extLst>
                <a:ext uri="{FF2B5EF4-FFF2-40B4-BE49-F238E27FC236}">
                  <ns2:creationId id="{B8D47FEB-F8F4-6845-E540-1B652EDDC4C7}"/>
                </a:ext>
              </a:extLst>
            </p:cNvPr>
            <p:cNvGrpSpPr/>
            <p:nvPr/>
          </p:nvGrpSpPr>
          <p:grpSpPr>
            <a:xfrm>
              <a:off x="4195657" y="1029496"/>
              <a:ext cx="3771306" cy="4775994"/>
              <a:chOff x="4195657" y="1029496"/>
              <a:chExt cx="3771306" cy="4775994"/>
            </a:xfrm>
          </p:grpSpPr>
          <p:sp>
            <p:nvSpPr>
              <p:cNvPr id="226" name="Text 98">
                <a:extLst>
                  <a:ext uri="{FF2B5EF4-FFF2-40B4-BE49-F238E27FC236}">
                    <ns2:creationId id="{A7C4320D-1517-94DA-67EB-4B13406D8DE9}"/>
                  </a:ext>
                </a:extLst>
              </p:cNvPr>
              <p:cNvSpPr txBox="1"/>
              <p:nvPr/>
            </p:nvSpPr>
            <p:spPr>
              <a:xfrm>
                <a:off x="4222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r>
                  <a:rPr 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5" name="Text 6">
                <a:extLst>
                  <a:ext uri="{FF2B5EF4-FFF2-40B4-BE49-F238E27FC236}">
                    <ns2:creationId id="{432E1A49-0F13-812E-C139-F5F4D8143D45}"/>
                  </a:ext>
                </a:extLst>
              </p:cNvPr>
              <p:cNvSpPr txBox="1"/>
              <p:nvPr/>
            </p:nvSpPr>
            <p:spPr>
              <a:xfrm>
                <a:off x="4261475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6" name="Text 7">
                <a:extLst>
                  <a:ext uri="{FF2B5EF4-FFF2-40B4-BE49-F238E27FC236}">
                    <ns2:creationId id="{AFEB450A-45DA-85BE-37B3-B10218B36886}"/>
                  </a:ext>
                </a:extLst>
              </p:cNvPr>
              <p:cNvSpPr txBox="1"/>
              <p:nvPr/>
            </p:nvSpPr>
            <p:spPr>
              <a:xfrm>
                <a:off x="6111968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7" name="Text 10">
                <a:extLst>
                  <a:ext uri="{FF2B5EF4-FFF2-40B4-BE49-F238E27FC236}">
                    <ns2:creationId id="{EEDE173B-CFCB-D776-0599-E8F3EFE9F56F}"/>
                  </a:ext>
                </a:extLst>
              </p:cNvPr>
              <p:cNvSpPr txBox="1"/>
              <p:nvPr/>
            </p:nvSpPr>
            <p:spPr>
              <a:xfrm>
                <a:off x="4261475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Text 12">
                <a:extLst>
                  <a:ext uri="{FF2B5EF4-FFF2-40B4-BE49-F238E27FC236}">
                    <ns2:creationId id="{C08C74D4-5F28-AEB7-816B-6B8768CC2449}"/>
                  </a:ext>
                </a:extLst>
              </p:cNvPr>
              <p:cNvSpPr txBox="1"/>
              <p:nvPr/>
            </p:nvSpPr>
            <p:spPr>
              <a:xfrm>
                <a:off x="6443797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ja-JP" alt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49" name="直線コネクタ 248">
                <a:extLst>
                  <a:ext uri="{FF2B5EF4-FFF2-40B4-BE49-F238E27FC236}">
                    <ns2:creationId id="{F328E0CE-2515-49E5-9D31-24EC4A1913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ns2:creationId id="{CDAEAE4E-5A10-E157-EC4B-3DA0BE0613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11968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1" name="Text 12">
                <a:extLst>
                  <a:ext uri="{FF2B5EF4-FFF2-40B4-BE49-F238E27FC236}">
                    <ns2:creationId id="{C63A5115-10C4-77C4-70AD-8DE8A51BEAEB}"/>
                  </a:ext>
                </a:extLst>
              </p:cNvPr>
              <p:cNvSpPr txBox="1"/>
              <p:nvPr/>
            </p:nvSpPr>
            <p:spPr>
              <a:xfrm>
                <a:off x="6153637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2" name="Text 12">
                <a:extLst>
                  <a:ext uri="{FF2B5EF4-FFF2-40B4-BE49-F238E27FC236}">
                    <ns2:creationId id="{6A021112-E48F-C72C-0D51-15A91CF88348}"/>
                  </a:ext>
                </a:extLst>
              </p:cNvPr>
              <p:cNvSpPr txBox="1"/>
              <p:nvPr/>
            </p:nvSpPr>
            <p:spPr>
              <a:xfrm>
                <a:off x="6153637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3" name="Text 12">
                <a:extLst>
                  <a:ext uri="{FF2B5EF4-FFF2-40B4-BE49-F238E27FC236}">
                    <ns2:creationId id="{26EA0E59-3EB8-3509-97AD-7D579F0236E9}"/>
                  </a:ext>
                </a:extLst>
              </p:cNvPr>
              <p:cNvSpPr txBox="1"/>
              <p:nvPr/>
            </p:nvSpPr>
            <p:spPr>
              <a:xfrm>
                <a:off x="6153636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4" name="Text 12">
                <a:extLst>
                  <a:ext uri="{FF2B5EF4-FFF2-40B4-BE49-F238E27FC236}">
                    <ns2:creationId id="{965F1123-BBB0-2FF2-4E0E-497DDA10C4BE}"/>
                  </a:ext>
                </a:extLst>
              </p:cNvPr>
              <p:cNvSpPr txBox="1"/>
              <p:nvPr/>
            </p:nvSpPr>
            <p:spPr>
              <a:xfrm>
                <a:off x="6443797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5" name="Text 12">
                <a:extLst>
                  <a:ext uri="{FF2B5EF4-FFF2-40B4-BE49-F238E27FC236}">
                    <ns2:creationId id="{B730617F-B8B4-8D2E-13F3-E895F3C17D10}"/>
                  </a:ext>
                </a:extLst>
              </p:cNvPr>
              <p:cNvSpPr txBox="1"/>
              <p:nvPr/>
            </p:nvSpPr>
            <p:spPr>
              <a:xfrm>
                <a:off x="6443797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Text 14">
                <a:extLst>
                  <a:ext uri="{FF2B5EF4-FFF2-40B4-BE49-F238E27FC236}">
                    <ns2:creationId id="{D3F87A05-5122-8E78-C171-73C044EEDF34}"/>
                  </a:ext>
                </a:extLst>
              </p:cNvPr>
              <p:cNvSpPr txBox="1"/>
              <p:nvPr/>
            </p:nvSpPr>
            <p:spPr>
              <a:xfrm>
                <a:off x="5140605" y="195080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Text 16">
                <a:extLst>
                  <a:ext uri="{FF2B5EF4-FFF2-40B4-BE49-F238E27FC236}">
                    <ns2:creationId id="{2397BC37-AC9D-951F-7CA6-6BE909A78453}"/>
                  </a:ext>
                </a:extLst>
              </p:cNvPr>
              <p:cNvSpPr txBox="1"/>
              <p:nvPr/>
            </p:nvSpPr>
            <p:spPr>
              <a:xfrm>
                <a:off x="5491244" y="195080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55555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Text 18">
                <a:extLst>
                  <a:ext uri="{FF2B5EF4-FFF2-40B4-BE49-F238E27FC236}">
                    <ns2:creationId id="{0FBE9DC4-60B1-23C3-87F2-4E1F6E75DBA1}"/>
                  </a:ext>
                </a:extLst>
              </p:cNvPr>
              <p:cNvSpPr txBox="1"/>
              <p:nvPr/>
            </p:nvSpPr>
            <p:spPr>
              <a:xfrm>
                <a:off x="5841883" y="1950807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ext 43">
                <a:extLst>
                  <a:ext uri="{FF2B5EF4-FFF2-40B4-BE49-F238E27FC236}">
                    <ns2:creationId id="{6D469C53-C2A5-0520-4607-5B2B54A29BBF}"/>
                  </a:ext>
                </a:extLst>
              </p:cNvPr>
              <p:cNvSpPr txBox="1"/>
              <p:nvPr/>
            </p:nvSpPr>
            <p:spPr>
              <a:xfrm>
                <a:off x="6192522" y="195080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ja-JP" alt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Text 45">
                <a:extLst>
                  <a:ext uri="{FF2B5EF4-FFF2-40B4-BE49-F238E27FC236}">
                    <ns2:creationId id="{2CB3F2F6-DA03-C28E-9477-879F5C689A1D}"/>
                  </a:ext>
                </a:extLst>
              </p:cNvPr>
              <p:cNvSpPr txBox="1"/>
              <p:nvPr/>
            </p:nvSpPr>
            <p:spPr>
              <a:xfrm>
                <a:off x="6543160" y="1950807"/>
                <a:ext cx="324000" cy="260188"/>
              </a:xfrm>
              <a:prstGeom prst="rect">
                <a:avLst/>
              </a:prstGeom>
              <a:solidFill>
                <a:srgbClr val="E5F3E8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7" name="Text 28">
                <a:extLst>
                  <a:ext uri="{FF2B5EF4-FFF2-40B4-BE49-F238E27FC236}">
                    <ns2:creationId id="{5CE721CD-0943-40F7-DF52-72F980692D20}"/>
                  </a:ext>
                </a:extLst>
              </p:cNvPr>
              <p:cNvSpPr txBox="1"/>
              <p:nvPr/>
            </p:nvSpPr>
            <p:spPr>
              <a:xfrm>
                <a:off x="4195657" y="2287476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Text 31">
                <a:extLst>
                  <a:ext uri="{FF2B5EF4-FFF2-40B4-BE49-F238E27FC236}">
                    <ns2:creationId id="{0330E820-421C-30B0-A97C-F6414BEBE5DF}"/>
                  </a:ext>
                </a:extLst>
              </p:cNvPr>
              <p:cNvSpPr txBox="1"/>
              <p:nvPr/>
            </p:nvSpPr>
            <p:spPr>
              <a:xfrm>
                <a:off x="4195657" y="279569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、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Text 34">
                <a:extLst>
                  <a:ext uri="{FF2B5EF4-FFF2-40B4-BE49-F238E27FC236}">
                    <ns2:creationId id="{0D9567A9-6E01-4C82-9FC1-CB6C8413AFE7}"/>
                  </a:ext>
                </a:extLst>
              </p:cNvPr>
              <p:cNvSpPr txBox="1"/>
              <p:nvPr/>
            </p:nvSpPr>
            <p:spPr>
              <a:xfrm>
                <a:off x="4195657" y="330391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70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Text 37">
                <a:extLst>
                  <a:ext uri="{FF2B5EF4-FFF2-40B4-BE49-F238E27FC236}">
                    <ns2:creationId id="{54AD8B83-2D62-CE1E-171E-7F14DBD0C3A2}"/>
                  </a:ext>
                </a:extLst>
              </p:cNvPr>
              <p:cNvSpPr txBox="1"/>
              <p:nvPr/>
            </p:nvSpPr>
            <p:spPr>
              <a:xfrm>
                <a:off x="4195657" y="381273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72000" tIns="0" rIns="0" bIns="0" rtlCol="0" anchor="ctr"/>
              <a:lstStyle/>
              <a:p>
                <a:pPr>
                  <a:lnSpc>
                    <a:spcPts val="900"/>
                  </a:lnSpc>
                </a:pP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・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Shape 59">
                <a:extLst>
                  <a:ext uri="{FF2B5EF4-FFF2-40B4-BE49-F238E27FC236}">
                    <ns2:creationId id="{3AE31CD3-016F-D1F9-E696-373FC9964D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61557" y="24134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Shape 59">
                <a:extLst>
                  <a:ext uri="{FF2B5EF4-FFF2-40B4-BE49-F238E27FC236}">
                    <ns2:creationId id="{032E28F1-7D17-F8E4-6771-B6E09E82EBA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211958" y="24134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4" name="Shape 59">
                <a:extLst>
                  <a:ext uri="{FF2B5EF4-FFF2-40B4-BE49-F238E27FC236}">
                    <ns2:creationId id="{D6146549-8943-E9A4-7078-BAC508BD84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36244" y="34235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5" name="Shape 59">
                <a:extLst>
                  <a:ext uri="{FF2B5EF4-FFF2-40B4-BE49-F238E27FC236}">
                    <ns2:creationId id="{8BDB0C3E-ABFA-8C26-6E1B-0EFE8D85F4A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36244" y="393873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Shape 59">
                <a:extLst>
                  <a:ext uri="{FF2B5EF4-FFF2-40B4-BE49-F238E27FC236}">
                    <ns2:creationId id="{D8448450-B1FA-8FBF-F7E3-3C2D2F3261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578856" y="292189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7" name="Shape 59">
                <a:extLst>
                  <a:ext uri="{FF2B5EF4-FFF2-40B4-BE49-F238E27FC236}">
                    <ns2:creationId id="{54FBBBB6-BF4F-521F-E32A-2F6B733F925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61557" y="292189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8" name="Shape 59">
                <a:extLst>
                  <a:ext uri="{FF2B5EF4-FFF2-40B4-BE49-F238E27FC236}">
                    <ns2:creationId id="{207E83E6-9A09-73AE-D8C3-18FE483317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61557" y="3423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Shape 59">
                <a:extLst>
                  <a:ext uri="{FF2B5EF4-FFF2-40B4-BE49-F238E27FC236}">
                    <ns2:creationId id="{0A29C0CA-7C31-2469-4FF6-1AB9849B35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39063" y="393873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0" name="Shape 59">
                <a:extLst>
                  <a:ext uri="{FF2B5EF4-FFF2-40B4-BE49-F238E27FC236}">
                    <ns2:creationId id="{D50D58BC-CD96-6EB0-608D-A4B5287318A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1553" y="444714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1" name="Shape 59">
                <a:extLst>
                  <a:ext uri="{FF2B5EF4-FFF2-40B4-BE49-F238E27FC236}">
                    <ns2:creationId id="{FF65365A-9C1E-3EEB-1727-0CC970E06D9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39063" y="54639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Shape 59">
                <a:extLst>
                  <a:ext uri="{FF2B5EF4-FFF2-40B4-BE49-F238E27FC236}">
                    <ns2:creationId id="{1E71D84E-6A4D-615F-F5A1-C7C52408BA3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81553" y="494938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24" name="コネクタ: カギ線 523">
                <a:extLst>
                  <a:ext uri="{FF2B5EF4-FFF2-40B4-BE49-F238E27FC236}">
                    <ns2:creationId id="{D0950784-390D-473A-0CFF-8332941276E2}"/>
                  </a:ext>
                </a:extLst>
              </p:cNvPr>
              <p:cNvCxnSpPr>
                <a:cxnSpLocks/>
                <a:stCxn id="513" idx="4"/>
                <a:endCxn id="516" idx="0"/>
              </p:cNvCxnSpPr>
              <p:nvPr/>
            </p:nvCxnSpPr>
            <p:spPr>
              <a:xfrm rot="16200000" flipH="1">
                <a:off x="5357198" y="2592236"/>
                <a:ext cx="292418" cy="36689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8" name="直線矢印コネクタ 527">
                <a:extLst>
                  <a:ext uri="{FF2B5EF4-FFF2-40B4-BE49-F238E27FC236}">
                    <ns2:creationId id="{4315181A-1119-14A2-E7EF-CCC36E5143E0}"/>
                  </a:ext>
                </a:extLst>
              </p:cNvPr>
              <p:cNvCxnSpPr>
                <a:cxnSpLocks/>
                <a:stCxn id="511" idx="4"/>
                <a:endCxn id="517" idx="0"/>
              </p:cNvCxnSpPr>
              <p:nvPr/>
            </p:nvCxnSpPr>
            <p:spPr>
              <a:xfrm>
                <a:off x="6369557" y="2629476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0" name="直線矢印コネクタ 529">
                <a:extLst>
                  <a:ext uri="{FF2B5EF4-FFF2-40B4-BE49-F238E27FC236}">
                    <ns2:creationId id="{BD035B04-6EB8-3452-BD9F-BC0AC9D50491}"/>
                  </a:ext>
                </a:extLst>
              </p:cNvPr>
              <p:cNvCxnSpPr>
                <a:cxnSpLocks/>
                <a:stCxn id="514" idx="4"/>
                <a:endCxn id="515" idx="0"/>
              </p:cNvCxnSpPr>
              <p:nvPr/>
            </p:nvCxnSpPr>
            <p:spPr>
              <a:xfrm>
                <a:off x="5944244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2" name="直線矢印コネクタ 531">
                <a:extLst>
                  <a:ext uri="{FF2B5EF4-FFF2-40B4-BE49-F238E27FC236}">
                    <ns2:creationId id="{6F6F6AE3-155D-619E-2256-157B0AF0451A}"/>
                  </a:ext>
                </a:extLst>
              </p:cNvPr>
              <p:cNvCxnSpPr>
                <a:cxnSpLocks/>
                <a:stCxn id="520" idx="4"/>
                <a:endCxn id="522" idx="0"/>
              </p:cNvCxnSpPr>
              <p:nvPr/>
            </p:nvCxnSpPr>
            <p:spPr>
              <a:xfrm>
                <a:off x="6689553" y="4663148"/>
                <a:ext cx="0" cy="286232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コネクタ: カギ線 532">
                <a:extLst>
                  <a:ext uri="{FF2B5EF4-FFF2-40B4-BE49-F238E27FC236}">
                    <ns2:creationId id="{F29C7900-ADE8-8BF0-B8EA-0435B19EAF6C}"/>
                  </a:ext>
                </a:extLst>
              </p:cNvPr>
              <p:cNvCxnSpPr>
                <a:cxnSpLocks/>
                <a:stCxn id="522" idx="4"/>
                <a:endCxn id="521" idx="0"/>
              </p:cNvCxnSpPr>
              <p:nvPr/>
            </p:nvCxnSpPr>
            <p:spPr>
              <a:xfrm rot="5400000">
                <a:off x="6219006" y="4993437"/>
                <a:ext cx="298604" cy="64249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コネクタ: カギ線 545">
                <a:extLst>
                  <a:ext uri="{FF2B5EF4-FFF2-40B4-BE49-F238E27FC236}">
                    <ns2:creationId id="{F19DDF2C-9958-C9A8-DA65-7AD64384E562}"/>
                  </a:ext>
                </a:extLst>
              </p:cNvPr>
              <p:cNvCxnSpPr>
                <a:cxnSpLocks/>
                <a:stCxn id="516" idx="4"/>
                <a:endCxn id="514" idx="2"/>
              </p:cNvCxnSpPr>
              <p:nvPr/>
            </p:nvCxnSpPr>
            <p:spPr>
              <a:xfrm rot="16200000" flipH="1">
                <a:off x="5564705" y="3260045"/>
                <a:ext cx="393691" cy="149388"/>
              </a:xfrm>
              <a:prstGeom prst="bentConnector2">
                <a:avLst/>
              </a:prstGeom>
              <a:ln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線矢印コネクタ 546">
                <a:extLst>
                  <a:ext uri="{FF2B5EF4-FFF2-40B4-BE49-F238E27FC236}">
                    <ns2:creationId id="{15617B69-77F3-00A0-5E21-3AAB88987308}"/>
                  </a:ext>
                </a:extLst>
              </p:cNvPr>
              <p:cNvCxnSpPr>
                <a:cxnSpLocks/>
                <a:stCxn id="517" idx="4"/>
                <a:endCxn id="518" idx="0"/>
              </p:cNvCxnSpPr>
              <p:nvPr/>
            </p:nvCxnSpPr>
            <p:spPr>
              <a:xfrm>
                <a:off x="6369557" y="3137894"/>
                <a:ext cx="0" cy="285691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コネクタ: カギ線 548">
                <a:extLst>
                  <a:ext uri="{FF2B5EF4-FFF2-40B4-BE49-F238E27FC236}">
                    <ns2:creationId id="{DE8C04C7-3242-0944-B0D5-8C6A7715A4FB}"/>
                  </a:ext>
                </a:extLst>
              </p:cNvPr>
              <p:cNvCxnSpPr>
                <a:cxnSpLocks/>
                <a:stCxn id="518" idx="4"/>
                <a:endCxn id="519" idx="0"/>
              </p:cNvCxnSpPr>
              <p:nvPr/>
            </p:nvCxnSpPr>
            <p:spPr>
              <a:xfrm rot="5400000">
                <a:off x="6058738" y="3627910"/>
                <a:ext cx="299145" cy="322494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コネクタ: カギ線 549">
                <a:extLst>
                  <a:ext uri="{FF2B5EF4-FFF2-40B4-BE49-F238E27FC236}">
                    <ns2:creationId id="{30ADF9CA-D943-76AE-EC20-F21C307A7F4B}"/>
                  </a:ext>
                </a:extLst>
              </p:cNvPr>
              <p:cNvCxnSpPr>
                <a:cxnSpLocks/>
                <a:stCxn id="519" idx="4"/>
                <a:endCxn id="520" idx="0"/>
              </p:cNvCxnSpPr>
              <p:nvPr/>
            </p:nvCxnSpPr>
            <p:spPr>
              <a:xfrm rot="16200000" flipH="1">
                <a:off x="6222099" y="3979694"/>
                <a:ext cx="292418" cy="64249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直線矢印コネクタ 550">
                <a:extLst>
                  <a:ext uri="{FF2B5EF4-FFF2-40B4-BE49-F238E27FC236}">
                    <ns2:creationId id="{EF36DAE6-6854-9F55-BD66-146DB4A6E8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943637" y="4139357"/>
                <a:ext cx="1215" cy="4680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2" name="十字形 551">
                <a:extLst>
                  <a:ext uri="{FF2B5EF4-FFF2-40B4-BE49-F238E27FC236}">
                    <ns2:creationId id="{1DF40DD8-4448-AAF7-7B5A-D55751A4CD8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5856543" y="4292333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Text 71">
                <a:extLst>
                  <a:ext uri="{FF2B5EF4-FFF2-40B4-BE49-F238E27FC236}">
                    <ns2:creationId id="{BF6E68B0-A9DB-FE4B-3EC3-27F4CF54A9D7}"/>
                  </a:ext>
                </a:extLst>
              </p:cNvPr>
              <p:cNvSpPr txBox="1"/>
              <p:nvPr/>
            </p:nvSpPr>
            <p:spPr>
              <a:xfrm>
                <a:off x="6783196" y="2371600"/>
                <a:ext cx="109721" cy="1908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8" name="グループ化 27">
                <a:extLst>
                  <a:ext uri="{FF2B5EF4-FFF2-40B4-BE49-F238E27FC236}">
                    <ns2:creationId id="{EE37ABE4-7C6F-FE5B-2507-66C8961CD69A}"/>
                  </a:ext>
                </a:extLst>
              </p:cNvPr>
              <p:cNvGrpSpPr/>
              <p:nvPr/>
            </p:nvGrpSpPr>
            <p:grpSpPr>
              <a:xfrm>
                <a:off x="6931657" y="3303199"/>
                <a:ext cx="1008000" cy="469423"/>
                <a:chOff x="6931657" y="3303601"/>
                <a:chExt cx="1008000" cy="469423"/>
              </a:xfrm>
            </p:grpSpPr>
            <p:sp>
              <p:nvSpPr>
                <p:cNvPr id="498" name="Text 67">
                  <a:extLst>
                    <a:ext uri="{FF2B5EF4-FFF2-40B4-BE49-F238E27FC236}">
                      <ns2:creationId id="{AAC99BCD-8493-B602-B752-39EACCF22518}"/>
                    </a:ext>
                  </a:extLst>
                </p:cNvPr>
                <p:cNvSpPr txBox="1"/>
                <p:nvPr/>
              </p:nvSpPr>
              <p:spPr>
                <a:xfrm>
                  <a:off x="6931657" y="3303601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108000" tIns="7200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6" name="二等辺三角形 635">
                  <a:extLst>
                    <a:ext uri="{FF2B5EF4-FFF2-40B4-BE49-F238E27FC236}">
                      <ns2:creationId id="{AB72042F-F189-F3A6-57E9-91F35D6A56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3429691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7" name="グループ化 26">
                <a:extLst>
                  <a:ext uri="{FF2B5EF4-FFF2-40B4-BE49-F238E27FC236}">
                    <ns2:creationId id="{BC0B46D0-302A-8338-698F-F907DF3FF0A9}"/>
                  </a:ext>
                </a:extLst>
              </p:cNvPr>
              <p:cNvGrpSpPr/>
              <p:nvPr/>
            </p:nvGrpSpPr>
            <p:grpSpPr>
              <a:xfrm>
                <a:off x="6931657" y="3812019"/>
                <a:ext cx="1008000" cy="469423"/>
                <a:chOff x="6931657" y="3812019"/>
                <a:chExt cx="1008000" cy="469423"/>
              </a:xfrm>
            </p:grpSpPr>
            <p:sp>
              <p:nvSpPr>
                <p:cNvPr id="500" name="Text 74">
                  <a:extLst>
                    <a:ext uri="{FF2B5EF4-FFF2-40B4-BE49-F238E27FC236}">
                      <ns2:creationId id="{D9E77060-1BC8-7B27-A919-9056AF783A33}"/>
                    </a:ext>
                  </a:extLst>
                </p:cNvPr>
                <p:cNvSpPr txBox="1"/>
                <p:nvPr/>
              </p:nvSpPr>
              <p:spPr>
                <a:xfrm>
                  <a:off x="6931657" y="3812019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108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7" name="二等辺三角形 636">
                  <a:extLst>
                    <a:ext uri="{FF2B5EF4-FFF2-40B4-BE49-F238E27FC236}">
                      <ns2:creationId id="{E3556020-4008-F38F-2592-447920A268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3938109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4" name="グループ化 23">
                <a:extLst>
                  <a:ext uri="{FF2B5EF4-FFF2-40B4-BE49-F238E27FC236}">
                    <ns2:creationId id="{B100FD5F-408A-A8D2-595A-1E532B17EF38}"/>
                  </a:ext>
                </a:extLst>
              </p:cNvPr>
              <p:cNvGrpSpPr/>
              <p:nvPr/>
            </p:nvGrpSpPr>
            <p:grpSpPr>
              <a:xfrm>
                <a:off x="6931657" y="4319633"/>
                <a:ext cx="1008000" cy="469423"/>
                <a:chOff x="6931657" y="4320437"/>
                <a:chExt cx="1008000" cy="469423"/>
              </a:xfrm>
            </p:grpSpPr>
            <p:sp>
              <p:nvSpPr>
                <p:cNvPr id="503" name="Text 81">
                  <a:extLst>
                    <a:ext uri="{FF2B5EF4-FFF2-40B4-BE49-F238E27FC236}">
                      <ns2:creationId id="{F730645D-41E8-3F8E-1ABF-7CD65FF27272}"/>
                    </a:ext>
                  </a:extLst>
                </p:cNvPr>
                <p:cNvSpPr txBox="1"/>
                <p:nvPr/>
              </p:nvSpPr>
              <p:spPr>
                <a:xfrm>
                  <a:off x="6931657" y="4320437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(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38" name="二等辺三角形 637">
                  <a:extLst>
                    <a:ext uri="{FF2B5EF4-FFF2-40B4-BE49-F238E27FC236}">
                      <ns2:creationId id="{1F3BBE6F-CE8F-656E-EB6A-97C58DFE107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4446527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0" name="グループ化 29">
                <a:extLst>
                  <a:ext uri="{FF2B5EF4-FFF2-40B4-BE49-F238E27FC236}">
                    <ns2:creationId id="{CC010D3E-2CF0-A1C5-F8D7-393F9A7F1EE9}"/>
                  </a:ext>
                </a:extLst>
              </p:cNvPr>
              <p:cNvGrpSpPr/>
              <p:nvPr/>
            </p:nvGrpSpPr>
            <p:grpSpPr>
              <a:xfrm>
                <a:off x="6931657" y="2286765"/>
                <a:ext cx="1008000" cy="469423"/>
                <a:chOff x="6931657" y="2286765"/>
                <a:chExt cx="1008000" cy="469423"/>
              </a:xfrm>
            </p:grpSpPr>
            <p:sp>
              <p:nvSpPr>
                <p:cNvPr id="63" name="Text 61">
                  <a:extLst>
                    <a:ext uri="{FF2B5EF4-FFF2-40B4-BE49-F238E27FC236}">
                      <ns2:creationId id="{4E44307E-2EDD-E180-52F1-CEC969A9FD55}"/>
                    </a:ext>
                  </a:extLst>
                </p:cNvPr>
                <p:cNvSpPr txBox="1"/>
                <p:nvPr/>
              </p:nvSpPr>
              <p:spPr>
                <a:xfrm>
                  <a:off x="6931657" y="2286765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36000" tIns="0" rIns="0" bIns="0" rtlCol="0" anchor="ctr"/>
                <a:lstStyle/>
                <a:p>
                  <a:pPr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12" name="グループ化 11">
                  <a:extLst>
                    <a:ext uri="{FF2B5EF4-FFF2-40B4-BE49-F238E27FC236}">
                      <ns2:creationId id="{4190578D-04D3-EC8C-8341-034E3083EA3F}"/>
                    </a:ext>
                  </a:extLst>
                </p:cNvPr>
                <p:cNvGrpSpPr/>
                <p:nvPr/>
              </p:nvGrpSpPr>
              <p:grpSpPr>
                <a:xfrm>
                  <a:off x="7309657" y="2395476"/>
                  <a:ext cx="252000" cy="252000"/>
                  <a:chOff x="7298193" y="2367231"/>
                  <a:chExt cx="252000" cy="252000"/>
                </a:xfrm>
              </p:grpSpPr>
              <p:sp>
                <p:nvSpPr>
                  <p:cNvPr id="642" name="楕円 641">
                    <a:extLst>
                      <a:ext uri="{FF2B5EF4-FFF2-40B4-BE49-F238E27FC236}">
                        <ns2:creationId id="{2B8800CA-58E6-0437-5765-4FC0387079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298193" y="2367231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43" name="楕円 642">
                    <a:extLst>
                      <a:ext uri="{FF2B5EF4-FFF2-40B4-BE49-F238E27FC236}">
                        <ns2:creationId id="{6E509F80-992B-4CBC-5BFB-CBD5D561DF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352193" y="2421231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29" name="グループ化 28">
                <a:extLst>
                  <a:ext uri="{FF2B5EF4-FFF2-40B4-BE49-F238E27FC236}">
                    <ns2:creationId id="{70CBACB7-7232-ABCE-C1E0-E0339AC6B4C1}"/>
                  </a:ext>
                </a:extLst>
              </p:cNvPr>
              <p:cNvGrpSpPr/>
              <p:nvPr/>
            </p:nvGrpSpPr>
            <p:grpSpPr>
              <a:xfrm>
                <a:off x="6931657" y="2794982"/>
                <a:ext cx="1008000" cy="469423"/>
                <a:chOff x="6931657" y="2795183"/>
                <a:chExt cx="1008000" cy="469423"/>
              </a:xfrm>
            </p:grpSpPr>
            <p:sp>
              <p:nvSpPr>
                <p:cNvPr id="496" name="Text 64">
                  <a:extLst>
                    <a:ext uri="{FF2B5EF4-FFF2-40B4-BE49-F238E27FC236}">
                      <ns2:creationId id="{869E5E97-EF86-CBE2-ACD5-0AAE3C729B01}"/>
                    </a:ext>
                  </a:extLst>
                </p:cNvPr>
                <p:cNvSpPr txBox="1"/>
                <p:nvPr/>
              </p:nvSpPr>
              <p:spPr>
                <a:xfrm>
                  <a:off x="6931657" y="279518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13" name="グループ化 12">
                  <a:extLst>
                    <a:ext uri="{FF2B5EF4-FFF2-40B4-BE49-F238E27FC236}">
                      <ns2:creationId id="{E8D5FC21-C71A-2234-62F7-0848C99BF1F2}"/>
                    </a:ext>
                  </a:extLst>
                </p:cNvPr>
                <p:cNvGrpSpPr/>
                <p:nvPr/>
              </p:nvGrpSpPr>
              <p:grpSpPr>
                <a:xfrm>
                  <a:off x="7309657" y="2903894"/>
                  <a:ext cx="252000" cy="252000"/>
                  <a:chOff x="7309657" y="2939499"/>
                  <a:chExt cx="252000" cy="252000"/>
                </a:xfrm>
              </p:grpSpPr>
              <p:sp>
                <p:nvSpPr>
                  <p:cNvPr id="645" name="楕円 644">
                    <a:extLst>
                      <a:ext uri="{FF2B5EF4-FFF2-40B4-BE49-F238E27FC236}">
                        <ns2:creationId id="{76A0DD31-463F-AEE3-AD0B-32E907657DD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309657" y="2939499"/>
                    <a:ext cx="252000" cy="25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008D2E">
                        <a:alpha val="20000"/>
                      </a:srgbClr>
                    </a:solidFill>
                    <a:prstDash val="solid"/>
                    <a:miter lim="800000"/>
                    <a:headEnd type="none" w="med" len="med"/>
                    <a:tailEnd type="non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>
                      <a:lnSpc>
                        <a:spcPts val="800"/>
                      </a:lnSpc>
                      <a:buClr>
                        <a:schemeClr val="accent1"/>
                      </a:buClr>
                    </a:pPr>
                    <a:endParaRPr kumimoji="1" lang="ja-JP" altLang="en-US" sz="6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646" name="楕円 645">
                    <a:extLst>
                      <a:ext uri="{FF2B5EF4-FFF2-40B4-BE49-F238E27FC236}">
                        <ns2:creationId id="{895F8867-5E17-83A4-5699-D96E532205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363657" y="2993499"/>
                    <a:ext cx="144000" cy="144000"/>
                  </a:xfrm>
                  <a:prstGeom prst="ellipse">
                    <a:avLst/>
                  </a:prstGeom>
                  <a:noFill/>
                  <a:ln w="28575">
                    <a:solidFill>
                      <a:srgbClr val="008D2E">
                        <a:alpha val="20000"/>
                      </a:srgb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</p:grpSp>
          <p:grpSp>
            <p:nvGrpSpPr>
              <p:cNvPr id="25" name="グループ化 24">
                <a:extLst>
                  <a:ext uri="{FF2B5EF4-FFF2-40B4-BE49-F238E27FC236}">
                    <ns2:creationId id="{33ADC888-28DE-324E-F34A-640B4F153B87}"/>
                  </a:ext>
                </a:extLst>
              </p:cNvPr>
              <p:cNvGrpSpPr/>
              <p:nvPr/>
            </p:nvGrpSpPr>
            <p:grpSpPr>
              <a:xfrm>
                <a:off x="6931657" y="4827720"/>
                <a:ext cx="1008000" cy="469423"/>
                <a:chOff x="6931657" y="4828594"/>
                <a:chExt cx="1008000" cy="469423"/>
              </a:xfrm>
            </p:grpSpPr>
            <p:sp>
              <p:nvSpPr>
                <p:cNvPr id="505" name="Text 86">
                  <a:extLst>
                    <a:ext uri="{FF2B5EF4-FFF2-40B4-BE49-F238E27FC236}">
                      <ns2:creationId id="{EAF65E12-6E53-FB02-5A86-B3614093B164}"/>
                    </a:ext>
                  </a:extLst>
                </p:cNvPr>
                <p:cNvSpPr txBox="1"/>
                <p:nvPr/>
              </p:nvSpPr>
              <p:spPr>
                <a:xfrm>
                  <a:off x="6931657" y="482859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48" name="十字形 647">
                  <a:extLst>
                    <a:ext uri="{FF2B5EF4-FFF2-40B4-BE49-F238E27FC236}">
                      <ns2:creationId id="{4141872A-928C-2AD6-7EFD-2089DB4AF79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7273657" y="4901305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6" name="グループ化 25">
                <a:extLst>
                  <a:ext uri="{FF2B5EF4-FFF2-40B4-BE49-F238E27FC236}">
                    <ns2:creationId id="{53081AB7-CD5E-9608-02C0-8516DD591507}"/>
                  </a:ext>
                </a:extLst>
              </p:cNvPr>
              <p:cNvGrpSpPr/>
              <p:nvPr/>
            </p:nvGrpSpPr>
            <p:grpSpPr>
              <a:xfrm>
                <a:off x="6931657" y="5336067"/>
                <a:ext cx="1008000" cy="469423"/>
                <a:chOff x="6931657" y="5337273"/>
                <a:chExt cx="1008000" cy="469423"/>
              </a:xfrm>
            </p:grpSpPr>
            <p:sp>
              <p:nvSpPr>
                <p:cNvPr id="506" name="Text 91">
                  <a:extLst>
                    <a:ext uri="{FF2B5EF4-FFF2-40B4-BE49-F238E27FC236}">
                      <ns2:creationId id="{D922CEAD-2D17-3949-5703-809726C3E33C}"/>
                    </a:ext>
                  </a:extLst>
                </p:cNvPr>
                <p:cNvSpPr txBox="1"/>
                <p:nvPr/>
              </p:nvSpPr>
              <p:spPr>
                <a:xfrm>
                  <a:off x="6931657" y="533727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36000" rIns="0" bIns="0" rtlCol="0" anchor="ctr"/>
                <a:lstStyle/>
                <a:p>
                  <a:pPr algn="ctr">
                    <a:lnSpc>
                      <a:spcPts val="900"/>
                    </a:lnSpc>
                  </a:pPr>
                  <a:r>
                    <a:rPr lang="en-US" altLang="ja-JP" sz="700" dirty="0" err="1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 algn="ctr">
                    <a:lnSpc>
                      <a:spcPts val="900"/>
                    </a:lnSpc>
                    <a:buNone/>
                  </a:pPr>
                  <a:endParaRPr lang="en-US" sz="7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50" name="二等辺三角形 649">
                  <a:extLst>
                    <a:ext uri="{FF2B5EF4-FFF2-40B4-BE49-F238E27FC236}">
                      <ns2:creationId id="{F68CC66F-F3FA-B205-1467-791C24AC586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309657" y="546336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55" name="グループ化 54">
              <a:extLst>
                <a:ext uri="{FF2B5EF4-FFF2-40B4-BE49-F238E27FC236}">
                  <ns2:creationId id="{87126643-81F1-5953-FDD9-3C9FD6A21713}"/>
                </a:ext>
              </a:extLst>
            </p:cNvPr>
            <p:cNvGrpSpPr/>
            <p:nvPr/>
          </p:nvGrpSpPr>
          <p:grpSpPr>
            <a:xfrm>
              <a:off x="8110963" y="1029496"/>
              <a:ext cx="3748913" cy="3758848"/>
              <a:chOff x="8110963" y="1029496"/>
              <a:chExt cx="3748913" cy="3758848"/>
            </a:xfrm>
          </p:grpSpPr>
          <p:sp>
            <p:nvSpPr>
              <p:cNvPr id="227" name="Text 191">
                <a:extLst>
                  <a:ext uri="{FF2B5EF4-FFF2-40B4-BE49-F238E27FC236}">
                    <ns2:creationId id="{3746A089-2835-15FE-D571-23244E52E48D}"/>
                  </a:ext>
                </a:extLst>
              </p:cNvPr>
              <p:cNvSpPr txBox="1"/>
              <p:nvPr/>
            </p:nvSpPr>
            <p:spPr>
              <a:xfrm>
                <a:off x="8110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7" name="Text 6">
                <a:extLst>
                  <a:ext uri="{FF2B5EF4-FFF2-40B4-BE49-F238E27FC236}">
                    <ns2:creationId id="{D803A464-6441-51C0-BE35-7282FA05B254}"/>
                  </a:ext>
                </a:extLst>
              </p:cNvPr>
              <p:cNvSpPr txBox="1"/>
              <p:nvPr/>
            </p:nvSpPr>
            <p:spPr>
              <a:xfrm>
                <a:off x="8155383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8" name="Text 7">
                <a:extLst>
                  <a:ext uri="{FF2B5EF4-FFF2-40B4-BE49-F238E27FC236}">
                    <ns2:creationId id="{ACA60FD8-D2D0-9871-159F-61C88F791033}"/>
                  </a:ext>
                </a:extLst>
              </p:cNvPr>
              <p:cNvSpPr txBox="1"/>
              <p:nvPr/>
            </p:nvSpPr>
            <p:spPr>
              <a:xfrm>
                <a:off x="10005876" y="129520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Text 10">
                <a:extLst>
                  <a:ext uri="{FF2B5EF4-FFF2-40B4-BE49-F238E27FC236}">
                    <ns2:creationId id="{A40F9588-05EC-9C11-AD3E-690DF04767E4}"/>
                  </a:ext>
                </a:extLst>
              </p:cNvPr>
              <p:cNvSpPr txBox="1"/>
              <p:nvPr/>
            </p:nvSpPr>
            <p:spPr>
              <a:xfrm>
                <a:off x="8155383" y="146865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60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0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。</a:t>
                </a:r>
                <a:br>
                  <a:rPr lang="en-US" altLang="ja-JP" sz="60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60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60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60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6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61" name="直線コネクタ 260">
                <a:extLst>
                  <a:ext uri="{FF2B5EF4-FFF2-40B4-BE49-F238E27FC236}">
                    <ns2:creationId id="{6DBF16FA-21BB-6071-0984-826A486DB3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ns2:creationId id="{EBC57736-B2A3-435F-CE51-CE18F0A28F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05876" y="142477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4" name="Text 12">
                <a:extLst>
                  <a:ext uri="{FF2B5EF4-FFF2-40B4-BE49-F238E27FC236}">
                    <ns2:creationId id="{EE9BCCF7-A952-E5E1-770B-1BA759E11C13}"/>
                  </a:ext>
                </a:extLst>
              </p:cNvPr>
              <p:cNvSpPr txBox="1"/>
              <p:nvPr/>
            </p:nvSpPr>
            <p:spPr>
              <a:xfrm>
                <a:off x="10022145" y="144429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5" name="Text 12">
                <a:extLst>
                  <a:ext uri="{FF2B5EF4-FFF2-40B4-BE49-F238E27FC236}">
                    <ns2:creationId id="{38ED78D4-EEE7-3A3A-A247-4BAE9029726E}"/>
                  </a:ext>
                </a:extLst>
              </p:cNvPr>
              <p:cNvSpPr txBox="1"/>
              <p:nvPr/>
            </p:nvSpPr>
            <p:spPr>
              <a:xfrm>
                <a:off x="10022144" y="164140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6" name="Text 12">
                <a:extLst>
                  <a:ext uri="{FF2B5EF4-FFF2-40B4-BE49-F238E27FC236}">
                    <ns2:creationId id="{FDF22447-E01D-1EA2-A27C-3E910EAEEEDC}"/>
                  </a:ext>
                </a:extLst>
              </p:cNvPr>
              <p:cNvSpPr txBox="1"/>
              <p:nvPr/>
            </p:nvSpPr>
            <p:spPr>
              <a:xfrm>
                <a:off x="10317563" y="1428548"/>
                <a:ext cx="1512000" cy="18752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5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65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65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7" name="Text 12">
                <a:extLst>
                  <a:ext uri="{FF2B5EF4-FFF2-40B4-BE49-F238E27FC236}">
                    <ns2:creationId id="{D9DBCA88-7DAC-6234-FB52-F0AA064BC64B}"/>
                  </a:ext>
                </a:extLst>
              </p:cNvPr>
              <p:cNvSpPr txBox="1"/>
              <p:nvPr/>
            </p:nvSpPr>
            <p:spPr>
              <a:xfrm>
                <a:off x="10318655" y="163582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6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6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2" name="Text 26">
                <a:extLst>
                  <a:ext uri="{FF2B5EF4-FFF2-40B4-BE49-F238E27FC236}">
                    <ns2:creationId id="{EEBBA127-BEEF-FA46-4561-1D1881DF4FAC}"/>
                  </a:ext>
                </a:extLst>
              </p:cNvPr>
              <p:cNvSpPr txBox="1"/>
              <p:nvPr/>
            </p:nvSpPr>
            <p:spPr>
              <a:xfrm>
                <a:off x="8110963" y="2287476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Excel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43" name="Text 29">
                <a:extLst>
                  <a:ext uri="{FF2B5EF4-FFF2-40B4-BE49-F238E27FC236}">
                    <ns2:creationId id="{B5094E33-9880-7626-CC5C-FE669E876846}"/>
                  </a:ext>
                </a:extLst>
              </p:cNvPr>
              <p:cNvSpPr txBox="1"/>
              <p:nvPr/>
            </p:nvSpPr>
            <p:spPr>
              <a:xfrm>
                <a:off x="8110963" y="2795693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44" name="Text 32">
                <a:extLst>
                  <a:ext uri="{FF2B5EF4-FFF2-40B4-BE49-F238E27FC236}">
                    <ns2:creationId id="{7C77AC33-2641-88DD-2E6A-D0A470AD7BAB}"/>
                  </a:ext>
                </a:extLst>
              </p:cNvPr>
              <p:cNvSpPr txBox="1"/>
              <p:nvPr/>
            </p:nvSpPr>
            <p:spPr>
              <a:xfrm>
                <a:off x="8110963" y="3303910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45" name="Text 35">
                <a:extLst>
                  <a:ext uri="{FF2B5EF4-FFF2-40B4-BE49-F238E27FC236}">
                    <ns2:creationId id="{751C1A8F-1848-00AC-2F65-1901DF17B178}"/>
                  </a:ext>
                </a:extLst>
              </p:cNvPr>
              <p:cNvSpPr txBox="1"/>
              <p:nvPr/>
            </p:nvSpPr>
            <p:spPr>
              <a:xfrm>
                <a:off x="8110963" y="3812730"/>
                <a:ext cx="1008000" cy="468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489" name="Text 16">
                <a:extLst>
                  <a:ext uri="{FF2B5EF4-FFF2-40B4-BE49-F238E27FC236}">
                    <ns2:creationId id="{A64EA46D-47DA-09A5-0EF3-23358BBC7BC4}"/>
                  </a:ext>
                </a:extLst>
              </p:cNvPr>
              <p:cNvSpPr txBox="1"/>
              <p:nvPr/>
            </p:nvSpPr>
            <p:spPr>
              <a:xfrm>
                <a:off x="9335787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0" name="Text 18">
                <a:extLst>
                  <a:ext uri="{FF2B5EF4-FFF2-40B4-BE49-F238E27FC236}">
                    <ns2:creationId id="{E6EF0890-D5DF-2EFB-4BF0-51AEC51880BD}"/>
                  </a:ext>
                </a:extLst>
              </p:cNvPr>
              <p:cNvSpPr txBox="1"/>
              <p:nvPr/>
            </p:nvSpPr>
            <p:spPr>
              <a:xfrm>
                <a:off x="9772136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1" name="Text 43">
                <a:extLst>
                  <a:ext uri="{FF2B5EF4-FFF2-40B4-BE49-F238E27FC236}">
                    <ns2:creationId id="{35C3659E-8505-1E55-9143-8F55A082C897}"/>
                  </a:ext>
                </a:extLst>
              </p:cNvPr>
              <p:cNvSpPr txBox="1"/>
              <p:nvPr/>
            </p:nvSpPr>
            <p:spPr>
              <a:xfrm>
                <a:off x="10208484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7" name="Text 71">
                <a:extLst>
                  <a:ext uri="{FF2B5EF4-FFF2-40B4-BE49-F238E27FC236}">
                    <ns2:creationId id="{CEB4634D-3C62-CE09-AFAE-1B687455C3FB}"/>
                  </a:ext>
                </a:extLst>
              </p:cNvPr>
              <p:cNvSpPr txBox="1"/>
              <p:nvPr/>
            </p:nvSpPr>
            <p:spPr>
              <a:xfrm>
                <a:off x="10707864" y="2317119"/>
                <a:ext cx="109721" cy="9360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8" name="Shape 59">
                <a:extLst>
                  <a:ext uri="{FF2B5EF4-FFF2-40B4-BE49-F238E27FC236}">
                    <ns2:creationId id="{017B342A-A507-75F1-6736-410E311C7A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24134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9" name="Shape 59">
                <a:extLst>
                  <a:ext uri="{FF2B5EF4-FFF2-40B4-BE49-F238E27FC236}">
                    <ns2:creationId id="{4F751364-1FB4-DCF8-6B4E-D9738A4270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292189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0" name="Shape 59">
                <a:extLst>
                  <a:ext uri="{FF2B5EF4-FFF2-40B4-BE49-F238E27FC236}">
                    <ns2:creationId id="{EBF3D004-1F37-040C-CE77-238E8E294DE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34235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1" name="Shape 59">
                <a:extLst>
                  <a:ext uri="{FF2B5EF4-FFF2-40B4-BE49-F238E27FC236}">
                    <ns2:creationId id="{C83D8937-4328-AC3F-5159-C51B0BF3D66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393873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2" name="Shape 59">
                <a:extLst>
                  <a:ext uri="{FF2B5EF4-FFF2-40B4-BE49-F238E27FC236}">
                    <ns2:creationId id="{720FBC52-EDD2-94E8-4541-190B7BAFB13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24134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3" name="Shape 59">
                <a:extLst>
                  <a:ext uri="{FF2B5EF4-FFF2-40B4-BE49-F238E27FC236}">
                    <ns2:creationId id="{760D5954-F9F5-975F-EC4E-9AA69D4E195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84014" y="292189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4" name="Shape 59">
                <a:extLst>
                  <a:ext uri="{FF2B5EF4-FFF2-40B4-BE49-F238E27FC236}">
                    <ns2:creationId id="{77C571CD-56FC-724D-9538-B60A7F6671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3423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5" name="Shape 59">
                <a:extLst>
                  <a:ext uri="{FF2B5EF4-FFF2-40B4-BE49-F238E27FC236}">
                    <ns2:creationId id="{35B4E662-FCE8-CF06-B3D5-0D45985A1F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833129" y="393873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6" name="Shape 59">
                <a:extLst>
                  <a:ext uri="{FF2B5EF4-FFF2-40B4-BE49-F238E27FC236}">
                    <ns2:creationId id="{EB875D65-9314-8884-A64D-A1E90948D79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277888" y="444714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66" name="コネクタ: カギ線 465">
                <a:extLst>
                  <a:ext uri="{FF2B5EF4-FFF2-40B4-BE49-F238E27FC236}">
                    <ns2:creationId id="{79F053FF-0CE4-02E8-34C5-1C96CCE5B450}"/>
                  </a:ext>
                </a:extLst>
              </p:cNvPr>
              <p:cNvCxnSpPr>
                <a:cxnSpLocks/>
                <a:stCxn id="454" idx="4"/>
                <a:endCxn id="455" idx="0"/>
              </p:cNvCxnSpPr>
              <p:nvPr/>
            </p:nvCxnSpPr>
            <p:spPr>
              <a:xfrm>
                <a:off x="9941129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コネクタ: カギ線 466">
                <a:extLst>
                  <a:ext uri="{FF2B5EF4-FFF2-40B4-BE49-F238E27FC236}">
                    <ns2:creationId id="{FEDE6D92-9359-6091-9E66-E65FBC89415D}"/>
                  </a:ext>
                </a:extLst>
              </p:cNvPr>
              <p:cNvCxnSpPr>
                <a:cxnSpLocks/>
                <a:stCxn id="450" idx="4"/>
                <a:endCxn id="451" idx="0"/>
              </p:cNvCxnSpPr>
              <p:nvPr/>
            </p:nvCxnSpPr>
            <p:spPr>
              <a:xfrm>
                <a:off x="9492014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コネクタ: カギ線 467">
                <a:extLst>
                  <a:ext uri="{FF2B5EF4-FFF2-40B4-BE49-F238E27FC236}">
                    <ns2:creationId id="{2A53A59C-0CF8-1627-DF46-D1A406D90C17}"/>
                  </a:ext>
                </a:extLst>
              </p:cNvPr>
              <p:cNvCxnSpPr>
                <a:cxnSpLocks/>
                <a:stCxn id="455" idx="4"/>
                <a:endCxn id="456" idx="0"/>
              </p:cNvCxnSpPr>
              <p:nvPr/>
            </p:nvCxnSpPr>
            <p:spPr>
              <a:xfrm rot="16200000" flipH="1">
                <a:off x="10017299" y="4078559"/>
                <a:ext cx="292418" cy="444759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直線矢印コネクタ 555">
                <a:extLst>
                  <a:ext uri="{FF2B5EF4-FFF2-40B4-BE49-F238E27FC236}">
                    <ns2:creationId id="{9B57158B-FF9F-8E22-3847-B06A6FB21D3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91407" y="4150146"/>
                <a:ext cx="1215" cy="4680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7" name="十字形 556">
                <a:extLst>
                  <a:ext uri="{FF2B5EF4-FFF2-40B4-BE49-F238E27FC236}">
                    <ns2:creationId id="{40A15E91-9530-1B20-1E52-C17526658B2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9384014" y="4303122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58" name="コネクタ: カギ線 557">
                <a:extLst>
                  <a:ext uri="{FF2B5EF4-FFF2-40B4-BE49-F238E27FC236}">
                    <ns2:creationId id="{6C570268-9FF8-545F-30DD-269F0622548B}"/>
                  </a:ext>
                </a:extLst>
              </p:cNvPr>
              <p:cNvCxnSpPr>
                <a:cxnSpLocks/>
                <a:stCxn id="448" idx="4"/>
                <a:endCxn id="449" idx="0"/>
              </p:cNvCxnSpPr>
              <p:nvPr/>
            </p:nvCxnSpPr>
            <p:spPr>
              <a:xfrm rot="16200000" flipH="1">
                <a:off x="9570362" y="2551127"/>
                <a:ext cx="292418" cy="44911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コネクタ: カギ線 560">
                <a:extLst>
                  <a:ext uri="{FF2B5EF4-FFF2-40B4-BE49-F238E27FC236}">
                    <ns2:creationId id="{16EA693D-D148-5B03-82EE-450D435AF2C2}"/>
                  </a:ext>
                </a:extLst>
              </p:cNvPr>
              <p:cNvCxnSpPr>
                <a:cxnSpLocks/>
                <a:stCxn id="452" idx="4"/>
                <a:endCxn id="453" idx="0"/>
              </p:cNvCxnSpPr>
              <p:nvPr/>
            </p:nvCxnSpPr>
            <p:spPr>
              <a:xfrm rot="5400000">
                <a:off x="9570363" y="2551128"/>
                <a:ext cx="292418" cy="4491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6" name="コネクタ: カギ線 565">
                <a:extLst>
                  <a:ext uri="{FF2B5EF4-FFF2-40B4-BE49-F238E27FC236}">
                    <ns2:creationId id="{EC5DAB06-0047-CE95-8CE1-463BEF953940}"/>
                  </a:ext>
                </a:extLst>
              </p:cNvPr>
              <p:cNvCxnSpPr>
                <a:cxnSpLocks/>
                <a:stCxn id="453" idx="4"/>
                <a:endCxn id="454" idx="0"/>
              </p:cNvCxnSpPr>
              <p:nvPr/>
            </p:nvCxnSpPr>
            <p:spPr>
              <a:xfrm rot="16200000" flipH="1">
                <a:off x="9573726" y="3056181"/>
                <a:ext cx="285691" cy="449115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7" name="コネクタ: カギ線 566">
                <a:extLst>
                  <a:ext uri="{FF2B5EF4-FFF2-40B4-BE49-F238E27FC236}">
                    <ns2:creationId id="{6A4D4EE2-B033-E271-5740-5CEF8F63722E}"/>
                  </a:ext>
                </a:extLst>
              </p:cNvPr>
              <p:cNvCxnSpPr>
                <a:cxnSpLocks/>
                <a:stCxn id="449" idx="4"/>
                <a:endCxn id="450" idx="0"/>
              </p:cNvCxnSpPr>
              <p:nvPr/>
            </p:nvCxnSpPr>
            <p:spPr>
              <a:xfrm rot="5400000">
                <a:off x="9573727" y="3056182"/>
                <a:ext cx="285691" cy="4491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7" name="Text 26">
                <a:extLst>
                  <a:ext uri="{FF2B5EF4-FFF2-40B4-BE49-F238E27FC236}">
                    <ns2:creationId id="{19E85010-E091-44BF-2A93-1C46B4D7CF66}"/>
                  </a:ext>
                </a:extLst>
              </p:cNvPr>
              <p:cNvSpPr txBox="1"/>
              <p:nvPr/>
            </p:nvSpPr>
            <p:spPr>
              <a:xfrm>
                <a:off x="10846963" y="2287476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56" name="二等辺三角形 655">
                <a:extLst>
                  <a:ext uri="{FF2B5EF4-FFF2-40B4-BE49-F238E27FC236}">
                    <ns2:creationId id="{3A18764A-0267-8D68-73A7-DACC6A1170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2412855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41" name="Text 28">
                <a:extLst>
                  <a:ext uri="{FF2B5EF4-FFF2-40B4-BE49-F238E27FC236}">
                    <ns2:creationId id="{347BDEC1-0896-6D34-1D8D-923D5C97B0C6}"/>
                  </a:ext>
                </a:extLst>
              </p:cNvPr>
              <p:cNvSpPr txBox="1"/>
              <p:nvPr/>
            </p:nvSpPr>
            <p:spPr>
              <a:xfrm>
                <a:off x="10846963" y="279569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108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57" name="二等辺三角形 656">
                <a:extLst>
                  <a:ext uri="{FF2B5EF4-FFF2-40B4-BE49-F238E27FC236}">
                    <ns2:creationId id="{D1EF33BC-528C-B3EB-CAC6-607051A3DF1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2921273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1" name="グループ化 20">
                <a:extLst>
                  <a:ext uri="{FF2B5EF4-FFF2-40B4-BE49-F238E27FC236}">
                    <ns2:creationId id="{82BE3CC5-B644-2AFB-7224-728EB41FF8DE}"/>
                  </a:ext>
                </a:extLst>
              </p:cNvPr>
              <p:cNvGrpSpPr/>
              <p:nvPr/>
            </p:nvGrpSpPr>
            <p:grpSpPr>
              <a:xfrm>
                <a:off x="10846963" y="3303910"/>
                <a:ext cx="1008000" cy="468000"/>
                <a:chOff x="10846963" y="3304312"/>
                <a:chExt cx="1008000" cy="468000"/>
              </a:xfrm>
            </p:grpSpPr>
            <p:sp>
              <p:nvSpPr>
                <p:cNvPr id="438" name="Text 29">
                  <a:extLst>
                    <a:ext uri="{FF2B5EF4-FFF2-40B4-BE49-F238E27FC236}">
                      <ns2:creationId id="{579088D7-755D-4241-3B64-410CD667E0D7}"/>
                    </a:ext>
                  </a:extLst>
                </p:cNvPr>
                <p:cNvSpPr txBox="1"/>
                <p:nvPr/>
              </p:nvSpPr>
              <p:spPr>
                <a:xfrm>
                  <a:off x="10846963" y="3304312"/>
                  <a:ext cx="1008000" cy="46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3</a:t>
                  </a: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54" name="二等辺三角形 653">
                  <a:extLst>
                    <a:ext uri="{FF2B5EF4-FFF2-40B4-BE49-F238E27FC236}">
                      <ns2:creationId id="{AB11A2CE-EE8D-5805-C67B-3BCAD94082C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24963" y="3422594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9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2" name="グループ化 21">
                <a:extLst>
                  <a:ext uri="{FF2B5EF4-FFF2-40B4-BE49-F238E27FC236}">
                    <ns2:creationId id="{45918903-A308-E300-B48C-F2717738F7D9}"/>
                  </a:ext>
                </a:extLst>
              </p:cNvPr>
              <p:cNvGrpSpPr/>
              <p:nvPr/>
            </p:nvGrpSpPr>
            <p:grpSpPr>
              <a:xfrm>
                <a:off x="10846963" y="3812730"/>
                <a:ext cx="1008000" cy="468000"/>
                <a:chOff x="10846963" y="3812730"/>
                <a:chExt cx="1008000" cy="468000"/>
              </a:xfrm>
            </p:grpSpPr>
            <p:sp>
              <p:nvSpPr>
                <p:cNvPr id="439" name="Text 32">
                  <a:extLst>
                    <a:ext uri="{FF2B5EF4-FFF2-40B4-BE49-F238E27FC236}">
                      <ns2:creationId id="{D770BC89-BD53-7D4B-2DB7-620040624038}"/>
                    </a:ext>
                  </a:extLst>
                </p:cNvPr>
                <p:cNvSpPr txBox="1"/>
                <p:nvPr/>
              </p:nvSpPr>
              <p:spPr>
                <a:xfrm>
                  <a:off x="10846963" y="3812730"/>
                  <a:ext cx="1008000" cy="46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108000" tIns="36000" rIns="36000" bIns="3600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55" name="二等辺三角形 654">
                  <a:extLst>
                    <a:ext uri="{FF2B5EF4-FFF2-40B4-BE49-F238E27FC236}">
                      <ns2:creationId id="{8BF57121-3539-26FC-811E-00160D65A74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24963" y="3938109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9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3" name="グループ化 22">
                <a:extLst>
                  <a:ext uri="{FF2B5EF4-FFF2-40B4-BE49-F238E27FC236}">
                    <ns2:creationId id="{14992068-798D-FE7D-0C44-5EB946F5EB56}"/>
                  </a:ext>
                </a:extLst>
              </p:cNvPr>
              <p:cNvGrpSpPr/>
              <p:nvPr/>
            </p:nvGrpSpPr>
            <p:grpSpPr>
              <a:xfrm>
                <a:off x="10846963" y="4320344"/>
                <a:ext cx="1008000" cy="468000"/>
                <a:chOff x="10846963" y="4321148"/>
                <a:chExt cx="1008000" cy="468000"/>
              </a:xfrm>
            </p:grpSpPr>
            <p:sp>
              <p:nvSpPr>
                <p:cNvPr id="440" name="Text 35">
                  <a:extLst>
                    <a:ext uri="{FF2B5EF4-FFF2-40B4-BE49-F238E27FC236}">
                      <ns2:creationId id="{D7FAC90E-8C72-E316-5605-5205C9316200}"/>
                    </a:ext>
                  </a:extLst>
                </p:cNvPr>
                <p:cNvSpPr txBox="1"/>
                <p:nvPr/>
              </p:nvSpPr>
              <p:spPr>
                <a:xfrm>
                  <a:off x="10846963" y="4321148"/>
                  <a:ext cx="1008000" cy="468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59" name="二等辺三角形 658">
                  <a:extLst>
                    <a:ext uri="{FF2B5EF4-FFF2-40B4-BE49-F238E27FC236}">
                      <ns2:creationId id="{BCD98A07-A5F0-9373-516D-42D15FC5125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224963" y="4446527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52" name="グループ化 51">
              <a:extLst>
                <a:ext uri="{FF2B5EF4-FFF2-40B4-BE49-F238E27FC236}">
                  <ns2:creationId id="{2722783B-2060-CDF7-2BDE-913651966F42}"/>
                </a:ext>
              </a:extLst>
            </p:cNvPr>
            <p:cNvGrpSpPr/>
            <p:nvPr/>
          </p:nvGrpSpPr>
          <p:grpSpPr>
            <a:xfrm>
              <a:off x="334963" y="2775584"/>
              <a:ext cx="11520000" cy="3048598"/>
              <a:chOff x="334963" y="2775584"/>
              <a:chExt cx="11520000" cy="3048598"/>
            </a:xfrm>
          </p:grpSpPr>
          <p:grpSp>
            <p:nvGrpSpPr>
              <p:cNvPr id="41" name="グループ化 40">
                <a:extLst>
                  <a:ext uri="{FF2B5EF4-FFF2-40B4-BE49-F238E27FC236}">
                    <ns2:creationId id="{0DF3C4D9-F3E6-B5F6-A9DA-AE3FAAF2D0AE}"/>
                  </a:ext>
                </a:extLst>
              </p:cNvPr>
              <p:cNvGrpSpPr/>
              <p:nvPr/>
            </p:nvGrpSpPr>
            <p:grpSpPr>
              <a:xfrm>
                <a:off x="334963" y="3283802"/>
                <a:ext cx="11520000" cy="0"/>
                <a:chOff x="334963" y="3280453"/>
                <a:chExt cx="11520000" cy="0"/>
              </a:xfrm>
            </p:grpSpPr>
            <p:grpSp>
              <p:nvGrpSpPr>
                <p:cNvPr id="603" name="グループ化 602">
                  <a:extLst>
                    <a:ext uri="{FF2B5EF4-FFF2-40B4-BE49-F238E27FC236}">
                      <ns2:creationId id="{13B0DBEF-A286-45AE-1A5B-880497043DF8}"/>
                    </a:ext>
                  </a:extLst>
                </p:cNvPr>
                <p:cNvGrpSpPr/>
                <p:nvPr/>
              </p:nvGrpSpPr>
              <p:grpSpPr>
                <a:xfrm>
                  <a:off x="4222963" y="3280453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16" name="直線コネクタ 615">
                    <a:extLst>
                      <a:ext uri="{FF2B5EF4-FFF2-40B4-BE49-F238E27FC236}">
                        <ns2:creationId id="{95792EB4-CE3B-A532-0D03-01BE04C247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7" name="直線コネクタ 616">
                    <a:extLst>
                      <a:ext uri="{FF2B5EF4-FFF2-40B4-BE49-F238E27FC236}">
                        <ns2:creationId id="{2EEF8FE1-F7DD-32C6-7F10-7B56258D98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8" name="直線コネクタ 617">
                    <a:extLst>
                      <a:ext uri="{FF2B5EF4-FFF2-40B4-BE49-F238E27FC236}">
                        <ns2:creationId id="{DF76B4D7-3598-55FF-CF3E-32D3F6AD5A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2" name="グループ化 571">
                  <a:extLst>
                    <a:ext uri="{FF2B5EF4-FFF2-40B4-BE49-F238E27FC236}">
                      <ns2:creationId id="{3942E8AF-7CDD-224F-144F-C625E3622EEF}"/>
                    </a:ext>
                  </a:extLst>
                </p:cNvPr>
                <p:cNvGrpSpPr/>
                <p:nvPr/>
              </p:nvGrpSpPr>
              <p:grpSpPr>
                <a:xfrm>
                  <a:off x="8110963" y="3280453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73" name="直線コネクタ 572">
                    <a:extLst>
                      <a:ext uri="{FF2B5EF4-FFF2-40B4-BE49-F238E27FC236}">
                        <ns2:creationId id="{B1306966-16E1-FC1C-1B68-818B8D4BF6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4" name="直線コネクタ 573">
                    <a:extLst>
                      <a:ext uri="{FF2B5EF4-FFF2-40B4-BE49-F238E27FC236}">
                        <ns2:creationId id="{29DEFB9F-114F-975D-7012-F1F814631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5" name="直線コネクタ 574">
                    <a:extLst>
                      <a:ext uri="{FF2B5EF4-FFF2-40B4-BE49-F238E27FC236}">
                        <ns2:creationId id="{3735A07D-D568-2E67-B29B-CBF685EABF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6" name="グループ化 585">
                  <a:extLst>
                    <a:ext uri="{FF2B5EF4-FFF2-40B4-BE49-F238E27FC236}">
                      <ns2:creationId id="{DDC62FBE-FFD6-D7C6-0633-D3BEEF5A0AD6}"/>
                    </a:ext>
                  </a:extLst>
                </p:cNvPr>
                <p:cNvGrpSpPr/>
                <p:nvPr/>
              </p:nvGrpSpPr>
              <p:grpSpPr>
                <a:xfrm>
                  <a:off x="334963" y="3280453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9" name="直線コネクタ 598">
                    <a:extLst>
                      <a:ext uri="{FF2B5EF4-FFF2-40B4-BE49-F238E27FC236}">
                        <ns2:creationId id="{3E45D522-ABDA-66B5-B985-756DBC9C12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" name="直線コネクタ 599">
                    <a:extLst>
                      <a:ext uri="{FF2B5EF4-FFF2-40B4-BE49-F238E27FC236}">
                        <ns2:creationId id="{AA84188E-D5C1-8CE8-16AE-9E1D35BBA2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直線コネクタ 600">
                    <a:extLst>
                      <a:ext uri="{FF2B5EF4-FFF2-40B4-BE49-F238E27FC236}">
                        <ns2:creationId id="{1886E684-C937-15D3-DB63-04776909DB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" name="グループ化 39">
                <a:extLst>
                  <a:ext uri="{FF2B5EF4-FFF2-40B4-BE49-F238E27FC236}">
                    <ns2:creationId id="{26F5CF69-D09D-ADBE-0816-F70009A01076}"/>
                  </a:ext>
                </a:extLst>
              </p:cNvPr>
              <p:cNvGrpSpPr/>
              <p:nvPr/>
            </p:nvGrpSpPr>
            <p:grpSpPr>
              <a:xfrm>
                <a:off x="334963" y="2775584"/>
                <a:ext cx="11520000" cy="0"/>
                <a:chOff x="334963" y="2775685"/>
                <a:chExt cx="11520000" cy="0"/>
              </a:xfrm>
            </p:grpSpPr>
            <p:grpSp>
              <p:nvGrpSpPr>
                <p:cNvPr id="604" name="グループ化 603">
                  <a:extLst>
                    <a:ext uri="{FF2B5EF4-FFF2-40B4-BE49-F238E27FC236}">
                      <ns2:creationId id="{93A1162F-68C6-187D-C560-E16A6D3A1239}"/>
                    </a:ext>
                  </a:extLst>
                </p:cNvPr>
                <p:cNvGrpSpPr/>
                <p:nvPr/>
              </p:nvGrpSpPr>
              <p:grpSpPr>
                <a:xfrm>
                  <a:off x="4222963" y="2775685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15" name="直線コネクタ 614">
                    <a:extLst>
                      <a:ext uri="{FF2B5EF4-FFF2-40B4-BE49-F238E27FC236}">
                        <ns2:creationId id="{B9A689F8-0B9B-F0FF-4027-967960E255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3" name="直線コネクタ 612">
                    <a:extLst>
                      <a:ext uri="{FF2B5EF4-FFF2-40B4-BE49-F238E27FC236}">
                        <ns2:creationId id="{9E5D5618-BA4C-0481-FF49-1DF9C4FDB0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4" name="直線コネクタ 613">
                    <a:extLst>
                      <a:ext uri="{FF2B5EF4-FFF2-40B4-BE49-F238E27FC236}">
                        <ns2:creationId id="{70593720-C008-70DA-FB8D-4675C5FFCC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6" name="グループ化 575">
                  <a:extLst>
                    <a:ext uri="{FF2B5EF4-FFF2-40B4-BE49-F238E27FC236}">
                      <ns2:creationId id="{BFB58247-5916-E24D-98EB-C77B72914658}"/>
                    </a:ext>
                  </a:extLst>
                </p:cNvPr>
                <p:cNvGrpSpPr/>
                <p:nvPr/>
              </p:nvGrpSpPr>
              <p:grpSpPr>
                <a:xfrm>
                  <a:off x="8110963" y="2775685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77" name="直線コネクタ 576">
                    <a:extLst>
                      <a:ext uri="{FF2B5EF4-FFF2-40B4-BE49-F238E27FC236}">
                        <ns2:creationId id="{AC58DD23-EDA0-9758-F307-540DF7AFC4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8" name="直線コネクタ 577">
                    <a:extLst>
                      <a:ext uri="{FF2B5EF4-FFF2-40B4-BE49-F238E27FC236}">
                        <ns2:creationId id="{6B3D629A-311A-4162-248B-DF6F093F60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直線コネクタ 578">
                    <a:extLst>
                      <a:ext uri="{FF2B5EF4-FFF2-40B4-BE49-F238E27FC236}">
                        <ns2:creationId id="{2FA1F88B-D555-56D5-D9EC-05F211A8AD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7" name="グループ化 586">
                  <a:extLst>
                    <a:ext uri="{FF2B5EF4-FFF2-40B4-BE49-F238E27FC236}">
                      <ns2:creationId id="{CF086EE7-AEB4-0BAD-2318-611179443309}"/>
                    </a:ext>
                  </a:extLst>
                </p:cNvPr>
                <p:cNvGrpSpPr/>
                <p:nvPr/>
              </p:nvGrpSpPr>
              <p:grpSpPr>
                <a:xfrm>
                  <a:off x="334963" y="2775685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6" name="直線コネクタ 595">
                    <a:extLst>
                      <a:ext uri="{FF2B5EF4-FFF2-40B4-BE49-F238E27FC236}">
                        <ns2:creationId id="{5C551720-39C2-F1C7-EE60-55F4CA76D1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7" name="直線コネクタ 596">
                    <a:extLst>
                      <a:ext uri="{FF2B5EF4-FFF2-40B4-BE49-F238E27FC236}">
                        <ns2:creationId id="{C486B741-9ABB-AF57-E8EE-C08E8D1AF6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8" name="直線コネクタ 597">
                    <a:extLst>
                      <a:ext uri="{FF2B5EF4-FFF2-40B4-BE49-F238E27FC236}">
                        <ns2:creationId id="{DA0D74BB-4EE3-F9B0-9DF1-B6C958F3DF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" name="グループ化 19">
                <a:extLst>
                  <a:ext uri="{FF2B5EF4-FFF2-40B4-BE49-F238E27FC236}">
                    <ns2:creationId id="{8FC922F5-1449-93DE-9877-1F644BA6149A}"/>
                  </a:ext>
                </a:extLst>
              </p:cNvPr>
              <p:cNvGrpSpPr/>
              <p:nvPr/>
            </p:nvGrpSpPr>
            <p:grpSpPr>
              <a:xfrm>
                <a:off x="334963" y="3792320"/>
                <a:ext cx="11520000" cy="0"/>
                <a:chOff x="334963" y="3792520"/>
                <a:chExt cx="11520000" cy="0"/>
              </a:xfrm>
            </p:grpSpPr>
            <p:grpSp>
              <p:nvGrpSpPr>
                <p:cNvPr id="605" name="グループ化 604">
                  <a:extLst>
                    <a:ext uri="{FF2B5EF4-FFF2-40B4-BE49-F238E27FC236}">
                      <ns2:creationId id="{7477DFA2-B5A0-E9FC-1F56-8C1CF48EA910}"/>
                    </a:ext>
                  </a:extLst>
                </p:cNvPr>
                <p:cNvGrpSpPr/>
                <p:nvPr/>
              </p:nvGrpSpPr>
              <p:grpSpPr>
                <a:xfrm>
                  <a:off x="4222963" y="3792520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10" name="直線コネクタ 609">
                    <a:extLst>
                      <a:ext uri="{FF2B5EF4-FFF2-40B4-BE49-F238E27FC236}">
                        <ns2:creationId id="{A38F565D-4056-0943-3A31-2D089C5394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1" name="直線コネクタ 610">
                    <a:extLst>
                      <a:ext uri="{FF2B5EF4-FFF2-40B4-BE49-F238E27FC236}">
                        <ns2:creationId id="{D17F8859-4744-B8D7-1DF6-EFAB4AA343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2" name="直線コネクタ 611">
                    <a:extLst>
                      <a:ext uri="{FF2B5EF4-FFF2-40B4-BE49-F238E27FC236}">
                        <ns2:creationId id="{3DBBFC99-21C0-A21A-5B7B-788ACFDD50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1" name="グループ化 470">
                  <a:extLst>
                    <a:ext uri="{FF2B5EF4-FFF2-40B4-BE49-F238E27FC236}">
                      <ns2:creationId id="{B6F5CAE4-C3A0-8F7A-FAFD-F7048CA38E24}"/>
                    </a:ext>
                  </a:extLst>
                </p:cNvPr>
                <p:cNvGrpSpPr/>
                <p:nvPr/>
              </p:nvGrpSpPr>
              <p:grpSpPr>
                <a:xfrm>
                  <a:off x="8110963" y="3792520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485" name="直線コネクタ 484">
                    <a:extLst>
                      <a:ext uri="{FF2B5EF4-FFF2-40B4-BE49-F238E27FC236}">
                        <ns2:creationId id="{97849F47-CEC1-D763-E7C5-5AB723E3C1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直線コネクタ 485">
                    <a:extLst>
                      <a:ext uri="{FF2B5EF4-FFF2-40B4-BE49-F238E27FC236}">
                        <ns2:creationId id="{7B0EE49D-BD4F-A48D-72BE-492C3EFDE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7" name="直線コネクタ 486">
                    <a:extLst>
                      <a:ext uri="{FF2B5EF4-FFF2-40B4-BE49-F238E27FC236}">
                        <ns2:creationId id="{7252CB46-2CAD-F8F1-93C5-B0C9DC5872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8" name="グループ化 587">
                  <a:extLst>
                    <a:ext uri="{FF2B5EF4-FFF2-40B4-BE49-F238E27FC236}">
                      <ns2:creationId id="{56333C06-2BDA-5B5C-1A9E-B7FBA0C50BB6}"/>
                    </a:ext>
                  </a:extLst>
                </p:cNvPr>
                <p:cNvGrpSpPr/>
                <p:nvPr/>
              </p:nvGrpSpPr>
              <p:grpSpPr>
                <a:xfrm>
                  <a:off x="334963" y="3792520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3" name="直線コネクタ 592">
                    <a:extLst>
                      <a:ext uri="{FF2B5EF4-FFF2-40B4-BE49-F238E27FC236}">
                        <ns2:creationId id="{234E458D-8475-9008-4A66-4A45BBDDBD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4" name="直線コネクタ 593">
                    <a:extLst>
                      <a:ext uri="{FF2B5EF4-FFF2-40B4-BE49-F238E27FC236}">
                        <ns2:creationId id="{FCF526C0-EB8D-D602-A5E7-3BB3CCDC34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直線コネクタ 594">
                    <a:extLst>
                      <a:ext uri="{FF2B5EF4-FFF2-40B4-BE49-F238E27FC236}">
                        <ns2:creationId id="{8C5B722E-2D9E-839A-7E0F-9A4734ECF2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9" name="グループ化 18">
                <a:extLst>
                  <a:ext uri="{FF2B5EF4-FFF2-40B4-BE49-F238E27FC236}">
                    <ns2:creationId id="{4BB5078E-C149-200D-17FF-F6E58F9FADC7}"/>
                  </a:ext>
                </a:extLst>
              </p:cNvPr>
              <p:cNvGrpSpPr/>
              <p:nvPr/>
            </p:nvGrpSpPr>
            <p:grpSpPr>
              <a:xfrm>
                <a:off x="334963" y="4290076"/>
                <a:ext cx="11520000" cy="20210"/>
                <a:chOff x="334963" y="4290834"/>
                <a:chExt cx="11520000" cy="20210"/>
              </a:xfrm>
            </p:grpSpPr>
            <p:grpSp>
              <p:nvGrpSpPr>
                <p:cNvPr id="606" name="グループ化 605">
                  <a:extLst>
                    <a:ext uri="{FF2B5EF4-FFF2-40B4-BE49-F238E27FC236}">
                      <ns2:creationId id="{04D22EBC-D2F5-C61C-1A23-0B3B5C2A2DEF}"/>
                    </a:ext>
                  </a:extLst>
                </p:cNvPr>
                <p:cNvGrpSpPr/>
                <p:nvPr/>
              </p:nvGrpSpPr>
              <p:grpSpPr>
                <a:xfrm>
                  <a:off x="4222963" y="430093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607" name="直線コネクタ 606">
                    <a:extLst>
                      <a:ext uri="{FF2B5EF4-FFF2-40B4-BE49-F238E27FC236}">
                        <ns2:creationId id="{F2781066-ED02-2A51-3CEB-32496DC6B7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8" name="直線コネクタ 607">
                    <a:extLst>
                      <a:ext uri="{FF2B5EF4-FFF2-40B4-BE49-F238E27FC236}">
                        <ns2:creationId id="{80EE39F1-8FEB-F584-CD27-74DE31DC95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9" name="直線コネクタ 608">
                    <a:extLst>
                      <a:ext uri="{FF2B5EF4-FFF2-40B4-BE49-F238E27FC236}">
                        <ns2:creationId id="{91E2F115-8F92-A927-520A-C10EB3F6E6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" name="グループ化 17">
                  <a:extLst>
                    <a:ext uri="{FF2B5EF4-FFF2-40B4-BE49-F238E27FC236}">
                      <ns2:creationId id="{55105708-8BCF-8FD3-5341-8535F250D25A}"/>
                    </a:ext>
                  </a:extLst>
                </p:cNvPr>
                <p:cNvGrpSpPr/>
                <p:nvPr/>
              </p:nvGrpSpPr>
              <p:grpSpPr>
                <a:xfrm>
                  <a:off x="8110963" y="4290834"/>
                  <a:ext cx="3744000" cy="0"/>
                  <a:chOff x="8110963" y="4293652"/>
                  <a:chExt cx="3744000" cy="0"/>
                </a:xfrm>
              </p:grpSpPr>
              <p:cxnSp>
                <p:nvCxnSpPr>
                  <p:cNvPr id="581" name="直線コネクタ 580">
                    <a:extLst>
                      <a:ext uri="{FF2B5EF4-FFF2-40B4-BE49-F238E27FC236}">
                        <ns2:creationId id="{432826F5-FC40-A79C-CA84-E6B4BEE5BF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10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2" name="直線コネクタ 581">
                    <a:extLst>
                      <a:ext uri="{FF2B5EF4-FFF2-40B4-BE49-F238E27FC236}">
                        <ns2:creationId id="{3C978B66-E544-A2CB-A05B-2CA163BC08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3" name="直線コネクタ 582">
                    <a:extLst>
                      <a:ext uri="{FF2B5EF4-FFF2-40B4-BE49-F238E27FC236}">
                        <ns2:creationId id="{9F18CAB3-C7EE-0C96-11AB-3708298FEB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9" name="グループ化 588">
                  <a:extLst>
                    <a:ext uri="{FF2B5EF4-FFF2-40B4-BE49-F238E27FC236}">
                      <ns2:creationId id="{4A0097BA-D30C-DA8F-39F6-C1020073B5FE}"/>
                    </a:ext>
                  </a:extLst>
                </p:cNvPr>
                <p:cNvGrpSpPr/>
                <p:nvPr/>
              </p:nvGrpSpPr>
              <p:grpSpPr>
                <a:xfrm>
                  <a:off x="334963" y="431104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590" name="直線コネクタ 589">
                    <a:extLst>
                      <a:ext uri="{FF2B5EF4-FFF2-40B4-BE49-F238E27FC236}">
                        <ns2:creationId id="{41B4611B-CCC5-A1BA-8BD3-2616190ABC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直線コネクタ 590">
                    <a:extLst>
                      <a:ext uri="{FF2B5EF4-FFF2-40B4-BE49-F238E27FC236}">
                        <ns2:creationId id="{EA81499E-3CC7-FF33-1926-3844430D18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2" name="直線コネクタ 591">
                    <a:extLst>
                      <a:ext uri="{FF2B5EF4-FFF2-40B4-BE49-F238E27FC236}">
                        <ns2:creationId id="{FDD2AC0A-4EE9-2165-9BF8-DF1336CD5A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0" name="グループ化 49">
                <a:extLst>
                  <a:ext uri="{FF2B5EF4-FFF2-40B4-BE49-F238E27FC236}">
                    <ns2:creationId id="{BE41C316-6C36-EF78-CAE5-67AE28B4665E}"/>
                  </a:ext>
                </a:extLst>
              </p:cNvPr>
              <p:cNvGrpSpPr/>
              <p:nvPr/>
            </p:nvGrpSpPr>
            <p:grpSpPr>
              <a:xfrm>
                <a:off x="1387963" y="4808388"/>
                <a:ext cx="6579000" cy="0"/>
                <a:chOff x="1387963" y="4798840"/>
                <a:chExt cx="6579000" cy="0"/>
              </a:xfrm>
            </p:grpSpPr>
            <p:grpSp>
              <p:nvGrpSpPr>
                <p:cNvPr id="620" name="グループ化 619">
                  <a:extLst>
                    <a:ext uri="{FF2B5EF4-FFF2-40B4-BE49-F238E27FC236}">
                      <ns2:creationId id="{43C8BDE0-A2AC-4DD5-7D39-526A37FD0C29}"/>
                    </a:ext>
                  </a:extLst>
                </p:cNvPr>
                <p:cNvGrpSpPr/>
                <p:nvPr/>
              </p:nvGrpSpPr>
              <p:grpSpPr>
                <a:xfrm>
                  <a:off x="5275963" y="4798840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21" name="直線コネクタ 620">
                    <a:extLst>
                      <a:ext uri="{FF2B5EF4-FFF2-40B4-BE49-F238E27FC236}">
                        <ns2:creationId id="{B53D8875-2FA4-2672-B19C-9E624B6903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2" name="直線コネクタ 621">
                    <a:extLst>
                      <a:ext uri="{FF2B5EF4-FFF2-40B4-BE49-F238E27FC236}">
                        <ns2:creationId id="{C82FA5CF-72F3-16B2-4EB2-A423E1E394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6" name="グループ化 625">
                  <a:extLst>
                    <a:ext uri="{FF2B5EF4-FFF2-40B4-BE49-F238E27FC236}">
                      <ns2:creationId id="{5FD8529A-9471-4719-C9D9-410949C9B82C}"/>
                    </a:ext>
                  </a:extLst>
                </p:cNvPr>
                <p:cNvGrpSpPr/>
                <p:nvPr/>
              </p:nvGrpSpPr>
              <p:grpSpPr>
                <a:xfrm>
                  <a:off x="1387963" y="4798840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27" name="直線コネクタ 626">
                    <a:extLst>
                      <a:ext uri="{FF2B5EF4-FFF2-40B4-BE49-F238E27FC236}">
                        <ns2:creationId id="{B11B2FA9-D790-9686-ECDB-80F8F307B6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8" name="直線コネクタ 627">
                    <a:extLst>
                      <a:ext uri="{FF2B5EF4-FFF2-40B4-BE49-F238E27FC236}">
                        <ns2:creationId id="{7256142E-C0BA-33BD-6CA0-BF884123B1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1" name="グループ化 50">
                <a:extLst>
                  <a:ext uri="{FF2B5EF4-FFF2-40B4-BE49-F238E27FC236}">
                    <ns2:creationId id="{E6EF0B1D-984A-4371-0041-1AF82E6F59C2}"/>
                  </a:ext>
                </a:extLst>
              </p:cNvPr>
              <p:cNvGrpSpPr/>
              <p:nvPr/>
            </p:nvGrpSpPr>
            <p:grpSpPr>
              <a:xfrm>
                <a:off x="1387963" y="5316605"/>
                <a:ext cx="6579000" cy="0"/>
                <a:chOff x="1387963" y="5302465"/>
                <a:chExt cx="6579000" cy="0"/>
              </a:xfrm>
            </p:grpSpPr>
            <p:grpSp>
              <p:nvGrpSpPr>
                <p:cNvPr id="623" name="グループ化 622">
                  <a:extLst>
                    <a:ext uri="{FF2B5EF4-FFF2-40B4-BE49-F238E27FC236}">
                      <ns2:creationId id="{2C306817-4F8B-B610-93A2-2C2A77B540FB}"/>
                    </a:ext>
                  </a:extLst>
                </p:cNvPr>
                <p:cNvGrpSpPr/>
                <p:nvPr/>
              </p:nvGrpSpPr>
              <p:grpSpPr>
                <a:xfrm>
                  <a:off x="5275963" y="5302465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24" name="直線コネクタ 623">
                    <a:extLst>
                      <a:ext uri="{FF2B5EF4-FFF2-40B4-BE49-F238E27FC236}">
                        <ns2:creationId id="{BD155DCB-FEFA-D680-BA99-3D073D37DE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5" name="直線コネクタ 624">
                    <a:extLst>
                      <a:ext uri="{FF2B5EF4-FFF2-40B4-BE49-F238E27FC236}">
                        <ns2:creationId id="{DD069B61-A391-04F4-9E74-D02509CBD2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9" name="グループ化 628">
                  <a:extLst>
                    <a:ext uri="{FF2B5EF4-FFF2-40B4-BE49-F238E27FC236}">
                      <ns2:creationId id="{982E0A78-E4F6-685C-81C0-F1AC8EC70910}"/>
                    </a:ext>
                  </a:extLst>
                </p:cNvPr>
                <p:cNvGrpSpPr/>
                <p:nvPr/>
              </p:nvGrpSpPr>
              <p:grpSpPr>
                <a:xfrm>
                  <a:off x="1387963" y="5302465"/>
                  <a:ext cx="2691000" cy="0"/>
                  <a:chOff x="9163963" y="4293652"/>
                  <a:chExt cx="2691000" cy="0"/>
                </a:xfrm>
              </p:grpSpPr>
              <p:cxnSp>
                <p:nvCxnSpPr>
                  <p:cNvPr id="630" name="直線コネクタ 629">
                    <a:extLst>
                      <a:ext uri="{FF2B5EF4-FFF2-40B4-BE49-F238E27FC236}">
                        <ns2:creationId id="{886A2B30-E2FC-7FF6-C903-265C7AD97D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846963" y="4293652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1" name="直線コネクタ 630">
                    <a:extLst>
                      <a:ext uri="{FF2B5EF4-FFF2-40B4-BE49-F238E27FC236}">
                        <ns2:creationId id="{F0A0D488-F2EF-A063-A274-E420F70AEF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63963" y="4293652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32" name="グループ化 631">
                <a:extLst>
                  <a:ext uri="{FF2B5EF4-FFF2-40B4-BE49-F238E27FC236}">
                    <ns2:creationId id="{DE38446C-13C2-88B5-DC1D-C6959E6865CD}"/>
                  </a:ext>
                </a:extLst>
              </p:cNvPr>
              <p:cNvGrpSpPr/>
              <p:nvPr/>
            </p:nvGrpSpPr>
            <p:grpSpPr>
              <a:xfrm>
                <a:off x="1387963" y="5824182"/>
                <a:ext cx="2691000" cy="0"/>
                <a:chOff x="9163963" y="4293652"/>
                <a:chExt cx="2691000" cy="0"/>
              </a:xfrm>
            </p:grpSpPr>
            <p:cxnSp>
              <p:nvCxnSpPr>
                <p:cNvPr id="633" name="直線コネクタ 632">
                  <a:extLst>
                    <a:ext uri="{FF2B5EF4-FFF2-40B4-BE49-F238E27FC236}">
                      <ns2:creationId id="{0A40DD91-7AE3-FCF5-A97E-C644E30C98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46963" y="4293652"/>
                  <a:ext cx="100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4" name="直線コネクタ 633">
                  <a:extLst>
                    <a:ext uri="{FF2B5EF4-FFF2-40B4-BE49-F238E27FC236}">
                      <ns2:creationId id="{A37CDB52-19F2-8FF1-7731-8523CD141E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63963" y="4293652"/>
                  <a:ext cx="163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3" name="グループ化 52">
              <a:extLst>
                <a:ext uri="{FF2B5EF4-FFF2-40B4-BE49-F238E27FC236}">
                  <ns2:creationId id="{08133DE2-DD55-7BA3-2EDC-B9D215293269}"/>
                </a:ext>
              </a:extLst>
            </p:cNvPr>
            <p:cNvGrpSpPr/>
            <p:nvPr/>
          </p:nvGrpSpPr>
          <p:grpSpPr>
            <a:xfrm>
              <a:off x="334963" y="1029496"/>
              <a:ext cx="3744000" cy="5282801"/>
              <a:chOff x="334963" y="1029496"/>
              <a:chExt cx="3744000" cy="5282801"/>
            </a:xfrm>
          </p:grpSpPr>
          <p:sp>
            <p:nvSpPr>
              <p:cNvPr id="225" name="Text 5">
                <a:extLst>
                  <a:ext uri="{FF2B5EF4-FFF2-40B4-BE49-F238E27FC236}">
                    <ns2:creationId id="{839660CB-126D-BF31-0323-553917DC4624}"/>
                  </a:ext>
                </a:extLst>
              </p:cNvPr>
              <p:cNvSpPr txBox="1"/>
              <p:nvPr/>
            </p:nvSpPr>
            <p:spPr>
              <a:xfrm>
                <a:off x="334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9" name="Text 6">
                <a:extLst>
                  <a:ext uri="{FF2B5EF4-FFF2-40B4-BE49-F238E27FC236}">
                    <ns2:creationId id="{B2098173-C74C-0665-360F-305566148237}"/>
                  </a:ext>
                </a:extLst>
              </p:cNvPr>
              <p:cNvSpPr txBox="1"/>
              <p:nvPr/>
            </p:nvSpPr>
            <p:spPr>
              <a:xfrm>
                <a:off x="374470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0" name="Text 7">
                <a:extLst>
                  <a:ext uri="{FF2B5EF4-FFF2-40B4-BE49-F238E27FC236}">
                    <ns2:creationId id="{6B1D1D3F-4A91-91E7-DE20-EAD83D761F4E}"/>
                  </a:ext>
                </a:extLst>
              </p:cNvPr>
              <p:cNvSpPr txBox="1"/>
              <p:nvPr/>
            </p:nvSpPr>
            <p:spPr>
              <a:xfrm>
                <a:off x="2224963" y="1305320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Text 10">
                <a:extLst>
                  <a:ext uri="{FF2B5EF4-FFF2-40B4-BE49-F238E27FC236}">
                    <ns2:creationId id="{BCE81D5B-517B-2919-C79D-A3CB3B31226F}"/>
                  </a:ext>
                </a:extLst>
              </p:cNvPr>
              <p:cNvSpPr txBox="1"/>
              <p:nvPr/>
            </p:nvSpPr>
            <p:spPr>
              <a:xfrm>
                <a:off x="374470" y="1478779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750"/>
                  </a:lnSpc>
                </a:pP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700" dirty="0" err="1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手動</a:t>
                </a:r>
                <a:r>
                  <a:rPr lang="en-US" altLang="ja-JP" sz="700" dirty="0">
                    <a:solidFill>
                      <a:srgbClr val="44444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indent="0">
                  <a:lnSpc>
                    <a:spcPts val="750"/>
                  </a:lnSpc>
                  <a:buNone/>
                </a:pP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2" name="Text 12">
                <a:extLst>
                  <a:ext uri="{FF2B5EF4-FFF2-40B4-BE49-F238E27FC236}">
                    <ns2:creationId id="{79D17577-5421-7393-9A1F-102AF3544DB9}"/>
                  </a:ext>
                </a:extLst>
              </p:cNvPr>
              <p:cNvSpPr txBox="1"/>
              <p:nvPr/>
            </p:nvSpPr>
            <p:spPr>
              <a:xfrm>
                <a:off x="2556792" y="1454079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dirty="0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 dirty="0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33" name="直線コネクタ 232">
                <a:extLst>
                  <a:ext uri="{FF2B5EF4-FFF2-40B4-BE49-F238E27FC236}">
                    <ns2:creationId id="{323105FD-20D7-8E37-4F4E-9FDB612313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線コネクタ 233">
                <a:extLst>
                  <a:ext uri="{FF2B5EF4-FFF2-40B4-BE49-F238E27FC236}">
                    <ns2:creationId id="{58F569B9-7164-4082-34C2-28718C974A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24963" y="1434898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Text 12">
                <a:extLst>
                  <a:ext uri="{FF2B5EF4-FFF2-40B4-BE49-F238E27FC236}">
                    <ns2:creationId id="{BC832FD5-7886-64ED-7585-FEE52841C1B7}"/>
                  </a:ext>
                </a:extLst>
              </p:cNvPr>
              <p:cNvSpPr txBox="1"/>
              <p:nvPr/>
            </p:nvSpPr>
            <p:spPr>
              <a:xfrm>
                <a:off x="2266632" y="146049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Text 12">
                <a:extLst>
                  <a:ext uri="{FF2B5EF4-FFF2-40B4-BE49-F238E27FC236}">
                    <ns2:creationId id="{9FC9B4BF-8432-738F-5582-EF1108B54EB4}"/>
                  </a:ext>
                </a:extLst>
              </p:cNvPr>
              <p:cNvSpPr txBox="1"/>
              <p:nvPr/>
            </p:nvSpPr>
            <p:spPr>
              <a:xfrm>
                <a:off x="2266632" y="155601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7" name="Text 12">
                <a:extLst>
                  <a:ext uri="{FF2B5EF4-FFF2-40B4-BE49-F238E27FC236}">
                    <ns2:creationId id="{66B34086-272B-C2AD-3118-AA5519C1797D}"/>
                  </a:ext>
                </a:extLst>
              </p:cNvPr>
              <p:cNvSpPr txBox="1"/>
              <p:nvPr/>
            </p:nvSpPr>
            <p:spPr>
              <a:xfrm>
                <a:off x="2266631" y="1657871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8" name="Text 12">
                <a:extLst>
                  <a:ext uri="{FF2B5EF4-FFF2-40B4-BE49-F238E27FC236}">
                    <ns2:creationId id="{1E5B651A-4228-685D-596E-F32AF006FAA5}"/>
                  </a:ext>
                </a:extLst>
              </p:cNvPr>
              <p:cNvSpPr txBox="1"/>
              <p:nvPr/>
            </p:nvSpPr>
            <p:spPr>
              <a:xfrm>
                <a:off x="2556792" y="1549433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altLang="ja-JP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9" name="Text 12">
                <a:extLst>
                  <a:ext uri="{FF2B5EF4-FFF2-40B4-BE49-F238E27FC236}">
                    <ns2:creationId id="{E3805E3F-AA8B-A354-7C52-0ADD8FF99637}"/>
                  </a:ext>
                </a:extLst>
              </p:cNvPr>
              <p:cNvSpPr txBox="1"/>
              <p:nvPr/>
            </p:nvSpPr>
            <p:spPr>
              <a:xfrm>
                <a:off x="2556792" y="1658641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03000"/>
                  </a:lnSpc>
                </a:pPr>
                <a:r>
                  <a:rPr lang="en-US" altLang="ja-JP" sz="700" b="1" err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00" b="1">
                    <a:solidFill>
                      <a:srgbClr val="2D7A3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6" name="Text 61">
                <a:extLst>
                  <a:ext uri="{FF2B5EF4-FFF2-40B4-BE49-F238E27FC236}">
                    <ns2:creationId id="{C1642D97-1BAE-8D87-5EC2-B872537F84E5}"/>
                  </a:ext>
                </a:extLst>
              </p:cNvPr>
              <p:cNvSpPr txBox="1"/>
              <p:nvPr/>
            </p:nvSpPr>
            <p:spPr>
              <a:xfrm>
                <a:off x="3070963" y="2286765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197" name="Text 64">
                <a:extLst>
                  <a:ext uri="{FF2B5EF4-FFF2-40B4-BE49-F238E27FC236}">
                    <ns2:creationId id="{33C2E23D-424A-982D-61F6-E806FDDDA03A}"/>
                  </a:ext>
                </a:extLst>
              </p:cNvPr>
              <p:cNvSpPr txBox="1"/>
              <p:nvPr/>
            </p:nvSpPr>
            <p:spPr>
              <a:xfrm>
                <a:off x="3070963" y="2794982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AI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198" name="Text 67">
                <a:extLst>
                  <a:ext uri="{FF2B5EF4-FFF2-40B4-BE49-F238E27FC236}">
                    <ns2:creationId id="{1730BC73-5F3D-9AEF-6778-DA94BC8B6CA2}"/>
                  </a:ext>
                </a:extLst>
              </p:cNvPr>
              <p:cNvSpPr txBox="1"/>
              <p:nvPr/>
            </p:nvSpPr>
            <p:spPr>
              <a:xfrm>
                <a:off x="3070963" y="3303199"/>
                <a:ext cx="1008000" cy="4694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1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04" name="Text 28">
                <a:extLst>
                  <a:ext uri="{FF2B5EF4-FFF2-40B4-BE49-F238E27FC236}">
                    <ns2:creationId id="{66AD504C-FF50-42CF-E18F-5833F907CC5A}"/>
                  </a:ext>
                </a:extLst>
              </p:cNvPr>
              <p:cNvSpPr txBox="1"/>
              <p:nvPr/>
            </p:nvSpPr>
            <p:spPr>
              <a:xfrm>
                <a:off x="334963" y="2287476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05" name="Text 31">
                <a:extLst>
                  <a:ext uri="{FF2B5EF4-FFF2-40B4-BE49-F238E27FC236}">
                    <ns2:creationId id="{DB4EF6BC-54CB-C73E-EDC3-B25A832444B6}"/>
                  </a:ext>
                </a:extLst>
              </p:cNvPr>
              <p:cNvSpPr txBox="1"/>
              <p:nvPr/>
            </p:nvSpPr>
            <p:spPr>
              <a:xfrm>
                <a:off x="334963" y="2795693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06" name="Text 34">
                <a:extLst>
                  <a:ext uri="{FF2B5EF4-FFF2-40B4-BE49-F238E27FC236}">
                    <ns2:creationId id="{D890D678-6A3B-63DB-AC69-7CB5E5B30879}"/>
                  </a:ext>
                </a:extLst>
              </p:cNvPr>
              <p:cNvSpPr txBox="1"/>
              <p:nvPr/>
            </p:nvSpPr>
            <p:spPr>
              <a:xfrm>
                <a:off x="334963" y="330391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07" name="Text 37">
                <a:extLst>
                  <a:ext uri="{FF2B5EF4-FFF2-40B4-BE49-F238E27FC236}">
                    <ns2:creationId id="{A248A960-1E4E-AB0A-D5CD-CC7EBFDC2326}"/>
                  </a:ext>
                </a:extLst>
              </p:cNvPr>
              <p:cNvSpPr txBox="1"/>
              <p:nvPr/>
            </p:nvSpPr>
            <p:spPr>
              <a:xfrm>
                <a:off x="334963" y="3812730"/>
                <a:ext cx="1008000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72000" tIns="0" rIns="0" bIns="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Excel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手動</a:t>
                </a:r>
                <a:r>
                  <a: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ja-JP" altLang="en-US" sz="700" dirty="0">
                  <a:solidFill>
                    <a:srgbClr val="222222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endParaRPr>
              </a:p>
            </p:txBody>
          </p:sp>
          <p:sp>
            <p:nvSpPr>
              <p:cNvPr id="208" name="Shape 59">
                <a:extLst>
                  <a:ext uri="{FF2B5EF4-FFF2-40B4-BE49-F238E27FC236}">
                    <ns2:creationId id="{4E89D630-ABEC-E240-3682-DD53B59F5BB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37571" y="24134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9" name="Text 71">
                <a:extLst>
                  <a:ext uri="{FF2B5EF4-FFF2-40B4-BE49-F238E27FC236}">
                    <ns2:creationId id="{BCE468D1-D1B3-914E-AFFF-F75BD6208798}"/>
                  </a:ext>
                </a:extLst>
              </p:cNvPr>
              <p:cNvSpPr txBox="1"/>
              <p:nvPr/>
            </p:nvSpPr>
            <p:spPr>
              <a:xfrm>
                <a:off x="2922502" y="3824055"/>
                <a:ext cx="109721" cy="972000"/>
              </a:xfrm>
              <a:prstGeom prst="rect">
                <a:avLst/>
              </a:prstGeom>
              <a:solidFill>
                <a:srgbClr val="008D2E"/>
              </a:solidFill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0" name="Shape 59">
                <a:extLst>
                  <a:ext uri="{FF2B5EF4-FFF2-40B4-BE49-F238E27FC236}">
                    <ns2:creationId id="{E19F421C-C36B-1C9D-63D2-09D2738F8D1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24134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1" name="Shape 59">
                <a:extLst>
                  <a:ext uri="{FF2B5EF4-FFF2-40B4-BE49-F238E27FC236}">
                    <ns2:creationId id="{B5943EDF-C773-58F9-56BD-943889A917C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342358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2" name="Shape 59">
                <a:extLst>
                  <a:ext uri="{FF2B5EF4-FFF2-40B4-BE49-F238E27FC236}">
                    <ns2:creationId id="{FF495E18-BB69-0C9C-2296-2378377E62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3938730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1" name="Shape 59">
                <a:extLst>
                  <a:ext uri="{FF2B5EF4-FFF2-40B4-BE49-F238E27FC236}">
                    <ns2:creationId id="{5783F2DE-9206-DED6-7234-35F40BD4DB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3769" y="292189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2" name="Shape 59">
                <a:extLst>
                  <a:ext uri="{FF2B5EF4-FFF2-40B4-BE49-F238E27FC236}">
                    <ns2:creationId id="{F6B215C7-7832-DEEF-883B-B78390A788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292189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4" name="Shape 59">
                <a:extLst>
                  <a:ext uri="{FF2B5EF4-FFF2-40B4-BE49-F238E27FC236}">
                    <ns2:creationId id="{E1D7AA75-1978-CBEA-3168-13E794D30C9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3423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5" name="Shape 59">
                <a:extLst>
                  <a:ext uri="{FF2B5EF4-FFF2-40B4-BE49-F238E27FC236}">
                    <ns2:creationId id="{5C55A0F1-82E6-D06A-EEEF-16CFC24AA8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3938730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6" name="Shape 59">
                <a:extLst>
                  <a:ext uri="{FF2B5EF4-FFF2-40B4-BE49-F238E27FC236}">
                    <ns2:creationId id="{F71D6956-9736-B241-3D56-7A6E90D91A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444714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7" name="Shape 59">
                <a:extLst>
                  <a:ext uri="{FF2B5EF4-FFF2-40B4-BE49-F238E27FC236}">
                    <ns2:creationId id="{6C0E2398-5D85-89C5-3B58-1044E4B9E99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82786" y="546398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7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8" name="Shape 59">
                <a:extLst>
                  <a:ext uri="{FF2B5EF4-FFF2-40B4-BE49-F238E27FC236}">
                    <ns2:creationId id="{BC2C1230-4E5D-D845-EF76-16116A3EC5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83971" y="596958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8</a:t>
                </a:r>
                <a:endPara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9" name="Shape 59">
                <a:extLst>
                  <a:ext uri="{FF2B5EF4-FFF2-40B4-BE49-F238E27FC236}">
                    <ns2:creationId id="{68CBFAC9-3349-9F2F-E77D-B89B52900D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82786" y="4961951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endParaRPr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23" name="コネクタ: カギ線 222">
                <a:extLst>
                  <a:ext uri="{FF2B5EF4-FFF2-40B4-BE49-F238E27FC236}">
                    <ns2:creationId id="{7F0196EF-9D29-A703-4505-69D554E69979}"/>
                  </a:ext>
                </a:extLst>
              </p:cNvPr>
              <p:cNvCxnSpPr>
                <a:cxnSpLocks/>
                <a:stCxn id="361" idx="4"/>
                <a:endCxn id="211" idx="0"/>
              </p:cNvCxnSpPr>
              <p:nvPr/>
            </p:nvCxnSpPr>
            <p:spPr>
              <a:xfrm>
                <a:off x="1651769" y="3137894"/>
                <a:ext cx="0" cy="285691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矢印コネクタ 255">
                <a:extLst>
                  <a:ext uri="{FF2B5EF4-FFF2-40B4-BE49-F238E27FC236}">
                    <ns2:creationId id="{1CC874D4-21FA-8E28-9C26-F4CDE829A9D9}"/>
                  </a:ext>
                </a:extLst>
              </p:cNvPr>
              <p:cNvCxnSpPr>
                <a:cxnSpLocks/>
                <a:stCxn id="211" idx="4"/>
                <a:endCxn id="212" idx="0"/>
              </p:cNvCxnSpPr>
              <p:nvPr/>
            </p:nvCxnSpPr>
            <p:spPr>
              <a:xfrm>
                <a:off x="1651769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矢印コネクタ 259">
                <a:extLst>
                  <a:ext uri="{FF2B5EF4-FFF2-40B4-BE49-F238E27FC236}">
                    <ns2:creationId id="{9AE05920-5C79-5295-5796-3D019831E929}"/>
                  </a:ext>
                </a:extLst>
              </p:cNvPr>
              <p:cNvCxnSpPr>
                <a:cxnSpLocks/>
                <a:stCxn id="214" idx="4"/>
                <a:endCxn id="215" idx="0"/>
              </p:cNvCxnSpPr>
              <p:nvPr/>
            </p:nvCxnSpPr>
            <p:spPr>
              <a:xfrm>
                <a:off x="2391971" y="3639585"/>
                <a:ext cx="0" cy="299145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直線矢印コネクタ 262">
                <a:extLst>
                  <a:ext uri="{FF2B5EF4-FFF2-40B4-BE49-F238E27FC236}">
                    <ns2:creationId id="{3960E024-D217-784B-E1D6-C6CC335F0A4A}"/>
                  </a:ext>
                </a:extLst>
              </p:cNvPr>
              <p:cNvCxnSpPr>
                <a:cxnSpLocks/>
                <a:stCxn id="215" idx="4"/>
                <a:endCxn id="216" idx="0"/>
              </p:cNvCxnSpPr>
              <p:nvPr/>
            </p:nvCxnSpPr>
            <p:spPr>
              <a:xfrm>
                <a:off x="2391971" y="4154730"/>
                <a:ext cx="0" cy="292418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コネクタ: カギ線 273">
                <a:extLst>
                  <a:ext uri="{FF2B5EF4-FFF2-40B4-BE49-F238E27FC236}">
                    <ns2:creationId id="{AC084A53-0279-D983-8D15-E54A98668D7F}"/>
                  </a:ext>
                </a:extLst>
              </p:cNvPr>
              <p:cNvCxnSpPr>
                <a:cxnSpLocks/>
                <a:stCxn id="362" idx="4"/>
                <a:endCxn id="214" idx="0"/>
              </p:cNvCxnSpPr>
              <p:nvPr/>
            </p:nvCxnSpPr>
            <p:spPr>
              <a:xfrm>
                <a:off x="2391971" y="3137894"/>
                <a:ext cx="0" cy="285691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コネクタ: カギ線 274">
                <a:extLst>
                  <a:ext uri="{FF2B5EF4-FFF2-40B4-BE49-F238E27FC236}">
                    <ns2:creationId id="{922C30B1-0042-F59E-B13D-86A3EB5DE37A}"/>
                  </a:ext>
                </a:extLst>
              </p:cNvPr>
              <p:cNvCxnSpPr>
                <a:cxnSpLocks/>
                <a:stCxn id="219" idx="4"/>
                <a:endCxn id="217" idx="0"/>
              </p:cNvCxnSpPr>
              <p:nvPr/>
            </p:nvCxnSpPr>
            <p:spPr>
              <a:xfrm>
                <a:off x="2790786" y="5177951"/>
                <a:ext cx="0" cy="28603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コネクタ: カギ線 275">
                <a:extLst>
                  <a:ext uri="{FF2B5EF4-FFF2-40B4-BE49-F238E27FC236}">
                    <ns2:creationId id="{12C4D3A0-1287-F187-D4EC-59852F9395E2}"/>
                  </a:ext>
                </a:extLst>
              </p:cNvPr>
              <p:cNvCxnSpPr>
                <a:cxnSpLocks/>
                <a:stCxn id="217" idx="4"/>
                <a:endCxn id="218" idx="0"/>
              </p:cNvCxnSpPr>
              <p:nvPr/>
            </p:nvCxnSpPr>
            <p:spPr>
              <a:xfrm rot="5400000">
                <a:off x="2446579" y="5625377"/>
                <a:ext cx="289601" cy="3988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直線矢印コネクタ 358">
                <a:extLst>
                  <a:ext uri="{FF2B5EF4-FFF2-40B4-BE49-F238E27FC236}">
                    <ns2:creationId id="{DE47B64C-92B2-E50B-782F-0E35475B421B}"/>
                  </a:ext>
                </a:extLst>
              </p:cNvPr>
              <p:cNvCxnSpPr>
                <a:cxnSpLocks/>
                <a:stCxn id="212" idx="4"/>
              </p:cNvCxnSpPr>
              <p:nvPr/>
            </p:nvCxnSpPr>
            <p:spPr>
              <a:xfrm flipH="1">
                <a:off x="1650554" y="4154730"/>
                <a:ext cx="1215" cy="465400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0" name="十字形 359">
                <a:extLst>
                  <a:ext uri="{FF2B5EF4-FFF2-40B4-BE49-F238E27FC236}">
                    <ns2:creationId id="{7ED153F4-0D2E-6F02-05C5-CBBFFC395E1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1542927" y="4244146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5" name="Text 14">
                <a:extLst>
                  <a:ext uri="{FF2B5EF4-FFF2-40B4-BE49-F238E27FC236}">
                    <ns2:creationId id="{EC7A2CC6-8605-4879-F8B1-2CE17941DD38}"/>
                  </a:ext>
                </a:extLst>
              </p:cNvPr>
              <p:cNvSpPr txBox="1"/>
              <p:nvPr/>
            </p:nvSpPr>
            <p:spPr>
              <a:xfrm>
                <a:off x="1484105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7" name="Text 16">
                <a:extLst>
                  <a:ext uri="{FF2B5EF4-FFF2-40B4-BE49-F238E27FC236}">
                    <ns2:creationId id="{73576599-5605-AD61-ABC0-86DFBBFDD08A}"/>
                  </a:ext>
                </a:extLst>
              </p:cNvPr>
              <p:cNvSpPr txBox="1"/>
              <p:nvPr/>
            </p:nvSpPr>
            <p:spPr>
              <a:xfrm>
                <a:off x="1860322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9" name="Text 18">
                <a:extLst>
                  <a:ext uri="{FF2B5EF4-FFF2-40B4-BE49-F238E27FC236}">
                    <ns2:creationId id="{CB48E147-14CD-7F45-1088-6BC728701BD5}"/>
                  </a:ext>
                </a:extLst>
              </p:cNvPr>
              <p:cNvSpPr txBox="1"/>
              <p:nvPr/>
            </p:nvSpPr>
            <p:spPr>
              <a:xfrm>
                <a:off x="2236542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3" name="Text 43">
                <a:extLst>
                  <a:ext uri="{FF2B5EF4-FFF2-40B4-BE49-F238E27FC236}">
                    <ns2:creationId id="{B0BD38D6-B347-BA59-1971-CF7667657927}"/>
                  </a:ext>
                </a:extLst>
              </p:cNvPr>
              <p:cNvSpPr txBox="1"/>
              <p:nvPr/>
            </p:nvSpPr>
            <p:spPr>
              <a:xfrm>
                <a:off x="2612759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75" name="直線矢印コネクタ 374">
                <a:extLst>
                  <a:ext uri="{FF2B5EF4-FFF2-40B4-BE49-F238E27FC236}">
                    <ns2:creationId id="{9FD3F351-8492-4F77-1A87-13A158A51CE3}"/>
                  </a:ext>
                </a:extLst>
              </p:cNvPr>
              <p:cNvCxnSpPr>
                <a:cxnSpLocks/>
                <a:stCxn id="210" idx="4"/>
                <a:endCxn id="361" idx="0"/>
              </p:cNvCxnSpPr>
              <p:nvPr/>
            </p:nvCxnSpPr>
            <p:spPr>
              <a:xfrm>
                <a:off x="1651769" y="2629476"/>
                <a:ext cx="0" cy="29241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コネクタ: カギ線 418">
                <a:extLst>
                  <a:ext uri="{FF2B5EF4-FFF2-40B4-BE49-F238E27FC236}">
                    <ns2:creationId id="{0B695341-F0A8-3FD1-C96E-F0B86690987F}"/>
                  </a:ext>
                </a:extLst>
              </p:cNvPr>
              <p:cNvCxnSpPr>
                <a:cxnSpLocks/>
                <a:stCxn id="216" idx="4"/>
                <a:endCxn id="219" idx="0"/>
              </p:cNvCxnSpPr>
              <p:nvPr/>
            </p:nvCxnSpPr>
            <p:spPr>
              <a:xfrm rot="16200000" flipH="1">
                <a:off x="2441977" y="4613141"/>
                <a:ext cx="298803" cy="39881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コネクタ: カギ線 426">
                <a:extLst>
                  <a:ext uri="{FF2B5EF4-FFF2-40B4-BE49-F238E27FC236}">
                    <ns2:creationId id="{CB0AF2E3-C447-DD98-4853-62642E18A905}"/>
                  </a:ext>
                </a:extLst>
              </p:cNvPr>
              <p:cNvCxnSpPr>
                <a:cxnSpLocks/>
                <a:stCxn id="208" idx="4"/>
                <a:endCxn id="362" idx="0"/>
              </p:cNvCxnSpPr>
              <p:nvPr/>
            </p:nvCxnSpPr>
            <p:spPr>
              <a:xfrm rot="16200000" flipH="1">
                <a:off x="2072562" y="2602485"/>
                <a:ext cx="292418" cy="34640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グループ化 34">
                <a:extLst>
                  <a:ext uri="{FF2B5EF4-FFF2-40B4-BE49-F238E27FC236}">
                    <ns2:creationId id="{7260FE88-853C-606C-DBC6-6C268350728A}"/>
                  </a:ext>
                </a:extLst>
              </p:cNvPr>
              <p:cNvGrpSpPr/>
              <p:nvPr/>
            </p:nvGrpSpPr>
            <p:grpSpPr>
              <a:xfrm>
                <a:off x="3070963" y="5842874"/>
                <a:ext cx="1008000" cy="469423"/>
                <a:chOff x="3070963" y="5842874"/>
                <a:chExt cx="1008000" cy="469423"/>
              </a:xfrm>
            </p:grpSpPr>
            <p:sp>
              <p:nvSpPr>
                <p:cNvPr id="203" name="Text 96">
                  <a:extLst>
                    <a:ext uri="{FF2B5EF4-FFF2-40B4-BE49-F238E27FC236}">
                      <ns2:creationId id="{4C6B79DD-D62A-D06E-F35C-41311882C464}"/>
                    </a:ext>
                  </a:extLst>
                </p:cNvPr>
                <p:cNvSpPr txBox="1"/>
                <p:nvPr/>
              </p:nvSpPr>
              <p:spPr>
                <a:xfrm>
                  <a:off x="3070963" y="5842874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36000" tIns="0" rIns="0" bIns="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499" name="十字形 498">
                  <a:extLst>
                    <a:ext uri="{FF2B5EF4-FFF2-40B4-BE49-F238E27FC236}">
                      <ns2:creationId id="{D9381AC4-1DFC-23D1-2142-6BEE02AA248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824375">
                  <a:off x="3412963" y="5915585"/>
                  <a:ext cx="324000" cy="324000"/>
                </a:xfrm>
                <a:prstGeom prst="plus">
                  <a:avLst>
                    <a:gd name="adj" fmla="val 50000"/>
                  </a:avLst>
                </a:prstGeom>
                <a:noFill/>
                <a:ln w="28575">
                  <a:solidFill>
                    <a:schemeClr val="bg1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1" name="グループ化 30">
                <a:extLst>
                  <a:ext uri="{FF2B5EF4-FFF2-40B4-BE49-F238E27FC236}">
                    <ns2:creationId id="{F65F97BF-11A2-A8EA-8982-B7EA09E9165F}"/>
                  </a:ext>
                </a:extLst>
              </p:cNvPr>
              <p:cNvGrpSpPr/>
              <p:nvPr/>
            </p:nvGrpSpPr>
            <p:grpSpPr>
              <a:xfrm>
                <a:off x="3070963" y="3810813"/>
                <a:ext cx="1008000" cy="469423"/>
                <a:chOff x="3070963" y="3810813"/>
                <a:chExt cx="1008000" cy="469423"/>
              </a:xfrm>
            </p:grpSpPr>
            <p:sp>
              <p:nvSpPr>
                <p:cNvPr id="199" name="Text 74">
                  <a:extLst>
                    <a:ext uri="{FF2B5EF4-FFF2-40B4-BE49-F238E27FC236}">
                      <ns2:creationId id="{AFBF4C00-29EA-C3B4-64F7-DEC6DB1F5783}"/>
                    </a:ext>
                  </a:extLst>
                </p:cNvPr>
                <p:cNvSpPr txBox="1"/>
                <p:nvPr/>
              </p:nvSpPr>
              <p:spPr>
                <a:xfrm>
                  <a:off x="3070963" y="3810813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72000" tIns="0" rIns="0" bIns="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altLang="ja-JP" sz="700" dirty="0">
                    <a:solidFill>
                      <a:srgbClr val="22222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67" name="二等辺三角形 666">
                  <a:extLst>
                    <a:ext uri="{FF2B5EF4-FFF2-40B4-BE49-F238E27FC236}">
                      <ns2:creationId id="{6EC8471B-E331-018A-89BF-730D5415F6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3936903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2" name="グループ化 31">
                <a:extLst>
                  <a:ext uri="{FF2B5EF4-FFF2-40B4-BE49-F238E27FC236}">
                    <ns2:creationId id="{0B6E442B-6867-1F6B-8A37-26102BFCE339}"/>
                  </a:ext>
                </a:extLst>
              </p:cNvPr>
              <p:cNvGrpSpPr/>
              <p:nvPr/>
            </p:nvGrpSpPr>
            <p:grpSpPr>
              <a:xfrm>
                <a:off x="3070963" y="4319633"/>
                <a:ext cx="1008000" cy="469423"/>
                <a:chOff x="3070963" y="4318829"/>
                <a:chExt cx="1008000" cy="469423"/>
              </a:xfrm>
            </p:grpSpPr>
            <p:sp>
              <p:nvSpPr>
                <p:cNvPr id="200" name="Text 81">
                  <a:extLst>
                    <a:ext uri="{FF2B5EF4-FFF2-40B4-BE49-F238E27FC236}">
                      <ns2:creationId id="{22FA0952-EBF7-618F-67E6-2E9050E134F9}"/>
                    </a:ext>
                  </a:extLst>
                </p:cNvPr>
                <p:cNvSpPr txBox="1"/>
                <p:nvPr/>
              </p:nvSpPr>
              <p:spPr>
                <a:xfrm>
                  <a:off x="3070963" y="4318829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(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 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69" name="二等辺三角形 668">
                  <a:extLst>
                    <a:ext uri="{FF2B5EF4-FFF2-40B4-BE49-F238E27FC236}">
                      <ns2:creationId id="{835F9B33-5E76-FF10-A01F-0DBA1B05F36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444919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3" name="グループ化 32">
                <a:extLst>
                  <a:ext uri="{FF2B5EF4-FFF2-40B4-BE49-F238E27FC236}">
                    <ns2:creationId id="{E9244EC8-29F7-53FA-CECA-1EF93BDE4E37}"/>
                  </a:ext>
                </a:extLst>
              </p:cNvPr>
              <p:cNvGrpSpPr/>
              <p:nvPr/>
            </p:nvGrpSpPr>
            <p:grpSpPr>
              <a:xfrm>
                <a:off x="3070963" y="4827720"/>
                <a:ext cx="1008000" cy="469423"/>
                <a:chOff x="3070963" y="4826845"/>
                <a:chExt cx="1008000" cy="469423"/>
              </a:xfrm>
            </p:grpSpPr>
            <p:sp>
              <p:nvSpPr>
                <p:cNvPr id="201" name="Text 86">
                  <a:extLst>
                    <a:ext uri="{FF2B5EF4-FFF2-40B4-BE49-F238E27FC236}">
                      <ns2:creationId id="{064239CA-32EF-A735-482E-290BD5AE7609}"/>
                    </a:ext>
                  </a:extLst>
                </p:cNvPr>
                <p:cNvSpPr txBox="1"/>
                <p:nvPr/>
              </p:nvSpPr>
              <p:spPr>
                <a:xfrm>
                  <a:off x="3070963" y="4826845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71" name="二等辺三角形 670">
                  <a:extLst>
                    <a:ext uri="{FF2B5EF4-FFF2-40B4-BE49-F238E27FC236}">
                      <ns2:creationId id="{4ADFD5F9-886E-AD31-B601-A10BC566CE2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4952935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4" name="グループ化 33">
                <a:extLst>
                  <a:ext uri="{FF2B5EF4-FFF2-40B4-BE49-F238E27FC236}">
                    <ns2:creationId id="{98BDEE92-70E5-CD89-D8A1-9FE3E5A764BB}"/>
                  </a:ext>
                </a:extLst>
              </p:cNvPr>
              <p:cNvGrpSpPr/>
              <p:nvPr/>
            </p:nvGrpSpPr>
            <p:grpSpPr>
              <a:xfrm>
                <a:off x="3070963" y="5336067"/>
                <a:ext cx="1008000" cy="469423"/>
                <a:chOff x="3070963" y="5334861"/>
                <a:chExt cx="1008000" cy="469423"/>
              </a:xfrm>
            </p:grpSpPr>
            <p:sp>
              <p:nvSpPr>
                <p:cNvPr id="202" name="Text 91">
                  <a:extLst>
                    <a:ext uri="{FF2B5EF4-FFF2-40B4-BE49-F238E27FC236}">
                      <ns2:creationId id="{7F01857A-A90D-3F21-EACB-50CDBDF30B75}"/>
                    </a:ext>
                  </a:extLst>
                </p:cNvPr>
                <p:cNvSpPr txBox="1"/>
                <p:nvPr/>
              </p:nvSpPr>
              <p:spPr>
                <a:xfrm>
                  <a:off x="3070963" y="5334861"/>
                  <a:ext cx="1008000" cy="4694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ctr"/>
                <a:lstStyle/>
                <a:p>
                  <a:pPr marL="0" indent="0" algn="ctr">
                    <a:lnSpc>
                      <a:spcPts val="900"/>
                    </a:lnSpc>
                    <a:buNone/>
                  </a:pP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altLang="ja-JP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700" dirty="0">
                      <a:solidFill>
                        <a:srgbClr val="22222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</a:p>
              </p:txBody>
            </p:sp>
            <p:sp>
              <p:nvSpPr>
                <p:cNvPr id="673" name="二等辺三角形 672">
                  <a:extLst>
                    <a:ext uri="{FF2B5EF4-FFF2-40B4-BE49-F238E27FC236}">
                      <ns2:creationId id="{0DE6E032-3529-A854-E046-E69E7D2C571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48963" y="5460951"/>
                  <a:ext cx="252000" cy="217242"/>
                </a:xfrm>
                <a:prstGeom prst="triangle">
                  <a:avLst/>
                </a:prstGeom>
                <a:noFill/>
                <a:ln w="28575" cap="flat" cmpd="sng" algn="ctr">
                  <a:solidFill>
                    <a:schemeClr val="bg1">
                      <a:lumMod val="65000"/>
                      <a:alpha val="20000"/>
                    </a:schemeClr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>
                    <a:lnSpc>
                      <a:spcPts val="800"/>
                    </a:lnSpc>
                    <a:buClr>
                      <a:schemeClr val="accent1"/>
                    </a:buClr>
                  </a:pPr>
                  <a:endParaRPr kumimoji="1" lang="ja-JP" altLang="en-US" sz="6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3:creationId val="4089537275"/>
      </p:ext>
    </p:extLst>
  </p:cSld>
  <p:clrMapOvr>
    <a:masterClrMapping/>
  </p:clrMapOvr>
</p:sld>
</file>

<file path=ppt/slides/slide28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D5A7B15B-E7EE-B1AD-06F1-82FD402A3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タイトル 1">
            <a:extLst>
              <a:ext uri="{FF2B5EF4-FFF2-40B4-BE49-F238E27FC236}">
                <ns2:creationId id="{9DC4EE27-1DE1-46FF-AE6B-09B14A017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kumimoji="1" lang="ja-JP" altLang="en-US">
                <a:solidFill>
                  <a:srgbClr val="000000"/>
                </a:solidFill>
              </a:rPr>
              <a:t>XX</a:t>
            </a:r>
            <a:r>
              <a:rPr kumimoji="1" lang="en-US" altLang="ja-JP">
                <a:solidFill>
                  <a:srgbClr val="000000"/>
                </a:solidFill>
              </a:rPr>
              <a:t>/</a:t>
            </a:r>
            <a:r>
              <a:rPr kumimoji="1" lang="ja-JP" altLang="en-US">
                <a:solidFill>
                  <a:srgbClr val="000000"/>
                </a:solidFill>
              </a:rPr>
              <a:t>XX</a:t>
            </a:r>
            <a:r>
              <a:rPr kumimoji="1" lang="en-US" altLang="ja-JP">
                <a:solidFill>
                  <a:srgbClr val="000000"/>
                </a:solidFill>
              </a:rPr>
              <a:t>/</a:t>
            </a:r>
            <a:r>
              <a:rPr kumimoji="1" lang="ja-JP" altLang="en-US">
                <a:solidFill>
                  <a:srgbClr val="000000"/>
                </a:solidFill>
              </a:rPr>
              <a:t>XX</a:t>
            </a:r>
          </a:p>
        </p:txBody>
      </p:sp>
      <p:grpSp>
        <p:nvGrpSpPr>
          <p:cNvPr id="45" name="グループ化 44">
            <a:extLst>
              <a:ext uri="{FF2B5EF4-FFF2-40B4-BE49-F238E27FC236}">
                <ns2:creationId id="{E1CC10D1-F41C-8494-1D3A-3B5FBF3FF94B}"/>
              </a:ext>
            </a:extLst>
          </p:cNvPr>
          <p:cNvGrpSpPr/>
          <p:nvPr/>
        </p:nvGrpSpPr>
        <p:grpSpPr>
          <a:xfrm>
            <a:off x="334963" y="1029496"/>
            <a:ext cx="11520000" cy="5292000"/>
            <a:chOff x="334963" y="1029496"/>
            <a:chExt cx="11520000" cy="5292000"/>
          </a:xfrm>
        </p:grpSpPr>
        <p:grpSp>
          <p:nvGrpSpPr>
            <p:cNvPr id="38" name="グループ化 37">
              <a:extLst>
                <a:ext uri="{FF2B5EF4-FFF2-40B4-BE49-F238E27FC236}">
                  <ns2:creationId id="{80AD2660-29A6-BE8A-19DA-2B108881F449}"/>
                </a:ext>
              </a:extLst>
            </p:cNvPr>
            <p:cNvGrpSpPr/>
            <p:nvPr/>
          </p:nvGrpSpPr>
          <p:grpSpPr>
            <a:xfrm>
              <a:off x="334963" y="1029496"/>
              <a:ext cx="3744000" cy="4676041"/>
              <a:chOff x="334963" y="1029496"/>
              <a:chExt cx="3744000" cy="4676041"/>
            </a:xfrm>
          </p:grpSpPr>
          <p:sp>
            <p:nvSpPr>
              <p:cNvPr id="5" name="Text 5">
                <a:extLst>
                  <a:ext uri="{FF2B5EF4-FFF2-40B4-BE49-F238E27FC236}">
                    <ns2:creationId id="{F96E61B4-6724-63FC-FB43-40762F072B05}"/>
                  </a:ext>
                </a:extLst>
              </p:cNvPr>
              <p:cNvSpPr txBox="1"/>
              <p:nvPr/>
            </p:nvSpPr>
            <p:spPr>
              <a:xfrm>
                <a:off x="334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8" name="Text 6">
                <a:extLst>
                  <a:ext uri="{FF2B5EF4-FFF2-40B4-BE49-F238E27FC236}">
                    <ns2:creationId id="{7C31F9EB-65F2-DAA6-64F7-316AAF3360E8}"/>
                  </a:ext>
                </a:extLst>
              </p:cNvPr>
              <p:cNvSpPr txBox="1"/>
              <p:nvPr/>
            </p:nvSpPr>
            <p:spPr>
              <a:xfrm>
                <a:off x="334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Text 7">
                <a:extLst>
                  <a:ext uri="{FF2B5EF4-FFF2-40B4-BE49-F238E27FC236}">
                    <ns2:creationId id="{0224A9E6-DFE6-D321-D867-2BC0A3553CCC}"/>
                  </a:ext>
                </a:extLst>
              </p:cNvPr>
              <p:cNvSpPr txBox="1"/>
              <p:nvPr/>
            </p:nvSpPr>
            <p:spPr>
              <a:xfrm>
                <a:off x="2224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Text 10">
                <a:extLst>
                  <a:ext uri="{FF2B5EF4-FFF2-40B4-BE49-F238E27FC236}">
                    <ns2:creationId id="{9E97C17A-31E0-BFE7-6D7E-6CD3D44B28CB}"/>
                  </a:ext>
                </a:extLst>
              </p:cNvPr>
              <p:cNvSpPr txBox="1"/>
              <p:nvPr/>
            </p:nvSpPr>
            <p:spPr>
              <a:xfrm>
                <a:off x="334963" y="1486566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none" lIns="3600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11" name="Text 12">
                <a:extLst>
                  <a:ext uri="{FF2B5EF4-FFF2-40B4-BE49-F238E27FC236}">
                    <ns2:creationId id="{3E94D10B-9A2B-6169-8D05-33C91177E590}"/>
                  </a:ext>
                </a:extLst>
              </p:cNvPr>
              <p:cNvSpPr txBox="1"/>
              <p:nvPr/>
            </p:nvSpPr>
            <p:spPr>
              <a:xfrm>
                <a:off x="2556792" y="1486566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API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2" name="直線コネクタ 11">
                <a:extLst>
                  <a:ext uri="{FF2B5EF4-FFF2-40B4-BE49-F238E27FC236}">
                    <ns2:creationId id="{BB21D4B3-B2AE-4277-75A1-2C1611CDE9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ns2:creationId id="{A2D239A9-F9A0-1913-D911-6D217B8CA6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24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 12">
                <a:extLst>
                  <a:ext uri="{FF2B5EF4-FFF2-40B4-BE49-F238E27FC236}">
                    <ns2:creationId id="{418E12D9-E717-04EB-79CC-5BADF83DC9B6}"/>
                  </a:ext>
                </a:extLst>
              </p:cNvPr>
              <p:cNvSpPr txBox="1"/>
              <p:nvPr/>
            </p:nvSpPr>
            <p:spPr>
              <a:xfrm>
                <a:off x="2266632" y="148656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Text 12">
                <a:extLst>
                  <a:ext uri="{FF2B5EF4-FFF2-40B4-BE49-F238E27FC236}">
                    <ns2:creationId id="{FDA6E5E3-DCD1-C35E-62C7-620CE4E3E1FB}"/>
                  </a:ext>
                </a:extLst>
              </p:cNvPr>
              <p:cNvSpPr txBox="1"/>
              <p:nvPr/>
            </p:nvSpPr>
            <p:spPr>
              <a:xfrm>
                <a:off x="2266631" y="1685114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Text 12">
                <a:extLst>
                  <a:ext uri="{FF2B5EF4-FFF2-40B4-BE49-F238E27FC236}">
                    <ns2:creationId id="{132DE04C-85A1-90D2-5BA1-564A4D3F4C50}"/>
                  </a:ext>
                </a:extLst>
              </p:cNvPr>
              <p:cNvSpPr txBox="1"/>
              <p:nvPr/>
            </p:nvSpPr>
            <p:spPr>
              <a:xfrm>
                <a:off x="2556792" y="1685114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Shape 59">
                <a:extLst>
                  <a:ext uri="{FF2B5EF4-FFF2-40B4-BE49-F238E27FC236}">
                    <ns2:creationId id="{F9DD61CF-823C-901A-6F4D-B353858FBA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23663" y="259573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Shape 59">
                <a:extLst>
                  <a:ext uri="{FF2B5EF4-FFF2-40B4-BE49-F238E27FC236}">
                    <ns2:creationId id="{D7C35A23-3300-B7A9-D912-743811E331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340613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Shape 59">
                <a:extLst>
                  <a:ext uri="{FF2B5EF4-FFF2-40B4-BE49-F238E27FC236}">
                    <ns2:creationId id="{634BAE25-1C59-81F4-B992-0E2AD86CF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223663" y="4215192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Shape 59">
                <a:extLst>
                  <a:ext uri="{FF2B5EF4-FFF2-40B4-BE49-F238E27FC236}">
                    <ns2:creationId id="{CAF5891E-E758-BA11-33AE-D024969B1A3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17798" y="503151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5" name="Text 26">
                <a:extLst>
                  <a:ext uri="{FF2B5EF4-FFF2-40B4-BE49-F238E27FC236}">
                    <ns2:creationId id="{B3D95EA0-9341-F1C4-7417-436363595207}"/>
                  </a:ext>
                </a:extLst>
              </p:cNvPr>
              <p:cNvSpPr txBox="1"/>
              <p:nvPr/>
            </p:nvSpPr>
            <p:spPr>
              <a:xfrm>
                <a:off x="3070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API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67" name="Text 29">
                <a:extLst>
                  <a:ext uri="{FF2B5EF4-FFF2-40B4-BE49-F238E27FC236}">
                    <ns2:creationId id="{45608349-C76A-A424-9ADC-D8F8CBCB9191}"/>
                  </a:ext>
                </a:extLst>
              </p:cNvPr>
              <p:cNvSpPr txBox="1"/>
              <p:nvPr/>
            </p:nvSpPr>
            <p:spPr>
              <a:xfrm>
                <a:off x="3070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69" name="Text 32">
                <a:extLst>
                  <a:ext uri="{FF2B5EF4-FFF2-40B4-BE49-F238E27FC236}">
                    <ns2:creationId id="{EB7DB588-EE2E-D699-5F0F-E79233963753}"/>
                  </a:ext>
                </a:extLst>
              </p:cNvPr>
              <p:cNvSpPr txBox="1"/>
              <p:nvPr/>
            </p:nvSpPr>
            <p:spPr>
              <a:xfrm>
                <a:off x="3070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1" name="Text 35">
                <a:extLst>
                  <a:ext uri="{FF2B5EF4-FFF2-40B4-BE49-F238E27FC236}">
                    <ns2:creationId id="{E1D17906-5D62-9011-8478-CB17DE5E562B}"/>
                  </a:ext>
                </a:extLst>
              </p:cNvPr>
              <p:cNvSpPr txBox="1"/>
              <p:nvPr/>
            </p:nvSpPr>
            <p:spPr>
              <a:xfrm>
                <a:off x="3070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ct val="980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9" name="Text 26">
                <a:extLst>
                  <a:ext uri="{FF2B5EF4-FFF2-40B4-BE49-F238E27FC236}">
                    <ns2:creationId id="{CAA34B82-54D6-ACD8-E2BB-CED70470D884}"/>
                  </a:ext>
                </a:extLst>
              </p:cNvPr>
              <p:cNvSpPr txBox="1"/>
              <p:nvPr/>
            </p:nvSpPr>
            <p:spPr>
              <a:xfrm>
                <a:off x="334963" y="2326739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108000" tIns="36000" rIns="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</a:p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0" name="Text 29">
                <a:extLst>
                  <a:ext uri="{FF2B5EF4-FFF2-40B4-BE49-F238E27FC236}">
                    <ns2:creationId id="{DC9B6964-94F5-53B2-E98E-9E4AF432C2A9}"/>
                  </a:ext>
                </a:extLst>
              </p:cNvPr>
              <p:cNvSpPr txBox="1"/>
              <p:nvPr/>
            </p:nvSpPr>
            <p:spPr>
              <a:xfrm>
                <a:off x="334963" y="3136428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72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1" name="Text 32">
                <a:extLst>
                  <a:ext uri="{FF2B5EF4-FFF2-40B4-BE49-F238E27FC236}">
                    <ns2:creationId id="{46572688-0378-8CE6-BDCA-301F119C8D09}"/>
                  </a:ext>
                </a:extLst>
              </p:cNvPr>
              <p:cNvSpPr txBox="1"/>
              <p:nvPr/>
            </p:nvSpPr>
            <p:spPr>
              <a:xfrm>
                <a:off x="334963" y="3946117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2" name="Text 35">
                <a:extLst>
                  <a:ext uri="{FF2B5EF4-FFF2-40B4-BE49-F238E27FC236}">
                    <ns2:creationId id="{79EF1883-69E1-1632-E9D3-1067C8D9A7AA}"/>
                  </a:ext>
                </a:extLst>
              </p:cNvPr>
              <p:cNvSpPr txBox="1"/>
              <p:nvPr/>
            </p:nvSpPr>
            <p:spPr>
              <a:xfrm>
                <a:off x="334963" y="4755806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en-US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Text 14">
                <a:extLst>
                  <a:ext uri="{FF2B5EF4-FFF2-40B4-BE49-F238E27FC236}">
                    <ns2:creationId id="{885D63E6-5629-3A3C-A1A2-0358BACFFFEF}"/>
                  </a:ext>
                </a:extLst>
              </p:cNvPr>
              <p:cNvSpPr txBox="1"/>
              <p:nvPr/>
            </p:nvSpPr>
            <p:spPr>
              <a:xfrm>
                <a:off x="1416730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Text 16">
                <a:extLst>
                  <a:ext uri="{FF2B5EF4-FFF2-40B4-BE49-F238E27FC236}">
                    <ns2:creationId id="{EF695493-C442-5D21-F1C1-677A93D8BBAF}"/>
                  </a:ext>
                </a:extLst>
              </p:cNvPr>
              <p:cNvSpPr txBox="1"/>
              <p:nvPr/>
            </p:nvSpPr>
            <p:spPr>
              <a:xfrm>
                <a:off x="1792948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Text 18">
                <a:extLst>
                  <a:ext uri="{FF2B5EF4-FFF2-40B4-BE49-F238E27FC236}">
                    <ns2:creationId id="{48A39268-6AE6-42CD-AD75-C20C24A903E2}"/>
                  </a:ext>
                </a:extLst>
              </p:cNvPr>
              <p:cNvSpPr txBox="1"/>
              <p:nvPr/>
            </p:nvSpPr>
            <p:spPr>
              <a:xfrm>
                <a:off x="2169166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Text 43">
                <a:extLst>
                  <a:ext uri="{FF2B5EF4-FFF2-40B4-BE49-F238E27FC236}">
                    <ns2:creationId id="{8D52CF4B-A149-204F-EB5E-ADF63ACFBEE8}"/>
                  </a:ext>
                </a:extLst>
              </p:cNvPr>
              <p:cNvSpPr txBox="1"/>
              <p:nvPr/>
            </p:nvSpPr>
            <p:spPr>
              <a:xfrm>
                <a:off x="2545385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5" name="Text 71">
                <a:extLst>
                  <a:ext uri="{FF2B5EF4-FFF2-40B4-BE49-F238E27FC236}">
                    <ns2:creationId id="{B61DEA5E-64B5-6784-6400-13483F199DD1}"/>
                  </a:ext>
                </a:extLst>
              </p:cNvPr>
              <p:cNvSpPr txBox="1"/>
              <p:nvPr/>
            </p:nvSpPr>
            <p:spPr>
              <a:xfrm>
                <a:off x="2931785" y="2326739"/>
                <a:ext cx="109721" cy="15264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9" name="Shape 59">
                <a:extLst>
                  <a:ext uri="{FF2B5EF4-FFF2-40B4-BE49-F238E27FC236}">
                    <ns2:creationId id="{A6DC34A3-4880-A186-8C4D-FDDE05CE301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259966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3" name="Shape 59">
                <a:extLst>
                  <a:ext uri="{FF2B5EF4-FFF2-40B4-BE49-F238E27FC236}">
                    <ns2:creationId id="{F803B0C0-AE13-2C8D-CE33-C861DBC1D16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421799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5" name="Shape 59">
                <a:extLst>
                  <a:ext uri="{FF2B5EF4-FFF2-40B4-BE49-F238E27FC236}">
                    <ns2:creationId id="{577993D4-1DE4-E0C4-FE45-3B601F53D1D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61491" y="503842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9" name="十字形 558">
                <a:extLst>
                  <a:ext uri="{FF2B5EF4-FFF2-40B4-BE49-F238E27FC236}">
                    <ns2:creationId id="{70A416DD-891D-9380-3D4D-E4A3FF228B3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3406611" y="2543102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1" name="二等辺三角形 560">
                <a:extLst>
                  <a:ext uri="{FF2B5EF4-FFF2-40B4-BE49-F238E27FC236}">
                    <ns2:creationId id="{B57FF502-4349-C677-9DA4-8DCF49989F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52816" y="3379002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3" name="十字形 562">
                <a:extLst>
                  <a:ext uri="{FF2B5EF4-FFF2-40B4-BE49-F238E27FC236}">
                    <ns2:creationId id="{AD91AA44-4899-9C99-D762-02C43A6C08B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3412963" y="4099628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5" name="二等辺三角形 564">
                <a:extLst>
                  <a:ext uri="{FF2B5EF4-FFF2-40B4-BE49-F238E27FC236}">
                    <ns2:creationId id="{44CD78E5-7DB6-BFBD-88DE-F0E3DBB9D5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48962" y="5007746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68" name="コネクタ: カギ線 667">
                <a:extLst>
                  <a:ext uri="{FF2B5EF4-FFF2-40B4-BE49-F238E27FC236}">
                    <ns2:creationId id="{D36BB68D-C341-5ED3-636A-7D878129D0F9}"/>
                  </a:ext>
                </a:extLst>
              </p:cNvPr>
              <p:cNvCxnSpPr>
                <a:cxnSpLocks/>
                <a:stCxn id="349" idx="4"/>
                <a:endCxn id="351" idx="0"/>
              </p:cNvCxnSpPr>
              <p:nvPr/>
            </p:nvCxnSpPr>
            <p:spPr>
              <a:xfrm rot="16200000" flipH="1">
                <a:off x="1466047" y="2919108"/>
                <a:ext cx="593370" cy="38648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1" name="コネクタ: カギ線 690">
                <a:extLst>
                  <a:ext uri="{FF2B5EF4-FFF2-40B4-BE49-F238E27FC236}">
                    <ns2:creationId id="{12AE15FD-BC8E-74C7-B53A-ED13BA146B48}"/>
                  </a:ext>
                </a:extLst>
              </p:cNvPr>
              <p:cNvCxnSpPr>
                <a:cxnSpLocks/>
                <a:stCxn id="351" idx="4"/>
                <a:endCxn id="353" idx="0"/>
              </p:cNvCxnSpPr>
              <p:nvPr/>
            </p:nvCxnSpPr>
            <p:spPr>
              <a:xfrm rot="5400000">
                <a:off x="1466252" y="3728275"/>
                <a:ext cx="592962" cy="386483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4" name="コネクタ: カギ線 693">
                <a:extLst>
                  <a:ext uri="{FF2B5EF4-FFF2-40B4-BE49-F238E27FC236}">
                    <ns2:creationId id="{F280C337-6B3C-5FF4-0270-C45602ECFE98}"/>
                  </a:ext>
                </a:extLst>
              </p:cNvPr>
              <p:cNvCxnSpPr>
                <a:cxnSpLocks/>
                <a:stCxn id="353" idx="4"/>
                <a:endCxn id="355" idx="0"/>
              </p:cNvCxnSpPr>
              <p:nvPr/>
            </p:nvCxnSpPr>
            <p:spPr>
              <a:xfrm>
                <a:off x="1569491" y="4433997"/>
                <a:ext cx="0" cy="604428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0" name="コネクタ: カギ線 699">
                <a:extLst>
                  <a:ext uri="{FF2B5EF4-FFF2-40B4-BE49-F238E27FC236}">
                    <ns2:creationId id="{4AE5602B-EF67-7268-FF9A-E540FE510549}"/>
                  </a:ext>
                </a:extLst>
              </p:cNvPr>
              <p:cNvCxnSpPr>
                <a:cxnSpLocks/>
                <a:stCxn id="355" idx="4"/>
              </p:cNvCxnSpPr>
              <p:nvPr/>
            </p:nvCxnSpPr>
            <p:spPr>
              <a:xfrm>
                <a:off x="1569491" y="5254425"/>
                <a:ext cx="0" cy="451112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5" name="十字形 704">
                <a:extLst>
                  <a:ext uri="{FF2B5EF4-FFF2-40B4-BE49-F238E27FC236}">
                    <ns2:creationId id="{948ABBB9-2818-00F8-3F99-0036A073C8E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1457604" y="5345751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10" name="コネクタ: カギ線 709">
                <a:extLst>
                  <a:ext uri="{FF2B5EF4-FFF2-40B4-BE49-F238E27FC236}">
                    <ns2:creationId id="{EE6E5293-8F1A-F410-E703-4D395CD8533F}"/>
                  </a:ext>
                </a:extLst>
              </p:cNvPr>
              <p:cNvCxnSpPr>
                <a:cxnSpLocks/>
                <a:stCxn id="30" idx="4"/>
                <a:endCxn id="41" idx="6"/>
              </p:cNvCxnSpPr>
              <p:nvPr/>
            </p:nvCxnSpPr>
            <p:spPr>
              <a:xfrm rot="5400000">
                <a:off x="1653377" y="2835848"/>
                <a:ext cx="702400" cy="654172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1" name="Shape 59">
                <a:extLst>
                  <a:ext uri="{FF2B5EF4-FFF2-40B4-BE49-F238E27FC236}">
                    <ns2:creationId id="{0331B9FE-E4C8-9109-06A2-B887C6D296D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47974" y="3409035"/>
                <a:ext cx="216000" cy="216000"/>
              </a:xfrm>
              <a:prstGeom prst="ellipse">
                <a:avLst/>
              </a:prstGeom>
              <a:solidFill>
                <a:srgbClr val="7FC696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18" name="コネクタ: カギ線 717">
                <a:extLst>
                  <a:ext uri="{FF2B5EF4-FFF2-40B4-BE49-F238E27FC236}">
                    <ns2:creationId id="{C6BFC8CC-E981-F812-98B0-00BC65CB3BB8}"/>
                  </a:ext>
                </a:extLst>
              </p:cNvPr>
              <p:cNvCxnSpPr>
                <a:cxnSpLocks/>
                <a:stCxn id="41" idx="4"/>
                <a:endCxn id="42" idx="0"/>
              </p:cNvCxnSpPr>
              <p:nvPr/>
            </p:nvCxnSpPr>
            <p:spPr>
              <a:xfrm rot="16200000" flipH="1">
                <a:off x="1654048" y="3537577"/>
                <a:ext cx="593058" cy="76217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3" name="円弧 722">
                <a:extLst>
                  <a:ext uri="{FF2B5EF4-FFF2-40B4-BE49-F238E27FC236}">
                    <ns2:creationId id="{3EABB9B7-7634-B65A-B668-9F2DDA7BAC6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1540000">
                <a:off x="1852209" y="3748562"/>
                <a:ext cx="216000" cy="216000"/>
              </a:xfrm>
              <a:prstGeom prst="arc">
                <a:avLst>
                  <a:gd name="adj1" fmla="val 10764652"/>
                  <a:gd name="adj2" fmla="val 314703"/>
                </a:avLst>
              </a:prstGeom>
              <a:solidFill>
                <a:srgbClr val="FFFFFF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24" name="コネクタ: カギ線 723">
                <a:extLst>
                  <a:ext uri="{FF2B5EF4-FFF2-40B4-BE49-F238E27FC236}">
                    <ns2:creationId id="{53F814B1-063D-9B3D-FCBF-E074D23DCF83}"/>
                  </a:ext>
                </a:extLst>
              </p:cNvPr>
              <p:cNvCxnSpPr>
                <a:cxnSpLocks/>
                <a:stCxn id="42" idx="4"/>
                <a:endCxn id="43" idx="0"/>
              </p:cNvCxnSpPr>
              <p:nvPr/>
            </p:nvCxnSpPr>
            <p:spPr>
              <a:xfrm rot="16200000" flipH="1">
                <a:off x="2228567" y="4534287"/>
                <a:ext cx="600326" cy="394135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グループ化 38">
              <a:extLst>
                <a:ext uri="{FF2B5EF4-FFF2-40B4-BE49-F238E27FC236}">
                  <ns2:creationId id="{AC56BDB4-99B4-91D1-F727-B30010E17944}"/>
                </a:ext>
              </a:extLst>
            </p:cNvPr>
            <p:cNvGrpSpPr/>
            <p:nvPr/>
          </p:nvGrpSpPr>
          <p:grpSpPr>
            <a:xfrm>
              <a:off x="4222963" y="1029496"/>
              <a:ext cx="3744000" cy="5292000"/>
              <a:chOff x="4222963" y="1029496"/>
              <a:chExt cx="3744000" cy="5292000"/>
            </a:xfrm>
          </p:grpSpPr>
          <p:sp>
            <p:nvSpPr>
              <p:cNvPr id="6" name="Text 98">
                <a:extLst>
                  <a:ext uri="{FF2B5EF4-FFF2-40B4-BE49-F238E27FC236}">
                    <ns2:creationId id="{AD0A9CD1-4527-9CBA-38A3-0315D4EEC50C}"/>
                  </a:ext>
                </a:extLst>
              </p:cNvPr>
              <p:cNvSpPr txBox="1"/>
              <p:nvPr/>
            </p:nvSpPr>
            <p:spPr>
              <a:xfrm>
                <a:off x="4222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325" name="Text 6">
                <a:extLst>
                  <a:ext uri="{FF2B5EF4-FFF2-40B4-BE49-F238E27FC236}">
                    <ns2:creationId id="{65B067B2-F640-15A6-B5C5-4FEC4A44ADCA}"/>
                  </a:ext>
                </a:extLst>
              </p:cNvPr>
              <p:cNvSpPr txBox="1"/>
              <p:nvPr/>
            </p:nvSpPr>
            <p:spPr>
              <a:xfrm>
                <a:off x="4222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6" name="Text 7">
                <a:extLst>
                  <a:ext uri="{FF2B5EF4-FFF2-40B4-BE49-F238E27FC236}">
                    <ns2:creationId id="{E84A294A-30DF-E27E-F2F9-A5B21E51BF24}"/>
                  </a:ext>
                </a:extLst>
              </p:cNvPr>
              <p:cNvSpPr txBox="1"/>
              <p:nvPr/>
            </p:nvSpPr>
            <p:spPr>
              <a:xfrm>
                <a:off x="6112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7" name="Text 10">
                <a:extLst>
                  <a:ext uri="{FF2B5EF4-FFF2-40B4-BE49-F238E27FC236}">
                    <ns2:creationId id="{FCCC609A-2CBC-46E9-5F0B-C04C22B25BB9}"/>
                  </a:ext>
                </a:extLst>
              </p:cNvPr>
              <p:cNvSpPr txBox="1"/>
              <p:nvPr/>
            </p:nvSpPr>
            <p:spPr>
              <a:xfrm>
                <a:off x="4222963" y="1486566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328" name="Text 12">
                <a:extLst>
                  <a:ext uri="{FF2B5EF4-FFF2-40B4-BE49-F238E27FC236}">
                    <ns2:creationId id="{E82A326B-190F-6C98-51F9-7911177FFAC8}"/>
                  </a:ext>
                </a:extLst>
              </p:cNvPr>
              <p:cNvSpPr txBox="1"/>
              <p:nvPr/>
            </p:nvSpPr>
            <p:spPr>
              <a:xfrm>
                <a:off x="6444792" y="1486566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29" name="直線コネクタ 328">
                <a:extLst>
                  <a:ext uri="{FF2B5EF4-FFF2-40B4-BE49-F238E27FC236}">
                    <ns2:creationId id="{2D6E8447-59BA-19FE-1090-5D2D51D60F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2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直線コネクタ 329">
                <a:extLst>
                  <a:ext uri="{FF2B5EF4-FFF2-40B4-BE49-F238E27FC236}">
                    <ns2:creationId id="{C56B5A02-D5B4-E1DF-CF0B-861E016341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12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Text 12">
                <a:extLst>
                  <a:ext uri="{FF2B5EF4-FFF2-40B4-BE49-F238E27FC236}">
                    <ns2:creationId id="{52225D71-C764-CB7C-46B2-241737B59F9B}"/>
                  </a:ext>
                </a:extLst>
              </p:cNvPr>
              <p:cNvSpPr txBox="1"/>
              <p:nvPr/>
            </p:nvSpPr>
            <p:spPr>
              <a:xfrm>
                <a:off x="6154632" y="148656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2" name="Text 12">
                <a:extLst>
                  <a:ext uri="{FF2B5EF4-FFF2-40B4-BE49-F238E27FC236}">
                    <ns2:creationId id="{D6D57482-60F8-75E7-EDF6-191BFF68AF24}"/>
                  </a:ext>
                </a:extLst>
              </p:cNvPr>
              <p:cNvSpPr txBox="1"/>
              <p:nvPr/>
            </p:nvSpPr>
            <p:spPr>
              <a:xfrm>
                <a:off x="6154631" y="1685114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3" name="Text 12">
                <a:extLst>
                  <a:ext uri="{FF2B5EF4-FFF2-40B4-BE49-F238E27FC236}">
                    <ns2:creationId id="{F4166499-48B3-74E4-BD1F-584DEA2E042E}"/>
                  </a:ext>
                </a:extLst>
              </p:cNvPr>
              <p:cNvSpPr txBox="1"/>
              <p:nvPr/>
            </p:nvSpPr>
            <p:spPr>
              <a:xfrm>
                <a:off x="6444792" y="1685114"/>
                <a:ext cx="1512000" cy="82995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65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26">
                <a:extLst>
                  <a:ext uri="{FF2B5EF4-FFF2-40B4-BE49-F238E27FC236}">
                    <ns2:creationId id="{8834A406-478E-C55F-3FED-6CC8B3D10D6E}"/>
                  </a:ext>
                </a:extLst>
              </p:cNvPr>
              <p:cNvSpPr txBox="1"/>
              <p:nvPr/>
            </p:nvSpPr>
            <p:spPr>
              <a:xfrm>
                <a:off x="6958963" y="2326739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56" name="Text 29">
                <a:extLst>
                  <a:ext uri="{FF2B5EF4-FFF2-40B4-BE49-F238E27FC236}">
                    <ns2:creationId id="{883C70A2-226B-3B33-8A03-E8E441F55EDA}"/>
                  </a:ext>
                </a:extLst>
              </p:cNvPr>
              <p:cNvSpPr txBox="1"/>
              <p:nvPr/>
            </p:nvSpPr>
            <p:spPr>
              <a:xfrm>
                <a:off x="6958963" y="3946117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×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×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58" name="Text 32">
                <a:extLst>
                  <a:ext uri="{FF2B5EF4-FFF2-40B4-BE49-F238E27FC236}">
                    <ns2:creationId id="{86E70040-87D3-3996-2543-FCC3255B5E16}"/>
                  </a:ext>
                </a:extLst>
              </p:cNvPr>
              <p:cNvSpPr txBox="1"/>
              <p:nvPr/>
            </p:nvSpPr>
            <p:spPr>
              <a:xfrm>
                <a:off x="6958963" y="4755806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0" name="Text 35">
                <a:extLst>
                  <a:ext uri="{FF2B5EF4-FFF2-40B4-BE49-F238E27FC236}">
                    <ns2:creationId id="{DF69FAEF-3633-0824-1F3D-5DF0ADF56CC2}"/>
                  </a:ext>
                </a:extLst>
              </p:cNvPr>
              <p:cNvSpPr txBox="1"/>
              <p:nvPr/>
            </p:nvSpPr>
            <p:spPr>
              <a:xfrm>
                <a:off x="6958963" y="5565496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62" name="Text 28">
                <a:extLst>
                  <a:ext uri="{FF2B5EF4-FFF2-40B4-BE49-F238E27FC236}">
                    <ns2:creationId id="{D4B8EEAF-7071-A071-5465-BD520046BE65}"/>
                  </a:ext>
                </a:extLst>
              </p:cNvPr>
              <p:cNvSpPr txBox="1"/>
              <p:nvPr/>
            </p:nvSpPr>
            <p:spPr>
              <a:xfrm>
                <a:off x="6958963" y="3136428"/>
                <a:ext cx="1008000" cy="75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4" name="Text 26">
                <a:extLst>
                  <a:ext uri="{FF2B5EF4-FFF2-40B4-BE49-F238E27FC236}">
                    <ns2:creationId id="{092D5F0F-E423-0F93-B571-A898A4037FB1}"/>
                  </a:ext>
                </a:extLst>
              </p:cNvPr>
              <p:cNvSpPr txBox="1"/>
              <p:nvPr/>
            </p:nvSpPr>
            <p:spPr>
              <a:xfrm>
                <a:off x="4222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5" name="Text 29">
                <a:extLst>
                  <a:ext uri="{FF2B5EF4-FFF2-40B4-BE49-F238E27FC236}">
                    <ns2:creationId id="{94FEAF6D-79E3-7547-A0B4-93719DE7BBB9}"/>
                  </a:ext>
                </a:extLst>
              </p:cNvPr>
              <p:cNvSpPr txBox="1"/>
              <p:nvPr/>
            </p:nvSpPr>
            <p:spPr>
              <a:xfrm>
                <a:off x="4222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6" name="Text 32">
                <a:extLst>
                  <a:ext uri="{FF2B5EF4-FFF2-40B4-BE49-F238E27FC236}">
                    <ns2:creationId id="{44EB8FE5-C19A-11CE-3CDA-4EAF74185B13}"/>
                  </a:ext>
                </a:extLst>
              </p:cNvPr>
              <p:cNvSpPr txBox="1"/>
              <p:nvPr/>
            </p:nvSpPr>
            <p:spPr>
              <a:xfrm>
                <a:off x="4222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77" name="Text 35">
                <a:extLst>
                  <a:ext uri="{FF2B5EF4-FFF2-40B4-BE49-F238E27FC236}">
                    <ns2:creationId id="{E86F71C9-7B45-3E5D-1F6A-FF2E5A3D7FDE}"/>
                  </a:ext>
                </a:extLst>
              </p:cNvPr>
              <p:cNvSpPr txBox="1"/>
              <p:nvPr/>
            </p:nvSpPr>
            <p:spPr>
              <a:xfrm>
                <a:off x="4222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500" name="Text 14">
                <a:extLst>
                  <a:ext uri="{FF2B5EF4-FFF2-40B4-BE49-F238E27FC236}">
                    <ns2:creationId id="{180BCEEE-9EA8-8014-E0A9-E3914ADC019F}"/>
                  </a:ext>
                </a:extLst>
              </p:cNvPr>
              <p:cNvSpPr txBox="1"/>
              <p:nvPr/>
            </p:nvSpPr>
            <p:spPr>
              <a:xfrm>
                <a:off x="5333684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1" name="Text 16">
                <a:extLst>
                  <a:ext uri="{FF2B5EF4-FFF2-40B4-BE49-F238E27FC236}">
                    <ns2:creationId id="{53CD4B41-3B70-9BB7-2AF8-46FCDAB7B10A}"/>
                  </a:ext>
                </a:extLst>
              </p:cNvPr>
              <p:cNvSpPr txBox="1"/>
              <p:nvPr/>
            </p:nvSpPr>
            <p:spPr>
              <a:xfrm>
                <a:off x="5709902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2" name="Text 18">
                <a:extLst>
                  <a:ext uri="{FF2B5EF4-FFF2-40B4-BE49-F238E27FC236}">
                    <ns2:creationId id="{9F1A6F4B-6455-822E-3A6A-1EBBF0D61781}"/>
                  </a:ext>
                </a:extLst>
              </p:cNvPr>
              <p:cNvSpPr txBox="1"/>
              <p:nvPr/>
            </p:nvSpPr>
            <p:spPr>
              <a:xfrm>
                <a:off x="6086120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3" name="Text 43">
                <a:extLst>
                  <a:ext uri="{FF2B5EF4-FFF2-40B4-BE49-F238E27FC236}">
                    <ns2:creationId id="{3B6EA10D-BAB0-6947-E045-CB2B0DA8727D}"/>
                  </a:ext>
                </a:extLst>
              </p:cNvPr>
              <p:cNvSpPr txBox="1"/>
              <p:nvPr/>
            </p:nvSpPr>
            <p:spPr>
              <a:xfrm>
                <a:off x="6462339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4" name="Text 71">
                <a:extLst>
                  <a:ext uri="{FF2B5EF4-FFF2-40B4-BE49-F238E27FC236}">
                    <ns2:creationId id="{388E9DDE-959C-3150-43B4-89D761BAA5E1}"/>
                  </a:ext>
                </a:extLst>
              </p:cNvPr>
              <p:cNvSpPr txBox="1"/>
              <p:nvPr/>
            </p:nvSpPr>
            <p:spPr>
              <a:xfrm>
                <a:off x="6829489" y="2326739"/>
                <a:ext cx="109721" cy="15264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Shape 59">
                <a:extLst>
                  <a:ext uri="{FF2B5EF4-FFF2-40B4-BE49-F238E27FC236}">
                    <ns2:creationId id="{16BC4BA6-FF19-064E-832C-D41CC35274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61459" y="2594864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Shape 59">
                <a:extLst>
                  <a:ext uri="{FF2B5EF4-FFF2-40B4-BE49-F238E27FC236}">
                    <ns2:creationId id="{0108BDEE-7C6A-CD48-01C9-7B2F0CE772C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61459" y="340903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7" name="Shape 59">
                <a:extLst>
                  <a:ext uri="{FF2B5EF4-FFF2-40B4-BE49-F238E27FC236}">
                    <ns2:creationId id="{B1276773-F871-C2BA-59D5-35B1C03E6A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61459" y="421978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9" name="Shape 59">
                <a:extLst>
                  <a:ext uri="{FF2B5EF4-FFF2-40B4-BE49-F238E27FC236}">
                    <ns2:creationId id="{51BE586B-C745-8A54-9B07-D295732832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05751" y="502580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1" name="Shape 59">
                <a:extLst>
                  <a:ext uri="{FF2B5EF4-FFF2-40B4-BE49-F238E27FC236}">
                    <ns2:creationId id="{5BADF9E3-ADDB-F58C-DF42-F68A720871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151679" y="2594864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3" name="Shape 59">
                <a:extLst>
                  <a:ext uri="{FF2B5EF4-FFF2-40B4-BE49-F238E27FC236}">
                    <ns2:creationId id="{5C5D47A7-D59D-F8ED-59B7-6DBDE3929D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12527" y="340903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5" name="Shape 59">
                <a:extLst>
                  <a:ext uri="{FF2B5EF4-FFF2-40B4-BE49-F238E27FC236}">
                    <ns2:creationId id="{35E31573-AFB0-6A28-1114-19D320F0A7A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151679" y="421978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7" name="Shape 59">
                <a:extLst>
                  <a:ext uri="{FF2B5EF4-FFF2-40B4-BE49-F238E27FC236}">
                    <ns2:creationId id="{C99B99E0-CDB4-C4A3-BB64-62AFC3BF5A3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518586" y="502580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9" name="Shape 59">
                <a:extLst>
                  <a:ext uri="{FF2B5EF4-FFF2-40B4-BE49-F238E27FC236}">
                    <ns2:creationId id="{F1FA7416-544B-2D3F-DC22-9B77B71ABA4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812527" y="583549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1" name="二等辺三角形 650">
                <a:extLst>
                  <a:ext uri="{FF2B5EF4-FFF2-40B4-BE49-F238E27FC236}">
                    <ns2:creationId id="{03E85F1A-2506-525B-06D5-E09B04B1B7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0414" y="2586280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3" name="二等辺三角形 652">
                <a:extLst>
                  <a:ext uri="{FF2B5EF4-FFF2-40B4-BE49-F238E27FC236}">
                    <ns2:creationId id="{CD4C5B80-8943-3AE4-23A3-DB959B6370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0414" y="3384784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5" name="十字形 654">
                <a:extLst>
                  <a:ext uri="{FF2B5EF4-FFF2-40B4-BE49-F238E27FC236}">
                    <ns2:creationId id="{A8F88D4B-7F6C-E4D7-BA20-1FF4AEBD4D8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7248227" y="4179321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7" name="十字形 656">
                <a:extLst>
                  <a:ext uri="{FF2B5EF4-FFF2-40B4-BE49-F238E27FC236}">
                    <ns2:creationId id="{8CB5499F-7233-11BA-A2FE-1D522C91F92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7273809" y="4979281"/>
                <a:ext cx="324000" cy="324000"/>
              </a:xfrm>
              <a:prstGeom prst="plus">
                <a:avLst>
                  <a:gd name="adj" fmla="val 50000"/>
                </a:avLst>
              </a:prstGeom>
              <a:noFill/>
              <a:ln w="28575">
                <a:solidFill>
                  <a:schemeClr val="bg1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9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9" name="二等辺三角形 658">
                <a:extLst>
                  <a:ext uri="{FF2B5EF4-FFF2-40B4-BE49-F238E27FC236}">
                    <ns2:creationId id="{D3B75F38-4112-3C30-2FE2-F16AEE7D05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36963" y="5834875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27" name="コネクタ: カギ線 726">
                <a:extLst>
                  <a:ext uri="{FF2B5EF4-FFF2-40B4-BE49-F238E27FC236}">
                    <ns2:creationId id="{ACC350B9-3A13-C9FA-A4E5-84192C113FEF}"/>
                  </a:ext>
                </a:extLst>
              </p:cNvPr>
              <p:cNvCxnSpPr>
                <a:cxnSpLocks/>
                <a:stCxn id="543" idx="4"/>
                <a:endCxn id="545" idx="1"/>
              </p:cNvCxnSpPr>
              <p:nvPr/>
            </p:nvCxnSpPr>
            <p:spPr>
              <a:xfrm rot="5400000">
                <a:off x="5516374" y="3087581"/>
                <a:ext cx="629803" cy="7636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0" name="コネクタ: カギ線 729">
                <a:extLst>
                  <a:ext uri="{FF2B5EF4-FFF2-40B4-BE49-F238E27FC236}">
                    <ns2:creationId id="{BDB9E3CC-73C7-A20B-FDC0-C455E9C5DDEF}"/>
                  </a:ext>
                </a:extLst>
              </p:cNvPr>
              <p:cNvCxnSpPr>
                <a:cxnSpLocks/>
                <a:stCxn id="591" idx="4"/>
                <a:endCxn id="593" idx="6"/>
              </p:cNvCxnSpPr>
              <p:nvPr/>
            </p:nvCxnSpPr>
            <p:spPr>
              <a:xfrm rot="5400000">
                <a:off x="5791018" y="3048373"/>
                <a:ext cx="706171" cy="231152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3" name="コネクタ: カギ線 732">
                <a:extLst>
                  <a:ext uri="{FF2B5EF4-FFF2-40B4-BE49-F238E27FC236}">
                    <ns2:creationId id="{778ECE97-6135-90A9-93B0-266776114BFD}"/>
                  </a:ext>
                </a:extLst>
              </p:cNvPr>
              <p:cNvCxnSpPr>
                <a:cxnSpLocks/>
                <a:stCxn id="545" idx="3"/>
                <a:endCxn id="547" idx="0"/>
              </p:cNvCxnSpPr>
              <p:nvPr/>
            </p:nvCxnSpPr>
            <p:spPr>
              <a:xfrm rot="16200000" flipH="1">
                <a:off x="5518083" y="3868411"/>
                <a:ext cx="626384" cy="7636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5" name="コネクタ: カギ線 734">
                <a:extLst>
                  <a:ext uri="{FF2B5EF4-FFF2-40B4-BE49-F238E27FC236}">
                    <ns2:creationId id="{CAEC7E7A-0E6B-344F-E621-8042CC74001B}"/>
                  </a:ext>
                </a:extLst>
              </p:cNvPr>
              <p:cNvCxnSpPr>
                <a:cxnSpLocks/>
                <a:stCxn id="593" idx="4"/>
                <a:endCxn id="595" idx="0"/>
              </p:cNvCxnSpPr>
              <p:nvPr/>
            </p:nvCxnSpPr>
            <p:spPr>
              <a:xfrm rot="16200000" flipH="1">
                <a:off x="5792727" y="3752835"/>
                <a:ext cx="594752" cy="33915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9" name="コネクタ: カギ線 738">
                <a:extLst>
                  <a:ext uri="{FF2B5EF4-FFF2-40B4-BE49-F238E27FC236}">
                    <ns2:creationId id="{D4C05B86-C3A7-ACD1-12F9-623D87AFBEEB}"/>
                  </a:ext>
                </a:extLst>
              </p:cNvPr>
              <p:cNvCxnSpPr>
                <a:cxnSpLocks/>
                <a:stCxn id="595" idx="4"/>
                <a:endCxn id="597" idx="0"/>
              </p:cNvCxnSpPr>
              <p:nvPr/>
            </p:nvCxnSpPr>
            <p:spPr>
              <a:xfrm rot="16200000" flipH="1">
                <a:off x="6148123" y="4547342"/>
                <a:ext cx="590019" cy="36690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2" name="コネクタ: カギ線 741">
                <a:extLst>
                  <a:ext uri="{FF2B5EF4-FFF2-40B4-BE49-F238E27FC236}">
                    <ns2:creationId id="{F59EFB21-6F5B-3379-0602-9594C6181DDF}"/>
                  </a:ext>
                </a:extLst>
              </p:cNvPr>
              <p:cNvCxnSpPr>
                <a:cxnSpLocks/>
                <a:stCxn id="547" idx="4"/>
                <a:endCxn id="549" idx="0"/>
              </p:cNvCxnSpPr>
              <p:nvPr/>
            </p:nvCxnSpPr>
            <p:spPr>
              <a:xfrm rot="5400000">
                <a:off x="5396596" y="4552942"/>
                <a:ext cx="590019" cy="35570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6" name="コネクタ: カギ線 745">
                <a:extLst>
                  <a:ext uri="{FF2B5EF4-FFF2-40B4-BE49-F238E27FC236}">
                    <ns2:creationId id="{93480108-4167-7EEF-28EB-DC1E4E4C3F14}"/>
                  </a:ext>
                </a:extLst>
              </p:cNvPr>
              <p:cNvCxnSpPr>
                <a:cxnSpLocks/>
                <a:stCxn id="597" idx="4"/>
                <a:endCxn id="599" idx="0"/>
              </p:cNvCxnSpPr>
              <p:nvPr/>
            </p:nvCxnSpPr>
            <p:spPr>
              <a:xfrm rot="5400000">
                <a:off x="5976712" y="5185622"/>
                <a:ext cx="593690" cy="706059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9" name="コネクタ: カギ線 748">
                <a:extLst>
                  <a:ext uri="{FF2B5EF4-FFF2-40B4-BE49-F238E27FC236}">
                    <ns2:creationId id="{0888038E-1981-AED4-59C5-93A0C5229588}"/>
                  </a:ext>
                </a:extLst>
              </p:cNvPr>
              <p:cNvCxnSpPr>
                <a:cxnSpLocks/>
                <a:stCxn id="549" idx="4"/>
              </p:cNvCxnSpPr>
              <p:nvPr/>
            </p:nvCxnSpPr>
            <p:spPr>
              <a:xfrm flipH="1">
                <a:off x="5512528" y="5241806"/>
                <a:ext cx="1223" cy="451112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0" name="十字形 749">
                <a:extLst>
                  <a:ext uri="{FF2B5EF4-FFF2-40B4-BE49-F238E27FC236}">
                    <ns2:creationId id="{B57825B4-456C-3808-FF1D-C8E923FB034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5413543" y="5345751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4" name="グループ化 43">
              <a:extLst>
                <a:ext uri="{FF2B5EF4-FFF2-40B4-BE49-F238E27FC236}">
                  <ns2:creationId id="{4E588C82-9EE6-CDBD-5168-C6DC2EA714A2}"/>
                </a:ext>
              </a:extLst>
            </p:cNvPr>
            <p:cNvGrpSpPr/>
            <p:nvPr/>
          </p:nvGrpSpPr>
          <p:grpSpPr>
            <a:xfrm>
              <a:off x="8110963" y="1029496"/>
              <a:ext cx="3744000" cy="4628025"/>
              <a:chOff x="8110963" y="1029496"/>
              <a:chExt cx="3744000" cy="4628025"/>
            </a:xfrm>
          </p:grpSpPr>
          <p:sp>
            <p:nvSpPr>
              <p:cNvPr id="7" name="Text 191">
                <a:extLst>
                  <a:ext uri="{FF2B5EF4-FFF2-40B4-BE49-F238E27FC236}">
                    <ns2:creationId id="{FDB45798-8FAE-3952-9788-73D774042AD5}"/>
                  </a:ext>
                </a:extLst>
              </p:cNvPr>
              <p:cNvSpPr txBox="1"/>
              <p:nvPr/>
            </p:nvSpPr>
            <p:spPr>
              <a:xfrm>
                <a:off x="8110963" y="1029496"/>
                <a:ext cx="3744000" cy="225497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85" name="Text 26">
                <a:extLst>
                  <a:ext uri="{FF2B5EF4-FFF2-40B4-BE49-F238E27FC236}">
                    <ns2:creationId id="{68653BFE-1184-2CE6-57CB-FC785E81E74E}"/>
                  </a:ext>
                </a:extLst>
              </p:cNvPr>
              <p:cNvSpPr txBox="1"/>
              <p:nvPr/>
            </p:nvSpPr>
            <p:spPr>
              <a:xfrm>
                <a:off x="8110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86" name="Text 29">
                <a:extLst>
                  <a:ext uri="{FF2B5EF4-FFF2-40B4-BE49-F238E27FC236}">
                    <ns2:creationId id="{822364E2-A437-55D9-326E-B62065016A95}"/>
                  </a:ext>
                </a:extLst>
              </p:cNvPr>
              <p:cNvSpPr txBox="1"/>
              <p:nvPr/>
            </p:nvSpPr>
            <p:spPr>
              <a:xfrm>
                <a:off x="8110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none" lIns="36000" tIns="36000" rIns="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87" name="Text 32">
                <a:extLst>
                  <a:ext uri="{FF2B5EF4-FFF2-40B4-BE49-F238E27FC236}">
                    <ns2:creationId id="{CCE28E45-32AF-614B-E526-A8764534BB80}"/>
                  </a:ext>
                </a:extLst>
              </p:cNvPr>
              <p:cNvSpPr txBox="1"/>
              <p:nvPr/>
            </p:nvSpPr>
            <p:spPr>
              <a:xfrm>
                <a:off x="8110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 algn="ctr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88" name="Text 35">
                <a:extLst>
                  <a:ext uri="{FF2B5EF4-FFF2-40B4-BE49-F238E27FC236}">
                    <ns2:creationId id="{6B79164E-3B1F-ECB1-03ED-64ED3323ECE7}"/>
                  </a:ext>
                </a:extLst>
              </p:cNvPr>
              <p:cNvSpPr txBox="1"/>
              <p:nvPr/>
            </p:nvSpPr>
            <p:spPr>
              <a:xfrm>
                <a:off x="8110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0" name="Text 26">
                <a:extLst>
                  <a:ext uri="{FF2B5EF4-FFF2-40B4-BE49-F238E27FC236}">
                    <ns2:creationId id="{4F631AFC-62A8-445A-7564-C0E1BECF38F7}"/>
                  </a:ext>
                </a:extLst>
              </p:cNvPr>
              <p:cNvSpPr txBox="1"/>
              <p:nvPr/>
            </p:nvSpPr>
            <p:spPr>
              <a:xfrm>
                <a:off x="10846963" y="2326739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91" name="Text 29">
                <a:extLst>
                  <a:ext uri="{FF2B5EF4-FFF2-40B4-BE49-F238E27FC236}">
                    <ns2:creationId id="{1DF86288-9F90-3952-44C0-3C4C992DA323}"/>
                  </a:ext>
                </a:extLst>
              </p:cNvPr>
              <p:cNvSpPr txBox="1"/>
              <p:nvPr/>
            </p:nvSpPr>
            <p:spPr>
              <a:xfrm>
                <a:off x="10846963" y="3136428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KPI</a:t>
                </a:r>
                <a:r>
                  <a:rPr lang="ja-JP" altLang="en-US" sz="7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292" name="Text 32">
                <a:extLst>
                  <a:ext uri="{FF2B5EF4-FFF2-40B4-BE49-F238E27FC236}">
                    <ns2:creationId id="{3FB46FEB-3DBC-D9F6-5B3C-C94AFD0F5897}"/>
                  </a:ext>
                </a:extLst>
              </p:cNvPr>
              <p:cNvSpPr txBox="1"/>
              <p:nvPr/>
            </p:nvSpPr>
            <p:spPr>
              <a:xfrm>
                <a:off x="10846963" y="3946117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×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293" name="Text 35">
                <a:extLst>
                  <a:ext uri="{FF2B5EF4-FFF2-40B4-BE49-F238E27FC236}">
                    <ns2:creationId id="{8E0C9F31-5E26-316C-8D91-4A21433F08AE}"/>
                  </a:ext>
                </a:extLst>
              </p:cNvPr>
              <p:cNvSpPr txBox="1"/>
              <p:nvPr/>
            </p:nvSpPr>
            <p:spPr>
              <a:xfrm>
                <a:off x="10846963" y="4755806"/>
                <a:ext cx="1008000" cy="756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/>
              <a:lstStyle/>
              <a:p>
                <a:pPr marL="0" indent="0">
                  <a:lnSpc>
                    <a:spcPts val="900"/>
                  </a:lnSpc>
                  <a:buNone/>
                </a:pP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</a:p>
            </p:txBody>
          </p:sp>
          <p:sp>
            <p:nvSpPr>
              <p:cNvPr id="335" name="Text 6">
                <a:extLst>
                  <a:ext uri="{FF2B5EF4-FFF2-40B4-BE49-F238E27FC236}">
                    <ns2:creationId id="{95031C47-12D9-3E11-4B89-B4241DD3D646}"/>
                  </a:ext>
                </a:extLst>
              </p:cNvPr>
              <p:cNvSpPr txBox="1"/>
              <p:nvPr/>
            </p:nvSpPr>
            <p:spPr>
              <a:xfrm>
                <a:off x="8110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6" name="Text 7">
                <a:extLst>
                  <a:ext uri="{FF2B5EF4-FFF2-40B4-BE49-F238E27FC236}">
                    <ns2:creationId id="{D07C00CA-CCF7-F875-C270-234571D0BFD7}"/>
                  </a:ext>
                </a:extLst>
              </p:cNvPr>
              <p:cNvSpPr txBox="1"/>
              <p:nvPr/>
            </p:nvSpPr>
            <p:spPr>
              <a:xfrm>
                <a:off x="10000963" y="1313107"/>
                <a:ext cx="1854000" cy="1300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7" name="Text 10">
                <a:extLst>
                  <a:ext uri="{FF2B5EF4-FFF2-40B4-BE49-F238E27FC236}">
                    <ns2:creationId id="{94E0AA81-C3C8-2ECF-F1FC-983B6CAF7445}"/>
                  </a:ext>
                </a:extLst>
              </p:cNvPr>
              <p:cNvSpPr txBox="1"/>
              <p:nvPr/>
            </p:nvSpPr>
            <p:spPr>
              <a:xfrm>
                <a:off x="8110963" y="1486566"/>
                <a:ext cx="1854000" cy="324000"/>
              </a:xfrm>
              <a:prstGeom prst="rect">
                <a:avLst/>
              </a:prstGeom>
              <a:noFill/>
              <a:ln/>
            </p:spPr>
            <p:txBody>
              <a:bodyPr wrap="square" lIns="36000" tIns="0" rIns="0" bIns="0" rtlCol="0" anchor="t"/>
              <a:lstStyle/>
              <a:p>
                <a:pPr marL="0" indent="0">
                  <a:lnSpc>
                    <a:spcPts val="750"/>
                  </a:lnSpc>
                  <a:buNone/>
                </a:pP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 </a:t>
                </a: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ja-JP" altLang="en-US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</a:p>
            </p:txBody>
          </p:sp>
          <p:sp>
            <p:nvSpPr>
              <p:cNvPr id="338" name="Text 12">
                <a:extLst>
                  <a:ext uri="{FF2B5EF4-FFF2-40B4-BE49-F238E27FC236}">
                    <ns2:creationId id="{5A8F9152-0D98-BF7F-F392-12C7F3D88FA4}"/>
                  </a:ext>
                </a:extLst>
              </p:cNvPr>
              <p:cNvSpPr txBox="1"/>
              <p:nvPr/>
            </p:nvSpPr>
            <p:spPr>
              <a:xfrm>
                <a:off x="10332792" y="1486566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KPI</a:t>
                </a:r>
                <a:r>
                  <a:rPr lang="ja-JP" altLang="en-US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39" name="直線コネクタ 338">
                <a:extLst>
                  <a:ext uri="{FF2B5EF4-FFF2-40B4-BE49-F238E27FC236}">
                    <ns2:creationId id="{57D5BA24-9B26-F5F0-3457-14F6C899B0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0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0" name="直線コネクタ 339">
                <a:extLst>
                  <a:ext uri="{FF2B5EF4-FFF2-40B4-BE49-F238E27FC236}">
                    <ns2:creationId id="{6118E9C1-581F-B17A-3EF1-B5C60E3409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00963" y="1442685"/>
                <a:ext cx="1854000" cy="0"/>
              </a:xfrm>
              <a:prstGeom prst="line">
                <a:avLst/>
              </a:prstGeom>
              <a:ln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1" name="Text 12">
                <a:extLst>
                  <a:ext uri="{FF2B5EF4-FFF2-40B4-BE49-F238E27FC236}">
                    <ns2:creationId id="{9E592D9C-4ACB-E57D-D732-846E2B21E40C}"/>
                  </a:ext>
                </a:extLst>
              </p:cNvPr>
              <p:cNvSpPr txBox="1"/>
              <p:nvPr/>
            </p:nvSpPr>
            <p:spPr>
              <a:xfrm>
                <a:off x="10042632" y="1486566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2" name="Text 12">
                <a:extLst>
                  <a:ext uri="{FF2B5EF4-FFF2-40B4-BE49-F238E27FC236}">
                    <ns2:creationId id="{CD0862EB-2ECE-56CE-5217-A2EC0080B59E}"/>
                  </a:ext>
                </a:extLst>
              </p:cNvPr>
              <p:cNvSpPr txBox="1"/>
              <p:nvPr/>
            </p:nvSpPr>
            <p:spPr>
              <a:xfrm>
                <a:off x="10042631" y="1685114"/>
                <a:ext cx="252000" cy="82996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103000"/>
                  </a:lnSpc>
                  <a:buNone/>
                </a:pPr>
                <a:r>
                  <a:rPr lang="ja-JP" altLang="en-US" sz="6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6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3" name="Text 12">
                <a:extLst>
                  <a:ext uri="{FF2B5EF4-FFF2-40B4-BE49-F238E27FC236}">
                    <ns2:creationId id="{E502082E-E854-06C6-769E-07A882D7EBA9}"/>
                  </a:ext>
                </a:extLst>
              </p:cNvPr>
              <p:cNvSpPr txBox="1"/>
              <p:nvPr/>
            </p:nvSpPr>
            <p:spPr>
              <a:xfrm>
                <a:off x="10332792" y="1685114"/>
                <a:ext cx="1512000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/>
              <a:lstStyle/>
              <a:p>
                <a:pPr marL="0" indent="0">
                  <a:lnSpc>
                    <a:spcPct val="103000"/>
                  </a:lnSpc>
                  <a:buNone/>
                </a:pPr>
                <a:r>
                  <a:rPr lang="ja-JP" alt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9" name="Text 14">
                <a:extLst>
                  <a:ext uri="{FF2B5EF4-FFF2-40B4-BE49-F238E27FC236}">
                    <ns2:creationId id="{90E66E60-BE67-3195-003C-3913216479C9}"/>
                  </a:ext>
                </a:extLst>
              </p:cNvPr>
              <p:cNvSpPr txBox="1"/>
              <p:nvPr/>
            </p:nvSpPr>
            <p:spPr>
              <a:xfrm>
                <a:off x="9164013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0" name="Text 16">
                <a:extLst>
                  <a:ext uri="{FF2B5EF4-FFF2-40B4-BE49-F238E27FC236}">
                    <ns2:creationId id="{5AF8F8F2-1292-CFAD-1B31-260F59DD7DF2}"/>
                  </a:ext>
                </a:extLst>
              </p:cNvPr>
              <p:cNvSpPr txBox="1"/>
              <p:nvPr/>
            </p:nvSpPr>
            <p:spPr>
              <a:xfrm>
                <a:off x="9540231" y="1963578"/>
                <a:ext cx="324000" cy="26018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ja-JP" altLang="en-US" sz="700" b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1" name="Text 18">
                <a:extLst>
                  <a:ext uri="{FF2B5EF4-FFF2-40B4-BE49-F238E27FC236}">
                    <ns2:creationId id="{7EE6353E-1AA1-600D-1CD4-98C912658BB6}"/>
                  </a:ext>
                </a:extLst>
              </p:cNvPr>
              <p:cNvSpPr txBox="1"/>
              <p:nvPr/>
            </p:nvSpPr>
            <p:spPr>
              <a:xfrm>
                <a:off x="9916449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2" name="Text 43">
                <a:extLst>
                  <a:ext uri="{FF2B5EF4-FFF2-40B4-BE49-F238E27FC236}">
                    <ns2:creationId id="{2FE856E1-29F1-E404-3D2C-768BBED47A23}"/>
                  </a:ext>
                </a:extLst>
              </p:cNvPr>
              <p:cNvSpPr txBox="1"/>
              <p:nvPr/>
            </p:nvSpPr>
            <p:spPr>
              <a:xfrm>
                <a:off x="10292668" y="1963578"/>
                <a:ext cx="324000" cy="260188"/>
              </a:xfrm>
              <a:prstGeom prst="rect">
                <a:avLst/>
              </a:prstGeom>
              <a:solidFill>
                <a:srgbClr val="CFEAD6"/>
              </a:solidFill>
              <a:ln>
                <a:solidFill>
                  <a:srgbClr val="008D2E"/>
                </a:solidFill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700" b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8" name="Text 71">
                <a:extLst>
                  <a:ext uri="{FF2B5EF4-FFF2-40B4-BE49-F238E27FC236}">
                    <ns2:creationId id="{C30816A6-22EA-2507-31CA-5E141738D84A}"/>
                  </a:ext>
                </a:extLst>
              </p:cNvPr>
              <p:cNvSpPr txBox="1"/>
              <p:nvPr/>
            </p:nvSpPr>
            <p:spPr>
              <a:xfrm>
                <a:off x="10727194" y="2326739"/>
                <a:ext cx="109721" cy="152640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b="1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7" name="Shape 59">
                <a:extLst>
                  <a:ext uri="{FF2B5EF4-FFF2-40B4-BE49-F238E27FC236}">
                    <ns2:creationId id="{1E0BA3B7-496D-41A4-A5D5-702559B063C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83851" y="2599665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1" name="Shape 59">
                <a:extLst>
                  <a:ext uri="{FF2B5EF4-FFF2-40B4-BE49-F238E27FC236}">
                    <ns2:creationId id="{C5133BDE-2F7A-17C2-89AB-8CA9A40414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83851" y="4217767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3" name="Shape 59">
                <a:extLst>
                  <a:ext uri="{FF2B5EF4-FFF2-40B4-BE49-F238E27FC236}">
                    <ns2:creationId id="{5E7B30B0-F070-57D4-5C1D-ECE389495A2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83851" y="5023976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3" name="Shape 59">
                <a:extLst>
                  <a:ext uri="{FF2B5EF4-FFF2-40B4-BE49-F238E27FC236}">
                    <ns2:creationId id="{07D67FE9-47AD-D4DE-E4D8-73D4398255D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64476" y="2599665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5" name="Shape 59">
                <a:extLst>
                  <a:ext uri="{FF2B5EF4-FFF2-40B4-BE49-F238E27FC236}">
                    <ns2:creationId id="{4F39ED14-E78C-4335-B391-647B9B6E255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64476" y="3402458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7" name="Shape 59">
                <a:extLst>
                  <a:ext uri="{FF2B5EF4-FFF2-40B4-BE49-F238E27FC236}">
                    <ns2:creationId id="{FC1F347B-30BB-106D-9DB3-676807C2CF3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64476" y="4217767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9" name="Shape 59">
                <a:extLst>
                  <a:ext uri="{FF2B5EF4-FFF2-40B4-BE49-F238E27FC236}">
                    <ns2:creationId id="{49F48BAC-74F8-9019-FC67-AFAEA004B8A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59589" y="5023976"/>
                <a:ext cx="216000" cy="216000"/>
              </a:xfrm>
              <a:prstGeom prst="ellipse">
                <a:avLst/>
              </a:prstGeom>
              <a:solidFill>
                <a:srgbClr val="008D2E">
                  <a:alpha val="50000"/>
                </a:srgbClr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9" name="Shape 59">
                <a:extLst>
                  <a:ext uri="{FF2B5EF4-FFF2-40B4-BE49-F238E27FC236}">
                    <ns2:creationId id="{42731660-E070-3C89-324C-B55ACCED98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651460" y="3402458"/>
                <a:ext cx="216000" cy="216000"/>
              </a:xfrm>
              <a:prstGeom prst="ellipse">
                <a:avLst/>
              </a:prstGeom>
              <a:solidFill>
                <a:srgbClr val="008D2E"/>
              </a:solidFill>
              <a:ln/>
            </p:spPr>
            <p:txBody>
              <a:bodyPr lIns="0" tIns="0" rIns="0" bIns="0"/>
              <a:lstStyle/>
              <a:p>
                <a:pPr algn="ctr"/>
                <a:r>
                  <a:rPr lang="en-US" altLang="ja-JP" sz="8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8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1" name="二等辺三角形 660">
                <a:extLst>
                  <a:ext uri="{FF2B5EF4-FFF2-40B4-BE49-F238E27FC236}">
                    <ns2:creationId id="{C253B94E-4051-4CB6-3470-AC657C5F9F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2596118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3" name="二等辺三角形 662">
                <a:extLst>
                  <a:ext uri="{FF2B5EF4-FFF2-40B4-BE49-F238E27FC236}">
                    <ns2:creationId id="{35B11B97-3AC5-CFBF-D01E-BF04C3F63CC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3405807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5" name="二等辺三角形 664">
                <a:extLst>
                  <a:ext uri="{FF2B5EF4-FFF2-40B4-BE49-F238E27FC236}">
                    <ns2:creationId id="{8438EBFC-950C-7A63-B87D-BC81C733CD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4215496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7" name="二等辺三角形 666">
                <a:extLst>
                  <a:ext uri="{FF2B5EF4-FFF2-40B4-BE49-F238E27FC236}">
                    <ns2:creationId id="{101E49E3-41E4-1231-3230-0994A21E5CA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224963" y="4998341"/>
                <a:ext cx="252000" cy="217242"/>
              </a:xfrm>
              <a:prstGeom prst="triangle">
                <a:avLst/>
              </a:prstGeom>
              <a:noFill/>
              <a:ln w="28575" cap="flat" cmpd="sng" algn="ctr">
                <a:solidFill>
                  <a:schemeClr val="bg1">
                    <a:lumMod val="65000"/>
                    <a:alpha val="2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54" name="コネクタ: カギ線 753">
                <a:extLst>
                  <a:ext uri="{FF2B5EF4-FFF2-40B4-BE49-F238E27FC236}">
                    <ns2:creationId id="{B9B3B9FA-FD14-670E-76F5-0AF6EC528C21}"/>
                  </a:ext>
                </a:extLst>
              </p:cNvPr>
              <p:cNvCxnSpPr>
                <a:cxnSpLocks/>
                <a:stCxn id="623" idx="4"/>
                <a:endCxn id="625" idx="0"/>
              </p:cNvCxnSpPr>
              <p:nvPr/>
            </p:nvCxnSpPr>
            <p:spPr>
              <a:xfrm>
                <a:off x="9672476" y="2815665"/>
                <a:ext cx="0" cy="586793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コネクタ: カギ線 756">
                <a:extLst>
                  <a:ext uri="{FF2B5EF4-FFF2-40B4-BE49-F238E27FC236}">
                    <ns2:creationId id="{366BC88F-42DB-FAC4-5705-865292DAE266}"/>
                  </a:ext>
                </a:extLst>
              </p:cNvPr>
              <p:cNvCxnSpPr>
                <a:cxnSpLocks/>
                <a:stCxn id="607" idx="4"/>
                <a:endCxn id="609" idx="6"/>
              </p:cNvCxnSpPr>
              <p:nvPr/>
            </p:nvCxnSpPr>
            <p:spPr>
              <a:xfrm rot="5400000">
                <a:off x="9632260" y="3050866"/>
                <a:ext cx="694793" cy="224391"/>
              </a:xfrm>
              <a:prstGeom prst="bentConnector2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0" name="コネクタ: カギ線 759">
                <a:extLst>
                  <a:ext uri="{FF2B5EF4-FFF2-40B4-BE49-F238E27FC236}">
                    <ns2:creationId id="{B1C67CAC-71D1-2F6A-3D71-20A2819DB34A}"/>
                  </a:ext>
                </a:extLst>
              </p:cNvPr>
              <p:cNvCxnSpPr>
                <a:cxnSpLocks/>
                <a:stCxn id="625" idx="4"/>
                <a:endCxn id="627" idx="0"/>
              </p:cNvCxnSpPr>
              <p:nvPr/>
            </p:nvCxnSpPr>
            <p:spPr>
              <a:xfrm>
                <a:off x="9672476" y="3618458"/>
                <a:ext cx="0" cy="599309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1" name="コネクタ: カギ線 760">
                <a:extLst>
                  <a:ext uri="{FF2B5EF4-FFF2-40B4-BE49-F238E27FC236}">
                    <ns2:creationId id="{0A9A479B-E916-4EB2-C3D1-0CB112F121D4}"/>
                  </a:ext>
                </a:extLst>
              </p:cNvPr>
              <p:cNvCxnSpPr>
                <a:cxnSpLocks/>
                <a:stCxn id="609" idx="4"/>
                <a:endCxn id="611" idx="0"/>
              </p:cNvCxnSpPr>
              <p:nvPr/>
            </p:nvCxnSpPr>
            <p:spPr>
              <a:xfrm rot="16200000" flipH="1">
                <a:off x="9626001" y="3751916"/>
                <a:ext cx="599309" cy="33239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8" name="コネクタ: カギ線 767">
                <a:extLst>
                  <a:ext uri="{FF2B5EF4-FFF2-40B4-BE49-F238E27FC236}">
                    <ns2:creationId id="{0F3623AD-8823-93C8-4BBC-46C9A330D277}"/>
                  </a:ext>
                </a:extLst>
              </p:cNvPr>
              <p:cNvCxnSpPr>
                <a:cxnSpLocks/>
                <a:stCxn id="627" idx="4"/>
                <a:endCxn id="629" idx="0"/>
              </p:cNvCxnSpPr>
              <p:nvPr/>
            </p:nvCxnSpPr>
            <p:spPr>
              <a:xfrm rot="5400000">
                <a:off x="9224929" y="4576428"/>
                <a:ext cx="590209" cy="30488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7FC696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1" name="コネクタ: カギ線 770">
                <a:extLst>
                  <a:ext uri="{FF2B5EF4-FFF2-40B4-BE49-F238E27FC236}">
                    <ns2:creationId id="{76A76411-44E5-F154-8178-B1583CEAB54C}"/>
                  </a:ext>
                </a:extLst>
              </p:cNvPr>
              <p:cNvCxnSpPr>
                <a:cxnSpLocks/>
                <a:stCxn id="611" idx="4"/>
                <a:endCxn id="613" idx="0"/>
              </p:cNvCxnSpPr>
              <p:nvPr/>
            </p:nvCxnSpPr>
            <p:spPr>
              <a:xfrm rot="5400000">
                <a:off x="9803097" y="4735221"/>
                <a:ext cx="590209" cy="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4" name="コネクタ: カギ線 773">
                <a:extLst>
                  <a:ext uri="{FF2B5EF4-FFF2-40B4-BE49-F238E27FC236}">
                    <ns2:creationId id="{09AA04E2-3354-AEDA-3983-2E18C08A59A4}"/>
                  </a:ext>
                </a:extLst>
              </p:cNvPr>
              <p:cNvCxnSpPr>
                <a:cxnSpLocks/>
                <a:stCxn id="629" idx="4"/>
              </p:cNvCxnSpPr>
              <p:nvPr/>
            </p:nvCxnSpPr>
            <p:spPr>
              <a:xfrm flipH="1">
                <a:off x="9363143" y="5239976"/>
                <a:ext cx="0" cy="417545"/>
              </a:xfrm>
              <a:prstGeom prst="straightConnector1">
                <a:avLst/>
              </a:prstGeom>
              <a:ln w="9525">
                <a:solidFill>
                  <a:srgbClr val="7FC696"/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5" name="十字形 774">
                <a:extLst>
                  <a:ext uri="{FF2B5EF4-FFF2-40B4-BE49-F238E27FC236}">
                    <ns2:creationId id="{A3F9BF25-416D-41CE-BB88-86C8FA63D75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824375">
                <a:off x="9254533" y="5345751"/>
                <a:ext cx="216000" cy="216000"/>
              </a:xfrm>
              <a:prstGeom prst="plus">
                <a:avLst>
                  <a:gd name="adj" fmla="val 50000"/>
                </a:avLst>
              </a:prstGeom>
              <a:solidFill>
                <a:srgbClr val="ED7D31"/>
              </a:solidFill>
              <a:ln w="28575">
                <a:solidFill>
                  <a:srgbClr val="ED7D3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>
                  <a:lnSpc>
                    <a:spcPts val="800"/>
                  </a:lnSpc>
                  <a:buClr>
                    <a:schemeClr val="accent1"/>
                  </a:buClr>
                </a:pPr>
                <a:endParaRPr kumimoji="1" lang="ja-JP" altLang="en-US" sz="6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7" name="グループ化 36">
              <a:extLst>
                <a:ext uri="{FF2B5EF4-FFF2-40B4-BE49-F238E27FC236}">
                  <ns2:creationId id="{6E443372-ED0E-3917-3E76-28D8154C13F9}"/>
                </a:ext>
              </a:extLst>
            </p:cNvPr>
            <p:cNvGrpSpPr/>
            <p:nvPr/>
          </p:nvGrpSpPr>
          <p:grpSpPr>
            <a:xfrm>
              <a:off x="334963" y="3109584"/>
              <a:ext cx="11520000" cy="2429139"/>
              <a:chOff x="334963" y="3109584"/>
              <a:chExt cx="11520000" cy="2429139"/>
            </a:xfrm>
          </p:grpSpPr>
          <p:grpSp>
            <p:nvGrpSpPr>
              <p:cNvPr id="792" name="グループ化 791">
                <a:extLst>
                  <a:ext uri="{FF2B5EF4-FFF2-40B4-BE49-F238E27FC236}">
                    <ns2:creationId id="{5C850A5D-BE3F-A189-EBF4-C4C42FBF6A08}"/>
                  </a:ext>
                </a:extLst>
              </p:cNvPr>
              <p:cNvGrpSpPr/>
              <p:nvPr/>
            </p:nvGrpSpPr>
            <p:grpSpPr>
              <a:xfrm>
                <a:off x="4222963" y="5538723"/>
                <a:ext cx="3744000" cy="0"/>
                <a:chOff x="334963" y="1865114"/>
                <a:chExt cx="3744000" cy="0"/>
              </a:xfrm>
            </p:grpSpPr>
            <p:cxnSp>
              <p:nvCxnSpPr>
                <p:cNvPr id="793" name="直線コネクタ 792">
                  <a:extLst>
                    <a:ext uri="{FF2B5EF4-FFF2-40B4-BE49-F238E27FC236}">
                      <ns2:creationId id="{B5AA5EBE-E1BE-C935-D781-0B32D61708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3" y="1865114"/>
                  <a:ext cx="100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4" name="直線コネクタ 793">
                  <a:extLst>
                    <a:ext uri="{FF2B5EF4-FFF2-40B4-BE49-F238E27FC236}">
                      <ns2:creationId id="{2EFF9EF6-ABB2-01C6-2605-EB58AE5784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70963" y="1865114"/>
                  <a:ext cx="100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5" name="直線コネクタ 794">
                  <a:extLst>
                    <a:ext uri="{FF2B5EF4-FFF2-40B4-BE49-F238E27FC236}">
                      <ns2:creationId id="{B8F70E16-F9D3-25E4-E12E-38328507B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87963" y="1865114"/>
                  <a:ext cx="1638000" cy="0"/>
                </a:xfrm>
                <a:prstGeom prst="line">
                  <a:avLst/>
                </a:prstGeom>
                <a:ln w="9525">
                  <a:solidFill>
                    <a:srgbClr val="A5A5A5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グループ化 35">
                <a:extLst>
                  <a:ext uri="{FF2B5EF4-FFF2-40B4-BE49-F238E27FC236}">
                    <ns2:creationId id="{BA4A2D1D-4730-67E4-7E4E-171C114369BB}"/>
                  </a:ext>
                </a:extLst>
              </p:cNvPr>
              <p:cNvGrpSpPr/>
              <p:nvPr/>
            </p:nvGrpSpPr>
            <p:grpSpPr>
              <a:xfrm>
                <a:off x="334963" y="3109584"/>
                <a:ext cx="11520000" cy="0"/>
                <a:chOff x="334963" y="3108714"/>
                <a:chExt cx="11520000" cy="0"/>
              </a:xfrm>
            </p:grpSpPr>
            <p:grpSp>
              <p:nvGrpSpPr>
                <p:cNvPr id="784" name="グループ化 783">
                  <a:extLst>
                    <a:ext uri="{FF2B5EF4-FFF2-40B4-BE49-F238E27FC236}">
                      <ns2:creationId id="{B562C905-E36C-D7A1-048A-3CBB72F4BE3E}"/>
                    </a:ext>
                  </a:extLst>
                </p:cNvPr>
                <p:cNvGrpSpPr/>
                <p:nvPr/>
              </p:nvGrpSpPr>
              <p:grpSpPr>
                <a:xfrm>
                  <a:off x="334963" y="310871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785" name="直線コネクタ 784">
                    <a:extLst>
                      <a:ext uri="{FF2B5EF4-FFF2-40B4-BE49-F238E27FC236}">
                        <ns2:creationId id="{168020C7-148A-F193-B30A-36C679113D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6" name="直線コネクタ 785">
                    <a:extLst>
                      <a:ext uri="{FF2B5EF4-FFF2-40B4-BE49-F238E27FC236}">
                        <ns2:creationId id="{A2380A7D-A1F1-A380-3D06-BDDA81BCF6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7" name="直線コネクタ 786">
                    <a:extLst>
                      <a:ext uri="{FF2B5EF4-FFF2-40B4-BE49-F238E27FC236}">
                        <ns2:creationId id="{8C34C856-2983-A813-5422-882D3DEA59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0" name="グループ化 799">
                  <a:extLst>
                    <a:ext uri="{FF2B5EF4-FFF2-40B4-BE49-F238E27FC236}">
                      <ns2:creationId id="{9E7B1018-8AE6-E2C8-835B-AA929A035A30}"/>
                    </a:ext>
                  </a:extLst>
                </p:cNvPr>
                <p:cNvGrpSpPr/>
                <p:nvPr/>
              </p:nvGrpSpPr>
              <p:grpSpPr>
                <a:xfrm>
                  <a:off x="4222963" y="310871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01" name="直線コネクタ 800">
                    <a:extLst>
                      <a:ext uri="{FF2B5EF4-FFF2-40B4-BE49-F238E27FC236}">
                        <ns2:creationId id="{C8E4CAAF-17DC-7428-1DA3-F5B6D529C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2" name="直線コネクタ 801">
                    <a:extLst>
                      <a:ext uri="{FF2B5EF4-FFF2-40B4-BE49-F238E27FC236}">
                        <ns2:creationId id="{BAF1E1F8-BFD6-F760-0C4E-7913CBE6A4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3" name="直線コネクタ 802">
                    <a:extLst>
                      <a:ext uri="{FF2B5EF4-FFF2-40B4-BE49-F238E27FC236}">
                        <ns2:creationId id="{C8811CC2-1A0F-C85B-C885-C85E67BC8F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4" name="グループ化 813">
                  <a:extLst>
                    <a:ext uri="{FF2B5EF4-FFF2-40B4-BE49-F238E27FC236}">
                      <ns2:creationId id="{A7D043E4-16EB-21DA-8386-53B61D0BBF99}"/>
                    </a:ext>
                  </a:extLst>
                </p:cNvPr>
                <p:cNvGrpSpPr/>
                <p:nvPr/>
              </p:nvGrpSpPr>
              <p:grpSpPr>
                <a:xfrm>
                  <a:off x="8110963" y="3108714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23" name="直線コネクタ 822">
                    <a:extLst>
                      <a:ext uri="{FF2B5EF4-FFF2-40B4-BE49-F238E27FC236}">
                        <ns2:creationId id="{2603660C-9F7D-DAD0-A0E6-CB7D2DCB2D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4" name="直線コネクタ 823">
                    <a:extLst>
                      <a:ext uri="{FF2B5EF4-FFF2-40B4-BE49-F238E27FC236}">
                        <ns2:creationId id="{C0D3A959-595C-1122-36A4-5AC3503A5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5" name="直線コネクタ 824">
                    <a:extLst>
                      <a:ext uri="{FF2B5EF4-FFF2-40B4-BE49-F238E27FC236}">
                        <ns2:creationId id="{20C3BD88-5524-3A67-E5A6-0CFD410527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5" name="グループ化 34">
                <a:extLst>
                  <a:ext uri="{FF2B5EF4-FFF2-40B4-BE49-F238E27FC236}">
                    <ns2:creationId id="{2A525309-4B23-E12D-04D5-569DFDFFFCF5}"/>
                  </a:ext>
                </a:extLst>
              </p:cNvPr>
              <p:cNvGrpSpPr/>
              <p:nvPr/>
            </p:nvGrpSpPr>
            <p:grpSpPr>
              <a:xfrm>
                <a:off x="334963" y="3919272"/>
                <a:ext cx="11520000" cy="0"/>
                <a:chOff x="334963" y="3923599"/>
                <a:chExt cx="11520000" cy="0"/>
              </a:xfrm>
            </p:grpSpPr>
            <p:grpSp>
              <p:nvGrpSpPr>
                <p:cNvPr id="788" name="グループ化 787">
                  <a:extLst>
                    <a:ext uri="{FF2B5EF4-FFF2-40B4-BE49-F238E27FC236}">
                      <ns2:creationId id="{CFD9A5A2-5329-56B6-72FA-0D6CF4CA3CDC}"/>
                    </a:ext>
                  </a:extLst>
                </p:cNvPr>
                <p:cNvGrpSpPr/>
                <p:nvPr/>
              </p:nvGrpSpPr>
              <p:grpSpPr>
                <a:xfrm>
                  <a:off x="334963" y="392359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789" name="直線コネクタ 788">
                    <a:extLst>
                      <a:ext uri="{FF2B5EF4-FFF2-40B4-BE49-F238E27FC236}">
                        <ns2:creationId id="{627F924A-9B7A-D7A9-E22C-9838E7763B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0" name="直線コネクタ 789">
                    <a:extLst>
                      <a:ext uri="{FF2B5EF4-FFF2-40B4-BE49-F238E27FC236}">
                        <ns2:creationId id="{6D4E886F-FC88-504E-A9BC-84E20272BE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1" name="直線コネクタ 790">
                    <a:extLst>
                      <a:ext uri="{FF2B5EF4-FFF2-40B4-BE49-F238E27FC236}">
                        <ns2:creationId id="{9EDAD9AD-8AB0-7147-87CA-B6A41FCCF2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4" name="グループ化 803">
                  <a:extLst>
                    <a:ext uri="{FF2B5EF4-FFF2-40B4-BE49-F238E27FC236}">
                      <ns2:creationId id="{47475A3D-BB07-33BB-EB69-E4EC01FD2931}"/>
                    </a:ext>
                  </a:extLst>
                </p:cNvPr>
                <p:cNvGrpSpPr/>
                <p:nvPr/>
              </p:nvGrpSpPr>
              <p:grpSpPr>
                <a:xfrm>
                  <a:off x="4222963" y="392359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05" name="直線コネクタ 804">
                    <a:extLst>
                      <a:ext uri="{FF2B5EF4-FFF2-40B4-BE49-F238E27FC236}">
                        <ns2:creationId id="{B49D7AF9-29C0-154C-E25D-6180306AF8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6" name="直線コネクタ 805">
                    <a:extLst>
                      <a:ext uri="{FF2B5EF4-FFF2-40B4-BE49-F238E27FC236}">
                        <ns2:creationId id="{589149A5-4829-F723-34AE-E7F679FC6E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7" name="直線コネクタ 806">
                    <a:extLst>
                      <a:ext uri="{FF2B5EF4-FFF2-40B4-BE49-F238E27FC236}">
                        <ns2:creationId id="{C9865198-1BA4-9FF6-7515-18CE5C8BE9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5" name="グループ化 814">
                  <a:extLst>
                    <a:ext uri="{FF2B5EF4-FFF2-40B4-BE49-F238E27FC236}">
                      <ns2:creationId id="{53D06759-48D6-9C46-903F-F8B8342E917D}"/>
                    </a:ext>
                  </a:extLst>
                </p:cNvPr>
                <p:cNvGrpSpPr/>
                <p:nvPr/>
              </p:nvGrpSpPr>
              <p:grpSpPr>
                <a:xfrm>
                  <a:off x="8110963" y="3923599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20" name="直線コネクタ 819">
                    <a:extLst>
                      <a:ext uri="{FF2B5EF4-FFF2-40B4-BE49-F238E27FC236}">
                        <ns2:creationId id="{430F59DC-1B3E-E06C-89E7-EE0516BADD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1" name="直線コネクタ 820">
                    <a:extLst>
                      <a:ext uri="{FF2B5EF4-FFF2-40B4-BE49-F238E27FC236}">
                        <ns2:creationId id="{DA130DAB-D246-8FCB-5B70-02E6C7C1D1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2" name="直線コネクタ 821">
                    <a:extLst>
                      <a:ext uri="{FF2B5EF4-FFF2-40B4-BE49-F238E27FC236}">
                        <ns2:creationId id="{4E9D9CE1-2A98-EC07-E1B0-0691D0BCE7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" name="グループ化 33">
                <a:extLst>
                  <a:ext uri="{FF2B5EF4-FFF2-40B4-BE49-F238E27FC236}">
                    <ns2:creationId id="{4E9C6F61-7480-710E-11D5-EB08A3AA5898}"/>
                  </a:ext>
                </a:extLst>
              </p:cNvPr>
              <p:cNvGrpSpPr/>
              <p:nvPr/>
            </p:nvGrpSpPr>
            <p:grpSpPr>
              <a:xfrm>
                <a:off x="334963" y="4728961"/>
                <a:ext cx="11520000" cy="0"/>
                <a:chOff x="334963" y="4729831"/>
                <a:chExt cx="11520000" cy="0"/>
              </a:xfrm>
            </p:grpSpPr>
            <p:grpSp>
              <p:nvGrpSpPr>
                <p:cNvPr id="796" name="グループ化 795">
                  <a:extLst>
                    <a:ext uri="{FF2B5EF4-FFF2-40B4-BE49-F238E27FC236}">
                      <ns2:creationId id="{EB200576-8E66-6E0E-8F7C-785E5969A66C}"/>
                    </a:ext>
                  </a:extLst>
                </p:cNvPr>
                <p:cNvGrpSpPr/>
                <p:nvPr/>
              </p:nvGrpSpPr>
              <p:grpSpPr>
                <a:xfrm>
                  <a:off x="334963" y="4729831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797" name="直線コネクタ 796">
                    <a:extLst>
                      <a:ext uri="{FF2B5EF4-FFF2-40B4-BE49-F238E27FC236}">
                        <ns2:creationId id="{E610674A-8E32-557E-EB90-19DC672AE1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8" name="直線コネクタ 797">
                    <a:extLst>
                      <a:ext uri="{FF2B5EF4-FFF2-40B4-BE49-F238E27FC236}">
                        <ns2:creationId id="{64E8D030-756E-A0AE-2929-13B8F14509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9" name="直線コネクタ 798">
                    <a:extLst>
                      <a:ext uri="{FF2B5EF4-FFF2-40B4-BE49-F238E27FC236}">
                        <ns2:creationId id="{146B9073-A63F-1C35-619A-A0CE2DEB68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8" name="グループ化 807">
                  <a:extLst>
                    <a:ext uri="{FF2B5EF4-FFF2-40B4-BE49-F238E27FC236}">
                      <ns2:creationId id="{926164D3-0A94-E923-D0A3-EC97D2916D5C}"/>
                    </a:ext>
                  </a:extLst>
                </p:cNvPr>
                <p:cNvGrpSpPr/>
                <p:nvPr/>
              </p:nvGrpSpPr>
              <p:grpSpPr>
                <a:xfrm>
                  <a:off x="4222963" y="4729831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09" name="直線コネクタ 808">
                    <a:extLst>
                      <a:ext uri="{FF2B5EF4-FFF2-40B4-BE49-F238E27FC236}">
                        <ns2:creationId id="{658BBF4E-C28D-D4F8-ED3F-B5F748DAB2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0" name="直線コネクタ 809">
                    <a:extLst>
                      <a:ext uri="{FF2B5EF4-FFF2-40B4-BE49-F238E27FC236}">
                        <ns2:creationId id="{FC91C9B7-5FAA-EC55-9C93-FE51315990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1" name="直線コネクタ 810">
                    <a:extLst>
                      <a:ext uri="{FF2B5EF4-FFF2-40B4-BE49-F238E27FC236}">
                        <ns2:creationId id="{94D3FC5A-0679-41C7-DBB7-9E1EFC04B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6" name="グループ化 815">
                  <a:extLst>
                    <a:ext uri="{FF2B5EF4-FFF2-40B4-BE49-F238E27FC236}">
                      <ns2:creationId id="{23B4EF1F-FBAF-5B0C-9E43-BE1C5A6A6033}"/>
                    </a:ext>
                  </a:extLst>
                </p:cNvPr>
                <p:cNvGrpSpPr/>
                <p:nvPr/>
              </p:nvGrpSpPr>
              <p:grpSpPr>
                <a:xfrm>
                  <a:off x="8110963" y="4729831"/>
                  <a:ext cx="3744000" cy="0"/>
                  <a:chOff x="334963" y="1865114"/>
                  <a:chExt cx="3744000" cy="0"/>
                </a:xfrm>
              </p:grpSpPr>
              <p:cxnSp>
                <p:nvCxnSpPr>
                  <p:cNvPr id="817" name="直線コネクタ 816">
                    <a:extLst>
                      <a:ext uri="{FF2B5EF4-FFF2-40B4-BE49-F238E27FC236}">
                        <ns2:creationId id="{5BBFBD81-118A-746D-8448-B22ACD8731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4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8" name="直線コネクタ 817">
                    <a:extLst>
                      <a:ext uri="{FF2B5EF4-FFF2-40B4-BE49-F238E27FC236}">
                        <ns2:creationId id="{4F05CFF4-BBA5-5EB2-E5D1-CD47D8A9CC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70963" y="1865114"/>
                    <a:ext cx="100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9" name="直線コネクタ 818">
                    <a:extLst>
                      <a:ext uri="{FF2B5EF4-FFF2-40B4-BE49-F238E27FC236}">
                        <ns2:creationId id="{1AFE0B40-5B94-B286-0009-399E4667E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87963" y="1865114"/>
                    <a:ext cx="1638000" cy="0"/>
                  </a:xfrm>
                  <a:prstGeom prst="line">
                    <a:avLst/>
                  </a:prstGeom>
                  <a:ln w="9525">
                    <a:solidFill>
                      <a:srgbClr val="A5A5A5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ns3:creationId val="3940781347"/>
      </p:ext>
    </p:extLst>
  </p:cSld>
  <p:clrMapOvr>
    <a:masterClrMapping/>
  </p:clrMapOvr>
</p:sld>
</file>

<file path=ppt/slides/slide284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150F317-0E1A-F89A-B7DD-86AF497FD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4" name="テキスト プレースホルダー 6">
            <a:extLst>
              <a:ext uri="{FF2B5EF4-FFF2-40B4-BE49-F238E27FC236}">
                <ns2:creationId id="{004E911E-DF74-05A7-BD12-C2975284A6A7}"/>
              </a:ext>
            </a:extLst>
          </p:cNvPr>
          <p:cNvSpPr txBox="1">
            <a:spLocks/>
          </p:cNvSpPr>
          <p:nvPr/>
        </p:nvSpPr>
        <p:spPr>
          <a:xfrm>
            <a:off x="314484" y="914400"/>
            <a:ext cx="11534400" cy="427038"/>
          </a:xfrm>
          <a:prstGeom prst="rect">
            <a:avLst/>
          </a:prstGeom>
        </p:spPr>
        <p:txBody>
          <a:bodyPr vert="horz" lIns="0" tIns="45720" rIns="9000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Excel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PH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grpSp>
        <p:nvGrpSpPr>
          <p:cNvPr id="78" name="グループ化 77">
            <a:extLst>
              <a:ext uri="{FF2B5EF4-FFF2-40B4-BE49-F238E27FC236}">
                <ns2:creationId id="{A0C9AD00-026F-275D-C6E2-41CBFC47327B}"/>
              </a:ext>
            </a:extLst>
          </p:cNvPr>
          <p:cNvGrpSpPr/>
          <p:nvPr/>
        </p:nvGrpSpPr>
        <p:grpSpPr>
          <a:xfrm>
            <a:off x="338749" y="1634372"/>
            <a:ext cx="11520756" cy="4675116"/>
            <a:chOff x="338749" y="1634372"/>
            <a:chExt cx="11520756" cy="4675116"/>
          </a:xfrm>
        </p:grpSpPr>
        <p:sp>
          <p:nvSpPr>
            <p:cNvPr id="53" name="TextBox 33">
              <a:extLst>
                <a:ext uri="{FF2B5EF4-FFF2-40B4-BE49-F238E27FC236}">
                  <ns2:creationId id="{4616FB4C-B608-A7F1-4EF6-D9F5227B872C}"/>
                </a:ext>
              </a:extLst>
            </p:cNvPr>
            <p:cNvSpPr txBox="1"/>
            <p:nvPr/>
          </p:nvSpPr>
          <p:spPr>
            <a:xfrm>
              <a:off x="3668939" y="1634372"/>
              <a:ext cx="8186466" cy="288000"/>
            </a:xfrm>
            <a:prstGeom prst="rect">
              <a:avLst/>
            </a:prstGeom>
            <a:solidFill>
              <a:srgbClr val="008D2E"/>
            </a:solidFill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55" name="TextBox 35">
              <a:extLst>
                <a:ext uri="{FF2B5EF4-FFF2-40B4-BE49-F238E27FC236}">
                  <ns2:creationId id="{8B77A0C5-BA3C-27B2-923D-EC0B15F4D24C}"/>
                </a:ext>
              </a:extLst>
            </p:cNvPr>
            <p:cNvSpPr txBox="1"/>
            <p:nvPr/>
          </p:nvSpPr>
          <p:spPr>
            <a:xfrm>
              <a:off x="338749" y="5550979"/>
              <a:ext cx="3708000" cy="180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05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59" name="TextBox 37">
              <a:extLst>
                <a:ext uri="{FF2B5EF4-FFF2-40B4-BE49-F238E27FC236}">
                  <ns2:creationId id="{BA6976F7-F058-D1AD-0C7C-8DCD765B5FB8}"/>
                </a:ext>
              </a:extLst>
            </p:cNvPr>
            <p:cNvSpPr txBox="1"/>
            <p:nvPr/>
          </p:nvSpPr>
          <p:spPr>
            <a:xfrm>
              <a:off x="4243077" y="5550979"/>
              <a:ext cx="3708000" cy="180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05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05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sz="105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05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71" name="TextBox 43">
              <a:extLst>
                <a:ext uri="{FF2B5EF4-FFF2-40B4-BE49-F238E27FC236}">
                  <ns2:creationId id="{1A4063DE-6FFF-CD7C-0225-008944BC3336}"/>
                </a:ext>
              </a:extLst>
            </p:cNvPr>
            <p:cNvSpPr txBox="1"/>
            <p:nvPr/>
          </p:nvSpPr>
          <p:spPr>
            <a:xfrm>
              <a:off x="338749" y="5730979"/>
              <a:ext cx="3708000" cy="576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36000" tIns="0" rIns="36000" bIns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sz="9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3" name="TextBox 54">
              <a:extLst>
                <a:ext uri="{FF2B5EF4-FFF2-40B4-BE49-F238E27FC236}">
                  <ns2:creationId id="{E4B8FE85-2219-0855-A562-4071B5EBAA3C}"/>
                </a:ext>
              </a:extLst>
            </p:cNvPr>
            <p:cNvSpPr txBox="1"/>
            <p:nvPr/>
          </p:nvSpPr>
          <p:spPr>
            <a:xfrm>
              <a:off x="5000938" y="2939908"/>
              <a:ext cx="648000" cy="180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9" name="TextBox 57">
              <a:extLst>
                <a:ext uri="{FF2B5EF4-FFF2-40B4-BE49-F238E27FC236}">
                  <ns2:creationId id="{7F4BC4E0-8AAA-79E9-8889-61B38DA13B3F}"/>
                </a:ext>
              </a:extLst>
            </p:cNvPr>
            <p:cNvSpPr txBox="1"/>
            <p:nvPr/>
          </p:nvSpPr>
          <p:spPr>
            <a:xfrm>
              <a:off x="5000938" y="4137444"/>
              <a:ext cx="648000" cy="180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129" name="Picture 72" descr="image.png">
              <a:extLst>
                <a:ext uri="{FF2B5EF4-FFF2-40B4-BE49-F238E27FC236}">
                  <ns2:creationId id="{7A6B483C-84BF-5FCC-6790-F9F41209B7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94432" y="2113680"/>
              <a:ext cx="97217" cy="104194"/>
            </a:xfrm>
            <a:prstGeom prst="rect">
              <a:avLst/>
            </a:prstGeom>
          </p:spPr>
        </p:pic>
        <p:sp>
          <p:nvSpPr>
            <p:cNvPr id="149" name="TextBox 82">
              <a:extLst>
                <a:ext uri="{FF2B5EF4-FFF2-40B4-BE49-F238E27FC236}">
                  <ns2:creationId id="{75D7BD57-86AF-33FF-189C-EA1ECFBE8999}"/>
                </a:ext>
              </a:extLst>
            </p:cNvPr>
            <p:cNvSpPr txBox="1"/>
            <p:nvPr/>
          </p:nvSpPr>
          <p:spPr>
            <a:xfrm>
              <a:off x="5919127" y="3196676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182563" marR="0" lvl="0" indent="-182563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① </a:t>
              </a:r>
              <a:r>
                <a:rPr kumimoji="1" lang="ja-JP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53" name="TextBox 84">
              <a:extLst>
                <a:ext uri="{FF2B5EF4-FFF2-40B4-BE49-F238E27FC236}">
                  <ns2:creationId id="{86DDC2A3-3F67-AAEE-48A6-AF7FAA192835}"/>
                </a:ext>
              </a:extLst>
            </p:cNvPr>
            <p:cNvSpPr txBox="1"/>
            <p:nvPr/>
          </p:nvSpPr>
          <p:spPr>
            <a:xfrm>
              <a:off x="7989316" y="3196676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② </a:t>
              </a: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57" name="TextBox 86">
              <a:extLst>
                <a:ext uri="{FF2B5EF4-FFF2-40B4-BE49-F238E27FC236}">
                  <ns2:creationId id="{0695A0E1-6FA8-5A38-B183-300528D19497}"/>
                </a:ext>
              </a:extLst>
            </p:cNvPr>
            <p:cNvSpPr txBox="1"/>
            <p:nvPr/>
          </p:nvSpPr>
          <p:spPr>
            <a:xfrm>
              <a:off x="10059505" y="3196676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③ </a:t>
              </a: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>
                  <a:tab pos="92075" algn="l"/>
                  <a:tab pos="266700" algn="l"/>
                </a:tabLst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76" name="正方形/長方形 22">
              <a:extLst>
                <a:ext uri="{FF2B5EF4-FFF2-40B4-BE49-F238E27FC236}">
                  <ns2:creationId id="{993D8BCE-BBAB-4248-BA3E-A163C12B4820}"/>
                </a:ext>
              </a:extLst>
            </p:cNvPr>
            <p:cNvSpPr/>
            <p:nvPr/>
          </p:nvSpPr>
          <p:spPr>
            <a:xfrm>
              <a:off x="338749" y="1999140"/>
              <a:ext cx="3060000" cy="347507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grpSp>
          <p:nvGrpSpPr>
            <p:cNvPr id="67" name="グループ化 66">
              <a:extLst>
                <a:ext uri="{FF2B5EF4-FFF2-40B4-BE49-F238E27FC236}">
                  <ns2:creationId id="{09E5BB84-654E-3D1E-56B9-56F771CAE9F0}"/>
                </a:ext>
              </a:extLst>
            </p:cNvPr>
            <p:cNvGrpSpPr/>
            <p:nvPr/>
          </p:nvGrpSpPr>
          <p:grpSpPr>
            <a:xfrm>
              <a:off x="473329" y="2024619"/>
              <a:ext cx="2790841" cy="2035444"/>
              <a:chOff x="381599" y="2211963"/>
              <a:chExt cx="2790841" cy="2035444"/>
            </a:xfrm>
          </p:grpSpPr>
          <p:sp>
            <p:nvSpPr>
              <p:cNvPr id="3" name="正方形/長方形 22">
                <a:extLst>
                  <a:ext uri="{FF2B5EF4-FFF2-40B4-BE49-F238E27FC236}">
                    <ns2:creationId id="{59E71767-9CCB-42F5-7B78-91398E70BE7F}"/>
                  </a:ext>
                </a:extLst>
              </p:cNvPr>
              <p:cNvSpPr/>
              <p:nvPr/>
            </p:nvSpPr>
            <p:spPr>
              <a:xfrm>
                <a:off x="472440" y="2303407"/>
                <a:ext cx="2700000" cy="1944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D2E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36000" rIns="36000" bIns="36000" rtlCol="0" anchor="t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</p:txBody>
          </p:sp>
          <p:sp>
            <p:nvSpPr>
              <p:cNvPr id="6" name="楕円 5">
                <a:extLst>
                  <a:ext uri="{FF2B5EF4-FFF2-40B4-BE49-F238E27FC236}">
                    <ns2:creationId id="{8A41CED3-076E-E41E-D17C-67A4307D194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81599" y="2211963"/>
                <a:ext cx="180000" cy="180000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PH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1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49" name="TextBox 39">
                <a:extLst>
                  <a:ext uri="{FF2B5EF4-FFF2-40B4-BE49-F238E27FC236}">
                    <ns2:creationId id="{1C7C2355-E9F6-B96B-E55C-1ABB7F92F325}"/>
                  </a:ext>
                </a:extLst>
              </p:cNvPr>
              <p:cNvSpPr txBox="1"/>
              <p:nvPr/>
            </p:nvSpPr>
            <p:spPr>
              <a:xfrm>
                <a:off x="584131" y="2500678"/>
                <a:ext cx="648000" cy="324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</p:spPr>
            <p:txBody>
              <a:bodyPr wrap="square" lIns="0" tIns="36000" rIns="0" bIns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</a:t>
                </a: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1</a:t>
                </a:r>
              </a:p>
            </p:txBody>
          </p:sp>
          <p:sp>
            <p:nvSpPr>
              <p:cNvPr id="7" name="TextBox 39">
                <a:extLst>
                  <a:ext uri="{FF2B5EF4-FFF2-40B4-BE49-F238E27FC236}">
                    <ns2:creationId id="{99B8028C-A2A6-9B0B-8456-025DB871A6BE}"/>
                  </a:ext>
                </a:extLst>
              </p:cNvPr>
              <p:cNvSpPr txBox="1"/>
              <p:nvPr/>
            </p:nvSpPr>
            <p:spPr>
              <a:xfrm>
                <a:off x="1256722" y="2500678"/>
                <a:ext cx="1800000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0" name="四角形: 角を丸くする 9">
                <a:extLst>
                  <a:ext uri="{FF2B5EF4-FFF2-40B4-BE49-F238E27FC236}">
                    <ns2:creationId id="{3E7399A0-458F-8537-BFCB-607A1470301F}"/>
                  </a:ext>
                </a:extLst>
              </p:cNvPr>
              <p:cNvSpPr/>
              <p:nvPr/>
            </p:nvSpPr>
            <p:spPr>
              <a:xfrm>
                <a:off x="692130" y="2679340"/>
                <a:ext cx="432000" cy="108000"/>
              </a:xfrm>
              <a:prstGeom prst="roundRect">
                <a:avLst>
                  <a:gd name="adj" fmla="val 1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1" name="四角形: 角を丸くする 10">
                <a:extLst>
                  <a:ext uri="{FF2B5EF4-FFF2-40B4-BE49-F238E27FC236}">
                    <ns2:creationId id="{13ECB282-E37E-E9D2-69BF-A877CC22F812}"/>
                  </a:ext>
                </a:extLst>
              </p:cNvPr>
              <p:cNvSpPr/>
              <p:nvPr/>
            </p:nvSpPr>
            <p:spPr>
              <a:xfrm>
                <a:off x="2810219" y="2324171"/>
                <a:ext cx="325695" cy="180000"/>
              </a:xfrm>
              <a:prstGeom prst="roundRect">
                <a:avLst>
                  <a:gd name="adj" fmla="val 10000"/>
                </a:avLst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PH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52" name="TextBox 42">
                <a:extLst>
                  <a:ext uri="{FF2B5EF4-FFF2-40B4-BE49-F238E27FC236}">
                    <ns2:creationId id="{1AE38741-9008-191A-BC64-E0A0FB6E876A}"/>
                  </a:ext>
                </a:extLst>
              </p:cNvPr>
              <p:cNvSpPr txBox="1"/>
              <p:nvPr/>
            </p:nvSpPr>
            <p:spPr>
              <a:xfrm>
                <a:off x="584131" y="2843232"/>
                <a:ext cx="648000" cy="324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</p:spPr>
            <p:txBody>
              <a:bodyPr wrap="square" lIns="0" tIns="36000" rIns="0" bIns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8" name="TextBox 42">
                <a:extLst>
                  <a:ext uri="{FF2B5EF4-FFF2-40B4-BE49-F238E27FC236}">
                    <ns2:creationId id="{F4F033B6-A407-CBB3-6E46-8E70132F734F}"/>
                  </a:ext>
                </a:extLst>
              </p:cNvPr>
              <p:cNvSpPr txBox="1"/>
              <p:nvPr/>
            </p:nvSpPr>
            <p:spPr>
              <a:xfrm>
                <a:off x="1256722" y="2843232"/>
                <a:ext cx="1800000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PH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 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 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ja-JP" altLang="en-US" sz="57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en-US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57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2" name="四角形: 角を丸くする 11">
                <a:extLst>
                  <a:ext uri="{FF2B5EF4-FFF2-40B4-BE49-F238E27FC236}">
                    <ns2:creationId id="{137A0296-8B5B-C6CA-4ADD-5232009CE13D}"/>
                  </a:ext>
                </a:extLst>
              </p:cNvPr>
              <p:cNvSpPr/>
              <p:nvPr/>
            </p:nvSpPr>
            <p:spPr>
              <a:xfrm>
                <a:off x="692130" y="3021894"/>
                <a:ext cx="432000" cy="108000"/>
              </a:xfrm>
              <a:prstGeom prst="roundRect">
                <a:avLst>
                  <a:gd name="adj" fmla="val 1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55" name="TextBox 45">
                <a:extLst>
                  <a:ext uri="{FF2B5EF4-FFF2-40B4-BE49-F238E27FC236}">
                    <ns2:creationId id="{E65D416F-7FB0-4A4B-046C-E3852CBC21AF}"/>
                  </a:ext>
                </a:extLst>
              </p:cNvPr>
              <p:cNvSpPr txBox="1"/>
              <p:nvPr/>
            </p:nvSpPr>
            <p:spPr>
              <a:xfrm>
                <a:off x="1256722" y="3185785"/>
                <a:ext cx="1800000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PH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4" name="TextBox 45">
                <a:extLst>
                  <a:ext uri="{FF2B5EF4-FFF2-40B4-BE49-F238E27FC236}">
                    <ns2:creationId id="{62818BB3-6DAB-1D44-681C-A5D331351386}"/>
                  </a:ext>
                </a:extLst>
              </p:cNvPr>
              <p:cNvSpPr txBox="1"/>
              <p:nvPr/>
            </p:nvSpPr>
            <p:spPr>
              <a:xfrm>
                <a:off x="584131" y="3185785"/>
                <a:ext cx="648000" cy="324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</p:spPr>
            <p:txBody>
              <a:bodyPr wrap="square" lIns="0" tIns="36000" rIns="0" bIns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6" name="四角形: 角を丸くする 15">
                <a:extLst>
                  <a:ext uri="{FF2B5EF4-FFF2-40B4-BE49-F238E27FC236}">
                    <ns2:creationId id="{4AA2D47B-B3E1-6D2C-A6F3-82A5FA309876}"/>
                  </a:ext>
                </a:extLst>
              </p:cNvPr>
              <p:cNvSpPr/>
              <p:nvPr/>
            </p:nvSpPr>
            <p:spPr>
              <a:xfrm>
                <a:off x="692130" y="3364447"/>
                <a:ext cx="432000" cy="108000"/>
              </a:xfrm>
              <a:prstGeom prst="roundRect">
                <a:avLst>
                  <a:gd name="adj" fmla="val 10000"/>
                </a:avLst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64" name="TextBox 69">
                <a:extLst>
                  <a:ext uri="{FF2B5EF4-FFF2-40B4-BE49-F238E27FC236}">
                    <ns2:creationId id="{200247E4-EE91-2E68-4AA2-27FAB43F088B}"/>
                  </a:ext>
                </a:extLst>
              </p:cNvPr>
              <p:cNvSpPr txBox="1"/>
              <p:nvPr/>
            </p:nvSpPr>
            <p:spPr>
              <a:xfrm>
                <a:off x="584131" y="3730924"/>
                <a:ext cx="900000" cy="144000"/>
              </a:xfrm>
              <a:prstGeom prst="rect">
                <a:avLst/>
              </a:prstGeom>
              <a:solidFill>
                <a:srgbClr val="008D2E"/>
              </a:solidFill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8" name="TextBox 69">
                <a:extLst>
                  <a:ext uri="{FF2B5EF4-FFF2-40B4-BE49-F238E27FC236}">
                    <ns2:creationId id="{B3C3FC8C-C48C-496B-D58C-689FEA9C76AC}"/>
                  </a:ext>
                </a:extLst>
              </p:cNvPr>
              <p:cNvSpPr txBox="1"/>
              <p:nvPr/>
            </p:nvSpPr>
            <p:spPr>
              <a:xfrm>
                <a:off x="1508722" y="3730924"/>
                <a:ext cx="1548000" cy="144000"/>
              </a:xfrm>
              <a:prstGeom prst="rect">
                <a:avLst/>
              </a:prstGeom>
              <a:noFill/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66" name="TextBox 71">
                <a:extLst>
                  <a:ext uri="{FF2B5EF4-FFF2-40B4-BE49-F238E27FC236}">
                    <ns2:creationId id="{AC64FCD5-FD6D-95A6-424D-7D34A8700858}"/>
                  </a:ext>
                </a:extLst>
              </p:cNvPr>
              <p:cNvSpPr txBox="1"/>
              <p:nvPr/>
            </p:nvSpPr>
            <p:spPr>
              <a:xfrm>
                <a:off x="584131" y="3895494"/>
                <a:ext cx="900000" cy="144000"/>
              </a:xfrm>
              <a:prstGeom prst="rect">
                <a:avLst/>
              </a:prstGeom>
              <a:solidFill>
                <a:srgbClr val="008D2E"/>
              </a:solidFill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0" name="TextBox 71">
                <a:extLst>
                  <a:ext uri="{FF2B5EF4-FFF2-40B4-BE49-F238E27FC236}">
                    <ns2:creationId id="{DBD7C260-5D1B-E15F-2985-8939ABD41CE4}"/>
                  </a:ext>
                </a:extLst>
              </p:cNvPr>
              <p:cNvSpPr txBox="1"/>
              <p:nvPr/>
            </p:nvSpPr>
            <p:spPr>
              <a:xfrm>
                <a:off x="1508722" y="3895494"/>
                <a:ext cx="1548000" cy="144000"/>
              </a:xfrm>
              <a:prstGeom prst="rect">
                <a:avLst/>
              </a:prstGeom>
              <a:noFill/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「</a:t>
                </a: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」「</a:t>
                </a: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68" name="TextBox 73">
                <a:extLst>
                  <a:ext uri="{FF2B5EF4-FFF2-40B4-BE49-F238E27FC236}">
                    <ns2:creationId id="{845480DB-A687-23B5-AC05-DAED46675703}"/>
                  </a:ext>
                </a:extLst>
              </p:cNvPr>
              <p:cNvSpPr txBox="1"/>
              <p:nvPr/>
            </p:nvSpPr>
            <p:spPr>
              <a:xfrm>
                <a:off x="1508722" y="4060063"/>
                <a:ext cx="1548000" cy="144000"/>
              </a:xfrm>
              <a:prstGeom prst="rect">
                <a:avLst/>
              </a:prstGeom>
              <a:noFill/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2" name="TextBox 73">
                <a:extLst>
                  <a:ext uri="{FF2B5EF4-FFF2-40B4-BE49-F238E27FC236}">
                    <ns2:creationId id="{C739B09C-9DBA-BE66-431E-BE03C8F68E16}"/>
                  </a:ext>
                </a:extLst>
              </p:cNvPr>
              <p:cNvSpPr txBox="1"/>
              <p:nvPr/>
            </p:nvSpPr>
            <p:spPr>
              <a:xfrm>
                <a:off x="584131" y="4060063"/>
                <a:ext cx="900000" cy="144000"/>
              </a:xfrm>
              <a:prstGeom prst="rect">
                <a:avLst/>
              </a:prstGeom>
              <a:solidFill>
                <a:srgbClr val="008D2E"/>
              </a:solidFill>
            </p:spPr>
            <p:txBody>
              <a:bodyPr wrap="square" lIns="0" tIns="36000" rIns="0" bIns="3600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ts val="975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sz="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正方形/長方形 22">
                <a:extLst>
                  <a:ext uri="{FF2B5EF4-FFF2-40B4-BE49-F238E27FC236}">
                    <ns2:creationId id="{3D07359D-34B4-976E-C00B-FF17C555D465}"/>
                  </a:ext>
                </a:extLst>
              </p:cNvPr>
              <p:cNvSpPr/>
              <p:nvPr/>
            </p:nvSpPr>
            <p:spPr>
              <a:xfrm>
                <a:off x="470426" y="3530354"/>
                <a:ext cx="2700000" cy="180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36000" rIns="36000" bIns="3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2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3</a:t>
                </a:r>
                <a:r>
                  <a:rPr kumimoji="1" lang="ja-JP" altLang="en-US" sz="900" b="1" i="0" u="none" strike="noStrike" kern="1200" cap="none" spc="0" normalizeH="0" baseline="0" noProof="0">
                    <a:ln>
                      <a:noFill/>
                    </a:ln>
                    <a:solidFill>
                      <a:srgbClr val="008037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40" name="直線コネクタ 39">
                <a:extLst>
                  <a:ext uri="{FF2B5EF4-FFF2-40B4-BE49-F238E27FC236}">
                    <ns2:creationId id="{F68EF003-BEC1-B374-1167-F52A758173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6722" y="2833955"/>
                <a:ext cx="1800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線コネクタ 41">
                <a:extLst>
                  <a:ext uri="{FF2B5EF4-FFF2-40B4-BE49-F238E27FC236}">
                    <ns2:creationId id="{E3AF451E-74EF-C990-1CD2-9E18512AE0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6722" y="3176509"/>
                <a:ext cx="1800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6" name="グループ化 65">
              <a:extLst>
                <a:ext uri="{FF2B5EF4-FFF2-40B4-BE49-F238E27FC236}">
                  <ns2:creationId id="{15FA9A12-9AD5-031E-1D04-05BE7CEB571A}"/>
                </a:ext>
              </a:extLst>
            </p:cNvPr>
            <p:cNvGrpSpPr/>
            <p:nvPr/>
          </p:nvGrpSpPr>
          <p:grpSpPr>
            <a:xfrm>
              <a:off x="471315" y="4079692"/>
              <a:ext cx="2790841" cy="1349412"/>
              <a:chOff x="381599" y="4408555"/>
              <a:chExt cx="2790841" cy="1349412"/>
            </a:xfrm>
          </p:grpSpPr>
          <p:pic>
            <p:nvPicPr>
              <p:cNvPr id="173" name="Picture 94" descr="image.png">
                <a:extLst>
                  <a:ext uri="{FF2B5EF4-FFF2-40B4-BE49-F238E27FC236}">
                    <ns2:creationId id="{C241A3A7-AC60-338F-06A6-6369A04D2B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0762" y="4694961"/>
                <a:ext cx="85965" cy="92172"/>
              </a:xfrm>
              <a:prstGeom prst="rect">
                <a:avLst/>
              </a:prstGeom>
            </p:spPr>
          </p:pic>
          <p:sp>
            <p:nvSpPr>
              <p:cNvPr id="5" name="正方形/長方形 22">
                <a:extLst>
                  <a:ext uri="{FF2B5EF4-FFF2-40B4-BE49-F238E27FC236}">
                    <ns2:creationId id="{D38742DD-B978-BDA6-0C11-819C54D14515}"/>
                  </a:ext>
                </a:extLst>
              </p:cNvPr>
              <p:cNvSpPr/>
              <p:nvPr/>
            </p:nvSpPr>
            <p:spPr>
              <a:xfrm>
                <a:off x="472440" y="4497967"/>
                <a:ext cx="2700000" cy="1260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0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36000" rIns="36000" bIns="36000" rtlCol="0" anchor="t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TextBox 39">
                <a:extLst>
                  <a:ext uri="{FF2B5EF4-FFF2-40B4-BE49-F238E27FC236}">
                    <ns2:creationId id="{5798FF19-A555-4B32-C888-67A9EB330DA3}"/>
                  </a:ext>
                </a:extLst>
              </p:cNvPr>
              <p:cNvSpPr txBox="1"/>
              <p:nvPr/>
            </p:nvSpPr>
            <p:spPr>
              <a:xfrm>
                <a:off x="584131" y="4695238"/>
                <a:ext cx="180000" cy="324000"/>
              </a:xfrm>
              <a:prstGeom prst="rect">
                <a:avLst/>
              </a:prstGeom>
              <a:solidFill>
                <a:srgbClr val="C00000">
                  <a:alpha val="20000"/>
                </a:srgbClr>
              </a:solidFill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1</a:t>
                </a:r>
              </a:p>
            </p:txBody>
          </p:sp>
          <p:sp>
            <p:nvSpPr>
              <p:cNvPr id="50" name="TextBox 39">
                <a:extLst>
                  <a:ext uri="{FF2B5EF4-FFF2-40B4-BE49-F238E27FC236}">
                    <ns2:creationId id="{388113DE-E967-091C-29CD-246BB43992B2}"/>
                  </a:ext>
                </a:extLst>
              </p:cNvPr>
              <p:cNvSpPr txBox="1"/>
              <p:nvPr/>
            </p:nvSpPr>
            <p:spPr>
              <a:xfrm>
                <a:off x="777240" y="4695238"/>
                <a:ext cx="2282141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1" name="TextBox 42">
                <a:extLst>
                  <a:ext uri="{FF2B5EF4-FFF2-40B4-BE49-F238E27FC236}">
                    <ns2:creationId id="{C3A1E467-2E1D-1D18-48B5-EE1F570B34F6}"/>
                  </a:ext>
                </a:extLst>
              </p:cNvPr>
              <p:cNvSpPr txBox="1"/>
              <p:nvPr/>
            </p:nvSpPr>
            <p:spPr>
              <a:xfrm>
                <a:off x="584131" y="5037792"/>
                <a:ext cx="180000" cy="324000"/>
              </a:xfrm>
              <a:prstGeom prst="rect">
                <a:avLst/>
              </a:prstGeom>
              <a:solidFill>
                <a:srgbClr val="C00000">
                  <a:alpha val="20000"/>
                </a:srgbClr>
              </a:solidFill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2</a:t>
                </a:r>
              </a:p>
            </p:txBody>
          </p:sp>
          <p:sp>
            <p:nvSpPr>
              <p:cNvPr id="52" name="TextBox 42">
                <a:extLst>
                  <a:ext uri="{FF2B5EF4-FFF2-40B4-BE49-F238E27FC236}">
                    <ns2:creationId id="{12B94A83-92DD-0D70-A187-8FE9B39706EA}"/>
                  </a:ext>
                </a:extLst>
              </p:cNvPr>
              <p:cNvSpPr txBox="1"/>
              <p:nvPr/>
            </p:nvSpPr>
            <p:spPr>
              <a:xfrm>
                <a:off x="777240" y="5037792"/>
                <a:ext cx="2282141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PH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4" name="TextBox 45">
                <a:extLst>
                  <a:ext uri="{FF2B5EF4-FFF2-40B4-BE49-F238E27FC236}">
                    <ns2:creationId id="{F8A0CDA8-ECFA-2F69-CCFF-353C5E66EB3F}"/>
                  </a:ext>
                </a:extLst>
              </p:cNvPr>
              <p:cNvSpPr txBox="1"/>
              <p:nvPr/>
            </p:nvSpPr>
            <p:spPr>
              <a:xfrm>
                <a:off x="777240" y="5380345"/>
                <a:ext cx="2282141" cy="324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PH" altLang="ja-JP" sz="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: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PH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56" name="TextBox 45">
                <a:extLst>
                  <a:ext uri="{FF2B5EF4-FFF2-40B4-BE49-F238E27FC236}">
                    <ns2:creationId id="{117B8140-A146-E9A6-D41B-D1D0EFD565D8}"/>
                  </a:ext>
                </a:extLst>
              </p:cNvPr>
              <p:cNvSpPr txBox="1"/>
              <p:nvPr/>
            </p:nvSpPr>
            <p:spPr>
              <a:xfrm>
                <a:off x="584131" y="5380345"/>
                <a:ext cx="180000" cy="324000"/>
              </a:xfrm>
              <a:prstGeom prst="rect">
                <a:avLst/>
              </a:prstGeom>
              <a:solidFill>
                <a:srgbClr val="C00000">
                  <a:alpha val="20000"/>
                </a:srgbClr>
              </a:solidFill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sz="700" b="1" i="0" u="none" strike="noStrike" kern="1200" cap="none" spc="0" normalizeH="0" baseline="0" noProof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3</a:t>
                </a:r>
              </a:p>
            </p:txBody>
          </p:sp>
          <p:cxnSp>
            <p:nvCxnSpPr>
              <p:cNvPr id="58" name="直線コネクタ 57">
                <a:extLst>
                  <a:ext uri="{FF2B5EF4-FFF2-40B4-BE49-F238E27FC236}">
                    <ns2:creationId id="{45D1B118-6C6C-F2AF-045F-E21305B4EB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7240" y="5028515"/>
                <a:ext cx="22824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線コネクタ 59">
                <a:extLst>
                  <a:ext uri="{FF2B5EF4-FFF2-40B4-BE49-F238E27FC236}">
                    <ns2:creationId id="{2B806AB5-DFE6-1820-2741-5E2F8901B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7240" y="5371069"/>
                <a:ext cx="22824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楕円 45">
                <a:extLst>
                  <a:ext uri="{FF2B5EF4-FFF2-40B4-BE49-F238E27FC236}">
                    <ns2:creationId id="{2892CDF2-4E50-DA34-C594-32D8463CF52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81599" y="4408555"/>
                <a:ext cx="180000" cy="180000"/>
              </a:xfrm>
              <a:prstGeom prst="ellipse">
                <a:avLst/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PH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2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  <p:sp>
          <p:nvSpPr>
            <p:cNvPr id="145" name="TextBox 80">
              <a:extLst>
                <a:ext uri="{FF2B5EF4-FFF2-40B4-BE49-F238E27FC236}">
                  <ns2:creationId id="{5E8B4A50-53F0-2640-EC42-143CB93723B6}"/>
                </a:ext>
              </a:extLst>
            </p:cNvPr>
            <p:cNvSpPr txBox="1"/>
            <p:nvPr/>
          </p:nvSpPr>
          <p:spPr>
            <a:xfrm>
              <a:off x="10059505" y="1999140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SAP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CSV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37" name="TextBox 76">
              <a:extLst>
                <a:ext uri="{FF2B5EF4-FFF2-40B4-BE49-F238E27FC236}">
                  <ns2:creationId id="{F4AA8D1A-140D-B5FE-3B73-D5068AB38FFB}"/>
                </a:ext>
              </a:extLst>
            </p:cNvPr>
            <p:cNvSpPr txBox="1"/>
            <p:nvPr/>
          </p:nvSpPr>
          <p:spPr>
            <a:xfrm>
              <a:off x="5919127" y="1999140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41" name="TextBox 78">
              <a:extLst>
                <a:ext uri="{FF2B5EF4-FFF2-40B4-BE49-F238E27FC236}">
                  <ns2:creationId id="{E464342F-341A-A2B1-76A9-AA56DA829B00}"/>
                </a:ext>
              </a:extLst>
            </p:cNvPr>
            <p:cNvSpPr txBox="1"/>
            <p:nvPr/>
          </p:nvSpPr>
          <p:spPr>
            <a:xfrm>
              <a:off x="7989316" y="1999140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61" name="TextBox 88">
              <a:extLst>
                <a:ext uri="{FF2B5EF4-FFF2-40B4-BE49-F238E27FC236}">
                  <ns2:creationId id="{D1E8C000-F31D-776A-F442-B5A48A7C67AB}"/>
                </a:ext>
              </a:extLst>
            </p:cNvPr>
            <p:cNvSpPr txBox="1"/>
            <p:nvPr/>
          </p:nvSpPr>
          <p:spPr>
            <a:xfrm>
              <a:off x="5919127" y="4502212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自動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API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65" name="TextBox 90">
              <a:extLst>
                <a:ext uri="{FF2B5EF4-FFF2-40B4-BE49-F238E27FC236}">
                  <ns2:creationId id="{FEDE8EC8-16F6-1398-F76E-11670988BB48}"/>
                </a:ext>
              </a:extLst>
            </p:cNvPr>
            <p:cNvSpPr txBox="1"/>
            <p:nvPr/>
          </p:nvSpPr>
          <p:spPr>
            <a:xfrm>
              <a:off x="7989316" y="4502212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6700" marR="0" lvl="0" indent="-1746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05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69" name="TextBox 92">
              <a:extLst>
                <a:ext uri="{FF2B5EF4-FFF2-40B4-BE49-F238E27FC236}">
                  <ns2:creationId id="{10182499-4F83-FE4A-4682-A82BB4C6728E}"/>
                </a:ext>
              </a:extLst>
            </p:cNvPr>
            <p:cNvSpPr txBox="1"/>
            <p:nvPr/>
          </p:nvSpPr>
          <p:spPr>
            <a:xfrm>
              <a:off x="10059505" y="4502212"/>
              <a:ext cx="1800000" cy="8640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200" b="1" i="0" u="none" strike="noStrike" kern="1200" cap="none" spc="0" normalizeH="0" baseline="0" noProof="0" err="1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PH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269875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4" name="TextBox 37">
              <a:extLst>
                <a:ext uri="{FF2B5EF4-FFF2-40B4-BE49-F238E27FC236}">
                  <ns2:creationId id="{62739236-9429-695B-7CF9-F9CA0AB0F316}"/>
                </a:ext>
              </a:extLst>
            </p:cNvPr>
            <p:cNvSpPr txBox="1"/>
            <p:nvPr/>
          </p:nvSpPr>
          <p:spPr>
            <a:xfrm>
              <a:off x="4243077" y="5730979"/>
              <a:ext cx="3708000" cy="576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4" name="TextBox 37">
              <a:extLst>
                <a:ext uri="{FF2B5EF4-FFF2-40B4-BE49-F238E27FC236}">
                  <ns2:creationId id="{0C477D90-76E1-E53E-5CFF-DCB7A31AD313}"/>
                </a:ext>
              </a:extLst>
            </p:cNvPr>
            <p:cNvSpPr txBox="1"/>
            <p:nvPr/>
          </p:nvSpPr>
          <p:spPr>
            <a:xfrm>
              <a:off x="8147405" y="5733488"/>
              <a:ext cx="3708000" cy="576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3" name="TextBox 39">
              <a:extLst>
                <a:ext uri="{FF2B5EF4-FFF2-40B4-BE49-F238E27FC236}">
                  <ns2:creationId id="{6A6F4D66-2A79-9779-5A5A-C32642B475D6}"/>
                </a:ext>
              </a:extLst>
            </p:cNvPr>
            <p:cNvSpPr txBox="1"/>
            <p:nvPr/>
          </p:nvSpPr>
          <p:spPr>
            <a:xfrm>
              <a:off x="8147405" y="5550979"/>
              <a:ext cx="3708000" cy="180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05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105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1" name="TextBox 48">
              <a:extLst>
                <a:ext uri="{FF2B5EF4-FFF2-40B4-BE49-F238E27FC236}">
                  <ns2:creationId id="{F8856117-30FD-46DF-FAB6-9F7D9F8B01C9}"/>
                </a:ext>
              </a:extLst>
            </p:cNvPr>
            <p:cNvSpPr txBox="1"/>
            <p:nvPr/>
          </p:nvSpPr>
          <p:spPr>
            <a:xfrm>
              <a:off x="8186259" y="5754965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3" name="TextBox 49">
              <a:extLst>
                <a:ext uri="{FF2B5EF4-FFF2-40B4-BE49-F238E27FC236}">
                  <ns2:creationId id="{795399C6-B827-582C-03B6-320C72B078E6}"/>
                </a:ext>
              </a:extLst>
            </p:cNvPr>
            <p:cNvSpPr txBox="1"/>
            <p:nvPr/>
          </p:nvSpPr>
          <p:spPr>
            <a:xfrm>
              <a:off x="8186259" y="6036012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45" name="TextBox 48">
              <a:extLst>
                <a:ext uri="{FF2B5EF4-FFF2-40B4-BE49-F238E27FC236}">
                  <ns2:creationId id="{A30B9A62-B2E3-B322-D353-39D7C836159B}"/>
                </a:ext>
              </a:extLst>
            </p:cNvPr>
            <p:cNvSpPr txBox="1"/>
            <p:nvPr/>
          </p:nvSpPr>
          <p:spPr>
            <a:xfrm>
              <a:off x="8895144" y="5754965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47" name="TextBox 49">
              <a:extLst>
                <a:ext uri="{FF2B5EF4-FFF2-40B4-BE49-F238E27FC236}">
                  <ns2:creationId id="{9B891C22-92C4-227F-B5EE-3015641872EA}"/>
                </a:ext>
              </a:extLst>
            </p:cNvPr>
            <p:cNvSpPr txBox="1"/>
            <p:nvPr/>
          </p:nvSpPr>
          <p:spPr>
            <a:xfrm>
              <a:off x="8895144" y="6036012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・</a:t>
              </a:r>
              <a:br>
                <a:rPr kumimoji="1" lang="en-PH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2" name="直線コネクタ 71">
              <a:extLst>
                <a:ext uri="{FF2B5EF4-FFF2-40B4-BE49-F238E27FC236}">
                  <ns2:creationId id="{C06B7320-0695-9A88-3D06-682501DFE933}"/>
                </a:ext>
              </a:extLst>
            </p:cNvPr>
            <p:cNvCxnSpPr>
              <a:cxnSpLocks/>
            </p:cNvCxnSpPr>
            <p:nvPr/>
          </p:nvCxnSpPr>
          <p:spPr>
            <a:xfrm>
              <a:off x="8895144" y="6021488"/>
              <a:ext cx="1080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50">
              <a:extLst>
                <a:ext uri="{FF2B5EF4-FFF2-40B4-BE49-F238E27FC236}">
                  <ns2:creationId id="{C4EDB4E7-AE7B-046C-406A-2C7326342387}"/>
                </a:ext>
              </a:extLst>
            </p:cNvPr>
            <p:cNvSpPr txBox="1"/>
            <p:nvPr/>
          </p:nvSpPr>
          <p:spPr>
            <a:xfrm>
              <a:off x="10021619" y="5754965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7" name="TextBox 51">
              <a:extLst>
                <a:ext uri="{FF2B5EF4-FFF2-40B4-BE49-F238E27FC236}">
                  <ns2:creationId id="{AEA968F4-9211-81C8-444D-7DE503046D58}"/>
                </a:ext>
              </a:extLst>
            </p:cNvPr>
            <p:cNvSpPr txBox="1"/>
            <p:nvPr/>
          </p:nvSpPr>
          <p:spPr>
            <a:xfrm>
              <a:off x="10021619" y="6036012"/>
              <a:ext cx="684000" cy="25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305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900" b="1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49" name="TextBox 50">
              <a:extLst>
                <a:ext uri="{FF2B5EF4-FFF2-40B4-BE49-F238E27FC236}">
                  <ns2:creationId id="{897F4025-52FA-6411-89CC-56B8BF50E199}"/>
                </a:ext>
              </a:extLst>
            </p:cNvPr>
            <p:cNvSpPr txBox="1"/>
            <p:nvPr/>
          </p:nvSpPr>
          <p:spPr>
            <a:xfrm>
              <a:off x="10736552" y="5754965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br>
                <a:rPr kumimoji="1" lang="en-PH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2" name="TextBox 51">
              <a:extLst>
                <a:ext uri="{FF2B5EF4-FFF2-40B4-BE49-F238E27FC236}">
                  <ns2:creationId id="{F853D26F-2BF6-3BE7-E7B9-350F40A9ED5E}"/>
                </a:ext>
              </a:extLst>
            </p:cNvPr>
            <p:cNvSpPr txBox="1"/>
            <p:nvPr/>
          </p:nvSpPr>
          <p:spPr>
            <a:xfrm>
              <a:off x="10736552" y="6036012"/>
              <a:ext cx="1080000" cy="2520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br>
                <a:rPr kumimoji="1" lang="en-PH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sz="8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6" name="直線コネクタ 75">
              <a:extLst>
                <a:ext uri="{FF2B5EF4-FFF2-40B4-BE49-F238E27FC236}">
                  <ns2:creationId id="{CA8B42DB-BB2C-9285-7335-DF285CFF1C46}"/>
                </a:ext>
              </a:extLst>
            </p:cNvPr>
            <p:cNvCxnSpPr>
              <a:cxnSpLocks/>
            </p:cNvCxnSpPr>
            <p:nvPr/>
          </p:nvCxnSpPr>
          <p:spPr>
            <a:xfrm>
              <a:off x="10736552" y="6021488"/>
              <a:ext cx="1080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37">
              <a:extLst>
                <a:ext uri="{FF2B5EF4-FFF2-40B4-BE49-F238E27FC236}">
                  <ns2:creationId id="{1ECE68CB-8CB1-B42C-CBB8-FE59A9D1A059}"/>
                </a:ext>
              </a:extLst>
            </p:cNvPr>
            <p:cNvSpPr txBox="1"/>
            <p:nvPr/>
          </p:nvSpPr>
          <p:spPr>
            <a:xfrm>
              <a:off x="4281931" y="5754965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4" name="TextBox 37">
              <a:extLst>
                <a:ext uri="{FF2B5EF4-FFF2-40B4-BE49-F238E27FC236}">
                  <ns2:creationId id="{07BF6DE9-547B-B5B0-0A67-0CD54ECE8EA3}"/>
                </a:ext>
              </a:extLst>
            </p:cNvPr>
            <p:cNvSpPr txBox="1"/>
            <p:nvPr/>
          </p:nvSpPr>
          <p:spPr>
            <a:xfrm>
              <a:off x="6123339" y="5754965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98" name="TextBox 37">
              <a:extLst>
                <a:ext uri="{FF2B5EF4-FFF2-40B4-BE49-F238E27FC236}">
                  <ns2:creationId id="{32FEA11F-3ECB-8BFC-3295-ED43C3A6F17E}"/>
                </a:ext>
              </a:extLst>
            </p:cNvPr>
            <p:cNvSpPr txBox="1"/>
            <p:nvPr/>
          </p:nvSpPr>
          <p:spPr>
            <a:xfrm>
              <a:off x="4281931" y="5940489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0" name="TextBox 37">
              <a:extLst>
                <a:ext uri="{FF2B5EF4-FFF2-40B4-BE49-F238E27FC236}">
                  <ns2:creationId id="{C5B73636-5D09-1739-F780-3ADD6EAC6DC1}"/>
                </a:ext>
              </a:extLst>
            </p:cNvPr>
            <p:cNvSpPr txBox="1"/>
            <p:nvPr/>
          </p:nvSpPr>
          <p:spPr>
            <a:xfrm>
              <a:off x="6123339" y="5940489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P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SCM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4" name="TextBox 37">
              <a:extLst>
                <a:ext uri="{FF2B5EF4-FFF2-40B4-BE49-F238E27FC236}">
                  <ns2:creationId id="{59704CB8-1886-02C7-9BDA-344A7347A93A}"/>
                </a:ext>
              </a:extLst>
            </p:cNvPr>
            <p:cNvSpPr txBox="1"/>
            <p:nvPr/>
          </p:nvSpPr>
          <p:spPr>
            <a:xfrm>
              <a:off x="4281931" y="6126012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6" name="TextBox 37">
              <a:extLst>
                <a:ext uri="{FF2B5EF4-FFF2-40B4-BE49-F238E27FC236}">
                  <ns2:creationId id="{04224B68-33DC-C226-94B1-690B55FB9CA6}"/>
                </a:ext>
              </a:extLst>
            </p:cNvPr>
            <p:cNvSpPr txBox="1"/>
            <p:nvPr/>
          </p:nvSpPr>
          <p:spPr>
            <a:xfrm>
              <a:off x="6123339" y="6126012"/>
              <a:ext cx="1788885" cy="16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110" name="グラフィックス 109" descr="ネットワーク図 単色塗りつぶし">
              <a:extLst>
                <a:ext uri="{FF2B5EF4-FFF2-40B4-BE49-F238E27FC236}">
                  <ns2:creationId id="{20FC9BC1-543C-87DB-96BF-0B4F33AA7C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6381995" y="6126012"/>
              <a:ext cx="162000" cy="162000"/>
            </a:xfrm>
            <a:prstGeom prst="rect">
              <a:avLst/>
            </a:prstGeom>
          </p:spPr>
        </p:pic>
        <p:pic>
          <p:nvPicPr>
            <p:cNvPr id="114" name="グラフィックス 113" descr="ダンプ トラック 単色塗りつぶし">
              <a:extLst>
                <a:ext uri="{FF2B5EF4-FFF2-40B4-BE49-F238E27FC236}">
                  <ns2:creationId id="{C6DA5569-33F4-A5CC-3608-05576BB068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6381995" y="5940489"/>
              <a:ext cx="162000" cy="162000"/>
            </a:xfrm>
            <a:prstGeom prst="rect">
              <a:avLst/>
            </a:prstGeom>
          </p:spPr>
        </p:pic>
        <p:pic>
          <p:nvPicPr>
            <p:cNvPr id="118" name="グラフィックス 117" descr="世界 単色塗りつぶし">
              <a:extLst>
                <a:ext uri="{FF2B5EF4-FFF2-40B4-BE49-F238E27FC236}">
                  <ns2:creationId id="{3A64837E-722A-9585-5E6C-83F8B87FFE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6381995" y="5754965"/>
              <a:ext cx="162000" cy="162000"/>
            </a:xfrm>
            <a:prstGeom prst="rect">
              <a:avLst/>
            </a:prstGeom>
          </p:spPr>
        </p:pic>
        <p:pic>
          <p:nvPicPr>
            <p:cNvPr id="122" name="グラフィックス 121" descr="会議 単色塗りつぶし">
              <a:extLst>
                <a:ext uri="{FF2B5EF4-FFF2-40B4-BE49-F238E27FC236}">
                  <ns2:creationId id="{4812F933-46EB-0AB1-DDE8-E2DD1E6306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4563879" y="6126012"/>
              <a:ext cx="162000" cy="162000"/>
            </a:xfrm>
            <a:prstGeom prst="rect">
              <a:avLst/>
            </a:prstGeom>
          </p:spPr>
        </p:pic>
        <p:pic>
          <p:nvPicPr>
            <p:cNvPr id="126" name="グラフィックス 125" descr="フラスコ 単色塗りつぶし">
              <a:extLst>
                <a:ext uri="{FF2B5EF4-FFF2-40B4-BE49-F238E27FC236}">
                  <ns2:creationId id="{33FDAC1D-607C-5311-3A7F-690ECA173C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4563879" y="5940489"/>
              <a:ext cx="162000" cy="162000"/>
            </a:xfrm>
            <a:prstGeom prst="rect">
              <a:avLst/>
            </a:prstGeom>
          </p:spPr>
        </p:pic>
        <p:pic>
          <p:nvPicPr>
            <p:cNvPr id="130" name="グラフィックス 129" descr="工場 単色塗りつぶし">
              <a:extLst>
                <a:ext uri="{FF2B5EF4-FFF2-40B4-BE49-F238E27FC236}">
                  <ns2:creationId id="{5E9727E5-2C48-77BE-BBAD-71E26D9B3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4563879" y="5754965"/>
              <a:ext cx="162000" cy="162000"/>
            </a:xfrm>
            <a:prstGeom prst="rect">
              <a:avLst/>
            </a:prstGeom>
          </p:spPr>
        </p:pic>
        <p:pic>
          <p:nvPicPr>
            <p:cNvPr id="134" name="グラフィックス 133" descr="バッジ: チェックマーク 1 単色塗りつぶし">
              <a:extLst>
                <a:ext uri="{FF2B5EF4-FFF2-40B4-BE49-F238E27FC236}">
                  <ns2:creationId id="{1DB12FB8-4C4B-F455-8226-D45DA67486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tretch>
              <a:fillRect/>
            </a:stretch>
          </p:blipFill>
          <p:spPr>
            <a:xfrm>
              <a:off x="8973172" y="5550979"/>
              <a:ext cx="180000" cy="180000"/>
            </a:xfrm>
            <a:prstGeom prst="rect">
              <a:avLst/>
            </a:prstGeom>
          </p:spPr>
        </p:pic>
        <p:pic>
          <p:nvPicPr>
            <p:cNvPr id="136" name="グラフィックス 135" descr="ブロックチェーン 単色塗りつぶし">
              <a:extLst>
                <a:ext uri="{FF2B5EF4-FFF2-40B4-BE49-F238E27FC236}">
                  <ns2:creationId id="{B53A2734-4F1F-BB35-58EC-23D8730576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2"/>
                </a:ext>
              </a:extLst>
            </a:blip>
            <a:stretch>
              <a:fillRect/>
            </a:stretch>
          </p:blipFill>
          <p:spPr>
            <a:xfrm>
              <a:off x="5165097" y="5550979"/>
              <a:ext cx="180000" cy="180000"/>
            </a:xfrm>
            <a:prstGeom prst="rect">
              <a:avLst/>
            </a:prstGeom>
          </p:spPr>
        </p:pic>
        <p:pic>
          <p:nvPicPr>
            <p:cNvPr id="144" name="グラフィックス 143" descr="ターゲット 単色塗りつぶし">
              <a:extLst>
                <a:ext uri="{FF2B5EF4-FFF2-40B4-BE49-F238E27FC236}">
                  <ns2:creationId id="{9CBDAD0E-EC36-0E35-FC2D-6006D7066A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3"/>
                </a:ext>
              </a:extLst>
            </a:blip>
            <a:stretch>
              <a:fillRect/>
            </a:stretch>
          </p:blipFill>
          <p:spPr>
            <a:xfrm>
              <a:off x="1568777" y="5550979"/>
              <a:ext cx="180000" cy="180000"/>
            </a:xfrm>
            <a:prstGeom prst="rect">
              <a:avLst/>
            </a:prstGeom>
          </p:spPr>
        </p:pic>
        <p:sp>
          <p:nvSpPr>
            <p:cNvPr id="13" name="右矢印 58">
              <a:extLst>
                <a:ext uri="{FF2B5EF4-FFF2-40B4-BE49-F238E27FC236}">
                  <ns2:creationId id="{D21A935B-49F0-625C-AF1F-C70AC170DBCF}"/>
                </a:ext>
              </a:extLst>
            </p:cNvPr>
            <p:cNvSpPr/>
            <p:nvPr/>
          </p:nvSpPr>
          <p:spPr>
            <a:xfrm rot="5400000">
              <a:off x="3423019" y="2888294"/>
              <a:ext cx="2471838" cy="540000"/>
            </a:xfrm>
            <a:prstGeom prst="rightArrow">
              <a:avLst/>
            </a:prstGeom>
            <a:gradFill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50000"/>
                  </a:schemeClr>
                </a:gs>
                <a:gs pos="47000">
                  <a:schemeClr val="bg1">
                    <a:lumMod val="75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1" name="TextBox 73">
              <a:extLst>
                <a:ext uri="{FF2B5EF4-FFF2-40B4-BE49-F238E27FC236}">
                  <ns2:creationId id="{A87EEC33-9CF3-0B08-4D2D-5557F61DEC8B}"/>
                </a:ext>
              </a:extLst>
            </p:cNvPr>
            <p:cNvSpPr txBox="1"/>
            <p:nvPr/>
          </p:nvSpPr>
          <p:spPr>
            <a:xfrm>
              <a:off x="3668938" y="3196676"/>
              <a:ext cx="1980000" cy="864000"/>
            </a:xfrm>
            <a:prstGeom prst="rect">
              <a:avLst/>
            </a:prstGeom>
            <a:solidFill>
              <a:srgbClr val="4CAF6C"/>
            </a:solidFill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5" name="TextBox 54">
              <a:extLst>
                <a:ext uri="{FF2B5EF4-FFF2-40B4-BE49-F238E27FC236}">
                  <ns2:creationId id="{77A3E393-6A01-6636-7142-253DF307BE65}"/>
                </a:ext>
              </a:extLst>
            </p:cNvPr>
            <p:cNvSpPr txBox="1"/>
            <p:nvPr/>
          </p:nvSpPr>
          <p:spPr>
            <a:xfrm>
              <a:off x="3668938" y="1999140"/>
              <a:ext cx="1980000" cy="864000"/>
            </a:xfrm>
            <a:prstGeom prst="rect">
              <a:avLst/>
            </a:prstGeom>
            <a:solidFill>
              <a:srgbClr val="99D1AB"/>
            </a:solidFill>
          </p:spPr>
          <p:txBody>
            <a:bodyPr wrap="square" lIns="0" tIns="0" rIns="0" bIns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378" name="ホームベース 13">
              <a:extLst>
                <a:ext uri="{FF2B5EF4-FFF2-40B4-BE49-F238E27FC236}">
                  <ns2:creationId id="{543E068C-45B3-1342-86CC-9C994A3616F9}"/>
                </a:ext>
              </a:extLst>
            </p:cNvPr>
            <p:cNvSpPr/>
            <p:nvPr/>
          </p:nvSpPr>
          <p:spPr>
            <a:xfrm rot="5400000">
              <a:off x="4118938" y="3944212"/>
              <a:ext cx="1080000" cy="1980000"/>
            </a:xfrm>
            <a:prstGeom prst="homePlate">
              <a:avLst>
                <a:gd name="adj" fmla="val 16163"/>
              </a:avLst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square"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PH" altLang="ja-JP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140" name="グラフィックス 139" descr="握りこぶし 単色塗りつぶし">
              <a:extLst>
                <a:ext uri="{FF2B5EF4-FFF2-40B4-BE49-F238E27FC236}">
                  <ns2:creationId id="{0479932B-AE2D-2734-D40A-51643CA8E7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4"/>
                </a:ext>
              </a:extLst>
            </a:blip>
            <a:stretch>
              <a:fillRect/>
            </a:stretch>
          </p:blipFill>
          <p:spPr>
            <a:xfrm>
              <a:off x="3775077" y="2795908"/>
              <a:ext cx="468000" cy="468000"/>
            </a:xfrm>
            <a:prstGeom prst="rect">
              <a:avLst/>
            </a:prstGeom>
          </p:spPr>
        </p:pic>
        <p:cxnSp>
          <p:nvCxnSpPr>
            <p:cNvPr id="19" name="直線コネクタ 18">
              <a:extLst>
                <a:ext uri="{FF2B5EF4-FFF2-40B4-BE49-F238E27FC236}">
                  <ns2:creationId id="{4C3AB2C0-1C8B-BB2C-7C47-35CA39AB6157}"/>
                </a:ext>
              </a:extLst>
            </p:cNvPr>
            <p:cNvCxnSpPr>
              <a:cxnSpLocks/>
            </p:cNvCxnSpPr>
            <p:nvPr/>
          </p:nvCxnSpPr>
          <p:spPr>
            <a:xfrm>
              <a:off x="5851579" y="1999140"/>
              <a:ext cx="0" cy="864000"/>
            </a:xfrm>
            <a:prstGeom prst="line">
              <a:avLst/>
            </a:prstGeom>
            <a:ln w="38100">
              <a:solidFill>
                <a:srgbClr val="008D2E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ns2:creationId id="{60371BB8-445D-2E2B-95FF-A54B5C10C32F}"/>
                </a:ext>
              </a:extLst>
            </p:cNvPr>
            <p:cNvCxnSpPr>
              <a:cxnSpLocks/>
            </p:cNvCxnSpPr>
            <p:nvPr/>
          </p:nvCxnSpPr>
          <p:spPr>
            <a:xfrm>
              <a:off x="5851579" y="3196676"/>
              <a:ext cx="0" cy="864000"/>
            </a:xfrm>
            <a:prstGeom prst="line">
              <a:avLst/>
            </a:prstGeom>
            <a:ln w="38100">
              <a:solidFill>
                <a:srgbClr val="008D2E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ns2:creationId id="{4EF1C013-B561-765E-70D6-526474DD3303}"/>
                </a:ext>
              </a:extLst>
            </p:cNvPr>
            <p:cNvCxnSpPr>
              <a:cxnSpLocks/>
            </p:cNvCxnSpPr>
            <p:nvPr/>
          </p:nvCxnSpPr>
          <p:spPr>
            <a:xfrm>
              <a:off x="5851579" y="4502212"/>
              <a:ext cx="0" cy="864000"/>
            </a:xfrm>
            <a:prstGeom prst="line">
              <a:avLst/>
            </a:prstGeom>
            <a:ln w="38100">
              <a:solidFill>
                <a:srgbClr val="008D2E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ns2:creationId id="{98D9871C-8C5E-630E-7ADA-327089B2375F}"/>
                </a:ext>
              </a:extLst>
            </p:cNvPr>
            <p:cNvCxnSpPr>
              <a:cxnSpLocks/>
            </p:cNvCxnSpPr>
            <p:nvPr/>
          </p:nvCxnSpPr>
          <p:spPr>
            <a:xfrm>
              <a:off x="7854222" y="1999140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ns2:creationId id="{3572963B-6C61-D1E8-A1FF-21094A7BD2F3}"/>
                </a:ext>
              </a:extLst>
            </p:cNvPr>
            <p:cNvCxnSpPr>
              <a:cxnSpLocks/>
            </p:cNvCxnSpPr>
            <p:nvPr/>
          </p:nvCxnSpPr>
          <p:spPr>
            <a:xfrm>
              <a:off x="7854222" y="3196676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ns2:creationId id="{359032EE-30CF-344C-A0A3-34FF6E8B5770}"/>
                </a:ext>
              </a:extLst>
            </p:cNvPr>
            <p:cNvCxnSpPr>
              <a:cxnSpLocks/>
            </p:cNvCxnSpPr>
            <p:nvPr/>
          </p:nvCxnSpPr>
          <p:spPr>
            <a:xfrm>
              <a:off x="7854222" y="4502212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>
              <a:extLst>
                <a:ext uri="{FF2B5EF4-FFF2-40B4-BE49-F238E27FC236}">
                  <ns2:creationId id="{DA464ED2-E3FF-9E83-F8B5-DD7CC2EA5C19}"/>
                </a:ext>
              </a:extLst>
            </p:cNvPr>
            <p:cNvCxnSpPr>
              <a:cxnSpLocks/>
            </p:cNvCxnSpPr>
            <p:nvPr/>
          </p:nvCxnSpPr>
          <p:spPr>
            <a:xfrm>
              <a:off x="9924411" y="1999140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ns2:creationId id="{26BD3811-4408-5F4C-A83A-AD99F08C6FA9}"/>
                </a:ext>
              </a:extLst>
            </p:cNvPr>
            <p:cNvCxnSpPr>
              <a:cxnSpLocks/>
            </p:cNvCxnSpPr>
            <p:nvPr/>
          </p:nvCxnSpPr>
          <p:spPr>
            <a:xfrm>
              <a:off x="9924411" y="3196676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ns2:creationId id="{DB469CB5-4EC0-FB48-9A71-7C0065F911C6}"/>
                </a:ext>
              </a:extLst>
            </p:cNvPr>
            <p:cNvCxnSpPr>
              <a:cxnSpLocks/>
            </p:cNvCxnSpPr>
            <p:nvPr/>
          </p:nvCxnSpPr>
          <p:spPr>
            <a:xfrm>
              <a:off x="9924411" y="4502212"/>
              <a:ext cx="0" cy="86400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ns2:creationId id="{A1EEE220-BFC9-ABBD-B70C-B164D24DFE5B}"/>
                </a:ext>
              </a:extLst>
            </p:cNvPr>
            <p:cNvCxnSpPr>
              <a:cxnSpLocks/>
            </p:cNvCxnSpPr>
            <p:nvPr/>
          </p:nvCxnSpPr>
          <p:spPr>
            <a:xfrm>
              <a:off x="5648938" y="2431140"/>
              <a:ext cx="185442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F680E659-3D5C-8118-9961-BAF5DC41C0EE}"/>
                </a:ext>
              </a:extLst>
            </p:cNvPr>
            <p:cNvCxnSpPr>
              <a:cxnSpLocks/>
            </p:cNvCxnSpPr>
            <p:nvPr/>
          </p:nvCxnSpPr>
          <p:spPr>
            <a:xfrm>
              <a:off x="5648938" y="4934212"/>
              <a:ext cx="185442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363D4724-F61C-F05F-95F3-9D9F6D01C9DE}"/>
                </a:ext>
              </a:extLst>
            </p:cNvPr>
            <p:cNvCxnSpPr>
              <a:cxnSpLocks/>
            </p:cNvCxnSpPr>
            <p:nvPr/>
          </p:nvCxnSpPr>
          <p:spPr>
            <a:xfrm>
              <a:off x="5648938" y="3628676"/>
              <a:ext cx="185442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ns2:creationId id="{4D74A1B0-B1DB-FEAA-3684-188DCF7B537A}"/>
                </a:ext>
              </a:extLst>
            </p:cNvPr>
            <p:cNvCxnSpPr>
              <a:cxnSpLocks/>
              <a:stCxn id="140" idx="1"/>
            </p:cNvCxnSpPr>
            <p:nvPr/>
          </p:nvCxnSpPr>
          <p:spPr>
            <a:xfrm flipH="1">
              <a:off x="3398749" y="3029908"/>
              <a:ext cx="376328" cy="0"/>
            </a:xfrm>
            <a:prstGeom prst="line">
              <a:avLst/>
            </a:prstGeom>
            <a:ln w="9525">
              <a:solidFill>
                <a:schemeClr val="tx1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203397199"/>
      </p:ext>
    </p:extLst>
  </p:cSld>
  <p:clrMapOvr>
    <a:masterClrMapping/>
  </p:clrMapOvr>
</p:sld>
</file>

<file path=ppt/slides/slide28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8426A87-5C9D-68DB-17E7-A06AFF325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8D2DFB3-6CC4-7191-FFDA-EB780A1A9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aphicFrame>
        <p:nvGraphicFramePr>
          <p:cNvPr id="10" name="グラフ 9">
            <a:extLst>
              <a:ext uri="{FF2B5EF4-FFF2-40B4-BE49-F238E27FC236}">
                <ns2:creationId id="{8476F36A-26FB-5D36-72CF-7896125E5B84}"/>
              </a:ext>
            </a:extLst>
          </p:cNvPr>
          <p:cNvGraphicFramePr/>
          <p:nvPr/>
        </p:nvGraphicFramePr>
        <p:xfrm>
          <a:off x="1386039" y="1837267"/>
          <a:ext cx="10479988" cy="1843357"/>
        </p:xfrm>
        <a:graphic>
          <a:graphicData uri="http://schemas.openxmlformats.org/drawingml/2006/chart">
            <ns3:chart r:id="rId3"/>
          </a:graphicData>
        </a:graphic>
      </p:graphicFrame>
      <p:sp>
        <p:nvSpPr>
          <p:cNvPr id="11" name="正方形/長方形 10">
            <a:extLst>
              <a:ext uri="{FF2B5EF4-FFF2-40B4-BE49-F238E27FC236}">
                <ns2:creationId id="{77FDB53C-DD8E-B144-D15E-193F14E5A123}"/>
              </a:ext>
            </a:extLst>
          </p:cNvPr>
          <p:cNvSpPr/>
          <p:nvPr/>
        </p:nvSpPr>
        <p:spPr>
          <a:xfrm>
            <a:off x="1546903" y="1280273"/>
            <a:ext cx="10310135" cy="32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6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ns2:creationId id="{B1AC49F3-9D35-4552-6303-36D4942F59C4}"/>
              </a:ext>
            </a:extLst>
          </p:cNvPr>
          <p:cNvSpPr/>
          <p:nvPr/>
        </p:nvSpPr>
        <p:spPr>
          <a:xfrm>
            <a:off x="1592621" y="1627124"/>
            <a:ext cx="3289259" cy="346695"/>
          </a:xfrm>
          <a:prstGeom prst="roundRect">
            <a:avLst>
              <a:gd name="adj" fmla="val 0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3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ns2:creationId id="{77A45F0F-5147-B3C7-81D2-FD2E1803441D}"/>
              </a:ext>
            </a:extLst>
          </p:cNvPr>
          <p:cNvSpPr/>
          <p:nvPr/>
        </p:nvSpPr>
        <p:spPr>
          <a:xfrm>
            <a:off x="4983779" y="1627124"/>
            <a:ext cx="3289258" cy="346695"/>
          </a:xfrm>
          <a:prstGeom prst="roundRect">
            <a:avLst>
              <a:gd name="adj" fmla="val 0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3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ns2:creationId id="{8C1A5458-5FD0-0066-10DC-BFF5BB90E7D6}"/>
              </a:ext>
            </a:extLst>
          </p:cNvPr>
          <p:cNvSpPr/>
          <p:nvPr/>
        </p:nvSpPr>
        <p:spPr>
          <a:xfrm>
            <a:off x="8383405" y="1627124"/>
            <a:ext cx="3289258" cy="346695"/>
          </a:xfrm>
          <a:prstGeom prst="roundRect">
            <a:avLst>
              <a:gd name="adj" fmla="val 0"/>
            </a:avLst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3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ns2:creationId id="{3E683F2B-D701-F4F9-6E43-147F57FEEE7F}"/>
              </a:ext>
            </a:extLst>
          </p:cNvPr>
          <p:cNvGrpSpPr/>
          <p:nvPr/>
        </p:nvGrpSpPr>
        <p:grpSpPr>
          <a:xfrm>
            <a:off x="334962" y="3561359"/>
            <a:ext cx="11433286" cy="2746877"/>
            <a:chOff x="334962" y="3561359"/>
            <a:chExt cx="11433286" cy="2746877"/>
          </a:xfrm>
        </p:grpSpPr>
        <p:sp>
          <p:nvSpPr>
            <p:cNvPr id="17" name="四角形: 角を丸くする 16">
              <a:extLst>
                <a:ext uri="{FF2B5EF4-FFF2-40B4-BE49-F238E27FC236}">
                  <ns2:creationId id="{99D7F35E-F1EC-5131-E635-3109E52B132B}"/>
                </a:ext>
              </a:extLst>
            </p:cNvPr>
            <p:cNvSpPr/>
            <p:nvPr/>
          </p:nvSpPr>
          <p:spPr>
            <a:xfrm>
              <a:off x="1546903" y="3561359"/>
              <a:ext cx="3384000" cy="324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四角形: 角を丸くする 17">
              <a:extLst>
                <a:ext uri="{FF2B5EF4-FFF2-40B4-BE49-F238E27FC236}">
                  <ns2:creationId id="{F6A458FF-83AE-43A8-6592-5D2F394A07CE}"/>
                </a:ext>
              </a:extLst>
            </p:cNvPr>
            <p:cNvSpPr/>
            <p:nvPr/>
          </p:nvSpPr>
          <p:spPr>
            <a:xfrm>
              <a:off x="4965576" y="3561359"/>
              <a:ext cx="3384000" cy="324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6C98FD3D-AFF9-58F6-0ADC-523AC1CB5E87}"/>
                </a:ext>
              </a:extLst>
            </p:cNvPr>
            <p:cNvSpPr/>
            <p:nvPr/>
          </p:nvSpPr>
          <p:spPr>
            <a:xfrm>
              <a:off x="8384248" y="3561359"/>
              <a:ext cx="3384000" cy="324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7D8EC45C-FF9E-4114-650A-48691E77B914}"/>
                </a:ext>
              </a:extLst>
            </p:cNvPr>
            <p:cNvSpPr/>
            <p:nvPr/>
          </p:nvSpPr>
          <p:spPr>
            <a:xfrm>
              <a:off x="1546905" y="3932191"/>
              <a:ext cx="900000" cy="25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1ECA42BB-F5AA-6C95-6639-DD1AE05F2AC6}"/>
                </a:ext>
              </a:extLst>
            </p:cNvPr>
            <p:cNvSpPr/>
            <p:nvPr/>
          </p:nvSpPr>
          <p:spPr>
            <a:xfrm>
              <a:off x="2483320" y="3932191"/>
              <a:ext cx="2448000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EC56F721-68D6-615E-C1C9-3046B7A3B8E5}"/>
                </a:ext>
              </a:extLst>
            </p:cNvPr>
            <p:cNvSpPr/>
            <p:nvPr/>
          </p:nvSpPr>
          <p:spPr>
            <a:xfrm>
              <a:off x="1546905" y="4220202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四角形: 角を丸くする 22">
              <a:extLst>
                <a:ext uri="{FF2B5EF4-FFF2-40B4-BE49-F238E27FC236}">
                  <ns2:creationId id="{54C607C6-D194-A49E-2F35-39D7860C2262}"/>
                </a:ext>
              </a:extLst>
            </p:cNvPr>
            <p:cNvSpPr/>
            <p:nvPr/>
          </p:nvSpPr>
          <p:spPr>
            <a:xfrm>
              <a:off x="2483319" y="4220202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3DEDD5E7-33D4-776B-48F7-C0B0D4EE3CC5}"/>
                </a:ext>
              </a:extLst>
            </p:cNvPr>
            <p:cNvSpPr/>
            <p:nvPr/>
          </p:nvSpPr>
          <p:spPr>
            <a:xfrm>
              <a:off x="1546905" y="4796213"/>
              <a:ext cx="900000" cy="576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四角形: 角を丸くする 24">
              <a:extLst>
                <a:ext uri="{FF2B5EF4-FFF2-40B4-BE49-F238E27FC236}">
                  <ns2:creationId id="{6BD82310-BEBF-19DE-F220-AC8E5AFE0CEC}"/>
                </a:ext>
              </a:extLst>
            </p:cNvPr>
            <p:cNvSpPr/>
            <p:nvPr/>
          </p:nvSpPr>
          <p:spPr>
            <a:xfrm>
              <a:off x="2483319" y="4796213"/>
              <a:ext cx="2448000" cy="576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四角形: 角を丸くする 25">
              <a:extLst>
                <a:ext uri="{FF2B5EF4-FFF2-40B4-BE49-F238E27FC236}">
                  <ns2:creationId id="{65232C5D-B1C5-2ED7-AE15-1EDE0FD5F041}"/>
                </a:ext>
              </a:extLst>
            </p:cNvPr>
            <p:cNvSpPr/>
            <p:nvPr/>
          </p:nvSpPr>
          <p:spPr>
            <a:xfrm>
              <a:off x="1546905" y="5408224"/>
              <a:ext cx="900000" cy="324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5707DAD9-B4B2-2B5C-9E40-3BCC30845CE3}"/>
                </a:ext>
              </a:extLst>
            </p:cNvPr>
            <p:cNvSpPr/>
            <p:nvPr/>
          </p:nvSpPr>
          <p:spPr>
            <a:xfrm>
              <a:off x="2483319" y="5408224"/>
              <a:ext cx="2448000" cy="324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DDDFFFA-1C90-5C57-56A3-EE474FEB58B2}"/>
                </a:ext>
              </a:extLst>
            </p:cNvPr>
            <p:cNvSpPr/>
            <p:nvPr/>
          </p:nvSpPr>
          <p:spPr>
            <a:xfrm>
              <a:off x="1546905" y="5768236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四角形: 角を丸くする 28">
              <a:extLst>
                <a:ext uri="{FF2B5EF4-FFF2-40B4-BE49-F238E27FC236}">
                  <ns2:creationId id="{B468EA96-C86B-A1BF-94F3-C95E0DFB999B}"/>
                </a:ext>
              </a:extLst>
            </p:cNvPr>
            <p:cNvSpPr/>
            <p:nvPr/>
          </p:nvSpPr>
          <p:spPr>
            <a:xfrm>
              <a:off x="2483319" y="5768236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8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CA15EEC8-A1ED-1142-3C05-CE4767251787}"/>
                </a:ext>
              </a:extLst>
            </p:cNvPr>
            <p:cNvSpPr/>
            <p:nvPr/>
          </p:nvSpPr>
          <p:spPr>
            <a:xfrm>
              <a:off x="4965161" y="3932191"/>
              <a:ext cx="900000" cy="25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ADDC1911-12DB-779E-F9F1-FCDD9DB16F5E}"/>
                </a:ext>
              </a:extLst>
            </p:cNvPr>
            <p:cNvSpPr/>
            <p:nvPr/>
          </p:nvSpPr>
          <p:spPr>
            <a:xfrm>
              <a:off x="5901576" y="3932191"/>
              <a:ext cx="2448000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D33E7D96-EB93-E07B-D5AF-E4EF4975C15C}"/>
                </a:ext>
              </a:extLst>
            </p:cNvPr>
            <p:cNvSpPr/>
            <p:nvPr/>
          </p:nvSpPr>
          <p:spPr>
            <a:xfrm>
              <a:off x="4965161" y="4220101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四角形: 角を丸くする 32">
              <a:extLst>
                <a:ext uri="{FF2B5EF4-FFF2-40B4-BE49-F238E27FC236}">
                  <ns2:creationId id="{B931581A-8047-A561-661A-0419EB8946D0}"/>
                </a:ext>
              </a:extLst>
            </p:cNvPr>
            <p:cNvSpPr/>
            <p:nvPr/>
          </p:nvSpPr>
          <p:spPr>
            <a:xfrm>
              <a:off x="5901575" y="4220101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2F907800-3354-508A-6CA8-CB2BFF188291}"/>
                </a:ext>
              </a:extLst>
            </p:cNvPr>
            <p:cNvSpPr/>
            <p:nvPr/>
          </p:nvSpPr>
          <p:spPr>
            <a:xfrm>
              <a:off x="4965161" y="4796011"/>
              <a:ext cx="900000" cy="576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四角形: 角を丸くする 34">
              <a:extLst>
                <a:ext uri="{FF2B5EF4-FFF2-40B4-BE49-F238E27FC236}">
                  <ns2:creationId id="{62248135-DC97-5E9B-A4E6-9DFFD1CBC8BA}"/>
                </a:ext>
              </a:extLst>
            </p:cNvPr>
            <p:cNvSpPr/>
            <p:nvPr/>
          </p:nvSpPr>
          <p:spPr>
            <a:xfrm>
              <a:off x="5901575" y="4796011"/>
              <a:ext cx="2448000" cy="576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%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四角形: 角を丸くする 35">
              <a:extLst>
                <a:ext uri="{FF2B5EF4-FFF2-40B4-BE49-F238E27FC236}">
                  <ns2:creationId id="{244FAC79-CAB8-D959-9403-48F33F8D1F30}"/>
                </a:ext>
              </a:extLst>
            </p:cNvPr>
            <p:cNvSpPr/>
            <p:nvPr/>
          </p:nvSpPr>
          <p:spPr>
            <a:xfrm>
              <a:off x="4965161" y="5408236"/>
              <a:ext cx="900000" cy="90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四角形: 角を丸くする 36">
              <a:extLst>
                <a:ext uri="{FF2B5EF4-FFF2-40B4-BE49-F238E27FC236}">
                  <ns2:creationId id="{D8CADA0E-A2BE-23D0-6F15-20F132CB8FB2}"/>
                </a:ext>
              </a:extLst>
            </p:cNvPr>
            <p:cNvSpPr/>
            <p:nvPr/>
          </p:nvSpPr>
          <p:spPr>
            <a:xfrm>
              <a:off x="5901575" y="5408236"/>
              <a:ext cx="2448000" cy="90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四角形: 角を丸くする 39">
              <a:extLst>
                <a:ext uri="{FF2B5EF4-FFF2-40B4-BE49-F238E27FC236}">
                  <ns2:creationId id="{C4B987D8-76AD-771A-EE1A-544930EA63C7}"/>
                </a:ext>
              </a:extLst>
            </p:cNvPr>
            <p:cNvSpPr/>
            <p:nvPr/>
          </p:nvSpPr>
          <p:spPr>
            <a:xfrm>
              <a:off x="8381712" y="3932191"/>
              <a:ext cx="900000" cy="252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kumimoji="1"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" name="四角形: 角を丸くする 40">
              <a:extLst>
                <a:ext uri="{FF2B5EF4-FFF2-40B4-BE49-F238E27FC236}">
                  <ns2:creationId id="{55909537-8CAA-8278-043E-AAEB9A75F9B5}"/>
                </a:ext>
              </a:extLst>
            </p:cNvPr>
            <p:cNvSpPr/>
            <p:nvPr/>
          </p:nvSpPr>
          <p:spPr>
            <a:xfrm>
              <a:off x="9318127" y="3932191"/>
              <a:ext cx="2448000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3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四角形: 角を丸くする 41">
              <a:extLst>
                <a:ext uri="{FF2B5EF4-FFF2-40B4-BE49-F238E27FC236}">
                  <ns2:creationId id="{CA8BED3A-D279-66FA-4CE1-7942D6B594AB}"/>
                </a:ext>
              </a:extLst>
            </p:cNvPr>
            <p:cNvSpPr/>
            <p:nvPr/>
          </p:nvSpPr>
          <p:spPr>
            <a:xfrm>
              <a:off x="8381712" y="4220101"/>
              <a:ext cx="900000" cy="54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四角形: 角を丸くする 42">
              <a:extLst>
                <a:ext uri="{FF2B5EF4-FFF2-40B4-BE49-F238E27FC236}">
                  <ns2:creationId id="{434D755E-E22D-298B-1B7E-785CD3627983}"/>
                </a:ext>
              </a:extLst>
            </p:cNvPr>
            <p:cNvSpPr/>
            <p:nvPr/>
          </p:nvSpPr>
          <p:spPr>
            <a:xfrm>
              <a:off x="9318126" y="4220101"/>
              <a:ext cx="2448000" cy="54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四角形: 角を丸くする 43">
              <a:extLst>
                <a:ext uri="{FF2B5EF4-FFF2-40B4-BE49-F238E27FC236}">
                  <ns2:creationId id="{C6E917F7-36EE-98F8-6E5C-370CCA2732AD}"/>
                </a:ext>
              </a:extLst>
            </p:cNvPr>
            <p:cNvSpPr/>
            <p:nvPr/>
          </p:nvSpPr>
          <p:spPr>
            <a:xfrm>
              <a:off x="8381712" y="4796011"/>
              <a:ext cx="900000" cy="576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四角形: 角を丸くする 44">
              <a:extLst>
                <a:ext uri="{FF2B5EF4-FFF2-40B4-BE49-F238E27FC236}">
                  <ns2:creationId id="{05CFE67F-B686-F437-8F7D-8B7752E23A81}"/>
                </a:ext>
              </a:extLst>
            </p:cNvPr>
            <p:cNvSpPr/>
            <p:nvPr/>
          </p:nvSpPr>
          <p:spPr>
            <a:xfrm>
              <a:off x="9318126" y="4796011"/>
              <a:ext cx="2448000" cy="576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0DA0B3C1-339F-4B9F-8BD3-AA5BDF2A7034}"/>
                </a:ext>
              </a:extLst>
            </p:cNvPr>
            <p:cNvSpPr/>
            <p:nvPr/>
          </p:nvSpPr>
          <p:spPr>
            <a:xfrm>
              <a:off x="8381712" y="5408236"/>
              <a:ext cx="900000" cy="90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85A7C22C-F5FE-6C00-C1DE-719459A20E98}"/>
                </a:ext>
              </a:extLst>
            </p:cNvPr>
            <p:cNvSpPr/>
            <p:nvPr/>
          </p:nvSpPr>
          <p:spPr>
            <a:xfrm>
              <a:off x="9318126" y="5408236"/>
              <a:ext cx="2448000" cy="90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PM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9" name="グループ化 88">
              <a:extLst>
                <a:ext uri="{FF2B5EF4-FFF2-40B4-BE49-F238E27FC236}">
                  <ns2:creationId id="{5AC4D0B9-3654-4AAA-9B8C-4CAEC8383652}"/>
                </a:ext>
              </a:extLst>
            </p:cNvPr>
            <p:cNvGrpSpPr/>
            <p:nvPr/>
          </p:nvGrpSpPr>
          <p:grpSpPr>
            <a:xfrm>
              <a:off x="2483319" y="4202196"/>
              <a:ext cx="9275268" cy="1548034"/>
              <a:chOff x="2483319" y="4197116"/>
              <a:chExt cx="9275268" cy="1548034"/>
            </a:xfrm>
          </p:grpSpPr>
          <p:grpSp>
            <p:nvGrpSpPr>
              <p:cNvPr id="87" name="グループ化 86">
                <a:extLst>
                  <a:ext uri="{FF2B5EF4-FFF2-40B4-BE49-F238E27FC236}">
                    <ns2:creationId id="{C770B4CD-1A0D-E6F3-78DE-11C3CF45BFF0}"/>
                  </a:ext>
                </a:extLst>
              </p:cNvPr>
              <p:cNvGrpSpPr/>
              <p:nvPr/>
            </p:nvGrpSpPr>
            <p:grpSpPr>
              <a:xfrm>
                <a:off x="2483319" y="4197116"/>
                <a:ext cx="2448000" cy="1548034"/>
                <a:chOff x="2483319" y="4197116"/>
                <a:chExt cx="2448000" cy="1548034"/>
              </a:xfrm>
            </p:grpSpPr>
            <p:cxnSp>
              <p:nvCxnSpPr>
                <p:cNvPr id="63" name="直線コネクタ 62">
                  <a:extLst>
                    <a:ext uri="{FF2B5EF4-FFF2-40B4-BE49-F238E27FC236}">
                      <ns2:creationId id="{D1DD335D-9FFF-508A-CF10-1D4C27EE3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4773127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直線コネクタ 65">
                  <a:extLst>
                    <a:ext uri="{FF2B5EF4-FFF2-40B4-BE49-F238E27FC236}">
                      <ns2:creationId id="{A9875CB9-0BC5-0E1E-6CE4-16F9F5174B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5383894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直線コネクタ 66">
                  <a:extLst>
                    <a:ext uri="{FF2B5EF4-FFF2-40B4-BE49-F238E27FC236}">
                      <ns2:creationId id="{B4910274-FBE4-32B0-3763-1F2500ACA3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574515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直線コネクタ 79">
                  <a:extLst>
                    <a:ext uri="{FF2B5EF4-FFF2-40B4-BE49-F238E27FC236}">
                      <ns2:creationId id="{08123AD5-20D7-0E63-C53E-DCFFAAFB4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3319" y="419711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6" name="グループ化 85">
                <a:extLst>
                  <a:ext uri="{FF2B5EF4-FFF2-40B4-BE49-F238E27FC236}">
                    <ns2:creationId id="{BEFB95E3-A8A8-6015-FF01-C5F8AB778406}"/>
                  </a:ext>
                </a:extLst>
              </p:cNvPr>
              <p:cNvGrpSpPr/>
              <p:nvPr/>
            </p:nvGrpSpPr>
            <p:grpSpPr>
              <a:xfrm>
                <a:off x="5897805" y="4197116"/>
                <a:ext cx="2448000" cy="1187928"/>
                <a:chOff x="5897805" y="4197116"/>
                <a:chExt cx="2448000" cy="1187928"/>
              </a:xfrm>
            </p:grpSpPr>
            <p:cxnSp>
              <p:nvCxnSpPr>
                <p:cNvPr id="70" name="直線コネクタ 69">
                  <a:extLst>
                    <a:ext uri="{FF2B5EF4-FFF2-40B4-BE49-F238E27FC236}">
                      <ns2:creationId id="{6EAFF27B-A7B0-6B89-5FE8-CB071192F2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97805" y="477297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直線コネクタ 72">
                  <a:extLst>
                    <a:ext uri="{FF2B5EF4-FFF2-40B4-BE49-F238E27FC236}">
                      <ns2:creationId id="{453B6515-B4EF-6CD0-143D-608B665C01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97805" y="5385044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線コネクタ 82">
                  <a:extLst>
                    <a:ext uri="{FF2B5EF4-FFF2-40B4-BE49-F238E27FC236}">
                      <ns2:creationId id="{6FCB4B7D-BEC7-F5D1-C40A-F24DDC80B7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97805" y="419711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" name="グループ化 87">
                <a:extLst>
                  <a:ext uri="{FF2B5EF4-FFF2-40B4-BE49-F238E27FC236}">
                    <ns2:creationId id="{15D65683-67F5-04AF-7F32-47A122B074A9}"/>
                  </a:ext>
                </a:extLst>
              </p:cNvPr>
              <p:cNvGrpSpPr/>
              <p:nvPr/>
            </p:nvGrpSpPr>
            <p:grpSpPr>
              <a:xfrm>
                <a:off x="9310587" y="4197116"/>
                <a:ext cx="2448000" cy="1187928"/>
                <a:chOff x="9310587" y="4197116"/>
                <a:chExt cx="2448000" cy="1187928"/>
              </a:xfrm>
            </p:grpSpPr>
            <p:cxnSp>
              <p:nvCxnSpPr>
                <p:cNvPr id="74" name="直線コネクタ 73">
                  <a:extLst>
                    <a:ext uri="{FF2B5EF4-FFF2-40B4-BE49-F238E27FC236}">
                      <ns2:creationId id="{F93FC4C8-1ECF-2054-7D40-C3B7A6AD53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10587" y="477297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直線コネクタ 74">
                  <a:extLst>
                    <a:ext uri="{FF2B5EF4-FFF2-40B4-BE49-F238E27FC236}">
                      <ns2:creationId id="{06EE2A7E-AA35-64F3-BA29-928A3AB9AA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10587" y="5385044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直線コネクタ 83">
                  <a:extLst>
                    <a:ext uri="{FF2B5EF4-FFF2-40B4-BE49-F238E27FC236}">
                      <ns2:creationId id="{83B3A943-8EEA-5C61-CCEC-2EEB0AC05A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10587" y="4197116"/>
                  <a:ext cx="2448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2" name="グループ化 101">
              <a:extLst>
                <a:ext uri="{FF2B5EF4-FFF2-40B4-BE49-F238E27FC236}">
                  <ns2:creationId id="{C9BBEC25-83AB-7A61-6775-8115095DF7F7}"/>
                </a:ext>
              </a:extLst>
            </p:cNvPr>
            <p:cNvGrpSpPr/>
            <p:nvPr/>
          </p:nvGrpSpPr>
          <p:grpSpPr>
            <a:xfrm>
              <a:off x="1546903" y="3908042"/>
              <a:ext cx="10221345" cy="0"/>
              <a:chOff x="1546903" y="3906237"/>
              <a:chExt cx="10221345" cy="0"/>
            </a:xfrm>
          </p:grpSpPr>
          <p:cxnSp>
            <p:nvCxnSpPr>
              <p:cNvPr id="91" name="直線コネクタ 90">
                <a:extLst>
                  <a:ext uri="{FF2B5EF4-FFF2-40B4-BE49-F238E27FC236}">
                    <ns2:creationId id="{FA9DC7E0-EF78-8FB0-C7CA-6CFC8DF534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6903" y="3906237"/>
                <a:ext cx="3384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線コネクタ 94">
                <a:extLst>
                  <a:ext uri="{FF2B5EF4-FFF2-40B4-BE49-F238E27FC236}">
                    <ns2:creationId id="{BD34D8B6-115B-DDE7-9553-6CB7A5E75E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65576" y="3906237"/>
                <a:ext cx="3384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CA10F258-64DC-2ACD-6C8B-2BD4B666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84248" y="3906237"/>
                <a:ext cx="338400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グループ化 49">
              <a:extLst>
                <a:ext uri="{FF2B5EF4-FFF2-40B4-BE49-F238E27FC236}">
                  <ns2:creationId id="{C5E0B21B-67EF-2D8D-EB1F-AE623F7B7388}"/>
                </a:ext>
              </a:extLst>
            </p:cNvPr>
            <p:cNvGrpSpPr/>
            <p:nvPr/>
          </p:nvGrpSpPr>
          <p:grpSpPr>
            <a:xfrm>
              <a:off x="334962" y="3932191"/>
              <a:ext cx="1152000" cy="2376000"/>
              <a:chOff x="334962" y="3927111"/>
              <a:chExt cx="1152000" cy="2376000"/>
            </a:xfrm>
          </p:grpSpPr>
          <p:sp>
            <p:nvSpPr>
              <p:cNvPr id="16" name="四角形: 角を丸くする 15">
                <a:extLst>
                  <a:ext uri="{FF2B5EF4-FFF2-40B4-BE49-F238E27FC236}">
                    <ns2:creationId id="{73927A3F-FC58-3107-0AB2-DC7FBDD959EF}"/>
                  </a:ext>
                </a:extLst>
              </p:cNvPr>
              <p:cNvSpPr/>
              <p:nvPr/>
            </p:nvSpPr>
            <p:spPr>
              <a:xfrm>
                <a:off x="334962" y="3927111"/>
                <a:ext cx="1152000" cy="2376000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None/>
                </a:pP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8" name="グラフィックス 37" descr="電球と鉛筆 単色塗りつぶし">
                <a:extLst>
                  <a:ext uri="{FF2B5EF4-FFF2-40B4-BE49-F238E27FC236}">
                    <ns2:creationId id="{9124F610-1713-3007-6FBF-EE48477C02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62962" y="5979110"/>
                <a:ext cx="324000" cy="324000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ns2:creationId id="{0574F838-BC75-9951-6C92-B041E1447F64}"/>
                </a:ext>
              </a:extLst>
            </p:cNvPr>
            <p:cNvGrpSpPr/>
            <p:nvPr/>
          </p:nvGrpSpPr>
          <p:grpSpPr>
            <a:xfrm>
              <a:off x="334962" y="3561359"/>
              <a:ext cx="1152000" cy="324000"/>
              <a:chOff x="334962" y="3561359"/>
              <a:chExt cx="1152000" cy="324000"/>
            </a:xfrm>
          </p:grpSpPr>
          <p:sp>
            <p:nvSpPr>
              <p:cNvPr id="15" name="四角形: 角を丸くする 14">
                <a:extLst>
                  <a:ext uri="{FF2B5EF4-FFF2-40B4-BE49-F238E27FC236}">
                    <ns2:creationId id="{930B0356-9715-D443-F5D8-9FC6E93A9737}"/>
                  </a:ext>
                </a:extLst>
              </p:cNvPr>
              <p:cNvSpPr/>
              <p:nvPr/>
            </p:nvSpPr>
            <p:spPr>
              <a:xfrm>
                <a:off x="334962" y="3561359"/>
                <a:ext cx="1152000" cy="324000"/>
              </a:xfrm>
              <a:prstGeom prst="roundRect">
                <a:avLst>
                  <a:gd name="adj" fmla="val 0"/>
                </a:avLst>
              </a:prstGeom>
              <a:solidFill>
                <a:schemeClr val="accent5">
                  <a:alpha val="7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8" name="グラフィックス 47" descr="追加 単色塗りつぶし">
                <a:extLst>
                  <a:ext uri="{FF2B5EF4-FFF2-40B4-BE49-F238E27FC236}">
                    <ns2:creationId id="{9C5A26FE-6B09-58DA-D516-A99067171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270962" y="3669359"/>
                <a:ext cx="216000" cy="216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2340145308"/>
      </p:ext>
    </p:extLst>
  </p:cSld>
  <p:clrMapOvr>
    <a:masterClrMapping/>
  </p:clrMapOvr>
</p:sld>
</file>

<file path=ppt/slides/slide286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EA0435-26B3-7889-364B-19F2174EF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 err="1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2032B93C-ACF3-0488-8F60-5411A2870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  <a:endParaRPr kumimoji="1" lang="en-US" altLang="ja-JP" dirty="0"/>
          </a:p>
        </p:txBody>
      </p:sp>
      <p:grpSp>
        <p:nvGrpSpPr>
          <p:cNvPr id="8" name="グループ化 7">
            <a:extLst>
              <a:ext uri="{FF2B5EF4-FFF2-40B4-BE49-F238E27FC236}">
                <ns2:creationId id="{617308A5-FD3A-F8D0-804E-165C12713FD6}"/>
              </a:ext>
            </a:extLst>
          </p:cNvPr>
          <p:cNvGrpSpPr/>
          <p:nvPr/>
        </p:nvGrpSpPr>
        <p:grpSpPr>
          <a:xfrm>
            <a:off x="334963" y="1626669"/>
            <a:ext cx="11522074" cy="4679301"/>
            <a:chOff x="334963" y="1626669"/>
            <a:chExt cx="11522074" cy="4679301"/>
          </a:xfrm>
        </p:grpSpPr>
        <p:grpSp>
          <p:nvGrpSpPr>
            <p:cNvPr id="7" name="グループ化 6">
              <a:extLst>
                <a:ext uri="{FF2B5EF4-FFF2-40B4-BE49-F238E27FC236}">
                  <ns2:creationId id="{1E39662A-E148-168E-30F3-21B137017B83}"/>
                </a:ext>
              </a:extLst>
            </p:cNvPr>
            <p:cNvGrpSpPr/>
            <p:nvPr/>
          </p:nvGrpSpPr>
          <p:grpSpPr>
            <a:xfrm>
              <a:off x="334963" y="5621970"/>
              <a:ext cx="11522074" cy="684000"/>
              <a:chOff x="334963" y="5621970"/>
              <a:chExt cx="11522074" cy="684000"/>
            </a:xfrm>
          </p:grpSpPr>
          <p:sp>
            <p:nvSpPr>
              <p:cNvPr id="10" name="Richtungspfeil 1">
                <a:extLst>
                  <a:ext uri="{FF2B5EF4-FFF2-40B4-BE49-F238E27FC236}">
                    <ns2:creationId id="{EF64C369-7E47-C468-6F6C-68A3BC62D293}"/>
                  </a:ext>
                </a:extLst>
              </p:cNvPr>
              <p:cNvSpPr/>
              <p:nvPr>
                <p:custDataLst>
                  <p:tags r:id="rId1"/>
                </p:custDataLst>
              </p:nvPr>
            </p:nvSpPr>
            <p:spPr bwMode="auto">
              <a:xfrm>
                <a:off x="334963" y="5621970"/>
                <a:ext cx="2773997" cy="684000"/>
              </a:xfrm>
              <a:prstGeom prst="homePlate">
                <a:avLst>
                  <a:gd name="adj" fmla="val 30640"/>
                </a:avLst>
              </a:prstGeom>
              <a:solidFill>
                <a:schemeClr val="accent5"/>
              </a:soli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432000" tIns="0" rIns="90000" bIns="72000" anchor="ctr"/>
              <a:lstStyle/>
              <a:p>
                <a:pPr algn="ctr">
                  <a:lnSpc>
                    <a:spcPct val="125000"/>
                  </a:lnSpc>
                </a:pPr>
                <a:r>
                  <a:rPr lang="ja-JP" altLang="ja-JP" sz="2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2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Richtungspfeil 1">
                <a:extLst>
                  <a:ext uri="{FF2B5EF4-FFF2-40B4-BE49-F238E27FC236}">
                    <ns2:creationId id="{E4EE482C-32BA-A178-FB38-896CD42E4573}"/>
                  </a:ext>
                </a:extLst>
              </p:cNvPr>
              <p:cNvSpPr/>
              <p:nvPr>
                <p:custDataLst>
                  <p:tags r:id="rId2"/>
                </p:custDataLst>
              </p:nvPr>
            </p:nvSpPr>
            <p:spPr bwMode="auto">
              <a:xfrm>
                <a:off x="343996" y="5621970"/>
                <a:ext cx="11513041" cy="684000"/>
              </a:xfrm>
              <a:prstGeom prst="homePlate">
                <a:avLst>
                  <a:gd name="adj" fmla="val 0"/>
                </a:avLst>
              </a:prstGeom>
              <a:noFill/>
              <a:ln w="9525" cmpd="sng">
                <a:solidFill>
                  <a:schemeClr val="accent5"/>
                </a:solidFill>
                <a:prstDash val="solid"/>
                <a:miter lim="800000"/>
                <a:headEnd/>
                <a:tailEnd/>
              </a:ln>
              <a:effectLst/>
            </p:spPr>
            <p:txBody>
              <a:bodyPr lIns="2448000" tIns="46800" rIns="90000" bIns="46800" anchor="ctr" anchorCtr="1"/>
              <a:lstStyle/>
              <a:p>
                <a:pPr>
                  <a:buNone/>
                </a:pPr>
                <a:r>
                  <a:rPr lang="ja-JP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5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lvl="0"/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" name="グラフィックス 13" descr="熱望 単色塗りつぶし">
                <a:extLst>
                  <a:ext uri="{FF2B5EF4-FFF2-40B4-BE49-F238E27FC236}">
                    <ns2:creationId id="{DEB90283-7F11-FD41-78BA-CAABE90C05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52458" y="5693970"/>
                <a:ext cx="540000" cy="540000"/>
              </a:xfrm>
              <a:prstGeom prst="rect">
                <a:avLst/>
              </a:prstGeom>
            </p:spPr>
          </p:pic>
        </p:grpSp>
        <p:grpSp>
          <p:nvGrpSpPr>
            <p:cNvPr id="3" name="グループ化 2">
              <a:extLst>
                <a:ext uri="{FF2B5EF4-FFF2-40B4-BE49-F238E27FC236}">
                  <ns2:creationId id="{792F643A-C24E-97D7-8E7A-3987380095D4}"/>
                </a:ext>
              </a:extLst>
            </p:cNvPr>
            <p:cNvGrpSpPr/>
            <p:nvPr/>
          </p:nvGrpSpPr>
          <p:grpSpPr>
            <a:xfrm>
              <a:off x="337218" y="1626669"/>
              <a:ext cx="11509498" cy="725989"/>
              <a:chOff x="337218" y="1626669"/>
              <a:chExt cx="11509498" cy="725989"/>
            </a:xfrm>
          </p:grpSpPr>
          <p:sp>
            <p:nvSpPr>
              <p:cNvPr id="15" name="四角形: 角を丸くする 14">
                <a:extLst>
                  <a:ext uri="{FF2B5EF4-FFF2-40B4-BE49-F238E27FC236}">
                    <ns2:creationId id="{56C0160D-66B1-A8B6-4D26-2D91BEC81EE0}"/>
                  </a:ext>
                </a:extLst>
              </p:cNvPr>
              <p:cNvSpPr/>
              <p:nvPr/>
            </p:nvSpPr>
            <p:spPr>
              <a:xfrm>
                <a:off x="337218" y="1640586"/>
                <a:ext cx="11509498" cy="712072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75000"/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None/>
                </a:pPr>
                <a:r>
                  <a:rPr lang="ja-JP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3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BA369682-B8CB-1768-52D9-C14E322297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5031" y="1708622"/>
                <a:ext cx="0" cy="576000"/>
              </a:xfrm>
              <a:prstGeom prst="line">
                <a:avLst/>
              </a:prstGeom>
              <a:ln w="38100">
                <a:solidFill>
                  <a:schemeClr val="accent5">
                    <a:alpha val="4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ns2:creationId id="{965E1EB6-96BA-1506-ECDB-43EF734DF237}"/>
                  </a:ext>
                </a:extLst>
              </p:cNvPr>
              <p:cNvSpPr txBox="1"/>
              <p:nvPr/>
            </p:nvSpPr>
            <p:spPr>
              <a:xfrm>
                <a:off x="2252252" y="1626669"/>
                <a:ext cx="9519445" cy="7200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>
                  <a:buNone/>
                </a:pPr>
                <a:r>
                  <a:rPr lang="ja-JP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</a:p>
              <a:p>
                <a:pPr marL="182563" lvl="0" indent="-18256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CB5DB5F7-9564-8D7E-87D6-0B6E555DB2C8}"/>
                </a:ext>
              </a:extLst>
            </p:cNvPr>
            <p:cNvGrpSpPr/>
            <p:nvPr/>
          </p:nvGrpSpPr>
          <p:grpSpPr>
            <a:xfrm>
              <a:off x="334963" y="2519593"/>
              <a:ext cx="3780000" cy="3024054"/>
              <a:chOff x="334963" y="2519593"/>
              <a:chExt cx="3780000" cy="3024054"/>
            </a:xfrm>
          </p:grpSpPr>
          <p:sp>
            <p:nvSpPr>
              <p:cNvPr id="84" name="正方形/長方形 83">
                <a:extLst>
                  <a:ext uri="{FF2B5EF4-FFF2-40B4-BE49-F238E27FC236}">
                    <ns2:creationId id="{E657FA79-608D-5187-E432-E1E08CF19BB7}"/>
                  </a:ext>
                </a:extLst>
              </p:cNvPr>
              <p:cNvSpPr/>
              <p:nvPr/>
            </p:nvSpPr>
            <p:spPr>
              <a:xfrm>
                <a:off x="334963" y="2519593"/>
                <a:ext cx="3780000" cy="360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None/>
                </a:pPr>
                <a:r>
                  <a:rPr lang="ja-JP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buNone/>
                </a:pP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6" name="四角形: 角を丸くする 85">
                <a:extLst>
                  <a:ext uri="{FF2B5EF4-FFF2-40B4-BE49-F238E27FC236}">
                    <ns2:creationId id="{D05A95C2-487F-3EA0-711C-653D34B8C7CA}"/>
                  </a:ext>
                </a:extLst>
              </p:cNvPr>
              <p:cNvSpPr/>
              <p:nvPr/>
            </p:nvSpPr>
            <p:spPr>
              <a:xfrm>
                <a:off x="540327" y="2591592"/>
                <a:ext cx="1116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ns2:creationId id="{7AF0F505-8A35-8447-F8E2-E1810C4EFB48}"/>
                  </a:ext>
                </a:extLst>
              </p:cNvPr>
              <p:cNvSpPr/>
              <p:nvPr/>
            </p:nvSpPr>
            <p:spPr>
              <a:xfrm>
                <a:off x="334963" y="2879593"/>
                <a:ext cx="3780000" cy="26640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7" name="直線矢印コネクタ 26">
                <a:extLst>
                  <a:ext uri="{FF2B5EF4-FFF2-40B4-BE49-F238E27FC236}">
                    <ns2:creationId id="{E5BBECA9-B5DC-B714-DB8E-F97DC67102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327" y="3455471"/>
                <a:ext cx="0" cy="1800000"/>
              </a:xfrm>
              <a:prstGeom prst="straightConnector1">
                <a:avLst/>
              </a:prstGeom>
              <a:ln w="254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ns2:creationId id="{D013AA4A-16EF-B47E-C4FA-6D2D7F0315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62033" y="527464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楕円 31">
                <a:extLst>
                  <a:ext uri="{FF2B5EF4-FFF2-40B4-BE49-F238E27FC236}">
                    <ns2:creationId id="{46A69E7D-0F8B-7303-96B1-80AD8A7D0B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9355" y="3623590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4" name="グループ化 43">
                <a:extLst>
                  <a:ext uri="{FF2B5EF4-FFF2-40B4-BE49-F238E27FC236}">
                    <ns2:creationId id="{639D58D3-C247-3683-C65E-DA9633C0BC82}"/>
                  </a:ext>
                </a:extLst>
              </p:cNvPr>
              <p:cNvGrpSpPr/>
              <p:nvPr/>
            </p:nvGrpSpPr>
            <p:grpSpPr>
              <a:xfrm>
                <a:off x="572472" y="3443590"/>
                <a:ext cx="3502994" cy="468000"/>
                <a:chOff x="572472" y="3462840"/>
                <a:chExt cx="3502994" cy="46800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10DD2338-7B6C-FD50-B7C2-3350A139092E}"/>
                    </a:ext>
                  </a:extLst>
                </p:cNvPr>
                <p:cNvSpPr/>
                <p:nvPr/>
              </p:nvSpPr>
              <p:spPr>
                <a:xfrm>
                  <a:off x="1088596" y="3462840"/>
                  <a:ext cx="2986870" cy="46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buClr>
                      <a:schemeClr val="accent5"/>
                    </a:buClr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ns2:creationId id="{E9A447E6-6DD5-4F90-B00B-A9C530CCB245}"/>
                    </a:ext>
                  </a:extLst>
                </p:cNvPr>
                <p:cNvSpPr/>
                <p:nvPr/>
              </p:nvSpPr>
              <p:spPr>
                <a:xfrm>
                  <a:off x="572472" y="3462840"/>
                  <a:ext cx="516121" cy="468000"/>
                </a:xfrm>
                <a:prstGeom prst="rect">
                  <a:avLst/>
                </a:prstGeom>
                <a:solidFill>
                  <a:schemeClr val="accent5">
                    <a:alpha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ns2:creationId id="{FDA10C71-0A65-0713-7413-6954289F7AB5}"/>
                  </a:ext>
                </a:extLst>
              </p:cNvPr>
              <p:cNvGrpSpPr/>
              <p:nvPr/>
            </p:nvGrpSpPr>
            <p:grpSpPr>
              <a:xfrm>
                <a:off x="572472" y="3935623"/>
                <a:ext cx="3502994" cy="828000"/>
                <a:chOff x="572472" y="3940206"/>
                <a:chExt cx="3502994" cy="828000"/>
              </a:xfrm>
            </p:grpSpPr>
            <p:sp>
              <p:nvSpPr>
                <p:cNvPr id="35" name="正方形/長方形 34">
                  <a:extLst>
                    <a:ext uri="{FF2B5EF4-FFF2-40B4-BE49-F238E27FC236}">
                      <ns2:creationId id="{DDBDDB4E-6CF1-B8F6-6EF5-CD9EC498D410}"/>
                    </a:ext>
                  </a:extLst>
                </p:cNvPr>
                <p:cNvSpPr/>
                <p:nvPr/>
              </p:nvSpPr>
              <p:spPr>
                <a:xfrm>
                  <a:off x="1088596" y="3940206"/>
                  <a:ext cx="2986870" cy="82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buClr>
                      <a:schemeClr val="accent5"/>
                    </a:buClr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8DE196A8-6B81-2F2B-7457-F2BDBB13B488}"/>
                    </a:ext>
                  </a:extLst>
                </p:cNvPr>
                <p:cNvSpPr/>
                <p:nvPr/>
              </p:nvSpPr>
              <p:spPr>
                <a:xfrm>
                  <a:off x="572472" y="3940206"/>
                  <a:ext cx="516121" cy="828000"/>
                </a:xfrm>
                <a:prstGeom prst="rect">
                  <a:avLst/>
                </a:prstGeom>
                <a:solidFill>
                  <a:schemeClr val="accent5">
                    <a:alpha val="55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ns2:creationId id="{0E0C5059-C514-D225-C695-99F69D093C97}"/>
                  </a:ext>
                </a:extLst>
              </p:cNvPr>
              <p:cNvGrpSpPr/>
              <p:nvPr/>
            </p:nvGrpSpPr>
            <p:grpSpPr>
              <a:xfrm>
                <a:off x="572472" y="4787656"/>
                <a:ext cx="3502994" cy="468000"/>
                <a:chOff x="572472" y="4768406"/>
                <a:chExt cx="3502994" cy="468000"/>
              </a:xfrm>
            </p:grpSpPr>
            <p:sp>
              <p:nvSpPr>
                <p:cNvPr id="37" name="正方形/長方形 36">
                  <a:extLst>
                    <a:ext uri="{FF2B5EF4-FFF2-40B4-BE49-F238E27FC236}">
                      <ns2:creationId id="{A1889262-04A9-B70A-2DF2-13F86AE8ED6C}"/>
                    </a:ext>
                  </a:extLst>
                </p:cNvPr>
                <p:cNvSpPr/>
                <p:nvPr/>
              </p:nvSpPr>
              <p:spPr>
                <a:xfrm>
                  <a:off x="1088596" y="4768406"/>
                  <a:ext cx="2986870" cy="46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buClr>
                      <a:schemeClr val="accent5"/>
                    </a:buClr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正方形/長方形 37">
                  <a:extLst>
                    <a:ext uri="{FF2B5EF4-FFF2-40B4-BE49-F238E27FC236}">
                      <ns2:creationId id="{B4962194-8E7A-809F-C888-147F072F9FF0}"/>
                    </a:ext>
                  </a:extLst>
                </p:cNvPr>
                <p:cNvSpPr/>
                <p:nvPr/>
              </p:nvSpPr>
              <p:spPr>
                <a:xfrm>
                  <a:off x="572472" y="4768406"/>
                  <a:ext cx="516121" cy="468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40" name="楕円 39">
                <a:extLst>
                  <a:ext uri="{FF2B5EF4-FFF2-40B4-BE49-F238E27FC236}">
                    <ns2:creationId id="{698B0433-5CFC-96C3-61A6-7FAD28E1F6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9355" y="4295623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楕円 41">
                <a:extLst>
                  <a:ext uri="{FF2B5EF4-FFF2-40B4-BE49-F238E27FC236}">
                    <ns2:creationId id="{2F8DBD45-8890-22F5-A703-0F8976796D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9355" y="4967656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7054B387-F8AC-1683-F948-23DB48872E4F}"/>
                  </a:ext>
                </a:extLst>
              </p:cNvPr>
              <p:cNvSpPr/>
              <p:nvPr/>
            </p:nvSpPr>
            <p:spPr>
              <a:xfrm>
                <a:off x="572472" y="5279173"/>
                <a:ext cx="3502994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r>
                  <a:rPr lang="ja-JP" altLang="ja-JP" sz="105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" name="グループ化 4">
              <a:extLst>
                <a:ext uri="{FF2B5EF4-FFF2-40B4-BE49-F238E27FC236}">
                  <ns2:creationId id="{9289BD85-55A3-D79D-774F-9D85B2C0B44E}"/>
                </a:ext>
              </a:extLst>
            </p:cNvPr>
            <p:cNvGrpSpPr/>
            <p:nvPr/>
          </p:nvGrpSpPr>
          <p:grpSpPr>
            <a:xfrm>
              <a:off x="4213947" y="2519593"/>
              <a:ext cx="3780000" cy="3024054"/>
              <a:chOff x="4213947" y="2519593"/>
              <a:chExt cx="3780000" cy="3024054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95AF604E-F7A8-88CA-AFE6-00A5A7AFF486}"/>
                  </a:ext>
                </a:extLst>
              </p:cNvPr>
              <p:cNvSpPr/>
              <p:nvPr/>
            </p:nvSpPr>
            <p:spPr>
              <a:xfrm>
                <a:off x="4213947" y="2519593"/>
                <a:ext cx="3780000" cy="360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None/>
                </a:pPr>
                <a:r>
                  <a:rPr lang="ja-JP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20">
                <a:extLst>
                  <a:ext uri="{FF2B5EF4-FFF2-40B4-BE49-F238E27FC236}">
                    <ns2:creationId id="{939E42B0-1EC7-8760-AE9E-9CFD2F07911C}"/>
                  </a:ext>
                </a:extLst>
              </p:cNvPr>
              <p:cNvSpPr/>
              <p:nvPr/>
            </p:nvSpPr>
            <p:spPr>
              <a:xfrm>
                <a:off x="4419311" y="2591592"/>
                <a:ext cx="1116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CFC16FF5-0306-CED4-1B0D-F88EBB775F0B}"/>
                  </a:ext>
                </a:extLst>
              </p:cNvPr>
              <p:cNvSpPr/>
              <p:nvPr/>
            </p:nvSpPr>
            <p:spPr>
              <a:xfrm>
                <a:off x="4213947" y="2879593"/>
                <a:ext cx="3780000" cy="26640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None/>
                </a:pP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47" name="直線矢印コネクタ 46">
                <a:extLst>
                  <a:ext uri="{FF2B5EF4-FFF2-40B4-BE49-F238E27FC236}">
                    <ns2:creationId id="{AB7E8ECA-73FD-9FFB-EC14-B77B02029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0384" y="3455471"/>
                <a:ext cx="0" cy="1656000"/>
              </a:xfrm>
              <a:prstGeom prst="straightConnector1">
                <a:avLst/>
              </a:prstGeom>
              <a:ln w="254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楕円 47">
                <a:extLst>
                  <a:ext uri="{FF2B5EF4-FFF2-40B4-BE49-F238E27FC236}">
                    <ns2:creationId id="{1517F750-6094-47DF-8069-6D73636A886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86412" y="3650205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76" name="グループ化 75">
                <a:extLst>
                  <a:ext uri="{FF2B5EF4-FFF2-40B4-BE49-F238E27FC236}">
                    <ns2:creationId id="{F61A0EF5-0602-9ED0-36E2-3110DAD61A2F}"/>
                  </a:ext>
                </a:extLst>
              </p:cNvPr>
              <p:cNvGrpSpPr/>
              <p:nvPr/>
            </p:nvGrpSpPr>
            <p:grpSpPr>
              <a:xfrm>
                <a:off x="4449529" y="3443590"/>
                <a:ext cx="3502994" cy="468000"/>
                <a:chOff x="4449529" y="3443590"/>
                <a:chExt cx="3502994" cy="468000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ns2:creationId id="{A4D4A517-A03F-BF48-4AF1-D38FFB6B7BFA}"/>
                    </a:ext>
                  </a:extLst>
                </p:cNvPr>
                <p:cNvSpPr/>
                <p:nvPr/>
              </p:nvSpPr>
              <p:spPr>
                <a:xfrm>
                  <a:off x="4965653" y="3443590"/>
                  <a:ext cx="2986870" cy="46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spcAft>
                      <a:spcPts val="200"/>
                    </a:spcAft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1" name="正方形/長方形 50">
                  <a:extLst>
                    <a:ext uri="{FF2B5EF4-FFF2-40B4-BE49-F238E27FC236}">
                      <ns2:creationId id="{45987844-99CC-A5F9-2C95-A5CB0691D7FC}"/>
                    </a:ext>
                  </a:extLst>
                </p:cNvPr>
                <p:cNvSpPr/>
                <p:nvPr/>
              </p:nvSpPr>
              <p:spPr>
                <a:xfrm>
                  <a:off x="4449529" y="3443590"/>
                  <a:ext cx="516121" cy="468000"/>
                </a:xfrm>
                <a:prstGeom prst="rect">
                  <a:avLst/>
                </a:prstGeom>
                <a:solidFill>
                  <a:schemeClr val="accent5">
                    <a:alpha val="4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2" name="グループ化 51">
                <a:extLst>
                  <a:ext uri="{FF2B5EF4-FFF2-40B4-BE49-F238E27FC236}">
                    <ns2:creationId id="{4E47F8E1-3464-C549-8A58-7A62505E8AFB}"/>
                  </a:ext>
                </a:extLst>
              </p:cNvPr>
              <p:cNvGrpSpPr/>
              <p:nvPr/>
            </p:nvGrpSpPr>
            <p:grpSpPr>
              <a:xfrm>
                <a:off x="4449529" y="3935623"/>
                <a:ext cx="3502994" cy="720000"/>
                <a:chOff x="572472" y="3940206"/>
                <a:chExt cx="3502994" cy="720000"/>
              </a:xfrm>
            </p:grpSpPr>
            <p:sp>
              <p:nvSpPr>
                <p:cNvPr id="53" name="正方形/長方形 52">
                  <a:extLst>
                    <a:ext uri="{FF2B5EF4-FFF2-40B4-BE49-F238E27FC236}">
                      <ns2:creationId id="{FBC81097-4A91-DA6C-5EB1-17AF3E96DF87}"/>
                    </a:ext>
                  </a:extLst>
                </p:cNvPr>
                <p:cNvSpPr/>
                <p:nvPr/>
              </p:nvSpPr>
              <p:spPr>
                <a:xfrm>
                  <a:off x="1088596" y="3940206"/>
                  <a:ext cx="2986870" cy="72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spcAft>
                      <a:spcPts val="200"/>
                    </a:spcAft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87313" lvl="1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830C8DED-11AD-859F-69EB-B30AE27848CF}"/>
                    </a:ext>
                  </a:extLst>
                </p:cNvPr>
                <p:cNvSpPr/>
                <p:nvPr/>
              </p:nvSpPr>
              <p:spPr>
                <a:xfrm>
                  <a:off x="572472" y="3940206"/>
                  <a:ext cx="516121" cy="720000"/>
                </a:xfrm>
                <a:prstGeom prst="rect">
                  <a:avLst/>
                </a:prstGeom>
                <a:solidFill>
                  <a:schemeClr val="accent5">
                    <a:alpha val="55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77" name="グループ化 76">
                <a:extLst>
                  <a:ext uri="{FF2B5EF4-FFF2-40B4-BE49-F238E27FC236}">
                    <ns2:creationId id="{F01ECAE4-9C93-957E-924C-72D6C60DA54E}"/>
                  </a:ext>
                </a:extLst>
              </p:cNvPr>
              <p:cNvGrpSpPr/>
              <p:nvPr/>
            </p:nvGrpSpPr>
            <p:grpSpPr>
              <a:xfrm>
                <a:off x="4449529" y="4691406"/>
                <a:ext cx="3502994" cy="252000"/>
                <a:chOff x="4449529" y="4691406"/>
                <a:chExt cx="3502994" cy="252000"/>
              </a:xfrm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575477F6-A71A-6A31-9253-7A0168AF942C}"/>
                    </a:ext>
                  </a:extLst>
                </p:cNvPr>
                <p:cNvSpPr/>
                <p:nvPr/>
              </p:nvSpPr>
              <p:spPr>
                <a:xfrm>
                  <a:off x="4965653" y="4691406"/>
                  <a:ext cx="2986870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9EDD0EE1-1760-3275-7B34-9DA522741D3F}"/>
                    </a:ext>
                  </a:extLst>
                </p:cNvPr>
                <p:cNvSpPr/>
                <p:nvPr/>
              </p:nvSpPr>
              <p:spPr>
                <a:xfrm>
                  <a:off x="4449529" y="4691406"/>
                  <a:ext cx="516121" cy="25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58" name="楕円 57">
                <a:extLst>
                  <a:ext uri="{FF2B5EF4-FFF2-40B4-BE49-F238E27FC236}">
                    <ns2:creationId id="{21F17004-097D-C5E1-5CF0-4E837E047B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86412" y="4235741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楕円 58">
                <a:extLst>
                  <a:ext uri="{FF2B5EF4-FFF2-40B4-BE49-F238E27FC236}">
                    <ns2:creationId id="{967299F0-724E-A77F-4253-C379C84F32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86412" y="4763406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楕円 59">
                <a:extLst>
                  <a:ext uri="{FF2B5EF4-FFF2-40B4-BE49-F238E27FC236}">
                    <ns2:creationId id="{76605C27-0FD4-B8F0-0F57-B28F2B6197B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39090" y="513989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18FF9AC6-3AED-338F-94CC-8BBCFD1E9D4E}"/>
                  </a:ext>
                </a:extLst>
              </p:cNvPr>
              <p:cNvSpPr/>
              <p:nvPr/>
            </p:nvSpPr>
            <p:spPr>
              <a:xfrm>
                <a:off x="4449529" y="4980798"/>
                <a:ext cx="3502994" cy="54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97CDC72B-38AA-06A4-0141-A1F956EB8A89}"/>
                </a:ext>
              </a:extLst>
            </p:cNvPr>
            <p:cNvGrpSpPr/>
            <p:nvPr/>
          </p:nvGrpSpPr>
          <p:grpSpPr>
            <a:xfrm>
              <a:off x="8074216" y="2519593"/>
              <a:ext cx="3780000" cy="3024054"/>
              <a:chOff x="8074216" y="2519593"/>
              <a:chExt cx="3780000" cy="3024054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974F082C-84AF-586C-5024-24EAA936BE22}"/>
                  </a:ext>
                </a:extLst>
              </p:cNvPr>
              <p:cNvSpPr/>
              <p:nvPr/>
            </p:nvSpPr>
            <p:spPr>
              <a:xfrm>
                <a:off x="8074216" y="2519593"/>
                <a:ext cx="3780000" cy="360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buNone/>
                </a:pPr>
                <a:r>
                  <a:rPr lang="ja-JP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ja-JP" sz="14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四角形: 角を丸くする 23">
                <a:extLst>
                  <a:ext uri="{FF2B5EF4-FFF2-40B4-BE49-F238E27FC236}">
                    <ns2:creationId id="{B7D3B8B6-B16A-C8C4-E692-1C664A4CF271}"/>
                  </a:ext>
                </a:extLst>
              </p:cNvPr>
              <p:cNvSpPr/>
              <p:nvPr/>
            </p:nvSpPr>
            <p:spPr>
              <a:xfrm>
                <a:off x="8279580" y="2591592"/>
                <a:ext cx="1116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en-US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E076E63-3561-E48B-859B-0732C05AC7CF}"/>
                  </a:ext>
                </a:extLst>
              </p:cNvPr>
              <p:cNvSpPr/>
              <p:nvPr/>
            </p:nvSpPr>
            <p:spPr>
              <a:xfrm>
                <a:off x="8074216" y="2879593"/>
                <a:ext cx="3780000" cy="2664054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3" name="直線矢印コネクタ 62">
                <a:extLst>
                  <a:ext uri="{FF2B5EF4-FFF2-40B4-BE49-F238E27FC236}">
                    <ns2:creationId id="{3D5A43B0-C25A-8248-06AD-6DBD456197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828" y="3455471"/>
                <a:ext cx="0" cy="1944000"/>
              </a:xfrm>
              <a:prstGeom prst="straightConnector1">
                <a:avLst/>
              </a:prstGeom>
              <a:ln w="254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楕円 63">
                <a:extLst>
                  <a:ext uri="{FF2B5EF4-FFF2-40B4-BE49-F238E27FC236}">
                    <ns2:creationId id="{A93641C6-04E4-2EC0-92E1-B0EA0DA9BAB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73481" y="3821590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28B12FEA-8A8A-9EF0-C408-07DA8624276D}"/>
                  </a:ext>
                </a:extLst>
              </p:cNvPr>
              <p:cNvSpPr/>
              <p:nvPr/>
            </p:nvSpPr>
            <p:spPr>
              <a:xfrm>
                <a:off x="8843097" y="3443590"/>
                <a:ext cx="2986870" cy="86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spcAft>
                    <a:spcPts val="200"/>
                  </a:spcAft>
                </a:pPr>
                <a:r>
                  <a:rPr lang="ja-JP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7313" lvl="0" indent="-87313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0273DB88-0A79-8F08-DD73-7734001633A6}"/>
                  </a:ext>
                </a:extLst>
              </p:cNvPr>
              <p:cNvSpPr/>
              <p:nvPr/>
            </p:nvSpPr>
            <p:spPr>
              <a:xfrm>
                <a:off x="8326973" y="3443590"/>
                <a:ext cx="516121" cy="864000"/>
              </a:xfrm>
              <a:prstGeom prst="rect">
                <a:avLst/>
              </a:prstGeom>
              <a:solidFill>
                <a:schemeClr val="accent5">
                  <a:alpha val="5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67" name="グループ化 66">
                <a:extLst>
                  <a:ext uri="{FF2B5EF4-FFF2-40B4-BE49-F238E27FC236}">
                    <ns2:creationId id="{792EA248-7FB9-F6C0-05A0-4A776FE939D1}"/>
                  </a:ext>
                </a:extLst>
              </p:cNvPr>
              <p:cNvGrpSpPr/>
              <p:nvPr/>
            </p:nvGrpSpPr>
            <p:grpSpPr>
              <a:xfrm>
                <a:off x="8326973" y="4349506"/>
                <a:ext cx="3502994" cy="864000"/>
                <a:chOff x="572472" y="3940206"/>
                <a:chExt cx="3502994" cy="720000"/>
              </a:xfrm>
            </p:grpSpPr>
            <p:sp>
              <p:nvSpPr>
                <p:cNvPr id="68" name="正方形/長方形 67">
                  <a:extLst>
                    <a:ext uri="{FF2B5EF4-FFF2-40B4-BE49-F238E27FC236}">
                      <ns2:creationId id="{D0411407-E88E-5986-61E8-11C890BE640D}"/>
                    </a:ext>
                  </a:extLst>
                </p:cNvPr>
                <p:cNvSpPr/>
                <p:nvPr/>
              </p:nvSpPr>
              <p:spPr>
                <a:xfrm>
                  <a:off x="1088596" y="3940206"/>
                  <a:ext cx="2986870" cy="72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spcAft>
                      <a:spcPts val="200"/>
                    </a:spcAft>
                  </a:pPr>
                  <a:r>
                    <a:rPr lang="ja-JP" altLang="ja-JP" sz="1000" dirty="0">
                      <a:solidFill>
                        <a:schemeClr val="accent5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 dirty="0">
                    <a:solidFill>
                      <a:schemeClr val="accent5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87313" lvl="0" indent="-87313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(</a:t>
                  </a: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9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ns2:creationId id="{B85DE5B1-3296-BBEC-2A0B-63A750DE2C18}"/>
                    </a:ext>
                  </a:extLst>
                </p:cNvPr>
                <p:cNvSpPr/>
                <p:nvPr/>
              </p:nvSpPr>
              <p:spPr>
                <a:xfrm>
                  <a:off x="572472" y="3940206"/>
                  <a:ext cx="516121" cy="720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/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ja-JP" sz="10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72" name="楕円 71">
                <a:extLst>
                  <a:ext uri="{FF2B5EF4-FFF2-40B4-BE49-F238E27FC236}">
                    <ns2:creationId id="{906B070B-3C3A-786D-00A5-8291AB442B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73481" y="4727506"/>
                <a:ext cx="108000" cy="108000"/>
              </a:xfrm>
              <a:prstGeom prst="ellipse">
                <a:avLst/>
              </a:prstGeom>
              <a:solidFill>
                <a:srgbClr val="33A458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5:creationId val="4204197605"/>
      </p:ext>
    </p:extLst>
  </p:cSld>
  <p:clrMapOvr>
    <a:masterClrMapping/>
  </p:clrMapOvr>
</p:sld>
</file>

<file path=ppt/slides/slide28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4FE1768-BBA7-4A50-669F-B6CF089E1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 dirty="0"/>
              <a:t> / </a:t>
            </a:r>
            <a:r>
              <a:rPr kumimoji="1" lang="ja-JP" altLang="en-US"/>
              <a:t>XX</a:t>
            </a:r>
            <a:r>
              <a:rPr kumimoji="1" lang="en-US" altLang="ja-JP" dirty="0"/>
              <a:t> / 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19FB583-8AFF-5F30-7DAE-2773C58475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600" dirty="0"/>
              <a:t>XX</a:t>
            </a:r>
          </a:p>
          <a:p>
            <a:pPr>
              <a:spcBef>
                <a:spcPts val="400"/>
              </a:spcBef>
            </a:pPr>
            <a:r>
              <a:rPr kumimoji="1" lang="ja-JP" altLang="en-US" sz="1600" dirty="0"/>
              <a:t>XX</a:t>
            </a:r>
            <a:r>
              <a:rPr kumimoji="1" lang="en" altLang="ja-JP" sz="1600" dirty="0"/>
              <a:t>XX</a:t>
            </a:r>
            <a:r>
              <a:rPr kumimoji="1" lang="ja-JP" altLang="en-US" sz="1600" dirty="0"/>
              <a:t>XX</a:t>
            </a:r>
          </a:p>
        </p:txBody>
      </p:sp>
      <p:grpSp>
        <p:nvGrpSpPr>
          <p:cNvPr id="30" name="グループ化 29">
            <a:extLst>
              <a:ext uri="{FF2B5EF4-FFF2-40B4-BE49-F238E27FC236}">
                <ns2:creationId id="{9E1B2DC4-5378-8C3D-0D31-92E6A074E5B4}"/>
              </a:ext>
            </a:extLst>
          </p:cNvPr>
          <p:cNvGrpSpPr/>
          <p:nvPr/>
        </p:nvGrpSpPr>
        <p:grpSpPr>
          <a:xfrm>
            <a:off x="334963" y="1642791"/>
            <a:ext cx="11526282" cy="4676332"/>
            <a:chOff x="334963" y="1642791"/>
            <a:chExt cx="11526282" cy="4676332"/>
          </a:xfrm>
        </p:grpSpPr>
        <p:cxnSp>
          <p:nvCxnSpPr>
            <p:cNvPr id="37" name="直線コネクタ 36">
              <a:extLst>
                <a:ext uri="{FF2B5EF4-FFF2-40B4-BE49-F238E27FC236}">
                  <ns2:creationId id="{524A71FB-A18E-10C1-8595-CA9D264DC632}"/>
                </a:ext>
              </a:extLst>
            </p:cNvPr>
            <p:cNvCxnSpPr/>
            <p:nvPr/>
          </p:nvCxnSpPr>
          <p:spPr>
            <a:xfrm>
              <a:off x="6856434" y="2120571"/>
              <a:ext cx="0" cy="1046324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ns2:creationId id="{B5EADBA3-7451-A4BE-9F6F-A1FE4E15AE6B}"/>
                </a:ext>
              </a:extLst>
            </p:cNvPr>
            <p:cNvCxnSpPr>
              <a:cxnSpLocks/>
            </p:cNvCxnSpPr>
            <p:nvPr/>
          </p:nvCxnSpPr>
          <p:spPr>
            <a:xfrm>
              <a:off x="6856434" y="3254239"/>
              <a:ext cx="0" cy="751001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29687019-D223-88AC-EE2A-D6A84431573B}"/>
                </a:ext>
              </a:extLst>
            </p:cNvPr>
            <p:cNvCxnSpPr>
              <a:cxnSpLocks/>
            </p:cNvCxnSpPr>
            <p:nvPr/>
          </p:nvCxnSpPr>
          <p:spPr>
            <a:xfrm>
              <a:off x="6856434" y="4093846"/>
              <a:ext cx="0" cy="1227738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4AE27743-37D5-34F4-2A91-3EE27D6198A2}"/>
                </a:ext>
              </a:extLst>
            </p:cNvPr>
            <p:cNvCxnSpPr>
              <a:cxnSpLocks/>
            </p:cNvCxnSpPr>
            <p:nvPr/>
          </p:nvCxnSpPr>
          <p:spPr>
            <a:xfrm>
              <a:off x="6856434" y="5408930"/>
              <a:ext cx="0" cy="900000"/>
            </a:xfrm>
            <a:prstGeom prst="line">
              <a:avLst/>
            </a:prstGeom>
            <a:ln w="38100">
              <a:solidFill>
                <a:srgbClr val="008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ns2:creationId id="{638DA4FD-B478-2122-C919-8F500464404C}"/>
                </a:ext>
              </a:extLst>
            </p:cNvPr>
            <p:cNvCxnSpPr/>
            <p:nvPr/>
          </p:nvCxnSpPr>
          <p:spPr>
            <a:xfrm flipH="1">
              <a:off x="6856433" y="2570571"/>
              <a:ext cx="432000" cy="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カギ線コネクタ 76">
              <a:extLst>
                <a:ext uri="{FF2B5EF4-FFF2-40B4-BE49-F238E27FC236}">
                  <ns2:creationId id="{CD5A69D1-CB66-8911-9036-D131A036C1A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856433" y="3557209"/>
              <a:ext cx="432000" cy="1098376"/>
            </a:xfrm>
            <a:prstGeom prst="bentConnector3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フリーフォーム 85">
              <a:extLst>
                <a:ext uri="{FF2B5EF4-FFF2-40B4-BE49-F238E27FC236}">
                  <ns2:creationId id="{134C801B-0A62-B0DF-674D-1021FB23EB21}"/>
                </a:ext>
              </a:extLst>
            </p:cNvPr>
            <p:cNvSpPr/>
            <p:nvPr/>
          </p:nvSpPr>
          <p:spPr>
            <a:xfrm>
              <a:off x="6856433" y="4563533"/>
              <a:ext cx="432000" cy="1312334"/>
            </a:xfrm>
            <a:custGeom>
              <a:avLst/>
              <a:gdLst>
                <a:gd name="csX0" fmla="*/ 0 w 440267"/>
                <a:gd name="csY0" fmla="*/ 1312334 h 1312334"/>
                <a:gd name="csX1" fmla="*/ 0 w 440267"/>
                <a:gd name="csY1" fmla="*/ 1312334 h 1312334"/>
                <a:gd name="csX2" fmla="*/ 304800 w 440267"/>
                <a:gd name="csY2" fmla="*/ 1312334 h 1312334"/>
                <a:gd name="csX3" fmla="*/ 304800 w 440267"/>
                <a:gd name="csY3" fmla="*/ 0 h 1312334"/>
                <a:gd name="csX4" fmla="*/ 440267 w 440267"/>
                <a:gd name="csY4" fmla="*/ 0 h 1312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40267" h="1312334">
                  <a:moveTo>
                    <a:pt x="0" y="1312334"/>
                  </a:moveTo>
                  <a:lnTo>
                    <a:pt x="0" y="1312334"/>
                  </a:lnTo>
                  <a:lnTo>
                    <a:pt x="304800" y="1312334"/>
                  </a:lnTo>
                  <a:lnTo>
                    <a:pt x="304800" y="0"/>
                  </a:lnTo>
                  <a:lnTo>
                    <a:pt x="440267" y="0"/>
                  </a:lnTo>
                </a:path>
              </a:pathLst>
            </a:cu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+mn-ea"/>
              </a:endParaRPr>
            </a:p>
          </p:txBody>
        </p:sp>
        <p:sp>
          <p:nvSpPr>
            <p:cNvPr id="87" name="フリーフォーム 86">
              <a:extLst>
                <a:ext uri="{FF2B5EF4-FFF2-40B4-BE49-F238E27FC236}">
                  <ns2:creationId id="{097523F2-ADD8-F675-E952-442811A76F0A}"/>
                </a:ext>
              </a:extLst>
            </p:cNvPr>
            <p:cNvSpPr/>
            <p:nvPr/>
          </p:nvSpPr>
          <p:spPr>
            <a:xfrm>
              <a:off x="6856433" y="2794475"/>
              <a:ext cx="432000" cy="803304"/>
            </a:xfrm>
            <a:custGeom>
              <a:avLst/>
              <a:gdLst>
                <a:gd name="csX0" fmla="*/ 0 w 461473"/>
                <a:gd name="csY0" fmla="*/ 803304 h 803304"/>
                <a:gd name="csX1" fmla="*/ 128187 w 461473"/>
                <a:gd name="csY1" fmla="*/ 803304 h 803304"/>
                <a:gd name="csX2" fmla="*/ 128187 w 461473"/>
                <a:gd name="csY2" fmla="*/ 0 h 803304"/>
                <a:gd name="csX3" fmla="*/ 461473 w 461473"/>
                <a:gd name="csY3" fmla="*/ 0 h 8033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61473" h="803304">
                  <a:moveTo>
                    <a:pt x="0" y="803304"/>
                  </a:moveTo>
                  <a:lnTo>
                    <a:pt x="128187" y="803304"/>
                  </a:lnTo>
                  <a:lnTo>
                    <a:pt x="128187" y="0"/>
                  </a:lnTo>
                  <a:lnTo>
                    <a:pt x="461473" y="0"/>
                  </a:lnTo>
                </a:path>
              </a:pathLst>
            </a:cu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+mn-ea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ns2:creationId id="{14997333-195C-0B92-A1B5-1E687B43F695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2035809"/>
              <a:ext cx="644307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ns2:creationId id="{2736FD4B-BB0E-F079-F7AE-0DA777DC53F9}"/>
                </a:ext>
              </a:extLst>
            </p:cNvPr>
            <p:cNvSpPr txBox="1"/>
            <p:nvPr/>
          </p:nvSpPr>
          <p:spPr>
            <a:xfrm>
              <a:off x="334963" y="1642791"/>
              <a:ext cx="6443075" cy="384133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ctr"/>
              <a:r>
                <a:rPr kumimoji="1" lang="ja-JP" altLang="en-US" dirty="0">
                  <a:latin typeface="+mn-ea"/>
                </a:rPr>
                <a:t>XX</a:t>
              </a:r>
              <a:r>
                <a:rPr kumimoji="1" lang="en-US" altLang="ja-JP" dirty="0">
                  <a:latin typeface="+mn-ea"/>
                </a:rPr>
                <a:t> / </a:t>
              </a:r>
              <a:r>
                <a:rPr kumimoji="1" lang="ja-JP" altLang="en-US" dirty="0">
                  <a:latin typeface="+mn-ea"/>
                </a:rPr>
                <a:t>XX</a:t>
              </a:r>
              <a:endParaRPr kumimoji="1" lang="en-US" altLang="ja-JP" dirty="0">
                <a:latin typeface="+mn-ea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ns2:creationId id="{C67E388B-C9AF-2418-E802-2694EE745ABC}"/>
                </a:ext>
              </a:extLst>
            </p:cNvPr>
            <p:cNvSpPr/>
            <p:nvPr/>
          </p:nvSpPr>
          <p:spPr>
            <a:xfrm>
              <a:off x="1630039" y="2120571"/>
              <a:ext cx="5148000" cy="104632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" sz="1000" dirty="0">
                  <a:solidFill>
                    <a:schemeClr val="tx1"/>
                  </a:solidFill>
                  <a:latin typeface="+mn-ea"/>
                </a:rPr>
                <a:t>・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7A12E95A-4AE4-D880-4FCB-D6A7C76AD3A5}"/>
                </a:ext>
              </a:extLst>
            </p:cNvPr>
            <p:cNvSpPr/>
            <p:nvPr/>
          </p:nvSpPr>
          <p:spPr>
            <a:xfrm>
              <a:off x="1630039" y="3254239"/>
              <a:ext cx="5147999" cy="75100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BI</a:t>
              </a:r>
              <a:r>
                <a:rPr lang="ja-JP" altLang="en" sz="1000" dirty="0">
                  <a:solidFill>
                    <a:schemeClr val="tx1"/>
                  </a:solidFill>
                  <a:latin typeface="+mn-ea"/>
                </a:rPr>
                <a:t>・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24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365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BECDBD60-E738-83F1-BF7C-1F69DD307BE0}"/>
                </a:ext>
              </a:extLst>
            </p:cNvPr>
            <p:cNvSpPr/>
            <p:nvPr/>
          </p:nvSpPr>
          <p:spPr>
            <a:xfrm>
              <a:off x="1630039" y="4093847"/>
              <a:ext cx="5147999" cy="122773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4FC60714-CB45-4F06-0642-701EEEBFBE00}"/>
                </a:ext>
              </a:extLst>
            </p:cNvPr>
            <p:cNvSpPr/>
            <p:nvPr/>
          </p:nvSpPr>
          <p:spPr>
            <a:xfrm>
              <a:off x="1630039" y="5408930"/>
              <a:ext cx="5147999" cy="90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TCO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99450" indent="-99450"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SLA</a:t>
              </a:r>
              <a:r>
                <a:rPr lang="ja-JP" altLang="en" sz="1000" dirty="0">
                  <a:solidFill>
                    <a:schemeClr val="tx1"/>
                  </a:solidFill>
                  <a:latin typeface="+mn-ea"/>
                </a:rPr>
                <a:t>・</a:t>
              </a:r>
              <a:r>
                <a:rPr lang="en" altLang="ja-JP" sz="1000" dirty="0">
                  <a:solidFill>
                    <a:schemeClr val="tx1"/>
                  </a:solidFill>
                  <a:latin typeface="+mn-ea"/>
                </a:rPr>
                <a:t>KPI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" name="直線コネクタ 27">
              <a:extLst>
                <a:ext uri="{FF2B5EF4-FFF2-40B4-BE49-F238E27FC236}">
                  <ns2:creationId id="{A20E55D4-9843-6127-841A-70B870307408}"/>
                </a:ext>
              </a:extLst>
            </p:cNvPr>
            <p:cNvCxnSpPr>
              <a:cxnSpLocks/>
            </p:cNvCxnSpPr>
            <p:nvPr/>
          </p:nvCxnSpPr>
          <p:spPr>
            <a:xfrm>
              <a:off x="1630039" y="3210567"/>
              <a:ext cx="5147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ns2:creationId id="{C4E4585A-647B-FD4C-D9C0-E20912145745}"/>
                </a:ext>
              </a:extLst>
            </p:cNvPr>
            <p:cNvCxnSpPr>
              <a:cxnSpLocks/>
            </p:cNvCxnSpPr>
            <p:nvPr/>
          </p:nvCxnSpPr>
          <p:spPr>
            <a:xfrm>
              <a:off x="1630039" y="4049544"/>
              <a:ext cx="5147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コネクタ 30">
              <a:extLst>
                <a:ext uri="{FF2B5EF4-FFF2-40B4-BE49-F238E27FC236}">
                  <ns2:creationId id="{1E8BDF51-EBCD-B584-0F2B-FC11F0D75718}"/>
                </a:ext>
              </a:extLst>
            </p:cNvPr>
            <p:cNvCxnSpPr>
              <a:cxnSpLocks/>
            </p:cNvCxnSpPr>
            <p:nvPr/>
          </p:nvCxnSpPr>
          <p:spPr>
            <a:xfrm>
              <a:off x="1630039" y="5365258"/>
              <a:ext cx="5147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9" name="グラフィックス 88" descr="レンガ壁の建築 枠線">
              <a:extLst>
                <a:ext uri="{FF2B5EF4-FFF2-40B4-BE49-F238E27FC236}">
                  <ns2:creationId id="{6263DDFA-7303-E59B-60FB-F435D77FBB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566240" y="1672857"/>
              <a:ext cx="324000" cy="324000"/>
            </a:xfrm>
            <a:prstGeom prst="rect">
              <a:avLst/>
            </a:prstGeom>
          </p:spPr>
        </p:pic>
        <p:sp>
          <p:nvSpPr>
            <p:cNvPr id="10" name="正方形/長方形 9">
              <a:extLst>
                <a:ext uri="{FF2B5EF4-FFF2-40B4-BE49-F238E27FC236}">
                  <ns2:creationId id="{C8BF33BC-6F5B-7405-1858-BB534DF9D04C}"/>
                </a:ext>
              </a:extLst>
            </p:cNvPr>
            <p:cNvSpPr/>
            <p:nvPr/>
          </p:nvSpPr>
          <p:spPr>
            <a:xfrm>
              <a:off x="334963" y="2120574"/>
              <a:ext cx="1260000" cy="1046321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" name="四角形: 角を丸くする 85">
              <a:extLst>
                <a:ext uri="{FF2B5EF4-FFF2-40B4-BE49-F238E27FC236}">
                  <ns2:creationId id="{B76AD727-45D8-65B6-DF36-61A6CF2DBAD0}"/>
                </a:ext>
              </a:extLst>
            </p:cNvPr>
            <p:cNvSpPr/>
            <p:nvPr/>
          </p:nvSpPr>
          <p:spPr>
            <a:xfrm>
              <a:off x="376350" y="2277259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1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84C58C12-655A-2762-7CE0-5359E3FA9149}"/>
                </a:ext>
              </a:extLst>
            </p:cNvPr>
            <p:cNvSpPr/>
            <p:nvPr/>
          </p:nvSpPr>
          <p:spPr>
            <a:xfrm>
              <a:off x="334963" y="3251657"/>
              <a:ext cx="1260000" cy="751002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1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四角形: 角を丸くする 85">
              <a:extLst>
                <a:ext uri="{FF2B5EF4-FFF2-40B4-BE49-F238E27FC236}">
                  <ns2:creationId id="{0B021DD6-0EFE-3942-D2F4-9B70AAC78191}"/>
                </a:ext>
              </a:extLst>
            </p:cNvPr>
            <p:cNvSpPr/>
            <p:nvPr/>
          </p:nvSpPr>
          <p:spPr>
            <a:xfrm>
              <a:off x="376350" y="3279912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2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D24B0D62-2392-BCAF-35FD-D73273AAD129}"/>
                </a:ext>
              </a:extLst>
            </p:cNvPr>
            <p:cNvSpPr/>
            <p:nvPr/>
          </p:nvSpPr>
          <p:spPr>
            <a:xfrm>
              <a:off x="334963" y="4091264"/>
              <a:ext cx="1260000" cy="1227739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" name="四角形: 角を丸くする 85">
              <a:extLst>
                <a:ext uri="{FF2B5EF4-FFF2-40B4-BE49-F238E27FC236}">
                  <ns2:creationId id="{E3597FFE-8C10-AE7D-80A7-5C5D4EE572E5}"/>
                </a:ext>
              </a:extLst>
            </p:cNvPr>
            <p:cNvSpPr/>
            <p:nvPr/>
          </p:nvSpPr>
          <p:spPr>
            <a:xfrm>
              <a:off x="376350" y="4209698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3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94AC67FF-B605-51F1-9BCA-9C45392794C9}"/>
                </a:ext>
              </a:extLst>
            </p:cNvPr>
            <p:cNvSpPr/>
            <p:nvPr/>
          </p:nvSpPr>
          <p:spPr>
            <a:xfrm>
              <a:off x="342712" y="5408930"/>
              <a:ext cx="1260000" cy="900000"/>
            </a:xfrm>
            <a:prstGeom prst="rect">
              <a:avLst/>
            </a:prstGeom>
            <a:solidFill>
              <a:schemeClr val="accent3"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21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" name="四角形: 角を丸くする 85">
              <a:extLst>
                <a:ext uri="{FF2B5EF4-FFF2-40B4-BE49-F238E27FC236}">
                  <ns2:creationId id="{B4293D87-517B-47BA-4092-63AD101A3789}"/>
                </a:ext>
              </a:extLst>
            </p:cNvPr>
            <p:cNvSpPr/>
            <p:nvPr/>
          </p:nvSpPr>
          <p:spPr>
            <a:xfrm>
              <a:off x="384099" y="5464878"/>
              <a:ext cx="504000" cy="180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4</a:t>
              </a:r>
            </a:p>
          </p:txBody>
        </p:sp>
        <p:pic>
          <p:nvPicPr>
            <p:cNvPr id="93" name="グラフィックス 92" descr="対象の人々 単色塗りつぶし">
              <a:extLst>
                <a:ext uri="{FF2B5EF4-FFF2-40B4-BE49-F238E27FC236}">
                  <ns2:creationId id="{BA0B165F-6ECF-C1EA-DE8D-4E872CC23D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270962" y="2842894"/>
              <a:ext cx="324000" cy="324000"/>
            </a:xfrm>
            <a:prstGeom prst="rect">
              <a:avLst/>
            </a:prstGeom>
          </p:spPr>
        </p:pic>
        <p:pic>
          <p:nvPicPr>
            <p:cNvPr id="97" name="グラフィックス 96" descr="環状の矢印 単色塗りつぶし">
              <a:extLst>
                <a:ext uri="{FF2B5EF4-FFF2-40B4-BE49-F238E27FC236}">
                  <ns2:creationId id="{82176E51-DD0E-E118-4218-40C44341D2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270962" y="5984930"/>
              <a:ext cx="324000" cy="324000"/>
            </a:xfrm>
            <a:prstGeom prst="rect">
              <a:avLst/>
            </a:prstGeom>
          </p:spPr>
        </p:pic>
        <p:pic>
          <p:nvPicPr>
            <p:cNvPr id="101" name="グラフィックス 100" descr="釣り合っていない天秤 単色塗りつぶし">
              <a:extLst>
                <a:ext uri="{FF2B5EF4-FFF2-40B4-BE49-F238E27FC236}">
                  <ns2:creationId id="{86593FBD-795B-A175-1EAF-DA2ACE707B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270962" y="4995003"/>
              <a:ext cx="324000" cy="324000"/>
            </a:xfrm>
            <a:prstGeom prst="rect">
              <a:avLst/>
            </a:prstGeom>
          </p:spPr>
        </p:pic>
        <p:pic>
          <p:nvPicPr>
            <p:cNvPr id="103" name="グラフィックス 102" descr="在宅勤務デスク 単色塗りつぶし">
              <a:extLst>
                <a:ext uri="{FF2B5EF4-FFF2-40B4-BE49-F238E27FC236}">
                  <ns2:creationId id="{5DD8185D-5DB1-3E05-D2CD-3969842D2D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270962" y="3678659"/>
              <a:ext cx="324000" cy="324000"/>
            </a:xfrm>
            <a:prstGeom prst="rect">
              <a:avLst/>
            </a:prstGeom>
          </p:spPr>
        </p:pic>
        <p:cxnSp>
          <p:nvCxnSpPr>
            <p:cNvPr id="34" name="直線コネクタ 33">
              <a:extLst>
                <a:ext uri="{FF2B5EF4-FFF2-40B4-BE49-F238E27FC236}">
                  <ns2:creationId id="{704848C4-4644-5A90-6466-01A9D0618793}"/>
                </a:ext>
              </a:extLst>
            </p:cNvPr>
            <p:cNvCxnSpPr>
              <a:cxnSpLocks/>
            </p:cNvCxnSpPr>
            <p:nvPr/>
          </p:nvCxnSpPr>
          <p:spPr>
            <a:xfrm>
              <a:off x="7288431" y="2035809"/>
              <a:ext cx="457281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ns2:creationId id="{A5609908-25A4-3B22-E46E-8252864D8F00}"/>
                </a:ext>
              </a:extLst>
            </p:cNvPr>
            <p:cNvSpPr txBox="1"/>
            <p:nvPr/>
          </p:nvSpPr>
          <p:spPr>
            <a:xfrm>
              <a:off x="7288431" y="1642791"/>
              <a:ext cx="4572813" cy="384133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ctr"/>
              <a:r>
                <a:rPr kumimoji="1" lang="ja-JP" altLang="en-US">
                  <a:latin typeface="+mn-ea"/>
                </a:rPr>
                <a:t>XX</a:t>
              </a: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CF3A21A1-411F-BE48-471B-EE9A8D301EEE}"/>
                </a:ext>
              </a:extLst>
            </p:cNvPr>
            <p:cNvSpPr/>
            <p:nvPr/>
          </p:nvSpPr>
          <p:spPr>
            <a:xfrm>
              <a:off x="7288432" y="2120571"/>
              <a:ext cx="4572813" cy="900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403225">
                <a:spcAft>
                  <a:spcPts val="200"/>
                </a:spcAft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D2E"/>
                </a:solidFill>
                <a:latin typeface="+mn-ea"/>
              </a:endParaRPr>
            </a:p>
            <a:p>
              <a:pPr marL="12700" lvl="1"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×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A6003D7D-ED8E-12FC-2B8D-CE8831DB1198}"/>
                </a:ext>
              </a:extLst>
            </p:cNvPr>
            <p:cNvSpPr/>
            <p:nvPr/>
          </p:nvSpPr>
          <p:spPr>
            <a:xfrm>
              <a:off x="7288432" y="3107209"/>
              <a:ext cx="4572813" cy="900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403225">
                <a:spcAft>
                  <a:spcPts val="200"/>
                </a:spcAft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D2E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DAC0330E-12E1-7632-2728-B321AC152E84}"/>
                </a:ext>
              </a:extLst>
            </p:cNvPr>
            <p:cNvSpPr/>
            <p:nvPr/>
          </p:nvSpPr>
          <p:spPr>
            <a:xfrm>
              <a:off x="7288432" y="4093847"/>
              <a:ext cx="4572813" cy="900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403225">
                <a:spcAft>
                  <a:spcPts val="200"/>
                </a:spcAft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D2E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100" dirty="0">
                  <a:solidFill>
                    <a:schemeClr val="tx1"/>
                  </a:solidFill>
                  <a:latin typeface="+mn-ea"/>
                </a:rPr>
                <a:t>TCO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04" name="グループ化 103">
              <a:extLst>
                <a:ext uri="{FF2B5EF4-FFF2-40B4-BE49-F238E27FC236}">
                  <ns2:creationId id="{4B21F3E8-AF8E-43C3-EFF5-DF26BF789A49}"/>
                </a:ext>
              </a:extLst>
            </p:cNvPr>
            <p:cNvGrpSpPr/>
            <p:nvPr/>
          </p:nvGrpSpPr>
          <p:grpSpPr>
            <a:xfrm>
              <a:off x="7288431" y="5096251"/>
              <a:ext cx="4572813" cy="252000"/>
              <a:chOff x="7288431" y="5080485"/>
              <a:chExt cx="4572813" cy="252000"/>
            </a:xfrm>
          </p:grpSpPr>
          <p:cxnSp>
            <p:nvCxnSpPr>
              <p:cNvPr id="46" name="直線コネクタ 31">
                <a:extLst>
                  <a:ext uri="{FF2B5EF4-FFF2-40B4-BE49-F238E27FC236}">
                    <ns2:creationId id="{EDD87325-AA98-EE1C-345A-2FBC264938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88431" y="5206485"/>
                <a:ext cx="4572813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円/楕円 32">
                <a:extLst>
                  <a:ext uri="{FF2B5EF4-FFF2-40B4-BE49-F238E27FC236}">
                    <ns2:creationId id="{0ADC62E6-7E93-59F4-20ED-938541E668A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48837" y="5080485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+mn-ea"/>
                </a:endParaRPr>
              </a:p>
            </p:txBody>
          </p:sp>
          <p:pic>
            <p:nvPicPr>
              <p:cNvPr id="48" name="グラフィックス 111" descr="キャレットを下へ 枠線">
                <a:extLst>
                  <a:ext uri="{FF2B5EF4-FFF2-40B4-BE49-F238E27FC236}">
                    <ns2:creationId id="{D228A70C-9385-4DB9-D971-811F2A1B67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9448837" y="5080485"/>
                <a:ext cx="252000" cy="252000"/>
              </a:xfrm>
              <a:prstGeom prst="rect">
                <a:avLst/>
              </a:prstGeom>
            </p:spPr>
          </p:pic>
        </p:grpSp>
        <p:sp>
          <p:nvSpPr>
            <p:cNvPr id="49" name="正方形/長方形 48">
              <a:extLst>
                <a:ext uri="{FF2B5EF4-FFF2-40B4-BE49-F238E27FC236}">
                  <ns2:creationId id="{2E1F58CD-E4D9-CA27-260B-A2128CA5AA5A}"/>
                </a:ext>
              </a:extLst>
            </p:cNvPr>
            <p:cNvSpPr/>
            <p:nvPr/>
          </p:nvSpPr>
          <p:spPr>
            <a:xfrm>
              <a:off x="7288432" y="5419123"/>
              <a:ext cx="4572813" cy="90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bg1">
                    <a:lumMod val="50000"/>
                  </a:schemeClr>
                </a:buClr>
              </a:pPr>
              <a:r>
                <a:rPr lang="ja-JP" altLang="en-US" sz="13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300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13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91" name="グラフィックス 90" descr="電球と鉛筆 枠線">
              <a:extLst>
                <a:ext uri="{FF2B5EF4-FFF2-40B4-BE49-F238E27FC236}">
                  <ns2:creationId id="{812C348C-0EC7-F555-B20D-18529E055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902567" y="1672857"/>
              <a:ext cx="324000" cy="324000"/>
            </a:xfrm>
            <a:prstGeom prst="rect">
              <a:avLst/>
            </a:prstGeom>
          </p:spPr>
        </p:pic>
        <p:pic>
          <p:nvPicPr>
            <p:cNvPr id="106" name="グラフィックス 105" descr="警告 単色塗りつぶし">
              <a:extLst>
                <a:ext uri="{FF2B5EF4-FFF2-40B4-BE49-F238E27FC236}">
                  <ns2:creationId id="{835DA42C-A568-B8D5-AE0A-846B40968B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7393761" y="3125497"/>
              <a:ext cx="288000" cy="288000"/>
            </a:xfrm>
            <a:prstGeom prst="rect">
              <a:avLst/>
            </a:prstGeom>
          </p:spPr>
        </p:pic>
        <p:pic>
          <p:nvPicPr>
            <p:cNvPr id="110" name="グラフィックス 109" descr="パズルのピース 単色塗りつぶし">
              <a:extLst>
                <a:ext uri="{FF2B5EF4-FFF2-40B4-BE49-F238E27FC236}">
                  <ns2:creationId id="{B7B471D4-A47F-16DE-9610-988D686F75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7393761" y="4112135"/>
              <a:ext cx="288000" cy="288000"/>
            </a:xfrm>
            <a:prstGeom prst="rect">
              <a:avLst/>
            </a:prstGeom>
          </p:spPr>
        </p:pic>
        <p:pic>
          <p:nvPicPr>
            <p:cNvPr id="114" name="グラフィックス 113" descr="イラストレーター 単色塗りつぶし">
              <a:extLst>
                <a:ext uri="{FF2B5EF4-FFF2-40B4-BE49-F238E27FC236}">
                  <ns2:creationId id="{F6A52F76-47BE-A615-87C5-4A355D2EF4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7393761" y="2138859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720202165"/>
      </p:ext>
    </p:extLst>
  </p:cSld>
  <p:clrMapOvr>
    <a:masterClrMapping/>
  </p:clrMapOvr>
</p:sld>
</file>

<file path=ppt/slides/slide28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7AD14EF-58CE-C2E7-2BFE-4CFD485E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5D7F927-566E-E145-1313-A7377659E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85F2D57-9BF2-326E-FF68-E0960E12CD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br>
              <a:rPr kumimoji="1" lang="en-US" altLang="ja-JP" sz="1800" dirty="0"/>
            </a:br>
            <a:r>
              <a:rPr kumimoji="1" lang="ja-JP" altLang="en-US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" sz="1800" dirty="0"/>
              <a:t>」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90" name="グループ化 89">
            <a:extLst>
              <a:ext uri="{FF2B5EF4-FFF2-40B4-BE49-F238E27FC236}">
                <ns2:creationId id="{54CD168F-5A6A-EAD5-4C4F-0E16D34C2443}"/>
              </a:ext>
            </a:extLst>
          </p:cNvPr>
          <p:cNvGrpSpPr/>
          <p:nvPr/>
        </p:nvGrpSpPr>
        <p:grpSpPr>
          <a:xfrm>
            <a:off x="334962" y="1628775"/>
            <a:ext cx="11522076" cy="4679950"/>
            <a:chOff x="334962" y="1628775"/>
            <a:chExt cx="11522076" cy="4679950"/>
          </a:xfrm>
        </p:grpSpPr>
        <p:sp>
          <p:nvSpPr>
            <p:cNvPr id="149" name="正方形/長方形 148">
              <a:extLst>
                <a:ext uri="{FF2B5EF4-FFF2-40B4-BE49-F238E27FC236}">
                  <ns2:creationId id="{0BEF2AD7-1276-028C-EE1E-1D16A0BCC8E9}"/>
                </a:ext>
              </a:extLst>
            </p:cNvPr>
            <p:cNvSpPr/>
            <p:nvPr/>
          </p:nvSpPr>
          <p:spPr>
            <a:xfrm>
              <a:off x="969178" y="5793925"/>
              <a:ext cx="10886277" cy="514799"/>
            </a:xfrm>
            <a:prstGeom prst="rect">
              <a:avLst/>
            </a:prstGeom>
            <a:solidFill>
              <a:srgbClr val="C5E0B4">
                <a:alpha val="20000"/>
              </a:srgbClr>
            </a:solidFill>
            <a:ln w="190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lvl="0" indent="-139700">
                <a:buClr>
                  <a:srgbClr val="046294"/>
                </a:buClr>
                <a:defRPr/>
              </a:pPr>
              <a:endParaRPr lang="ja-JP" altLang="en-US" sz="1100">
                <a:solidFill>
                  <a:srgbClr val="575757">
                    <a:lumMod val="75000"/>
                  </a:srgbClr>
                </a:solidFill>
                <a:latin typeface="+mn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EC1DC9A3-519F-F8BE-0CC1-4EF3C05BD32F}"/>
                </a:ext>
              </a:extLst>
            </p:cNvPr>
            <p:cNvSpPr/>
            <p:nvPr/>
          </p:nvSpPr>
          <p:spPr>
            <a:xfrm>
              <a:off x="334962" y="1628775"/>
              <a:ext cx="553692" cy="900000"/>
            </a:xfrm>
            <a:prstGeom prst="rect">
              <a:avLst/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40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D29D35EF-31A7-A0BB-E76F-3DD0BAE82929}"/>
                </a:ext>
              </a:extLst>
            </p:cNvPr>
            <p:cNvSpPr/>
            <p:nvPr/>
          </p:nvSpPr>
          <p:spPr>
            <a:xfrm>
              <a:off x="334964" y="2614818"/>
              <a:ext cx="553692" cy="1067921"/>
            </a:xfrm>
            <a:prstGeom prst="rect">
              <a:avLst/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40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5" name="グループ化 74">
              <a:extLst>
                <a:ext uri="{FF2B5EF4-FFF2-40B4-BE49-F238E27FC236}">
                  <ns2:creationId id="{887BCF51-654E-3B55-4DF8-89AB1DDE1840}"/>
                </a:ext>
              </a:extLst>
            </p:cNvPr>
            <p:cNvGrpSpPr/>
            <p:nvPr/>
          </p:nvGrpSpPr>
          <p:grpSpPr>
            <a:xfrm>
              <a:off x="9218528" y="2614819"/>
              <a:ext cx="2638505" cy="1067922"/>
              <a:chOff x="9362531" y="2597207"/>
              <a:chExt cx="2638505" cy="1067922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268EEAC4-D1D7-EBBC-F4E3-19F1E329C50F}"/>
                  </a:ext>
                </a:extLst>
              </p:cNvPr>
              <p:cNvSpPr/>
              <p:nvPr/>
            </p:nvSpPr>
            <p:spPr>
              <a:xfrm>
                <a:off x="9481036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9" name="円/楕円 58">
                <a:extLst>
                  <a:ext uri="{FF2B5EF4-FFF2-40B4-BE49-F238E27FC236}">
                    <ns2:creationId id="{BA90C103-5512-62C8-C424-83DEAC0DD0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362531" y="2597207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4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1" name="グラフィックス 60" descr="階層状のピラミッド 単色塗りつぶし">
                <a:extLst>
                  <a:ext uri="{FF2B5EF4-FFF2-40B4-BE49-F238E27FC236}">
                    <ns2:creationId id="{C89CC2FD-9F4D-8D3C-CCB3-0954B5826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1641035" y="33051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76" name="グループ化 75">
              <a:extLst>
                <a:ext uri="{FF2B5EF4-FFF2-40B4-BE49-F238E27FC236}">
                  <ns2:creationId id="{15F4C58B-9253-AE9A-182D-20B3F6A9CAD6}"/>
                </a:ext>
              </a:extLst>
            </p:cNvPr>
            <p:cNvGrpSpPr/>
            <p:nvPr/>
          </p:nvGrpSpPr>
          <p:grpSpPr>
            <a:xfrm>
              <a:off x="969180" y="2614818"/>
              <a:ext cx="2646000" cy="1067921"/>
              <a:chOff x="968915" y="2597206"/>
              <a:chExt cx="2646000" cy="1067923"/>
            </a:xfrm>
          </p:grpSpPr>
          <p:sp>
            <p:nvSpPr>
              <p:cNvPr id="50" name="正方形/長方形 49">
                <a:extLst>
                  <a:ext uri="{FF2B5EF4-FFF2-40B4-BE49-F238E27FC236}">
                    <ns2:creationId id="{AD587001-DC11-072D-9FD2-BAFFC3B39BE5}"/>
                  </a:ext>
                </a:extLst>
              </p:cNvPr>
              <p:cNvSpPr/>
              <p:nvPr/>
            </p:nvSpPr>
            <p:spPr>
              <a:xfrm>
                <a:off x="1094915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24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365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6" name="円/楕円 55">
                <a:extLst>
                  <a:ext uri="{FF2B5EF4-FFF2-40B4-BE49-F238E27FC236}">
                    <ns2:creationId id="{C3144745-EF19-0E9B-FC1A-5BFAE71419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68915" y="2597206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3" name="グラフィックス 62" descr="階層 単色塗りつぶし">
                <a:extLst>
                  <a:ext uri="{FF2B5EF4-FFF2-40B4-BE49-F238E27FC236}">
                    <ns2:creationId id="{6484DD14-8662-C713-7B99-52998A7E77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254914" y="33051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5F74713B-77FD-80E6-4A48-ECE5CF095A4E}"/>
                </a:ext>
              </a:extLst>
            </p:cNvPr>
            <p:cNvGrpSpPr/>
            <p:nvPr/>
          </p:nvGrpSpPr>
          <p:grpSpPr>
            <a:xfrm>
              <a:off x="6476044" y="2614818"/>
              <a:ext cx="2635475" cy="1067921"/>
              <a:chOff x="6731169" y="2597206"/>
              <a:chExt cx="2635475" cy="1067923"/>
            </a:xfrm>
          </p:grpSpPr>
          <p:sp>
            <p:nvSpPr>
              <p:cNvPr id="54" name="正方形/長方形 53">
                <a:extLst>
                  <a:ext uri="{FF2B5EF4-FFF2-40B4-BE49-F238E27FC236}">
                    <ns2:creationId id="{F023F931-B17E-AAA7-B7E0-AA08BEC48AD2}"/>
                  </a:ext>
                </a:extLst>
              </p:cNvPr>
              <p:cNvSpPr/>
              <p:nvPr/>
            </p:nvSpPr>
            <p:spPr>
              <a:xfrm>
                <a:off x="6846644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8" name="円/楕円 57">
                <a:extLst>
                  <a:ext uri="{FF2B5EF4-FFF2-40B4-BE49-F238E27FC236}">
                    <ns2:creationId id="{1886723C-BE51-BCEF-33FF-9877E0CED6F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31169" y="2597206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6" name="グラフィックス 65" descr="棒グラフ (上昇) 単色塗りつぶし">
                <a:extLst>
                  <a:ext uri="{FF2B5EF4-FFF2-40B4-BE49-F238E27FC236}">
                    <ns2:creationId id="{00479E45-DD73-1F36-66B2-8C13D1B694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9006644" y="3305129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73" name="グループ化 72">
              <a:extLst>
                <a:ext uri="{FF2B5EF4-FFF2-40B4-BE49-F238E27FC236}">
                  <ns2:creationId id="{4F27201C-5A31-12EA-DECD-2FEF023D273A}"/>
                </a:ext>
              </a:extLst>
            </p:cNvPr>
            <p:cNvGrpSpPr/>
            <p:nvPr/>
          </p:nvGrpSpPr>
          <p:grpSpPr>
            <a:xfrm>
              <a:off x="3722188" y="2614818"/>
              <a:ext cx="2646847" cy="1067921"/>
              <a:chOff x="4088435" y="2597206"/>
              <a:chExt cx="2646847" cy="1067923"/>
            </a:xfrm>
          </p:grpSpPr>
          <p:sp>
            <p:nvSpPr>
              <p:cNvPr id="53" name="正方形/長方形 52">
                <a:extLst>
                  <a:ext uri="{FF2B5EF4-FFF2-40B4-BE49-F238E27FC236}">
                    <ns2:creationId id="{4D6F70C3-6F27-0FD6-9074-2B6D902E48F6}"/>
                  </a:ext>
                </a:extLst>
              </p:cNvPr>
              <p:cNvSpPr/>
              <p:nvPr/>
            </p:nvSpPr>
            <p:spPr>
              <a:xfrm>
                <a:off x="4215282" y="2661857"/>
                <a:ext cx="2520000" cy="1003272"/>
              </a:xfrm>
              <a:prstGeom prst="rect">
                <a:avLst/>
              </a:prstGeom>
              <a:noFill/>
              <a:ln w="12700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200"/>
                  </a:spcAft>
                </a:pPr>
                <a:r>
                  <a:rPr lang="ja-JP" altLang="en-US" sz="13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300" dirty="0">
                  <a:solidFill>
                    <a:srgbClr val="008D2E"/>
                  </a:solidFill>
                  <a:latin typeface="+mn-ea"/>
                </a:endParaRPr>
              </a:p>
              <a:p>
                <a:pPr marL="12700" lvl="1">
                  <a:spcAft>
                    <a:spcPts val="200"/>
                  </a:spcAft>
                </a:pPr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1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11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7" name="円/楕円 56">
                <a:extLst>
                  <a:ext uri="{FF2B5EF4-FFF2-40B4-BE49-F238E27FC236}">
                    <ns2:creationId id="{159BC565-A516-BE10-E295-EBADC979D0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088435" y="2597206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2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68" name="グラフィックス 67" descr="お金 単色塗りつぶし">
                <a:extLst>
                  <a:ext uri="{FF2B5EF4-FFF2-40B4-BE49-F238E27FC236}">
                    <ns2:creationId id="{FBF2F12A-FDAC-5CE3-B6B4-9A6630F010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375282" y="3305129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24" name="正方形/長方形 23">
              <a:extLst>
                <a:ext uri="{FF2B5EF4-FFF2-40B4-BE49-F238E27FC236}">
                  <ns2:creationId id="{F993F0C9-BC4A-ABD3-87EC-78DBF96056A1}"/>
                </a:ext>
              </a:extLst>
            </p:cNvPr>
            <p:cNvSpPr/>
            <p:nvPr/>
          </p:nvSpPr>
          <p:spPr>
            <a:xfrm>
              <a:off x="334963" y="3781666"/>
              <a:ext cx="553692" cy="2524182"/>
            </a:xfrm>
            <a:prstGeom prst="rect">
              <a:avLst/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40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420E5934-C126-50F2-8DD3-021000EBEEA0}"/>
                </a:ext>
              </a:extLst>
            </p:cNvPr>
            <p:cNvSpPr/>
            <p:nvPr/>
          </p:nvSpPr>
          <p:spPr>
            <a:xfrm>
              <a:off x="969178" y="4217945"/>
              <a:ext cx="2232000" cy="468000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B5D7F799-C759-6EDF-FB66-2D5288A8E61B}"/>
                </a:ext>
              </a:extLst>
            </p:cNvPr>
            <p:cNvSpPr/>
            <p:nvPr/>
          </p:nvSpPr>
          <p:spPr>
            <a:xfrm>
              <a:off x="969178" y="4748453"/>
              <a:ext cx="2232000" cy="468000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marR="0" lvl="0" indent="-13970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defRPr/>
              </a:pPr>
              <a:r>
                <a:rPr kumimoji="1" lang="en-US" altLang="ja-JP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84" name="直線コネクタ 83">
              <a:extLst>
                <a:ext uri="{FF2B5EF4-FFF2-40B4-BE49-F238E27FC236}">
                  <ns2:creationId id="{75CBF1F1-9CE0-6A1E-3468-674EC4AC7A5A}"/>
                </a:ext>
              </a:extLst>
            </p:cNvPr>
            <p:cNvCxnSpPr>
              <a:cxnSpLocks/>
            </p:cNvCxnSpPr>
            <p:nvPr/>
          </p:nvCxnSpPr>
          <p:spPr>
            <a:xfrm>
              <a:off x="969179" y="4161908"/>
              <a:ext cx="2232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正方形/長方形 84">
              <a:extLst>
                <a:ext uri="{FF2B5EF4-FFF2-40B4-BE49-F238E27FC236}">
                  <ns2:creationId id="{6467AE1B-7F44-F128-7437-6E123C7BF88B}"/>
                </a:ext>
              </a:extLst>
            </p:cNvPr>
            <p:cNvSpPr/>
            <p:nvPr/>
          </p:nvSpPr>
          <p:spPr>
            <a:xfrm>
              <a:off x="969178" y="3765908"/>
              <a:ext cx="2232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72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B7D7B715-B031-1076-4033-DE77254EC414}"/>
                </a:ext>
              </a:extLst>
            </p:cNvPr>
            <p:cNvSpPr/>
            <p:nvPr/>
          </p:nvSpPr>
          <p:spPr>
            <a:xfrm>
              <a:off x="969178" y="5278961"/>
              <a:ext cx="2232000" cy="468000"/>
            </a:xfrm>
            <a:prstGeom prst="rect">
              <a:avLst/>
            </a:prstGeom>
            <a:solidFill>
              <a:schemeClr val="bg1">
                <a:lumMod val="75000"/>
                <a:alpha val="30000"/>
              </a:scheme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lvl="0" indent="-139700">
                <a:buClr>
                  <a:srgbClr val="046294"/>
                </a:buClr>
                <a:defRPr/>
              </a:pPr>
              <a:r>
                <a:rPr lang="en-US" altLang="ja-JP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rgbClr val="575757">
                      <a:lumMod val="75000"/>
                    </a:srgbClr>
                  </a:solidFill>
                  <a:latin typeface="+mn-ea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99E95A80-E755-4F66-8EE5-AE48C8C76E9C}"/>
                </a:ext>
              </a:extLst>
            </p:cNvPr>
            <p:cNvSpPr/>
            <p:nvPr/>
          </p:nvSpPr>
          <p:spPr>
            <a:xfrm>
              <a:off x="969178" y="5793925"/>
              <a:ext cx="2232000" cy="514800"/>
            </a:xfrm>
            <a:prstGeom prst="rect">
              <a:avLst/>
            </a:prstGeom>
            <a:solidFill>
              <a:srgbClr val="C5E0B4">
                <a:alpha val="60000"/>
              </a:srgbClr>
            </a:solidFill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139700" lvl="0" indent="-139700">
                <a:buClr>
                  <a:srgbClr val="046294"/>
                </a:buClr>
                <a:defRPr/>
              </a:pPr>
              <a:r>
                <a:rPr lang="en-US" altLang="ja-JP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1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rgbClr val="575757">
                      <a:lumMod val="75000"/>
                    </a:srgbClr>
                  </a:solidFill>
                  <a:latin typeface="+mn-ea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 : 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=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×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15" name="直線コネクタ 114">
              <a:extLst>
                <a:ext uri="{FF2B5EF4-FFF2-40B4-BE49-F238E27FC236}">
                  <ns2:creationId id="{5B499385-16E8-43CC-F088-93BD6F5D2E77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正方形/長方形 115">
              <a:extLst>
                <a:ext uri="{FF2B5EF4-FFF2-40B4-BE49-F238E27FC236}">
                  <ns2:creationId id="{9164E9ED-3171-8DCB-7547-85BF1EA7BBC3}"/>
                </a:ext>
              </a:extLst>
            </p:cNvPr>
            <p:cNvSpPr/>
            <p:nvPr/>
          </p:nvSpPr>
          <p:spPr>
            <a:xfrm>
              <a:off x="3300324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B21B1ECF-9904-FA68-D872-C1C2D62F9103}"/>
                </a:ext>
              </a:extLst>
            </p:cNvPr>
            <p:cNvSpPr/>
            <p:nvPr/>
          </p:nvSpPr>
          <p:spPr>
            <a:xfrm>
              <a:off x="3300323" y="3765909"/>
              <a:ext cx="720000" cy="1678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8EBA6D24-CF3D-F09F-C5CE-F2D075D69117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コネクタ 39">
              <a:extLst>
                <a:ext uri="{FF2B5EF4-FFF2-40B4-BE49-F238E27FC236}">
                  <ns2:creationId id="{B2797F78-6873-6EEE-F5B4-05D1848D89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ns2:creationId id="{B90A62DB-9825-3B05-0A46-0A8A39B29A25}"/>
                </a:ext>
              </a:extLst>
            </p:cNvPr>
            <p:cNvCxnSpPr>
              <a:cxnSpLocks/>
            </p:cNvCxnSpPr>
            <p:nvPr/>
          </p:nvCxnSpPr>
          <p:spPr>
            <a:xfrm>
              <a:off x="3300322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ns2:creationId id="{30C19B00-D75F-94E4-4B79-2150216F807A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正方形/長方形 118">
              <a:extLst>
                <a:ext uri="{FF2B5EF4-FFF2-40B4-BE49-F238E27FC236}">
                  <ns2:creationId id="{B451CE43-3F6D-9FFF-D43F-3D305E1C3694}"/>
                </a:ext>
              </a:extLst>
            </p:cNvPr>
            <p:cNvSpPr/>
            <p:nvPr/>
          </p:nvSpPr>
          <p:spPr>
            <a:xfrm>
              <a:off x="4130747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65851405-FC83-7A3D-D4ED-ACEA8DFE91B5}"/>
                </a:ext>
              </a:extLst>
            </p:cNvPr>
            <p:cNvSpPr/>
            <p:nvPr/>
          </p:nvSpPr>
          <p:spPr>
            <a:xfrm>
              <a:off x="4130747" y="3765909"/>
              <a:ext cx="720000" cy="16788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3" name="直線コネクタ 42">
              <a:extLst>
                <a:ext uri="{FF2B5EF4-FFF2-40B4-BE49-F238E27FC236}">
                  <ns2:creationId id="{3824D473-BFD6-92A1-EFCC-2CA5F7CE53DD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ns2:creationId id="{9C5F21A7-127E-4C79-6347-A658526B2492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ns2:creationId id="{50750D0C-B20A-9A8D-FD6E-1639F13E5204}"/>
                </a:ext>
              </a:extLst>
            </p:cNvPr>
            <p:cNvCxnSpPr>
              <a:cxnSpLocks/>
            </p:cNvCxnSpPr>
            <p:nvPr/>
          </p:nvCxnSpPr>
          <p:spPr>
            <a:xfrm>
              <a:off x="4130746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コネクタ 120">
              <a:extLst>
                <a:ext uri="{FF2B5EF4-FFF2-40B4-BE49-F238E27FC236}">
                  <ns2:creationId id="{308FE7A1-26BB-2C4A-A294-FC4051C7354D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正方形/長方形 121">
              <a:extLst>
                <a:ext uri="{FF2B5EF4-FFF2-40B4-BE49-F238E27FC236}">
                  <ns2:creationId id="{71618551-58C4-9A26-0193-13711EF23783}"/>
                </a:ext>
              </a:extLst>
            </p:cNvPr>
            <p:cNvSpPr/>
            <p:nvPr/>
          </p:nvSpPr>
          <p:spPr>
            <a:xfrm>
              <a:off x="4961167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82CDBE60-5DDE-E80A-3408-7F541F6973F3}"/>
                </a:ext>
              </a:extLst>
            </p:cNvPr>
            <p:cNvSpPr/>
            <p:nvPr/>
          </p:nvSpPr>
          <p:spPr>
            <a:xfrm>
              <a:off x="4961168" y="3765909"/>
              <a:ext cx="720000" cy="16788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ns2:creationId id="{A6782AA6-7ECE-FF12-311A-A6EFA2A58468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4AF682C4-0A11-6EB8-C559-95B077F02F4C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31079CE3-519F-DA7B-736B-80E4651F8D51}"/>
                </a:ext>
              </a:extLst>
            </p:cNvPr>
            <p:cNvCxnSpPr>
              <a:cxnSpLocks/>
            </p:cNvCxnSpPr>
            <p:nvPr/>
          </p:nvCxnSpPr>
          <p:spPr>
            <a:xfrm>
              <a:off x="4961168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ns2:creationId id="{C5AB2D5F-D6F7-F6D4-D468-5E9F3D2FE436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4161909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正方形/長方形 124">
              <a:extLst>
                <a:ext uri="{FF2B5EF4-FFF2-40B4-BE49-F238E27FC236}">
                  <ns2:creationId id="{4DE30652-F464-A32F-1C01-98F111E31987}"/>
                </a:ext>
              </a:extLst>
            </p:cNvPr>
            <p:cNvSpPr/>
            <p:nvPr/>
          </p:nvSpPr>
          <p:spPr>
            <a:xfrm>
              <a:off x="5780312" y="3765910"/>
              <a:ext cx="720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9001AA92-4FAC-DFA6-D853-9D6FEFA56FF3}"/>
                </a:ext>
              </a:extLst>
            </p:cNvPr>
            <p:cNvSpPr/>
            <p:nvPr/>
          </p:nvSpPr>
          <p:spPr>
            <a:xfrm>
              <a:off x="5780312" y="3765909"/>
              <a:ext cx="720000" cy="16788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ns2:creationId id="{769574C9-A126-9645-D78D-31DCAC30A2DF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4717198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746B8863-B6DC-48A5-C784-E53AB3DC4FB6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5247706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30B58C1A-5F4B-63C0-097B-6FCA0822B96E}"/>
                </a:ext>
              </a:extLst>
            </p:cNvPr>
            <p:cNvCxnSpPr>
              <a:cxnSpLocks/>
            </p:cNvCxnSpPr>
            <p:nvPr/>
          </p:nvCxnSpPr>
          <p:spPr>
            <a:xfrm>
              <a:off x="5780312" y="5771123"/>
              <a:ext cx="7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ns2:creationId id="{FFC5E8AE-09B4-CA62-9C3B-E57FF62E33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4161910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ns2:creationId id="{C11F2BD2-A8A5-6F1D-77BC-F0EFB0E9D349}"/>
                </a:ext>
              </a:extLst>
            </p:cNvPr>
            <p:cNvSpPr/>
            <p:nvPr/>
          </p:nvSpPr>
          <p:spPr>
            <a:xfrm>
              <a:off x="6599456" y="3765910"/>
              <a:ext cx="5256000" cy="396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2556000" bIns="7200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en-US" sz="14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)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cxnSp>
          <p:nvCxnSpPr>
            <p:cNvPr id="67" name="直線コネクタ 66">
              <a:extLst>
                <a:ext uri="{FF2B5EF4-FFF2-40B4-BE49-F238E27FC236}">
                  <ns2:creationId id="{B91C7056-5AEE-7B7C-FE7A-F56B39796369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4717199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ns2:creationId id="{1A00BF2E-5312-5049-2B65-C6D776FFDE7F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5247707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ns2:creationId id="{5860DE0A-00D6-8411-5E8C-16E02F2365C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56" y="5778216"/>
              <a:ext cx="5256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グループ化 4">
              <a:extLst>
                <a:ext uri="{FF2B5EF4-FFF2-40B4-BE49-F238E27FC236}">
                  <ns2:creationId id="{70578F2B-BAE5-37EB-1FB1-1924F9E6CF2A}"/>
                </a:ext>
              </a:extLst>
            </p:cNvPr>
            <p:cNvGrpSpPr/>
            <p:nvPr/>
          </p:nvGrpSpPr>
          <p:grpSpPr>
            <a:xfrm>
              <a:off x="6857124" y="4217944"/>
              <a:ext cx="4998332" cy="2090780"/>
              <a:chOff x="6599456" y="4217944"/>
              <a:chExt cx="5256000" cy="2090780"/>
            </a:xfrm>
            <a:noFill/>
          </p:grpSpPr>
          <p:sp>
            <p:nvSpPr>
              <p:cNvPr id="9" name="正方形/長方形 8">
                <a:extLst>
                  <a:ext uri="{FF2B5EF4-FFF2-40B4-BE49-F238E27FC236}">
                    <ns2:creationId id="{544E8D37-50AA-08D7-59CE-3F36E6C28728}"/>
                  </a:ext>
                </a:extLst>
              </p:cNvPr>
              <p:cNvSpPr/>
              <p:nvPr/>
            </p:nvSpPr>
            <p:spPr>
              <a:xfrm>
                <a:off x="6599456" y="4217944"/>
                <a:ext cx="5256000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E22D2C87-6C50-6C9F-A64C-A34D5B6E1609}"/>
                  </a:ext>
                </a:extLst>
              </p:cNvPr>
              <p:cNvSpPr/>
              <p:nvPr/>
            </p:nvSpPr>
            <p:spPr>
              <a:xfrm>
                <a:off x="6599456" y="4379944"/>
                <a:ext cx="5256000" cy="306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11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/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34EE5EAA-DB21-63BC-101A-340F265CA48E}"/>
                  </a:ext>
                </a:extLst>
              </p:cNvPr>
              <p:cNvSpPr/>
              <p:nvPr/>
            </p:nvSpPr>
            <p:spPr>
              <a:xfrm>
                <a:off x="6599456" y="4748453"/>
                <a:ext cx="5256000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210652F2-7414-A76F-FEDC-9CCE76AEE829}"/>
                  </a:ext>
                </a:extLst>
              </p:cNvPr>
              <p:cNvSpPr/>
              <p:nvPr/>
            </p:nvSpPr>
            <p:spPr>
              <a:xfrm>
                <a:off x="6599456" y="4910453"/>
                <a:ext cx="5256000" cy="306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36F2271B-0E7F-3D0E-8F93-A00A5BE7DCB9}"/>
                  </a:ext>
                </a:extLst>
              </p:cNvPr>
              <p:cNvSpPr/>
              <p:nvPr/>
            </p:nvSpPr>
            <p:spPr>
              <a:xfrm>
                <a:off x="6599456" y="5278962"/>
                <a:ext cx="5256000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24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365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C304D687-148E-DC61-9B1C-6297220DD4AB}"/>
                  </a:ext>
                </a:extLst>
              </p:cNvPr>
              <p:cNvSpPr/>
              <p:nvPr/>
            </p:nvSpPr>
            <p:spPr>
              <a:xfrm>
                <a:off x="6599456" y="5440962"/>
                <a:ext cx="5256000" cy="306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SLA</a:t>
                </a:r>
                <a:r>
                  <a:rPr kumimoji="1" lang="ja-JP" altLang="en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・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AD88716E-6475-98B5-EEB1-DE05856622C5}"/>
                  </a:ext>
                </a:extLst>
              </p:cNvPr>
              <p:cNvSpPr/>
              <p:nvPr/>
            </p:nvSpPr>
            <p:spPr>
              <a:xfrm>
                <a:off x="6599456" y="5809470"/>
                <a:ext cx="5256000" cy="23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016FB8E9-1F0E-B3A0-AA8D-D4885AC06E22}"/>
                  </a:ext>
                </a:extLst>
              </p:cNvPr>
              <p:cNvSpPr/>
              <p:nvPr/>
            </p:nvSpPr>
            <p:spPr>
              <a:xfrm>
                <a:off x="6599456" y="6074724"/>
                <a:ext cx="5256000" cy="23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en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  <p:sp>
          <p:nvSpPr>
            <p:cNvPr id="109" name="乗算記号 108">
              <a:extLst>
                <a:ext uri="{FF2B5EF4-FFF2-40B4-BE49-F238E27FC236}">
                  <ns2:creationId id="{85E4C6C5-2EA5-1CB0-6E51-0FE5A4D563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2323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0" name="ドーナツ 109">
              <a:extLst>
                <a:ext uri="{FF2B5EF4-FFF2-40B4-BE49-F238E27FC236}">
                  <ns2:creationId id="{5D1045D3-67FE-836B-85FC-5B853E7570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16323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1" name="乗算記号 110">
              <a:extLst>
                <a:ext uri="{FF2B5EF4-FFF2-40B4-BE49-F238E27FC236}">
                  <ns2:creationId id="{78581B4B-1988-67A9-7FAA-9F6CB6946A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2746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2" name="乗算記号 111">
              <a:extLst>
                <a:ext uri="{FF2B5EF4-FFF2-40B4-BE49-F238E27FC236}">
                  <ns2:creationId id="{263AD682-2C64-49E9-F886-437C0CE69E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23168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3" name="乗算記号 112">
              <a:extLst>
                <a:ext uri="{FF2B5EF4-FFF2-40B4-BE49-F238E27FC236}">
                  <ns2:creationId id="{FC2CCD9B-0CC1-5222-B5DF-1CCC831C227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42312" y="4253945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4" name="ドーナツ 113">
              <a:extLst>
                <a:ext uri="{FF2B5EF4-FFF2-40B4-BE49-F238E27FC236}">
                  <ns2:creationId id="{6A385214-D739-F0E3-9940-572DA96DB4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46746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27" name="ドーナツ 126">
              <a:extLst>
                <a:ext uri="{FF2B5EF4-FFF2-40B4-BE49-F238E27FC236}">
                  <ns2:creationId id="{21E72517-1202-D750-FD1C-9F607ECD70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7168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28" name="ドーナツ 127">
              <a:extLst>
                <a:ext uri="{FF2B5EF4-FFF2-40B4-BE49-F238E27FC236}">
                  <ns2:creationId id="{C5CE3A58-1FE4-6493-0F95-91C416691B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6312" y="5907325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29" name="ドーナツ 128">
              <a:extLst>
                <a:ext uri="{FF2B5EF4-FFF2-40B4-BE49-F238E27FC236}">
                  <ns2:creationId id="{248AB426-BCCB-7DF9-502B-F515F6DC12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7168" y="4838453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0" name="乗算記号 129">
              <a:extLst>
                <a:ext uri="{FF2B5EF4-FFF2-40B4-BE49-F238E27FC236}">
                  <ns2:creationId id="{AA99F493-43E6-9994-64C1-47C5E17CD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23168" y="5314961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1" name="乗算記号 130">
              <a:extLst>
                <a:ext uri="{FF2B5EF4-FFF2-40B4-BE49-F238E27FC236}">
                  <ns2:creationId id="{3DBAF94C-2F52-8B9F-A1C5-6E40314361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42312" y="4784453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3" name="三角形 132">
              <a:extLst>
                <a:ext uri="{FF2B5EF4-FFF2-40B4-BE49-F238E27FC236}">
                  <ns2:creationId id="{0210FA38-C288-B7EF-FAAF-39EA04E944CB}"/>
                </a:ext>
              </a:extLst>
            </p:cNvPr>
            <p:cNvSpPr>
              <a:spLocks/>
            </p:cNvSpPr>
            <p:nvPr/>
          </p:nvSpPr>
          <p:spPr>
            <a:xfrm>
              <a:off x="3516323" y="4856453"/>
              <a:ext cx="288000" cy="252000"/>
            </a:xfrm>
            <a:prstGeom prst="triangle">
              <a:avLst/>
            </a:prstGeom>
            <a:noFill/>
            <a:ln w="38100">
              <a:solidFill>
                <a:srgbClr val="008D2E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4" name="乗算記号 133">
              <a:extLst>
                <a:ext uri="{FF2B5EF4-FFF2-40B4-BE49-F238E27FC236}">
                  <ns2:creationId id="{0A6293A2-6619-C3FF-C947-9605344B44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2746" y="4784453"/>
              <a:ext cx="396000" cy="396000"/>
            </a:xfrm>
            <a:prstGeom prst="mathMultiply">
              <a:avLst>
                <a:gd name="adj1" fmla="val 11655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5" name="三角形 134">
              <a:extLst>
                <a:ext uri="{FF2B5EF4-FFF2-40B4-BE49-F238E27FC236}">
                  <ns2:creationId id="{B9192D38-5CED-EE19-4010-576D54491A2F}"/>
                </a:ext>
              </a:extLst>
            </p:cNvPr>
            <p:cNvSpPr>
              <a:spLocks/>
            </p:cNvSpPr>
            <p:nvPr/>
          </p:nvSpPr>
          <p:spPr>
            <a:xfrm>
              <a:off x="4346746" y="5386961"/>
              <a:ext cx="288000" cy="252000"/>
            </a:xfrm>
            <a:prstGeom prst="triangle">
              <a:avLst/>
            </a:prstGeom>
            <a:noFill/>
            <a:ln w="38100">
              <a:solidFill>
                <a:srgbClr val="008D2E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6" name="ドーナツ 135">
              <a:extLst>
                <a:ext uri="{FF2B5EF4-FFF2-40B4-BE49-F238E27FC236}">
                  <ns2:creationId id="{21F36C17-BBE8-45D0-8278-1BBC479E6D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16323" y="5368961"/>
              <a:ext cx="288000" cy="288000"/>
            </a:xfrm>
            <a:prstGeom prst="donut">
              <a:avLst>
                <a:gd name="adj" fmla="val 15595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7" name="三角形 136">
              <a:extLst>
                <a:ext uri="{FF2B5EF4-FFF2-40B4-BE49-F238E27FC236}">
                  <ns2:creationId id="{760B9ED0-1FCE-4EA2-F768-C36F79AC1FE0}"/>
                </a:ext>
              </a:extLst>
            </p:cNvPr>
            <p:cNvSpPr>
              <a:spLocks/>
            </p:cNvSpPr>
            <p:nvPr/>
          </p:nvSpPr>
          <p:spPr>
            <a:xfrm>
              <a:off x="5996312" y="5386961"/>
              <a:ext cx="288000" cy="252000"/>
            </a:xfrm>
            <a:prstGeom prst="triangle">
              <a:avLst/>
            </a:prstGeom>
            <a:noFill/>
            <a:ln w="38100">
              <a:solidFill>
                <a:srgbClr val="008D2E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26" name="四角形: 角を丸くする 4">
              <a:extLst>
                <a:ext uri="{FF2B5EF4-FFF2-40B4-BE49-F238E27FC236}">
                  <ns2:creationId id="{C7DBE7C0-D3C0-4626-5A70-00F081D3C0BB}"/>
                </a:ext>
              </a:extLst>
            </p:cNvPr>
            <p:cNvSpPr/>
            <p:nvPr/>
          </p:nvSpPr>
          <p:spPr>
            <a:xfrm>
              <a:off x="969180" y="1628775"/>
              <a:ext cx="4680000" cy="623967"/>
            </a:xfrm>
            <a:prstGeom prst="roundRect">
              <a:avLst>
                <a:gd name="adj" fmla="val 781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" altLang="ja-JP" sz="15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5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四角形: 角を丸くする 4">
              <a:extLst>
                <a:ext uri="{FF2B5EF4-FFF2-40B4-BE49-F238E27FC236}">
                  <ns2:creationId id="{1F4B6768-B63B-31FE-E262-07E78CFA310F}"/>
                </a:ext>
              </a:extLst>
            </p:cNvPr>
            <p:cNvSpPr/>
            <p:nvPr/>
          </p:nvSpPr>
          <p:spPr>
            <a:xfrm>
              <a:off x="5729701" y="1628775"/>
              <a:ext cx="1366811" cy="252000"/>
            </a:xfrm>
            <a:prstGeom prst="roundRect">
              <a:avLst>
                <a:gd name="adj" fmla="val 781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四角形: 角を丸くする 4">
              <a:extLst>
                <a:ext uri="{FF2B5EF4-FFF2-40B4-BE49-F238E27FC236}">
                  <ns2:creationId id="{2C4946FC-153B-220E-9277-EE176B7568CB}"/>
                </a:ext>
              </a:extLst>
            </p:cNvPr>
            <p:cNvSpPr/>
            <p:nvPr/>
          </p:nvSpPr>
          <p:spPr>
            <a:xfrm>
              <a:off x="7177038" y="1628775"/>
              <a:ext cx="4680000" cy="623967"/>
            </a:xfrm>
            <a:prstGeom prst="roundRect">
              <a:avLst>
                <a:gd name="adj" fmla="val 781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5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" altLang="ja-JP" sz="15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" sz="1500">
                  <a:solidFill>
                    <a:schemeClr val="tx1"/>
                  </a:solidFill>
                  <a:latin typeface="+mn-ea"/>
                </a:rPr>
                <a:t>「</a:t>
              </a:r>
              <a:r>
                <a:rPr lang="ja-JP" altLang="en-US" sz="15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5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四角形: 角を丸くする 4">
              <a:extLst>
                <a:ext uri="{FF2B5EF4-FFF2-40B4-BE49-F238E27FC236}">
                  <ns2:creationId id="{2931C8B0-1749-24E6-739B-25FE31638EDD}"/>
                </a:ext>
              </a:extLst>
            </p:cNvPr>
            <p:cNvSpPr/>
            <p:nvPr/>
          </p:nvSpPr>
          <p:spPr>
            <a:xfrm>
              <a:off x="969180" y="2276775"/>
              <a:ext cx="10887856" cy="252000"/>
            </a:xfrm>
            <a:prstGeom prst="roundRect">
              <a:avLst>
                <a:gd name="adj" fmla="val 781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※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44" name="直線矢印コネクタ 143">
              <a:extLst>
                <a:ext uri="{FF2B5EF4-FFF2-40B4-BE49-F238E27FC236}">
                  <ns2:creationId id="{798833A1-A598-C5A7-4EC9-1521DC139FDB}"/>
                </a:ext>
              </a:extLst>
            </p:cNvPr>
            <p:cNvCxnSpPr>
              <a:stCxn id="26" idx="3"/>
              <a:endCxn id="30" idx="1"/>
            </p:cNvCxnSpPr>
            <p:nvPr/>
          </p:nvCxnSpPr>
          <p:spPr>
            <a:xfrm>
              <a:off x="5649180" y="1940759"/>
              <a:ext cx="1527858" cy="0"/>
            </a:xfrm>
            <a:prstGeom prst="straightConnector1">
              <a:avLst/>
            </a:prstGeom>
            <a:ln w="25400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グラフィックス 6" descr="右向き指示マーク 単色塗りつぶし">
              <a:extLst>
                <a:ext uri="{FF2B5EF4-FFF2-40B4-BE49-F238E27FC236}">
                  <ns2:creationId id="{BB582086-6AE1-D13D-38EF-AB7297EE0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611523" y="6099291"/>
              <a:ext cx="144000" cy="144000"/>
            </a:xfrm>
            <a:prstGeom prst="rect">
              <a:avLst/>
            </a:prstGeom>
          </p:spPr>
        </p:pic>
        <p:pic>
          <p:nvPicPr>
            <p:cNvPr id="10" name="グラフィックス 9" descr="リサーチ 単色塗りつぶし">
              <a:extLst>
                <a:ext uri="{FF2B5EF4-FFF2-40B4-BE49-F238E27FC236}">
                  <ns2:creationId id="{935C0C05-7252-1530-734D-7C4414EB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611523" y="4464737"/>
              <a:ext cx="144000" cy="144000"/>
            </a:xfrm>
            <a:prstGeom prst="rect">
              <a:avLst/>
            </a:prstGeom>
          </p:spPr>
        </p:pic>
        <p:pic>
          <p:nvPicPr>
            <p:cNvPr id="14" name="グラフィックス 13" descr="ライト: オン 単色塗りつぶし">
              <a:extLst>
                <a:ext uri="{FF2B5EF4-FFF2-40B4-BE49-F238E27FC236}">
                  <ns2:creationId id="{CDEA8CD4-8DF2-A84A-6A1F-9853C9C104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4202045"/>
              <a:ext cx="144000" cy="144000"/>
            </a:xfrm>
            <a:prstGeom prst="rect">
              <a:avLst/>
            </a:prstGeom>
          </p:spPr>
        </p:pic>
        <p:pic>
          <p:nvPicPr>
            <p:cNvPr id="15" name="グラフィックス 14" descr="リサーチ 単色塗りつぶし">
              <a:extLst>
                <a:ext uri="{FF2B5EF4-FFF2-40B4-BE49-F238E27FC236}">
                  <ns2:creationId id="{6B6EB12E-A678-6F17-BFC3-F503D819C3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611523" y="4991409"/>
              <a:ext cx="144000" cy="144000"/>
            </a:xfrm>
            <a:prstGeom prst="rect">
              <a:avLst/>
            </a:prstGeom>
          </p:spPr>
        </p:pic>
        <p:pic>
          <p:nvPicPr>
            <p:cNvPr id="16" name="グラフィックス 15" descr="ライト: オン 単色塗りつぶし">
              <a:extLst>
                <a:ext uri="{FF2B5EF4-FFF2-40B4-BE49-F238E27FC236}">
                  <ns2:creationId id="{6C1B13F1-0EA5-7F0B-BD20-369DE43596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4746497"/>
              <a:ext cx="144000" cy="144000"/>
            </a:xfrm>
            <a:prstGeom prst="rect">
              <a:avLst/>
            </a:prstGeom>
          </p:spPr>
        </p:pic>
        <p:pic>
          <p:nvPicPr>
            <p:cNvPr id="18" name="グラフィックス 17" descr="リサーチ 単色塗りつぶし">
              <a:extLst>
                <a:ext uri="{FF2B5EF4-FFF2-40B4-BE49-F238E27FC236}">
                  <ns2:creationId id="{38B8A888-41A1-715D-9A4A-D2A7E0E915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6611523" y="5535056"/>
              <a:ext cx="144000" cy="144000"/>
            </a:xfrm>
            <a:prstGeom prst="rect">
              <a:avLst/>
            </a:prstGeom>
          </p:spPr>
        </p:pic>
        <p:pic>
          <p:nvPicPr>
            <p:cNvPr id="19" name="グラフィックス 18" descr="ライト: オン 単色塗りつぶし">
              <a:extLst>
                <a:ext uri="{FF2B5EF4-FFF2-40B4-BE49-F238E27FC236}">
                  <ns2:creationId id="{61E11E1E-3860-8229-4649-F3DF8422FF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5277444"/>
              <a:ext cx="144000" cy="144000"/>
            </a:xfrm>
            <a:prstGeom prst="rect">
              <a:avLst/>
            </a:prstGeom>
          </p:spPr>
        </p:pic>
        <p:pic>
          <p:nvPicPr>
            <p:cNvPr id="21" name="グラフィックス 20" descr="ライト: オン 単色塗りつぶし">
              <a:extLst>
                <a:ext uri="{FF2B5EF4-FFF2-40B4-BE49-F238E27FC236}">
                  <ns2:creationId id="{5FFB1448-7984-C3DA-74E3-11F2916515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6611523" y="5866402"/>
              <a:ext cx="144000" cy="144000"/>
            </a:xfrm>
            <a:prstGeom prst="rect">
              <a:avLst/>
            </a:prstGeom>
          </p:spPr>
        </p:pic>
        <p:grpSp>
          <p:nvGrpSpPr>
            <p:cNvPr id="64" name="グループ化 63">
              <a:extLst>
                <a:ext uri="{FF2B5EF4-FFF2-40B4-BE49-F238E27FC236}">
                  <ns2:creationId id="{335262D9-AD45-5A37-ECBF-E269ECC043F7}"/>
                </a:ext>
              </a:extLst>
            </p:cNvPr>
            <p:cNvGrpSpPr/>
            <p:nvPr/>
          </p:nvGrpSpPr>
          <p:grpSpPr>
            <a:xfrm>
              <a:off x="6816483" y="4217945"/>
              <a:ext cx="877" cy="2076294"/>
              <a:chOff x="6816483" y="4217945"/>
              <a:chExt cx="877" cy="2076294"/>
            </a:xfrm>
          </p:grpSpPr>
          <p:grpSp>
            <p:nvGrpSpPr>
              <p:cNvPr id="31" name="グループ化 30">
                <a:extLst>
                  <a:ext uri="{FF2B5EF4-FFF2-40B4-BE49-F238E27FC236}">
                    <ns2:creationId id="{FF9F2A82-9CF6-93C0-BC49-4A91CF592292}"/>
                  </a:ext>
                </a:extLst>
              </p:cNvPr>
              <p:cNvGrpSpPr/>
              <p:nvPr/>
            </p:nvGrpSpPr>
            <p:grpSpPr>
              <a:xfrm>
                <a:off x="6817360" y="4217945"/>
                <a:ext cx="0" cy="474470"/>
                <a:chOff x="6863080" y="4217945"/>
                <a:chExt cx="0" cy="474470"/>
              </a:xfrm>
            </p:grpSpPr>
            <p:cxnSp>
              <p:nvCxnSpPr>
                <p:cNvPr id="28" name="直線コネクタ 27">
                  <a:extLst>
                    <a:ext uri="{FF2B5EF4-FFF2-40B4-BE49-F238E27FC236}">
                      <ns2:creationId id="{F79D2614-09DD-4DCD-7712-2D86887A36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217945"/>
                  <a:ext cx="0" cy="1281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コネクタ 28">
                  <a:extLst>
                    <a:ext uri="{FF2B5EF4-FFF2-40B4-BE49-F238E27FC236}">
                      <ns2:creationId id="{83325FFD-1C78-6B15-EE8D-360FC0AF32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382815"/>
                  <a:ext cx="0" cy="3096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グループ化 32">
                <a:extLst>
                  <a:ext uri="{FF2B5EF4-FFF2-40B4-BE49-F238E27FC236}">
                    <ns2:creationId id="{B60E9D31-D7F3-C00A-0413-51EA37E55D83}"/>
                  </a:ext>
                </a:extLst>
              </p:cNvPr>
              <p:cNvGrpSpPr/>
              <p:nvPr/>
            </p:nvGrpSpPr>
            <p:grpSpPr>
              <a:xfrm>
                <a:off x="6816483" y="4748453"/>
                <a:ext cx="0" cy="474470"/>
                <a:chOff x="6863080" y="4217945"/>
                <a:chExt cx="0" cy="474470"/>
              </a:xfrm>
            </p:grpSpPr>
            <p:cxnSp>
              <p:nvCxnSpPr>
                <p:cNvPr id="34" name="直線コネクタ 33">
                  <a:extLst>
                    <a:ext uri="{FF2B5EF4-FFF2-40B4-BE49-F238E27FC236}">
                      <ns2:creationId id="{0616AC8A-C975-DB22-6DA0-72DA072559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217945"/>
                  <a:ext cx="0" cy="1281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直線コネクタ 34">
                  <a:extLst>
                    <a:ext uri="{FF2B5EF4-FFF2-40B4-BE49-F238E27FC236}">
                      <ns2:creationId id="{107DF819-A8D8-1029-AAA2-0C30327A40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382815"/>
                  <a:ext cx="0" cy="3096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グループ化 35">
                <a:extLst>
                  <a:ext uri="{FF2B5EF4-FFF2-40B4-BE49-F238E27FC236}">
                    <ns2:creationId id="{244FB605-1677-4355-EAD5-6D2BEB81BC4F}"/>
                  </a:ext>
                </a:extLst>
              </p:cNvPr>
              <p:cNvGrpSpPr/>
              <p:nvPr/>
            </p:nvGrpSpPr>
            <p:grpSpPr>
              <a:xfrm>
                <a:off x="6816483" y="5283953"/>
                <a:ext cx="0" cy="474470"/>
                <a:chOff x="6863080" y="4217945"/>
                <a:chExt cx="0" cy="474470"/>
              </a:xfrm>
            </p:grpSpPr>
            <p:cxnSp>
              <p:nvCxnSpPr>
                <p:cNvPr id="37" name="直線コネクタ 36">
                  <a:extLst>
                    <a:ext uri="{FF2B5EF4-FFF2-40B4-BE49-F238E27FC236}">
                      <ns2:creationId id="{B3A31181-D68C-217A-1F69-518464F5E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217945"/>
                  <a:ext cx="0" cy="1281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線コネクタ 37">
                  <a:extLst>
                    <a:ext uri="{FF2B5EF4-FFF2-40B4-BE49-F238E27FC236}">
                      <ns2:creationId id="{6B323FA8-046C-FC71-7475-101D5105CE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3080" y="4382815"/>
                  <a:ext cx="0" cy="309600"/>
                </a:xfrm>
                <a:prstGeom prst="line">
                  <a:avLst/>
                </a:prstGeom>
                <a:ln w="9525">
                  <a:solidFill>
                    <a:srgbClr val="C5E0B4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0" name="直線コネクタ 59">
                <a:extLst>
                  <a:ext uri="{FF2B5EF4-FFF2-40B4-BE49-F238E27FC236}">
                    <ns2:creationId id="{6E677F96-044C-68BB-8D0F-F5B847A84D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6483" y="5816629"/>
                <a:ext cx="0" cy="234000"/>
              </a:xfrm>
              <a:prstGeom prst="line">
                <a:avLst/>
              </a:prstGeom>
              <a:ln w="9525">
                <a:solidFill>
                  <a:srgbClr val="C5E0B4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線コネクタ 61">
                <a:extLst>
                  <a:ext uri="{FF2B5EF4-FFF2-40B4-BE49-F238E27FC236}">
                    <ns2:creationId id="{CF5E3176-3BA0-0F5E-03B5-62CA2E1644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6483" y="6060239"/>
                <a:ext cx="0" cy="234000"/>
              </a:xfrm>
              <a:prstGeom prst="line">
                <a:avLst/>
              </a:prstGeom>
              <a:ln w="9525">
                <a:solidFill>
                  <a:srgbClr val="C5E0B4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" name="グループ化 88">
              <a:extLst>
                <a:ext uri="{FF2B5EF4-FFF2-40B4-BE49-F238E27FC236}">
                  <ns2:creationId id="{31CFFA90-A09C-A724-FBE6-5611B159ED16}"/>
                </a:ext>
              </a:extLst>
            </p:cNvPr>
            <p:cNvGrpSpPr/>
            <p:nvPr/>
          </p:nvGrpSpPr>
          <p:grpSpPr>
            <a:xfrm>
              <a:off x="9466065" y="3868078"/>
              <a:ext cx="2341182" cy="167887"/>
              <a:chOff x="9466065" y="3868078"/>
              <a:chExt cx="2341182" cy="167887"/>
            </a:xfrm>
          </p:grpSpPr>
          <p:sp>
            <p:nvSpPr>
              <p:cNvPr id="95" name="正方形/長方形 94">
                <a:extLst>
                  <a:ext uri="{FF2B5EF4-FFF2-40B4-BE49-F238E27FC236}">
                    <ns2:creationId id="{7606F6B8-68AA-4EA4-DB2E-B84F1B4D389F}"/>
                  </a:ext>
                </a:extLst>
              </p:cNvPr>
              <p:cNvSpPr/>
              <p:nvPr/>
            </p:nvSpPr>
            <p:spPr>
              <a:xfrm>
                <a:off x="9626785" y="3868078"/>
                <a:ext cx="385584" cy="16788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8D2E2E4E-80A7-20C3-4415-CC8F41F80B99}"/>
                  </a:ext>
                </a:extLst>
              </p:cNvPr>
              <p:cNvSpPr/>
              <p:nvPr/>
            </p:nvSpPr>
            <p:spPr>
              <a:xfrm>
                <a:off x="10189809" y="3868078"/>
                <a:ext cx="720000" cy="16788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E7E7035A-2453-E801-D9E5-5CF7DBAF06A5}"/>
                  </a:ext>
                </a:extLst>
              </p:cNvPr>
              <p:cNvSpPr/>
              <p:nvPr/>
            </p:nvSpPr>
            <p:spPr>
              <a:xfrm>
                <a:off x="11087247" y="3868078"/>
                <a:ext cx="720000" cy="16788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65" name="グラフィックス 64" descr="右向き指示マーク 単色塗りつぶし">
                <a:extLst>
                  <a:ext uri="{FF2B5EF4-FFF2-40B4-BE49-F238E27FC236}">
                    <ns2:creationId id="{4B0E091A-DCBF-6868-251D-6BF5572E98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10926529" y="3880021"/>
                <a:ext cx="144000" cy="144000"/>
              </a:xfrm>
              <a:prstGeom prst="rect">
                <a:avLst/>
              </a:prstGeom>
            </p:spPr>
          </p:pic>
          <p:pic>
            <p:nvPicPr>
              <p:cNvPr id="78" name="グラフィックス 77" descr="リサーチ 単色塗りつぶし">
                <a:extLst>
                  <a:ext uri="{FF2B5EF4-FFF2-40B4-BE49-F238E27FC236}">
                    <ns2:creationId id="{8D0C77CC-1C4F-400C-F308-2A52C1DAD2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10029089" y="3880021"/>
                <a:ext cx="144000" cy="144000"/>
              </a:xfrm>
              <a:prstGeom prst="rect">
                <a:avLst/>
              </a:prstGeom>
            </p:spPr>
          </p:pic>
          <p:pic>
            <p:nvPicPr>
              <p:cNvPr id="80" name="グラフィックス 79" descr="ライト: オン 単色塗りつぶし">
                <a:extLst>
                  <a:ext uri="{FF2B5EF4-FFF2-40B4-BE49-F238E27FC236}">
                    <ns2:creationId id="{57EA2554-43C5-3F3A-2353-DCCB500B07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9466065" y="3880021"/>
                <a:ext cx="144000" cy="14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649748829"/>
      </p:ext>
    </p:extLst>
  </p:cSld>
  <p:clrMapOvr>
    <a:masterClrMapping/>
  </p:clrMapOvr>
</p:sld>
</file>

<file path=ppt/slides/slide289.xml><?xml version="1.0" encoding="utf-8"?>
<p:sld xmlns:a="http://schemas.openxmlformats.org/drawingml/2006/main" xmlns:ns2="http://schemas.microsoft.com/office/drawing/2014/main" xmlns:ns4="http://schemas.microsoft.com/office/drawing/2018/hyperlinkcolor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CC211BE-C670-8E6A-7120-F74FE99D7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2110119-C423-8C70-B4DE-F1CF180C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参考</a:t>
            </a:r>
            <a:r>
              <a:rPr kumimoji="1" lang="en-US" altLang="ja-JP" dirty="0"/>
              <a:t>) </a:t>
            </a:r>
            <a:r>
              <a:rPr kumimoji="1" lang="ja-JP" altLang="en-US"/>
              <a:t>XX</a:t>
            </a:r>
            <a:r>
              <a:rPr kumimoji="1" lang="en" altLang="ja-JP" dirty="0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B494027-D2DF-F638-1349-CACF9EEDC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  <a:br>
              <a:rPr kumimoji="1" lang="en-US" altLang="ja-JP" sz="1800" dirty="0"/>
            </a:br>
            <a:r>
              <a:rPr kumimoji="1" lang="ja-JP" altLang="en-US" sz="1800" dirty="0"/>
              <a:t>XX</a:t>
            </a:r>
          </a:p>
        </p:txBody>
      </p:sp>
      <p:grpSp>
        <p:nvGrpSpPr>
          <p:cNvPr id="9" name="グループ化 8">
            <a:extLst>
              <a:ext uri="{FF2B5EF4-FFF2-40B4-BE49-F238E27FC236}">
                <ns2:creationId id="{D798B02B-94AF-A0E0-6C9E-25417821D034}"/>
              </a:ext>
            </a:extLst>
          </p:cNvPr>
          <p:cNvGrpSpPr/>
          <p:nvPr/>
        </p:nvGrpSpPr>
        <p:grpSpPr>
          <a:xfrm>
            <a:off x="334964" y="1628775"/>
            <a:ext cx="11522074" cy="4675656"/>
            <a:chOff x="334964" y="1628775"/>
            <a:chExt cx="11522074" cy="4675656"/>
          </a:xfrm>
        </p:grpSpPr>
        <p:sp>
          <p:nvSpPr>
            <p:cNvPr id="5" name="正方形/長方形 4">
              <a:extLst>
                <a:ext uri="{FF2B5EF4-FFF2-40B4-BE49-F238E27FC236}">
                  <ns2:creationId id="{56D68A86-71DD-7EC9-E362-693929E3BCA2}"/>
                </a:ext>
              </a:extLst>
            </p:cNvPr>
            <p:cNvSpPr/>
            <p:nvPr/>
          </p:nvSpPr>
          <p:spPr>
            <a:xfrm>
              <a:off x="1181814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" name="円/楕円 5">
              <a:extLst>
                <a:ext uri="{FF2B5EF4-FFF2-40B4-BE49-F238E27FC236}">
                  <ns2:creationId id="{532D9BFA-C047-67D2-777C-E696D7ED9D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55814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1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9941DBB7-EB50-44FF-E840-04865ABD4888}"/>
                </a:ext>
              </a:extLst>
            </p:cNvPr>
            <p:cNvSpPr/>
            <p:nvPr/>
          </p:nvSpPr>
          <p:spPr>
            <a:xfrm>
              <a:off x="1181813" y="2228039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70D10843-E41A-4C43-26B6-0365B8319A9E}"/>
                </a:ext>
              </a:extLst>
            </p:cNvPr>
            <p:cNvSpPr/>
            <p:nvPr/>
          </p:nvSpPr>
          <p:spPr>
            <a:xfrm>
              <a:off x="334964" y="2716136"/>
              <a:ext cx="684000" cy="792000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526BFDA0-517E-907B-EE47-F380EADEBBB6}"/>
                </a:ext>
              </a:extLst>
            </p:cNvPr>
            <p:cNvSpPr/>
            <p:nvPr/>
          </p:nvSpPr>
          <p:spPr>
            <a:xfrm>
              <a:off x="334964" y="3600235"/>
              <a:ext cx="684000" cy="971999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en" altLang="ja-JP" sz="13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  <a:latin typeface="+mn-ea"/>
                </a:rPr>
                <a:t>)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14CED84F-F651-F87A-BBF6-F2B994172FDC}"/>
                </a:ext>
              </a:extLst>
            </p:cNvPr>
            <p:cNvSpPr/>
            <p:nvPr/>
          </p:nvSpPr>
          <p:spPr>
            <a:xfrm>
              <a:off x="334964" y="4664333"/>
              <a:ext cx="684000" cy="1151999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9FAF9F6B-C2B0-73D1-F2B0-1C3DC0EE052E}"/>
                </a:ext>
              </a:extLst>
            </p:cNvPr>
            <p:cNvSpPr/>
            <p:nvPr/>
          </p:nvSpPr>
          <p:spPr>
            <a:xfrm>
              <a:off x="334964" y="5908431"/>
              <a:ext cx="684000" cy="395999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300" dirty="0">
                  <a:solidFill>
                    <a:schemeClr val="tx1"/>
                  </a:solidFill>
                  <a:latin typeface="+mn-ea"/>
                </a:rPr>
                <a:t>URL</a:t>
              </a:r>
              <a:endParaRPr lang="en-US" altLang="ja-JP" sz="13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C6A47954-D4AF-E193-5822-665BEA706738}"/>
                </a:ext>
              </a:extLst>
            </p:cNvPr>
            <p:cNvSpPr/>
            <p:nvPr/>
          </p:nvSpPr>
          <p:spPr>
            <a:xfrm>
              <a:off x="3878122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円/楕円 18">
              <a:extLst>
                <a:ext uri="{FF2B5EF4-FFF2-40B4-BE49-F238E27FC236}">
                  <ns2:creationId id="{F19C6CB6-4CF9-3F88-4113-8FC0EA5F16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52122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2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0EB2A3FE-30F2-0F39-7DDD-61E605DFC3F4}"/>
                </a:ext>
              </a:extLst>
            </p:cNvPr>
            <p:cNvSpPr/>
            <p:nvPr/>
          </p:nvSpPr>
          <p:spPr>
            <a:xfrm>
              <a:off x="3878121" y="2228038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E313FD4-B977-E5FC-C07A-830D35EA9686}"/>
                </a:ext>
              </a:extLst>
            </p:cNvPr>
            <p:cNvSpPr/>
            <p:nvPr/>
          </p:nvSpPr>
          <p:spPr>
            <a:xfrm>
              <a:off x="6586153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30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円/楕円 24">
              <a:extLst>
                <a:ext uri="{FF2B5EF4-FFF2-40B4-BE49-F238E27FC236}">
                  <ns2:creationId id="{0E45854A-986A-5AFF-EF03-DE7FB676F6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60153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3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6C2E8D02-DB8B-F41C-97D8-ED8696095414}"/>
                </a:ext>
              </a:extLst>
            </p:cNvPr>
            <p:cNvSpPr/>
            <p:nvPr/>
          </p:nvSpPr>
          <p:spPr>
            <a:xfrm>
              <a:off x="6586152" y="2228038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" sz="1200">
                  <a:solidFill>
                    <a:srgbClr val="008D2E"/>
                  </a:solidFill>
                  <a:latin typeface="+mn-ea"/>
                </a:rPr>
                <a:t>・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AI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5A613FD8-DC0E-316A-D5B9-45BC7A571214}"/>
                </a:ext>
              </a:extLst>
            </p:cNvPr>
            <p:cNvSpPr/>
            <p:nvPr/>
          </p:nvSpPr>
          <p:spPr>
            <a:xfrm>
              <a:off x="9337038" y="1693426"/>
              <a:ext cx="2520000" cy="488565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円/楕円 30">
              <a:extLst>
                <a:ext uri="{FF2B5EF4-FFF2-40B4-BE49-F238E27FC236}">
                  <ns2:creationId id="{996672A3-CAAD-C6C5-7B55-70DECF9D72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11038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rPr>
                <a:t>4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2B6C8D56-F181-2E51-E7F7-E56837712628}"/>
                </a:ext>
              </a:extLst>
            </p:cNvPr>
            <p:cNvSpPr/>
            <p:nvPr/>
          </p:nvSpPr>
          <p:spPr>
            <a:xfrm>
              <a:off x="9337037" y="2228038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 algn="ctr">
                <a:spcAft>
                  <a:spcPts val="200"/>
                </a:spcAft>
              </a:pP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rgbClr val="008D2E"/>
                  </a:solidFill>
                  <a:latin typeface="+mn-ea"/>
                </a:rPr>
                <a:t>× 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1899269A-4A2F-2BC5-A10E-A3808A7DAFB1}"/>
                </a:ext>
              </a:extLst>
            </p:cNvPr>
            <p:cNvSpPr/>
            <p:nvPr/>
          </p:nvSpPr>
          <p:spPr>
            <a:xfrm>
              <a:off x="1181813" y="2716137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BD1C0A89-C9CE-1C2C-8669-6E263444684A}"/>
                </a:ext>
              </a:extLst>
            </p:cNvPr>
            <p:cNvSpPr/>
            <p:nvPr/>
          </p:nvSpPr>
          <p:spPr>
            <a:xfrm>
              <a:off x="3878121" y="2716136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1A49F63A-FA6C-5ECB-B148-903F7395AAD0}"/>
                </a:ext>
              </a:extLst>
            </p:cNvPr>
            <p:cNvSpPr/>
            <p:nvPr/>
          </p:nvSpPr>
          <p:spPr>
            <a:xfrm>
              <a:off x="6586152" y="2716136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FE0A9A67-7E00-8D28-8B88-3BCE82FF1462}"/>
                </a:ext>
              </a:extLst>
            </p:cNvPr>
            <p:cNvSpPr/>
            <p:nvPr/>
          </p:nvSpPr>
          <p:spPr>
            <a:xfrm>
              <a:off x="9337037" y="2716136"/>
              <a:ext cx="2520000" cy="79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29C8A22B-C635-E0E7-4A03-61EBDC1814F5}"/>
                </a:ext>
              </a:extLst>
            </p:cNvPr>
            <p:cNvSpPr/>
            <p:nvPr/>
          </p:nvSpPr>
          <p:spPr>
            <a:xfrm>
              <a:off x="1181813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indent="11113">
                <a:spcAft>
                  <a:spcPts val="200"/>
                </a:spcAft>
              </a:pPr>
              <a:endParaRPr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AC214371-B00C-4C5C-B85C-741C815E0DC4}"/>
                </a:ext>
              </a:extLst>
            </p:cNvPr>
            <p:cNvSpPr/>
            <p:nvPr/>
          </p:nvSpPr>
          <p:spPr>
            <a:xfrm>
              <a:off x="1181813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4885926C-2485-2AC3-CF51-49F2BCBFCE3B}"/>
                </a:ext>
              </a:extLst>
            </p:cNvPr>
            <p:cNvSpPr/>
            <p:nvPr/>
          </p:nvSpPr>
          <p:spPr>
            <a:xfrm>
              <a:off x="1181813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 dirty="0">
                  <a:solidFill>
                    <a:srgbClr val="008D2E"/>
                  </a:solidFill>
                  <a:latin typeface="+mn-ea"/>
                  <a:hlinkClick r:id="rId3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  <a:hlinkClick r:id="rId3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</a:br>
              <a:r>
                <a:rPr lang="ja-JP" altLang="ja-JP" sz="1200" dirty="0">
                  <a:solidFill>
                    <a:srgbClr val="008D2E"/>
                  </a:solidFill>
                  <a:latin typeface="+mn-ea"/>
                  <a:hlinkClick r:id="rId3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22309439-23CC-1CEB-06C0-7D3D3C99F692}"/>
                </a:ext>
              </a:extLst>
            </p:cNvPr>
            <p:cNvSpPr/>
            <p:nvPr/>
          </p:nvSpPr>
          <p:spPr>
            <a:xfrm>
              <a:off x="3878121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SLA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7988037E-8CD7-827D-DACF-B4DBCE96F3C4}"/>
                </a:ext>
              </a:extLst>
            </p:cNvPr>
            <p:cNvSpPr/>
            <p:nvPr/>
          </p:nvSpPr>
          <p:spPr>
            <a:xfrm>
              <a:off x="3878121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5" name="正方形/長方形 64">
              <a:hlinkClick r:id="rId4"/>
              <a:extLst>
                <a:ext uri="{FF2B5EF4-FFF2-40B4-BE49-F238E27FC236}">
                  <ns2:creationId id="{04C2506A-1622-2AC7-E1FE-628767BC2264}"/>
                </a:ext>
              </a:extLst>
            </p:cNvPr>
            <p:cNvSpPr/>
            <p:nvPr/>
          </p:nvSpPr>
          <p:spPr>
            <a:xfrm>
              <a:off x="3878121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4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  <a:hlinkClick r:id="rId4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</a:br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4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3757F1DF-BA72-8105-7003-C8831EEE2356}"/>
                </a:ext>
              </a:extLst>
            </p:cNvPr>
            <p:cNvSpPr/>
            <p:nvPr/>
          </p:nvSpPr>
          <p:spPr>
            <a:xfrm>
              <a:off x="6586152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DD9C33C1-3184-9448-8CAD-C127F2D838C5}"/>
                </a:ext>
              </a:extLst>
            </p:cNvPr>
            <p:cNvSpPr/>
            <p:nvPr/>
          </p:nvSpPr>
          <p:spPr>
            <a:xfrm>
              <a:off x="6586152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1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47DC7A5-1857-946D-514B-3BBE3A79FE0D}"/>
                </a:ext>
              </a:extLst>
            </p:cNvPr>
            <p:cNvSpPr/>
            <p:nvPr/>
          </p:nvSpPr>
          <p:spPr>
            <a:xfrm>
              <a:off x="6586152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 : </a:t>
              </a:r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+mn-ea"/>
                <a:hlinkClick r:id="rId5">
                  <a:extLst>
                    <a:ext uri="{A12FA001-AC4F-418D-AE19-62706E023703}">
                      <ns4:hlinkClr val="tx"/>
                    </a:ext>
                  </a:extLst>
                </a:hlinkClick>
              </a:endParaRPr>
            </a:p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5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0B23E91E-F24F-D741-E50D-ED45F7B21B8A}"/>
                </a:ext>
              </a:extLst>
            </p:cNvPr>
            <p:cNvSpPr/>
            <p:nvPr/>
          </p:nvSpPr>
          <p:spPr>
            <a:xfrm>
              <a:off x="9337036" y="3600235"/>
              <a:ext cx="2520000" cy="97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2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70FD73BC-8A95-C8DB-143F-0CD4308C5EF3}"/>
                </a:ext>
              </a:extLst>
            </p:cNvPr>
            <p:cNvSpPr/>
            <p:nvPr/>
          </p:nvSpPr>
          <p:spPr>
            <a:xfrm>
              <a:off x="9337036" y="4664333"/>
              <a:ext cx="2520000" cy="11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11113">
                <a:spcAft>
                  <a:spcPts val="200"/>
                </a:spcAft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10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2E937A6B-628E-E481-B48C-18FE12642FB4}"/>
                </a:ext>
              </a:extLst>
            </p:cNvPr>
            <p:cNvSpPr/>
            <p:nvPr/>
          </p:nvSpPr>
          <p:spPr>
            <a:xfrm>
              <a:off x="9337036" y="5908431"/>
              <a:ext cx="2520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6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br>
                <a:rPr lang="en-US" altLang="ja-JP" sz="1200" dirty="0">
                  <a:solidFill>
                    <a:srgbClr val="008D2E"/>
                  </a:solidFill>
                  <a:latin typeface="+mn-ea"/>
                  <a:hlinkClick r:id="rId6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</a:br>
              <a:r>
                <a:rPr lang="ja-JP" altLang="ja-JP" sz="1200">
                  <a:solidFill>
                    <a:srgbClr val="008D2E"/>
                  </a:solidFill>
                  <a:latin typeface="+mn-ea"/>
                  <a:hlinkClick r:id="rId6">
                    <a:extLst>
                      <a:ext uri="{A12FA001-AC4F-418D-AE19-62706E023703}">
                        <ns4:hlinkClr val="tx"/>
                      </a:ext>
                    </a:extLst>
                  </a:hlinkClick>
                </a:rPr>
                <a:t>XX</a:t>
              </a:r>
              <a:endParaRPr lang="ja-JP" altLang="ja-JP" sz="1200" dirty="0">
                <a:solidFill>
                  <a:srgbClr val="008D2E"/>
                </a:solidFill>
                <a:latin typeface="+mn-ea"/>
              </a:endParaRPr>
            </a:p>
          </p:txBody>
        </p:sp>
        <p:cxnSp>
          <p:nvCxnSpPr>
            <p:cNvPr id="93" name="直線コネクタ 92">
              <a:extLst>
                <a:ext uri="{FF2B5EF4-FFF2-40B4-BE49-F238E27FC236}">
                  <ns2:creationId id="{F1F2E0C8-743F-F9FB-34F0-740B38A7D3F9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コネクタ 100">
              <a:extLst>
                <a:ext uri="{FF2B5EF4-FFF2-40B4-BE49-F238E27FC236}">
                  <ns2:creationId id="{B0872F18-61A7-844F-0D73-773DABD79F63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6F5E8DF2-7FF4-49A8-0EDC-705F1AA9A671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6DE8C2D7-2038-8411-08C3-70D11B0A46EA}"/>
                </a:ext>
              </a:extLst>
            </p:cNvPr>
            <p:cNvCxnSpPr>
              <a:cxnSpLocks/>
            </p:cNvCxnSpPr>
            <p:nvPr/>
          </p:nvCxnSpPr>
          <p:spPr>
            <a:xfrm>
              <a:off x="1181813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15B1DABC-3889-C075-80BB-78C2FDD73046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0A859C2B-24CB-18C3-7C61-05F2ABAAB71E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コネクタ 106">
              <a:extLst>
                <a:ext uri="{FF2B5EF4-FFF2-40B4-BE49-F238E27FC236}">
                  <ns2:creationId id="{18815CF9-257C-4B44-B913-567215084A63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6A3B85C8-863C-BEDD-F54D-B95A0E092C9F}"/>
                </a:ext>
              </a:extLst>
            </p:cNvPr>
            <p:cNvCxnSpPr>
              <a:cxnSpLocks/>
            </p:cNvCxnSpPr>
            <p:nvPr/>
          </p:nvCxnSpPr>
          <p:spPr>
            <a:xfrm>
              <a:off x="3878121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ns2:creationId id="{077611BC-7AC7-7270-EF17-D83EC9CD728E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線コネクタ 142">
              <a:extLst>
                <a:ext uri="{FF2B5EF4-FFF2-40B4-BE49-F238E27FC236}">
                  <ns2:creationId id="{74F8B8A8-4F18-D504-030D-A85F0E4CA7EF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線コネクタ 144">
              <a:extLst>
                <a:ext uri="{FF2B5EF4-FFF2-40B4-BE49-F238E27FC236}">
                  <ns2:creationId id="{8C635688-BC41-3536-B322-BA8257C21D6D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コネクタ 149">
              <a:extLst>
                <a:ext uri="{FF2B5EF4-FFF2-40B4-BE49-F238E27FC236}">
                  <ns2:creationId id="{768F9755-EB39-88EA-ACEC-3AC71A9711CA}"/>
                </a:ext>
              </a:extLst>
            </p:cNvPr>
            <p:cNvCxnSpPr>
              <a:cxnSpLocks/>
            </p:cNvCxnSpPr>
            <p:nvPr/>
          </p:nvCxnSpPr>
          <p:spPr>
            <a:xfrm>
              <a:off x="6586151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線コネクタ 150">
              <a:extLst>
                <a:ext uri="{FF2B5EF4-FFF2-40B4-BE49-F238E27FC236}">
                  <ns2:creationId id="{04AFAAC2-FEBA-0B74-5350-ED048F43E989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2670088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コネクタ 151">
              <a:extLst>
                <a:ext uri="{FF2B5EF4-FFF2-40B4-BE49-F238E27FC236}">
                  <ns2:creationId id="{D5A3E0A1-0DB7-3E47-4C02-8D446F57B116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3554186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ns2:creationId id="{79A5A72D-EC70-6258-CCC3-6746CAA25E71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4618284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コネクタ 153">
              <a:extLst>
                <a:ext uri="{FF2B5EF4-FFF2-40B4-BE49-F238E27FC236}">
                  <ns2:creationId id="{5A706D30-55A3-C546-88D0-B80D541CFD97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37" y="5862382"/>
              <a:ext cx="2520000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622018759"/>
      </p:ext>
    </p:extLst>
  </p:cSld>
  <p:clrMapOvr>
    <a:masterClrMapping/>
  </p:clrMapOvr>
</p:sld>
</file>

<file path=ppt/slides/slide29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B821A4E-3819-7B5F-ED03-63D80EBA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5AB4620-A596-ABB2-2795-0E5C1027D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br>
              <a:rPr kumimoji="1" lang="ja-JP" altLang="en-US"/>
            </a:br>
            <a:r>
              <a:rPr kumimoji="1" lang="en" altLang="ja-JP" dirty="0"/>
              <a:t>XX</a:t>
            </a:r>
            <a:r>
              <a:rPr lang="en" altLang="ja-JP" dirty="0"/>
              <a:t> </a:t>
            </a:r>
            <a:r>
              <a:rPr lang="en-US" altLang="ja-JP" dirty="0"/>
              <a:t>/</a:t>
            </a:r>
            <a:r>
              <a:rPr lang="en" altLang="ja-JP" dirty="0"/>
              <a:t> </a:t>
            </a:r>
            <a:r>
              <a:rPr kumimoji="1" lang="en" altLang="ja-JP" dirty="0"/>
              <a:t>XX</a:t>
            </a:r>
            <a:r>
              <a:rPr lang="en" altLang="ja-JP" dirty="0"/>
              <a:t> </a:t>
            </a:r>
            <a:r>
              <a:rPr lang="en-US" altLang="ja-JP" dirty="0"/>
              <a:t>(</a:t>
            </a:r>
            <a:r>
              <a:rPr kumimoji="1" lang="en" altLang="ja-JP" dirty="0"/>
              <a:t>3</a:t>
            </a:r>
            <a:r>
              <a:rPr kumimoji="1" lang="ja-JP" altLang="en-US"/>
              <a:t>XX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2D01A11-9CF0-DD30-BE5A-D75D2CFC01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/>
              <a:t>XX</a:t>
            </a:r>
            <a:r>
              <a:rPr kumimoji="1" lang="en-US" altLang="ja-JP" sz="1800" dirty="0"/>
              <a:t> (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) 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 (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lang="en" altLang="ja-JP" sz="1800" dirty="0"/>
              <a:t> </a:t>
            </a:r>
            <a:r>
              <a:rPr kumimoji="1" lang="ja-JP" altLang="en" sz="1800"/>
              <a:t>」「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 (</a:t>
            </a:r>
            <a:r>
              <a:rPr kumimoji="1" lang="ja-JP" altLang="en-US" sz="1800"/>
              <a:t>XX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lang="en" altLang="ja-JP" sz="1800" dirty="0"/>
              <a:t> </a:t>
            </a:r>
            <a:r>
              <a:rPr kumimoji="1" lang="ja-JP" altLang="en" sz="1800"/>
              <a:t>」</a:t>
            </a:r>
            <a:r>
              <a:rPr kumimoji="1" lang="ja-JP" altLang="en-US" sz="1800"/>
              <a:t>XX</a:t>
            </a:r>
            <a:br>
              <a:rPr kumimoji="1" lang="en-US" altLang="ja-JP" sz="1800" dirty="0"/>
            </a:br>
            <a:r>
              <a:rPr kumimoji="1" lang="ja-JP" altLang="en-US" sz="1800"/>
              <a:t>XX</a:t>
            </a:r>
            <a:r>
              <a:rPr kumimoji="1" lang="en-US" altLang="ja-JP" sz="1800" dirty="0"/>
              <a:t>3</a:t>
            </a:r>
            <a:r>
              <a:rPr kumimoji="1" lang="ja-JP" altLang="en-US" sz="1800"/>
              <a:t>XX</a:t>
            </a:r>
          </a:p>
        </p:txBody>
      </p:sp>
      <p:grpSp>
        <p:nvGrpSpPr>
          <p:cNvPr id="398" name="グループ化 397">
            <a:extLst>
              <a:ext uri="{FF2B5EF4-FFF2-40B4-BE49-F238E27FC236}">
                <ns2:creationId id="{05AD87A9-C421-EC18-B56F-A3DABF3D7B8F}"/>
              </a:ext>
            </a:extLst>
          </p:cNvPr>
          <p:cNvGrpSpPr/>
          <p:nvPr/>
        </p:nvGrpSpPr>
        <p:grpSpPr>
          <a:xfrm>
            <a:off x="334962" y="1633114"/>
            <a:ext cx="11527486" cy="4668953"/>
            <a:chOff x="334962" y="1633114"/>
            <a:chExt cx="11527486" cy="4668953"/>
          </a:xfrm>
        </p:grpSpPr>
        <p:grpSp>
          <p:nvGrpSpPr>
            <p:cNvPr id="397" name="グループ化 396">
              <a:extLst>
                <a:ext uri="{FF2B5EF4-FFF2-40B4-BE49-F238E27FC236}">
                  <ns2:creationId id="{47C094A0-45F2-1BE2-9CE4-0F49C4CA9F97}"/>
                </a:ext>
              </a:extLst>
            </p:cNvPr>
            <p:cNvGrpSpPr/>
            <p:nvPr/>
          </p:nvGrpSpPr>
          <p:grpSpPr>
            <a:xfrm>
              <a:off x="334962" y="1995832"/>
              <a:ext cx="1246776" cy="3269308"/>
              <a:chOff x="367103" y="1995832"/>
              <a:chExt cx="1246776" cy="3269308"/>
            </a:xfrm>
          </p:grpSpPr>
          <p:sp>
            <p:nvSpPr>
              <p:cNvPr id="158" name="フリーフォーム 157">
                <a:extLst>
                  <a:ext uri="{FF2B5EF4-FFF2-40B4-BE49-F238E27FC236}">
                    <ns2:creationId id="{E8CAA030-A78A-0B0B-CC63-8D15048EDCE5}"/>
                  </a:ext>
                </a:extLst>
              </p:cNvPr>
              <p:cNvSpPr/>
              <p:nvPr/>
            </p:nvSpPr>
            <p:spPr>
              <a:xfrm>
                <a:off x="782695" y="1995832"/>
                <a:ext cx="415592" cy="1044000"/>
              </a:xfrm>
              <a:custGeom>
                <a:avLst/>
                <a:gdLst>
                  <a:gd name="csX0" fmla="*/ 0 w 2709333"/>
                  <a:gd name="csY0" fmla="*/ 1806222 h 1806222"/>
                  <a:gd name="csX1" fmla="*/ 1354667 w 2709333"/>
                  <a:gd name="csY1" fmla="*/ 0 h 1806222"/>
                  <a:gd name="csX2" fmla="*/ 1354667 w 2709333"/>
                  <a:gd name="csY2" fmla="*/ 0 h 1806222"/>
                  <a:gd name="csX3" fmla="*/ 2709333 w 2709333"/>
                  <a:gd name="csY3" fmla="*/ 1806222 h 1806222"/>
                  <a:gd name="csX4" fmla="*/ 0 w 2709333"/>
                  <a:gd name="csY4" fmla="*/ 1806222 h 180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09333" h="1806222">
                    <a:moveTo>
                      <a:pt x="0" y="1806222"/>
                    </a:moveTo>
                    <a:lnTo>
                      <a:pt x="1354667" y="0"/>
                    </a:lnTo>
                    <a:lnTo>
                      <a:pt x="1354667" y="0"/>
                    </a:lnTo>
                    <a:lnTo>
                      <a:pt x="2709333" y="1806222"/>
                    </a:lnTo>
                    <a:lnTo>
                      <a:pt x="0" y="1806222"/>
                    </a:lnTo>
                    <a:close/>
                  </a:path>
                </a:pathLst>
              </a:custGeom>
              <a:solidFill>
                <a:srgbClr val="008D2E">
                  <a:alpha val="50000"/>
                </a:srgb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64770" tIns="64770" rIns="64770" bIns="64770" numCol="1" spcCol="1270" anchor="ctr" anchorCtr="0">
                <a:noAutofit/>
              </a:bodyPr>
              <a:lstStyle/>
              <a:p>
                <a:pPr marL="0" lvl="0" indent="0" algn="ctr" defTabSz="22669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kumimoji="1" lang="ja-JP" altLang="en-US" sz="5100" kern="1200">
                  <a:latin typeface="+mn-ea"/>
                </a:endParaRPr>
              </a:p>
            </p:txBody>
          </p:sp>
          <p:sp>
            <p:nvSpPr>
              <p:cNvPr id="159" name="フリーフォーム 158">
                <a:extLst>
                  <a:ext uri="{FF2B5EF4-FFF2-40B4-BE49-F238E27FC236}">
                    <ns2:creationId id="{24549040-8A91-E71A-F605-922A522D8CD8}"/>
                  </a:ext>
                </a:extLst>
              </p:cNvPr>
              <p:cNvSpPr/>
              <p:nvPr/>
            </p:nvSpPr>
            <p:spPr>
              <a:xfrm>
                <a:off x="574899" y="3108485"/>
                <a:ext cx="831184" cy="1044000"/>
              </a:xfrm>
              <a:custGeom>
                <a:avLst/>
                <a:gdLst>
                  <a:gd name="csX0" fmla="*/ 0 w 5418666"/>
                  <a:gd name="csY0" fmla="*/ 1806222 h 1806222"/>
                  <a:gd name="csX1" fmla="*/ 1354667 w 5418666"/>
                  <a:gd name="csY1" fmla="*/ 0 h 1806222"/>
                  <a:gd name="csX2" fmla="*/ 4064000 w 5418666"/>
                  <a:gd name="csY2" fmla="*/ 0 h 1806222"/>
                  <a:gd name="csX3" fmla="*/ 5418666 w 5418666"/>
                  <a:gd name="csY3" fmla="*/ 1806222 h 1806222"/>
                  <a:gd name="csX4" fmla="*/ 0 w 5418666"/>
                  <a:gd name="csY4" fmla="*/ 1806222 h 180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418666" h="1806222">
                    <a:moveTo>
                      <a:pt x="0" y="1806222"/>
                    </a:moveTo>
                    <a:lnTo>
                      <a:pt x="1354667" y="0"/>
                    </a:lnTo>
                    <a:lnTo>
                      <a:pt x="4064000" y="0"/>
                    </a:lnTo>
                    <a:lnTo>
                      <a:pt x="5418666" y="1806222"/>
                    </a:lnTo>
                    <a:lnTo>
                      <a:pt x="0" y="1806222"/>
                    </a:lnTo>
                    <a:close/>
                  </a:path>
                </a:pathLst>
              </a:custGeom>
              <a:solidFill>
                <a:srgbClr val="008D2E">
                  <a:alpha val="40000"/>
                </a:srgb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030817" tIns="82550" rIns="1030816" bIns="82550" numCol="1" spcCol="1270" anchor="ctr" anchorCtr="0">
                <a:noAutofit/>
              </a:bodyPr>
              <a:lstStyle/>
              <a:p>
                <a:pPr marL="0" lvl="0" indent="0" algn="ctr" defTabSz="2889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kumimoji="1" lang="ja-JP" altLang="en-US" sz="6500" kern="1200">
                  <a:latin typeface="+mn-ea"/>
                </a:endParaRPr>
              </a:p>
            </p:txBody>
          </p:sp>
          <p:sp>
            <p:nvSpPr>
              <p:cNvPr id="160" name="フリーフォーム 159">
                <a:extLst>
                  <a:ext uri="{FF2B5EF4-FFF2-40B4-BE49-F238E27FC236}">
                    <ns2:creationId id="{62FDC9DF-7B89-64DD-AB6E-0D201078B391}"/>
                  </a:ext>
                </a:extLst>
              </p:cNvPr>
              <p:cNvSpPr/>
              <p:nvPr/>
            </p:nvSpPr>
            <p:spPr>
              <a:xfrm>
                <a:off x="367103" y="4221140"/>
                <a:ext cx="1246776" cy="1044000"/>
              </a:xfrm>
              <a:custGeom>
                <a:avLst/>
                <a:gdLst>
                  <a:gd name="csX0" fmla="*/ 0 w 8128000"/>
                  <a:gd name="csY0" fmla="*/ 1806222 h 1806222"/>
                  <a:gd name="csX1" fmla="*/ 1354667 w 8128000"/>
                  <a:gd name="csY1" fmla="*/ 0 h 1806222"/>
                  <a:gd name="csX2" fmla="*/ 6773334 w 8128000"/>
                  <a:gd name="csY2" fmla="*/ 0 h 1806222"/>
                  <a:gd name="csX3" fmla="*/ 8128000 w 8128000"/>
                  <a:gd name="csY3" fmla="*/ 1806222 h 1806222"/>
                  <a:gd name="csX4" fmla="*/ 0 w 8128000"/>
                  <a:gd name="csY4" fmla="*/ 1806222 h 180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128000" h="1806222">
                    <a:moveTo>
                      <a:pt x="0" y="1806222"/>
                    </a:moveTo>
                    <a:lnTo>
                      <a:pt x="1354667" y="0"/>
                    </a:lnTo>
                    <a:lnTo>
                      <a:pt x="6773334" y="0"/>
                    </a:lnTo>
                    <a:lnTo>
                      <a:pt x="8128000" y="1806222"/>
                    </a:lnTo>
                    <a:lnTo>
                      <a:pt x="0" y="1806222"/>
                    </a:lnTo>
                    <a:close/>
                  </a:path>
                </a:pathLst>
              </a:custGeom>
              <a:solidFill>
                <a:srgbClr val="008D2E">
                  <a:alpha val="20000"/>
                </a:srgb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504949" tIns="82550" rIns="1504951" bIns="82550" numCol="1" spcCol="1270" anchor="ctr" anchorCtr="0">
                <a:noAutofit/>
              </a:bodyPr>
              <a:lstStyle/>
              <a:p>
                <a:pPr marL="0" lvl="0" indent="0" algn="ctr" defTabSz="2889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kumimoji="1" lang="ja-JP" altLang="en-US" sz="6500" kern="1200">
                  <a:latin typeface="+mn-ea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E93B1F91-D151-87B1-54EB-680AD9E1771E}"/>
                  </a:ext>
                </a:extLst>
              </p:cNvPr>
              <p:cNvSpPr/>
              <p:nvPr/>
            </p:nvSpPr>
            <p:spPr>
              <a:xfrm>
                <a:off x="775545" y="4600867"/>
                <a:ext cx="429891" cy="28454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400" b="1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2" name="正方形/長方形 161">
                <a:extLst>
                  <a:ext uri="{FF2B5EF4-FFF2-40B4-BE49-F238E27FC236}">
                    <ns2:creationId id="{E4E828A6-252E-EAD5-4B35-7B228D075D5D}"/>
                  </a:ext>
                </a:extLst>
              </p:cNvPr>
              <p:cNvSpPr/>
              <p:nvPr/>
            </p:nvSpPr>
            <p:spPr>
              <a:xfrm>
                <a:off x="775545" y="3488212"/>
                <a:ext cx="429891" cy="28454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400" b="1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AFB7C025-D9C3-9894-84F0-0AE625630E3D}"/>
                  </a:ext>
                </a:extLst>
              </p:cNvPr>
              <p:cNvSpPr/>
              <p:nvPr/>
            </p:nvSpPr>
            <p:spPr>
              <a:xfrm>
                <a:off x="775546" y="2375558"/>
                <a:ext cx="429891" cy="28454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400" b="1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243" name="グループ化 242">
              <a:extLst>
                <a:ext uri="{FF2B5EF4-FFF2-40B4-BE49-F238E27FC236}">
                  <ns2:creationId id="{D3CF00D8-F67E-BB9F-5B80-AFC47DBD9CB3}"/>
                </a:ext>
              </a:extLst>
            </p:cNvPr>
            <p:cNvGrpSpPr/>
            <p:nvPr/>
          </p:nvGrpSpPr>
          <p:grpSpPr>
            <a:xfrm>
              <a:off x="334963" y="5315662"/>
              <a:ext cx="11522075" cy="252000"/>
              <a:chOff x="334963" y="5557402"/>
              <a:chExt cx="11522075" cy="252000"/>
            </a:xfrm>
          </p:grpSpPr>
          <p:cxnSp>
            <p:nvCxnSpPr>
              <p:cNvPr id="240" name="直線コネクタ 31">
                <a:extLst>
                  <a:ext uri="{FF2B5EF4-FFF2-40B4-BE49-F238E27FC236}">
                    <ns2:creationId id="{9894E8C7-BF6B-C0A0-D060-EDAD2CCEE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5683402"/>
                <a:ext cx="11522075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1" name="円/楕円 32">
                <a:extLst>
                  <a:ext uri="{FF2B5EF4-FFF2-40B4-BE49-F238E27FC236}">
                    <ns2:creationId id="{B239DF98-9C80-D549-3523-CB8B5DD464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70000" y="5557402"/>
                <a:ext cx="252000" cy="252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+mn-ea"/>
                </a:endParaRPr>
              </a:p>
            </p:txBody>
          </p:sp>
          <p:pic>
            <p:nvPicPr>
              <p:cNvPr id="242" name="グラフィックス 111" descr="キャレットを下へ 枠線">
                <a:extLst>
                  <a:ext uri="{FF2B5EF4-FFF2-40B4-BE49-F238E27FC236}">
                    <ns2:creationId id="{445AE86A-F9B1-5449-532A-D8C96E26C2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5970000" y="5557402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251" name="グループ化 250">
              <a:extLst>
                <a:ext uri="{FF2B5EF4-FFF2-40B4-BE49-F238E27FC236}">
                  <ns2:creationId id="{3F8229F5-AF77-200D-2D04-60F02F8182F4}"/>
                </a:ext>
              </a:extLst>
            </p:cNvPr>
            <p:cNvGrpSpPr/>
            <p:nvPr/>
          </p:nvGrpSpPr>
          <p:grpSpPr>
            <a:xfrm>
              <a:off x="334963" y="5557980"/>
              <a:ext cx="11522075" cy="744087"/>
              <a:chOff x="334963" y="5557981"/>
              <a:chExt cx="11522075" cy="744087"/>
            </a:xfrm>
          </p:grpSpPr>
          <p:grpSp>
            <p:nvGrpSpPr>
              <p:cNvPr id="250" name="グループ化 249">
                <a:extLst>
                  <a:ext uri="{FF2B5EF4-FFF2-40B4-BE49-F238E27FC236}">
                    <ns2:creationId id="{974D636B-D4BD-19B7-B70A-87F0CA635093}"/>
                  </a:ext>
                </a:extLst>
              </p:cNvPr>
              <p:cNvGrpSpPr/>
              <p:nvPr/>
            </p:nvGrpSpPr>
            <p:grpSpPr>
              <a:xfrm>
                <a:off x="641187" y="5842724"/>
                <a:ext cx="10934617" cy="396001"/>
                <a:chOff x="775545" y="5842724"/>
                <a:chExt cx="10934617" cy="396001"/>
              </a:xfrm>
            </p:grpSpPr>
            <p:sp>
              <p:nvSpPr>
                <p:cNvPr id="245" name="正方形/長方形 244">
                  <a:extLst>
                    <a:ext uri="{FF2B5EF4-FFF2-40B4-BE49-F238E27FC236}">
                      <ns2:creationId id="{2B38C0BB-26BB-EAC5-6C9A-98A6015A0600}"/>
                    </a:ext>
                  </a:extLst>
                </p:cNvPr>
                <p:cNvSpPr/>
                <p:nvPr/>
              </p:nvSpPr>
              <p:spPr>
                <a:xfrm>
                  <a:off x="775545" y="5842724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46" name="正方形/長方形 245">
                  <a:extLst>
                    <a:ext uri="{FF2B5EF4-FFF2-40B4-BE49-F238E27FC236}">
                      <ns2:creationId id="{7A4AA8BB-80DC-B5D8-65CD-0B11553F9E5D}"/>
                    </a:ext>
                  </a:extLst>
                </p:cNvPr>
                <p:cNvSpPr/>
                <p:nvPr/>
              </p:nvSpPr>
              <p:spPr>
                <a:xfrm>
                  <a:off x="3556417" y="5842724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7" name="正方形/長方形 246">
                  <a:extLst>
                    <a:ext uri="{FF2B5EF4-FFF2-40B4-BE49-F238E27FC236}">
                      <ns2:creationId id="{9F96AF73-3DEC-5696-1529-4EF8E24BEC77}"/>
                    </a:ext>
                  </a:extLst>
                </p:cNvPr>
                <p:cNvSpPr/>
                <p:nvPr/>
              </p:nvSpPr>
              <p:spPr>
                <a:xfrm>
                  <a:off x="6337289" y="5842724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248" name="正方形/長方形 247">
                  <a:extLst>
                    <a:ext uri="{FF2B5EF4-FFF2-40B4-BE49-F238E27FC236}">
                      <ns2:creationId id="{F0A321B1-EE28-A556-AA4E-46A899A5BBEF}"/>
                    </a:ext>
                  </a:extLst>
                </p:cNvPr>
                <p:cNvSpPr/>
                <p:nvPr/>
              </p:nvSpPr>
              <p:spPr>
                <a:xfrm>
                  <a:off x="9118162" y="5842725"/>
                  <a:ext cx="2592000" cy="396000"/>
                </a:xfrm>
                <a:prstGeom prst="rect">
                  <a:avLst/>
                </a:prstGeom>
                <a:solidFill>
                  <a:srgbClr val="008D2E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12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120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</p:grpSp>
          <p:sp>
            <p:nvSpPr>
              <p:cNvPr id="249" name="正方形/長方形 248">
                <a:extLst>
                  <a:ext uri="{FF2B5EF4-FFF2-40B4-BE49-F238E27FC236}">
                    <ns2:creationId id="{1A45440D-D749-679A-884B-E57B8044DE47}"/>
                  </a:ext>
                </a:extLst>
              </p:cNvPr>
              <p:cNvSpPr/>
              <p:nvPr/>
            </p:nvSpPr>
            <p:spPr>
              <a:xfrm>
                <a:off x="334963" y="5723072"/>
                <a:ext cx="11522075" cy="578996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endParaRPr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A22D5477-19B1-ABB6-465D-C5278D789F01}"/>
                  </a:ext>
                </a:extLst>
              </p:cNvPr>
              <p:cNvSpPr/>
              <p:nvPr/>
            </p:nvSpPr>
            <p:spPr>
              <a:xfrm>
                <a:off x="467537" y="5557981"/>
                <a:ext cx="2275663" cy="284547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" altLang="ja-JP" sz="14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40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96" name="グループ化 395">
              <a:extLst>
                <a:ext uri="{FF2B5EF4-FFF2-40B4-BE49-F238E27FC236}">
                  <ns2:creationId id="{3448C4D8-5B91-0F35-2C50-6B3ADF3873C1}"/>
                </a:ext>
              </a:extLst>
            </p:cNvPr>
            <p:cNvGrpSpPr/>
            <p:nvPr/>
          </p:nvGrpSpPr>
          <p:grpSpPr>
            <a:xfrm>
              <a:off x="1667113" y="1633114"/>
              <a:ext cx="3031556" cy="3632027"/>
              <a:chOff x="1654236" y="1633114"/>
              <a:chExt cx="3031556" cy="3632027"/>
            </a:xfrm>
          </p:grpSpPr>
          <p:sp>
            <p:nvSpPr>
              <p:cNvPr id="164" name="ホームベース 51">
                <a:extLst>
                  <a:ext uri="{FF2B5EF4-FFF2-40B4-BE49-F238E27FC236}">
                    <ns2:creationId id="{7FF3462D-2DB5-AB92-7095-62893745333A}"/>
                  </a:ext>
                </a:extLst>
              </p:cNvPr>
              <p:cNvSpPr/>
              <p:nvPr/>
            </p:nvSpPr>
            <p:spPr>
              <a:xfrm>
                <a:off x="1661792" y="1633114"/>
                <a:ext cx="3024000" cy="324000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latin typeface="+mn-ea"/>
                  </a:rPr>
                  <a:t>XX</a:t>
                </a:r>
                <a:r>
                  <a:rPr lang="en-US" altLang="ja-JP" sz="1600" dirty="0">
                    <a:latin typeface="+mn-ea"/>
                  </a:rPr>
                  <a:t> (</a:t>
                </a:r>
                <a:r>
                  <a:rPr kumimoji="1" lang="ja-JP" altLang="en-US" sz="1600">
                    <a:latin typeface="+mn-ea"/>
                  </a:rPr>
                  <a:t>XX</a:t>
                </a:r>
                <a:r>
                  <a:rPr kumimoji="1" lang="en-US" altLang="ja-JP" sz="1600" dirty="0">
                    <a:latin typeface="+mn-ea"/>
                  </a:rPr>
                  <a:t>)</a:t>
                </a:r>
                <a:endParaRPr kumimoji="1" lang="ja-JP" altLang="en-US" sz="1600">
                  <a:latin typeface="+mn-ea"/>
                </a:endParaRPr>
              </a:p>
            </p:txBody>
          </p:sp>
          <p:sp>
            <p:nvSpPr>
              <p:cNvPr id="316" name="角丸四角形 315">
                <a:extLst>
                  <a:ext uri="{FF2B5EF4-FFF2-40B4-BE49-F238E27FC236}">
                    <ns2:creationId id="{7545C496-A1DC-EAC6-0547-74DAE4F499CA}"/>
                  </a:ext>
                </a:extLst>
              </p:cNvPr>
              <p:cNvSpPr/>
              <p:nvPr/>
            </p:nvSpPr>
            <p:spPr>
              <a:xfrm>
                <a:off x="1654236" y="2205786"/>
                <a:ext cx="1080000" cy="624091"/>
              </a:xfrm>
              <a:prstGeom prst="roundRect">
                <a:avLst>
                  <a:gd name="adj" fmla="val 7413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ja-JP" altLang="en-US" sz="1100" b="1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7" name="正方形/長方形 316">
                <a:extLst>
                  <a:ext uri="{FF2B5EF4-FFF2-40B4-BE49-F238E27FC236}">
                    <ns2:creationId id="{EE7F9BC5-9821-828E-2A18-4116A635BBDE}"/>
                  </a:ext>
                </a:extLst>
              </p:cNvPr>
              <p:cNvSpPr/>
              <p:nvPr/>
            </p:nvSpPr>
            <p:spPr>
              <a:xfrm>
                <a:off x="2813794" y="2205786"/>
                <a:ext cx="1775745" cy="624091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105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rgbClr val="C00000"/>
                    </a:solidFill>
                    <a:latin typeface="+mn-ea"/>
                  </a:rPr>
                </a:br>
                <a:r>
                  <a:rPr lang="ja-JP" altLang="en-US" sz="105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9" name="角丸四角形 318">
                <a:extLst>
                  <a:ext uri="{FF2B5EF4-FFF2-40B4-BE49-F238E27FC236}">
                    <ns2:creationId id="{197688F2-1441-062F-2534-51E2FA1C29A2}"/>
                  </a:ext>
                </a:extLst>
              </p:cNvPr>
              <p:cNvSpPr/>
              <p:nvPr/>
            </p:nvSpPr>
            <p:spPr>
              <a:xfrm>
                <a:off x="1661792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0" name="正方形/長方形 319">
                <a:extLst>
                  <a:ext uri="{FF2B5EF4-FFF2-40B4-BE49-F238E27FC236}">
                    <ns2:creationId id="{B0FFE1A0-D58A-123C-6DC8-13266797305F}"/>
                  </a:ext>
                </a:extLst>
              </p:cNvPr>
              <p:cNvSpPr/>
              <p:nvPr/>
            </p:nvSpPr>
            <p:spPr>
              <a:xfrm>
                <a:off x="1661792" y="4563463"/>
                <a:ext cx="2927747" cy="175381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1" name="正方形/長方形 320">
                <a:extLst>
                  <a:ext uri="{FF2B5EF4-FFF2-40B4-BE49-F238E27FC236}">
                    <ns2:creationId id="{531CCFCF-FC78-55DC-3CF7-F3EC8367A26C}"/>
                  </a:ext>
                </a:extLst>
              </p:cNvPr>
              <p:cNvSpPr/>
              <p:nvPr/>
            </p:nvSpPr>
            <p:spPr>
              <a:xfrm>
                <a:off x="1661792" y="4748152"/>
                <a:ext cx="2927747" cy="30968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4" name="角丸四角形 323">
                <a:extLst>
                  <a:ext uri="{FF2B5EF4-FFF2-40B4-BE49-F238E27FC236}">
                    <ns2:creationId id="{F9290D64-11A1-8C8B-81F6-4CA5AFF6DC19}"/>
                  </a:ext>
                </a:extLst>
              </p:cNvPr>
              <p:cNvSpPr/>
              <p:nvPr/>
            </p:nvSpPr>
            <p:spPr>
              <a:xfrm>
                <a:off x="2089750" y="4325064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5" name="角丸四角形 324">
                <a:extLst>
                  <a:ext uri="{FF2B5EF4-FFF2-40B4-BE49-F238E27FC236}">
                    <ns2:creationId id="{BAEA7027-08B3-437D-EAAD-12B022AFA7E5}"/>
                  </a:ext>
                </a:extLst>
              </p:cNvPr>
              <p:cNvSpPr/>
              <p:nvPr/>
            </p:nvSpPr>
            <p:spPr>
              <a:xfrm>
                <a:off x="2517708" y="4325064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6" name="角丸四角形 325">
                <a:extLst>
                  <a:ext uri="{FF2B5EF4-FFF2-40B4-BE49-F238E27FC236}">
                    <ns2:creationId id="{3388228F-2BF2-EA1A-1BA7-AC0D68283AC3}"/>
                  </a:ext>
                </a:extLst>
              </p:cNvPr>
              <p:cNvSpPr/>
              <p:nvPr/>
            </p:nvSpPr>
            <p:spPr>
              <a:xfrm>
                <a:off x="2945666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7" name="角丸四角形 326">
                <a:extLst>
                  <a:ext uri="{FF2B5EF4-FFF2-40B4-BE49-F238E27FC236}">
                    <ns2:creationId id="{40A093C2-0085-2020-F923-A41CD8977241}"/>
                  </a:ext>
                </a:extLst>
              </p:cNvPr>
              <p:cNvSpPr/>
              <p:nvPr/>
            </p:nvSpPr>
            <p:spPr>
              <a:xfrm>
                <a:off x="3373623" y="4325064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8" name="角丸四角形 327">
                <a:extLst>
                  <a:ext uri="{FF2B5EF4-FFF2-40B4-BE49-F238E27FC236}">
                    <ns2:creationId id="{359C334F-1CCE-C411-B600-8DD841ACDEEF}"/>
                  </a:ext>
                </a:extLst>
              </p:cNvPr>
              <p:cNvSpPr/>
              <p:nvPr/>
            </p:nvSpPr>
            <p:spPr>
              <a:xfrm>
                <a:off x="3801581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bg1">
                        <a:lumMod val="65000"/>
                      </a:schemeClr>
                    </a:solidFill>
                    <a:latin typeface="+mn-ea"/>
                  </a:rPr>
                  <a:t>XX</a:t>
                </a:r>
                <a:endParaRPr lang="ja-JP" altLang="en-US" sz="600" dirty="0">
                  <a:solidFill>
                    <a:schemeClr val="bg1">
                      <a:lumMod val="6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29" name="角丸四角形 328">
                <a:extLst>
                  <a:ext uri="{FF2B5EF4-FFF2-40B4-BE49-F238E27FC236}">
                    <ns2:creationId id="{7DB0ECAF-977E-A581-FA02-43C611CA9494}"/>
                  </a:ext>
                </a:extLst>
              </p:cNvPr>
              <p:cNvSpPr/>
              <p:nvPr/>
            </p:nvSpPr>
            <p:spPr>
              <a:xfrm>
                <a:off x="4229539" y="4325065"/>
                <a:ext cx="360000" cy="229091"/>
              </a:xfrm>
              <a:prstGeom prst="roundRect">
                <a:avLst>
                  <a:gd name="adj" fmla="val 8476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en-US" altLang="ja-JP" sz="900" dirty="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0" name="角丸四角形 329">
                <a:extLst>
                  <a:ext uri="{FF2B5EF4-FFF2-40B4-BE49-F238E27FC236}">
                    <ns2:creationId id="{70ECD0C7-F6A5-715E-D583-3C04E14EF79E}"/>
                  </a:ext>
                </a:extLst>
              </p:cNvPr>
              <p:cNvSpPr/>
              <p:nvPr/>
            </p:nvSpPr>
            <p:spPr>
              <a:xfrm>
                <a:off x="1661792" y="5067150"/>
                <a:ext cx="2927747" cy="197991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12</a:t>
                </a:r>
                <a:r>
                  <a:rPr lang="en" altLang="ja-JP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" sz="850" b="1" dirty="0">
                    <a:solidFill>
                      <a:schemeClr val="tx1"/>
                    </a:solidFill>
                    <a:latin typeface="+mn-ea"/>
                  </a:rPr>
                  <a:t>・</a:t>
                </a: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50" b="1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50" b="1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85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31" name="角丸四角形 330">
                <a:extLst>
                  <a:ext uri="{FF2B5EF4-FFF2-40B4-BE49-F238E27FC236}">
                    <ns2:creationId id="{F29D47F8-CCD9-1147-19CE-3CE41C3C09E3}"/>
                  </a:ext>
                </a:extLst>
              </p:cNvPr>
              <p:cNvSpPr/>
              <p:nvPr/>
            </p:nvSpPr>
            <p:spPr>
              <a:xfrm>
                <a:off x="2194237" y="4016864"/>
                <a:ext cx="2395304" cy="180000"/>
              </a:xfrm>
              <a:prstGeom prst="round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336" name="直線矢印コネクタ 335">
                <a:extLst>
                  <a:ext uri="{FF2B5EF4-FFF2-40B4-BE49-F238E27FC236}">
                    <ns2:creationId id="{968E33CA-624F-8CA2-498B-57155AD45C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2806" y="2829877"/>
                <a:ext cx="0" cy="1477185"/>
              </a:xfrm>
              <a:prstGeom prst="straightConnector1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8" name="角丸四角形 317">
                <a:extLst>
                  <a:ext uri="{FF2B5EF4-FFF2-40B4-BE49-F238E27FC236}">
                    <ns2:creationId id="{D3BC7288-73C3-A86C-3080-6689F8D0E66F}"/>
                  </a:ext>
                </a:extLst>
              </p:cNvPr>
              <p:cNvSpPr/>
              <p:nvPr/>
            </p:nvSpPr>
            <p:spPr>
              <a:xfrm>
                <a:off x="1661792" y="3288485"/>
                <a:ext cx="2927747" cy="684000"/>
              </a:xfrm>
              <a:prstGeom prst="roundRect">
                <a:avLst>
                  <a:gd name="adj" fmla="val 6165"/>
                </a:avLst>
              </a:prstGeom>
              <a:solidFill>
                <a:srgbClr val="F9E5E5"/>
              </a:solidFill>
              <a:ln w="9525">
                <a:noFill/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11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rgbClr val="C00000"/>
                    </a:solidFill>
                    <a:latin typeface="+mn-ea"/>
                  </a:rPr>
                  <a:t> (</a:t>
                </a:r>
                <a:r>
                  <a:rPr lang="ja-JP" altLang="en-US" sz="1100" b="1" dirty="0">
                    <a:solidFill>
                      <a:srgbClr val="C00000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rgbClr val="C00000"/>
                    </a:solidFill>
                    <a:latin typeface="+mn-ea"/>
                  </a:rPr>
                  <a:t>)</a:t>
                </a:r>
                <a:endParaRPr lang="ja-JP" altLang="en-US" sz="1100" b="1" dirty="0">
                  <a:solidFill>
                    <a:srgbClr val="C00000"/>
                  </a:solidFill>
                  <a:latin typeface="+mn-ea"/>
                </a:endParaRPr>
              </a:p>
              <a:p>
                <a:pPr marL="95250" lvl="0">
                  <a:buClr>
                    <a:schemeClr val="accent5"/>
                  </a:buClr>
                  <a:defRPr/>
                </a:pP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95" name="グループ化 394">
              <a:extLst>
                <a:ext uri="{FF2B5EF4-FFF2-40B4-BE49-F238E27FC236}">
                  <ns2:creationId id="{E99EBFE5-CA9A-1F8D-C71E-8B7A43EEA865}"/>
                </a:ext>
              </a:extLst>
            </p:cNvPr>
            <p:cNvGrpSpPr/>
            <p:nvPr/>
          </p:nvGrpSpPr>
          <p:grpSpPr>
            <a:xfrm>
              <a:off x="4784046" y="1633880"/>
              <a:ext cx="3024001" cy="3631261"/>
              <a:chOff x="4756386" y="1633880"/>
              <a:chExt cx="3024001" cy="3631261"/>
            </a:xfrm>
          </p:grpSpPr>
          <p:sp>
            <p:nvSpPr>
              <p:cNvPr id="165" name="山形 52">
                <a:extLst>
                  <a:ext uri="{FF2B5EF4-FFF2-40B4-BE49-F238E27FC236}">
                    <ns2:creationId id="{FE381332-B9D3-D415-6314-7229695E48BA}"/>
                  </a:ext>
                </a:extLst>
              </p:cNvPr>
              <p:cNvSpPr/>
              <p:nvPr/>
            </p:nvSpPr>
            <p:spPr>
              <a:xfrm>
                <a:off x="4756387" y="1633880"/>
                <a:ext cx="3024000" cy="324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6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600" dirty="0">
                    <a:solidFill>
                      <a:schemeClr val="bg1"/>
                    </a:solidFill>
                    <a:latin typeface="+mn-ea"/>
                  </a:rPr>
                  <a:t> (</a:t>
                </a:r>
                <a:r>
                  <a:rPr kumimoji="1" lang="ja-JP" altLang="en-US" sz="16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en-US" altLang="ja-JP" sz="160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kumimoji="1" lang="ja-JP" altLang="en-US" sz="16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364" name="角丸四角形 363">
                <a:extLst>
                  <a:ext uri="{FF2B5EF4-FFF2-40B4-BE49-F238E27FC236}">
                    <ns2:creationId id="{745B950D-1179-431D-9B8D-BFEA2327A201}"/>
                  </a:ext>
                </a:extLst>
              </p:cNvPr>
              <p:cNvSpPr/>
              <p:nvPr/>
            </p:nvSpPr>
            <p:spPr>
              <a:xfrm>
                <a:off x="4756387" y="2205786"/>
                <a:ext cx="2937954" cy="624091"/>
              </a:xfrm>
              <a:prstGeom prst="roundRect">
                <a:avLst>
                  <a:gd name="adj" fmla="val 7413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ja-JP" altLang="en-US" sz="1100" b="1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chemeClr val="accent5"/>
                    </a:solidFill>
                    <a:latin typeface="+mn-ea"/>
                  </a:rPr>
                  <a:t> (</a:t>
                </a:r>
                <a:r>
                  <a:rPr lang="ja-JP" altLang="en-US" sz="1100" b="1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b="1" dirty="0">
                    <a:solidFill>
                      <a:schemeClr val="accent5"/>
                    </a:solidFill>
                    <a:latin typeface="+mn-ea"/>
                  </a:rPr>
                  <a:t>)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9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65" name="角丸四角形 364">
                <a:extLst>
                  <a:ext uri="{FF2B5EF4-FFF2-40B4-BE49-F238E27FC236}">
                    <ns2:creationId id="{2FE0637D-B857-D4A1-C612-7CEE023FC271}"/>
                  </a:ext>
                </a:extLst>
              </p:cNvPr>
              <p:cNvSpPr/>
              <p:nvPr/>
            </p:nvSpPr>
            <p:spPr>
              <a:xfrm>
                <a:off x="4756387" y="3288486"/>
                <a:ext cx="2937954" cy="683999"/>
              </a:xfrm>
              <a:prstGeom prst="roundRect">
                <a:avLst>
                  <a:gd name="adj" fmla="val 7413"/>
                </a:avLst>
              </a:prstGeom>
              <a:solidFill>
                <a:srgbClr val="008D2E"/>
              </a:solidFill>
              <a:ln w="9525">
                <a:solidFill>
                  <a:srgbClr val="008D2E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21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" altLang="ja-JP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 (</a:t>
                </a:r>
                <a:r>
                  <a:rPr lang="en" altLang="ja-JP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" altLang="ja-JP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※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" altLang="ja-JP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300"/>
                  </a:spcAft>
                  <a:buClr>
                    <a:schemeClr val="accent5"/>
                  </a:buClr>
                  <a:defRPr/>
                </a:pPr>
                <a:endParaRPr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cxnSp>
            <p:nvCxnSpPr>
              <p:cNvPr id="367" name="直線コネクタ 366">
                <a:extLst>
                  <a:ext uri="{FF2B5EF4-FFF2-40B4-BE49-F238E27FC236}">
                    <ns2:creationId id="{5A083885-89CF-D908-D22A-95BC1DA946EF}"/>
                  </a:ext>
                </a:extLst>
              </p:cNvPr>
              <p:cNvCxnSpPr/>
              <p:nvPr/>
            </p:nvCxnSpPr>
            <p:spPr>
              <a:xfrm>
                <a:off x="5142016" y="2847879"/>
                <a:ext cx="0" cy="440606"/>
              </a:xfrm>
              <a:prstGeom prst="line">
                <a:avLst/>
              </a:prstGeom>
              <a:ln w="9525">
                <a:solidFill>
                  <a:srgbClr val="008D2E"/>
                </a:solidFill>
                <a:prstDash val="sysDot"/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9" name="角丸四角形 368">
                <a:extLst>
                  <a:ext uri="{FF2B5EF4-FFF2-40B4-BE49-F238E27FC236}">
                    <ns2:creationId id="{3AB612B0-5126-18FA-284B-71CC952212FE}"/>
                  </a:ext>
                </a:extLst>
              </p:cNvPr>
              <p:cNvSpPr/>
              <p:nvPr/>
            </p:nvSpPr>
            <p:spPr>
              <a:xfrm>
                <a:off x="5164231" y="2917222"/>
                <a:ext cx="2395304" cy="180000"/>
              </a:xfrm>
              <a:prstGeom prst="round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70" name="角丸四角形 369">
                <a:extLst>
                  <a:ext uri="{FF2B5EF4-FFF2-40B4-BE49-F238E27FC236}">
                    <ns2:creationId id="{7270579B-EF3A-A2C5-853E-BA1CB8660447}"/>
                  </a:ext>
                </a:extLst>
              </p:cNvPr>
              <p:cNvSpPr/>
              <p:nvPr/>
            </p:nvSpPr>
            <p:spPr>
              <a:xfrm>
                <a:off x="5164231" y="4020674"/>
                <a:ext cx="2395304" cy="180000"/>
              </a:xfrm>
              <a:prstGeom prst="round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(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endParaRPr lang="ja-JP" altLang="en-US" sz="9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  <p:cxnSp>
            <p:nvCxnSpPr>
              <p:cNvPr id="371" name="直線コネクタ 370">
                <a:extLst>
                  <a:ext uri="{FF2B5EF4-FFF2-40B4-BE49-F238E27FC236}">
                    <ns2:creationId id="{023FFB57-477D-3E05-CBF0-A00A71C091E0}"/>
                  </a:ext>
                </a:extLst>
              </p:cNvPr>
              <p:cNvCxnSpPr/>
              <p:nvPr/>
            </p:nvCxnSpPr>
            <p:spPr>
              <a:xfrm>
                <a:off x="5142016" y="3972484"/>
                <a:ext cx="0" cy="324000"/>
              </a:xfrm>
              <a:prstGeom prst="line">
                <a:avLst/>
              </a:prstGeom>
              <a:ln w="9525">
                <a:solidFill>
                  <a:srgbClr val="008D2E"/>
                </a:solidFill>
                <a:prstDash val="sysDot"/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3" name="角丸四角形 372">
                <a:extLst>
                  <a:ext uri="{FF2B5EF4-FFF2-40B4-BE49-F238E27FC236}">
                    <ns2:creationId id="{8D0566D7-7B14-418D-FE9C-8415912B6C63}"/>
                  </a:ext>
                </a:extLst>
              </p:cNvPr>
              <p:cNvSpPr/>
              <p:nvPr/>
            </p:nvSpPr>
            <p:spPr>
              <a:xfrm>
                <a:off x="6673312" y="4325064"/>
                <a:ext cx="1007320" cy="542349"/>
              </a:xfrm>
              <a:prstGeom prst="roundRect">
                <a:avLst>
                  <a:gd name="adj" fmla="val 8476"/>
                </a:avLst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800" b="1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XX</a:t>
                </a:r>
              </a:p>
              <a:p>
                <a:pPr lvl="0">
                  <a:buClr>
                    <a:schemeClr val="accent5"/>
                  </a:buClr>
                  <a:defRPr/>
                </a:pPr>
                <a:r>
                  <a:rPr lang="ja-JP" altLang="en-US" sz="80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 (</a:t>
                </a:r>
                <a:r>
                  <a:rPr lang="ja-JP" altLang="en-US" sz="80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rPr>
                  <a:t>)</a:t>
                </a:r>
                <a:endParaRPr lang="ja-JP" altLang="en-US" sz="50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grpSp>
            <p:nvGrpSpPr>
              <p:cNvPr id="379" name="グループ化 378">
                <a:extLst>
                  <a:ext uri="{FF2B5EF4-FFF2-40B4-BE49-F238E27FC236}">
                    <ns2:creationId id="{2DADD8F1-17FF-9502-C882-FA7B6F1DA37D}"/>
                  </a:ext>
                </a:extLst>
              </p:cNvPr>
              <p:cNvGrpSpPr/>
              <p:nvPr/>
            </p:nvGrpSpPr>
            <p:grpSpPr>
              <a:xfrm>
                <a:off x="4756386" y="4325064"/>
                <a:ext cx="1872000" cy="542349"/>
                <a:chOff x="4756386" y="4325065"/>
                <a:chExt cx="1872000" cy="542349"/>
              </a:xfrm>
            </p:grpSpPr>
            <p:sp>
              <p:nvSpPr>
                <p:cNvPr id="372" name="角丸四角形 371">
                  <a:extLst>
                    <a:ext uri="{FF2B5EF4-FFF2-40B4-BE49-F238E27FC236}">
                      <ns2:creationId id="{F0EA95F3-7B1E-0EDF-1D81-973B74631228}"/>
                    </a:ext>
                  </a:extLst>
                </p:cNvPr>
                <p:cNvSpPr/>
                <p:nvPr/>
              </p:nvSpPr>
              <p:spPr>
                <a:xfrm>
                  <a:off x="4756386" y="4325065"/>
                  <a:ext cx="1872000" cy="542349"/>
                </a:xfrm>
                <a:prstGeom prst="roundRect">
                  <a:avLst>
                    <a:gd name="adj" fmla="val 8476"/>
                  </a:avLst>
                </a:prstGeom>
                <a:solidFill>
                  <a:schemeClr val="bg1">
                    <a:lumMod val="95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buClr>
                      <a:schemeClr val="accent5"/>
                    </a:buClr>
                    <a:defRPr/>
                  </a:pPr>
                  <a:r>
                    <a:rPr lang="en-US" altLang="ja-JP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r>
                    <a:rPr lang="ja-JP" altLang="en-US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365</a:t>
                  </a:r>
                  <a:r>
                    <a:rPr lang="ja-JP" altLang="en-US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XX</a:t>
                  </a:r>
                  <a:r>
                    <a:rPr lang="en-US" altLang="ja-JP" sz="900" b="1" dirty="0">
                      <a:solidFill>
                        <a:schemeClr val="bg1">
                          <a:lumMod val="50000"/>
                        </a:schemeClr>
                      </a:solidFill>
                      <a:latin typeface="+mn-ea"/>
                    </a:rPr>
                    <a:t>)</a:t>
                  </a:r>
                  <a:endParaRPr lang="ja-JP" altLang="en-US" sz="900" b="1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</a:endParaRPr>
                </a:p>
              </p:txBody>
            </p:sp>
            <p:grpSp>
              <p:nvGrpSpPr>
                <p:cNvPr id="378" name="グループ化 377">
                  <a:extLst>
                    <a:ext uri="{FF2B5EF4-FFF2-40B4-BE49-F238E27FC236}">
                      <ns2:creationId id="{D754E4B8-70BB-92F6-53A4-B5A9DC03227F}"/>
                    </a:ext>
                  </a:extLst>
                </p:cNvPr>
                <p:cNvGrpSpPr/>
                <p:nvPr/>
              </p:nvGrpSpPr>
              <p:grpSpPr>
                <a:xfrm>
                  <a:off x="4792850" y="4538591"/>
                  <a:ext cx="1799071" cy="288000"/>
                  <a:chOff x="4788276" y="4538591"/>
                  <a:chExt cx="1799071" cy="288000"/>
                </a:xfrm>
              </p:grpSpPr>
              <p:sp>
                <p:nvSpPr>
                  <p:cNvPr id="374" name="角丸四角形 373">
                    <a:extLst>
                      <a:ext uri="{FF2B5EF4-FFF2-40B4-BE49-F238E27FC236}">
                        <ns2:creationId id="{D2F9DE10-3817-A9F5-0417-DCB791313972}"/>
                      </a:ext>
                    </a:extLst>
                  </p:cNvPr>
                  <p:cNvSpPr/>
                  <p:nvPr/>
                </p:nvSpPr>
                <p:spPr>
                  <a:xfrm>
                    <a:off x="4788276" y="4538591"/>
                    <a:ext cx="576000" cy="288000"/>
                  </a:xfrm>
                  <a:prstGeom prst="roundRect">
                    <a:avLst>
                      <a:gd name="adj" fmla="val 8476"/>
                    </a:avLst>
                  </a:prstGeom>
                  <a:solidFill>
                    <a:schemeClr val="bg1"/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en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  <a:r>
                      <a:rPr lang="en-US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 : </a:t>
                    </a:r>
                  </a:p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ja-JP" altLang="en-US" sz="7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375" name="角丸四角形 374">
                    <a:extLst>
                      <a:ext uri="{FF2B5EF4-FFF2-40B4-BE49-F238E27FC236}">
                        <ns2:creationId id="{7FF9FBB5-1700-490E-65DE-E8CD0776F14C}"/>
                      </a:ext>
                    </a:extLst>
                  </p:cNvPr>
                  <p:cNvSpPr/>
                  <p:nvPr/>
                </p:nvSpPr>
                <p:spPr>
                  <a:xfrm>
                    <a:off x="5399812" y="4538591"/>
                    <a:ext cx="576000" cy="288000"/>
                  </a:xfrm>
                  <a:prstGeom prst="roundRect">
                    <a:avLst>
                      <a:gd name="adj" fmla="val 8476"/>
                    </a:avLst>
                  </a:prstGeom>
                  <a:solidFill>
                    <a:schemeClr val="bg1"/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en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  <a:r>
                      <a:rPr lang="en-US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 : </a:t>
                    </a:r>
                  </a:p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ja-JP" altLang="en-US" sz="70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376" name="角丸四角形 375">
                    <a:extLst>
                      <a:ext uri="{FF2B5EF4-FFF2-40B4-BE49-F238E27FC236}">
                        <ns2:creationId id="{FE1AF70C-1807-6617-4F71-8E9A0AF2004C}"/>
                      </a:ext>
                    </a:extLst>
                  </p:cNvPr>
                  <p:cNvSpPr/>
                  <p:nvPr/>
                </p:nvSpPr>
                <p:spPr>
                  <a:xfrm>
                    <a:off x="6011347" y="4538591"/>
                    <a:ext cx="576000" cy="288000"/>
                  </a:xfrm>
                  <a:prstGeom prst="roundRect">
                    <a:avLst>
                      <a:gd name="adj" fmla="val 8476"/>
                    </a:avLst>
                  </a:prstGeom>
                  <a:solidFill>
                    <a:schemeClr val="bg1"/>
                  </a:solidFill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en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  <a:r>
                      <a:rPr lang="en-US" altLang="ja-JP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 : </a:t>
                    </a:r>
                  </a:p>
                  <a:p>
                    <a:pPr lvl="0">
                      <a:buClr>
                        <a:schemeClr val="accent5"/>
                      </a:buClr>
                      <a:defRPr/>
                    </a:pPr>
                    <a:r>
                      <a:rPr lang="ja-JP" altLang="en-US" sz="7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</a:rPr>
                      <a:t>XX</a:t>
                    </a:r>
                  </a:p>
                </p:txBody>
              </p:sp>
            </p:grpSp>
          </p:grpSp>
          <p:sp>
            <p:nvSpPr>
              <p:cNvPr id="377" name="角丸四角形 376">
                <a:extLst>
                  <a:ext uri="{FF2B5EF4-FFF2-40B4-BE49-F238E27FC236}">
                    <ns2:creationId id="{5745EECB-EACE-24BA-A01E-38803EFEC658}"/>
                  </a:ext>
                </a:extLst>
              </p:cNvPr>
              <p:cNvSpPr/>
              <p:nvPr/>
            </p:nvSpPr>
            <p:spPr>
              <a:xfrm>
                <a:off x="4756387" y="4955452"/>
                <a:ext cx="2937953" cy="309689"/>
              </a:xfrm>
              <a:prstGeom prst="roundRect">
                <a:avLst>
                  <a:gd name="adj" fmla="val 8476"/>
                </a:avLst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chemeClr val="accent5"/>
                  </a:buClr>
                  <a:defRPr/>
                </a:pP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endParaRPr lang="ja-JP" altLang="en-US" sz="900" b="1" dirty="0">
                  <a:solidFill>
                    <a:srgbClr val="008D2E"/>
                  </a:solidFill>
                  <a:latin typeface="+mn-ea"/>
                </a:endParaRPr>
              </a:p>
            </p:txBody>
          </p:sp>
        </p:grpSp>
        <p:grpSp>
          <p:nvGrpSpPr>
            <p:cNvPr id="394" name="グループ化 393">
              <a:extLst>
                <a:ext uri="{FF2B5EF4-FFF2-40B4-BE49-F238E27FC236}">
                  <ns2:creationId id="{0483F560-3C86-683C-5992-57BF6CC6469C}"/>
                </a:ext>
              </a:extLst>
            </p:cNvPr>
            <p:cNvGrpSpPr/>
            <p:nvPr/>
          </p:nvGrpSpPr>
          <p:grpSpPr>
            <a:xfrm>
              <a:off x="7893422" y="1635622"/>
              <a:ext cx="3969026" cy="3629519"/>
              <a:chOff x="7893423" y="1635622"/>
              <a:chExt cx="3969026" cy="3629519"/>
            </a:xfrm>
          </p:grpSpPr>
          <p:cxnSp>
            <p:nvCxnSpPr>
              <p:cNvPr id="231" name="直線コネクタ 230">
                <a:extLst>
                  <a:ext uri="{FF2B5EF4-FFF2-40B4-BE49-F238E27FC236}">
                    <ns2:creationId id="{9F694822-4C3B-DCF1-8712-08312A919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3423" y="1943399"/>
                <a:ext cx="396902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2" name="テキスト ボックス 231">
                <a:extLst>
                  <a:ext uri="{FF2B5EF4-FFF2-40B4-BE49-F238E27FC236}">
                    <ns2:creationId id="{0C4F123C-8520-13A6-36CF-4E929A57F1FF}"/>
                  </a:ext>
                </a:extLst>
              </p:cNvPr>
              <p:cNvSpPr txBox="1"/>
              <p:nvPr/>
            </p:nvSpPr>
            <p:spPr>
              <a:xfrm>
                <a:off x="7893423" y="1635622"/>
                <a:ext cx="3969026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/>
                <a:r>
                  <a:rPr kumimoji="1" lang="ja-JP" altLang="en-US" sz="1400">
                    <a:latin typeface="+mn-ea"/>
                  </a:rPr>
                  <a:t>XX</a:t>
                </a:r>
              </a:p>
            </p:txBody>
          </p:sp>
          <p:sp>
            <p:nvSpPr>
              <p:cNvPr id="235" name="正方形/長方形 234">
                <a:extLst>
                  <a:ext uri="{FF2B5EF4-FFF2-40B4-BE49-F238E27FC236}">
                    <ns2:creationId id="{9590DFAA-30C3-B24D-C74F-E719588EB878}"/>
                  </a:ext>
                </a:extLst>
              </p:cNvPr>
              <p:cNvSpPr/>
              <p:nvPr/>
            </p:nvSpPr>
            <p:spPr>
              <a:xfrm>
                <a:off x="7893423" y="1995832"/>
                <a:ext cx="3969026" cy="1044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300"/>
                  </a:spcAft>
                </a:pP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【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ja-JP" altLang="en" sz="950" dirty="0">
                    <a:solidFill>
                      <a:schemeClr val="tx1"/>
                    </a:solidFill>
                    <a:latin typeface="+mn-ea"/>
                  </a:rPr>
                  <a:t>・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ja-JP" altLang="en" sz="950" dirty="0">
                    <a:solidFill>
                      <a:schemeClr val="tx1"/>
                    </a:solidFill>
                    <a:latin typeface="+mn-ea"/>
                  </a:rPr>
                  <a:t> 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6C677204-AE3E-EC30-0789-2735F7420ECE}"/>
                  </a:ext>
                </a:extLst>
              </p:cNvPr>
              <p:cNvSpPr/>
              <p:nvPr/>
            </p:nvSpPr>
            <p:spPr>
              <a:xfrm>
                <a:off x="7893423" y="3108486"/>
                <a:ext cx="3969026" cy="1044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300"/>
                  </a:spcAft>
                </a:pP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 【</a:t>
                </a:r>
                <a:r>
                  <a:rPr lang="en" altLang="ja-JP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38" name="正方形/長方形 237">
                <a:extLst>
                  <a:ext uri="{FF2B5EF4-FFF2-40B4-BE49-F238E27FC236}">
                    <ns2:creationId id="{26E35508-4B3B-D126-C855-FA4F715C646C}"/>
                  </a:ext>
                </a:extLst>
              </p:cNvPr>
              <p:cNvSpPr/>
              <p:nvPr/>
            </p:nvSpPr>
            <p:spPr>
              <a:xfrm>
                <a:off x="7893423" y="4221140"/>
                <a:ext cx="3969026" cy="1044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>
                  <a:spcAft>
                    <a:spcPts val="300"/>
                  </a:spcAft>
                </a:pP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 【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24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365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:</a:t>
                </a:r>
                <a:b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  <a:p>
                <a:pPr marL="98425" lvl="1" indent="-85725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381" name="グラフィックス 380" descr="山形の矢印 単色塗りつぶし">
                <a:extLst>
                  <a:ext uri="{FF2B5EF4-FFF2-40B4-BE49-F238E27FC236}">
                    <ns2:creationId id="{7BBA5720-4732-6DEE-46EE-C6B3A6D686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1430449" y="4833141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383" name="グラフィックス 382" descr="階層 単色塗りつぶし">
                <a:extLst>
                  <a:ext uri="{FF2B5EF4-FFF2-40B4-BE49-F238E27FC236}">
                    <ns2:creationId id="{D0AB3C76-9EAE-A7FF-9D52-059DEBF77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1430449" y="3720485"/>
                <a:ext cx="432000" cy="432000"/>
              </a:xfrm>
              <a:prstGeom prst="rect">
                <a:avLst/>
              </a:prstGeom>
            </p:spPr>
          </p:pic>
          <p:pic>
            <p:nvPicPr>
              <p:cNvPr id="385" name="グラフィックス 384" descr="ターゲット 単色塗りつぶし">
                <a:extLst>
                  <a:ext uri="{FF2B5EF4-FFF2-40B4-BE49-F238E27FC236}">
                    <ns2:creationId id="{BAAF0BFA-32AD-BD52-5E96-1C0B77BE05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1430449" y="2607832"/>
                <a:ext cx="432000" cy="432000"/>
              </a:xfrm>
              <a:prstGeom prst="rect">
                <a:avLst/>
              </a:prstGeom>
            </p:spPr>
          </p:pic>
        </p:grpSp>
        <p:cxnSp>
          <p:nvCxnSpPr>
            <p:cNvPr id="390" name="直線コネクタ 389">
              <a:extLst>
                <a:ext uri="{FF2B5EF4-FFF2-40B4-BE49-F238E27FC236}">
                  <ns2:creationId id="{46BC8DCE-2237-33C2-14F8-31AA5BDD5D47}"/>
                </a:ext>
              </a:extLst>
            </p:cNvPr>
            <p:cNvCxnSpPr>
              <a:cxnSpLocks/>
            </p:cNvCxnSpPr>
            <p:nvPr/>
          </p:nvCxnSpPr>
          <p:spPr>
            <a:xfrm>
              <a:off x="1661792" y="3074158"/>
              <a:ext cx="603254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線コネクタ 392">
              <a:extLst>
                <a:ext uri="{FF2B5EF4-FFF2-40B4-BE49-F238E27FC236}">
                  <ns2:creationId id="{FC299DD8-3A1F-4222-AB23-9586135AA10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792" y="4186812"/>
              <a:ext cx="6032548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558838678"/>
      </p:ext>
    </p:extLst>
  </p:cSld>
  <p:clrMapOvr>
    <a:masterClrMapping/>
  </p:clrMapOvr>
</p:sld>
</file>

<file path=ppt/slides/slide29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7A8EF0F-3750-766C-90A4-A3D8AEFEC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BC17B0D-E117-1F84-52D2-5900605D4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br>
              <a:rPr kumimoji="1" lang="ja-JP" altLang="en-US"/>
            </a:b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F09A625-6D57-6717-4AD0-E90EE8A2F8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" altLang="ja-JP" sz="1800" dirty="0"/>
              <a:t>PMO</a:t>
            </a:r>
            <a:r>
              <a:rPr kumimoji="1" lang="ja-JP" altLang="en" sz="1800" dirty="0"/>
              <a:t>」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 (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) 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 (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kumimoji="1" lang="ja-JP" altLang="en-US" sz="1800" dirty="0"/>
              <a:t>XX</a:t>
            </a:r>
            <a:br>
              <a:rPr kumimoji="1" lang="en-US" altLang="ja-JP" sz="1800" dirty="0"/>
            </a:br>
            <a:r>
              <a:rPr kumimoji="1" lang="ja-JP" altLang="en-US" sz="1800" dirty="0"/>
              <a:t>XX</a:t>
            </a:r>
          </a:p>
        </p:txBody>
      </p:sp>
      <p:grpSp>
        <p:nvGrpSpPr>
          <p:cNvPr id="112" name="グループ化 111">
            <a:extLst>
              <a:ext uri="{FF2B5EF4-FFF2-40B4-BE49-F238E27FC236}">
                <ns2:creationId id="{3F6A0653-FECB-A6FD-568F-DB67687DB2AC}"/>
              </a:ext>
            </a:extLst>
          </p:cNvPr>
          <p:cNvGrpSpPr/>
          <p:nvPr/>
        </p:nvGrpSpPr>
        <p:grpSpPr>
          <a:xfrm>
            <a:off x="334962" y="1639164"/>
            <a:ext cx="11522075" cy="4666019"/>
            <a:chOff x="334962" y="1639164"/>
            <a:chExt cx="11522075" cy="4666019"/>
          </a:xfrm>
        </p:grpSpPr>
        <p:grpSp>
          <p:nvGrpSpPr>
            <p:cNvPr id="110" name="グループ化 109">
              <a:extLst>
                <a:ext uri="{FF2B5EF4-FFF2-40B4-BE49-F238E27FC236}">
                  <ns2:creationId id="{D622E4CA-648B-043C-E4F1-B73729148F71}"/>
                </a:ext>
              </a:extLst>
            </p:cNvPr>
            <p:cNvGrpSpPr/>
            <p:nvPr/>
          </p:nvGrpSpPr>
          <p:grpSpPr>
            <a:xfrm>
              <a:off x="334962" y="1639164"/>
              <a:ext cx="11522075" cy="2001913"/>
              <a:chOff x="334962" y="1639164"/>
              <a:chExt cx="11522075" cy="2001913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6D053990-FB00-7743-2C34-BCF181DC4420}"/>
                  </a:ext>
                </a:extLst>
              </p:cNvPr>
              <p:cNvSpPr/>
              <p:nvPr/>
            </p:nvSpPr>
            <p:spPr>
              <a:xfrm>
                <a:off x="334962" y="1639164"/>
                <a:ext cx="900000" cy="2001913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ns2:creationId id="{F9EBFF2D-77F9-9543-0CBB-5B48F007063E}"/>
                  </a:ext>
                </a:extLst>
              </p:cNvPr>
              <p:cNvSpPr/>
              <p:nvPr/>
            </p:nvSpPr>
            <p:spPr>
              <a:xfrm>
                <a:off x="1301175" y="1639166"/>
                <a:ext cx="10555861" cy="191607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3</a:t>
                </a:r>
                <a:r>
                  <a:rPr kumimoji="1" lang="ja-JP" altLang="en-US" sz="12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9" name="直線コネクタ 8">
                <a:extLst>
                  <a:ext uri="{FF2B5EF4-FFF2-40B4-BE49-F238E27FC236}">
                    <ns2:creationId id="{B25A871A-D079-EFB8-9157-03DC9A37BD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2021404"/>
                <a:ext cx="120289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テキスト ボックス 9">
                <a:extLst>
                  <a:ext uri="{FF2B5EF4-FFF2-40B4-BE49-F238E27FC236}">
                    <ns2:creationId id="{388626AE-4334-7C4C-1AF0-4FAA70667E7C}"/>
                  </a:ext>
                </a:extLst>
              </p:cNvPr>
              <p:cNvSpPr txBox="1"/>
              <p:nvPr/>
            </p:nvSpPr>
            <p:spPr>
              <a:xfrm>
                <a:off x="2576398" y="1841404"/>
                <a:ext cx="1202891" cy="180000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cxnSp>
            <p:nvCxnSpPr>
              <p:cNvPr id="16" name="直線コネクタ 15">
                <a:extLst>
                  <a:ext uri="{FF2B5EF4-FFF2-40B4-BE49-F238E27FC236}">
                    <ns2:creationId id="{E0F66F44-DA35-0830-FF62-861A432E5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61125" y="2021404"/>
                <a:ext cx="439959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テキスト ボックス 16">
                <a:extLst>
                  <a:ext uri="{FF2B5EF4-FFF2-40B4-BE49-F238E27FC236}">
                    <ns2:creationId id="{A7485C72-C5EF-9DFA-1E2F-F2CB866B9EF3}"/>
                  </a:ext>
                </a:extLst>
              </p:cNvPr>
              <p:cNvSpPr txBox="1"/>
              <p:nvPr/>
            </p:nvSpPr>
            <p:spPr>
              <a:xfrm>
                <a:off x="3861125" y="1841405"/>
                <a:ext cx="4399592" cy="180000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46220B0C-951B-B122-AA0B-C6464DD6E7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0876" y="2021404"/>
                <a:ext cx="3526161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ns2:creationId id="{639EDF86-7A15-DF66-10A5-0E2EE62C51A5}"/>
                  </a:ext>
                </a:extLst>
              </p:cNvPr>
              <p:cNvSpPr txBox="1"/>
              <p:nvPr/>
            </p:nvSpPr>
            <p:spPr>
              <a:xfrm>
                <a:off x="8330876" y="1841405"/>
                <a:ext cx="3526161" cy="180000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ns2:creationId id="{087D62FB-2A61-37E1-2966-D0379C01EFF5}"/>
                  </a:ext>
                </a:extLst>
              </p:cNvPr>
              <p:cNvSpPr txBox="1"/>
              <p:nvPr/>
            </p:nvSpPr>
            <p:spPr>
              <a:xfrm>
                <a:off x="1301175" y="2075074"/>
                <a:ext cx="1202891" cy="3693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en-US" altLang="ja-JP" sz="1000" dirty="0">
                    <a:latin typeface="+mn-ea"/>
                  </a:rPr>
                  <a:t>(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  <a:endParaRPr kumimoji="1" lang="ja-JP" altLang="en-US" sz="1000">
                  <a:latin typeface="+mn-ea"/>
                </a:endParaRP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ns2:creationId id="{7B4927E9-8F62-927D-25C7-83FBD315E37A}"/>
                  </a:ext>
                </a:extLst>
              </p:cNvPr>
              <p:cNvSpPr txBox="1"/>
              <p:nvPr/>
            </p:nvSpPr>
            <p:spPr>
              <a:xfrm>
                <a:off x="1301175" y="2498076"/>
                <a:ext cx="1202891" cy="3693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" altLang="ja-JP" sz="1000" dirty="0">
                    <a:latin typeface="+mn-ea"/>
                  </a:rPr>
                  <a:t>PMO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ns2:creationId id="{6304169A-E1BE-4A6E-C1AD-23328FC1116C}"/>
                  </a:ext>
                </a:extLst>
              </p:cNvPr>
              <p:cNvSpPr txBox="1"/>
              <p:nvPr/>
            </p:nvSpPr>
            <p:spPr>
              <a:xfrm>
                <a:off x="3861125" y="2075073"/>
                <a:ext cx="4399592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、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25" name="テキスト ボックス 24">
                <a:extLst>
                  <a:ext uri="{FF2B5EF4-FFF2-40B4-BE49-F238E27FC236}">
                    <ns2:creationId id="{A299F6D3-56BD-D417-3463-168268A3BE90}"/>
                  </a:ext>
                </a:extLst>
              </p:cNvPr>
              <p:cNvSpPr txBox="1"/>
              <p:nvPr/>
            </p:nvSpPr>
            <p:spPr>
              <a:xfrm>
                <a:off x="8330876" y="2075073"/>
                <a:ext cx="3526161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5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ns2:creationId id="{2ABA7F0E-57BE-7933-AA7D-0319E1013DE6}"/>
                  </a:ext>
                </a:extLst>
              </p:cNvPr>
              <p:cNvSpPr txBox="1"/>
              <p:nvPr/>
            </p:nvSpPr>
            <p:spPr>
              <a:xfrm>
                <a:off x="3861124" y="2498075"/>
                <a:ext cx="4399593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、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(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  <a:endParaRPr kumimoji="1" lang="ja-JP" altLang="en-US" sz="1000" dirty="0">
                  <a:latin typeface="+mn-ea"/>
                </a:endParaRP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ns2:creationId id="{BC12F724-DD13-9F19-845F-9F1D0DA3403D}"/>
                  </a:ext>
                </a:extLst>
              </p:cNvPr>
              <p:cNvSpPr txBox="1"/>
              <p:nvPr/>
            </p:nvSpPr>
            <p:spPr>
              <a:xfrm>
                <a:off x="8330875" y="2498075"/>
                <a:ext cx="3526161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ns2:creationId id="{A46DA8EA-31F1-23DB-63D3-7E07583E7C1A}"/>
                  </a:ext>
                </a:extLst>
              </p:cNvPr>
              <p:cNvSpPr txBox="1"/>
              <p:nvPr/>
            </p:nvSpPr>
            <p:spPr>
              <a:xfrm>
                <a:off x="2576398" y="2498075"/>
                <a:ext cx="1202891" cy="369332"/>
              </a:xfrm>
              <a:prstGeom prst="rect">
                <a:avLst/>
              </a:prstGeom>
              <a:noFill/>
            </p:spPr>
            <p:txBody>
              <a:bodyPr wrap="square" lIns="36000" tIns="36000" r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en" altLang="ja-JP" sz="1000" dirty="0">
                  <a:latin typeface="+mn-ea"/>
                </a:endParaRPr>
              </a:p>
            </p:txBody>
          </p:sp>
          <p:grpSp>
            <p:nvGrpSpPr>
              <p:cNvPr id="93" name="グループ化 92">
                <a:extLst>
                  <a:ext uri="{FF2B5EF4-FFF2-40B4-BE49-F238E27FC236}">
                    <ns2:creationId id="{6A9900CC-5A6C-B205-B79C-B9BFACEFF5CA}"/>
                  </a:ext>
                </a:extLst>
              </p:cNvPr>
              <p:cNvGrpSpPr/>
              <p:nvPr/>
            </p:nvGrpSpPr>
            <p:grpSpPr>
              <a:xfrm>
                <a:off x="1301175" y="2921077"/>
                <a:ext cx="10555861" cy="720000"/>
                <a:chOff x="1301175" y="2889248"/>
                <a:chExt cx="10555861" cy="720000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ns2:creationId id="{95A7DD05-994F-7062-E046-3F8799C050F8}"/>
                    </a:ext>
                  </a:extLst>
                </p:cNvPr>
                <p:cNvSpPr txBox="1"/>
                <p:nvPr/>
              </p:nvSpPr>
              <p:spPr>
                <a:xfrm>
                  <a:off x="1301175" y="2889248"/>
                  <a:ext cx="10555861" cy="7200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square" lIns="108000" tIns="36000" rIns="36000" bIns="36000" rtlCol="0" anchor="t">
                  <a:noAutofit/>
                </a:bodyPr>
                <a:lstStyle/>
                <a:p>
                  <a:r>
                    <a:rPr kumimoji="1" lang="ja-JP" altLang="en-US" sz="1050">
                      <a:latin typeface="+mn-ea"/>
                    </a:rPr>
                    <a:t>XX</a:t>
                  </a:r>
                  <a:r>
                    <a:rPr lang="en-US" altLang="ja-JP" sz="1050" dirty="0">
                      <a:latin typeface="+mn-ea"/>
                    </a:rPr>
                    <a:t> (</a:t>
                  </a:r>
                  <a:r>
                    <a:rPr kumimoji="1" lang="ja-JP" altLang="en-US" sz="1050">
                      <a:latin typeface="+mn-ea"/>
                    </a:rPr>
                    <a:t>XX</a:t>
                  </a:r>
                  <a:r>
                    <a:rPr kumimoji="1" lang="en-US" altLang="ja-JP" sz="1050" dirty="0">
                      <a:latin typeface="+mn-ea"/>
                    </a:rPr>
                    <a:t>)</a:t>
                  </a:r>
                  <a:endParaRPr kumimoji="1" lang="ja-JP" altLang="en-US" sz="1050">
                    <a:latin typeface="+mn-ea"/>
                  </a:endParaRPr>
                </a:p>
              </p:txBody>
            </p:sp>
            <p:sp>
              <p:nvSpPr>
                <p:cNvPr id="8" name="テキスト ボックス 7">
                  <a:extLst>
                    <a:ext uri="{FF2B5EF4-FFF2-40B4-BE49-F238E27FC236}">
                      <ns2:creationId id="{A434842C-E033-159B-79E4-43ACFE0C0E30}"/>
                    </a:ext>
                  </a:extLst>
                </p:cNvPr>
                <p:cNvSpPr txBox="1"/>
                <p:nvPr/>
              </p:nvSpPr>
              <p:spPr>
                <a:xfrm>
                  <a:off x="1431804" y="3107887"/>
                  <a:ext cx="3240000" cy="4402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8D2E"/>
                  </a:solidFill>
                </a:ln>
              </p:spPr>
              <p:txBody>
                <a:bodyPr wrap="square" lIns="72000" tIns="36000" rIns="36000" rtlCol="0" anchor="ctr">
                  <a:noAutofit/>
                </a:bodyPr>
                <a:lstStyle/>
                <a:p>
                  <a:r>
                    <a:rPr kumimoji="1" lang="ja-JP" altLang="en-US" sz="9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8D2E"/>
                      </a:solidFill>
                      <a:latin typeface="+mn-ea"/>
                    </a:rPr>
                    <a:t> : 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  <a:r>
                    <a:rPr kumimoji="1" lang="en-US" altLang="ja-JP" sz="900" dirty="0">
                      <a:latin typeface="+mn-ea"/>
                    </a:rPr>
                    <a:t> (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  <a:r>
                    <a:rPr kumimoji="1" lang="en-US" altLang="ja-JP" sz="900" dirty="0">
                      <a:latin typeface="+mn-ea"/>
                    </a:rPr>
                    <a:t>) </a:t>
                  </a:r>
                  <a:r>
                    <a:rPr kumimoji="1" lang="ja-JP" altLang="en-US" sz="900" dirty="0">
                      <a:latin typeface="+mn-ea"/>
                    </a:rPr>
                    <a:t>XX</a:t>
                  </a:r>
                  <a:endParaRPr kumimoji="1" lang="en-US" altLang="ja-JP" sz="900" dirty="0">
                    <a:latin typeface="+mn-ea"/>
                  </a:endParaRPr>
                </a:p>
                <a:p>
                  <a:pPr marL="755650"/>
                  <a:r>
                    <a:rPr kumimoji="1" lang="ja-JP" altLang="en-US" sz="900" dirty="0">
                      <a:latin typeface="+mn-ea"/>
                    </a:rPr>
                    <a:t>XX</a:t>
                  </a:r>
                  <a:r>
                    <a:rPr kumimoji="1" lang="en-US" altLang="ja-JP" sz="900" dirty="0">
                      <a:latin typeface="+mn-ea"/>
                    </a:rPr>
                    <a:t> (</a:t>
                  </a:r>
                  <a:r>
                    <a:rPr kumimoji="1" lang="en" altLang="ja-JP" sz="900" dirty="0">
                      <a:latin typeface="+mn-ea"/>
                    </a:rPr>
                    <a:t>XX</a:t>
                  </a:r>
                  <a:br>
                    <a:rPr kumimoji="1" lang="en" altLang="ja-JP" sz="900" dirty="0">
                      <a:latin typeface="+mn-ea"/>
                    </a:rPr>
                  </a:br>
                  <a:r>
                    <a:rPr kumimoji="1" lang="ja-JP" altLang="en-US" sz="900" dirty="0">
                      <a:latin typeface="+mn-ea"/>
                    </a:rPr>
                    <a:t>XX</a:t>
                  </a:r>
                  <a:endParaRPr kumimoji="1" lang="en" altLang="ja-JP" sz="900" dirty="0">
                    <a:latin typeface="+mn-ea"/>
                  </a:endParaRPr>
                </a:p>
              </p:txBody>
            </p:sp>
            <p:sp>
              <p:nvSpPr>
                <p:cNvPr id="15" name="テキスト ボックス 14">
                  <a:extLst>
                    <a:ext uri="{FF2B5EF4-FFF2-40B4-BE49-F238E27FC236}">
                      <ns2:creationId id="{02A306AA-4A77-0836-893A-AA2F3680C18B}"/>
                    </a:ext>
                  </a:extLst>
                </p:cNvPr>
                <p:cNvSpPr txBox="1"/>
                <p:nvPr/>
              </p:nvSpPr>
              <p:spPr>
                <a:xfrm>
                  <a:off x="4792428" y="3107887"/>
                  <a:ext cx="3240000" cy="4402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8D2E"/>
                  </a:solidFill>
                </a:ln>
              </p:spPr>
              <p:txBody>
                <a:bodyPr wrap="square" lIns="72000" tIns="36000" rIns="36000" rtlCol="0" anchor="ctr">
                  <a:noAutofit/>
                </a:bodyPr>
                <a:lstStyle/>
                <a:p>
                  <a:pPr marL="850900" indent="-844550"/>
                  <a:r>
                    <a:rPr kumimoji="1" lang="ja-JP" altLang="en-US" sz="900" dirty="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D2E"/>
                      </a:solidFill>
                      <a:latin typeface="+mn-ea"/>
                    </a:rPr>
                    <a:t> </a:t>
                  </a:r>
                  <a:r>
                    <a:rPr lang="en-US" altLang="ja-JP" sz="900" dirty="0">
                      <a:solidFill>
                        <a:srgbClr val="008D2E"/>
                      </a:solidFill>
                      <a:latin typeface="+mn-ea"/>
                    </a:rPr>
                    <a:t>: 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XX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3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br>
                    <a:rPr lang="en-US" altLang="ja-JP" sz="900" dirty="0">
                      <a:latin typeface="+mn-ea"/>
                    </a:rPr>
                  </a:b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 (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) 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br>
                    <a:rPr lang="en-US" altLang="ja-JP" sz="900" dirty="0">
                      <a:latin typeface="+mn-ea"/>
                    </a:rPr>
                  </a:b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 (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r>
                    <a:rPr lang="en-US" altLang="ja-JP" sz="900" dirty="0">
                      <a:latin typeface="+mn-ea"/>
                    </a:rPr>
                    <a:t>) </a:t>
                  </a:r>
                  <a:r>
                    <a:rPr lang="ja-JP" altLang="en-US" sz="900" dirty="0">
                      <a:latin typeface="+mn-ea"/>
                    </a:rPr>
                    <a:t>XX</a:t>
                  </a:r>
                  <a:endParaRPr kumimoji="1" lang="en" altLang="ja-JP" sz="900" dirty="0">
                    <a:latin typeface="+mn-ea"/>
                  </a:endParaRPr>
                </a:p>
              </p:txBody>
            </p:sp>
            <p:sp>
              <p:nvSpPr>
                <p:cNvPr id="29" name="テキスト ボックス 28">
                  <a:extLst>
                    <a:ext uri="{FF2B5EF4-FFF2-40B4-BE49-F238E27FC236}">
                      <ns2:creationId id="{43B35869-61AC-8E5E-0E84-E0A57C2E3A29}"/>
                    </a:ext>
                  </a:extLst>
                </p:cNvPr>
                <p:cNvSpPr txBox="1"/>
                <p:nvPr/>
              </p:nvSpPr>
              <p:spPr>
                <a:xfrm>
                  <a:off x="8205722" y="3107887"/>
                  <a:ext cx="3240000" cy="44026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8D2E"/>
                  </a:solidFill>
                </a:ln>
              </p:spPr>
              <p:txBody>
                <a:bodyPr wrap="square" lIns="144000" tIns="36000" rIns="36000" rtlCol="0" anchor="ctr">
                  <a:noAutofit/>
                </a:bodyPr>
                <a:lstStyle/>
                <a:p>
                  <a:pPr marL="850900" indent="-844550"/>
                  <a:r>
                    <a:rPr kumimoji="1" lang="ja-JP" altLang="en-US" sz="900">
                      <a:solidFill>
                        <a:srgbClr val="008D2E"/>
                      </a:solidFill>
                      <a:latin typeface="+mn-ea"/>
                    </a:rPr>
                    <a:t>XX</a:t>
                  </a:r>
                  <a:r>
                    <a:rPr kumimoji="1" lang="en-US" altLang="ja-JP" sz="900" dirty="0">
                      <a:solidFill>
                        <a:srgbClr val="008D2E"/>
                      </a:solidFill>
                      <a:latin typeface="+mn-ea"/>
                    </a:rPr>
                    <a:t> </a:t>
                  </a:r>
                  <a:r>
                    <a:rPr lang="en-US" altLang="ja-JP" sz="900" dirty="0">
                      <a:solidFill>
                        <a:srgbClr val="008D2E"/>
                      </a:solidFill>
                      <a:latin typeface="+mn-ea"/>
                    </a:rPr>
                    <a:t>: </a:t>
                  </a:r>
                  <a:r>
                    <a:rPr lang="ja-JP" altLang="en-US" sz="900">
                      <a:latin typeface="+mn-ea"/>
                    </a:rPr>
                    <a:t>XX</a:t>
                  </a:r>
                  <a:endParaRPr kumimoji="1" lang="en" altLang="ja-JP" sz="900" dirty="0">
                    <a:latin typeface="+mn-ea"/>
                  </a:endParaRPr>
                </a:p>
              </p:txBody>
            </p:sp>
          </p:grpSp>
          <p:cxnSp>
            <p:nvCxnSpPr>
              <p:cNvPr id="100" name="直線コネクタ 99">
                <a:extLst>
                  <a:ext uri="{FF2B5EF4-FFF2-40B4-BE49-F238E27FC236}">
                    <ns2:creationId id="{22A24EC0-1F5D-8F18-DBB6-56F7436055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2471240"/>
                <a:ext cx="120289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線コネクタ 100">
                <a:extLst>
                  <a:ext uri="{FF2B5EF4-FFF2-40B4-BE49-F238E27FC236}">
                    <ns2:creationId id="{18E7E73A-74EE-55FC-219D-D597B1C7CD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61124" y="2471240"/>
                <a:ext cx="4399592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4FF78F4C-A7C5-3C0F-5DDA-0D5430D17C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0875" y="2471240"/>
                <a:ext cx="3526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6" name="グラフィックス 105" descr="階層 単色塗りつぶし">
                <a:extLst>
                  <a:ext uri="{FF2B5EF4-FFF2-40B4-BE49-F238E27FC236}">
                    <ns2:creationId id="{F49EC6C6-D015-D341-2C31-6AF30C129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66962" y="3173077"/>
                <a:ext cx="468000" cy="468000"/>
              </a:xfrm>
              <a:prstGeom prst="rect">
                <a:avLst/>
              </a:prstGeom>
            </p:spPr>
          </p:pic>
        </p:grpSp>
        <p:grpSp>
          <p:nvGrpSpPr>
            <p:cNvPr id="111" name="グループ化 110">
              <a:extLst>
                <a:ext uri="{FF2B5EF4-FFF2-40B4-BE49-F238E27FC236}">
                  <ns2:creationId id="{0FFCB203-FD79-53EE-0977-78323931DEB7}"/>
                </a:ext>
              </a:extLst>
            </p:cNvPr>
            <p:cNvGrpSpPr/>
            <p:nvPr/>
          </p:nvGrpSpPr>
          <p:grpSpPr>
            <a:xfrm>
              <a:off x="334962" y="3724052"/>
              <a:ext cx="11522074" cy="2581131"/>
              <a:chOff x="334962" y="3724052"/>
              <a:chExt cx="11522074" cy="2581131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739DC4CF-016B-9898-420D-4405BE7A2DF7}"/>
                  </a:ext>
                </a:extLst>
              </p:cNvPr>
              <p:cNvSpPr/>
              <p:nvPr/>
            </p:nvSpPr>
            <p:spPr>
              <a:xfrm>
                <a:off x="334962" y="3724052"/>
                <a:ext cx="900000" cy="2581129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2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2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0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0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ns2:creationId id="{EB5A3743-5F21-91FF-E141-31D16C38F13D}"/>
                  </a:ext>
                </a:extLst>
              </p:cNvPr>
              <p:cNvSpPr txBox="1"/>
              <p:nvPr/>
            </p:nvSpPr>
            <p:spPr>
              <a:xfrm>
                <a:off x="1301175" y="3724052"/>
                <a:ext cx="1202891" cy="360000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62C9C7D9-B6AF-B4FD-ED48-706D69B576E1}"/>
                  </a:ext>
                </a:extLst>
              </p:cNvPr>
              <p:cNvSpPr txBox="1"/>
              <p:nvPr/>
            </p:nvSpPr>
            <p:spPr>
              <a:xfrm>
                <a:off x="1301175" y="4110177"/>
                <a:ext cx="1202891" cy="369332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ns2:creationId id="{F6A43FCF-716C-D3B9-29E2-8DE69946931D}"/>
                  </a:ext>
                </a:extLst>
              </p:cNvPr>
              <p:cNvSpPr txBox="1"/>
              <p:nvPr/>
            </p:nvSpPr>
            <p:spPr>
              <a:xfrm>
                <a:off x="1301175" y="4531759"/>
                <a:ext cx="1202891" cy="369332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  <a:r>
                  <a:rPr kumimoji="1" lang="en" altLang="ja-JP" sz="1000" dirty="0">
                    <a:latin typeface="+mn-ea"/>
                  </a:rPr>
                  <a:t>XX</a:t>
                </a:r>
                <a:r>
                  <a:rPr kumimoji="1" lang="ja-JP" altLang="en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ns2:creationId id="{FE775985-A229-3C5F-FE77-0093E8B72BAD}"/>
                  </a:ext>
                </a:extLst>
              </p:cNvPr>
              <p:cNvSpPr txBox="1"/>
              <p:nvPr/>
            </p:nvSpPr>
            <p:spPr>
              <a:xfrm>
                <a:off x="1301174" y="4948400"/>
                <a:ext cx="576000" cy="782785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ns2:creationId id="{DB216129-D092-F456-6264-5A232B2361B3}"/>
                  </a:ext>
                </a:extLst>
              </p:cNvPr>
              <p:cNvSpPr txBox="1"/>
              <p:nvPr/>
            </p:nvSpPr>
            <p:spPr>
              <a:xfrm>
                <a:off x="1301175" y="5770380"/>
                <a:ext cx="1202891" cy="534803"/>
              </a:xfrm>
              <a:prstGeom prst="rect">
                <a:avLst/>
              </a:prstGeom>
              <a:solidFill>
                <a:srgbClr val="C5E0B4">
                  <a:alpha val="30000"/>
                </a:srgbClr>
              </a:solidFill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ns2:creationId id="{5B2E1045-A9A8-2078-5A87-54474290D43A}"/>
                  </a:ext>
                </a:extLst>
              </p:cNvPr>
              <p:cNvSpPr txBox="1"/>
              <p:nvPr/>
            </p:nvSpPr>
            <p:spPr>
              <a:xfrm>
                <a:off x="2576398" y="5770380"/>
                <a:ext cx="190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</a:t>
                </a: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ns2:creationId id="{63BEC0FF-B41F-460A-97A3-1A556D9CA919}"/>
                  </a:ext>
                </a:extLst>
              </p:cNvPr>
              <p:cNvSpPr txBox="1"/>
              <p:nvPr/>
            </p:nvSpPr>
            <p:spPr>
              <a:xfrm>
                <a:off x="4554557" y="5770380"/>
                <a:ext cx="190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36000" tIns="36000" rIns="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 / 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0A227FF6-1C64-552C-E5EA-CFF844FD100B}"/>
                  </a:ext>
                </a:extLst>
              </p:cNvPr>
              <p:cNvSpPr txBox="1"/>
              <p:nvPr/>
            </p:nvSpPr>
            <p:spPr>
              <a:xfrm>
                <a:off x="6532717" y="5770380"/>
                <a:ext cx="172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C546FCFE-2EE4-E8C1-241D-DCFAA9F40971}"/>
                  </a:ext>
                </a:extLst>
              </p:cNvPr>
              <p:cNvSpPr txBox="1"/>
              <p:nvPr/>
            </p:nvSpPr>
            <p:spPr>
              <a:xfrm>
                <a:off x="8330876" y="5770380"/>
                <a:ext cx="172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r>
                  <a:rPr kumimoji="1" lang="ja-JP" altLang="en-US" sz="100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B3704D29-5234-1FAE-F5A5-7758369C317B}"/>
                  </a:ext>
                </a:extLst>
              </p:cNvPr>
              <p:cNvSpPr txBox="1"/>
              <p:nvPr/>
            </p:nvSpPr>
            <p:spPr>
              <a:xfrm>
                <a:off x="10129036" y="5770380"/>
                <a:ext cx="1728000" cy="5348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72000" tIns="36000" rIns="36000" bIns="36000" rtlCol="0" anchor="ctr">
                <a:noAutofit/>
              </a:bodyPr>
              <a:lstStyle/>
              <a:p>
                <a:r>
                  <a:rPr kumimoji="1"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  <a:br>
                  <a:rPr kumimoji="1" lang="en-US" altLang="ja-JP" sz="1000" dirty="0">
                    <a:latin typeface="+mn-ea"/>
                  </a:rPr>
                </a:br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34" name="ホームベース 91">
                <a:extLst>
                  <a:ext uri="{FF2B5EF4-FFF2-40B4-BE49-F238E27FC236}">
                    <ns2:creationId id="{C5F76A40-4C9A-8548-CE54-632A966F7E0C}"/>
                  </a:ext>
                </a:extLst>
              </p:cNvPr>
              <p:cNvSpPr/>
              <p:nvPr/>
            </p:nvSpPr>
            <p:spPr>
              <a:xfrm rot="5400000">
                <a:off x="2012971" y="4868006"/>
                <a:ext cx="396000" cy="576000"/>
              </a:xfrm>
              <a:prstGeom prst="homePlate">
                <a:avLst>
                  <a:gd name="adj" fmla="val 18206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" tIns="28800" rIns="28800" bIns="288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5" name="山形 92">
                <a:extLst>
                  <a:ext uri="{FF2B5EF4-FFF2-40B4-BE49-F238E27FC236}">
                    <ns2:creationId id="{598947A1-692D-D124-F31A-404B83C5FDB2}"/>
                  </a:ext>
                </a:extLst>
              </p:cNvPr>
              <p:cNvSpPr/>
              <p:nvPr/>
            </p:nvSpPr>
            <p:spPr>
              <a:xfrm rot="5400000">
                <a:off x="2012971" y="5258519"/>
                <a:ext cx="396000" cy="576000"/>
              </a:xfrm>
              <a:prstGeom prst="chevron">
                <a:avLst>
                  <a:gd name="adj" fmla="val 18094"/>
                </a:avLst>
              </a:prstGeom>
              <a:solidFill>
                <a:srgbClr val="C5E0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" tIns="28800" rIns="28800" bIns="288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10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5" name="ホームベース 51">
                <a:extLst>
                  <a:ext uri="{FF2B5EF4-FFF2-40B4-BE49-F238E27FC236}">
                    <ns2:creationId id="{F7402BA1-870F-4706-BB3A-42FF78DAC60E}"/>
                  </a:ext>
                </a:extLst>
              </p:cNvPr>
              <p:cNvSpPr/>
              <p:nvPr/>
            </p:nvSpPr>
            <p:spPr>
              <a:xfrm>
                <a:off x="2576398" y="3724052"/>
                <a:ext cx="1548000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kumimoji="1" lang="en-US" altLang="ja-JP" sz="1100" dirty="0">
                    <a:latin typeface="+mn-ea"/>
                  </a:rPr>
                  <a:t>XX</a:t>
                </a:r>
                <a:r>
                  <a:rPr kumimoji="1" lang="ja-JP" altLang="en-US" sz="1100">
                    <a:latin typeface="+mn-ea"/>
                  </a:rPr>
                  <a:t>XX</a:t>
                </a:r>
                <a:br>
                  <a:rPr kumimoji="1" lang="en-US" altLang="ja-JP" sz="1100" dirty="0">
                    <a:latin typeface="+mn-ea"/>
                  </a:rPr>
                </a:br>
                <a:r>
                  <a:rPr kumimoji="1" lang="ja-JP" altLang="en-US" sz="1100">
                    <a:latin typeface="+mn-ea"/>
                  </a:rPr>
                  <a:t>XX</a:t>
                </a:r>
                <a:endParaRPr kumimoji="1" lang="ja-JP" altLang="en-US" sz="1100" dirty="0">
                  <a:latin typeface="+mn-ea"/>
                </a:endParaRPr>
              </a:p>
            </p:txBody>
          </p:sp>
          <p:sp>
            <p:nvSpPr>
              <p:cNvPr id="46" name="山形 52">
                <a:extLst>
                  <a:ext uri="{FF2B5EF4-FFF2-40B4-BE49-F238E27FC236}">
                    <ns2:creationId id="{2AE3667E-5A01-8304-36F1-7F93BA1878D1}"/>
                  </a:ext>
                </a:extLst>
              </p:cNvPr>
              <p:cNvSpPr/>
              <p:nvPr/>
            </p:nvSpPr>
            <p:spPr>
              <a:xfrm>
                <a:off x="4122925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0" name="山形 52">
                <a:extLst>
                  <a:ext uri="{FF2B5EF4-FFF2-40B4-BE49-F238E27FC236}">
                    <ns2:creationId id="{FBF6BF5B-211F-9C04-8CFB-9FCA52E460B1}"/>
                  </a:ext>
                </a:extLst>
              </p:cNvPr>
              <p:cNvSpPr/>
              <p:nvPr/>
            </p:nvSpPr>
            <p:spPr>
              <a:xfrm>
                <a:off x="5669452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1" name="山形 52">
                <a:extLst>
                  <a:ext uri="{FF2B5EF4-FFF2-40B4-BE49-F238E27FC236}">
                    <ns2:creationId id="{8F715255-B3FD-0981-3BAC-AE14322F3189}"/>
                  </a:ext>
                </a:extLst>
              </p:cNvPr>
              <p:cNvSpPr/>
              <p:nvPr/>
            </p:nvSpPr>
            <p:spPr>
              <a:xfrm>
                <a:off x="7215980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+mn-ea"/>
                  </a:rPr>
                  <a:t>4</a:t>
                </a: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2" name="山形 52">
                <a:extLst>
                  <a:ext uri="{FF2B5EF4-FFF2-40B4-BE49-F238E27FC236}">
                    <ns2:creationId id="{0DA3064D-8086-8D06-A9F2-9C41E83C71B4}"/>
                  </a:ext>
                </a:extLst>
              </p:cNvPr>
              <p:cNvSpPr/>
              <p:nvPr/>
            </p:nvSpPr>
            <p:spPr>
              <a:xfrm>
                <a:off x="8762507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+mn-ea"/>
                  </a:rPr>
                  <a:t>5</a:t>
                </a: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3" name="山形 52">
                <a:extLst>
                  <a:ext uri="{FF2B5EF4-FFF2-40B4-BE49-F238E27FC236}">
                    <ns2:creationId id="{9B4E7A02-08F9-FE7C-D51E-FD0B4442A65D}"/>
                  </a:ext>
                </a:extLst>
              </p:cNvPr>
              <p:cNvSpPr/>
              <p:nvPr/>
            </p:nvSpPr>
            <p:spPr>
              <a:xfrm>
                <a:off x="10309035" y="3724052"/>
                <a:ext cx="1548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0" rIns="0" bIns="0" rtlCol="0" anchor="ctr">
                <a:noAutofit/>
              </a:bodyPr>
              <a:lstStyle/>
              <a:p>
                <a:pPr marL="180975" indent="-180975">
                  <a:buClr>
                    <a:schemeClr val="accent1"/>
                  </a:buClr>
                </a:pPr>
                <a: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bg1"/>
                    </a:solidFill>
                    <a:latin typeface="+mn-ea"/>
                  </a:rPr>
                </a:br>
                <a:r>
                  <a:rPr kumimoji="1" lang="ja-JP" altLang="en-US" sz="11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kumimoji="1" lang="ja-JP" altLang="en-US" sz="11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D7325E04-BF33-5C84-815E-218F0E3EA59D}"/>
                  </a:ext>
                </a:extLst>
              </p:cNvPr>
              <p:cNvSpPr txBox="1"/>
              <p:nvPr/>
            </p:nvSpPr>
            <p:spPr>
              <a:xfrm>
                <a:off x="2576398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91ECD041-651F-ED2D-3358-1A82494C18DA}"/>
                  </a:ext>
                </a:extLst>
              </p:cNvPr>
              <p:cNvSpPr txBox="1"/>
              <p:nvPr/>
            </p:nvSpPr>
            <p:spPr>
              <a:xfrm>
                <a:off x="4122925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6" name="テキスト ボックス 55">
                <a:extLst>
                  <a:ext uri="{FF2B5EF4-FFF2-40B4-BE49-F238E27FC236}">
                    <ns2:creationId id="{88A1F7A2-4782-F7EE-6FBE-7E55F4EE9578}"/>
                  </a:ext>
                </a:extLst>
              </p:cNvPr>
              <p:cNvSpPr txBox="1"/>
              <p:nvPr/>
            </p:nvSpPr>
            <p:spPr>
              <a:xfrm>
                <a:off x="5669452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7ED7E2FF-C78B-72A3-C023-B9A5CFA309E3}"/>
                  </a:ext>
                </a:extLst>
              </p:cNvPr>
              <p:cNvSpPr txBox="1"/>
              <p:nvPr/>
            </p:nvSpPr>
            <p:spPr>
              <a:xfrm>
                <a:off x="7215979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8" name="テキスト ボックス 57">
                <a:extLst>
                  <a:ext uri="{FF2B5EF4-FFF2-40B4-BE49-F238E27FC236}">
                    <ns2:creationId id="{2C8F4401-D15A-E987-8205-C53403928D02}"/>
                  </a:ext>
                </a:extLst>
              </p:cNvPr>
              <p:cNvSpPr txBox="1"/>
              <p:nvPr/>
            </p:nvSpPr>
            <p:spPr>
              <a:xfrm>
                <a:off x="8762506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59" name="テキスト ボックス 58">
                <a:extLst>
                  <a:ext uri="{FF2B5EF4-FFF2-40B4-BE49-F238E27FC236}">
                    <ns2:creationId id="{87FF5FA0-ADF9-1C14-FD8E-5D184C35EE8B}"/>
                  </a:ext>
                </a:extLst>
              </p:cNvPr>
              <p:cNvSpPr txBox="1"/>
              <p:nvPr/>
            </p:nvSpPr>
            <p:spPr>
              <a:xfrm>
                <a:off x="10309035" y="4110177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0" name="テキスト ボックス 59">
                <a:extLst>
                  <a:ext uri="{FF2B5EF4-FFF2-40B4-BE49-F238E27FC236}">
                    <ns2:creationId id="{C943D772-666E-8840-B2EE-8607571AA280}"/>
                  </a:ext>
                </a:extLst>
              </p:cNvPr>
              <p:cNvSpPr txBox="1"/>
              <p:nvPr/>
            </p:nvSpPr>
            <p:spPr>
              <a:xfrm>
                <a:off x="2576398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1" name="テキスト ボックス 60">
                <a:extLst>
                  <a:ext uri="{FF2B5EF4-FFF2-40B4-BE49-F238E27FC236}">
                    <ns2:creationId id="{10D85589-1836-97E5-1FFF-3A16AAECEA0F}"/>
                  </a:ext>
                </a:extLst>
              </p:cNvPr>
              <p:cNvSpPr txBox="1"/>
              <p:nvPr/>
            </p:nvSpPr>
            <p:spPr>
              <a:xfrm>
                <a:off x="4122925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(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62" name="テキスト ボックス 61">
                <a:extLst>
                  <a:ext uri="{FF2B5EF4-FFF2-40B4-BE49-F238E27FC236}">
                    <ns2:creationId id="{B6B8C8F9-D8B7-7B2A-9D6D-B5E859B6B5A5}"/>
                  </a:ext>
                </a:extLst>
              </p:cNvPr>
              <p:cNvSpPr txBox="1"/>
              <p:nvPr/>
            </p:nvSpPr>
            <p:spPr>
              <a:xfrm>
                <a:off x="5669452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3" name="テキスト ボックス 62">
                <a:extLst>
                  <a:ext uri="{FF2B5EF4-FFF2-40B4-BE49-F238E27FC236}">
                    <ns2:creationId id="{CF4BE782-96A5-88FC-8B54-3D294F2A595F}"/>
                  </a:ext>
                </a:extLst>
              </p:cNvPr>
              <p:cNvSpPr txBox="1"/>
              <p:nvPr/>
            </p:nvSpPr>
            <p:spPr>
              <a:xfrm>
                <a:off x="7215979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4" name="テキスト ボックス 63">
                <a:extLst>
                  <a:ext uri="{FF2B5EF4-FFF2-40B4-BE49-F238E27FC236}">
                    <ns2:creationId id="{3C62A308-60FC-B020-AEA0-F060DE393218}"/>
                  </a:ext>
                </a:extLst>
              </p:cNvPr>
              <p:cNvSpPr txBox="1"/>
              <p:nvPr/>
            </p:nvSpPr>
            <p:spPr>
              <a:xfrm>
                <a:off x="8762506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 (</a:t>
                </a:r>
                <a:r>
                  <a:rPr kumimoji="1" lang="ja-JP" altLang="en-US" sz="1000">
                    <a:latin typeface="+mn-ea"/>
                  </a:rPr>
                  <a:t>XX</a:t>
                </a:r>
                <a:r>
                  <a:rPr kumimoji="1"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65" name="テキスト ボックス 64">
                <a:extLst>
                  <a:ext uri="{FF2B5EF4-FFF2-40B4-BE49-F238E27FC236}">
                    <ns2:creationId id="{F758F890-8AE3-C390-9C75-01828B85F077}"/>
                  </a:ext>
                </a:extLst>
              </p:cNvPr>
              <p:cNvSpPr txBox="1"/>
              <p:nvPr/>
            </p:nvSpPr>
            <p:spPr>
              <a:xfrm>
                <a:off x="10309035" y="4531759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6" name="テキスト ボックス 65">
                <a:extLst>
                  <a:ext uri="{FF2B5EF4-FFF2-40B4-BE49-F238E27FC236}">
                    <ns2:creationId id="{FFCD6460-C871-6CBF-68D7-379268592761}"/>
                  </a:ext>
                </a:extLst>
              </p:cNvPr>
              <p:cNvSpPr txBox="1"/>
              <p:nvPr/>
            </p:nvSpPr>
            <p:spPr>
              <a:xfrm>
                <a:off x="2576398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67" name="テキスト ボックス 66">
                <a:extLst>
                  <a:ext uri="{FF2B5EF4-FFF2-40B4-BE49-F238E27FC236}">
                    <ns2:creationId id="{018EB998-0070-1F08-E230-F0691361DCAE}"/>
                  </a:ext>
                </a:extLst>
              </p:cNvPr>
              <p:cNvSpPr txBox="1"/>
              <p:nvPr/>
            </p:nvSpPr>
            <p:spPr>
              <a:xfrm>
                <a:off x="4122925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en-US" altLang="ja-JP" sz="1000" dirty="0">
                    <a:latin typeface="+mn-ea"/>
                  </a:rPr>
                  <a:t>-</a:t>
                </a:r>
                <a:endParaRPr lang="ja-JP" altLang="en-US" sz="1000">
                  <a:latin typeface="+mn-ea"/>
                </a:endParaRPr>
              </a:p>
            </p:txBody>
          </p:sp>
          <p:sp>
            <p:nvSpPr>
              <p:cNvPr id="68" name="テキスト ボックス 67">
                <a:extLst>
                  <a:ext uri="{FF2B5EF4-FFF2-40B4-BE49-F238E27FC236}">
                    <ns2:creationId id="{87C1350B-A144-734A-1434-DD50CA9F1D9D}"/>
                  </a:ext>
                </a:extLst>
              </p:cNvPr>
              <p:cNvSpPr txBox="1"/>
              <p:nvPr/>
            </p:nvSpPr>
            <p:spPr>
              <a:xfrm>
                <a:off x="5669452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ns2:creationId id="{4C716945-B11C-0AFC-30AD-5774E2B4644A}"/>
                  </a:ext>
                </a:extLst>
              </p:cNvPr>
              <p:cNvSpPr txBox="1"/>
              <p:nvPr/>
            </p:nvSpPr>
            <p:spPr>
              <a:xfrm>
                <a:off x="8762506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ns2:creationId id="{4CCFB33A-B012-EDB0-22B8-D7EEBEBB6E50}"/>
                  </a:ext>
                </a:extLst>
              </p:cNvPr>
              <p:cNvSpPr txBox="1"/>
              <p:nvPr/>
            </p:nvSpPr>
            <p:spPr>
              <a:xfrm>
                <a:off x="10309035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 </a:t>
                </a:r>
                <a:endParaRPr lang="ja-JP" altLang="en-US" sz="1000">
                  <a:latin typeface="+mn-ea"/>
                </a:endParaRPr>
              </a:p>
            </p:txBody>
          </p:sp>
          <p:sp>
            <p:nvSpPr>
              <p:cNvPr id="72" name="テキスト ボックス 71">
                <a:extLst>
                  <a:ext uri="{FF2B5EF4-FFF2-40B4-BE49-F238E27FC236}">
                    <ns2:creationId id="{2EAE1724-838F-A18A-B8E0-B265B6ECF068}"/>
                  </a:ext>
                </a:extLst>
              </p:cNvPr>
              <p:cNvSpPr txBox="1"/>
              <p:nvPr/>
            </p:nvSpPr>
            <p:spPr>
              <a:xfrm>
                <a:off x="2576398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3" name="テキスト ボックス 72">
                <a:extLst>
                  <a:ext uri="{FF2B5EF4-FFF2-40B4-BE49-F238E27FC236}">
                    <ns2:creationId id="{E4F31964-217E-3F93-E560-16ABFD521CF7}"/>
                  </a:ext>
                </a:extLst>
              </p:cNvPr>
              <p:cNvSpPr txBox="1"/>
              <p:nvPr/>
            </p:nvSpPr>
            <p:spPr>
              <a:xfrm>
                <a:off x="4122925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4" name="テキスト ボックス 73">
                <a:extLst>
                  <a:ext uri="{FF2B5EF4-FFF2-40B4-BE49-F238E27FC236}">
                    <ns2:creationId id="{97982BF3-477B-52DD-99BD-7872AFAAB8ED}"/>
                  </a:ext>
                </a:extLst>
              </p:cNvPr>
              <p:cNvSpPr txBox="1"/>
              <p:nvPr/>
            </p:nvSpPr>
            <p:spPr>
              <a:xfrm>
                <a:off x="5669452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5" name="テキスト ボックス 74">
                <a:extLst>
                  <a:ext uri="{FF2B5EF4-FFF2-40B4-BE49-F238E27FC236}">
                    <ns2:creationId id="{53418BC1-DE0E-15A4-D40F-4E8DE8427217}"/>
                  </a:ext>
                </a:extLst>
              </p:cNvPr>
              <p:cNvSpPr txBox="1"/>
              <p:nvPr/>
            </p:nvSpPr>
            <p:spPr>
              <a:xfrm>
                <a:off x="7215979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sp>
            <p:nvSpPr>
              <p:cNvPr id="76" name="テキスト ボックス 75">
                <a:extLst>
                  <a:ext uri="{FF2B5EF4-FFF2-40B4-BE49-F238E27FC236}">
                    <ns2:creationId id="{CAC2CDAA-590E-FAF7-371C-E42D0C631D01}"/>
                  </a:ext>
                </a:extLst>
              </p:cNvPr>
              <p:cNvSpPr txBox="1"/>
              <p:nvPr/>
            </p:nvSpPr>
            <p:spPr>
              <a:xfrm>
                <a:off x="8762506" y="5361854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A13E69D0-9111-32D3-2EB0-EC03E6B4DA4A}"/>
                  </a:ext>
                </a:extLst>
              </p:cNvPr>
              <p:cNvSpPr txBox="1"/>
              <p:nvPr/>
            </p:nvSpPr>
            <p:spPr>
              <a:xfrm>
                <a:off x="10309035" y="5374923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ns2:creationId id="{A9BB5159-3093-3D08-F191-247400BAA9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9035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線コネクタ 78">
                <a:extLst>
                  <a:ext uri="{FF2B5EF4-FFF2-40B4-BE49-F238E27FC236}">
                    <ns2:creationId id="{88E16833-83ED-6963-CE5E-086CCE4446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9035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コネクタ 79">
                <a:extLst>
                  <a:ext uri="{FF2B5EF4-FFF2-40B4-BE49-F238E27FC236}">
                    <ns2:creationId id="{B09088D6-E72D-5CFA-B7D7-3E08AE0B92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9035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線コネクタ 80">
                <a:extLst>
                  <a:ext uri="{FF2B5EF4-FFF2-40B4-BE49-F238E27FC236}">
                    <ns2:creationId id="{FEA745BA-CC02-3CE5-E3E8-7B27766B3C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2506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コネクタ 81">
                <a:extLst>
                  <a:ext uri="{FF2B5EF4-FFF2-40B4-BE49-F238E27FC236}">
                    <ns2:creationId id="{AC949E11-59FB-5A50-4734-43C858D04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2506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コネクタ 82">
                <a:extLst>
                  <a:ext uri="{FF2B5EF4-FFF2-40B4-BE49-F238E27FC236}">
                    <ns2:creationId id="{DBAD42A8-3C6A-C03F-B134-41D6CABA22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2506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ns2:creationId id="{98A1EE3E-AFB7-6418-8247-95F01ED778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5979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コネクタ 84">
                <a:extLst>
                  <a:ext uri="{FF2B5EF4-FFF2-40B4-BE49-F238E27FC236}">
                    <ns2:creationId id="{4F5F6DA3-4577-E93D-CDDA-4EF9745B6F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5979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コネクタ 85">
                <a:extLst>
                  <a:ext uri="{FF2B5EF4-FFF2-40B4-BE49-F238E27FC236}">
                    <ns2:creationId id="{2A25C230-2480-7375-41A7-109F35AB3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5979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06A68707-4475-493B-E77A-5481FC1BDF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2925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コネクタ 87">
                <a:extLst>
                  <a:ext uri="{FF2B5EF4-FFF2-40B4-BE49-F238E27FC236}">
                    <ns2:creationId id="{732D357D-9ABF-C120-4E7E-CAE834ABA5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2925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線コネクタ 88">
                <a:extLst>
                  <a:ext uri="{FF2B5EF4-FFF2-40B4-BE49-F238E27FC236}">
                    <ns2:creationId id="{FAC4E517-DB48-0604-ACE0-C91A6F992D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2925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E78638FA-B8BF-563E-B0FC-FAB6010A79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CE416D4C-D092-6027-8DB2-B6986813AD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線コネクタ 91">
                <a:extLst>
                  <a:ext uri="{FF2B5EF4-FFF2-40B4-BE49-F238E27FC236}">
                    <ns2:creationId id="{57A56EFE-608A-3F6D-0762-19C8CF5A7B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6398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線コネクタ 96">
                <a:extLst>
                  <a:ext uri="{FF2B5EF4-FFF2-40B4-BE49-F238E27FC236}">
                    <ns2:creationId id="{34001DC3-E637-197D-7746-11DCAA520B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9452" y="4505634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97">
                <a:extLst>
                  <a:ext uri="{FF2B5EF4-FFF2-40B4-BE49-F238E27FC236}">
                    <ns2:creationId id="{35A3F04F-EABE-BD12-E436-1731FBC0D0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9452" y="4927216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2BB76DD2-6B4D-50A7-0D3D-ED27A8D10E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9452" y="5348798"/>
                <a:ext cx="147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4" name="グラフィックス 103" descr="テーブル 単色塗りつぶし">
                <a:extLst>
                  <a:ext uri="{FF2B5EF4-FFF2-40B4-BE49-F238E27FC236}">
                    <ns2:creationId id="{47A93B23-09D1-7A4E-EA37-8166659672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766962" y="5837181"/>
                <a:ext cx="468000" cy="468000"/>
              </a:xfrm>
              <a:prstGeom prst="rect">
                <a:avLst/>
              </a:prstGeom>
            </p:spPr>
          </p:pic>
          <p:sp>
            <p:nvSpPr>
              <p:cNvPr id="109" name="テキスト ボックス 108">
                <a:extLst>
                  <a:ext uri="{FF2B5EF4-FFF2-40B4-BE49-F238E27FC236}">
                    <ns2:creationId id="{3E441190-1611-7BD3-4A81-411FEA7ECA65}"/>
                  </a:ext>
                </a:extLst>
              </p:cNvPr>
              <p:cNvSpPr txBox="1"/>
              <p:nvPr/>
            </p:nvSpPr>
            <p:spPr>
              <a:xfrm>
                <a:off x="7215979" y="4953341"/>
                <a:ext cx="1476000" cy="369332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 (</a:t>
                </a: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 dirty="0">
                    <a:latin typeface="+mn-ea"/>
                  </a:rPr>
                  <a:t>)</a:t>
                </a:r>
              </a:p>
            </p:txBody>
          </p:sp>
        </p:grpSp>
      </p:grpSp>
    </p:spTree>
    <p:extLst>
      <p:ext uri="{BB962C8B-B14F-4D97-AF65-F5344CB8AC3E}">
        <ns5:creationId val="3278881194"/>
      </p:ext>
    </p:extLst>
  </p:cSld>
  <p:clrMapOvr>
    <a:masterClrMapping/>
  </p:clrMapOvr>
</p:sld>
</file>

<file path=ppt/slides/slide29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1849DEE-B9F2-544B-B006-422A63DCE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CC8CFCB-59F2-8AE2-DC45-8F346569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14671" cy="914400"/>
          </a:xfrm>
        </p:spPr>
        <p:txBody>
          <a:bodyPr/>
          <a:lstStyle/>
          <a:p>
            <a:r>
              <a:rPr kumimoji="1" lang="ja-JP" altLang="en-US"/>
              <a:t>XX</a:t>
            </a:r>
            <a:br>
              <a:rPr kumimoji="1" lang="ja-JP" altLang="en-US"/>
            </a:b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2CA0BA4-084E-7364-652C-326CC32DF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/>
              <a:t>XX</a:t>
            </a:r>
            <a:r>
              <a:rPr kumimoji="1" lang="en" altLang="ja-JP" sz="1800" dirty="0"/>
              <a:t>XX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5</a:t>
            </a:r>
            <a:r>
              <a:rPr kumimoji="1" lang="ja-JP" altLang="en-US" sz="1800"/>
              <a:t>XX</a:t>
            </a:r>
            <a:r>
              <a:rPr kumimoji="1" lang="en-US" altLang="ja-JP" sz="1800" dirty="0"/>
              <a:t>XX</a:t>
            </a:r>
            <a:r>
              <a:rPr kumimoji="1" lang="en" altLang="ja-JP" sz="1800" dirty="0"/>
              <a:t>XX</a:t>
            </a:r>
            <a:r>
              <a:rPr lang="en-US" altLang="ja-JP" sz="1800" dirty="0"/>
              <a:t>)</a:t>
            </a:r>
            <a:r>
              <a:rPr lang="en" altLang="ja-JP" sz="1800" dirty="0"/>
              <a:t> </a:t>
            </a:r>
            <a:r>
              <a:rPr kumimoji="1" lang="ja-JP" altLang="en-US" sz="1800"/>
              <a:t>XX</a:t>
            </a:r>
            <a:br>
              <a:rPr kumimoji="1" lang="en-US" altLang="ja-JP" sz="1800" dirty="0"/>
            </a:br>
            <a:r>
              <a:rPr kumimoji="1" lang="ja-JP" altLang="en-US" sz="1800"/>
              <a:t>XX</a:t>
            </a:r>
          </a:p>
        </p:txBody>
      </p:sp>
      <p:grpSp>
        <p:nvGrpSpPr>
          <p:cNvPr id="144" name="グループ化 143">
            <a:extLst>
              <a:ext uri="{FF2B5EF4-FFF2-40B4-BE49-F238E27FC236}">
                <ns2:creationId id="{94C24A7C-376B-5BAC-C610-29C9947CAC31}"/>
              </a:ext>
            </a:extLst>
          </p:cNvPr>
          <p:cNvGrpSpPr/>
          <p:nvPr/>
        </p:nvGrpSpPr>
        <p:grpSpPr>
          <a:xfrm>
            <a:off x="334962" y="1628775"/>
            <a:ext cx="11521895" cy="4680581"/>
            <a:chOff x="334962" y="1628775"/>
            <a:chExt cx="11521895" cy="4680581"/>
          </a:xfrm>
        </p:grpSpPr>
        <p:grpSp>
          <p:nvGrpSpPr>
            <p:cNvPr id="131" name="グループ化 130">
              <a:extLst>
                <a:ext uri="{FF2B5EF4-FFF2-40B4-BE49-F238E27FC236}">
                  <ns2:creationId id="{1BFCF9D4-E857-6AFF-EF97-908E06227BFC}"/>
                </a:ext>
              </a:extLst>
            </p:cNvPr>
            <p:cNvGrpSpPr/>
            <p:nvPr/>
          </p:nvGrpSpPr>
          <p:grpSpPr>
            <a:xfrm>
              <a:off x="1596623" y="1633488"/>
              <a:ext cx="2556000" cy="4675868"/>
              <a:chOff x="1569061" y="1633488"/>
              <a:chExt cx="2556000" cy="4675868"/>
            </a:xfrm>
          </p:grpSpPr>
          <p:cxnSp>
            <p:nvCxnSpPr>
              <p:cNvPr id="105" name="直線コネクタ 104">
                <a:extLst>
                  <a:ext uri="{FF2B5EF4-FFF2-40B4-BE49-F238E27FC236}">
                    <ns2:creationId id="{919DF3C4-A004-DB8B-E2B8-C657E26730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1934895"/>
                <a:ext cx="2556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テキスト ボックス 106">
                <a:extLst>
                  <a:ext uri="{FF2B5EF4-FFF2-40B4-BE49-F238E27FC236}">
                    <ns2:creationId id="{D47E447D-DCD9-DF5F-7A04-8063DADF2947}"/>
                  </a:ext>
                </a:extLst>
              </p:cNvPr>
              <p:cNvSpPr txBox="1"/>
              <p:nvPr/>
            </p:nvSpPr>
            <p:spPr>
              <a:xfrm>
                <a:off x="1569061" y="1633488"/>
                <a:ext cx="2556000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 dirty="0">
                    <a:latin typeface="+mn-ea"/>
                  </a:rPr>
                  <a:t>XX</a:t>
                </a: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83F6BD85-CDDF-0CE3-F851-5F69EA4EF106}"/>
                  </a:ext>
                </a:extLst>
              </p:cNvPr>
              <p:cNvSpPr/>
              <p:nvPr/>
            </p:nvSpPr>
            <p:spPr>
              <a:xfrm>
                <a:off x="1569061" y="2024983"/>
                <a:ext cx="2556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4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" sz="9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" sz="9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EA2FE9DD-8A20-ADB2-AF59-869425434CD8}"/>
                  </a:ext>
                </a:extLst>
              </p:cNvPr>
              <p:cNvSpPr/>
              <p:nvPr/>
            </p:nvSpPr>
            <p:spPr>
              <a:xfrm>
                <a:off x="1569061" y="2826076"/>
                <a:ext cx="2556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3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65D311F4-0FBE-76CC-3DD0-8CBCA0B36453}"/>
                  </a:ext>
                </a:extLst>
              </p:cNvPr>
              <p:cNvSpPr/>
              <p:nvPr/>
            </p:nvSpPr>
            <p:spPr>
              <a:xfrm>
                <a:off x="1569061" y="3627169"/>
                <a:ext cx="2556000" cy="93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【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: 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D2CFAABA-FF7E-E48E-5595-78D1C6FCA33E}"/>
                  </a:ext>
                </a:extLst>
              </p:cNvPr>
              <p:cNvSpPr/>
              <p:nvPr/>
            </p:nvSpPr>
            <p:spPr>
              <a:xfrm>
                <a:off x="1569061" y="4644262"/>
                <a:ext cx="2556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365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" sz="900">
                    <a:solidFill>
                      <a:schemeClr val="tx1"/>
                    </a:solidFill>
                    <a:latin typeface="+mn-ea"/>
                  </a:rPr>
                  <a:t>・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RPA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0189569C-E5F8-3B26-E234-5C91AD099CC0}"/>
                  </a:ext>
                </a:extLst>
              </p:cNvPr>
              <p:cNvSpPr/>
              <p:nvPr/>
            </p:nvSpPr>
            <p:spPr>
              <a:xfrm>
                <a:off x="1569061" y="5517356"/>
                <a:ext cx="2556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【</a:t>
                </a:r>
                <a:r>
                  <a:rPr lang="ja-JP" altLang="en-US" sz="900" b="1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: 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】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12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4" name="直線コネクタ 23">
                <a:extLst>
                  <a:ext uri="{FF2B5EF4-FFF2-40B4-BE49-F238E27FC236}">
                    <ns2:creationId id="{EAE3A061-9CB3-0911-FC8E-456AD910D1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2785529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ns2:creationId id="{B59CF83D-06A8-F0F2-EA58-2F4A418C1F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3586622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線コネクタ 25">
                <a:extLst>
                  <a:ext uri="{FF2B5EF4-FFF2-40B4-BE49-F238E27FC236}">
                    <ns2:creationId id="{CB74DBAC-9C83-D839-F89F-BB2251445A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4603716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ns2:creationId id="{77F61705-185E-4CE0-018B-33A15548C4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9061" y="5476809"/>
                <a:ext cx="2556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グループ化 129">
              <a:extLst>
                <a:ext uri="{FF2B5EF4-FFF2-40B4-BE49-F238E27FC236}">
                  <ns2:creationId id="{D9EC9B53-107E-1392-AF05-2B7ABBE0AB9C}"/>
                </a:ext>
              </a:extLst>
            </p:cNvPr>
            <p:cNvGrpSpPr/>
            <p:nvPr/>
          </p:nvGrpSpPr>
          <p:grpSpPr>
            <a:xfrm>
              <a:off x="4224571" y="1633488"/>
              <a:ext cx="1440001" cy="4675868"/>
              <a:chOff x="4169785" y="1633488"/>
              <a:chExt cx="1440001" cy="4675868"/>
            </a:xfrm>
          </p:grpSpPr>
          <p:cxnSp>
            <p:nvCxnSpPr>
              <p:cNvPr id="9" name="直線コネクタ 8">
                <a:extLst>
                  <a:ext uri="{FF2B5EF4-FFF2-40B4-BE49-F238E27FC236}">
                    <ns2:creationId id="{A70803C4-479A-0C1D-4333-0D964436B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1934895"/>
                <a:ext cx="144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テキスト ボックス 9">
                <a:extLst>
                  <a:ext uri="{FF2B5EF4-FFF2-40B4-BE49-F238E27FC236}">
                    <ns2:creationId id="{F9595696-318C-6F27-52F3-87B2662A6578}"/>
                  </a:ext>
                </a:extLst>
              </p:cNvPr>
              <p:cNvSpPr txBox="1"/>
              <p:nvPr/>
            </p:nvSpPr>
            <p:spPr>
              <a:xfrm>
                <a:off x="4169786" y="1633488"/>
                <a:ext cx="1440000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D6FB20B4-D89E-D5C7-C8D1-A1D1B4286D07}"/>
                  </a:ext>
                </a:extLst>
              </p:cNvPr>
              <p:cNvSpPr/>
              <p:nvPr/>
            </p:nvSpPr>
            <p:spPr>
              <a:xfrm>
                <a:off x="4169785" y="2024985"/>
                <a:ext cx="1440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ns2:creationId id="{5F098FE4-16D1-53DB-1951-D94E9C61B750}"/>
                  </a:ext>
                </a:extLst>
              </p:cNvPr>
              <p:cNvSpPr/>
              <p:nvPr/>
            </p:nvSpPr>
            <p:spPr>
              <a:xfrm>
                <a:off x="4169786" y="2826077"/>
                <a:ext cx="1440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lang="ja-JP" altLang="en-US" sz="7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AEE18D2D-3F84-7A5A-8957-19098EAD7E34}"/>
                  </a:ext>
                </a:extLst>
              </p:cNvPr>
              <p:cNvSpPr/>
              <p:nvPr/>
            </p:nvSpPr>
            <p:spPr>
              <a:xfrm>
                <a:off x="4169786" y="3627170"/>
                <a:ext cx="1440000" cy="93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8F30C394-0F5D-B058-56B3-A00E0BCA7329}"/>
                  </a:ext>
                </a:extLst>
              </p:cNvPr>
              <p:cNvSpPr/>
              <p:nvPr/>
            </p:nvSpPr>
            <p:spPr>
              <a:xfrm>
                <a:off x="4169786" y="4644263"/>
                <a:ext cx="1440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7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3642C4F0-C3D1-7AE9-B05D-03EDAF794291}"/>
                  </a:ext>
                </a:extLst>
              </p:cNvPr>
              <p:cNvSpPr/>
              <p:nvPr/>
            </p:nvSpPr>
            <p:spPr>
              <a:xfrm>
                <a:off x="4169786" y="5517356"/>
                <a:ext cx="1440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+mn-ea"/>
                </a:endParaRPr>
              </a:p>
              <a:p>
                <a:pPr marL="99450" indent="-99450">
                  <a:spcAft>
                    <a:spcPts val="1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8" name="直線コネクタ 27">
                <a:extLst>
                  <a:ext uri="{FF2B5EF4-FFF2-40B4-BE49-F238E27FC236}">
                    <ns2:creationId id="{E7446CE9-1018-AD06-4494-DC8C03CE76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2785531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線コネクタ 28">
                <a:extLst>
                  <a:ext uri="{FF2B5EF4-FFF2-40B4-BE49-F238E27FC236}">
                    <ns2:creationId id="{557C4AB2-5852-5F3C-5004-5562C938C0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3586624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コネクタ 29">
                <a:extLst>
                  <a:ext uri="{FF2B5EF4-FFF2-40B4-BE49-F238E27FC236}">
                    <ns2:creationId id="{E13F695C-C688-540F-B629-F28922CAD3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4603716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コネクタ 30">
                <a:extLst>
                  <a:ext uri="{FF2B5EF4-FFF2-40B4-BE49-F238E27FC236}">
                    <ns2:creationId id="{4A2F2160-9B8E-7821-59A1-881EADC33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9785" y="5476809"/>
                <a:ext cx="144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9" name="グループ化 128">
              <a:extLst>
                <a:ext uri="{FF2B5EF4-FFF2-40B4-BE49-F238E27FC236}">
                  <ns2:creationId id="{AD19580D-60C6-BBDA-EAE9-8A4E9863F81B}"/>
                </a:ext>
              </a:extLst>
            </p:cNvPr>
            <p:cNvGrpSpPr/>
            <p:nvPr/>
          </p:nvGrpSpPr>
          <p:grpSpPr>
            <a:xfrm>
              <a:off x="5736520" y="1633488"/>
              <a:ext cx="1404002" cy="4675868"/>
              <a:chOff x="5673267" y="1633488"/>
              <a:chExt cx="1404002" cy="4675868"/>
            </a:xfrm>
          </p:grpSpPr>
          <p:cxnSp>
            <p:nvCxnSpPr>
              <p:cNvPr id="5" name="直線コネクタ 4">
                <a:extLst>
                  <a:ext uri="{FF2B5EF4-FFF2-40B4-BE49-F238E27FC236}">
                    <ns2:creationId id="{B2647F2D-60D6-CAB0-9942-91770D89A9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9" y="1934895"/>
                <a:ext cx="140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テキスト ボックス 5">
                <a:extLst>
                  <a:ext uri="{FF2B5EF4-FFF2-40B4-BE49-F238E27FC236}">
                    <ns2:creationId id="{BC1C43DA-D001-7E32-7890-351BF4AD004E}"/>
                  </a:ext>
                </a:extLst>
              </p:cNvPr>
              <p:cNvSpPr txBox="1"/>
              <p:nvPr/>
            </p:nvSpPr>
            <p:spPr>
              <a:xfrm>
                <a:off x="5673269" y="1633488"/>
                <a:ext cx="1404000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CEA16CA5-0B26-C7DE-39A5-548C0B2A5A95}"/>
                  </a:ext>
                </a:extLst>
              </p:cNvPr>
              <p:cNvSpPr/>
              <p:nvPr/>
            </p:nvSpPr>
            <p:spPr>
              <a:xfrm>
                <a:off x="5673268" y="2024985"/>
                <a:ext cx="1404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r>
                  <a:rPr lang="en-US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 </a:t>
                </a:r>
              </a:p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ns2:creationId id="{A0655A8F-89D6-16C9-5C1D-E63C157102BC}"/>
                  </a:ext>
                </a:extLst>
              </p:cNvPr>
              <p:cNvSpPr/>
              <p:nvPr/>
            </p:nvSpPr>
            <p:spPr>
              <a:xfrm>
                <a:off x="5673269" y="2826077"/>
                <a:ext cx="1404000" cy="72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10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 : 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SLA</a:t>
                </a:r>
                <a:r>
                  <a:rPr lang="ja-JP" altLang="en" sz="900" dirty="0">
                    <a:solidFill>
                      <a:schemeClr val="tx1"/>
                    </a:solidFill>
                    <a:latin typeface="+mn-ea"/>
                  </a:rPr>
                  <a:t>・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ns2:creationId id="{E9108B30-1606-7066-7A05-A16548CF528C}"/>
                  </a:ext>
                </a:extLst>
              </p:cNvPr>
              <p:cNvSpPr/>
              <p:nvPr/>
            </p:nvSpPr>
            <p:spPr>
              <a:xfrm>
                <a:off x="5673269" y="3627170"/>
                <a:ext cx="1404000" cy="93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1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2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DE30571F-01E4-F7A8-D796-43F2803CF575}"/>
                  </a:ext>
                </a:extLst>
              </p:cNvPr>
              <p:cNvSpPr/>
              <p:nvPr/>
            </p:nvSpPr>
            <p:spPr>
              <a:xfrm>
                <a:off x="5673269" y="4644263"/>
                <a:ext cx="1404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4</a:t>
                </a: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: </a:t>
                </a:r>
              </a:p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C9D0EBB3-77C2-B653-4631-15172F585853}"/>
                  </a:ext>
                </a:extLst>
              </p:cNvPr>
              <p:cNvSpPr/>
              <p:nvPr/>
            </p:nvSpPr>
            <p:spPr>
              <a:xfrm>
                <a:off x="5673269" y="5517356"/>
                <a:ext cx="1404000" cy="79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1</a:t>
                </a:r>
                <a:r>
                  <a:rPr lang="ja-JP" altLang="en-US" sz="9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00" b="1" dirty="0">
                    <a:solidFill>
                      <a:srgbClr val="008D2E"/>
                    </a:solidFill>
                    <a:latin typeface="+mn-ea"/>
                  </a:rPr>
                  <a:t>)</a:t>
                </a:r>
                <a:r>
                  <a:rPr lang="en-US" altLang="ja-JP" sz="900" b="1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:</a:t>
                </a:r>
              </a:p>
              <a:p>
                <a:pPr>
                  <a:spcAft>
                    <a:spcPts val="100"/>
                  </a:spcAft>
                  <a:buClr>
                    <a:srgbClr val="008D2E"/>
                  </a:buClr>
                </a:pPr>
                <a:r>
                  <a:rPr lang="en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)</a:t>
                </a:r>
              </a:p>
            </p:txBody>
          </p:sp>
          <p:cxnSp>
            <p:nvCxnSpPr>
              <p:cNvPr id="33" name="直線コネクタ 32">
                <a:extLst>
                  <a:ext uri="{FF2B5EF4-FFF2-40B4-BE49-F238E27FC236}">
                    <ns2:creationId id="{E09E187B-0725-A307-5EDA-D81C3B5596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2785531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ns2:creationId id="{9BFDD915-5FD9-8664-BFC8-6E6E740024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3586624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65CF0474-8C93-9331-B9C6-A1F44D5A34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4603716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D568A777-97E7-43D9-7CC9-DFFF26D520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3267" y="5476809"/>
                <a:ext cx="1404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グループ化 127">
              <a:extLst>
                <a:ext uri="{FF2B5EF4-FFF2-40B4-BE49-F238E27FC236}">
                  <ns2:creationId id="{7BD4A2E3-FBB9-B2A7-EC2F-FB9E383A2CFB}"/>
                </a:ext>
              </a:extLst>
            </p:cNvPr>
            <p:cNvGrpSpPr/>
            <p:nvPr/>
          </p:nvGrpSpPr>
          <p:grpSpPr>
            <a:xfrm>
              <a:off x="7212471" y="1628775"/>
              <a:ext cx="4644386" cy="4680580"/>
              <a:chOff x="7212471" y="1628775"/>
              <a:chExt cx="4644386" cy="4680580"/>
            </a:xfrm>
          </p:grpSpPr>
          <p:sp>
            <p:nvSpPr>
              <p:cNvPr id="38" name="テキスト ボックス 37">
                <a:extLst>
                  <a:ext uri="{FF2B5EF4-FFF2-40B4-BE49-F238E27FC236}">
                    <ns2:creationId id="{7ED3A34E-5F95-DC97-BA8B-FAEC534E211E}"/>
                  </a:ext>
                </a:extLst>
              </p:cNvPr>
              <p:cNvSpPr txBox="1"/>
              <p:nvPr/>
            </p:nvSpPr>
            <p:spPr>
              <a:xfrm>
                <a:off x="7212471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8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17A264E6-82A2-65A1-E9D6-8D8439808B6F}"/>
                  </a:ext>
                </a:extLst>
              </p:cNvPr>
              <p:cNvSpPr txBox="1"/>
              <p:nvPr/>
            </p:nvSpPr>
            <p:spPr>
              <a:xfrm>
                <a:off x="7472964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9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8A5FCAD8-DF7D-1FD7-1781-3C7D1BD4485F}"/>
                  </a:ext>
                </a:extLst>
              </p:cNvPr>
              <p:cNvSpPr txBox="1"/>
              <p:nvPr/>
            </p:nvSpPr>
            <p:spPr>
              <a:xfrm>
                <a:off x="773345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10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0D3CCB89-8787-BD69-7E31-2863F63CE951}"/>
                  </a:ext>
                </a:extLst>
              </p:cNvPr>
              <p:cNvSpPr txBox="1"/>
              <p:nvPr/>
            </p:nvSpPr>
            <p:spPr>
              <a:xfrm>
                <a:off x="799395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11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ns2:creationId id="{A6D0F851-39E7-DB90-45F4-FDA2FE2A0F2F}"/>
                  </a:ext>
                </a:extLst>
              </p:cNvPr>
              <p:cNvSpPr txBox="1"/>
              <p:nvPr/>
            </p:nvSpPr>
            <p:spPr>
              <a:xfrm>
                <a:off x="8254444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12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46" name="テキスト ボックス 45">
                <a:extLst>
                  <a:ext uri="{FF2B5EF4-FFF2-40B4-BE49-F238E27FC236}">
                    <ns2:creationId id="{9DDF81A9-D733-3C42-DA43-10E31F163196}"/>
                  </a:ext>
                </a:extLst>
              </p:cNvPr>
              <p:cNvSpPr txBox="1"/>
              <p:nvPr/>
            </p:nvSpPr>
            <p:spPr>
              <a:xfrm>
                <a:off x="851493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0" name="テキスト ボックス 49">
                <a:extLst>
                  <a:ext uri="{FF2B5EF4-FFF2-40B4-BE49-F238E27FC236}">
                    <ns2:creationId id="{BCCA9F49-F01D-BA0C-544A-E2E5CED607E3}"/>
                  </a:ext>
                </a:extLst>
              </p:cNvPr>
              <p:cNvSpPr txBox="1"/>
              <p:nvPr/>
            </p:nvSpPr>
            <p:spPr>
              <a:xfrm>
                <a:off x="877543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2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13CBDEC7-F88E-8CDE-0ACF-5508C4DBFB2C}"/>
                  </a:ext>
                </a:extLst>
              </p:cNvPr>
              <p:cNvSpPr txBox="1"/>
              <p:nvPr/>
            </p:nvSpPr>
            <p:spPr>
              <a:xfrm>
                <a:off x="9035924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3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FF5BFC8C-8762-FF35-A053-C9C3466C4588}"/>
                  </a:ext>
                </a:extLst>
              </p:cNvPr>
              <p:cNvSpPr txBox="1"/>
              <p:nvPr/>
            </p:nvSpPr>
            <p:spPr>
              <a:xfrm>
                <a:off x="929641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4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ns2:creationId id="{4348737D-A5F0-D008-21A5-7300DD42F64C}"/>
                  </a:ext>
                </a:extLst>
              </p:cNvPr>
              <p:cNvSpPr txBox="1"/>
              <p:nvPr/>
            </p:nvSpPr>
            <p:spPr>
              <a:xfrm>
                <a:off x="955691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5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ns2:creationId id="{B343F8C9-686C-405E-A8CF-A8AE40A10D9B}"/>
                  </a:ext>
                </a:extLst>
              </p:cNvPr>
              <p:cNvSpPr txBox="1"/>
              <p:nvPr/>
            </p:nvSpPr>
            <p:spPr>
              <a:xfrm>
                <a:off x="9817403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6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ns2:creationId id="{4A21C00E-3154-2B92-56F9-15AAED8267E6}"/>
                  </a:ext>
                </a:extLst>
              </p:cNvPr>
              <p:cNvSpPr txBox="1"/>
              <p:nvPr/>
            </p:nvSpPr>
            <p:spPr>
              <a:xfrm>
                <a:off x="1007789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7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6" name="テキスト ボックス 55">
                <a:extLst>
                  <a:ext uri="{FF2B5EF4-FFF2-40B4-BE49-F238E27FC236}">
                    <ns2:creationId id="{8BBCEDA8-A499-E552-B138-8105E8C17557}"/>
                  </a:ext>
                </a:extLst>
              </p:cNvPr>
              <p:cNvSpPr txBox="1"/>
              <p:nvPr/>
            </p:nvSpPr>
            <p:spPr>
              <a:xfrm>
                <a:off x="1033839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8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ns2:creationId id="{57BF15DE-4ABD-FB4F-8921-E63006F89D19}"/>
                  </a:ext>
                </a:extLst>
              </p:cNvPr>
              <p:cNvSpPr txBox="1"/>
              <p:nvPr/>
            </p:nvSpPr>
            <p:spPr>
              <a:xfrm>
                <a:off x="10598883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9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3" name="テキスト ボックス 62">
                <a:extLst>
                  <a:ext uri="{FF2B5EF4-FFF2-40B4-BE49-F238E27FC236}">
                    <ns2:creationId id="{669F156B-CBE7-0C80-80CF-C19880847AAF}"/>
                  </a:ext>
                </a:extLst>
              </p:cNvPr>
              <p:cNvSpPr txBox="1"/>
              <p:nvPr/>
            </p:nvSpPr>
            <p:spPr>
              <a:xfrm>
                <a:off x="1085937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10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4" name="テキスト ボックス 63">
                <a:extLst>
                  <a:ext uri="{FF2B5EF4-FFF2-40B4-BE49-F238E27FC236}">
                    <ns2:creationId id="{F75AE65A-3F5B-B157-A580-990DBAE5B804}"/>
                  </a:ext>
                </a:extLst>
              </p:cNvPr>
              <p:cNvSpPr txBox="1"/>
              <p:nvPr/>
            </p:nvSpPr>
            <p:spPr>
              <a:xfrm>
                <a:off x="11119870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11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5" name="テキスト ボックス 64">
                <a:extLst>
                  <a:ext uri="{FF2B5EF4-FFF2-40B4-BE49-F238E27FC236}">
                    <ns2:creationId id="{F7595868-28B1-678D-3E57-FA348BE048F7}"/>
                  </a:ext>
                </a:extLst>
              </p:cNvPr>
              <p:cNvSpPr txBox="1"/>
              <p:nvPr/>
            </p:nvSpPr>
            <p:spPr>
              <a:xfrm>
                <a:off x="11380363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12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66" name="テキスト ボックス 65">
                <a:extLst>
                  <a:ext uri="{FF2B5EF4-FFF2-40B4-BE49-F238E27FC236}">
                    <ns2:creationId id="{CFD04564-2EED-5407-FCAB-534E1AD2CAD3}"/>
                  </a:ext>
                </a:extLst>
              </p:cNvPr>
              <p:cNvSpPr txBox="1"/>
              <p:nvPr/>
            </p:nvSpPr>
            <p:spPr>
              <a:xfrm>
                <a:off x="11640857" y="1790894"/>
                <a:ext cx="216000" cy="144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1</a:t>
                </a:r>
                <a:r>
                  <a:rPr kumimoji="1" lang="ja-JP" altLang="en-US" sz="60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77" name="テキスト ボックス 76">
                <a:extLst>
                  <a:ext uri="{FF2B5EF4-FFF2-40B4-BE49-F238E27FC236}">
                    <ns2:creationId id="{3C61D037-7633-8A7B-6AC5-CB19C9C4A8C4}"/>
                  </a:ext>
                </a:extLst>
              </p:cNvPr>
              <p:cNvSpPr txBox="1"/>
              <p:nvPr/>
            </p:nvSpPr>
            <p:spPr>
              <a:xfrm>
                <a:off x="7212471" y="1628775"/>
                <a:ext cx="1257972" cy="144000"/>
              </a:xfrm>
              <a:prstGeom prst="rect">
                <a:avLst/>
              </a:prstGeom>
              <a:solidFill>
                <a:srgbClr val="C5E0B4"/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ns2:creationId id="{675F56C4-EFCC-234D-F277-6CEB0555A99B}"/>
                  </a:ext>
                </a:extLst>
              </p:cNvPr>
              <p:cNvSpPr txBox="1"/>
              <p:nvPr/>
            </p:nvSpPr>
            <p:spPr>
              <a:xfrm>
                <a:off x="8514937" y="1628775"/>
                <a:ext cx="3081426" cy="144000"/>
              </a:xfrm>
              <a:prstGeom prst="rect">
                <a:avLst/>
              </a:prstGeom>
              <a:solidFill>
                <a:srgbClr val="C5E0B4"/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kumimoji="1" lang="en-US" altLang="ja-JP" sz="600" dirty="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ns2:creationId id="{35891930-EDF4-F9FC-DC5F-100573257183}"/>
                  </a:ext>
                </a:extLst>
              </p:cNvPr>
              <p:cNvSpPr txBox="1"/>
              <p:nvPr/>
            </p:nvSpPr>
            <p:spPr>
              <a:xfrm>
                <a:off x="11640857" y="1628775"/>
                <a:ext cx="215999" cy="144000"/>
              </a:xfrm>
              <a:prstGeom prst="rect">
                <a:avLst/>
              </a:prstGeom>
              <a:solidFill>
                <a:srgbClr val="C5E0B4"/>
              </a:solidFill>
            </p:spPr>
            <p:txBody>
              <a:bodyPr wrap="square" lIns="0" tIns="36000" rIns="0" bIns="36000" rtlCol="0" anchor="ctr">
                <a:noAutofit/>
              </a:bodyPr>
              <a:lstStyle/>
              <a:p>
                <a:pPr algn="ctr"/>
                <a:r>
                  <a:rPr lang="en-US" altLang="ja-JP" sz="600" dirty="0">
                    <a:latin typeface="+mn-ea"/>
                  </a:rPr>
                  <a:t>XX</a:t>
                </a:r>
                <a:endParaRPr kumimoji="1" lang="en" altLang="ja-JP" sz="600" dirty="0">
                  <a:latin typeface="+mn-ea"/>
                </a:endParaRPr>
              </a:p>
            </p:txBody>
          </p:sp>
          <p:cxnSp>
            <p:nvCxnSpPr>
              <p:cNvPr id="81" name="直線コネクタ 80">
                <a:extLst>
                  <a:ext uri="{FF2B5EF4-FFF2-40B4-BE49-F238E27FC236}">
                    <ns2:creationId id="{8EDAE387-390C-1BEE-F295-31BE0981BB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2785531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コネクタ 81">
                <a:extLst>
                  <a:ext uri="{FF2B5EF4-FFF2-40B4-BE49-F238E27FC236}">
                    <ns2:creationId id="{3411D6FE-ED9A-936A-8A22-7E1A1525E5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3586624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コネクタ 82">
                <a:extLst>
                  <a:ext uri="{FF2B5EF4-FFF2-40B4-BE49-F238E27FC236}">
                    <ns2:creationId id="{62364139-15D9-46D4-0514-33E726BD57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4603716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ns2:creationId id="{A8B61D16-960B-2035-05F1-297974C7ED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12471" y="5476809"/>
                <a:ext cx="4637161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矢印コネクタ 85">
                <a:extLst>
                  <a:ext uri="{FF2B5EF4-FFF2-40B4-BE49-F238E27FC236}">
                    <ns2:creationId id="{550AFB67-F5AB-E0AE-9F18-EB9EBC29C5C6}"/>
                  </a:ext>
                </a:extLst>
              </p:cNvPr>
              <p:cNvCxnSpPr/>
              <p:nvPr/>
            </p:nvCxnSpPr>
            <p:spPr>
              <a:xfrm>
                <a:off x="7212471" y="2384985"/>
                <a:ext cx="736985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矢印コネクタ 86">
                <a:extLst>
                  <a:ext uri="{FF2B5EF4-FFF2-40B4-BE49-F238E27FC236}">
                    <ns2:creationId id="{41034066-2B87-2D47-C297-DF55755D11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3457" y="3186076"/>
                <a:ext cx="215999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線矢印コネクタ 88">
                <a:extLst>
                  <a:ext uri="{FF2B5EF4-FFF2-40B4-BE49-F238E27FC236}">
                    <ns2:creationId id="{5F8A3738-B802-8F6C-B282-AB4BBA6188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75429" y="5040263"/>
                <a:ext cx="2018874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矢印コネクタ 89">
                <a:extLst>
                  <a:ext uri="{FF2B5EF4-FFF2-40B4-BE49-F238E27FC236}">
                    <ns2:creationId id="{DFA16EE3-AF3D-5189-A1CE-0E2C5567E8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59376" y="5898516"/>
                <a:ext cx="990254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矢印コネクタ 90">
                <a:extLst>
                  <a:ext uri="{FF2B5EF4-FFF2-40B4-BE49-F238E27FC236}">
                    <ns2:creationId id="{2FFA4E6A-F0A0-A386-2D69-022D77EE1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3950" y="4104842"/>
                <a:ext cx="736987" cy="0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oval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97">
                <a:extLst>
                  <a:ext uri="{FF2B5EF4-FFF2-40B4-BE49-F238E27FC236}">
                    <ns2:creationId id="{2BE34E1D-9830-2DBB-173E-44A26435ABC1}"/>
                  </a:ext>
                </a:extLst>
              </p:cNvPr>
              <p:cNvCxnSpPr>
                <a:stCxn id="39" idx="1"/>
              </p:cNvCxnSpPr>
              <p:nvPr/>
            </p:nvCxnSpPr>
            <p:spPr>
              <a:xfrm flipH="1">
                <a:off x="7450717" y="1862894"/>
                <a:ext cx="22247" cy="4446461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線コネクタ 99">
                <a:extLst>
                  <a:ext uri="{FF2B5EF4-FFF2-40B4-BE49-F238E27FC236}">
                    <ns2:creationId id="{A4313580-8A12-AE63-9D5A-B449FA0645A1}"/>
                  </a:ext>
                </a:extLst>
              </p:cNvPr>
              <p:cNvCxnSpPr/>
              <p:nvPr/>
            </p:nvCxnSpPr>
            <p:spPr>
              <a:xfrm>
                <a:off x="771121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線コネクタ 100">
                <a:extLst>
                  <a:ext uri="{FF2B5EF4-FFF2-40B4-BE49-F238E27FC236}">
                    <ns2:creationId id="{1F5CD8BC-335D-F451-B3DF-C826477D45F2}"/>
                  </a:ext>
                </a:extLst>
              </p:cNvPr>
              <p:cNvCxnSpPr/>
              <p:nvPr/>
            </p:nvCxnSpPr>
            <p:spPr>
              <a:xfrm>
                <a:off x="7971704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8BC68E4A-8091-14E8-C73B-B8BF90691C0C}"/>
                  </a:ext>
                </a:extLst>
              </p:cNvPr>
              <p:cNvCxnSpPr/>
              <p:nvPr/>
            </p:nvCxnSpPr>
            <p:spPr>
              <a:xfrm>
                <a:off x="823219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コネクタ 102">
                <a:extLst>
                  <a:ext uri="{FF2B5EF4-FFF2-40B4-BE49-F238E27FC236}">
                    <ns2:creationId id="{D0BA37F0-ED7A-AC8F-8429-968846B31AD7}"/>
                  </a:ext>
                </a:extLst>
              </p:cNvPr>
              <p:cNvCxnSpPr/>
              <p:nvPr/>
            </p:nvCxnSpPr>
            <p:spPr>
              <a:xfrm>
                <a:off x="849269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直線コネクタ 103">
                <a:extLst>
                  <a:ext uri="{FF2B5EF4-FFF2-40B4-BE49-F238E27FC236}">
                    <ns2:creationId id="{7B489C34-FB18-1FC2-BEDE-00D61CEAC34E}"/>
                  </a:ext>
                </a:extLst>
              </p:cNvPr>
              <p:cNvCxnSpPr/>
              <p:nvPr/>
            </p:nvCxnSpPr>
            <p:spPr>
              <a:xfrm>
                <a:off x="8753184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直線コネクタ 105">
                <a:extLst>
                  <a:ext uri="{FF2B5EF4-FFF2-40B4-BE49-F238E27FC236}">
                    <ns2:creationId id="{B4D44D16-1752-9183-3A9D-7E57E838A5E2}"/>
                  </a:ext>
                </a:extLst>
              </p:cNvPr>
              <p:cNvCxnSpPr/>
              <p:nvPr/>
            </p:nvCxnSpPr>
            <p:spPr>
              <a:xfrm>
                <a:off x="901367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線コネクタ 112">
                <a:extLst>
                  <a:ext uri="{FF2B5EF4-FFF2-40B4-BE49-F238E27FC236}">
                    <ns2:creationId id="{2FE8098E-A5BE-FB61-E8C1-281504F8C243}"/>
                  </a:ext>
                </a:extLst>
              </p:cNvPr>
              <p:cNvCxnSpPr/>
              <p:nvPr/>
            </p:nvCxnSpPr>
            <p:spPr>
              <a:xfrm>
                <a:off x="9534664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コネクタ 114">
                <a:extLst>
                  <a:ext uri="{FF2B5EF4-FFF2-40B4-BE49-F238E27FC236}">
                    <ns2:creationId id="{C1ABA5A7-B8C2-6BD8-AB55-8FEF3A132F4F}"/>
                  </a:ext>
                </a:extLst>
              </p:cNvPr>
              <p:cNvCxnSpPr/>
              <p:nvPr/>
            </p:nvCxnSpPr>
            <p:spPr>
              <a:xfrm>
                <a:off x="979515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線コネクタ 115">
                <a:extLst>
                  <a:ext uri="{FF2B5EF4-FFF2-40B4-BE49-F238E27FC236}">
                    <ns2:creationId id="{48BD9944-6BCF-8ADD-D25E-2407EF17C636}"/>
                  </a:ext>
                </a:extLst>
              </p:cNvPr>
              <p:cNvCxnSpPr/>
              <p:nvPr/>
            </p:nvCxnSpPr>
            <p:spPr>
              <a:xfrm>
                <a:off x="1005565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AC9B176E-1A32-74CB-5D19-8A2797B0E24E}"/>
                  </a:ext>
                </a:extLst>
              </p:cNvPr>
              <p:cNvCxnSpPr/>
              <p:nvPr/>
            </p:nvCxnSpPr>
            <p:spPr>
              <a:xfrm>
                <a:off x="10316143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17">
                <a:extLst>
                  <a:ext uri="{FF2B5EF4-FFF2-40B4-BE49-F238E27FC236}">
                    <ns2:creationId id="{02634079-7F2C-F135-EF96-85F9C414104D}"/>
                  </a:ext>
                </a:extLst>
              </p:cNvPr>
              <p:cNvCxnSpPr/>
              <p:nvPr/>
            </p:nvCxnSpPr>
            <p:spPr>
              <a:xfrm>
                <a:off x="1057663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線コネクタ 118">
                <a:extLst>
                  <a:ext uri="{FF2B5EF4-FFF2-40B4-BE49-F238E27FC236}">
                    <ns2:creationId id="{A6436D01-74B3-FB8D-0833-DDC7D9F5733E}"/>
                  </a:ext>
                </a:extLst>
              </p:cNvPr>
              <p:cNvCxnSpPr/>
              <p:nvPr/>
            </p:nvCxnSpPr>
            <p:spPr>
              <a:xfrm>
                <a:off x="1083713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EE331D8F-1BD9-8028-D939-93B58A299549}"/>
                  </a:ext>
                </a:extLst>
              </p:cNvPr>
              <p:cNvCxnSpPr/>
              <p:nvPr/>
            </p:nvCxnSpPr>
            <p:spPr>
              <a:xfrm>
                <a:off x="11097623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ns2:creationId id="{14ECD902-27F5-4773-D9D0-B74DABA79ABD}"/>
                  </a:ext>
                </a:extLst>
              </p:cNvPr>
              <p:cNvCxnSpPr/>
              <p:nvPr/>
            </p:nvCxnSpPr>
            <p:spPr>
              <a:xfrm>
                <a:off x="11358117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線コネクタ 121">
                <a:extLst>
                  <a:ext uri="{FF2B5EF4-FFF2-40B4-BE49-F238E27FC236}">
                    <ns2:creationId id="{D9BEECB6-6466-B082-3505-C41066C2506A}"/>
                  </a:ext>
                </a:extLst>
              </p:cNvPr>
              <p:cNvCxnSpPr/>
              <p:nvPr/>
            </p:nvCxnSpPr>
            <p:spPr>
              <a:xfrm>
                <a:off x="1161861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F05AE74C-BB8E-7C8C-EA07-9CA72D74230F}"/>
                  </a:ext>
                </a:extLst>
              </p:cNvPr>
              <p:cNvCxnSpPr/>
              <p:nvPr/>
            </p:nvCxnSpPr>
            <p:spPr>
              <a:xfrm>
                <a:off x="9274170" y="2024985"/>
                <a:ext cx="0" cy="4284370"/>
              </a:xfrm>
              <a:prstGeom prst="line">
                <a:avLst/>
              </a:prstGeom>
              <a:ln w="9525">
                <a:solidFill>
                  <a:schemeClr val="bg1">
                    <a:lumMod val="8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" name="テキスト ボックス 123">
                <a:extLst>
                  <a:ext uri="{FF2B5EF4-FFF2-40B4-BE49-F238E27FC236}">
                    <ns2:creationId id="{26B5DD10-3E4C-7BC7-BB13-65C821CB6F13}"/>
                  </a:ext>
                </a:extLst>
              </p:cNvPr>
              <p:cNvSpPr txBox="1"/>
              <p:nvPr/>
            </p:nvSpPr>
            <p:spPr>
              <a:xfrm>
                <a:off x="7212471" y="2192072"/>
                <a:ext cx="736984" cy="190685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en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ja-JP" altLang="en-US" sz="10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25" name="テキスト ボックス 124">
                <a:extLst>
                  <a:ext uri="{FF2B5EF4-FFF2-40B4-BE49-F238E27FC236}">
                    <ns2:creationId id="{E3E64F20-DE40-D178-1139-1384C661BAA1}"/>
                  </a:ext>
                </a:extLst>
              </p:cNvPr>
              <p:cNvSpPr txBox="1"/>
              <p:nvPr/>
            </p:nvSpPr>
            <p:spPr>
              <a:xfrm>
                <a:off x="7472964" y="2965182"/>
                <a:ext cx="736984" cy="190685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6" name="テキスト ボックス 125">
                <a:extLst>
                  <a:ext uri="{FF2B5EF4-FFF2-40B4-BE49-F238E27FC236}">
                    <ns2:creationId id="{E5F191A7-5C10-1AF0-3545-1985A70050C8}"/>
                  </a:ext>
                </a:extLst>
              </p:cNvPr>
              <p:cNvSpPr txBox="1"/>
              <p:nvPr/>
            </p:nvSpPr>
            <p:spPr>
              <a:xfrm>
                <a:off x="10824137" y="5559952"/>
                <a:ext cx="1025493" cy="281919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2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</a:b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) </a:t>
                </a:r>
                <a:endParaRPr kumimoji="1" lang="ja-JP" altLang="en-US" sz="1000">
                  <a:solidFill>
                    <a:srgbClr val="008D2E"/>
                  </a:solidFill>
                  <a:latin typeface="+mn-ea"/>
                </a:endParaRPr>
              </a:p>
            </p:txBody>
          </p:sp>
          <p:sp>
            <p:nvSpPr>
              <p:cNvPr id="127" name="テキスト ボックス 126">
                <a:extLst>
                  <a:ext uri="{FF2B5EF4-FFF2-40B4-BE49-F238E27FC236}">
                    <ns2:creationId id="{48D87AB6-98AF-C02E-9D4A-68AA4406AF0F}"/>
                  </a:ext>
                </a:extLst>
              </p:cNvPr>
              <p:cNvSpPr txBox="1"/>
              <p:nvPr/>
            </p:nvSpPr>
            <p:spPr>
              <a:xfrm>
                <a:off x="7993950" y="3869107"/>
                <a:ext cx="736987" cy="190685"/>
              </a:xfrm>
              <a:prstGeom prst="rect">
                <a:avLst/>
              </a:prstGeom>
              <a:noFill/>
            </p:spPr>
            <p:txBody>
              <a:bodyPr wrap="square" lIns="0" tIns="36000" rIns="36000" bIns="36000" rtlCol="0" anchor="ctr"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rgbClr val="008D2E"/>
                    </a:solidFill>
                    <a:latin typeface="+mn-ea"/>
                  </a:rPr>
                  <a:t>3</a:t>
                </a:r>
                <a:r>
                  <a:rPr kumimoji="1"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143" name="グループ化 142">
              <a:extLst>
                <a:ext uri="{FF2B5EF4-FFF2-40B4-BE49-F238E27FC236}">
                  <ns2:creationId id="{70080686-C10B-F3AF-2AE4-6850A9596E4C}"/>
                </a:ext>
              </a:extLst>
            </p:cNvPr>
            <p:cNvGrpSpPr/>
            <p:nvPr/>
          </p:nvGrpSpPr>
          <p:grpSpPr>
            <a:xfrm>
              <a:off x="334962" y="1633488"/>
              <a:ext cx="1189712" cy="4675868"/>
              <a:chOff x="334962" y="1633488"/>
              <a:chExt cx="1189712" cy="4675868"/>
            </a:xfrm>
          </p:grpSpPr>
          <p:cxnSp>
            <p:nvCxnSpPr>
              <p:cNvPr id="23" name="直線コネクタ 22">
                <a:extLst>
                  <a:ext uri="{FF2B5EF4-FFF2-40B4-BE49-F238E27FC236}">
                    <ns2:creationId id="{F6DDB3AC-C840-9D32-7CE5-D925155576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2" y="1934895"/>
                <a:ext cx="118971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テキスト ボックス 31">
                <a:extLst>
                  <a:ext uri="{FF2B5EF4-FFF2-40B4-BE49-F238E27FC236}">
                    <ns2:creationId id="{C6A77D88-B11F-A0FA-D1AB-85720F8F41AE}"/>
                  </a:ext>
                </a:extLst>
              </p:cNvPr>
              <p:cNvSpPr txBox="1"/>
              <p:nvPr/>
            </p:nvSpPr>
            <p:spPr>
              <a:xfrm>
                <a:off x="334962" y="1633488"/>
                <a:ext cx="1189712" cy="301407"/>
              </a:xfrm>
              <a:prstGeom prst="rect">
                <a:avLst/>
              </a:prstGeom>
              <a:noFill/>
            </p:spPr>
            <p:txBody>
              <a:bodyPr wrap="square" lIns="36000" tIns="36000" rIns="36000" bIns="0" rtlCol="0" anchor="ctr">
                <a:noAutofit/>
              </a:bodyPr>
              <a:lstStyle/>
              <a:p>
                <a:pPr algn="ctr"/>
                <a:r>
                  <a:rPr kumimoji="1" lang="ja-JP" altLang="en-US" sz="1000">
                    <a:latin typeface="+mn-ea"/>
                  </a:rPr>
                  <a:t>XX</a:t>
                </a:r>
                <a:endParaRPr kumimoji="1" lang="en-US" altLang="ja-JP" sz="1000" dirty="0"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12BE285F-0F3B-79DB-D1BD-FBB3711FD84A}"/>
                  </a:ext>
                </a:extLst>
              </p:cNvPr>
              <p:cNvSpPr/>
              <p:nvPr/>
            </p:nvSpPr>
            <p:spPr>
              <a:xfrm>
                <a:off x="408674" y="2024983"/>
                <a:ext cx="1116000" cy="720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2" name="円/楕円 41">
                <a:extLst>
                  <a:ext uri="{FF2B5EF4-FFF2-40B4-BE49-F238E27FC236}">
                    <ns2:creationId id="{5356F4D7-F367-B5E5-0DC8-72B550150C1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1966430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1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2C7D6A6E-B453-FAB4-916D-ADD2E8CC0B8A}"/>
                  </a:ext>
                </a:extLst>
              </p:cNvPr>
              <p:cNvSpPr/>
              <p:nvPr/>
            </p:nvSpPr>
            <p:spPr>
              <a:xfrm>
                <a:off x="408674" y="2826076"/>
                <a:ext cx="1116000" cy="720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4" name="円/楕円 43">
                <a:extLst>
                  <a:ext uri="{FF2B5EF4-FFF2-40B4-BE49-F238E27FC236}">
                    <ns2:creationId id="{26E6F48F-3075-BD85-89FA-8B4DCBA02AC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2791624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2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634240C8-292E-1299-21A1-4E8E13866ED8}"/>
                  </a:ext>
                </a:extLst>
              </p:cNvPr>
              <p:cNvSpPr/>
              <p:nvPr/>
            </p:nvSpPr>
            <p:spPr>
              <a:xfrm>
                <a:off x="408674" y="3627169"/>
                <a:ext cx="1116000" cy="936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ja-JP" altLang="en-US" sz="95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5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8" name="円/楕円 47">
                <a:extLst>
                  <a:ext uri="{FF2B5EF4-FFF2-40B4-BE49-F238E27FC236}">
                    <ns2:creationId id="{344DEC34-B71A-C145-CC4B-DB3D5CF5D1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3592717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3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9" name="正方形/長方形 48">
                <a:extLst>
                  <a:ext uri="{FF2B5EF4-FFF2-40B4-BE49-F238E27FC236}">
                    <ns2:creationId id="{B88BECD3-9A2A-D6DD-9A8C-B23251045D5C}"/>
                  </a:ext>
                </a:extLst>
              </p:cNvPr>
              <p:cNvSpPr/>
              <p:nvPr/>
            </p:nvSpPr>
            <p:spPr>
              <a:xfrm>
                <a:off x="408674" y="4644261"/>
                <a:ext cx="1116000" cy="792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  <a:t>)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4" name="円/楕円 93">
                <a:extLst>
                  <a:ext uri="{FF2B5EF4-FFF2-40B4-BE49-F238E27FC236}">
                    <ns2:creationId id="{B99E3915-57AD-95ED-E890-D2B6A1F1226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4609812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4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D566A1C9-6DDA-0AB7-9A30-A01E74B42370}"/>
                  </a:ext>
                </a:extLst>
              </p:cNvPr>
              <p:cNvSpPr/>
              <p:nvPr/>
            </p:nvSpPr>
            <p:spPr>
              <a:xfrm>
                <a:off x="408674" y="5517356"/>
                <a:ext cx="1116000" cy="792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11113" algn="ctr">
                  <a:spcAft>
                    <a:spcPts val="200"/>
                  </a:spcAft>
                </a:pP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95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(</a:t>
                </a:r>
                <a:r>
                  <a:rPr lang="en" altLang="ja-JP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lang="ja-JP" altLang="en-US" sz="95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ja-JP" altLang="en-US" sz="9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96" name="円/楕円 95">
                <a:extLst>
                  <a:ext uri="{FF2B5EF4-FFF2-40B4-BE49-F238E27FC236}">
                    <ns2:creationId id="{8EDBA858-27FF-A54A-BA3D-3C441FBF58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6624" y="5482904"/>
                <a:ext cx="144000" cy="144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5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pic>
            <p:nvPicPr>
              <p:cNvPr id="134" name="グラフィックス 133" descr="目のスキャン 単色塗りつぶし">
                <a:extLst>
                  <a:ext uri="{FF2B5EF4-FFF2-40B4-BE49-F238E27FC236}">
                    <ns2:creationId id="{4D874DC5-D0A2-C956-74A3-7A61375924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1200674" y="2420983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36" name="グラフィックス 135" descr="プレゼンテーション (組織図) 単色塗りつぶし">
                <a:extLst>
                  <a:ext uri="{FF2B5EF4-FFF2-40B4-BE49-F238E27FC236}">
                    <ns2:creationId id="{F1C3FB14-5388-7C77-73F0-22FA5D53C7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200674" y="5985356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38" name="グラフィックス 137" descr="左矢印付きの円 単色塗りつぶし">
                <a:extLst>
                  <a:ext uri="{FF2B5EF4-FFF2-40B4-BE49-F238E27FC236}">
                    <ns2:creationId id="{EA784D5C-907A-84F0-2637-90D06FA377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1200674" y="4239169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40" name="グラフィックス 139" descr="山形の矢印 単色塗りつぶし">
                <a:extLst>
                  <a:ext uri="{FF2B5EF4-FFF2-40B4-BE49-F238E27FC236}">
                    <ns2:creationId id="{231DE800-B447-8BF2-EF52-5EF4538FB0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200674" y="5112261"/>
                <a:ext cx="324000" cy="324000"/>
              </a:xfrm>
              <a:prstGeom prst="rect">
                <a:avLst/>
              </a:prstGeom>
            </p:spPr>
          </p:pic>
          <p:pic>
            <p:nvPicPr>
              <p:cNvPr id="142" name="グラフィックス 141" descr="UI UX 単色塗りつぶし">
                <a:extLst>
                  <a:ext uri="{FF2B5EF4-FFF2-40B4-BE49-F238E27FC236}">
                    <ns2:creationId id="{EE1283CD-66FA-70D9-50A8-D9AA15060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1200674" y="3222076"/>
                <a:ext cx="324000" cy="324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417686919"/>
      </p:ext>
    </p:extLst>
  </p:cSld>
  <p:clrMapOvr>
    <a:masterClrMapping/>
  </p:clrMapOvr>
</p:sld>
</file>

<file path=ppt/slides/slide293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2404DEB-3F35-B449-BFF8-FBBBD5F66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5E8FDDC-488B-73DA-5089-BD9DA6E60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14671" cy="914400"/>
          </a:xfrm>
        </p:spPr>
        <p:txBody>
          <a:bodyPr/>
          <a:lstStyle/>
          <a:p>
            <a:r>
              <a:rPr kumimoji="1" lang="en" altLang="ja-JP" dirty="0"/>
              <a:t>KPI</a:t>
            </a:r>
            <a:r>
              <a:rPr kumimoji="1" lang="ja-JP" altLang="en-US"/>
              <a:t>XX</a:t>
            </a:r>
            <a:r>
              <a:rPr kumimoji="1" lang="en" altLang="ja-JP" dirty="0"/>
              <a:t>ROI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C08879D-FB93-274B-B2BB-61450A50F8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" altLang="ja-JP" sz="1800" dirty="0"/>
              <a:t>TCO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12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</a:p>
          <a:p>
            <a:pPr>
              <a:spcBef>
                <a:spcPts val="400"/>
              </a:spcBef>
            </a:pPr>
            <a:r>
              <a:rPr kumimoji="1" lang="ja-JP" altLang="en-US" sz="1800" dirty="0"/>
              <a:t>XX</a:t>
            </a:r>
            <a:r>
              <a:rPr kumimoji="1" lang="en-US" altLang="ja-JP" sz="1800" dirty="0"/>
              <a:t>2</a:t>
            </a:r>
            <a:r>
              <a:rPr kumimoji="1" lang="ja-JP" altLang="en-US" sz="1800" dirty="0"/>
              <a:t>XX</a:t>
            </a:r>
            <a:r>
              <a:rPr kumimoji="1" lang="en-US" altLang="ja-JP" sz="1800" dirty="0"/>
              <a:t>12</a:t>
            </a:r>
            <a:r>
              <a:rPr kumimoji="1" lang="en" altLang="ja-JP" sz="1800" dirty="0"/>
              <a:t>XX</a:t>
            </a:r>
            <a:r>
              <a:rPr kumimoji="1" lang="ja-JP" altLang="en-US" sz="1800" dirty="0"/>
              <a:t>XX</a:t>
            </a:r>
            <a:r>
              <a:rPr kumimoji="1" lang="en" altLang="ja-JP" sz="1800" dirty="0"/>
              <a:t>ROI</a:t>
            </a:r>
            <a:r>
              <a:rPr kumimoji="1" lang="ja-JP" altLang="en-US" sz="1800" dirty="0"/>
              <a:t>XX</a:t>
            </a:r>
          </a:p>
        </p:txBody>
      </p:sp>
      <p:grpSp>
        <p:nvGrpSpPr>
          <p:cNvPr id="38" name="グループ化 37">
            <a:extLst>
              <a:ext uri="{FF2B5EF4-FFF2-40B4-BE49-F238E27FC236}">
                <ns2:creationId id="{498F9BC6-1A35-95F8-4778-39F1DA0329F9}"/>
              </a:ext>
            </a:extLst>
          </p:cNvPr>
          <p:cNvGrpSpPr/>
          <p:nvPr/>
        </p:nvGrpSpPr>
        <p:grpSpPr>
          <a:xfrm>
            <a:off x="342914" y="4578487"/>
            <a:ext cx="11514409" cy="1738597"/>
            <a:chOff x="342914" y="4578487"/>
            <a:chExt cx="11514409" cy="1738597"/>
          </a:xfrm>
        </p:grpSpPr>
        <p:sp>
          <p:nvSpPr>
            <p:cNvPr id="20" name="table_TWformat_txt_2_1">
              <a:extLst>
                <a:ext uri="{FF2B5EF4-FFF2-40B4-BE49-F238E27FC236}">
                  <ns2:creationId id="{010960D2-BD5A-E110-3A9A-6B272BA2983D}"/>
                </a:ext>
              </a:extLst>
            </p:cNvPr>
            <p:cNvSpPr/>
            <p:nvPr/>
          </p:nvSpPr>
          <p:spPr>
            <a:xfrm>
              <a:off x="342914" y="4578487"/>
              <a:ext cx="274637" cy="1738596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325" name="Shape 2">
              <a:extLst>
                <a:ext uri="{FF2B5EF4-FFF2-40B4-BE49-F238E27FC236}">
                  <ns2:creationId id="{6F312345-FA90-6DFE-531C-CEDF9DB2B401}"/>
                </a:ext>
              </a:extLst>
            </p:cNvPr>
            <p:cNvSpPr/>
            <p:nvPr/>
          </p:nvSpPr>
          <p:spPr>
            <a:xfrm>
              <a:off x="750999" y="4578487"/>
              <a:ext cx="1883156" cy="540000"/>
            </a:xfrm>
            <a:prstGeom prst="roundRect">
              <a:avLst>
                <a:gd name="adj" fmla="val 5161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/>
            <a:lstStyle/>
            <a:p>
              <a:pPr>
                <a:spcAft>
                  <a:spcPts val="200"/>
                </a:spcAft>
              </a:pPr>
              <a:r>
                <a:rPr lang="en-US" altLang="ja-JP" sz="1200" dirty="0">
                  <a:solidFill>
                    <a:srgbClr val="5A6660"/>
                  </a:solidFill>
                  <a:latin typeface="+mn-ea"/>
                  <a:cs typeface="Meiryo UI" pitchFamily="34" charset="-120"/>
                </a:rPr>
                <a:t>① </a:t>
              </a:r>
              <a:r>
                <a:rPr lang="en-US" altLang="ja-JP" sz="1200" dirty="0" err="1">
                  <a:solidFill>
                    <a:srgbClr val="5A666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solidFill>
                  <a:srgbClr val="5A6660"/>
                </a:solidFill>
                <a:latin typeface="+mn-ea"/>
                <a:cs typeface="Meiryo UI" pitchFamily="34" charset="-120"/>
              </a:endParaRPr>
            </a:p>
            <a:p>
              <a:pPr>
                <a:spcAft>
                  <a:spcPts val="200"/>
                </a:spcAft>
              </a:pPr>
              <a:r>
                <a:rPr lang="en-US" altLang="ja-JP" sz="1200" dirty="0" err="1">
                  <a:latin typeface="+mn-ea"/>
                  <a:cs typeface="Meiryo UI" pitchFamily="34" charset="-120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sp>
          <p:nvSpPr>
            <p:cNvPr id="327" name="Text 4">
              <a:extLst>
                <a:ext uri="{FF2B5EF4-FFF2-40B4-BE49-F238E27FC236}">
                  <ns2:creationId id="{FA3CBA13-301A-E013-10A5-674098903AD8}"/>
                </a:ext>
              </a:extLst>
            </p:cNvPr>
            <p:cNvSpPr/>
            <p:nvPr/>
          </p:nvSpPr>
          <p:spPr>
            <a:xfrm>
              <a:off x="2767604" y="4578487"/>
              <a:ext cx="900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328" name="Text 5">
              <a:extLst>
                <a:ext uri="{FF2B5EF4-FFF2-40B4-BE49-F238E27FC236}">
                  <ns2:creationId id="{C4086E6E-8341-2BE8-9B77-8DAFD48B62CC}"/>
                </a:ext>
              </a:extLst>
            </p:cNvPr>
            <p:cNvSpPr/>
            <p:nvPr/>
          </p:nvSpPr>
          <p:spPr>
            <a:xfrm>
              <a:off x="3739059" y="4578487"/>
              <a:ext cx="3204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99450" indent="-99450">
                <a:lnSpc>
                  <a:spcPct val="105000"/>
                </a:lnSpc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</a:p>
            <a:p>
              <a:pPr marL="99450" indent="-99450">
                <a:lnSpc>
                  <a:spcPct val="105000"/>
                </a:lnSpc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sp>
          <p:nvSpPr>
            <p:cNvPr id="329" name="Shape 6">
              <a:extLst>
                <a:ext uri="{FF2B5EF4-FFF2-40B4-BE49-F238E27FC236}">
                  <ns2:creationId id="{42AAA30A-72AC-3C28-6B1F-CAA3ACD8D07E}"/>
                </a:ext>
              </a:extLst>
            </p:cNvPr>
            <p:cNvSpPr/>
            <p:nvPr/>
          </p:nvSpPr>
          <p:spPr>
            <a:xfrm>
              <a:off x="750999" y="5177786"/>
              <a:ext cx="1883156" cy="540000"/>
            </a:xfrm>
            <a:prstGeom prst="roundRect">
              <a:avLst>
                <a:gd name="adj" fmla="val 5161"/>
              </a:avLst>
            </a:prstGeom>
            <a:solidFill>
              <a:srgbClr val="008D2E">
                <a:alpha val="20000"/>
              </a:srgbClr>
            </a:solidFill>
            <a:ln/>
          </p:spPr>
          <p:txBody>
            <a:bodyPr/>
            <a:lstStyle/>
            <a:p>
              <a:pPr>
                <a:spcAft>
                  <a:spcPts val="200"/>
                </a:spcAft>
              </a:pPr>
              <a:r>
                <a:rPr lang="en-US" altLang="ja-JP" sz="1200" dirty="0">
                  <a:solidFill>
                    <a:srgbClr val="008D2E"/>
                  </a:solidFill>
                  <a:latin typeface="+mn-ea"/>
                </a:rPr>
                <a:t>② </a:t>
              </a:r>
              <a:r>
                <a:rPr lang="ja-JP" altLang="en-US" sz="12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" altLang="ja-JP" sz="1200" dirty="0">
                  <a:solidFill>
                    <a:srgbClr val="008D2E"/>
                  </a:solidFill>
                  <a:latin typeface="+mn-ea"/>
                </a:rPr>
                <a:t>ROI</a:t>
              </a:r>
            </a:p>
            <a:p>
              <a:pPr>
                <a:spcAft>
                  <a:spcPts val="200"/>
                </a:spcAft>
              </a:pPr>
              <a:r>
                <a:rPr lang="en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lang="en-US" altLang="ja-JP" sz="1200" dirty="0">
                <a:latin typeface="+mn-ea"/>
              </a:endParaRPr>
            </a:p>
          </p:txBody>
        </p:sp>
        <p:sp>
          <p:nvSpPr>
            <p:cNvPr id="331" name="Text 8">
              <a:extLst>
                <a:ext uri="{FF2B5EF4-FFF2-40B4-BE49-F238E27FC236}">
                  <ns2:creationId id="{ADB8D128-9CAA-EF37-B897-5EC71186AD36}"/>
                </a:ext>
              </a:extLst>
            </p:cNvPr>
            <p:cNvSpPr/>
            <p:nvPr/>
          </p:nvSpPr>
          <p:spPr>
            <a:xfrm>
              <a:off x="2767604" y="5177785"/>
              <a:ext cx="900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08D2E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332" name="Text 9">
              <a:extLst>
                <a:ext uri="{FF2B5EF4-FFF2-40B4-BE49-F238E27FC236}">
                  <ns2:creationId id="{25FB4907-1C53-79A3-ABBB-BA0B2A829757}"/>
                </a:ext>
              </a:extLst>
            </p:cNvPr>
            <p:cNvSpPr/>
            <p:nvPr/>
          </p:nvSpPr>
          <p:spPr>
            <a:xfrm>
              <a:off x="3739059" y="5177786"/>
              <a:ext cx="3204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99450" indent="-99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</a:p>
            <a:p>
              <a:pPr marL="99450" indent="-99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</a:p>
            <a:p>
              <a:pPr marL="99450" indent="-99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 </a:t>
              </a: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sp>
          <p:nvSpPr>
            <p:cNvPr id="333" name="Shape 10">
              <a:extLst>
                <a:ext uri="{FF2B5EF4-FFF2-40B4-BE49-F238E27FC236}">
                  <ns2:creationId id="{63CCAA0E-B842-51AC-F225-17645431040B}"/>
                </a:ext>
              </a:extLst>
            </p:cNvPr>
            <p:cNvSpPr/>
            <p:nvPr/>
          </p:nvSpPr>
          <p:spPr>
            <a:xfrm>
              <a:off x="750999" y="5777084"/>
              <a:ext cx="1883156" cy="540000"/>
            </a:xfrm>
            <a:prstGeom prst="roundRect">
              <a:avLst>
                <a:gd name="adj" fmla="val 5161"/>
              </a:avLst>
            </a:prstGeom>
            <a:solidFill>
              <a:srgbClr val="C00000">
                <a:alpha val="20000"/>
              </a:srgbClr>
            </a:solidFill>
            <a:ln/>
          </p:spPr>
          <p:txBody>
            <a:bodyPr/>
            <a:lstStyle/>
            <a:p>
              <a:pPr>
                <a:spcAft>
                  <a:spcPts val="200"/>
                </a:spcAft>
              </a:pPr>
              <a:r>
                <a:rPr lang="en-US" altLang="ja-JP" sz="1200" dirty="0">
                  <a:solidFill>
                    <a:srgbClr val="C00000"/>
                  </a:solidFill>
                  <a:latin typeface="+mn-ea"/>
                </a:rPr>
                <a:t>③ </a:t>
              </a:r>
              <a:r>
                <a:rPr lang="ja-JP" altLang="en-US" sz="1200" dirty="0">
                  <a:solidFill>
                    <a:srgbClr val="C00000"/>
                  </a:solidFill>
                  <a:latin typeface="+mn-ea"/>
                </a:rPr>
                <a:t>XX</a:t>
              </a:r>
              <a:endParaRPr lang="en-US" altLang="ja-JP" sz="1200" dirty="0">
                <a:solidFill>
                  <a:srgbClr val="C00000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1200" dirty="0">
                  <a:latin typeface="+mn-ea"/>
                </a:rPr>
                <a:t>XX</a:t>
              </a:r>
              <a:endParaRPr lang="en-US" altLang="ja-JP" sz="1200" dirty="0">
                <a:latin typeface="+mn-ea"/>
              </a:endParaRPr>
            </a:p>
          </p:txBody>
        </p:sp>
        <p:sp>
          <p:nvSpPr>
            <p:cNvPr id="335" name="Text 12">
              <a:extLst>
                <a:ext uri="{FF2B5EF4-FFF2-40B4-BE49-F238E27FC236}">
                  <ns2:creationId id="{23D3E81B-6C57-D7F8-4B91-18FB6780C021}"/>
                </a:ext>
              </a:extLst>
            </p:cNvPr>
            <p:cNvSpPr/>
            <p:nvPr/>
          </p:nvSpPr>
          <p:spPr>
            <a:xfrm>
              <a:off x="2767604" y="5777084"/>
              <a:ext cx="900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C00000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C00000"/>
                </a:solidFill>
                <a:latin typeface="+mn-ea"/>
              </a:endParaRPr>
            </a:p>
          </p:txBody>
        </p:sp>
        <p:sp>
          <p:nvSpPr>
            <p:cNvPr id="336" name="Text 13">
              <a:extLst>
                <a:ext uri="{FF2B5EF4-FFF2-40B4-BE49-F238E27FC236}">
                  <ns2:creationId id="{E662DD11-6337-CA26-078C-726695BCFE4C}"/>
                </a:ext>
              </a:extLst>
            </p:cNvPr>
            <p:cNvSpPr/>
            <p:nvPr/>
          </p:nvSpPr>
          <p:spPr>
            <a:xfrm>
              <a:off x="3726941" y="5777084"/>
              <a:ext cx="3204000" cy="54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99450" indent="-99450">
                <a:lnSpc>
                  <a:spcPct val="105000"/>
                </a:lnSpc>
                <a:buClr>
                  <a:srgbClr val="C00000"/>
                </a:buClr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r>
                <a:rPr lang="en-US" sz="9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latin typeface="+mn-ea"/>
                  <a:cs typeface="Meiryo UI" pitchFamily="34" charset="-120"/>
                </a:rPr>
                <a:t>・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sz="900" dirty="0" err="1">
                  <a:latin typeface="+mn-ea"/>
                  <a:cs typeface="Meiryo UI" pitchFamily="34" charset="-120"/>
                </a:rPr>
                <a:t>XX</a:t>
              </a:r>
              <a:r>
                <a:rPr lang="en-US" sz="900" dirty="0">
                  <a:latin typeface="+mn-ea"/>
                  <a:cs typeface="Meiryo UI" pitchFamily="34" charset="-120"/>
                </a:rPr>
                <a:t> </a:t>
              </a:r>
              <a:br>
                <a:rPr lang="en-US" sz="900" dirty="0">
                  <a:latin typeface="+mn-ea"/>
                  <a:cs typeface="Meiryo UI" pitchFamily="34" charset="-120"/>
                </a:rPr>
              </a:br>
              <a:r>
                <a:rPr lang="en-US" altLang="ja-JP" sz="900" dirty="0">
                  <a:latin typeface="+mn-ea"/>
                  <a:cs typeface="Meiryo UI" pitchFamily="34" charset="-120"/>
                </a:rPr>
                <a:t>-</a:t>
              </a:r>
              <a:r>
                <a:rPr lang="en-US" sz="900" dirty="0">
                  <a:latin typeface="+mn-ea"/>
                  <a:cs typeface="Meiryo UI" pitchFamily="34" charset="-120"/>
                </a:rPr>
                <a:t>XX</a:t>
              </a:r>
              <a:endParaRPr lang="en-US" sz="900" dirty="0">
                <a:latin typeface="+mn-ea"/>
              </a:endParaRPr>
            </a:p>
          </p:txBody>
        </p:sp>
        <p:cxnSp>
          <p:nvCxnSpPr>
            <p:cNvPr id="340" name="table_TWformat_line_2_2">
              <a:extLst>
                <a:ext uri="{FF2B5EF4-FFF2-40B4-BE49-F238E27FC236}">
                  <ns2:creationId id="{ED4F64F4-48C9-7CFB-DFDC-E57DA6786534}"/>
                </a:ext>
              </a:extLst>
            </p:cNvPr>
            <p:cNvCxnSpPr>
              <a:cxnSpLocks/>
            </p:cNvCxnSpPr>
            <p:nvPr/>
          </p:nvCxnSpPr>
          <p:spPr>
            <a:xfrm>
              <a:off x="2767604" y="5148136"/>
              <a:ext cx="90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table_TWformat_line_2_2">
              <a:extLst>
                <a:ext uri="{FF2B5EF4-FFF2-40B4-BE49-F238E27FC236}">
                  <ns2:creationId id="{13131F90-BBC9-C17F-7D2D-06DF3C92C84B}"/>
                </a:ext>
              </a:extLst>
            </p:cNvPr>
            <p:cNvCxnSpPr>
              <a:cxnSpLocks/>
            </p:cNvCxnSpPr>
            <p:nvPr/>
          </p:nvCxnSpPr>
          <p:spPr>
            <a:xfrm>
              <a:off x="2767604" y="5747435"/>
              <a:ext cx="90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table_TWformat_line_2_2">
              <a:extLst>
                <a:ext uri="{FF2B5EF4-FFF2-40B4-BE49-F238E27FC236}">
                  <ns2:creationId id="{00D9F11A-7728-2279-18F3-9BB37D088C6A}"/>
                </a:ext>
              </a:extLst>
            </p:cNvPr>
            <p:cNvCxnSpPr>
              <a:cxnSpLocks/>
            </p:cNvCxnSpPr>
            <p:nvPr/>
          </p:nvCxnSpPr>
          <p:spPr>
            <a:xfrm>
              <a:off x="3739059" y="5148137"/>
              <a:ext cx="3203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table_TWformat_line_2_2">
              <a:extLst>
                <a:ext uri="{FF2B5EF4-FFF2-40B4-BE49-F238E27FC236}">
                  <ns2:creationId id="{D313C91B-E21C-2C5D-205B-0B52403D2EDC}"/>
                </a:ext>
              </a:extLst>
            </p:cNvPr>
            <p:cNvCxnSpPr>
              <a:cxnSpLocks/>
            </p:cNvCxnSpPr>
            <p:nvPr/>
          </p:nvCxnSpPr>
          <p:spPr>
            <a:xfrm>
              <a:off x="3739059" y="5747435"/>
              <a:ext cx="3203999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5" name="テキスト ボックス 344">
              <a:extLst>
                <a:ext uri="{FF2B5EF4-FFF2-40B4-BE49-F238E27FC236}">
                  <ns2:creationId id="{69459932-D279-ECC5-AF79-19559E1D048D}"/>
                </a:ext>
              </a:extLst>
            </p:cNvPr>
            <p:cNvSpPr txBox="1"/>
            <p:nvPr/>
          </p:nvSpPr>
          <p:spPr>
            <a:xfrm>
              <a:off x="11243201" y="4578487"/>
              <a:ext cx="614122" cy="324000"/>
            </a:xfrm>
            <a:prstGeom prst="rect">
              <a:avLst/>
            </a:prstGeom>
            <a:solidFill>
              <a:srgbClr val="008D2E"/>
            </a:solidFill>
          </p:spPr>
          <p:txBody>
            <a:bodyPr wrap="square" lIns="0" tIns="36000" rIns="0" bIns="36000" rtlCol="0" anchor="ctr">
              <a:no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chemeClr val="bg1"/>
                  </a:solidFill>
                  <a:latin typeface="+mn-ea"/>
                </a:rPr>
                <a:t>4</a:t>
              </a:r>
              <a:r>
                <a:rPr kumimoji="1" lang="ja-JP" altLang="en-US" sz="10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47" name="テキスト ボックス 346">
              <a:extLst>
                <a:ext uri="{FF2B5EF4-FFF2-40B4-BE49-F238E27FC236}">
                  <ns2:creationId id="{B578C5AC-6077-4468-E492-8CA6FCBD598B}"/>
                </a:ext>
              </a:extLst>
            </p:cNvPr>
            <p:cNvSpPr txBox="1"/>
            <p:nvPr/>
          </p:nvSpPr>
          <p:spPr>
            <a:xfrm>
              <a:off x="6997639" y="4932119"/>
              <a:ext cx="1512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pPr defTabSz="179388"/>
              <a:r>
                <a:rPr kumimoji="1" lang="en-US" altLang="ja-JP" sz="1000" dirty="0">
                  <a:latin typeface="+mn-ea"/>
                </a:rPr>
                <a:t>①	</a:t>
              </a:r>
              <a:r>
                <a:rPr kumimoji="1" lang="ja-JP" altLang="en-US" sz="1000" dirty="0">
                  <a:latin typeface="+mn-ea"/>
                </a:rPr>
                <a:t>XX</a:t>
              </a:r>
              <a:br>
                <a:rPr kumimoji="1" lang="en-US" altLang="ja-JP" sz="1000" dirty="0">
                  <a:latin typeface="+mn-ea"/>
                </a:rPr>
              </a:br>
              <a:r>
                <a:rPr kumimoji="1" lang="en-US" altLang="ja-JP" sz="1000" dirty="0">
                  <a:latin typeface="+mn-ea"/>
                </a:rPr>
                <a:t>	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</a:t>
              </a:r>
            </a:p>
          </p:txBody>
        </p:sp>
        <p:sp>
          <p:nvSpPr>
            <p:cNvPr id="348" name="テキスト ボックス 347">
              <a:extLst>
                <a:ext uri="{FF2B5EF4-FFF2-40B4-BE49-F238E27FC236}">
                  <ns2:creationId id="{36C2EB65-CED9-8522-F304-BA55C199EA46}"/>
                </a:ext>
              </a:extLst>
            </p:cNvPr>
            <p:cNvSpPr txBox="1"/>
            <p:nvPr/>
          </p:nvSpPr>
          <p:spPr>
            <a:xfrm>
              <a:off x="6997639" y="5285752"/>
              <a:ext cx="1512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pPr>
                <a:tabLst>
                  <a:tab pos="179388" algn="l"/>
                </a:tabLst>
              </a:pPr>
              <a:r>
                <a:rPr kumimoji="1" lang="en-US" altLang="ja-JP" sz="1000" dirty="0">
                  <a:latin typeface="+mn-ea"/>
                </a:rPr>
                <a:t>②	</a:t>
              </a:r>
              <a:r>
                <a:rPr kumimoji="1" lang="ja-JP" altLang="en-US" sz="1000" dirty="0">
                  <a:latin typeface="+mn-ea"/>
                </a:rPr>
                <a:t>XX</a:t>
              </a:r>
              <a:br>
                <a:rPr kumimoji="1" lang="en-US" altLang="ja-JP" sz="1000" dirty="0">
                  <a:latin typeface="+mn-ea"/>
                </a:rPr>
              </a:br>
              <a:r>
                <a:rPr kumimoji="1" lang="en-US" altLang="ja-JP" sz="1000" dirty="0">
                  <a:latin typeface="+mn-ea"/>
                </a:rPr>
                <a:t>	</a:t>
              </a:r>
              <a:r>
                <a:rPr kumimoji="1" lang="en-US" altLang="ja-JP" sz="900" dirty="0">
                  <a:latin typeface="+mn-ea"/>
                </a:rPr>
                <a:t>(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XX</a:t>
              </a:r>
              <a:r>
                <a:rPr kumimoji="1" lang="ja-JP" altLang="en-US" sz="900" dirty="0"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)</a:t>
              </a:r>
            </a:p>
          </p:txBody>
        </p:sp>
        <p:sp>
          <p:nvSpPr>
            <p:cNvPr id="349" name="テキスト ボックス 348">
              <a:extLst>
                <a:ext uri="{FF2B5EF4-FFF2-40B4-BE49-F238E27FC236}">
                  <ns2:creationId id="{E4292C8A-FC47-9A67-F07C-2D989B4FFB73}"/>
                </a:ext>
              </a:extLst>
            </p:cNvPr>
            <p:cNvSpPr txBox="1"/>
            <p:nvPr/>
          </p:nvSpPr>
          <p:spPr>
            <a:xfrm>
              <a:off x="6997639" y="5639384"/>
              <a:ext cx="1512000" cy="3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pPr defTabSz="179388"/>
              <a:r>
                <a:rPr lang="ja-JP" altLang="en-US" sz="1000" dirty="0">
                  <a:latin typeface="+mn-ea"/>
                </a:rPr>
                <a:t>③</a:t>
              </a:r>
              <a:r>
                <a:rPr lang="en-US" altLang="ja-JP" sz="1000" dirty="0">
                  <a:latin typeface="+mn-ea"/>
                </a:rPr>
                <a:t>	</a:t>
              </a:r>
              <a:r>
                <a:rPr kumimoji="1" lang="en-US" altLang="ja-JP" sz="1000" dirty="0">
                  <a:latin typeface="+mn-ea"/>
                </a:rPr>
                <a:t>XX</a:t>
              </a:r>
              <a:r>
                <a:rPr kumimoji="1" lang="ja-JP" altLang="en-US" sz="1000" dirty="0">
                  <a:latin typeface="+mn-ea"/>
                </a:rPr>
                <a:t>XX</a:t>
              </a:r>
              <a:br>
                <a:rPr kumimoji="1" lang="en-US" altLang="ja-JP" sz="1000" dirty="0">
                  <a:latin typeface="+mn-ea"/>
                </a:rPr>
              </a:br>
              <a:r>
                <a:rPr kumimoji="1" lang="en-US" altLang="ja-JP" sz="1000" dirty="0">
                  <a:latin typeface="+mn-ea"/>
                </a:rPr>
                <a:t>	</a:t>
              </a:r>
              <a:r>
                <a:rPr kumimoji="1" lang="en-US" altLang="ja-JP" sz="900" dirty="0">
                  <a:latin typeface="+mn-ea"/>
                </a:rPr>
                <a:t>XX</a:t>
              </a:r>
              <a:r>
                <a:rPr kumimoji="1"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900" dirty="0">
                  <a:latin typeface="+mn-ea"/>
                </a:rPr>
                <a:t>XX</a:t>
              </a:r>
            </a:p>
          </p:txBody>
        </p:sp>
        <p:sp>
          <p:nvSpPr>
            <p:cNvPr id="351" name="テキスト ボックス 350">
              <a:extLst>
                <a:ext uri="{FF2B5EF4-FFF2-40B4-BE49-F238E27FC236}">
                  <ns2:creationId id="{BF43608C-11B4-9A2D-977B-CFFA09630C0D}"/>
                </a:ext>
              </a:extLst>
            </p:cNvPr>
            <p:cNvSpPr txBox="1"/>
            <p:nvPr/>
          </p:nvSpPr>
          <p:spPr>
            <a:xfrm>
              <a:off x="6997639" y="5993017"/>
              <a:ext cx="15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72000" tIns="36000" rIns="36000" bIns="36000" rtlCol="0" anchor="ctr">
              <a:noAutofit/>
            </a:bodyPr>
            <a:lstStyle/>
            <a:p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②</a:t>
              </a:r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③</a:t>
              </a:r>
              <a:r>
                <a:rPr kumimoji="1"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2" name="テキスト ボックス 351">
              <a:extLst>
                <a:ext uri="{FF2B5EF4-FFF2-40B4-BE49-F238E27FC236}">
                  <ns2:creationId id="{FF2EFAC8-AA72-1F52-305C-B1FDFEF7E049}"/>
                </a:ext>
              </a:extLst>
            </p:cNvPr>
            <p:cNvSpPr txBox="1"/>
            <p:nvPr/>
          </p:nvSpPr>
          <p:spPr>
            <a:xfrm>
              <a:off x="8537951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3" name="テキスト ボックス 352">
              <a:extLst>
                <a:ext uri="{FF2B5EF4-FFF2-40B4-BE49-F238E27FC236}">
                  <ns2:creationId id="{F763070D-3072-F220-2723-6C511423553C}"/>
                </a:ext>
              </a:extLst>
            </p:cNvPr>
            <p:cNvSpPr txBox="1"/>
            <p:nvPr/>
          </p:nvSpPr>
          <p:spPr>
            <a:xfrm>
              <a:off x="8537951" y="5285751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latin typeface="+mn-ea"/>
                </a:rPr>
                <a:t>-</a:t>
              </a:r>
            </a:p>
          </p:txBody>
        </p:sp>
        <p:sp>
          <p:nvSpPr>
            <p:cNvPr id="354" name="テキスト ボックス 353">
              <a:extLst>
                <a:ext uri="{FF2B5EF4-FFF2-40B4-BE49-F238E27FC236}">
                  <ns2:creationId id="{31340B59-161A-522B-7438-119D295799FD}"/>
                </a:ext>
              </a:extLst>
            </p:cNvPr>
            <p:cNvSpPr txBox="1"/>
            <p:nvPr/>
          </p:nvSpPr>
          <p:spPr>
            <a:xfrm>
              <a:off x="8537951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latin typeface="+mn-ea"/>
                </a:rPr>
                <a:t>-</a:t>
              </a:r>
            </a:p>
          </p:txBody>
        </p:sp>
        <p:sp>
          <p:nvSpPr>
            <p:cNvPr id="355" name="テキスト ボックス 354">
              <a:extLst>
                <a:ext uri="{FF2B5EF4-FFF2-40B4-BE49-F238E27FC236}">
                  <ns2:creationId id="{0954D0FC-F981-CEBA-BA27-2668AD27A085}"/>
                </a:ext>
              </a:extLst>
            </p:cNvPr>
            <p:cNvSpPr txBox="1"/>
            <p:nvPr/>
          </p:nvSpPr>
          <p:spPr>
            <a:xfrm>
              <a:off x="8537951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 dirty="0">
                  <a:solidFill>
                    <a:srgbClr val="C00000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C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56" name="テキスト ボックス 355">
              <a:extLst>
                <a:ext uri="{FF2B5EF4-FFF2-40B4-BE49-F238E27FC236}">
                  <ns2:creationId id="{CF5574FE-7E93-5B6F-6C45-C90C86B22625}"/>
                </a:ext>
              </a:extLst>
            </p:cNvPr>
            <p:cNvSpPr txBox="1"/>
            <p:nvPr/>
          </p:nvSpPr>
          <p:spPr>
            <a:xfrm>
              <a:off x="9214262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7" name="テキスト ボックス 356">
              <a:extLst>
                <a:ext uri="{FF2B5EF4-FFF2-40B4-BE49-F238E27FC236}">
                  <ns2:creationId id="{3A0C97A2-79AF-A41A-6B56-99194D86EBC9}"/>
                </a:ext>
              </a:extLst>
            </p:cNvPr>
            <p:cNvSpPr txBox="1"/>
            <p:nvPr/>
          </p:nvSpPr>
          <p:spPr>
            <a:xfrm>
              <a:off x="9214262" y="5285752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8" name="テキスト ボックス 357">
              <a:extLst>
                <a:ext uri="{FF2B5EF4-FFF2-40B4-BE49-F238E27FC236}">
                  <ns2:creationId id="{8EA57DF4-7CD2-115A-C6A1-A0E629968731}"/>
                </a:ext>
              </a:extLst>
            </p:cNvPr>
            <p:cNvSpPr txBox="1"/>
            <p:nvPr/>
          </p:nvSpPr>
          <p:spPr>
            <a:xfrm>
              <a:off x="9214262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dirty="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59" name="テキスト ボックス 358">
              <a:extLst>
                <a:ext uri="{FF2B5EF4-FFF2-40B4-BE49-F238E27FC236}">
                  <ns2:creationId id="{268D7059-3912-FDAB-651A-FEEE0903EF10}"/>
                </a:ext>
              </a:extLst>
            </p:cNvPr>
            <p:cNvSpPr txBox="1"/>
            <p:nvPr/>
          </p:nvSpPr>
          <p:spPr>
            <a:xfrm>
              <a:off x="9214262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0" name="テキスト ボックス 359">
              <a:extLst>
                <a:ext uri="{FF2B5EF4-FFF2-40B4-BE49-F238E27FC236}">
                  <ns2:creationId id="{683BFE67-5D29-C9AD-4888-0907729E193D}"/>
                </a:ext>
              </a:extLst>
            </p:cNvPr>
            <p:cNvSpPr txBox="1"/>
            <p:nvPr/>
          </p:nvSpPr>
          <p:spPr>
            <a:xfrm>
              <a:off x="9890576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1" name="テキスト ボックス 360">
              <a:extLst>
                <a:ext uri="{FF2B5EF4-FFF2-40B4-BE49-F238E27FC236}">
                  <ns2:creationId id="{641AD7D3-D69B-31B3-8852-818919E84FC7}"/>
                </a:ext>
              </a:extLst>
            </p:cNvPr>
            <p:cNvSpPr txBox="1"/>
            <p:nvPr/>
          </p:nvSpPr>
          <p:spPr>
            <a:xfrm>
              <a:off x="9890576" y="5285752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2" name="テキスト ボックス 361">
              <a:extLst>
                <a:ext uri="{FF2B5EF4-FFF2-40B4-BE49-F238E27FC236}">
                  <ns2:creationId id="{BA95374A-8109-EBCF-3228-BAB2ED08A44D}"/>
                </a:ext>
              </a:extLst>
            </p:cNvPr>
            <p:cNvSpPr txBox="1"/>
            <p:nvPr/>
          </p:nvSpPr>
          <p:spPr>
            <a:xfrm>
              <a:off x="9890576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3" name="テキスト ボックス 362">
              <a:extLst>
                <a:ext uri="{FF2B5EF4-FFF2-40B4-BE49-F238E27FC236}">
                  <ns2:creationId id="{A33BAC58-22EC-DB7F-36F8-8C46E5C5DAA5}"/>
                </a:ext>
              </a:extLst>
            </p:cNvPr>
            <p:cNvSpPr txBox="1"/>
            <p:nvPr/>
          </p:nvSpPr>
          <p:spPr>
            <a:xfrm>
              <a:off x="9890576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4" name="テキスト ボックス 363">
              <a:extLst>
                <a:ext uri="{FF2B5EF4-FFF2-40B4-BE49-F238E27FC236}">
                  <ns2:creationId id="{83A0204A-EFCC-5CFE-16B6-647FD2A25E5F}"/>
                </a:ext>
              </a:extLst>
            </p:cNvPr>
            <p:cNvSpPr txBox="1"/>
            <p:nvPr/>
          </p:nvSpPr>
          <p:spPr>
            <a:xfrm>
              <a:off x="10566887" y="4932119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ja-JP" sz="1000" dirty="0">
                  <a:latin typeface="+mn-ea"/>
                </a:rPr>
                <a:t>-</a:t>
              </a:r>
              <a:endParaRPr kumimoji="1" lang="en-US" altLang="ja-JP" sz="1000" dirty="0">
                <a:latin typeface="+mn-ea"/>
              </a:endParaRPr>
            </a:p>
          </p:txBody>
        </p:sp>
        <p:sp>
          <p:nvSpPr>
            <p:cNvPr id="365" name="テキスト ボックス 364">
              <a:extLst>
                <a:ext uri="{FF2B5EF4-FFF2-40B4-BE49-F238E27FC236}">
                  <ns2:creationId id="{8EF49C1E-D46A-9BD8-0959-90255D4D4FAD}"/>
                </a:ext>
              </a:extLst>
            </p:cNvPr>
            <p:cNvSpPr txBox="1"/>
            <p:nvPr/>
          </p:nvSpPr>
          <p:spPr>
            <a:xfrm>
              <a:off x="10566887" y="5285752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6" name="テキスト ボックス 365">
              <a:extLst>
                <a:ext uri="{FF2B5EF4-FFF2-40B4-BE49-F238E27FC236}">
                  <ns2:creationId id="{390EDC64-FF50-BCB6-3742-365C611459C2}"/>
                </a:ext>
              </a:extLst>
            </p:cNvPr>
            <p:cNvSpPr txBox="1"/>
            <p:nvPr/>
          </p:nvSpPr>
          <p:spPr>
            <a:xfrm>
              <a:off x="10566887" y="5639384"/>
              <a:ext cx="612000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XX</a:t>
              </a:r>
            </a:p>
          </p:txBody>
        </p:sp>
        <p:sp>
          <p:nvSpPr>
            <p:cNvPr id="367" name="テキスト ボックス 366">
              <a:extLst>
                <a:ext uri="{FF2B5EF4-FFF2-40B4-BE49-F238E27FC236}">
                  <ns2:creationId id="{DFE338CD-9D05-851C-CD42-B297781B1053}"/>
                </a:ext>
              </a:extLst>
            </p:cNvPr>
            <p:cNvSpPr txBox="1"/>
            <p:nvPr/>
          </p:nvSpPr>
          <p:spPr>
            <a:xfrm>
              <a:off x="10566887" y="5993017"/>
              <a:ext cx="612000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8" name="テキスト ボックス 367">
              <a:extLst>
                <a:ext uri="{FF2B5EF4-FFF2-40B4-BE49-F238E27FC236}">
                  <ns2:creationId id="{48D1EF16-AACD-4441-45A9-9D604A5557FD}"/>
                </a:ext>
              </a:extLst>
            </p:cNvPr>
            <p:cNvSpPr txBox="1"/>
            <p:nvPr/>
          </p:nvSpPr>
          <p:spPr>
            <a:xfrm>
              <a:off x="11243201" y="4932119"/>
              <a:ext cx="614122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69" name="テキスト ボックス 368">
              <a:extLst>
                <a:ext uri="{FF2B5EF4-FFF2-40B4-BE49-F238E27FC236}">
                  <ns2:creationId id="{325A9BB5-4E80-8189-ECF9-94EF96C4287A}"/>
                </a:ext>
              </a:extLst>
            </p:cNvPr>
            <p:cNvSpPr txBox="1"/>
            <p:nvPr/>
          </p:nvSpPr>
          <p:spPr>
            <a:xfrm>
              <a:off x="11243201" y="5285752"/>
              <a:ext cx="614122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0" name="テキスト ボックス 369">
              <a:extLst>
                <a:ext uri="{FF2B5EF4-FFF2-40B4-BE49-F238E27FC236}">
                  <ns2:creationId id="{8AAF1B01-CE18-B65A-6223-7C5EA6C5372E}"/>
                </a:ext>
              </a:extLst>
            </p:cNvPr>
            <p:cNvSpPr txBox="1"/>
            <p:nvPr/>
          </p:nvSpPr>
          <p:spPr>
            <a:xfrm>
              <a:off x="11243201" y="5639384"/>
              <a:ext cx="614122" cy="324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1" name="テキスト ボックス 370">
              <a:extLst>
                <a:ext uri="{FF2B5EF4-FFF2-40B4-BE49-F238E27FC236}">
                  <ns2:creationId id="{AA7FF3ED-744B-B171-51D2-9A5D51FA22D5}"/>
                </a:ext>
              </a:extLst>
            </p:cNvPr>
            <p:cNvSpPr txBox="1"/>
            <p:nvPr/>
          </p:nvSpPr>
          <p:spPr>
            <a:xfrm>
              <a:off x="11243201" y="5993017"/>
              <a:ext cx="614122" cy="324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</p:spPr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72" name="テキスト ボックス 371">
              <a:extLst>
                <a:ext uri="{FF2B5EF4-FFF2-40B4-BE49-F238E27FC236}">
                  <ns2:creationId id="{7EC7D045-F26D-0CF1-8471-DE4F7455F0B2}"/>
                </a:ext>
              </a:extLst>
            </p:cNvPr>
            <p:cNvSpPr txBox="1"/>
            <p:nvPr/>
          </p:nvSpPr>
          <p:spPr>
            <a:xfrm>
              <a:off x="6997639" y="4578487"/>
              <a:ext cx="1512000" cy="324000"/>
            </a:xfrm>
            <a:prstGeom prst="rect">
              <a:avLst/>
            </a:prstGeom>
            <a:noFill/>
          </p:spPr>
          <p:txBody>
            <a:bodyPr wrap="square" lIns="0" tIns="36000" rIns="0" bIns="36000" rtlCol="0" anchor="ctr">
              <a:noAutofit/>
            </a:bodyPr>
            <a:lstStyle/>
            <a:p>
              <a:pPr algn="ctr"/>
              <a:r>
                <a:rPr kumimoji="1" lang="en-US" altLang="ja-JP" sz="1000" dirty="0">
                  <a:latin typeface="+mn-ea"/>
                </a:rPr>
                <a:t>(</a:t>
              </a:r>
              <a:r>
                <a:rPr kumimoji="1" lang="ja-JP" altLang="en-US" sz="1000" dirty="0">
                  <a:latin typeface="+mn-ea"/>
                </a:rPr>
                <a:t>XX</a:t>
              </a:r>
              <a:r>
                <a:rPr kumimoji="1" lang="en-US" altLang="ja-JP" sz="1000" dirty="0">
                  <a:latin typeface="+mn-ea"/>
                </a:rPr>
                <a:t>)</a:t>
              </a:r>
            </a:p>
          </p:txBody>
        </p:sp>
        <p:sp>
          <p:nvSpPr>
            <p:cNvPr id="373" name="山形 52">
              <a:extLst>
                <a:ext uri="{FF2B5EF4-FFF2-40B4-BE49-F238E27FC236}">
                  <ns2:creationId id="{D6FD6CF1-BE57-A217-DDD8-9C99EDC9A88F}"/>
                </a:ext>
              </a:extLst>
            </p:cNvPr>
            <p:cNvSpPr/>
            <p:nvPr/>
          </p:nvSpPr>
          <p:spPr>
            <a:xfrm>
              <a:off x="8537951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74" name="山形 52">
              <a:extLst>
                <a:ext uri="{FF2B5EF4-FFF2-40B4-BE49-F238E27FC236}">
                  <ns2:creationId id="{8EAC857D-E409-9CF4-BD29-F5359ABD7F26}"/>
                </a:ext>
              </a:extLst>
            </p:cNvPr>
            <p:cNvSpPr/>
            <p:nvPr/>
          </p:nvSpPr>
          <p:spPr>
            <a:xfrm>
              <a:off x="9214263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75" name="山形 52">
              <a:extLst>
                <a:ext uri="{FF2B5EF4-FFF2-40B4-BE49-F238E27FC236}">
                  <ns2:creationId id="{D5CB166C-42DD-398C-B430-6B77F0B0A124}"/>
                </a:ext>
              </a:extLst>
            </p:cNvPr>
            <p:cNvSpPr/>
            <p:nvPr/>
          </p:nvSpPr>
          <p:spPr>
            <a:xfrm>
              <a:off x="9890576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76" name="山形 375">
              <a:extLst>
                <a:ext uri="{FF2B5EF4-FFF2-40B4-BE49-F238E27FC236}">
                  <ns2:creationId id="{1E5C5CEA-3C67-9B59-5C64-85A2EB701BA0}"/>
                </a:ext>
              </a:extLst>
            </p:cNvPr>
            <p:cNvSpPr/>
            <p:nvPr/>
          </p:nvSpPr>
          <p:spPr>
            <a:xfrm>
              <a:off x="10566888" y="4578487"/>
              <a:ext cx="648000" cy="323999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marL="180975" indent="-180975" algn="ctr">
                <a:buClr>
                  <a:schemeClr val="accent1"/>
                </a:buClr>
              </a:pPr>
              <a:r>
                <a:rPr kumimoji="1" lang="en-US" altLang="ja-JP" sz="11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+mn-ea"/>
              </a:endParaRPr>
            </a:p>
          </p:txBody>
        </p:sp>
        <p:cxnSp>
          <p:nvCxnSpPr>
            <p:cNvPr id="378" name="table_TWformat_line_2_2">
              <a:extLst>
                <a:ext uri="{FF2B5EF4-FFF2-40B4-BE49-F238E27FC236}">
                  <ns2:creationId id="{5E593B89-2F52-89D5-C35E-47D117348EF3}"/>
                </a:ext>
              </a:extLst>
            </p:cNvPr>
            <p:cNvCxnSpPr>
              <a:cxnSpLocks/>
            </p:cNvCxnSpPr>
            <p:nvPr/>
          </p:nvCxnSpPr>
          <p:spPr>
            <a:xfrm>
              <a:off x="8537951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table_TWformat_line_2_2">
              <a:extLst>
                <a:ext uri="{FF2B5EF4-FFF2-40B4-BE49-F238E27FC236}">
                  <ns2:creationId id="{4CA312BB-1999-535D-EC08-6AB7954FBEAF}"/>
                </a:ext>
              </a:extLst>
            </p:cNvPr>
            <p:cNvCxnSpPr>
              <a:cxnSpLocks/>
            </p:cNvCxnSpPr>
            <p:nvPr/>
          </p:nvCxnSpPr>
          <p:spPr>
            <a:xfrm>
              <a:off x="8537951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table_TWformat_line_2_2">
              <a:extLst>
                <a:ext uri="{FF2B5EF4-FFF2-40B4-BE49-F238E27FC236}">
                  <ns2:creationId id="{9C923BE6-0E86-C73B-897A-D5CBFD52882F}"/>
                </a:ext>
              </a:extLst>
            </p:cNvPr>
            <p:cNvCxnSpPr>
              <a:cxnSpLocks/>
            </p:cNvCxnSpPr>
            <p:nvPr/>
          </p:nvCxnSpPr>
          <p:spPr>
            <a:xfrm>
              <a:off x="8537951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table_TWformat_line_2_2">
              <a:extLst>
                <a:ext uri="{FF2B5EF4-FFF2-40B4-BE49-F238E27FC236}">
                  <ns2:creationId id="{66D5FFFF-E0AE-0BED-2533-FE11354239D5}"/>
                </a:ext>
              </a:extLst>
            </p:cNvPr>
            <p:cNvCxnSpPr>
              <a:cxnSpLocks/>
            </p:cNvCxnSpPr>
            <p:nvPr/>
          </p:nvCxnSpPr>
          <p:spPr>
            <a:xfrm>
              <a:off x="9214262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table_TWformat_line_2_2">
              <a:extLst>
                <a:ext uri="{FF2B5EF4-FFF2-40B4-BE49-F238E27FC236}">
                  <ns2:creationId id="{36508B16-4052-6AE9-5BA6-A065508AE8E3}"/>
                </a:ext>
              </a:extLst>
            </p:cNvPr>
            <p:cNvCxnSpPr>
              <a:cxnSpLocks/>
            </p:cNvCxnSpPr>
            <p:nvPr/>
          </p:nvCxnSpPr>
          <p:spPr>
            <a:xfrm>
              <a:off x="9214262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table_TWformat_line_2_2">
              <a:extLst>
                <a:ext uri="{FF2B5EF4-FFF2-40B4-BE49-F238E27FC236}">
                  <ns2:creationId id="{025F1690-AC1C-E4D5-2304-C394CC1F135A}"/>
                </a:ext>
              </a:extLst>
            </p:cNvPr>
            <p:cNvCxnSpPr>
              <a:cxnSpLocks/>
            </p:cNvCxnSpPr>
            <p:nvPr/>
          </p:nvCxnSpPr>
          <p:spPr>
            <a:xfrm>
              <a:off x="9214262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table_TWformat_line_2_2">
              <a:extLst>
                <a:ext uri="{FF2B5EF4-FFF2-40B4-BE49-F238E27FC236}">
                  <ns2:creationId id="{A9A1073F-59C1-BE47-11DF-16975AF6E126}"/>
                </a:ext>
              </a:extLst>
            </p:cNvPr>
            <p:cNvCxnSpPr>
              <a:cxnSpLocks/>
            </p:cNvCxnSpPr>
            <p:nvPr/>
          </p:nvCxnSpPr>
          <p:spPr>
            <a:xfrm>
              <a:off x="9890576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table_TWformat_line_2_2">
              <a:extLst>
                <a:ext uri="{FF2B5EF4-FFF2-40B4-BE49-F238E27FC236}">
                  <ns2:creationId id="{7A89D3DF-4DC0-8EBA-49B1-2AED54CE5098}"/>
                </a:ext>
              </a:extLst>
            </p:cNvPr>
            <p:cNvCxnSpPr>
              <a:cxnSpLocks/>
            </p:cNvCxnSpPr>
            <p:nvPr/>
          </p:nvCxnSpPr>
          <p:spPr>
            <a:xfrm>
              <a:off x="9890576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table_TWformat_line_2_2">
              <a:extLst>
                <a:ext uri="{FF2B5EF4-FFF2-40B4-BE49-F238E27FC236}">
                  <ns2:creationId id="{9470E92C-2C9A-D360-C7BD-DD89A8DE2112}"/>
                </a:ext>
              </a:extLst>
            </p:cNvPr>
            <p:cNvCxnSpPr>
              <a:cxnSpLocks/>
            </p:cNvCxnSpPr>
            <p:nvPr/>
          </p:nvCxnSpPr>
          <p:spPr>
            <a:xfrm>
              <a:off x="9890576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table_TWformat_line_2_2">
              <a:extLst>
                <a:ext uri="{FF2B5EF4-FFF2-40B4-BE49-F238E27FC236}">
                  <ns2:creationId id="{242A30B2-666C-A91C-2F9F-B476F8FBB433}"/>
                </a:ext>
              </a:extLst>
            </p:cNvPr>
            <p:cNvCxnSpPr>
              <a:cxnSpLocks/>
            </p:cNvCxnSpPr>
            <p:nvPr/>
          </p:nvCxnSpPr>
          <p:spPr>
            <a:xfrm>
              <a:off x="10566887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table_TWformat_line_2_2">
              <a:extLst>
                <a:ext uri="{FF2B5EF4-FFF2-40B4-BE49-F238E27FC236}">
                  <ns2:creationId id="{4CD52BB9-0B86-0AC8-3EA1-8CF64C31A1C8}"/>
                </a:ext>
              </a:extLst>
            </p:cNvPr>
            <p:cNvCxnSpPr>
              <a:cxnSpLocks/>
            </p:cNvCxnSpPr>
            <p:nvPr/>
          </p:nvCxnSpPr>
          <p:spPr>
            <a:xfrm>
              <a:off x="10566887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table_TWformat_line_2_2">
              <a:extLst>
                <a:ext uri="{FF2B5EF4-FFF2-40B4-BE49-F238E27FC236}">
                  <ns2:creationId id="{286329C4-41FC-1519-A6FC-D7742D97DE4F}"/>
                </a:ext>
              </a:extLst>
            </p:cNvPr>
            <p:cNvCxnSpPr>
              <a:cxnSpLocks/>
            </p:cNvCxnSpPr>
            <p:nvPr/>
          </p:nvCxnSpPr>
          <p:spPr>
            <a:xfrm>
              <a:off x="10566887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table_TWformat_line_2_2">
              <a:extLst>
                <a:ext uri="{FF2B5EF4-FFF2-40B4-BE49-F238E27FC236}">
                  <ns2:creationId id="{800A0185-633B-8463-7046-6F5BB086FE45}"/>
                </a:ext>
              </a:extLst>
            </p:cNvPr>
            <p:cNvCxnSpPr>
              <a:cxnSpLocks/>
            </p:cNvCxnSpPr>
            <p:nvPr/>
          </p:nvCxnSpPr>
          <p:spPr>
            <a:xfrm>
              <a:off x="11244262" y="5624568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table_TWformat_line_2_2">
              <a:extLst>
                <a:ext uri="{FF2B5EF4-FFF2-40B4-BE49-F238E27FC236}">
                  <ns2:creationId id="{CB7D9E2D-FF5F-18F7-2758-E77969AFE691}"/>
                </a:ext>
              </a:extLst>
            </p:cNvPr>
            <p:cNvCxnSpPr>
              <a:cxnSpLocks/>
            </p:cNvCxnSpPr>
            <p:nvPr/>
          </p:nvCxnSpPr>
          <p:spPr>
            <a:xfrm>
              <a:off x="11244262" y="5978200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table_TWformat_line_2_2">
              <a:extLst>
                <a:ext uri="{FF2B5EF4-FFF2-40B4-BE49-F238E27FC236}">
                  <ns2:creationId id="{33F12185-B080-6907-87B5-97FE3BA645EA}"/>
                </a:ext>
              </a:extLst>
            </p:cNvPr>
            <p:cNvCxnSpPr>
              <a:cxnSpLocks/>
            </p:cNvCxnSpPr>
            <p:nvPr/>
          </p:nvCxnSpPr>
          <p:spPr>
            <a:xfrm>
              <a:off x="11244262" y="5270935"/>
              <a:ext cx="612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>
            <a:extLst>
              <a:ext uri="{FF2B5EF4-FFF2-40B4-BE49-F238E27FC236}">
                <ns2:creationId id="{45C920A7-A0E5-0E17-0E75-22BEBC46475D}"/>
              </a:ext>
            </a:extLst>
          </p:cNvPr>
          <p:cNvGrpSpPr/>
          <p:nvPr/>
        </p:nvGrpSpPr>
        <p:grpSpPr>
          <a:xfrm>
            <a:off x="342913" y="1643271"/>
            <a:ext cx="11514959" cy="2854591"/>
            <a:chOff x="342913" y="1643271"/>
            <a:chExt cx="11514959" cy="2854591"/>
          </a:xfrm>
        </p:grpSpPr>
        <p:sp>
          <p:nvSpPr>
            <p:cNvPr id="17" name="table_TWformat_txt_2_1">
              <a:extLst>
                <a:ext uri="{FF2B5EF4-FFF2-40B4-BE49-F238E27FC236}">
                  <ns2:creationId id="{5BFF5E71-17E9-3E8C-C3AE-7F29A0755605}"/>
                </a:ext>
              </a:extLst>
            </p:cNvPr>
            <p:cNvSpPr/>
            <p:nvPr/>
          </p:nvSpPr>
          <p:spPr>
            <a:xfrm>
              <a:off x="342913" y="1643271"/>
              <a:ext cx="274637" cy="2773965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b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</a:br>
              <a:r>
                <a:rPr kumimoji="1" lang="en" altLang="ja-JP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538C5659-7051-F653-78FC-97C3B7E82CAE}"/>
                </a:ext>
              </a:extLst>
            </p:cNvPr>
            <p:cNvGrpSpPr/>
            <p:nvPr/>
          </p:nvGrpSpPr>
          <p:grpSpPr>
            <a:xfrm>
              <a:off x="2767605" y="1643271"/>
              <a:ext cx="2612115" cy="2773966"/>
              <a:chOff x="2767605" y="1643271"/>
              <a:chExt cx="3046455" cy="2773966"/>
            </a:xfrm>
          </p:grpSpPr>
          <p:sp>
            <p:nvSpPr>
              <p:cNvPr id="22" name="table_TWformat_txt_1_2">
                <a:extLst>
                  <a:ext uri="{FF2B5EF4-FFF2-40B4-BE49-F238E27FC236}">
                    <ns2:creationId id="{D457F82F-6BE7-62BA-124B-63105FC10F32}"/>
                  </a:ext>
                </a:extLst>
              </p:cNvPr>
              <p:cNvSpPr/>
              <p:nvPr/>
            </p:nvSpPr>
            <p:spPr>
              <a:xfrm>
                <a:off x="2767605" y="1643271"/>
                <a:ext cx="3046453" cy="2160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en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58" name="table_TWformat_line_2_2">
                <a:extLst>
                  <a:ext uri="{FF2B5EF4-FFF2-40B4-BE49-F238E27FC236}">
                    <ns2:creationId id="{1234B3AF-8F67-AD03-CBA9-3B905B86E5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1859271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正方形/長方形 91">
                <a:extLst>
                  <a:ext uri="{FF2B5EF4-FFF2-40B4-BE49-F238E27FC236}">
                    <ns2:creationId id="{FB168364-50F4-F85B-5929-A8640AB1F2FE}"/>
                  </a:ext>
                </a:extLst>
              </p:cNvPr>
              <p:cNvSpPr/>
              <p:nvPr/>
            </p:nvSpPr>
            <p:spPr>
              <a:xfrm>
                <a:off x="2767605" y="1909726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48" name="table_TWformat_line_2_2">
                <a:extLst>
                  <a:ext uri="{FF2B5EF4-FFF2-40B4-BE49-F238E27FC236}">
                    <ns2:creationId id="{0BFB7BFA-7759-262A-ECEF-A87B58B9E6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080205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" name="正方形/長方形 150">
                <a:extLst>
                  <a:ext uri="{FF2B5EF4-FFF2-40B4-BE49-F238E27FC236}">
                    <ns2:creationId id="{0286C657-E0C7-E1FE-BF63-1755CBAB5C34}"/>
                  </a:ext>
                </a:extLst>
              </p:cNvPr>
              <p:cNvSpPr/>
              <p:nvPr/>
            </p:nvSpPr>
            <p:spPr>
              <a:xfrm>
                <a:off x="2767605" y="2106685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52" name="table_TWformat_line_2_2">
                <a:extLst>
                  <a:ext uri="{FF2B5EF4-FFF2-40B4-BE49-F238E27FC236}">
                    <ns2:creationId id="{9378B737-E142-7F85-0EE0-5C72E00AD7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277165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正方形/長方形 152">
                <a:extLst>
                  <a:ext uri="{FF2B5EF4-FFF2-40B4-BE49-F238E27FC236}">
                    <ns2:creationId id="{84B803E3-8D40-C211-70FC-891A08915499}"/>
                  </a:ext>
                </a:extLst>
              </p:cNvPr>
              <p:cNvSpPr/>
              <p:nvPr/>
            </p:nvSpPr>
            <p:spPr>
              <a:xfrm>
                <a:off x="2767605" y="2303644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54" name="table_TWformat_line_2_2">
                <a:extLst>
                  <a:ext uri="{FF2B5EF4-FFF2-40B4-BE49-F238E27FC236}">
                    <ns2:creationId id="{2E61B3A9-4D07-AFCB-59B4-D2FB687C77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474124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5" name="正方形/長方形 154">
                <a:extLst>
                  <a:ext uri="{FF2B5EF4-FFF2-40B4-BE49-F238E27FC236}">
                    <ns2:creationId id="{FDF06F19-102A-69F3-9C16-D6EB311D7C9D}"/>
                  </a:ext>
                </a:extLst>
              </p:cNvPr>
              <p:cNvSpPr/>
              <p:nvPr/>
            </p:nvSpPr>
            <p:spPr>
              <a:xfrm>
                <a:off x="2767605" y="2500603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SLA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56" name="table_TWformat_line_2_2">
                <a:extLst>
                  <a:ext uri="{FF2B5EF4-FFF2-40B4-BE49-F238E27FC236}">
                    <ns2:creationId id="{84A27F89-DAA9-B12C-DDE6-3AE240CB0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671083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7" name="正方形/長方形 156">
                <a:extLst>
                  <a:ext uri="{FF2B5EF4-FFF2-40B4-BE49-F238E27FC236}">
                    <ns2:creationId id="{BF2C3F24-4FEB-DB22-8141-59002856084E}"/>
                  </a:ext>
                </a:extLst>
              </p:cNvPr>
              <p:cNvSpPr/>
              <p:nvPr/>
            </p:nvSpPr>
            <p:spPr>
              <a:xfrm>
                <a:off x="2767605" y="2697563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・</a:t>
                </a: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158" name="table_TWformat_line_2_2">
                <a:extLst>
                  <a:ext uri="{FF2B5EF4-FFF2-40B4-BE49-F238E27FC236}">
                    <ns2:creationId id="{C3A87AA7-C876-6F69-7B5C-CD2E8074AB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2868042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正方形/長方形 158">
                <a:extLst>
                  <a:ext uri="{FF2B5EF4-FFF2-40B4-BE49-F238E27FC236}">
                    <ns2:creationId id="{33E8DEA5-A062-9EE2-D189-4092E13914DF}"/>
                  </a:ext>
                </a:extLst>
              </p:cNvPr>
              <p:cNvSpPr/>
              <p:nvPr/>
            </p:nvSpPr>
            <p:spPr>
              <a:xfrm>
                <a:off x="2767605" y="2894522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0" name="table_TWformat_line_2_2">
                <a:extLst>
                  <a:ext uri="{FF2B5EF4-FFF2-40B4-BE49-F238E27FC236}">
                    <ns2:creationId id="{607C13D4-BB76-411B-D05E-1B0D4444C5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261961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1" name="正方形/長方形 160">
                <a:extLst>
                  <a:ext uri="{FF2B5EF4-FFF2-40B4-BE49-F238E27FC236}">
                    <ns2:creationId id="{50213658-B1D1-AB3D-6AC4-0D4CB3D2E908}"/>
                  </a:ext>
                </a:extLst>
              </p:cNvPr>
              <p:cNvSpPr/>
              <p:nvPr/>
            </p:nvSpPr>
            <p:spPr>
              <a:xfrm>
                <a:off x="2767605" y="3288441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en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※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2" name="table_TWformat_line_2_2">
                <a:extLst>
                  <a:ext uri="{FF2B5EF4-FFF2-40B4-BE49-F238E27FC236}">
                    <ns2:creationId id="{6C46720E-0510-57AD-871C-8AA6C2E64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458920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正方形/長方形 162">
                <a:extLst>
                  <a:ext uri="{FF2B5EF4-FFF2-40B4-BE49-F238E27FC236}">
                    <ns2:creationId id="{4F26BC11-FDFF-E0F8-5D7D-2235995210C3}"/>
                  </a:ext>
                </a:extLst>
              </p:cNvPr>
              <p:cNvSpPr/>
              <p:nvPr/>
            </p:nvSpPr>
            <p:spPr>
              <a:xfrm>
                <a:off x="2767605" y="3485400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4" name="table_TWformat_line_2_2">
                <a:extLst>
                  <a:ext uri="{FF2B5EF4-FFF2-40B4-BE49-F238E27FC236}">
                    <ns2:creationId id="{62E7D1C7-1C32-F733-D591-0A7FB66421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655880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正方形/長方形 164">
                <a:extLst>
                  <a:ext uri="{FF2B5EF4-FFF2-40B4-BE49-F238E27FC236}">
                    <ns2:creationId id="{28473FB4-FD04-DD38-E920-DFF974302929}"/>
                  </a:ext>
                </a:extLst>
              </p:cNvPr>
              <p:cNvSpPr/>
              <p:nvPr/>
            </p:nvSpPr>
            <p:spPr>
              <a:xfrm>
                <a:off x="2767605" y="3682359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166" name="table_TWformat_line_2_2">
                <a:extLst>
                  <a:ext uri="{FF2B5EF4-FFF2-40B4-BE49-F238E27FC236}">
                    <ns2:creationId id="{69C9CBD2-9784-1EE9-3284-C8BD02DF63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852839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正方形/長方形 166">
                <a:extLst>
                  <a:ext uri="{FF2B5EF4-FFF2-40B4-BE49-F238E27FC236}">
                    <ns2:creationId id="{48AA2972-DC1D-49F0-A466-BB22DD9EA10B}"/>
                  </a:ext>
                </a:extLst>
              </p:cNvPr>
              <p:cNvSpPr/>
              <p:nvPr/>
            </p:nvSpPr>
            <p:spPr>
              <a:xfrm>
                <a:off x="2767605" y="3879319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TCO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68" name="table_TWformat_line_2_2">
                <a:extLst>
                  <a:ext uri="{FF2B5EF4-FFF2-40B4-BE49-F238E27FC236}">
                    <ns2:creationId id="{3F4C8031-F28C-DF1D-345E-C1FBAA14F1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4049798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正方形/長方形 168">
                <a:extLst>
                  <a:ext uri="{FF2B5EF4-FFF2-40B4-BE49-F238E27FC236}">
                    <ns2:creationId id="{3283A1DF-A962-7396-1A98-EB4DF7FFFD0A}"/>
                  </a:ext>
                </a:extLst>
              </p:cNvPr>
              <p:cNvSpPr/>
              <p:nvPr/>
            </p:nvSpPr>
            <p:spPr>
              <a:xfrm>
                <a:off x="2767605" y="4076278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en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170" name="table_TWformat_line_2_2">
                <a:extLst>
                  <a:ext uri="{FF2B5EF4-FFF2-40B4-BE49-F238E27FC236}">
                    <ns2:creationId id="{1754F8BD-DD18-6ECB-47E5-A1397F5938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4246758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1" name="正方形/長方形 170">
                <a:extLst>
                  <a:ext uri="{FF2B5EF4-FFF2-40B4-BE49-F238E27FC236}">
                    <ns2:creationId id="{5EBC3E89-116B-34F0-3C73-696DBEB598EB}"/>
                  </a:ext>
                </a:extLst>
              </p:cNvPr>
              <p:cNvSpPr/>
              <p:nvPr/>
            </p:nvSpPr>
            <p:spPr>
              <a:xfrm>
                <a:off x="2767606" y="4273237"/>
                <a:ext cx="3046454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</a:t>
                </a:r>
              </a:p>
            </p:txBody>
          </p:sp>
          <p:cxnSp>
            <p:nvCxnSpPr>
              <p:cNvPr id="190" name="table_TWformat_line_2_2">
                <a:extLst>
                  <a:ext uri="{FF2B5EF4-FFF2-40B4-BE49-F238E27FC236}">
                    <ns2:creationId id="{B8A7B5AF-399C-6359-4C0B-E0CAA43D13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606" y="3065002"/>
                <a:ext cx="3046453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1" name="正方形/長方形 190">
                <a:extLst>
                  <a:ext uri="{FF2B5EF4-FFF2-40B4-BE49-F238E27FC236}">
                    <ns2:creationId id="{079D9732-5AE8-9FA3-BD73-1964EDFCFA93}"/>
                  </a:ext>
                </a:extLst>
              </p:cNvPr>
              <p:cNvSpPr/>
              <p:nvPr/>
            </p:nvSpPr>
            <p:spPr>
              <a:xfrm>
                <a:off x="2767605" y="3091481"/>
                <a:ext cx="3046453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37" name="グループ化 36">
              <a:extLst>
                <a:ext uri="{FF2B5EF4-FFF2-40B4-BE49-F238E27FC236}">
                  <ns2:creationId id="{8AFCB59B-9CDF-850D-2CDD-F005A09398AA}"/>
                </a:ext>
              </a:extLst>
            </p:cNvPr>
            <p:cNvGrpSpPr/>
            <p:nvPr/>
          </p:nvGrpSpPr>
          <p:grpSpPr>
            <a:xfrm>
              <a:off x="5516880" y="1643271"/>
              <a:ext cx="4904140" cy="216000"/>
              <a:chOff x="6499852" y="1643271"/>
              <a:chExt cx="3921168" cy="216000"/>
            </a:xfrm>
          </p:grpSpPr>
          <p:sp>
            <p:nvSpPr>
              <p:cNvPr id="59" name="table_TWformat_txt_1_3">
                <a:extLst>
                  <a:ext uri="{FF2B5EF4-FFF2-40B4-BE49-F238E27FC236}">
                    <ns2:creationId id="{FD2607B0-1085-085A-A4B4-35E2C9894FA4}"/>
                  </a:ext>
                </a:extLst>
              </p:cNvPr>
              <p:cNvSpPr/>
              <p:nvPr/>
            </p:nvSpPr>
            <p:spPr>
              <a:xfrm>
                <a:off x="6499852" y="1643271"/>
                <a:ext cx="3921168" cy="2160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60" name="table_TWformat_line_2_3">
                <a:extLst>
                  <a:ext uri="{FF2B5EF4-FFF2-40B4-BE49-F238E27FC236}">
                    <ns2:creationId id="{8C2EF0ED-2EA5-F8D5-75CB-08AD43D250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1859271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ns2:creationId id="{FA96DF2B-94C1-EB93-E139-40BC88976616}"/>
                </a:ext>
              </a:extLst>
            </p:cNvPr>
            <p:cNvGrpSpPr/>
            <p:nvPr/>
          </p:nvGrpSpPr>
          <p:grpSpPr>
            <a:xfrm>
              <a:off x="7266432" y="1909726"/>
              <a:ext cx="3154589" cy="2507511"/>
              <a:chOff x="6499852" y="1909726"/>
              <a:chExt cx="3921169" cy="2507511"/>
            </a:xfrm>
          </p:grpSpPr>
          <p:sp>
            <p:nvSpPr>
              <p:cNvPr id="204" name="正方形/長方形 203">
                <a:extLst>
                  <a:ext uri="{FF2B5EF4-FFF2-40B4-BE49-F238E27FC236}">
                    <ns2:creationId id="{03935298-FDA8-3A20-446F-85DDEE74FEE2}"/>
                  </a:ext>
                </a:extLst>
              </p:cNvPr>
              <p:cNvSpPr/>
              <p:nvPr/>
            </p:nvSpPr>
            <p:spPr>
              <a:xfrm>
                <a:off x="6499852" y="1909726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205" name="table_TWformat_line_2_2">
                <a:extLst>
                  <a:ext uri="{FF2B5EF4-FFF2-40B4-BE49-F238E27FC236}">
                    <ns2:creationId id="{36EB40B5-3683-22F8-2169-C5D6EB1EAA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080205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6" name="正方形/長方形 205">
                <a:extLst>
                  <a:ext uri="{FF2B5EF4-FFF2-40B4-BE49-F238E27FC236}">
                    <ns2:creationId id="{7CB049DF-43AF-9802-1BF3-17B53B3470F0}"/>
                  </a:ext>
                </a:extLst>
              </p:cNvPr>
              <p:cNvSpPr/>
              <p:nvPr/>
            </p:nvSpPr>
            <p:spPr>
              <a:xfrm>
                <a:off x="6499852" y="2106685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07" name="table_TWformat_line_2_2">
                <a:extLst>
                  <a:ext uri="{FF2B5EF4-FFF2-40B4-BE49-F238E27FC236}">
                    <ns2:creationId id="{3A2F4B4C-2190-186F-BF61-B280423189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277165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8" name="正方形/長方形 207">
                <a:extLst>
                  <a:ext uri="{FF2B5EF4-FFF2-40B4-BE49-F238E27FC236}">
                    <ns2:creationId id="{BE30C691-851E-93ED-E33E-E3762803C27D}"/>
                  </a:ext>
                </a:extLst>
              </p:cNvPr>
              <p:cNvSpPr/>
              <p:nvPr/>
            </p:nvSpPr>
            <p:spPr>
              <a:xfrm>
                <a:off x="6499852" y="2303644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 (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AI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　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/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　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RPA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09" name="table_TWformat_line_2_2">
                <a:extLst>
                  <a:ext uri="{FF2B5EF4-FFF2-40B4-BE49-F238E27FC236}">
                    <ns2:creationId id="{30ADCD9D-EDAF-3EE7-519B-7C670BB88C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474124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0" name="正方形/長方形 209">
                <a:extLst>
                  <a:ext uri="{FF2B5EF4-FFF2-40B4-BE49-F238E27FC236}">
                    <ns2:creationId id="{84B5D2A6-0DBB-C470-CB41-F09E53F9D6FC}"/>
                  </a:ext>
                </a:extLst>
              </p:cNvPr>
              <p:cNvSpPr/>
              <p:nvPr/>
            </p:nvSpPr>
            <p:spPr>
              <a:xfrm>
                <a:off x="6499852" y="2500603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SLA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cxnSp>
            <p:nvCxnSpPr>
              <p:cNvPr id="211" name="table_TWformat_line_2_2">
                <a:extLst>
                  <a:ext uri="{FF2B5EF4-FFF2-40B4-BE49-F238E27FC236}">
                    <ns2:creationId id="{94835570-7566-0317-0526-0C6CA11B54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671083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2" name="正方形/長方形 211">
                <a:extLst>
                  <a:ext uri="{FF2B5EF4-FFF2-40B4-BE49-F238E27FC236}">
                    <ns2:creationId id="{DA975B49-819A-70C0-3901-10D793D2E7A3}"/>
                  </a:ext>
                </a:extLst>
              </p:cNvPr>
              <p:cNvSpPr/>
              <p:nvPr/>
            </p:nvSpPr>
            <p:spPr>
              <a:xfrm>
                <a:off x="6499852" y="2697563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3" name="table_TWformat_line_2_2">
                <a:extLst>
                  <a:ext uri="{FF2B5EF4-FFF2-40B4-BE49-F238E27FC236}">
                    <ns2:creationId id="{18C23A35-EAD5-DC4E-18E1-C8C7C84C0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2868042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4" name="正方形/長方形 213">
                <a:extLst>
                  <a:ext uri="{FF2B5EF4-FFF2-40B4-BE49-F238E27FC236}">
                    <ns2:creationId id="{4C1BA091-17D6-448A-834E-30E53DEFD7D1}"/>
                  </a:ext>
                </a:extLst>
              </p:cNvPr>
              <p:cNvSpPr/>
              <p:nvPr/>
            </p:nvSpPr>
            <p:spPr>
              <a:xfrm>
                <a:off x="6499852" y="2894522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5" name="table_TWformat_line_2_2">
                <a:extLst>
                  <a:ext uri="{FF2B5EF4-FFF2-40B4-BE49-F238E27FC236}">
                    <ns2:creationId id="{73B596F7-63B4-B6B0-0D1E-12A2F717A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261961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6" name="正方形/長方形 215">
                <a:extLst>
                  <a:ext uri="{FF2B5EF4-FFF2-40B4-BE49-F238E27FC236}">
                    <ns2:creationId id="{505E93F8-E417-2FD8-ED1F-B598E90D3A1A}"/>
                  </a:ext>
                </a:extLst>
              </p:cNvPr>
              <p:cNvSpPr/>
              <p:nvPr/>
            </p:nvSpPr>
            <p:spPr>
              <a:xfrm>
                <a:off x="6499852" y="3288441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: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ja-JP" altLang="en-US" sz="1000" b="1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:</a:t>
                </a:r>
                <a:r>
                  <a:rPr kumimoji="1" lang="ja-JP" altLang="en-US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r>
                  <a:rPr kumimoji="1" lang="en" altLang="ja-JP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b="1" dirty="0">
                    <a:solidFill>
                      <a:srgbClr val="008D2E"/>
                    </a:solidFill>
                    <a:latin typeface="+mn-ea"/>
                  </a:rPr>
                  <a:t> 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7" name="table_TWformat_line_2_2">
                <a:extLst>
                  <a:ext uri="{FF2B5EF4-FFF2-40B4-BE49-F238E27FC236}">
                    <ns2:creationId id="{A31ECCFB-DDE0-5A5C-F828-1B5B6C8DB4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458920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8" name="正方形/長方形 217">
                <a:extLst>
                  <a:ext uri="{FF2B5EF4-FFF2-40B4-BE49-F238E27FC236}">
                    <ns2:creationId id="{D0EF0A7E-AB8F-C493-38F9-D98CE3B5EA85}"/>
                  </a:ext>
                </a:extLst>
              </p:cNvPr>
              <p:cNvSpPr/>
              <p:nvPr/>
            </p:nvSpPr>
            <p:spPr>
              <a:xfrm>
                <a:off x="6499852" y="3485400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19" name="table_TWformat_line_2_2">
                <a:extLst>
                  <a:ext uri="{FF2B5EF4-FFF2-40B4-BE49-F238E27FC236}">
                    <ns2:creationId id="{0CD168DD-5515-3AF9-6558-2C6022BB39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655880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正方形/長方形 219">
                <a:extLst>
                  <a:ext uri="{FF2B5EF4-FFF2-40B4-BE49-F238E27FC236}">
                    <ns2:creationId id="{B65D1107-1DE6-58F9-CA0E-6CC73535E6BA}"/>
                  </a:ext>
                </a:extLst>
              </p:cNvPr>
              <p:cNvSpPr/>
              <p:nvPr/>
            </p:nvSpPr>
            <p:spPr>
              <a:xfrm>
                <a:off x="6499852" y="3682359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 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21" name="table_TWformat_line_2_2">
                <a:extLst>
                  <a:ext uri="{FF2B5EF4-FFF2-40B4-BE49-F238E27FC236}">
                    <ns2:creationId id="{1D91B8C6-B9A9-008D-0B75-2AB02F06B6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852839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正方形/長方形 221">
                <a:extLst>
                  <a:ext uri="{FF2B5EF4-FFF2-40B4-BE49-F238E27FC236}">
                    <ns2:creationId id="{847DD09D-1CB5-E100-BF1E-25F5678D6D48}"/>
                  </a:ext>
                </a:extLst>
              </p:cNvPr>
              <p:cNvSpPr/>
              <p:nvPr/>
            </p:nvSpPr>
            <p:spPr>
              <a:xfrm>
                <a:off x="6499852" y="3879319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: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　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10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23" name="table_TWformat_line_2_2">
                <a:extLst>
                  <a:ext uri="{FF2B5EF4-FFF2-40B4-BE49-F238E27FC236}">
                    <ns2:creationId id="{AEF96E17-3C88-4918-BAD6-19A8B2DC94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4049798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正方形/長方形 223">
                <a:extLst>
                  <a:ext uri="{FF2B5EF4-FFF2-40B4-BE49-F238E27FC236}">
                    <ns2:creationId id="{8A2652E4-67E0-C28D-737F-C9ED8164FFD4}"/>
                  </a:ext>
                </a:extLst>
              </p:cNvPr>
              <p:cNvSpPr/>
              <p:nvPr/>
            </p:nvSpPr>
            <p:spPr>
              <a:xfrm>
                <a:off x="6499852" y="4076278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cxnSp>
            <p:nvCxnSpPr>
              <p:cNvPr id="225" name="table_TWformat_line_2_2">
                <a:extLst>
                  <a:ext uri="{FF2B5EF4-FFF2-40B4-BE49-F238E27FC236}">
                    <ns2:creationId id="{DFBBF152-9007-7C67-ABE5-D83AF79AF5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4246758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6" name="正方形/長方形 225">
                <a:extLst>
                  <a:ext uri="{FF2B5EF4-FFF2-40B4-BE49-F238E27FC236}">
                    <ns2:creationId id="{437F7884-5596-C4B5-271E-BF8234BBDD46}"/>
                  </a:ext>
                </a:extLst>
              </p:cNvPr>
              <p:cNvSpPr/>
              <p:nvPr/>
            </p:nvSpPr>
            <p:spPr>
              <a:xfrm>
                <a:off x="6499852" y="4273237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cxnSp>
            <p:nvCxnSpPr>
              <p:cNvPr id="227" name="table_TWformat_line_2_2">
                <a:extLst>
                  <a:ext uri="{FF2B5EF4-FFF2-40B4-BE49-F238E27FC236}">
                    <ns2:creationId id="{43D68D23-A6B3-5151-ED72-9A104B192A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99852" y="3065002"/>
                <a:ext cx="392116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8" name="正方形/長方形 227">
                <a:extLst>
                  <a:ext uri="{FF2B5EF4-FFF2-40B4-BE49-F238E27FC236}">
                    <ns2:creationId id="{992FCC62-A751-159B-3228-3A207B40B1EF}"/>
                  </a:ext>
                </a:extLst>
              </p:cNvPr>
              <p:cNvSpPr/>
              <p:nvPr/>
            </p:nvSpPr>
            <p:spPr>
              <a:xfrm>
                <a:off x="6499853" y="3091481"/>
                <a:ext cx="3921168" cy="144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</p:grpSp>
        <p:sp>
          <p:nvSpPr>
            <p:cNvPr id="61" name="table_TWformat_txt_1_4">
              <a:extLst>
                <a:ext uri="{FF2B5EF4-FFF2-40B4-BE49-F238E27FC236}">
                  <ns2:creationId id="{CE4E4A9C-5904-58C2-22CB-7A3C2C0EDDB8}"/>
                </a:ext>
              </a:extLst>
            </p:cNvPr>
            <p:cNvSpPr/>
            <p:nvPr/>
          </p:nvSpPr>
          <p:spPr>
            <a:xfrm>
              <a:off x="10554470" y="1643272"/>
              <a:ext cx="1303402" cy="216000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62" name="table_TWformat_line_2_4">
              <a:extLst>
                <a:ext uri="{FF2B5EF4-FFF2-40B4-BE49-F238E27FC236}">
                  <ns2:creationId id="{75143081-EACD-67B2-1D9A-7F4409692ADF}"/>
                </a:ext>
              </a:extLst>
            </p:cNvPr>
            <p:cNvCxnSpPr/>
            <p:nvPr/>
          </p:nvCxnSpPr>
          <p:spPr>
            <a:xfrm>
              <a:off x="10554471" y="1859271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正方形/長方形 270">
              <a:extLst>
                <a:ext uri="{FF2B5EF4-FFF2-40B4-BE49-F238E27FC236}">
                  <ns2:creationId id="{E2AE138E-EC8C-F9EB-8030-4FC271D3D36D}"/>
                </a:ext>
              </a:extLst>
            </p:cNvPr>
            <p:cNvSpPr/>
            <p:nvPr/>
          </p:nvSpPr>
          <p:spPr>
            <a:xfrm>
              <a:off x="10554471" y="1909726"/>
              <a:ext cx="1303401" cy="537918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　</a:t>
              </a:r>
              <a:r>
                <a:rPr kumimoji="1" lang="ja-JP" alt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276" name="table_TWformat_line_2_2">
              <a:extLst>
                <a:ext uri="{FF2B5EF4-FFF2-40B4-BE49-F238E27FC236}">
                  <ns2:creationId id="{3C4EC3CF-DC5A-5B5E-27B8-ACA023C1944A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1" y="2474124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正方形/長方形 276">
              <a:extLst>
                <a:ext uri="{FF2B5EF4-FFF2-40B4-BE49-F238E27FC236}">
                  <ns2:creationId id="{7C86F3AA-BFA1-D4B9-3387-55D39814AD8C}"/>
                </a:ext>
              </a:extLst>
            </p:cNvPr>
            <p:cNvSpPr/>
            <p:nvPr/>
          </p:nvSpPr>
          <p:spPr>
            <a:xfrm>
              <a:off x="10554471" y="2500602"/>
              <a:ext cx="1303401" cy="34096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　</a:t>
              </a:r>
              <a:r>
                <a:rPr kumimoji="1" lang="ja-JP" alt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280" name="table_TWformat_line_2_2">
              <a:extLst>
                <a:ext uri="{FF2B5EF4-FFF2-40B4-BE49-F238E27FC236}">
                  <ns2:creationId id="{A4E4A37F-F50B-7CA7-1C18-7858A12667FD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2868041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正方形/長方形 280">
              <a:extLst>
                <a:ext uri="{FF2B5EF4-FFF2-40B4-BE49-F238E27FC236}">
                  <ns2:creationId id="{B41D010B-4004-1CD4-6C1D-455900914F99}"/>
                </a:ext>
              </a:extLst>
            </p:cNvPr>
            <p:cNvSpPr/>
            <p:nvPr/>
          </p:nvSpPr>
          <p:spPr>
            <a:xfrm>
              <a:off x="10554470" y="2894521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/</a:t>
              </a:r>
              <a:r>
                <a:rPr kumimoji="1" lang="ja-JP" altLang="en-US" sz="100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　</a:t>
              </a:r>
              <a:r>
                <a:rPr kumimoji="1" lang="ja-JP" alt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cxnSp>
          <p:nvCxnSpPr>
            <p:cNvPr id="282" name="table_TWformat_line_2_2">
              <a:extLst>
                <a:ext uri="{FF2B5EF4-FFF2-40B4-BE49-F238E27FC236}">
                  <ns2:creationId id="{984EA7AD-5B83-9CC5-4CF3-4E09E3693E5F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261960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正方形/長方形 282">
              <a:extLst>
                <a:ext uri="{FF2B5EF4-FFF2-40B4-BE49-F238E27FC236}">
                  <ns2:creationId id="{07A2FAB1-665E-DA2B-AD0F-223AA9031957}"/>
                </a:ext>
              </a:extLst>
            </p:cNvPr>
            <p:cNvSpPr/>
            <p:nvPr/>
          </p:nvSpPr>
          <p:spPr>
            <a:xfrm>
              <a:off x="10554470" y="3288440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4" name="table_TWformat_line_2_2">
              <a:extLst>
                <a:ext uri="{FF2B5EF4-FFF2-40B4-BE49-F238E27FC236}">
                  <ns2:creationId id="{27288839-7622-9F30-F740-6DA518956D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45891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" name="正方形/長方形 284">
              <a:extLst>
                <a:ext uri="{FF2B5EF4-FFF2-40B4-BE49-F238E27FC236}">
                  <ns2:creationId id="{D8610BF2-41E1-6189-22BD-40B6A24FE94C}"/>
                </a:ext>
              </a:extLst>
            </p:cNvPr>
            <p:cNvSpPr/>
            <p:nvPr/>
          </p:nvSpPr>
          <p:spPr>
            <a:xfrm>
              <a:off x="10554470" y="3485399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6" name="table_TWformat_line_2_2">
              <a:extLst>
                <a:ext uri="{FF2B5EF4-FFF2-40B4-BE49-F238E27FC236}">
                  <ns2:creationId id="{7254BC1A-FA7E-C118-A41C-1742E331CB3D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65587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7" name="正方形/長方形 286">
              <a:extLst>
                <a:ext uri="{FF2B5EF4-FFF2-40B4-BE49-F238E27FC236}">
                  <ns2:creationId id="{624DBFBA-02B6-9C04-7561-827F08B5B71B}"/>
                </a:ext>
              </a:extLst>
            </p:cNvPr>
            <p:cNvSpPr/>
            <p:nvPr/>
          </p:nvSpPr>
          <p:spPr>
            <a:xfrm>
              <a:off x="10554470" y="3682359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88" name="table_TWformat_line_2_2">
              <a:extLst>
                <a:ext uri="{FF2B5EF4-FFF2-40B4-BE49-F238E27FC236}">
                  <ns2:creationId id="{4AC546EA-F5B6-90D7-8FF9-1794D7C0FE81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85283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9" name="正方形/長方形 288">
              <a:extLst>
                <a:ext uri="{FF2B5EF4-FFF2-40B4-BE49-F238E27FC236}">
                  <ns2:creationId id="{603D7334-84F6-DEFB-82F0-510FF06880B6}"/>
                </a:ext>
              </a:extLst>
            </p:cNvPr>
            <p:cNvSpPr/>
            <p:nvPr/>
          </p:nvSpPr>
          <p:spPr>
            <a:xfrm>
              <a:off x="10554470" y="3879318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0" name="table_TWformat_line_2_2">
              <a:extLst>
                <a:ext uri="{FF2B5EF4-FFF2-40B4-BE49-F238E27FC236}">
                  <ns2:creationId id="{F00BBE5E-B725-A848-4F5F-B06025FE4483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4049798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1" name="正方形/長方形 290">
              <a:extLst>
                <a:ext uri="{FF2B5EF4-FFF2-40B4-BE49-F238E27FC236}">
                  <ns2:creationId id="{49645851-955A-9BE8-0DB1-E9CEC8DBF95E}"/>
                </a:ext>
              </a:extLst>
            </p:cNvPr>
            <p:cNvSpPr/>
            <p:nvPr/>
          </p:nvSpPr>
          <p:spPr>
            <a:xfrm>
              <a:off x="10554470" y="4076278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2" name="table_TWformat_line_2_2">
              <a:extLst>
                <a:ext uri="{FF2B5EF4-FFF2-40B4-BE49-F238E27FC236}">
                  <ns2:creationId id="{D9E816A2-7AAD-025A-2A52-C0B67C8593EC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4246758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正方形/長方形 292">
              <a:extLst>
                <a:ext uri="{FF2B5EF4-FFF2-40B4-BE49-F238E27FC236}">
                  <ns2:creationId id="{89996325-82E5-3150-391F-6BFDA62B357E}"/>
                </a:ext>
              </a:extLst>
            </p:cNvPr>
            <p:cNvSpPr/>
            <p:nvPr/>
          </p:nvSpPr>
          <p:spPr>
            <a:xfrm>
              <a:off x="10554470" y="4273238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94" name="table_TWformat_line_2_2">
              <a:extLst>
                <a:ext uri="{FF2B5EF4-FFF2-40B4-BE49-F238E27FC236}">
                  <ns2:creationId id="{64540E65-9D55-DB1F-4DEC-4FF7299BC9F5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470" y="3065000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5" name="正方形/長方形 294">
              <a:extLst>
                <a:ext uri="{FF2B5EF4-FFF2-40B4-BE49-F238E27FC236}">
                  <ns2:creationId id="{A22C3C54-E689-0091-61CE-612B45C7936A}"/>
                </a:ext>
              </a:extLst>
            </p:cNvPr>
            <p:cNvSpPr/>
            <p:nvPr/>
          </p:nvSpPr>
          <p:spPr>
            <a:xfrm>
              <a:off x="10554470" y="3091480"/>
              <a:ext cx="1303401" cy="144000"/>
            </a:xfrm>
            <a:prstGeom prst="rect">
              <a:avLst/>
            </a:prstGeom>
            <a:noFill/>
            <a:ln w="952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+mn-ea"/>
                </a:rPr>
                <a:t>　</a:t>
              </a:r>
              <a:r>
                <a:rPr lang="ja-JP" altLang="en-US" sz="1000" b="1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338" name="グループ化 337">
              <a:extLst>
                <a:ext uri="{FF2B5EF4-FFF2-40B4-BE49-F238E27FC236}">
                  <ns2:creationId id="{F81A4089-13B2-FC71-8768-E34ED3C9FBB2}"/>
                </a:ext>
              </a:extLst>
            </p:cNvPr>
            <p:cNvGrpSpPr/>
            <p:nvPr/>
          </p:nvGrpSpPr>
          <p:grpSpPr>
            <a:xfrm>
              <a:off x="750999" y="1643271"/>
              <a:ext cx="1883157" cy="2773966"/>
              <a:chOff x="750999" y="1643271"/>
              <a:chExt cx="1883157" cy="2773966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8FBB6E1C-96D6-F46E-BEC4-B6200F0636D6}"/>
                  </a:ext>
                </a:extLst>
              </p:cNvPr>
              <p:cNvSpPr/>
              <p:nvPr/>
            </p:nvSpPr>
            <p:spPr>
              <a:xfrm>
                <a:off x="750999" y="1643271"/>
                <a:ext cx="1883156" cy="216000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cxnSp>
            <p:nvCxnSpPr>
              <p:cNvPr id="69" name="table_TWformat_line_2_2">
                <a:extLst>
                  <a:ext uri="{FF2B5EF4-FFF2-40B4-BE49-F238E27FC236}">
                    <ns2:creationId id="{7F247EA5-B62E-75D5-17F0-3544C221E4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0999" y="1859271"/>
                <a:ext cx="18831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" name="正方形/長方形 69">
                <a:extLst>
                  <a:ext uri="{FF2B5EF4-FFF2-40B4-BE49-F238E27FC236}">
                    <ns2:creationId id="{0EE46F7B-A051-2CED-C3F4-39B4F9C12C45}"/>
                  </a:ext>
                </a:extLst>
              </p:cNvPr>
              <p:cNvSpPr/>
              <p:nvPr/>
            </p:nvSpPr>
            <p:spPr>
              <a:xfrm>
                <a:off x="751000" y="1909726"/>
                <a:ext cx="1883156" cy="537918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①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" altLang="ja-JP" sz="10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ns2:creationId id="{35E70D1E-9AD6-B74C-7BC9-D3A5C6C22063}"/>
                  </a:ext>
                </a:extLst>
              </p:cNvPr>
              <p:cNvSpPr/>
              <p:nvPr/>
            </p:nvSpPr>
            <p:spPr>
              <a:xfrm>
                <a:off x="750999" y="2500602"/>
                <a:ext cx="1883156" cy="734878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②</a:t>
                </a:r>
                <a:r>
                  <a:rPr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・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B17204CA-5FC0-24AB-852E-AB06F787B271}"/>
                  </a:ext>
                </a:extLst>
              </p:cNvPr>
              <p:cNvSpPr/>
              <p:nvPr/>
            </p:nvSpPr>
            <p:spPr>
              <a:xfrm>
                <a:off x="750999" y="3288440"/>
                <a:ext cx="1883156" cy="537917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③</a:t>
                </a:r>
                <a:r>
                  <a:rPr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ns2:creationId id="{846CDC89-BBB6-A95C-0B86-58376E080339}"/>
                  </a:ext>
                </a:extLst>
              </p:cNvPr>
              <p:cNvSpPr/>
              <p:nvPr/>
            </p:nvSpPr>
            <p:spPr>
              <a:xfrm>
                <a:off x="750999" y="3879319"/>
                <a:ext cx="1883156" cy="537918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1000" dirty="0">
                    <a:solidFill>
                      <a:srgbClr val="008D2E"/>
                    </a:solidFill>
                    <a:latin typeface="+mn-ea"/>
                  </a:rPr>
                  <a:t>④</a:t>
                </a:r>
                <a:r>
                  <a:rPr lang="ja-JP" altLang="en-US" sz="100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TCO</a:t>
                </a:r>
                <a:r>
                  <a:rPr lang="ja-JP" altLang="en-US" sz="10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314" name="グラフィックス 313" descr="雲 単色塗りつぶし">
                <a:extLst>
                  <a:ext uri="{FF2B5EF4-FFF2-40B4-BE49-F238E27FC236}">
                    <ns2:creationId id="{951BB9B7-0A16-5658-ECAC-609CDE60FE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2274155" y="4057237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318" name="グラフィックス 317" descr="釣り合っていない天秤 単色塗りつぶし">
                <a:extLst>
                  <a:ext uri="{FF2B5EF4-FFF2-40B4-BE49-F238E27FC236}">
                    <ns2:creationId id="{035B758E-81AE-B62E-0D75-E0AEFF4E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2274155" y="3466358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320" name="グラフィックス 319" descr="棒グラフ (上昇) 単色塗りつぶし">
                <a:extLst>
                  <a:ext uri="{FF2B5EF4-FFF2-40B4-BE49-F238E27FC236}">
                    <ns2:creationId id="{30FF68AD-A371-46E7-9807-E8277BBF0B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2274155" y="287548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322" name="グラフィックス 321" descr="人と循環 単色塗りつぶし">
                <a:extLst>
                  <a:ext uri="{FF2B5EF4-FFF2-40B4-BE49-F238E27FC236}">
                    <ns2:creationId id="{DEDB1248-9941-FB1E-57A4-8B3C1199E3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2274155" y="2087644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344" name="table_TWformat_line_2_2">
              <a:extLst>
                <a:ext uri="{FF2B5EF4-FFF2-40B4-BE49-F238E27FC236}">
                  <ns2:creationId id="{25CB88FE-BA62-82A8-76DE-1484C58D29A1}"/>
                </a:ext>
              </a:extLst>
            </p:cNvPr>
            <p:cNvCxnSpPr>
              <a:cxnSpLocks/>
            </p:cNvCxnSpPr>
            <p:nvPr/>
          </p:nvCxnSpPr>
          <p:spPr>
            <a:xfrm>
              <a:off x="750999" y="4497862"/>
              <a:ext cx="1110687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グループ化 6">
              <a:extLst>
                <a:ext uri="{FF2B5EF4-FFF2-40B4-BE49-F238E27FC236}">
                  <ns2:creationId id="{18B6F64B-ED46-925A-8798-0020955093B2}"/>
                </a:ext>
              </a:extLst>
            </p:cNvPr>
            <p:cNvGrpSpPr/>
            <p:nvPr/>
          </p:nvGrpSpPr>
          <p:grpSpPr>
            <a:xfrm>
              <a:off x="5503227" y="1909726"/>
              <a:ext cx="1708341" cy="2507511"/>
              <a:chOff x="6499852" y="1909726"/>
              <a:chExt cx="3921169" cy="2507511"/>
            </a:xfrm>
            <a:solidFill>
              <a:srgbClr val="C5E0B4"/>
            </a:solidFill>
          </p:grpSpPr>
          <p:sp>
            <p:nvSpPr>
              <p:cNvPr id="8" name="正方形/長方形 7">
                <a:extLst>
                  <a:ext uri="{FF2B5EF4-FFF2-40B4-BE49-F238E27FC236}">
                    <ns2:creationId id="{58DA753C-C9A4-26BB-3B77-272FD9B0261D}"/>
                  </a:ext>
                </a:extLst>
              </p:cNvPr>
              <p:cNvSpPr/>
              <p:nvPr/>
            </p:nvSpPr>
            <p:spPr>
              <a:xfrm>
                <a:off x="6499852" y="1909726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ns2:creationId id="{8F95EE84-CFBA-F972-85C8-F3736678BCA4}"/>
                  </a:ext>
                </a:extLst>
              </p:cNvPr>
              <p:cNvSpPr/>
              <p:nvPr/>
            </p:nvSpPr>
            <p:spPr>
              <a:xfrm>
                <a:off x="6499852" y="2106685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6393E298-5B28-6862-70FE-DF7260DF93C1}"/>
                  </a:ext>
                </a:extLst>
              </p:cNvPr>
              <p:cNvSpPr/>
              <p:nvPr/>
            </p:nvSpPr>
            <p:spPr>
              <a:xfrm>
                <a:off x="6499852" y="2303644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0681078C-FCC2-BE03-B3C7-432978B8800B}"/>
                  </a:ext>
                </a:extLst>
              </p:cNvPr>
              <p:cNvSpPr/>
              <p:nvPr/>
            </p:nvSpPr>
            <p:spPr>
              <a:xfrm>
                <a:off x="6499852" y="2500603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SLA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B5CD3FCA-2549-ADD3-9EE9-3750A028A066}"/>
                  </a:ext>
                </a:extLst>
              </p:cNvPr>
              <p:cNvSpPr/>
              <p:nvPr/>
            </p:nvSpPr>
            <p:spPr>
              <a:xfrm>
                <a:off x="6499852" y="2697563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33B3A665-1813-316B-29F7-DDDAC53C431E}"/>
                  </a:ext>
                </a:extLst>
              </p:cNvPr>
              <p:cNvSpPr/>
              <p:nvPr/>
            </p:nvSpPr>
            <p:spPr>
              <a:xfrm>
                <a:off x="6499852" y="2894522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CF5090E0-4436-15C5-A3D6-4F86C2446464}"/>
                  </a:ext>
                </a:extLst>
              </p:cNvPr>
              <p:cNvSpPr/>
              <p:nvPr/>
            </p:nvSpPr>
            <p:spPr>
              <a:xfrm>
                <a:off x="6499852" y="3288441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0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EA471C22-047A-C491-CCC9-260D52D9089F}"/>
                  </a:ext>
                </a:extLst>
              </p:cNvPr>
              <p:cNvSpPr/>
              <p:nvPr/>
            </p:nvSpPr>
            <p:spPr>
              <a:xfrm>
                <a:off x="6499852" y="3485400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(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3717678B-435D-247F-FB81-D44263C85075}"/>
                  </a:ext>
                </a:extLst>
              </p:cNvPr>
              <p:cNvSpPr/>
              <p:nvPr/>
            </p:nvSpPr>
            <p:spPr>
              <a:xfrm>
                <a:off x="6499852" y="3682359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FFFCC46B-6A36-9E38-227F-168ED6DE9E3C}"/>
                  </a:ext>
                </a:extLst>
              </p:cNvPr>
              <p:cNvSpPr/>
              <p:nvPr/>
            </p:nvSpPr>
            <p:spPr>
              <a:xfrm>
                <a:off x="6499852" y="3879319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CD393162-9975-8EEE-ED54-0AEEAC15D83D}"/>
                  </a:ext>
                </a:extLst>
              </p:cNvPr>
              <p:cNvSpPr/>
              <p:nvPr/>
            </p:nvSpPr>
            <p:spPr>
              <a:xfrm>
                <a:off x="6499852" y="4076278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 (</a:t>
                </a: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)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</a:rPr>
                  <a:t> </a:t>
                </a:r>
                <a:endParaRPr kumimoji="1" lang="en-US" altLang="ja-JP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2C5049E4-171F-D9D4-4ECF-6E8014B51563}"/>
                  </a:ext>
                </a:extLst>
              </p:cNvPr>
              <p:cNvSpPr/>
              <p:nvPr/>
            </p:nvSpPr>
            <p:spPr>
              <a:xfrm>
                <a:off x="6499852" y="4273237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endParaRPr kumimoji="1" lang="ja-JP" altLang="en-US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BCFF8DC1-7F0E-8730-7F6E-C19C9C472201}"/>
                  </a:ext>
                </a:extLst>
              </p:cNvPr>
              <p:cNvSpPr/>
              <p:nvPr/>
            </p:nvSpPr>
            <p:spPr>
              <a:xfrm>
                <a:off x="6499853" y="3091481"/>
                <a:ext cx="3921168" cy="144000"/>
              </a:xfrm>
              <a:prstGeom prst="rect">
                <a:avLst/>
              </a:prstGeom>
              <a:grpFill/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kumimoji="1" lang="en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  <a:r>
                  <a:rPr kumimoji="1" lang="ja-JP" altLang="en-US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6:creationId val="11005063"/>
      </p:ext>
    </p:extLst>
  </p:cSld>
  <p:clrMapOvr>
    <a:masterClrMapping/>
  </p:clrMapOvr>
</p:sld>
</file>

<file path=ppt/slides/slide29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8EFC0A5-8B77-E6CB-0197-6C3B9B182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7</a:t>
            </a:r>
            <a:r>
              <a:rPr kumimoji="1" lang="ja-JP" altLang="en-US" dirty="0"/>
              <a:t>XX</a:t>
            </a:r>
            <a:r>
              <a:rPr kumimoji="1" lang="en-US" altLang="ja-JP" dirty="0"/>
              <a:t>8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23CFF7A-4D15-A2CB-352C-B9A5A99E6B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" name="Text 0">
            <a:extLst>
              <a:ext uri="{FF2B5EF4-FFF2-40B4-BE49-F238E27FC236}">
                <ns2:creationId id="{B6F2F8B8-4B15-B0F6-2004-A56D033F7A89}"/>
              </a:ext>
            </a:extLst>
          </p:cNvPr>
          <p:cNvSpPr/>
          <p:nvPr/>
        </p:nvSpPr>
        <p:spPr>
          <a:xfrm>
            <a:off x="365760" y="2011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endParaRPr lang="en-US" sz="19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50" name="グループ化 49">
            <a:extLst>
              <a:ext uri="{FF2B5EF4-FFF2-40B4-BE49-F238E27FC236}">
                <ns2:creationId id="{2C5202F5-5D91-B538-B9D0-6D160E3542A3}"/>
              </a:ext>
            </a:extLst>
          </p:cNvPr>
          <p:cNvGrpSpPr/>
          <p:nvPr/>
        </p:nvGrpSpPr>
        <p:grpSpPr>
          <a:xfrm>
            <a:off x="334961" y="1638197"/>
            <a:ext cx="11520000" cy="2032194"/>
            <a:chOff x="334961" y="1638197"/>
            <a:chExt cx="11520000" cy="2032194"/>
          </a:xfrm>
        </p:grpSpPr>
        <p:cxnSp>
          <p:nvCxnSpPr>
            <p:cNvPr id="214" name="コネクタ: カギ線 213">
              <a:extLst>
                <a:ext uri="{FF2B5EF4-FFF2-40B4-BE49-F238E27FC236}">
                  <ns2:creationId id="{00FC0127-6551-994D-3537-353530A5A60E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752489" y="2608391"/>
              <a:ext cx="324000" cy="1800000"/>
            </a:xfrm>
            <a:prstGeom prst="bentConnector3">
              <a:avLst>
                <a:gd name="adj1" fmla="val 33464"/>
              </a:avLst>
            </a:prstGeom>
            <a:ln w="19050">
              <a:solidFill>
                <a:srgbClr val="008D2E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コネクタ: カギ線 255">
              <a:extLst>
                <a:ext uri="{FF2B5EF4-FFF2-40B4-BE49-F238E27FC236}">
                  <ns2:creationId id="{B5AD8D59-49EF-E68D-DED9-3C441143FB9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283103" y="2257285"/>
              <a:ext cx="396000" cy="2412000"/>
            </a:xfrm>
            <a:prstGeom prst="bentConnector3">
              <a:avLst>
                <a:gd name="adj1" fmla="val 55427"/>
              </a:avLst>
            </a:prstGeom>
            <a:ln w="19050">
              <a:solidFill>
                <a:srgbClr val="008D2E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 4">
              <a:extLst>
                <a:ext uri="{FF2B5EF4-FFF2-40B4-BE49-F238E27FC236}">
                  <ns2:creationId id="{47770658-3EEA-AF3B-03FA-3659B3498556}"/>
                </a:ext>
              </a:extLst>
            </p:cNvPr>
            <p:cNvSpPr/>
            <p:nvPr/>
          </p:nvSpPr>
          <p:spPr>
            <a:xfrm>
              <a:off x="355369" y="1638197"/>
              <a:ext cx="6858000" cy="216000"/>
            </a:xfrm>
            <a:prstGeom prst="rect">
              <a:avLst/>
            </a:prstGeom>
            <a:noFill/>
            <a:ln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④ </a:t>
              </a:r>
              <a:r>
                <a:rPr lang="en-US" sz="14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2" name="グループ化 41">
              <a:extLst>
                <a:ext uri="{FF2B5EF4-FFF2-40B4-BE49-F238E27FC236}">
                  <ns2:creationId id="{DF768FA1-C9E3-A78D-7CB0-394D952A5A04}"/>
                </a:ext>
              </a:extLst>
            </p:cNvPr>
            <p:cNvGrpSpPr/>
            <p:nvPr/>
          </p:nvGrpSpPr>
          <p:grpSpPr>
            <a:xfrm>
              <a:off x="1974469" y="1886098"/>
              <a:ext cx="9880492" cy="390248"/>
              <a:chOff x="1974469" y="1886098"/>
              <a:chExt cx="9880492" cy="390248"/>
            </a:xfrm>
          </p:grpSpPr>
          <p:sp>
            <p:nvSpPr>
              <p:cNvPr id="92" name="Text 4">
                <a:extLst>
                  <a:ext uri="{FF2B5EF4-FFF2-40B4-BE49-F238E27FC236}">
                    <ns2:creationId id="{7027D5C1-E5D0-755C-4554-D4BF85800FC3}"/>
                  </a:ext>
                </a:extLst>
              </p:cNvPr>
              <p:cNvSpPr/>
              <p:nvPr/>
            </p:nvSpPr>
            <p:spPr>
              <a:xfrm>
                <a:off x="1974469" y="1886098"/>
                <a:ext cx="87768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4" name="Text 4">
                <a:extLst>
                  <a:ext uri="{FF2B5EF4-FFF2-40B4-BE49-F238E27FC236}">
                    <ns2:creationId id="{4A6A8463-E8AC-9BB7-C463-8450BF29B3B5}"/>
                  </a:ext>
                </a:extLst>
              </p:cNvPr>
              <p:cNvSpPr/>
              <p:nvPr/>
            </p:nvSpPr>
            <p:spPr>
              <a:xfrm>
                <a:off x="10810961" y="1886098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1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2" name="Text 7">
                <a:extLst>
                  <a:ext uri="{FF2B5EF4-FFF2-40B4-BE49-F238E27FC236}">
                    <ns2:creationId id="{F3B55460-1626-D0B0-4E83-B42591902483}"/>
                  </a:ext>
                </a:extLst>
              </p:cNvPr>
              <p:cNvSpPr/>
              <p:nvPr/>
            </p:nvSpPr>
            <p:spPr>
              <a:xfrm>
                <a:off x="1974469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Text 8">
                <a:extLst>
                  <a:ext uri="{FF2B5EF4-FFF2-40B4-BE49-F238E27FC236}">
                    <ns2:creationId id="{9CC19D3D-A5C7-A114-CFC0-BC273EDD80E8}"/>
                  </a:ext>
                </a:extLst>
              </p:cNvPr>
              <p:cNvSpPr/>
              <p:nvPr/>
            </p:nvSpPr>
            <p:spPr>
              <a:xfrm>
                <a:off x="3079030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0" name="Text 15">
                <a:extLst>
                  <a:ext uri="{FF2B5EF4-FFF2-40B4-BE49-F238E27FC236}">
                    <ns2:creationId id="{559C63B1-D529-088F-9D94-910A36899A6B}"/>
                  </a:ext>
                </a:extLst>
              </p:cNvPr>
              <p:cNvSpPr/>
              <p:nvPr/>
            </p:nvSpPr>
            <p:spPr>
              <a:xfrm>
                <a:off x="10810961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9" name="Text 14">
                <a:extLst>
                  <a:ext uri="{FF2B5EF4-FFF2-40B4-BE49-F238E27FC236}">
                    <ns2:creationId id="{1B6D851A-78A9-E1C4-57DC-4255D410F9D0}"/>
                  </a:ext>
                </a:extLst>
              </p:cNvPr>
              <p:cNvSpPr/>
              <p:nvPr/>
            </p:nvSpPr>
            <p:spPr>
              <a:xfrm>
                <a:off x="9706396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Text 11">
                <a:extLst>
                  <a:ext uri="{FF2B5EF4-FFF2-40B4-BE49-F238E27FC236}">
                    <ns2:creationId id="{AB2CF191-5CAE-A4EF-4BA0-1F76221CFB37}"/>
                  </a:ext>
                </a:extLst>
              </p:cNvPr>
              <p:cNvSpPr/>
              <p:nvPr/>
            </p:nvSpPr>
            <p:spPr>
              <a:xfrm>
                <a:off x="6392713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7" name="Text 12">
                <a:extLst>
                  <a:ext uri="{FF2B5EF4-FFF2-40B4-BE49-F238E27FC236}">
                    <ns2:creationId id="{0E7D7B71-6FE9-B485-2007-9A8A47CBC842}"/>
                  </a:ext>
                </a:extLst>
              </p:cNvPr>
              <p:cNvSpPr/>
              <p:nvPr/>
            </p:nvSpPr>
            <p:spPr>
              <a:xfrm>
                <a:off x="7497274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8" name="Text 13">
                <a:extLst>
                  <a:ext uri="{FF2B5EF4-FFF2-40B4-BE49-F238E27FC236}">
                    <ns2:creationId id="{F6A011AE-0B69-FF63-BCF4-B5CDC70CE6A5}"/>
                  </a:ext>
                </a:extLst>
              </p:cNvPr>
              <p:cNvSpPr/>
              <p:nvPr/>
            </p:nvSpPr>
            <p:spPr>
              <a:xfrm>
                <a:off x="8601835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 dirty="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" name="Text 9">
                <a:extLst>
                  <a:ext uri="{FF2B5EF4-FFF2-40B4-BE49-F238E27FC236}">
                    <ns2:creationId id="{9D690AC9-705B-B32A-2C64-4BDDF0EAF6A0}"/>
                  </a:ext>
                </a:extLst>
              </p:cNvPr>
              <p:cNvSpPr/>
              <p:nvPr/>
            </p:nvSpPr>
            <p:spPr>
              <a:xfrm>
                <a:off x="4183591" y="2096346"/>
                <a:ext cx="1044000" cy="18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100">
                    <a:solidFill>
                      <a:srgbClr val="6E6E6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Text 9">
                <a:extLst>
                  <a:ext uri="{FF2B5EF4-FFF2-40B4-BE49-F238E27FC236}">
                    <ns2:creationId id="{685029A3-04D3-A5F0-41AA-FB95B0F55EA0}"/>
                  </a:ext>
                </a:extLst>
              </p:cNvPr>
              <p:cNvSpPr/>
              <p:nvPr/>
            </p:nvSpPr>
            <p:spPr>
              <a:xfrm>
                <a:off x="5288152" y="2096346"/>
                <a:ext cx="1044000" cy="180000"/>
              </a:xfrm>
              <a:prstGeom prst="rect">
                <a:avLst/>
              </a:prstGeom>
              <a:solidFill>
                <a:srgbClr val="008D2E"/>
              </a:solidFill>
              <a:ln>
                <a:solidFill>
                  <a:srgbClr val="008D2E"/>
                </a:solidFill>
              </a:ln>
            </p:spPr>
            <p:txBody>
              <a:bodyPr wrap="square" lIns="36000" tIns="54000" rIns="36000" bIns="36000" rtlCol="0" anchor="ctr" anchorCtr="0">
                <a:noAutofit/>
              </a:bodyPr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8</a:t>
                </a:r>
                <a:r>
                  <a:rPr lang="en-US" sz="1100" b="1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48" name="グループ化 47">
              <a:extLst>
                <a:ext uri="{FF2B5EF4-FFF2-40B4-BE49-F238E27FC236}">
                  <ns2:creationId id="{EE81689A-2F4B-4C50-1BBF-2616A6478785}"/>
                </a:ext>
              </a:extLst>
            </p:cNvPr>
            <p:cNvGrpSpPr/>
            <p:nvPr/>
          </p:nvGrpSpPr>
          <p:grpSpPr>
            <a:xfrm>
              <a:off x="334961" y="2359583"/>
              <a:ext cx="11518952" cy="1110532"/>
              <a:chOff x="334961" y="2359583"/>
              <a:chExt cx="11518952" cy="1110532"/>
            </a:xfrm>
          </p:grpSpPr>
          <p:sp>
            <p:nvSpPr>
              <p:cNvPr id="55" name="Text 10">
                <a:extLst>
                  <a:ext uri="{FF2B5EF4-FFF2-40B4-BE49-F238E27FC236}">
                    <ns2:creationId id="{99143A50-7E00-32E3-6F01-FE860373786F}"/>
                  </a:ext>
                </a:extLst>
              </p:cNvPr>
              <p:cNvSpPr/>
              <p:nvPr/>
            </p:nvSpPr>
            <p:spPr>
              <a:xfrm>
                <a:off x="5360155" y="2359583"/>
                <a:ext cx="900000" cy="180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algn="ctr">
                  <a:lnSpc>
                    <a:spcPct val="95000"/>
                  </a:lnSpc>
                </a:pP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altLang="ja-JP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ext 16">
                <a:extLst>
                  <a:ext uri="{FF2B5EF4-FFF2-40B4-BE49-F238E27FC236}">
                    <ns2:creationId id="{B936EB3C-AB8E-F880-A39C-19E2DE237E16}"/>
                  </a:ext>
                </a:extLst>
              </p:cNvPr>
              <p:cNvSpPr/>
              <p:nvPr/>
            </p:nvSpPr>
            <p:spPr>
              <a:xfrm>
                <a:off x="334961" y="2359583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36000" rIns="3600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" name="Shape 17">
                <a:extLst>
                  <a:ext uri="{FF2B5EF4-FFF2-40B4-BE49-F238E27FC236}">
                    <ns2:creationId id="{9D4A644D-4DC4-9F56-6D8A-F2E5EBC58B38}"/>
                  </a:ext>
                </a:extLst>
              </p:cNvPr>
              <p:cNvSpPr/>
              <p:nvPr/>
            </p:nvSpPr>
            <p:spPr>
              <a:xfrm>
                <a:off x="1974469" y="2539583"/>
                <a:ext cx="21492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55000"/>
                </a:srgbClr>
              </a:solidFill>
              <a:ln w="635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3" name="Text 18">
                <a:extLst>
                  <a:ext uri="{FF2B5EF4-FFF2-40B4-BE49-F238E27FC236}">
                    <ns2:creationId id="{352F1117-FB12-DC47-3DB8-004486A4865B}"/>
                  </a:ext>
                </a:extLst>
              </p:cNvPr>
              <p:cNvSpPr/>
              <p:nvPr/>
            </p:nvSpPr>
            <p:spPr>
              <a:xfrm>
                <a:off x="2779069" y="2359583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4" name="Text 19">
                <a:extLst>
                  <a:ext uri="{FF2B5EF4-FFF2-40B4-BE49-F238E27FC236}">
                    <ns2:creationId id="{C08BC8BB-0F7C-01B3-D294-66D6490D78AE}"/>
                  </a:ext>
                </a:extLst>
              </p:cNvPr>
              <p:cNvSpPr/>
              <p:nvPr/>
            </p:nvSpPr>
            <p:spPr>
              <a:xfrm>
                <a:off x="334961" y="2640519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36000" rIns="3600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5" name="Shape 20">
                <a:extLst>
                  <a:ext uri="{FF2B5EF4-FFF2-40B4-BE49-F238E27FC236}">
                    <ns2:creationId id="{FFF4E064-7564-6A9C-8907-5DBDB489A405}"/>
                  </a:ext>
                </a:extLst>
              </p:cNvPr>
              <p:cNvSpPr/>
              <p:nvPr/>
            </p:nvSpPr>
            <p:spPr>
              <a:xfrm>
                <a:off x="3079030" y="2820519"/>
                <a:ext cx="32544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70000"/>
                </a:srgbClr>
              </a:solidFill>
              <a:ln w="635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Text 21">
                <a:extLst>
                  <a:ext uri="{FF2B5EF4-FFF2-40B4-BE49-F238E27FC236}">
                    <ns2:creationId id="{37438E51-8B8B-FB90-C6B6-568193BACEB9}"/>
                  </a:ext>
                </a:extLst>
              </p:cNvPr>
              <p:cNvSpPr/>
              <p:nvPr/>
            </p:nvSpPr>
            <p:spPr>
              <a:xfrm>
                <a:off x="4436230" y="2640519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7" name="Text 22">
                <a:extLst>
                  <a:ext uri="{FF2B5EF4-FFF2-40B4-BE49-F238E27FC236}">
                    <ns2:creationId id="{C3546D01-C441-82D6-2712-1E1E548EB258}"/>
                  </a:ext>
                </a:extLst>
              </p:cNvPr>
              <p:cNvSpPr/>
              <p:nvPr/>
            </p:nvSpPr>
            <p:spPr>
              <a:xfrm>
                <a:off x="334961" y="2921455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0" rIns="36000" bIns="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8" name="Shape 23">
                <a:extLst>
                  <a:ext uri="{FF2B5EF4-FFF2-40B4-BE49-F238E27FC236}">
                    <ns2:creationId id="{5C295847-740A-E70A-85EA-DA5E61C3DB00}"/>
                  </a:ext>
                </a:extLst>
              </p:cNvPr>
              <p:cNvSpPr/>
              <p:nvPr/>
            </p:nvSpPr>
            <p:spPr>
              <a:xfrm>
                <a:off x="4183591" y="3101455"/>
                <a:ext cx="54612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85000"/>
                </a:srgbClr>
              </a:solidFill>
              <a:ln w="635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9" name="Text 24">
                <a:extLst>
                  <a:ext uri="{FF2B5EF4-FFF2-40B4-BE49-F238E27FC236}">
                    <ns2:creationId id="{2B76DD44-977F-8412-B52C-79D94965D80B}"/>
                  </a:ext>
                </a:extLst>
              </p:cNvPr>
              <p:cNvSpPr/>
              <p:nvPr/>
            </p:nvSpPr>
            <p:spPr>
              <a:xfrm>
                <a:off x="6644191" y="2921455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Text 25">
                <a:extLst>
                  <a:ext uri="{FF2B5EF4-FFF2-40B4-BE49-F238E27FC236}">
                    <ns2:creationId id="{2FC38B23-124A-AD6F-8892-93F253F591D0}"/>
                  </a:ext>
                </a:extLst>
              </p:cNvPr>
              <p:cNvSpPr/>
              <p:nvPr/>
            </p:nvSpPr>
            <p:spPr>
              <a:xfrm>
                <a:off x="334961" y="3202391"/>
                <a:ext cx="1584000" cy="252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216000" tIns="36000" rIns="3600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Text 27">
                <a:extLst>
                  <a:ext uri="{FF2B5EF4-FFF2-40B4-BE49-F238E27FC236}">
                    <ns2:creationId id="{6343ECA9-39D2-0C6E-DEAC-1FB82C0F09E3}"/>
                  </a:ext>
                </a:extLst>
              </p:cNvPr>
              <p:cNvSpPr/>
              <p:nvPr/>
            </p:nvSpPr>
            <p:spPr>
              <a:xfrm>
                <a:off x="10480396" y="3194980"/>
                <a:ext cx="540000" cy="144000"/>
              </a:xfrm>
              <a:prstGeom prst="rect">
                <a:avLst/>
              </a:prstGeom>
              <a:noFill/>
              <a:ln/>
            </p:spPr>
            <p:txBody>
              <a:bodyPr wrap="square" lIns="36000" tIns="36000" rIns="36000" bIns="36000" rtlCol="0" anchor="ctr" anchorCtr="0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050" b="1" dirty="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1" name="Shape 26">
                <a:extLst>
                  <a:ext uri="{FF2B5EF4-FFF2-40B4-BE49-F238E27FC236}">
                    <ns2:creationId id="{14CF4E01-0607-1806-8982-9F4D8690DF24}"/>
                  </a:ext>
                </a:extLst>
              </p:cNvPr>
              <p:cNvSpPr/>
              <p:nvPr/>
            </p:nvSpPr>
            <p:spPr>
              <a:xfrm>
                <a:off x="6392713" y="3364391"/>
                <a:ext cx="5461200" cy="72000"/>
              </a:xfrm>
              <a:prstGeom prst="roundRect">
                <a:avLst>
                  <a:gd name="adj" fmla="val 19048"/>
                </a:avLst>
              </a:prstGeom>
              <a:solidFill>
                <a:srgbClr val="2E7D50">
                  <a:alpha val="40000"/>
                </a:srgbClr>
              </a:solidFill>
              <a:ln w="12700">
                <a:noFill/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 sz="12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3" name="Shape 28">
                <a:extLst>
                  <a:ext uri="{FF2B5EF4-FFF2-40B4-BE49-F238E27FC236}">
                    <ns2:creationId id="{D90B651C-E47E-5317-9E54-CA38C678A97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860713" y="3346391"/>
                <a:ext cx="108000" cy="108000"/>
              </a:xfrm>
              <a:prstGeom prst="ellipse">
                <a:avLst/>
              </a:prstGeom>
              <a:solidFill>
                <a:srgbClr val="2E7D50"/>
              </a:solidFill>
              <a:ln w="6350">
                <a:solidFill>
                  <a:srgbClr val="1B4F35"/>
                </a:solidFill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Shape 29">
                <a:extLst>
                  <a:ext uri="{FF2B5EF4-FFF2-40B4-BE49-F238E27FC236}">
                    <ns2:creationId id="{DE276461-BEF0-778C-34E8-929CC6F88BB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965274" y="3346391"/>
                <a:ext cx="108000" cy="108000"/>
              </a:xfrm>
              <a:prstGeom prst="ellipse">
                <a:avLst/>
              </a:prstGeom>
              <a:solidFill>
                <a:srgbClr val="2E7D50"/>
              </a:solidFill>
              <a:ln w="6350">
                <a:solidFill>
                  <a:srgbClr val="1B4F35"/>
                </a:solidFill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Shape 30">
                <a:extLst>
                  <a:ext uri="{FF2B5EF4-FFF2-40B4-BE49-F238E27FC236}">
                    <ns2:creationId id="{6908063E-E0F3-1130-F85D-1A4FEAF2C6A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69835" y="3346391"/>
                <a:ext cx="108000" cy="108000"/>
              </a:xfrm>
              <a:prstGeom prst="ellipse">
                <a:avLst/>
              </a:prstGeom>
              <a:solidFill>
                <a:srgbClr val="2E7D50"/>
              </a:solidFill>
              <a:ln w="6350">
                <a:solidFill>
                  <a:srgbClr val="1B4F35"/>
                </a:solidFill>
                <a:prstDash val="solid"/>
              </a:ln>
            </p:spPr>
            <p:txBody>
              <a:bodyPr lIns="36000" tIns="36000" rIns="36000" bIns="36000" anchor="ctr" anchorCtr="0">
                <a:noAutofit/>
              </a:bodyPr>
              <a:lstStyle/>
              <a:p>
                <a:endParaRPr lang="ja-JP" alt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12" name="直線コネクタ 211">
                <a:extLst>
                  <a:ext uri="{FF2B5EF4-FFF2-40B4-BE49-F238E27FC236}">
                    <ns2:creationId id="{DCA7693C-2A48-5DB4-2607-FB10C7AAB9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4489" y="2624661"/>
                <a:ext cx="0" cy="648000"/>
              </a:xfrm>
              <a:prstGeom prst="line">
                <a:avLst/>
              </a:prstGeom>
              <a:ln w="19050">
                <a:solidFill>
                  <a:srgbClr val="008D2E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9" name="グラフィックス 258" descr="クリップボード: 部分的に横線 単色塗りつぶし">
                <a:extLst>
                  <a:ext uri="{FF2B5EF4-FFF2-40B4-BE49-F238E27FC236}">
                    <ns2:creationId id="{45484359-CE7A-D704-1B46-D88D5FC2F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334961" y="2378096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261" name="グラフィックス 260" descr="歯車 単色塗りつぶし">
                <a:extLst>
                  <a:ext uri="{FF2B5EF4-FFF2-40B4-BE49-F238E27FC236}">
                    <ns2:creationId id="{0E0EB1CC-3333-B3BF-BD37-6C1DE60F85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334961" y="2670102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263" name="グラフィックス 262" descr="環状の矢印 単色塗りつぶし">
                <a:extLst>
                  <a:ext uri="{FF2B5EF4-FFF2-40B4-BE49-F238E27FC236}">
                    <ns2:creationId id="{6E553CA3-3F02-F389-DCF4-3C263BB4D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334961" y="2962108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265" name="グラフィックス 264" descr="評価 単色塗りつぶし">
                <a:extLst>
                  <a:ext uri="{FF2B5EF4-FFF2-40B4-BE49-F238E27FC236}">
                    <ns2:creationId id="{FDA29FA7-9D07-6BE2-44E6-7A693F3A6A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334961" y="3254115"/>
                <a:ext cx="216000" cy="216000"/>
              </a:xfrm>
              <a:prstGeom prst="rect">
                <a:avLst/>
              </a:prstGeom>
            </p:spPr>
          </p:pic>
        </p:grpSp>
      </p:grpSp>
      <p:grpSp>
        <p:nvGrpSpPr>
          <p:cNvPr id="88" name="グループ化 87">
            <a:extLst>
              <a:ext uri="{FF2B5EF4-FFF2-40B4-BE49-F238E27FC236}">
                <ns2:creationId id="{A5AA2B6C-628B-EFED-6BFC-369211BE2B29}"/>
              </a:ext>
            </a:extLst>
          </p:cNvPr>
          <p:cNvGrpSpPr/>
          <p:nvPr/>
        </p:nvGrpSpPr>
        <p:grpSpPr>
          <a:xfrm>
            <a:off x="334961" y="3614680"/>
            <a:ext cx="11520000" cy="2708453"/>
            <a:chOff x="334961" y="3614680"/>
            <a:chExt cx="11520000" cy="2708453"/>
          </a:xfrm>
        </p:grpSpPr>
        <p:grpSp>
          <p:nvGrpSpPr>
            <p:cNvPr id="78" name="グループ化 77">
              <a:extLst>
                <a:ext uri="{FF2B5EF4-FFF2-40B4-BE49-F238E27FC236}">
                  <ns2:creationId id="{E77821A5-6596-CFC3-FABE-FE3DF9D55D33}"/>
                </a:ext>
              </a:extLst>
            </p:cNvPr>
            <p:cNvGrpSpPr/>
            <p:nvPr/>
          </p:nvGrpSpPr>
          <p:grpSpPr>
            <a:xfrm>
              <a:off x="334961" y="3659680"/>
              <a:ext cx="6567052" cy="2663453"/>
              <a:chOff x="334961" y="3659680"/>
              <a:chExt cx="6567052" cy="2663453"/>
            </a:xfrm>
          </p:grpSpPr>
          <p:sp>
            <p:nvSpPr>
              <p:cNvPr id="21" name="Text 16">
                <a:extLst>
                  <a:ext uri="{FF2B5EF4-FFF2-40B4-BE49-F238E27FC236}">
                    <ns2:creationId id="{4890963E-0BA6-0C95-C9D2-9150C1E6E7DE}"/>
                  </a:ext>
                </a:extLst>
              </p:cNvPr>
              <p:cNvSpPr/>
              <p:nvPr/>
            </p:nvSpPr>
            <p:spPr>
              <a:xfrm>
                <a:off x="5066013" y="4010309"/>
                <a:ext cx="1836000" cy="936000"/>
              </a:xfrm>
              <a:prstGeom prst="rect">
                <a:avLst/>
              </a:prstGeom>
              <a:noFill/>
              <a:ln/>
            </p:spPr>
            <p:txBody>
              <a:bodyPr wrap="square" lIns="108000" tIns="0" rIns="36000" bIns="72000" rtlCol="0" anchor="b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「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」 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68AF8A41-995A-D576-AF89-89E859B480E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134181" y="3871595"/>
                <a:ext cx="504000" cy="288000"/>
              </a:xfrm>
              <a:prstGeom prst="round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Text 7">
                <a:extLst>
                  <a:ext uri="{FF2B5EF4-FFF2-40B4-BE49-F238E27FC236}">
                    <ns2:creationId id="{DABCA61E-1238-30AD-9B9C-661E96322D38}"/>
                  </a:ext>
                </a:extLst>
              </p:cNvPr>
              <p:cNvSpPr/>
              <p:nvPr/>
            </p:nvSpPr>
            <p:spPr>
              <a:xfrm>
                <a:off x="334961" y="4010309"/>
                <a:ext cx="1080000" cy="936000"/>
              </a:xfrm>
              <a:prstGeom prst="rect">
                <a:avLst/>
              </a:prstGeom>
              <a:noFill/>
              <a:ln/>
            </p:spPr>
            <p:txBody>
              <a:bodyPr wrap="square" lIns="72000" tIns="36000" rIns="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2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0" name="グラフィックス 39" descr="散布図 単色塗りつぶし">
                <a:extLst>
                  <a:ext uri="{FF2B5EF4-FFF2-40B4-BE49-F238E27FC236}">
                    <ns2:creationId id="{22753EEA-07AB-F14C-60A8-BE5D610C12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992485" y="4641973"/>
                <a:ext cx="324000" cy="324000"/>
              </a:xfrm>
              <a:prstGeom prst="rect">
                <a:avLst/>
              </a:prstGeom>
            </p:spPr>
          </p:pic>
          <p:cxnSp>
            <p:nvCxnSpPr>
              <p:cNvPr id="93" name="直線コネクタ 92">
                <a:extLst>
                  <a:ext uri="{FF2B5EF4-FFF2-40B4-BE49-F238E27FC236}">
                    <ns2:creationId id="{A64C93A1-0835-64E8-6B66-A19124EDA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4961" y="4010309"/>
                <a:ext cx="0" cy="936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グループ化 38">
                <a:extLst>
                  <a:ext uri="{FF2B5EF4-FFF2-40B4-BE49-F238E27FC236}">
                    <ns2:creationId id="{1ECE13EC-AD12-DE62-A308-EACF711950C6}"/>
                  </a:ext>
                </a:extLst>
              </p:cNvPr>
              <p:cNvGrpSpPr/>
              <p:nvPr/>
            </p:nvGrpSpPr>
            <p:grpSpPr>
              <a:xfrm>
                <a:off x="1529647" y="3659680"/>
                <a:ext cx="1548000" cy="2663453"/>
                <a:chOff x="1480487" y="3659680"/>
                <a:chExt cx="1548000" cy="2663453"/>
              </a:xfrm>
            </p:grpSpPr>
            <p:sp>
              <p:nvSpPr>
                <p:cNvPr id="8" name="ホームベース 51">
                  <a:extLst>
                    <a:ext uri="{FF2B5EF4-FFF2-40B4-BE49-F238E27FC236}">
                      <ns2:creationId id="{1E1205A6-7CE7-5E62-57F7-3176DB4C1E4E}"/>
                    </a:ext>
                  </a:extLst>
                </p:cNvPr>
                <p:cNvSpPr/>
                <p:nvPr/>
              </p:nvSpPr>
              <p:spPr>
                <a:xfrm>
                  <a:off x="1480487" y="3659680"/>
                  <a:ext cx="1548000" cy="252000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7FC69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tIns="28800" rIns="36000" bIns="2880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7</a:t>
                  </a:r>
                  <a:r>
                    <a:rPr kumimoji="1" lang="ja-JP" altLang="en-US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2" name="Text 10">
                  <a:extLst>
                    <a:ext uri="{FF2B5EF4-FFF2-40B4-BE49-F238E27FC236}">
                      <ns2:creationId id="{669D34CC-2349-1D32-0E1E-6E6F48504317}"/>
                    </a:ext>
                  </a:extLst>
                </p:cNvPr>
                <p:cNvSpPr/>
                <p:nvPr/>
              </p:nvSpPr>
              <p:spPr>
                <a:xfrm>
                  <a:off x="1480487" y="4010309"/>
                  <a:ext cx="1548000" cy="936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 marL="0" indent="0">
                    <a:buNone/>
                  </a:pP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「</a:t>
                  </a: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」 </a:t>
                  </a: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8" name="Text 23">
                  <a:extLst>
                    <a:ext uri="{FF2B5EF4-FFF2-40B4-BE49-F238E27FC236}">
                      <ns2:creationId id="{3638385E-CCCE-6548-F1EE-D734BAD7CAC9}"/>
                    </a:ext>
                  </a:extLst>
                </p:cNvPr>
                <p:cNvSpPr/>
                <p:nvPr/>
              </p:nvSpPr>
              <p:spPr>
                <a:xfrm>
                  <a:off x="1480487" y="5063133"/>
                  <a:ext cx="1548000" cy="12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 marL="0" indent="0">
                    <a:buNone/>
                  </a:pP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PL</a:t>
                  </a: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dirty="0" err="1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dirty="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7" name="グループ化 36">
                <a:extLst>
                  <a:ext uri="{FF2B5EF4-FFF2-40B4-BE49-F238E27FC236}">
                    <ns2:creationId id="{7505205E-2ACB-5610-F31D-369B5E7554F8}"/>
                  </a:ext>
                </a:extLst>
              </p:cNvPr>
              <p:cNvGrpSpPr/>
              <p:nvPr/>
            </p:nvGrpSpPr>
            <p:grpSpPr>
              <a:xfrm>
                <a:off x="3171830" y="3659680"/>
                <a:ext cx="1800000" cy="2663453"/>
                <a:chOff x="3085655" y="3659680"/>
                <a:chExt cx="1800000" cy="2663453"/>
              </a:xfrm>
            </p:grpSpPr>
            <p:sp>
              <p:nvSpPr>
                <p:cNvPr id="9" name="山形 52">
                  <a:extLst>
                    <a:ext uri="{FF2B5EF4-FFF2-40B4-BE49-F238E27FC236}">
                      <ns2:creationId id="{C743BBF1-3EAE-8476-9DD8-5E1EA7BCA9F5}"/>
                    </a:ext>
                  </a:extLst>
                </p:cNvPr>
                <p:cNvSpPr/>
                <p:nvPr/>
              </p:nvSpPr>
              <p:spPr>
                <a:xfrm>
                  <a:off x="3085655" y="3659680"/>
                  <a:ext cx="1800000" cy="252000"/>
                </a:xfrm>
                <a:prstGeom prst="chevron">
                  <a:avLst>
                    <a:gd name="adj" fmla="val 0"/>
                  </a:avLst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8800" tIns="28800" rIns="28800" bIns="2880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8</a:t>
                  </a:r>
                  <a:r>
                    <a:rPr kumimoji="1" lang="ja-JP" altLang="en-US" sz="1200" b="0" u="none" strike="noStrike" kern="1200" cap="none" spc="0" normalizeH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9" name="Text 14">
                  <a:extLst>
                    <a:ext uri="{FF2B5EF4-FFF2-40B4-BE49-F238E27FC236}">
                      <ns2:creationId id="{FF738B07-CAC7-3E62-8401-9A619C00CA9F}"/>
                    </a:ext>
                  </a:extLst>
                </p:cNvPr>
                <p:cNvSpPr/>
                <p:nvPr/>
              </p:nvSpPr>
              <p:spPr>
                <a:xfrm>
                  <a:off x="3085655" y="4010309"/>
                  <a:ext cx="1800000" cy="936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 marL="0" indent="0">
                    <a:spcAft>
                      <a:spcPts val="600"/>
                    </a:spcAft>
                    <a:buNone/>
                  </a:pP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「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171450" indent="-171450">
                    <a:buClr>
                      <a:srgbClr val="008D2E"/>
                    </a:buClr>
                    <a:buFont typeface="Yu Gothic UI" panose="020B0500000000000000" pitchFamily="50" charset="-128"/>
                    <a:buChar char="▶"/>
                  </a:pP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2" name="Text 27">
                  <a:extLst>
                    <a:ext uri="{FF2B5EF4-FFF2-40B4-BE49-F238E27FC236}">
                      <ns2:creationId id="{861AFA58-80E0-465E-9163-3AC094F9D449}"/>
                    </a:ext>
                  </a:extLst>
                </p:cNvPr>
                <p:cNvSpPr/>
                <p:nvPr/>
              </p:nvSpPr>
              <p:spPr>
                <a:xfrm>
                  <a:off x="3085655" y="5063133"/>
                  <a:ext cx="1800000" cy="126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72000" tIns="0" rIns="36000" bIns="0" rtlCol="0" anchor="ctr" anchorCtr="0">
                  <a:noAutofit/>
                </a:bodyPr>
                <a:lstStyle/>
                <a:p>
                  <a:pPr>
                    <a:spcAft>
                      <a:spcPts val="600"/>
                    </a:spcAft>
                    <a:buClr>
                      <a:srgbClr val="008D2E"/>
                    </a:buClr>
                  </a:pP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endParaRPr>
                </a:p>
                <a:p>
                  <a:pPr marL="171450" indent="-171450">
                    <a:buClr>
                      <a:srgbClr val="008D2E"/>
                    </a:buClr>
                    <a:buFont typeface="Meiryo UI" panose="020B0604030504040204" pitchFamily="50" charset="-128"/>
                    <a:buChar char="▶"/>
                  </a:pP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1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sz="11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sp>
            <p:nvSpPr>
              <p:cNvPr id="34" name="Text 29">
                <a:extLst>
                  <a:ext uri="{FF2B5EF4-FFF2-40B4-BE49-F238E27FC236}">
                    <ns2:creationId id="{12E52DE5-BFA5-2EA6-C71B-6BC93E7C39EC}"/>
                  </a:ext>
                </a:extLst>
              </p:cNvPr>
              <p:cNvSpPr/>
              <p:nvPr/>
            </p:nvSpPr>
            <p:spPr>
              <a:xfrm>
                <a:off x="5066013" y="5063133"/>
                <a:ext cx="1836000" cy="1260000"/>
              </a:xfrm>
              <a:prstGeom prst="rect">
                <a:avLst/>
              </a:prstGeom>
              <a:noFill/>
              <a:ln>
                <a:solidFill>
                  <a:srgbClr val="008D2E"/>
                </a:solidFill>
              </a:ln>
            </p:spPr>
            <p:txBody>
              <a:bodyPr wrap="square" lIns="144000" tIns="0" rIns="72000" bIns="288000" rtlCol="0" anchor="b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(</a:t>
                </a: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100" dirty="0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100" dirty="0" err="1">
                    <a:solidFill>
                      <a:srgbClr val="3A3A3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B32BD3B8-7833-34BB-5AC2-0FC3BCA1C91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134181" y="5131723"/>
                <a:ext cx="504000" cy="288000"/>
              </a:xfrm>
              <a:prstGeom prst="round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Text 20">
                <a:extLst>
                  <a:ext uri="{FF2B5EF4-FFF2-40B4-BE49-F238E27FC236}">
                    <ns2:creationId id="{6F5456F3-986A-A050-6A24-4F6D21011C2A}"/>
                  </a:ext>
                </a:extLst>
              </p:cNvPr>
              <p:cNvSpPr/>
              <p:nvPr/>
            </p:nvSpPr>
            <p:spPr>
              <a:xfrm>
                <a:off x="334961" y="5063133"/>
                <a:ext cx="1080000" cy="1260000"/>
              </a:xfrm>
              <a:prstGeom prst="rect">
                <a:avLst/>
              </a:prstGeom>
              <a:noFill/>
              <a:ln/>
            </p:spPr>
            <p:txBody>
              <a:bodyPr wrap="square" lIns="72000" tIns="36000" rIns="0" bIns="36000" rtlCol="0" anchor="ctr" anchorCtr="0">
                <a:noAutofit/>
              </a:bodyPr>
              <a:lstStyle/>
              <a:p>
                <a:pPr marL="0" indent="0">
                  <a:buNone/>
                </a:pP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12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12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47" name="グラフィックス 46" descr="意思決定図 単色塗りつぶし">
                <a:extLst>
                  <a:ext uri="{FF2B5EF4-FFF2-40B4-BE49-F238E27FC236}">
                    <ns2:creationId id="{6E092B51-2438-E7CC-6F4A-5DCEC52E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992485" y="5999133"/>
                <a:ext cx="324000" cy="324000"/>
              </a:xfrm>
              <a:prstGeom prst="rect">
                <a:avLst/>
              </a:prstGeom>
            </p:spPr>
          </p:pic>
          <p:cxnSp>
            <p:nvCxnSpPr>
              <p:cNvPr id="95" name="直線コネクタ 94">
                <a:extLst>
                  <a:ext uri="{FF2B5EF4-FFF2-40B4-BE49-F238E27FC236}">
                    <ns2:creationId id="{05C32525-52E9-E60E-E3E7-2A405E844C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4961" y="5063133"/>
                <a:ext cx="0" cy="1260000"/>
              </a:xfrm>
              <a:prstGeom prst="line">
                <a:avLst/>
              </a:prstGeom>
              <a:ln w="38100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グループ化 83">
              <a:extLst>
                <a:ext uri="{FF2B5EF4-FFF2-40B4-BE49-F238E27FC236}">
                  <ns2:creationId id="{74C1B8F5-EAA4-01CE-9B66-1D2933EAC311}"/>
                </a:ext>
              </a:extLst>
            </p:cNvPr>
            <p:cNvGrpSpPr/>
            <p:nvPr/>
          </p:nvGrpSpPr>
          <p:grpSpPr>
            <a:xfrm>
              <a:off x="5915096" y="3614680"/>
              <a:ext cx="5939865" cy="2708453"/>
              <a:chOff x="5915096" y="3614680"/>
              <a:chExt cx="5939865" cy="2708453"/>
            </a:xfrm>
          </p:grpSpPr>
          <p:sp>
            <p:nvSpPr>
              <p:cNvPr id="38" name="楕円 2">
                <a:extLst>
                  <a:ext uri="{FF2B5EF4-FFF2-40B4-BE49-F238E27FC236}">
                    <ns2:creationId id="{C594BEBD-2398-0DF4-0D6A-B59DF23ED73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15096" y="4050848"/>
                <a:ext cx="2299481" cy="2133117"/>
              </a:xfrm>
              <a:prstGeom prst="arc">
                <a:avLst>
                  <a:gd name="adj1" fmla="val 16200000"/>
                  <a:gd name="adj2" fmla="val 5407509"/>
                </a:avLst>
              </a:prstGeom>
              <a:solidFill>
                <a:srgbClr val="008D2E"/>
              </a:solidFill>
              <a:ln w="984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en-US" alt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79" name="グループ化 78">
                <a:extLst>
                  <a:ext uri="{FF2B5EF4-FFF2-40B4-BE49-F238E27FC236}">
                    <ns2:creationId id="{EFED4A75-3787-2A51-88AF-699AAB96D2C0}"/>
                  </a:ext>
                </a:extLst>
              </p:cNvPr>
              <p:cNvGrpSpPr/>
              <p:nvPr/>
            </p:nvGrpSpPr>
            <p:grpSpPr>
              <a:xfrm>
                <a:off x="7022718" y="3614680"/>
                <a:ext cx="4832243" cy="2708453"/>
                <a:chOff x="7022718" y="3614680"/>
                <a:chExt cx="4832243" cy="2708453"/>
              </a:xfrm>
            </p:grpSpPr>
            <p:cxnSp>
              <p:nvCxnSpPr>
                <p:cNvPr id="41" name="Straight Connector 116">
                  <a:extLst>
                    <a:ext uri="{FF2B5EF4-FFF2-40B4-BE49-F238E27FC236}">
                      <ns2:creationId id="{3A96CE0B-F7E5-7212-1268-504D68A9E457}"/>
                    </a:ext>
                  </a:extLst>
                </p:cNvPr>
                <p:cNvCxnSpPr>
                  <a:cxnSpLocks noChangeAspect="1"/>
                  <a:stCxn id="77" idx="2"/>
                  <a:endCxn id="38" idx="1"/>
                </p:cNvCxnSpPr>
                <p:nvPr/>
              </p:nvCxnSpPr>
              <p:spPr>
                <a:xfrm flipH="1" flipV="1">
                  <a:off x="7064837" y="5117407"/>
                  <a:ext cx="1553743" cy="4021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30">
                  <a:extLst>
                    <a:ext uri="{FF2B5EF4-FFF2-40B4-BE49-F238E27FC236}">
                      <ns2:creationId id="{6A81A279-9B1C-39FC-7EDF-EED26E019850}"/>
                    </a:ext>
                  </a:extLst>
                </p:cNvPr>
                <p:cNvCxnSpPr>
                  <a:cxnSpLocks noChangeAspect="1"/>
                  <a:endCxn id="38" idx="1"/>
                </p:cNvCxnSpPr>
                <p:nvPr/>
              </p:nvCxnSpPr>
              <p:spPr>
                <a:xfrm flipH="1">
                  <a:off x="7064837" y="4289066"/>
                  <a:ext cx="1355017" cy="828341"/>
                </a:xfrm>
                <a:prstGeom prst="line">
                  <a:avLst/>
                </a:prstGeom>
                <a:ln w="9525" cap="rnd">
                  <a:solidFill>
                    <a:schemeClr val="tx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0">
                  <a:extLst>
                    <a:ext uri="{FF2B5EF4-FFF2-40B4-BE49-F238E27FC236}">
                      <ns2:creationId id="{6F0120EB-DABD-766C-0A93-1A5477D7B3C3}"/>
                    </a:ext>
                  </a:extLst>
                </p:cNvPr>
                <p:cNvCxnSpPr>
                  <a:cxnSpLocks noChangeAspect="1"/>
                  <a:endCxn id="38" idx="1"/>
                </p:cNvCxnSpPr>
                <p:nvPr/>
              </p:nvCxnSpPr>
              <p:spPr>
                <a:xfrm flipH="1" flipV="1">
                  <a:off x="7064837" y="5117407"/>
                  <a:ext cx="1347916" cy="828000"/>
                </a:xfrm>
                <a:prstGeom prst="line">
                  <a:avLst/>
                </a:prstGeom>
                <a:ln w="9525" cap="rnd">
                  <a:solidFill>
                    <a:schemeClr val="tx1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2" name="Text 44">
                  <a:extLst>
                    <a:ext uri="{FF2B5EF4-FFF2-40B4-BE49-F238E27FC236}">
                      <ns2:creationId id="{4A78923F-5303-A90D-087A-37238DC0CE60}"/>
                    </a:ext>
                  </a:extLst>
                </p:cNvPr>
                <p:cNvSpPr/>
                <p:nvPr/>
              </p:nvSpPr>
              <p:spPr>
                <a:xfrm>
                  <a:off x="8485406" y="3614680"/>
                  <a:ext cx="2160000" cy="288000"/>
                </a:xfrm>
                <a:prstGeom prst="rect">
                  <a:avLst/>
                </a:prstGeom>
                <a:noFill/>
                <a:ln/>
              </p:spPr>
              <p:txBody>
                <a:bodyPr wrap="square" tIns="0" bIns="0" rtlCol="0" anchor="ctr">
                  <a:noAutofit/>
                </a:bodyPr>
                <a:lstStyle/>
                <a:p>
                  <a:pPr marL="0" indent="0" algn="ctr">
                    <a:buNone/>
                  </a:pPr>
                  <a:r>
                    <a:rPr lang="en-US" sz="1400" b="1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1400" b="1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13" name="グループ化 12">
                  <a:extLst>
                    <a:ext uri="{FF2B5EF4-FFF2-40B4-BE49-F238E27FC236}">
                      <ns2:creationId id="{D4ABE054-657E-C249-CCAF-29A3726D3AF1}"/>
                    </a:ext>
                  </a:extLst>
                </p:cNvPr>
                <p:cNvGrpSpPr/>
                <p:nvPr/>
              </p:nvGrpSpPr>
              <p:grpSpPr>
                <a:xfrm>
                  <a:off x="8417371" y="3911680"/>
                  <a:ext cx="3437590" cy="2411453"/>
                  <a:chOff x="8417371" y="3911680"/>
                  <a:chExt cx="3437590" cy="2411453"/>
                </a:xfrm>
              </p:grpSpPr>
              <p:grpSp>
                <p:nvGrpSpPr>
                  <p:cNvPr id="11" name="グループ化 10">
                    <a:extLst>
                      <a:ext uri="{FF2B5EF4-FFF2-40B4-BE49-F238E27FC236}">
                        <ns2:creationId id="{9FC117C0-E6D1-EC43-C1D9-F429D18C005F}"/>
                      </a:ext>
                    </a:extLst>
                  </p:cNvPr>
                  <p:cNvGrpSpPr/>
                  <p:nvPr/>
                </p:nvGrpSpPr>
                <p:grpSpPr>
                  <a:xfrm>
                    <a:off x="8419854" y="3911680"/>
                    <a:ext cx="3435107" cy="756000"/>
                    <a:chOff x="8419854" y="3540319"/>
                    <a:chExt cx="3435107" cy="756000"/>
                  </a:xfrm>
                </p:grpSpPr>
                <p:cxnSp>
                  <p:nvCxnSpPr>
                    <p:cNvPr id="44" name="Straight Connector 111">
                      <a:extLst>
                        <a:ext uri="{FF2B5EF4-FFF2-40B4-BE49-F238E27FC236}">
                          <ns2:creationId id="{79913456-E2BA-DF30-6D25-D5CC86819B50}"/>
                        </a:ext>
                      </a:extLst>
                    </p:cNvPr>
                    <p:cNvCxnSpPr>
                      <a:cxnSpLocks noChangeAspect="1"/>
                      <a:stCxn id="51" idx="2"/>
                    </p:cNvCxnSpPr>
                    <p:nvPr/>
                  </p:nvCxnSpPr>
                  <p:spPr>
                    <a:xfrm flipH="1">
                      <a:off x="8419854" y="3918319"/>
                      <a:ext cx="198726" cy="0"/>
                    </a:xfrm>
                    <a:prstGeom prst="line">
                      <a:avLst/>
                    </a:prstGeom>
                    <a:ln w="9525" cap="rnd">
                      <a:solidFill>
                        <a:schemeClr val="tx1">
                          <a:lumMod val="75000"/>
                        </a:schemeClr>
                      </a:solidFill>
                      <a:round/>
                      <a:headEnd type="non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46" name="テキスト ボックス 45">
                      <a:extLst>
                        <a:ext uri="{FF2B5EF4-FFF2-40B4-BE49-F238E27FC236}">
                          <ns2:creationId id="{FC93499D-DDCF-9E1B-8CCC-DED7F531B818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>
                    <a:xfrm>
                      <a:off x="9334961" y="3558319"/>
                      <a:ext cx="2520000" cy="7200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108000" tIns="0" rIns="36000" bIns="0" rtlCol="0" anchor="ctr" anchorCtr="0">
                      <a:noAutofit/>
                    </a:bodyPr>
                    <a:lstStyle/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200" b="1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200" b="1" dirty="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51" name="楕円 3">
                      <a:extLst>
                        <a:ext uri="{FF2B5EF4-FFF2-40B4-BE49-F238E27FC236}">
                          <ns2:creationId id="{9B67CB0A-94BF-AF5F-EC9B-1D09225D79F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8618580" y="3540319"/>
                      <a:ext cx="756000" cy="756000"/>
                    </a:xfrm>
                    <a:prstGeom prst="ellipse">
                      <a:avLst/>
                    </a:prstGeom>
                    <a:solidFill>
                      <a:srgbClr val="7FC696"/>
                    </a:solidFill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>
                      <a:noAutofit/>
                    </a:bodyPr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en-US" altLang="ja-JP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pic>
                  <p:nvPicPr>
                    <p:cNvPr id="85" name="グラフィックス 84" descr="トグル 単色塗りつぶし">
                      <a:extLst>
                        <a:ext uri="{FF2B5EF4-FFF2-40B4-BE49-F238E27FC236}">
                          <ns2:creationId id="{55F37C3F-D9B7-EC71-1E30-D2E5B68F67D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8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719242" y="3648319"/>
                      <a:ext cx="540000" cy="540000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10" name="グループ化 9">
                    <a:extLst>
                      <a:ext uri="{FF2B5EF4-FFF2-40B4-BE49-F238E27FC236}">
                        <ns2:creationId id="{D543B536-756C-EA54-9763-56AEA83783D0}"/>
                      </a:ext>
                    </a:extLst>
                  </p:cNvPr>
                  <p:cNvGrpSpPr/>
                  <p:nvPr/>
                </p:nvGrpSpPr>
                <p:grpSpPr>
                  <a:xfrm>
                    <a:off x="8618580" y="4743428"/>
                    <a:ext cx="3236381" cy="756000"/>
                    <a:chOff x="8618580" y="4553727"/>
                    <a:chExt cx="3236381" cy="756000"/>
                  </a:xfrm>
                </p:grpSpPr>
                <p:sp>
                  <p:nvSpPr>
                    <p:cNvPr id="76" name="テキスト ボックス 72">
                      <a:extLst>
                        <a:ext uri="{FF2B5EF4-FFF2-40B4-BE49-F238E27FC236}">
                          <ns2:creationId id="{553E9A5D-F66D-5CD5-F378-3C25CB9EE780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>
                    <a:xfrm>
                      <a:off x="9334961" y="4571727"/>
                      <a:ext cx="2520000" cy="7200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108000" tIns="0" rIns="36000" bIns="0" rtlCol="0" anchor="ctr" anchorCtr="0">
                      <a:noAutofit/>
                    </a:bodyPr>
                    <a:lstStyle/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200" b="1" dirty="0" err="1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200" b="1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400" b="1" dirty="0">
                        <a:solidFill>
                          <a:schemeClr val="tx1">
                            <a:lumMod val="75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endParaRPr>
                    </a:p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・</a:t>
                      </a:r>
                      <a:b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77" name="楕円 3">
                      <a:extLst>
                        <a:ext uri="{FF2B5EF4-FFF2-40B4-BE49-F238E27FC236}">
                          <ns2:creationId id="{6008BDA6-0CCF-F30C-92D2-A376DA97BA7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8618580" y="4553727"/>
                      <a:ext cx="756000" cy="756000"/>
                    </a:xfrm>
                    <a:prstGeom prst="ellipse">
                      <a:avLst/>
                    </a:prstGeom>
                    <a:solidFill>
                      <a:srgbClr val="7FC696"/>
                    </a:solidFill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>
                      <a:noAutofit/>
                    </a:bodyPr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en-US" altLang="ja-JP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pic>
                  <p:nvPicPr>
                    <p:cNvPr id="86" name="グラフィックス 85" descr="カスタマー レビュー 単色塗りつぶし">
                      <a:extLst>
                        <a:ext uri="{FF2B5EF4-FFF2-40B4-BE49-F238E27FC236}">
                          <ns2:creationId id="{598FCCC0-3F62-CE14-1C8E-CB525B795C9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9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719242" y="4661727"/>
                      <a:ext cx="540000" cy="540000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7" name="グループ化 6">
                    <a:extLst>
                      <a:ext uri="{FF2B5EF4-FFF2-40B4-BE49-F238E27FC236}">
                        <ns2:creationId id="{2ECE11C7-25B2-575B-27FD-43AD1831AE26}"/>
                      </a:ext>
                    </a:extLst>
                  </p:cNvPr>
                  <p:cNvGrpSpPr/>
                  <p:nvPr/>
                </p:nvGrpSpPr>
                <p:grpSpPr>
                  <a:xfrm>
                    <a:off x="8417371" y="5567133"/>
                    <a:ext cx="3437590" cy="756000"/>
                    <a:chOff x="8417371" y="5567133"/>
                    <a:chExt cx="3437590" cy="756000"/>
                  </a:xfrm>
                </p:grpSpPr>
                <p:cxnSp>
                  <p:nvCxnSpPr>
                    <p:cNvPr id="45" name="Straight Connector 114">
                      <a:extLst>
                        <a:ext uri="{FF2B5EF4-FFF2-40B4-BE49-F238E27FC236}">
                          <ns2:creationId id="{6160DE94-92E5-673B-8B59-1C114F94BE20}"/>
                        </a:ext>
                      </a:extLst>
                    </p:cNvPr>
                    <p:cNvCxnSpPr>
                      <a:cxnSpLocks noChangeAspect="1"/>
                    </p:cNvCxnSpPr>
                    <p:nvPr/>
                  </p:nvCxnSpPr>
                  <p:spPr>
                    <a:xfrm flipH="1">
                      <a:off x="8417371" y="5946456"/>
                      <a:ext cx="198000" cy="0"/>
                    </a:xfrm>
                    <a:prstGeom prst="line">
                      <a:avLst/>
                    </a:prstGeom>
                    <a:ln w="9525" cap="rnd">
                      <a:solidFill>
                        <a:schemeClr val="tx1">
                          <a:lumMod val="75000"/>
                        </a:schemeClr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0" name="楕円 3">
                      <a:extLst>
                        <a:ext uri="{FF2B5EF4-FFF2-40B4-BE49-F238E27FC236}">
                          <ns2:creationId id="{E303825F-3281-F240-BF73-FFCC5917220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8618580" y="5567133"/>
                      <a:ext cx="756000" cy="756000"/>
                    </a:xfrm>
                    <a:prstGeom prst="ellipse">
                      <a:avLst/>
                    </a:prstGeom>
                    <a:solidFill>
                      <a:srgbClr val="7FC696"/>
                    </a:solidFill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>
                      <a:noAutofit/>
                    </a:bodyPr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en-US" altLang="ja-JP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83" name="テキスト ボックス 72">
                      <a:extLst>
                        <a:ext uri="{FF2B5EF4-FFF2-40B4-BE49-F238E27FC236}">
                          <ns2:creationId id="{F8462443-2AAC-24F2-B230-C19721DA2933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>
                    <a:xfrm>
                      <a:off x="9334961" y="5585133"/>
                      <a:ext cx="2520000" cy="7200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108000" tIns="0" rIns="36000" bIns="0" rtlCol="0" anchor="ctr" anchorCtr="0">
                      <a:noAutofit/>
                    </a:bodyPr>
                    <a:lstStyle/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200" b="1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400" b="1" dirty="0">
                        <a:solidFill>
                          <a:schemeClr val="tx1">
                            <a:lumMod val="75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itchFamily="34" charset="-120"/>
                      </a:endParaRPr>
                    </a:p>
                    <a:p>
                      <a:pPr>
                        <a:spcAft>
                          <a:spcPts val="300"/>
                        </a:spcAft>
                        <a:buClr>
                          <a:schemeClr val="accent1"/>
                        </a:buClr>
                      </a:pPr>
                      <a: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1050" dirty="0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</a:br>
                      <a:r>
                        <a:rPr lang="en-US" altLang="ja-JP" sz="1050" dirty="0" err="1">
                          <a:solidFill>
                            <a:srgbClr val="0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rgbClr val="0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pic>
                  <p:nvPicPr>
                    <p:cNvPr id="87" name="グラフィックス 86" descr="フローチャート 単色塗りつぶし">
                      <a:extLst>
                        <a:ext uri="{FF2B5EF4-FFF2-40B4-BE49-F238E27FC236}">
                          <ns2:creationId id="{C9DB85F0-7297-5239-2000-9CD58E11A76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1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719242" y="5675133"/>
                      <a:ext cx="540000" cy="540000"/>
                    </a:xfrm>
                    <a:prstGeom prst="rect">
                      <a:avLst/>
                    </a:prstGeom>
                  </p:spPr>
                </p:pic>
              </p:grpSp>
            </p:grpSp>
            <p:sp>
              <p:nvSpPr>
                <p:cNvPr id="81" name="Freeform 44">
                  <a:extLst>
                    <a:ext uri="{FF2B5EF4-FFF2-40B4-BE49-F238E27FC236}">
                      <ns2:creationId id="{FE9B7135-2ABC-06D2-7FA0-1519747A0C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2718" y="4117633"/>
                  <a:ext cx="1123216" cy="1999547"/>
                </a:xfrm>
                <a:custGeom>
                  <a:avLst/>
                  <a:gdLst>
                    <a:gd name="connsiteX0" fmla="*/ 0 w 1800000"/>
                    <a:gd name="connsiteY0" fmla="*/ 0 h 3600000"/>
                    <a:gd name="connsiteX1" fmla="*/ 1800000 w 1800000"/>
                    <a:gd name="connsiteY1" fmla="*/ 1800000 h 3600000"/>
                    <a:gd name="connsiteX2" fmla="*/ 0 w 1800000"/>
                    <a:gd name="connsiteY2" fmla="*/ 3600000 h 360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800000" h="3600000">
                      <a:moveTo>
                        <a:pt x="0" y="0"/>
                      </a:moveTo>
                      <a:cubicBezTo>
                        <a:pt x="994113" y="0"/>
                        <a:pt x="1800000" y="805887"/>
                        <a:pt x="1800000" y="1800000"/>
                      </a:cubicBezTo>
                      <a:cubicBezTo>
                        <a:pt x="1800000" y="2794113"/>
                        <a:pt x="994113" y="3600000"/>
                        <a:pt x="0" y="360000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en-US" altLang="ja-JP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6" name="Text 16">
                  <a:extLst>
                    <a:ext uri="{FF2B5EF4-FFF2-40B4-BE49-F238E27FC236}">
                      <ns2:creationId id="{FDCF02E1-DEFF-734A-7D52-2AF67EFB7DD4}"/>
                    </a:ext>
                  </a:extLst>
                </p:cNvPr>
                <p:cNvSpPr/>
                <p:nvPr/>
              </p:nvSpPr>
              <p:spPr>
                <a:xfrm>
                  <a:off x="7139548" y="4307406"/>
                  <a:ext cx="900000" cy="1620000"/>
                </a:xfrm>
                <a:prstGeom prst="rect">
                  <a:avLst/>
                </a:prstGeom>
                <a:noFill/>
                <a:ln/>
              </p:spPr>
              <p:txBody>
                <a:bodyPr wrap="square" lIns="36000" tIns="36000" rIns="36000" bIns="36000" rtlCol="0" anchor="ctr" anchorCtr="0">
                  <a:noAutofit/>
                </a:bodyPr>
                <a:lstStyle/>
                <a:p>
                  <a:pPr marL="0" indent="0">
                    <a:buNone/>
                  </a:pPr>
                  <a:r>
                    <a:rPr lang="en-US" altLang="ja-JP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8</a:t>
                  </a:r>
                  <a:r>
                    <a:rPr lang="ja-JP" altLang="en-US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altLang="ja-JP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ja-JP" altLang="en-US" dirty="0">
                      <a:solidFill>
                        <a:srgbClr val="3A3A3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581118093"/>
      </p:ext>
    </p:extLst>
  </p:cSld>
  <p:clrMapOvr>
    <a:masterClrMapping/>
  </p:clrMapOvr>
</p:sld>
</file>

<file path=ppt/slides/slide29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850EE71-D967-BA9D-5EC3-92DAC05D5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72D25B7-7C63-DEB6-7D12-55EF4251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0C888C94-7EBB-96D4-0EA0-316C02BBD147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 dirty="0">
                <a:latin typeface="+mn-ea"/>
                <a:ea typeface="+mn-ea"/>
              </a:rPr>
              <a:t>XX</a:t>
            </a:r>
            <a:endParaRPr lang="ja-JP" altLang="en-US" sz="1800" dirty="0">
              <a:latin typeface="+mn-ea"/>
              <a:ea typeface="+mn-ea"/>
            </a:endParaRPr>
          </a:p>
        </p:txBody>
      </p:sp>
      <p:sp>
        <p:nvSpPr>
          <p:cNvPr id="5" name="正方形/長方形 4">
            <a:extLst>
              <a:ext uri="{FF2B5EF4-FFF2-40B4-BE49-F238E27FC236}">
                <ns2:creationId id="{B74D2276-4C7D-036F-9B00-21EF4F004E42}"/>
              </a:ext>
            </a:extLst>
          </p:cNvPr>
          <p:cNvSpPr/>
          <p:nvPr/>
        </p:nvSpPr>
        <p:spPr>
          <a:xfrm>
            <a:off x="334961" y="1705591"/>
            <a:ext cx="957389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2" name="グラフィックス 81" descr="No の記号 単色塗りつぶし">
            <a:extLst>
              <a:ext uri="{FF2B5EF4-FFF2-40B4-BE49-F238E27FC236}">
                <ns2:creationId id="{0DBFEF41-22AA-A878-2269-2366F2CF3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589597" y="1642535"/>
            <a:ext cx="324568" cy="324568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ns2:creationId id="{1B8223E7-E8E1-D3B9-4236-FB253121D1EC}"/>
              </a:ext>
            </a:extLst>
          </p:cNvPr>
          <p:cNvSpPr/>
          <p:nvPr/>
        </p:nvSpPr>
        <p:spPr>
          <a:xfrm>
            <a:off x="1356269" y="1705592"/>
            <a:ext cx="3455110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3" name="正方形/長方形 7">
            <a:extLst>
              <a:ext uri="{FF2B5EF4-FFF2-40B4-BE49-F238E27FC236}">
                <ns2:creationId id="{1B8223E7-E8E1-D3B9-4236-FB253121D1EC}"/>
              </a:ext>
            </a:extLst>
          </p:cNvPr>
          <p:cNvSpPr/>
          <p:nvPr/>
        </p:nvSpPr>
        <p:spPr>
          <a:xfrm>
            <a:off x="4875298" y="1705592"/>
            <a:ext cx="3455110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4" name="正方形/長方形 7">
            <a:extLst>
              <a:ext uri="{FF2B5EF4-FFF2-40B4-BE49-F238E27FC236}">
                <ns2:creationId id="{1B8223E7-E8E1-D3B9-4236-FB253121D1EC}"/>
              </a:ext>
            </a:extLst>
          </p:cNvPr>
          <p:cNvSpPr/>
          <p:nvPr/>
        </p:nvSpPr>
        <p:spPr>
          <a:xfrm>
            <a:off x="8394327" y="1705592"/>
            <a:ext cx="3455110" cy="522539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ns2:creationId id="{E9B7609B-D3E1-3DA0-FDB3-FDD33EC4615C}"/>
              </a:ext>
            </a:extLst>
          </p:cNvPr>
          <p:cNvSpPr txBox="1"/>
          <p:nvPr/>
        </p:nvSpPr>
        <p:spPr>
          <a:xfrm>
            <a:off x="334963" y="6079697"/>
            <a:ext cx="11522074" cy="22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0000"/>
              </a:lnSpc>
              <a:buClr>
                <a:schemeClr val="accent5"/>
              </a:buClr>
              <a:buFont typeface="BIZ UDPゴシック" panose="020B0400000000000000" pitchFamily="50" charset="-128"/>
              <a:buChar char="※"/>
            </a:pP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) 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latin typeface="+mn-ea"/>
              </a:rPr>
              <a:t>: 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 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) 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 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) 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1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b="0" dirty="0">
                <a:solidFill>
                  <a:srgbClr val="262626"/>
                </a:solidFill>
                <a:latin typeface="+mn-ea"/>
              </a:rPr>
              <a:t>ROI</a:t>
            </a:r>
            <a:r>
              <a:rPr lang="ja-JP" altLang="en-US" sz="900" b="0" dirty="0">
                <a:solidFill>
                  <a:srgbClr val="262626"/>
                </a:solidFill>
                <a:latin typeface="+mn-ea"/>
              </a:rPr>
              <a:t>XX</a:t>
            </a:r>
          </a:p>
        </p:txBody>
      </p:sp>
      <p:sp>
        <p:nvSpPr>
          <p:cNvPr id="10" name="二等辺三角形 9">
            <a:extLst>
              <a:ext uri="{FF2B5EF4-FFF2-40B4-BE49-F238E27FC236}">
                <ns2:creationId id="{7EF58582-AC6F-EAFC-5FF4-C1FC3B109934}"/>
              </a:ext>
            </a:extLst>
          </p:cNvPr>
          <p:cNvSpPr/>
          <p:nvPr/>
        </p:nvSpPr>
        <p:spPr>
          <a:xfrm rot="10800000">
            <a:off x="490568" y="2264707"/>
            <a:ext cx="696088" cy="159409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" name="正方形/長方形 3">
            <a:extLst>
              <a:ext uri="{FF2B5EF4-FFF2-40B4-BE49-F238E27FC236}">
                <ns2:creationId id="{39427BA7-4F9D-2CEC-6BE1-B4F33BB41994}"/>
              </a:ext>
            </a:extLst>
          </p:cNvPr>
          <p:cNvSpPr/>
          <p:nvPr/>
        </p:nvSpPr>
        <p:spPr>
          <a:xfrm>
            <a:off x="334961" y="2460693"/>
            <a:ext cx="957389" cy="2543018"/>
          </a:xfrm>
          <a:prstGeom prst="rect">
            <a:avLst/>
          </a:prstGeom>
          <a:solidFill>
            <a:srgbClr val="008D2E">
              <a:alpha val="30196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307A81E1-AE97-B48A-90EF-DEF1AFD1157F}"/>
              </a:ext>
            </a:extLst>
          </p:cNvPr>
          <p:cNvSpPr/>
          <p:nvPr/>
        </p:nvSpPr>
        <p:spPr>
          <a:xfrm>
            <a:off x="1356268" y="2460693"/>
            <a:ext cx="3455110" cy="2543018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0" lvl="0" indent="-228600"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、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 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) 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KPI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+mn-ea"/>
            </a:endParaRPr>
          </a:p>
          <a:p>
            <a:pPr marL="228600" lvl="0" indent="-228600"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: 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AI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prstClr val="black"/>
                </a:solidFill>
                <a:latin typeface="+mn-ea"/>
              </a:rPr>
            </a:b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endParaRPr lang="en-US" altLang="ja-JP" sz="1200" dirty="0">
              <a:solidFill>
                <a:prstClr val="black"/>
              </a:solidFill>
              <a:latin typeface="+mn-ea"/>
            </a:endParaRPr>
          </a:p>
          <a:p>
            <a:pPr marL="228600" lvl="0" indent="-228600"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9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prstClr val="black"/>
                </a:solidFill>
                <a:latin typeface="+mn-ea"/>
              </a:rPr>
              <a:t>1</a:t>
            </a:r>
            <a:r>
              <a:rPr lang="ja-JP" altLang="en-US" sz="1200" dirty="0">
                <a:solidFill>
                  <a:prstClr val="black"/>
                </a:solidFill>
                <a:latin typeface="+mn-ea"/>
              </a:rPr>
              <a:t>XX</a:t>
            </a:r>
          </a:p>
          <a:p>
            <a:pPr marL="171450" lvl="0" indent="-171450"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8BB981D5-A290-C8DB-BD7E-005C52F65EF8}"/>
              </a:ext>
            </a:extLst>
          </p:cNvPr>
          <p:cNvSpPr/>
          <p:nvPr/>
        </p:nvSpPr>
        <p:spPr>
          <a:xfrm>
            <a:off x="4875298" y="2460693"/>
            <a:ext cx="3455110" cy="2543018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%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API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171450" lvl="0" indent="-171450">
              <a:spcAft>
                <a:spcPts val="300"/>
              </a:spcAft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) </a:t>
            </a:r>
            <a:endParaRPr lang="ja-JP" altLang="en-US" sz="12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DBA2B06F-7F0D-60C3-9928-A2264FF8CCD3}"/>
              </a:ext>
            </a:extLst>
          </p:cNvPr>
          <p:cNvSpPr/>
          <p:nvPr/>
        </p:nvSpPr>
        <p:spPr>
          <a:xfrm>
            <a:off x="8394327" y="2460693"/>
            <a:ext cx="3455109" cy="2543018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228600" lvl="0" indent="-228600">
              <a:spcAft>
                <a:spcPts val="300"/>
              </a:spcAft>
              <a:buClr>
                <a:schemeClr val="accent5"/>
              </a:buClr>
              <a:buFont typeface="+mj-ea"/>
              <a:buAutoNum type="circleNumDbPlain"/>
              <a:defRPr/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) </a:t>
            </a:r>
            <a:endParaRPr lang="ja-JP" altLang="en-US" sz="1200" dirty="0">
              <a:solidFill>
                <a:schemeClr val="tx1"/>
              </a:solidFill>
              <a:latin typeface="+mn-ea"/>
            </a:endParaRPr>
          </a:p>
          <a:p>
            <a:pPr marL="171450" lvl="0" indent="-171450">
              <a:spcAft>
                <a:spcPts val="300"/>
              </a:spcAft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grpSp>
        <p:nvGrpSpPr>
          <p:cNvPr id="6" name="グループ化 5">
            <a:extLst>
              <a:ext uri="{FF2B5EF4-FFF2-40B4-BE49-F238E27FC236}">
                <ns2:creationId id="{8AB971F4-0906-9188-0583-783BA3BC3E13}"/>
              </a:ext>
            </a:extLst>
          </p:cNvPr>
          <p:cNvGrpSpPr/>
          <p:nvPr/>
        </p:nvGrpSpPr>
        <p:grpSpPr>
          <a:xfrm>
            <a:off x="334963" y="5123379"/>
            <a:ext cx="11514474" cy="933032"/>
            <a:chOff x="334963" y="5123379"/>
            <a:chExt cx="11514474" cy="1194062"/>
          </a:xfrm>
        </p:grpSpPr>
        <p:sp>
          <p:nvSpPr>
            <p:cNvPr id="12" name="正方形/長方形 11">
              <a:extLst>
                <a:ext uri="{FF2B5EF4-FFF2-40B4-BE49-F238E27FC236}">
                  <ns2:creationId id="{CF05A527-ACEA-B528-50A5-3A57C9E56015}"/>
                </a:ext>
              </a:extLst>
            </p:cNvPr>
            <p:cNvSpPr/>
            <p:nvPr/>
          </p:nvSpPr>
          <p:spPr>
            <a:xfrm>
              <a:off x="334963" y="5123379"/>
              <a:ext cx="957389" cy="1194061"/>
            </a:xfrm>
            <a:prstGeom prst="rect">
              <a:avLst/>
            </a:prstGeom>
            <a:solidFill>
              <a:srgbClr val="008D2E">
                <a:alpha val="3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24DC8D24-5AE4-48B6-5A0F-75A2A9081490}"/>
                </a:ext>
              </a:extLst>
            </p:cNvPr>
            <p:cNvSpPr/>
            <p:nvPr/>
          </p:nvSpPr>
          <p:spPr>
            <a:xfrm>
              <a:off x="1356268" y="5123379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9DA884F-C9ED-FE98-4A6E-952F809FACED}"/>
                </a:ext>
              </a:extLst>
            </p:cNvPr>
            <p:cNvSpPr/>
            <p:nvPr/>
          </p:nvSpPr>
          <p:spPr>
            <a:xfrm>
              <a:off x="1356268" y="5538332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1F66CF32-0552-89F3-2558-D892A77D057E}"/>
                </a:ext>
              </a:extLst>
            </p:cNvPr>
            <p:cNvSpPr/>
            <p:nvPr/>
          </p:nvSpPr>
          <p:spPr>
            <a:xfrm>
              <a:off x="1961617" y="5123379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AA456AEA-2689-BD33-FB36-FD0001A53033}"/>
                </a:ext>
              </a:extLst>
            </p:cNvPr>
            <p:cNvSpPr/>
            <p:nvPr/>
          </p:nvSpPr>
          <p:spPr>
            <a:xfrm>
              <a:off x="1961617" y="5538332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FC9BD726-DF08-491F-B455-BF9DDCD124A3}"/>
                </a:ext>
              </a:extLst>
            </p:cNvPr>
            <p:cNvSpPr/>
            <p:nvPr/>
          </p:nvSpPr>
          <p:spPr>
            <a:xfrm>
              <a:off x="4875298" y="5123379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正方形/長方形 26">
              <a:extLst>
                <a:ext uri="{FF2B5EF4-FFF2-40B4-BE49-F238E27FC236}">
                  <ns2:creationId id="{FC9BD726-DF08-491F-B455-BF9DDCD124A3}"/>
                </a:ext>
              </a:extLst>
            </p:cNvPr>
            <p:cNvSpPr/>
            <p:nvPr/>
          </p:nvSpPr>
          <p:spPr>
            <a:xfrm>
              <a:off x="4875298" y="5538333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6" name="正方形/長方形 26">
              <a:extLst>
                <a:ext uri="{FF2B5EF4-FFF2-40B4-BE49-F238E27FC236}">
                  <ns2:creationId id="{FC9BD726-DF08-491F-B455-BF9DDCD124A3}"/>
                </a:ext>
              </a:extLst>
            </p:cNvPr>
            <p:cNvSpPr/>
            <p:nvPr/>
          </p:nvSpPr>
          <p:spPr>
            <a:xfrm>
              <a:off x="4875298" y="5953287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1FE7D058-9892-16E2-54FF-851DA35B4572}"/>
                </a:ext>
              </a:extLst>
            </p:cNvPr>
            <p:cNvSpPr/>
            <p:nvPr/>
          </p:nvSpPr>
          <p:spPr>
            <a:xfrm>
              <a:off x="5480647" y="5123379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LTV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CFAA8055-933A-E527-AEF3-189A72556CCA}"/>
                </a:ext>
              </a:extLst>
            </p:cNvPr>
            <p:cNvSpPr/>
            <p:nvPr/>
          </p:nvSpPr>
          <p:spPr>
            <a:xfrm>
              <a:off x="5480647" y="5538332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API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76D23AB5-8EF6-2E5B-87D6-014857CCA212}"/>
                </a:ext>
              </a:extLst>
            </p:cNvPr>
            <p:cNvSpPr/>
            <p:nvPr/>
          </p:nvSpPr>
          <p:spPr>
            <a:xfrm>
              <a:off x="5480647" y="5953287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B18A487C-C684-14C8-C988-997CF4A29CC4}"/>
                </a:ext>
              </a:extLst>
            </p:cNvPr>
            <p:cNvSpPr/>
            <p:nvPr/>
          </p:nvSpPr>
          <p:spPr>
            <a:xfrm>
              <a:off x="8394327" y="5123379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正方形/長方形 26">
              <a:extLst>
                <a:ext uri="{FF2B5EF4-FFF2-40B4-BE49-F238E27FC236}">
                  <ns2:creationId id="{F23CAF51-3370-A467-67B2-EF864DAD26F6}"/>
                </a:ext>
              </a:extLst>
            </p:cNvPr>
            <p:cNvSpPr/>
            <p:nvPr/>
          </p:nvSpPr>
          <p:spPr>
            <a:xfrm>
              <a:off x="8394327" y="5538333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" name="正方形/長方形 26">
              <a:extLst>
                <a:ext uri="{FF2B5EF4-FFF2-40B4-BE49-F238E27FC236}">
                  <ns2:creationId id="{A2D7E0D0-9DE8-0B2F-EBA6-5ABB642B331B}"/>
                </a:ext>
              </a:extLst>
            </p:cNvPr>
            <p:cNvSpPr/>
            <p:nvPr/>
          </p:nvSpPr>
          <p:spPr>
            <a:xfrm>
              <a:off x="8394327" y="5953287"/>
              <a:ext cx="605349" cy="3641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6E2D5654-15D0-2D73-E3CE-B372E96B9D25}"/>
                </a:ext>
              </a:extLst>
            </p:cNvPr>
            <p:cNvSpPr/>
            <p:nvPr/>
          </p:nvSpPr>
          <p:spPr>
            <a:xfrm>
              <a:off x="8999676" y="5123379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1C2D79B3-1F33-475F-D866-8F2F95B1EBEA}"/>
                </a:ext>
              </a:extLst>
            </p:cNvPr>
            <p:cNvSpPr/>
            <p:nvPr/>
          </p:nvSpPr>
          <p:spPr>
            <a:xfrm>
              <a:off x="8999676" y="5538332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C60FFB67-3464-0876-95A2-1783521A6B3A}"/>
                </a:ext>
              </a:extLst>
            </p:cNvPr>
            <p:cNvSpPr/>
            <p:nvPr/>
          </p:nvSpPr>
          <p:spPr>
            <a:xfrm>
              <a:off x="8999676" y="5953287"/>
              <a:ext cx="2849761" cy="36415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1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</p:grpSp>
      <p:cxnSp>
        <p:nvCxnSpPr>
          <p:cNvPr id="37" name="直線コネクタ 36">
            <a:extLst>
              <a:ext uri="{FF2B5EF4-FFF2-40B4-BE49-F238E27FC236}">
                <ns2:creationId id="{1254090F-6A26-D441-7883-3ADEB692991A}"/>
              </a:ext>
            </a:extLst>
          </p:cNvPr>
          <p:cNvCxnSpPr/>
          <p:nvPr/>
        </p:nvCxnSpPr>
        <p:spPr>
          <a:xfrm>
            <a:off x="1356268" y="5063545"/>
            <a:ext cx="3455110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ns2:creationId id="{C140F5B3-DB86-1A82-9C72-D7C2E338258B}"/>
              </a:ext>
            </a:extLst>
          </p:cNvPr>
          <p:cNvCxnSpPr/>
          <p:nvPr/>
        </p:nvCxnSpPr>
        <p:spPr>
          <a:xfrm>
            <a:off x="4875298" y="5063544"/>
            <a:ext cx="3455110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ns2:creationId id="{A3CE862D-A9B1-35C2-6E4D-04B615740A97}"/>
              </a:ext>
            </a:extLst>
          </p:cNvPr>
          <p:cNvCxnSpPr/>
          <p:nvPr/>
        </p:nvCxnSpPr>
        <p:spPr>
          <a:xfrm>
            <a:off x="8394327" y="5063544"/>
            <a:ext cx="3455110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20">
            <a:extLst>
              <a:ext uri="{FF2B5EF4-FFF2-40B4-BE49-F238E27FC236}">
                <ns2:creationId id="{A7E55F49-4EDA-4987-0B77-6CB93E021CFF}"/>
              </a:ext>
            </a:extLst>
          </p:cNvPr>
          <p:cNvSpPr>
            <a:spLocks noChangeAspect="1"/>
          </p:cNvSpPr>
          <p:nvPr/>
        </p:nvSpPr>
        <p:spPr>
          <a:xfrm>
            <a:off x="1331216" y="1642146"/>
            <a:ext cx="277201" cy="2772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400" dirty="0">
                <a:solidFill>
                  <a:schemeClr val="accent5"/>
                </a:solidFill>
                <a:latin typeface="+mn-ea"/>
              </a:rPr>
              <a:t>1</a:t>
            </a:r>
          </a:p>
        </p:txBody>
      </p:sp>
      <p:sp>
        <p:nvSpPr>
          <p:cNvPr id="43" name="Text 33">
            <a:extLst>
              <a:ext uri="{FF2B5EF4-FFF2-40B4-BE49-F238E27FC236}">
                <ns2:creationId id="{C3E1428D-8E82-CAA6-7B17-CD21A0211359}"/>
              </a:ext>
            </a:extLst>
          </p:cNvPr>
          <p:cNvSpPr>
            <a:spLocks noChangeAspect="1"/>
          </p:cNvSpPr>
          <p:nvPr/>
        </p:nvSpPr>
        <p:spPr>
          <a:xfrm>
            <a:off x="4850246" y="1642147"/>
            <a:ext cx="277201" cy="2772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400" dirty="0">
                <a:solidFill>
                  <a:schemeClr val="accent5"/>
                </a:solidFill>
                <a:latin typeface="+mn-ea"/>
              </a:rPr>
              <a:t>2</a:t>
            </a:r>
          </a:p>
        </p:txBody>
      </p:sp>
      <p:sp>
        <p:nvSpPr>
          <p:cNvPr id="45" name="Text 33">
            <a:extLst>
              <a:ext uri="{FF2B5EF4-FFF2-40B4-BE49-F238E27FC236}">
                <ns2:creationId id="{8B9E06B3-F4FC-CE5C-5F41-6A2BF70E9135}"/>
              </a:ext>
            </a:extLst>
          </p:cNvPr>
          <p:cNvSpPr>
            <a:spLocks noChangeAspect="1"/>
          </p:cNvSpPr>
          <p:nvPr/>
        </p:nvSpPr>
        <p:spPr>
          <a:xfrm>
            <a:off x="8369275" y="1642146"/>
            <a:ext cx="277201" cy="2772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400" dirty="0">
                <a:solidFill>
                  <a:schemeClr val="accent5"/>
                </a:solidFill>
                <a:latin typeface="+mn-ea"/>
              </a:rPr>
              <a:t>3</a:t>
            </a:r>
          </a:p>
        </p:txBody>
      </p:sp>
      <p:pic>
        <p:nvPicPr>
          <p:cNvPr id="47" name="グラフィックス 46" descr="環状の矢印 単色塗りつぶし">
            <a:extLst>
              <a:ext uri="{FF2B5EF4-FFF2-40B4-BE49-F238E27FC236}">
                <ns2:creationId id="{90C7B7D7-673F-C654-41D5-3BDFA616EB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8730027" y="1782124"/>
            <a:ext cx="369474" cy="369474"/>
          </a:xfrm>
          <a:prstGeom prst="rect">
            <a:avLst/>
          </a:prstGeom>
        </p:spPr>
      </p:pic>
      <p:pic>
        <p:nvPicPr>
          <p:cNvPr id="49" name="グラフィックス 48" descr="的中 単色塗りつぶし">
            <a:extLst>
              <a:ext uri="{FF2B5EF4-FFF2-40B4-BE49-F238E27FC236}">
                <ns2:creationId id="{56BFF963-A24C-D6E8-0E6F-EE5AEC79E0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1704725" y="1782124"/>
            <a:ext cx="369474" cy="369474"/>
          </a:xfrm>
          <a:prstGeom prst="rect">
            <a:avLst/>
          </a:prstGeom>
        </p:spPr>
      </p:pic>
      <p:pic>
        <p:nvPicPr>
          <p:cNvPr id="51" name="グラフィックス 50" descr="電球と鉛筆 単色塗りつぶし">
            <a:extLst>
              <a:ext uri="{FF2B5EF4-FFF2-40B4-BE49-F238E27FC236}">
                <ns2:creationId id="{E330A2A6-C9B6-8244-A0F4-765C253FCA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5214434" y="1782124"/>
            <a:ext cx="369474" cy="369474"/>
          </a:xfrm>
          <a:prstGeom prst="rect">
            <a:avLst/>
          </a:prstGeom>
        </p:spPr>
      </p:pic>
    </p:spTree>
    <p:extLst>
      <p:ext uri="{BB962C8B-B14F-4D97-AF65-F5344CB8AC3E}">
        <ns5:creationId val="1657841508"/>
      </p:ext>
    </p:extLst>
  </p:cSld>
  <p:clrMapOvr>
    <a:masterClrMapping/>
  </p:clrMapOvr>
</p:sld>
</file>

<file path=ppt/slides/slide296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2DA4C5E-7A5C-D4E8-A9FA-0F4FB28A2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48CC633-93E0-5AF6-C894-CB21B730C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78DD1FEB-8A99-1BD2-FCF5-12230038056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 dirty="0">
                <a:latin typeface="+mn-ea"/>
                <a:ea typeface="+mn-ea"/>
              </a:rPr>
              <a:t>XX</a:t>
            </a:r>
            <a:endParaRPr lang="ja-JP" altLang="en-US" sz="1800" dirty="0">
              <a:latin typeface="+mn-ea"/>
              <a:ea typeface="+mn-ea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ns2:creationId id="{391CD2E8-79B5-CE97-4F2F-12ED7F022DC7}"/>
              </a:ext>
            </a:extLst>
          </p:cNvPr>
          <p:cNvSpPr txBox="1"/>
          <p:nvPr/>
        </p:nvSpPr>
        <p:spPr>
          <a:xfrm>
            <a:off x="334962" y="5622163"/>
            <a:ext cx="11522075" cy="393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28650">
              <a:lnSpc>
                <a:spcPct val="115000"/>
              </a:lnSpc>
            </a:pP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latin typeface="+mn-ea"/>
              </a:rPr>
              <a:t>: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	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1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・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。</a:t>
            </a:r>
            <a:endParaRPr lang="en-US" altLang="ja-JP" sz="900" dirty="0">
              <a:solidFill>
                <a:srgbClr val="262626"/>
              </a:solidFill>
              <a:latin typeface="+mn-ea"/>
            </a:endParaRPr>
          </a:p>
          <a:p>
            <a:pPr defTabSz="628650">
              <a:lnSpc>
                <a:spcPct val="115000"/>
              </a:lnSpc>
            </a:pP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		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ROI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/ 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) 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262626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262626"/>
                </a:solidFill>
                <a:latin typeface="+mn-ea"/>
              </a:rPr>
              <a:t>XX</a:t>
            </a:r>
            <a:endParaRPr lang="ja-JP" altLang="en-US" sz="900" b="1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ns2:creationId id="{A999509A-7362-9692-ECF1-DD6638DAB1AB}"/>
              </a:ext>
            </a:extLst>
          </p:cNvPr>
          <p:cNvSpPr txBox="1"/>
          <p:nvPr/>
        </p:nvSpPr>
        <p:spPr>
          <a:xfrm>
            <a:off x="334963" y="6073601"/>
            <a:ext cx="11522074" cy="22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10000"/>
              </a:lnSpc>
              <a:buClr>
                <a:schemeClr val="accent5"/>
              </a:buClr>
              <a:buFont typeface="BIZ UDPゴシック" panose="020B0400000000000000" pitchFamily="50" charset="-128"/>
              <a:buChar char="※"/>
            </a:pP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8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3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) 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ROI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rgbClr val="008D2E"/>
                </a:solidFill>
                <a:latin typeface="+mn-ea"/>
              </a:rPr>
              <a:t>ROI</a:t>
            </a:r>
            <a:r>
              <a:rPr lang="ja-JP" altLang="en-US" sz="900" dirty="0">
                <a:solidFill>
                  <a:srgbClr val="008D2E"/>
                </a:solidFill>
                <a:latin typeface="+mn-ea"/>
              </a:rPr>
              <a:t>XX</a:t>
            </a:r>
            <a:endParaRPr lang="ja-JP" altLang="en-US" sz="900" dirty="0">
              <a:solidFill>
                <a:srgbClr val="262626"/>
              </a:solidFill>
              <a:latin typeface="+mn-ea"/>
            </a:endParaRPr>
          </a:p>
        </p:txBody>
      </p:sp>
      <p:grpSp>
        <p:nvGrpSpPr>
          <p:cNvPr id="52" name="グループ化 51">
            <a:extLst>
              <a:ext uri="{FF2B5EF4-FFF2-40B4-BE49-F238E27FC236}">
                <ns2:creationId id="{5751EA7B-A807-A056-187E-1C378A1717FC}"/>
              </a:ext>
            </a:extLst>
          </p:cNvPr>
          <p:cNvGrpSpPr/>
          <p:nvPr/>
        </p:nvGrpSpPr>
        <p:grpSpPr>
          <a:xfrm>
            <a:off x="2280104" y="1628776"/>
            <a:ext cx="4209229" cy="255823"/>
            <a:chOff x="1375749" y="1628776"/>
            <a:chExt cx="1303401" cy="255823"/>
          </a:xfrm>
        </p:grpSpPr>
        <p:sp>
          <p:nvSpPr>
            <p:cNvPr id="28" name="table_TWformat_txt_1_2">
              <a:extLst>
                <a:ext uri="{FF2B5EF4-FFF2-40B4-BE49-F238E27FC236}">
                  <ns2:creationId id="{6A038C9F-1B86-C371-9405-3ED30DFE8352}"/>
                </a:ext>
              </a:extLst>
            </p:cNvPr>
            <p:cNvSpPr/>
            <p:nvPr/>
          </p:nvSpPr>
          <p:spPr>
            <a:xfrm>
              <a:off x="1375749" y="1628776"/>
              <a:ext cx="1303401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zh-CN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zh-CN" sz="1400" dirty="0">
                  <a:solidFill>
                    <a:prstClr val="black"/>
                  </a:solidFill>
                  <a:latin typeface="+mn-ea"/>
                </a:rPr>
                <a:t>(</a:t>
              </a:r>
              <a:r>
                <a:rPr lang="zh-CN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  <a:r>
                <a:rPr lang="en-US" altLang="zh-CN" sz="1400" dirty="0">
                  <a:solidFill>
                    <a:prstClr val="black"/>
                  </a:solidFill>
                  <a:latin typeface="+mn-ea"/>
                </a:rPr>
                <a:t>)</a:t>
              </a:r>
              <a:endParaRPr lang="zh-CN" altLang="en-US" sz="1400" dirty="0">
                <a:solidFill>
                  <a:prstClr val="black"/>
                </a:solidFill>
                <a:latin typeface="+mn-ea"/>
              </a:endParaRPr>
            </a:p>
          </p:txBody>
        </p:sp>
        <p:cxnSp>
          <p:nvCxnSpPr>
            <p:cNvPr id="29" name="table_TWformat_line_2_2">
              <a:extLst>
                <a:ext uri="{FF2B5EF4-FFF2-40B4-BE49-F238E27FC236}">
                  <ns2:creationId id="{71ABB664-7D7F-8A15-7F10-5B57DF962A98}"/>
                </a:ext>
              </a:extLst>
            </p:cNvPr>
            <p:cNvCxnSpPr/>
            <p:nvPr/>
          </p:nvCxnSpPr>
          <p:spPr>
            <a:xfrm>
              <a:off x="1375749" y="188459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グループ化 50">
            <a:extLst>
              <a:ext uri="{FF2B5EF4-FFF2-40B4-BE49-F238E27FC236}">
                <ns2:creationId id="{6806A3E4-E2DD-F788-BD88-4C6D54B59704}"/>
              </a:ext>
            </a:extLst>
          </p:cNvPr>
          <p:cNvGrpSpPr/>
          <p:nvPr/>
        </p:nvGrpSpPr>
        <p:grpSpPr>
          <a:xfrm>
            <a:off x="6694979" y="1628776"/>
            <a:ext cx="3162456" cy="255823"/>
            <a:chOff x="2739179" y="1628776"/>
            <a:chExt cx="1303402" cy="255823"/>
          </a:xfrm>
        </p:grpSpPr>
        <p:sp>
          <p:nvSpPr>
            <p:cNvPr id="36" name="table_TWformat_txt_1_3">
              <a:extLst>
                <a:ext uri="{FF2B5EF4-FFF2-40B4-BE49-F238E27FC236}">
                  <ns2:creationId id="{A35522A8-6F1B-D5CA-82C6-644C29B7A028}"/>
                </a:ext>
              </a:extLst>
            </p:cNvPr>
            <p:cNvSpPr/>
            <p:nvPr/>
          </p:nvSpPr>
          <p:spPr>
            <a:xfrm>
              <a:off x="2739179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0" name="table_TWformat_line_2_3">
              <a:extLst>
                <a:ext uri="{FF2B5EF4-FFF2-40B4-BE49-F238E27FC236}">
                  <ns2:creationId id="{915BE79F-5C7D-23E6-84DB-DFA521F4FF00}"/>
                </a:ext>
              </a:extLst>
            </p:cNvPr>
            <p:cNvCxnSpPr/>
            <p:nvPr/>
          </p:nvCxnSpPr>
          <p:spPr>
            <a:xfrm>
              <a:off x="2739179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グループ化 49">
            <a:extLst>
              <a:ext uri="{FF2B5EF4-FFF2-40B4-BE49-F238E27FC236}">
                <ns2:creationId id="{69F1DEBB-F61B-2E35-D47E-2FC71A5CFDC5}"/>
              </a:ext>
            </a:extLst>
          </p:cNvPr>
          <p:cNvGrpSpPr/>
          <p:nvPr/>
        </p:nvGrpSpPr>
        <p:grpSpPr>
          <a:xfrm>
            <a:off x="10063082" y="1628776"/>
            <a:ext cx="1785124" cy="255823"/>
            <a:chOff x="4102610" y="1628776"/>
            <a:chExt cx="1303402" cy="255823"/>
          </a:xfrm>
        </p:grpSpPr>
        <p:sp>
          <p:nvSpPr>
            <p:cNvPr id="42" name="table_TWformat_txt_1_4">
              <a:extLst>
                <a:ext uri="{FF2B5EF4-FFF2-40B4-BE49-F238E27FC236}">
                  <ns2:creationId id="{4E43D043-D845-8957-D033-59FDF1A3D35A}"/>
                </a:ext>
              </a:extLst>
            </p:cNvPr>
            <p:cNvSpPr/>
            <p:nvPr/>
          </p:nvSpPr>
          <p:spPr>
            <a:xfrm>
              <a:off x="4102610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4" name="table_TWformat_line_2_4">
              <a:extLst>
                <a:ext uri="{FF2B5EF4-FFF2-40B4-BE49-F238E27FC236}">
                  <ns2:creationId id="{CDABF741-F844-CE36-F48E-16C70EB3B556}"/>
                </a:ext>
              </a:extLst>
            </p:cNvPr>
            <p:cNvCxnSpPr/>
            <p:nvPr/>
          </p:nvCxnSpPr>
          <p:spPr>
            <a:xfrm>
              <a:off x="4102610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グループ化 52">
            <a:extLst>
              <a:ext uri="{FF2B5EF4-FFF2-40B4-BE49-F238E27FC236}">
                <ns2:creationId id="{B2C6025D-003F-A499-7D56-CF710E42CC82}"/>
              </a:ext>
            </a:extLst>
          </p:cNvPr>
          <p:cNvGrpSpPr/>
          <p:nvPr/>
        </p:nvGrpSpPr>
        <p:grpSpPr>
          <a:xfrm>
            <a:off x="334961" y="1628775"/>
            <a:ext cx="1739497" cy="255824"/>
            <a:chOff x="334963" y="1628775"/>
            <a:chExt cx="982662" cy="255824"/>
          </a:xfrm>
        </p:grpSpPr>
        <p:sp>
          <p:nvSpPr>
            <p:cNvPr id="24" name="table_TWformat_txt_1_1">
              <a:extLst>
                <a:ext uri="{FF2B5EF4-FFF2-40B4-BE49-F238E27FC236}">
                  <ns2:creationId id="{E7B83E91-AF6B-AB63-9A9E-AF440D04F6DF}"/>
                </a:ext>
              </a:extLst>
            </p:cNvPr>
            <p:cNvSpPr/>
            <p:nvPr/>
          </p:nvSpPr>
          <p:spPr>
            <a:xfrm>
              <a:off x="334963" y="1628775"/>
              <a:ext cx="980757" cy="23452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400" dirty="0">
                  <a:solidFill>
                    <a:prstClr val="black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8" name="table_TWformat_line_2_2">
              <a:extLst>
                <a:ext uri="{FF2B5EF4-FFF2-40B4-BE49-F238E27FC236}">
                  <ns2:creationId id="{658C4356-281F-3F69-DB20-0184DBE3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884599"/>
              <a:ext cx="98266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>
            <a:extLst>
              <a:ext uri="{FF2B5EF4-FFF2-40B4-BE49-F238E27FC236}">
                <ns2:creationId id="{25566BE7-2029-8C2A-496A-F12784C3E167}"/>
              </a:ext>
            </a:extLst>
          </p:cNvPr>
          <p:cNvGrpSpPr/>
          <p:nvPr/>
        </p:nvGrpSpPr>
        <p:grpSpPr>
          <a:xfrm>
            <a:off x="334961" y="2005842"/>
            <a:ext cx="11522075" cy="3564376"/>
            <a:chOff x="334961" y="2005842"/>
            <a:chExt cx="11522075" cy="3564376"/>
          </a:xfrm>
        </p:grpSpPr>
        <p:grpSp>
          <p:nvGrpSpPr>
            <p:cNvPr id="20" name="グループ化 19">
              <a:extLst>
                <a:ext uri="{FF2B5EF4-FFF2-40B4-BE49-F238E27FC236}">
                  <ns2:creationId id="{1337F69D-7089-059A-3AD9-4A9CB49FA941}"/>
                </a:ext>
              </a:extLst>
            </p:cNvPr>
            <p:cNvGrpSpPr/>
            <p:nvPr/>
          </p:nvGrpSpPr>
          <p:grpSpPr>
            <a:xfrm>
              <a:off x="334961" y="2005842"/>
              <a:ext cx="11522075" cy="3564376"/>
              <a:chOff x="334961" y="2005842"/>
              <a:chExt cx="11522075" cy="3908924"/>
            </a:xfrm>
          </p:grpSpPr>
          <p:sp>
            <p:nvSpPr>
              <p:cNvPr id="111" name="正方形/長方形 110">
                <a:extLst>
                  <a:ext uri="{FF2B5EF4-FFF2-40B4-BE49-F238E27FC236}">
                    <ns2:creationId id="{D7980947-581C-46E9-9E8C-0AA3927C066E}"/>
                  </a:ext>
                </a:extLst>
              </p:cNvPr>
              <p:cNvSpPr/>
              <p:nvPr/>
            </p:nvSpPr>
            <p:spPr>
              <a:xfrm>
                <a:off x="6694978" y="5483300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1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1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3" name="正方形/長方形 112">
                <a:extLst>
                  <a:ext uri="{FF2B5EF4-FFF2-40B4-BE49-F238E27FC236}">
                    <ns2:creationId id="{202E4713-8060-4217-13EE-6E50E2F22A5C}"/>
                  </a:ext>
                </a:extLst>
              </p:cNvPr>
              <p:cNvSpPr/>
              <p:nvPr/>
            </p:nvSpPr>
            <p:spPr>
              <a:xfrm>
                <a:off x="10063081" y="5483300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8" name="正方形/長方形 16">
                <a:extLst>
                  <a:ext uri="{FF2B5EF4-FFF2-40B4-BE49-F238E27FC236}">
                    <ns2:creationId id="{D627CEBD-CC51-C707-C6BE-07CC7F58BECC}"/>
                  </a:ext>
                </a:extLst>
              </p:cNvPr>
              <p:cNvSpPr/>
              <p:nvPr/>
            </p:nvSpPr>
            <p:spPr>
              <a:xfrm>
                <a:off x="2269039" y="5483301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DAC72122-CED6-5BDF-006D-893AAAF051AC}"/>
                  </a:ext>
                </a:extLst>
              </p:cNvPr>
              <p:cNvSpPr/>
              <p:nvPr/>
            </p:nvSpPr>
            <p:spPr>
              <a:xfrm>
                <a:off x="2764484" y="5483301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1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8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4975635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×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2005842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  <a:p>
                <a:pPr algn="ctr"/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×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6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2995773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×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4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7" name="正方形/長方形 54">
                <a:extLst>
                  <a:ext uri="{FF2B5EF4-FFF2-40B4-BE49-F238E27FC236}">
                    <ns2:creationId id="{A0CBE225-7ED1-17E4-19E0-23F4EF8D1DA2}"/>
                  </a:ext>
                </a:extLst>
              </p:cNvPr>
              <p:cNvSpPr/>
              <p:nvPr/>
            </p:nvSpPr>
            <p:spPr>
              <a:xfrm>
                <a:off x="334961" y="3985704"/>
                <a:ext cx="1739499" cy="939131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ja-JP" altLang="en-US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C0766FCA-55A0-2F26-173C-AC804F031A41}"/>
                  </a:ext>
                </a:extLst>
              </p:cNvPr>
              <p:cNvSpPr/>
              <p:nvPr/>
            </p:nvSpPr>
            <p:spPr>
              <a:xfrm>
                <a:off x="2764485" y="2005842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prstClr val="black"/>
                    </a:solidFill>
                    <a:latin typeface="+mn-ea"/>
                  </a:rPr>
                  <a:t>API</a:t>
                </a:r>
                <a:r>
                  <a:rPr lang="ja-JP" altLang="en-US" sz="11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1CD96274-1DAF-9F38-9D59-097D4AE2C64D}"/>
                  </a:ext>
                </a:extLst>
              </p:cNvPr>
              <p:cNvSpPr/>
              <p:nvPr/>
            </p:nvSpPr>
            <p:spPr>
              <a:xfrm>
                <a:off x="2269040" y="2005842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9" name="正方形/長方形 16">
                <a:extLst>
                  <a:ext uri="{FF2B5EF4-FFF2-40B4-BE49-F238E27FC236}">
                    <ns2:creationId id="{1CD96274-1DAF-9F38-9D59-097D4AE2C64D}"/>
                  </a:ext>
                </a:extLst>
              </p:cNvPr>
              <p:cNvSpPr/>
              <p:nvPr/>
            </p:nvSpPr>
            <p:spPr>
              <a:xfrm>
                <a:off x="2269040" y="2513507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74CEC26A-0DC0-3BAD-98C0-56A142404471}"/>
                  </a:ext>
                </a:extLst>
              </p:cNvPr>
              <p:cNvSpPr/>
              <p:nvPr/>
            </p:nvSpPr>
            <p:spPr>
              <a:xfrm>
                <a:off x="2764485" y="2513507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2A613F37-60C1-9417-95D3-48E55A6DB4D1}"/>
                  </a:ext>
                </a:extLst>
              </p:cNvPr>
              <p:cNvSpPr/>
              <p:nvPr/>
            </p:nvSpPr>
            <p:spPr>
              <a:xfrm>
                <a:off x="6694979" y="2005842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3BC90306-3426-EECF-9D5A-BDE1CB6FB5B8}"/>
                  </a:ext>
                </a:extLst>
              </p:cNvPr>
              <p:cNvSpPr/>
              <p:nvPr/>
            </p:nvSpPr>
            <p:spPr>
              <a:xfrm>
                <a:off x="6694979" y="2513506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2AEAFF7D-18D0-9E48-50B9-45C77FF42AE1}"/>
                  </a:ext>
                </a:extLst>
              </p:cNvPr>
              <p:cNvSpPr/>
              <p:nvPr/>
            </p:nvSpPr>
            <p:spPr>
              <a:xfrm>
                <a:off x="10063082" y="2005842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API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E8E42F8F-6B7D-8442-0E51-B193F4004778}"/>
                  </a:ext>
                </a:extLst>
              </p:cNvPr>
              <p:cNvSpPr/>
              <p:nvPr/>
            </p:nvSpPr>
            <p:spPr>
              <a:xfrm>
                <a:off x="10063082" y="2513506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21" name="コネクタ: カギ線 20">
                <a:extLst>
                  <a:ext uri="{FF2B5EF4-FFF2-40B4-BE49-F238E27FC236}">
                    <ns2:creationId id="{40D2548B-11C5-C37B-11B1-0C62E92D53A7}"/>
                  </a:ext>
                </a:extLst>
              </p:cNvPr>
              <p:cNvCxnSpPr>
                <a:stCxn id="55" idx="3"/>
                <a:endCxn id="17" idx="1"/>
              </p:cNvCxnSpPr>
              <p:nvPr/>
            </p:nvCxnSpPr>
            <p:spPr>
              <a:xfrm flipV="1">
                <a:off x="2074460" y="2221575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コネクタ: カギ線 21">
                <a:extLst>
                  <a:ext uri="{FF2B5EF4-FFF2-40B4-BE49-F238E27FC236}">
                    <ns2:creationId id="{6C81C7A7-17D8-2C50-2F51-3FC035E6902E}"/>
                  </a:ext>
                </a:extLst>
              </p:cNvPr>
              <p:cNvCxnSpPr>
                <a:cxnSpLocks/>
                <a:stCxn id="55" idx="3"/>
                <a:endCxn id="59" idx="1"/>
              </p:cNvCxnSpPr>
              <p:nvPr/>
            </p:nvCxnSpPr>
            <p:spPr>
              <a:xfrm>
                <a:off x="2074460" y="2475408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ns2:creationId id="{EFF4474A-AEDF-DC2D-8033-04FAC34432D5}"/>
                  </a:ext>
                </a:extLst>
              </p:cNvPr>
              <p:cNvCxnSpPr/>
              <p:nvPr/>
            </p:nvCxnSpPr>
            <p:spPr>
              <a:xfrm>
                <a:off x="6694979" y="2475406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線コネクタ 76">
                <a:extLst>
                  <a:ext uri="{FF2B5EF4-FFF2-40B4-BE49-F238E27FC236}">
                    <ns2:creationId id="{397F3CB2-6755-AE19-9E4D-EFA05ADE0ABF}"/>
                  </a:ext>
                </a:extLst>
              </p:cNvPr>
              <p:cNvCxnSpPr/>
              <p:nvPr/>
            </p:nvCxnSpPr>
            <p:spPr>
              <a:xfrm>
                <a:off x="10063082" y="2475406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正方形/長方形 79">
                <a:extLst>
                  <a:ext uri="{FF2B5EF4-FFF2-40B4-BE49-F238E27FC236}">
                    <ns2:creationId id="{71051519-B6A8-EF91-2EC8-0895A7012B4D}"/>
                  </a:ext>
                </a:extLst>
              </p:cNvPr>
              <p:cNvSpPr/>
              <p:nvPr/>
            </p:nvSpPr>
            <p:spPr>
              <a:xfrm>
                <a:off x="2764484" y="2995774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+mn-ea"/>
                </a:endParaRP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ROI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ns2:creationId id="{B025A400-5558-2893-D34C-6BE30BB60B2B}"/>
                  </a:ext>
                </a:extLst>
              </p:cNvPr>
              <p:cNvSpPr/>
              <p:nvPr/>
            </p:nvSpPr>
            <p:spPr>
              <a:xfrm>
                <a:off x="2269039" y="2995774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2" name="正方形/長方形 16">
                <a:extLst>
                  <a:ext uri="{FF2B5EF4-FFF2-40B4-BE49-F238E27FC236}">
                    <ns2:creationId id="{188C9419-39BC-A877-8190-EDD34E55B156}"/>
                  </a:ext>
                </a:extLst>
              </p:cNvPr>
              <p:cNvSpPr/>
              <p:nvPr/>
            </p:nvSpPr>
            <p:spPr>
              <a:xfrm>
                <a:off x="2269039" y="3503439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741269FD-1730-F038-E2F8-66FA894BA52E}"/>
                  </a:ext>
                </a:extLst>
              </p:cNvPr>
              <p:cNvSpPr/>
              <p:nvPr/>
            </p:nvSpPr>
            <p:spPr>
              <a:xfrm>
                <a:off x="2764484" y="3503439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7931A7E5-B604-A09B-DE95-E527296991F4}"/>
                  </a:ext>
                </a:extLst>
              </p:cNvPr>
              <p:cNvSpPr/>
              <p:nvPr/>
            </p:nvSpPr>
            <p:spPr>
              <a:xfrm>
                <a:off x="6694978" y="2995773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A814CE81-7ED0-3934-DE0B-1269C80869E6}"/>
                  </a:ext>
                </a:extLst>
              </p:cNvPr>
              <p:cNvSpPr/>
              <p:nvPr/>
            </p:nvSpPr>
            <p:spPr>
              <a:xfrm>
                <a:off x="6694978" y="3503438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ns2:creationId id="{E1B4AA7B-DB0B-C757-6BD5-3AF2CC0EAD88}"/>
                  </a:ext>
                </a:extLst>
              </p:cNvPr>
              <p:cNvSpPr/>
              <p:nvPr/>
            </p:nvSpPr>
            <p:spPr>
              <a:xfrm>
                <a:off x="10063081" y="2995774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D6D91900-1436-A893-AA4F-31972483CC06}"/>
                  </a:ext>
                </a:extLst>
              </p:cNvPr>
              <p:cNvSpPr/>
              <p:nvPr/>
            </p:nvSpPr>
            <p:spPr>
              <a:xfrm>
                <a:off x="10063081" y="3503438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85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/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)</a:t>
                </a:r>
                <a:endParaRPr lang="ja-JP" altLang="en-US" sz="1100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cxnSp>
            <p:nvCxnSpPr>
              <p:cNvPr id="88" name="コネクタ: カギ線 87">
                <a:extLst>
                  <a:ext uri="{FF2B5EF4-FFF2-40B4-BE49-F238E27FC236}">
                    <ns2:creationId id="{58765A65-C0EE-9B3E-C58C-9A1037AEE7AB}"/>
                  </a:ext>
                </a:extLst>
              </p:cNvPr>
              <p:cNvCxnSpPr>
                <a:endCxn id="81" idx="1"/>
              </p:cNvCxnSpPr>
              <p:nvPr/>
            </p:nvCxnSpPr>
            <p:spPr>
              <a:xfrm flipV="1">
                <a:off x="2074459" y="3211507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88">
                <a:extLst>
                  <a:ext uri="{FF2B5EF4-FFF2-40B4-BE49-F238E27FC236}">
                    <ns2:creationId id="{27B39C7F-882A-3C5F-7C00-EE320E7A67F0}"/>
                  </a:ext>
                </a:extLst>
              </p:cNvPr>
              <p:cNvCxnSpPr>
                <a:cxnSpLocks/>
                <a:endCxn id="82" idx="1"/>
              </p:cNvCxnSpPr>
              <p:nvPr/>
            </p:nvCxnSpPr>
            <p:spPr>
              <a:xfrm>
                <a:off x="2074459" y="3465340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線コネクタ 89">
                <a:extLst>
                  <a:ext uri="{FF2B5EF4-FFF2-40B4-BE49-F238E27FC236}">
                    <ns2:creationId id="{E9A02F68-9606-9B06-37D1-ECD478D6DA07}"/>
                  </a:ext>
                </a:extLst>
              </p:cNvPr>
              <p:cNvCxnSpPr/>
              <p:nvPr/>
            </p:nvCxnSpPr>
            <p:spPr>
              <a:xfrm>
                <a:off x="6694978" y="3465338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線コネクタ 90">
                <a:extLst>
                  <a:ext uri="{FF2B5EF4-FFF2-40B4-BE49-F238E27FC236}">
                    <ns2:creationId id="{D774E3D4-5160-CC1C-6081-A171D8178703}"/>
                  </a:ext>
                </a:extLst>
              </p:cNvPr>
              <p:cNvCxnSpPr/>
              <p:nvPr/>
            </p:nvCxnSpPr>
            <p:spPr>
              <a:xfrm>
                <a:off x="10063081" y="3465338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正方形/長方形 92">
                <a:extLst>
                  <a:ext uri="{FF2B5EF4-FFF2-40B4-BE49-F238E27FC236}">
                    <ns2:creationId id="{3B673E4D-CA78-0B75-96FF-97F67FA7505A}"/>
                  </a:ext>
                </a:extLst>
              </p:cNvPr>
              <p:cNvSpPr/>
              <p:nvPr/>
            </p:nvSpPr>
            <p:spPr>
              <a:xfrm>
                <a:off x="2764484" y="3985704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LTV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5A612DE7-FD2E-FB12-EBFA-3229352A0E8B}"/>
                  </a:ext>
                </a:extLst>
              </p:cNvPr>
              <p:cNvSpPr/>
              <p:nvPr/>
            </p:nvSpPr>
            <p:spPr>
              <a:xfrm>
                <a:off x="2269039" y="3985704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5" name="正方形/長方形 16">
                <a:extLst>
                  <a:ext uri="{FF2B5EF4-FFF2-40B4-BE49-F238E27FC236}">
                    <ns2:creationId id="{7F78F13F-7E4E-B02B-CF4B-758EEAB60E63}"/>
                  </a:ext>
                </a:extLst>
              </p:cNvPr>
              <p:cNvSpPr/>
              <p:nvPr/>
            </p:nvSpPr>
            <p:spPr>
              <a:xfrm>
                <a:off x="2269039" y="4493369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037BFD0C-FA2F-4005-9F27-EB70E27EC95F}"/>
                  </a:ext>
                </a:extLst>
              </p:cNvPr>
              <p:cNvSpPr/>
              <p:nvPr/>
            </p:nvSpPr>
            <p:spPr>
              <a:xfrm>
                <a:off x="2764484" y="4493369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DFA6D89C-BFA7-8415-6A2E-951A7F3B5542}"/>
                  </a:ext>
                </a:extLst>
              </p:cNvPr>
              <p:cNvSpPr/>
              <p:nvPr/>
            </p:nvSpPr>
            <p:spPr>
              <a:xfrm>
                <a:off x="6694978" y="3985703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ns2:creationId id="{B40F2514-CEB5-3516-16E5-D77CDFB30A08}"/>
                  </a:ext>
                </a:extLst>
              </p:cNvPr>
              <p:cNvSpPr/>
              <p:nvPr/>
            </p:nvSpPr>
            <p:spPr>
              <a:xfrm>
                <a:off x="6694978" y="4493368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09941D76-59EE-4BA7-2555-5FB72344FB62}"/>
                  </a:ext>
                </a:extLst>
              </p:cNvPr>
              <p:cNvSpPr/>
              <p:nvPr/>
            </p:nvSpPr>
            <p:spPr>
              <a:xfrm>
                <a:off x="10063081" y="3985704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zh-TW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FAFBA673-1096-F650-9486-527BCC9979A7}"/>
                  </a:ext>
                </a:extLst>
              </p:cNvPr>
              <p:cNvSpPr/>
              <p:nvPr/>
            </p:nvSpPr>
            <p:spPr>
              <a:xfrm>
                <a:off x="10063081" y="4493368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01" name="コネクタ: カギ線 100">
                <a:extLst>
                  <a:ext uri="{FF2B5EF4-FFF2-40B4-BE49-F238E27FC236}">
                    <ns2:creationId id="{EB0AE6E7-B00B-9DA9-4A25-AE55AD4F5CBB}"/>
                  </a:ext>
                </a:extLst>
              </p:cNvPr>
              <p:cNvCxnSpPr>
                <a:endCxn id="94" idx="1"/>
              </p:cNvCxnSpPr>
              <p:nvPr/>
            </p:nvCxnSpPr>
            <p:spPr>
              <a:xfrm flipV="1">
                <a:off x="2074459" y="4201437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コネクタ: カギ線 101">
                <a:extLst>
                  <a:ext uri="{FF2B5EF4-FFF2-40B4-BE49-F238E27FC236}">
                    <ns2:creationId id="{9D9B662C-2078-2644-B354-C34CCBED76F9}"/>
                  </a:ext>
                </a:extLst>
              </p:cNvPr>
              <p:cNvCxnSpPr>
                <a:cxnSpLocks/>
                <a:endCxn id="95" idx="1"/>
              </p:cNvCxnSpPr>
              <p:nvPr/>
            </p:nvCxnSpPr>
            <p:spPr>
              <a:xfrm>
                <a:off x="2074459" y="4455270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コネクタ 102">
                <a:extLst>
                  <a:ext uri="{FF2B5EF4-FFF2-40B4-BE49-F238E27FC236}">
                    <ns2:creationId id="{DEF1DE3B-9A02-DEBD-324C-11019EBDB557}"/>
                  </a:ext>
                </a:extLst>
              </p:cNvPr>
              <p:cNvCxnSpPr/>
              <p:nvPr/>
            </p:nvCxnSpPr>
            <p:spPr>
              <a:xfrm>
                <a:off x="6694978" y="4455268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直線コネクタ 103">
                <a:extLst>
                  <a:ext uri="{FF2B5EF4-FFF2-40B4-BE49-F238E27FC236}">
                    <ns2:creationId id="{68A01A9B-CD6E-0A1E-B20A-93786AD25E3E}"/>
                  </a:ext>
                </a:extLst>
              </p:cNvPr>
              <p:cNvCxnSpPr/>
              <p:nvPr/>
            </p:nvCxnSpPr>
            <p:spPr>
              <a:xfrm>
                <a:off x="10063081" y="4455268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正方形/長方形 105">
                <a:extLst>
                  <a:ext uri="{FF2B5EF4-FFF2-40B4-BE49-F238E27FC236}">
                    <ns2:creationId id="{8137483E-6437-D4F3-4D89-637CCB7628A2}"/>
                  </a:ext>
                </a:extLst>
              </p:cNvPr>
              <p:cNvSpPr/>
              <p:nvPr/>
            </p:nvSpPr>
            <p:spPr>
              <a:xfrm>
                <a:off x="2764484" y="4975636"/>
                <a:ext cx="3713783" cy="43146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accent5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B535F162-DAA4-8CA0-8375-0E04C8AD5E27}"/>
                  </a:ext>
                </a:extLst>
              </p:cNvPr>
              <p:cNvSpPr/>
              <p:nvPr/>
            </p:nvSpPr>
            <p:spPr>
              <a:xfrm>
                <a:off x="2269039" y="4975636"/>
                <a:ext cx="495445" cy="43146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A2E60FFE-C4B6-6C6C-663F-C0C848DCA0FB}"/>
                  </a:ext>
                </a:extLst>
              </p:cNvPr>
              <p:cNvSpPr/>
              <p:nvPr/>
            </p:nvSpPr>
            <p:spPr>
              <a:xfrm>
                <a:off x="6694978" y="4975635"/>
                <a:ext cx="3162456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CA9185F3-40DE-3A32-9EFE-42CD97C42BFB}"/>
                  </a:ext>
                </a:extLst>
              </p:cNvPr>
              <p:cNvSpPr/>
              <p:nvPr/>
            </p:nvSpPr>
            <p:spPr>
              <a:xfrm>
                <a:off x="10063081" y="4975636"/>
                <a:ext cx="1793954" cy="43146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endParaRPr lang="en-US" altLang="zh-TW" sz="1100" dirty="0">
                  <a:solidFill>
                    <a:schemeClr val="accent5"/>
                  </a:solidFill>
                  <a:latin typeface="+mn-ea"/>
                </a:endParaRPr>
              </a:p>
              <a:p>
                <a:pPr marL="171450" lvl="0" indent="-171450">
                  <a:buClr>
                    <a:schemeClr val="accent5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zh-TW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en-US" altLang="zh-TW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  <a:r>
                  <a:rPr lang="zh-TW" altLang="en-US" sz="1100" dirty="0">
                    <a:solidFill>
                      <a:schemeClr val="accent5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14" name="コネクタ: カギ線 113">
                <a:extLst>
                  <a:ext uri="{FF2B5EF4-FFF2-40B4-BE49-F238E27FC236}">
                    <ns2:creationId id="{DB43AF2A-C40D-39A1-1C3C-6E9E2DF5E376}"/>
                  </a:ext>
                </a:extLst>
              </p:cNvPr>
              <p:cNvCxnSpPr>
                <a:endCxn id="107" idx="1"/>
              </p:cNvCxnSpPr>
              <p:nvPr/>
            </p:nvCxnSpPr>
            <p:spPr>
              <a:xfrm flipV="1">
                <a:off x="2074459" y="5191369"/>
                <a:ext cx="194580" cy="253833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コネクタ: カギ線 114">
                <a:extLst>
                  <a:ext uri="{FF2B5EF4-FFF2-40B4-BE49-F238E27FC236}">
                    <ns2:creationId id="{23FF74AC-CB9A-85E5-152E-2CE4744D8F25}"/>
                  </a:ext>
                </a:extLst>
              </p:cNvPr>
              <p:cNvCxnSpPr>
                <a:cxnSpLocks/>
                <a:endCxn id="108" idx="1"/>
              </p:cNvCxnSpPr>
              <p:nvPr/>
            </p:nvCxnSpPr>
            <p:spPr>
              <a:xfrm>
                <a:off x="2074459" y="5445202"/>
                <a:ext cx="194580" cy="25383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線コネクタ 115">
                <a:extLst>
                  <a:ext uri="{FF2B5EF4-FFF2-40B4-BE49-F238E27FC236}">
                    <ns2:creationId id="{CFD622E8-EA12-49EB-C3DE-7CAABC278AA2}"/>
                  </a:ext>
                </a:extLst>
              </p:cNvPr>
              <p:cNvCxnSpPr/>
              <p:nvPr/>
            </p:nvCxnSpPr>
            <p:spPr>
              <a:xfrm>
                <a:off x="6694978" y="5445200"/>
                <a:ext cx="31624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72D31210-C189-4E07-488F-6F8737044AA1}"/>
                  </a:ext>
                </a:extLst>
              </p:cNvPr>
              <p:cNvCxnSpPr/>
              <p:nvPr/>
            </p:nvCxnSpPr>
            <p:spPr>
              <a:xfrm>
                <a:off x="10063081" y="5445200"/>
                <a:ext cx="1793954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線コネクタ 117">
                <a:extLst>
                  <a:ext uri="{FF2B5EF4-FFF2-40B4-BE49-F238E27FC236}">
                    <ns2:creationId id="{969A2FC2-693C-B669-7658-8C81BC958167}"/>
                  </a:ext>
                </a:extLst>
              </p:cNvPr>
              <p:cNvCxnSpPr/>
              <p:nvPr/>
            </p:nvCxnSpPr>
            <p:spPr>
              <a:xfrm>
                <a:off x="6694979" y="2970372"/>
                <a:ext cx="51620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線コネクタ 118">
                <a:extLst>
                  <a:ext uri="{FF2B5EF4-FFF2-40B4-BE49-F238E27FC236}">
                    <ns2:creationId id="{0D9598DA-B744-782A-2CF3-A5ED9D7866F2}"/>
                  </a:ext>
                </a:extLst>
              </p:cNvPr>
              <p:cNvCxnSpPr/>
              <p:nvPr/>
            </p:nvCxnSpPr>
            <p:spPr>
              <a:xfrm>
                <a:off x="6694977" y="3960303"/>
                <a:ext cx="51620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BE46BBAC-5ACA-3C80-38B4-9A2318862F7B}"/>
                  </a:ext>
                </a:extLst>
              </p:cNvPr>
              <p:cNvCxnSpPr/>
              <p:nvPr/>
            </p:nvCxnSpPr>
            <p:spPr>
              <a:xfrm>
                <a:off x="6694977" y="4950234"/>
                <a:ext cx="516205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二等辺三角形 121">
                <a:extLst>
                  <a:ext uri="{FF2B5EF4-FFF2-40B4-BE49-F238E27FC236}">
                    <ns2:creationId id="{F4140C22-6A77-468C-493C-D0F0D76E4920}"/>
                  </a:ext>
                </a:extLst>
              </p:cNvPr>
              <p:cNvSpPr/>
              <p:nvPr/>
            </p:nvSpPr>
            <p:spPr>
              <a:xfrm rot="5400000">
                <a:off x="6403810" y="2149116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4" name="二等辺三角形 123">
                <a:extLst>
                  <a:ext uri="{FF2B5EF4-FFF2-40B4-BE49-F238E27FC236}">
                    <ns2:creationId id="{E6C9A553-93F4-0B44-1269-0D520C18781F}"/>
                  </a:ext>
                </a:extLst>
              </p:cNvPr>
              <p:cNvSpPr/>
              <p:nvPr/>
            </p:nvSpPr>
            <p:spPr>
              <a:xfrm rot="16200000" flipH="1">
                <a:off x="9763797" y="2149116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7" name="二等辺三角形 126">
                <a:extLst>
                  <a:ext uri="{FF2B5EF4-FFF2-40B4-BE49-F238E27FC236}">
                    <ns2:creationId id="{EC88CC33-EC89-B57F-DA12-BBB965443FFB}"/>
                  </a:ext>
                </a:extLst>
              </p:cNvPr>
              <p:cNvSpPr/>
              <p:nvPr/>
            </p:nvSpPr>
            <p:spPr>
              <a:xfrm rot="5400000">
                <a:off x="6403810" y="2656780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8" name="二等辺三角形 127">
                <a:extLst>
                  <a:ext uri="{FF2B5EF4-FFF2-40B4-BE49-F238E27FC236}">
                    <ns2:creationId id="{69C96EB1-686D-3B9B-D396-F1A452B137BD}"/>
                  </a:ext>
                </a:extLst>
              </p:cNvPr>
              <p:cNvSpPr/>
              <p:nvPr/>
            </p:nvSpPr>
            <p:spPr>
              <a:xfrm rot="16200000" flipH="1">
                <a:off x="9763797" y="2656780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0" name="二等辺三角形 129">
                <a:extLst>
                  <a:ext uri="{FF2B5EF4-FFF2-40B4-BE49-F238E27FC236}">
                    <ns2:creationId id="{0B1BB3D1-B009-5933-7F67-2DC21F77942A}"/>
                  </a:ext>
                </a:extLst>
              </p:cNvPr>
              <p:cNvSpPr/>
              <p:nvPr/>
            </p:nvSpPr>
            <p:spPr>
              <a:xfrm rot="5400000">
                <a:off x="6403810" y="3139047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1" name="二等辺三角形 130">
                <a:extLst>
                  <a:ext uri="{FF2B5EF4-FFF2-40B4-BE49-F238E27FC236}">
                    <ns2:creationId id="{31A3739D-89FB-9DE3-5246-BAB27E70D17A}"/>
                  </a:ext>
                </a:extLst>
              </p:cNvPr>
              <p:cNvSpPr/>
              <p:nvPr/>
            </p:nvSpPr>
            <p:spPr>
              <a:xfrm rot="16200000" flipH="1">
                <a:off x="9763797" y="3139047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3" name="二等辺三角形 132">
                <a:extLst>
                  <a:ext uri="{FF2B5EF4-FFF2-40B4-BE49-F238E27FC236}">
                    <ns2:creationId id="{27516CCF-1794-7633-3F92-C2C83230E81F}"/>
                  </a:ext>
                </a:extLst>
              </p:cNvPr>
              <p:cNvSpPr/>
              <p:nvPr/>
            </p:nvSpPr>
            <p:spPr>
              <a:xfrm rot="5400000">
                <a:off x="6403810" y="364671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4" name="二等辺三角形 133">
                <a:extLst>
                  <a:ext uri="{FF2B5EF4-FFF2-40B4-BE49-F238E27FC236}">
                    <ns2:creationId id="{70CE24B0-D99D-89DC-9804-F0E9D30B1DBB}"/>
                  </a:ext>
                </a:extLst>
              </p:cNvPr>
              <p:cNvSpPr/>
              <p:nvPr/>
            </p:nvSpPr>
            <p:spPr>
              <a:xfrm rot="16200000" flipH="1">
                <a:off x="9763797" y="364671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6" name="二等辺三角形 135">
                <a:extLst>
                  <a:ext uri="{FF2B5EF4-FFF2-40B4-BE49-F238E27FC236}">
                    <ns2:creationId id="{80A392A2-DBA1-F09A-8BEB-431B34E6174C}"/>
                  </a:ext>
                </a:extLst>
              </p:cNvPr>
              <p:cNvSpPr/>
              <p:nvPr/>
            </p:nvSpPr>
            <p:spPr>
              <a:xfrm rot="5400000">
                <a:off x="6403810" y="4150908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7" name="二等辺三角形 136">
                <a:extLst>
                  <a:ext uri="{FF2B5EF4-FFF2-40B4-BE49-F238E27FC236}">
                    <ns2:creationId id="{DFE8BB02-8717-37CF-4C5D-8BA012BAFD11}"/>
                  </a:ext>
                </a:extLst>
              </p:cNvPr>
              <p:cNvSpPr/>
              <p:nvPr/>
            </p:nvSpPr>
            <p:spPr>
              <a:xfrm rot="16200000" flipH="1">
                <a:off x="9763797" y="4150908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39" name="二等辺三角形 138">
                <a:extLst>
                  <a:ext uri="{FF2B5EF4-FFF2-40B4-BE49-F238E27FC236}">
                    <ns2:creationId id="{FA539C9F-C740-48D8-7F29-643A0AB250E7}"/>
                  </a:ext>
                </a:extLst>
              </p:cNvPr>
              <p:cNvSpPr/>
              <p:nvPr/>
            </p:nvSpPr>
            <p:spPr>
              <a:xfrm rot="5400000">
                <a:off x="6403810" y="463664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0" name="二等辺三角形 139">
                <a:extLst>
                  <a:ext uri="{FF2B5EF4-FFF2-40B4-BE49-F238E27FC236}">
                    <ns2:creationId id="{720EBCE4-684F-890B-932E-AB79C7314A41}"/>
                  </a:ext>
                </a:extLst>
              </p:cNvPr>
              <p:cNvSpPr/>
              <p:nvPr/>
            </p:nvSpPr>
            <p:spPr>
              <a:xfrm rot="16200000" flipH="1">
                <a:off x="9763797" y="4636642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二等辺三角形 141">
                <a:extLst>
                  <a:ext uri="{FF2B5EF4-FFF2-40B4-BE49-F238E27FC236}">
                    <ns2:creationId id="{F88217A4-211D-A9B4-BEE6-984D3CC4AC58}"/>
                  </a:ext>
                </a:extLst>
              </p:cNvPr>
              <p:cNvSpPr/>
              <p:nvPr/>
            </p:nvSpPr>
            <p:spPr>
              <a:xfrm rot="5400000">
                <a:off x="6403810" y="5118909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3" name="二等辺三角形 142">
                <a:extLst>
                  <a:ext uri="{FF2B5EF4-FFF2-40B4-BE49-F238E27FC236}">
                    <ns2:creationId id="{44B0F34A-93CC-5F38-949C-B857A1FEE2D5}"/>
                  </a:ext>
                </a:extLst>
              </p:cNvPr>
              <p:cNvSpPr/>
              <p:nvPr/>
            </p:nvSpPr>
            <p:spPr>
              <a:xfrm rot="16200000" flipH="1">
                <a:off x="9763797" y="5118909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5" name="二等辺三角形 144">
                <a:extLst>
                  <a:ext uri="{FF2B5EF4-FFF2-40B4-BE49-F238E27FC236}">
                    <ns2:creationId id="{CB12C39B-6CEA-FA68-928B-39D23854FF02}"/>
                  </a:ext>
                </a:extLst>
              </p:cNvPr>
              <p:cNvSpPr/>
              <p:nvPr/>
            </p:nvSpPr>
            <p:spPr>
              <a:xfrm rot="5400000">
                <a:off x="6403810" y="5626573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6" name="二等辺三角形 145">
                <a:extLst>
                  <a:ext uri="{FF2B5EF4-FFF2-40B4-BE49-F238E27FC236}">
                    <ns2:creationId id="{55A1B841-37C0-1353-85D3-90369DA90E49}"/>
                  </a:ext>
                </a:extLst>
              </p:cNvPr>
              <p:cNvSpPr/>
              <p:nvPr/>
            </p:nvSpPr>
            <p:spPr>
              <a:xfrm rot="16200000" flipH="1">
                <a:off x="9763797" y="5626573"/>
                <a:ext cx="392923" cy="144917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" name="正方形/長方形 62">
                <a:extLst>
                  <a:ext uri="{FF2B5EF4-FFF2-40B4-BE49-F238E27FC236}">
                    <ns2:creationId id="{7EDCD7AF-F89D-E505-71BD-BCC0C0E30D70}"/>
                  </a:ext>
                </a:extLst>
              </p:cNvPr>
              <p:cNvSpPr/>
              <p:nvPr/>
            </p:nvSpPr>
            <p:spPr>
              <a:xfrm>
                <a:off x="649079" y="2084270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8" name="正方形/長方形 62">
                <a:extLst>
                  <a:ext uri="{FF2B5EF4-FFF2-40B4-BE49-F238E27FC236}">
                    <ns2:creationId id="{ADE22D3F-359E-22A9-DFD6-105202A9F9F1}"/>
                  </a:ext>
                </a:extLst>
              </p:cNvPr>
              <p:cNvSpPr/>
              <p:nvPr/>
            </p:nvSpPr>
            <p:spPr>
              <a:xfrm>
                <a:off x="649079" y="3085817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9" name="正方形/長方形 62">
                <a:extLst>
                  <a:ext uri="{FF2B5EF4-FFF2-40B4-BE49-F238E27FC236}">
                    <ns2:creationId id="{84F1F9F5-A081-93CB-948B-902C63E78646}"/>
                  </a:ext>
                </a:extLst>
              </p:cNvPr>
              <p:cNvSpPr/>
              <p:nvPr/>
            </p:nvSpPr>
            <p:spPr>
              <a:xfrm>
                <a:off x="649079" y="4060068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10" name="正方形/長方形 62">
                <a:extLst>
                  <a:ext uri="{FF2B5EF4-FFF2-40B4-BE49-F238E27FC236}">
                    <ns2:creationId id="{EBA4E46F-8F55-7742-F7D6-6DC831E975D1}"/>
                  </a:ext>
                </a:extLst>
              </p:cNvPr>
              <p:cNvSpPr/>
              <p:nvPr/>
            </p:nvSpPr>
            <p:spPr>
              <a:xfrm>
                <a:off x="649079" y="5061615"/>
                <a:ext cx="571713" cy="259493"/>
              </a:xfrm>
              <a:prstGeom prst="roundRect">
                <a:avLst>
                  <a:gd name="adj" fmla="val 13873"/>
                </a:avLst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rgbClr val="008D2E"/>
                    </a:solidFill>
                    <a:latin typeface="+mn-ea"/>
                  </a:rPr>
                  <a:t>XX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</p:grpSp>
        <p:pic>
          <p:nvPicPr>
            <p:cNvPr id="148" name="グラフィックス 147" descr="フローチャート 単色塗りつぶし">
              <a:extLst>
                <a:ext uri="{FF2B5EF4-FFF2-40B4-BE49-F238E27FC236}">
                  <ns2:creationId id="{DF0B5B21-2CD0-1BAF-46AA-77BCFA814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2"/>
                </a:ext>
              </a:extLst>
            </a:blip>
            <a:stretch>
              <a:fillRect/>
            </a:stretch>
          </p:blipFill>
          <p:spPr>
            <a:xfrm>
              <a:off x="1287679" y="4783989"/>
              <a:ext cx="252000" cy="252000"/>
            </a:xfrm>
            <a:prstGeom prst="rect">
              <a:avLst/>
            </a:prstGeom>
          </p:spPr>
        </p:pic>
        <p:pic>
          <p:nvPicPr>
            <p:cNvPr id="150" name="グラフィックス 149" descr="棒グラフ (上昇) 単色塗りつぶし">
              <a:extLst>
                <a:ext uri="{FF2B5EF4-FFF2-40B4-BE49-F238E27FC236}">
                  <ns2:creationId id="{92F9ACF6-F93C-4A20-C2B5-F83DC90D3E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1287679" y="2977538"/>
              <a:ext cx="252000" cy="252000"/>
            </a:xfrm>
            <a:prstGeom prst="rect">
              <a:avLst/>
            </a:prstGeom>
          </p:spPr>
        </p:pic>
        <p:pic>
          <p:nvPicPr>
            <p:cNvPr id="152" name="グラフィックス 151" descr="役員室 単色塗りつぶし">
              <a:extLst>
                <a:ext uri="{FF2B5EF4-FFF2-40B4-BE49-F238E27FC236}">
                  <ns2:creationId id="{121F91A6-764B-BBF1-AE98-7C9A10F26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1287679" y="3880763"/>
              <a:ext cx="252000" cy="252000"/>
            </a:xfrm>
            <a:prstGeom prst="rect">
              <a:avLst/>
            </a:prstGeom>
          </p:spPr>
        </p:pic>
        <p:pic>
          <p:nvPicPr>
            <p:cNvPr id="154" name="グラフィックス 153" descr="コンパス 単色塗りつぶし">
              <a:extLst>
                <a:ext uri="{FF2B5EF4-FFF2-40B4-BE49-F238E27FC236}">
                  <ns2:creationId id="{0810FA5E-FD5A-0765-5341-362E129982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rcRect/>
            <a:stretch/>
          </p:blipFill>
          <p:spPr>
            <a:xfrm>
              <a:off x="1287679" y="2074313"/>
              <a:ext cx="252000" cy="252000"/>
            </a:xfrm>
            <a:prstGeom prst="rect">
              <a:avLst/>
            </a:prstGeom>
          </p:spPr>
        </p:pic>
      </p:grpSp>
    </p:spTree>
    <p:extLst>
      <p:ext uri="{BB962C8B-B14F-4D97-AF65-F5344CB8AC3E}">
        <ns6:creationId val="3932196472"/>
      </p:ext>
    </p:extLst>
  </p:cSld>
  <p:clrMapOvr>
    <a:masterClrMapping/>
  </p:clrMapOvr>
</p:sld>
</file>

<file path=ppt/slides/slide29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7D9D4A1-D0CA-2C3A-CAB1-E831DDB7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21F4DD9-9F1C-95E5-9FA9-37305C2E9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136025C7-5857-2254-D57B-C3EE2B7B9C4F}"/>
              </a:ext>
            </a:extLst>
          </p:cNvPr>
          <p:cNvSpPr txBox="1">
            <a:spLocks/>
          </p:cNvSpPr>
          <p:nvPr/>
        </p:nvSpPr>
        <p:spPr>
          <a:xfrm>
            <a:off x="223044" y="914399"/>
            <a:ext cx="11745912" cy="5696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4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3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8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5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sp>
        <p:nvSpPr>
          <p:cNvPr id="5" name="正方形/長方形 4">
            <a:extLst>
              <a:ext uri="{FF2B5EF4-FFF2-40B4-BE49-F238E27FC236}">
                <ns2:creationId id="{4239289E-709C-FB86-9AB7-D4FEE8119A10}"/>
              </a:ext>
            </a:extLst>
          </p:cNvPr>
          <p:cNvSpPr/>
          <p:nvPr/>
        </p:nvSpPr>
        <p:spPr>
          <a:xfrm>
            <a:off x="334961" y="1705591"/>
            <a:ext cx="1273457" cy="608389"/>
          </a:xfrm>
          <a:prstGeom prst="rect">
            <a:avLst/>
          </a:prstGeom>
          <a:solidFill>
            <a:schemeClr val="accent5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bg1"/>
                </a:solidFill>
                <a:latin typeface="+mn-ea"/>
              </a:rPr>
            </a:b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2" name="グラフィックス 81" descr="No の記号 単色塗りつぶし">
            <a:extLst>
              <a:ext uri="{FF2B5EF4-FFF2-40B4-BE49-F238E27FC236}">
                <ns2:creationId id="{B8AE6F2C-37C7-F8A9-F9F1-41C4AF3214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589597" y="1642535"/>
            <a:ext cx="324568" cy="324568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1724624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2439732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697A882E-E589-8F03-ACA1-EABEB15DF90D}"/>
              </a:ext>
            </a:extLst>
          </p:cNvPr>
          <p:cNvSpPr/>
          <p:nvPr/>
        </p:nvSpPr>
        <p:spPr>
          <a:xfrm>
            <a:off x="1724624" y="4458578"/>
            <a:ext cx="500288" cy="3818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100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1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7B21A692-34F2-4DDB-C9BB-66D6FE9315B3}"/>
              </a:ext>
            </a:extLst>
          </p:cNvPr>
          <p:cNvSpPr/>
          <p:nvPr/>
        </p:nvSpPr>
        <p:spPr>
          <a:xfrm>
            <a:off x="1724624" y="4917491"/>
            <a:ext cx="500288" cy="3818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D07E98FC-150E-EEB2-DA07-DE8F77617F0D}"/>
              </a:ext>
            </a:extLst>
          </p:cNvPr>
          <p:cNvSpPr/>
          <p:nvPr/>
        </p:nvSpPr>
        <p:spPr>
          <a:xfrm>
            <a:off x="2224912" y="4458578"/>
            <a:ext cx="1463713" cy="381809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>
              <a:buClr>
                <a:schemeClr val="accent5"/>
              </a:buClr>
              <a:defRPr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62456155-87A9-5444-2128-4ED6BDA1E940}"/>
              </a:ext>
            </a:extLst>
          </p:cNvPr>
          <p:cNvSpPr/>
          <p:nvPr/>
        </p:nvSpPr>
        <p:spPr>
          <a:xfrm>
            <a:off x="2224912" y="4917491"/>
            <a:ext cx="1463713" cy="381809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>
              <a:buClr>
                <a:schemeClr val="accent5"/>
              </a:buClr>
              <a:defRPr/>
            </a:pP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100" dirty="0">
                <a:solidFill>
                  <a:schemeClr val="accent5"/>
                </a:solidFill>
                <a:latin typeface="+mn-ea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1" name="Text 20">
            <a:extLst>
              <a:ext uri="{FF2B5EF4-FFF2-40B4-BE49-F238E27FC236}">
                <ns2:creationId id="{C3245934-2909-C8E0-A57D-979E2BE5479C}"/>
              </a:ext>
            </a:extLst>
          </p:cNvPr>
          <p:cNvSpPr>
            <a:spLocks noChangeAspect="1"/>
          </p:cNvSpPr>
          <p:nvPr/>
        </p:nvSpPr>
        <p:spPr>
          <a:xfrm>
            <a:off x="1642348" y="1634301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1</a:t>
            </a:r>
          </a:p>
        </p:txBody>
      </p:sp>
      <p:sp>
        <p:nvSpPr>
          <p:cNvPr id="87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3764826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8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5805028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9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7845230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0" name="正方形/長方形 7">
            <a:extLst>
              <a:ext uri="{FF2B5EF4-FFF2-40B4-BE49-F238E27FC236}">
                <ns2:creationId id="{8F17E7D9-E9EC-58AB-44CF-E01A49FCFB89}"/>
              </a:ext>
            </a:extLst>
          </p:cNvPr>
          <p:cNvSpPr/>
          <p:nvPr/>
        </p:nvSpPr>
        <p:spPr>
          <a:xfrm>
            <a:off x="9885432" y="1705592"/>
            <a:ext cx="1964002" cy="60838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273050" algn="ctr"/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lang="en-US" altLang="ja-JP" sz="1200" dirty="0">
              <a:solidFill>
                <a:schemeClr val="accent5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3" name="Text 33">
            <a:extLst>
              <a:ext uri="{FF2B5EF4-FFF2-40B4-BE49-F238E27FC236}">
                <ns2:creationId id="{61002DEF-584C-5487-023D-B693E0E098B5}"/>
              </a:ext>
            </a:extLst>
          </p:cNvPr>
          <p:cNvSpPr>
            <a:spLocks noChangeAspect="1"/>
          </p:cNvSpPr>
          <p:nvPr/>
        </p:nvSpPr>
        <p:spPr>
          <a:xfrm>
            <a:off x="3715341" y="1634302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2</a:t>
            </a:r>
          </a:p>
        </p:txBody>
      </p:sp>
      <p:sp>
        <p:nvSpPr>
          <p:cNvPr id="45" name="Text 33">
            <a:extLst>
              <a:ext uri="{FF2B5EF4-FFF2-40B4-BE49-F238E27FC236}">
                <ns2:creationId id="{18AF6B34-6F0F-F848-17B5-D46200BF30ED}"/>
              </a:ext>
            </a:extLst>
          </p:cNvPr>
          <p:cNvSpPr>
            <a:spLocks noChangeAspect="1"/>
          </p:cNvSpPr>
          <p:nvPr/>
        </p:nvSpPr>
        <p:spPr>
          <a:xfrm>
            <a:off x="5777711" y="1634301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3</a:t>
            </a:r>
          </a:p>
        </p:txBody>
      </p:sp>
      <p:sp>
        <p:nvSpPr>
          <p:cNvPr id="3" name="Text 33">
            <a:extLst>
              <a:ext uri="{FF2B5EF4-FFF2-40B4-BE49-F238E27FC236}">
                <ns2:creationId id="{F19D6F53-35E3-0D02-CB59-4044A1BFDCB2}"/>
              </a:ext>
            </a:extLst>
          </p:cNvPr>
          <p:cNvSpPr>
            <a:spLocks noChangeAspect="1"/>
          </p:cNvSpPr>
          <p:nvPr/>
        </p:nvSpPr>
        <p:spPr>
          <a:xfrm>
            <a:off x="7797539" y="1634300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4</a:t>
            </a:r>
          </a:p>
        </p:txBody>
      </p:sp>
      <p:sp>
        <p:nvSpPr>
          <p:cNvPr id="4" name="Text 33">
            <a:extLst>
              <a:ext uri="{FF2B5EF4-FFF2-40B4-BE49-F238E27FC236}">
                <ns2:creationId id="{E3388164-C7EB-8B4A-C986-7062A94C7302}"/>
              </a:ext>
            </a:extLst>
          </p:cNvPr>
          <p:cNvSpPr>
            <a:spLocks noChangeAspect="1"/>
          </p:cNvSpPr>
          <p:nvPr/>
        </p:nvSpPr>
        <p:spPr>
          <a:xfrm>
            <a:off x="9849276" y="1634300"/>
            <a:ext cx="229092" cy="2290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</a:ln>
        </p:spPr>
        <p:txBody>
          <a:bodyPr wrap="square" lIns="36000" tIns="1800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en-US" sz="1200" dirty="0">
                <a:solidFill>
                  <a:schemeClr val="bg1"/>
                </a:solidFill>
                <a:latin typeface="+mn-ea"/>
              </a:rPr>
              <a:t>5</a:t>
            </a:r>
          </a:p>
        </p:txBody>
      </p:sp>
      <p:sp>
        <p:nvSpPr>
          <p:cNvPr id="91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3449155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bg1"/>
                </a:solidFill>
                <a:latin typeface="+mn-ea"/>
              </a:rPr>
            </a:b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)</a:t>
            </a:r>
            <a:endParaRPr lang="ja-JP" altLang="en-US" sz="12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2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4458578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93" name="正方形/長方形 11">
            <a:extLst>
              <a:ext uri="{FF2B5EF4-FFF2-40B4-BE49-F238E27FC236}">
                <ns2:creationId id="{1B409267-A72A-6B81-15AC-E59E57C75962}"/>
              </a:ext>
            </a:extLst>
          </p:cNvPr>
          <p:cNvSpPr/>
          <p:nvPr/>
        </p:nvSpPr>
        <p:spPr>
          <a:xfrm>
            <a:off x="334961" y="5468003"/>
            <a:ext cx="1273456" cy="840722"/>
          </a:xfrm>
          <a:prstGeom prst="rect">
            <a:avLst/>
          </a:prstGeom>
          <a:solidFill>
            <a:schemeClr val="accent5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bg1"/>
                </a:solidFill>
                <a:latin typeface="+mn-ea"/>
              </a:rPr>
              <a:t>KPI</a:t>
            </a:r>
          </a:p>
        </p:txBody>
      </p:sp>
      <p:sp>
        <p:nvSpPr>
          <p:cNvPr id="9" name="二等辺三角形 8">
            <a:extLst>
              <a:ext uri="{FF2B5EF4-FFF2-40B4-BE49-F238E27FC236}">
                <ns2:creationId id="{60B3E160-E77D-C2D9-084F-265AAFA19088}"/>
              </a:ext>
            </a:extLst>
          </p:cNvPr>
          <p:cNvSpPr/>
          <p:nvPr/>
        </p:nvSpPr>
        <p:spPr>
          <a:xfrm rot="10800000">
            <a:off x="588840" y="3292346"/>
            <a:ext cx="765697" cy="144917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" name="二等辺三角形 9">
            <a:extLst>
              <a:ext uri="{FF2B5EF4-FFF2-40B4-BE49-F238E27FC236}">
                <ns2:creationId id="{46E1887A-D8F0-4233-DC8A-FFC9188B71B2}"/>
              </a:ext>
            </a:extLst>
          </p:cNvPr>
          <p:cNvSpPr/>
          <p:nvPr/>
        </p:nvSpPr>
        <p:spPr>
          <a:xfrm rot="10800000">
            <a:off x="588840" y="4301770"/>
            <a:ext cx="765697" cy="144917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" name="二等辺三角形 10">
            <a:extLst>
              <a:ext uri="{FF2B5EF4-FFF2-40B4-BE49-F238E27FC236}">
                <ns2:creationId id="{65787AD7-95E4-A33E-7063-DB092E7BB3EE}"/>
              </a:ext>
            </a:extLst>
          </p:cNvPr>
          <p:cNvSpPr/>
          <p:nvPr/>
        </p:nvSpPr>
        <p:spPr>
          <a:xfrm rot="10800000">
            <a:off x="588840" y="5311193"/>
            <a:ext cx="765697" cy="144917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Text 20">
            <a:extLst>
              <a:ext uri="{FF2B5EF4-FFF2-40B4-BE49-F238E27FC236}">
                <ns2:creationId id="{920898FF-7965-4A67-C26C-E95712EC85D0}"/>
              </a:ext>
            </a:extLst>
          </p:cNvPr>
          <p:cNvSpPr>
            <a:spLocks noChangeAspect="1"/>
          </p:cNvSpPr>
          <p:nvPr/>
        </p:nvSpPr>
        <p:spPr>
          <a:xfrm>
            <a:off x="334961" y="2345413"/>
            <a:ext cx="252001" cy="2520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kumimoji="0" lang="en-US" sz="12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14" name="Text 20">
            <a:extLst>
              <a:ext uri="{FF2B5EF4-FFF2-40B4-BE49-F238E27FC236}">
                <ns2:creationId id="{D5EBD982-6985-AD4C-6454-27B073625352}"/>
              </a:ext>
            </a:extLst>
          </p:cNvPr>
          <p:cNvSpPr>
            <a:spLocks noChangeAspect="1"/>
          </p:cNvSpPr>
          <p:nvPr/>
        </p:nvSpPr>
        <p:spPr>
          <a:xfrm>
            <a:off x="334961" y="5389118"/>
            <a:ext cx="252001" cy="25200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36000" tIns="0" rIns="36000" bIns="0" rtlCol="0" anchor="ctr" anchorCtr="0">
            <a:noAutofit/>
          </a:bodyPr>
          <a:lstStyle/>
          <a:p>
            <a:pPr algn="ctr" defTabSz="457200">
              <a:defRPr/>
            </a:pPr>
            <a:r>
              <a:rPr kumimoji="0"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endParaRPr kumimoji="0" lang="en-US" sz="1200" dirty="0">
              <a:solidFill>
                <a:schemeClr val="accent5"/>
              </a:solidFill>
              <a:latin typeface="+mn-ea"/>
            </a:endParaRPr>
          </a:p>
        </p:txBody>
      </p:sp>
      <p:cxnSp>
        <p:nvCxnSpPr>
          <p:cNvPr id="37" name="直線コネクタ 36">
            <a:extLst>
              <a:ext uri="{FF2B5EF4-FFF2-40B4-BE49-F238E27FC236}">
                <ns2:creationId id="{6EF67C1B-3AAE-197A-D2B9-BD12951CDBC7}"/>
              </a:ext>
            </a:extLst>
          </p:cNvPr>
          <p:cNvCxnSpPr/>
          <p:nvPr/>
        </p:nvCxnSpPr>
        <p:spPr>
          <a:xfrm>
            <a:off x="1724624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ns2:creationId id="{C742A7DC-5EBC-0762-C8D4-37080C8CE458}"/>
              </a:ext>
            </a:extLst>
          </p:cNvPr>
          <p:cNvSpPr/>
          <p:nvPr/>
        </p:nvSpPr>
        <p:spPr>
          <a:xfrm>
            <a:off x="1724624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6" name="正方形/長方形 7">
            <a:extLst>
              <a:ext uri="{FF2B5EF4-FFF2-40B4-BE49-F238E27FC236}">
                <ns2:creationId id="{54048B0A-2FE0-8CB9-9D28-BC736911FA35}"/>
              </a:ext>
            </a:extLst>
          </p:cNvPr>
          <p:cNvSpPr/>
          <p:nvPr/>
        </p:nvSpPr>
        <p:spPr>
          <a:xfrm>
            <a:off x="3764826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2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7">
            <a:extLst>
              <a:ext uri="{FF2B5EF4-FFF2-40B4-BE49-F238E27FC236}">
                <ns2:creationId id="{A653D8D2-D4AC-0B26-C432-C6048353C8E1}"/>
              </a:ext>
            </a:extLst>
          </p:cNvPr>
          <p:cNvSpPr/>
          <p:nvPr/>
        </p:nvSpPr>
        <p:spPr>
          <a:xfrm>
            <a:off x="5805028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・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3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9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9" name="正方形/長方形 7">
            <a:extLst>
              <a:ext uri="{FF2B5EF4-FFF2-40B4-BE49-F238E27FC236}">
                <ns2:creationId id="{97BAEED4-70D3-5CC4-2290-128CA652832C}"/>
              </a:ext>
            </a:extLst>
          </p:cNvPr>
          <p:cNvSpPr/>
          <p:nvPr/>
        </p:nvSpPr>
        <p:spPr>
          <a:xfrm>
            <a:off x="7845230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、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4" name="正方形/長方形 7">
            <a:extLst>
              <a:ext uri="{FF2B5EF4-FFF2-40B4-BE49-F238E27FC236}">
                <ns2:creationId id="{177F58AC-B853-B3C0-4585-346F7A4DA97A}"/>
              </a:ext>
            </a:extLst>
          </p:cNvPr>
          <p:cNvSpPr/>
          <p:nvPr/>
        </p:nvSpPr>
        <p:spPr>
          <a:xfrm>
            <a:off x="9885432" y="2439732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3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1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3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marL="171450" indent="-17145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28" name="直線コネクタ 27">
            <a:extLst>
              <a:ext uri="{FF2B5EF4-FFF2-40B4-BE49-F238E27FC236}">
                <ns2:creationId id="{72DFB624-0A35-A012-50FD-5385C1C2D462}"/>
              </a:ext>
            </a:extLst>
          </p:cNvPr>
          <p:cNvCxnSpPr/>
          <p:nvPr/>
        </p:nvCxnSpPr>
        <p:spPr>
          <a:xfrm>
            <a:off x="3764825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ns2:creationId id="{25ED8667-0A98-EFF2-0F63-AA06CE31C65E}"/>
              </a:ext>
            </a:extLst>
          </p:cNvPr>
          <p:cNvCxnSpPr/>
          <p:nvPr/>
        </p:nvCxnSpPr>
        <p:spPr>
          <a:xfrm>
            <a:off x="5805028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ns2:creationId id="{1FAFA9B6-0C3E-A623-E8BB-40D965DF8215}"/>
              </a:ext>
            </a:extLst>
          </p:cNvPr>
          <p:cNvCxnSpPr/>
          <p:nvPr/>
        </p:nvCxnSpPr>
        <p:spPr>
          <a:xfrm>
            <a:off x="7845229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ns2:creationId id="{903D051D-A927-F641-CB2B-170E6003433E}"/>
              </a:ext>
            </a:extLst>
          </p:cNvPr>
          <p:cNvCxnSpPr/>
          <p:nvPr/>
        </p:nvCxnSpPr>
        <p:spPr>
          <a:xfrm>
            <a:off x="9885432" y="3364804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正方形/長方形 46">
            <a:extLst>
              <a:ext uri="{FF2B5EF4-FFF2-40B4-BE49-F238E27FC236}">
                <ns2:creationId id="{1CDFBA8C-199A-0867-FC84-58EA8D4E2A63}"/>
              </a:ext>
            </a:extLst>
          </p:cNvPr>
          <p:cNvSpPr/>
          <p:nvPr/>
        </p:nvSpPr>
        <p:spPr>
          <a:xfrm>
            <a:off x="1724624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4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KPI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ROIC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8" name="正方形/長方形 7">
            <a:extLst>
              <a:ext uri="{FF2B5EF4-FFF2-40B4-BE49-F238E27FC236}">
                <ns2:creationId id="{789EC63F-9E09-33CB-1764-3380FFCB372B}"/>
              </a:ext>
            </a:extLst>
          </p:cNvPr>
          <p:cNvSpPr/>
          <p:nvPr/>
        </p:nvSpPr>
        <p:spPr>
          <a:xfrm>
            <a:off x="3764826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30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9" name="正方形/長方形 7">
            <a:extLst>
              <a:ext uri="{FF2B5EF4-FFF2-40B4-BE49-F238E27FC236}">
                <ns2:creationId id="{69CF5B6B-19F9-49FC-61D2-E3796902EBBB}"/>
              </a:ext>
            </a:extLst>
          </p:cNvPr>
          <p:cNvSpPr/>
          <p:nvPr/>
        </p:nvSpPr>
        <p:spPr>
          <a:xfrm>
            <a:off x="5805028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・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1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1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KPI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70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30</a:t>
            </a:r>
            <a:r>
              <a:rPr lang="ja-JP" altLang="en-US" sz="11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0" name="正方形/長方形 7">
            <a:extLst>
              <a:ext uri="{FF2B5EF4-FFF2-40B4-BE49-F238E27FC236}">
                <ns2:creationId id="{AC369819-B7E9-3C98-6C81-E6AF5DC56A2D}"/>
              </a:ext>
            </a:extLst>
          </p:cNvPr>
          <p:cNvSpPr/>
          <p:nvPr/>
        </p:nvSpPr>
        <p:spPr>
          <a:xfrm>
            <a:off x="7845230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90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/ 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/ 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1" name="正方形/長方形 7">
            <a:extLst>
              <a:ext uri="{FF2B5EF4-FFF2-40B4-BE49-F238E27FC236}">
                <ns2:creationId id="{5E5A9093-9B56-28B0-D0DC-242255515075}"/>
              </a:ext>
            </a:extLst>
          </p:cNvPr>
          <p:cNvSpPr/>
          <p:nvPr/>
        </p:nvSpPr>
        <p:spPr>
          <a:xfrm>
            <a:off x="9885432" y="3449155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×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KPI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050" dirty="0">
                <a:solidFill>
                  <a:schemeClr val="tx1"/>
                </a:solidFill>
                <a:latin typeface="+mn-ea"/>
              </a:rPr>
              <a:t>) </a:t>
            </a: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050" dirty="0">
                <a:solidFill>
                  <a:schemeClr val="tx1"/>
                </a:solidFill>
                <a:latin typeface="+mn-ea"/>
              </a:rPr>
            </a:br>
            <a:r>
              <a:rPr lang="ja-JP" altLang="en-US" sz="105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46" name="直線コネクタ 45">
            <a:extLst>
              <a:ext uri="{FF2B5EF4-FFF2-40B4-BE49-F238E27FC236}">
                <ns2:creationId id="{4D30A997-6B0D-76B3-162A-426A80084A13}"/>
              </a:ext>
            </a:extLst>
          </p:cNvPr>
          <p:cNvCxnSpPr/>
          <p:nvPr/>
        </p:nvCxnSpPr>
        <p:spPr>
          <a:xfrm>
            <a:off x="1724624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>
            <a:extLst>
              <a:ext uri="{FF2B5EF4-FFF2-40B4-BE49-F238E27FC236}">
                <ns2:creationId id="{674B9108-E403-43A6-0222-633F287ADE9D}"/>
              </a:ext>
            </a:extLst>
          </p:cNvPr>
          <p:cNvCxnSpPr/>
          <p:nvPr/>
        </p:nvCxnSpPr>
        <p:spPr>
          <a:xfrm>
            <a:off x="3764825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ns2:creationId id="{8F4F9D1F-996C-1D16-7208-AF4FF39B6A2E}"/>
              </a:ext>
            </a:extLst>
          </p:cNvPr>
          <p:cNvCxnSpPr/>
          <p:nvPr/>
        </p:nvCxnSpPr>
        <p:spPr>
          <a:xfrm>
            <a:off x="5805028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1082CFBC-D4D0-1379-943B-F1EFED612EA9}"/>
              </a:ext>
            </a:extLst>
          </p:cNvPr>
          <p:cNvCxnSpPr/>
          <p:nvPr/>
        </p:nvCxnSpPr>
        <p:spPr>
          <a:xfrm>
            <a:off x="7845229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コネクタ 54">
            <a:extLst>
              <a:ext uri="{FF2B5EF4-FFF2-40B4-BE49-F238E27FC236}">
                <ns2:creationId id="{CCC4D143-9709-2C21-6434-B6D4258A6D6C}"/>
              </a:ext>
            </a:extLst>
          </p:cNvPr>
          <p:cNvCxnSpPr/>
          <p:nvPr/>
        </p:nvCxnSpPr>
        <p:spPr>
          <a:xfrm>
            <a:off x="9885432" y="4374227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コネクタ 57">
            <a:extLst>
              <a:ext uri="{FF2B5EF4-FFF2-40B4-BE49-F238E27FC236}">
                <ns2:creationId id="{B4D85B65-1884-95EB-9BF3-9826623C5649}"/>
              </a:ext>
            </a:extLst>
          </p:cNvPr>
          <p:cNvCxnSpPr/>
          <p:nvPr/>
        </p:nvCxnSpPr>
        <p:spPr>
          <a:xfrm>
            <a:off x="1724624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ns2:creationId id="{1BD6EF0E-1CD8-381A-A540-9CF5F96592CC}"/>
              </a:ext>
            </a:extLst>
          </p:cNvPr>
          <p:cNvCxnSpPr/>
          <p:nvPr/>
        </p:nvCxnSpPr>
        <p:spPr>
          <a:xfrm>
            <a:off x="3764825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>
            <a:extLst>
              <a:ext uri="{FF2B5EF4-FFF2-40B4-BE49-F238E27FC236}">
                <ns2:creationId id="{E9377F23-1098-D9E0-27EC-7F6853ACE490}"/>
              </a:ext>
            </a:extLst>
          </p:cNvPr>
          <p:cNvCxnSpPr/>
          <p:nvPr/>
        </p:nvCxnSpPr>
        <p:spPr>
          <a:xfrm>
            <a:off x="5805028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>
            <a:extLst>
              <a:ext uri="{FF2B5EF4-FFF2-40B4-BE49-F238E27FC236}">
                <ns2:creationId id="{B5EA363B-1B52-EF1B-E557-92B7BB1080D6}"/>
              </a:ext>
            </a:extLst>
          </p:cNvPr>
          <p:cNvCxnSpPr/>
          <p:nvPr/>
        </p:nvCxnSpPr>
        <p:spPr>
          <a:xfrm>
            <a:off x="7845229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コネクタ 61">
            <a:extLst>
              <a:ext uri="{FF2B5EF4-FFF2-40B4-BE49-F238E27FC236}">
                <ns2:creationId id="{5FBF3820-7835-D7F0-2842-A2017F49A044}"/>
              </a:ext>
            </a:extLst>
          </p:cNvPr>
          <p:cNvCxnSpPr/>
          <p:nvPr/>
        </p:nvCxnSpPr>
        <p:spPr>
          <a:xfrm>
            <a:off x="9885432" y="5383652"/>
            <a:ext cx="196400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グループ化 63">
            <a:extLst>
              <a:ext uri="{FF2B5EF4-FFF2-40B4-BE49-F238E27FC236}">
                <ns2:creationId id="{947B2C45-095A-5205-00C0-1E5F136A4FBE}"/>
              </a:ext>
            </a:extLst>
          </p:cNvPr>
          <p:cNvGrpSpPr/>
          <p:nvPr/>
        </p:nvGrpSpPr>
        <p:grpSpPr>
          <a:xfrm>
            <a:off x="3764825" y="4458578"/>
            <a:ext cx="1964001" cy="840722"/>
            <a:chOff x="1724624" y="4458578"/>
            <a:chExt cx="1964001" cy="840722"/>
          </a:xfrm>
        </p:grpSpPr>
        <p:sp>
          <p:nvSpPr>
            <p:cNvPr id="65" name="正方形/長方形 64">
              <a:extLst>
                <a:ext uri="{FF2B5EF4-FFF2-40B4-BE49-F238E27FC236}">
                  <ns2:creationId id="{0136B857-17EA-F66C-ECB8-65EF35290CE9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4A460744-F96D-FE19-8F0F-0EB8850B68CD}"/>
                </a:ext>
              </a:extLst>
            </p:cNvPr>
            <p:cNvSpPr/>
            <p:nvPr/>
          </p:nvSpPr>
          <p:spPr>
            <a:xfrm>
              <a:off x="1724624" y="4917491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F8D3D7AC-AE4C-F36A-4320-D7B917416B87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+mn-ea"/>
                </a:rPr>
                <a:t>API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C7C3C9B5-7B0A-914A-B6D0-31A1FB7A14AC}"/>
                </a:ext>
              </a:extLst>
            </p:cNvPr>
            <p:cNvSpPr/>
            <p:nvPr/>
          </p:nvSpPr>
          <p:spPr>
            <a:xfrm>
              <a:off x="2224912" y="4917491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69" name="グループ化 68">
            <a:extLst>
              <a:ext uri="{FF2B5EF4-FFF2-40B4-BE49-F238E27FC236}">
                <ns2:creationId id="{AEAB4CE7-F65C-B306-6D80-4D88785AD0CC}"/>
              </a:ext>
            </a:extLst>
          </p:cNvPr>
          <p:cNvGrpSpPr/>
          <p:nvPr/>
        </p:nvGrpSpPr>
        <p:grpSpPr>
          <a:xfrm>
            <a:off x="5805028" y="4458578"/>
            <a:ext cx="1964001" cy="840722"/>
            <a:chOff x="1724624" y="4458578"/>
            <a:chExt cx="1964001" cy="840722"/>
          </a:xfrm>
        </p:grpSpPr>
        <p:sp>
          <p:nvSpPr>
            <p:cNvPr id="70" name="正方形/長方形 69">
              <a:extLst>
                <a:ext uri="{FF2B5EF4-FFF2-40B4-BE49-F238E27FC236}">
                  <ns2:creationId id="{BD0842E9-F50B-8CD6-85BF-8FAC1C0CA815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7324C4F5-0CDA-CEC4-BF87-01D24590F2F8}"/>
                </a:ext>
              </a:extLst>
            </p:cNvPr>
            <p:cNvSpPr/>
            <p:nvPr/>
          </p:nvSpPr>
          <p:spPr>
            <a:xfrm>
              <a:off x="1724624" y="4917491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252C5CD-68EF-D542-514F-F0BDC825504D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1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B6913427-5FF4-A748-31AC-1D9E1307BAF6}"/>
                </a:ext>
              </a:extLst>
            </p:cNvPr>
            <p:cNvSpPr/>
            <p:nvPr/>
          </p:nvSpPr>
          <p:spPr>
            <a:xfrm>
              <a:off x="2224912" y="4917491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74" name="グループ化 73">
            <a:extLst>
              <a:ext uri="{FF2B5EF4-FFF2-40B4-BE49-F238E27FC236}">
                <ns2:creationId id="{D68187D1-74BA-1C13-F8B3-B58F59606048}"/>
              </a:ext>
            </a:extLst>
          </p:cNvPr>
          <p:cNvGrpSpPr/>
          <p:nvPr/>
        </p:nvGrpSpPr>
        <p:grpSpPr>
          <a:xfrm>
            <a:off x="7845229" y="4458578"/>
            <a:ext cx="1964001" cy="840722"/>
            <a:chOff x="1724624" y="4458578"/>
            <a:chExt cx="1964001" cy="840722"/>
          </a:xfrm>
        </p:grpSpPr>
        <p:sp>
          <p:nvSpPr>
            <p:cNvPr id="75" name="正方形/長方形 74">
              <a:extLst>
                <a:ext uri="{FF2B5EF4-FFF2-40B4-BE49-F238E27FC236}">
                  <ns2:creationId id="{652DC64F-1D04-F46F-3D46-6B33A0C21419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7BF6D256-2D0A-03D0-CCC5-6B924139290F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ROI</a:t>
              </a: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9CB5AAC0-A93B-D195-E39C-294A6A290F17}"/>
                </a:ext>
              </a:extLst>
            </p:cNvPr>
            <p:cNvSpPr/>
            <p:nvPr/>
          </p:nvSpPr>
          <p:spPr>
            <a:xfrm>
              <a:off x="1724624" y="4917491"/>
              <a:ext cx="1964000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chemeClr val="accent5"/>
                </a:buClr>
                <a:defRPr/>
              </a:pP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zh-TW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100" dirty="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79" name="グループ化 78">
            <a:extLst>
              <a:ext uri="{FF2B5EF4-FFF2-40B4-BE49-F238E27FC236}">
                <ns2:creationId id="{E62933C5-294F-D7EF-8E39-70873D538BB0}"/>
              </a:ext>
            </a:extLst>
          </p:cNvPr>
          <p:cNvGrpSpPr/>
          <p:nvPr/>
        </p:nvGrpSpPr>
        <p:grpSpPr>
          <a:xfrm>
            <a:off x="9885432" y="4458578"/>
            <a:ext cx="1964001" cy="840722"/>
            <a:chOff x="1724624" y="4458578"/>
            <a:chExt cx="1964001" cy="840722"/>
          </a:xfrm>
        </p:grpSpPr>
        <p:sp>
          <p:nvSpPr>
            <p:cNvPr id="80" name="正方形/長方形 79">
              <a:extLst>
                <a:ext uri="{FF2B5EF4-FFF2-40B4-BE49-F238E27FC236}">
                  <ns2:creationId id="{54F6840E-82AD-BF7A-0A41-535E103DC60A}"/>
                </a:ext>
              </a:extLst>
            </p:cNvPr>
            <p:cNvSpPr/>
            <p:nvPr/>
          </p:nvSpPr>
          <p:spPr>
            <a:xfrm>
              <a:off x="1724624" y="4458578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38175FD3-6F41-0763-3295-7B2E15CC78F4}"/>
                </a:ext>
              </a:extLst>
            </p:cNvPr>
            <p:cNvSpPr/>
            <p:nvPr/>
          </p:nvSpPr>
          <p:spPr>
            <a:xfrm>
              <a:off x="1724624" y="4917491"/>
              <a:ext cx="500288" cy="381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1FDE547-0C13-2F7D-0091-63B10798C5B8}"/>
                </a:ext>
              </a:extLst>
            </p:cNvPr>
            <p:cNvSpPr/>
            <p:nvPr/>
          </p:nvSpPr>
          <p:spPr>
            <a:xfrm>
              <a:off x="2224912" y="4458578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en-US" altLang="ja-JP" sz="11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9C82D933-64A1-316F-5325-501D8C96EC85}"/>
                </a:ext>
              </a:extLst>
            </p:cNvPr>
            <p:cNvSpPr/>
            <p:nvPr/>
          </p:nvSpPr>
          <p:spPr>
            <a:xfrm>
              <a:off x="2224912" y="4917491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1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94" name="正方形/長方形 93">
            <a:extLst>
              <a:ext uri="{FF2B5EF4-FFF2-40B4-BE49-F238E27FC236}">
                <ns2:creationId id="{78AE4A5F-B0EB-D558-8A10-EBD0DFD4B900}"/>
              </a:ext>
            </a:extLst>
          </p:cNvPr>
          <p:cNvSpPr/>
          <p:nvPr/>
        </p:nvSpPr>
        <p:spPr>
          <a:xfrm>
            <a:off x="1732228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endParaRPr lang="ja-JP" altLang="en-US" sz="1200" dirty="0">
              <a:solidFill>
                <a:schemeClr val="accent5"/>
              </a:solidFill>
              <a:latin typeface="+mn-ea"/>
            </a:endParaRPr>
          </a:p>
        </p:txBody>
      </p:sp>
      <p:sp>
        <p:nvSpPr>
          <p:cNvPr id="95" name="正方形/長方形 7">
            <a:extLst>
              <a:ext uri="{FF2B5EF4-FFF2-40B4-BE49-F238E27FC236}">
                <ns2:creationId id="{074A91E9-5235-5596-29C0-976FD955B843}"/>
              </a:ext>
            </a:extLst>
          </p:cNvPr>
          <p:cNvSpPr/>
          <p:nvPr/>
        </p:nvSpPr>
        <p:spPr>
          <a:xfrm>
            <a:off x="3772430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6" name="正方形/長方形 7">
            <a:extLst>
              <a:ext uri="{FF2B5EF4-FFF2-40B4-BE49-F238E27FC236}">
                <ns2:creationId id="{5E8751B5-5829-7CF1-72BA-4A9BE446C8D2}"/>
              </a:ext>
            </a:extLst>
          </p:cNvPr>
          <p:cNvSpPr/>
          <p:nvPr/>
        </p:nvSpPr>
        <p:spPr>
          <a:xfrm>
            <a:off x="5812632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7" name="正方形/長方形 7">
            <a:extLst>
              <a:ext uri="{FF2B5EF4-FFF2-40B4-BE49-F238E27FC236}">
                <ns2:creationId id="{52E1C043-20B8-BC52-01EC-668738753B16}"/>
              </a:ext>
            </a:extLst>
          </p:cNvPr>
          <p:cNvSpPr/>
          <p:nvPr/>
        </p:nvSpPr>
        <p:spPr>
          <a:xfrm>
            <a:off x="7852834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XX</a:t>
            </a:r>
          </a:p>
          <a:p>
            <a:pPr>
              <a:buClr>
                <a:schemeClr val="accent5"/>
              </a:buClr>
            </a:pPr>
            <a:r>
              <a:rPr lang="en-US" altLang="ja-JP" sz="1200" dirty="0">
                <a:solidFill>
                  <a:schemeClr val="accent5"/>
                </a:solidFill>
                <a:latin typeface="+mn-ea"/>
              </a:rPr>
              <a:t>90</a:t>
            </a:r>
            <a:r>
              <a:rPr lang="ja-JP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8" name="正方形/長方形 7">
            <a:extLst>
              <a:ext uri="{FF2B5EF4-FFF2-40B4-BE49-F238E27FC236}">
                <ns2:creationId id="{3572ADE3-EA14-8697-63D9-3FE145A7A051}"/>
              </a:ext>
            </a:extLst>
          </p:cNvPr>
          <p:cNvSpPr/>
          <p:nvPr/>
        </p:nvSpPr>
        <p:spPr>
          <a:xfrm>
            <a:off x="9893036" y="5456110"/>
            <a:ext cx="1964002" cy="840721"/>
          </a:xfrm>
          <a:prstGeom prst="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zh-TW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zh-TW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zh-TW" sz="1200" dirty="0">
                <a:solidFill>
                  <a:schemeClr val="accent5"/>
                </a:solidFill>
                <a:latin typeface="+mn-ea"/>
              </a:rPr>
              <a:t>XX</a:t>
            </a:r>
          </a:p>
          <a:p>
            <a:pPr>
              <a:buClr>
                <a:schemeClr val="accent5"/>
              </a:buClr>
            </a:pPr>
            <a:r>
              <a:rPr lang="zh-TW" altLang="en-US" sz="12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zh-TW" sz="1200" dirty="0">
                <a:solidFill>
                  <a:schemeClr val="accent5"/>
                </a:solidFill>
                <a:latin typeface="+mn-ea"/>
              </a:rPr>
              <a:t>KPI</a:t>
            </a:r>
            <a:r>
              <a:rPr lang="zh-TW" altLang="en-US" sz="12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sp>
        <p:nvSpPr>
          <p:cNvPr id="99" name="加算記号 98">
            <a:extLst>
              <a:ext uri="{FF2B5EF4-FFF2-40B4-BE49-F238E27FC236}">
                <ns2:creationId id="{B0E208D2-321C-7725-1FF9-260CDE1151C0}"/>
              </a:ext>
            </a:extLst>
          </p:cNvPr>
          <p:cNvSpPr/>
          <p:nvPr/>
        </p:nvSpPr>
        <p:spPr>
          <a:xfrm>
            <a:off x="2627424" y="4799739"/>
            <a:ext cx="158400" cy="158400"/>
          </a:xfrm>
          <a:prstGeom prst="mathPlus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00" name="加算記号 99">
            <a:extLst>
              <a:ext uri="{FF2B5EF4-FFF2-40B4-BE49-F238E27FC236}">
                <ns2:creationId id="{D6911B98-131E-7636-4AA1-618A614FDCED}"/>
              </a:ext>
            </a:extLst>
          </p:cNvPr>
          <p:cNvSpPr/>
          <p:nvPr/>
        </p:nvSpPr>
        <p:spPr>
          <a:xfrm>
            <a:off x="8748029" y="4799738"/>
            <a:ext cx="158400" cy="158400"/>
          </a:xfrm>
          <a:prstGeom prst="mathPlus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12" name="グラフィックス 111" descr="ターゲット 単色塗りつぶし">
            <a:extLst>
              <a:ext uri="{FF2B5EF4-FFF2-40B4-BE49-F238E27FC236}">
                <ns2:creationId id="{086D6088-2286-E606-5844-151CB05EC5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2021056" y="1713313"/>
            <a:ext cx="288000" cy="288000"/>
          </a:xfrm>
          <a:prstGeom prst="rect">
            <a:avLst/>
          </a:prstGeom>
        </p:spPr>
      </p:pic>
      <p:pic>
        <p:nvPicPr>
          <p:cNvPr id="114" name="グラフィックス 113" descr="ユーザー 単色塗りつぶし">
            <a:extLst>
              <a:ext uri="{FF2B5EF4-FFF2-40B4-BE49-F238E27FC236}">
                <ns2:creationId id="{976649D4-993C-133C-5C84-1EED3503A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6052199" y="1713313"/>
            <a:ext cx="288000" cy="288000"/>
          </a:xfrm>
          <a:prstGeom prst="rect">
            <a:avLst/>
          </a:prstGeom>
        </p:spPr>
      </p:pic>
      <p:pic>
        <p:nvPicPr>
          <p:cNvPr id="116" name="グラフィックス 115" descr="受信箱 単色塗りつぶし">
            <a:extLst>
              <a:ext uri="{FF2B5EF4-FFF2-40B4-BE49-F238E27FC236}">
                <ns2:creationId id="{A30534B7-F81F-BA04-26A2-208A8AE45F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8115097" y="1713313"/>
            <a:ext cx="288000" cy="288000"/>
          </a:xfrm>
          <a:prstGeom prst="rect">
            <a:avLst/>
          </a:prstGeom>
        </p:spPr>
      </p:pic>
      <p:pic>
        <p:nvPicPr>
          <p:cNvPr id="118" name="グラフィックス 117" descr="クリップボード 単色塗りつぶし">
            <a:extLst>
              <a:ext uri="{FF2B5EF4-FFF2-40B4-BE49-F238E27FC236}">
                <ns2:creationId id="{FECBDEBD-B964-686F-0BC1-8CE0B0B13B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0046284" y="1713314"/>
            <a:ext cx="288000" cy="288000"/>
          </a:xfrm>
          <a:prstGeom prst="rect">
            <a:avLst/>
          </a:prstGeom>
        </p:spPr>
      </p:pic>
      <p:pic>
        <p:nvPicPr>
          <p:cNvPr id="120" name="グラフィックス 119" descr="手のひらと植物 単色塗りつぶし">
            <a:extLst>
              <a:ext uri="{FF2B5EF4-FFF2-40B4-BE49-F238E27FC236}">
                <ns2:creationId id="{F3776044-522D-3ED6-603C-0CCEEAE07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rcRect/>
          <a:stretch/>
        </p:blipFill>
        <p:spPr>
          <a:xfrm>
            <a:off x="3932587" y="1713313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ns5:creationId val="434938772"/>
      </p:ext>
    </p:extLst>
  </p:cSld>
  <p:clrMapOvr>
    <a:masterClrMapping/>
  </p:clrMapOvr>
</p:sld>
</file>

<file path=ppt/slides/slide29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F1DD66C-EB2B-CBF6-981C-871A2DB44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4DBFD18-805B-C703-0F04-E53DEC57B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b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DX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96358F60-1D5C-D723-EE7C-DABE59EDD19A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5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pic>
        <p:nvPicPr>
          <p:cNvPr id="82" name="グラフィックス 81" descr="No の記号 単色塗りつぶし">
            <a:extLst>
              <a:ext uri="{FF2B5EF4-FFF2-40B4-BE49-F238E27FC236}">
                <ns2:creationId id="{3DDDA49F-2537-2DAC-7900-D265298AED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589597" y="1642535"/>
            <a:ext cx="324568" cy="324568"/>
          </a:xfrm>
          <a:prstGeom prst="rect">
            <a:avLst/>
          </a:prstGeom>
        </p:spPr>
      </p:pic>
      <p:sp>
        <p:nvSpPr>
          <p:cNvPr id="83" name="正方形/長方形 7">
            <a:extLst>
              <a:ext uri="{FF2B5EF4-FFF2-40B4-BE49-F238E27FC236}">
                <ns2:creationId id="{EFF5F7DC-E6D3-EFDF-191A-59184A467F7C}"/>
              </a:ext>
            </a:extLst>
          </p:cNvPr>
          <p:cNvSpPr/>
          <p:nvPr/>
        </p:nvSpPr>
        <p:spPr>
          <a:xfrm>
            <a:off x="3248922" y="1633400"/>
            <a:ext cx="4311691" cy="333703"/>
          </a:xfrm>
          <a:prstGeom prst="homePlate">
            <a:avLst>
              <a:gd name="adj" fmla="val 2886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84" name="正方形/長方形 7">
            <a:extLst>
              <a:ext uri="{FF2B5EF4-FFF2-40B4-BE49-F238E27FC236}">
                <ns2:creationId id="{27CEF53D-7E7B-C637-4E25-5699FDCD60DB}"/>
              </a:ext>
            </a:extLst>
          </p:cNvPr>
          <p:cNvSpPr/>
          <p:nvPr/>
        </p:nvSpPr>
        <p:spPr>
          <a:xfrm>
            <a:off x="7536947" y="1633400"/>
            <a:ext cx="4311691" cy="333703"/>
          </a:xfrm>
          <a:prstGeom prst="chevron">
            <a:avLst>
              <a:gd name="adj" fmla="val 28868"/>
            </a:avLst>
          </a:prstGeom>
          <a:solidFill>
            <a:srgbClr val="008D2E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4" name="正方形/長方形 3">
            <a:extLst>
              <a:ext uri="{FF2B5EF4-FFF2-40B4-BE49-F238E27FC236}">
                <ns2:creationId id="{3D4A1A41-8D7C-F81D-920A-E50D055E5C78}"/>
              </a:ext>
            </a:extLst>
          </p:cNvPr>
          <p:cNvSpPr/>
          <p:nvPr/>
        </p:nvSpPr>
        <p:spPr>
          <a:xfrm>
            <a:off x="334961" y="2027262"/>
            <a:ext cx="1096797" cy="20862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DX</a:t>
            </a:r>
          </a:p>
          <a:p>
            <a:pPr algn="ctr">
              <a:spcAft>
                <a:spcPts val="600"/>
              </a:spcAft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2" name="正方形/長方形 11">
            <a:extLst>
              <a:ext uri="{FF2B5EF4-FFF2-40B4-BE49-F238E27FC236}">
                <ns2:creationId id="{411560C0-5F1C-0332-3D47-25F692B94299}"/>
              </a:ext>
            </a:extLst>
          </p:cNvPr>
          <p:cNvSpPr/>
          <p:nvPr/>
        </p:nvSpPr>
        <p:spPr>
          <a:xfrm>
            <a:off x="334963" y="4223085"/>
            <a:ext cx="1096797" cy="20862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43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600"/>
              </a:spcAft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DX</a:t>
            </a:r>
          </a:p>
          <a:p>
            <a:pPr algn="ctr">
              <a:spcAft>
                <a:spcPts val="600"/>
              </a:spcAft>
            </a:pP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+mn-ea"/>
              </a:rPr>
            </a:br>
            <a:r>
              <a:rPr lang="ja-JP" altLang="en-US" sz="12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37" name="直線コネクタ 36">
            <a:extLst>
              <a:ext uri="{FF2B5EF4-FFF2-40B4-BE49-F238E27FC236}">
                <ns2:creationId id="{A86EA956-A1EF-31DC-7297-CDC6BACA89FF}"/>
              </a:ext>
            </a:extLst>
          </p:cNvPr>
          <p:cNvCxnSpPr/>
          <p:nvPr/>
        </p:nvCxnSpPr>
        <p:spPr>
          <a:xfrm>
            <a:off x="3248922" y="4168275"/>
            <a:ext cx="8607811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ns2:creationId id="{D1236018-239E-CA22-AB59-3BF23A6D7DC6}"/>
              </a:ext>
            </a:extLst>
          </p:cNvPr>
          <p:cNvSpPr/>
          <p:nvPr/>
        </p:nvSpPr>
        <p:spPr>
          <a:xfrm>
            <a:off x="1520954" y="2027261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5" name="正方形/長方形 5">
            <a:extLst>
              <a:ext uri="{FF2B5EF4-FFF2-40B4-BE49-F238E27FC236}">
                <ns2:creationId id="{F384B340-A5F0-672D-C819-4AA50BD7711A}"/>
              </a:ext>
            </a:extLst>
          </p:cNvPr>
          <p:cNvSpPr/>
          <p:nvPr/>
        </p:nvSpPr>
        <p:spPr>
          <a:xfrm>
            <a:off x="1520954" y="2567862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6" name="正方形/長方形 5">
            <a:extLst>
              <a:ext uri="{FF2B5EF4-FFF2-40B4-BE49-F238E27FC236}">
                <ns2:creationId id="{8E973141-AA7E-432A-738B-AF0550DFCFDB}"/>
              </a:ext>
            </a:extLst>
          </p:cNvPr>
          <p:cNvSpPr/>
          <p:nvPr/>
        </p:nvSpPr>
        <p:spPr>
          <a:xfrm>
            <a:off x="1520954" y="3108463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7" name="正方形/長方形 5">
            <a:extLst>
              <a:ext uri="{FF2B5EF4-FFF2-40B4-BE49-F238E27FC236}">
                <ns2:creationId id="{C92E80F2-A387-162A-684C-583427B2EA84}"/>
              </a:ext>
            </a:extLst>
          </p:cNvPr>
          <p:cNvSpPr/>
          <p:nvPr/>
        </p:nvSpPr>
        <p:spPr>
          <a:xfrm>
            <a:off x="1520954" y="3649064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8" name="正方形/長方形 7">
            <a:extLst>
              <a:ext uri="{FF2B5EF4-FFF2-40B4-BE49-F238E27FC236}">
                <ns2:creationId id="{ED9AF771-5D82-84BC-228A-3E62802DCE1E}"/>
              </a:ext>
            </a:extLst>
          </p:cNvPr>
          <p:cNvSpPr/>
          <p:nvPr/>
        </p:nvSpPr>
        <p:spPr>
          <a:xfrm>
            <a:off x="1520953" y="4223085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0" name="正方形/長方形 5">
            <a:extLst>
              <a:ext uri="{FF2B5EF4-FFF2-40B4-BE49-F238E27FC236}">
                <ns2:creationId id="{DCD79D67-4D06-F00F-3625-023B96E5A1E5}"/>
              </a:ext>
            </a:extLst>
          </p:cNvPr>
          <p:cNvSpPr/>
          <p:nvPr/>
        </p:nvSpPr>
        <p:spPr>
          <a:xfrm>
            <a:off x="1520953" y="4763686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1" name="正方形/長方形 5">
            <a:extLst>
              <a:ext uri="{FF2B5EF4-FFF2-40B4-BE49-F238E27FC236}">
                <ns2:creationId id="{FE8FB7A7-A3DF-E186-54F2-76659F01A2A3}"/>
              </a:ext>
            </a:extLst>
          </p:cNvPr>
          <p:cNvSpPr/>
          <p:nvPr/>
        </p:nvSpPr>
        <p:spPr>
          <a:xfrm>
            <a:off x="1520953" y="5304287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13" name="正方形/長方形 5">
            <a:extLst>
              <a:ext uri="{FF2B5EF4-FFF2-40B4-BE49-F238E27FC236}">
                <ns2:creationId id="{F14AF146-FFD4-2763-2FDA-4782B9B38434}"/>
              </a:ext>
            </a:extLst>
          </p:cNvPr>
          <p:cNvSpPr/>
          <p:nvPr/>
        </p:nvSpPr>
        <p:spPr>
          <a:xfrm>
            <a:off x="1520953" y="5844888"/>
            <a:ext cx="1655386" cy="464401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cxnSp>
        <p:nvCxnSpPr>
          <p:cNvPr id="38" name="直線コネクタ 37">
            <a:extLst>
              <a:ext uri="{FF2B5EF4-FFF2-40B4-BE49-F238E27FC236}">
                <ns2:creationId id="{7999F28F-E444-6497-EF87-A0622792B36F}"/>
              </a:ext>
            </a:extLst>
          </p:cNvPr>
          <p:cNvCxnSpPr/>
          <p:nvPr/>
        </p:nvCxnSpPr>
        <p:spPr>
          <a:xfrm>
            <a:off x="3248922" y="2529762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>
            <a:extLst>
              <a:ext uri="{FF2B5EF4-FFF2-40B4-BE49-F238E27FC236}">
                <ns2:creationId id="{279310CE-70F3-ED12-BB50-186AE95F30CB}"/>
              </a:ext>
            </a:extLst>
          </p:cNvPr>
          <p:cNvSpPr/>
          <p:nvPr/>
        </p:nvSpPr>
        <p:spPr>
          <a:xfrm>
            <a:off x="3248922" y="2027261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26B187F7-AB10-44A0-F66B-56ACEBACE031}"/>
              </a:ext>
            </a:extLst>
          </p:cNvPr>
          <p:cNvSpPr/>
          <p:nvPr/>
        </p:nvSpPr>
        <p:spPr>
          <a:xfrm>
            <a:off x="7536946" y="2027261"/>
            <a:ext cx="4311691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ROI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19" name="直線コネクタ 18">
            <a:extLst>
              <a:ext uri="{FF2B5EF4-FFF2-40B4-BE49-F238E27FC236}">
                <ns2:creationId id="{148FFF15-3D4A-B10D-3B7C-E16C1EEEF861}"/>
              </a:ext>
            </a:extLst>
          </p:cNvPr>
          <p:cNvCxnSpPr/>
          <p:nvPr/>
        </p:nvCxnSpPr>
        <p:spPr>
          <a:xfrm>
            <a:off x="7536946" y="2529762"/>
            <a:ext cx="4311691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ns2:creationId id="{BEB45291-C844-459F-5ACC-CF8F614DB5E6}"/>
              </a:ext>
            </a:extLst>
          </p:cNvPr>
          <p:cNvCxnSpPr/>
          <p:nvPr/>
        </p:nvCxnSpPr>
        <p:spPr>
          <a:xfrm>
            <a:off x="3248922" y="3070363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ns2:creationId id="{18B9046A-3DEC-E832-D8E6-5A85C52B7B6E}"/>
              </a:ext>
            </a:extLst>
          </p:cNvPr>
          <p:cNvSpPr/>
          <p:nvPr/>
        </p:nvSpPr>
        <p:spPr>
          <a:xfrm>
            <a:off x="3248922" y="2567862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4B61D769-E0D8-1082-F685-6C53E1AA67D2}"/>
              </a:ext>
            </a:extLst>
          </p:cNvPr>
          <p:cNvSpPr/>
          <p:nvPr/>
        </p:nvSpPr>
        <p:spPr>
          <a:xfrm>
            <a:off x="7536946" y="2567862"/>
            <a:ext cx="4311691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25" name="直線コネクタ 24">
            <a:extLst>
              <a:ext uri="{FF2B5EF4-FFF2-40B4-BE49-F238E27FC236}">
                <ns2:creationId id="{66B5C44B-3193-891E-0791-1A55E9FEA215}"/>
              </a:ext>
            </a:extLst>
          </p:cNvPr>
          <p:cNvCxnSpPr/>
          <p:nvPr/>
        </p:nvCxnSpPr>
        <p:spPr>
          <a:xfrm>
            <a:off x="7536946" y="3070363"/>
            <a:ext cx="43197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ns2:creationId id="{A2286AE6-E2D9-F042-A022-B2E519538743}"/>
              </a:ext>
            </a:extLst>
          </p:cNvPr>
          <p:cNvCxnSpPr/>
          <p:nvPr/>
        </p:nvCxnSpPr>
        <p:spPr>
          <a:xfrm>
            <a:off x="3248922" y="3610963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ns2:creationId id="{596C8542-12A1-E8EA-1B3F-7F032BC2DA49}"/>
              </a:ext>
            </a:extLst>
          </p:cNvPr>
          <p:cNvSpPr/>
          <p:nvPr/>
        </p:nvSpPr>
        <p:spPr>
          <a:xfrm>
            <a:off x="3248922" y="3108462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CRM</a:t>
            </a:r>
            <a:endParaRPr lang="ja-JP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0B74F1DC-EE7D-9D6B-3D5D-ED44B85C6EF3}"/>
              </a:ext>
            </a:extLst>
          </p:cNvPr>
          <p:cNvSpPr/>
          <p:nvPr/>
        </p:nvSpPr>
        <p:spPr>
          <a:xfrm>
            <a:off x="7536946" y="3108462"/>
            <a:ext cx="4319787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30" name="直線コネクタ 29">
            <a:extLst>
              <a:ext uri="{FF2B5EF4-FFF2-40B4-BE49-F238E27FC236}">
                <ns2:creationId id="{675AA85E-D616-7278-48A1-CC6808255D6C}"/>
              </a:ext>
            </a:extLst>
          </p:cNvPr>
          <p:cNvCxnSpPr/>
          <p:nvPr/>
        </p:nvCxnSpPr>
        <p:spPr>
          <a:xfrm>
            <a:off x="7536946" y="3610963"/>
            <a:ext cx="4319787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ns2:creationId id="{4FB9CDF0-C48F-AD48-FF0A-FD3CA9E3650C}"/>
              </a:ext>
            </a:extLst>
          </p:cNvPr>
          <p:cNvSpPr/>
          <p:nvPr/>
        </p:nvSpPr>
        <p:spPr>
          <a:xfrm>
            <a:off x="3248922" y="3649064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210972AD-EC3B-D5C4-9234-2210F714B10A}"/>
              </a:ext>
            </a:extLst>
          </p:cNvPr>
          <p:cNvSpPr/>
          <p:nvPr/>
        </p:nvSpPr>
        <p:spPr>
          <a:xfrm>
            <a:off x="7536946" y="3649064"/>
            <a:ext cx="4319787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40" name="直線コネクタ 39">
            <a:extLst>
              <a:ext uri="{FF2B5EF4-FFF2-40B4-BE49-F238E27FC236}">
                <ns2:creationId id="{67E68ABE-6377-5CB2-DE88-4E29634CE331}"/>
              </a:ext>
            </a:extLst>
          </p:cNvPr>
          <p:cNvCxnSpPr/>
          <p:nvPr/>
        </p:nvCxnSpPr>
        <p:spPr>
          <a:xfrm>
            <a:off x="3250827" y="4725586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正方形/長方形 40">
            <a:extLst>
              <a:ext uri="{FF2B5EF4-FFF2-40B4-BE49-F238E27FC236}">
                <ns2:creationId id="{AF63DD0C-F1F9-79B4-8CFE-28247F86C575}"/>
              </a:ext>
            </a:extLst>
          </p:cNvPr>
          <p:cNvSpPr/>
          <p:nvPr/>
        </p:nvSpPr>
        <p:spPr>
          <a:xfrm>
            <a:off x="3250827" y="4223085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2F61CAE8-1EDB-F423-4597-16DC0AC02FD7}"/>
              </a:ext>
            </a:extLst>
          </p:cNvPr>
          <p:cNvSpPr/>
          <p:nvPr/>
        </p:nvSpPr>
        <p:spPr>
          <a:xfrm>
            <a:off x="7538851" y="4223085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LTV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43" name="直線コネクタ 42">
            <a:extLst>
              <a:ext uri="{FF2B5EF4-FFF2-40B4-BE49-F238E27FC236}">
                <ns2:creationId id="{50C40851-1539-5113-AED6-FF0C4A651E75}"/>
              </a:ext>
            </a:extLst>
          </p:cNvPr>
          <p:cNvCxnSpPr/>
          <p:nvPr/>
        </p:nvCxnSpPr>
        <p:spPr>
          <a:xfrm>
            <a:off x="7538851" y="4725586"/>
            <a:ext cx="431788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>
            <a:extLst>
              <a:ext uri="{FF2B5EF4-FFF2-40B4-BE49-F238E27FC236}">
                <ns2:creationId id="{D2741AAD-EAA5-EC11-CB4B-5A3B5536F4D3}"/>
              </a:ext>
            </a:extLst>
          </p:cNvPr>
          <p:cNvCxnSpPr/>
          <p:nvPr/>
        </p:nvCxnSpPr>
        <p:spPr>
          <a:xfrm>
            <a:off x="3250827" y="5266187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正方形/長方形 45">
            <a:extLst>
              <a:ext uri="{FF2B5EF4-FFF2-40B4-BE49-F238E27FC236}">
                <ns2:creationId id="{8D3FDCEF-CD3B-2004-F5DF-C704E8B619A4}"/>
              </a:ext>
            </a:extLst>
          </p:cNvPr>
          <p:cNvSpPr/>
          <p:nvPr/>
        </p:nvSpPr>
        <p:spPr>
          <a:xfrm>
            <a:off x="3250827" y="4763686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47" name="正方形/長方形 46">
            <a:extLst>
              <a:ext uri="{FF2B5EF4-FFF2-40B4-BE49-F238E27FC236}">
                <ns2:creationId id="{046DD78E-0F15-1EB7-D5F6-5340B59B6E2C}"/>
              </a:ext>
            </a:extLst>
          </p:cNvPr>
          <p:cNvSpPr/>
          <p:nvPr/>
        </p:nvSpPr>
        <p:spPr>
          <a:xfrm>
            <a:off x="7538851" y="4763686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70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30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48" name="直線コネクタ 47">
            <a:extLst>
              <a:ext uri="{FF2B5EF4-FFF2-40B4-BE49-F238E27FC236}">
                <ns2:creationId id="{E62B543E-AD9D-2CDB-1CCD-9AC7001186DC}"/>
              </a:ext>
            </a:extLst>
          </p:cNvPr>
          <p:cNvCxnSpPr/>
          <p:nvPr/>
        </p:nvCxnSpPr>
        <p:spPr>
          <a:xfrm>
            <a:off x="7538851" y="5266187"/>
            <a:ext cx="431788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>
            <a:extLst>
              <a:ext uri="{FF2B5EF4-FFF2-40B4-BE49-F238E27FC236}">
                <ns2:creationId id="{3DB11183-FC8A-25BB-9956-16FBAC724364}"/>
              </a:ext>
            </a:extLst>
          </p:cNvPr>
          <p:cNvCxnSpPr/>
          <p:nvPr/>
        </p:nvCxnSpPr>
        <p:spPr>
          <a:xfrm>
            <a:off x="3250827" y="5806787"/>
            <a:ext cx="4198624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ns2:creationId id="{373A47FE-EC51-324A-5200-A29E2AB2B943}"/>
              </a:ext>
            </a:extLst>
          </p:cNvPr>
          <p:cNvSpPr/>
          <p:nvPr/>
        </p:nvSpPr>
        <p:spPr>
          <a:xfrm>
            <a:off x="3250827" y="5304286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2" name="正方形/長方形 51">
            <a:extLst>
              <a:ext uri="{FF2B5EF4-FFF2-40B4-BE49-F238E27FC236}">
                <ns2:creationId id="{8FF590DE-35D4-541D-D0B3-AA13AFD35463}"/>
              </a:ext>
            </a:extLst>
          </p:cNvPr>
          <p:cNvSpPr/>
          <p:nvPr/>
        </p:nvSpPr>
        <p:spPr>
          <a:xfrm>
            <a:off x="7538851" y="5304286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×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・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AI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cxnSp>
        <p:nvCxnSpPr>
          <p:cNvPr id="53" name="直線コネクタ 52">
            <a:extLst>
              <a:ext uri="{FF2B5EF4-FFF2-40B4-BE49-F238E27FC236}">
                <ns2:creationId id="{3325BF83-CAEF-5DDD-E2FA-46F1C7DF6A9A}"/>
              </a:ext>
            </a:extLst>
          </p:cNvPr>
          <p:cNvCxnSpPr/>
          <p:nvPr/>
        </p:nvCxnSpPr>
        <p:spPr>
          <a:xfrm>
            <a:off x="7538851" y="5806787"/>
            <a:ext cx="4317882" cy="0"/>
          </a:xfrm>
          <a:prstGeom prst="line">
            <a:avLst/>
          </a:prstGeom>
          <a:ln w="9525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正方形/長方形 55">
            <a:extLst>
              <a:ext uri="{FF2B5EF4-FFF2-40B4-BE49-F238E27FC236}">
                <ns2:creationId id="{5CE55DBD-061C-86B9-6082-26EF9A05D0C4}"/>
              </a:ext>
            </a:extLst>
          </p:cNvPr>
          <p:cNvSpPr/>
          <p:nvPr/>
        </p:nvSpPr>
        <p:spPr>
          <a:xfrm>
            <a:off x="3250827" y="5844887"/>
            <a:ext cx="4198625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1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tx1"/>
                </a:solidFill>
                <a:latin typeface="+mn-ea"/>
              </a:rPr>
              <a:t>1</a:t>
            </a:r>
            <a:r>
              <a:rPr lang="ja-JP" altLang="en-US" sz="14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9052E24B-A60B-7E29-63AE-F6863C37BA12}"/>
              </a:ext>
            </a:extLst>
          </p:cNvPr>
          <p:cNvSpPr/>
          <p:nvPr/>
        </p:nvSpPr>
        <p:spPr>
          <a:xfrm>
            <a:off x="7538851" y="5844887"/>
            <a:ext cx="4317882" cy="46440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chemeClr val="accent5"/>
              </a:buClr>
            </a:pP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(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・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+mn-ea"/>
              </a:rPr>
            </a:b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+mn-ea"/>
              </a:rPr>
              <a:t>KPI</a:t>
            </a:r>
            <a:r>
              <a:rPr lang="ja-JP" altLang="en-US" sz="1400" dirty="0">
                <a:solidFill>
                  <a:schemeClr val="accent5"/>
                </a:solidFill>
                <a:latin typeface="+mn-ea"/>
              </a:rPr>
              <a:t>XX</a:t>
            </a:r>
          </a:p>
        </p:txBody>
      </p:sp>
      <p:grpSp>
        <p:nvGrpSpPr>
          <p:cNvPr id="65" name="グループ化 64">
            <a:extLst>
              <a:ext uri="{FF2B5EF4-FFF2-40B4-BE49-F238E27FC236}">
                <ns2:creationId id="{20A9D84D-B2C5-C5DD-1163-6595CADCA25D}"/>
              </a:ext>
            </a:extLst>
          </p:cNvPr>
          <p:cNvGrpSpPr/>
          <p:nvPr/>
        </p:nvGrpSpPr>
        <p:grpSpPr>
          <a:xfrm>
            <a:off x="10853742" y="2288975"/>
            <a:ext cx="1002992" cy="207483"/>
            <a:chOff x="10821979" y="2288975"/>
            <a:chExt cx="1002992" cy="207483"/>
          </a:xfrm>
        </p:grpSpPr>
        <p:sp>
          <p:nvSpPr>
            <p:cNvPr id="60" name="正方形/長方形 59">
              <a:extLst>
                <a:ext uri="{FF2B5EF4-FFF2-40B4-BE49-F238E27FC236}">
                  <ns2:creationId id="{0F85CB3D-E68C-A9F7-1DCA-C56D9066B226}"/>
                </a:ext>
              </a:extLst>
            </p:cNvPr>
            <p:cNvSpPr/>
            <p:nvPr/>
          </p:nvSpPr>
          <p:spPr>
            <a:xfrm>
              <a:off x="10821979" y="2288976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177CDE5D-E054-ADFF-32B7-5BD80BAF32ED}"/>
                </a:ext>
              </a:extLst>
            </p:cNvPr>
            <p:cNvSpPr/>
            <p:nvPr/>
          </p:nvSpPr>
          <p:spPr>
            <a:xfrm>
              <a:off x="11370164" y="2288975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64" name="グループ化 63">
            <a:extLst>
              <a:ext uri="{FF2B5EF4-FFF2-40B4-BE49-F238E27FC236}">
                <ns2:creationId id="{3E663364-4916-3656-162B-D29855157859}"/>
              </a:ext>
            </a:extLst>
          </p:cNvPr>
          <p:cNvGrpSpPr/>
          <p:nvPr/>
        </p:nvGrpSpPr>
        <p:grpSpPr>
          <a:xfrm>
            <a:off x="10853742" y="2846170"/>
            <a:ext cx="1002992" cy="207483"/>
            <a:chOff x="10853742" y="2846170"/>
            <a:chExt cx="1002992" cy="207483"/>
          </a:xfrm>
        </p:grpSpPr>
        <p:sp>
          <p:nvSpPr>
            <p:cNvPr id="62" name="正方形/長方形 61">
              <a:extLst>
                <a:ext uri="{FF2B5EF4-FFF2-40B4-BE49-F238E27FC236}">
                  <ns2:creationId id="{89AE3FD2-BDCF-15B3-F0F0-50395FDBEE4F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ns2:creationId id="{7302B83E-C8BF-FE88-49D8-DC8B41873995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66" name="グループ化 65">
            <a:extLst>
              <a:ext uri="{FF2B5EF4-FFF2-40B4-BE49-F238E27FC236}">
                <ns2:creationId id="{E22ED955-1043-CF10-AB0D-DC0FED43DBE2}"/>
              </a:ext>
            </a:extLst>
          </p:cNvPr>
          <p:cNvGrpSpPr/>
          <p:nvPr/>
        </p:nvGrpSpPr>
        <p:grpSpPr>
          <a:xfrm>
            <a:off x="10853742" y="3373735"/>
            <a:ext cx="1002992" cy="207483"/>
            <a:chOff x="10853742" y="2846170"/>
            <a:chExt cx="1002992" cy="207483"/>
          </a:xfrm>
        </p:grpSpPr>
        <p:sp>
          <p:nvSpPr>
            <p:cNvPr id="67" name="正方形/長方形 66">
              <a:extLst>
                <a:ext uri="{FF2B5EF4-FFF2-40B4-BE49-F238E27FC236}">
                  <ns2:creationId id="{CA11DDF0-5FB4-1800-D3C4-35BEC2336FB4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1CA2F5E0-661F-C5F5-F227-18C78D69E9D3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71" name="正方形/長方形 70">
            <a:extLst>
              <a:ext uri="{FF2B5EF4-FFF2-40B4-BE49-F238E27FC236}">
                <ns2:creationId id="{8FE63632-A084-E1F7-3624-187063F8591F}"/>
              </a:ext>
            </a:extLst>
          </p:cNvPr>
          <p:cNvSpPr/>
          <p:nvPr/>
        </p:nvSpPr>
        <p:spPr>
          <a:xfrm>
            <a:off x="11401927" y="3938170"/>
            <a:ext cx="454807" cy="2074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grpSp>
        <p:nvGrpSpPr>
          <p:cNvPr id="72" name="グループ化 71">
            <a:extLst>
              <a:ext uri="{FF2B5EF4-FFF2-40B4-BE49-F238E27FC236}">
                <ns2:creationId id="{128CE4D7-5E01-11AB-5ADF-71D4807F3012}"/>
              </a:ext>
            </a:extLst>
          </p:cNvPr>
          <p:cNvGrpSpPr/>
          <p:nvPr/>
        </p:nvGrpSpPr>
        <p:grpSpPr>
          <a:xfrm>
            <a:off x="10853742" y="4495231"/>
            <a:ext cx="1002992" cy="207483"/>
            <a:chOff x="10853742" y="2846170"/>
            <a:chExt cx="1002992" cy="207483"/>
          </a:xfrm>
        </p:grpSpPr>
        <p:sp>
          <p:nvSpPr>
            <p:cNvPr id="73" name="正方形/長方形 72">
              <a:extLst>
                <a:ext uri="{FF2B5EF4-FFF2-40B4-BE49-F238E27FC236}">
                  <ns2:creationId id="{F55623EA-27B0-4033-BED1-DC831409203F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CCAA1DA1-A150-81BA-0B8F-FE147A81A1CF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75" name="グループ化 74">
            <a:extLst>
              <a:ext uri="{FF2B5EF4-FFF2-40B4-BE49-F238E27FC236}">
                <ns2:creationId id="{22519801-59DA-CDF0-C762-39BFBC341A48}"/>
              </a:ext>
            </a:extLst>
          </p:cNvPr>
          <p:cNvGrpSpPr/>
          <p:nvPr/>
        </p:nvGrpSpPr>
        <p:grpSpPr>
          <a:xfrm>
            <a:off x="10853742" y="5037544"/>
            <a:ext cx="1002992" cy="207483"/>
            <a:chOff x="10853742" y="2846170"/>
            <a:chExt cx="1002992" cy="207483"/>
          </a:xfrm>
        </p:grpSpPr>
        <p:sp>
          <p:nvSpPr>
            <p:cNvPr id="76" name="正方形/長方形 75">
              <a:extLst>
                <a:ext uri="{FF2B5EF4-FFF2-40B4-BE49-F238E27FC236}">
                  <ns2:creationId id="{58225DC6-719F-EF0B-2B1E-92F926A71DC9}"/>
                </a:ext>
              </a:extLst>
            </p:cNvPr>
            <p:cNvSpPr/>
            <p:nvPr/>
          </p:nvSpPr>
          <p:spPr>
            <a:xfrm>
              <a:off x="10853742" y="2846171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9434DE05-2A8F-9897-5ADB-D2AADD106B8D}"/>
                </a:ext>
              </a:extLst>
            </p:cNvPr>
            <p:cNvSpPr/>
            <p:nvPr/>
          </p:nvSpPr>
          <p:spPr>
            <a:xfrm>
              <a:off x="11401927" y="2846170"/>
              <a:ext cx="454807" cy="2074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100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80" name="正方形/長方形 79">
            <a:extLst>
              <a:ext uri="{FF2B5EF4-FFF2-40B4-BE49-F238E27FC236}">
                <ns2:creationId id="{262F5253-BF4D-63E5-073D-D2773F6BB270}"/>
              </a:ext>
            </a:extLst>
          </p:cNvPr>
          <p:cNvSpPr/>
          <p:nvPr/>
        </p:nvSpPr>
        <p:spPr>
          <a:xfrm>
            <a:off x="11401927" y="5565110"/>
            <a:ext cx="454807" cy="2074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sp>
        <p:nvSpPr>
          <p:cNvPr id="89" name="正方形/長方形 88">
            <a:extLst>
              <a:ext uri="{FF2B5EF4-FFF2-40B4-BE49-F238E27FC236}">
                <ns2:creationId id="{A9E7AA4C-C514-2F5C-DA7E-6C142441F28C}"/>
              </a:ext>
            </a:extLst>
          </p:cNvPr>
          <p:cNvSpPr/>
          <p:nvPr/>
        </p:nvSpPr>
        <p:spPr>
          <a:xfrm>
            <a:off x="11401927" y="6100050"/>
            <a:ext cx="454807" cy="2074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en-US" altLang="ja-JP" sz="1100" dirty="0">
                <a:solidFill>
                  <a:srgbClr val="008D2E"/>
                </a:solidFill>
                <a:latin typeface="+mn-ea"/>
              </a:rPr>
              <a:t>XX</a:t>
            </a:r>
          </a:p>
        </p:txBody>
      </p:sp>
      <p:pic>
        <p:nvPicPr>
          <p:cNvPr id="5" name="グラフィックス 4" descr="メガホン 単色塗りつぶし">
            <a:extLst>
              <a:ext uri="{FF2B5EF4-FFF2-40B4-BE49-F238E27FC236}">
                <ns2:creationId id="{9AF3401B-778E-A0E3-1ED5-39B87465C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25282" y="2270165"/>
            <a:ext cx="516155" cy="516155"/>
          </a:xfrm>
          <a:prstGeom prst="rect">
            <a:avLst/>
          </a:prstGeom>
        </p:spPr>
      </p:pic>
      <p:pic>
        <p:nvPicPr>
          <p:cNvPr id="14" name="グラフィックス 13" descr="役員室 単色塗りつぶし">
            <a:extLst>
              <a:ext uri="{FF2B5EF4-FFF2-40B4-BE49-F238E27FC236}">
                <ns2:creationId id="{4040CBC7-3E50-F8C8-805F-D30295246B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625282" y="4631115"/>
            <a:ext cx="516155" cy="516155"/>
          </a:xfrm>
          <a:prstGeom prst="rect">
            <a:avLst/>
          </a:prstGeom>
        </p:spPr>
      </p:pic>
      <p:pic>
        <p:nvPicPr>
          <p:cNvPr id="16" name="グラフィックス 15" descr="リボン 単色塗りつぶし">
            <a:extLst>
              <a:ext uri="{FF2B5EF4-FFF2-40B4-BE49-F238E27FC236}">
                <ns2:creationId id="{D5352E7C-6D66-F393-6B9C-D645F0DA3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1581539" y="5883190"/>
            <a:ext cx="387795" cy="387795"/>
          </a:xfrm>
          <a:prstGeom prst="rect">
            <a:avLst/>
          </a:prstGeom>
        </p:spPr>
      </p:pic>
      <p:pic>
        <p:nvPicPr>
          <p:cNvPr id="21" name="グラフィックス 20" descr="チャット 単色塗りつぶし">
            <a:extLst>
              <a:ext uri="{FF2B5EF4-FFF2-40B4-BE49-F238E27FC236}">
                <ns2:creationId id="{9406F728-E6F7-8797-F3DE-B621C470AC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581539" y="5342589"/>
            <a:ext cx="387795" cy="387795"/>
          </a:xfrm>
          <a:prstGeom prst="rect">
            <a:avLst/>
          </a:prstGeom>
        </p:spPr>
      </p:pic>
      <p:pic>
        <p:nvPicPr>
          <p:cNvPr id="31" name="グラフィックス 30" descr="会議 単色塗りつぶし">
            <a:extLst>
              <a:ext uri="{FF2B5EF4-FFF2-40B4-BE49-F238E27FC236}">
                <ns2:creationId id="{011B3D79-0D75-EFF2-F8F0-2A9979B7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1581539" y="4801989"/>
            <a:ext cx="387795" cy="387795"/>
          </a:xfrm>
          <a:prstGeom prst="rect">
            <a:avLst/>
          </a:prstGeom>
        </p:spPr>
      </p:pic>
      <p:pic>
        <p:nvPicPr>
          <p:cNvPr id="35" name="グラフィックス 34" descr="ドキュメント 単色塗りつぶし">
            <a:extLst>
              <a:ext uri="{FF2B5EF4-FFF2-40B4-BE49-F238E27FC236}">
                <ns2:creationId id="{A72183A0-7107-1BEB-F3BB-9AE760DA9C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1581539" y="4261388"/>
            <a:ext cx="387795" cy="387795"/>
          </a:xfrm>
          <a:prstGeom prst="rect">
            <a:avLst/>
          </a:prstGeom>
        </p:spPr>
      </p:pic>
      <p:pic>
        <p:nvPicPr>
          <p:cNvPr id="39" name="グラフィックス 38" descr="データベース 単色塗りつぶし">
            <a:extLst>
              <a:ext uri="{FF2B5EF4-FFF2-40B4-BE49-F238E27FC236}">
                <ns2:creationId id="{04A96F3A-D071-3E8A-299A-863C72D9E2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1581539" y="3146765"/>
            <a:ext cx="387795" cy="387795"/>
          </a:xfrm>
          <a:prstGeom prst="rect">
            <a:avLst/>
          </a:prstGeom>
        </p:spPr>
      </p:pic>
      <p:pic>
        <p:nvPicPr>
          <p:cNvPr id="49" name="グラフィックス 48" descr="人工知能 単色塗りつぶし">
            <a:extLst>
              <a:ext uri="{FF2B5EF4-FFF2-40B4-BE49-F238E27FC236}">
                <ns2:creationId id="{40CA3202-DF7C-DB21-D1AB-1EAED3B8A9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1581539" y="3687367"/>
            <a:ext cx="387795" cy="387795"/>
          </a:xfrm>
          <a:prstGeom prst="rect">
            <a:avLst/>
          </a:prstGeom>
        </p:spPr>
      </p:pic>
      <p:pic>
        <p:nvPicPr>
          <p:cNvPr id="55" name="グラフィックス 54" descr="イラストレーター 単色塗りつぶし">
            <a:extLst>
              <a:ext uri="{FF2B5EF4-FFF2-40B4-BE49-F238E27FC236}">
                <ns2:creationId id="{ADA89BDE-4A51-AC60-F87B-712087684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1581539" y="2606165"/>
            <a:ext cx="387795" cy="387795"/>
          </a:xfrm>
          <a:prstGeom prst="rect">
            <a:avLst/>
          </a:prstGeom>
        </p:spPr>
      </p:pic>
      <p:pic>
        <p:nvPicPr>
          <p:cNvPr id="59" name="グラフィックス 58" descr="硬貨 単色塗りつぶし">
            <a:extLst>
              <a:ext uri="{FF2B5EF4-FFF2-40B4-BE49-F238E27FC236}">
                <ns2:creationId id="{EB5774B1-5D71-2E2B-42FA-DD3AEE08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2"/>
              </a:ext>
            </a:extLst>
          </a:blip>
          <a:stretch>
            <a:fillRect/>
          </a:stretch>
        </p:blipFill>
        <p:spPr>
          <a:xfrm>
            <a:off x="1581539" y="2062386"/>
            <a:ext cx="387795" cy="387795"/>
          </a:xfrm>
          <a:prstGeom prst="rect">
            <a:avLst/>
          </a:prstGeom>
        </p:spPr>
      </p:pic>
    </p:spTree>
    <p:extLst>
      <p:ext uri="{BB962C8B-B14F-4D97-AF65-F5344CB8AC3E}">
        <ns5:creationId val="1795336756"/>
      </p:ext>
    </p:extLst>
  </p:cSld>
  <p:clrMapOvr>
    <a:masterClrMapping/>
  </p:clrMapOvr>
</p:sld>
</file>

<file path=ppt/slides/slide29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08D31C4-AD8F-5F56-5050-CBFA32F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6D62D29-F25C-9CD0-8CD3-8D0F1B0FD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E90ACD8C-0CF4-A5E3-A512-6035CCC0E571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 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KPI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)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9" name="グループ化 8">
            <a:extLst>
              <a:ext uri="{FF2B5EF4-FFF2-40B4-BE49-F238E27FC236}">
                <ns2:creationId id="{E07892E0-F1AB-901D-712C-09C42C3E0934}"/>
              </a:ext>
            </a:extLst>
          </p:cNvPr>
          <p:cNvGrpSpPr/>
          <p:nvPr/>
        </p:nvGrpSpPr>
        <p:grpSpPr>
          <a:xfrm>
            <a:off x="348854" y="1633399"/>
            <a:ext cx="11508184" cy="4675324"/>
            <a:chOff x="348854" y="1633399"/>
            <a:chExt cx="11508184" cy="4675324"/>
          </a:xfrm>
        </p:grpSpPr>
        <p:sp>
          <p:nvSpPr>
            <p:cNvPr id="83" name="正方形/長方形 7">
              <a:extLst>
                <a:ext uri="{FF2B5EF4-FFF2-40B4-BE49-F238E27FC236}">
                  <ns2:creationId id="{3F62044F-8E1E-D94E-9168-A61DC4798749}"/>
                </a:ext>
              </a:extLst>
            </p:cNvPr>
            <p:cNvSpPr/>
            <p:nvPr/>
          </p:nvSpPr>
          <p:spPr>
            <a:xfrm>
              <a:off x="2899609" y="1633400"/>
              <a:ext cx="1800000" cy="333703"/>
            </a:xfrm>
            <a:prstGeom prst="homePlate">
              <a:avLst>
                <a:gd name="adj" fmla="val 28868"/>
              </a:avLst>
            </a:prstGeom>
            <a:solidFill>
              <a:srgbClr val="008D2E">
                <a:alpha val="6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7">
              <a:extLst>
                <a:ext uri="{FF2B5EF4-FFF2-40B4-BE49-F238E27FC236}">
                  <ns2:creationId id="{8BB0B9EF-4907-F013-964D-CE89BD76EB31}"/>
                </a:ext>
              </a:extLst>
            </p:cNvPr>
            <p:cNvSpPr/>
            <p:nvPr/>
          </p:nvSpPr>
          <p:spPr>
            <a:xfrm>
              <a:off x="10057038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2027261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2511445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1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2995629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2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3479813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3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3963997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4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4448181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5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60886" y="4932365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5416549"/>
              <a:ext cx="2502629" cy="4079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7" name="正方形/長方形 5">
              <a:extLst>
                <a:ext uri="{FF2B5EF4-FFF2-40B4-BE49-F238E27FC236}">
                  <ns2:creationId id="{668EE5ED-4868-94C6-A4E8-8FFDE28AD206}"/>
                </a:ext>
              </a:extLst>
            </p:cNvPr>
            <p:cNvSpPr/>
            <p:nvPr/>
          </p:nvSpPr>
          <p:spPr>
            <a:xfrm>
              <a:off x="348854" y="5900733"/>
              <a:ext cx="2502629" cy="40798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" name="正方形/長方形 7">
              <a:extLst>
                <a:ext uri="{FF2B5EF4-FFF2-40B4-BE49-F238E27FC236}">
                  <ns2:creationId id="{D67CFBC4-0BCC-3121-679A-19A7FFFC79E6}"/>
                </a:ext>
              </a:extLst>
            </p:cNvPr>
            <p:cNvSpPr/>
            <p:nvPr/>
          </p:nvSpPr>
          <p:spPr>
            <a:xfrm>
              <a:off x="4688966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rgbClr val="008D2E">
                <a:alpha val="69804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" name="正方形/長方形 7">
              <a:extLst>
                <a:ext uri="{FF2B5EF4-FFF2-40B4-BE49-F238E27FC236}">
                  <ns2:creationId id="{82027C6A-5F96-B79B-401C-179F2B5C17E4}"/>
                </a:ext>
              </a:extLst>
            </p:cNvPr>
            <p:cNvSpPr/>
            <p:nvPr/>
          </p:nvSpPr>
          <p:spPr>
            <a:xfrm>
              <a:off x="6478322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rgbClr val="008D2E">
                <a:alpha val="8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" name="正方形/長方形 7">
              <a:extLst>
                <a:ext uri="{FF2B5EF4-FFF2-40B4-BE49-F238E27FC236}">
                  <ns2:creationId id="{BDE6167D-8AA3-C9B0-709A-B43260C8C199}"/>
                </a:ext>
              </a:extLst>
            </p:cNvPr>
            <p:cNvSpPr/>
            <p:nvPr/>
          </p:nvSpPr>
          <p:spPr>
            <a:xfrm>
              <a:off x="8267679" y="1633399"/>
              <a:ext cx="1800000" cy="333703"/>
            </a:xfrm>
            <a:prstGeom prst="chevron">
              <a:avLst>
                <a:gd name="adj" fmla="val 28868"/>
              </a:avLst>
            </a:prstGeom>
            <a:solidFill>
              <a:srgbClr val="008D2E">
                <a:alpha val="89804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1" name="直線コネクタ 20">
              <a:extLst>
                <a:ext uri="{FF2B5EF4-FFF2-40B4-BE49-F238E27FC236}">
                  <ns2:creationId id="{EFA3BF36-3CBF-E89B-B546-C89A996007D6}"/>
                </a:ext>
              </a:extLst>
            </p:cNvPr>
            <p:cNvCxnSpPr/>
            <p:nvPr/>
          </p:nvCxnSpPr>
          <p:spPr>
            <a:xfrm>
              <a:off x="8273000" y="2027261"/>
              <a:ext cx="0" cy="428145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コネクタ 30">
              <a:extLst>
                <a:ext uri="{FF2B5EF4-FFF2-40B4-BE49-F238E27FC236}">
                  <ns2:creationId id="{32D73C8C-3DFB-FD38-5E5D-629E15F154C3}"/>
                </a:ext>
              </a:extLst>
            </p:cNvPr>
            <p:cNvCxnSpPr/>
            <p:nvPr/>
          </p:nvCxnSpPr>
          <p:spPr>
            <a:xfrm>
              <a:off x="11857038" y="2027261"/>
              <a:ext cx="0" cy="4281455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ns2:creationId id="{14932DE2-B89C-DCC7-31EC-B4C63548B848}"/>
                </a:ext>
              </a:extLst>
            </p:cNvPr>
            <p:cNvCxnSpPr/>
            <p:nvPr/>
          </p:nvCxnSpPr>
          <p:spPr>
            <a:xfrm>
              <a:off x="5588966" y="2027261"/>
              <a:ext cx="0" cy="4281455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ns2:creationId id="{4844624C-E5E2-D87D-7433-403200CC0877}"/>
                </a:ext>
              </a:extLst>
            </p:cNvPr>
            <p:cNvSpPr/>
            <p:nvPr/>
          </p:nvSpPr>
          <p:spPr>
            <a:xfrm>
              <a:off x="3219808" y="2068880"/>
              <a:ext cx="2114890" cy="19930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API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55" name="四角形: 角を丸くする 54">
              <a:extLst>
                <a:ext uri="{FF2B5EF4-FFF2-40B4-BE49-F238E27FC236}">
                  <ns2:creationId id="{3CA24D9B-BC6A-2C3D-B04F-A9FE1BEE8FFB}"/>
                </a:ext>
              </a:extLst>
            </p:cNvPr>
            <p:cNvSpPr/>
            <p:nvPr/>
          </p:nvSpPr>
          <p:spPr>
            <a:xfrm>
              <a:off x="5588963" y="2064543"/>
              <a:ext cx="2502628" cy="19930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69" name="四角形: 角を丸くする 68">
              <a:extLst>
                <a:ext uri="{FF2B5EF4-FFF2-40B4-BE49-F238E27FC236}">
                  <ns2:creationId id="{B5ABEC6C-44CB-9497-18FF-8D9988C95C3E}"/>
                </a:ext>
              </a:extLst>
            </p:cNvPr>
            <p:cNvSpPr/>
            <p:nvPr/>
          </p:nvSpPr>
          <p:spPr>
            <a:xfrm>
              <a:off x="8267679" y="2071628"/>
              <a:ext cx="3589357" cy="19930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9" name="四角形: 角を丸くする 78">
              <a:extLst>
                <a:ext uri="{FF2B5EF4-FFF2-40B4-BE49-F238E27FC236}">
                  <ns2:creationId id="{2173AD22-9C8E-8C2C-7CB4-407D674D4767}"/>
                </a:ext>
              </a:extLst>
            </p:cNvPr>
            <p:cNvSpPr/>
            <p:nvPr/>
          </p:nvSpPr>
          <p:spPr>
            <a:xfrm>
              <a:off x="3799608" y="2511445"/>
              <a:ext cx="900000" cy="28094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88" name="四角形: 角を丸くする 87">
              <a:extLst>
                <a:ext uri="{FF2B5EF4-FFF2-40B4-BE49-F238E27FC236}">
                  <ns2:creationId id="{A56781C4-DC26-589A-CCBC-1233A621FB08}"/>
                </a:ext>
              </a:extLst>
            </p:cNvPr>
            <p:cNvSpPr/>
            <p:nvPr/>
          </p:nvSpPr>
          <p:spPr>
            <a:xfrm>
              <a:off x="4805845" y="2511446"/>
              <a:ext cx="3285745" cy="28040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0" name="四角形: 角を丸くする 99">
              <a:extLst>
                <a:ext uri="{FF2B5EF4-FFF2-40B4-BE49-F238E27FC236}">
                  <ns2:creationId id="{B744F7EB-BACA-3D38-58B6-6F9AA4C4509A}"/>
                </a:ext>
              </a:extLst>
            </p:cNvPr>
            <p:cNvSpPr/>
            <p:nvPr/>
          </p:nvSpPr>
          <p:spPr>
            <a:xfrm>
              <a:off x="8267677" y="2511445"/>
              <a:ext cx="3589357" cy="33370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3" name="四角形: 角を丸くする 102">
              <a:extLst>
                <a:ext uri="{FF2B5EF4-FFF2-40B4-BE49-F238E27FC236}">
                  <ns2:creationId id="{2A338C9E-0ED2-8BCB-E027-6BE4EB0C37D7}"/>
                </a:ext>
              </a:extLst>
            </p:cNvPr>
            <p:cNvSpPr/>
            <p:nvPr/>
          </p:nvSpPr>
          <p:spPr>
            <a:xfrm>
              <a:off x="2899609" y="2995628"/>
              <a:ext cx="1800000" cy="32202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6F67D7AC-5CC3-BB2E-DEAF-E0F608941ADA}"/>
                </a:ext>
              </a:extLst>
            </p:cNvPr>
            <p:cNvSpPr/>
            <p:nvPr/>
          </p:nvSpPr>
          <p:spPr>
            <a:xfrm>
              <a:off x="4805842" y="2995628"/>
              <a:ext cx="3285748" cy="322023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9" name="四角形: 角を丸くする 108">
              <a:extLst>
                <a:ext uri="{FF2B5EF4-FFF2-40B4-BE49-F238E27FC236}">
                  <ns2:creationId id="{9CC29322-9A3A-ED60-F386-CE4BB5DCDB64}"/>
                </a:ext>
              </a:extLst>
            </p:cNvPr>
            <p:cNvSpPr/>
            <p:nvPr/>
          </p:nvSpPr>
          <p:spPr>
            <a:xfrm>
              <a:off x="8267677" y="2995628"/>
              <a:ext cx="3589357" cy="322023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四角形: 角を丸くする 111">
              <a:extLst>
                <a:ext uri="{FF2B5EF4-FFF2-40B4-BE49-F238E27FC236}">
                  <ns2:creationId id="{7F36A064-5931-CA2D-B159-5699B9ADB21C}"/>
                </a:ext>
              </a:extLst>
            </p:cNvPr>
            <p:cNvSpPr/>
            <p:nvPr/>
          </p:nvSpPr>
          <p:spPr>
            <a:xfrm>
              <a:off x="6539679" y="3479810"/>
              <a:ext cx="3527999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5" name="四角形: 角を丸くする 114">
              <a:extLst>
                <a:ext uri="{FF2B5EF4-FFF2-40B4-BE49-F238E27FC236}">
                  <ns2:creationId id="{842FDE00-E998-A54A-623C-A3A6CC69A96D}"/>
                </a:ext>
              </a:extLst>
            </p:cNvPr>
            <p:cNvSpPr/>
            <p:nvPr/>
          </p:nvSpPr>
          <p:spPr>
            <a:xfrm>
              <a:off x="4805842" y="3479812"/>
              <a:ext cx="1559462" cy="309164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8" name="四角形: 角を丸くする 117">
              <a:extLst>
                <a:ext uri="{FF2B5EF4-FFF2-40B4-BE49-F238E27FC236}">
                  <ns2:creationId id="{06FED931-72F1-C199-F6ED-422AF417F344}"/>
                </a:ext>
              </a:extLst>
            </p:cNvPr>
            <p:cNvSpPr/>
            <p:nvPr/>
          </p:nvSpPr>
          <p:spPr>
            <a:xfrm>
              <a:off x="5588963" y="3963996"/>
              <a:ext cx="2492914" cy="322019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1" name="四角形: 角を丸くする 120">
              <a:extLst>
                <a:ext uri="{FF2B5EF4-FFF2-40B4-BE49-F238E27FC236}">
                  <ns2:creationId id="{871E195B-92DF-D0B2-A938-89E461C0E098}"/>
                </a:ext>
              </a:extLst>
            </p:cNvPr>
            <p:cNvSpPr/>
            <p:nvPr/>
          </p:nvSpPr>
          <p:spPr>
            <a:xfrm>
              <a:off x="3799608" y="3963996"/>
              <a:ext cx="1800000" cy="322019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2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4" name="四角形: 角を丸くする 123">
              <a:extLst>
                <a:ext uri="{FF2B5EF4-FFF2-40B4-BE49-F238E27FC236}">
                  <ns2:creationId id="{9DEB6235-8543-9F6C-7B91-D549F596D1E4}"/>
                </a:ext>
              </a:extLst>
            </p:cNvPr>
            <p:cNvSpPr/>
            <p:nvPr/>
          </p:nvSpPr>
          <p:spPr>
            <a:xfrm>
              <a:off x="4805842" y="4448181"/>
              <a:ext cx="3285748" cy="32201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7" name="四角形: 角を丸くする 126">
              <a:extLst>
                <a:ext uri="{FF2B5EF4-FFF2-40B4-BE49-F238E27FC236}">
                  <ns2:creationId id="{40EFD74F-88BA-3A85-20ED-DFFE4B25B5C7}"/>
                </a:ext>
              </a:extLst>
            </p:cNvPr>
            <p:cNvSpPr/>
            <p:nvPr/>
          </p:nvSpPr>
          <p:spPr>
            <a:xfrm>
              <a:off x="2899609" y="4940457"/>
              <a:ext cx="1800000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3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0" name="四角形: 角を丸くする 129">
              <a:extLst>
                <a:ext uri="{FF2B5EF4-FFF2-40B4-BE49-F238E27FC236}">
                  <ns2:creationId id="{D81DFDF8-624A-5463-C8DA-E8495988DA43}"/>
                </a:ext>
              </a:extLst>
            </p:cNvPr>
            <p:cNvSpPr/>
            <p:nvPr/>
          </p:nvSpPr>
          <p:spPr>
            <a:xfrm>
              <a:off x="4805842" y="4940457"/>
              <a:ext cx="3285748" cy="30916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3" name="四角形: 角を丸くする 132">
              <a:extLst>
                <a:ext uri="{FF2B5EF4-FFF2-40B4-BE49-F238E27FC236}">
                  <ns2:creationId id="{63294086-9828-3AF0-CDFD-B88EEEACEC45}"/>
                </a:ext>
              </a:extLst>
            </p:cNvPr>
            <p:cNvSpPr/>
            <p:nvPr/>
          </p:nvSpPr>
          <p:spPr>
            <a:xfrm>
              <a:off x="6539679" y="5416548"/>
              <a:ext cx="1738642" cy="317255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2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6" name="四角形: 角を丸くする 135">
              <a:extLst>
                <a:ext uri="{FF2B5EF4-FFF2-40B4-BE49-F238E27FC236}">
                  <ns2:creationId id="{F04401F9-1C51-7485-66B9-4F91EBB62042}"/>
                </a:ext>
              </a:extLst>
            </p:cNvPr>
            <p:cNvSpPr/>
            <p:nvPr/>
          </p:nvSpPr>
          <p:spPr>
            <a:xfrm>
              <a:off x="4805842" y="5416549"/>
              <a:ext cx="1559460" cy="317255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9" name="四角形: 角を丸くする 138">
              <a:extLst>
                <a:ext uri="{FF2B5EF4-FFF2-40B4-BE49-F238E27FC236}">
                  <ns2:creationId id="{5FFBF55A-0674-B0C9-26AF-201B78C3420D}"/>
                </a:ext>
              </a:extLst>
            </p:cNvPr>
            <p:cNvSpPr/>
            <p:nvPr/>
          </p:nvSpPr>
          <p:spPr>
            <a:xfrm>
              <a:off x="10057038" y="3479810"/>
              <a:ext cx="1800000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2" name="四角形: 角を丸くする 141">
              <a:extLst>
                <a:ext uri="{FF2B5EF4-FFF2-40B4-BE49-F238E27FC236}">
                  <ns2:creationId id="{29B37CF9-FB90-0887-D972-836E768226BC}"/>
                </a:ext>
              </a:extLst>
            </p:cNvPr>
            <p:cNvSpPr/>
            <p:nvPr/>
          </p:nvSpPr>
          <p:spPr>
            <a:xfrm>
              <a:off x="8267677" y="3963996"/>
              <a:ext cx="3589357" cy="322019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+mn-ea"/>
              </a:endParaRPr>
            </a:p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ns2:creationId id="{3DC0A0B6-84A0-4F5C-54C8-78A3B7ECF9DC}"/>
                </a:ext>
              </a:extLst>
            </p:cNvPr>
            <p:cNvSpPr/>
            <p:nvPr/>
          </p:nvSpPr>
          <p:spPr>
            <a:xfrm>
              <a:off x="8267677" y="4448181"/>
              <a:ext cx="3589357" cy="322018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8" name="四角形: 角を丸くする 147">
              <a:extLst>
                <a:ext uri="{FF2B5EF4-FFF2-40B4-BE49-F238E27FC236}">
                  <ns2:creationId id="{B033F442-155D-D921-3B6B-10CB29C8056C}"/>
                </a:ext>
              </a:extLst>
            </p:cNvPr>
            <p:cNvSpPr/>
            <p:nvPr/>
          </p:nvSpPr>
          <p:spPr>
            <a:xfrm>
              <a:off x="8267677" y="4940457"/>
              <a:ext cx="3589357" cy="309166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8" name="グループ化 7">
              <a:extLst>
                <a:ext uri="{FF2B5EF4-FFF2-40B4-BE49-F238E27FC236}">
                  <ns2:creationId id="{EAB1FDB6-793F-1BE3-E4E1-E54E58797BC1}"/>
                </a:ext>
              </a:extLst>
            </p:cNvPr>
            <p:cNvGrpSpPr/>
            <p:nvPr/>
          </p:nvGrpSpPr>
          <p:grpSpPr>
            <a:xfrm>
              <a:off x="2899609" y="2344951"/>
              <a:ext cx="8957429" cy="3415793"/>
              <a:chOff x="2899609" y="2344951"/>
              <a:chExt cx="8957429" cy="3415793"/>
            </a:xfrm>
          </p:grpSpPr>
          <p:cxnSp>
            <p:nvCxnSpPr>
              <p:cNvPr id="32" name="直線コネクタ 31">
                <a:extLst>
                  <a:ext uri="{FF2B5EF4-FFF2-40B4-BE49-F238E27FC236}">
                    <ns2:creationId id="{59D81797-52C6-0051-D18B-2EB6F3BF393F}"/>
                  </a:ext>
                </a:extLst>
              </p:cNvPr>
              <p:cNvCxnSpPr/>
              <p:nvPr/>
            </p:nvCxnSpPr>
            <p:spPr>
              <a:xfrm>
                <a:off x="2899609" y="2349288"/>
                <a:ext cx="2689356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ns2:creationId id="{E75FADB7-92AE-7439-D392-D29937291683}"/>
                  </a:ext>
                </a:extLst>
              </p:cNvPr>
              <p:cNvCxnSpPr/>
              <p:nvPr/>
            </p:nvCxnSpPr>
            <p:spPr>
              <a:xfrm>
                <a:off x="5588963" y="2344951"/>
                <a:ext cx="2628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線コネクタ 58">
                <a:extLst>
                  <a:ext uri="{FF2B5EF4-FFF2-40B4-BE49-F238E27FC236}">
                    <ns2:creationId id="{ADD43D71-3874-F5FF-1889-95DE552B9299}"/>
                  </a:ext>
                </a:extLst>
              </p:cNvPr>
              <p:cNvCxnSpPr/>
              <p:nvPr/>
            </p:nvCxnSpPr>
            <p:spPr>
              <a:xfrm>
                <a:off x="8267679" y="2352036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コネクタ 77">
                <a:extLst>
                  <a:ext uri="{FF2B5EF4-FFF2-40B4-BE49-F238E27FC236}">
                    <ns2:creationId id="{3A45F340-6A0D-CFF9-BBEF-92CCCF49A6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99609" y="2846913"/>
                <a:ext cx="9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コネクタ 86">
                <a:extLst>
                  <a:ext uri="{FF2B5EF4-FFF2-40B4-BE49-F238E27FC236}">
                    <ns2:creationId id="{C4825989-21C1-84B5-DFDB-1665F036EC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9" y="2855641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636140AE-395D-25B6-AA52-437E58F8E29A}"/>
                  </a:ext>
                </a:extLst>
              </p:cNvPr>
              <p:cNvCxnSpPr/>
              <p:nvPr/>
            </p:nvCxnSpPr>
            <p:spPr>
              <a:xfrm>
                <a:off x="8267678" y="2855641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C4C8DDE9-AD87-7993-50B8-ACA580F18348}"/>
                  </a:ext>
                </a:extLst>
              </p:cNvPr>
              <p:cNvCxnSpPr/>
              <p:nvPr/>
            </p:nvCxnSpPr>
            <p:spPr>
              <a:xfrm>
                <a:off x="2899609" y="3339824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直線コネクタ 104">
                <a:extLst>
                  <a:ext uri="{FF2B5EF4-FFF2-40B4-BE49-F238E27FC236}">
                    <ns2:creationId id="{971826FA-1E44-F0B4-B634-AACA7D273F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8" y="3339824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3FA9FA01-9FEB-A8E8-E58E-3B8D54B57486}"/>
                  </a:ext>
                </a:extLst>
              </p:cNvPr>
              <p:cNvCxnSpPr/>
              <p:nvPr/>
            </p:nvCxnSpPr>
            <p:spPr>
              <a:xfrm>
                <a:off x="8267677" y="3339823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ns2:creationId id="{1B75D5B5-76A9-782E-83C0-CC39C9AA2463}"/>
                  </a:ext>
                </a:extLst>
              </p:cNvPr>
              <p:cNvCxnSpPr/>
              <p:nvPr/>
            </p:nvCxnSpPr>
            <p:spPr>
              <a:xfrm>
                <a:off x="6539679" y="3824008"/>
                <a:ext cx="3528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0DCE4CE8-4972-4BF7-E3DE-D47F4C8F8CA0}"/>
                  </a:ext>
                </a:extLst>
              </p:cNvPr>
              <p:cNvCxnSpPr/>
              <p:nvPr/>
            </p:nvCxnSpPr>
            <p:spPr>
              <a:xfrm>
                <a:off x="4750324" y="3824007"/>
                <a:ext cx="1738641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コネクタ 116">
                <a:extLst>
                  <a:ext uri="{FF2B5EF4-FFF2-40B4-BE49-F238E27FC236}">
                    <ns2:creationId id="{DF22CEE2-A240-2C85-9ECB-C1FB0ED4589F}"/>
                  </a:ext>
                </a:extLst>
              </p:cNvPr>
              <p:cNvCxnSpPr/>
              <p:nvPr/>
            </p:nvCxnSpPr>
            <p:spPr>
              <a:xfrm>
                <a:off x="5588963" y="4308192"/>
                <a:ext cx="262799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線コネクタ 119">
                <a:extLst>
                  <a:ext uri="{FF2B5EF4-FFF2-40B4-BE49-F238E27FC236}">
                    <ns2:creationId id="{A65E10E0-F675-E2BB-1E58-327EC49AB680}"/>
                  </a:ext>
                </a:extLst>
              </p:cNvPr>
              <p:cNvCxnSpPr/>
              <p:nvPr/>
            </p:nvCxnSpPr>
            <p:spPr>
              <a:xfrm>
                <a:off x="3799608" y="4308192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ns2:creationId id="{2E6DCD5A-90FE-B34E-3EF4-636F492F06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8" y="4792377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コネクタ 125">
                <a:extLst>
                  <a:ext uri="{FF2B5EF4-FFF2-40B4-BE49-F238E27FC236}">
                    <ns2:creationId id="{AF56DA3E-52E2-F4CC-A671-011DF0DCA1A1}"/>
                  </a:ext>
                </a:extLst>
              </p:cNvPr>
              <p:cNvCxnSpPr/>
              <p:nvPr/>
            </p:nvCxnSpPr>
            <p:spPr>
              <a:xfrm>
                <a:off x="2899609" y="5276561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線コネクタ 128">
                <a:extLst>
                  <a:ext uri="{FF2B5EF4-FFF2-40B4-BE49-F238E27FC236}">
                    <ns2:creationId id="{F43B353D-5E46-1C4E-2EE8-E0F1D06822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0328" y="5276561"/>
                <a:ext cx="3466634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ns2:creationId id="{EDA6F674-D5D3-0D2F-60E6-AFF83CD5A0E1}"/>
                  </a:ext>
                </a:extLst>
              </p:cNvPr>
              <p:cNvCxnSpPr/>
              <p:nvPr/>
            </p:nvCxnSpPr>
            <p:spPr>
              <a:xfrm>
                <a:off x="6539679" y="5760744"/>
                <a:ext cx="1677282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ns2:creationId id="{C5FD7467-E88E-C0E2-2ADD-1FAE7943B53F}"/>
                  </a:ext>
                </a:extLst>
              </p:cNvPr>
              <p:cNvCxnSpPr/>
              <p:nvPr/>
            </p:nvCxnSpPr>
            <p:spPr>
              <a:xfrm>
                <a:off x="4750324" y="5760744"/>
                <a:ext cx="1738641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ns2:creationId id="{D01C953C-8F67-02DD-C3EC-A1B6EBFFE681}"/>
                  </a:ext>
                </a:extLst>
              </p:cNvPr>
              <p:cNvCxnSpPr/>
              <p:nvPr/>
            </p:nvCxnSpPr>
            <p:spPr>
              <a:xfrm>
                <a:off x="10057038" y="3824007"/>
                <a:ext cx="1800000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線コネクタ 140">
                <a:extLst>
                  <a:ext uri="{FF2B5EF4-FFF2-40B4-BE49-F238E27FC236}">
                    <ns2:creationId id="{63ADAF45-21A6-3976-385A-4936467B45DD}"/>
                  </a:ext>
                </a:extLst>
              </p:cNvPr>
              <p:cNvCxnSpPr/>
              <p:nvPr/>
            </p:nvCxnSpPr>
            <p:spPr>
              <a:xfrm>
                <a:off x="8267677" y="4308192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線コネクタ 143">
                <a:extLst>
                  <a:ext uri="{FF2B5EF4-FFF2-40B4-BE49-F238E27FC236}">
                    <ns2:creationId id="{5345291C-C39E-D044-119B-E699486C7789}"/>
                  </a:ext>
                </a:extLst>
              </p:cNvPr>
              <p:cNvCxnSpPr/>
              <p:nvPr/>
            </p:nvCxnSpPr>
            <p:spPr>
              <a:xfrm>
                <a:off x="8267677" y="4792376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線コネクタ 146">
                <a:extLst>
                  <a:ext uri="{FF2B5EF4-FFF2-40B4-BE49-F238E27FC236}">
                    <ns2:creationId id="{144967DF-4BBC-56D3-7D2E-9B79B17BEE4D}"/>
                  </a:ext>
                </a:extLst>
              </p:cNvPr>
              <p:cNvCxnSpPr/>
              <p:nvPr/>
            </p:nvCxnSpPr>
            <p:spPr>
              <a:xfrm>
                <a:off x="8267677" y="5276561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線コネクタ 149">
                <a:extLst>
                  <a:ext uri="{FF2B5EF4-FFF2-40B4-BE49-F238E27FC236}">
                    <ns2:creationId id="{727E7F05-FBA8-4F25-63A2-9DE3BD1F8720}"/>
                  </a:ext>
                </a:extLst>
              </p:cNvPr>
              <p:cNvCxnSpPr/>
              <p:nvPr/>
            </p:nvCxnSpPr>
            <p:spPr>
              <a:xfrm>
                <a:off x="8267677" y="5760743"/>
                <a:ext cx="3589358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solid"/>
                <a:headEnd type="oval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1" name="四角形: 角を丸くする 150">
              <a:extLst>
                <a:ext uri="{FF2B5EF4-FFF2-40B4-BE49-F238E27FC236}">
                  <ns2:creationId id="{1780910A-420B-CE58-E317-440FF6495104}"/>
                </a:ext>
              </a:extLst>
            </p:cNvPr>
            <p:cNvSpPr/>
            <p:nvPr/>
          </p:nvSpPr>
          <p:spPr>
            <a:xfrm>
              <a:off x="8267677" y="5416548"/>
              <a:ext cx="3589357" cy="317255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" name="四角形: 角を丸くする 10">
              <a:extLst>
                <a:ext uri="{FF2B5EF4-FFF2-40B4-BE49-F238E27FC236}">
                  <ns2:creationId id="{17AF19D1-9198-6D6B-9280-829304990E09}"/>
                </a:ext>
              </a:extLst>
            </p:cNvPr>
            <p:cNvSpPr/>
            <p:nvPr/>
          </p:nvSpPr>
          <p:spPr>
            <a:xfrm>
              <a:off x="10587791" y="2975316"/>
              <a:ext cx="1094872" cy="2739353"/>
            </a:xfrm>
            <a:prstGeom prst="roundRect">
              <a:avLst>
                <a:gd name="adj" fmla="val 2497"/>
              </a:avLst>
            </a:prstGeom>
            <a:solidFill>
              <a:srgbClr val="FFFFFF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:</a:t>
              </a:r>
              <a:br>
                <a:rPr lang="en-US" altLang="ja-JP" sz="100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500"/>
                </a:spcAft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0" name="吹き出し: 四角形 159">
              <a:extLst>
                <a:ext uri="{FF2B5EF4-FFF2-40B4-BE49-F238E27FC236}">
                  <ns2:creationId id="{967442E0-8687-8FC5-351F-5FC568819762}"/>
                </a:ext>
              </a:extLst>
            </p:cNvPr>
            <p:cNvSpPr/>
            <p:nvPr/>
          </p:nvSpPr>
          <p:spPr>
            <a:xfrm>
              <a:off x="2899608" y="5900732"/>
              <a:ext cx="2506443" cy="403080"/>
            </a:xfrm>
            <a:prstGeom prst="wedgeRectCallout">
              <a:avLst>
                <a:gd name="adj1" fmla="val 57270"/>
                <a:gd name="adj2" fmla="val -41972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①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3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1" name="吹き出し: 四角形 160">
              <a:extLst>
                <a:ext uri="{FF2B5EF4-FFF2-40B4-BE49-F238E27FC236}">
                  <ns2:creationId id="{D59DF97E-AA3C-9560-9F08-ED45330ABA14}"/>
                </a:ext>
              </a:extLst>
            </p:cNvPr>
            <p:cNvSpPr/>
            <p:nvPr/>
          </p:nvSpPr>
          <p:spPr>
            <a:xfrm>
              <a:off x="5660319" y="5900732"/>
              <a:ext cx="2506443" cy="407991"/>
            </a:xfrm>
            <a:prstGeom prst="wedgeRectCallout">
              <a:avLst>
                <a:gd name="adj1" fmla="val 55350"/>
                <a:gd name="adj2" fmla="val -41973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②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: 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2" name="吹き出し: 四角形 161">
              <a:extLst>
                <a:ext uri="{FF2B5EF4-FFF2-40B4-BE49-F238E27FC236}">
                  <ns2:creationId id="{7C4F9913-3686-C5E4-B5D2-3D5D7A68F635}"/>
                </a:ext>
              </a:extLst>
            </p:cNvPr>
            <p:cNvSpPr/>
            <p:nvPr/>
          </p:nvSpPr>
          <p:spPr>
            <a:xfrm>
              <a:off x="9182147" y="5900732"/>
              <a:ext cx="2506443" cy="404164"/>
            </a:xfrm>
            <a:prstGeom prst="wedgeRectCallout">
              <a:avLst>
                <a:gd name="adj1" fmla="val 55350"/>
                <a:gd name="adj2" fmla="val -41973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③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KPI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64" name="グラフィックス 163" descr="フローチャート 単色塗りつぶし">
              <a:extLst>
                <a:ext uri="{FF2B5EF4-FFF2-40B4-BE49-F238E27FC236}">
                  <ns2:creationId id="{2779BB29-4C2F-27F3-BA39-C37535C8EC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510986" y="5460294"/>
              <a:ext cx="320492" cy="320492"/>
            </a:xfrm>
            <a:prstGeom prst="rect">
              <a:avLst/>
            </a:prstGeom>
          </p:spPr>
        </p:pic>
        <p:pic>
          <p:nvPicPr>
            <p:cNvPr id="166" name="グラフィックス 165" descr="ロボット 単色塗りつぶし">
              <a:extLst>
                <a:ext uri="{FF2B5EF4-FFF2-40B4-BE49-F238E27FC236}">
                  <ns2:creationId id="{2CFF18BF-5D81-DCB9-ABB0-247171F007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523018" y="4976110"/>
              <a:ext cx="320492" cy="320492"/>
            </a:xfrm>
            <a:prstGeom prst="rect">
              <a:avLst/>
            </a:prstGeom>
          </p:spPr>
        </p:pic>
        <p:pic>
          <p:nvPicPr>
            <p:cNvPr id="170" name="グラフィックス 169" descr="ドキュメント 単色塗りつぶし">
              <a:extLst>
                <a:ext uri="{FF2B5EF4-FFF2-40B4-BE49-F238E27FC236}">
                  <ns2:creationId id="{84A5E526-F7B0-A6C9-BD5B-ABD8B865D2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510986" y="4491926"/>
              <a:ext cx="320492" cy="320492"/>
            </a:xfrm>
            <a:prstGeom prst="rect">
              <a:avLst/>
            </a:prstGeom>
          </p:spPr>
        </p:pic>
        <p:pic>
          <p:nvPicPr>
            <p:cNvPr id="172" name="グラフィックス 171" descr="統計 単色塗りつぶし">
              <a:extLst>
                <a:ext uri="{FF2B5EF4-FFF2-40B4-BE49-F238E27FC236}">
                  <ns2:creationId id="{CBC9C2BE-A3C4-664F-585D-C7D1832377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510986" y="4007742"/>
              <a:ext cx="320492" cy="320492"/>
            </a:xfrm>
            <a:prstGeom prst="rect">
              <a:avLst/>
            </a:prstGeom>
          </p:spPr>
        </p:pic>
        <p:pic>
          <p:nvPicPr>
            <p:cNvPr id="174" name="グラフィックス 173" descr="環状の矢印 単色塗りつぶし">
              <a:extLst>
                <a:ext uri="{FF2B5EF4-FFF2-40B4-BE49-F238E27FC236}">
                  <ns2:creationId id="{B9AE1B7C-22FC-6C76-9BFA-F5E90D3D16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2510986" y="3523558"/>
              <a:ext cx="320492" cy="320492"/>
            </a:xfrm>
            <a:prstGeom prst="rect">
              <a:avLst/>
            </a:prstGeom>
          </p:spPr>
        </p:pic>
        <p:pic>
          <p:nvPicPr>
            <p:cNvPr id="176" name="グラフィックス 175" descr="硬貨 単色塗りつぶし">
              <a:extLst>
                <a:ext uri="{FF2B5EF4-FFF2-40B4-BE49-F238E27FC236}">
                  <ns2:creationId id="{4AA07B0D-4DC5-BF74-2D5E-34B4892E1C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510986" y="3039374"/>
              <a:ext cx="320492" cy="320492"/>
            </a:xfrm>
            <a:prstGeom prst="rect">
              <a:avLst/>
            </a:prstGeom>
          </p:spPr>
        </p:pic>
        <p:pic>
          <p:nvPicPr>
            <p:cNvPr id="178" name="グラフィックス 177" descr="受信箱 単色塗りつぶし">
              <a:extLst>
                <a:ext uri="{FF2B5EF4-FFF2-40B4-BE49-F238E27FC236}">
                  <ns2:creationId id="{1CBF9439-E3C5-D1D8-2360-A9B9270ECD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510986" y="2071006"/>
              <a:ext cx="320492" cy="320492"/>
            </a:xfrm>
            <a:prstGeom prst="rect">
              <a:avLst/>
            </a:prstGeom>
          </p:spPr>
        </p:pic>
        <p:pic>
          <p:nvPicPr>
            <p:cNvPr id="180" name="グラフィックス 179" descr="校舎 単色塗りつぶし">
              <a:extLst>
                <a:ext uri="{FF2B5EF4-FFF2-40B4-BE49-F238E27FC236}">
                  <ns2:creationId id="{1E3AB65F-34D3-59E0-3FFB-A72846C9A0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510986" y="2555190"/>
              <a:ext cx="320492" cy="320492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929156539"/>
      </p:ext>
    </p:extLst>
  </p:cSld>
  <p:clrMapOvr>
    <a:masterClrMapping/>
  </p:clrMapOvr>
</p:sld>
</file>

<file path=ppt/slides/slide300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53E41545-8B1B-F96B-C9E8-60A3111EC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84C45A6-4E43-FD66-E0D3-531E51460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KPI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XX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KPI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ns2:creationId id="{877CEB09-5098-E0AC-DB46-F41967373C96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(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)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2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KPI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7" name="グループ化 16">
            <a:extLst>
              <a:ext uri="{FF2B5EF4-FFF2-40B4-BE49-F238E27FC236}">
                <ns2:creationId id="{7633E5AF-3F16-2578-2767-3DB2D4F34F5B}"/>
              </a:ext>
            </a:extLst>
          </p:cNvPr>
          <p:cNvGrpSpPr/>
          <p:nvPr/>
        </p:nvGrpSpPr>
        <p:grpSpPr>
          <a:xfrm>
            <a:off x="334962" y="1628776"/>
            <a:ext cx="11522074" cy="4673635"/>
            <a:chOff x="334962" y="1628776"/>
            <a:chExt cx="11522074" cy="4673635"/>
          </a:xfrm>
        </p:grpSpPr>
        <p:sp>
          <p:nvSpPr>
            <p:cNvPr id="6" name="テキスト ボックス 5">
              <a:extLst>
                <a:ext uri="{FF2B5EF4-FFF2-40B4-BE49-F238E27FC236}">
                  <ns2:creationId id="{02540A15-5A9D-F6E5-B526-6A96538F6DFF}"/>
                </a:ext>
              </a:extLst>
            </p:cNvPr>
            <p:cNvSpPr txBox="1"/>
            <p:nvPr/>
          </p:nvSpPr>
          <p:spPr>
            <a:xfrm>
              <a:off x="334962" y="6095247"/>
              <a:ext cx="11522072" cy="207164"/>
            </a:xfrm>
            <a:prstGeom prst="rect">
              <a:avLst/>
            </a:prstGeom>
            <a:noFill/>
          </p:spPr>
          <p:txBody>
            <a:bodyPr wrap="square" lIns="36000" tIns="36000" rIns="0" bIns="36000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ja-JP" altLang="en-US" sz="85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85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850" dirty="0">
                  <a:latin typeface="+mn-ea"/>
                </a:rPr>
                <a:t>:</a:t>
              </a:r>
              <a:r>
                <a:rPr lang="en-US" altLang="ja-JP" sz="85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KGI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(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/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)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12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KPI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(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)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④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・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/ 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rgbClr val="262626"/>
                  </a:solidFill>
                  <a:latin typeface="+mn-ea"/>
                </a:rPr>
                <a:t>KGI</a:t>
              </a:r>
              <a:r>
                <a:rPr lang="ja-JP" altLang="en-US" sz="850" dirty="0">
                  <a:solidFill>
                    <a:srgbClr val="262626"/>
                  </a:solidFill>
                  <a:latin typeface="+mn-ea"/>
                </a:rPr>
                <a:t>XX</a:t>
              </a:r>
              <a:endParaRPr lang="ja-JP" altLang="en-US" sz="850" b="1" dirty="0">
                <a:solidFill>
                  <a:srgbClr val="262626"/>
                </a:solidFill>
                <a:latin typeface="+mn-ea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5F830AFF-51B1-A72E-A90B-82E90A211261}"/>
                </a:ext>
              </a:extLst>
            </p:cNvPr>
            <p:cNvGrpSpPr/>
            <p:nvPr/>
          </p:nvGrpSpPr>
          <p:grpSpPr>
            <a:xfrm>
              <a:off x="4378848" y="1628776"/>
              <a:ext cx="6380307" cy="255823"/>
              <a:chOff x="2739179" y="1628776"/>
              <a:chExt cx="1303402" cy="255823"/>
            </a:xfrm>
          </p:grpSpPr>
          <p:sp>
            <p:nvSpPr>
              <p:cNvPr id="36" name="table_TWformat_txt_1_3">
                <a:extLst>
                  <a:ext uri="{FF2B5EF4-FFF2-40B4-BE49-F238E27FC236}">
                    <ns2:creationId id="{D7919EFD-2D49-71BD-4319-36D44DE57AF3}"/>
                  </a:ext>
                </a:extLst>
              </p:cNvPr>
              <p:cNvSpPr/>
              <p:nvPr/>
            </p:nvSpPr>
            <p:spPr>
              <a:xfrm>
                <a:off x="2739179" y="1628776"/>
                <a:ext cx="1303402" cy="234527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KPI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 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(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0" name="table_TWformat_line_2_3">
                <a:extLst>
                  <a:ext uri="{FF2B5EF4-FFF2-40B4-BE49-F238E27FC236}">
                    <ns2:creationId id="{8C921690-4FA1-8E0A-C5AC-3A196FCA90F9}"/>
                  </a:ext>
                </a:extLst>
              </p:cNvPr>
              <p:cNvCxnSpPr/>
              <p:nvPr/>
            </p:nvCxnSpPr>
            <p:spPr>
              <a:xfrm>
                <a:off x="2739179" y="1884599"/>
                <a:ext cx="130340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グループ化 49">
              <a:extLst>
                <a:ext uri="{FF2B5EF4-FFF2-40B4-BE49-F238E27FC236}">
                  <ns2:creationId id="{E614BE61-650A-B614-3732-24574B4BFE63}"/>
                </a:ext>
              </a:extLst>
            </p:cNvPr>
            <p:cNvGrpSpPr/>
            <p:nvPr/>
          </p:nvGrpSpPr>
          <p:grpSpPr>
            <a:xfrm>
              <a:off x="10924674" y="1628776"/>
              <a:ext cx="913007" cy="255823"/>
              <a:chOff x="4102610" y="1628776"/>
              <a:chExt cx="1303402" cy="255823"/>
            </a:xfrm>
          </p:grpSpPr>
          <p:sp>
            <p:nvSpPr>
              <p:cNvPr id="42" name="table_TWformat_txt_1_4">
                <a:extLst>
                  <a:ext uri="{FF2B5EF4-FFF2-40B4-BE49-F238E27FC236}">
                    <ns2:creationId id="{073DC833-91AE-8764-FD90-67BD1B1B7F03}"/>
                  </a:ext>
                </a:extLst>
              </p:cNvPr>
              <p:cNvSpPr/>
              <p:nvPr/>
            </p:nvSpPr>
            <p:spPr>
              <a:xfrm>
                <a:off x="4102610" y="1628776"/>
                <a:ext cx="1303402" cy="234527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  <a:extLst>
                <a:ext uri="{909E8E84-426E-40DD-AFC4-6F175D3DCCD1}">
                  <ns3:hiddenFill>
                    <a:solidFill>
                      <a:schemeClr val="accent1"/>
                    </a:solidFill>
                  </ns3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1200" dirty="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4" name="table_TWformat_line_2_4">
                <a:extLst>
                  <a:ext uri="{FF2B5EF4-FFF2-40B4-BE49-F238E27FC236}">
                    <ns2:creationId id="{87417F05-98F1-701C-C0A0-16565321F0AB}"/>
                  </a:ext>
                </a:extLst>
              </p:cNvPr>
              <p:cNvCxnSpPr/>
              <p:nvPr/>
            </p:nvCxnSpPr>
            <p:spPr>
              <a:xfrm>
                <a:off x="4102610" y="1884599"/>
                <a:ext cx="1303402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正方形/長方形 10">
              <a:extLst>
                <a:ext uri="{FF2B5EF4-FFF2-40B4-BE49-F238E27FC236}">
                  <ns2:creationId id="{C7E950FC-7097-05BA-FE3D-F9752A5FF71A}"/>
                </a:ext>
              </a:extLst>
            </p:cNvPr>
            <p:cNvSpPr/>
            <p:nvPr/>
          </p:nvSpPr>
          <p:spPr>
            <a:xfrm>
              <a:off x="334963" y="2544975"/>
              <a:ext cx="1739499" cy="1955219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24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20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accent5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)</a:t>
              </a:r>
            </a:p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1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4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" name="正方形/長方形 62">
              <a:extLst>
                <a:ext uri="{FF2B5EF4-FFF2-40B4-BE49-F238E27FC236}">
                  <ns2:creationId id="{A085AE73-D76A-277D-14F8-6245A05F98D3}"/>
                </a:ext>
              </a:extLst>
            </p:cNvPr>
            <p:cNvSpPr/>
            <p:nvPr/>
          </p:nvSpPr>
          <p:spPr>
            <a:xfrm>
              <a:off x="698300" y="2657626"/>
              <a:ext cx="1012823" cy="259493"/>
            </a:xfrm>
            <a:prstGeom prst="roundRect">
              <a:avLst>
                <a:gd name="adj" fmla="val 13873"/>
              </a:avLst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400" dirty="0">
                  <a:solidFill>
                    <a:schemeClr val="accent5"/>
                  </a:solidFill>
                  <a:latin typeface="+mn-ea"/>
                </a:rPr>
                <a:t>KGI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A545142F-6D2D-8FFB-54F9-96B9BAB42371}"/>
                </a:ext>
              </a:extLst>
            </p:cNvPr>
            <p:cNvSpPr txBox="1"/>
            <p:nvPr/>
          </p:nvSpPr>
          <p:spPr>
            <a:xfrm>
              <a:off x="334962" y="5720922"/>
              <a:ext cx="11522074" cy="374324"/>
            </a:xfrm>
            <a:prstGeom prst="rect">
              <a:avLst/>
            </a:prstGeom>
            <a:noFill/>
          </p:spPr>
          <p:txBody>
            <a:bodyPr wrap="square" lIns="36000" tIns="36000" rIns="0" bIns="36000">
              <a:spAutoFit/>
            </a:bodyPr>
            <a:lstStyle/>
            <a:p>
              <a:pPr>
                <a:lnSpc>
                  <a:spcPct val="115000"/>
                </a:lnSpc>
              </a:pP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+mn-ea"/>
                </a:rPr>
                <a:t>) </a:t>
              </a:r>
              <a:r>
                <a:rPr lang="en-US" altLang="ja-JP" sz="900" dirty="0">
                  <a:latin typeface="+mn-ea"/>
                </a:rPr>
                <a:t>:</a:t>
              </a:r>
              <a:r>
                <a:rPr lang="ja-JP" altLang="en-US" sz="900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en-US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KPI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4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endParaRPr lang="ja-JP" altLang="en-US" sz="900" b="1" dirty="0">
                <a:latin typeface="+mn-ea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97C2D954-A18D-3D38-DE29-A8CFC7038C3F}"/>
                </a:ext>
              </a:extLst>
            </p:cNvPr>
            <p:cNvSpPr/>
            <p:nvPr/>
          </p:nvSpPr>
          <p:spPr>
            <a:xfrm>
              <a:off x="2292100" y="2036969"/>
              <a:ext cx="1739499" cy="1608598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+mn-ea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29E46D91-D769-924E-CA7A-A94FBF916DD0}"/>
                </a:ext>
              </a:extLst>
            </p:cNvPr>
            <p:cNvGrpSpPr/>
            <p:nvPr/>
          </p:nvGrpSpPr>
          <p:grpSpPr>
            <a:xfrm>
              <a:off x="334963" y="4574019"/>
              <a:ext cx="1739499" cy="1113423"/>
              <a:chOff x="334963" y="4537923"/>
              <a:chExt cx="1739499" cy="1113423"/>
            </a:xfrm>
          </p:grpSpPr>
          <p:sp>
            <p:nvSpPr>
              <p:cNvPr id="31" name="正方形/長方形 62">
                <a:extLst>
                  <a:ext uri="{FF2B5EF4-FFF2-40B4-BE49-F238E27FC236}">
                    <ns2:creationId id="{E8182A1D-96AA-943E-6BED-7DFDE2D2C58E}"/>
                  </a:ext>
                </a:extLst>
              </p:cNvPr>
              <p:cNvSpPr/>
              <p:nvPr/>
            </p:nvSpPr>
            <p:spPr>
              <a:xfrm>
                <a:off x="334963" y="4620126"/>
                <a:ext cx="1739499" cy="1031220"/>
              </a:xfrm>
              <a:prstGeom prst="roundRect">
                <a:avLst>
                  <a:gd name="adj" fmla="val 614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>
                  <a:defRPr/>
                </a:pP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D57AD93B-913E-5159-78A9-94E40A9A92AA}"/>
                  </a:ext>
                </a:extLst>
              </p:cNvPr>
              <p:cNvSpPr/>
              <p:nvPr/>
            </p:nvSpPr>
            <p:spPr>
              <a:xfrm>
                <a:off x="432183" y="4537923"/>
                <a:ext cx="609685" cy="16204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en-US" altLang="ja-JP" sz="900" dirty="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</a:endParaRPr>
              </a:p>
            </p:txBody>
          </p:sp>
        </p:grpSp>
        <p:sp>
          <p:nvSpPr>
            <p:cNvPr id="35" name="正方形/長方形 34">
              <a:extLst>
                <a:ext uri="{FF2B5EF4-FFF2-40B4-BE49-F238E27FC236}">
                  <ns2:creationId id="{1CEABE95-5F9D-6701-946F-13A77C18C994}"/>
                </a:ext>
              </a:extLst>
            </p:cNvPr>
            <p:cNvSpPr/>
            <p:nvPr/>
          </p:nvSpPr>
          <p:spPr>
            <a:xfrm>
              <a:off x="2292100" y="3645567"/>
              <a:ext cx="173949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altLang="ja-JP" sz="1050" dirty="0">
                  <a:solidFill>
                    <a:schemeClr val="accent5"/>
                  </a:solidFill>
                  <a:latin typeface="+mn-ea"/>
                </a:rPr>
                <a:t>12</a:t>
              </a: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51AA3F9C-0019-F0C1-5968-B396C9148105}"/>
                </a:ext>
              </a:extLst>
            </p:cNvPr>
            <p:cNvSpPr/>
            <p:nvPr/>
          </p:nvSpPr>
          <p:spPr>
            <a:xfrm>
              <a:off x="2292100" y="4082156"/>
              <a:ext cx="1739499" cy="1608598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+mn-ea"/>
              </a:endParaRPr>
            </a:p>
            <a:p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13</a:t>
              </a: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3E931F60-593F-746C-4DEE-0C7F4F1608C6}"/>
                </a:ext>
              </a:extLst>
            </p:cNvPr>
            <p:cNvSpPr/>
            <p:nvPr/>
          </p:nvSpPr>
          <p:spPr>
            <a:xfrm>
              <a:off x="5918296" y="2036969"/>
              <a:ext cx="4840859" cy="50399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200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AI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3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416341F0-61F9-2B9E-BEF4-E449C37B0B52}"/>
                </a:ext>
              </a:extLst>
            </p:cNvPr>
            <p:cNvSpPr/>
            <p:nvPr/>
          </p:nvSpPr>
          <p:spPr>
            <a:xfrm>
              <a:off x="4378847" y="2036969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AI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2" name="正方形/長方形 45">
              <a:extLst>
                <a:ext uri="{FF2B5EF4-FFF2-40B4-BE49-F238E27FC236}">
                  <ns2:creationId id="{416341F0-61F9-2B9E-BEF4-E449C37B0B52}"/>
                </a:ext>
              </a:extLst>
            </p:cNvPr>
            <p:cNvSpPr/>
            <p:nvPr/>
          </p:nvSpPr>
          <p:spPr>
            <a:xfrm>
              <a:off x="4378847" y="2589268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3" name="正方形/長方形 45">
              <a:extLst>
                <a:ext uri="{FF2B5EF4-FFF2-40B4-BE49-F238E27FC236}">
                  <ns2:creationId id="{416341F0-61F9-2B9E-BEF4-E449C37B0B52}"/>
                </a:ext>
              </a:extLst>
            </p:cNvPr>
            <p:cNvSpPr/>
            <p:nvPr/>
          </p:nvSpPr>
          <p:spPr>
            <a:xfrm>
              <a:off x="4378847" y="3141567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" name="正方形/長方形 62">
              <a:extLst>
                <a:ext uri="{FF2B5EF4-FFF2-40B4-BE49-F238E27FC236}">
                  <ns2:creationId id="{68B759BC-AA5E-54CA-6D67-60181C12D376}"/>
                </a:ext>
              </a:extLst>
            </p:cNvPr>
            <p:cNvSpPr/>
            <p:nvPr/>
          </p:nvSpPr>
          <p:spPr>
            <a:xfrm>
              <a:off x="4419423" y="2101055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64F1D6C8-EFE2-2976-6243-D57AD87DEE80}"/>
                </a:ext>
              </a:extLst>
            </p:cNvPr>
            <p:cNvSpPr/>
            <p:nvPr/>
          </p:nvSpPr>
          <p:spPr>
            <a:xfrm>
              <a:off x="5918296" y="2589267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24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 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ECA8A068-9514-B07A-173E-E896E329C143}"/>
                </a:ext>
              </a:extLst>
            </p:cNvPr>
            <p:cNvSpPr/>
            <p:nvPr/>
          </p:nvSpPr>
          <p:spPr>
            <a:xfrm>
              <a:off x="5918296" y="3141567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" name="正方形/長方形 62">
              <a:extLst>
                <a:ext uri="{FF2B5EF4-FFF2-40B4-BE49-F238E27FC236}">
                  <ns2:creationId id="{73036C6B-ED2F-2FA2-C782-0842C86B7EF7}"/>
                </a:ext>
              </a:extLst>
            </p:cNvPr>
            <p:cNvSpPr/>
            <p:nvPr/>
          </p:nvSpPr>
          <p:spPr>
            <a:xfrm>
              <a:off x="4419423" y="2671120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15" name="正方形/長方形 62">
              <a:extLst>
                <a:ext uri="{FF2B5EF4-FFF2-40B4-BE49-F238E27FC236}">
                  <ns2:creationId id="{4715315B-2229-ED92-99BF-314E057FD7F7}"/>
                </a:ext>
              </a:extLst>
            </p:cNvPr>
            <p:cNvSpPr/>
            <p:nvPr/>
          </p:nvSpPr>
          <p:spPr>
            <a:xfrm>
              <a:off x="4419423" y="3223420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0AB091B4-6483-15F7-B4AD-71F306FCC4D5}"/>
                </a:ext>
              </a:extLst>
            </p:cNvPr>
            <p:cNvSpPr/>
            <p:nvPr/>
          </p:nvSpPr>
          <p:spPr>
            <a:xfrm>
              <a:off x="5918296" y="4082156"/>
              <a:ext cx="4840859" cy="468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 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3865B654-1B2A-639E-5980-937A748D1722}"/>
                </a:ext>
              </a:extLst>
            </p:cNvPr>
            <p:cNvSpPr/>
            <p:nvPr/>
          </p:nvSpPr>
          <p:spPr>
            <a:xfrm>
              <a:off x="4378847" y="4082156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12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1" name="正方形/長方形 45">
              <a:extLst>
                <a:ext uri="{FF2B5EF4-FFF2-40B4-BE49-F238E27FC236}">
                  <ns2:creationId id="{6E740225-826E-9C2C-4619-BB164462D83A}"/>
                </a:ext>
              </a:extLst>
            </p:cNvPr>
            <p:cNvSpPr/>
            <p:nvPr/>
          </p:nvSpPr>
          <p:spPr>
            <a:xfrm>
              <a:off x="4378847" y="4634455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90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2" name="正方形/長方形 45">
              <a:extLst>
                <a:ext uri="{FF2B5EF4-FFF2-40B4-BE49-F238E27FC236}">
                  <ns2:creationId id="{170868D9-0796-B819-7A6D-6F5212E0408F}"/>
                </a:ext>
              </a:extLst>
            </p:cNvPr>
            <p:cNvSpPr/>
            <p:nvPr/>
          </p:nvSpPr>
          <p:spPr>
            <a:xfrm>
              <a:off x="4378847" y="5186754"/>
              <a:ext cx="1539450" cy="50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+mn-ea"/>
                </a:rPr>
                <a:t>)</a:t>
              </a:r>
            </a:p>
          </p:txBody>
        </p:sp>
        <p:sp>
          <p:nvSpPr>
            <p:cNvPr id="23" name="正方形/長方形 62">
              <a:extLst>
                <a:ext uri="{FF2B5EF4-FFF2-40B4-BE49-F238E27FC236}">
                  <ns2:creationId id="{141AB981-5328-DC89-9EBC-45CFBC08BFE6}"/>
                </a:ext>
              </a:extLst>
            </p:cNvPr>
            <p:cNvSpPr/>
            <p:nvPr/>
          </p:nvSpPr>
          <p:spPr>
            <a:xfrm>
              <a:off x="4419423" y="4146242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703FE62E-337E-F11E-7F08-CAF7530885FB}"/>
                </a:ext>
              </a:extLst>
            </p:cNvPr>
            <p:cNvSpPr/>
            <p:nvPr/>
          </p:nvSpPr>
          <p:spPr>
            <a:xfrm>
              <a:off x="5918296" y="4634454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90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spcAft>
                  <a:spcPts val="300"/>
                </a:spcAft>
                <a:defRPr/>
              </a:pP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F290643F-1C09-E67F-9121-1C92EA06C3BF}"/>
                </a:ext>
              </a:extLst>
            </p:cNvPr>
            <p:cNvSpPr/>
            <p:nvPr/>
          </p:nvSpPr>
          <p:spPr>
            <a:xfrm>
              <a:off x="5918296" y="5186754"/>
              <a:ext cx="4840859" cy="504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×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KGI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lvl="0">
                <a:defRPr/>
              </a:pP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 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/ 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zh-TW" sz="1000" dirty="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zh-TW" altLang="en-US" sz="1000" dirty="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2B2FF8B0-AD7A-BFA8-5303-5E37AA056431}"/>
                </a:ext>
              </a:extLst>
            </p:cNvPr>
            <p:cNvSpPr/>
            <p:nvPr/>
          </p:nvSpPr>
          <p:spPr>
            <a:xfrm>
              <a:off x="4419423" y="4716307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29" name="正方形/長方形 62">
              <a:extLst>
                <a:ext uri="{FF2B5EF4-FFF2-40B4-BE49-F238E27FC236}">
                  <ns2:creationId id="{57E1DA9F-2426-A8C1-3055-821405D80FB6}"/>
                </a:ext>
              </a:extLst>
            </p:cNvPr>
            <p:cNvSpPr/>
            <p:nvPr/>
          </p:nvSpPr>
          <p:spPr>
            <a:xfrm>
              <a:off x="4419423" y="5268607"/>
              <a:ext cx="381492" cy="340294"/>
            </a:xfrm>
            <a:prstGeom prst="roundRect">
              <a:avLst>
                <a:gd name="adj" fmla="val 10579"/>
              </a:avLst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+mn-ea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ea"/>
              </a:endParaRPr>
            </a:p>
          </p:txBody>
        </p:sp>
        <p:sp>
          <p:nvSpPr>
            <p:cNvPr id="30" name="右中かっこ 29">
              <a:extLst>
                <a:ext uri="{FF2B5EF4-FFF2-40B4-BE49-F238E27FC236}">
                  <ns2:creationId id="{90DAB45B-0E3E-F33C-6248-A70D35A51DD6}"/>
                </a:ext>
              </a:extLst>
            </p:cNvPr>
            <p:cNvSpPr/>
            <p:nvPr/>
          </p:nvSpPr>
          <p:spPr>
            <a:xfrm>
              <a:off x="10924673" y="2036969"/>
              <a:ext cx="162370" cy="1056297"/>
            </a:xfrm>
            <a:prstGeom prst="rightBrac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右中かっこ 31">
              <a:extLst>
                <a:ext uri="{FF2B5EF4-FFF2-40B4-BE49-F238E27FC236}">
                  <ns2:creationId id="{A0096624-DCE8-DA70-B7C4-148C011BEC44}"/>
                </a:ext>
              </a:extLst>
            </p:cNvPr>
            <p:cNvSpPr/>
            <p:nvPr/>
          </p:nvSpPr>
          <p:spPr>
            <a:xfrm>
              <a:off x="10924673" y="3141567"/>
              <a:ext cx="162370" cy="503999"/>
            </a:xfrm>
            <a:prstGeom prst="rightBrac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右中かっこ 33">
              <a:extLst>
                <a:ext uri="{FF2B5EF4-FFF2-40B4-BE49-F238E27FC236}">
                  <ns2:creationId id="{98C9BBCF-0002-E0AF-D6BE-C95B220F4E6C}"/>
                </a:ext>
              </a:extLst>
            </p:cNvPr>
            <p:cNvSpPr/>
            <p:nvPr/>
          </p:nvSpPr>
          <p:spPr>
            <a:xfrm>
              <a:off x="10924673" y="4082156"/>
              <a:ext cx="162370" cy="1608598"/>
            </a:xfrm>
            <a:prstGeom prst="rightBrace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C802E3AA-E60B-CC4C-F59B-754E1299D6E8}"/>
                </a:ext>
              </a:extLst>
            </p:cNvPr>
            <p:cNvSpPr/>
            <p:nvPr/>
          </p:nvSpPr>
          <p:spPr>
            <a:xfrm>
              <a:off x="11130301" y="2346823"/>
              <a:ext cx="70737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EEF8D3F7-28A3-3FD9-7B8C-D9797978D4DB}"/>
                </a:ext>
              </a:extLst>
            </p:cNvPr>
            <p:cNvSpPr/>
            <p:nvPr/>
          </p:nvSpPr>
          <p:spPr>
            <a:xfrm>
              <a:off x="11130301" y="3175272"/>
              <a:ext cx="70737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10CC8580-9B08-0BB5-E4CB-2EBFD79DF864}"/>
                </a:ext>
              </a:extLst>
            </p:cNvPr>
            <p:cNvSpPr/>
            <p:nvPr/>
          </p:nvSpPr>
          <p:spPr>
            <a:xfrm>
              <a:off x="11130301" y="4668160"/>
              <a:ext cx="707379" cy="436589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48" name="コネクタ: カギ線 47">
              <a:extLst>
                <a:ext uri="{FF2B5EF4-FFF2-40B4-BE49-F238E27FC236}">
                  <ns2:creationId id="{B7D62C57-D33B-A1B1-F367-60DE2A96868E}"/>
                </a:ext>
              </a:extLst>
            </p:cNvPr>
            <p:cNvCxnSpPr>
              <a:cxnSpLocks/>
              <a:stCxn id="27" idx="3"/>
              <a:endCxn id="46" idx="1"/>
            </p:cNvCxnSpPr>
            <p:nvPr/>
          </p:nvCxnSpPr>
          <p:spPr>
            <a:xfrm flipV="1">
              <a:off x="4031599" y="2288969"/>
              <a:ext cx="347248" cy="552299"/>
            </a:xfrm>
            <a:prstGeom prst="bentConnector3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コネクタ: カギ線 58">
              <a:extLst>
                <a:ext uri="{FF2B5EF4-FFF2-40B4-BE49-F238E27FC236}">
                  <ns2:creationId id="{50210AEF-DC1C-0885-FD3F-AC5D69C2CB6D}"/>
                </a:ext>
              </a:extLst>
            </p:cNvPr>
            <p:cNvCxnSpPr>
              <a:cxnSpLocks/>
              <a:stCxn id="27" idx="3"/>
              <a:endCxn id="53" idx="1"/>
            </p:cNvCxnSpPr>
            <p:nvPr/>
          </p:nvCxnSpPr>
          <p:spPr>
            <a:xfrm>
              <a:off x="4031599" y="2841268"/>
              <a:ext cx="347248" cy="552299"/>
            </a:xfrm>
            <a:prstGeom prst="bentConnector3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コネクタ: カギ線 61">
              <a:extLst>
                <a:ext uri="{FF2B5EF4-FFF2-40B4-BE49-F238E27FC236}">
                  <ns2:creationId id="{09FD8549-199A-F5D5-C018-EFEFDDF90992}"/>
                </a:ext>
              </a:extLst>
            </p:cNvPr>
            <p:cNvCxnSpPr>
              <a:cxnSpLocks/>
              <a:stCxn id="38" idx="3"/>
              <a:endCxn id="19" idx="1"/>
            </p:cNvCxnSpPr>
            <p:nvPr/>
          </p:nvCxnSpPr>
          <p:spPr>
            <a:xfrm flipV="1">
              <a:off x="4031599" y="4334156"/>
              <a:ext cx="347248" cy="5522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コネクタ: カギ線 64">
              <a:extLst>
                <a:ext uri="{FF2B5EF4-FFF2-40B4-BE49-F238E27FC236}">
                  <ns2:creationId id="{510A6237-7CC5-0D77-450C-EDB9C495254C}"/>
                </a:ext>
              </a:extLst>
            </p:cNvPr>
            <p:cNvCxnSpPr>
              <a:cxnSpLocks/>
              <a:stCxn id="38" idx="3"/>
              <a:endCxn id="22" idx="1"/>
            </p:cNvCxnSpPr>
            <p:nvPr/>
          </p:nvCxnSpPr>
          <p:spPr>
            <a:xfrm>
              <a:off x="4031599" y="4886455"/>
              <a:ext cx="347248" cy="55229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コネクタ: カギ線 68">
              <a:extLst>
                <a:ext uri="{FF2B5EF4-FFF2-40B4-BE49-F238E27FC236}">
                  <ns2:creationId id="{08324EEE-D50B-2E36-99E4-5F540140076F}"/>
                </a:ext>
              </a:extLst>
            </p:cNvPr>
            <p:cNvCxnSpPr>
              <a:cxnSpLocks/>
              <a:stCxn id="11" idx="3"/>
              <a:endCxn id="27" idx="1"/>
            </p:cNvCxnSpPr>
            <p:nvPr/>
          </p:nvCxnSpPr>
          <p:spPr>
            <a:xfrm flipV="1">
              <a:off x="2074462" y="2841268"/>
              <a:ext cx="217638" cy="681317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コネクタ: カギ線 71">
              <a:extLst>
                <a:ext uri="{FF2B5EF4-FFF2-40B4-BE49-F238E27FC236}">
                  <ns2:creationId id="{85408FC4-AACB-6487-E1F0-F5BF2498E892}"/>
                </a:ext>
              </a:extLst>
            </p:cNvPr>
            <p:cNvCxnSpPr>
              <a:cxnSpLocks/>
              <a:stCxn id="11" idx="3"/>
              <a:endCxn id="38" idx="1"/>
            </p:cNvCxnSpPr>
            <p:nvPr/>
          </p:nvCxnSpPr>
          <p:spPr>
            <a:xfrm>
              <a:off x="2074462" y="3522585"/>
              <a:ext cx="217638" cy="136387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正方形/長方形 75">
              <a:extLst>
                <a:ext uri="{FF2B5EF4-FFF2-40B4-BE49-F238E27FC236}">
                  <ns2:creationId id="{58F6032E-F5C9-CAE7-CB90-4BC315042F2F}"/>
                </a:ext>
              </a:extLst>
            </p:cNvPr>
            <p:cNvSpPr/>
            <p:nvPr/>
          </p:nvSpPr>
          <p:spPr>
            <a:xfrm>
              <a:off x="354319" y="1634154"/>
              <a:ext cx="500288" cy="38180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F8B93D2A-A191-78FF-9E44-124C218F6AD7}"/>
                </a:ext>
              </a:extLst>
            </p:cNvPr>
            <p:cNvSpPr/>
            <p:nvPr/>
          </p:nvSpPr>
          <p:spPr>
            <a:xfrm>
              <a:off x="854607" y="1634154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2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D8C0D617-858D-F6BB-B698-F1759B94517F}"/>
                </a:ext>
              </a:extLst>
            </p:cNvPr>
            <p:cNvSpPr/>
            <p:nvPr/>
          </p:nvSpPr>
          <p:spPr>
            <a:xfrm>
              <a:off x="354318" y="2085544"/>
              <a:ext cx="500288" cy="38180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9B120080-3BE1-FC2C-959F-FC9D7CBFD152}"/>
                </a:ext>
              </a:extLst>
            </p:cNvPr>
            <p:cNvSpPr/>
            <p:nvPr/>
          </p:nvSpPr>
          <p:spPr>
            <a:xfrm>
              <a:off x="835251" y="2085544"/>
              <a:ext cx="1463713" cy="381809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chemeClr val="accent5"/>
                </a:buClr>
                <a:defRPr/>
              </a:pP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81" name="コネクタ: カギ線 80">
              <a:extLst>
                <a:ext uri="{FF2B5EF4-FFF2-40B4-BE49-F238E27FC236}">
                  <ns2:creationId id="{B2B31E21-5148-0591-DFF7-EC292602C15A}"/>
                </a:ext>
              </a:extLst>
            </p:cNvPr>
            <p:cNvCxnSpPr>
              <a:cxnSpLocks/>
              <a:stCxn id="27" idx="3"/>
              <a:endCxn id="52" idx="1"/>
            </p:cNvCxnSpPr>
            <p:nvPr/>
          </p:nvCxnSpPr>
          <p:spPr>
            <a:xfrm>
              <a:off x="4031599" y="2841268"/>
              <a:ext cx="347248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コネクタ: カギ線 80">
              <a:extLst>
                <a:ext uri="{FF2B5EF4-FFF2-40B4-BE49-F238E27FC236}">
                  <ns2:creationId id="{8E455AF6-A0D6-AE34-A779-B3B08FAC9FBC}"/>
                </a:ext>
              </a:extLst>
            </p:cNvPr>
            <p:cNvCxnSpPr>
              <a:cxnSpLocks/>
              <a:stCxn id="38" idx="3"/>
              <a:endCxn id="21" idx="1"/>
            </p:cNvCxnSpPr>
            <p:nvPr/>
          </p:nvCxnSpPr>
          <p:spPr>
            <a:xfrm>
              <a:off x="4031599" y="4886455"/>
              <a:ext cx="347248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コネクタ: カギ線 2">
              <a:extLst>
                <a:ext uri="{FF2B5EF4-FFF2-40B4-BE49-F238E27FC236}">
                  <ns2:creationId id="{43A34051-31B3-CDEE-5264-56AF1802A8A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895046" y="3810427"/>
              <a:ext cx="786360" cy="166002"/>
            </a:xfrm>
            <a:prstGeom prst="bentConnector3">
              <a:avLst>
                <a:gd name="adj1" fmla="val 100066"/>
              </a:avLst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4:creationId val="393502687"/>
      </p:ext>
    </p:extLst>
  </p:cSld>
  <p:clrMapOvr>
    <a:masterClrMapping/>
  </p:clrMapOvr>
</p:sld>
</file>

<file path=ppt/slides/slide30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9598124-7EB0-18A6-D2DD-F6BB893D9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CC665D6-2316-8D4E-2AA8-DA497D2A5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A742640-5C1B-7419-7FB2-67DCDDF294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0" name="正方形/長方形 62">
            <a:extLst>
              <a:ext uri="{FF2B5EF4-FFF2-40B4-BE49-F238E27FC236}">
                <ns2:creationId id="{DECF32E1-05A8-D51D-78D4-4EDCA90B7B95}"/>
              </a:ext>
            </a:extLst>
          </p:cNvPr>
          <p:cNvSpPr/>
          <p:nvPr/>
        </p:nvSpPr>
        <p:spPr>
          <a:xfrm>
            <a:off x="342446" y="1628775"/>
            <a:ext cx="5529874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lvl="0">
              <a:defRPr/>
            </a:pPr>
            <a:r>
              <a:rPr lang="en-US" altLang="ja-JP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2D5F02FE-512D-4D6C-26CB-B69BF659EF07}"/>
              </a:ext>
            </a:extLst>
          </p:cNvPr>
          <p:cNvSpPr/>
          <p:nvPr/>
        </p:nvSpPr>
        <p:spPr>
          <a:xfrm>
            <a:off x="342444" y="2008698"/>
            <a:ext cx="5529875" cy="4295365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Aft>
                <a:spcPts val="1200"/>
              </a:spcAft>
              <a:defRPr/>
            </a:pPr>
            <a:r>
              <a:rPr lang="ja-JP" altLang="en-US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lvl="0" algn="ctr">
              <a:defRPr/>
            </a:pP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lang="ja-JP" altLang="en-US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…</a:t>
            </a:r>
          </a:p>
        </p:txBody>
      </p:sp>
      <p:sp>
        <p:nvSpPr>
          <p:cNvPr id="40" name="正方形/長方形 62">
            <a:extLst>
              <a:ext uri="{FF2B5EF4-FFF2-40B4-BE49-F238E27FC236}">
                <ns2:creationId id="{0F721A6E-24DD-48B3-8731-2195E7928E6D}"/>
              </a:ext>
            </a:extLst>
          </p:cNvPr>
          <p:cNvSpPr/>
          <p:nvPr/>
        </p:nvSpPr>
        <p:spPr>
          <a:xfrm>
            <a:off x="6319681" y="1628775"/>
            <a:ext cx="5537357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60000" tIns="36000" rIns="36000" bIns="36000" rtlCol="0" anchor="ctr"/>
          <a:lstStyle/>
          <a:p>
            <a:pPr lvl="0">
              <a:defRPr/>
            </a:pPr>
            <a:r>
              <a:rPr lang="ja-JP" altLang="en-US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0B1B4B65-1D92-191B-907F-776DDEC280C7}"/>
              </a:ext>
            </a:extLst>
          </p:cNvPr>
          <p:cNvSpPr/>
          <p:nvPr/>
        </p:nvSpPr>
        <p:spPr>
          <a:xfrm>
            <a:off x="6319680" y="2010379"/>
            <a:ext cx="5537357" cy="1635641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62">
            <a:extLst>
              <a:ext uri="{FF2B5EF4-FFF2-40B4-BE49-F238E27FC236}">
                <ns2:creationId id="{4F60B50F-D0CB-F49D-9ED7-3B266235F4C7}"/>
              </a:ext>
            </a:extLst>
          </p:cNvPr>
          <p:cNvSpPr/>
          <p:nvPr/>
        </p:nvSpPr>
        <p:spPr>
          <a:xfrm>
            <a:off x="6557924" y="1661743"/>
            <a:ext cx="837044" cy="313986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defRPr/>
            </a:pPr>
            <a:r>
              <a:rPr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208" name="グループ化 207">
            <a:extLst>
              <a:ext uri="{FF2B5EF4-FFF2-40B4-BE49-F238E27FC236}">
                <ns2:creationId id="{24D893E0-F7EF-DE25-7E90-25D421864810}"/>
              </a:ext>
            </a:extLst>
          </p:cNvPr>
          <p:cNvGrpSpPr/>
          <p:nvPr/>
        </p:nvGrpSpPr>
        <p:grpSpPr>
          <a:xfrm>
            <a:off x="6395370" y="2339830"/>
            <a:ext cx="5385976" cy="1219293"/>
            <a:chOff x="6405525" y="2339830"/>
            <a:chExt cx="5385976" cy="1219293"/>
          </a:xfrm>
        </p:grpSpPr>
        <p:sp>
          <p:nvSpPr>
            <p:cNvPr id="54" name="正方形/長方形 53">
              <a:extLst>
                <a:ext uri="{FF2B5EF4-FFF2-40B4-BE49-F238E27FC236}">
                  <ns2:creationId id="{B8C21C7A-AB7D-A8C0-03E4-A29ADC9AF158}"/>
                </a:ext>
              </a:extLst>
            </p:cNvPr>
            <p:cNvSpPr/>
            <p:nvPr/>
          </p:nvSpPr>
          <p:spPr>
            <a:xfrm>
              <a:off x="6405526" y="2572953"/>
              <a:ext cx="3144552" cy="23801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accent3">
                      <a:lumMod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7EDCC2EE-BD95-CB4F-0D74-3C4C4222C05E}"/>
                </a:ext>
              </a:extLst>
            </p:cNvPr>
            <p:cNvSpPr/>
            <p:nvPr/>
          </p:nvSpPr>
          <p:spPr>
            <a:xfrm>
              <a:off x="6405525" y="3321106"/>
              <a:ext cx="3144553" cy="2380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吹き出し: 角を丸めた四角形 56">
              <a:extLst>
                <a:ext uri="{FF2B5EF4-FFF2-40B4-BE49-F238E27FC236}">
                  <ns2:creationId id="{48695A37-D9A3-377B-67FF-3225CD52EEDA}"/>
                </a:ext>
              </a:extLst>
            </p:cNvPr>
            <p:cNvSpPr/>
            <p:nvPr/>
          </p:nvSpPr>
          <p:spPr>
            <a:xfrm>
              <a:off x="7520440" y="2876819"/>
              <a:ext cx="2029638" cy="378438"/>
            </a:xfrm>
            <a:prstGeom prst="wedgeRoundRectCallout">
              <a:avLst>
                <a:gd name="adj1" fmla="val -58768"/>
                <a:gd name="adj2" fmla="val -8006"/>
                <a:gd name="adj3" fmla="val 16667"/>
              </a:avLst>
            </a:prstGeom>
            <a:solidFill>
              <a:schemeClr val="accent5"/>
            </a:solidFill>
            <a:ln w="317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612E595E-D1DC-2BF5-5601-AA60949EE80D}"/>
                </a:ext>
              </a:extLst>
            </p:cNvPr>
            <p:cNvSpPr/>
            <p:nvPr/>
          </p:nvSpPr>
          <p:spPr>
            <a:xfrm>
              <a:off x="9799599" y="2572954"/>
              <a:ext cx="1991902" cy="238016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7F10EEC3-A28E-6E69-B6A9-526179A01E35}"/>
                </a:ext>
              </a:extLst>
            </p:cNvPr>
            <p:cNvSpPr/>
            <p:nvPr/>
          </p:nvSpPr>
          <p:spPr>
            <a:xfrm>
              <a:off x="9799598" y="3321107"/>
              <a:ext cx="1991903" cy="23801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3" name="四角形: 角を丸くする 62">
              <a:extLst>
                <a:ext uri="{FF2B5EF4-FFF2-40B4-BE49-F238E27FC236}">
                  <ns2:creationId id="{B5B89BC1-2A9B-58C5-5CD0-65784D432269}"/>
                </a:ext>
              </a:extLst>
            </p:cNvPr>
            <p:cNvSpPr/>
            <p:nvPr/>
          </p:nvSpPr>
          <p:spPr>
            <a:xfrm>
              <a:off x="9799598" y="2876818"/>
              <a:ext cx="1991902" cy="378438"/>
            </a:xfrm>
            <a:prstGeom prst="roundRect">
              <a:avLst>
                <a:gd name="adj" fmla="val 14269"/>
              </a:avLst>
            </a:prstGeom>
            <a:solidFill>
              <a:schemeClr val="bg1"/>
            </a:solidFill>
            <a:ln w="317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B8499E1C-780D-D0EB-C8D9-455EBE1A2E9B}"/>
                </a:ext>
              </a:extLst>
            </p:cNvPr>
            <p:cNvSpPr/>
            <p:nvPr/>
          </p:nvSpPr>
          <p:spPr>
            <a:xfrm>
              <a:off x="9799598" y="2339830"/>
              <a:ext cx="1991902" cy="22503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3">
                  <a:lumMod val="75000"/>
                </a:schemeClr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31" name="直線コネクタ 16">
              <a:extLst>
                <a:ext uri="{FF2B5EF4-FFF2-40B4-BE49-F238E27FC236}">
                  <ns2:creationId id="{352C522B-5B0A-0FED-4854-1EDE8A767442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84" y="2810969"/>
              <a:ext cx="0" cy="499779"/>
            </a:xfrm>
            <a:prstGeom prst="line">
              <a:avLst/>
            </a:prstGeom>
            <a:ln w="9525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楕円 129">
              <a:extLst>
                <a:ext uri="{FF2B5EF4-FFF2-40B4-BE49-F238E27FC236}">
                  <ns2:creationId id="{80BC2C79-FB11-8FEB-B089-C98215B31A11}"/>
                </a:ext>
              </a:extLst>
            </p:cNvPr>
            <p:cNvSpPr/>
            <p:nvPr/>
          </p:nvSpPr>
          <p:spPr>
            <a:xfrm>
              <a:off x="6541624" y="2947930"/>
              <a:ext cx="623920" cy="236215"/>
            </a:xfrm>
            <a:prstGeom prst="ellipse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6" name="正方形/長方形 62">
            <a:extLst>
              <a:ext uri="{FF2B5EF4-FFF2-40B4-BE49-F238E27FC236}">
                <ns2:creationId id="{9A5C5CBD-C7BF-84E1-ADA7-3C28ADB14807}"/>
              </a:ext>
            </a:extLst>
          </p:cNvPr>
          <p:cNvSpPr/>
          <p:nvPr/>
        </p:nvSpPr>
        <p:spPr>
          <a:xfrm>
            <a:off x="6319681" y="3711897"/>
            <a:ext cx="5537357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60000" tIns="36000" rIns="36000" bIns="36000" rtlCol="0" anchor="ctr"/>
          <a:lstStyle/>
          <a:p>
            <a:pPr lvl="0">
              <a:defRPr/>
            </a:pPr>
            <a:r>
              <a:rPr lang="ja-JP" altLang="en-US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0AD17618-9CF2-B787-EEAF-3F650153B678}"/>
              </a:ext>
            </a:extLst>
          </p:cNvPr>
          <p:cNvSpPr/>
          <p:nvPr/>
        </p:nvSpPr>
        <p:spPr>
          <a:xfrm>
            <a:off x="6319680" y="4091820"/>
            <a:ext cx="5537357" cy="2212241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62">
            <a:extLst>
              <a:ext uri="{FF2B5EF4-FFF2-40B4-BE49-F238E27FC236}">
                <ns2:creationId id="{98ECA0F4-C5C3-7FC8-B724-EBF6A5FEDF58}"/>
              </a:ext>
            </a:extLst>
          </p:cNvPr>
          <p:cNvSpPr/>
          <p:nvPr/>
        </p:nvSpPr>
        <p:spPr>
          <a:xfrm>
            <a:off x="6557924" y="3744865"/>
            <a:ext cx="837044" cy="313986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defRPr/>
            </a:pPr>
            <a:r>
              <a:rPr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142" name="直線コネクタ 16">
            <a:extLst>
              <a:ext uri="{FF2B5EF4-FFF2-40B4-BE49-F238E27FC236}">
                <ns2:creationId id="{6E98C54A-0481-C9EF-CC8F-A8E0EF197841}"/>
              </a:ext>
            </a:extLst>
          </p:cNvPr>
          <p:cNvCxnSpPr>
            <a:cxnSpLocks/>
            <a:stCxn id="44" idx="1"/>
          </p:cNvCxnSpPr>
          <p:nvPr/>
        </p:nvCxnSpPr>
        <p:spPr>
          <a:xfrm flipH="1">
            <a:off x="5872319" y="2828200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コネクタ 16">
            <a:extLst>
              <a:ext uri="{FF2B5EF4-FFF2-40B4-BE49-F238E27FC236}">
                <ns2:creationId id="{DC0F7F96-406D-3876-6CDA-3C5473CB7F59}"/>
              </a:ext>
            </a:extLst>
          </p:cNvPr>
          <p:cNvCxnSpPr>
            <a:cxnSpLocks/>
            <a:endCxn id="139" idx="1"/>
          </p:cNvCxnSpPr>
          <p:nvPr/>
        </p:nvCxnSpPr>
        <p:spPr>
          <a:xfrm>
            <a:off x="5872319" y="5197941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0" name="グループ化 209">
            <a:extLst>
              <a:ext uri="{FF2B5EF4-FFF2-40B4-BE49-F238E27FC236}">
                <ns2:creationId id="{B56653DF-5837-3940-116E-58BFBC004F80}"/>
              </a:ext>
            </a:extLst>
          </p:cNvPr>
          <p:cNvGrpSpPr/>
          <p:nvPr/>
        </p:nvGrpSpPr>
        <p:grpSpPr>
          <a:xfrm>
            <a:off x="6385216" y="5563207"/>
            <a:ext cx="5406286" cy="685103"/>
            <a:chOff x="6385216" y="5563207"/>
            <a:chExt cx="5406286" cy="685103"/>
          </a:xfrm>
        </p:grpSpPr>
        <p:sp>
          <p:nvSpPr>
            <p:cNvPr id="164" name="正方形/長方形 62">
              <a:extLst>
                <a:ext uri="{FF2B5EF4-FFF2-40B4-BE49-F238E27FC236}">
                  <ns2:creationId id="{DF6CC75C-9614-3B5C-49FC-66B28D7B402A}"/>
                </a:ext>
              </a:extLst>
            </p:cNvPr>
            <p:cNvSpPr/>
            <p:nvPr/>
          </p:nvSpPr>
          <p:spPr>
            <a:xfrm>
              <a:off x="6385216" y="5675596"/>
              <a:ext cx="5406286" cy="572714"/>
            </a:xfrm>
            <a:prstGeom prst="roundRect">
              <a:avLst>
                <a:gd name="adj" fmla="val 12545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endParaRPr kumimoji="1" lang="en-US" altLang="ja-JP" sz="12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92B1139F-846B-19D7-6E8B-4D5F1327310A}"/>
                </a:ext>
              </a:extLst>
            </p:cNvPr>
            <p:cNvSpPr/>
            <p:nvPr/>
          </p:nvSpPr>
          <p:spPr>
            <a:xfrm>
              <a:off x="6499999" y="5563207"/>
              <a:ext cx="1874853" cy="16204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686D2C3E-0162-3B91-09BE-58538276A767}"/>
                </a:ext>
              </a:extLst>
            </p:cNvPr>
            <p:cNvSpPr/>
            <p:nvPr/>
          </p:nvSpPr>
          <p:spPr>
            <a:xfrm>
              <a:off x="6470056" y="5944665"/>
              <a:ext cx="1985881" cy="27752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4BBEF86E-3EF7-99D4-EEA7-D17A3EC5EF27}"/>
                </a:ext>
              </a:extLst>
            </p:cNvPr>
            <p:cNvSpPr/>
            <p:nvPr/>
          </p:nvSpPr>
          <p:spPr>
            <a:xfrm>
              <a:off x="6470054" y="5751506"/>
              <a:ext cx="1985883" cy="17833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19A26C6E-3282-B1CF-7744-6F190D91310C}"/>
                </a:ext>
              </a:extLst>
            </p:cNvPr>
            <p:cNvSpPr/>
            <p:nvPr/>
          </p:nvSpPr>
          <p:spPr>
            <a:xfrm>
              <a:off x="8457996" y="5944665"/>
              <a:ext cx="3285906" cy="2775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84DE1711-3CB7-1143-CE03-1385899AFF42}"/>
                </a:ext>
              </a:extLst>
            </p:cNvPr>
            <p:cNvSpPr/>
            <p:nvPr/>
          </p:nvSpPr>
          <p:spPr>
            <a:xfrm>
              <a:off x="8457996" y="5751506"/>
              <a:ext cx="3285907" cy="178338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211" name="グループ化 210">
            <a:extLst>
              <a:ext uri="{FF2B5EF4-FFF2-40B4-BE49-F238E27FC236}">
                <ns2:creationId id="{76726178-AE07-9564-0319-11C749AC2D10}"/>
              </a:ext>
            </a:extLst>
          </p:cNvPr>
          <p:cNvGrpSpPr/>
          <p:nvPr/>
        </p:nvGrpSpPr>
        <p:grpSpPr>
          <a:xfrm>
            <a:off x="342445" y="2969673"/>
            <a:ext cx="5164147" cy="2433641"/>
            <a:chOff x="342445" y="2969673"/>
            <a:chExt cx="5164147" cy="2433641"/>
          </a:xfrm>
        </p:grpSpPr>
        <p:sp>
          <p:nvSpPr>
            <p:cNvPr id="22" name="正方形/長方形 21">
              <a:extLst>
                <a:ext uri="{FF2B5EF4-FFF2-40B4-BE49-F238E27FC236}">
                  <ns2:creationId id="{7742E855-E1D3-98FE-E01A-7383885CA519}"/>
                </a:ext>
              </a:extLst>
            </p:cNvPr>
            <p:cNvSpPr/>
            <p:nvPr/>
          </p:nvSpPr>
          <p:spPr>
            <a:xfrm>
              <a:off x="3559210" y="3000320"/>
              <a:ext cx="1947382" cy="91261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490C4CE1-1F05-BD77-BFD4-59A017EE0B46}"/>
                </a:ext>
              </a:extLst>
            </p:cNvPr>
            <p:cNvSpPr/>
            <p:nvPr/>
          </p:nvSpPr>
          <p:spPr>
            <a:xfrm>
              <a:off x="3751715" y="4543344"/>
              <a:ext cx="1754877" cy="8599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201D3C28-13E5-6E5F-5BBC-DF5981BB0DC9}"/>
                </a:ext>
              </a:extLst>
            </p:cNvPr>
            <p:cNvSpPr/>
            <p:nvPr/>
          </p:nvSpPr>
          <p:spPr>
            <a:xfrm>
              <a:off x="342445" y="4543344"/>
              <a:ext cx="2093710" cy="85997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フローチャート: 結合子 27">
              <a:extLst>
                <a:ext uri="{FF2B5EF4-FFF2-40B4-BE49-F238E27FC236}">
                  <ns2:creationId id="{1C6EBDD4-C5E3-73A5-E3A7-07D1EE6536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16829" y="2969673"/>
              <a:ext cx="1050693" cy="1050693"/>
            </a:xfrm>
            <a:prstGeom prst="flowChartConnector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フローチャート: 結合子 29">
              <a:extLst>
                <a:ext uri="{FF2B5EF4-FFF2-40B4-BE49-F238E27FC236}">
                  <ns2:creationId id="{B27A9D40-2008-E6B9-AFBB-D036D053FE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22008" y="3803063"/>
              <a:ext cx="1050693" cy="1050693"/>
            </a:xfrm>
            <a:prstGeom prst="flowChartConnector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フローチャート: 結合子 31">
              <a:extLst>
                <a:ext uri="{FF2B5EF4-FFF2-40B4-BE49-F238E27FC236}">
                  <ns2:creationId id="{EFF70070-4E01-56BE-824B-D93675340B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11650" y="3803062"/>
              <a:ext cx="1050693" cy="1050693"/>
            </a:xfrm>
            <a:prstGeom prst="flowChartConnector">
              <a:avLst/>
            </a:prstGeom>
            <a:solidFill>
              <a:srgbClr val="008D2E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7" name="グラフィックス 196" descr="硬貨 単色塗りつぶし">
              <a:extLst>
                <a:ext uri="{FF2B5EF4-FFF2-40B4-BE49-F238E27FC236}">
                  <ns2:creationId id="{ABE95CC8-B8E4-082E-5231-A527EA5CBB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220082" y="4001136"/>
              <a:ext cx="654545" cy="654545"/>
            </a:xfrm>
            <a:prstGeom prst="rect">
              <a:avLst/>
            </a:prstGeom>
          </p:spPr>
        </p:pic>
        <p:pic>
          <p:nvPicPr>
            <p:cNvPr id="199" name="グラフィックス 198" descr="ユーザー 単色塗りつぶし">
              <a:extLst>
                <a:ext uri="{FF2B5EF4-FFF2-40B4-BE49-F238E27FC236}">
                  <ns2:creationId id="{63DF5FA5-EFF3-1C00-2A91-111FDBA32A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209724" y="4001136"/>
              <a:ext cx="654545" cy="654545"/>
            </a:xfrm>
            <a:prstGeom prst="rect">
              <a:avLst/>
            </a:prstGeom>
          </p:spPr>
        </p:pic>
        <p:pic>
          <p:nvPicPr>
            <p:cNvPr id="201" name="グラフィックス 200" descr="電球と鉛筆 単色塗りつぶし">
              <a:extLst>
                <a:ext uri="{FF2B5EF4-FFF2-40B4-BE49-F238E27FC236}">
                  <ns2:creationId id="{6341FF81-CD43-A808-4701-90700B75ED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714903" y="3167746"/>
              <a:ext cx="654545" cy="654545"/>
            </a:xfrm>
            <a:prstGeom prst="rect">
              <a:avLst/>
            </a:prstGeom>
          </p:spPr>
        </p:pic>
      </p:grpSp>
      <p:grpSp>
        <p:nvGrpSpPr>
          <p:cNvPr id="209" name="グループ化 208">
            <a:extLst>
              <a:ext uri="{FF2B5EF4-FFF2-40B4-BE49-F238E27FC236}">
                <ns2:creationId id="{DEDF5B3E-3EE3-21B4-8C08-91BD2E7AE71E}"/>
              </a:ext>
            </a:extLst>
          </p:cNvPr>
          <p:cNvGrpSpPr/>
          <p:nvPr/>
        </p:nvGrpSpPr>
        <p:grpSpPr>
          <a:xfrm>
            <a:off x="6605265" y="4379113"/>
            <a:ext cx="5138639" cy="1142117"/>
            <a:chOff x="6605265" y="4379113"/>
            <a:chExt cx="5138639" cy="1142117"/>
          </a:xfrm>
        </p:grpSpPr>
        <p:sp>
          <p:nvSpPr>
            <p:cNvPr id="156" name="正方形/長方形 155">
              <a:extLst>
                <a:ext uri="{FF2B5EF4-FFF2-40B4-BE49-F238E27FC236}">
                  <ns2:creationId id="{55AF04E5-DE67-BB5F-AA4F-2FC610994AFB}"/>
                </a:ext>
              </a:extLst>
            </p:cNvPr>
            <p:cNvSpPr/>
            <p:nvPr/>
          </p:nvSpPr>
          <p:spPr>
            <a:xfrm>
              <a:off x="7628374" y="4384217"/>
              <a:ext cx="2919970" cy="269289"/>
            </a:xfrm>
            <a:prstGeom prst="rect">
              <a:avLst/>
            </a:prstGeom>
            <a:solidFill>
              <a:schemeClr val="accent5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CDB60912-EA33-4266-CD64-C13D5979169F}"/>
                </a:ext>
              </a:extLst>
            </p:cNvPr>
            <p:cNvSpPr/>
            <p:nvPr/>
          </p:nvSpPr>
          <p:spPr>
            <a:xfrm>
              <a:off x="6923723" y="5126087"/>
              <a:ext cx="4329272" cy="39514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企業価値向上 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EBITDA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83" name="直線コネクタ 16">
              <a:extLst>
                <a:ext uri="{FF2B5EF4-FFF2-40B4-BE49-F238E27FC236}">
                  <ns2:creationId id="{03651DA3-C839-6C67-3341-13A441818BBA}"/>
                </a:ext>
              </a:extLst>
            </p:cNvPr>
            <p:cNvCxnSpPr>
              <a:cxnSpLocks/>
              <a:stCxn id="156" idx="2"/>
              <a:endCxn id="162" idx="0"/>
            </p:cNvCxnSpPr>
            <p:nvPr/>
          </p:nvCxnSpPr>
          <p:spPr>
            <a:xfrm>
              <a:off x="9088359" y="4653506"/>
              <a:ext cx="0" cy="47258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コネクタ: カギ線 188">
              <a:extLst>
                <a:ext uri="{FF2B5EF4-FFF2-40B4-BE49-F238E27FC236}">
                  <ns2:creationId id="{EA5D3C36-2129-A53D-4A0F-3E1467097B4E}"/>
                </a:ext>
              </a:extLst>
            </p:cNvPr>
            <p:cNvCxnSpPr>
              <a:cxnSpLocks/>
              <a:stCxn id="156" idx="2"/>
            </p:cNvCxnSpPr>
            <p:nvPr/>
          </p:nvCxnSpPr>
          <p:spPr>
            <a:xfrm rot="5400000">
              <a:off x="7953602" y="3991329"/>
              <a:ext cx="472580" cy="1796935"/>
            </a:xfrm>
            <a:prstGeom prst="bentConnector3">
              <a:avLst>
                <a:gd name="adj1" fmla="val 9195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コネクタ: カギ線 189">
              <a:extLst>
                <a:ext uri="{FF2B5EF4-FFF2-40B4-BE49-F238E27FC236}">
                  <ns2:creationId id="{CC0B7889-2D60-22ED-E51B-691630DD5CB9}"/>
                </a:ext>
              </a:extLst>
            </p:cNvPr>
            <p:cNvCxnSpPr>
              <a:cxnSpLocks/>
              <a:stCxn id="156" idx="2"/>
            </p:cNvCxnSpPr>
            <p:nvPr/>
          </p:nvCxnSpPr>
          <p:spPr>
            <a:xfrm rot="16200000" flipH="1">
              <a:off x="9744351" y="3997513"/>
              <a:ext cx="472580" cy="1784565"/>
            </a:xfrm>
            <a:prstGeom prst="bentConnector3">
              <a:avLst>
                <a:gd name="adj1" fmla="val 9195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正方形/長方形 157">
              <a:extLst>
                <a:ext uri="{FF2B5EF4-FFF2-40B4-BE49-F238E27FC236}">
                  <ns2:creationId id="{22B1554F-DBC1-8514-80F1-6817407E062E}"/>
                </a:ext>
              </a:extLst>
            </p:cNvPr>
            <p:cNvSpPr/>
            <p:nvPr/>
          </p:nvSpPr>
          <p:spPr>
            <a:xfrm>
              <a:off x="6605265" y="4752799"/>
              <a:ext cx="1534872" cy="261818"/>
            </a:xfrm>
            <a:prstGeom prst="rect">
              <a:avLst/>
            </a:prstGeom>
            <a:solidFill>
              <a:srgbClr val="5CAF74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73F1FEA0-C818-4494-6BFB-48593F9D4175}"/>
                </a:ext>
              </a:extLst>
            </p:cNvPr>
            <p:cNvSpPr/>
            <p:nvPr/>
          </p:nvSpPr>
          <p:spPr>
            <a:xfrm>
              <a:off x="8320923" y="4742938"/>
              <a:ext cx="1534872" cy="261818"/>
            </a:xfrm>
            <a:prstGeom prst="rect">
              <a:avLst/>
            </a:prstGeom>
            <a:solidFill>
              <a:srgbClr val="5CAF74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FEBA7BA3-000C-BBB3-621A-A78CFF427EEC}"/>
                </a:ext>
              </a:extLst>
            </p:cNvPr>
            <p:cNvSpPr/>
            <p:nvPr/>
          </p:nvSpPr>
          <p:spPr>
            <a:xfrm>
              <a:off x="10209032" y="4752799"/>
              <a:ext cx="1534872" cy="261818"/>
            </a:xfrm>
            <a:prstGeom prst="rect">
              <a:avLst/>
            </a:prstGeom>
            <a:solidFill>
              <a:srgbClr val="5CAF74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03" name="グラフィックス 202" descr="ノート PC 単色塗りつぶし">
              <a:extLst>
                <a:ext uri="{FF2B5EF4-FFF2-40B4-BE49-F238E27FC236}">
                  <ns2:creationId id="{7552A48B-E7D2-CB39-C986-16AC8C8B4E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8536024" y="4379113"/>
              <a:ext cx="279497" cy="279497"/>
            </a:xfrm>
            <a:prstGeom prst="rect">
              <a:avLst/>
            </a:prstGeom>
          </p:spPr>
        </p:pic>
      </p:grpSp>
      <p:pic>
        <p:nvPicPr>
          <p:cNvPr id="205" name="グラフィックス 204" descr="的中 単色塗りつぶし">
            <a:extLst>
              <a:ext uri="{FF2B5EF4-FFF2-40B4-BE49-F238E27FC236}">
                <ns2:creationId id="{252A6A9C-9576-A87F-94D7-6CA7CA613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rcRect/>
          <a:stretch/>
        </p:blipFill>
        <p:spPr>
          <a:xfrm>
            <a:off x="508947" y="1665013"/>
            <a:ext cx="307447" cy="307447"/>
          </a:xfrm>
          <a:prstGeom prst="rect">
            <a:avLst/>
          </a:prstGeom>
        </p:spPr>
      </p:pic>
      <p:sp>
        <p:nvSpPr>
          <p:cNvPr id="207" name="正方形/長方形 206">
            <a:extLst>
              <a:ext uri="{FF2B5EF4-FFF2-40B4-BE49-F238E27FC236}">
                <ns2:creationId id="{262AC458-E4A5-94ED-A2C5-321CEFC43A45}"/>
              </a:ext>
            </a:extLst>
          </p:cNvPr>
          <p:cNvSpPr/>
          <p:nvPr/>
        </p:nvSpPr>
        <p:spPr>
          <a:xfrm>
            <a:off x="526672" y="5462984"/>
            <a:ext cx="5161418" cy="697184"/>
          </a:xfrm>
          <a:prstGeom prst="rect">
            <a:avLst/>
          </a:prstGeom>
          <a:solidFill>
            <a:srgbClr val="5CAF7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6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</p:spTree>
    <p:extLst>
      <p:ext uri="{BB962C8B-B14F-4D97-AF65-F5344CB8AC3E}">
        <ns5:creationId val="3677853666"/>
      </p:ext>
    </p:extLst>
  </p:cSld>
  <p:clrMapOvr>
    <a:masterClrMapping/>
  </p:clrMapOvr>
</p:sld>
</file>

<file path=ppt/slides/slide30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1467619-EDAD-AF7E-4DBC-DBBFC53CD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15804A3-2EDB-A123-41F9-69ACA45D2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D6DD4CBD-F392-7F91-8FAE-B21B978335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</a:p>
        </p:txBody>
      </p:sp>
      <p:sp>
        <p:nvSpPr>
          <p:cNvPr id="10" name="正方形/長方形 62">
            <a:extLst>
              <a:ext uri="{FF2B5EF4-FFF2-40B4-BE49-F238E27FC236}">
                <ns2:creationId id="{117FAD6A-18F9-07C7-6C38-4EDD29D21FE0}"/>
              </a:ext>
            </a:extLst>
          </p:cNvPr>
          <p:cNvSpPr/>
          <p:nvPr/>
        </p:nvSpPr>
        <p:spPr>
          <a:xfrm>
            <a:off x="342446" y="1628775"/>
            <a:ext cx="5529874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lvl="0">
              <a:defRPr/>
            </a:pPr>
            <a:r>
              <a:rPr lang="en-US" altLang="ja-JP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A7797A91-D2AE-57A3-3AE3-60B5AAE2C02D}"/>
              </a:ext>
            </a:extLst>
          </p:cNvPr>
          <p:cNvSpPr/>
          <p:nvPr/>
        </p:nvSpPr>
        <p:spPr>
          <a:xfrm>
            <a:off x="342445" y="2008698"/>
            <a:ext cx="5529875" cy="4295365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Aft>
                <a:spcPts val="600"/>
              </a:spcAft>
              <a:defRPr/>
            </a:pPr>
            <a:r>
              <a:rPr lang="en-US" altLang="ja-JP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6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6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631825" lvl="0" indent="-285750">
              <a:spcAft>
                <a:spcPts val="1200"/>
              </a:spcAft>
              <a:buClr>
                <a:schemeClr val="accent5"/>
              </a:buClr>
              <a:buFont typeface="Yu Gothic UI" panose="020B0500000000000000" pitchFamily="50" charset="-128"/>
              <a:buChar char="▶"/>
              <a:defRPr/>
            </a:pPr>
            <a:r>
              <a:rPr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4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4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CEC2DDB8-F176-55D8-36DD-2AC3251D663B}"/>
              </a:ext>
            </a:extLst>
          </p:cNvPr>
          <p:cNvSpPr/>
          <p:nvPr/>
        </p:nvSpPr>
        <p:spPr>
          <a:xfrm>
            <a:off x="526673" y="5462984"/>
            <a:ext cx="5161418" cy="697184"/>
          </a:xfrm>
          <a:prstGeom prst="rect">
            <a:avLst/>
          </a:prstGeom>
          <a:solidFill>
            <a:srgbClr val="5CAF7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5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0" name="正方形/長方形 62">
            <a:extLst>
              <a:ext uri="{FF2B5EF4-FFF2-40B4-BE49-F238E27FC236}">
                <ns2:creationId id="{518140B4-6F6F-8FB0-2A35-3F673D0B106B}"/>
              </a:ext>
            </a:extLst>
          </p:cNvPr>
          <p:cNvSpPr/>
          <p:nvPr/>
        </p:nvSpPr>
        <p:spPr>
          <a:xfrm>
            <a:off x="6319681" y="1628775"/>
            <a:ext cx="5537356" cy="379923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60000" tIns="36000" rIns="36000" bIns="36000" rtlCol="0" anchor="ctr"/>
          <a:lstStyle/>
          <a:p>
            <a:pPr lvl="0">
              <a:defRPr/>
            </a:pPr>
            <a:r>
              <a:rPr lang="ja-JP" altLang="en-US" sz="16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600" b="0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D508F352-D2AC-0BAD-1362-C20EFCF2500D}"/>
              </a:ext>
            </a:extLst>
          </p:cNvPr>
          <p:cNvSpPr/>
          <p:nvPr/>
        </p:nvSpPr>
        <p:spPr>
          <a:xfrm>
            <a:off x="6319680" y="2010378"/>
            <a:ext cx="5537357" cy="1854355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62">
            <a:extLst>
              <a:ext uri="{FF2B5EF4-FFF2-40B4-BE49-F238E27FC236}">
                <ns2:creationId id="{62884ECF-C397-4484-EBAA-340BCB1852CF}"/>
              </a:ext>
            </a:extLst>
          </p:cNvPr>
          <p:cNvSpPr/>
          <p:nvPr/>
        </p:nvSpPr>
        <p:spPr>
          <a:xfrm>
            <a:off x="6557924" y="1661743"/>
            <a:ext cx="837044" cy="313986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defRPr/>
            </a:pPr>
            <a:r>
              <a:rPr lang="en-US" altLang="ja-JP" sz="12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200" b="0" i="0" u="none" strike="noStrike" kern="1200" cap="none" spc="0" normalizeH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ns2:creationId id="{A347FF5D-29FF-B755-AA44-2777B0248788}"/>
              </a:ext>
            </a:extLst>
          </p:cNvPr>
          <p:cNvSpPr/>
          <p:nvPr/>
        </p:nvSpPr>
        <p:spPr>
          <a:xfrm>
            <a:off x="6319680" y="4346999"/>
            <a:ext cx="5537357" cy="1959496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4" name="グループ化 33">
            <a:extLst>
              <a:ext uri="{FF2B5EF4-FFF2-40B4-BE49-F238E27FC236}">
                <ns2:creationId id="{63C8C2B8-FAEE-E39B-D9EE-39415370E32B}"/>
              </a:ext>
            </a:extLst>
          </p:cNvPr>
          <p:cNvGrpSpPr/>
          <p:nvPr/>
        </p:nvGrpSpPr>
        <p:grpSpPr>
          <a:xfrm>
            <a:off x="6319681" y="3967077"/>
            <a:ext cx="5537357" cy="379923"/>
            <a:chOff x="6319681" y="3711897"/>
            <a:chExt cx="5537357" cy="379923"/>
          </a:xfrm>
        </p:grpSpPr>
        <p:sp>
          <p:nvSpPr>
            <p:cNvPr id="136" name="正方形/長方形 62">
              <a:extLst>
                <a:ext uri="{FF2B5EF4-FFF2-40B4-BE49-F238E27FC236}">
                  <ns2:creationId id="{9122FBFC-10C6-EE82-561F-BE19CAE80A9A}"/>
                </a:ext>
              </a:extLst>
            </p:cNvPr>
            <p:cNvSpPr/>
            <p:nvPr/>
          </p:nvSpPr>
          <p:spPr>
            <a:xfrm>
              <a:off x="6319681" y="3711897"/>
              <a:ext cx="5537357" cy="379923"/>
            </a:xfrm>
            <a:prstGeom prst="rect">
              <a:avLst/>
            </a:prstGeom>
            <a:solidFill>
              <a:schemeClr val="accent5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60000" tIns="36000" rIns="36000" bIns="36000" rtlCol="0" anchor="ctr"/>
            <a:lstStyle/>
            <a:p>
              <a:pPr lvl="0">
                <a:defRPr/>
              </a:pPr>
              <a:r>
                <a:rPr lang="ja-JP" altLang="en-US" sz="16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6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41" name="正方形/長方形 62">
              <a:extLst>
                <a:ext uri="{FF2B5EF4-FFF2-40B4-BE49-F238E27FC236}">
                  <ns2:creationId id="{691546AA-7E49-CD24-3279-F3D0AC0C101A}"/>
                </a:ext>
              </a:extLst>
            </p:cNvPr>
            <p:cNvSpPr/>
            <p:nvPr/>
          </p:nvSpPr>
          <p:spPr>
            <a:xfrm>
              <a:off x="6557924" y="3744865"/>
              <a:ext cx="837044" cy="313986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r>
                <a:rPr lang="en-US" altLang="ja-JP" sz="12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cxnSp>
        <p:nvCxnSpPr>
          <p:cNvPr id="142" name="直線コネクタ 16">
            <a:extLst>
              <a:ext uri="{FF2B5EF4-FFF2-40B4-BE49-F238E27FC236}">
                <ns2:creationId id="{7313A4C4-45EA-F7E1-DFBB-90826B1481DE}"/>
              </a:ext>
            </a:extLst>
          </p:cNvPr>
          <p:cNvCxnSpPr>
            <a:cxnSpLocks/>
            <a:stCxn id="44" idx="1"/>
          </p:cNvCxnSpPr>
          <p:nvPr/>
        </p:nvCxnSpPr>
        <p:spPr>
          <a:xfrm flipH="1">
            <a:off x="5872319" y="2937556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コネクタ 16">
            <a:extLst>
              <a:ext uri="{FF2B5EF4-FFF2-40B4-BE49-F238E27FC236}">
                <ns2:creationId id="{2CAF52A4-A12C-7BB1-221D-EA4443DFE3D9}"/>
              </a:ext>
            </a:extLst>
          </p:cNvPr>
          <p:cNvCxnSpPr>
            <a:cxnSpLocks/>
            <a:endCxn id="139" idx="1"/>
          </p:cNvCxnSpPr>
          <p:nvPr/>
        </p:nvCxnSpPr>
        <p:spPr>
          <a:xfrm>
            <a:off x="5872319" y="5326747"/>
            <a:ext cx="447361" cy="0"/>
          </a:xfrm>
          <a:prstGeom prst="line">
            <a:avLst/>
          </a:prstGeom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グラフィックス 4" descr="的中 単色塗りつぶし">
            <a:extLst>
              <a:ext uri="{FF2B5EF4-FFF2-40B4-BE49-F238E27FC236}">
                <ns2:creationId id="{579D2E66-261F-AF2E-BA6A-8071B3325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rcRect/>
          <a:stretch/>
        </p:blipFill>
        <p:spPr>
          <a:xfrm>
            <a:off x="508947" y="1665013"/>
            <a:ext cx="307447" cy="307447"/>
          </a:xfrm>
          <a:prstGeom prst="rect">
            <a:avLst/>
          </a:prstGeom>
        </p:spPr>
      </p:pic>
      <p:grpSp>
        <p:nvGrpSpPr>
          <p:cNvPr id="176" name="グループ化 175">
            <a:extLst>
              <a:ext uri="{FF2B5EF4-FFF2-40B4-BE49-F238E27FC236}">
                <ns2:creationId id="{3B254AA6-2CF4-C2D7-DD38-A44EA6E6355A}"/>
              </a:ext>
            </a:extLst>
          </p:cNvPr>
          <p:cNvGrpSpPr/>
          <p:nvPr/>
        </p:nvGrpSpPr>
        <p:grpSpPr>
          <a:xfrm>
            <a:off x="779563" y="3355375"/>
            <a:ext cx="4655638" cy="1902230"/>
            <a:chOff x="658692" y="3355375"/>
            <a:chExt cx="4655638" cy="1902230"/>
          </a:xfrm>
        </p:grpSpPr>
        <p:sp>
          <p:nvSpPr>
            <p:cNvPr id="23" name="フローチャート: 結合子 22">
              <a:extLst>
                <a:ext uri="{FF2B5EF4-FFF2-40B4-BE49-F238E27FC236}">
                  <ns2:creationId id="{C86EA191-C6D2-9B84-8054-FDB01D3E38E8}"/>
                </a:ext>
              </a:extLst>
            </p:cNvPr>
            <p:cNvSpPr/>
            <p:nvPr/>
          </p:nvSpPr>
          <p:spPr>
            <a:xfrm>
              <a:off x="2226574" y="3595271"/>
              <a:ext cx="1368000" cy="1368597"/>
            </a:xfrm>
            <a:prstGeom prst="flowChartConnector">
              <a:avLst/>
            </a:prstGeom>
            <a:noFill/>
            <a:ln w="38100">
              <a:solidFill>
                <a:schemeClr val="accent6">
                  <a:lumMod val="20000"/>
                  <a:lumOff val="8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9A8B6948-B055-1376-B03E-E8522A52B791}"/>
                </a:ext>
              </a:extLst>
            </p:cNvPr>
            <p:cNvSpPr/>
            <p:nvPr/>
          </p:nvSpPr>
          <p:spPr>
            <a:xfrm>
              <a:off x="3781840" y="3416006"/>
              <a:ext cx="978914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フローチャート: 結合子 29">
              <a:extLst>
                <a:ext uri="{FF2B5EF4-FFF2-40B4-BE49-F238E27FC236}">
                  <ns2:creationId id="{35F08F21-99A6-F4C3-C84B-526F537F2A1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32482" y="3987722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7" name="グラフィックス 196" descr="信号 単色塗りつぶし">
              <a:extLst>
                <a:ext uri="{FF2B5EF4-FFF2-40B4-BE49-F238E27FC236}">
                  <ns2:creationId id="{5B71F7A5-9F50-AB31-4274-EEA1DF83E7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1935149" y="4090388"/>
              <a:ext cx="447063" cy="447063"/>
            </a:xfrm>
            <a:prstGeom prst="rect">
              <a:avLst/>
            </a:prstGeom>
          </p:spPr>
        </p:pic>
        <p:sp>
          <p:nvSpPr>
            <p:cNvPr id="32" name="フローチャート: 結合子 31">
              <a:extLst>
                <a:ext uri="{FF2B5EF4-FFF2-40B4-BE49-F238E27FC236}">
                  <ns2:creationId id="{ADD434DA-F6EC-282B-4C0A-CEBED7EB3A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96792" y="3355375"/>
              <a:ext cx="652397" cy="652397"/>
            </a:xfrm>
            <a:prstGeom prst="flowChartConnector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99" name="グラフィックス 198" descr="取締役会 単色塗りつぶし">
              <a:extLst>
                <a:ext uri="{FF2B5EF4-FFF2-40B4-BE49-F238E27FC236}">
                  <ns2:creationId id="{4BCA6CDF-1F93-8992-2D7D-ECD4297004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099459" y="3458042"/>
              <a:ext cx="447063" cy="447063"/>
            </a:xfrm>
            <a:prstGeom prst="rect">
              <a:avLst/>
            </a:prstGeom>
          </p:spPr>
        </p:pic>
        <p:sp>
          <p:nvSpPr>
            <p:cNvPr id="28" name="フローチャート: 結合子 27">
              <a:extLst>
                <a:ext uri="{FF2B5EF4-FFF2-40B4-BE49-F238E27FC236}">
                  <ns2:creationId id="{6ED765D4-70EA-E7ED-3514-87301FEF12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3240" y="3987722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01" name="グラフィックス 200" descr="ユーザー 単色塗りつぶし">
              <a:extLst>
                <a:ext uri="{FF2B5EF4-FFF2-40B4-BE49-F238E27FC236}">
                  <ns2:creationId id="{F996C007-7770-D201-A02B-EDA7307E71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455907" y="4090388"/>
              <a:ext cx="447063" cy="447063"/>
            </a:xfrm>
            <a:prstGeom prst="rect">
              <a:avLst/>
            </a:prstGeom>
          </p:spPr>
        </p:pic>
        <p:sp>
          <p:nvSpPr>
            <p:cNvPr id="12" name="フローチャート: 結合子 11">
              <a:extLst>
                <a:ext uri="{FF2B5EF4-FFF2-40B4-BE49-F238E27FC236}">
                  <ns2:creationId id="{A0FA0AE0-BCA7-2627-FADD-9D76733D92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96791" y="4605207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3" name="グラフィックス 12" descr="矢印付きの円 単色塗りつぶし">
              <a:extLst>
                <a:ext uri="{FF2B5EF4-FFF2-40B4-BE49-F238E27FC236}">
                  <ns2:creationId id="{A1F7E8AA-DF70-BA12-DB98-9DD858EE6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3099458" y="4707873"/>
              <a:ext cx="447063" cy="447063"/>
            </a:xfrm>
            <a:prstGeom prst="rect">
              <a:avLst/>
            </a:prstGeom>
          </p:spPr>
        </p:pic>
        <p:sp>
          <p:nvSpPr>
            <p:cNvPr id="16" name="フローチャート: 結合子 15">
              <a:extLst>
                <a:ext uri="{FF2B5EF4-FFF2-40B4-BE49-F238E27FC236}">
                  <ns2:creationId id="{30CA0560-E7E7-AAE2-0677-09ECDA856A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7535" y="4605208"/>
              <a:ext cx="652397" cy="652397"/>
            </a:xfrm>
            <a:prstGeom prst="flowChartConnector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" name="グラフィックス 16" descr="工場 単色塗りつぶし">
              <a:extLst>
                <a:ext uri="{FF2B5EF4-FFF2-40B4-BE49-F238E27FC236}">
                  <ns2:creationId id="{C0B385BF-CFD6-17DA-E549-494A0218BF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2270202" y="4707874"/>
              <a:ext cx="447063" cy="447063"/>
            </a:xfrm>
            <a:prstGeom prst="rect">
              <a:avLst/>
            </a:prstGeom>
          </p:spPr>
        </p:pic>
        <p:sp>
          <p:nvSpPr>
            <p:cNvPr id="20" name="フローチャート: 結合子 19">
              <a:extLst>
                <a:ext uri="{FF2B5EF4-FFF2-40B4-BE49-F238E27FC236}">
                  <ns2:creationId id="{4C7CE5ED-BE88-2658-D853-3B9E3D376F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7535" y="3355375"/>
              <a:ext cx="652397" cy="652397"/>
            </a:xfrm>
            <a:prstGeom prst="flowChartConnector">
              <a:avLst/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1" name="グラフィックス 20" descr="役員室 単色塗りつぶし">
              <a:extLst>
                <a:ext uri="{FF2B5EF4-FFF2-40B4-BE49-F238E27FC236}">
                  <ns2:creationId id="{859B55BC-27EE-69D7-958C-06D4D1CACF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2270202" y="3458041"/>
              <a:ext cx="447063" cy="447063"/>
            </a:xfrm>
            <a:prstGeom prst="rect">
              <a:avLst/>
            </a:prstGeom>
          </p:spPr>
        </p:pic>
        <p:sp>
          <p:nvSpPr>
            <p:cNvPr id="25" name="正方形/長方形 24">
              <a:extLst>
                <a:ext uri="{FF2B5EF4-FFF2-40B4-BE49-F238E27FC236}">
                  <ns2:creationId id="{FBD8FF38-40E3-01F2-092D-75A044E1B861}"/>
                </a:ext>
              </a:extLst>
            </p:cNvPr>
            <p:cNvSpPr/>
            <p:nvPr/>
          </p:nvSpPr>
          <p:spPr>
            <a:xfrm>
              <a:off x="4136417" y="4089557"/>
              <a:ext cx="1177913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b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D3BDE2CA-EBE6-5CE0-DAB3-C8AFE504FA6B}"/>
                </a:ext>
              </a:extLst>
            </p:cNvPr>
            <p:cNvSpPr/>
            <p:nvPr/>
          </p:nvSpPr>
          <p:spPr>
            <a:xfrm>
              <a:off x="3781838" y="4722509"/>
              <a:ext cx="1142407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7D1F8C76-3FEB-6B71-34CE-0B9D2975B755}"/>
                </a:ext>
              </a:extLst>
            </p:cNvPr>
            <p:cNvSpPr/>
            <p:nvPr/>
          </p:nvSpPr>
          <p:spPr>
            <a:xfrm>
              <a:off x="1057154" y="3416006"/>
              <a:ext cx="978914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EE902E09-BE0B-C952-3FAC-EBEE3D94C9A6}"/>
                </a:ext>
              </a:extLst>
            </p:cNvPr>
            <p:cNvSpPr/>
            <p:nvPr/>
          </p:nvSpPr>
          <p:spPr>
            <a:xfrm>
              <a:off x="658692" y="4089556"/>
              <a:ext cx="978914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EEF5DB7A-96ED-ADE2-6920-84BCAAD4414D}"/>
                </a:ext>
              </a:extLst>
            </p:cNvPr>
            <p:cNvSpPr/>
            <p:nvPr/>
          </p:nvSpPr>
          <p:spPr>
            <a:xfrm>
              <a:off x="766590" y="4722509"/>
              <a:ext cx="1269477" cy="44872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endParaRPr lang="en-US" altLang="ja-JP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3" name="グループ化 52">
            <a:extLst>
              <a:ext uri="{FF2B5EF4-FFF2-40B4-BE49-F238E27FC236}">
                <ns2:creationId id="{8779D187-AA08-5ACC-5F33-645F6D74E11C}"/>
              </a:ext>
            </a:extLst>
          </p:cNvPr>
          <p:cNvGrpSpPr/>
          <p:nvPr/>
        </p:nvGrpSpPr>
        <p:grpSpPr>
          <a:xfrm>
            <a:off x="6385216" y="3085825"/>
            <a:ext cx="5406286" cy="685103"/>
            <a:chOff x="6385216" y="3170889"/>
            <a:chExt cx="5406286" cy="685103"/>
          </a:xfrm>
        </p:grpSpPr>
        <p:sp>
          <p:nvSpPr>
            <p:cNvPr id="164" name="正方形/長方形 62">
              <a:extLst>
                <a:ext uri="{FF2B5EF4-FFF2-40B4-BE49-F238E27FC236}">
                  <ns2:creationId id="{6BAFBA30-5A6F-2798-9D9A-22050A5229BD}"/>
                </a:ext>
              </a:extLst>
            </p:cNvPr>
            <p:cNvSpPr/>
            <p:nvPr/>
          </p:nvSpPr>
          <p:spPr>
            <a:xfrm>
              <a:off x="6385216" y="3283278"/>
              <a:ext cx="5406286" cy="572714"/>
            </a:xfrm>
            <a:prstGeom prst="roundRect">
              <a:avLst>
                <a:gd name="adj" fmla="val 12545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defRPr/>
              </a:pPr>
              <a:endParaRPr kumimoji="1" lang="en-US" altLang="ja-JP" sz="1200" b="0" i="0" u="none" strike="noStrike" kern="1200" cap="none" spc="0" normalizeH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0559D1EA-EAE1-5BE4-A439-4342A10AE57B}"/>
                </a:ext>
              </a:extLst>
            </p:cNvPr>
            <p:cNvSpPr/>
            <p:nvPr/>
          </p:nvSpPr>
          <p:spPr>
            <a:xfrm>
              <a:off x="6553948" y="3170889"/>
              <a:ext cx="597385" cy="16204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600DE743-6041-EB66-995D-584B5BCA2AAE}"/>
                </a:ext>
              </a:extLst>
            </p:cNvPr>
            <p:cNvSpPr/>
            <p:nvPr/>
          </p:nvSpPr>
          <p:spPr>
            <a:xfrm>
              <a:off x="6490150" y="3381523"/>
              <a:ext cx="1356675" cy="42765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1F5A7BD7-882A-F3B4-228B-8DF812BF54D1}"/>
                </a:ext>
              </a:extLst>
            </p:cNvPr>
            <p:cNvSpPr/>
            <p:nvPr/>
          </p:nvSpPr>
          <p:spPr>
            <a:xfrm>
              <a:off x="7912360" y="3381522"/>
              <a:ext cx="3879141" cy="42765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sp>
        <p:nvSpPr>
          <p:cNvPr id="146" name="正方形/長方形 145">
            <a:extLst>
              <a:ext uri="{FF2B5EF4-FFF2-40B4-BE49-F238E27FC236}">
                <ns2:creationId id="{356213CA-A0B0-CD01-8AC5-B3C2F48814D1}"/>
              </a:ext>
            </a:extLst>
          </p:cNvPr>
          <p:cNvSpPr/>
          <p:nvPr/>
        </p:nvSpPr>
        <p:spPr>
          <a:xfrm>
            <a:off x="6490150" y="5598305"/>
            <a:ext cx="1356675" cy="64104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1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7" name="正方形/長方形 146">
            <a:extLst>
              <a:ext uri="{FF2B5EF4-FFF2-40B4-BE49-F238E27FC236}">
                <ns2:creationId id="{46D2B9D1-EC2B-4585-1410-587313A3F053}"/>
              </a:ext>
            </a:extLst>
          </p:cNvPr>
          <p:cNvSpPr/>
          <p:nvPr/>
        </p:nvSpPr>
        <p:spPr>
          <a:xfrm>
            <a:off x="7912360" y="5598306"/>
            <a:ext cx="3879142" cy="641047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DX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accent5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en-US" altLang="ja-JP" sz="900" dirty="0">
              <a:solidFill>
                <a:schemeClr val="accent5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: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en-US" altLang="ja-JP" sz="9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b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RPA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78" name="グループ化 177">
            <a:extLst>
              <a:ext uri="{FF2B5EF4-FFF2-40B4-BE49-F238E27FC236}">
                <ns2:creationId id="{793E804A-019B-77AD-39BA-6CD7C2E8E046}"/>
              </a:ext>
            </a:extLst>
          </p:cNvPr>
          <p:cNvGrpSpPr/>
          <p:nvPr/>
        </p:nvGrpSpPr>
        <p:grpSpPr>
          <a:xfrm>
            <a:off x="6385216" y="2319567"/>
            <a:ext cx="5406285" cy="802730"/>
            <a:chOff x="6385216" y="2319567"/>
            <a:chExt cx="5406285" cy="802730"/>
          </a:xfrm>
        </p:grpSpPr>
        <p:sp>
          <p:nvSpPr>
            <p:cNvPr id="45" name="Freeform 5">
              <a:extLst>
                <a:ext uri="{FF2B5EF4-FFF2-40B4-BE49-F238E27FC236}">
                  <ns2:creationId id="{43C6991B-FC00-7D09-D932-82FD5511CD3B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 bwMode="gray">
            <a:xfrm>
              <a:off x="9883323" y="2319567"/>
              <a:ext cx="1908178" cy="392040"/>
            </a:xfrm>
            <a:prstGeom prst="chevron">
              <a:avLst/>
            </a:prstGeom>
            <a:solidFill>
              <a:schemeClr val="accent5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>
                <a:tabLst>
                  <a:tab pos="446088" algn="l"/>
                </a:tabLst>
              </a:pP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Freeform 5">
              <a:extLst>
                <a:ext uri="{FF2B5EF4-FFF2-40B4-BE49-F238E27FC236}">
                  <ns2:creationId id="{634EAD0D-145C-4BF5-AE40-5E6131BE4A21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gray">
            <a:xfrm>
              <a:off x="6385216" y="2319567"/>
              <a:ext cx="1908178" cy="392040"/>
            </a:xfrm>
            <a:prstGeom prst="homePlate">
              <a:avLst/>
            </a:prstGeom>
            <a:solidFill>
              <a:srgbClr val="008D2E">
                <a:alpha val="69804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Freeform 5">
              <a:extLst>
                <a:ext uri="{FF2B5EF4-FFF2-40B4-BE49-F238E27FC236}">
                  <ns2:creationId id="{6BD40D72-63E1-361B-B1D0-6A19F0D8C5FE}"/>
                </a:ext>
              </a:extLst>
            </p:cNvPr>
            <p:cNvSpPr>
              <a:spLocks/>
            </p:cNvSpPr>
            <p:nvPr>
              <p:custDataLst>
                <p:tags r:id="rId6"/>
              </p:custDataLst>
            </p:nvPr>
          </p:nvSpPr>
          <p:spPr bwMode="gray">
            <a:xfrm>
              <a:off x="8134269" y="2319567"/>
              <a:ext cx="1908178" cy="392040"/>
            </a:xfrm>
            <a:prstGeom prst="chevron">
              <a:avLst/>
            </a:prstGeom>
            <a:solidFill>
              <a:srgbClr val="008D2E">
                <a:alpha val="85098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72020A63-26BF-DF8B-5B88-063257693DB0}"/>
                </a:ext>
              </a:extLst>
            </p:cNvPr>
            <p:cNvSpPr/>
            <p:nvPr/>
          </p:nvSpPr>
          <p:spPr>
            <a:xfrm>
              <a:off x="6385216" y="2732449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AE9B7F3A-B083-D276-960B-DD3FF86AB4E7}"/>
                </a:ext>
              </a:extLst>
            </p:cNvPr>
            <p:cNvSpPr/>
            <p:nvPr/>
          </p:nvSpPr>
          <p:spPr>
            <a:xfrm>
              <a:off x="8134268" y="2732448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7FE0553B-0585-1A5E-74D1-0EB32F692743}"/>
                </a:ext>
              </a:extLst>
            </p:cNvPr>
            <p:cNvSpPr/>
            <p:nvPr/>
          </p:nvSpPr>
          <p:spPr>
            <a:xfrm>
              <a:off x="9883323" y="2732448"/>
              <a:ext cx="1908177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3" name="グラフィックス 152" descr="的中 単色塗りつぶし">
              <a:extLst>
                <a:ext uri="{FF2B5EF4-FFF2-40B4-BE49-F238E27FC236}">
                  <ns2:creationId id="{DC9E9D16-F13D-2C9F-60FF-BEE714137C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8399699" y="2384907"/>
              <a:ext cx="261360" cy="261360"/>
            </a:xfrm>
            <a:prstGeom prst="rect">
              <a:avLst/>
            </a:prstGeom>
          </p:spPr>
        </p:pic>
        <p:pic>
          <p:nvPicPr>
            <p:cNvPr id="165" name="グラフィックス 164" descr="コンパス 単色塗りつぶし">
              <a:extLst>
                <a:ext uri="{FF2B5EF4-FFF2-40B4-BE49-F238E27FC236}">
                  <ns2:creationId id="{E3287A5B-0B40-77EA-BB19-D95FBCB67D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6569399" y="2384907"/>
              <a:ext cx="261360" cy="261360"/>
            </a:xfrm>
            <a:prstGeom prst="rect">
              <a:avLst/>
            </a:prstGeom>
          </p:spPr>
        </p:pic>
        <p:pic>
          <p:nvPicPr>
            <p:cNvPr id="171" name="グラフィックス 170" descr="クリップボード 単色塗りつぶし">
              <a:extLst>
                <a:ext uri="{FF2B5EF4-FFF2-40B4-BE49-F238E27FC236}">
                  <ns2:creationId id="{AF09BAC9-2965-E757-7104-E7F2889D9D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10148752" y="2384907"/>
              <a:ext cx="261360" cy="261360"/>
            </a:xfrm>
            <a:prstGeom prst="rect">
              <a:avLst/>
            </a:prstGeom>
          </p:spPr>
        </p:pic>
      </p:grpSp>
      <p:grpSp>
        <p:nvGrpSpPr>
          <p:cNvPr id="179" name="グループ化 178">
            <a:extLst>
              <a:ext uri="{FF2B5EF4-FFF2-40B4-BE49-F238E27FC236}">
                <ns2:creationId id="{7655641A-6FEF-E2B0-1168-7BB958656B8C}"/>
              </a:ext>
            </a:extLst>
          </p:cNvPr>
          <p:cNvGrpSpPr/>
          <p:nvPr/>
        </p:nvGrpSpPr>
        <p:grpSpPr>
          <a:xfrm>
            <a:off x="6385216" y="4667254"/>
            <a:ext cx="5406285" cy="910816"/>
            <a:chOff x="6385216" y="4667254"/>
            <a:chExt cx="5406285" cy="910816"/>
          </a:xfrm>
        </p:grpSpPr>
        <p:sp>
          <p:nvSpPr>
            <p:cNvPr id="134" name="Freeform 5">
              <a:extLst>
                <a:ext uri="{FF2B5EF4-FFF2-40B4-BE49-F238E27FC236}">
                  <ns2:creationId id="{9A236E85-898A-D175-F0F3-8715F28AC771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9883323" y="4667254"/>
              <a:ext cx="1908178" cy="392040"/>
            </a:xfrm>
            <a:prstGeom prst="chevron">
              <a:avLst/>
            </a:prstGeom>
            <a:solidFill>
              <a:schemeClr val="accent5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88000" tIns="36000" rIns="36000" bIns="36000" anchor="ctr"/>
            <a:lstStyle/>
            <a:p>
              <a:pPr algn="ctr">
                <a:tabLst>
                  <a:tab pos="446088" algn="l"/>
                </a:tabLst>
              </a:pP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5" name="Freeform 5">
              <a:extLst>
                <a:ext uri="{FF2B5EF4-FFF2-40B4-BE49-F238E27FC236}">
                  <ns2:creationId id="{20BACEB9-8B9B-76A4-6C50-4D4A0F2023AC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gray">
            <a:xfrm>
              <a:off x="6385216" y="4667255"/>
              <a:ext cx="1908178" cy="392040"/>
            </a:xfrm>
            <a:prstGeom prst="homePlate">
              <a:avLst/>
            </a:prstGeom>
            <a:solidFill>
              <a:srgbClr val="008D2E">
                <a:alpha val="69804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72000" rIns="72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7" name="Freeform 5">
              <a:extLst>
                <a:ext uri="{FF2B5EF4-FFF2-40B4-BE49-F238E27FC236}">
                  <ns2:creationId id="{DD93855A-FE12-25CB-D077-287DB148F022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8134269" y="4667254"/>
              <a:ext cx="1908178" cy="392040"/>
            </a:xfrm>
            <a:prstGeom prst="chevron">
              <a:avLst/>
            </a:prstGeom>
            <a:solidFill>
              <a:srgbClr val="008D2E">
                <a:alpha val="85098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252000" tIns="36000" rIns="36000" bIns="36000"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B743F5CA-A646-6786-6E04-CB38CC7BF795}"/>
                </a:ext>
              </a:extLst>
            </p:cNvPr>
            <p:cNvSpPr/>
            <p:nvPr/>
          </p:nvSpPr>
          <p:spPr>
            <a:xfrm>
              <a:off x="6385216" y="5080137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9FFF1A80-8566-DA1D-2C9D-5E69733B9D56}"/>
                </a:ext>
              </a:extLst>
            </p:cNvPr>
            <p:cNvSpPr/>
            <p:nvPr/>
          </p:nvSpPr>
          <p:spPr>
            <a:xfrm>
              <a:off x="8134268" y="5080136"/>
              <a:ext cx="1749053" cy="38984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A5346244-846E-5ECF-4FD8-35FB55FB65C5}"/>
                </a:ext>
              </a:extLst>
            </p:cNvPr>
            <p:cNvSpPr/>
            <p:nvPr/>
          </p:nvSpPr>
          <p:spPr>
            <a:xfrm>
              <a:off x="9883323" y="5080136"/>
              <a:ext cx="1908177" cy="49793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chemeClr val="accent5"/>
                </a:buClr>
              </a:pP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chemeClr val="accent5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1" name="グラフィックス 160" descr="鉛筆 単色塗りつぶし">
              <a:extLst>
                <a:ext uri="{FF2B5EF4-FFF2-40B4-BE49-F238E27FC236}">
                  <ns2:creationId id="{2606B173-129D-7F71-7198-DC3FB48E85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rcRect/>
            <a:stretch/>
          </p:blipFill>
          <p:spPr>
            <a:xfrm>
              <a:off x="6569399" y="4732594"/>
              <a:ext cx="261360" cy="261360"/>
            </a:xfrm>
            <a:prstGeom prst="rect">
              <a:avLst/>
            </a:prstGeom>
          </p:spPr>
        </p:pic>
        <p:pic>
          <p:nvPicPr>
            <p:cNvPr id="169" name="グラフィックス 168" descr="歯車 単色塗りつぶし">
              <a:extLst>
                <a:ext uri="{FF2B5EF4-FFF2-40B4-BE49-F238E27FC236}">
                  <ns2:creationId id="{CB373DA8-C890-5075-52AF-72C10E0492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8578024" y="4732594"/>
              <a:ext cx="261360" cy="261360"/>
            </a:xfrm>
            <a:prstGeom prst="rect">
              <a:avLst/>
            </a:prstGeom>
          </p:spPr>
        </p:pic>
        <p:pic>
          <p:nvPicPr>
            <p:cNvPr id="174" name="グラフィックス 173" descr="手のひらと植物 単色塗りつぶし">
              <a:extLst>
                <a:ext uri="{FF2B5EF4-FFF2-40B4-BE49-F238E27FC236}">
                  <ns2:creationId id="{957C601C-E97A-4B01-DE37-1295F39C58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rcRect/>
            <a:stretch/>
          </p:blipFill>
          <p:spPr>
            <a:xfrm>
              <a:off x="10084953" y="4732594"/>
              <a:ext cx="261360" cy="26136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592420842"/>
      </p:ext>
    </p:extLst>
  </p:cSld>
  <p:clrMapOvr>
    <a:masterClrMapping/>
  </p:clrMapOvr>
</p:sld>
</file>

<file path=ppt/slides/slide30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9F1111-A46D-E4D8-870D-63E7B348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AA2C89C-2F56-9034-A932-A16061B64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894CEF9-C86E-D20F-3F12-C1D9EFFF45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714374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br>
              <a:rPr lang="en-US" altLang="ja-JP" sz="1400" dirty="0">
                <a:latin typeface="+mn-ea"/>
                <a:ea typeface="+mn-ea"/>
              </a:rPr>
            </a:br>
            <a:r>
              <a:rPr lang="ja-JP" altLang="en-US" sz="1400" dirty="0">
                <a:latin typeface="+mn-ea"/>
                <a:ea typeface="+mn-ea"/>
              </a:rPr>
              <a:t> 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=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endParaRPr lang="en-US" altLang="ja-JP" sz="1400" dirty="0">
              <a:latin typeface="+mn-ea"/>
              <a:ea typeface="+mn-ea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en-US" sz="14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10" name="グループ化 109">
            <a:extLst>
              <a:ext uri="{FF2B5EF4-FFF2-40B4-BE49-F238E27FC236}">
                <ns2:creationId id="{4830AED5-9833-6A77-4561-BC3F01B62A1E}"/>
              </a:ext>
            </a:extLst>
          </p:cNvPr>
          <p:cNvGrpSpPr/>
          <p:nvPr/>
        </p:nvGrpSpPr>
        <p:grpSpPr>
          <a:xfrm>
            <a:off x="342446" y="1628775"/>
            <a:ext cx="11520001" cy="4684432"/>
            <a:chOff x="342446" y="1628775"/>
            <a:chExt cx="11520001" cy="4684432"/>
          </a:xfrm>
        </p:grpSpPr>
        <p:sp>
          <p:nvSpPr>
            <p:cNvPr id="34" name="正方形/長方形 33">
              <a:extLst>
                <a:ext uri="{FF2B5EF4-FFF2-40B4-BE49-F238E27FC236}">
                  <ns2:creationId id="{EFD182A4-87FE-CAF8-364B-746B251CE2D4}"/>
                </a:ext>
              </a:extLst>
            </p:cNvPr>
            <p:cNvSpPr/>
            <p:nvPr/>
          </p:nvSpPr>
          <p:spPr>
            <a:xfrm>
              <a:off x="2211573" y="5665207"/>
              <a:ext cx="9650874" cy="648000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10000"/>
                </a:lnSpc>
              </a:pPr>
              <a:r>
                <a:rPr lang="en-US" altLang="ja-JP" sz="1600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600" dirty="0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 </a:t>
              </a:r>
              <a:r>
                <a:rPr lang="ja-JP" altLang="en-US" sz="1600" dirty="0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600" dirty="0" err="1">
                  <a:solidFill>
                    <a:schemeClr val="accent5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600" b="1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
</a:t>
              </a:r>
              <a:r>
                <a:rPr lang="en-US" altLang="ja-JP" sz="11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 err="1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  <a:cs typeface="Meiryo UI" pitchFamily="34" charset="-120"/>
                </a:rPr>
                <a:t>XX</a:t>
              </a:r>
              <a:endParaRPr lang="en-US" altLang="ja-JP" sz="16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73" name="グループ化 72">
              <a:extLst>
                <a:ext uri="{FF2B5EF4-FFF2-40B4-BE49-F238E27FC236}">
                  <ns2:creationId id="{5D7F56AB-D6AF-B334-B7A6-6548A45C1A15}"/>
                </a:ext>
              </a:extLst>
            </p:cNvPr>
            <p:cNvGrpSpPr/>
            <p:nvPr/>
          </p:nvGrpSpPr>
          <p:grpSpPr>
            <a:xfrm>
              <a:off x="342447" y="5665207"/>
              <a:ext cx="1869126" cy="648000"/>
              <a:chOff x="342447" y="5665207"/>
              <a:chExt cx="1869126" cy="648000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AD900480-BEE9-2BD1-E4C3-590F01D4A59E}"/>
                  </a:ext>
                </a:extLst>
              </p:cNvPr>
              <p:cNvSpPr/>
              <p:nvPr/>
            </p:nvSpPr>
            <p:spPr>
              <a:xfrm>
                <a:off x="342447" y="5665207"/>
                <a:ext cx="1869126" cy="648000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52000" tIns="36000" rIns="21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b="1" dirty="0" err="1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b="1" dirty="0">
                  <a:solidFill>
                    <a:srgbClr val="D8E8D4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100" b="1" dirty="0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100" b="1" dirty="0" err="1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100" b="1" dirty="0">
                    <a:solidFill>
                      <a:srgbClr val="D8E8D4"/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en-US" altLang="ja-JP" sz="1100" dirty="0">
                  <a:latin typeface="+mn-ea"/>
                </a:endParaRPr>
              </a:p>
            </p:txBody>
          </p:sp>
          <p:pic>
            <p:nvPicPr>
              <p:cNvPr id="98" name="グラフィックス 97" descr="的中 単色塗りつぶし">
                <a:extLst>
                  <a:ext uri="{FF2B5EF4-FFF2-40B4-BE49-F238E27FC236}">
                    <ns2:creationId id="{7112A8F7-DEF0-1EC0-9177-6B34590646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383250" y="5800063"/>
                <a:ext cx="360000" cy="360000"/>
              </a:xfrm>
              <a:prstGeom prst="rect">
                <a:avLst/>
              </a:prstGeom>
            </p:spPr>
          </p:pic>
        </p:grpSp>
        <p:grpSp>
          <p:nvGrpSpPr>
            <p:cNvPr id="109" name="グループ化 108">
              <a:extLst>
                <a:ext uri="{FF2B5EF4-FFF2-40B4-BE49-F238E27FC236}">
                  <ns2:creationId id="{0487549B-6AE9-07EC-DE47-697716305F57}"/>
                </a:ext>
              </a:extLst>
            </p:cNvPr>
            <p:cNvGrpSpPr/>
            <p:nvPr/>
          </p:nvGrpSpPr>
          <p:grpSpPr>
            <a:xfrm>
              <a:off x="342446" y="1628775"/>
              <a:ext cx="11520001" cy="3911926"/>
              <a:chOff x="342446" y="1628775"/>
              <a:chExt cx="11520001" cy="3911926"/>
            </a:xfrm>
          </p:grpSpPr>
          <p:sp>
            <p:nvSpPr>
              <p:cNvPr id="39" name="Richtungspfeil 1">
                <a:extLst>
                  <a:ext uri="{FF2B5EF4-FFF2-40B4-BE49-F238E27FC236}">
                    <ns2:creationId id="{14896018-7A61-2A95-B5A0-73A2A21C33D9}"/>
                  </a:ext>
                </a:extLst>
              </p:cNvPr>
              <p:cNvSpPr/>
              <p:nvPr>
                <p:custDataLst>
                  <p:tags r:id="rId1"/>
                </p:custDataLst>
              </p:nvPr>
            </p:nvSpPr>
            <p:spPr bwMode="auto">
              <a:xfrm>
                <a:off x="351590" y="2672413"/>
                <a:ext cx="11510857" cy="2135299"/>
              </a:xfrm>
              <a:prstGeom prst="homePlate">
                <a:avLst>
                  <a:gd name="adj" fmla="val 1067360"/>
                </a:avLst>
              </a:prstGeom>
              <a:gradFill>
                <a:gsLst>
                  <a:gs pos="0">
                    <a:schemeClr val="accent5">
                      <a:alpha val="1000"/>
                    </a:schemeClr>
                  </a:gs>
                  <a:gs pos="100000">
                    <a:srgbClr val="008D2E">
                      <a:alpha val="75000"/>
                    </a:srgbClr>
                  </a:gs>
                  <a:gs pos="87000">
                    <a:schemeClr val="accent5">
                      <a:alpha val="20000"/>
                      <a:lumMod val="100000"/>
                    </a:schemeClr>
                  </a:gs>
                </a:gsLst>
                <a:lin ang="0" scaled="1"/>
              </a:gradFill>
              <a:ln w="9525" cmpd="sng">
                <a:noFill/>
                <a:prstDash val="solid"/>
                <a:miter lim="800000"/>
                <a:headEnd/>
                <a:tailEnd/>
              </a:ln>
              <a:effectLst/>
            </p:spPr>
            <p:txBody>
              <a:bodyPr lIns="90000" tIns="46800" rIns="90000" bIns="46800" anchor="ctr"/>
              <a:lstStyle/>
              <a:p>
                <a:pPr marL="0" marR="0" lvl="0" indent="3227388" algn="l" defTabSz="914400" rtl="0" eaLnBrk="1" fontAlgn="auto" latinLnBrk="0" hangingPunct="1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81" name="グループ化 80">
                <a:extLst>
                  <a:ext uri="{FF2B5EF4-FFF2-40B4-BE49-F238E27FC236}">
                    <ns2:creationId id="{286C181B-EB1A-E2F6-AF30-ABADED22BA7A}"/>
                  </a:ext>
                </a:extLst>
              </p:cNvPr>
              <p:cNvGrpSpPr/>
              <p:nvPr/>
            </p:nvGrpSpPr>
            <p:grpSpPr>
              <a:xfrm>
                <a:off x="342446" y="1628775"/>
                <a:ext cx="3866513" cy="945995"/>
                <a:chOff x="342446" y="1628775"/>
                <a:chExt cx="3866513" cy="945995"/>
              </a:xfrm>
            </p:grpSpPr>
            <p:sp>
              <p:nvSpPr>
                <p:cNvPr id="17" name="ホームベース 64">
                  <a:extLst>
                    <a:ext uri="{FF2B5EF4-FFF2-40B4-BE49-F238E27FC236}">
                      <ns2:creationId id="{128DC9EB-2341-7440-B54D-2558FA1FB447}"/>
                    </a:ext>
                  </a:extLst>
                </p:cNvPr>
                <p:cNvSpPr/>
                <p:nvPr/>
              </p:nvSpPr>
              <p:spPr>
                <a:xfrm>
                  <a:off x="468312" y="1926770"/>
                  <a:ext cx="3740647" cy="648000"/>
                </a:xfrm>
                <a:prstGeom prst="homePlate">
                  <a:avLst>
                    <a:gd name="adj" fmla="val 18206"/>
                  </a:avLst>
                </a:prstGeom>
                <a:solidFill>
                  <a:schemeClr val="accent5">
                    <a:alpha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0" tIns="72000" rIns="36000" bIns="0" rtlCol="0" anchor="t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8" name="楕円 17">
                  <a:extLst>
                    <a:ext uri="{FF2B5EF4-FFF2-40B4-BE49-F238E27FC236}">
                      <ns2:creationId id="{3B908BE0-FAC2-CD77-2995-F595EFC59B1B}"/>
                    </a:ext>
                  </a:extLst>
                </p:cNvPr>
                <p:cNvSpPr/>
                <p:nvPr/>
              </p:nvSpPr>
              <p:spPr>
                <a:xfrm>
                  <a:off x="342446" y="1628775"/>
                  <a:ext cx="427038" cy="427038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400" dirty="0">
                      <a:solidFill>
                        <a:schemeClr val="accent5"/>
                      </a:solidFill>
                      <a:latin typeface="+mn-ea"/>
                    </a:rPr>
                    <a:t>01</a:t>
                  </a:r>
                  <a:endParaRPr kumimoji="1" lang="ja-JP" altLang="en-US" sz="14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19" name="四角形: 角を丸くする 18">
                  <a:extLst>
                    <a:ext uri="{FF2B5EF4-FFF2-40B4-BE49-F238E27FC236}">
                      <ns2:creationId id="{5FCF21B1-1B2C-5922-4A8B-3A16E8076208}"/>
                    </a:ext>
                  </a:extLst>
                </p:cNvPr>
                <p:cNvSpPr/>
                <p:nvPr/>
              </p:nvSpPr>
              <p:spPr>
                <a:xfrm>
                  <a:off x="1298874" y="2235687"/>
                  <a:ext cx="2079523" cy="2371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pic>
              <p:nvPicPr>
                <p:cNvPr id="29" name="グラフィックス 28" descr="ユーザー 単色塗りつぶし">
                  <a:extLst>
                    <a:ext uri="{FF2B5EF4-FFF2-40B4-BE49-F238E27FC236}">
                      <ns2:creationId id="{CE47E7E4-304D-42CC-9BBB-A220E26582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16830" y="2034769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83" name="グループ化 82">
                <a:extLst>
                  <a:ext uri="{FF2B5EF4-FFF2-40B4-BE49-F238E27FC236}">
                    <ns2:creationId id="{528EA6EE-B259-660C-15EC-AC0305290432}"/>
                  </a:ext>
                </a:extLst>
              </p:cNvPr>
              <p:cNvGrpSpPr/>
              <p:nvPr/>
            </p:nvGrpSpPr>
            <p:grpSpPr>
              <a:xfrm>
                <a:off x="4158479" y="1628775"/>
                <a:ext cx="3870777" cy="945995"/>
                <a:chOff x="4158479" y="1628775"/>
                <a:chExt cx="3870777" cy="945995"/>
              </a:xfrm>
            </p:grpSpPr>
            <p:sp>
              <p:nvSpPr>
                <p:cNvPr id="101" name="山形 65">
                  <a:extLst>
                    <a:ext uri="{FF2B5EF4-FFF2-40B4-BE49-F238E27FC236}">
                      <ns2:creationId id="{4A52E864-A48B-F74A-A540-043898820A22}"/>
                    </a:ext>
                  </a:extLst>
                </p:cNvPr>
                <p:cNvSpPr/>
                <p:nvPr/>
              </p:nvSpPr>
              <p:spPr>
                <a:xfrm>
                  <a:off x="4288609" y="1926770"/>
                  <a:ext cx="3740647" cy="648000"/>
                </a:xfrm>
                <a:prstGeom prst="chevron">
                  <a:avLst>
                    <a:gd name="adj" fmla="val 18094"/>
                  </a:avLst>
                </a:prstGeom>
                <a:solidFill>
                  <a:schemeClr val="accent5">
                    <a:alpha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0" tIns="72000" rIns="36000" bIns="0" rtlCol="0" anchor="t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b="1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0" name="楕円 19">
                  <a:extLst>
                    <a:ext uri="{FF2B5EF4-FFF2-40B4-BE49-F238E27FC236}">
                      <ns2:creationId id="{40AAC38F-6003-8FA7-5128-C82CDE29F04D}"/>
                    </a:ext>
                  </a:extLst>
                </p:cNvPr>
                <p:cNvSpPr/>
                <p:nvPr/>
              </p:nvSpPr>
              <p:spPr>
                <a:xfrm>
                  <a:off x="4158479" y="1628775"/>
                  <a:ext cx="427038" cy="427038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400" dirty="0">
                      <a:solidFill>
                        <a:schemeClr val="accent5"/>
                      </a:solidFill>
                      <a:latin typeface="+mn-ea"/>
                    </a:rPr>
                    <a:t>02</a:t>
                  </a:r>
                  <a:endParaRPr kumimoji="1" lang="ja-JP" altLang="en-US" sz="14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21" name="四角形: 角を丸くする 20">
                  <a:extLst>
                    <a:ext uri="{FF2B5EF4-FFF2-40B4-BE49-F238E27FC236}">
                      <ns2:creationId id="{B882FFAB-1C72-2999-A10B-1BDB6B5BF4F4}"/>
                    </a:ext>
                  </a:extLst>
                </p:cNvPr>
                <p:cNvSpPr/>
                <p:nvPr/>
              </p:nvSpPr>
              <p:spPr>
                <a:xfrm>
                  <a:off x="5119170" y="2235687"/>
                  <a:ext cx="2079523" cy="2371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pic>
              <p:nvPicPr>
                <p:cNvPr id="31" name="グラフィックス 30" descr="工場 単色塗りつぶし">
                  <a:extLst>
                    <a:ext uri="{FF2B5EF4-FFF2-40B4-BE49-F238E27FC236}">
                      <ns2:creationId id="{2DFD8EAC-A6C3-C055-D306-EA7F6CCC39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06324" y="2034769"/>
                  <a:ext cx="432000" cy="432000"/>
                </a:xfrm>
                <a:prstGeom prst="rect">
                  <a:avLst/>
                </a:prstGeom>
              </p:spPr>
            </p:pic>
          </p:grpSp>
          <p:sp>
            <p:nvSpPr>
              <p:cNvPr id="59" name="正方形/長方形 58">
                <a:extLst>
                  <a:ext uri="{FF2B5EF4-FFF2-40B4-BE49-F238E27FC236}">
                    <ns2:creationId id="{3FB42CA0-3711-5832-2EEB-6A8FD72F78B8}"/>
                  </a:ext>
                </a:extLst>
              </p:cNvPr>
              <p:cNvSpPr/>
              <p:nvPr/>
            </p:nvSpPr>
            <p:spPr>
              <a:xfrm>
                <a:off x="4271412" y="2657065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=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D8BDDF92-A532-1C33-B182-6588AEB7D28E}"/>
                  </a:ext>
                </a:extLst>
              </p:cNvPr>
              <p:cNvSpPr/>
              <p:nvPr/>
            </p:nvSpPr>
            <p:spPr>
              <a:xfrm>
                <a:off x="4271412" y="4123042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106" name="グループ化 105">
                <a:extLst>
                  <a:ext uri="{FF2B5EF4-FFF2-40B4-BE49-F238E27FC236}">
                    <ns2:creationId id="{67A9AFCF-D309-344C-1F58-899CEAEBE646}"/>
                  </a:ext>
                </a:extLst>
              </p:cNvPr>
              <p:cNvGrpSpPr/>
              <p:nvPr/>
            </p:nvGrpSpPr>
            <p:grpSpPr>
              <a:xfrm>
                <a:off x="4271411" y="3390054"/>
                <a:ext cx="3614782" cy="684670"/>
                <a:chOff x="4271411" y="3390054"/>
                <a:chExt cx="3614782" cy="684670"/>
              </a:xfrm>
            </p:grpSpPr>
            <p:sp>
              <p:nvSpPr>
                <p:cNvPr id="60" name="正方形/長方形 59">
                  <a:extLst>
                    <a:ext uri="{FF2B5EF4-FFF2-40B4-BE49-F238E27FC236}">
                      <ns2:creationId id="{0B540501-B95E-9F2E-C585-D7C4761962D9}"/>
                    </a:ext>
                  </a:extLst>
                </p:cNvPr>
                <p:cNvSpPr/>
                <p:nvPr/>
              </p:nvSpPr>
              <p:spPr>
                <a:xfrm>
                  <a:off x="4271412" y="3390054"/>
                  <a:ext cx="3614781" cy="68467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271463" indent="-182563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8" name="正方形/長方形 77">
                  <a:extLst>
                    <a:ext uri="{FF2B5EF4-FFF2-40B4-BE49-F238E27FC236}">
                      <ns2:creationId id="{A045A5D4-7915-0483-90F0-9034301CB79F}"/>
                    </a:ext>
                  </a:extLst>
                </p:cNvPr>
                <p:cNvSpPr/>
                <p:nvPr/>
              </p:nvSpPr>
              <p:spPr>
                <a:xfrm>
                  <a:off x="4271411" y="3566078"/>
                  <a:ext cx="506624" cy="332622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endParaRPr>
                </a:p>
              </p:txBody>
            </p:sp>
          </p:grpSp>
          <p:grpSp>
            <p:nvGrpSpPr>
              <p:cNvPr id="107" name="グループ化 106">
                <a:extLst>
                  <a:ext uri="{FF2B5EF4-FFF2-40B4-BE49-F238E27FC236}">
                    <ns2:creationId id="{25A40D29-797D-E935-64E1-1DF21654DA03}"/>
                  </a:ext>
                </a:extLst>
              </p:cNvPr>
              <p:cNvGrpSpPr/>
              <p:nvPr/>
            </p:nvGrpSpPr>
            <p:grpSpPr>
              <a:xfrm>
                <a:off x="4271411" y="4856031"/>
                <a:ext cx="3614782" cy="684670"/>
                <a:chOff x="4271411" y="4856031"/>
                <a:chExt cx="3614782" cy="684670"/>
              </a:xfrm>
            </p:grpSpPr>
            <p:sp>
              <p:nvSpPr>
                <p:cNvPr id="62" name="正方形/長方形 61">
                  <a:extLst>
                    <a:ext uri="{FF2B5EF4-FFF2-40B4-BE49-F238E27FC236}">
                      <ns2:creationId id="{C3313186-A5BD-CB94-DCCD-354ACB943D23}"/>
                    </a:ext>
                  </a:extLst>
                </p:cNvPr>
                <p:cNvSpPr/>
                <p:nvPr/>
              </p:nvSpPr>
              <p:spPr>
                <a:xfrm>
                  <a:off x="4271412" y="4856031"/>
                  <a:ext cx="3614781" cy="68467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79" name="正方形/長方形 78">
                  <a:extLst>
                    <a:ext uri="{FF2B5EF4-FFF2-40B4-BE49-F238E27FC236}">
                      <ns2:creationId id="{50339A39-DE4D-8A11-3233-05DA21CBF2B1}"/>
                    </a:ext>
                  </a:extLst>
                </p:cNvPr>
                <p:cNvSpPr/>
                <p:nvPr/>
              </p:nvSpPr>
              <p:spPr>
                <a:xfrm>
                  <a:off x="4271411" y="4949758"/>
                  <a:ext cx="506624" cy="332622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</a:pP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endParaRPr>
                </a:p>
              </p:txBody>
            </p:sp>
          </p:grpSp>
          <p:grpSp>
            <p:nvGrpSpPr>
              <p:cNvPr id="84" name="グループ化 83">
                <a:extLst>
                  <a:ext uri="{FF2B5EF4-FFF2-40B4-BE49-F238E27FC236}">
                    <ns2:creationId id="{6E70D838-4A1F-46FB-4D89-A3A6FA888834}"/>
                  </a:ext>
                </a:extLst>
              </p:cNvPr>
              <p:cNvGrpSpPr/>
              <p:nvPr/>
            </p:nvGrpSpPr>
            <p:grpSpPr>
              <a:xfrm>
                <a:off x="7978776" y="1628775"/>
                <a:ext cx="3870777" cy="945995"/>
                <a:chOff x="7978776" y="1628775"/>
                <a:chExt cx="3870777" cy="945995"/>
              </a:xfrm>
            </p:grpSpPr>
            <p:sp>
              <p:nvSpPr>
                <p:cNvPr id="24" name="山形 65">
                  <a:extLst>
                    <a:ext uri="{FF2B5EF4-FFF2-40B4-BE49-F238E27FC236}">
                      <ns2:creationId id="{A3A5F02F-B574-3A4A-8F65-7F9CDD9BD96F}"/>
                    </a:ext>
                  </a:extLst>
                </p:cNvPr>
                <p:cNvSpPr/>
                <p:nvPr/>
              </p:nvSpPr>
              <p:spPr>
                <a:xfrm>
                  <a:off x="8108906" y="1926770"/>
                  <a:ext cx="3740647" cy="648000"/>
                </a:xfrm>
                <a:prstGeom prst="chevron">
                  <a:avLst>
                    <a:gd name="adj" fmla="val 18094"/>
                  </a:avLst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0" tIns="72000" rIns="36000" bIns="0" rtlCol="0" anchor="t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 b="1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5" name="楕円 24">
                  <a:extLst>
                    <a:ext uri="{FF2B5EF4-FFF2-40B4-BE49-F238E27FC236}">
                      <ns2:creationId id="{D03866B2-56F2-EA99-FF5F-214D2C909F3A}"/>
                    </a:ext>
                  </a:extLst>
                </p:cNvPr>
                <p:cNvSpPr/>
                <p:nvPr/>
              </p:nvSpPr>
              <p:spPr>
                <a:xfrm>
                  <a:off x="7978776" y="1628775"/>
                  <a:ext cx="427038" cy="427038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400" dirty="0">
                      <a:solidFill>
                        <a:schemeClr val="accent5"/>
                      </a:solidFill>
                      <a:latin typeface="+mn-ea"/>
                    </a:rPr>
                    <a:t>03</a:t>
                  </a:r>
                  <a:endParaRPr kumimoji="1" lang="ja-JP" altLang="en-US" sz="14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26" name="四角形: 角を丸くする 25">
                  <a:extLst>
                    <a:ext uri="{FF2B5EF4-FFF2-40B4-BE49-F238E27FC236}">
                      <ns2:creationId id="{38D6CFF6-8999-AE69-8E13-4E84FFA62ED0}"/>
                    </a:ext>
                  </a:extLst>
                </p:cNvPr>
                <p:cNvSpPr/>
                <p:nvPr/>
              </p:nvSpPr>
              <p:spPr>
                <a:xfrm>
                  <a:off x="8939467" y="2235687"/>
                  <a:ext cx="2079523" cy="2371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00" b="1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pic>
              <p:nvPicPr>
                <p:cNvPr id="37" name="グラフィックス 36" descr="統計 単色塗りつぶし">
                  <a:extLst>
                    <a:ext uri="{FF2B5EF4-FFF2-40B4-BE49-F238E27FC236}">
                      <ns2:creationId id="{3A4B23B7-9DA8-F15F-BECC-3FA036D484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26621" y="2034769"/>
                  <a:ext cx="432000" cy="432000"/>
                </a:xfrm>
                <a:prstGeom prst="rect">
                  <a:avLst/>
                </a:prstGeom>
              </p:spPr>
            </p:pic>
          </p:grpSp>
          <p:sp>
            <p:nvSpPr>
              <p:cNvPr id="63" name="正方形/長方形 62">
                <a:extLst>
                  <a:ext uri="{FF2B5EF4-FFF2-40B4-BE49-F238E27FC236}">
                    <ns2:creationId id="{BD933BEF-DA72-D5B3-82E1-DF41ACA97351}"/>
                  </a:ext>
                </a:extLst>
              </p:cNvPr>
              <p:cNvSpPr/>
              <p:nvPr/>
            </p:nvSpPr>
            <p:spPr>
              <a:xfrm>
                <a:off x="8108906" y="2657065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×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) </a:t>
                </a:r>
              </a:p>
              <a:p>
                <a:pPr marL="266700" indent="-17780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メイリオ" panose="020B0604030504040204" pitchFamily="50" charset="-128"/>
                  <a:buChar char="▶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6B4B8B1B-18E0-5519-6EFE-4B3421DD842F}"/>
                  </a:ext>
                </a:extLst>
              </p:cNvPr>
              <p:cNvSpPr/>
              <p:nvPr/>
            </p:nvSpPr>
            <p:spPr>
              <a:xfrm>
                <a:off x="8108906" y="4123042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(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266700" indent="-17780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メイリオ" panose="020B0604030504040204" pitchFamily="50" charset="-128"/>
                  <a:buChar char="▶"/>
                  <a:tabLst>
                    <a:tab pos="266700" algn="l"/>
                  </a:tabLst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DA2D43B7-EBDD-8BA9-6052-ADA98480927D}"/>
                  </a:ext>
                </a:extLst>
              </p:cNvPr>
              <p:cNvSpPr/>
              <p:nvPr/>
            </p:nvSpPr>
            <p:spPr>
              <a:xfrm>
                <a:off x="8108906" y="4856031"/>
                <a:ext cx="3614781" cy="68467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</a:p>
              <a:p>
                <a:pPr marL="171450" indent="-171450">
                  <a:lnSpc>
                    <a:spcPct val="105000"/>
                  </a:lnSpc>
                  <a:spcAft>
                    <a:spcPts val="200"/>
                  </a:spcAft>
                  <a:buClr>
                    <a:schemeClr val="accent5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108" name="グループ化 107">
                <a:extLst>
                  <a:ext uri="{FF2B5EF4-FFF2-40B4-BE49-F238E27FC236}">
                    <ns2:creationId id="{FEAC29C6-2FA2-D780-469D-4B526C1FBDBE}"/>
                  </a:ext>
                </a:extLst>
              </p:cNvPr>
              <p:cNvGrpSpPr/>
              <p:nvPr/>
            </p:nvGrpSpPr>
            <p:grpSpPr>
              <a:xfrm>
                <a:off x="8108906" y="3390054"/>
                <a:ext cx="3614781" cy="684670"/>
                <a:chOff x="8108906" y="3390054"/>
                <a:chExt cx="3614781" cy="684670"/>
              </a:xfrm>
            </p:grpSpPr>
            <p:sp>
              <p:nvSpPr>
                <p:cNvPr id="64" name="正方形/長方形 63">
                  <a:extLst>
                    <a:ext uri="{FF2B5EF4-FFF2-40B4-BE49-F238E27FC236}">
                      <ns2:creationId id="{9EECCFE1-C82F-9CD7-43B7-0DD688E700B9}"/>
                    </a:ext>
                  </a:extLst>
                </p:cNvPr>
                <p:cNvSpPr/>
                <p:nvPr/>
              </p:nvSpPr>
              <p:spPr>
                <a:xfrm>
                  <a:off x="8108906" y="3390054"/>
                  <a:ext cx="3614781" cy="68467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80" name="正方形/長方形 79">
                  <a:extLst>
                    <a:ext uri="{FF2B5EF4-FFF2-40B4-BE49-F238E27FC236}">
                      <ns2:creationId id="{3A4822C5-4298-E3B9-A9EA-62599D71AE56}"/>
                    </a:ext>
                  </a:extLst>
                </p:cNvPr>
                <p:cNvSpPr/>
                <p:nvPr/>
              </p:nvSpPr>
              <p:spPr>
                <a:xfrm>
                  <a:off x="8108906" y="3566078"/>
                  <a:ext cx="660326" cy="332622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</a:pP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  <a:cs typeface="Meiryo UI" pitchFamily="34" charset="-120"/>
                  </a:endParaRPr>
                </a:p>
              </p:txBody>
            </p:sp>
          </p:grpSp>
          <p:grpSp>
            <p:nvGrpSpPr>
              <p:cNvPr id="105" name="グループ化 104">
                <a:extLst>
                  <a:ext uri="{FF2B5EF4-FFF2-40B4-BE49-F238E27FC236}">
                    <ns2:creationId id="{FD33B03B-1403-2E29-03A4-3D27961D657A}"/>
                  </a:ext>
                </a:extLst>
              </p:cNvPr>
              <p:cNvGrpSpPr/>
              <p:nvPr/>
            </p:nvGrpSpPr>
            <p:grpSpPr>
              <a:xfrm>
                <a:off x="468312" y="2657065"/>
                <a:ext cx="3614781" cy="684670"/>
                <a:chOff x="468312" y="2657065"/>
                <a:chExt cx="3614781" cy="684670"/>
              </a:xfrm>
            </p:grpSpPr>
            <p:sp>
              <p:nvSpPr>
                <p:cNvPr id="41" name="正方形/長方形 40">
                  <a:extLst>
                    <a:ext uri="{FF2B5EF4-FFF2-40B4-BE49-F238E27FC236}">
                      <ns2:creationId id="{ADA51E86-85B4-DD4A-A6E7-8794FA2B1AD1}"/>
                    </a:ext>
                  </a:extLst>
                </p:cNvPr>
                <p:cNvSpPr/>
                <p:nvPr/>
              </p:nvSpPr>
              <p:spPr>
                <a:xfrm>
                  <a:off x="468312" y="2657065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</a:p>
                <a:p>
                  <a:pPr marL="271463" indent="-182563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0" name="グラフィックス 89" descr="ブリーフケース 単色塗りつぶし">
                  <a:extLst>
                    <a:ext uri="{FF2B5EF4-FFF2-40B4-BE49-F238E27FC236}">
                      <ns2:creationId id="{F4482312-DC48-E1FF-3AB2-0F04DE3C9A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59" y="3011901"/>
                  <a:ext cx="329833" cy="329833"/>
                </a:xfrm>
                <a:prstGeom prst="rect">
                  <a:avLst/>
                </a:prstGeom>
              </p:spPr>
            </p:pic>
          </p:grpSp>
          <p:grpSp>
            <p:nvGrpSpPr>
              <p:cNvPr id="104" name="グループ化 103">
                <a:extLst>
                  <a:ext uri="{FF2B5EF4-FFF2-40B4-BE49-F238E27FC236}">
                    <ns2:creationId id="{9E70E570-E2A6-21BA-C38F-D87A2319A085}"/>
                  </a:ext>
                </a:extLst>
              </p:cNvPr>
              <p:cNvGrpSpPr/>
              <p:nvPr/>
            </p:nvGrpSpPr>
            <p:grpSpPr>
              <a:xfrm>
                <a:off x="468312" y="3390054"/>
                <a:ext cx="3614781" cy="684670"/>
                <a:chOff x="468312" y="3390054"/>
                <a:chExt cx="3614781" cy="684670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ns2:creationId id="{67ADBEF3-5AFF-B815-6C0B-8C21D0D34D7F}"/>
                    </a:ext>
                  </a:extLst>
                </p:cNvPr>
                <p:cNvSpPr/>
                <p:nvPr/>
              </p:nvSpPr>
              <p:spPr>
                <a:xfrm>
                  <a:off x="468312" y="3390054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269875" indent="-180975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2" name="グラフィックス 91" descr="お金 単色塗りつぶし">
                  <a:extLst>
                    <a:ext uri="{FF2B5EF4-FFF2-40B4-BE49-F238E27FC236}">
                      <ns2:creationId id="{10262CBD-191F-A1AB-A6D8-9EAFC3AC1D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60" y="3744892"/>
                  <a:ext cx="329832" cy="329832"/>
                </a:xfrm>
                <a:prstGeom prst="rect">
                  <a:avLst/>
                </a:prstGeom>
              </p:spPr>
            </p:pic>
          </p:grpSp>
          <p:grpSp>
            <p:nvGrpSpPr>
              <p:cNvPr id="103" name="グループ化 102">
                <a:extLst>
                  <a:ext uri="{FF2B5EF4-FFF2-40B4-BE49-F238E27FC236}">
                    <ns2:creationId id="{CB049541-E854-5098-163C-3B4B18C20A60}"/>
                  </a:ext>
                </a:extLst>
              </p:cNvPr>
              <p:cNvGrpSpPr/>
              <p:nvPr/>
            </p:nvGrpSpPr>
            <p:grpSpPr>
              <a:xfrm>
                <a:off x="468312" y="4123042"/>
                <a:ext cx="3614781" cy="684670"/>
                <a:chOff x="468312" y="4123042"/>
                <a:chExt cx="3614781" cy="684670"/>
              </a:xfrm>
            </p:grpSpPr>
            <p:sp>
              <p:nvSpPr>
                <p:cNvPr id="43" name="正方形/長方形 42">
                  <a:extLst>
                    <a:ext uri="{FF2B5EF4-FFF2-40B4-BE49-F238E27FC236}">
                      <ns2:creationId id="{CBE74917-3966-4637-F87B-06C1E670AC8C}"/>
                    </a:ext>
                  </a:extLst>
                </p:cNvPr>
                <p:cNvSpPr/>
                <p:nvPr/>
              </p:nvSpPr>
              <p:spPr>
                <a:xfrm>
                  <a:off x="468312" y="4123042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 </a:t>
                  </a:r>
                </a:p>
                <a:p>
                  <a:pPr marL="265113" indent="-179388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4" name="グラフィックス 93" descr="円グラフ 単色塗りつぶし">
                  <a:extLst>
                    <a:ext uri="{FF2B5EF4-FFF2-40B4-BE49-F238E27FC236}">
                      <ns2:creationId id="{B728882E-BD13-A18B-E360-00536FAA01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60" y="4477880"/>
                  <a:ext cx="329832" cy="329832"/>
                </a:xfrm>
                <a:prstGeom prst="rect">
                  <a:avLst/>
                </a:prstGeom>
              </p:spPr>
            </p:pic>
          </p:grpSp>
          <p:grpSp>
            <p:nvGrpSpPr>
              <p:cNvPr id="97" name="グループ化 96">
                <a:extLst>
                  <a:ext uri="{FF2B5EF4-FFF2-40B4-BE49-F238E27FC236}">
                    <ns2:creationId id="{2DDA464F-22C7-AADE-F603-9CF9788F8F9B}"/>
                  </a:ext>
                </a:extLst>
              </p:cNvPr>
              <p:cNvGrpSpPr/>
              <p:nvPr/>
            </p:nvGrpSpPr>
            <p:grpSpPr>
              <a:xfrm>
                <a:off x="468312" y="4856031"/>
                <a:ext cx="3614781" cy="684670"/>
                <a:chOff x="468312" y="4856031"/>
                <a:chExt cx="3614781" cy="684670"/>
              </a:xfrm>
            </p:grpSpPr>
            <p:sp>
              <p:nvSpPr>
                <p:cNvPr id="44" name="正方形/長方形 43">
                  <a:extLst>
                    <a:ext uri="{FF2B5EF4-FFF2-40B4-BE49-F238E27FC236}">
                      <ns2:creationId id="{E2042B14-C89B-D07C-40A5-D24387A85132}"/>
                    </a:ext>
                  </a:extLst>
                </p:cNvPr>
                <p:cNvSpPr/>
                <p:nvPr/>
              </p:nvSpPr>
              <p:spPr>
                <a:xfrm>
                  <a:off x="468312" y="4856031"/>
                  <a:ext cx="3614781" cy="68467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05000"/>
                    </a:lnSpc>
                    <a:spcAft>
                      <a:spcPts val="200"/>
                    </a:spcAft>
                    <a:buSzPct val="100000"/>
                  </a:pP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269875" indent="-182563">
                    <a:lnSpc>
                      <a:spcPct val="105000"/>
                    </a:lnSpc>
                    <a:spcAft>
                      <a:spcPts val="200"/>
                    </a:spcAft>
                    <a:buClr>
                      <a:schemeClr val="accent5"/>
                    </a:buClr>
                    <a:buSzPct val="100000"/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pic>
              <p:nvPicPr>
                <p:cNvPr id="96" name="グラフィックス 95" descr="需要と供給 単色塗りつぶし">
                  <a:extLst>
                    <a:ext uri="{FF2B5EF4-FFF2-40B4-BE49-F238E27FC236}">
                      <ns2:creationId id="{D6B1C15D-19EC-A6FA-3982-3C913B17F8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53260" y="5210868"/>
                  <a:ext cx="329832" cy="329832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1244340405"/>
      </p:ext>
    </p:extLst>
  </p:cSld>
  <p:clrMapOvr>
    <a:masterClrMapping/>
  </p:clrMapOvr>
</p:sld>
</file>

<file path=ppt/slides/slide30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CF45B4F-3DD4-3818-8E1D-0ECC71120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2D8443A-F97D-3578-4C4B-7628D4708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3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B8D1503-CA55-1B55-4284-7F900DBFA7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endParaRPr lang="en-US" altLang="ja-JP" sz="1400" dirty="0">
              <a:latin typeface="+mn-ea"/>
              <a:ea typeface="+mn-ea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 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 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 / </a:t>
            </a:r>
            <a:r>
              <a:rPr lang="ja-JP" altLang="en-US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r>
              <a:rPr lang="en-US" altLang="ja-JP" sz="1400" dirty="0">
                <a:latin typeface="+mn-ea"/>
                <a:ea typeface="+mn-ea"/>
              </a:rPr>
              <a:t>XX</a:t>
            </a:r>
            <a:r>
              <a:rPr lang="ja-JP" altLang="ja-JP" sz="1400" dirty="0">
                <a:latin typeface="+mn-ea"/>
                <a:ea typeface="+mn-ea"/>
              </a:rPr>
              <a:t>XX</a:t>
            </a:r>
            <a:endParaRPr lang="ja-JP" altLang="en-US" sz="1400" dirty="0">
              <a:latin typeface="+mn-ea"/>
              <a:ea typeface="+mn-ea"/>
            </a:endParaRPr>
          </a:p>
        </p:txBody>
      </p:sp>
      <p:grpSp>
        <p:nvGrpSpPr>
          <p:cNvPr id="40" name="Group 39">
            <a:extLst>
              <a:ext uri="{FF2B5EF4-FFF2-40B4-BE49-F238E27FC236}">
                <ns2:creationId id="{39220805-96C9-A7DA-37AC-9C5BA31E6528}"/>
              </a:ext>
            </a:extLst>
          </p:cNvPr>
          <p:cNvGrpSpPr/>
          <p:nvPr/>
        </p:nvGrpSpPr>
        <p:grpSpPr>
          <a:xfrm>
            <a:off x="344106" y="1615859"/>
            <a:ext cx="11512933" cy="4692866"/>
            <a:chOff x="344106" y="1615859"/>
            <a:chExt cx="11512933" cy="4692866"/>
          </a:xfrm>
        </p:grpSpPr>
        <p:grpSp>
          <p:nvGrpSpPr>
            <p:cNvPr id="10" name="Group 9">
              <a:extLst>
                <a:ext uri="{FF2B5EF4-FFF2-40B4-BE49-F238E27FC236}">
                  <ns2:creationId id="{6CC72FE1-706E-5946-1159-9B084DD25C03}"/>
                </a:ext>
              </a:extLst>
            </p:cNvPr>
            <p:cNvGrpSpPr/>
            <p:nvPr/>
          </p:nvGrpSpPr>
          <p:grpSpPr>
            <a:xfrm>
              <a:off x="4238512" y="1615859"/>
              <a:ext cx="7618527" cy="4692866"/>
              <a:chOff x="4238512" y="1615859"/>
              <a:chExt cx="7618527" cy="4692866"/>
            </a:xfrm>
          </p:grpSpPr>
          <p:grpSp>
            <p:nvGrpSpPr>
              <p:cNvPr id="164" name="グループ化 163">
                <a:extLst>
                  <a:ext uri="{FF2B5EF4-FFF2-40B4-BE49-F238E27FC236}">
                    <ns2:creationId id="{10DCCD79-4E59-A796-1B5E-5350C4D873B2}"/>
                  </a:ext>
                </a:extLst>
              </p:cNvPr>
              <p:cNvGrpSpPr/>
              <p:nvPr/>
            </p:nvGrpSpPr>
            <p:grpSpPr>
              <a:xfrm>
                <a:off x="4238512" y="1615859"/>
                <a:ext cx="7618527" cy="4692866"/>
                <a:chOff x="4238512" y="1615859"/>
                <a:chExt cx="7618527" cy="4692866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ns2:creationId id="{BFAA4E3C-F3A8-FDC4-B3D2-34E01A071C43}"/>
                    </a:ext>
                  </a:extLst>
                </p:cNvPr>
                <p:cNvSpPr/>
                <p:nvPr/>
              </p:nvSpPr>
              <p:spPr>
                <a:xfrm>
                  <a:off x="4238512" y="1628775"/>
                  <a:ext cx="7618525" cy="467995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163" name="グループ化 162">
                  <a:extLst>
                    <a:ext uri="{FF2B5EF4-FFF2-40B4-BE49-F238E27FC236}">
                      <ns2:creationId id="{42C2F88F-0A5B-EA4D-030A-5C9B0FEAC95C}"/>
                    </a:ext>
                  </a:extLst>
                </p:cNvPr>
                <p:cNvGrpSpPr/>
                <p:nvPr/>
              </p:nvGrpSpPr>
              <p:grpSpPr>
                <a:xfrm>
                  <a:off x="4349930" y="1615859"/>
                  <a:ext cx="7507109" cy="4584689"/>
                  <a:chOff x="4349930" y="1615859"/>
                  <a:chExt cx="7507109" cy="4584689"/>
                </a:xfrm>
              </p:grpSpPr>
              <p:grpSp>
                <p:nvGrpSpPr>
                  <p:cNvPr id="162" name="グループ化 161">
                    <a:extLst>
                      <a:ext uri="{FF2B5EF4-FFF2-40B4-BE49-F238E27FC236}">
                        <ns2:creationId id="{4E2155AF-4CF4-00DD-89A9-AE48087501EF}"/>
                      </a:ext>
                    </a:extLst>
                  </p:cNvPr>
                  <p:cNvGrpSpPr/>
                  <p:nvPr/>
                </p:nvGrpSpPr>
                <p:grpSpPr>
                  <a:xfrm>
                    <a:off x="4349931" y="1615859"/>
                    <a:ext cx="7507106" cy="711116"/>
                    <a:chOff x="4349931" y="1615859"/>
                    <a:chExt cx="7507106" cy="711116"/>
                  </a:xfrm>
                </p:grpSpPr>
                <p:sp>
                  <p:nvSpPr>
                    <p:cNvPr id="88" name="正方形/長方形 87">
                      <a:extLst>
                        <a:ext uri="{FF2B5EF4-FFF2-40B4-BE49-F238E27FC236}">
                          <ns2:creationId id="{D3966301-C8D9-E5F7-389E-D084B6A31C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49931" y="2042896"/>
                      <a:ext cx="7507106" cy="284079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altLang="ja-JP" sz="10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</a:br>
                      <a:r>
                        <a:rPr lang="en-US" altLang="ja-JP" sz="10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) </a:t>
                      </a:r>
                      <a:endParaRPr lang="en-US" altLang="ja-JP" sz="10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grpSp>
                  <p:nvGrpSpPr>
                    <p:cNvPr id="161" name="グループ化 160">
                      <a:extLst>
                        <a:ext uri="{FF2B5EF4-FFF2-40B4-BE49-F238E27FC236}">
                          <ns2:creationId id="{0FF801D6-8262-AE63-059F-C36F13907F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49931" y="1615859"/>
                      <a:ext cx="7507106" cy="415133"/>
                      <a:chOff x="4349931" y="1615859"/>
                      <a:chExt cx="7507106" cy="415133"/>
                    </a:xfrm>
                  </p:grpSpPr>
                  <p:sp>
                    <p:nvSpPr>
                      <p:cNvPr id="61" name="正方形/長方形 60">
                        <a:extLst>
                          <a:ext uri="{FF2B5EF4-FFF2-40B4-BE49-F238E27FC236}">
                            <ns2:creationId id="{3DC2E00E-5836-4A0D-C2E0-B08A110B18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335486" y="1615859"/>
                        <a:ext cx="5521551" cy="415133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1200" dirty="0">
                            <a:solidFill>
                              <a:schemeClr val="accent5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br>
                          <a:rPr lang="en-US" altLang="ja-JP" sz="1000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</a:br>
                        <a:r>
                          <a:rPr lang="en-US" altLang="ja-JP" sz="1000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)</a:t>
                        </a:r>
                        <a:endParaRPr kumimoji="1" lang="ja-JP" altLang="en-US" sz="1000" dirty="0">
                          <a:solidFill>
                            <a:srgbClr val="00943A"/>
                          </a:solidFill>
                          <a:latin typeface="+mn-ea"/>
                        </a:endParaRPr>
                      </a:p>
                    </p:txBody>
                  </p:sp>
                  <p:grpSp>
                    <p:nvGrpSpPr>
                      <p:cNvPr id="160" name="グループ化 159">
                        <a:extLst>
                          <a:ext uri="{FF2B5EF4-FFF2-40B4-BE49-F238E27FC236}">
                            <ns2:creationId id="{8D46DB22-9C2E-32FF-BB6B-8C184EE4AF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349931" y="1615859"/>
                        <a:ext cx="1985555" cy="415133"/>
                        <a:chOff x="4349931" y="1615859"/>
                        <a:chExt cx="1985555" cy="415133"/>
                      </a:xfrm>
                    </p:grpSpPr>
                    <p:sp>
                      <p:nvSpPr>
                        <p:cNvPr id="60" name="正方形/長方形 59">
                          <a:extLst>
                            <a:ext uri="{FF2B5EF4-FFF2-40B4-BE49-F238E27FC236}">
                              <ns2:creationId id="{35C30388-FE6C-A494-393C-D4468AE9CA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349931" y="1615859"/>
                          <a:ext cx="1985555" cy="415133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1200" dirty="0" err="1">
                              <a:solidFill>
                                <a:schemeClr val="accent5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accent5"/>
                            </a:solidFill>
                            <a:latin typeface="+mn-ea"/>
                          </a:endParaRPr>
                        </a:p>
                      </p:txBody>
                    </p:sp>
                    <p:pic>
                      <p:nvPicPr>
                        <p:cNvPr id="90" name="グラフィックス 89" descr="ワークフロー 単色塗りつぶし">
                          <a:extLst>
                            <a:ext uri="{FF2B5EF4-FFF2-40B4-BE49-F238E27FC236}">
                              <ns2:creationId id="{CF79AF49-9927-576D-40EF-C17D8DCBB60F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ns3:svgBlip r:embed="rId2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4500549" y="1661319"/>
                          <a:ext cx="324212" cy="3242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grpSp>
                <p:nvGrpSpPr>
                  <p:cNvPr id="159" name="グループ化 158">
                    <a:extLst>
                      <a:ext uri="{FF2B5EF4-FFF2-40B4-BE49-F238E27FC236}">
                        <ns2:creationId id="{73CA0FF3-7846-F82C-07DE-A8FCDAC6EDD1}"/>
                      </a:ext>
                    </a:extLst>
                  </p:cNvPr>
                  <p:cNvGrpSpPr/>
                  <p:nvPr/>
                </p:nvGrpSpPr>
                <p:grpSpPr>
                  <a:xfrm>
                    <a:off x="4349930" y="2376729"/>
                    <a:ext cx="7507109" cy="2176366"/>
                    <a:chOff x="4349930" y="2376729"/>
                    <a:chExt cx="7507109" cy="2176366"/>
                  </a:xfrm>
                </p:grpSpPr>
                <p:sp>
                  <p:nvSpPr>
                    <p:cNvPr id="52" name="ホームベース 64">
                      <a:extLst>
                        <a:ext uri="{FF2B5EF4-FFF2-40B4-BE49-F238E27FC236}">
                          <ns2:creationId id="{93FB59A8-8957-C51D-E771-8C126C6E20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2376729"/>
                      <a:ext cx="1836000" cy="251573"/>
                    </a:xfrm>
                    <a:prstGeom prst="homePlate">
                      <a:avLst>
                        <a:gd name="adj" fmla="val 18206"/>
                      </a:avLst>
                    </a:prstGeom>
                    <a:solidFill>
                      <a:schemeClr val="accent5"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r>
                        <a:rPr lang="en-US" altLang="ja-JP" sz="105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54" name="山形 65">
                      <a:extLst>
                        <a:ext uri="{FF2B5EF4-FFF2-40B4-BE49-F238E27FC236}">
                          <ns2:creationId id="{CED26636-9554-D48D-F033-D21366D953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98361" y="2376729"/>
                      <a:ext cx="1836000" cy="251573"/>
                    </a:xfrm>
                    <a:prstGeom prst="chevron">
                      <a:avLst>
                        <a:gd name="adj" fmla="val 18094"/>
                      </a:avLst>
                    </a:prstGeom>
                    <a:solidFill>
                      <a:schemeClr val="accent5">
                        <a:alpha val="6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①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56" name="山形 65">
                      <a:extLst>
                        <a:ext uri="{FF2B5EF4-FFF2-40B4-BE49-F238E27FC236}">
                          <ns2:creationId id="{C3EAC09E-0A1A-D359-2F9A-F1A38CB7F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39715" y="2376729"/>
                      <a:ext cx="1836000" cy="251573"/>
                    </a:xfrm>
                    <a:prstGeom prst="chevron">
                      <a:avLst>
                        <a:gd name="adj" fmla="val 18094"/>
                      </a:avLst>
                    </a:prstGeom>
                    <a:solidFill>
                      <a:schemeClr val="accent5">
                        <a:alpha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②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58" name="山形 65">
                      <a:extLst>
                        <a:ext uri="{FF2B5EF4-FFF2-40B4-BE49-F238E27FC236}">
                          <ns2:creationId id="{BF3FCC17-5996-FB71-FD0A-83D0E4A230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81069" y="2376729"/>
                      <a:ext cx="1836000" cy="251573"/>
                    </a:xfrm>
                    <a:prstGeom prst="chevron">
                      <a:avLst>
                        <a:gd name="adj" fmla="val 18094"/>
                      </a:avLst>
                    </a:prstGeom>
                    <a:solidFill>
                      <a:schemeClr val="accent5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en-US" altLang="ja-JP" sz="1050" dirty="0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③ </a:t>
                      </a:r>
                      <a:r>
                        <a:rPr lang="en-US" altLang="ja-JP" sz="1050" dirty="0" err="1">
                          <a:solidFill>
                            <a:schemeClr val="bg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bg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64" name="正方形/長方形 63">
                      <a:extLst>
                        <a:ext uri="{FF2B5EF4-FFF2-40B4-BE49-F238E27FC236}">
                          <ns2:creationId id="{6CD9672B-D6AB-14AC-C985-07100397AE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2641218"/>
                      <a:ext cx="1793540" cy="58382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r>
                        <a:rPr lang="en-US" altLang="ja-JP" sz="8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ja-JP" altLang="en-US" sz="8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b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</a:b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 </a:t>
                      </a: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(</a:t>
                      </a:r>
                      <a:r>
                        <a:rPr lang="en-US" altLang="ja-JP" sz="80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)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 </a:t>
                      </a:r>
                      <a:endParaRPr lang="en-US" altLang="ja-JP" sz="800" dirty="0">
                        <a:solidFill>
                          <a:schemeClr val="tx1"/>
                        </a:solidFill>
                        <a:latin typeface="+mn-ea"/>
                        <a:cs typeface="Meiryo UI" pitchFamily="34" charset="-120"/>
                      </a:endParaRPr>
                    </a:p>
                  </p:txBody>
                </p:sp>
                <p:sp>
                  <p:nvSpPr>
                    <p:cNvPr id="66" name="正方形/長方形 65">
                      <a:extLst>
                        <a:ext uri="{FF2B5EF4-FFF2-40B4-BE49-F238E27FC236}">
                          <ns2:creationId id="{DBD223D9-74B6-880C-3441-E414AC92CE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65122" y="2641218"/>
                      <a:ext cx="1793539" cy="21500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</a:rPr>
                        <a:t>「</a:t>
                      </a:r>
                      <a:r>
                        <a:rPr lang="en-US" altLang="ja-JP" sz="800" dirty="0" err="1">
                          <a:solidFill>
                            <a:srgbClr val="00943A"/>
                          </a:solidFill>
                          <a:latin typeface="+mn-ea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67" name="正方形/長方形 66">
                      <a:extLst>
                        <a:ext uri="{FF2B5EF4-FFF2-40B4-BE49-F238E27FC236}">
                          <ns2:creationId id="{1307CB25-80EE-B20A-ABBE-AC4B38364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3236" y="2641218"/>
                      <a:ext cx="1793539" cy="21500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「</a:t>
                      </a:r>
                      <a:r>
                        <a:rPr lang="en-US" altLang="ja-JP" sz="800" dirty="0" err="1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800" dirty="0">
                        <a:solidFill>
                          <a:srgbClr val="00943A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68" name="正方形/長方形 67">
                      <a:extLst>
                        <a:ext uri="{FF2B5EF4-FFF2-40B4-BE49-F238E27FC236}">
                          <ns2:creationId id="{412748DE-24BB-D842-182B-9DD6C904A1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81350" y="2641218"/>
                      <a:ext cx="1793539" cy="215006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「</a:t>
                      </a:r>
                      <a:r>
                        <a:rPr lang="en-US" altLang="ja-JP" sz="800" dirty="0" err="1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rgbClr val="00943A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800" dirty="0">
                        <a:solidFill>
                          <a:srgbClr val="00943A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0" name="吹き出し: 四角形 79">
                      <a:extLst>
                        <a:ext uri="{FF2B5EF4-FFF2-40B4-BE49-F238E27FC236}">
                          <ns2:creationId id="{CBAC90FA-DB6D-D22D-1497-03A79ECBBC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44601" y="4373519"/>
                      <a:ext cx="3254500" cy="179576"/>
                    </a:xfrm>
                    <a:prstGeom prst="wedgeRectCallout">
                      <a:avLst>
                        <a:gd name="adj1" fmla="val 27957"/>
                        <a:gd name="adj2" fmla="val -82857"/>
                      </a:avLst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8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8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) </a:t>
                      </a:r>
                      <a:r>
                        <a:rPr lang="en-US" altLang="ja-JP" sz="8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8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3" name="正方形/長方形 82">
                      <a:extLst>
                        <a:ext uri="{FF2B5EF4-FFF2-40B4-BE49-F238E27FC236}">
                          <ns2:creationId id="{84E57178-B186-D7C8-DB8E-5701B46587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39555" y="3018080"/>
                      <a:ext cx="1917484" cy="31902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95" name="正方形/長方形 94">
                      <a:extLst>
                        <a:ext uri="{FF2B5EF4-FFF2-40B4-BE49-F238E27FC236}">
                          <ns2:creationId id="{61E629D6-8D20-455C-1281-8474B68527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49930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0" name="正方形/長方形 109">
                      <a:extLst>
                        <a:ext uri="{FF2B5EF4-FFF2-40B4-BE49-F238E27FC236}">
                          <ns2:creationId id="{7AB398B3-9AD6-1399-0384-5136BEAE3A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14317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8" name="正方形/長方形 117">
                      <a:extLst>
                        <a:ext uri="{FF2B5EF4-FFF2-40B4-BE49-F238E27FC236}">
                          <ns2:creationId id="{65902766-5C16-EBCC-0FBE-14897F4B3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5166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4" name="正方形/長方形 83">
                      <a:extLst>
                        <a:ext uri="{FF2B5EF4-FFF2-40B4-BE49-F238E27FC236}">
                          <ns2:creationId id="{7748AFC8-3FD0-A35E-2A42-47C69A68E5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5" name="正方形/長方形 84">
                      <a:extLst>
                        <a:ext uri="{FF2B5EF4-FFF2-40B4-BE49-F238E27FC236}">
                          <ns2:creationId id="{C5C0C805-2A14-B735-F785-FCBB275C6F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86" name="正方形/長方形 85">
                      <a:extLst>
                        <a:ext uri="{FF2B5EF4-FFF2-40B4-BE49-F238E27FC236}">
                          <ns2:creationId id="{E653461F-BB03-FC27-0C75-6859B36F2A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7007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94" name="正方形/長方形 93">
                      <a:extLst>
                        <a:ext uri="{FF2B5EF4-FFF2-40B4-BE49-F238E27FC236}">
                          <ns2:creationId id="{99E2A5F6-DC40-B8E8-057A-96755CB6D2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8044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4" name="正方形/長方形 103">
                      <a:extLst>
                        <a:ext uri="{FF2B5EF4-FFF2-40B4-BE49-F238E27FC236}">
                          <ns2:creationId id="{FE69BE08-5784-7971-BB9E-551EFDC71D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1394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5" name="正方形/長方形 104">
                      <a:extLst>
                        <a:ext uri="{FF2B5EF4-FFF2-40B4-BE49-F238E27FC236}">
                          <ns2:creationId id="{4118D337-9225-D45B-FC69-CB3ABC0A0E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1394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6" name="正方形/長方形 105">
                      <a:extLst>
                        <a:ext uri="{FF2B5EF4-FFF2-40B4-BE49-F238E27FC236}">
                          <ns2:creationId id="{0AAD46A5-EF80-8992-EA06-759F2E37CD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1394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107" name="正方形/長方形 106">
                      <a:extLst>
                        <a:ext uri="{FF2B5EF4-FFF2-40B4-BE49-F238E27FC236}">
                          <ns2:creationId id="{A4213674-F001-BFD7-E9D9-F32D68189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02431" y="3231566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8" name="正方形/長方形 107">
                      <a:extLst>
                        <a:ext uri="{FF2B5EF4-FFF2-40B4-BE49-F238E27FC236}">
                          <ns2:creationId id="{C7854266-D499-F933-593B-F312209B1A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02431" y="3533023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09" name="正方形/長方形 108">
                      <a:extLst>
                        <a:ext uri="{FF2B5EF4-FFF2-40B4-BE49-F238E27FC236}">
                          <ns2:creationId id="{581E7C85-93F1-5679-3D1F-59B5DB5302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02431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2" name="正方形/長方形 111">
                      <a:extLst>
                        <a:ext uri="{FF2B5EF4-FFF2-40B4-BE49-F238E27FC236}">
                          <ns2:creationId id="{B20354C5-A10B-FE18-9748-0AAC025F55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82243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3" name="正方形/長方形 112">
                      <a:extLst>
                        <a:ext uri="{FF2B5EF4-FFF2-40B4-BE49-F238E27FC236}">
                          <ns2:creationId id="{F5A9C749-B75C-7377-53B6-BEC158CD56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82243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4" name="正方形/長方形 113">
                      <a:extLst>
                        <a:ext uri="{FF2B5EF4-FFF2-40B4-BE49-F238E27FC236}">
                          <ns2:creationId id="{E28620C6-4F62-99F7-B3AC-2115027452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82243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115" name="正方形/長方形 114">
                      <a:extLst>
                        <a:ext uri="{FF2B5EF4-FFF2-40B4-BE49-F238E27FC236}">
                          <ns2:creationId id="{D4782E16-D068-BA86-8EFF-FF1C20960C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3280" y="3231566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 (</a:t>
                      </a:r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) </a:t>
                      </a:r>
                      <a:endParaRPr kumimoji="1" lang="ja-JP" altLang="en-US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6" name="正方形/長方形 115">
                      <a:extLst>
                        <a:ext uri="{FF2B5EF4-FFF2-40B4-BE49-F238E27FC236}">
                          <ns2:creationId id="{BC943582-DBAF-274A-0BF4-F01E871C99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3280" y="3533023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17" name="正方形/長方形 116">
                      <a:extLst>
                        <a:ext uri="{FF2B5EF4-FFF2-40B4-BE49-F238E27FC236}">
                          <ns2:creationId id="{AD2C7A5A-3D5F-3758-1EF8-366CF87A44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3280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0" name="正方形/長方形 119">
                      <a:extLst>
                        <a:ext uri="{FF2B5EF4-FFF2-40B4-BE49-F238E27FC236}">
                          <ns2:creationId id="{45CA979B-3FD8-9AB8-A3E3-015F786EB9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43092" y="3231566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1" name="正方形/長方形 120">
                      <a:extLst>
                        <a:ext uri="{FF2B5EF4-FFF2-40B4-BE49-F238E27FC236}">
                          <ns2:creationId id="{C576F84D-07BF-C5F0-DB61-2AFDBEEB79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43092" y="3533023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2" name="正方形/長方形 121">
                      <a:extLst>
                        <a:ext uri="{FF2B5EF4-FFF2-40B4-BE49-F238E27FC236}">
                          <ns2:creationId id="{4D318ABF-E12C-D4F6-A972-1B53637427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43092" y="3834479"/>
                      <a:ext cx="477704" cy="251703"/>
                    </a:xfrm>
                    <a:prstGeom prst="rect">
                      <a:avLst/>
                    </a:prstGeom>
                    <a:solidFill>
                      <a:schemeClr val="accent6">
                        <a:alpha val="10000"/>
                      </a:schemeClr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900" dirty="0">
                          <a:solidFill>
                            <a:schemeClr val="accent5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sp>
                  <p:nvSpPr>
                    <p:cNvPr id="123" name="正方形/長方形 122">
                      <a:extLst>
                        <a:ext uri="{FF2B5EF4-FFF2-40B4-BE49-F238E27FC236}">
                          <ns2:creationId id="{685DB0AE-1A96-7687-D059-800BCD0BCB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4129" y="3231566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4" name="正方形/長方形 123">
                      <a:extLst>
                        <a:ext uri="{FF2B5EF4-FFF2-40B4-BE49-F238E27FC236}">
                          <ns2:creationId id="{4ED991B9-EF84-DF2A-1945-2D71CC2C90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4129" y="3533023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kumimoji="1" lang="ja-JP" altLang="en-US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5" name="正方形/長方形 124">
                      <a:extLst>
                        <a:ext uri="{FF2B5EF4-FFF2-40B4-BE49-F238E27FC236}">
                          <ns2:creationId id="{76DA5717-A93C-F2CA-8788-998695DE69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4129" y="3834479"/>
                      <a:ext cx="1315924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 err="1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r>
                        <a:rPr lang="en-US" altLang="ja-JP" sz="900" dirty="0">
                          <a:solidFill>
                            <a:schemeClr val="accent5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900" dirty="0">
                        <a:solidFill>
                          <a:schemeClr val="accent5"/>
                        </a:solidFill>
                        <a:latin typeface="+mn-ea"/>
                      </a:endParaRPr>
                    </a:p>
                  </p:txBody>
                </p:sp>
                <p:sp>
                  <p:nvSpPr>
                    <p:cNvPr id="126" name="正方形/長方形 125">
                      <a:extLst>
                        <a:ext uri="{FF2B5EF4-FFF2-40B4-BE49-F238E27FC236}">
                          <ns2:creationId id="{A0BBBC9C-94BA-A576-2523-216783343F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36015" y="4086053"/>
                      <a:ext cx="1804038" cy="251703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en-US" altLang="ja-JP" sz="90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rPr>
                        <a:t>XX</a:t>
                      </a:r>
                      <a:endParaRPr lang="en-US" altLang="ja-JP" sz="105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p:txBody>
                </p:sp>
              </p:grpSp>
              <p:grpSp>
                <p:nvGrpSpPr>
                  <p:cNvPr id="158" name="グループ化 157">
                    <a:extLst>
                      <a:ext uri="{FF2B5EF4-FFF2-40B4-BE49-F238E27FC236}">
                        <ns2:creationId id="{AA1F908D-F1F6-CFB8-401D-537DF21393DD}"/>
                      </a:ext>
                    </a:extLst>
                  </p:cNvPr>
                  <p:cNvGrpSpPr/>
                  <p:nvPr/>
                </p:nvGrpSpPr>
                <p:grpSpPr>
                  <a:xfrm>
                    <a:off x="4349930" y="4573184"/>
                    <a:ext cx="7406736" cy="1627364"/>
                    <a:chOff x="4349930" y="4573184"/>
                    <a:chExt cx="7406736" cy="1627364"/>
                  </a:xfrm>
                </p:grpSpPr>
                <p:grpSp>
                  <p:nvGrpSpPr>
                    <p:cNvPr id="157" name="グループ化 156">
                      <a:extLst>
                        <a:ext uri="{FF2B5EF4-FFF2-40B4-BE49-F238E27FC236}">
                          <ns2:creationId id="{808824B7-A4FB-9F46-FEEF-9FA201BAF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49930" y="4573184"/>
                      <a:ext cx="7367139" cy="523962"/>
                      <a:chOff x="4349930" y="4573184"/>
                      <a:chExt cx="7367139" cy="523962"/>
                    </a:xfrm>
                  </p:grpSpPr>
                  <p:grpSp>
                    <p:nvGrpSpPr>
                      <p:cNvPr id="140" name="グループ化 139">
                        <a:extLst>
                          <a:ext uri="{FF2B5EF4-FFF2-40B4-BE49-F238E27FC236}">
                            <ns2:creationId id="{8FCC937C-9E09-1F7F-B330-F42DF15215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968002" y="4573184"/>
                        <a:ext cx="6749067" cy="180002"/>
                        <a:chOff x="4968002" y="4618576"/>
                        <a:chExt cx="6749067" cy="273998"/>
                      </a:xfrm>
                    </p:grpSpPr>
                    <p:sp>
                      <p:nvSpPr>
                        <p:cNvPr id="70" name="ホームベース 64">
                          <a:extLst>
                            <a:ext uri="{FF2B5EF4-FFF2-40B4-BE49-F238E27FC236}">
                              <ns2:creationId id="{93818B50-696B-4EA4-DFEA-5A1D221BB15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8002" y="4618576"/>
                          <a:ext cx="1116000" cy="273995"/>
                        </a:xfrm>
                        <a:prstGeom prst="homePlate">
                          <a:avLst>
                            <a:gd name="adj" fmla="val 18206"/>
                          </a:avLst>
                        </a:prstGeom>
                        <a:solidFill>
                          <a:schemeClr val="accent5">
                            <a:alpha val="5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26</a:t>
                          </a:r>
                          <a:r>
                            <a:rPr lang="ja-JP" altLang="en-US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 </a:t>
                          </a: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1" name="山形 65">
                          <a:extLst>
                            <a:ext uri="{FF2B5EF4-FFF2-40B4-BE49-F238E27FC236}">
                              <ns2:creationId id="{48ABFBDD-41D2-CD6A-9A81-931C92E76F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094615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6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2" name="山形 65">
                          <a:extLst>
                            <a:ext uri="{FF2B5EF4-FFF2-40B4-BE49-F238E27FC236}">
                              <ns2:creationId id="{C6DB93AB-0C28-C0DD-2F1A-35A504142E2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21229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7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3" name="山形 65">
                          <a:extLst>
                            <a:ext uri="{FF2B5EF4-FFF2-40B4-BE49-F238E27FC236}">
                              <ns2:creationId id="{4B0C4632-8CC2-BB8F-6A61-298487676B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347842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8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4" name="山形 65">
                          <a:extLst>
                            <a:ext uri="{FF2B5EF4-FFF2-40B4-BE49-F238E27FC236}">
                              <ns2:creationId id="{EBEAF06A-2E0F-1E97-159F-5D5FB7D7E1E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74456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>
                            <a:alpha val="90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75" name="山形 65">
                          <a:extLst>
                            <a:ext uri="{FF2B5EF4-FFF2-40B4-BE49-F238E27FC236}">
                              <ns2:creationId id="{C5DA799E-28D1-0132-1BFD-D2A131B34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601069" y="4618579"/>
                          <a:ext cx="1116000" cy="273995"/>
                        </a:xfrm>
                        <a:prstGeom prst="chevron">
                          <a:avLst>
                            <a:gd name="adj" fmla="val 18094"/>
                          </a:avLst>
                        </a:prstGeom>
                        <a:solidFill>
                          <a:schemeClr val="accent5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tIns="36000" rIns="0" bIns="0" rtlCol="0" anchor="ctr"/>
                        <a:lstStyle/>
                        <a:p>
                          <a:pPr algn="ctr">
                            <a:buClr>
                              <a:schemeClr val="accent1"/>
                            </a:buClr>
                          </a:pPr>
                          <a:r>
                            <a:rPr lang="en-US" altLang="ja-JP" sz="1200" dirty="0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12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</p:grpSp>
                  <p:sp>
                    <p:nvSpPr>
                      <p:cNvPr id="91" name="正方形/長方形 90">
                        <a:extLst>
                          <a:ext uri="{FF2B5EF4-FFF2-40B4-BE49-F238E27FC236}">
                            <ns2:creationId id="{72C8E183-D683-3C27-2FCB-8F4506566C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49930" y="4573509"/>
                        <a:ext cx="587829" cy="523635"/>
                      </a:xfrm>
                      <a:prstGeom prst="rect">
                        <a:avLst/>
                      </a:prstGeom>
                      <a:solidFill>
                        <a:schemeClr val="accent5"/>
                      </a:solidFill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800" dirty="0" err="1">
                            <a:solidFill>
                              <a:schemeClr val="bg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br>
                          <a:rPr lang="en-US" altLang="ja-JP" sz="800" dirty="0">
                            <a:solidFill>
                              <a:schemeClr val="bg1"/>
                            </a:solidFill>
                            <a:latin typeface="+mn-ea"/>
                            <a:cs typeface="Meiryo UI" pitchFamily="34" charset="-120"/>
                          </a:rPr>
                        </a:br>
                        <a:r>
                          <a:rPr lang="en-US" altLang="ja-JP" sz="800" dirty="0" err="1">
                            <a:solidFill>
                              <a:schemeClr val="bg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800" dirty="0">
                          <a:solidFill>
                            <a:schemeClr val="bg1"/>
                          </a:solidFill>
                          <a:latin typeface="+mn-ea"/>
                        </a:endParaRPr>
                      </a:p>
                    </p:txBody>
                  </p:sp>
                  <p:sp>
                    <p:nvSpPr>
                      <p:cNvPr id="132" name="正方形/長方形 131">
                        <a:extLst>
                          <a:ext uri="{FF2B5EF4-FFF2-40B4-BE49-F238E27FC236}">
                            <ns2:creationId id="{E8D2EBC6-68A9-9D6F-616D-578EB994E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68000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/ 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/ 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)</a:t>
                        </a:r>
                      </a:p>
                    </p:txBody>
                  </p:sp>
                  <p:sp>
                    <p:nvSpPr>
                      <p:cNvPr id="133" name="正方形/長方形 132">
                        <a:extLst>
                          <a:ext uri="{FF2B5EF4-FFF2-40B4-BE49-F238E27FC236}">
                            <ns2:creationId id="{5A31CB58-D11A-CD18-F252-BF4713868D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095002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75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endParaRPr>
                      </a:p>
                    </p:txBody>
                  </p:sp>
                  <p:sp>
                    <p:nvSpPr>
                      <p:cNvPr id="134" name="正方形/長方形 133">
                        <a:extLst>
                          <a:ext uri="{FF2B5EF4-FFF2-40B4-BE49-F238E27FC236}">
                            <ns2:creationId id="{0B236110-ECC6-146A-D23F-E956D8F00A0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222004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</a:t>
                        </a:r>
                        <a:r>
                          <a:rPr lang="ja-JP" altLang="en-US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75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endParaRPr>
                      </a:p>
                    </p:txBody>
                  </p:sp>
                  <p:sp>
                    <p:nvSpPr>
                      <p:cNvPr id="135" name="正方形/長方形 134">
                        <a:extLst>
                          <a:ext uri="{FF2B5EF4-FFF2-40B4-BE49-F238E27FC236}">
                            <ns2:creationId id="{865A031C-754E-C447-21B0-CF459BAF9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49005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</a:p>
                    </p:txBody>
                  </p:sp>
                  <p:sp>
                    <p:nvSpPr>
                      <p:cNvPr id="136" name="正方形/長方形 135">
                        <a:extLst>
                          <a:ext uri="{FF2B5EF4-FFF2-40B4-BE49-F238E27FC236}">
                            <ns2:creationId id="{07D23F1B-760C-6E16-8C01-15A8200AB5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76007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750" dirty="0">
                          <a:solidFill>
                            <a:schemeClr val="tx1"/>
                          </a:solidFill>
                          <a:latin typeface="+mn-ea"/>
                          <a:cs typeface="Meiryo UI" pitchFamily="34" charset="-120"/>
                        </a:endParaRPr>
                      </a:p>
                    </p:txBody>
                  </p:sp>
                  <p:sp>
                    <p:nvSpPr>
                      <p:cNvPr id="137" name="正方形/長方形 136">
                        <a:extLst>
                          <a:ext uri="{FF2B5EF4-FFF2-40B4-BE49-F238E27FC236}">
                            <ns2:creationId id="{3F297A15-7941-70C0-8C14-5CC123C671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3009" y="4753184"/>
                        <a:ext cx="1084008" cy="343962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750" dirty="0" err="1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 </a:t>
                        </a:r>
                        <a:r>
                          <a:rPr lang="ja-JP" altLang="en-US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750" dirty="0">
                            <a:solidFill>
                              <a:schemeClr val="tx1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</a:p>
                    </p:txBody>
                  </p:sp>
                </p:grpSp>
                <p:grpSp>
                  <p:nvGrpSpPr>
                    <p:cNvPr id="155" name="グループ化 154">
                      <a:extLst>
                        <a:ext uri="{FF2B5EF4-FFF2-40B4-BE49-F238E27FC236}">
                          <ns2:creationId id="{AF61DDC5-C942-A6F9-0410-0271501F1B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49931" y="5117740"/>
                      <a:ext cx="4530355" cy="1082808"/>
                      <a:chOff x="4349931" y="5117740"/>
                      <a:chExt cx="4530355" cy="1082808"/>
                    </a:xfrm>
                  </p:grpSpPr>
                  <p:sp>
                    <p:nvSpPr>
                      <p:cNvPr id="77" name="正方形/長方形 76">
                        <a:extLst>
                          <a:ext uri="{FF2B5EF4-FFF2-40B4-BE49-F238E27FC236}">
                            <ns2:creationId id="{9B2630C5-82D4-7AEB-CC71-81826844F5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49931" y="5117740"/>
                        <a:ext cx="4530355" cy="108280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8D2E"/>
                        </a:solidFill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r>
                          <a:rPr lang="en-US" altLang="ja-JP" sz="1000" dirty="0" err="1">
                            <a:solidFill>
                              <a:srgbClr val="008D2E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1000" dirty="0">
                            <a:solidFill>
                              <a:srgbClr val="008D2E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lang="en-US" altLang="ja-JP" sz="1000" dirty="0">
                          <a:solidFill>
                            <a:srgbClr val="008D2E"/>
                          </a:solidFill>
                          <a:latin typeface="+mn-ea"/>
                        </a:endParaRPr>
                      </a:p>
                    </p:txBody>
                  </p:sp>
                  <p:grpSp>
                    <p:nvGrpSpPr>
                      <p:cNvPr id="145" name="グループ化 144">
                        <a:extLst>
                          <a:ext uri="{FF2B5EF4-FFF2-40B4-BE49-F238E27FC236}">
                            <ns2:creationId id="{4D680EA5-2A2F-A7CC-F7D5-7AFBF55596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436240" y="5384668"/>
                        <a:ext cx="4357735" cy="725385"/>
                        <a:chOff x="4500549" y="5274115"/>
                        <a:chExt cx="3307834" cy="808054"/>
                      </a:xfrm>
                    </p:grpSpPr>
                    <p:sp>
                      <p:nvSpPr>
                        <p:cNvPr id="141" name="正方形/長方形 140">
                          <a:extLst>
                            <a:ext uri="{FF2B5EF4-FFF2-40B4-BE49-F238E27FC236}">
                              <ns2:creationId id="{11514C54-865F-3D0E-65F3-FB1B40D3E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500549" y="5274116"/>
                          <a:ext cx="1594066" cy="341613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 (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) 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</a:b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7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42" name="正方形/長方形 141">
                          <a:extLst>
                            <a:ext uri="{FF2B5EF4-FFF2-40B4-BE49-F238E27FC236}">
                              <ns2:creationId id="{EA8488F4-1DA8-6FE6-6450-CC0874CDDD7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214317" y="5274115"/>
                          <a:ext cx="1594066" cy="341613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43" name="正方形/長方形 142">
                          <a:extLst>
                            <a:ext uri="{FF2B5EF4-FFF2-40B4-BE49-F238E27FC236}">
                              <ns2:creationId id="{7E8360C3-0738-C7A1-8807-20668908CBF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500549" y="5740544"/>
                          <a:ext cx="1594066" cy="341614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</a:b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 (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) 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44" name="正方形/長方形 143">
                          <a:extLst>
                            <a:ext uri="{FF2B5EF4-FFF2-40B4-BE49-F238E27FC236}">
                              <ns2:creationId id="{3EE0B917-5BBD-2488-A513-2A2EE52876B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214317" y="5740554"/>
                          <a:ext cx="1594066" cy="341615"/>
                        </a:xfrm>
                        <a:prstGeom prst="rect">
                          <a:avLst/>
                        </a:prstGeom>
                        <a:solidFill>
                          <a:schemeClr val="accent6">
                            <a:alpha val="10000"/>
                          </a:schemeClr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 / 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(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chemeClr val="tx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7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56" name="グループ化 155">
                      <a:extLst>
                        <a:ext uri="{FF2B5EF4-FFF2-40B4-BE49-F238E27FC236}">
                          <ns2:creationId id="{5FE3C469-91C6-2892-76C1-9737F8D573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50712" y="5117740"/>
                      <a:ext cx="2805954" cy="1082808"/>
                      <a:chOff x="8950712" y="5117740"/>
                      <a:chExt cx="2805954" cy="1082808"/>
                    </a:xfrm>
                  </p:grpSpPr>
                  <p:sp>
                    <p:nvSpPr>
                      <p:cNvPr id="78" name="正方形/長方形 77">
                        <a:extLst>
                          <a:ext uri="{FF2B5EF4-FFF2-40B4-BE49-F238E27FC236}">
                            <ns2:creationId id="{EBA29FF1-801C-0075-FB20-34B981E3AA9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50712" y="5117740"/>
                        <a:ext cx="2805954" cy="108280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8D2E"/>
                        </a:solidFill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 (</a:t>
                        </a:r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 </a:t>
                        </a:r>
                        <a:r>
                          <a:rPr lang="ja-JP" altLang="en-US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) </a:t>
                        </a:r>
                        <a:endParaRPr lang="en-US" altLang="ja-JP" sz="900" dirty="0">
                          <a:solidFill>
                            <a:srgbClr val="00943A"/>
                          </a:solidFill>
                          <a:latin typeface="+mn-ea"/>
                        </a:endParaRPr>
                      </a:p>
                      <a:p>
                        <a:pPr algn="ctr"/>
                        <a:r>
                          <a:rPr lang="en-US" altLang="ja-JP" sz="900" b="1" dirty="0" err="1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r>
                          <a:rPr lang="en-US" altLang="ja-JP" sz="900" b="1" dirty="0">
                            <a:solidFill>
                              <a:srgbClr val="00943A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kumimoji="1" lang="ja-JP" altLang="en-US" sz="900" dirty="0">
                          <a:solidFill>
                            <a:srgbClr val="00943A"/>
                          </a:solidFill>
                          <a:latin typeface="+mn-ea"/>
                        </a:endParaRPr>
                      </a:p>
                    </p:txBody>
                  </p:sp>
                  <p:grpSp>
                    <p:nvGrpSpPr>
                      <p:cNvPr id="154" name="グループ化 153">
                        <a:extLst>
                          <a:ext uri="{FF2B5EF4-FFF2-40B4-BE49-F238E27FC236}">
                            <ns2:creationId id="{9F0DFB7F-DCAA-007C-8C8C-4679E70E32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032241" y="5484650"/>
                        <a:ext cx="2654776" cy="594806"/>
                        <a:chOff x="9032241" y="5479323"/>
                        <a:chExt cx="2654776" cy="484974"/>
                      </a:xfrm>
                    </p:grpSpPr>
                    <p:sp>
                      <p:nvSpPr>
                        <p:cNvPr id="149" name="正方形/長方形 148">
                          <a:extLst>
                            <a:ext uri="{FF2B5EF4-FFF2-40B4-BE49-F238E27FC236}">
                              <ns2:creationId id="{3F5B03B2-DCCD-7A61-27B3-367EE7CBF86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32241" y="5479323"/>
                          <a:ext cx="300946" cy="236030"/>
                        </a:xfrm>
                        <a:prstGeom prst="rect">
                          <a:avLst/>
                        </a:pr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 err="1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50" name="正方形/長方形 149">
                          <a:extLst>
                            <a:ext uri="{FF2B5EF4-FFF2-40B4-BE49-F238E27FC236}">
                              <ns2:creationId id="{159A7CA1-D20E-91DC-CE7E-9E7410E0D2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01655" y="5479331"/>
                          <a:ext cx="2385362" cy="236030"/>
                        </a:xfrm>
                        <a:prstGeom prst="rect">
                          <a:avLst/>
                        </a:prstGeom>
                        <a:noFill/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ja-JP" altLang="en-US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r>
                            <a:rPr lang="en-US" altLang="ja-JP" sz="800" dirty="0" err="1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b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</a:br>
                          <a: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51" name="正方形/長方形 150">
                          <a:extLst>
                            <a:ext uri="{FF2B5EF4-FFF2-40B4-BE49-F238E27FC236}">
                              <ns2:creationId id="{80388D82-937B-8D6E-DB01-C900EBCD9E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32241" y="5728267"/>
                          <a:ext cx="300946" cy="236030"/>
                        </a:xfrm>
                        <a:prstGeom prst="rect">
                          <a:avLst/>
                        </a:prstGeom>
                        <a:solidFill>
                          <a:schemeClr val="accent5"/>
                        </a:solidFill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 err="1">
                              <a:solidFill>
                                <a:schemeClr val="bg1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bg1"/>
                            </a:solidFill>
                            <a:latin typeface="+mn-ea"/>
                          </a:endParaRPr>
                        </a:p>
                      </p:txBody>
                    </p:sp>
                    <p:sp>
                      <p:nvSpPr>
                        <p:cNvPr id="152" name="正方形/長方形 151">
                          <a:extLst>
                            <a:ext uri="{FF2B5EF4-FFF2-40B4-BE49-F238E27FC236}">
                              <ns2:creationId id="{215465DF-C677-C954-2DDA-325BBEDD691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01655" y="5728258"/>
                          <a:ext cx="2385362" cy="236030"/>
                        </a:xfrm>
                        <a:prstGeom prst="rect">
                          <a:avLst/>
                        </a:prstGeom>
                        <a:noFill/>
                        <a:ln w="3175">
                          <a:noFill/>
                        </a:ln>
                        <a:effectLst/>
                      </p:spPr>
                      <p:style>
                        <a:lnRef idx="1">
                          <a:schemeClr val="accent1"/>
                        </a:lnRef>
                        <a:fillRef idx="3">
                          <a:schemeClr val="accent1"/>
                        </a:fillRef>
                        <a:effectRef idx="2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  <a:prstTxWarp prst="textNoShape">
                            <a:avLst/>
                          </a:prstTxWarp>
                          <a:noAutofit/>
                        </a:bodyPr>
                        <a:lstStyle/>
                        <a:p>
                          <a:pPr algn="ctr"/>
                          <a:r>
                            <a:rPr lang="en-US" altLang="ja-JP" sz="800" dirty="0">
                              <a:solidFill>
                                <a:srgbClr val="2B2B2B"/>
                              </a:solidFill>
                              <a:latin typeface="+mn-ea"/>
                              <a:cs typeface="Meiryo UI" pitchFamily="34" charset="-120"/>
                            </a:rPr>
                            <a:t>XX</a:t>
                          </a:r>
                          <a:endParaRPr kumimoji="1" lang="ja-JP" altLang="en-US" sz="800" dirty="0">
                            <a:solidFill>
                              <a:schemeClr val="tx1"/>
                            </a:solidFill>
                            <a:latin typeface="+mn-ea"/>
                          </a:endParaRPr>
                        </a:p>
                      </p:txBody>
                    </p:sp>
                  </p:grpSp>
                  <p:sp>
                    <p:nvSpPr>
                      <p:cNvPr id="153" name="正方形/長方形 152">
                        <a:extLst>
                          <a:ext uri="{FF2B5EF4-FFF2-40B4-BE49-F238E27FC236}">
                            <ns2:creationId id="{A5F97402-EDFE-6A1B-D31D-2FC25F4711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032240" y="6079430"/>
                        <a:ext cx="2654777" cy="109153"/>
                      </a:xfrm>
                      <a:prstGeom prst="rect">
                        <a:avLst/>
                      </a:prstGeom>
                      <a:noFill/>
                      <a:ln w="3175">
                        <a:noFill/>
                      </a:ln>
                      <a:effectLst/>
                    </p:spPr>
                    <p:style>
                      <a:lnRef idx="1">
                        <a:schemeClr val="accent1"/>
                      </a:lnRef>
                      <a:fillRef idx="3">
                        <a:schemeClr val="accent1"/>
                      </a:fillRef>
                      <a:effectRef idx="2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r>
                          <a:rPr lang="en-US" altLang="ja-JP" sz="800" dirty="0">
                            <a:solidFill>
                              <a:schemeClr val="accent5"/>
                            </a:solidFill>
                            <a:latin typeface="+mn-ea"/>
                            <a:cs typeface="Meiryo UI" pitchFamily="34" charset="-120"/>
                          </a:rPr>
                          <a:t>XX</a:t>
                        </a:r>
                        <a:endParaRPr kumimoji="1" lang="ja-JP" altLang="en-US" sz="800" dirty="0">
                          <a:solidFill>
                            <a:schemeClr val="accent5"/>
                          </a:solidFill>
                          <a:latin typeface="+mn-ea"/>
                        </a:endParaRPr>
                      </a:p>
                    </p:txBody>
                  </p:sp>
                </p:grpSp>
              </p:grpSp>
            </p:grpSp>
          </p:grpSp>
          <p:sp>
            <p:nvSpPr>
              <p:cNvPr id="4" name="正方形/長方形 65">
                <a:extLst>
                  <a:ext uri="{FF2B5EF4-FFF2-40B4-BE49-F238E27FC236}">
                    <ns2:creationId id="{5B1AD5D4-5C25-CFA4-6652-B3AD00F9D101}"/>
                  </a:ext>
                </a:extLst>
              </p:cNvPr>
              <p:cNvSpPr/>
              <p:nvPr/>
            </p:nvSpPr>
            <p:spPr>
              <a:xfrm>
                <a:off x="6165122" y="2856224"/>
                <a:ext cx="1793539" cy="36882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" name="正方形/長方形 66">
                <a:extLst>
                  <a:ext uri="{FF2B5EF4-FFF2-40B4-BE49-F238E27FC236}">
                    <ns2:creationId id="{418B7F72-D086-BE23-CB28-85AEEEA0C8AD}"/>
                  </a:ext>
                </a:extLst>
              </p:cNvPr>
              <p:cNvSpPr/>
              <p:nvPr/>
            </p:nvSpPr>
            <p:spPr>
              <a:xfrm>
                <a:off x="7973236" y="2840487"/>
                <a:ext cx="1793539" cy="36882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" name="正方形/長方形 67">
                <a:extLst>
                  <a:ext uri="{FF2B5EF4-FFF2-40B4-BE49-F238E27FC236}">
                    <ns2:creationId id="{B1454964-5BB7-D875-51F1-44D5358065BA}"/>
                  </a:ext>
                </a:extLst>
              </p:cNvPr>
              <p:cNvSpPr/>
              <p:nvPr/>
            </p:nvSpPr>
            <p:spPr>
              <a:xfrm>
                <a:off x="9781351" y="2840487"/>
                <a:ext cx="1793539" cy="36882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AI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ns2:creationId id="{45527262-C5C0-7536-C1F7-7206A15C5842}"/>
                </a:ext>
              </a:extLst>
            </p:cNvPr>
            <p:cNvGrpSpPr/>
            <p:nvPr/>
          </p:nvGrpSpPr>
          <p:grpSpPr>
            <a:xfrm>
              <a:off x="344106" y="1628775"/>
              <a:ext cx="3845307" cy="4679950"/>
              <a:chOff x="344106" y="1628775"/>
              <a:chExt cx="3845307" cy="4679950"/>
            </a:xfrm>
          </p:grpSpPr>
          <p:grpSp>
            <p:nvGrpSpPr>
              <p:cNvPr id="169" name="グループ化 168">
                <a:extLst>
                  <a:ext uri="{FF2B5EF4-FFF2-40B4-BE49-F238E27FC236}">
                    <ns2:creationId id="{4FCFE221-670D-C08B-81DB-697621803D93}"/>
                  </a:ext>
                </a:extLst>
              </p:cNvPr>
              <p:cNvGrpSpPr/>
              <p:nvPr/>
            </p:nvGrpSpPr>
            <p:grpSpPr>
              <a:xfrm>
                <a:off x="344106" y="1628775"/>
                <a:ext cx="3845307" cy="4679950"/>
                <a:chOff x="344106" y="1628775"/>
                <a:chExt cx="3845307" cy="4679950"/>
              </a:xfrm>
            </p:grpSpPr>
            <p:grpSp>
              <p:nvGrpSpPr>
                <p:cNvPr id="19" name="グループ化 18">
                  <a:extLst>
                    <a:ext uri="{FF2B5EF4-FFF2-40B4-BE49-F238E27FC236}">
                      <ns2:creationId id="{E5ADAA37-8D90-569A-2402-AF01B4C16913}"/>
                    </a:ext>
                  </a:extLst>
                </p:cNvPr>
                <p:cNvGrpSpPr/>
                <p:nvPr/>
              </p:nvGrpSpPr>
              <p:grpSpPr>
                <a:xfrm>
                  <a:off x="3947658" y="1628775"/>
                  <a:ext cx="241755" cy="4679950"/>
                  <a:chOff x="4013248" y="1628775"/>
                  <a:chExt cx="241755" cy="4679950"/>
                </a:xfrm>
              </p:grpSpPr>
              <p:cxnSp>
                <p:nvCxnSpPr>
                  <p:cNvPr id="100" name="直線コネクタ 11">
                    <a:extLst>
                      <a:ext uri="{FF2B5EF4-FFF2-40B4-BE49-F238E27FC236}">
                        <ns2:creationId id="{51683137-0309-4EA8-8920-98DAAF0389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129158" y="1628775"/>
                    <a:ext cx="0" cy="467995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1" name="グループ化 12">
                    <a:extLst>
                      <a:ext uri="{FF2B5EF4-FFF2-40B4-BE49-F238E27FC236}">
                        <ns2:creationId id="{50B48B24-DE28-446C-AF25-E7132DA05A4C}"/>
                      </a:ext>
                    </a:extLst>
                  </p:cNvPr>
                  <p:cNvGrpSpPr/>
                  <p:nvPr/>
                </p:nvGrpSpPr>
                <p:grpSpPr>
                  <a:xfrm>
                    <a:off x="4013248" y="3852537"/>
                    <a:ext cx="241755" cy="232424"/>
                    <a:chOff x="4652394" y="4551663"/>
                    <a:chExt cx="375467" cy="360974"/>
                  </a:xfrm>
                </p:grpSpPr>
                <p:sp>
                  <p:nvSpPr>
                    <p:cNvPr id="102" name="円/楕円 8">
                      <a:extLst>
                        <a:ext uri="{FF2B5EF4-FFF2-40B4-BE49-F238E27FC236}">
                          <ns2:creationId id="{86C4E7B7-FD46-4CF6-B67E-63AD228AC37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4652392" y="4552636"/>
                      <a:ext cx="360003" cy="359999"/>
                    </a:xfrm>
                    <a:prstGeom prst="ellipse">
                      <a:avLst/>
                    </a:prstGeom>
                    <a:solidFill>
                      <a:schemeClr val="accent5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algn="ctr">
                        <a:buClr>
                          <a:schemeClr val="accent1"/>
                        </a:buClr>
                      </a:pPr>
                      <a:endParaRPr kumimoji="1" lang="ja-JP" altLang="en-US" dirty="0">
                        <a:latin typeface="+mn-ea"/>
                      </a:endParaRPr>
                    </a:p>
                  </p:txBody>
                </p:sp>
                <p:pic>
                  <p:nvPicPr>
                    <p:cNvPr id="103" name="グラフィックス 14">
                      <a:extLst>
                        <a:ext uri="{FF2B5EF4-FFF2-40B4-BE49-F238E27FC236}">
                          <ns2:creationId id="{A83FC058-8F43-4D1C-A654-622AD4EA137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 rot="16200000">
                      <a:off x="4671459" y="4551663"/>
                      <a:ext cx="356401" cy="356402"/>
                    </a:xfrm>
                    <a:prstGeom prst="rect">
                      <a:avLst/>
                    </a:prstGeom>
                  </p:spPr>
                </p:pic>
              </p:grpSp>
            </p:grpSp>
            <p:sp>
              <p:nvSpPr>
                <p:cNvPr id="11" name="正方形/長方形 10">
                  <a:extLst>
                    <a:ext uri="{FF2B5EF4-FFF2-40B4-BE49-F238E27FC236}">
                      <ns2:creationId id="{24A2A60B-DCF6-BB55-D9DF-7D2AD01EA478}"/>
                    </a:ext>
                  </a:extLst>
                </p:cNvPr>
                <p:cNvSpPr/>
                <p:nvPr/>
              </p:nvSpPr>
              <p:spPr>
                <a:xfrm>
                  <a:off x="774309" y="1628775"/>
                  <a:ext cx="2904805" cy="49872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1400" dirty="0" err="1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400" dirty="0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1400" dirty="0" err="1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400" dirty="0">
                      <a:solidFill>
                        <a:srgbClr val="2B2B2B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4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grpSp>
              <p:nvGrpSpPr>
                <p:cNvPr id="167" name="グループ化 166">
                  <a:extLst>
                    <a:ext uri="{FF2B5EF4-FFF2-40B4-BE49-F238E27FC236}">
                      <ns2:creationId id="{8AEB56F7-B4F6-4D66-FA70-35A9B2C36DE7}"/>
                    </a:ext>
                  </a:extLst>
                </p:cNvPr>
                <p:cNvGrpSpPr/>
                <p:nvPr/>
              </p:nvGrpSpPr>
              <p:grpSpPr>
                <a:xfrm>
                  <a:off x="344106" y="3206997"/>
                  <a:ext cx="3335008" cy="1523504"/>
                  <a:chOff x="344106" y="3206997"/>
                  <a:chExt cx="3335008" cy="1523504"/>
                </a:xfrm>
              </p:grpSpPr>
              <p:sp>
                <p:nvSpPr>
                  <p:cNvPr id="8" name="正方形/長方形 7">
                    <a:extLst>
                      <a:ext uri="{FF2B5EF4-FFF2-40B4-BE49-F238E27FC236}">
                        <ns2:creationId id="{A73E1EA8-54C7-55DB-CBC5-E8115B0E81D9}"/>
                      </a:ext>
                    </a:extLst>
                  </p:cNvPr>
                  <p:cNvSpPr/>
                  <p:nvPr/>
                </p:nvSpPr>
                <p:spPr>
                  <a:xfrm>
                    <a:off x="344106" y="3206997"/>
                    <a:ext cx="421347" cy="1523504"/>
                  </a:xfrm>
                  <a:prstGeom prst="rect">
                    <a:avLst/>
                  </a:prstGeom>
                  <a:solidFill>
                    <a:srgbClr val="99D1AB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200" dirty="0" err="1">
                        <a:solidFill>
                          <a:srgbClr val="008D2E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endParaRPr lang="en-US" altLang="ja-JP" sz="1200" dirty="0">
                      <a:solidFill>
                        <a:srgbClr val="008D2E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" name="正方形/長方形 11">
                    <a:extLst>
                      <a:ext uri="{FF2B5EF4-FFF2-40B4-BE49-F238E27FC236}">
                        <ns2:creationId id="{B80A8CAF-BD46-0B93-22C1-063EFC76981E}"/>
                      </a:ext>
                    </a:extLst>
                  </p:cNvPr>
                  <p:cNvSpPr/>
                  <p:nvPr/>
                </p:nvSpPr>
                <p:spPr>
                  <a:xfrm>
                    <a:off x="774309" y="3206997"/>
                    <a:ext cx="2904805" cy="1523504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altLang="ja-JP" sz="1400" dirty="0">
                        <a:solidFill>
                          <a:srgbClr val="00943A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400" dirty="0">
                        <a:solidFill>
                          <a:srgbClr val="B85042"/>
                        </a:solidFill>
                        <a:latin typeface="+mn-ea"/>
                        <a:cs typeface="Meiryo UI" pitchFamily="34" charset="-120"/>
                      </a:rPr>
                      <a:t>
</a:t>
                    </a:r>
                    <a:r>
                      <a:rPr lang="en-US" altLang="ja-JP" sz="1400" dirty="0" err="1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br>
                      <a:rPr lang="en-US" altLang="ja-JP" sz="1400" dirty="0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</a:br>
                    <a:r>
                      <a:rPr lang="en-US" altLang="ja-JP" sz="1400" dirty="0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「</a:t>
                    </a:r>
                    <a:r>
                      <a:rPr lang="en-US" altLang="ja-JP" sz="1400" dirty="0" err="1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XX</a:t>
                    </a:r>
                    <a:r>
                      <a:rPr lang="en-US" altLang="ja-JP" sz="1400" dirty="0">
                        <a:solidFill>
                          <a:srgbClr val="2B2B2B"/>
                        </a:solidFill>
                        <a:latin typeface="+mn-ea"/>
                        <a:cs typeface="Meiryo UI" pitchFamily="34" charset="-120"/>
                      </a:rPr>
                      <a:t>」</a:t>
                    </a:r>
                    <a:endParaRPr lang="en-US" altLang="ja-JP" sz="1400" dirty="0">
                      <a:latin typeface="+mn-ea"/>
                    </a:endParaRPr>
                  </a:p>
                </p:txBody>
              </p:sp>
            </p:grpSp>
            <p:sp>
              <p:nvSpPr>
                <p:cNvPr id="13" name="正方形/長方形 12">
                  <a:extLst>
                    <a:ext uri="{FF2B5EF4-FFF2-40B4-BE49-F238E27FC236}">
                      <ns2:creationId id="{F73616E9-8967-D760-1BD8-105B568BBFB5}"/>
                    </a:ext>
                  </a:extLst>
                </p:cNvPr>
                <p:cNvSpPr/>
                <p:nvPr/>
              </p:nvSpPr>
              <p:spPr>
                <a:xfrm>
                  <a:off x="774309" y="5727947"/>
                  <a:ext cx="2904805" cy="580777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2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algn="ctr"/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</a:t>
                  </a:r>
                  <a:endParaRPr kumimoji="1" lang="ja-JP" altLang="en-US" sz="2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cxnSp>
              <p:nvCxnSpPr>
                <p:cNvPr id="24" name="直線コネクタ 23">
                  <a:extLst>
                    <a:ext uri="{FF2B5EF4-FFF2-40B4-BE49-F238E27FC236}">
                      <ns2:creationId id="{4C38A097-388A-F0BB-E558-B02D03F3982B}"/>
                    </a:ext>
                  </a:extLst>
                </p:cNvPr>
                <p:cNvCxnSpPr>
                  <a:cxnSpLocks/>
                  <a:stCxn id="16" idx="1"/>
                  <a:endCxn id="18" idx="1"/>
                </p:cNvCxnSpPr>
                <p:nvPr/>
              </p:nvCxnSpPr>
              <p:spPr>
                <a:xfrm>
                  <a:off x="919260" y="2589144"/>
                  <a:ext cx="0" cy="2640081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線コネクタ 26">
                  <a:extLst>
                    <a:ext uri="{FF2B5EF4-FFF2-40B4-BE49-F238E27FC236}">
                      <ns2:creationId id="{E33C204F-06C4-8ED1-B1BE-2F6BDAF64760}"/>
                    </a:ext>
                  </a:extLst>
                </p:cNvPr>
                <p:cNvCxnSpPr>
                  <a:cxnSpLocks/>
                  <a:stCxn id="15" idx="1"/>
                  <a:endCxn id="17" idx="1"/>
                </p:cNvCxnSpPr>
                <p:nvPr/>
              </p:nvCxnSpPr>
              <p:spPr>
                <a:xfrm flipH="1">
                  <a:off x="1351260" y="2589144"/>
                  <a:ext cx="418359" cy="2640081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コネクタ 28">
                  <a:extLst>
                    <a:ext uri="{FF2B5EF4-FFF2-40B4-BE49-F238E27FC236}">
                      <ns2:creationId id="{B70D32DF-A2E1-F791-AE47-9D91139136BA}"/>
                    </a:ext>
                  </a:extLst>
                </p:cNvPr>
                <p:cNvCxnSpPr>
                  <a:cxnSpLocks/>
                  <a:stCxn id="15" idx="3"/>
                  <a:endCxn id="17" idx="3"/>
                </p:cNvCxnSpPr>
                <p:nvPr/>
              </p:nvCxnSpPr>
              <p:spPr>
                <a:xfrm flipH="1">
                  <a:off x="3435697" y="2589144"/>
                  <a:ext cx="487903" cy="2640081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正方形/長方形 6">
                  <a:extLst>
                    <a:ext uri="{FF2B5EF4-FFF2-40B4-BE49-F238E27FC236}">
                      <ns2:creationId id="{AECB0097-B7F6-71BA-49C3-F32894637C51}"/>
                    </a:ext>
                  </a:extLst>
                </p:cNvPr>
                <p:cNvSpPr/>
                <p:nvPr/>
              </p:nvSpPr>
              <p:spPr>
                <a:xfrm>
                  <a:off x="344106" y="1628775"/>
                  <a:ext cx="421347" cy="1523504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200" dirty="0" err="1">
                      <a:solidFill>
                        <a:srgbClr val="595959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200" dirty="0">
                    <a:latin typeface="+mn-ea"/>
                  </a:endParaRPr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ns2:creationId id="{A3D55B4D-ABE2-7723-9DF3-FD53688BCC4E}"/>
                    </a:ext>
                  </a:extLst>
                </p:cNvPr>
                <p:cNvSpPr/>
                <p:nvPr/>
              </p:nvSpPr>
              <p:spPr>
                <a:xfrm>
                  <a:off x="344106" y="4785221"/>
                  <a:ext cx="421347" cy="1523504"/>
                </a:xfrm>
                <a:prstGeom prst="rect">
                  <a:avLst/>
                </a:prstGeom>
                <a:solidFill>
                  <a:srgbClr val="00943A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12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5" name="正方形/長方形 20">
                <a:extLst>
                  <a:ext uri="{FF2B5EF4-FFF2-40B4-BE49-F238E27FC236}">
                    <ns2:creationId id="{AF7B7F7A-37D9-8F9E-D201-0DE6E4D5F006}"/>
                  </a:ext>
                </a:extLst>
              </p:cNvPr>
              <p:cNvSpPr/>
              <p:nvPr/>
            </p:nvSpPr>
            <p:spPr>
              <a:xfrm>
                <a:off x="1769619" y="2339782"/>
                <a:ext cx="2153981" cy="498723"/>
              </a:xfrm>
              <a:prstGeom prst="rect">
                <a:avLst/>
              </a:prstGeom>
              <a:solidFill>
                <a:srgbClr val="F0F7EC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0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pPr algn="ctr"/>
                <a:r>
                  <a:rPr lang="en-US" altLang="ja-JP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317</a:t>
                </a:r>
                <a:r>
                  <a:rPr lang="ja-JP" altLang="en-US" sz="10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sz="10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" name="正方形/長方形 20">
                <a:extLst>
                  <a:ext uri="{FF2B5EF4-FFF2-40B4-BE49-F238E27FC236}">
                    <ns2:creationId id="{76C5EF2E-62DA-6012-8079-AE75FAD51F98}"/>
                  </a:ext>
                </a:extLst>
              </p:cNvPr>
              <p:cNvSpPr/>
              <p:nvPr/>
            </p:nvSpPr>
            <p:spPr>
              <a:xfrm>
                <a:off x="919260" y="2339782"/>
                <a:ext cx="850359" cy="498723"/>
              </a:xfrm>
              <a:prstGeom prst="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ja-JP" altLang="en-US" sz="10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7" name="正方形/長方形 20">
                <a:extLst>
                  <a:ext uri="{FF2B5EF4-FFF2-40B4-BE49-F238E27FC236}">
                    <ns2:creationId id="{9E5FD42C-4301-DA6E-120A-21608927CBEC}"/>
                  </a:ext>
                </a:extLst>
              </p:cNvPr>
              <p:cNvSpPr/>
              <p:nvPr/>
            </p:nvSpPr>
            <p:spPr>
              <a:xfrm>
                <a:off x="1351260" y="4979863"/>
                <a:ext cx="2084437" cy="498723"/>
              </a:xfrm>
              <a:prstGeom prst="rect">
                <a:avLst/>
              </a:prstGeom>
              <a:solidFill>
                <a:srgbClr val="F0F7EC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ja-JP" altLang="en-US" sz="1000" dirty="0">
                  <a:solidFill>
                    <a:schemeClr val="accent5"/>
                  </a:solidFill>
                  <a:latin typeface="+mn-ea"/>
                </a:endParaRPr>
              </a:p>
            </p:txBody>
          </p:sp>
          <p:sp>
            <p:nvSpPr>
              <p:cNvPr id="18" name="正方形/長方形 20">
                <a:extLst>
                  <a:ext uri="{FF2B5EF4-FFF2-40B4-BE49-F238E27FC236}">
                    <ns2:creationId id="{2C00341A-86EE-A9CC-8578-CDD67C8CEC73}"/>
                  </a:ext>
                </a:extLst>
              </p:cNvPr>
              <p:cNvSpPr/>
              <p:nvPr/>
            </p:nvSpPr>
            <p:spPr>
              <a:xfrm>
                <a:off x="919260" y="4979863"/>
                <a:ext cx="432000" cy="498723"/>
              </a:xfrm>
              <a:prstGeom prst="rect">
                <a:avLst/>
              </a:prstGeom>
              <a:solidFill>
                <a:srgbClr val="D9D9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b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</a:br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(</a:t>
                </a:r>
                <a:r>
                  <a:rPr lang="en-US" altLang="ja-JP" sz="1000" dirty="0" err="1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000" dirty="0">
                    <a:solidFill>
                      <a:schemeClr val="bg1">
                        <a:lumMod val="50000"/>
                      </a:schemeClr>
                    </a:solidFill>
                    <a:latin typeface="+mn-ea"/>
                    <a:cs typeface="Meiryo UI" pitchFamily="34" charset="-120"/>
                  </a:rPr>
                  <a:t>)</a:t>
                </a:r>
                <a:endParaRPr lang="ja-JP" altLang="en-US" sz="1000" dirty="0">
                  <a:solidFill>
                    <a:schemeClr val="bg1">
                      <a:lumMod val="50000"/>
                    </a:schemeClr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4278378889"/>
      </p:ext>
    </p:extLst>
  </p:cSld>
  <p:clrMapOvr>
    <a:masterClrMapping/>
  </p:clrMapOvr>
</p:sld>
</file>

<file path=ppt/slides/slide30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8027916-228B-8511-821D-04E809F6C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767A4802-984E-0F54-292C-FE95D0D9C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2B83EC9-605E-68FC-C016-F9871C247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en-US" altLang="ja-JP" dirty="0">
                <a:latin typeface="+mn-ea"/>
                <a:ea typeface="+mn-ea"/>
              </a:rPr>
              <a:t>(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) 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altLang="ja-JP" dirty="0">
                <a:latin typeface="+mn-ea"/>
                <a:ea typeface="+mn-ea"/>
              </a:rPr>
              <a:t>) </a:t>
            </a:r>
            <a:r>
              <a:rPr lang="ja-JP" altLang="en-US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90" name="グループ化 89">
            <a:extLst>
              <a:ext uri="{FF2B5EF4-FFF2-40B4-BE49-F238E27FC236}">
                <ns2:creationId id="{605AA4FC-D7C4-0567-B22E-1EEA4828EA8A}"/>
              </a:ext>
            </a:extLst>
          </p:cNvPr>
          <p:cNvGrpSpPr/>
          <p:nvPr/>
        </p:nvGrpSpPr>
        <p:grpSpPr>
          <a:xfrm>
            <a:off x="331788" y="1628775"/>
            <a:ext cx="11530659" cy="4685448"/>
            <a:chOff x="331788" y="1628775"/>
            <a:chExt cx="11530659" cy="4685448"/>
          </a:xfrm>
        </p:grpSpPr>
        <p:grpSp>
          <p:nvGrpSpPr>
            <p:cNvPr id="84" name="グループ化 83">
              <a:extLst>
                <a:ext uri="{FF2B5EF4-FFF2-40B4-BE49-F238E27FC236}">
                  <ns2:creationId id="{3B01273E-5727-8A36-7FDC-91F7A95CD37F}"/>
                </a:ext>
              </a:extLst>
            </p:cNvPr>
            <p:cNvGrpSpPr/>
            <p:nvPr/>
          </p:nvGrpSpPr>
          <p:grpSpPr>
            <a:xfrm>
              <a:off x="342447" y="1628775"/>
              <a:ext cx="11507106" cy="714375"/>
              <a:chOff x="342447" y="1628775"/>
              <a:chExt cx="11507106" cy="714375"/>
            </a:xfrm>
          </p:grpSpPr>
          <p:sp>
            <p:nvSpPr>
              <p:cNvPr id="6" name="正方形/長方形 5">
                <a:extLst>
                  <a:ext uri="{FF2B5EF4-FFF2-40B4-BE49-F238E27FC236}">
                    <ns2:creationId id="{B37C0A18-4C42-06F1-E1CA-701DD5672842}"/>
                  </a:ext>
                </a:extLst>
              </p:cNvPr>
              <p:cNvSpPr/>
              <p:nvPr/>
            </p:nvSpPr>
            <p:spPr>
              <a:xfrm>
                <a:off x="342447" y="1628775"/>
                <a:ext cx="1372053" cy="714375"/>
              </a:xfrm>
              <a:prstGeom prst="rect">
                <a:avLst/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dirty="0" err="1">
                    <a:solidFill>
                      <a:schemeClr val="bg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kumimoji="1" lang="ja-JP" altLang="en-US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481A4BD4-4DFE-7623-9CE1-0B6640C2FA90}"/>
                  </a:ext>
                </a:extLst>
              </p:cNvPr>
              <p:cNvSpPr/>
              <p:nvPr/>
            </p:nvSpPr>
            <p:spPr>
              <a:xfrm>
                <a:off x="1714500" y="1628775"/>
                <a:ext cx="10135053" cy="71437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+mn-ea"/>
                  <a:cs typeface="Meiryo UI" pitchFamily="34" charset="-120"/>
                </a:endParaRPr>
              </a:p>
              <a:p>
                <a:r>
                  <a:rPr lang="en-US" altLang="ja-JP" sz="1400" dirty="0" err="1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rPr>
                  <a:t>XX</a:t>
                </a:r>
                <a:endParaRPr lang="en-US" altLang="ja-JP" sz="16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3DA6EB81-841D-1B76-1DCB-561B958AC0C4}"/>
                </a:ext>
              </a:extLst>
            </p:cNvPr>
            <p:cNvGrpSpPr/>
            <p:nvPr/>
          </p:nvGrpSpPr>
          <p:grpSpPr>
            <a:xfrm>
              <a:off x="331788" y="2405381"/>
              <a:ext cx="11530659" cy="3908842"/>
              <a:chOff x="331788" y="2405381"/>
              <a:chExt cx="11530659" cy="3908842"/>
            </a:xfrm>
          </p:grpSpPr>
          <p:grpSp>
            <p:nvGrpSpPr>
              <p:cNvPr id="67" name="グループ化 66">
                <a:extLst>
                  <a:ext uri="{FF2B5EF4-FFF2-40B4-BE49-F238E27FC236}">
                    <ns2:creationId id="{20DDF56C-B501-2D85-EF88-901E669F0709}"/>
                  </a:ext>
                </a:extLst>
              </p:cNvPr>
              <p:cNvGrpSpPr/>
              <p:nvPr/>
            </p:nvGrpSpPr>
            <p:grpSpPr>
              <a:xfrm>
                <a:off x="342447" y="5666223"/>
                <a:ext cx="11520000" cy="648000"/>
                <a:chOff x="342447" y="5666223"/>
                <a:chExt cx="11520000" cy="64800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E1D10555-3E24-B252-20A8-197C9F0D2F55}"/>
                    </a:ext>
                  </a:extLst>
                </p:cNvPr>
                <p:cNvSpPr/>
                <p:nvPr/>
              </p:nvSpPr>
              <p:spPr>
                <a:xfrm>
                  <a:off x="342447" y="5666223"/>
                  <a:ext cx="1008000" cy="648000"/>
                </a:xfrm>
                <a:prstGeom prst="rect">
                  <a:avLst/>
                </a:prstGeom>
                <a:solidFill>
                  <a:schemeClr val="accent5"/>
                </a:solidFill>
                <a:ln w="9525">
                  <a:solidFill>
                    <a:schemeClr val="accent5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en-US" altLang="ja-JP" sz="1600" dirty="0" err="1">
                      <a:solidFill>
                        <a:srgbClr val="FFFFFF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ns2:creationId id="{2B0C74E3-DE42-3B12-18E5-0B44F7B8C8E4}"/>
                    </a:ext>
                  </a:extLst>
                </p:cNvPr>
                <p:cNvSpPr/>
                <p:nvPr/>
              </p:nvSpPr>
              <p:spPr>
                <a:xfrm>
                  <a:off x="1350447" y="5666223"/>
                  <a:ext cx="10512000" cy="648000"/>
                </a:xfrm>
                <a:prstGeom prst="rect">
                  <a:avLst/>
                </a:prstGeom>
                <a:noFill/>
                <a:ln w="9525">
                  <a:solidFill>
                    <a:schemeClr val="accent5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05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257300" lvl="0">
                    <a:defRPr/>
                  </a:pP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/ 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pic>
              <p:nvPicPr>
                <p:cNvPr id="98" name="グラフィックス 97" descr="的中 単色塗りつぶし">
                  <a:extLst>
                    <a:ext uri="{FF2B5EF4-FFF2-40B4-BE49-F238E27FC236}">
                      <ns2:creationId id="{106266B5-358D-11C6-654A-BD6A7A2248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8313" y="5836063"/>
                  <a:ext cx="288000" cy="288000"/>
                </a:xfrm>
                <a:prstGeom prst="rect">
                  <a:avLst/>
                </a:prstGeom>
              </p:spPr>
            </p:pic>
            <p:sp>
              <p:nvSpPr>
                <p:cNvPr id="62" name="正方形/長方形 61">
                  <a:extLst>
                    <a:ext uri="{FF2B5EF4-FFF2-40B4-BE49-F238E27FC236}">
                      <ns2:creationId id="{F80D12E1-2AF5-7BA4-7F78-4D9274A077B4}"/>
                    </a:ext>
                  </a:extLst>
                </p:cNvPr>
                <p:cNvSpPr/>
                <p:nvPr/>
              </p:nvSpPr>
              <p:spPr>
                <a:xfrm>
                  <a:off x="1363059" y="5920617"/>
                  <a:ext cx="1312542" cy="288000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05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05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88" name="グループ化 87">
                <a:extLst>
                  <a:ext uri="{FF2B5EF4-FFF2-40B4-BE49-F238E27FC236}">
                    <ns2:creationId id="{288D03AE-C3AE-4BDC-028D-7FC4C3632575}"/>
                  </a:ext>
                </a:extLst>
              </p:cNvPr>
              <p:cNvGrpSpPr/>
              <p:nvPr/>
            </p:nvGrpSpPr>
            <p:grpSpPr>
              <a:xfrm>
                <a:off x="6250521" y="2982431"/>
                <a:ext cx="5599033" cy="2493630"/>
                <a:chOff x="6250521" y="2982431"/>
                <a:chExt cx="5599033" cy="2493630"/>
              </a:xfrm>
            </p:grpSpPr>
            <p:sp>
              <p:nvSpPr>
                <p:cNvPr id="25" name="正方形/長方形 24">
                  <a:extLst>
                    <a:ext uri="{FF2B5EF4-FFF2-40B4-BE49-F238E27FC236}">
                      <ns2:creationId id="{EDD97BCC-0D06-1283-7F05-5384310F0456}"/>
                    </a:ext>
                  </a:extLst>
                </p:cNvPr>
                <p:cNvSpPr/>
                <p:nvPr/>
              </p:nvSpPr>
              <p:spPr>
                <a:xfrm>
                  <a:off x="6250521" y="2982431"/>
                  <a:ext cx="970947" cy="56264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29" name="正方形/長方形 28">
                  <a:extLst>
                    <a:ext uri="{FF2B5EF4-FFF2-40B4-BE49-F238E27FC236}">
                      <ns2:creationId id="{C4B007BE-6DC5-3E08-11C6-B2AA618969FB}"/>
                    </a:ext>
                  </a:extLst>
                </p:cNvPr>
                <p:cNvSpPr/>
                <p:nvPr/>
              </p:nvSpPr>
              <p:spPr>
                <a:xfrm>
                  <a:off x="6250521" y="3600128"/>
                  <a:ext cx="970947" cy="562640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(</a:t>
                  </a: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)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7" name="正方形/長方形 36">
                  <a:extLst>
                    <a:ext uri="{FF2B5EF4-FFF2-40B4-BE49-F238E27FC236}">
                      <ns2:creationId id="{1C4C9CDC-70BF-404C-7CC6-8E98D487437B}"/>
                    </a:ext>
                  </a:extLst>
                </p:cNvPr>
                <p:cNvSpPr/>
                <p:nvPr/>
              </p:nvSpPr>
              <p:spPr>
                <a:xfrm>
                  <a:off x="6250521" y="4256206"/>
                  <a:ext cx="970947" cy="571722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8" name="正方形/長方形 37">
                  <a:extLst>
                    <a:ext uri="{FF2B5EF4-FFF2-40B4-BE49-F238E27FC236}">
                      <ns2:creationId id="{F45BF6D0-8A9E-2CD0-3A14-E68ADA1AB28D}"/>
                    </a:ext>
                  </a:extLst>
                </p:cNvPr>
                <p:cNvSpPr/>
                <p:nvPr/>
              </p:nvSpPr>
              <p:spPr>
                <a:xfrm>
                  <a:off x="6250521" y="4904339"/>
                  <a:ext cx="970947" cy="571722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ja-JP" altLang="en-US" sz="9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DF2057CA-C787-2E35-182B-A858806CCBAC}"/>
                    </a:ext>
                  </a:extLst>
                </p:cNvPr>
                <p:cNvSpPr/>
                <p:nvPr/>
              </p:nvSpPr>
              <p:spPr>
                <a:xfrm>
                  <a:off x="7316135" y="2982431"/>
                  <a:ext cx="2219376" cy="56264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 err="1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CD897E2F-E989-5666-F36D-2C07EF7BEE2B}"/>
                    </a:ext>
                  </a:extLst>
                </p:cNvPr>
                <p:cNvSpPr/>
                <p:nvPr/>
              </p:nvSpPr>
              <p:spPr>
                <a:xfrm>
                  <a:off x="9630178" y="2982431"/>
                  <a:ext cx="2219376" cy="562640"/>
                </a:xfrm>
                <a:prstGeom prst="rect">
                  <a:avLst/>
                </a:prstGeom>
                <a:solidFill>
                  <a:schemeClr val="accent5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400" dirty="0">
                      <a:solidFill>
                        <a:schemeClr val="bg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400" dirty="0">
                    <a:solidFill>
                      <a:schemeClr val="bg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0" name="正方形/長方形 29">
                  <a:extLst>
                    <a:ext uri="{FF2B5EF4-FFF2-40B4-BE49-F238E27FC236}">
                      <ns2:creationId id="{5041A854-5EB7-C571-491C-DE00BFA91AB1}"/>
                    </a:ext>
                  </a:extLst>
                </p:cNvPr>
                <p:cNvSpPr/>
                <p:nvPr/>
              </p:nvSpPr>
              <p:spPr>
                <a:xfrm>
                  <a:off x="7316135" y="3600127"/>
                  <a:ext cx="2219376" cy="56264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/ 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ns2:creationId id="{F63FB37A-3538-0A4E-93C7-E9388DEE90B0}"/>
                    </a:ext>
                  </a:extLst>
                </p:cNvPr>
                <p:cNvSpPr/>
                <p:nvPr/>
              </p:nvSpPr>
              <p:spPr>
                <a:xfrm>
                  <a:off x="9630178" y="3600128"/>
                  <a:ext cx="2219376" cy="56264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ns2:creationId id="{6A0AFA5A-91CF-1B50-9F80-DB7E44EC7D43}"/>
                    </a:ext>
                  </a:extLst>
                </p:cNvPr>
                <p:cNvSpPr/>
                <p:nvPr/>
              </p:nvSpPr>
              <p:spPr>
                <a:xfrm>
                  <a:off x="7316135" y="4256205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3E1E32A9-2A6F-91D6-862C-D60AEBEF7EFA}"/>
                    </a:ext>
                  </a:extLst>
                </p:cNvPr>
                <p:cNvSpPr/>
                <p:nvPr/>
              </p:nvSpPr>
              <p:spPr>
                <a:xfrm>
                  <a:off x="7316135" y="4904338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  <a:p>
                  <a:endParaRPr kumimoji="1" lang="ja-JP" altLang="en-US" sz="9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6" name="正方形/長方形 45">
                  <a:extLst>
                    <a:ext uri="{FF2B5EF4-FFF2-40B4-BE49-F238E27FC236}">
                      <ns2:creationId id="{947CE6F5-501E-BC2C-53AF-D6861936FB44}"/>
                    </a:ext>
                  </a:extLst>
                </p:cNvPr>
                <p:cNvSpPr/>
                <p:nvPr/>
              </p:nvSpPr>
              <p:spPr>
                <a:xfrm>
                  <a:off x="9630178" y="4256206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266700" indent="-176213">
                    <a:buClr>
                      <a:schemeClr val="accent5"/>
                    </a:buClr>
                    <a:buFont typeface="メイリオ" panose="020B0604030504040204" pitchFamily="50" charset="-128"/>
                    <a:buChar char="▶"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  <a:p>
                  <a:endParaRPr kumimoji="1" lang="ja-JP" altLang="en-US" sz="9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47" name="正方形/長方形 46">
                  <a:extLst>
                    <a:ext uri="{FF2B5EF4-FFF2-40B4-BE49-F238E27FC236}">
                      <ns2:creationId id="{BF95C28F-08E3-767F-004D-884890DAC0AB}"/>
                    </a:ext>
                  </a:extLst>
                </p:cNvPr>
                <p:cNvSpPr/>
                <p:nvPr/>
              </p:nvSpPr>
              <p:spPr>
                <a:xfrm>
                  <a:off x="9630178" y="4904339"/>
                  <a:ext cx="2219376" cy="571722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9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+mn-ea"/>
                    <a:cs typeface="Meiryo UI" charset="0"/>
                  </a:endParaRPr>
                </a:p>
              </p:txBody>
            </p:sp>
            <p:cxnSp>
              <p:nvCxnSpPr>
                <p:cNvPr id="55" name="直線コネクタ 54">
                  <a:extLst>
                    <a:ext uri="{FF2B5EF4-FFF2-40B4-BE49-F238E27FC236}">
                      <ns2:creationId id="{EAD19B69-055D-E7EB-1144-046A4A98B0B8}"/>
                    </a:ext>
                  </a:extLst>
                </p:cNvPr>
                <p:cNvCxnSpPr/>
                <p:nvPr/>
              </p:nvCxnSpPr>
              <p:spPr>
                <a:xfrm>
                  <a:off x="7316135" y="4209486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コネクタ 55">
                  <a:extLst>
                    <a:ext uri="{FF2B5EF4-FFF2-40B4-BE49-F238E27FC236}">
                      <ns2:creationId id="{B62FF987-DED2-BA81-0FCC-09D979DBDAFA}"/>
                    </a:ext>
                  </a:extLst>
                </p:cNvPr>
                <p:cNvCxnSpPr/>
                <p:nvPr/>
              </p:nvCxnSpPr>
              <p:spPr>
                <a:xfrm>
                  <a:off x="9630178" y="4209486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コネクタ 56">
                  <a:extLst>
                    <a:ext uri="{FF2B5EF4-FFF2-40B4-BE49-F238E27FC236}">
                      <ns2:creationId id="{D5F6AD19-39DB-7D1C-1BC6-DD59F48DFF50}"/>
                    </a:ext>
                  </a:extLst>
                </p:cNvPr>
                <p:cNvCxnSpPr/>
                <p:nvPr/>
              </p:nvCxnSpPr>
              <p:spPr>
                <a:xfrm>
                  <a:off x="7316135" y="4866132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直線コネクタ 57">
                  <a:extLst>
                    <a:ext uri="{FF2B5EF4-FFF2-40B4-BE49-F238E27FC236}">
                      <ns2:creationId id="{57518AEF-4E5A-4516-60CC-F511A21DF84A}"/>
                    </a:ext>
                  </a:extLst>
                </p:cNvPr>
                <p:cNvCxnSpPr/>
                <p:nvPr/>
              </p:nvCxnSpPr>
              <p:spPr>
                <a:xfrm>
                  <a:off x="9630178" y="4866132"/>
                  <a:ext cx="2219376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background">
                  <a:extLst>
                    <a:ext uri="{FF2B5EF4-FFF2-40B4-BE49-F238E27FC236}">
                      <ns2:creationId id="{758AC460-A04D-8ECB-2F64-61220CDE818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6275235" y="3809447"/>
                  <a:ext cx="144000" cy="144000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1</a:t>
                  </a:r>
                  <a:endParaRPr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60" name="background">
                  <a:extLst>
                    <a:ext uri="{FF2B5EF4-FFF2-40B4-BE49-F238E27FC236}">
                      <ns2:creationId id="{158DAAEA-4FD5-71B5-446B-57AC5C1E1E5D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6275235" y="4470066"/>
                  <a:ext cx="144000" cy="144000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2</a:t>
                  </a:r>
                  <a:endParaRPr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61" name="background">
                  <a:extLst>
                    <a:ext uri="{FF2B5EF4-FFF2-40B4-BE49-F238E27FC236}">
                      <ns2:creationId id="{E89AED4B-5D86-ED11-1D6F-10F50111D3B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6"/>
                  </p:custDataLst>
                </p:nvPr>
              </p:nvSpPr>
              <p:spPr>
                <a:xfrm>
                  <a:off x="6275235" y="5118199"/>
                  <a:ext cx="144000" cy="144000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3</a:t>
                  </a:r>
                  <a:endParaRPr lang="ja-JP" altLang="en-US" sz="9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69" name="グラフィックス 68" descr="建物 単色塗りつぶし">
                  <a:extLst>
                    <a:ext uri="{FF2B5EF4-FFF2-40B4-BE49-F238E27FC236}">
                      <ns2:creationId id="{62FF9C6A-93FB-6C67-3D4B-4CB2DB0670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05468" y="3946767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71" name="グラフィックス 70" descr="ストップウォッチ 75% 単色塗りつぶし">
                  <a:extLst>
                    <a:ext uri="{FF2B5EF4-FFF2-40B4-BE49-F238E27FC236}">
                      <ns2:creationId id="{178B70D2-EB59-A542-8989-6603DA3187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05468" y="4611927"/>
                  <a:ext cx="216000" cy="216000"/>
                </a:xfrm>
                <a:prstGeom prst="rect">
                  <a:avLst/>
                </a:prstGeom>
              </p:spPr>
            </p:pic>
            <p:pic>
              <p:nvPicPr>
                <p:cNvPr id="73" name="グラフィックス 72" descr="原因と結果 単色塗りつぶし">
                  <a:extLst>
                    <a:ext uri="{FF2B5EF4-FFF2-40B4-BE49-F238E27FC236}">
                      <ns2:creationId id="{D17CF229-8C4A-C153-9D4A-1444E0E627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05468" y="5260060"/>
                  <a:ext cx="216000" cy="216000"/>
                </a:xfrm>
                <a:prstGeom prst="rect">
                  <a:avLst/>
                </a:prstGeom>
              </p:spPr>
            </p:pic>
          </p:grpSp>
          <p:grpSp>
            <p:nvGrpSpPr>
              <p:cNvPr id="87" name="グループ化 86">
                <a:extLst>
                  <a:ext uri="{FF2B5EF4-FFF2-40B4-BE49-F238E27FC236}">
                    <ns2:creationId id="{22993A36-EF15-60E6-AE61-EA2652859ED2}"/>
                  </a:ext>
                </a:extLst>
              </p:cNvPr>
              <p:cNvGrpSpPr/>
              <p:nvPr/>
            </p:nvGrpSpPr>
            <p:grpSpPr>
              <a:xfrm>
                <a:off x="331788" y="2917302"/>
                <a:ext cx="5591933" cy="2558761"/>
                <a:chOff x="331788" y="2917302"/>
                <a:chExt cx="5591933" cy="2558761"/>
              </a:xfrm>
            </p:grpSpPr>
            <p:sp>
              <p:nvSpPr>
                <p:cNvPr id="15" name="正方形/長方形 14">
                  <a:extLst>
                    <a:ext uri="{FF2B5EF4-FFF2-40B4-BE49-F238E27FC236}">
                      <ns2:creationId id="{538B4236-A3AE-E0E1-4C55-4CF54FBC1B6B}"/>
                    </a:ext>
                  </a:extLst>
                </p:cNvPr>
                <p:cNvSpPr/>
                <p:nvPr/>
              </p:nvSpPr>
              <p:spPr>
                <a:xfrm>
                  <a:off x="342446" y="2982430"/>
                  <a:ext cx="5581275" cy="783231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269875" indent="-171450">
                    <a:buClr>
                      <a:schemeClr val="accent5"/>
                    </a:buClr>
                    <a:buFont typeface="メイリオ" panose="020B0604030504040204" pitchFamily="50" charset="-128"/>
                    <a:buChar char="▶"/>
                  </a:pP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rgbClr val="2C5F2D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ns2:creationId id="{C4237269-685B-620D-292A-D6AF94F86013}"/>
                    </a:ext>
                  </a:extLst>
                </p:cNvPr>
                <p:cNvSpPr/>
                <p:nvPr/>
              </p:nvSpPr>
              <p:spPr>
                <a:xfrm>
                  <a:off x="342446" y="3837631"/>
                  <a:ext cx="5581275" cy="783231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900" dirty="0">
                    <a:solidFill>
                      <a:schemeClr val="accent5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(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) 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  <a:cs typeface="Meiryo UI" pitchFamily="34" charset="-120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latin typeface="+mn-ea"/>
                  </a:endParaRPr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ns2:creationId id="{F292801B-3F1F-7302-743E-8F5621B3E6FE}"/>
                    </a:ext>
                  </a:extLst>
                </p:cNvPr>
                <p:cNvSpPr/>
                <p:nvPr/>
              </p:nvSpPr>
              <p:spPr>
                <a:xfrm>
                  <a:off x="342446" y="4692832"/>
                  <a:ext cx="5581275" cy="783231"/>
                </a:xfrm>
                <a:prstGeom prst="rect">
                  <a:avLst/>
                </a:prstGeom>
                <a:solidFill>
                  <a:schemeClr val="accent6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</a:p>
                <a:p>
                  <a:pPr marL="171450" indent="-171450">
                    <a:lnSpc>
                      <a:spcPct val="110000"/>
                    </a:lnSpc>
                    <a:buClr>
                      <a:schemeClr val="accent5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  <p:sp>
              <p:nvSpPr>
                <p:cNvPr id="20" name="background">
                  <a:extLst>
                    <a:ext uri="{FF2B5EF4-FFF2-40B4-BE49-F238E27FC236}">
                      <ns2:creationId id="{3325B70C-4721-043D-6F09-C6C2E717B9BA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331788" y="2917302"/>
                  <a:ext cx="211298" cy="211298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100" dirty="0">
                      <a:solidFill>
                        <a:schemeClr val="bg1"/>
                      </a:solidFill>
                      <a:latin typeface="+mn-ea"/>
                    </a:rPr>
                    <a:t>1</a:t>
                  </a:r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3" name="background">
                  <a:extLst>
                    <a:ext uri="{FF2B5EF4-FFF2-40B4-BE49-F238E27FC236}">
                      <ns2:creationId id="{5BF947C1-FBAB-C6E9-F4AE-9A37E14E17CA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331788" y="3783451"/>
                  <a:ext cx="211298" cy="211298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100" dirty="0">
                      <a:solidFill>
                        <a:schemeClr val="bg1"/>
                      </a:solidFill>
                      <a:latin typeface="+mn-ea"/>
                    </a:rPr>
                    <a:t>2</a:t>
                  </a:r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24" name="background">
                  <a:extLst>
                    <a:ext uri="{FF2B5EF4-FFF2-40B4-BE49-F238E27FC236}">
                      <ns2:creationId id="{B91C2BA9-2A8A-5C9A-4335-CF7DC83F4853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331788" y="4659861"/>
                  <a:ext cx="211298" cy="211298"/>
                </a:xfrm>
                <a:prstGeom prst="ellipse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100" dirty="0">
                      <a:solidFill>
                        <a:schemeClr val="bg1"/>
                      </a:solidFill>
                      <a:latin typeface="+mn-ea"/>
                    </a:rPr>
                    <a:t>3</a:t>
                  </a:r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pic>
              <p:nvPicPr>
                <p:cNvPr id="75" name="グラフィックス 74" descr="チェックリスト 単色塗りつぶし">
                  <a:extLst>
                    <a:ext uri="{FF2B5EF4-FFF2-40B4-BE49-F238E27FC236}">
                      <ns2:creationId id="{E27630D8-6DFB-E891-3898-B4F3386DD6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5721" y="3477661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77" name="グラフィックス 76" descr="工場 単色塗りつぶし">
                  <a:extLst>
                    <a:ext uri="{FF2B5EF4-FFF2-40B4-BE49-F238E27FC236}">
                      <ns2:creationId id="{77146A9B-9973-9408-DBE4-86344EE84A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5721" y="4332862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79" name="グラフィックス 78" descr="接続済み 単色塗りつぶし">
                  <a:extLst>
                    <a:ext uri="{FF2B5EF4-FFF2-40B4-BE49-F238E27FC236}">
                      <ns2:creationId id="{98793058-6F0A-E801-661A-BEF64E3213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5721" y="5188062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85" name="グループ化 84">
                <a:extLst>
                  <a:ext uri="{FF2B5EF4-FFF2-40B4-BE49-F238E27FC236}">
                    <ns2:creationId id="{1739B8EF-13A5-1414-08DB-DB1D64915A35}"/>
                  </a:ext>
                </a:extLst>
              </p:cNvPr>
              <p:cNvGrpSpPr/>
              <p:nvPr/>
            </p:nvGrpSpPr>
            <p:grpSpPr>
              <a:xfrm>
                <a:off x="342446" y="2405381"/>
                <a:ext cx="5581275" cy="484337"/>
                <a:chOff x="342446" y="2405381"/>
                <a:chExt cx="5581275" cy="484337"/>
              </a:xfrm>
            </p:grpSpPr>
            <p:sp>
              <p:nvSpPr>
                <p:cNvPr id="8" name="正方形/長方形 7">
                  <a:extLst>
                    <a:ext uri="{FF2B5EF4-FFF2-40B4-BE49-F238E27FC236}">
                      <ns2:creationId id="{FAC3ADD5-4842-56D8-0191-98DBF6F6B82B}"/>
                    </a:ext>
                  </a:extLst>
                </p:cNvPr>
                <p:cNvSpPr/>
                <p:nvPr/>
              </p:nvSpPr>
              <p:spPr>
                <a:xfrm>
                  <a:off x="342446" y="2405381"/>
                  <a:ext cx="5581275" cy="4381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600" dirty="0" err="1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kumimoji="1" lang="ja-JP" altLang="en-US" sz="16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cxnSp>
              <p:nvCxnSpPr>
                <p:cNvPr id="12" name="直線コネクタ 11">
                  <a:extLst>
                    <a:ext uri="{FF2B5EF4-FFF2-40B4-BE49-F238E27FC236}">
                      <ns2:creationId id="{DA19E60A-4BAA-850E-0D0C-AB6B6F7412A8}"/>
                    </a:ext>
                  </a:extLst>
                </p:cNvPr>
                <p:cNvCxnSpPr/>
                <p:nvPr/>
              </p:nvCxnSpPr>
              <p:spPr>
                <a:xfrm>
                  <a:off x="342446" y="2889718"/>
                  <a:ext cx="5581275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1" name="グラフィックス 80" descr="カスタマー レビュー 枠線">
                  <a:extLst>
                    <a:ext uri="{FF2B5EF4-FFF2-40B4-BE49-F238E27FC236}">
                      <ns2:creationId id="{CAF0B4C6-029D-6990-C0FE-CD328200B9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352237" y="2444455"/>
                  <a:ext cx="360000" cy="360000"/>
                </a:xfrm>
                <a:prstGeom prst="rect">
                  <a:avLst/>
                </a:prstGeom>
              </p:spPr>
            </p:pic>
          </p:grpSp>
          <p:grpSp>
            <p:nvGrpSpPr>
              <p:cNvPr id="86" name="グループ化 85">
                <a:extLst>
                  <a:ext uri="{FF2B5EF4-FFF2-40B4-BE49-F238E27FC236}">
                    <ns2:creationId id="{B070722D-8FF9-65B4-6618-E71E4FC06EAA}"/>
                  </a:ext>
                </a:extLst>
              </p:cNvPr>
              <p:cNvGrpSpPr/>
              <p:nvPr/>
            </p:nvGrpSpPr>
            <p:grpSpPr>
              <a:xfrm>
                <a:off x="6250521" y="2405381"/>
                <a:ext cx="5599032" cy="484337"/>
                <a:chOff x="6250521" y="2405381"/>
                <a:chExt cx="5599032" cy="484337"/>
              </a:xfrm>
            </p:grpSpPr>
            <p:sp>
              <p:nvSpPr>
                <p:cNvPr id="10" name="正方形/長方形 9">
                  <a:extLst>
                    <a:ext uri="{FF2B5EF4-FFF2-40B4-BE49-F238E27FC236}">
                      <ns2:creationId id="{EDF32CAB-3E04-0963-E918-99F94E3D10DE}"/>
                    </a:ext>
                  </a:extLst>
                </p:cNvPr>
                <p:cNvSpPr/>
                <p:nvPr/>
              </p:nvSpPr>
              <p:spPr>
                <a:xfrm>
                  <a:off x="6268278" y="2405381"/>
                  <a:ext cx="5581275" cy="43815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6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br>
                    <a:rPr lang="en-US" altLang="ja-JP" sz="16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</a:br>
                  <a:r>
                    <a:rPr lang="en-US" altLang="ja-JP" sz="1600" dirty="0">
                      <a:solidFill>
                        <a:schemeClr val="accent5"/>
                      </a:solidFill>
                      <a:latin typeface="+mn-ea"/>
                      <a:cs typeface="Meiryo UI" pitchFamily="34" charset="-120"/>
                    </a:rPr>
                    <a:t>XX</a:t>
                  </a:r>
                  <a:endParaRPr lang="en-US" altLang="ja-JP" sz="1600" dirty="0">
                    <a:solidFill>
                      <a:schemeClr val="accent5"/>
                    </a:solidFill>
                    <a:latin typeface="+mn-ea"/>
                  </a:endParaRPr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ns2:creationId id="{D67C1F54-BA21-B5B2-C3FB-414480A3466C}"/>
                    </a:ext>
                  </a:extLst>
                </p:cNvPr>
                <p:cNvCxnSpPr/>
                <p:nvPr/>
              </p:nvCxnSpPr>
              <p:spPr>
                <a:xfrm>
                  <a:off x="6268278" y="2889718"/>
                  <a:ext cx="5581275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3" name="グラフィックス 82" descr="階層 枠線">
                  <a:extLst>
                    <a:ext uri="{FF2B5EF4-FFF2-40B4-BE49-F238E27FC236}">
                      <ns2:creationId id="{CAD9572C-F0C9-44F1-94ED-487B094FC1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50521" y="2444455"/>
                  <a:ext cx="360000" cy="360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4149455853"/>
      </p:ext>
    </p:extLst>
  </p:cSld>
  <p:clrMapOvr>
    <a:masterClrMapping/>
  </p:clrMapOvr>
</p:sld>
</file>

<file path=ppt/slides/slide307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C774F31-8741-533E-995D-0A23C6E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1">
            <a:extLst>
              <a:ext uri="{FF2B5EF4-FFF2-40B4-BE49-F238E27FC236}">
                <ns2:creationId id="{67047238-F038-8104-7AE1-68223B4DF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Autofit/>
          </a:bodyPr>
          <a:lstStyle/>
          <a:p>
            <a:r>
              <a:rPr lang="en-US" altLang="ja-JP" dirty="0" err="1">
                <a:cs typeface="Meiryo" pitchFamily="34" charset="-120"/>
              </a:rPr>
              <a:t>XX</a:t>
            </a:r>
            <a:r>
              <a:rPr lang="en-US" altLang="ja-JP" dirty="0">
                <a:cs typeface="Meiryo" pitchFamily="34" charset="-120"/>
              </a:rPr>
              <a:t> </a:t>
            </a:r>
            <a:r>
              <a:rPr lang="en-US" altLang="ja-JP" dirty="0" err="1">
                <a:cs typeface="Meiryo" pitchFamily="34" charset="-120"/>
              </a:rPr>
              <a:t>XX</a:t>
            </a:r>
            <a:r>
              <a:rPr lang="en-US" altLang="ja-JP" dirty="0">
                <a:cs typeface="Meiryo" pitchFamily="34" charset="-120"/>
              </a:rPr>
              <a:t> </a:t>
            </a:r>
            <a:br>
              <a:rPr lang="en-US" altLang="ja-JP" dirty="0">
                <a:cs typeface="Meiryo" pitchFamily="34" charset="-120"/>
              </a:rPr>
            </a:br>
            <a:r>
              <a:rPr lang="en-US" altLang="ja-JP" sz="1600" dirty="0" err="1">
                <a:cs typeface="Meiryo" pitchFamily="34" charset="-120"/>
              </a:rPr>
              <a:t>XX</a:t>
            </a:r>
            <a:endParaRPr kumimoji="1" lang="ja-JP" altLang="en-US" dirty="0"/>
          </a:p>
        </p:txBody>
      </p:sp>
      <p:grpSp>
        <p:nvGrpSpPr>
          <p:cNvPr id="71" name="グループ化 70">
            <a:extLst>
              <a:ext uri="{FF2B5EF4-FFF2-40B4-BE49-F238E27FC236}">
                <ns2:creationId id="{CDAB2780-F18B-06A7-2209-0916DEBEBECD}"/>
              </a:ext>
            </a:extLst>
          </p:cNvPr>
          <p:cNvGrpSpPr/>
          <p:nvPr/>
        </p:nvGrpSpPr>
        <p:grpSpPr>
          <a:xfrm>
            <a:off x="8248994" y="412094"/>
            <a:ext cx="2389257" cy="458412"/>
            <a:chOff x="8248994" y="412094"/>
            <a:chExt cx="2389257" cy="458412"/>
          </a:xfrm>
        </p:grpSpPr>
        <p:sp>
          <p:nvSpPr>
            <p:cNvPr id="17" name="正方形/長方形 16">
              <a:extLst>
                <a:ext uri="{FF2B5EF4-FFF2-40B4-BE49-F238E27FC236}">
                  <ns2:creationId id="{6FCA231E-5427-309F-8380-D84503DB0715}"/>
                </a:ext>
              </a:extLst>
            </p:cNvPr>
            <p:cNvSpPr/>
            <p:nvPr/>
          </p:nvSpPr>
          <p:spPr>
            <a:xfrm>
              <a:off x="8248995" y="412094"/>
              <a:ext cx="769257" cy="216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007DD6C6-88F7-5E78-EE01-77117FAE92EA}"/>
                </a:ext>
              </a:extLst>
            </p:cNvPr>
            <p:cNvSpPr/>
            <p:nvPr/>
          </p:nvSpPr>
          <p:spPr>
            <a:xfrm>
              <a:off x="8248994" y="654506"/>
              <a:ext cx="769257" cy="216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723B65FC-339B-25B0-0178-B26FA282A499}"/>
                </a:ext>
              </a:extLst>
            </p:cNvPr>
            <p:cNvSpPr/>
            <p:nvPr/>
          </p:nvSpPr>
          <p:spPr>
            <a:xfrm>
              <a:off x="9018251" y="412094"/>
              <a:ext cx="162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kumimoji="1" lang="en-US" altLang="ja-JP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B35B771F-5802-54F4-A3E7-D2382DCFE0AF}"/>
                </a:ext>
              </a:extLst>
            </p:cNvPr>
            <p:cNvSpPr/>
            <p:nvPr/>
          </p:nvSpPr>
          <p:spPr>
            <a:xfrm>
              <a:off x="9018250" y="654506"/>
              <a:ext cx="162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9" name="グループ化 68">
            <a:extLst>
              <a:ext uri="{FF2B5EF4-FFF2-40B4-BE49-F238E27FC236}">
                <ns2:creationId id="{2D727D39-7710-61D7-4109-CB6859351A7C}"/>
              </a:ext>
            </a:extLst>
          </p:cNvPr>
          <p:cNvGrpSpPr/>
          <p:nvPr/>
        </p:nvGrpSpPr>
        <p:grpSpPr>
          <a:xfrm>
            <a:off x="334960" y="1033800"/>
            <a:ext cx="11534073" cy="5272615"/>
            <a:chOff x="334960" y="1033800"/>
            <a:chExt cx="11534073" cy="5272615"/>
          </a:xfrm>
        </p:grpSpPr>
        <p:grpSp>
          <p:nvGrpSpPr>
            <p:cNvPr id="220" name="グループ化 219">
              <a:extLst>
                <a:ext uri="{FF2B5EF4-FFF2-40B4-BE49-F238E27FC236}">
                  <ns2:creationId id="{F4638FDF-B5C7-2C7C-4751-3439C47DCEF8}"/>
                </a:ext>
              </a:extLst>
            </p:cNvPr>
            <p:cNvGrpSpPr/>
            <p:nvPr/>
          </p:nvGrpSpPr>
          <p:grpSpPr>
            <a:xfrm>
              <a:off x="5192260" y="2681558"/>
              <a:ext cx="1905120" cy="1296000"/>
              <a:chOff x="5160361" y="2681558"/>
              <a:chExt cx="1905120" cy="1296000"/>
            </a:xfrm>
          </p:grpSpPr>
          <p:sp>
            <p:nvSpPr>
              <p:cNvPr id="50" name="楕円 49">
                <a:extLst>
                  <a:ext uri="{FF2B5EF4-FFF2-40B4-BE49-F238E27FC236}">
                    <ns2:creationId id="{3E4EF978-6561-DFFF-C36B-9A34B90F05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63976" y="2681558"/>
                <a:ext cx="1296000" cy="1296000"/>
              </a:xfrm>
              <a:prstGeom prst="ellipse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2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" pitchFamily="34" charset="-120"/>
                </a:endParaRPr>
              </a:p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br>
                  <a:rPr lang="en-US" altLang="ja-JP" sz="11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</a:b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1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" pitchFamily="34" charset="-120"/>
                </a:endParaRPr>
              </a:p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1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" pitchFamily="34" charset="-120"/>
                </a:endParaRPr>
              </a:p>
              <a:p>
                <a:pPr algn="ctr">
                  <a:lnSpc>
                    <a:spcPts val="1400"/>
                  </a:lnSpc>
                  <a:spcAft>
                    <a:spcPts val="600"/>
                  </a:spcAft>
                </a:pPr>
                <a:r>
                  <a:rPr lang="en-US" altLang="ja-JP" sz="11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AutoShape 2">
                <a:extLst>
                  <a:ext uri="{FF2B5EF4-FFF2-40B4-BE49-F238E27FC236}">
                    <ns2:creationId id="{3720A342-5B6B-ECA7-7DCE-8EC318C8E558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 rot="10800000" flipH="1">
                <a:off x="6813481" y="2966708"/>
                <a:ext cx="252000" cy="720000"/>
              </a:xfrm>
              <a:prstGeom prst="homePlate">
                <a:avLst>
                  <a:gd name="adj" fmla="val 100000"/>
                </a:avLst>
              </a:prstGeom>
              <a:solidFill>
                <a:srgbClr val="008D2E">
                  <a:alpha val="30000"/>
                </a:srgbClr>
              </a:solidFill>
              <a:ln>
                <a:noFill/>
              </a:ln>
              <a:effectLst/>
            </p:spPr>
            <p:txBody>
              <a:bodyPr wrap="none" lIns="0" tIns="0" rIns="0" bIns="0" anchor="ctr">
                <a:noAutofit/>
              </a:bodyPr>
              <a:lstStyle/>
              <a:p>
                <a:endParaRPr 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" name="AutoShape 2">
                <a:extLst>
                  <a:ext uri="{FF2B5EF4-FFF2-40B4-BE49-F238E27FC236}">
                    <ns2:creationId id="{D0536535-BE46-DC3F-6ACC-E410A5F12525}"/>
                  </a:ext>
                </a:extLst>
              </p:cNvPr>
              <p:cNvSpPr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 flipH="1">
                <a:off x="5160361" y="2966708"/>
                <a:ext cx="252000" cy="720000"/>
              </a:xfrm>
              <a:prstGeom prst="homePlate">
                <a:avLst>
                  <a:gd name="adj" fmla="val 100000"/>
                </a:avLst>
              </a:prstGeom>
              <a:solidFill>
                <a:srgbClr val="66BB82"/>
              </a:solidFill>
              <a:ln>
                <a:noFill/>
              </a:ln>
              <a:effectLst/>
            </p:spPr>
            <p:txBody>
              <a:bodyPr wrap="none" lIns="0" tIns="0" rIns="0" bIns="0" anchor="ctr">
                <a:noAutofit/>
              </a:bodyPr>
              <a:lstStyle/>
              <a:p>
                <a:endParaRPr lang="en-US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3" name="グループ化 62">
              <a:extLst>
                <a:ext uri="{FF2B5EF4-FFF2-40B4-BE49-F238E27FC236}">
                  <ns2:creationId id="{FC454E41-DA7C-5585-CE52-EADAF245FA9C}"/>
                </a:ext>
              </a:extLst>
            </p:cNvPr>
            <p:cNvGrpSpPr/>
            <p:nvPr/>
          </p:nvGrpSpPr>
          <p:grpSpPr>
            <a:xfrm>
              <a:off x="334960" y="5855217"/>
              <a:ext cx="11520000" cy="451198"/>
              <a:chOff x="334960" y="5855217"/>
              <a:chExt cx="11520000" cy="451198"/>
            </a:xfrm>
          </p:grpSpPr>
          <p:sp>
            <p:nvSpPr>
              <p:cNvPr id="14" name="正方形/長方形 13">
                <a:extLst>
                  <a:ext uri="{FF2B5EF4-FFF2-40B4-BE49-F238E27FC236}">
                    <ns2:creationId id="{1731E987-172A-02CE-571A-9A9819932223}"/>
                  </a:ext>
                </a:extLst>
              </p:cNvPr>
              <p:cNvSpPr/>
              <p:nvPr/>
            </p:nvSpPr>
            <p:spPr>
              <a:xfrm>
                <a:off x="334960" y="5946415"/>
                <a:ext cx="11520000" cy="360000"/>
              </a:xfrm>
              <a:prstGeom prst="rect">
                <a:avLst/>
              </a:prstGeom>
              <a:solidFill>
                <a:schemeClr val="accent6">
                  <a:alpha val="1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en-US" altLang="ja-JP" sz="105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6" name="Text 23">
                <a:extLst>
                  <a:ext uri="{FF2B5EF4-FFF2-40B4-BE49-F238E27FC236}">
                    <ns2:creationId id="{91453B53-CDAD-F4B2-9FCC-D7337FFBF513}"/>
                  </a:ext>
                </a:extLst>
              </p:cNvPr>
              <p:cNvSpPr/>
              <p:nvPr/>
            </p:nvSpPr>
            <p:spPr>
              <a:xfrm>
                <a:off x="419348" y="5855217"/>
                <a:ext cx="1440000" cy="180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99CCB2"/>
                </a:solidFill>
              </a:ln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5" name="グループ化 64">
              <a:extLst>
                <a:ext uri="{FF2B5EF4-FFF2-40B4-BE49-F238E27FC236}">
                  <ns2:creationId id="{259F44C9-FC78-E4A6-E3F9-9A824071F312}"/>
                </a:ext>
              </a:extLst>
            </p:cNvPr>
            <p:cNvGrpSpPr/>
            <p:nvPr/>
          </p:nvGrpSpPr>
          <p:grpSpPr>
            <a:xfrm>
              <a:off x="334960" y="1033800"/>
              <a:ext cx="4756992" cy="4735239"/>
              <a:chOff x="334960" y="1033800"/>
              <a:chExt cx="4756992" cy="4735239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8F09AD02-0DDE-FA75-ADBD-48240B317402}"/>
                  </a:ext>
                </a:extLst>
              </p:cNvPr>
              <p:cNvSpPr/>
              <p:nvPr/>
            </p:nvSpPr>
            <p:spPr>
              <a:xfrm>
                <a:off x="348190" y="1033800"/>
                <a:ext cx="468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100" dirty="0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kumimoji="1" lang="ja-JP" altLang="en-US" sz="1100" dirty="0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C17981F3-39CF-B8BC-3EE4-CE8E1E12BCDA}"/>
                  </a:ext>
                </a:extLst>
              </p:cNvPr>
              <p:cNvSpPr/>
              <p:nvPr/>
            </p:nvSpPr>
            <p:spPr>
              <a:xfrm>
                <a:off x="334960" y="1360122"/>
                <a:ext cx="1440000" cy="54000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ns2:creationId id="{1FD439B8-6869-182B-A9B6-1DC13C077A3A}"/>
                  </a:ext>
                </a:extLst>
              </p:cNvPr>
              <p:cNvSpPr/>
              <p:nvPr/>
            </p:nvSpPr>
            <p:spPr>
              <a:xfrm>
                <a:off x="1968190" y="1360121"/>
                <a:ext cx="1440000" cy="54000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072A4F3A-EBA4-F77B-01F1-2EEFD7FD5291}"/>
                  </a:ext>
                </a:extLst>
              </p:cNvPr>
              <p:cNvSpPr/>
              <p:nvPr/>
            </p:nvSpPr>
            <p:spPr>
              <a:xfrm>
                <a:off x="3588190" y="1360120"/>
                <a:ext cx="1440000" cy="54000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56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3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EA36D76C-E781-BF48-3969-58FE8CD806C1}"/>
                  </a:ext>
                </a:extLst>
              </p:cNvPr>
              <p:cNvSpPr/>
              <p:nvPr/>
            </p:nvSpPr>
            <p:spPr>
              <a:xfrm>
                <a:off x="3989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EC7597FB-C0A4-AAB1-E31C-1EDF971DE6E4}"/>
                  </a:ext>
                </a:extLst>
              </p:cNvPr>
              <p:cNvSpPr/>
              <p:nvPr/>
            </p:nvSpPr>
            <p:spPr>
              <a:xfrm>
                <a:off x="13053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" name="四角形: 角を丸くする 37">
                <a:extLst>
                  <a:ext uri="{FF2B5EF4-FFF2-40B4-BE49-F238E27FC236}">
                    <ns2:creationId id="{F4FEB736-13C4-9CB2-2869-627BA13F4A29}"/>
                  </a:ext>
                </a:extLst>
              </p:cNvPr>
              <p:cNvSpPr/>
              <p:nvPr/>
            </p:nvSpPr>
            <p:spPr>
              <a:xfrm>
                <a:off x="20189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0" name="四角形: 角を丸くする 39">
                <a:extLst>
                  <a:ext uri="{FF2B5EF4-FFF2-40B4-BE49-F238E27FC236}">
                    <ns2:creationId id="{3F72045E-27E4-CD37-091A-8C45A5DF3BF4}"/>
                  </a:ext>
                </a:extLst>
              </p:cNvPr>
              <p:cNvSpPr/>
              <p:nvPr/>
            </p:nvSpPr>
            <p:spPr>
              <a:xfrm>
                <a:off x="29253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52DEA720-88A4-CE61-E47B-D8468AA99155}"/>
                  </a:ext>
                </a:extLst>
              </p:cNvPr>
              <p:cNvSpPr/>
              <p:nvPr/>
            </p:nvSpPr>
            <p:spPr>
              <a:xfrm>
                <a:off x="36389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4" name="四角形: 角を丸くする 43">
                <a:extLst>
                  <a:ext uri="{FF2B5EF4-FFF2-40B4-BE49-F238E27FC236}">
                    <ns2:creationId id="{9EB775CC-5939-86C1-0DB6-98D0723A98F0}"/>
                  </a:ext>
                </a:extLst>
              </p:cNvPr>
              <p:cNvSpPr/>
              <p:nvPr/>
            </p:nvSpPr>
            <p:spPr>
              <a:xfrm>
                <a:off x="4545390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0" name="直線矢印コネクタ 19">
                <a:extLst>
                  <a:ext uri="{FF2B5EF4-FFF2-40B4-BE49-F238E27FC236}">
                    <ns2:creationId id="{57C663C8-4773-64C2-C763-F8A2C4146E7F}"/>
                  </a:ext>
                </a:extLst>
              </p:cNvPr>
              <p:cNvCxnSpPr>
                <a:cxnSpLocks/>
                <a:endCxn id="112" idx="0"/>
              </p:cNvCxnSpPr>
              <p:nvPr/>
            </p:nvCxnSpPr>
            <p:spPr>
              <a:xfrm flipH="1">
                <a:off x="1071077" y="1900122"/>
                <a:ext cx="0" cy="290972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コネクタ 23">
                <a:extLst>
                  <a:ext uri="{FF2B5EF4-FFF2-40B4-BE49-F238E27FC236}">
                    <ns2:creationId id="{04A6D2F1-A60C-93E8-1AF3-72FF9CD82C0B}"/>
                  </a:ext>
                </a:extLst>
              </p:cNvPr>
              <p:cNvCxnSpPr>
                <a:cxnSpLocks/>
                <a:stCxn id="112" idx="2"/>
                <a:endCxn id="34" idx="0"/>
              </p:cNvCxnSpPr>
              <p:nvPr/>
            </p:nvCxnSpPr>
            <p:spPr>
              <a:xfrm flipH="1">
                <a:off x="614990" y="2316207"/>
                <a:ext cx="456087" cy="3925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コネクタ 27">
                <a:extLst>
                  <a:ext uri="{FF2B5EF4-FFF2-40B4-BE49-F238E27FC236}">
                    <ns2:creationId id="{CF2FB5D8-0F47-C9C0-F2BF-EE1D3F535A39}"/>
                  </a:ext>
                </a:extLst>
              </p:cNvPr>
              <p:cNvCxnSpPr>
                <a:cxnSpLocks/>
                <a:stCxn id="112" idx="2"/>
                <a:endCxn id="36" idx="0"/>
              </p:cNvCxnSpPr>
              <p:nvPr/>
            </p:nvCxnSpPr>
            <p:spPr>
              <a:xfrm>
                <a:off x="1071077" y="2316207"/>
                <a:ext cx="450313" cy="392500"/>
              </a:xfrm>
              <a:prstGeom prst="line">
                <a:avLst/>
              </a:prstGeom>
              <a:ln w="9525">
                <a:solidFill>
                  <a:srgbClr val="66BB82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 23">
                <a:extLst>
                  <a:ext uri="{FF2B5EF4-FFF2-40B4-BE49-F238E27FC236}">
                    <ns2:creationId id="{B09C5F7D-B4B4-2AB5-D5CC-F1B7D18A7958}"/>
                  </a:ext>
                </a:extLst>
              </p:cNvPr>
              <p:cNvSpPr/>
              <p:nvPr/>
            </p:nvSpPr>
            <p:spPr>
              <a:xfrm>
                <a:off x="1192527" y="2178570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Text 23">
                <a:extLst>
                  <a:ext uri="{FF2B5EF4-FFF2-40B4-BE49-F238E27FC236}">
                    <ns2:creationId id="{0D92468B-E48C-FC56-3B75-BB0E4F117CD8}"/>
                  </a:ext>
                </a:extLst>
              </p:cNvPr>
              <p:cNvSpPr/>
              <p:nvPr/>
            </p:nvSpPr>
            <p:spPr>
              <a:xfrm>
                <a:off x="482795" y="2463081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Text 23">
                <a:extLst>
                  <a:ext uri="{FF2B5EF4-FFF2-40B4-BE49-F238E27FC236}">
                    <ns2:creationId id="{D5581C1C-96A3-1BD7-5E48-23EE689B863F}"/>
                  </a:ext>
                </a:extLst>
              </p:cNvPr>
              <p:cNvSpPr/>
              <p:nvPr/>
            </p:nvSpPr>
            <p:spPr>
              <a:xfrm>
                <a:off x="1390365" y="2463081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Text 23">
                <a:extLst>
                  <a:ext uri="{FF2B5EF4-FFF2-40B4-BE49-F238E27FC236}">
                    <ns2:creationId id="{09BCD1F2-E345-28D0-147B-2DAF73FC2ADF}"/>
                  </a:ext>
                </a:extLst>
              </p:cNvPr>
              <p:cNvSpPr/>
              <p:nvPr/>
            </p:nvSpPr>
            <p:spPr>
              <a:xfrm>
                <a:off x="2821065" y="2156274"/>
                <a:ext cx="864000" cy="216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5" name="直線矢印コネクタ 34">
                <a:extLst>
                  <a:ext uri="{FF2B5EF4-FFF2-40B4-BE49-F238E27FC236}">
                    <ns2:creationId id="{C0371D3F-CBB1-13B0-2924-9BFF943FE8F4}"/>
                  </a:ext>
                </a:extLst>
              </p:cNvPr>
              <p:cNvCxnSpPr>
                <a:cxnSpLocks/>
                <a:stCxn id="23" idx="2"/>
                <a:endCxn id="114" idx="0"/>
              </p:cNvCxnSpPr>
              <p:nvPr/>
            </p:nvCxnSpPr>
            <p:spPr>
              <a:xfrm>
                <a:off x="2688190" y="1900121"/>
                <a:ext cx="3775" cy="29097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66B89AC9-29EA-46EB-88F6-574E6DFE74E9}"/>
                  </a:ext>
                </a:extLst>
              </p:cNvPr>
              <p:cNvCxnSpPr>
                <a:cxnSpLocks/>
                <a:stCxn id="114" idx="2"/>
                <a:endCxn id="38" idx="0"/>
              </p:cNvCxnSpPr>
              <p:nvPr/>
            </p:nvCxnSpPr>
            <p:spPr>
              <a:xfrm flipH="1">
                <a:off x="2234990" y="2316207"/>
                <a:ext cx="456975" cy="3925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線コネクタ 38">
                <a:extLst>
                  <a:ext uri="{FF2B5EF4-FFF2-40B4-BE49-F238E27FC236}">
                    <ns2:creationId id="{23CCB584-D851-B08A-FAF3-49F8CD87F0D0}"/>
                  </a:ext>
                </a:extLst>
              </p:cNvPr>
              <p:cNvCxnSpPr>
                <a:cxnSpLocks/>
                <a:stCxn id="114" idx="2"/>
                <a:endCxn id="40" idx="0"/>
              </p:cNvCxnSpPr>
              <p:nvPr/>
            </p:nvCxnSpPr>
            <p:spPr>
              <a:xfrm>
                <a:off x="2691965" y="2316207"/>
                <a:ext cx="449425" cy="392500"/>
              </a:xfrm>
              <a:prstGeom prst="line">
                <a:avLst/>
              </a:prstGeom>
              <a:ln w="9525">
                <a:solidFill>
                  <a:srgbClr val="66BB82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 23">
                <a:extLst>
                  <a:ext uri="{FF2B5EF4-FFF2-40B4-BE49-F238E27FC236}">
                    <ns2:creationId id="{72A7BDC5-3F1C-2329-CD19-2538401B3353}"/>
                  </a:ext>
                </a:extLst>
              </p:cNvPr>
              <p:cNvSpPr/>
              <p:nvPr/>
            </p:nvSpPr>
            <p:spPr>
              <a:xfrm>
                <a:off x="2106703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" name="Text 23">
                <a:extLst>
                  <a:ext uri="{FF2B5EF4-FFF2-40B4-BE49-F238E27FC236}">
                    <ns2:creationId id="{8CEFCF78-5A77-C4E5-70B8-2E33EAA5275A}"/>
                  </a:ext>
                </a:extLst>
              </p:cNvPr>
              <p:cNvSpPr/>
              <p:nvPr/>
            </p:nvSpPr>
            <p:spPr>
              <a:xfrm>
                <a:off x="3010796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6" name="Text 23">
                <a:extLst>
                  <a:ext uri="{FF2B5EF4-FFF2-40B4-BE49-F238E27FC236}">
                    <ns2:creationId id="{E02D141E-0E52-D83A-853D-40618D3A79BE}"/>
                  </a:ext>
                </a:extLst>
              </p:cNvPr>
              <p:cNvSpPr/>
              <p:nvPr/>
            </p:nvSpPr>
            <p:spPr>
              <a:xfrm>
                <a:off x="4443952" y="2178570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5" name="グラフィックス 84" descr="バッジ: 新着 単色塗りつぶし">
                <a:extLst>
                  <a:ext uri="{FF2B5EF4-FFF2-40B4-BE49-F238E27FC236}">
                    <ns2:creationId id="{68D79762-860E-84A3-6FA9-7D01E09237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508413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87" name="グラフィックス 86" descr="シャッフル 単色塗りつぶし">
                <a:extLst>
                  <a:ext uri="{FF2B5EF4-FFF2-40B4-BE49-F238E27FC236}">
                    <ns2:creationId id="{5C3A625E-47C1-F3ED-D2DF-1B6BBC3B45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3"/>
                  </a:ext>
                </a:extLst>
              </a:blip>
              <a:srcRect/>
              <a:stretch/>
            </p:blipFill>
            <p:spPr>
              <a:xfrm>
                <a:off x="2085881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89" name="グラフィックス 88" descr="下降基調のグラフ 単色塗りつぶし">
                <a:extLst>
                  <a:ext uri="{FF2B5EF4-FFF2-40B4-BE49-F238E27FC236}">
                    <ns2:creationId id="{658EDB5A-9CD5-7C21-8048-4372CDD9C0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4"/>
                  </a:ext>
                </a:extLst>
              </a:blip>
              <a:srcRect/>
              <a:stretch/>
            </p:blipFill>
            <p:spPr>
              <a:xfrm>
                <a:off x="3610184" y="1501987"/>
                <a:ext cx="216000" cy="216000"/>
              </a:xfrm>
              <a:prstGeom prst="rect">
                <a:avLst/>
              </a:prstGeom>
            </p:spPr>
          </p:pic>
          <p:sp>
            <p:nvSpPr>
              <p:cNvPr id="112" name="ひし形 111">
                <a:extLst>
                  <a:ext uri="{FF2B5EF4-FFF2-40B4-BE49-F238E27FC236}">
                    <ns2:creationId id="{EFAEACDF-20B4-A5CE-CAF3-B24E2E3C998A}"/>
                  </a:ext>
                </a:extLst>
              </p:cNvPr>
              <p:cNvSpPr/>
              <p:nvPr/>
            </p:nvSpPr>
            <p:spPr>
              <a:xfrm>
                <a:off x="986715" y="21910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4" name="ひし形 113">
                <a:extLst>
                  <a:ext uri="{FF2B5EF4-FFF2-40B4-BE49-F238E27FC236}">
                    <ns2:creationId id="{10BA0136-B2F8-D278-1C94-8AAA424A115E}"/>
                  </a:ext>
                </a:extLst>
              </p:cNvPr>
              <p:cNvSpPr/>
              <p:nvPr/>
            </p:nvSpPr>
            <p:spPr>
              <a:xfrm>
                <a:off x="2607603" y="21910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ひし形 115">
                <a:extLst>
                  <a:ext uri="{FF2B5EF4-FFF2-40B4-BE49-F238E27FC236}">
                    <ns2:creationId id="{8807C0D0-4228-0BD9-E56E-538C617D93DB}"/>
                  </a:ext>
                </a:extLst>
              </p:cNvPr>
              <p:cNvSpPr/>
              <p:nvPr/>
            </p:nvSpPr>
            <p:spPr>
              <a:xfrm>
                <a:off x="4227022" y="21910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ns2:creationId id="{004F11FD-11A4-3D92-9AF6-1732A6AA24B2}"/>
                  </a:ext>
                </a:extLst>
              </p:cNvPr>
              <p:cNvSpPr/>
              <p:nvPr/>
            </p:nvSpPr>
            <p:spPr>
              <a:xfrm>
                <a:off x="334963" y="5589039"/>
                <a:ext cx="4680000" cy="180000"/>
              </a:xfrm>
              <a:prstGeom prst="round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kumimoji="1" lang="ja-JP" altLang="en-US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④⑤ </a:t>
                </a:r>
                <a:r>
                  <a:rPr kumimoji="1" lang="en-US" altLang="ja-JP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8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ns2:creationId id="{41948B55-1E78-7437-448C-BADED2BD20B1}"/>
                  </a:ext>
                </a:extLst>
              </p:cNvPr>
              <p:cNvGrpSpPr/>
              <p:nvPr/>
            </p:nvGrpSpPr>
            <p:grpSpPr>
              <a:xfrm>
                <a:off x="334963" y="3936433"/>
                <a:ext cx="4680000" cy="288000"/>
                <a:chOff x="334963" y="3936433"/>
                <a:chExt cx="4680000" cy="288000"/>
              </a:xfrm>
            </p:grpSpPr>
            <p:sp>
              <p:nvSpPr>
                <p:cNvPr id="33" name="四角形: 角を丸くする 32">
                  <a:extLst>
                    <a:ext uri="{FF2B5EF4-FFF2-40B4-BE49-F238E27FC236}">
                      <ns2:creationId id="{798E98D2-886A-6E97-204C-40254D57387B}"/>
                    </a:ext>
                  </a:extLst>
                </p:cNvPr>
                <p:cNvSpPr/>
                <p:nvPr/>
              </p:nvSpPr>
              <p:spPr>
                <a:xfrm>
                  <a:off x="334963" y="3936433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50" dirty="0">
                      <a:solidFill>
                        <a:schemeClr val="accent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8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5" name="background">
                  <a:extLst>
                    <a:ext uri="{FF2B5EF4-FFF2-40B4-BE49-F238E27FC236}">
                      <ns2:creationId id="{790913FE-BF0E-F75A-AD8F-1934864E770F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8"/>
                  </p:custDataLst>
                </p:nvPr>
              </p:nvSpPr>
              <p:spPr>
                <a:xfrm>
                  <a:off x="383095" y="3989865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ns2:creationId id="{57811470-8107-F617-F242-A7896CD3E2E2}"/>
                  </a:ext>
                </a:extLst>
              </p:cNvPr>
              <p:cNvGrpSpPr/>
              <p:nvPr/>
            </p:nvGrpSpPr>
            <p:grpSpPr>
              <a:xfrm>
                <a:off x="334963" y="4390437"/>
                <a:ext cx="4680000" cy="288000"/>
                <a:chOff x="334963" y="4408159"/>
                <a:chExt cx="4680000" cy="288000"/>
              </a:xfrm>
            </p:grpSpPr>
            <p:sp>
              <p:nvSpPr>
                <p:cNvPr id="27" name="四角形: 角を丸くする 26">
                  <a:extLst>
                    <a:ext uri="{FF2B5EF4-FFF2-40B4-BE49-F238E27FC236}">
                      <ns2:creationId id="{C1BF2C4A-412A-9981-D47B-ABEEDB137026}"/>
                    </a:ext>
                  </a:extLst>
                </p:cNvPr>
                <p:cNvSpPr/>
                <p:nvPr/>
              </p:nvSpPr>
              <p:spPr>
                <a:xfrm>
                  <a:off x="334963" y="440815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b="1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:</a:t>
                  </a:r>
                  <a:r>
                    <a:rPr lang="en-US" altLang="ja-JP" sz="850" b="1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【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 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/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/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7" name="background">
                  <a:extLst>
                    <a:ext uri="{FF2B5EF4-FFF2-40B4-BE49-F238E27FC236}">
                      <ns2:creationId id="{0D1E84AA-BD69-A740-DEE4-1358619C4103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7"/>
                  </p:custDataLst>
                </p:nvPr>
              </p:nvSpPr>
              <p:spPr>
                <a:xfrm>
                  <a:off x="383095" y="4464195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2" name="グループ化 31">
                <a:extLst>
                  <a:ext uri="{FF2B5EF4-FFF2-40B4-BE49-F238E27FC236}">
                    <ns2:creationId id="{7EC4EA56-F364-0CC0-5832-8C915425C602}"/>
                  </a:ext>
                </a:extLst>
              </p:cNvPr>
              <p:cNvGrpSpPr/>
              <p:nvPr/>
            </p:nvGrpSpPr>
            <p:grpSpPr>
              <a:xfrm>
                <a:off x="334963" y="4844441"/>
                <a:ext cx="4680000" cy="288000"/>
                <a:chOff x="334963" y="4879885"/>
                <a:chExt cx="4680000" cy="288000"/>
              </a:xfrm>
            </p:grpSpPr>
            <p:sp>
              <p:nvSpPr>
                <p:cNvPr id="31" name="四角形: 角を丸くする 30">
                  <a:extLst>
                    <a:ext uri="{FF2B5EF4-FFF2-40B4-BE49-F238E27FC236}">
                      <ns2:creationId id="{DE8492C9-E266-6D3E-B44A-BC448016F8C8}"/>
                    </a:ext>
                  </a:extLst>
                </p:cNvPr>
                <p:cNvSpPr/>
                <p:nvPr/>
              </p:nvSpPr>
              <p:spPr>
                <a:xfrm>
                  <a:off x="334963" y="4879885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 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59" name="background">
                  <a:extLst>
                    <a:ext uri="{FF2B5EF4-FFF2-40B4-BE49-F238E27FC236}">
                      <ns2:creationId id="{3F70A6A4-FF15-8559-A693-37B8439B7B81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6"/>
                  </p:custDataLst>
                </p:nvPr>
              </p:nvSpPr>
              <p:spPr>
                <a:xfrm>
                  <a:off x="383095" y="4931438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29" name="グループ化 28">
                <a:extLst>
                  <a:ext uri="{FF2B5EF4-FFF2-40B4-BE49-F238E27FC236}">
                    <ns2:creationId id="{E53F18DC-8450-FD08-6166-CE0100EFE72D}"/>
                  </a:ext>
                </a:extLst>
              </p:cNvPr>
              <p:cNvGrpSpPr/>
              <p:nvPr/>
            </p:nvGrpSpPr>
            <p:grpSpPr>
              <a:xfrm>
                <a:off x="334963" y="5298444"/>
                <a:ext cx="4680000" cy="288000"/>
                <a:chOff x="334963" y="5351609"/>
                <a:chExt cx="4680000" cy="288000"/>
              </a:xfrm>
            </p:grpSpPr>
            <p:sp>
              <p:nvSpPr>
                <p:cNvPr id="46" name="四角形: 角を丸くする 45">
                  <a:extLst>
                    <a:ext uri="{FF2B5EF4-FFF2-40B4-BE49-F238E27FC236}">
                      <ns2:creationId id="{2947310D-CCE5-323D-A50A-ACF6EEA11B83}"/>
                    </a:ext>
                  </a:extLst>
                </p:cNvPr>
                <p:cNvSpPr/>
                <p:nvPr/>
              </p:nvSpPr>
              <p:spPr>
                <a:xfrm>
                  <a:off x="334963" y="535160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chemeClr val="accent6">
                    <a:alpha val="3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kumimoji="1" lang="en-US" altLang="ja-JP" sz="850" b="1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【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8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2" name="background">
                  <a:extLst>
                    <a:ext uri="{FF2B5EF4-FFF2-40B4-BE49-F238E27FC236}">
                      <ns2:creationId id="{E9A4D262-4EEB-857D-6989-677EACE64730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383095" y="5406185"/>
                  <a:ext cx="180000" cy="180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lang="ja-JP" altLang="en-US" sz="12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62" name="直線コネクタ 61">
                <a:extLst>
                  <a:ext uri="{FF2B5EF4-FFF2-40B4-BE49-F238E27FC236}">
                    <ns2:creationId id="{E9C00D54-CDEA-E0A8-106E-F888650CF3FA}"/>
                  </a:ext>
                </a:extLst>
              </p:cNvPr>
              <p:cNvCxnSpPr>
                <a:cxnSpLocks/>
                <a:stCxn id="116" idx="2"/>
                <a:endCxn id="42" idx="0"/>
              </p:cNvCxnSpPr>
              <p:nvPr/>
            </p:nvCxnSpPr>
            <p:spPr>
              <a:xfrm flipH="1">
                <a:off x="3854990" y="2316207"/>
                <a:ext cx="456394" cy="3925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直線コネクタ 63">
                <a:extLst>
                  <a:ext uri="{FF2B5EF4-FFF2-40B4-BE49-F238E27FC236}">
                    <ns2:creationId id="{638F08C6-E4CB-7506-2744-FEEA664E590A}"/>
                  </a:ext>
                </a:extLst>
              </p:cNvPr>
              <p:cNvCxnSpPr>
                <a:cxnSpLocks/>
                <a:stCxn id="116" idx="2"/>
                <a:endCxn id="44" idx="0"/>
              </p:cNvCxnSpPr>
              <p:nvPr/>
            </p:nvCxnSpPr>
            <p:spPr>
              <a:xfrm>
                <a:off x="4311384" y="2316207"/>
                <a:ext cx="450006" cy="392500"/>
              </a:xfrm>
              <a:prstGeom prst="line">
                <a:avLst/>
              </a:prstGeom>
              <a:ln w="9525">
                <a:solidFill>
                  <a:srgbClr val="66BB82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 23">
                <a:extLst>
                  <a:ext uri="{FF2B5EF4-FFF2-40B4-BE49-F238E27FC236}">
                    <ns2:creationId id="{62FE51D3-00FB-F32E-2B5A-04C5AEF376AB}"/>
                  </a:ext>
                </a:extLst>
              </p:cNvPr>
              <p:cNvSpPr/>
              <p:nvPr/>
            </p:nvSpPr>
            <p:spPr>
              <a:xfrm>
                <a:off x="3727731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0" name="Text 23">
                <a:extLst>
                  <a:ext uri="{FF2B5EF4-FFF2-40B4-BE49-F238E27FC236}">
                    <ns2:creationId id="{FE7DB854-E1B0-FCF8-F620-106F27743DC6}"/>
                  </a:ext>
                </a:extLst>
              </p:cNvPr>
              <p:cNvSpPr/>
              <p:nvPr/>
            </p:nvSpPr>
            <p:spPr>
              <a:xfrm>
                <a:off x="4631825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4" name="直線矢印コネクタ 53">
                <a:extLst>
                  <a:ext uri="{FF2B5EF4-FFF2-40B4-BE49-F238E27FC236}">
                    <ns2:creationId id="{9E7CFF9D-893D-1F46-0CE2-6BEC17683465}"/>
                  </a:ext>
                </a:extLst>
              </p:cNvPr>
              <p:cNvCxnSpPr>
                <a:cxnSpLocks/>
                <a:stCxn id="25" idx="2"/>
                <a:endCxn id="116" idx="0"/>
              </p:cNvCxnSpPr>
              <p:nvPr/>
            </p:nvCxnSpPr>
            <p:spPr>
              <a:xfrm>
                <a:off x="4308190" y="1900120"/>
                <a:ext cx="3194" cy="29097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直線矢印コネクタ 180">
                <a:extLst>
                  <a:ext uri="{FF2B5EF4-FFF2-40B4-BE49-F238E27FC236}">
                    <ns2:creationId id="{50D04D46-432C-4DC1-CC2E-78B985F80196}"/>
                  </a:ext>
                </a:extLst>
              </p:cNvPr>
              <p:cNvCxnSpPr>
                <a:cxnSpLocks/>
                <a:stCxn id="34" idx="2"/>
              </p:cNvCxnSpPr>
              <p:nvPr/>
            </p:nvCxnSpPr>
            <p:spPr>
              <a:xfrm>
                <a:off x="614990" y="3752707"/>
                <a:ext cx="0" cy="18000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矢印コネクタ 183">
                <a:extLst>
                  <a:ext uri="{FF2B5EF4-FFF2-40B4-BE49-F238E27FC236}">
                    <ns2:creationId id="{AC67B492-058D-3A7F-0D7B-74FF82FD23FB}"/>
                  </a:ext>
                </a:extLst>
              </p:cNvPr>
              <p:cNvCxnSpPr>
                <a:cxnSpLocks/>
                <a:stCxn id="38" idx="2"/>
              </p:cNvCxnSpPr>
              <p:nvPr/>
            </p:nvCxnSpPr>
            <p:spPr>
              <a:xfrm>
                <a:off x="2234990" y="3752707"/>
                <a:ext cx="0" cy="18768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直線矢印コネクタ 186">
                <a:extLst>
                  <a:ext uri="{FF2B5EF4-FFF2-40B4-BE49-F238E27FC236}">
                    <ns2:creationId id="{065629CA-B298-91CA-3445-281504A71090}"/>
                  </a:ext>
                </a:extLst>
              </p:cNvPr>
              <p:cNvCxnSpPr>
                <a:cxnSpLocks/>
                <a:stCxn id="42" idx="2"/>
              </p:cNvCxnSpPr>
              <p:nvPr/>
            </p:nvCxnSpPr>
            <p:spPr>
              <a:xfrm>
                <a:off x="3854990" y="3752707"/>
                <a:ext cx="0" cy="179999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直線コネクタ 181">
                <a:extLst>
                  <a:ext uri="{FF2B5EF4-FFF2-40B4-BE49-F238E27FC236}">
                    <ns2:creationId id="{4BED49EA-6C3C-88DE-2C86-91D7053C9D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0" y="1323345"/>
                <a:ext cx="468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直線矢印コネクタ 188">
                <a:extLst>
                  <a:ext uri="{FF2B5EF4-FFF2-40B4-BE49-F238E27FC236}">
                    <ns2:creationId id="{F9B6250C-6752-C2D8-6A03-73FAA543B52A}"/>
                  </a:ext>
                </a:extLst>
              </p:cNvPr>
              <p:cNvCxnSpPr>
                <a:cxnSpLocks/>
                <a:stCxn id="33" idx="2"/>
                <a:endCxn id="27" idx="0"/>
              </p:cNvCxnSpPr>
              <p:nvPr/>
            </p:nvCxnSpPr>
            <p:spPr>
              <a:xfrm>
                <a:off x="2674963" y="4224433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直線矢印コネクタ 197">
                <a:extLst>
                  <a:ext uri="{FF2B5EF4-FFF2-40B4-BE49-F238E27FC236}">
                    <ns2:creationId id="{A30C125B-DC4A-7418-9A3C-0F9089FA32EC}"/>
                  </a:ext>
                </a:extLst>
              </p:cNvPr>
              <p:cNvCxnSpPr>
                <a:cxnSpLocks/>
                <a:stCxn id="27" idx="2"/>
                <a:endCxn id="31" idx="0"/>
              </p:cNvCxnSpPr>
              <p:nvPr/>
            </p:nvCxnSpPr>
            <p:spPr>
              <a:xfrm>
                <a:off x="2674963" y="4678437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直線矢印コネクタ 198">
                <a:extLst>
                  <a:ext uri="{FF2B5EF4-FFF2-40B4-BE49-F238E27FC236}">
                    <ns2:creationId id="{25DDEB20-BFD8-8459-5BC5-9103B2F80AE2}"/>
                  </a:ext>
                </a:extLst>
              </p:cNvPr>
              <p:cNvCxnSpPr>
                <a:cxnSpLocks/>
                <a:stCxn id="31" idx="2"/>
                <a:endCxn id="46" idx="0"/>
              </p:cNvCxnSpPr>
              <p:nvPr/>
            </p:nvCxnSpPr>
            <p:spPr>
              <a:xfrm>
                <a:off x="2674963" y="5132441"/>
                <a:ext cx="0" cy="16600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7" name="グループ化 66">
              <a:extLst>
                <a:ext uri="{FF2B5EF4-FFF2-40B4-BE49-F238E27FC236}">
                  <ns2:creationId id="{67A15132-5664-267B-C330-7E7D42846718}"/>
                </a:ext>
              </a:extLst>
            </p:cNvPr>
            <p:cNvGrpSpPr/>
            <p:nvPr/>
          </p:nvGrpSpPr>
          <p:grpSpPr>
            <a:xfrm>
              <a:off x="7171823" y="1033800"/>
              <a:ext cx="4697210" cy="4735239"/>
              <a:chOff x="7171823" y="1033800"/>
              <a:chExt cx="4697210" cy="4735239"/>
            </a:xfrm>
          </p:grpSpPr>
          <p:sp>
            <p:nvSpPr>
              <p:cNvPr id="139" name="正方形/長方形 138">
                <a:extLst>
                  <a:ext uri="{FF2B5EF4-FFF2-40B4-BE49-F238E27FC236}">
                    <ns2:creationId id="{B96A9F7F-FEF2-081D-1153-ACE7263E6D20}"/>
                  </a:ext>
                </a:extLst>
              </p:cNvPr>
              <p:cNvSpPr/>
              <p:nvPr/>
            </p:nvSpPr>
            <p:spPr>
              <a:xfrm>
                <a:off x="7174960" y="1033800"/>
                <a:ext cx="468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※</a:t>
                </a:r>
                <a:r>
                  <a:rPr lang="en-US" altLang="ja-JP" sz="1100" dirty="0" err="1">
                    <a:solidFill>
                      <a:srgbClr val="000000">
                        <a:alpha val="50000"/>
                      </a:srgb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kumimoji="1" lang="ja-JP" altLang="en-US" sz="1100" dirty="0">
                  <a:solidFill>
                    <a:srgbClr val="000000">
                      <a:alpha val="50000"/>
                    </a:srgb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6FBE65C2-D805-EE66-44B6-7AE0A1F4DB7F}"/>
                  </a:ext>
                </a:extLst>
              </p:cNvPr>
              <p:cNvSpPr/>
              <p:nvPr/>
            </p:nvSpPr>
            <p:spPr>
              <a:xfrm>
                <a:off x="7174960" y="1360120"/>
                <a:ext cx="1440000" cy="540000"/>
              </a:xfrm>
              <a:prstGeom prst="rect">
                <a:avLst/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E2BD6B77-E1CF-54D2-20F8-F16A373992BD}"/>
                  </a:ext>
                </a:extLst>
              </p:cNvPr>
              <p:cNvSpPr/>
              <p:nvPr/>
            </p:nvSpPr>
            <p:spPr>
              <a:xfrm>
                <a:off x="8798268" y="1360120"/>
                <a:ext cx="1440000" cy="540000"/>
              </a:xfrm>
              <a:prstGeom prst="rect">
                <a:avLst/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2" name="グラフィックス 141" descr="バッジ: 新着 単色塗りつぶし">
                <a:extLst>
                  <a:ext uri="{FF2B5EF4-FFF2-40B4-BE49-F238E27FC236}">
                    <ns2:creationId id="{9A013FAB-355D-E13F-F2A7-FB5A7A357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7335183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43" name="グラフィックス 142" descr="シャッフル 単色塗りつぶし">
                <a:extLst>
                  <a:ext uri="{FF2B5EF4-FFF2-40B4-BE49-F238E27FC236}">
                    <ns2:creationId id="{5DD757C2-2697-3800-1C1D-A753B102C1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6"/>
                  </a:ext>
                </a:extLst>
              </a:blip>
              <a:srcRect/>
              <a:stretch/>
            </p:blipFill>
            <p:spPr>
              <a:xfrm>
                <a:off x="8915959" y="1501987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44" name="グラフィックス 143" descr="下降基調のグラフ 単色塗りつぶし">
                <a:extLst>
                  <a:ext uri="{FF2B5EF4-FFF2-40B4-BE49-F238E27FC236}">
                    <ns2:creationId id="{A937F997-0EB8-268F-DC55-D205A3F2F0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7"/>
                  </a:ext>
                </a:extLst>
              </a:blip>
              <a:srcRect/>
              <a:stretch/>
            </p:blipFill>
            <p:spPr>
              <a:xfrm>
                <a:off x="10443569" y="1501987"/>
                <a:ext cx="216000" cy="216000"/>
              </a:xfrm>
              <a:prstGeom prst="rect">
                <a:avLst/>
              </a:prstGeom>
            </p:spPr>
          </p:pic>
          <p:sp>
            <p:nvSpPr>
              <p:cNvPr id="145" name="Text 23">
                <a:extLst>
                  <a:ext uri="{FF2B5EF4-FFF2-40B4-BE49-F238E27FC236}">
                    <ns2:creationId id="{A7CC96D9-CA8D-2613-1DB0-DCB5443B15B5}"/>
                  </a:ext>
                </a:extLst>
              </p:cNvPr>
              <p:cNvSpPr/>
              <p:nvPr/>
            </p:nvSpPr>
            <p:spPr>
              <a:xfrm>
                <a:off x="8855221" y="2366508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6" name="Text 23">
                <a:extLst>
                  <a:ext uri="{FF2B5EF4-FFF2-40B4-BE49-F238E27FC236}">
                    <ns2:creationId id="{DA7E867F-8318-59F2-A93B-514C7882C9F0}"/>
                  </a:ext>
                </a:extLst>
              </p:cNvPr>
              <p:cNvSpPr/>
              <p:nvPr/>
            </p:nvSpPr>
            <p:spPr>
              <a:xfrm>
                <a:off x="11221033" y="2209742"/>
                <a:ext cx="648000" cy="180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10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7" name="ひし形 146">
                <a:extLst>
                  <a:ext uri="{FF2B5EF4-FFF2-40B4-BE49-F238E27FC236}">
                    <ns2:creationId id="{CF5D7785-04E3-79F8-208C-DFE0A6FED7C9}"/>
                  </a:ext>
                </a:extLst>
              </p:cNvPr>
              <p:cNvSpPr/>
              <p:nvPr/>
            </p:nvSpPr>
            <p:spPr>
              <a:xfrm>
                <a:off x="8623135" y="241375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ひし形 147">
                <a:extLst>
                  <a:ext uri="{FF2B5EF4-FFF2-40B4-BE49-F238E27FC236}">
                    <ns2:creationId id="{2324EE7D-5BFF-EB14-6C68-09D440A90AD6}"/>
                  </a:ext>
                </a:extLst>
              </p:cNvPr>
              <p:cNvSpPr/>
              <p:nvPr/>
            </p:nvSpPr>
            <p:spPr>
              <a:xfrm>
                <a:off x="11055162" y="2229194"/>
                <a:ext cx="168724" cy="125113"/>
              </a:xfrm>
              <a:prstGeom prst="diamond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49" name="直線矢印コネクタ 148">
                <a:extLst>
                  <a:ext uri="{FF2B5EF4-FFF2-40B4-BE49-F238E27FC236}">
                    <ns2:creationId id="{69B08F69-8869-9BB8-A99A-C28917200B3D}"/>
                  </a:ext>
                </a:extLst>
              </p:cNvPr>
              <p:cNvCxnSpPr>
                <a:cxnSpLocks/>
                <a:stCxn id="147" idx="2"/>
                <a:endCxn id="150" idx="0"/>
              </p:cNvCxnSpPr>
              <p:nvPr/>
            </p:nvCxnSpPr>
            <p:spPr>
              <a:xfrm>
                <a:off x="8707497" y="2538867"/>
                <a:ext cx="5715" cy="16984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" name="四角形: 角を丸くする 149">
                <a:extLst>
                  <a:ext uri="{FF2B5EF4-FFF2-40B4-BE49-F238E27FC236}">
                    <ns2:creationId id="{8778A6E0-89F0-B955-77F3-C1C525BB9A98}"/>
                  </a:ext>
                </a:extLst>
              </p:cNvPr>
              <p:cNvSpPr/>
              <p:nvPr/>
            </p:nvSpPr>
            <p:spPr>
              <a:xfrm>
                <a:off x="8497212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1" name="四角形: 角を丸くする 150">
                <a:extLst>
                  <a:ext uri="{FF2B5EF4-FFF2-40B4-BE49-F238E27FC236}">
                    <ns2:creationId id="{AD2AD704-29EB-2953-773C-51982B1945C7}"/>
                  </a:ext>
                </a:extLst>
              </p:cNvPr>
              <p:cNvSpPr/>
              <p:nvPr/>
            </p:nvSpPr>
            <p:spPr>
              <a:xfrm>
                <a:off x="10472375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2" name="四角形: 角を丸くする 151">
                <a:extLst>
                  <a:ext uri="{FF2B5EF4-FFF2-40B4-BE49-F238E27FC236}">
                    <ns2:creationId id="{6E60C2F3-C9D1-7D5A-B41F-43AF05D31EBE}"/>
                  </a:ext>
                </a:extLst>
              </p:cNvPr>
              <p:cNvSpPr/>
              <p:nvPr/>
            </p:nvSpPr>
            <p:spPr>
              <a:xfrm>
                <a:off x="11366075" y="2708707"/>
                <a:ext cx="432000" cy="1044000"/>
              </a:xfrm>
              <a:prstGeom prst="roundRect">
                <a:avLst>
                  <a:gd name="adj" fmla="val 12500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53" name="直線コネクタ 152">
                <a:extLst>
                  <a:ext uri="{FF2B5EF4-FFF2-40B4-BE49-F238E27FC236}">
                    <ns2:creationId id="{38F4FCD1-56B7-91A1-0899-70AB8BD162EB}"/>
                  </a:ext>
                </a:extLst>
              </p:cNvPr>
              <p:cNvCxnSpPr>
                <a:stCxn id="140" idx="2"/>
                <a:endCxn id="147" idx="0"/>
              </p:cNvCxnSpPr>
              <p:nvPr/>
            </p:nvCxnSpPr>
            <p:spPr>
              <a:xfrm>
                <a:off x="7894960" y="1900120"/>
                <a:ext cx="812537" cy="513634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直線コネクタ 153">
                <a:extLst>
                  <a:ext uri="{FF2B5EF4-FFF2-40B4-BE49-F238E27FC236}">
                    <ns2:creationId id="{703F8E67-C18F-5BE0-F4DE-EA880904BB99}"/>
                  </a:ext>
                </a:extLst>
              </p:cNvPr>
              <p:cNvCxnSpPr>
                <a:stCxn id="141" idx="2"/>
                <a:endCxn id="147" idx="0"/>
              </p:cNvCxnSpPr>
              <p:nvPr/>
            </p:nvCxnSpPr>
            <p:spPr>
              <a:xfrm flipH="1">
                <a:off x="8707497" y="1900120"/>
                <a:ext cx="810771" cy="513634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直線コネクタ 154">
                <a:extLst>
                  <a:ext uri="{FF2B5EF4-FFF2-40B4-BE49-F238E27FC236}">
                    <ns2:creationId id="{C7F915F2-A191-6171-6281-18279D40F830}"/>
                  </a:ext>
                </a:extLst>
              </p:cNvPr>
              <p:cNvCxnSpPr>
                <a:cxnSpLocks/>
                <a:stCxn id="148" idx="2"/>
                <a:endCxn id="151" idx="0"/>
              </p:cNvCxnSpPr>
              <p:nvPr/>
            </p:nvCxnSpPr>
            <p:spPr>
              <a:xfrm flipH="1">
                <a:off x="10688375" y="2354307"/>
                <a:ext cx="451149" cy="3544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線コネクタ 155">
                <a:extLst>
                  <a:ext uri="{FF2B5EF4-FFF2-40B4-BE49-F238E27FC236}">
                    <ns2:creationId id="{AADEF33E-82F5-A28E-6589-5B5215C050BD}"/>
                  </a:ext>
                </a:extLst>
              </p:cNvPr>
              <p:cNvCxnSpPr>
                <a:cxnSpLocks/>
                <a:stCxn id="148" idx="2"/>
                <a:endCxn id="152" idx="0"/>
              </p:cNvCxnSpPr>
              <p:nvPr/>
            </p:nvCxnSpPr>
            <p:spPr>
              <a:xfrm>
                <a:off x="11139524" y="2354307"/>
                <a:ext cx="442551" cy="354400"/>
              </a:xfrm>
              <a:prstGeom prst="lin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7" name="Text 23">
                <a:extLst>
                  <a:ext uri="{FF2B5EF4-FFF2-40B4-BE49-F238E27FC236}">
                    <ns2:creationId id="{32390D2A-75D9-C6BB-062B-FF0BDE8BFE54}"/>
                  </a:ext>
                </a:extLst>
              </p:cNvPr>
              <p:cNvSpPr/>
              <p:nvPr/>
            </p:nvSpPr>
            <p:spPr>
              <a:xfrm>
                <a:off x="10604708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8" name="Text 23">
                <a:extLst>
                  <a:ext uri="{FF2B5EF4-FFF2-40B4-BE49-F238E27FC236}">
                    <ns2:creationId id="{F684716B-BD44-3E35-8288-AFA6F3813A3E}"/>
                  </a:ext>
                </a:extLst>
              </p:cNvPr>
              <p:cNvSpPr/>
              <p:nvPr/>
            </p:nvSpPr>
            <p:spPr>
              <a:xfrm>
                <a:off x="11508802" y="2461657"/>
                <a:ext cx="252000" cy="144000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59" name="直線矢印コネクタ 158">
                <a:extLst>
                  <a:ext uri="{FF2B5EF4-FFF2-40B4-BE49-F238E27FC236}">
                    <ns2:creationId id="{A6D8787C-A6C2-D983-4684-2F4E34FEE2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34960" y="1900120"/>
                <a:ext cx="0" cy="351696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四角形: 角を丸くする 159">
                <a:extLst>
                  <a:ext uri="{FF2B5EF4-FFF2-40B4-BE49-F238E27FC236}">
                    <ns2:creationId id="{82FA4CD2-CA49-A5B3-6EAF-C9949A601DA5}"/>
                  </a:ext>
                </a:extLst>
              </p:cNvPr>
              <p:cNvSpPr/>
              <p:nvPr/>
            </p:nvSpPr>
            <p:spPr>
              <a:xfrm>
                <a:off x="7171823" y="5589039"/>
                <a:ext cx="4680000" cy="180000"/>
              </a:xfrm>
              <a:prstGeom prst="round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※</a:t>
                </a:r>
                <a:r>
                  <a:rPr lang="en-US" altLang="ja-JP" sz="8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5" name="正方形/長方形 164">
                <a:extLst>
                  <a:ext uri="{FF2B5EF4-FFF2-40B4-BE49-F238E27FC236}">
                    <ns2:creationId id="{E9F5CEFE-5AA0-0CDC-35A8-A72EC6B59357}"/>
                  </a:ext>
                </a:extLst>
              </p:cNvPr>
              <p:cNvSpPr/>
              <p:nvPr/>
            </p:nvSpPr>
            <p:spPr>
              <a:xfrm>
                <a:off x="10421575" y="1360120"/>
                <a:ext cx="1440000" cy="540000"/>
              </a:xfrm>
              <a:prstGeom prst="rect">
                <a:avLst/>
              </a:prstGeom>
              <a:solidFill>
                <a:srgbClr val="008D2E">
                  <a:alpha val="3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56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3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3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48" name="グループ化 47">
                <a:extLst>
                  <a:ext uri="{FF2B5EF4-FFF2-40B4-BE49-F238E27FC236}">
                    <ns2:creationId id="{FEE7713A-5F61-0B28-D67E-1134D1734CFC}"/>
                  </a:ext>
                </a:extLst>
              </p:cNvPr>
              <p:cNvGrpSpPr/>
              <p:nvPr/>
            </p:nvGrpSpPr>
            <p:grpSpPr>
              <a:xfrm>
                <a:off x="7181575" y="3936433"/>
                <a:ext cx="4680000" cy="288000"/>
                <a:chOff x="7181575" y="3936433"/>
                <a:chExt cx="4680000" cy="288000"/>
              </a:xfrm>
            </p:grpSpPr>
            <p:sp>
              <p:nvSpPr>
                <p:cNvPr id="172" name="四角形: 角を丸くする 171">
                  <a:extLst>
                    <a:ext uri="{FF2B5EF4-FFF2-40B4-BE49-F238E27FC236}">
                      <ns2:creationId id="{D236CAF4-386D-B8F8-E7DC-0FB5539AC763}"/>
                    </a:ext>
                  </a:extLst>
                </p:cNvPr>
                <p:cNvSpPr/>
                <p:nvPr/>
              </p:nvSpPr>
              <p:spPr>
                <a:xfrm>
                  <a:off x="7181575" y="3936433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:</a:t>
                  </a:r>
                  <a:r>
                    <a:rPr lang="en-US" altLang="ja-JP" sz="850" b="1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【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 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/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6" name="background">
                  <a:extLst>
                    <a:ext uri="{FF2B5EF4-FFF2-40B4-BE49-F238E27FC236}">
                      <ns2:creationId id="{35E26A11-C84A-E433-6F62-096AFA93F54B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7220185" y="3994537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9" name="グループ化 48">
                <a:extLst>
                  <a:ext uri="{FF2B5EF4-FFF2-40B4-BE49-F238E27FC236}">
                    <ns2:creationId id="{E9476192-359A-1C7B-575C-9FDE9EE1D91E}"/>
                  </a:ext>
                </a:extLst>
              </p:cNvPr>
              <p:cNvGrpSpPr/>
              <p:nvPr/>
            </p:nvGrpSpPr>
            <p:grpSpPr>
              <a:xfrm>
                <a:off x="7181575" y="4390437"/>
                <a:ext cx="4680000" cy="288000"/>
                <a:chOff x="7181575" y="4408159"/>
                <a:chExt cx="4680000" cy="288000"/>
              </a:xfrm>
            </p:grpSpPr>
            <p:sp>
              <p:nvSpPr>
                <p:cNvPr id="170" name="四角形: 角を丸くする 169">
                  <a:extLst>
                    <a:ext uri="{FF2B5EF4-FFF2-40B4-BE49-F238E27FC236}">
                      <ns2:creationId id="{007D9B59-8766-15AD-533F-8A7BA212D149}"/>
                    </a:ext>
                  </a:extLst>
                </p:cNvPr>
                <p:cNvSpPr/>
                <p:nvPr/>
              </p:nvSpPr>
              <p:spPr>
                <a:xfrm>
                  <a:off x="7181575" y="440815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: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⑥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7" name="background">
                  <a:extLst>
                    <a:ext uri="{FF2B5EF4-FFF2-40B4-BE49-F238E27FC236}">
                      <ns2:creationId id="{49AD9B47-8F4D-41E0-38F8-3C9A31738FD1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7220185" y="4460795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6" name="グループ化 55">
                <a:extLst>
                  <a:ext uri="{FF2B5EF4-FFF2-40B4-BE49-F238E27FC236}">
                    <ns2:creationId id="{71B0283A-44B5-3FE0-942C-90A1B00471AC}"/>
                  </a:ext>
                </a:extLst>
              </p:cNvPr>
              <p:cNvGrpSpPr/>
              <p:nvPr/>
            </p:nvGrpSpPr>
            <p:grpSpPr>
              <a:xfrm>
                <a:off x="7181575" y="4844441"/>
                <a:ext cx="4680000" cy="288000"/>
                <a:chOff x="7181575" y="4879885"/>
                <a:chExt cx="4680000" cy="288000"/>
              </a:xfrm>
            </p:grpSpPr>
            <p:sp>
              <p:nvSpPr>
                <p:cNvPr id="168" name="四角形: 角を丸くする 167">
                  <a:extLst>
                    <a:ext uri="{FF2B5EF4-FFF2-40B4-BE49-F238E27FC236}">
                      <ns2:creationId id="{BE51C3F4-91BD-135E-D690-0DFCC66BC2C1}"/>
                    </a:ext>
                  </a:extLst>
                </p:cNvPr>
                <p:cNvSpPr/>
                <p:nvPr/>
              </p:nvSpPr>
              <p:spPr>
                <a:xfrm>
                  <a:off x="7181575" y="4879885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 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: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⑥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8" name="background">
                  <a:extLst>
                    <a:ext uri="{FF2B5EF4-FFF2-40B4-BE49-F238E27FC236}">
                      <ns2:creationId id="{307D098D-414E-D1C0-5893-17B0CA968F93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7220185" y="4934992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8" name="グループ化 57">
                <a:extLst>
                  <a:ext uri="{FF2B5EF4-FFF2-40B4-BE49-F238E27FC236}">
                    <ns2:creationId id="{C21CC2F4-22FD-514D-C6E8-BFA8F2F9471D}"/>
                  </a:ext>
                </a:extLst>
              </p:cNvPr>
              <p:cNvGrpSpPr/>
              <p:nvPr/>
            </p:nvGrpSpPr>
            <p:grpSpPr>
              <a:xfrm>
                <a:off x="7181575" y="5298444"/>
                <a:ext cx="4680000" cy="288000"/>
                <a:chOff x="7181575" y="5351609"/>
                <a:chExt cx="4680000" cy="288000"/>
              </a:xfrm>
            </p:grpSpPr>
            <p:sp>
              <p:nvSpPr>
                <p:cNvPr id="166" name="四角形: 角を丸くする 165">
                  <a:extLst>
                    <a:ext uri="{FF2B5EF4-FFF2-40B4-BE49-F238E27FC236}">
                      <ns2:creationId id="{1C19C86C-369C-B103-C888-3B2413D0F6C9}"/>
                    </a:ext>
                  </a:extLst>
                </p:cNvPr>
                <p:cNvSpPr/>
                <p:nvPr/>
              </p:nvSpPr>
              <p:spPr>
                <a:xfrm>
                  <a:off x="7181575" y="5351609"/>
                  <a:ext cx="4680000" cy="288000"/>
                </a:xfrm>
                <a:prstGeom prst="roundRect">
                  <a:avLst>
                    <a:gd name="adj" fmla="val 18750"/>
                  </a:avLst>
                </a:prstGeom>
                <a:solidFill>
                  <a:srgbClr val="008D2E">
                    <a:alpha val="10000"/>
                  </a:srgb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8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</a:t>
                  </a:r>
                  <a:r>
                    <a:rPr lang="en-US" altLang="ja-JP" sz="850" dirty="0">
                      <a:solidFill>
                        <a:srgbClr val="1E276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: 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【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 err="1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50" dirty="0">
                      <a:solidFill>
                        <a:srgbClr val="3333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」</a:t>
                  </a:r>
                  <a:endParaRPr lang="en-US" altLang="ja-JP" sz="8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79" name="background">
                  <a:extLst>
                    <a:ext uri="{FF2B5EF4-FFF2-40B4-BE49-F238E27FC236}">
                      <ns2:creationId id="{FFF6A3E9-D630-DEA7-5B56-9C84A32F11E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7220185" y="5408647"/>
                  <a:ext cx="180000" cy="180000"/>
                </a:xfrm>
                <a:prstGeom prst="ellipse">
                  <a:avLst/>
                </a:prstGeom>
                <a:solidFill>
                  <a:srgbClr val="008D2E">
                    <a:alpha val="3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cxnSp>
            <p:nvCxnSpPr>
              <p:cNvPr id="183" name="直線コネクタ 182">
                <a:extLst>
                  <a:ext uri="{FF2B5EF4-FFF2-40B4-BE49-F238E27FC236}">
                    <ns2:creationId id="{782D26AF-2BC7-725A-0BB3-53F783CFEE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4960" y="1323345"/>
                <a:ext cx="468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直線矢印コネクタ 231">
                <a:extLst>
                  <a:ext uri="{FF2B5EF4-FFF2-40B4-BE49-F238E27FC236}">
                    <ns2:creationId id="{AD88EFA0-AFC2-3BBB-F5E4-C595C8B8A4CE}"/>
                  </a:ext>
                </a:extLst>
              </p:cNvPr>
              <p:cNvCxnSpPr>
                <a:cxnSpLocks/>
                <a:stCxn id="172" idx="2"/>
                <a:endCxn id="170" idx="0"/>
              </p:cNvCxnSpPr>
              <p:nvPr/>
            </p:nvCxnSpPr>
            <p:spPr>
              <a:xfrm>
                <a:off x="9521575" y="4224433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直線矢印コネクタ 232">
                <a:extLst>
                  <a:ext uri="{FF2B5EF4-FFF2-40B4-BE49-F238E27FC236}">
                    <ns2:creationId id="{10BC4D07-E3B9-1886-5D7A-030C0BBD1BB4}"/>
                  </a:ext>
                </a:extLst>
              </p:cNvPr>
              <p:cNvCxnSpPr>
                <a:cxnSpLocks/>
                <a:stCxn id="170" idx="2"/>
                <a:endCxn id="168" idx="0"/>
              </p:cNvCxnSpPr>
              <p:nvPr/>
            </p:nvCxnSpPr>
            <p:spPr>
              <a:xfrm>
                <a:off x="9521575" y="4678437"/>
                <a:ext cx="0" cy="166004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線矢印コネクタ 233">
                <a:extLst>
                  <a:ext uri="{FF2B5EF4-FFF2-40B4-BE49-F238E27FC236}">
                    <ns2:creationId id="{F073C230-3822-BE5D-F867-7EC70BCAC5CA}"/>
                  </a:ext>
                </a:extLst>
              </p:cNvPr>
              <p:cNvCxnSpPr>
                <a:cxnSpLocks/>
                <a:stCxn id="168" idx="2"/>
                <a:endCxn id="166" idx="0"/>
              </p:cNvCxnSpPr>
              <p:nvPr/>
            </p:nvCxnSpPr>
            <p:spPr>
              <a:xfrm>
                <a:off x="9521575" y="5132441"/>
                <a:ext cx="0" cy="166003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直線矢印コネクタ 234">
                <a:extLst>
                  <a:ext uri="{FF2B5EF4-FFF2-40B4-BE49-F238E27FC236}">
                    <ns2:creationId id="{45F2A3FF-2D6A-E863-A016-B67C5B46CFE4}"/>
                  </a:ext>
                </a:extLst>
              </p:cNvPr>
              <p:cNvCxnSpPr>
                <a:cxnSpLocks/>
                <a:stCxn id="150" idx="2"/>
              </p:cNvCxnSpPr>
              <p:nvPr/>
            </p:nvCxnSpPr>
            <p:spPr>
              <a:xfrm>
                <a:off x="8713212" y="3752707"/>
                <a:ext cx="0" cy="18000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矢印コネクタ 235">
                <a:extLst>
                  <a:ext uri="{FF2B5EF4-FFF2-40B4-BE49-F238E27FC236}">
                    <ns2:creationId id="{F7702A5F-5EC2-1B2E-3837-19CBC7ED7DA5}"/>
                  </a:ext>
                </a:extLst>
              </p:cNvPr>
              <p:cNvCxnSpPr>
                <a:cxnSpLocks/>
                <a:stCxn id="151" idx="2"/>
              </p:cNvCxnSpPr>
              <p:nvPr/>
            </p:nvCxnSpPr>
            <p:spPr>
              <a:xfrm>
                <a:off x="10688375" y="3752707"/>
                <a:ext cx="0" cy="179999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 w="med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1865696929"/>
      </p:ext>
    </p:extLst>
  </p:cSld>
  <p:clrMapOvr>
    <a:masterClrMapping/>
  </p:clrMapOvr>
</p:sld>
</file>

<file path=ppt/slides/slide30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8/sketchyshapes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F3C9DE9-67B7-E175-9688-9E4E22CA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ns2:creationId id="{8A64E8E1-9CD7-D7D2-32D6-4CB89C54F814}"/>
              </a:ext>
            </a:extLst>
          </p:cNvPr>
          <p:cNvGrpSpPr/>
          <p:nvPr/>
        </p:nvGrpSpPr>
        <p:grpSpPr>
          <a:xfrm>
            <a:off x="334961" y="1628775"/>
            <a:ext cx="4564088" cy="2273021"/>
            <a:chOff x="334961" y="1628775"/>
            <a:chExt cx="4564088" cy="2273021"/>
          </a:xfrm>
        </p:grpSpPr>
        <p:sp>
          <p:nvSpPr>
            <p:cNvPr id="26" name="正方形/長方形 25">
              <a:extLst>
                <a:ext uri="{FF2B5EF4-FFF2-40B4-BE49-F238E27FC236}">
                  <ns2:creationId id="{8F6A6457-8EAA-910D-4DBF-ACAF986B17FC}"/>
                </a:ext>
              </a:extLst>
            </p:cNvPr>
            <p:cNvSpPr/>
            <p:nvPr/>
          </p:nvSpPr>
          <p:spPr>
            <a:xfrm>
              <a:off x="334962" y="1743602"/>
              <a:ext cx="456408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3BC971DA-0A34-69BE-D37F-E7E6D6DB24CC}"/>
                </a:ext>
              </a:extLst>
            </p:cNvPr>
            <p:cNvSpPr/>
            <p:nvPr/>
          </p:nvSpPr>
          <p:spPr>
            <a:xfrm>
              <a:off x="540325" y="162877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5A68B4E2-AB11-83B5-1F60-84AE4A07BA43}"/>
                </a:ext>
              </a:extLst>
            </p:cNvPr>
            <p:cNvSpPr/>
            <p:nvPr/>
          </p:nvSpPr>
          <p:spPr>
            <a:xfrm>
              <a:off x="334961" y="2073542"/>
              <a:ext cx="4564087" cy="182825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552EAB25-59D6-AA90-F187-2622521F0644}"/>
                </a:ext>
              </a:extLst>
            </p:cNvPr>
            <p:cNvSpPr/>
            <p:nvPr/>
          </p:nvSpPr>
          <p:spPr>
            <a:xfrm>
              <a:off x="440733" y="2178091"/>
              <a:ext cx="360000" cy="9243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020F7889-340A-7008-8643-950EA3741C3B}"/>
                </a:ext>
              </a:extLst>
            </p:cNvPr>
            <p:cNvSpPr/>
            <p:nvPr/>
          </p:nvSpPr>
          <p:spPr>
            <a:xfrm>
              <a:off x="440733" y="3325948"/>
              <a:ext cx="360000" cy="398665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2317C121-2E4F-7C8E-E5B4-9F48C13009C1}"/>
                </a:ext>
              </a:extLst>
            </p:cNvPr>
            <p:cNvSpPr/>
            <p:nvPr/>
          </p:nvSpPr>
          <p:spPr>
            <a:xfrm>
              <a:off x="836071" y="2177748"/>
              <a:ext cx="3961252" cy="91218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00169590-6692-E574-D8A8-6F56CDAD27A9}"/>
                </a:ext>
              </a:extLst>
            </p:cNvPr>
            <p:cNvSpPr/>
            <p:nvPr/>
          </p:nvSpPr>
          <p:spPr>
            <a:xfrm>
              <a:off x="834412" y="3241782"/>
              <a:ext cx="3827737" cy="54510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ns2:creationId id="{DA77DCBE-4949-2B76-3521-64C087BC032B}"/>
              </a:ext>
            </a:extLst>
          </p:cNvPr>
          <p:cNvGrpSpPr/>
          <p:nvPr/>
        </p:nvGrpSpPr>
        <p:grpSpPr>
          <a:xfrm>
            <a:off x="4213352" y="4037905"/>
            <a:ext cx="3781670" cy="2270820"/>
            <a:chOff x="4213352" y="4037905"/>
            <a:chExt cx="3781670" cy="2270820"/>
          </a:xfrm>
        </p:grpSpPr>
        <p:sp>
          <p:nvSpPr>
            <p:cNvPr id="71" name="正方形/長方形 70">
              <a:extLst>
                <a:ext uri="{FF2B5EF4-FFF2-40B4-BE49-F238E27FC236}">
                  <ns2:creationId id="{0432FCDA-7A19-5374-7469-302FF7EB46A9}"/>
                </a:ext>
              </a:extLst>
            </p:cNvPr>
            <p:cNvSpPr/>
            <p:nvPr/>
          </p:nvSpPr>
          <p:spPr>
            <a:xfrm>
              <a:off x="4213352" y="4158697"/>
              <a:ext cx="378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7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73" name="四角形: 角を丸くする 72">
              <a:extLst>
                <a:ext uri="{FF2B5EF4-FFF2-40B4-BE49-F238E27FC236}">
                  <ns2:creationId id="{28DAAC7F-BA9A-D1F8-55C9-D6BF2EF2DF86}"/>
                </a:ext>
              </a:extLst>
            </p:cNvPr>
            <p:cNvSpPr/>
            <p:nvPr/>
          </p:nvSpPr>
          <p:spPr>
            <a:xfrm>
              <a:off x="4418715" y="403790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CE8FFFAA-EF1A-858C-125C-E33F1C244CEA}"/>
                </a:ext>
              </a:extLst>
            </p:cNvPr>
            <p:cNvSpPr/>
            <p:nvPr/>
          </p:nvSpPr>
          <p:spPr>
            <a:xfrm>
              <a:off x="4213352" y="4488637"/>
              <a:ext cx="3780000" cy="182008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6FE48D86-3F17-8E40-F002-50CF0791969B}"/>
                </a:ext>
              </a:extLst>
            </p:cNvPr>
            <p:cNvSpPr/>
            <p:nvPr/>
          </p:nvSpPr>
          <p:spPr>
            <a:xfrm>
              <a:off x="4246322" y="4577355"/>
              <a:ext cx="360000" cy="288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B0C87659-F8E1-D0A5-5C94-33E99683968C}"/>
                </a:ext>
              </a:extLst>
            </p:cNvPr>
            <p:cNvSpPr/>
            <p:nvPr/>
          </p:nvSpPr>
          <p:spPr>
            <a:xfrm>
              <a:off x="4246322" y="5703366"/>
              <a:ext cx="360000" cy="540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29098B8C-21A0-8D51-A5DB-0C27F219B38B}"/>
                </a:ext>
              </a:extLst>
            </p:cNvPr>
            <p:cNvSpPr/>
            <p:nvPr/>
          </p:nvSpPr>
          <p:spPr>
            <a:xfrm>
              <a:off x="4700094" y="5133843"/>
              <a:ext cx="612000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A5000BEF-CFA2-A670-1F68-6288B8E2F51F}"/>
                </a:ext>
              </a:extLst>
            </p:cNvPr>
            <p:cNvSpPr/>
            <p:nvPr/>
          </p:nvSpPr>
          <p:spPr>
            <a:xfrm>
              <a:off x="5397716" y="4917843"/>
              <a:ext cx="612000" cy="684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FA148A5B-B66B-13E3-F4BA-AE267E46CFDC}"/>
                </a:ext>
              </a:extLst>
            </p:cNvPr>
            <p:cNvSpPr/>
            <p:nvPr/>
          </p:nvSpPr>
          <p:spPr>
            <a:xfrm>
              <a:off x="6037539" y="4566469"/>
              <a:ext cx="1884706" cy="10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2D056052-47D1-9C9F-9977-04BF1BE476DB}"/>
                </a:ext>
              </a:extLst>
            </p:cNvPr>
            <p:cNvSpPr/>
            <p:nvPr/>
          </p:nvSpPr>
          <p:spPr>
            <a:xfrm>
              <a:off x="4611022" y="5677354"/>
              <a:ext cx="3384000" cy="566055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3" name="直線矢印コネクタ 142">
              <a:extLst>
                <a:ext uri="{FF2B5EF4-FFF2-40B4-BE49-F238E27FC236}">
                  <ns2:creationId id="{43EE0993-13ED-486B-FB40-03DA56D0D9FA}"/>
                </a:ext>
              </a:extLst>
            </p:cNvPr>
            <p:cNvCxnSpPr>
              <a:cxnSpLocks/>
              <a:stCxn id="123" idx="0"/>
            </p:cNvCxnSpPr>
            <p:nvPr/>
          </p:nvCxnSpPr>
          <p:spPr>
            <a:xfrm flipV="1">
              <a:off x="5006094" y="4865355"/>
              <a:ext cx="413394" cy="268488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正方形/長方形 150">
              <a:extLst>
                <a:ext uri="{FF2B5EF4-FFF2-40B4-BE49-F238E27FC236}">
                  <ns2:creationId id="{F42C65B0-033D-5573-6B4A-ACE4B58108A2}"/>
                </a:ext>
              </a:extLst>
            </p:cNvPr>
            <p:cNvSpPr/>
            <p:nvPr/>
          </p:nvSpPr>
          <p:spPr>
            <a:xfrm>
              <a:off x="4899050" y="4718373"/>
              <a:ext cx="43200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56" name="グラフィックス 155" descr="王冠 単色塗りつぶし">
              <a:extLst>
                <a:ext uri="{FF2B5EF4-FFF2-40B4-BE49-F238E27FC236}">
                  <ns2:creationId id="{C5E0E578-F780-1634-0F48-8A501F965F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498715" y="4518744"/>
              <a:ext cx="360000" cy="360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ns2:creationId id="{4F465959-4668-EB09-B251-0EE276209BA9}"/>
              </a:ext>
            </a:extLst>
          </p:cNvPr>
          <p:cNvGrpSpPr/>
          <p:nvPr/>
        </p:nvGrpSpPr>
        <p:grpSpPr>
          <a:xfrm>
            <a:off x="8077038" y="4036706"/>
            <a:ext cx="3780000" cy="2272019"/>
            <a:chOff x="8077038" y="4036706"/>
            <a:chExt cx="3780000" cy="2272019"/>
          </a:xfrm>
        </p:grpSpPr>
        <p:sp>
          <p:nvSpPr>
            <p:cNvPr id="77" name="正方形/長方形 76">
              <a:extLst>
                <a:ext uri="{FF2B5EF4-FFF2-40B4-BE49-F238E27FC236}">
                  <ns2:creationId id="{3DD328FC-6BFC-10DD-E6E6-A46159516F93}"/>
                </a:ext>
              </a:extLst>
            </p:cNvPr>
            <p:cNvSpPr/>
            <p:nvPr/>
          </p:nvSpPr>
          <p:spPr>
            <a:xfrm>
              <a:off x="8077038" y="4157498"/>
              <a:ext cx="378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四角形: 角を丸くする 78">
              <a:extLst>
                <a:ext uri="{FF2B5EF4-FFF2-40B4-BE49-F238E27FC236}">
                  <ns2:creationId id="{E379ACEB-5B92-A032-F840-357ACA233616}"/>
                </a:ext>
              </a:extLst>
            </p:cNvPr>
            <p:cNvSpPr/>
            <p:nvPr/>
          </p:nvSpPr>
          <p:spPr>
            <a:xfrm>
              <a:off x="8268980" y="4036706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F9EFAE30-D0B7-3438-DEF6-E626BBAE4AA0}"/>
                </a:ext>
              </a:extLst>
            </p:cNvPr>
            <p:cNvSpPr/>
            <p:nvPr/>
          </p:nvSpPr>
          <p:spPr>
            <a:xfrm>
              <a:off x="8077038" y="4436725"/>
              <a:ext cx="3780000" cy="187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85C8DEA9-C441-667E-6435-3FC5EA1CBD1B}"/>
                </a:ext>
              </a:extLst>
            </p:cNvPr>
            <p:cNvSpPr/>
            <p:nvPr/>
          </p:nvSpPr>
          <p:spPr>
            <a:xfrm>
              <a:off x="8126133" y="4570635"/>
              <a:ext cx="432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CD53D893-82A5-3AF1-8663-1E83AE27B254}"/>
                </a:ext>
              </a:extLst>
            </p:cNvPr>
            <p:cNvSpPr/>
            <p:nvPr/>
          </p:nvSpPr>
          <p:spPr>
            <a:xfrm>
              <a:off x="8585955" y="4570635"/>
              <a:ext cx="2231448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9EDB01EB-B645-467C-06CD-FFE9A0BC2DF2}"/>
                </a:ext>
              </a:extLst>
            </p:cNvPr>
            <p:cNvSpPr/>
            <p:nvPr/>
          </p:nvSpPr>
          <p:spPr>
            <a:xfrm>
              <a:off x="8870303" y="6037043"/>
              <a:ext cx="2231448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14" name="グループ化 113">
              <a:extLst>
                <a:ext uri="{FF2B5EF4-FFF2-40B4-BE49-F238E27FC236}">
                  <ns2:creationId id="{2125FA6F-66CD-8084-0086-F5B76A965CD4}"/>
                </a:ext>
              </a:extLst>
            </p:cNvPr>
            <p:cNvGrpSpPr/>
            <p:nvPr/>
          </p:nvGrpSpPr>
          <p:grpSpPr>
            <a:xfrm>
              <a:off x="8169833" y="4794760"/>
              <a:ext cx="1103436" cy="1180451"/>
              <a:chOff x="8155319" y="4794760"/>
              <a:chExt cx="1103436" cy="1180451"/>
            </a:xfrm>
          </p:grpSpPr>
          <p:sp>
            <p:nvSpPr>
              <p:cNvPr id="197" name="正方形/長方形 196">
                <a:extLst>
                  <a:ext uri="{FF2B5EF4-FFF2-40B4-BE49-F238E27FC236}">
                    <ns2:creationId id="{ACFABDA5-D808-723B-2847-AB5C28BCF5D4}"/>
                  </a:ext>
                </a:extLst>
              </p:cNvPr>
              <p:cNvSpPr/>
              <p:nvPr/>
            </p:nvSpPr>
            <p:spPr>
              <a:xfrm>
                <a:off x="8155319" y="4893040"/>
                <a:ext cx="1044000" cy="1082171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21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28588">
                  <a:spcAft>
                    <a:spcPts val="4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28588">
                  <a:spcAft>
                    <a:spcPts val="4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80975" indent="-128588">
                  <a:spcAft>
                    <a:spcPts val="4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ja-JP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72" name="グループ化 271">
                <a:extLst>
                  <a:ext uri="{FF2B5EF4-FFF2-40B4-BE49-F238E27FC236}">
                    <ns2:creationId id="{94E25BE3-02A9-CADD-1562-7CBD8506909E}"/>
                  </a:ext>
                </a:extLst>
              </p:cNvPr>
              <p:cNvGrpSpPr/>
              <p:nvPr/>
            </p:nvGrpSpPr>
            <p:grpSpPr>
              <a:xfrm>
                <a:off x="8970755" y="4794760"/>
                <a:ext cx="288000" cy="288000"/>
                <a:chOff x="4604019" y="1291928"/>
                <a:chExt cx="288000" cy="288000"/>
              </a:xfrm>
            </p:grpSpPr>
            <p:sp>
              <p:nvSpPr>
                <p:cNvPr id="256" name="円/楕円 42">
                  <a:extLst>
                    <a:ext uri="{FF2B5EF4-FFF2-40B4-BE49-F238E27FC236}">
                      <ns2:creationId id="{20029789-041A-9ABE-C029-37DD119AD409}"/>
                    </a:ext>
                  </a:extLst>
                </p:cNvPr>
                <p:cNvSpPr/>
                <p:nvPr/>
              </p:nvSpPr>
              <p:spPr>
                <a:xfrm>
                  <a:off x="4604019" y="1291928"/>
                  <a:ext cx="288000" cy="288000"/>
                </a:xfrm>
                <a:prstGeom prst="ellipse">
                  <a:avLst/>
                </a:prstGeom>
                <a:solidFill>
                  <a:srgbClr val="008D2E">
                    <a:alpha val="4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en-US" altLang="ja-JP" sz="1400" b="0" i="0" u="none" strike="noStrike" kern="1200" cap="none" spc="0" normalizeH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257" name="グラフィックス 256" descr="無限大 単色塗りつぶし">
                  <a:extLst>
                    <a:ext uri="{FF2B5EF4-FFF2-40B4-BE49-F238E27FC236}">
                      <ns2:creationId id="{A1C4859A-19EA-660F-572F-ABDD5D50C2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36362" y="1322583"/>
                  <a:ext cx="216000" cy="21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2" name="グループ化 111">
              <a:extLst>
                <a:ext uri="{FF2B5EF4-FFF2-40B4-BE49-F238E27FC236}">
                  <ns2:creationId id="{55F8E767-5F5F-A75C-0794-6B1DEFD7E239}"/>
                </a:ext>
              </a:extLst>
            </p:cNvPr>
            <p:cNvGrpSpPr/>
            <p:nvPr/>
          </p:nvGrpSpPr>
          <p:grpSpPr>
            <a:xfrm>
              <a:off x="10653970" y="4794760"/>
              <a:ext cx="1095797" cy="1174671"/>
              <a:chOff x="10523344" y="4794760"/>
              <a:chExt cx="1095797" cy="1174671"/>
            </a:xfrm>
          </p:grpSpPr>
          <p:sp>
            <p:nvSpPr>
              <p:cNvPr id="210" name="正方形/長方形 209">
                <a:extLst>
                  <a:ext uri="{FF2B5EF4-FFF2-40B4-BE49-F238E27FC236}">
                    <ns2:creationId id="{7C233800-386E-9211-6156-29960D061E5F}"/>
                  </a:ext>
                </a:extLst>
              </p:cNvPr>
              <p:cNvSpPr/>
              <p:nvPr/>
            </p:nvSpPr>
            <p:spPr>
              <a:xfrm>
                <a:off x="10523344" y="4887260"/>
                <a:ext cx="1044000" cy="1082171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300"/>
                  </a:lnSpc>
                  <a:spcAft>
                    <a:spcPts val="400"/>
                  </a:spcAft>
                </a:pP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de-DE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74" name="グループ化 273">
                <a:extLst>
                  <a:ext uri="{FF2B5EF4-FFF2-40B4-BE49-F238E27FC236}">
                    <ns2:creationId id="{B4E1F98F-9ABE-9B74-A9EB-785E15756340}"/>
                  </a:ext>
                </a:extLst>
              </p:cNvPr>
              <p:cNvGrpSpPr/>
              <p:nvPr/>
            </p:nvGrpSpPr>
            <p:grpSpPr>
              <a:xfrm>
                <a:off x="11331141" y="4794760"/>
                <a:ext cx="288000" cy="288000"/>
                <a:chOff x="6964405" y="1291928"/>
                <a:chExt cx="288000" cy="288000"/>
              </a:xfrm>
            </p:grpSpPr>
            <p:sp>
              <p:nvSpPr>
                <p:cNvPr id="262" name="円/楕円 41">
                  <a:extLst>
                    <a:ext uri="{FF2B5EF4-FFF2-40B4-BE49-F238E27FC236}">
                      <ns2:creationId id="{4C57C1B5-6032-94CC-8901-E79582D3D604}"/>
                    </a:ext>
                  </a:extLst>
                </p:cNvPr>
                <p:cNvSpPr/>
                <p:nvPr/>
              </p:nvSpPr>
              <p:spPr>
                <a:xfrm>
                  <a:off x="6964405" y="1291928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en-US" altLang="ja-JP" sz="1300" b="0" i="0" u="none" strike="noStrike" kern="1200" cap="none" spc="0" normalizeH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263" name="グラフィックス 262" descr="クリップボード 単色塗りつぶし">
                  <a:extLst>
                    <a:ext uri="{FF2B5EF4-FFF2-40B4-BE49-F238E27FC236}">
                      <ns2:creationId id="{8A4F2905-A4B6-16FE-6499-E115684DC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95560" y="1322515"/>
                  <a:ext cx="216000" cy="21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6" name="グループ化 115">
              <a:extLst>
                <a:ext uri="{FF2B5EF4-FFF2-40B4-BE49-F238E27FC236}">
                  <ns2:creationId id="{44A7B552-E4A5-3B36-330B-D091BE86C870}"/>
                </a:ext>
              </a:extLst>
            </p:cNvPr>
            <p:cNvGrpSpPr/>
            <p:nvPr/>
          </p:nvGrpSpPr>
          <p:grpSpPr>
            <a:xfrm>
              <a:off x="9407126" y="4794760"/>
              <a:ext cx="1112987" cy="1180451"/>
              <a:chOff x="9339331" y="4794760"/>
              <a:chExt cx="1112987" cy="1180451"/>
            </a:xfrm>
          </p:grpSpPr>
          <p:sp>
            <p:nvSpPr>
              <p:cNvPr id="208" name="正方形/長方形 207">
                <a:extLst>
                  <a:ext uri="{FF2B5EF4-FFF2-40B4-BE49-F238E27FC236}">
                    <ns2:creationId id="{A476C103-281E-EC14-2EEB-BC26616D12D5}"/>
                  </a:ext>
                </a:extLst>
              </p:cNvPr>
              <p:cNvSpPr/>
              <p:nvPr/>
            </p:nvSpPr>
            <p:spPr>
              <a:xfrm>
                <a:off x="9339331" y="4893040"/>
                <a:ext cx="1044000" cy="1082171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ja-JP" altLang="ja-JP" sz="10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400"/>
                  </a:spcAft>
                </a:pP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de-DE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: </a:t>
                </a:r>
                <a:endPara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spcAft>
                    <a:spcPts val="400"/>
                  </a:spcAft>
                </a:pPr>
                <a:r>
                  <a:rPr lang="ja-JP" altLang="ja-JP" sz="10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273" name="グループ化 272">
                <a:extLst>
                  <a:ext uri="{FF2B5EF4-FFF2-40B4-BE49-F238E27FC236}">
                    <ns2:creationId id="{3FB7B6D8-E88E-E278-0B15-C6A994519C66}"/>
                  </a:ext>
                </a:extLst>
              </p:cNvPr>
              <p:cNvGrpSpPr/>
              <p:nvPr/>
            </p:nvGrpSpPr>
            <p:grpSpPr>
              <a:xfrm>
                <a:off x="10137578" y="4794760"/>
                <a:ext cx="314740" cy="288000"/>
                <a:chOff x="5714715" y="1316683"/>
                <a:chExt cx="314740" cy="288000"/>
              </a:xfrm>
            </p:grpSpPr>
            <p:pic>
              <p:nvPicPr>
                <p:cNvPr id="260" name="グラフィックス 259" descr="ふっくらした砂時計 単色塗りつぶし">
                  <a:extLst>
                    <a:ext uri="{FF2B5EF4-FFF2-40B4-BE49-F238E27FC236}">
                      <ns2:creationId id="{C42EFE4C-0D7B-9B08-8AAC-BBC5E74C1D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13455" y="1329655"/>
                  <a:ext cx="216000" cy="216000"/>
                </a:xfrm>
                <a:prstGeom prst="rect">
                  <a:avLst/>
                </a:prstGeom>
              </p:spPr>
            </p:pic>
            <p:sp>
              <p:nvSpPr>
                <p:cNvPr id="259" name="円/楕円 42">
                  <a:extLst>
                    <a:ext uri="{FF2B5EF4-FFF2-40B4-BE49-F238E27FC236}">
                      <ns2:creationId id="{53699D4F-DD1B-A68A-B519-88399EAA9A9D}"/>
                    </a:ext>
                  </a:extLst>
                </p:cNvPr>
                <p:cNvSpPr/>
                <p:nvPr/>
              </p:nvSpPr>
              <p:spPr>
                <a:xfrm>
                  <a:off x="5714715" y="1316683"/>
                  <a:ext cx="288000" cy="288000"/>
                </a:xfrm>
                <a:prstGeom prst="ellipse">
                  <a:avLst/>
                </a:prstGeom>
                <a:solidFill>
                  <a:srgbClr val="008D2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en-US" altLang="ja-JP" sz="1400" b="0" i="0" u="none" strike="noStrike" kern="1200" cap="none" spc="0" normalizeH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pic>
              <p:nvPicPr>
                <p:cNvPr id="270" name="グラフィックス 269" descr="砂時計: 終了 単色塗りつぶし">
                  <a:extLst>
                    <a:ext uri="{FF2B5EF4-FFF2-40B4-BE49-F238E27FC236}">
                      <ns2:creationId id="{6F7F52E9-FC4B-94A3-3681-08B3215F0E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751345" y="1356861"/>
                  <a:ext cx="216000" cy="21600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53" name="グループ化 52">
            <a:extLst>
              <a:ext uri="{FF2B5EF4-FFF2-40B4-BE49-F238E27FC236}">
                <ns2:creationId id="{CED5E481-9125-2A75-1706-B5F67F8B4350}"/>
              </a:ext>
            </a:extLst>
          </p:cNvPr>
          <p:cNvGrpSpPr>
            <a:grpSpLocks noChangeAspect="1"/>
          </p:cNvGrpSpPr>
          <p:nvPr/>
        </p:nvGrpSpPr>
        <p:grpSpPr>
          <a:xfrm>
            <a:off x="5232000" y="1628775"/>
            <a:ext cx="1728000" cy="1666853"/>
            <a:chOff x="4625502" y="1857908"/>
            <a:chExt cx="1833396" cy="1768519"/>
          </a:xfrm>
        </p:grpSpPr>
        <p:sp>
          <p:nvSpPr>
            <p:cNvPr id="3" name="円: 塗りつぶしなし 2">
              <a:extLst>
                <a:ext uri="{FF2B5EF4-FFF2-40B4-BE49-F238E27FC236}">
                  <ns2:creationId id="{3332E991-3727-53A7-F29D-51BEEC7C43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4325" y="1931300"/>
              <a:ext cx="1695127" cy="1695127"/>
            </a:xfrm>
            <a:prstGeom prst="donut">
              <a:avLst>
                <a:gd name="adj" fmla="val 0"/>
              </a:avLst>
            </a:prstGeom>
            <a:noFill/>
            <a:ln w="38100">
              <a:solidFill>
                <a:srgbClr val="DFEBE3"/>
              </a:solidFill>
              <a:prstDash val="sysDot"/>
              <a:extLst>
                <a:ext uri="{C807C97D-BFC1-408E-A445-0C87EB9F89A2}">
                  <ns5:lineSketchStyleProps>
                    <ns5:type>
                      <ns5:lineSketchNone/>
                    </ns5:type>
                  </ns5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en-US" altLang="ja-JP" sz="1800" b="0" i="0" u="none" strike="noStrike" kern="1200" cap="none" spc="0" normalizeH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4EE0759F-B6A8-AE4A-FE20-668F5C06B5E6}"/>
                </a:ext>
              </a:extLst>
            </p:cNvPr>
            <p:cNvGrpSpPr/>
            <p:nvPr/>
          </p:nvGrpSpPr>
          <p:grpSpPr>
            <a:xfrm>
              <a:off x="4625502" y="1857908"/>
              <a:ext cx="1833396" cy="1724897"/>
              <a:chOff x="4744748" y="2011115"/>
              <a:chExt cx="1633678" cy="1528684"/>
            </a:xfrm>
            <a:solidFill>
              <a:srgbClr val="008D2E"/>
            </a:solidFill>
          </p:grpSpPr>
          <p:sp>
            <p:nvSpPr>
              <p:cNvPr id="5" name="フローチャート: 結合子 4">
                <a:extLst>
                  <a:ext uri="{FF2B5EF4-FFF2-40B4-BE49-F238E27FC236}">
                    <ns2:creationId id="{75A5A399-88EB-6789-0628-017A6CB5299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44748" y="2574174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1" name="フローチャート: 結合子 27">
                <a:extLst>
                  <a:ext uri="{FF2B5EF4-FFF2-40B4-BE49-F238E27FC236}">
                    <ns2:creationId id="{6253BDFD-55D6-31AF-84E8-4306A01380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74332" y="2011115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" name="フローチャート: 結合子 35">
                <a:extLst>
                  <a:ext uri="{FF2B5EF4-FFF2-40B4-BE49-F238E27FC236}">
                    <ns2:creationId id="{F02840AD-6261-9B47-B358-75DEDA4845A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6460" y="3395799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9" name="フローチャート: 結合子 35">
                <a:extLst>
                  <a:ext uri="{FF2B5EF4-FFF2-40B4-BE49-F238E27FC236}">
                    <ns2:creationId id="{658D43F4-54A9-5B23-02BE-793D2E674F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82826" y="3395799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21" name="フローチャート: 結合子 27">
                <a:extLst>
                  <a:ext uri="{FF2B5EF4-FFF2-40B4-BE49-F238E27FC236}">
                    <ns2:creationId id="{585A9819-A7BC-D1A1-60D4-0D4C0CFEDF1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34426" y="2606514"/>
                <a:ext cx="144000" cy="144000"/>
              </a:xfrm>
              <a:prstGeom prst="flowChartConnector">
                <a:avLst/>
              </a:prstGeom>
              <a:solidFill>
                <a:srgbClr val="008D2E">
                  <a:alpha val="85000"/>
                </a:srgb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b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cxnSp>
        <p:nvCxnSpPr>
          <p:cNvPr id="60" name="コネクタ: カギ線 59">
            <a:extLst>
              <a:ext uri="{FF2B5EF4-FFF2-40B4-BE49-F238E27FC236}">
                <ns2:creationId id="{B738A1DB-0DD7-2B4C-B3BB-1C8945CE6903}"/>
              </a:ext>
            </a:extLst>
          </p:cNvPr>
          <p:cNvCxnSpPr>
            <a:cxnSpLocks/>
            <a:stCxn id="32" idx="0"/>
            <a:endCxn id="5" idx="3"/>
          </p:cNvCxnSpPr>
          <p:nvPr/>
        </p:nvCxnSpPr>
        <p:spPr>
          <a:xfrm rot="5400000" flipH="1" flipV="1">
            <a:off x="2841014" y="1742247"/>
            <a:ext cx="1797241" cy="3029343"/>
          </a:xfrm>
          <a:prstGeom prst="bentConnector3">
            <a:avLst>
              <a:gd name="adj1" fmla="val 10137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グループ化 7">
            <a:extLst>
              <a:ext uri="{FF2B5EF4-FFF2-40B4-BE49-F238E27FC236}">
                <ns2:creationId id="{484D6A13-75F6-CEFB-7011-7267C893B38C}"/>
              </a:ext>
            </a:extLst>
          </p:cNvPr>
          <p:cNvGrpSpPr/>
          <p:nvPr/>
        </p:nvGrpSpPr>
        <p:grpSpPr>
          <a:xfrm>
            <a:off x="6960000" y="1628775"/>
            <a:ext cx="4913128" cy="2274687"/>
            <a:chOff x="6511464" y="1628775"/>
            <a:chExt cx="4913128" cy="2274687"/>
          </a:xfrm>
        </p:grpSpPr>
        <p:sp>
          <p:nvSpPr>
            <p:cNvPr id="16" name="正方形/長方形 15">
              <a:extLst>
                <a:ext uri="{FF2B5EF4-FFF2-40B4-BE49-F238E27FC236}">
                  <ns2:creationId id="{E3C09B17-628D-FD10-35E7-BA66720A1638}"/>
                </a:ext>
              </a:extLst>
            </p:cNvPr>
            <p:cNvSpPr/>
            <p:nvPr/>
          </p:nvSpPr>
          <p:spPr>
            <a:xfrm>
              <a:off x="6745038" y="1753434"/>
              <a:ext cx="4679554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四角形: 角を丸くする 16">
              <a:extLst>
                <a:ext uri="{FF2B5EF4-FFF2-40B4-BE49-F238E27FC236}">
                  <ns2:creationId id="{EDEC92CB-7686-9057-5835-6252EBDFD697}"/>
                </a:ext>
              </a:extLst>
            </p:cNvPr>
            <p:cNvSpPr/>
            <p:nvPr/>
          </p:nvSpPr>
          <p:spPr>
            <a:xfrm>
              <a:off x="6964405" y="162877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14D80DA5-1BDC-EB2F-36B0-9E29F284B466}"/>
                </a:ext>
              </a:extLst>
            </p:cNvPr>
            <p:cNvSpPr/>
            <p:nvPr/>
          </p:nvSpPr>
          <p:spPr>
            <a:xfrm>
              <a:off x="6745038" y="2083374"/>
              <a:ext cx="4679554" cy="182008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042710AF-A9C2-7483-C8B9-2E9966EF5AC1}"/>
                </a:ext>
              </a:extLst>
            </p:cNvPr>
            <p:cNvSpPr/>
            <p:nvPr/>
          </p:nvSpPr>
          <p:spPr>
            <a:xfrm>
              <a:off x="6837104" y="2149001"/>
              <a:ext cx="360000" cy="288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FA05F722-162D-BAC7-512D-A3FB79AC528D}"/>
                </a:ext>
              </a:extLst>
            </p:cNvPr>
            <p:cNvSpPr/>
            <p:nvPr/>
          </p:nvSpPr>
          <p:spPr>
            <a:xfrm>
              <a:off x="6837104" y="3151187"/>
              <a:ext cx="360000" cy="667796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ADB7D556-8DB6-B11B-30AF-E48B76889B4C}"/>
                </a:ext>
              </a:extLst>
            </p:cNvPr>
            <p:cNvSpPr/>
            <p:nvPr/>
          </p:nvSpPr>
          <p:spPr>
            <a:xfrm>
              <a:off x="7241840" y="2149001"/>
              <a:ext cx="251008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2CD86D99-337D-340E-BC75-8E2A691E422E}"/>
                </a:ext>
              </a:extLst>
            </p:cNvPr>
            <p:cNvSpPr/>
            <p:nvPr/>
          </p:nvSpPr>
          <p:spPr>
            <a:xfrm>
              <a:off x="10332411" y="2149001"/>
              <a:ext cx="936000" cy="28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AA583EB8-1E77-950B-2AD3-2753B74CDCC5}"/>
                </a:ext>
              </a:extLst>
            </p:cNvPr>
            <p:cNvSpPr/>
            <p:nvPr/>
          </p:nvSpPr>
          <p:spPr>
            <a:xfrm>
              <a:off x="6836104" y="2484445"/>
              <a:ext cx="3215788" cy="54046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7800" indent="-88900">
                <a:lnSpc>
                  <a:spcPts val="1200"/>
                </a:lnSpc>
                <a:spcAft>
                  <a:spcPts val="600"/>
                </a:spcAft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80975">
                <a:spcAft>
                  <a:spcPts val="600"/>
                </a:spcAft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5810B287-D944-70EC-41EA-D820FEDDAEFC}"/>
                </a:ext>
              </a:extLst>
            </p:cNvPr>
            <p:cNvSpPr/>
            <p:nvPr/>
          </p:nvSpPr>
          <p:spPr>
            <a:xfrm>
              <a:off x="7241840" y="3151187"/>
              <a:ext cx="864000" cy="667796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 </a:t>
              </a:r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ADDD1C46-F556-E69D-5486-CB1D1CDBF69C}"/>
                </a:ext>
              </a:extLst>
            </p:cNvPr>
            <p:cNvSpPr/>
            <p:nvPr/>
          </p:nvSpPr>
          <p:spPr>
            <a:xfrm>
              <a:off x="8296870" y="3141840"/>
              <a:ext cx="864000" cy="667796"/>
            </a:xfrm>
            <a:prstGeom prst="rect">
              <a:avLst/>
            </a:prstGeom>
            <a:noFill/>
            <a:ln w="9525">
              <a:solidFill>
                <a:schemeClr val="bg1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E76E1FB-AEB4-AEFC-353B-FF6C687753D7}"/>
                </a:ext>
              </a:extLst>
            </p:cNvPr>
            <p:cNvSpPr/>
            <p:nvPr/>
          </p:nvSpPr>
          <p:spPr>
            <a:xfrm>
              <a:off x="9220933" y="3141840"/>
              <a:ext cx="2142148" cy="69125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A941FA12-B019-1E6A-05F6-DD262DE31E46}"/>
                </a:ext>
              </a:extLst>
            </p:cNvPr>
            <p:cNvSpPr/>
            <p:nvPr/>
          </p:nvSpPr>
          <p:spPr>
            <a:xfrm>
              <a:off x="10262099" y="2453911"/>
              <a:ext cx="1040632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B9673498-56F9-E15D-6B05-E48432AED55E}"/>
                </a:ext>
              </a:extLst>
            </p:cNvPr>
            <p:cNvSpPr/>
            <p:nvPr/>
          </p:nvSpPr>
          <p:spPr>
            <a:xfrm>
              <a:off x="10262099" y="2648248"/>
              <a:ext cx="1040632" cy="33594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lang="ja-JP" altLang="ja-JP" sz="9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486D986D-9CCD-81D8-AED2-CF72D47BDDA2}"/>
                </a:ext>
              </a:extLst>
            </p:cNvPr>
            <p:cNvSpPr/>
            <p:nvPr/>
          </p:nvSpPr>
          <p:spPr>
            <a:xfrm>
              <a:off x="8075355" y="3487499"/>
              <a:ext cx="252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8" name="直線コネクタ 67">
              <a:extLst>
                <a:ext uri="{FF2B5EF4-FFF2-40B4-BE49-F238E27FC236}">
                  <ns2:creationId id="{1157A228-01CD-F3A5-7B37-EC3F30DE85BE}"/>
                </a:ext>
              </a:extLst>
            </p:cNvPr>
            <p:cNvCxnSpPr>
              <a:cxnSpLocks/>
              <a:stCxn id="21" idx="6"/>
            </p:cNvCxnSpPr>
            <p:nvPr/>
          </p:nvCxnSpPr>
          <p:spPr>
            <a:xfrm>
              <a:off x="6511464" y="2338546"/>
              <a:ext cx="233574" cy="0"/>
            </a:xfrm>
            <a:prstGeom prst="line">
              <a:avLst/>
            </a:prstGeom>
            <a:ln w="9525">
              <a:solidFill>
                <a:srgbClr val="008D2E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グループ化 3">
            <a:extLst>
              <a:ext uri="{FF2B5EF4-FFF2-40B4-BE49-F238E27FC236}">
                <ns2:creationId id="{22CA47D2-94F4-CE5D-E7C3-BE8073F5B73E}"/>
              </a:ext>
            </a:extLst>
          </p:cNvPr>
          <p:cNvGrpSpPr/>
          <p:nvPr/>
        </p:nvGrpSpPr>
        <p:grpSpPr>
          <a:xfrm>
            <a:off x="334963" y="4034746"/>
            <a:ext cx="3799840" cy="2273979"/>
            <a:chOff x="334963" y="4034746"/>
            <a:chExt cx="3799840" cy="2273979"/>
          </a:xfrm>
        </p:grpSpPr>
        <p:sp>
          <p:nvSpPr>
            <p:cNvPr id="32" name="正方形/長方形 31">
              <a:extLst>
                <a:ext uri="{FF2B5EF4-FFF2-40B4-BE49-F238E27FC236}">
                  <ns2:creationId id="{EC5EC93E-63F0-78AA-27A5-BFE411B0FF9E}"/>
                </a:ext>
              </a:extLst>
            </p:cNvPr>
            <p:cNvSpPr/>
            <p:nvPr/>
          </p:nvSpPr>
          <p:spPr>
            <a:xfrm>
              <a:off x="334963" y="4155538"/>
              <a:ext cx="378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18623322-F677-6514-3062-1EFC33F47914}"/>
                </a:ext>
              </a:extLst>
            </p:cNvPr>
            <p:cNvSpPr/>
            <p:nvPr/>
          </p:nvSpPr>
          <p:spPr>
            <a:xfrm>
              <a:off x="560166" y="4034746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78C9F3D7-19E5-8218-36C8-34635ADCEF6A}"/>
                </a:ext>
              </a:extLst>
            </p:cNvPr>
            <p:cNvSpPr/>
            <p:nvPr/>
          </p:nvSpPr>
          <p:spPr>
            <a:xfrm>
              <a:off x="334963" y="4481220"/>
              <a:ext cx="3780000" cy="1827505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BB927082-3A7F-404E-52C7-49603CA18511}"/>
                </a:ext>
              </a:extLst>
            </p:cNvPr>
            <p:cNvSpPr/>
            <p:nvPr/>
          </p:nvSpPr>
          <p:spPr>
            <a:xfrm>
              <a:off x="440733" y="4611352"/>
              <a:ext cx="360000" cy="288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1E814491-4B15-8C0D-9B94-43E6CAB13391}"/>
                </a:ext>
              </a:extLst>
            </p:cNvPr>
            <p:cNvSpPr/>
            <p:nvPr/>
          </p:nvSpPr>
          <p:spPr>
            <a:xfrm>
              <a:off x="433806" y="5669273"/>
              <a:ext cx="360000" cy="612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2CE21628-E3AC-2F5D-0A45-3C5412749898}"/>
                </a:ext>
              </a:extLst>
            </p:cNvPr>
            <p:cNvSpPr/>
            <p:nvPr/>
          </p:nvSpPr>
          <p:spPr>
            <a:xfrm>
              <a:off x="847043" y="4605786"/>
              <a:ext cx="3204000" cy="2640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4298FDCC-C299-7269-340B-A4AA15E55DB6}"/>
                </a:ext>
              </a:extLst>
            </p:cNvPr>
            <p:cNvSpPr/>
            <p:nvPr/>
          </p:nvSpPr>
          <p:spPr>
            <a:xfrm>
              <a:off x="910602" y="4967787"/>
              <a:ext cx="3132000" cy="27262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8900" indent="-88900"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A28AAE63-BEAA-9B13-0227-776C1BED663E}"/>
                </a:ext>
              </a:extLst>
            </p:cNvPr>
            <p:cNvSpPr/>
            <p:nvPr/>
          </p:nvSpPr>
          <p:spPr>
            <a:xfrm>
              <a:off x="1003886" y="5266521"/>
              <a:ext cx="2885051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36543BA0-3226-F9F5-0DD6-797C9C9955FA}"/>
                </a:ext>
              </a:extLst>
            </p:cNvPr>
            <p:cNvSpPr/>
            <p:nvPr/>
          </p:nvSpPr>
          <p:spPr>
            <a:xfrm>
              <a:off x="837238" y="5669273"/>
              <a:ext cx="2124000" cy="61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ja-JP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45E34B20-9E2A-23F0-A612-F420132E2F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0015" y="5250536"/>
              <a:ext cx="180000" cy="21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FBE16587-65B3-7A10-C1F8-563CE74324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1588" y="5100536"/>
              <a:ext cx="180000" cy="3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3" name="直線矢印コネクタ 62">
              <a:extLst>
                <a:ext uri="{FF2B5EF4-FFF2-40B4-BE49-F238E27FC236}">
                  <ns2:creationId id="{9932CC6B-E495-1D86-0188-B3B79CE5397F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584236" y="5061476"/>
              <a:ext cx="216497" cy="143962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正方形/長方形 63">
              <a:extLst>
                <a:ext uri="{FF2B5EF4-FFF2-40B4-BE49-F238E27FC236}">
                  <ns2:creationId id="{41A1310A-1197-7550-7B2E-AFA7BEF879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8611" y="5003499"/>
              <a:ext cx="54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2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E50EE2E7-6A53-9844-D711-9BEE705D4A65}"/>
                </a:ext>
              </a:extLst>
            </p:cNvPr>
            <p:cNvSpPr/>
            <p:nvPr/>
          </p:nvSpPr>
          <p:spPr>
            <a:xfrm>
              <a:off x="461215" y="5410673"/>
              <a:ext cx="432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警告 単色塗りつぶし">
              <a:extLst>
                <a:ext uri="{FF2B5EF4-FFF2-40B4-BE49-F238E27FC236}">
                  <ns2:creationId id="{DAAD9E7E-633C-ABB8-0ED8-35ECC95228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77662" y="5223294"/>
              <a:ext cx="180000" cy="180000"/>
            </a:xfrm>
            <a:prstGeom prst="rect">
              <a:avLst/>
            </a:prstGeom>
          </p:spPr>
        </p:pic>
        <p:sp>
          <p:nvSpPr>
            <p:cNvPr id="72" name="正方形/長方形 71">
              <a:extLst>
                <a:ext uri="{FF2B5EF4-FFF2-40B4-BE49-F238E27FC236}">
                  <ns2:creationId id="{18D0FB9F-0448-BF8B-1368-E98D7E796682}"/>
                </a:ext>
              </a:extLst>
            </p:cNvPr>
            <p:cNvSpPr/>
            <p:nvPr/>
          </p:nvSpPr>
          <p:spPr>
            <a:xfrm>
              <a:off x="3126803" y="5983043"/>
              <a:ext cx="1008000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レンガ壁の建築 単色塗りつぶし">
              <a:extLst>
                <a:ext uri="{FF2B5EF4-FFF2-40B4-BE49-F238E27FC236}">
                  <ns2:creationId id="{D8A58FBA-6C97-BF2B-8899-1F7581309F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150894" y="5656979"/>
              <a:ext cx="180000" cy="180000"/>
            </a:xfrm>
            <a:prstGeom prst="rect">
              <a:avLst/>
            </a:prstGeom>
          </p:spPr>
        </p:pic>
        <p:pic>
          <p:nvPicPr>
            <p:cNvPr id="76" name="グラフィックス 75" descr="工場 単色塗りつぶし">
              <a:extLst>
                <a:ext uri="{FF2B5EF4-FFF2-40B4-BE49-F238E27FC236}">
                  <ns2:creationId id="{7C9A5432-BD40-F2D9-2790-3663A83053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84894" y="5502536"/>
              <a:ext cx="180000" cy="180000"/>
            </a:xfrm>
            <a:prstGeom prst="rect">
              <a:avLst/>
            </a:prstGeom>
          </p:spPr>
        </p:pic>
        <p:pic>
          <p:nvPicPr>
            <p:cNvPr id="78" name="グラフィックス 77" descr="工場 単色塗りつぶし">
              <a:extLst>
                <a:ext uri="{FF2B5EF4-FFF2-40B4-BE49-F238E27FC236}">
                  <ns2:creationId id="{3F00EE6E-630F-2FA5-77CC-4459C7036E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84894" y="5811422"/>
              <a:ext cx="180000" cy="180000"/>
            </a:xfrm>
            <a:prstGeom prst="rect">
              <a:avLst/>
            </a:prstGeom>
          </p:spPr>
        </p:pic>
        <p:pic>
          <p:nvPicPr>
            <p:cNvPr id="80" name="グラフィックス 79" descr="工場 単色塗りつぶし">
              <a:extLst>
                <a:ext uri="{FF2B5EF4-FFF2-40B4-BE49-F238E27FC236}">
                  <ns2:creationId id="{8FA57DFB-16F1-DF1D-3E5E-211CDDA0CA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3584894" y="5656979"/>
              <a:ext cx="180000" cy="180000"/>
            </a:xfrm>
            <a:prstGeom prst="rect">
              <a:avLst/>
            </a:prstGeom>
          </p:spPr>
        </p:pic>
        <p:pic>
          <p:nvPicPr>
            <p:cNvPr id="81" name="グラフィックス 80" descr="在庫 単色塗りつぶし">
              <a:extLst>
                <a:ext uri="{FF2B5EF4-FFF2-40B4-BE49-F238E27FC236}">
                  <ns2:creationId id="{BBBB0A25-2B2D-53D2-CDED-0D1812B07A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816574" y="5502536"/>
              <a:ext cx="180000" cy="180000"/>
            </a:xfrm>
            <a:prstGeom prst="rect">
              <a:avLst/>
            </a:prstGeom>
          </p:spPr>
        </p:pic>
        <p:pic>
          <p:nvPicPr>
            <p:cNvPr id="82" name="グラフィックス 81" descr="在庫 単色塗りつぶし">
              <a:extLst>
                <a:ext uri="{FF2B5EF4-FFF2-40B4-BE49-F238E27FC236}">
                  <ns2:creationId id="{D9357115-2A4A-996B-714C-226979560C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816574" y="5811422"/>
              <a:ext cx="180000" cy="180000"/>
            </a:xfrm>
            <a:prstGeom prst="rect">
              <a:avLst/>
            </a:prstGeom>
          </p:spPr>
        </p:pic>
        <p:pic>
          <p:nvPicPr>
            <p:cNvPr id="83" name="グラフィックス 82" descr="在庫 単色塗りつぶし">
              <a:extLst>
                <a:ext uri="{FF2B5EF4-FFF2-40B4-BE49-F238E27FC236}">
                  <ns2:creationId id="{75F896AE-A2CB-DFD0-5FD0-98448406BD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816574" y="5656979"/>
              <a:ext cx="180000" cy="180000"/>
            </a:xfrm>
            <a:prstGeom prst="rect">
              <a:avLst/>
            </a:prstGeom>
          </p:spPr>
        </p:pic>
        <p:cxnSp>
          <p:nvCxnSpPr>
            <p:cNvPr id="84" name="直線矢印コネクタ 83">
              <a:extLst>
                <a:ext uri="{FF2B5EF4-FFF2-40B4-BE49-F238E27FC236}">
                  <ns2:creationId id="{0129B967-9E14-7086-4983-38D5C7216B08}"/>
                </a:ext>
              </a:extLst>
            </p:cNvPr>
            <p:cNvCxnSpPr>
              <a:endCxn id="76" idx="1"/>
            </p:cNvCxnSpPr>
            <p:nvPr/>
          </p:nvCxnSpPr>
          <p:spPr>
            <a:xfrm flipV="1">
              <a:off x="3330894" y="5592536"/>
              <a:ext cx="254000" cy="183575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ns2:creationId id="{97CE03E9-E117-8EBE-9317-1DFD465687AC}"/>
                </a:ext>
              </a:extLst>
            </p:cNvPr>
            <p:cNvCxnSpPr>
              <a:endCxn id="80" idx="1"/>
            </p:cNvCxnSpPr>
            <p:nvPr/>
          </p:nvCxnSpPr>
          <p:spPr>
            <a:xfrm flipV="1">
              <a:off x="3330894" y="5746979"/>
              <a:ext cx="254000" cy="29132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矢印コネクタ 85">
              <a:extLst>
                <a:ext uri="{FF2B5EF4-FFF2-40B4-BE49-F238E27FC236}">
                  <ns2:creationId id="{8798ED7D-194E-E5B9-69D8-5F1BFBD8F814}"/>
                </a:ext>
              </a:extLst>
            </p:cNvPr>
            <p:cNvCxnSpPr>
              <a:endCxn id="78" idx="1"/>
            </p:cNvCxnSpPr>
            <p:nvPr/>
          </p:nvCxnSpPr>
          <p:spPr>
            <a:xfrm>
              <a:off x="3330894" y="5773093"/>
              <a:ext cx="254000" cy="128329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テキスト プレースホルダー 2">
            <a:extLst>
              <a:ext uri="{FF2B5EF4-FFF2-40B4-BE49-F238E27FC236}">
                <ns2:creationId id="{89EFCCE0-5A3A-1844-9759-E45C77454E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>
            <a:noAutofit/>
          </a:bodyPr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95" name="タイトル 1">
            <a:extLst>
              <a:ext uri="{FF2B5EF4-FFF2-40B4-BE49-F238E27FC236}">
                <ns2:creationId id="{41C7C669-5CA8-1F7E-356A-7BAE0DDD4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2</a:t>
            </a:r>
            <a:br>
              <a:rPr lang="en-US" altLang="ja-JP"/>
            </a:br>
            <a:r>
              <a:rPr lang="ja-JP" altLang="en-US"/>
              <a:t>XX</a:t>
            </a:r>
            <a:endParaRPr kumimoji="1" lang="en-US"/>
          </a:p>
        </p:txBody>
      </p:sp>
      <p:cxnSp>
        <p:nvCxnSpPr>
          <p:cNvPr id="33" name="コネクタ: カギ線 59">
            <a:extLst>
              <a:ext uri="{FF2B5EF4-FFF2-40B4-BE49-F238E27FC236}">
                <ns2:creationId id="{642BF47C-38FB-994D-1FC8-0A6BB588E4C9}"/>
              </a:ext>
            </a:extLst>
          </p:cNvPr>
          <p:cNvCxnSpPr>
            <a:cxnSpLocks/>
            <a:stCxn id="71" idx="0"/>
            <a:endCxn id="19" idx="4"/>
          </p:cNvCxnSpPr>
          <p:nvPr/>
        </p:nvCxnSpPr>
        <p:spPr>
          <a:xfrm rot="16200000" flipV="1">
            <a:off x="5432462" y="3487807"/>
            <a:ext cx="904183" cy="437598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9">
            <a:extLst>
              <a:ext uri="{FF2B5EF4-FFF2-40B4-BE49-F238E27FC236}">
                <ns2:creationId id="{B1C0D1EA-7B42-7273-C2C7-7E85B8286858}"/>
              </a:ext>
            </a:extLst>
          </p:cNvPr>
          <p:cNvCxnSpPr>
            <a:cxnSpLocks/>
            <a:stCxn id="77" idx="0"/>
            <a:endCxn id="14" idx="4"/>
          </p:cNvCxnSpPr>
          <p:nvPr/>
        </p:nvCxnSpPr>
        <p:spPr>
          <a:xfrm rot="16200000" flipV="1">
            <a:off x="7811075" y="2001535"/>
            <a:ext cx="902984" cy="3408942"/>
          </a:xfrm>
          <a:prstGeom prst="bentConnector3">
            <a:avLst>
              <a:gd name="adj1" fmla="val 18681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コネクタ: カギ線 59">
            <a:extLst>
              <a:ext uri="{FF2B5EF4-FFF2-40B4-BE49-F238E27FC236}">
                <ns2:creationId id="{9F314480-2079-4C10-43DF-39EB30E09ED8}"/>
              </a:ext>
            </a:extLst>
          </p:cNvPr>
          <p:cNvCxnSpPr>
            <a:cxnSpLocks/>
            <a:stCxn id="26" idx="3"/>
            <a:endCxn id="11" idx="2"/>
          </p:cNvCxnSpPr>
          <p:nvPr/>
        </p:nvCxnSpPr>
        <p:spPr>
          <a:xfrm flipV="1">
            <a:off x="4899049" y="1705346"/>
            <a:ext cx="1104658" cy="200256"/>
          </a:xfrm>
          <a:prstGeom prst="bentConnector3">
            <a:avLst>
              <a:gd name="adj1" fmla="val 32933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6:creationId val="1315845200"/>
      </p:ext>
    </p:extLst>
  </p:cSld>
  <p:clrMapOvr>
    <a:masterClrMapping/>
  </p:clrMapOvr>
</p:sld>
</file>

<file path=ppt/slides/slide309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8D2A9F2-A32F-77E4-D16B-C464C7649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ns2:creationId id="{00FA25B0-DABA-016A-7759-C5C0D2F561FF}"/>
              </a:ext>
            </a:extLst>
          </p:cNvPr>
          <p:cNvGrpSpPr/>
          <p:nvPr/>
        </p:nvGrpSpPr>
        <p:grpSpPr>
          <a:xfrm>
            <a:off x="5303912" y="1647147"/>
            <a:ext cx="1597679" cy="1597679"/>
            <a:chOff x="5280109" y="1750034"/>
            <a:chExt cx="1440000" cy="1440000"/>
          </a:xfrm>
        </p:grpSpPr>
        <p:pic>
          <p:nvPicPr>
            <p:cNvPr id="360" name="図 359">
              <a:extLst>
                <a:ext uri="{FF2B5EF4-FFF2-40B4-BE49-F238E27FC236}">
                  <ns2:creationId id="{621465D4-9930-A6C0-7032-760A0639902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238" r="10238"/>
            <a:stretch>
              <a:fillRect/>
            </a:stretch>
          </p:blipFill>
          <p:spPr>
            <a:xfrm>
              <a:off x="5280109" y="1750034"/>
              <a:ext cx="1440000" cy="1440000"/>
            </a:xfrm>
            <a:prstGeom prst="ellipse">
              <a:avLst/>
            </a:prstGeom>
            <a:ln>
              <a:solidFill>
                <a:srgbClr val="008D2E"/>
              </a:solidFill>
            </a:ln>
          </p:spPr>
        </p:pic>
        <p:sp>
          <p:nvSpPr>
            <p:cNvPr id="382" name="正方形/長方形 381">
              <a:extLst>
                <a:ext uri="{FF2B5EF4-FFF2-40B4-BE49-F238E27FC236}">
                  <ns2:creationId id="{99C67092-01BD-72B4-779F-086A9DC70318}"/>
                </a:ext>
              </a:extLst>
            </p:cNvPr>
            <p:cNvSpPr/>
            <p:nvPr/>
          </p:nvSpPr>
          <p:spPr>
            <a:xfrm>
              <a:off x="5493103" y="1904855"/>
              <a:ext cx="504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7" name="テキスト プレースホルダー 6">
            <a:extLst>
              <a:ext uri="{FF2B5EF4-FFF2-40B4-BE49-F238E27FC236}">
                <ns2:creationId id="{C9B67BCE-E426-388E-C674-34AFA80B62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/>
              <a:t>XX</a:t>
            </a:r>
          </a:p>
        </p:txBody>
      </p:sp>
      <p:grpSp>
        <p:nvGrpSpPr>
          <p:cNvPr id="12" name="グループ化 11">
            <a:extLst>
              <a:ext uri="{FF2B5EF4-FFF2-40B4-BE49-F238E27FC236}">
                <ns2:creationId id="{71F91463-E40C-DCE3-0677-B059449BF7D1}"/>
              </a:ext>
            </a:extLst>
          </p:cNvPr>
          <p:cNvGrpSpPr/>
          <p:nvPr/>
        </p:nvGrpSpPr>
        <p:grpSpPr>
          <a:xfrm>
            <a:off x="334963" y="5098621"/>
            <a:ext cx="6804000" cy="1210104"/>
            <a:chOff x="334963" y="5000432"/>
            <a:chExt cx="6804000" cy="1210104"/>
          </a:xfrm>
        </p:grpSpPr>
        <p:grpSp>
          <p:nvGrpSpPr>
            <p:cNvPr id="402" name="グループ化 401">
              <a:extLst>
                <a:ext uri="{FF2B5EF4-FFF2-40B4-BE49-F238E27FC236}">
                  <ns2:creationId id="{98EBFF2B-CA4F-A310-08F6-2871ADA115BE}"/>
                </a:ext>
              </a:extLst>
            </p:cNvPr>
            <p:cNvGrpSpPr/>
            <p:nvPr/>
          </p:nvGrpSpPr>
          <p:grpSpPr>
            <a:xfrm>
              <a:off x="334963" y="5000432"/>
              <a:ext cx="6804000" cy="444792"/>
              <a:chOff x="334961" y="5000432"/>
              <a:chExt cx="6804000" cy="444792"/>
            </a:xfrm>
          </p:grpSpPr>
          <p:sp>
            <p:nvSpPr>
              <p:cNvPr id="34" name="正方形/長方形 33">
                <a:extLst>
                  <a:ext uri="{FF2B5EF4-FFF2-40B4-BE49-F238E27FC236}">
                    <ns2:creationId id="{E7878248-3630-01E7-C201-D1B84AAC732F}"/>
                  </a:ext>
                </a:extLst>
              </p:cNvPr>
              <p:cNvSpPr/>
              <p:nvPr/>
            </p:nvSpPr>
            <p:spPr>
              <a:xfrm>
                <a:off x="334961" y="5121224"/>
                <a:ext cx="6804000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>
                    <a:solidFill>
                      <a:srgbClr val="FFFFFF"/>
                    </a:solidFill>
                  </a:rPr>
                  <a:t>XX</a:t>
                </a:r>
                <a:endParaRPr lang="ja-JP" altLang="en-US" sz="14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D7A578E7-FF64-0BB3-7109-B098511F4796}"/>
                  </a:ext>
                </a:extLst>
              </p:cNvPr>
              <p:cNvSpPr/>
              <p:nvPr/>
            </p:nvSpPr>
            <p:spPr>
              <a:xfrm>
                <a:off x="540326" y="5000432"/>
                <a:ext cx="1260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solidFill>
                  <a:srgbClr val="B2DDC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6" name="正方形/長方形 35">
              <a:extLst>
                <a:ext uri="{FF2B5EF4-FFF2-40B4-BE49-F238E27FC236}">
                  <ns2:creationId id="{F33C402E-7E3B-74AF-B46C-DD85D06903E4}"/>
                </a:ext>
              </a:extLst>
            </p:cNvPr>
            <p:cNvSpPr/>
            <p:nvPr/>
          </p:nvSpPr>
          <p:spPr>
            <a:xfrm>
              <a:off x="334963" y="5444725"/>
              <a:ext cx="6804000" cy="76581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D5EA056A-2E26-836E-2DA0-09004F7D98C0}"/>
                </a:ext>
              </a:extLst>
            </p:cNvPr>
            <p:cNvGrpSpPr/>
            <p:nvPr/>
          </p:nvGrpSpPr>
          <p:grpSpPr>
            <a:xfrm>
              <a:off x="382256" y="5501544"/>
              <a:ext cx="6745428" cy="224467"/>
              <a:chOff x="382256" y="5501544"/>
              <a:chExt cx="6745428" cy="224467"/>
            </a:xfrm>
          </p:grpSpPr>
          <p:sp>
            <p:nvSpPr>
              <p:cNvPr id="197" name="正方形/長方形 196">
                <a:extLst>
                  <a:ext uri="{FF2B5EF4-FFF2-40B4-BE49-F238E27FC236}">
                    <ns2:creationId id="{7421D65E-D376-C544-24D8-5588BB4412C5}"/>
                  </a:ext>
                </a:extLst>
              </p:cNvPr>
              <p:cNvSpPr/>
              <p:nvPr/>
            </p:nvSpPr>
            <p:spPr>
              <a:xfrm>
                <a:off x="382256" y="5501544"/>
                <a:ext cx="648000" cy="216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6" name="正方形/長方形 215">
                <a:extLst>
                  <a:ext uri="{FF2B5EF4-FFF2-40B4-BE49-F238E27FC236}">
                    <ns2:creationId id="{A936B3EF-3BF7-01A8-A1A5-C0D616534E7C}"/>
                  </a:ext>
                </a:extLst>
              </p:cNvPr>
              <p:cNvSpPr/>
              <p:nvPr/>
            </p:nvSpPr>
            <p:spPr>
              <a:xfrm>
                <a:off x="1043684" y="5510011"/>
                <a:ext cx="608400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900"/>
                  </a:lnSpc>
                  <a:buClr>
                    <a:srgbClr val="008D2E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" name="グループ化 5">
              <a:extLst>
                <a:ext uri="{FF2B5EF4-FFF2-40B4-BE49-F238E27FC236}">
                  <ns2:creationId id="{70F4E74B-7F79-50C8-1435-0123D574DD68}"/>
                </a:ext>
              </a:extLst>
            </p:cNvPr>
            <p:cNvGrpSpPr/>
            <p:nvPr/>
          </p:nvGrpSpPr>
          <p:grpSpPr>
            <a:xfrm>
              <a:off x="382256" y="5763320"/>
              <a:ext cx="6745428" cy="160495"/>
              <a:chOff x="382256" y="5759087"/>
              <a:chExt cx="6745428" cy="160495"/>
            </a:xfrm>
          </p:grpSpPr>
          <p:sp>
            <p:nvSpPr>
              <p:cNvPr id="212" name="正方形/長方形 211">
                <a:extLst>
                  <a:ext uri="{FF2B5EF4-FFF2-40B4-BE49-F238E27FC236}">
                    <ns2:creationId id="{86FF6B37-0FB3-5A3F-C624-8226A0435B15}"/>
                  </a:ext>
                </a:extLst>
              </p:cNvPr>
              <p:cNvSpPr/>
              <p:nvPr/>
            </p:nvSpPr>
            <p:spPr>
              <a:xfrm>
                <a:off x="382256" y="5759087"/>
                <a:ext cx="648000" cy="16049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8" name="正方形/長方形 217">
                <a:extLst>
                  <a:ext uri="{FF2B5EF4-FFF2-40B4-BE49-F238E27FC236}">
                    <ns2:creationId id="{642D8004-8B45-EF7B-9BE4-9C15184CA99B}"/>
                  </a:ext>
                </a:extLst>
              </p:cNvPr>
              <p:cNvSpPr/>
              <p:nvPr/>
            </p:nvSpPr>
            <p:spPr>
              <a:xfrm>
                <a:off x="1043684" y="5759087"/>
                <a:ext cx="6084000" cy="1604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=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ns2:creationId id="{0C819A62-4E15-FA82-8C83-3046B201C5FD}"/>
                </a:ext>
              </a:extLst>
            </p:cNvPr>
            <p:cNvGrpSpPr/>
            <p:nvPr/>
          </p:nvGrpSpPr>
          <p:grpSpPr>
            <a:xfrm>
              <a:off x="382256" y="5967083"/>
              <a:ext cx="6745428" cy="160495"/>
              <a:chOff x="382256" y="5967083"/>
              <a:chExt cx="6745428" cy="160495"/>
            </a:xfrm>
          </p:grpSpPr>
          <p:sp>
            <p:nvSpPr>
              <p:cNvPr id="214" name="正方形/長方形 213">
                <a:extLst>
                  <a:ext uri="{FF2B5EF4-FFF2-40B4-BE49-F238E27FC236}">
                    <ns2:creationId id="{5C1EEEB6-9F1B-0E47-CBD8-E134EC16486D}"/>
                  </a:ext>
                </a:extLst>
              </p:cNvPr>
              <p:cNvSpPr/>
              <p:nvPr/>
            </p:nvSpPr>
            <p:spPr>
              <a:xfrm>
                <a:off x="382256" y="5967083"/>
                <a:ext cx="648000" cy="16049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0" name="正方形/長方形 219">
                <a:extLst>
                  <a:ext uri="{FF2B5EF4-FFF2-40B4-BE49-F238E27FC236}">
                    <ns2:creationId id="{587B0B6D-A7CA-C28C-44BE-787C2151CECE}"/>
                  </a:ext>
                </a:extLst>
              </p:cNvPr>
              <p:cNvSpPr/>
              <p:nvPr/>
            </p:nvSpPr>
            <p:spPr>
              <a:xfrm>
                <a:off x="1043684" y="5967083"/>
                <a:ext cx="6084000" cy="16049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37" name="グループ化 36">
            <a:extLst>
              <a:ext uri="{FF2B5EF4-FFF2-40B4-BE49-F238E27FC236}">
                <ns2:creationId id="{61B2A7E2-A449-7E16-4B36-AFC7F4BC8CE7}"/>
              </a:ext>
            </a:extLst>
          </p:cNvPr>
          <p:cNvGrpSpPr/>
          <p:nvPr/>
        </p:nvGrpSpPr>
        <p:grpSpPr>
          <a:xfrm>
            <a:off x="407368" y="4001456"/>
            <a:ext cx="6695062" cy="360391"/>
            <a:chOff x="407368" y="3788689"/>
            <a:chExt cx="6695062" cy="360391"/>
          </a:xfrm>
        </p:grpSpPr>
        <p:grpSp>
          <p:nvGrpSpPr>
            <p:cNvPr id="2" name="グループ化 1">
              <a:extLst>
                <a:ext uri="{FF2B5EF4-FFF2-40B4-BE49-F238E27FC236}">
                  <ns2:creationId id="{A0E95088-7033-2FD2-CF1B-A2902272BDF8}"/>
                </a:ext>
              </a:extLst>
            </p:cNvPr>
            <p:cNvGrpSpPr/>
            <p:nvPr/>
          </p:nvGrpSpPr>
          <p:grpSpPr>
            <a:xfrm>
              <a:off x="407368" y="3788689"/>
              <a:ext cx="2808312" cy="360391"/>
              <a:chOff x="680158" y="3788689"/>
              <a:chExt cx="2808312" cy="360391"/>
            </a:xfrm>
          </p:grpSpPr>
          <p:sp>
            <p:nvSpPr>
              <p:cNvPr id="286" name="正方形/長方形 285">
                <a:extLst>
                  <a:ext uri="{FF2B5EF4-FFF2-40B4-BE49-F238E27FC236}">
                    <ns2:creationId id="{AE4A5409-6220-F233-C1DB-1BEE1CF1EC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80158" y="3824799"/>
                <a:ext cx="108000" cy="108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lang="ja-JP" alt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4" name="正方形/長方形 293">
                <a:extLst>
                  <a:ext uri="{FF2B5EF4-FFF2-40B4-BE49-F238E27FC236}">
                    <ns2:creationId id="{534E4125-C6B0-4693-4D87-58511318FE22}"/>
                  </a:ext>
                </a:extLst>
              </p:cNvPr>
              <p:cNvSpPr/>
              <p:nvPr/>
            </p:nvSpPr>
            <p:spPr>
              <a:xfrm>
                <a:off x="833453" y="3788689"/>
                <a:ext cx="2655017" cy="360391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63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de-DE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" name="グループ化 2">
              <a:extLst>
                <a:ext uri="{FF2B5EF4-FFF2-40B4-BE49-F238E27FC236}">
                  <ns2:creationId id="{558430CB-DA64-279F-DEA0-2C8940DD17A4}"/>
                </a:ext>
              </a:extLst>
            </p:cNvPr>
            <p:cNvGrpSpPr/>
            <p:nvPr/>
          </p:nvGrpSpPr>
          <p:grpSpPr>
            <a:xfrm>
              <a:off x="3272680" y="3788689"/>
              <a:ext cx="2140177" cy="180000"/>
              <a:chOff x="1158901" y="3966691"/>
              <a:chExt cx="2140177" cy="180000"/>
            </a:xfrm>
          </p:grpSpPr>
          <p:sp>
            <p:nvSpPr>
              <p:cNvPr id="288" name="正方形/長方形 287">
                <a:extLst>
                  <a:ext uri="{FF2B5EF4-FFF2-40B4-BE49-F238E27FC236}">
                    <ns2:creationId id="{DCF506BE-5944-1C91-11DF-386290210FE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58901" y="4002801"/>
                <a:ext cx="108000" cy="108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lang="ja-JP" alt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6" name="正方形/長方形 295">
                <a:extLst>
                  <a:ext uri="{FF2B5EF4-FFF2-40B4-BE49-F238E27FC236}">
                    <ns2:creationId id="{BC8F5A30-3376-F2F8-E5B4-327AEDA00009}"/>
                  </a:ext>
                </a:extLst>
              </p:cNvPr>
              <p:cNvSpPr/>
              <p:nvPr/>
            </p:nvSpPr>
            <p:spPr>
              <a:xfrm>
                <a:off x="1312196" y="3966691"/>
                <a:ext cx="1986882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</p:grpSp>
        <p:grpSp>
          <p:nvGrpSpPr>
            <p:cNvPr id="4" name="グループ化 3">
              <a:extLst>
                <a:ext uri="{FF2B5EF4-FFF2-40B4-BE49-F238E27FC236}">
                  <ns2:creationId id="{601E67F0-DA32-6E26-57B2-FB502663A35A}"/>
                </a:ext>
              </a:extLst>
            </p:cNvPr>
            <p:cNvGrpSpPr/>
            <p:nvPr/>
          </p:nvGrpSpPr>
          <p:grpSpPr>
            <a:xfrm>
              <a:off x="5420453" y="3788689"/>
              <a:ext cx="1681977" cy="180000"/>
              <a:chOff x="1192090" y="4051825"/>
              <a:chExt cx="1681977" cy="180000"/>
            </a:xfrm>
          </p:grpSpPr>
          <p:sp>
            <p:nvSpPr>
              <p:cNvPr id="290" name="正方形/長方形 289">
                <a:extLst>
                  <a:ext uri="{FF2B5EF4-FFF2-40B4-BE49-F238E27FC236}">
                    <ns2:creationId id="{AE6565C4-6605-C908-ECE7-C874EC22769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192090" y="4087935"/>
                <a:ext cx="108000" cy="108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  <a:buClr>
                    <a:srgbClr val="008D2E"/>
                  </a:buClr>
                </a:pPr>
                <a:r>
                  <a:rPr lang="en-US" altLang="ja-JP" sz="7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lang="ja-JP" altLang="en-US" sz="7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1" name="正方形/長方形 300">
                <a:extLst>
                  <a:ext uri="{FF2B5EF4-FFF2-40B4-BE49-F238E27FC236}">
                    <ns2:creationId id="{3C685EA4-1A0D-48CA-207A-15894F72C91C}"/>
                  </a:ext>
                </a:extLst>
              </p:cNvPr>
              <p:cNvSpPr/>
              <p:nvPr/>
            </p:nvSpPr>
            <p:spPr>
              <a:xfrm>
                <a:off x="1345384" y="4051825"/>
                <a:ext cx="1528683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</a:pP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9" name="グループ化 8">
            <a:extLst>
              <a:ext uri="{FF2B5EF4-FFF2-40B4-BE49-F238E27FC236}">
                <ns2:creationId id="{55E23BCE-1858-C68F-67BF-22F9A07DEC9C}"/>
              </a:ext>
            </a:extLst>
          </p:cNvPr>
          <p:cNvGrpSpPr/>
          <p:nvPr/>
        </p:nvGrpSpPr>
        <p:grpSpPr>
          <a:xfrm>
            <a:off x="334963" y="3295499"/>
            <a:ext cx="6804000" cy="1733188"/>
            <a:chOff x="334963" y="3148807"/>
            <a:chExt cx="6804000" cy="1733188"/>
          </a:xfrm>
        </p:grpSpPr>
        <p:grpSp>
          <p:nvGrpSpPr>
            <p:cNvPr id="401" name="グループ化 400">
              <a:extLst>
                <a:ext uri="{FF2B5EF4-FFF2-40B4-BE49-F238E27FC236}">
                  <ns2:creationId id="{9990A69F-B8E0-452B-209A-412DCDF94CFB}"/>
                </a:ext>
              </a:extLst>
            </p:cNvPr>
            <p:cNvGrpSpPr/>
            <p:nvPr/>
          </p:nvGrpSpPr>
          <p:grpSpPr>
            <a:xfrm>
              <a:off x="334963" y="3148807"/>
              <a:ext cx="6804000" cy="444792"/>
              <a:chOff x="334963" y="3192349"/>
              <a:chExt cx="6804000" cy="444792"/>
            </a:xfrm>
          </p:grpSpPr>
          <p:sp>
            <p:nvSpPr>
              <p:cNvPr id="280" name="正方形/長方形 279">
                <a:extLst>
                  <a:ext uri="{FF2B5EF4-FFF2-40B4-BE49-F238E27FC236}">
                    <ns2:creationId id="{FB4DB2B3-F1F7-9973-A6F9-EA320DB90043}"/>
                  </a:ext>
                </a:extLst>
              </p:cNvPr>
              <p:cNvSpPr/>
              <p:nvPr/>
            </p:nvSpPr>
            <p:spPr>
              <a:xfrm>
                <a:off x="334963" y="3313141"/>
                <a:ext cx="6804000" cy="32400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400">
                    <a:solidFill>
                      <a:srgbClr val="FFFFFF"/>
                    </a:solidFill>
                  </a:rPr>
                  <a:t>XX</a:t>
                </a:r>
                <a:endParaRPr lang="en-US" altLang="ja-JP" sz="1400">
                  <a:solidFill>
                    <a:srgbClr val="FFFFFF"/>
                  </a:solidFill>
                </a:endParaRPr>
              </a:p>
            </p:txBody>
          </p:sp>
          <p:sp>
            <p:nvSpPr>
              <p:cNvPr id="282" name="四角形: 角を丸くする 281">
                <a:extLst>
                  <a:ext uri="{FF2B5EF4-FFF2-40B4-BE49-F238E27FC236}">
                    <ns2:creationId id="{C87D6057-5B80-C353-43E6-307FD3CE18B6}"/>
                  </a:ext>
                </a:extLst>
              </p:cNvPr>
              <p:cNvSpPr/>
              <p:nvPr/>
            </p:nvSpPr>
            <p:spPr>
              <a:xfrm>
                <a:off x="576790" y="3192349"/>
                <a:ext cx="1260000" cy="216000"/>
              </a:xfrm>
              <a:prstGeom prst="roundRect">
                <a:avLst>
                  <a:gd name="adj" fmla="val 100000"/>
                </a:avLst>
              </a:prstGeom>
              <a:solidFill>
                <a:schemeClr val="bg1"/>
              </a:solidFill>
              <a:ln w="9525">
                <a:solidFill>
                  <a:srgbClr val="B2DDC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84" name="正方形/長方形 283">
              <a:extLst>
                <a:ext uri="{FF2B5EF4-FFF2-40B4-BE49-F238E27FC236}">
                  <ns2:creationId id="{DD8C8C01-9D8C-CB87-492D-EE7DCB6CD050}"/>
                </a:ext>
              </a:extLst>
            </p:cNvPr>
            <p:cNvSpPr/>
            <p:nvPr/>
          </p:nvSpPr>
          <p:spPr>
            <a:xfrm>
              <a:off x="334963" y="3549995"/>
              <a:ext cx="6804000" cy="133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2" name="正方形/長方形 291">
              <a:extLst>
                <a:ext uri="{FF2B5EF4-FFF2-40B4-BE49-F238E27FC236}">
                  <ns2:creationId id="{B419C02E-0E1B-F42E-AB29-6C164B29D0F1}"/>
                </a:ext>
              </a:extLst>
            </p:cNvPr>
            <p:cNvSpPr/>
            <p:nvPr/>
          </p:nvSpPr>
          <p:spPr>
            <a:xfrm>
              <a:off x="652391" y="3640466"/>
              <a:ext cx="612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buClr>
                  <a:srgbClr val="008D2E"/>
                </a:buClr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27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=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100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9" name="正方形/長方形 298">
              <a:extLst>
                <a:ext uri="{FF2B5EF4-FFF2-40B4-BE49-F238E27FC236}">
                  <ns2:creationId id="{05954B21-643D-0C7C-8EA3-FAB58DE380D1}"/>
                </a:ext>
              </a:extLst>
            </p:cNvPr>
            <p:cNvSpPr/>
            <p:nvPr/>
          </p:nvSpPr>
          <p:spPr>
            <a:xfrm>
              <a:off x="381906" y="3622466"/>
              <a:ext cx="216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3" name="正方形/長方形 302">
              <a:extLst>
                <a:ext uri="{FF2B5EF4-FFF2-40B4-BE49-F238E27FC236}">
                  <ns2:creationId id="{E886A2E0-914F-FA61-89EF-86BBF0A27A29}"/>
                </a:ext>
              </a:extLst>
            </p:cNvPr>
            <p:cNvSpPr/>
            <p:nvPr/>
          </p:nvSpPr>
          <p:spPr>
            <a:xfrm>
              <a:off x="385167" y="4289220"/>
              <a:ext cx="438987" cy="540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5" name="正方形/長方形 304">
              <a:extLst>
                <a:ext uri="{FF2B5EF4-FFF2-40B4-BE49-F238E27FC236}">
                  <ns2:creationId id="{977468D6-C3D3-CEBE-632C-5D53FDC93FB2}"/>
                </a:ext>
              </a:extLst>
            </p:cNvPr>
            <p:cNvSpPr/>
            <p:nvPr/>
          </p:nvSpPr>
          <p:spPr>
            <a:xfrm>
              <a:off x="841363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7" name="正方形/長方形 306">
              <a:extLst>
                <a:ext uri="{FF2B5EF4-FFF2-40B4-BE49-F238E27FC236}">
                  <ns2:creationId id="{0E6B5C20-6A5A-9072-A2D4-55FC088BCFA1}"/>
                </a:ext>
              </a:extLst>
            </p:cNvPr>
            <p:cNvSpPr/>
            <p:nvPr/>
          </p:nvSpPr>
          <p:spPr>
            <a:xfrm>
              <a:off x="2111888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9" name="正方形/長方形 308">
              <a:extLst>
                <a:ext uri="{FF2B5EF4-FFF2-40B4-BE49-F238E27FC236}">
                  <ns2:creationId id="{0A34064C-9AD3-BDB4-7FE3-CA67F508DD12}"/>
                </a:ext>
              </a:extLst>
            </p:cNvPr>
            <p:cNvSpPr/>
            <p:nvPr/>
          </p:nvSpPr>
          <p:spPr>
            <a:xfrm>
              <a:off x="5923463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1" name="正方形/長方形 310">
              <a:extLst>
                <a:ext uri="{FF2B5EF4-FFF2-40B4-BE49-F238E27FC236}">
                  <ns2:creationId id="{27E04354-600C-B7D8-5455-29498B4BEAD5}"/>
                </a:ext>
              </a:extLst>
            </p:cNvPr>
            <p:cNvSpPr/>
            <p:nvPr/>
          </p:nvSpPr>
          <p:spPr>
            <a:xfrm>
              <a:off x="3382413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3" name="正方形/長方形 312">
              <a:extLst>
                <a:ext uri="{FF2B5EF4-FFF2-40B4-BE49-F238E27FC236}">
                  <ns2:creationId id="{69CE378F-2709-A53B-DB74-8D49F40DD390}"/>
                </a:ext>
              </a:extLst>
            </p:cNvPr>
            <p:cNvSpPr/>
            <p:nvPr/>
          </p:nvSpPr>
          <p:spPr>
            <a:xfrm>
              <a:off x="4652938" y="4289220"/>
              <a:ext cx="1152000" cy="25200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6" name="正方形/長方形 315">
              <a:extLst>
                <a:ext uri="{FF2B5EF4-FFF2-40B4-BE49-F238E27FC236}">
                  <ns2:creationId id="{6C08B0C9-838D-43AE-8BD4-A9D991839663}"/>
                </a:ext>
              </a:extLst>
            </p:cNvPr>
            <p:cNvSpPr/>
            <p:nvPr/>
          </p:nvSpPr>
          <p:spPr>
            <a:xfrm>
              <a:off x="837896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8" name="正方形/長方形 317">
              <a:extLst>
                <a:ext uri="{FF2B5EF4-FFF2-40B4-BE49-F238E27FC236}">
                  <ns2:creationId id="{70B93484-285E-7BA5-0878-8723722D873B}"/>
                </a:ext>
              </a:extLst>
            </p:cNvPr>
            <p:cNvSpPr/>
            <p:nvPr/>
          </p:nvSpPr>
          <p:spPr>
            <a:xfrm>
              <a:off x="2109288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zh-TW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zh-TW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zh-TW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3F7BA59D-65E1-1D67-FFC9-BAD80FBDAE28}"/>
                </a:ext>
              </a:extLst>
            </p:cNvPr>
            <p:cNvSpPr/>
            <p:nvPr/>
          </p:nvSpPr>
          <p:spPr>
            <a:xfrm>
              <a:off x="3380680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D89BB2A8-2ED4-044E-C142-82E34889B9E6}"/>
                </a:ext>
              </a:extLst>
            </p:cNvPr>
            <p:cNvSpPr/>
            <p:nvPr/>
          </p:nvSpPr>
          <p:spPr>
            <a:xfrm>
              <a:off x="4652072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B35AE3B3-2A79-2D23-F73B-27D370F7E4F6}"/>
                </a:ext>
              </a:extLst>
            </p:cNvPr>
            <p:cNvSpPr/>
            <p:nvPr/>
          </p:nvSpPr>
          <p:spPr>
            <a:xfrm>
              <a:off x="5923463" y="4571961"/>
              <a:ext cx="1152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16" name="グループ化 15">
            <a:extLst>
              <a:ext uri="{FF2B5EF4-FFF2-40B4-BE49-F238E27FC236}">
                <ns2:creationId id="{6F222B3E-3C52-E708-02AA-CD893089F59B}"/>
              </a:ext>
            </a:extLst>
          </p:cNvPr>
          <p:cNvGrpSpPr/>
          <p:nvPr/>
        </p:nvGrpSpPr>
        <p:grpSpPr>
          <a:xfrm>
            <a:off x="7403721" y="3058681"/>
            <a:ext cx="4463029" cy="2215104"/>
            <a:chOff x="7403721" y="2943819"/>
            <a:chExt cx="4463029" cy="2215104"/>
          </a:xfrm>
        </p:grpSpPr>
        <p:sp>
          <p:nvSpPr>
            <p:cNvPr id="53" name="正方形/長方形 52">
              <a:extLst>
                <a:ext uri="{FF2B5EF4-FFF2-40B4-BE49-F238E27FC236}">
                  <ns2:creationId id="{7E97BBA1-C5D8-B2B2-CFA8-D715E314EA06}"/>
                </a:ext>
              </a:extLst>
            </p:cNvPr>
            <p:cNvSpPr/>
            <p:nvPr/>
          </p:nvSpPr>
          <p:spPr>
            <a:xfrm>
              <a:off x="7412183" y="3064611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FFFFFF"/>
                  </a:solidFill>
                </a:rPr>
                <a:t>XX</a:t>
              </a:r>
              <a:endParaRPr lang="ja-JP" altLang="en-US" sz="14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四角形: 角を丸くする 53">
              <a:extLst>
                <a:ext uri="{FF2B5EF4-FFF2-40B4-BE49-F238E27FC236}">
                  <ns2:creationId id="{22DCC03A-2B2B-5EF0-86C9-538769A3BAFC}"/>
                </a:ext>
              </a:extLst>
            </p:cNvPr>
            <p:cNvSpPr/>
            <p:nvPr/>
          </p:nvSpPr>
          <p:spPr>
            <a:xfrm>
              <a:off x="7609085" y="2943819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6F1C2410-A4E9-4BC2-75A2-83798A8CA5D7}"/>
                </a:ext>
              </a:extLst>
            </p:cNvPr>
            <p:cNvSpPr/>
            <p:nvPr/>
          </p:nvSpPr>
          <p:spPr>
            <a:xfrm>
              <a:off x="7412183" y="3394551"/>
              <a:ext cx="4444855" cy="1764372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D6EA6931-6793-346C-F783-9C61A71DFC19}"/>
                </a:ext>
              </a:extLst>
            </p:cNvPr>
            <p:cNvSpPr/>
            <p:nvPr/>
          </p:nvSpPr>
          <p:spPr>
            <a:xfrm>
              <a:off x="7446215" y="3442856"/>
              <a:ext cx="216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7E57EBF2-868E-038C-129E-935CE534C4BD}"/>
                </a:ext>
              </a:extLst>
            </p:cNvPr>
            <p:cNvSpPr/>
            <p:nvPr/>
          </p:nvSpPr>
          <p:spPr>
            <a:xfrm>
              <a:off x="9049076" y="3442856"/>
              <a:ext cx="707801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28" name="直線矢印コネクタ 227">
              <a:extLst>
                <a:ext uri="{FF2B5EF4-FFF2-40B4-BE49-F238E27FC236}">
                  <ns2:creationId id="{38316CDD-433C-CB47-0070-021F07377964}"/>
                </a:ext>
              </a:extLst>
            </p:cNvPr>
            <p:cNvCxnSpPr/>
            <p:nvPr/>
          </p:nvCxnSpPr>
          <p:spPr>
            <a:xfrm>
              <a:off x="7554246" y="3795422"/>
              <a:ext cx="4140000" cy="0"/>
            </a:xfrm>
            <a:prstGeom prst="straightConnector1">
              <a:avLst/>
            </a:prstGeom>
            <a:ln w="19050">
              <a:solidFill>
                <a:srgbClr val="008D2E">
                  <a:alpha val="40000"/>
                </a:srgbClr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正方形/長方形 229">
              <a:extLst>
                <a:ext uri="{FF2B5EF4-FFF2-40B4-BE49-F238E27FC236}">
                  <ns2:creationId id="{FBE058B4-87F9-0589-E5EA-357CB9539834}"/>
                </a:ext>
              </a:extLst>
            </p:cNvPr>
            <p:cNvSpPr/>
            <p:nvPr/>
          </p:nvSpPr>
          <p:spPr>
            <a:xfrm>
              <a:off x="7740019" y="3628925"/>
              <a:ext cx="79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369164BD-92E6-92B8-9DC6-674A8EFDA178}"/>
                </a:ext>
              </a:extLst>
            </p:cNvPr>
            <p:cNvSpPr/>
            <p:nvPr/>
          </p:nvSpPr>
          <p:spPr>
            <a:xfrm>
              <a:off x="9119428" y="3628925"/>
              <a:ext cx="707801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5A478C0D-D475-3C9C-8A78-63AEA55DB0AF}"/>
                </a:ext>
              </a:extLst>
            </p:cNvPr>
            <p:cNvSpPr/>
            <p:nvPr/>
          </p:nvSpPr>
          <p:spPr>
            <a:xfrm>
              <a:off x="10414637" y="3628925"/>
              <a:ext cx="707801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9836E36D-7A92-85C0-AC95-FEF1F0861166}"/>
                </a:ext>
              </a:extLst>
            </p:cNvPr>
            <p:cNvSpPr/>
            <p:nvPr/>
          </p:nvSpPr>
          <p:spPr>
            <a:xfrm>
              <a:off x="7730148" y="3949332"/>
              <a:ext cx="864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buClr>
                  <a:srgbClr val="008D2E"/>
                </a:buClr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15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78B877D-463B-687A-A35E-98FA093B9C88}"/>
                </a:ext>
              </a:extLst>
            </p:cNvPr>
            <p:cNvSpPr/>
            <p:nvPr/>
          </p:nvSpPr>
          <p:spPr>
            <a:xfrm>
              <a:off x="8029903" y="3799127"/>
              <a:ext cx="216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8B3D080E-CA73-E4AA-C6FD-B34ADB1186FB}"/>
                </a:ext>
              </a:extLst>
            </p:cNvPr>
            <p:cNvSpPr/>
            <p:nvPr/>
          </p:nvSpPr>
          <p:spPr>
            <a:xfrm>
              <a:off x="8960388" y="3841332"/>
              <a:ext cx="1044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  <a:buClr>
                  <a:srgbClr val="008D2E"/>
                </a:buClr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B2893802-C1BC-BD8E-D48D-9563EE2E239D}"/>
                </a:ext>
              </a:extLst>
            </p:cNvPr>
            <p:cNvSpPr/>
            <p:nvPr/>
          </p:nvSpPr>
          <p:spPr>
            <a:xfrm>
              <a:off x="10102839" y="3841332"/>
              <a:ext cx="1465769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900"/>
                </a:lnSpc>
                <a:buClr>
                  <a:srgbClr val="008D2E"/>
                </a:buClr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971D995C-70F3-2AE6-0836-2A7B58F662F9}"/>
                </a:ext>
              </a:extLst>
            </p:cNvPr>
            <p:cNvSpPr/>
            <p:nvPr/>
          </p:nvSpPr>
          <p:spPr>
            <a:xfrm>
              <a:off x="7403721" y="4250290"/>
              <a:ext cx="4446000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8900" indent="-88900"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F2F3691C-9E31-D602-E153-608F963DB050}"/>
                </a:ext>
              </a:extLst>
            </p:cNvPr>
            <p:cNvSpPr/>
            <p:nvPr/>
          </p:nvSpPr>
          <p:spPr>
            <a:xfrm>
              <a:off x="7488251" y="4720140"/>
              <a:ext cx="438987" cy="39415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D56ACD56-CF5C-F0BC-8215-8DFF1F35D37E}"/>
                </a:ext>
              </a:extLst>
            </p:cNvPr>
            <p:cNvSpPr/>
            <p:nvPr/>
          </p:nvSpPr>
          <p:spPr>
            <a:xfrm>
              <a:off x="7929142" y="4701215"/>
              <a:ext cx="3937608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de-DE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44" name="楕円 343">
              <a:extLst>
                <a:ext uri="{FF2B5EF4-FFF2-40B4-BE49-F238E27FC236}">
                  <ns2:creationId id="{6C221802-FADE-E73C-6D7A-4FE23DBFB2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98873" y="3749955"/>
              <a:ext cx="90000" cy="90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6" name="楕円 345">
              <a:extLst>
                <a:ext uri="{FF2B5EF4-FFF2-40B4-BE49-F238E27FC236}">
                  <ns2:creationId id="{361009B2-9EDC-5DDE-2B2F-5BB5C408B1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411205" y="3749955"/>
              <a:ext cx="90000" cy="90000"/>
            </a:xfrm>
            <a:prstGeom prst="ellipse">
              <a:avLst/>
            </a:prstGeom>
            <a:solidFill>
              <a:srgbClr val="000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8" name="楕円 347">
              <a:extLst>
                <a:ext uri="{FF2B5EF4-FFF2-40B4-BE49-F238E27FC236}">
                  <ns2:creationId id="{00B43B09-DE33-8FD9-FEDD-242B2B344C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23537" y="3749955"/>
              <a:ext cx="90000" cy="90000"/>
            </a:xfrm>
            <a:prstGeom prst="ellipse">
              <a:avLst/>
            </a:prstGeom>
            <a:solidFill>
              <a:srgbClr val="000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8" name="グループ化 27">
            <a:extLst>
              <a:ext uri="{FF2B5EF4-FFF2-40B4-BE49-F238E27FC236}">
                <ns2:creationId id="{DDFEFEBB-8005-0729-918E-6E94E04D57D2}"/>
              </a:ext>
            </a:extLst>
          </p:cNvPr>
          <p:cNvGrpSpPr/>
          <p:nvPr/>
        </p:nvGrpSpPr>
        <p:grpSpPr>
          <a:xfrm>
            <a:off x="7412183" y="5339901"/>
            <a:ext cx="4444855" cy="968824"/>
            <a:chOff x="7412183" y="5339901"/>
            <a:chExt cx="4444855" cy="968824"/>
          </a:xfrm>
        </p:grpSpPr>
        <p:sp>
          <p:nvSpPr>
            <p:cNvPr id="104" name="正方形/長方形 103">
              <a:extLst>
                <a:ext uri="{FF2B5EF4-FFF2-40B4-BE49-F238E27FC236}">
                  <ns2:creationId id="{210116A5-3F71-7CEC-121C-EC0C73F49011}"/>
                </a:ext>
              </a:extLst>
            </p:cNvPr>
            <p:cNvSpPr/>
            <p:nvPr/>
          </p:nvSpPr>
          <p:spPr>
            <a:xfrm>
              <a:off x="7412183" y="5460693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FFFFFF"/>
                  </a:solidFill>
                </a:rPr>
                <a:t>XX</a:t>
              </a:r>
              <a:endParaRPr lang="ja-JP" altLang="en-US" sz="14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5" name="四角形: 角を丸くする 104">
              <a:extLst>
                <a:ext uri="{FF2B5EF4-FFF2-40B4-BE49-F238E27FC236}">
                  <ns2:creationId id="{B78723D0-32F5-15C3-0D6A-786C7EE1A6E2}"/>
                </a:ext>
              </a:extLst>
            </p:cNvPr>
            <p:cNvSpPr/>
            <p:nvPr/>
          </p:nvSpPr>
          <p:spPr>
            <a:xfrm>
              <a:off x="7617546" y="5339901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B51D1119-C36C-76F4-A14D-9D1ECB581BB0}"/>
                </a:ext>
              </a:extLst>
            </p:cNvPr>
            <p:cNvSpPr/>
            <p:nvPr/>
          </p:nvSpPr>
          <p:spPr>
            <a:xfrm>
              <a:off x="7412183" y="5768725"/>
              <a:ext cx="4444855" cy="540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2A0B54BE-64AF-DA20-2129-D303A3E023E5}"/>
                </a:ext>
              </a:extLst>
            </p:cNvPr>
            <p:cNvSpPr/>
            <p:nvPr/>
          </p:nvSpPr>
          <p:spPr>
            <a:xfrm>
              <a:off x="10436510" y="5930493"/>
              <a:ext cx="1412066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350" name="直線矢印コネクタ 349">
              <a:extLst>
                <a:ext uri="{FF2B5EF4-FFF2-40B4-BE49-F238E27FC236}">
                  <ns2:creationId id="{36D96280-2567-CF71-25F7-4F56931539F1}"/>
                </a:ext>
              </a:extLst>
            </p:cNvPr>
            <p:cNvCxnSpPr>
              <a:cxnSpLocks/>
            </p:cNvCxnSpPr>
            <p:nvPr/>
          </p:nvCxnSpPr>
          <p:spPr>
            <a:xfrm>
              <a:off x="7488251" y="6084672"/>
              <a:ext cx="2808000" cy="0"/>
            </a:xfrm>
            <a:prstGeom prst="straightConnector1">
              <a:avLst/>
            </a:prstGeom>
            <a:ln w="15875">
              <a:solidFill>
                <a:srgbClr val="008D2E"/>
              </a:solidFill>
              <a:headEnd type="oval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直線矢印コネクタ 350">
              <a:extLst>
                <a:ext uri="{FF2B5EF4-FFF2-40B4-BE49-F238E27FC236}">
                  <ns2:creationId id="{9C2A7976-CE29-4ADD-6C40-AD1488780BC6}"/>
                </a:ext>
              </a:extLst>
            </p:cNvPr>
            <p:cNvCxnSpPr>
              <a:cxnSpLocks/>
            </p:cNvCxnSpPr>
            <p:nvPr/>
          </p:nvCxnSpPr>
          <p:spPr>
            <a:xfrm>
              <a:off x="7488251" y="6210536"/>
              <a:ext cx="972000" cy="0"/>
            </a:xfrm>
            <a:prstGeom prst="straightConnector1">
              <a:avLst/>
            </a:prstGeom>
            <a:ln w="15875">
              <a:solidFill>
                <a:srgbClr val="008D2E"/>
              </a:solidFill>
              <a:headEnd type="oval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2" name="円弧 351">
              <a:extLst>
                <a:ext uri="{FF2B5EF4-FFF2-40B4-BE49-F238E27FC236}">
                  <ns2:creationId id="{04662C53-03A3-093B-5A47-B97C3AD0114F}"/>
                </a:ext>
              </a:extLst>
            </p:cNvPr>
            <p:cNvSpPr/>
            <p:nvPr/>
          </p:nvSpPr>
          <p:spPr>
            <a:xfrm>
              <a:off x="7577169" y="5888659"/>
              <a:ext cx="2448000" cy="390326"/>
            </a:xfrm>
            <a:prstGeom prst="arc">
              <a:avLst>
                <a:gd name="adj1" fmla="val 10827413"/>
                <a:gd name="adj2" fmla="val 1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4" name="正方形/長方形 353">
              <a:extLst>
                <a:ext uri="{FF2B5EF4-FFF2-40B4-BE49-F238E27FC236}">
                  <ns2:creationId id="{F7A3AEBF-F903-8518-F55D-1CE1B5CB6ADF}"/>
                </a:ext>
              </a:extLst>
            </p:cNvPr>
            <p:cNvSpPr/>
            <p:nvPr/>
          </p:nvSpPr>
          <p:spPr>
            <a:xfrm>
              <a:off x="8673786" y="5803326"/>
              <a:ext cx="288000" cy="144000"/>
            </a:xfrm>
            <a:prstGeom prst="rect">
              <a:avLst/>
            </a:prstGeom>
            <a:solidFill>
              <a:srgbClr val="FFFFF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6" name="正方形/長方形 355">
              <a:extLst>
                <a:ext uri="{FF2B5EF4-FFF2-40B4-BE49-F238E27FC236}">
                  <ns2:creationId id="{6360C79A-2B20-56AB-5CF7-3D29F81FB005}"/>
                </a:ext>
              </a:extLst>
            </p:cNvPr>
            <p:cNvSpPr/>
            <p:nvPr/>
          </p:nvSpPr>
          <p:spPr>
            <a:xfrm>
              <a:off x="9818237" y="5850809"/>
              <a:ext cx="540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buClr>
                  <a:srgbClr val="008D2E"/>
                </a:buClr>
              </a:pP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cxnSp>
        <p:nvCxnSpPr>
          <p:cNvPr id="362" name="コネクタ: カギ線 361">
            <a:extLst>
              <a:ext uri="{FF2B5EF4-FFF2-40B4-BE49-F238E27FC236}">
                <ns2:creationId id="{9DA59C0B-08D9-D24F-36CB-F1939AEABCF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33093" y="1887366"/>
            <a:ext cx="504000" cy="2556000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コネクタ: カギ線 367">
            <a:extLst>
              <a:ext uri="{FF2B5EF4-FFF2-40B4-BE49-F238E27FC236}">
                <ns2:creationId id="{23622A71-6C0A-BBEC-A78B-4E698D72B6FC}"/>
              </a:ext>
            </a:extLst>
          </p:cNvPr>
          <p:cNvCxnSpPr>
            <a:cxnSpLocks/>
            <a:stCxn id="244" idx="1"/>
            <a:endCxn id="382" idx="3"/>
          </p:cNvCxnSpPr>
          <p:nvPr/>
        </p:nvCxnSpPr>
        <p:spPr>
          <a:xfrm rot="10800000">
            <a:off x="6099417" y="1898806"/>
            <a:ext cx="1304304" cy="2682347"/>
          </a:xfrm>
          <a:prstGeom prst="bentConnector3">
            <a:avLst>
              <a:gd name="adj1" fmla="val 11626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5" name="タイトル 1">
            <a:extLst>
              <a:ext uri="{FF2B5EF4-FFF2-40B4-BE49-F238E27FC236}">
                <ns2:creationId id="{64A6F683-FFEC-73EC-2521-E6A0FC11F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Autofit/>
          </a:bodyPr>
          <a:lstStyle/>
          <a:p>
            <a:r>
              <a:rPr lang="ja-JP" altLang="en-US"/>
              <a:t>XX</a:t>
            </a:r>
            <a:r>
              <a:rPr lang="en-US" altLang="ja-JP"/>
              <a:t>3</a:t>
            </a:r>
            <a:br>
              <a:rPr lang="en-US" altLang="ja-JP"/>
            </a:br>
            <a:r>
              <a:rPr lang="ja-JP" altLang="en-US"/>
              <a:t>XX</a:t>
            </a:r>
            <a:endParaRPr kumimoji="1" lang="en-US"/>
          </a:p>
        </p:txBody>
      </p:sp>
      <p:sp>
        <p:nvSpPr>
          <p:cNvPr id="72" name="正方形/長方形 71">
            <a:extLst>
              <a:ext uri="{FF2B5EF4-FFF2-40B4-BE49-F238E27FC236}">
                <ns2:creationId id="{DC69F9E0-BCA1-5962-4D54-5260539FA00A}"/>
              </a:ext>
            </a:extLst>
          </p:cNvPr>
          <p:cNvSpPr/>
          <p:nvPr/>
        </p:nvSpPr>
        <p:spPr>
          <a:xfrm>
            <a:off x="7412183" y="1760855"/>
            <a:ext cx="4444855" cy="324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9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400">
                <a:solidFill>
                  <a:srgbClr val="FFFFFF"/>
                </a:solidFill>
              </a:rPr>
              <a:t>XX</a:t>
            </a:r>
            <a:r>
              <a:rPr lang="en-US" altLang="ja-JP" sz="1000">
                <a:solidFill>
                  <a:srgbClr val="FFFFFF"/>
                </a:solidFill>
              </a:rPr>
              <a:t>XX</a:t>
            </a:r>
            <a:r>
              <a:rPr lang="ja-JP" altLang="en-US" sz="1000">
                <a:solidFill>
                  <a:srgbClr val="FFFFFF"/>
                </a:solidFill>
              </a:rPr>
              <a:t>XX</a:t>
            </a:r>
            <a:r>
              <a:rPr lang="en-US" altLang="ja-JP" sz="1000">
                <a:solidFill>
                  <a:srgbClr val="FFFFFF"/>
                </a:solidFill>
              </a:rPr>
              <a:t>)</a:t>
            </a:r>
            <a:endParaRPr lang="ja-JP" altLang="en-US" sz="100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四角形: 角を丸くする 72">
            <a:extLst>
              <a:ext uri="{FF2B5EF4-FFF2-40B4-BE49-F238E27FC236}">
                <ns2:creationId id="{D0EE9D39-334B-B324-AE20-F6217EFD2782}"/>
              </a:ext>
            </a:extLst>
          </p:cNvPr>
          <p:cNvSpPr/>
          <p:nvPr/>
        </p:nvSpPr>
        <p:spPr>
          <a:xfrm>
            <a:off x="7577169" y="1628775"/>
            <a:ext cx="1260000" cy="216000"/>
          </a:xfrm>
          <a:prstGeom prst="roundRect">
            <a:avLst>
              <a:gd name="adj" fmla="val 100000"/>
            </a:avLst>
          </a:prstGeom>
          <a:solidFill>
            <a:schemeClr val="bg1"/>
          </a:solidFill>
          <a:ln w="9525">
            <a:solidFill>
              <a:srgbClr val="B2DD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120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4" name="正方形/長方形 73">
            <a:extLst>
              <a:ext uri="{FF2B5EF4-FFF2-40B4-BE49-F238E27FC236}">
                <ns2:creationId id="{2A813CFB-4F29-6BAF-4D09-1D921751AA1F}"/>
              </a:ext>
            </a:extLst>
          </p:cNvPr>
          <p:cNvSpPr/>
          <p:nvPr/>
        </p:nvSpPr>
        <p:spPr>
          <a:xfrm>
            <a:off x="7412183" y="2090795"/>
            <a:ext cx="4444855" cy="887096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US" sz="140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0" name="正方形/長方形 249">
            <a:extLst>
              <a:ext uri="{FF2B5EF4-FFF2-40B4-BE49-F238E27FC236}">
                <ns2:creationId id="{EEF2F9E2-EEE0-904E-58B1-8A44A716B441}"/>
              </a:ext>
            </a:extLst>
          </p:cNvPr>
          <p:cNvSpPr/>
          <p:nvPr/>
        </p:nvSpPr>
        <p:spPr>
          <a:xfrm>
            <a:off x="7446215" y="2118451"/>
            <a:ext cx="216000" cy="216000"/>
          </a:xfrm>
          <a:prstGeom prst="rect">
            <a:avLst/>
          </a:prstGeom>
          <a:solidFill>
            <a:srgbClr val="008D2E">
              <a:alpha val="5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例</a:t>
            </a:r>
            <a:endParaRPr kumimoji="1" lang="en-US" sz="90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2" name="正方形/長方形 251">
            <a:extLst>
              <a:ext uri="{FF2B5EF4-FFF2-40B4-BE49-F238E27FC236}">
                <ns2:creationId id="{30F4E250-40F6-9F0A-9D8B-04C37B5F3716}"/>
              </a:ext>
            </a:extLst>
          </p:cNvPr>
          <p:cNvSpPr/>
          <p:nvPr/>
        </p:nvSpPr>
        <p:spPr>
          <a:xfrm>
            <a:off x="7767858" y="2142473"/>
            <a:ext cx="4048802" cy="14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buClr>
                <a:srgbClr val="008D2E"/>
              </a:buClr>
            </a:pP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70" name="正方形/長方形 269">
            <a:extLst>
              <a:ext uri="{FF2B5EF4-FFF2-40B4-BE49-F238E27FC236}">
                <ns2:creationId id="{5A677A32-8051-21C3-638C-EA3A90ACB937}"/>
              </a:ext>
            </a:extLst>
          </p:cNvPr>
          <p:cNvSpPr/>
          <p:nvPr/>
        </p:nvSpPr>
        <p:spPr>
          <a:xfrm>
            <a:off x="9048327" y="2325757"/>
            <a:ext cx="2745271" cy="563493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0488" indent="-90488">
              <a:buClr>
                <a:srgbClr val="008D2E"/>
              </a:buClr>
              <a:buFont typeface="Meiryo UI" panose="020B0604030504040204" pitchFamily="50" charset="-128"/>
              <a:buChar char="▶"/>
            </a:pP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de-DE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8" name="グループ化 47">
            <a:extLst>
              <a:ext uri="{FF2B5EF4-FFF2-40B4-BE49-F238E27FC236}">
                <ns2:creationId id="{42C12010-3517-2F13-541E-FFCFAC0A8896}"/>
              </a:ext>
            </a:extLst>
          </p:cNvPr>
          <p:cNvGrpSpPr/>
          <p:nvPr/>
        </p:nvGrpSpPr>
        <p:grpSpPr>
          <a:xfrm>
            <a:off x="7551444" y="2348880"/>
            <a:ext cx="1607655" cy="573664"/>
            <a:chOff x="7551444" y="2404227"/>
            <a:chExt cx="1607655" cy="573664"/>
          </a:xfrm>
        </p:grpSpPr>
        <p:grpSp>
          <p:nvGrpSpPr>
            <p:cNvPr id="18" name="グループ化 17">
              <a:extLst>
                <a:ext uri="{FF2B5EF4-FFF2-40B4-BE49-F238E27FC236}">
                  <ns2:creationId id="{A1438998-A5AB-A174-D9AA-666B672A1DDE}"/>
                </a:ext>
              </a:extLst>
            </p:cNvPr>
            <p:cNvGrpSpPr/>
            <p:nvPr/>
          </p:nvGrpSpPr>
          <p:grpSpPr>
            <a:xfrm>
              <a:off x="7551444" y="2622642"/>
              <a:ext cx="1607655" cy="355249"/>
              <a:chOff x="7266434" y="2560285"/>
              <a:chExt cx="1607655" cy="355249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95658D31-B386-3671-5751-66FE217245DA}"/>
                  </a:ext>
                </a:extLst>
              </p:cNvPr>
              <p:cNvSpPr/>
              <p:nvPr/>
            </p:nvSpPr>
            <p:spPr>
              <a:xfrm>
                <a:off x="7912474" y="2560285"/>
                <a:ext cx="270650" cy="18194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9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" name="Oval 7">
                <a:extLst>
                  <a:ext uri="{FF2B5EF4-FFF2-40B4-BE49-F238E27FC236}">
                    <ns2:creationId id="{AA7E2E00-BF8B-B89A-6568-6D18F34CB306}"/>
                  </a:ext>
                </a:extLst>
              </p:cNvPr>
              <p:cNvSpPr/>
              <p:nvPr/>
            </p:nvSpPr>
            <p:spPr>
              <a:xfrm flipH="1">
                <a:off x="8125538" y="2624943"/>
                <a:ext cx="281651" cy="281651"/>
              </a:xfrm>
              <a:prstGeom prst="ellipse">
                <a:avLst/>
              </a:prstGeom>
              <a:solidFill>
                <a:srgbClr val="008D2E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en-US" altLang="ko-KR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28C168EC-591D-05AA-9917-DBA0DBAB64A8}"/>
                  </a:ext>
                </a:extLst>
              </p:cNvPr>
              <p:cNvSpPr/>
              <p:nvPr/>
            </p:nvSpPr>
            <p:spPr>
              <a:xfrm>
                <a:off x="8033619" y="2668548"/>
                <a:ext cx="840470" cy="16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zh-TW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Oval 8">
                <a:extLst>
                  <a:ext uri="{FF2B5EF4-FFF2-40B4-BE49-F238E27FC236}">
                    <ns2:creationId id="{C27E6D73-50CB-4150-50CC-DE508DEC91FE}"/>
                  </a:ext>
                </a:extLst>
              </p:cNvPr>
              <p:cNvSpPr/>
              <p:nvPr/>
            </p:nvSpPr>
            <p:spPr>
              <a:xfrm flipH="1">
                <a:off x="7681797" y="2633883"/>
                <a:ext cx="281651" cy="281651"/>
              </a:xfrm>
              <a:prstGeom prst="ellipse">
                <a:avLst/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en-US" altLang="ko-KR" sz="1400">
                  <a:solidFill>
                    <a:srgbClr val="008D2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4CCA8DC8-70A0-B906-05B1-7E4B6EC759DC}"/>
                  </a:ext>
                </a:extLst>
              </p:cNvPr>
              <p:cNvSpPr/>
              <p:nvPr/>
            </p:nvSpPr>
            <p:spPr>
              <a:xfrm>
                <a:off x="7266434" y="2679569"/>
                <a:ext cx="769308" cy="16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9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0" name="グループ化 19">
              <a:extLst>
                <a:ext uri="{FF2B5EF4-FFF2-40B4-BE49-F238E27FC236}">
                  <ns2:creationId id="{45E516AC-B811-FDD1-AA51-838477D8D486}"/>
                </a:ext>
              </a:extLst>
            </p:cNvPr>
            <p:cNvGrpSpPr/>
            <p:nvPr/>
          </p:nvGrpSpPr>
          <p:grpSpPr>
            <a:xfrm>
              <a:off x="7650031" y="2404227"/>
              <a:ext cx="1387393" cy="281651"/>
              <a:chOff x="7375097" y="2323011"/>
              <a:chExt cx="1387393" cy="281651"/>
            </a:xfrm>
          </p:grpSpPr>
          <p:sp>
            <p:nvSpPr>
              <p:cNvPr id="21" name="Oval 5">
                <a:extLst>
                  <a:ext uri="{FF2B5EF4-FFF2-40B4-BE49-F238E27FC236}">
                    <ns2:creationId id="{BC7F3985-8C10-D947-DD41-9DF94E903D82}"/>
                  </a:ext>
                </a:extLst>
              </p:cNvPr>
              <p:cNvSpPr/>
              <p:nvPr/>
            </p:nvSpPr>
            <p:spPr>
              <a:xfrm flipH="1">
                <a:off x="7927968" y="2323011"/>
                <a:ext cx="281651" cy="281651"/>
              </a:xfrm>
              <a:prstGeom prst="ellipse">
                <a:avLst/>
              </a:prstGeom>
              <a:solidFill>
                <a:srgbClr val="008D2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en-US" altLang="ko-KR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ns2:creationId id="{B1613E7F-7D96-A4FB-E398-1B7E31FDFF27}"/>
                  </a:ext>
                </a:extLst>
              </p:cNvPr>
              <p:cNvSpPr txBox="1"/>
              <p:nvPr/>
            </p:nvSpPr>
            <p:spPr>
              <a:xfrm>
                <a:off x="7375097" y="2349848"/>
                <a:ext cx="138739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zh-TW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zh-TW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zh-TW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zh-TW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8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45" name="グループ化 44">
            <a:extLst>
              <a:ext uri="{FF2B5EF4-FFF2-40B4-BE49-F238E27FC236}">
                <ns2:creationId id="{98390B86-FCD6-6BFB-7A7F-4065FD574589}"/>
              </a:ext>
            </a:extLst>
          </p:cNvPr>
          <p:cNvGrpSpPr/>
          <p:nvPr/>
        </p:nvGrpSpPr>
        <p:grpSpPr>
          <a:xfrm>
            <a:off x="334962" y="1628775"/>
            <a:ext cx="4564087" cy="1350732"/>
            <a:chOff x="334962" y="1628775"/>
            <a:chExt cx="4564087" cy="1350732"/>
          </a:xfrm>
        </p:grpSpPr>
        <p:sp>
          <p:nvSpPr>
            <p:cNvPr id="15" name="正方形/長方形 14">
              <a:extLst>
                <a:ext uri="{FF2B5EF4-FFF2-40B4-BE49-F238E27FC236}">
                  <ns2:creationId id="{46D6731D-CFC8-A14A-F258-201912B040BA}"/>
                </a:ext>
              </a:extLst>
            </p:cNvPr>
            <p:cNvSpPr/>
            <p:nvPr/>
          </p:nvSpPr>
          <p:spPr>
            <a:xfrm>
              <a:off x="334963" y="2019833"/>
              <a:ext cx="4564086" cy="95967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37464E86-32E3-7637-B63E-51C41A3BFB08}"/>
                </a:ext>
              </a:extLst>
            </p:cNvPr>
            <p:cNvSpPr/>
            <p:nvPr/>
          </p:nvSpPr>
          <p:spPr>
            <a:xfrm>
              <a:off x="381906" y="2126562"/>
              <a:ext cx="216000" cy="216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例</a:t>
              </a:r>
              <a:endParaRPr kumimoji="1" 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0625E9FD-158A-CCDE-D6A5-55555F26A1D6}"/>
                </a:ext>
              </a:extLst>
            </p:cNvPr>
            <p:cNvSpPr/>
            <p:nvPr/>
          </p:nvSpPr>
          <p:spPr>
            <a:xfrm>
              <a:off x="403223" y="2640392"/>
              <a:ext cx="438987" cy="288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9F84D5A4-7C73-603E-3ECD-7FD1F05947B7}"/>
                </a:ext>
              </a:extLst>
            </p:cNvPr>
            <p:cNvSpPr/>
            <p:nvPr/>
          </p:nvSpPr>
          <p:spPr>
            <a:xfrm>
              <a:off x="910469" y="2640392"/>
              <a:ext cx="3816493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16C3DDBB-A5B9-F204-E8E9-B57356D77DBE}"/>
                </a:ext>
              </a:extLst>
            </p:cNvPr>
            <p:cNvSpPr/>
            <p:nvPr/>
          </p:nvSpPr>
          <p:spPr>
            <a:xfrm>
              <a:off x="652290" y="2123255"/>
              <a:ext cx="1548490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900">
                  <a:solidFill>
                    <a:schemeClr val="tx1"/>
                  </a:solidFill>
                </a:rPr>
                <a:t>XX</a:t>
              </a:r>
              <a:r>
                <a:rPr lang="en-US" altLang="ja-JP" sz="700">
                  <a:solidFill>
                    <a:schemeClr val="tx1"/>
                  </a:solidFill>
                </a:rPr>
                <a:t>XX</a:t>
              </a: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endParaRPr lang="en-US" altLang="ja-JP" sz="700">
                <a:solidFill>
                  <a:schemeClr val="tx1"/>
                </a:solidFill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04DA5249-548B-F3B3-E36A-E8EA374AA7F1}"/>
                </a:ext>
              </a:extLst>
            </p:cNvPr>
            <p:cNvSpPr/>
            <p:nvPr/>
          </p:nvSpPr>
          <p:spPr>
            <a:xfrm>
              <a:off x="658934" y="2375120"/>
              <a:ext cx="254187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kumimoji="1" lang="ja-JP" altLang="en-US" sz="8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1BA9FF87-D5AC-3B30-69C7-127A7897A764}"/>
                </a:ext>
              </a:extLst>
            </p:cNvPr>
            <p:cNvSpPr/>
            <p:nvPr/>
          </p:nvSpPr>
          <p:spPr>
            <a:xfrm>
              <a:off x="959494" y="2390035"/>
              <a:ext cx="1114265" cy="10286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108000" numCol="2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08000" indent="-9720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26" name="グラフィックス 325" descr="お金 単色塗りつぶし">
              <a:extLst>
                <a:ext uri="{FF2B5EF4-FFF2-40B4-BE49-F238E27FC236}">
                  <ns2:creationId id="{A54C1B45-68AD-E652-D48C-F05A11F5AE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698664" y="2214357"/>
              <a:ext cx="180000" cy="180000"/>
            </a:xfrm>
            <a:prstGeom prst="rect">
              <a:avLst/>
            </a:prstGeom>
          </p:spPr>
        </p:pic>
        <p:sp>
          <p:nvSpPr>
            <p:cNvPr id="143" name="正方形/長方形 142">
              <a:extLst>
                <a:ext uri="{FF2B5EF4-FFF2-40B4-BE49-F238E27FC236}">
                  <ns2:creationId id="{9AA9B825-9AC5-65C7-D930-8DDB1CCB85CC}"/>
                </a:ext>
              </a:extLst>
            </p:cNvPr>
            <p:cNvSpPr/>
            <p:nvPr/>
          </p:nvSpPr>
          <p:spPr>
            <a:xfrm>
              <a:off x="2418097" y="2123255"/>
              <a:ext cx="1156374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D2E"/>
                </a:buClr>
              </a:pPr>
              <a:r>
                <a:rPr lang="ja-JP" altLang="en-US" sz="850">
                  <a:solidFill>
                    <a:schemeClr val="tx1"/>
                  </a:solidFill>
                </a:rPr>
                <a:t>XX</a:t>
              </a:r>
              <a:br>
                <a:rPr lang="de-DE" altLang="ja-JP" sz="850">
                  <a:solidFill>
                    <a:schemeClr val="tx1"/>
                  </a:solidFill>
                </a:rPr>
              </a:br>
              <a:r>
                <a:rPr lang="en-US" altLang="ja-JP" sz="700">
                  <a:solidFill>
                    <a:schemeClr val="tx1"/>
                  </a:solidFill>
                </a:rPr>
                <a:t>XX</a:t>
              </a: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br>
                <a:rPr lang="en-US" altLang="ja-JP" sz="700">
                  <a:solidFill>
                    <a:schemeClr val="tx1"/>
                  </a:solidFill>
                </a:rPr>
              </a:b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r>
                <a:rPr lang="en-US" altLang="ja-JP" sz="700">
                  <a:solidFill>
                    <a:schemeClr val="tx1"/>
                  </a:solidFill>
                </a:rPr>
                <a:t>)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328" name="グラフィックス 327" descr="持続可能性 単色塗りつぶし">
              <a:extLst>
                <a:ext uri="{FF2B5EF4-FFF2-40B4-BE49-F238E27FC236}">
                  <ns2:creationId id="{F7611248-8DCC-3AEB-FAC1-B60C9B102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rcRect/>
            <a:stretch/>
          </p:blipFill>
          <p:spPr>
            <a:xfrm>
              <a:off x="2481403" y="2246907"/>
              <a:ext cx="180000" cy="180000"/>
            </a:xfrm>
            <a:prstGeom prst="rect">
              <a:avLst/>
            </a:prstGeom>
          </p:spPr>
        </p:pic>
        <p:sp>
          <p:nvSpPr>
            <p:cNvPr id="147" name="正方形/長方形 146">
              <a:extLst>
                <a:ext uri="{FF2B5EF4-FFF2-40B4-BE49-F238E27FC236}">
                  <ns2:creationId id="{1BF0CF35-2B9D-A80C-2D3B-0F96B6672C09}"/>
                </a:ext>
              </a:extLst>
            </p:cNvPr>
            <p:cNvSpPr/>
            <p:nvPr/>
          </p:nvSpPr>
          <p:spPr>
            <a:xfrm>
              <a:off x="3636946" y="2123255"/>
              <a:ext cx="1156374" cy="468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288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</a:rPr>
                <a:t>XX</a:t>
              </a:r>
              <a:br>
                <a:rPr lang="de-DE" altLang="ja-JP" sz="900">
                  <a:solidFill>
                    <a:schemeClr val="tx1"/>
                  </a:solidFill>
                </a:rPr>
              </a:br>
              <a:r>
                <a:rPr lang="en-US" altLang="ja-JP" sz="700">
                  <a:solidFill>
                    <a:schemeClr val="tx1"/>
                  </a:solidFill>
                </a:rPr>
                <a:t>(</a:t>
              </a: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br>
                <a:rPr lang="de-DE" altLang="ja-JP" sz="700">
                  <a:solidFill>
                    <a:schemeClr val="tx1"/>
                  </a:solidFill>
                </a:rPr>
              </a:br>
              <a:r>
                <a:rPr lang="ja-JP" altLang="en-US" sz="700">
                  <a:solidFill>
                    <a:schemeClr val="tx1"/>
                  </a:solidFill>
                </a:rPr>
                <a:t>XX</a:t>
              </a:r>
              <a:r>
                <a:rPr lang="en-US" altLang="ja-JP" sz="700">
                  <a:solidFill>
                    <a:schemeClr val="tx1"/>
                  </a:solidFill>
                </a:rPr>
                <a:t>)</a:t>
              </a:r>
              <a:endParaRPr lang="ja-JP" altLang="en-US" sz="900">
                <a:solidFill>
                  <a:schemeClr val="tx1"/>
                </a:solidFill>
              </a:endParaRPr>
            </a:p>
          </p:txBody>
        </p:sp>
        <p:pic>
          <p:nvPicPr>
            <p:cNvPr id="330" name="グラフィックス 329" descr="棒グラフ (下降) 単色塗りつぶし">
              <a:extLst>
                <a:ext uri="{FF2B5EF4-FFF2-40B4-BE49-F238E27FC236}">
                  <ns2:creationId id="{F6B1F05C-15D0-7002-57A0-06DB5F637A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rcRect/>
            <a:stretch/>
          </p:blipFill>
          <p:spPr>
            <a:xfrm>
              <a:off x="3700252" y="2246907"/>
              <a:ext cx="180000" cy="180000"/>
            </a:xfrm>
            <a:prstGeom prst="rect">
              <a:avLst/>
            </a:prstGeom>
          </p:spPr>
        </p:pic>
        <p:sp>
          <p:nvSpPr>
            <p:cNvPr id="334" name="加算記号 333">
              <a:extLst>
                <a:ext uri="{FF2B5EF4-FFF2-40B4-BE49-F238E27FC236}">
                  <ns2:creationId id="{BEF9D711-A968-4B33-DEC2-966B2D7ABF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88079" y="2264234"/>
              <a:ext cx="207521" cy="207521"/>
            </a:xfrm>
            <a:prstGeom prst="mathPlus">
              <a:avLst>
                <a:gd name="adj1" fmla="val 13440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D8C21F3C-017A-612E-5C84-77534AB71161}"/>
                </a:ext>
              </a:extLst>
            </p:cNvPr>
            <p:cNvSpPr/>
            <p:nvPr/>
          </p:nvSpPr>
          <p:spPr>
            <a:xfrm>
              <a:off x="334962" y="1743602"/>
              <a:ext cx="456408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FFFFFF"/>
                  </a:solidFill>
                </a:rPr>
                <a:t>XX</a:t>
              </a:r>
              <a:endParaRPr lang="ja-JP" altLang="en-US" sz="14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05D2C245-CE7A-245B-A6BF-0469BE8270D9}"/>
                </a:ext>
              </a:extLst>
            </p:cNvPr>
            <p:cNvSpPr/>
            <p:nvPr/>
          </p:nvSpPr>
          <p:spPr>
            <a:xfrm>
              <a:off x="540327" y="1628775"/>
              <a:ext cx="126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500635392"/>
      </p:ext>
    </p:extLst>
  </p:cSld>
  <p:clrMapOvr>
    <a:masterClrMapping/>
  </p:clrMapOvr>
</p:sld>
</file>

<file path=ppt/slides/slide310.xml><?xml version="1.0" encoding="utf-8"?>
<p:sld xmlns:a="http://schemas.openxmlformats.org/drawingml/2006/main" xmlns:ns2="http://schemas.microsoft.com/office/drawing/2014/main" xmlns:ns4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FEA0435-26B3-7889-364B-19F2174EF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、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2032B93C-ACF3-0488-8F60-5411A2870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1"/>
            <a:ext cx="11532773" cy="427038"/>
          </a:xfrm>
        </p:spPr>
        <p:txBody>
          <a:bodyPr lIns="0"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pic>
        <p:nvPicPr>
          <p:cNvPr id="82" name="図 81">
            <a:extLst>
              <a:ext uri="{FF2B5EF4-FFF2-40B4-BE49-F238E27FC236}">
                <ns2:creationId id="{1E06F80B-3977-B9FD-0CC6-3DFD94CBD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67" y="2275329"/>
            <a:ext cx="2088000" cy="1530243"/>
          </a:xfrm>
          <a:prstGeom prst="rect">
            <a:avLst/>
          </a:prstGeom>
          <a:ln>
            <a:solidFill>
              <a:srgbClr val="008D2E"/>
            </a:solidFill>
          </a:ln>
        </p:spPr>
      </p:pic>
      <p:sp>
        <p:nvSpPr>
          <p:cNvPr id="157" name="楕円 156">
            <a:extLst>
              <a:ext uri="{FF2B5EF4-FFF2-40B4-BE49-F238E27FC236}">
                <ns2:creationId id="{C18AB619-A05A-0D0D-D868-A8BCF35E0419}"/>
              </a:ext>
            </a:extLst>
          </p:cNvPr>
          <p:cNvSpPr>
            <a:spLocks noChangeAspect="1"/>
          </p:cNvSpPr>
          <p:nvPr/>
        </p:nvSpPr>
        <p:spPr>
          <a:xfrm>
            <a:off x="6902913" y="2811645"/>
            <a:ext cx="180000" cy="180000"/>
          </a:xfrm>
          <a:prstGeom prst="ellipse">
            <a:avLst/>
          </a:prstGeom>
          <a:solidFill>
            <a:schemeClr val="bg2">
              <a:alpha val="65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9" name="楕円 158">
            <a:extLst>
              <a:ext uri="{FF2B5EF4-FFF2-40B4-BE49-F238E27FC236}">
                <ns2:creationId id="{34CC2065-F984-3633-4FCD-3F2F3E0C4F66}"/>
              </a:ext>
            </a:extLst>
          </p:cNvPr>
          <p:cNvSpPr/>
          <p:nvPr/>
        </p:nvSpPr>
        <p:spPr>
          <a:xfrm>
            <a:off x="6548530" y="3203067"/>
            <a:ext cx="111588" cy="111588"/>
          </a:xfrm>
          <a:prstGeom prst="ellipse">
            <a:avLst/>
          </a:prstGeom>
          <a:solidFill>
            <a:srgbClr val="008D2E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1" name="楕円 160">
            <a:extLst>
              <a:ext uri="{FF2B5EF4-FFF2-40B4-BE49-F238E27FC236}">
                <ns2:creationId id="{A9C80CF8-7971-0210-0177-C0783C51A0F2}"/>
              </a:ext>
            </a:extLst>
          </p:cNvPr>
          <p:cNvSpPr>
            <a:spLocks noChangeAspect="1"/>
          </p:cNvSpPr>
          <p:nvPr/>
        </p:nvSpPr>
        <p:spPr>
          <a:xfrm>
            <a:off x="6132513" y="3049570"/>
            <a:ext cx="180000" cy="180000"/>
          </a:xfrm>
          <a:prstGeom prst="ellipse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楕円 162">
            <a:extLst>
              <a:ext uri="{FF2B5EF4-FFF2-40B4-BE49-F238E27FC236}">
                <ns2:creationId id="{AD9EC3EB-B39F-E16D-4043-0201A9E6635B}"/>
              </a:ext>
            </a:extLst>
          </p:cNvPr>
          <p:cNvSpPr>
            <a:spLocks noChangeAspect="1"/>
          </p:cNvSpPr>
          <p:nvPr/>
        </p:nvSpPr>
        <p:spPr>
          <a:xfrm>
            <a:off x="6623569" y="3337789"/>
            <a:ext cx="170140" cy="170140"/>
          </a:xfrm>
          <a:prstGeom prst="ellipse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5" name="楕円 164">
            <a:extLst>
              <a:ext uri="{FF2B5EF4-FFF2-40B4-BE49-F238E27FC236}">
                <ns2:creationId id="{78E6D98E-772D-1BE7-E24B-1B2A277431D5}"/>
              </a:ext>
            </a:extLst>
          </p:cNvPr>
          <p:cNvSpPr>
            <a:spLocks noChangeAspect="1"/>
          </p:cNvSpPr>
          <p:nvPr/>
        </p:nvSpPr>
        <p:spPr>
          <a:xfrm>
            <a:off x="5237262" y="3102059"/>
            <a:ext cx="396000" cy="396000"/>
          </a:xfrm>
          <a:prstGeom prst="ellipse">
            <a:avLst/>
          </a:prstGeom>
          <a:solidFill>
            <a:srgbClr val="008D2E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06" name="グループ化 205">
            <a:extLst>
              <a:ext uri="{FF2B5EF4-FFF2-40B4-BE49-F238E27FC236}">
                <ns2:creationId id="{26DEAFC6-D4EF-E710-AB4F-2DDE8AC37C3D}"/>
              </a:ext>
            </a:extLst>
          </p:cNvPr>
          <p:cNvGrpSpPr/>
          <p:nvPr/>
        </p:nvGrpSpPr>
        <p:grpSpPr>
          <a:xfrm>
            <a:off x="334963" y="4172071"/>
            <a:ext cx="6660000" cy="2136654"/>
            <a:chOff x="334963" y="4172071"/>
            <a:chExt cx="6660000" cy="2136654"/>
          </a:xfrm>
        </p:grpSpPr>
        <p:sp>
          <p:nvSpPr>
            <p:cNvPr id="6" name="正方形/長方形 5">
              <a:extLst>
                <a:ext uri="{FF2B5EF4-FFF2-40B4-BE49-F238E27FC236}">
                  <ns2:creationId id="{013D4B81-AB77-E356-8D28-458DFDD22240}"/>
                </a:ext>
              </a:extLst>
            </p:cNvPr>
            <p:cNvSpPr/>
            <p:nvPr/>
          </p:nvSpPr>
          <p:spPr>
            <a:xfrm>
              <a:off x="334963" y="4616725"/>
              <a:ext cx="6660000" cy="1692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71B91F57-C278-B0AD-36D4-1F895ACF7203}"/>
                </a:ext>
              </a:extLst>
            </p:cNvPr>
            <p:cNvSpPr/>
            <p:nvPr/>
          </p:nvSpPr>
          <p:spPr>
            <a:xfrm>
              <a:off x="334963" y="4295842"/>
              <a:ext cx="666000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3" name="四角形: 角を丸くする 82">
              <a:extLst>
                <a:ext uri="{FF2B5EF4-FFF2-40B4-BE49-F238E27FC236}">
                  <ns2:creationId id="{5A65791B-56BD-B4FC-6057-07E1A12014FF}"/>
                </a:ext>
              </a:extLst>
            </p:cNvPr>
            <p:cNvSpPr/>
            <p:nvPr/>
          </p:nvSpPr>
          <p:spPr>
            <a:xfrm>
              <a:off x="540327" y="4172071"/>
              <a:ext cx="144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5029876A-3424-8109-B971-921DBCA7EE10}"/>
                </a:ext>
              </a:extLst>
            </p:cNvPr>
            <p:cNvSpPr/>
            <p:nvPr/>
          </p:nvSpPr>
          <p:spPr>
            <a:xfrm>
              <a:off x="4364566" y="4649423"/>
              <a:ext cx="2556000" cy="162000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40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05CCEEE4-4C7C-8B8C-9615-F7224F7A2646}"/>
                </a:ext>
              </a:extLst>
            </p:cNvPr>
            <p:cNvSpPr/>
            <p:nvPr/>
          </p:nvSpPr>
          <p:spPr>
            <a:xfrm>
              <a:off x="4138521" y="4696315"/>
              <a:ext cx="234196" cy="1548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A28323DB-5EF1-6EA5-CF83-9E16FF714B23}"/>
                </a:ext>
              </a:extLst>
            </p:cNvPr>
            <p:cNvSpPr/>
            <p:nvPr/>
          </p:nvSpPr>
          <p:spPr>
            <a:xfrm>
              <a:off x="334963" y="4649424"/>
              <a:ext cx="3687228" cy="162000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6213" indent="-82550">
                <a:lnSpc>
                  <a:spcPts val="1400"/>
                </a:lnSpc>
                <a:spcAft>
                  <a:spcPts val="6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07" name="グループ化 206">
            <a:extLst>
              <a:ext uri="{FF2B5EF4-FFF2-40B4-BE49-F238E27FC236}">
                <ns2:creationId id="{94E8468F-D855-6C5A-8AA1-A968BCD875DA}"/>
              </a:ext>
            </a:extLst>
          </p:cNvPr>
          <p:cNvGrpSpPr/>
          <p:nvPr/>
        </p:nvGrpSpPr>
        <p:grpSpPr>
          <a:xfrm>
            <a:off x="7105038" y="4183794"/>
            <a:ext cx="4752000" cy="2124931"/>
            <a:chOff x="7105038" y="4183794"/>
            <a:chExt cx="4752000" cy="2124931"/>
          </a:xfrm>
        </p:grpSpPr>
        <p:sp>
          <p:nvSpPr>
            <p:cNvPr id="85" name="正方形/長方形 84">
              <a:extLst>
                <a:ext uri="{FF2B5EF4-FFF2-40B4-BE49-F238E27FC236}">
                  <ns2:creationId id="{CB6D66C6-AECC-5A07-9F8F-2341482D602F}"/>
                </a:ext>
              </a:extLst>
            </p:cNvPr>
            <p:cNvSpPr/>
            <p:nvPr/>
          </p:nvSpPr>
          <p:spPr>
            <a:xfrm>
              <a:off x="7105038" y="4292725"/>
              <a:ext cx="4752000" cy="2016000"/>
            </a:xfrm>
            <a:prstGeom prst="rect">
              <a:avLst/>
            </a:prstGeom>
            <a:solidFill>
              <a:srgbClr val="E2F0D9">
                <a:alpha val="20000"/>
              </a:srgbClr>
            </a:solidFill>
            <a:ln w="9525">
              <a:solidFill>
                <a:srgbClr val="E2F0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144000" rIns="126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1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四角形: 角を丸くする 86">
              <a:extLst>
                <a:ext uri="{FF2B5EF4-FFF2-40B4-BE49-F238E27FC236}">
                  <ns2:creationId id="{8F01F70D-9C33-D00D-7612-07C3CB8991BB}"/>
                </a:ext>
              </a:extLst>
            </p:cNvPr>
            <p:cNvSpPr/>
            <p:nvPr/>
          </p:nvSpPr>
          <p:spPr>
            <a:xfrm>
              <a:off x="7277579" y="4183794"/>
              <a:ext cx="1475509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40" name="グループ化 139">
              <a:extLst>
                <a:ext uri="{FF2B5EF4-FFF2-40B4-BE49-F238E27FC236}">
                  <ns2:creationId id="{6D6AD12C-B44D-16AE-8923-B7D1E5088E76}"/>
                </a:ext>
              </a:extLst>
            </p:cNvPr>
            <p:cNvGrpSpPr/>
            <p:nvPr/>
          </p:nvGrpSpPr>
          <p:grpSpPr>
            <a:xfrm>
              <a:off x="7173703" y="5312390"/>
              <a:ext cx="4481450" cy="216000"/>
              <a:chOff x="7173703" y="5242821"/>
              <a:chExt cx="4481450" cy="216000"/>
            </a:xfrm>
          </p:grpSpPr>
          <p:sp>
            <p:nvSpPr>
              <p:cNvPr id="144" name="正方形/長方形 143">
                <a:extLst>
                  <a:ext uri="{FF2B5EF4-FFF2-40B4-BE49-F238E27FC236}">
                    <ns2:creationId id="{CF66F755-B4A3-696D-8861-202239E3206C}"/>
                  </a:ext>
                </a:extLst>
              </p:cNvPr>
              <p:cNvSpPr/>
              <p:nvPr/>
            </p:nvSpPr>
            <p:spPr>
              <a:xfrm>
                <a:off x="7173703" y="5242821"/>
                <a:ext cx="792000" cy="21600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0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6" name="正方形/長方形 145">
                <a:extLst>
                  <a:ext uri="{FF2B5EF4-FFF2-40B4-BE49-F238E27FC236}">
                    <ns2:creationId id="{4BAC598C-7205-AD5B-ADA1-D212451D5F94}"/>
                  </a:ext>
                </a:extLst>
              </p:cNvPr>
              <p:cNvSpPr/>
              <p:nvPr/>
            </p:nvSpPr>
            <p:spPr>
              <a:xfrm>
                <a:off x="8847153" y="5242821"/>
                <a:ext cx="280800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42" name="正方形/長方形 141">
              <a:extLst>
                <a:ext uri="{FF2B5EF4-FFF2-40B4-BE49-F238E27FC236}">
                  <ns2:creationId id="{8DE03D20-25E5-E4AA-69A0-307CFE0E2B5C}"/>
                </a:ext>
              </a:extLst>
            </p:cNvPr>
            <p:cNvSpPr/>
            <p:nvPr/>
          </p:nvSpPr>
          <p:spPr>
            <a:xfrm>
              <a:off x="7173703" y="5546491"/>
              <a:ext cx="450000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kumimoji="1"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48" name="グループ化 147">
              <a:extLst>
                <a:ext uri="{FF2B5EF4-FFF2-40B4-BE49-F238E27FC236}">
                  <ns2:creationId id="{8A180978-0821-BC40-5442-589EFEA25F9A}"/>
                </a:ext>
              </a:extLst>
            </p:cNvPr>
            <p:cNvGrpSpPr/>
            <p:nvPr/>
          </p:nvGrpSpPr>
          <p:grpSpPr>
            <a:xfrm>
              <a:off x="7289301" y="4626693"/>
              <a:ext cx="4320000" cy="661475"/>
              <a:chOff x="7289301" y="4603247"/>
              <a:chExt cx="4320000" cy="661475"/>
            </a:xfrm>
          </p:grpSpPr>
          <p:cxnSp>
            <p:nvCxnSpPr>
              <p:cNvPr id="150" name="直線矢印コネクタ 149">
                <a:extLst>
                  <a:ext uri="{FF2B5EF4-FFF2-40B4-BE49-F238E27FC236}">
                    <ns2:creationId id="{0048EF4C-35EE-BB7B-B52B-97440DE450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89301" y="4888523"/>
                <a:ext cx="4320000" cy="0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lg" len="med"/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右中かっこ 152">
                <a:extLst>
                  <a:ext uri="{FF2B5EF4-FFF2-40B4-BE49-F238E27FC236}">
                    <ns2:creationId id="{F47B0298-B3C2-FA00-123A-73763804C642}"/>
                  </a:ext>
                </a:extLst>
              </p:cNvPr>
              <p:cNvSpPr/>
              <p:nvPr/>
            </p:nvSpPr>
            <p:spPr>
              <a:xfrm rot="16200000">
                <a:off x="8062412" y="4135247"/>
                <a:ext cx="216000" cy="1152000"/>
              </a:xfrm>
              <a:prstGeom prst="rightBrac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55" name="直線コネクタ 154">
                <a:extLst>
                  <a:ext uri="{FF2B5EF4-FFF2-40B4-BE49-F238E27FC236}">
                    <ns2:creationId id="{BA91A246-63D6-6FA0-E3E6-309CF04BA9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43448" y="4756061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8" name="四角形: 角を丸くする 157">
                <a:extLst>
                  <a:ext uri="{FF2B5EF4-FFF2-40B4-BE49-F238E27FC236}">
                    <ns2:creationId id="{0A739DDB-33D7-8593-568D-B5F20A2098EF}"/>
                  </a:ext>
                </a:extLst>
              </p:cNvPr>
              <p:cNvSpPr/>
              <p:nvPr/>
            </p:nvSpPr>
            <p:spPr>
              <a:xfrm>
                <a:off x="7355448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0" name="直線コネクタ 159">
                <a:extLst>
                  <a:ext uri="{FF2B5EF4-FFF2-40B4-BE49-F238E27FC236}">
                    <ns2:creationId id="{2AE3E7B1-8D8A-BA99-E04A-17483BAAE1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59296" y="4756061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2" name="四角形: 角を丸くする 161">
                <a:extLst>
                  <a:ext uri="{FF2B5EF4-FFF2-40B4-BE49-F238E27FC236}">
                    <ns2:creationId id="{A3187DF9-7886-A3EB-B237-6FE96151A9FC}"/>
                  </a:ext>
                </a:extLst>
              </p:cNvPr>
              <p:cNvSpPr/>
              <p:nvPr/>
            </p:nvSpPr>
            <p:spPr>
              <a:xfrm>
                <a:off x="7882814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4" name="直線コネクタ 163">
                <a:extLst>
                  <a:ext uri="{FF2B5EF4-FFF2-40B4-BE49-F238E27FC236}">
                    <ns2:creationId id="{3B5D9684-2514-9C78-9BAB-FC9A0E97DA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0251" y="4756061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四角形: 角を丸くする 165">
                <a:extLst>
                  <a:ext uri="{FF2B5EF4-FFF2-40B4-BE49-F238E27FC236}">
                    <ns2:creationId id="{AC5FB504-98A5-C3AE-5F60-24FB82B5F72D}"/>
                  </a:ext>
                </a:extLst>
              </p:cNvPr>
              <p:cNvSpPr/>
              <p:nvPr/>
            </p:nvSpPr>
            <p:spPr>
              <a:xfrm>
                <a:off x="8410180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67" name="直線コネクタ 166">
                <a:extLst>
                  <a:ext uri="{FF2B5EF4-FFF2-40B4-BE49-F238E27FC236}">
                    <ns2:creationId id="{E821CDCE-59EF-4E0A-9620-36CD660C4E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3935" y="4779507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線コネクタ 167">
                <a:extLst>
                  <a:ext uri="{FF2B5EF4-FFF2-40B4-BE49-F238E27FC236}">
                    <ns2:creationId id="{7FFAFA78-737A-4F64-1615-F1EDD6290A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08679" y="4779507"/>
                <a:ext cx="0" cy="216000"/>
              </a:xfrm>
              <a:prstGeom prst="line">
                <a:avLst/>
              </a:prstGeom>
              <a:ln w="12700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四角形: 角を丸くする 168">
                <a:extLst>
                  <a:ext uri="{FF2B5EF4-FFF2-40B4-BE49-F238E27FC236}">
                    <ns2:creationId id="{96D4EBD2-78DC-2CB7-814E-F43DB7824155}"/>
                  </a:ext>
                </a:extLst>
              </p:cNvPr>
              <p:cNvSpPr/>
              <p:nvPr/>
            </p:nvSpPr>
            <p:spPr>
              <a:xfrm>
                <a:off x="9439405" y="4942172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0" name="四角形: 角を丸くする 169">
                <a:extLst>
                  <a:ext uri="{FF2B5EF4-FFF2-40B4-BE49-F238E27FC236}">
                    <ns2:creationId id="{25560B40-2F7B-E142-EE18-4E8D095C9D73}"/>
                  </a:ext>
                </a:extLst>
              </p:cNvPr>
              <p:cNvSpPr/>
              <p:nvPr/>
            </p:nvSpPr>
            <p:spPr>
              <a:xfrm>
                <a:off x="10468630" y="4950864"/>
                <a:ext cx="576000" cy="180000"/>
              </a:xfrm>
              <a:prstGeom prst="roundRect">
                <a:avLst>
                  <a:gd name="adj" fmla="val 28850"/>
                </a:avLst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1" name="右中かっこ 170">
                <a:extLst>
                  <a:ext uri="{FF2B5EF4-FFF2-40B4-BE49-F238E27FC236}">
                    <ns2:creationId id="{EC78A009-5EFD-85D0-60BF-82AF50DABADF}"/>
                  </a:ext>
                </a:extLst>
              </p:cNvPr>
              <p:cNvSpPr/>
              <p:nvPr/>
            </p:nvSpPr>
            <p:spPr>
              <a:xfrm rot="5400000">
                <a:off x="10134899" y="4436722"/>
                <a:ext cx="216000" cy="1440000"/>
              </a:xfrm>
              <a:prstGeom prst="rightBrace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kumimoji="1" lang="en-US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3" name="正方形/長方形 172">
              <a:extLst>
                <a:ext uri="{FF2B5EF4-FFF2-40B4-BE49-F238E27FC236}">
                  <ns2:creationId id="{F86C3B81-14F9-6ABC-882A-687E63A531E7}"/>
                </a:ext>
              </a:extLst>
            </p:cNvPr>
            <p:cNvSpPr/>
            <p:nvPr/>
          </p:nvSpPr>
          <p:spPr>
            <a:xfrm>
              <a:off x="7173703" y="5893044"/>
              <a:ext cx="397263" cy="321223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1B73C1EF-8C57-F8E5-B425-E06C94167DD3}"/>
                </a:ext>
              </a:extLst>
            </p:cNvPr>
            <p:cNvSpPr/>
            <p:nvPr/>
          </p:nvSpPr>
          <p:spPr>
            <a:xfrm>
              <a:off x="7594896" y="5899893"/>
              <a:ext cx="4212000" cy="317151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76" name="正方形/長方形 175">
            <a:extLst>
              <a:ext uri="{FF2B5EF4-FFF2-40B4-BE49-F238E27FC236}">
                <ns2:creationId id="{2F1C9C5A-CB3F-CB19-1F39-1FD5319C9E20}"/>
              </a:ext>
            </a:extLst>
          </p:cNvPr>
          <p:cNvSpPr/>
          <p:nvPr/>
        </p:nvSpPr>
        <p:spPr>
          <a:xfrm>
            <a:off x="5237262" y="2528872"/>
            <a:ext cx="504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8" name="正方形/長方形 177">
            <a:extLst>
              <a:ext uri="{FF2B5EF4-FFF2-40B4-BE49-F238E27FC236}">
                <ns2:creationId id="{ED769DAC-CE24-54ED-8AF7-473427AC31BB}"/>
              </a:ext>
            </a:extLst>
          </p:cNvPr>
          <p:cNvSpPr/>
          <p:nvPr/>
        </p:nvSpPr>
        <p:spPr>
          <a:xfrm>
            <a:off x="6096000" y="2763628"/>
            <a:ext cx="504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0" name="正方形/長方形 179">
            <a:extLst>
              <a:ext uri="{FF2B5EF4-FFF2-40B4-BE49-F238E27FC236}">
                <ns2:creationId id="{EC03A623-8B72-7491-956F-B01D1C3273DC}"/>
              </a:ext>
            </a:extLst>
          </p:cNvPr>
          <p:cNvSpPr/>
          <p:nvPr/>
        </p:nvSpPr>
        <p:spPr>
          <a:xfrm>
            <a:off x="5237262" y="2928477"/>
            <a:ext cx="504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4" name="コネクタ: カギ線 183">
            <a:extLst>
              <a:ext uri="{FF2B5EF4-FFF2-40B4-BE49-F238E27FC236}">
                <ns2:creationId id="{E533199F-D0B7-FDD8-CFF0-D501B515FECA}"/>
              </a:ext>
            </a:extLst>
          </p:cNvPr>
          <p:cNvCxnSpPr>
            <a:cxnSpLocks/>
          </p:cNvCxnSpPr>
          <p:nvPr/>
        </p:nvCxnSpPr>
        <p:spPr>
          <a:xfrm>
            <a:off x="4779818" y="1911567"/>
            <a:ext cx="2213095" cy="883766"/>
          </a:xfrm>
          <a:prstGeom prst="bentConnector3">
            <a:avLst>
              <a:gd name="adj1" fmla="val 99938"/>
            </a:avLst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コネクタ: カギ線 187">
            <a:extLst>
              <a:ext uri="{FF2B5EF4-FFF2-40B4-BE49-F238E27FC236}">
                <ns2:creationId id="{40C5590A-0C1C-F257-DCEA-B0B5172ADC7D}"/>
              </a:ext>
            </a:extLst>
          </p:cNvPr>
          <p:cNvCxnSpPr>
            <a:cxnSpLocks/>
            <a:endCxn id="165" idx="4"/>
          </p:cNvCxnSpPr>
          <p:nvPr/>
        </p:nvCxnSpPr>
        <p:spPr>
          <a:xfrm rot="10800000">
            <a:off x="5435262" y="3498059"/>
            <a:ext cx="2054984" cy="147244"/>
          </a:xfrm>
          <a:prstGeom prst="bentConnector2">
            <a:avLst/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コネクタ: カギ線 189">
            <a:extLst>
              <a:ext uri="{FF2B5EF4-FFF2-40B4-BE49-F238E27FC236}">
                <ns2:creationId id="{D9618E51-281B-2795-8FC3-AE52EBF323AB}"/>
              </a:ext>
            </a:extLst>
          </p:cNvPr>
          <p:cNvCxnSpPr>
            <a:cxnSpLocks/>
            <a:endCxn id="161" idx="4"/>
          </p:cNvCxnSpPr>
          <p:nvPr/>
        </p:nvCxnSpPr>
        <p:spPr>
          <a:xfrm rot="10800000">
            <a:off x="6222514" y="3229571"/>
            <a:ext cx="1267733" cy="415733"/>
          </a:xfrm>
          <a:prstGeom prst="bentConnector2">
            <a:avLst/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コネクタ: カギ線 191">
            <a:extLst>
              <a:ext uri="{FF2B5EF4-FFF2-40B4-BE49-F238E27FC236}">
                <ns2:creationId id="{353A147D-724D-FF16-6DA3-9E041311C517}"/>
              </a:ext>
            </a:extLst>
          </p:cNvPr>
          <p:cNvCxnSpPr>
            <a:cxnSpLocks/>
            <a:endCxn id="163" idx="4"/>
          </p:cNvCxnSpPr>
          <p:nvPr/>
        </p:nvCxnSpPr>
        <p:spPr>
          <a:xfrm rot="10800000">
            <a:off x="6708640" y="3507929"/>
            <a:ext cx="781607" cy="137374"/>
          </a:xfrm>
          <a:prstGeom prst="bentConnector2">
            <a:avLst/>
          </a:prstGeom>
          <a:ln w="9525">
            <a:solidFill>
              <a:srgbClr val="008D2E"/>
            </a:soli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正方形/長方形 181">
            <a:extLst>
              <a:ext uri="{FF2B5EF4-FFF2-40B4-BE49-F238E27FC236}">
                <ns2:creationId id="{30FF1F89-243B-1274-81E8-9A84386775E6}"/>
              </a:ext>
            </a:extLst>
          </p:cNvPr>
          <p:cNvSpPr/>
          <p:nvPr/>
        </p:nvSpPr>
        <p:spPr>
          <a:xfrm>
            <a:off x="6813446" y="2543599"/>
            <a:ext cx="324000" cy="14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sz="90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03" name="グループ化 202">
            <a:extLst>
              <a:ext uri="{FF2B5EF4-FFF2-40B4-BE49-F238E27FC236}">
                <ns2:creationId id="{086EBAF1-D4EA-A078-3B5C-885B6DEE9FAA}"/>
              </a:ext>
            </a:extLst>
          </p:cNvPr>
          <p:cNvGrpSpPr/>
          <p:nvPr/>
        </p:nvGrpSpPr>
        <p:grpSpPr>
          <a:xfrm>
            <a:off x="334963" y="1628775"/>
            <a:ext cx="4444855" cy="2466732"/>
            <a:chOff x="334963" y="1628775"/>
            <a:chExt cx="4444855" cy="2466732"/>
          </a:xfrm>
        </p:grpSpPr>
        <p:sp>
          <p:nvSpPr>
            <p:cNvPr id="84" name="正方形/長方形 83">
              <a:extLst>
                <a:ext uri="{FF2B5EF4-FFF2-40B4-BE49-F238E27FC236}">
                  <ns2:creationId id="{E657FA79-608D-5187-E432-E1E08CF19BB7}"/>
                </a:ext>
              </a:extLst>
            </p:cNvPr>
            <p:cNvSpPr/>
            <p:nvPr/>
          </p:nvSpPr>
          <p:spPr>
            <a:xfrm>
              <a:off x="334963" y="1749567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四角形: 角を丸くする 85">
              <a:extLst>
                <a:ext uri="{FF2B5EF4-FFF2-40B4-BE49-F238E27FC236}">
                  <ns2:creationId id="{D05A95C2-487F-3EA0-711C-653D34B8C7CA}"/>
                </a:ext>
              </a:extLst>
            </p:cNvPr>
            <p:cNvSpPr/>
            <p:nvPr/>
          </p:nvSpPr>
          <p:spPr>
            <a:xfrm>
              <a:off x="540327" y="1628775"/>
              <a:ext cx="1440000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AF0F505-8A35-8447-F8E2-E1810C4EFB48}"/>
                </a:ext>
              </a:extLst>
            </p:cNvPr>
            <p:cNvSpPr/>
            <p:nvPr/>
          </p:nvSpPr>
          <p:spPr>
            <a:xfrm>
              <a:off x="334963" y="2079507"/>
              <a:ext cx="4444855" cy="20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073E4FB6-5EDC-5194-6B20-8ADFABC64A41}"/>
                </a:ext>
              </a:extLst>
            </p:cNvPr>
            <p:cNvSpPr/>
            <p:nvPr/>
          </p:nvSpPr>
          <p:spPr>
            <a:xfrm>
              <a:off x="334963" y="2110340"/>
              <a:ext cx="3600599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A29A7A2B-3B9F-137C-AD7B-FA0D0A9BC8FD}"/>
                </a:ext>
              </a:extLst>
            </p:cNvPr>
            <p:cNvSpPr/>
            <p:nvPr/>
          </p:nvSpPr>
          <p:spPr>
            <a:xfrm>
              <a:off x="650153" y="2374183"/>
              <a:ext cx="1512000" cy="2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6677D454-8BC6-4833-6A51-4368C38C5FA8}"/>
                </a:ext>
              </a:extLst>
            </p:cNvPr>
            <p:cNvSpPr/>
            <p:nvPr/>
          </p:nvSpPr>
          <p:spPr>
            <a:xfrm>
              <a:off x="2666351" y="2374183"/>
              <a:ext cx="1512000" cy="2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86D7B12E-FF8F-5FB4-73FB-7F6EF3E7A46E}"/>
                </a:ext>
              </a:extLst>
            </p:cNvPr>
            <p:cNvSpPr/>
            <p:nvPr/>
          </p:nvSpPr>
          <p:spPr>
            <a:xfrm>
              <a:off x="1210920" y="2601664"/>
              <a:ext cx="3564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aphicFrame>
          <p:nvGraphicFramePr>
            <p:cNvPr id="132" name="グラフ 131">
              <a:extLst>
                <a:ext uri="{FF2B5EF4-FFF2-40B4-BE49-F238E27FC236}">
                  <ns2:creationId id="{00DBFC31-6888-9E4A-BD41-C52D0AD4CFB3}"/>
                </a:ext>
              </a:extLst>
            </p:cNvPr>
            <p:cNvGraphicFramePr/>
            <p:nvPr/>
          </p:nvGraphicFramePr>
          <p:xfrm>
            <a:off x="343996" y="2853899"/>
            <a:ext cx="1170728" cy="1238239"/>
          </p:xfrm>
          <a:graphic>
            <a:graphicData uri="http://schemas.openxmlformats.org/drawingml/2006/chart">
              <ns4:chart r:id="rId3"/>
            </a:graphicData>
          </a:graphic>
        </p:graphicFrame>
        <p:sp>
          <p:nvSpPr>
            <p:cNvPr id="133" name="正方形/長方形 132">
              <a:extLst>
                <a:ext uri="{FF2B5EF4-FFF2-40B4-BE49-F238E27FC236}">
                  <ns2:creationId id="{5120E011-11FA-893D-D704-E436E923FE3C}"/>
                </a:ext>
              </a:extLst>
            </p:cNvPr>
            <p:cNvSpPr/>
            <p:nvPr/>
          </p:nvSpPr>
          <p:spPr>
            <a:xfrm>
              <a:off x="511908" y="2877528"/>
              <a:ext cx="144000" cy="87959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20809C31-6144-B6B0-DFEB-C9F6A2ADE7DD}"/>
                </a:ext>
              </a:extLst>
            </p:cNvPr>
            <p:cNvSpPr/>
            <p:nvPr/>
          </p:nvSpPr>
          <p:spPr>
            <a:xfrm>
              <a:off x="654260" y="2877528"/>
              <a:ext cx="216000" cy="8795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24E66726-44A1-9D0B-92CF-536A98D34AD1}"/>
                </a:ext>
              </a:extLst>
            </p:cNvPr>
            <p:cNvSpPr/>
            <p:nvPr/>
          </p:nvSpPr>
          <p:spPr>
            <a:xfrm>
              <a:off x="530999" y="2977917"/>
              <a:ext cx="288000" cy="8795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BB3C4A0A-039D-059A-DF8E-E156B526F2BF}"/>
                </a:ext>
              </a:extLst>
            </p:cNvPr>
            <p:cNvSpPr/>
            <p:nvPr/>
          </p:nvSpPr>
          <p:spPr>
            <a:xfrm>
              <a:off x="862681" y="3065068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5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28</a:t>
              </a:r>
              <a:r>
                <a:rPr lang="ja-JP" altLang="en-US" sz="5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5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37" name="直線矢印コネクタ 136">
              <a:extLst>
                <a:ext uri="{FF2B5EF4-FFF2-40B4-BE49-F238E27FC236}">
                  <ns2:creationId id="{D9F41CC4-40BF-E073-C400-467A9FF32439}"/>
                </a:ext>
              </a:extLst>
            </p:cNvPr>
            <p:cNvCxnSpPr/>
            <p:nvPr/>
          </p:nvCxnSpPr>
          <p:spPr>
            <a:xfrm>
              <a:off x="654260" y="3109491"/>
              <a:ext cx="705559" cy="18000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乗算記号 151">
              <a:extLst>
                <a:ext uri="{FF2B5EF4-FFF2-40B4-BE49-F238E27FC236}">
                  <ns2:creationId id="{06E514AF-E7D1-CDB1-FD4D-4AA4574DD49B}"/>
                </a:ext>
              </a:extLst>
            </p:cNvPr>
            <p:cNvSpPr/>
            <p:nvPr/>
          </p:nvSpPr>
          <p:spPr>
            <a:xfrm>
              <a:off x="2252252" y="2320183"/>
              <a:ext cx="324000" cy="324000"/>
            </a:xfrm>
            <a:prstGeom prst="mathMultiply">
              <a:avLst>
                <a:gd name="adj1" fmla="val 13256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731CCF7C-1EE1-1F2C-CFE5-96D8678B5CA9}"/>
                </a:ext>
              </a:extLst>
            </p:cNvPr>
            <p:cNvSpPr/>
            <p:nvPr/>
          </p:nvSpPr>
          <p:spPr>
            <a:xfrm>
              <a:off x="1528873" y="2841682"/>
              <a:ext cx="324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lnSpc>
                  <a:spcPts val="1200"/>
                </a:lnSpc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1D6D6550-3788-43FB-90F1-521A51E98A8A}"/>
                </a:ext>
              </a:extLst>
            </p:cNvPr>
            <p:cNvSpPr/>
            <p:nvPr/>
          </p:nvSpPr>
          <p:spPr>
            <a:xfrm>
              <a:off x="1528873" y="3214814"/>
              <a:ext cx="324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84138">
                <a:lnSpc>
                  <a:spcPts val="1200"/>
                </a:lnSpc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0EA994C8-DEFD-B831-A69D-5D4E50B3FA3E}"/>
                </a:ext>
              </a:extLst>
            </p:cNvPr>
            <p:cNvSpPr/>
            <p:nvPr/>
          </p:nvSpPr>
          <p:spPr>
            <a:xfrm>
              <a:off x="1528617" y="3625844"/>
              <a:ext cx="252000" cy="432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00"/>
                </a:lnSpc>
                <a:spcAft>
                  <a:spcPts val="200"/>
                </a:spcAft>
              </a:pP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6DFFF2BB-8DF9-9B78-EC78-FBC015086624}"/>
                </a:ext>
              </a:extLst>
            </p:cNvPr>
            <p:cNvSpPr/>
            <p:nvPr/>
          </p:nvSpPr>
          <p:spPr>
            <a:xfrm>
              <a:off x="1791818" y="3587947"/>
              <a:ext cx="2988000" cy="50547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lnSpc>
                  <a:spcPts val="1200"/>
                </a:lnSpc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92075" indent="-92075">
                <a:lnSpc>
                  <a:spcPts val="1200"/>
                </a:lnSpc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57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05" name="グループ化 204">
            <a:extLst>
              <a:ext uri="{FF2B5EF4-FFF2-40B4-BE49-F238E27FC236}">
                <ns2:creationId id="{4C3A6969-DEFE-9166-4B3E-F69AB85CBBC5}"/>
              </a:ext>
            </a:extLst>
          </p:cNvPr>
          <p:cNvGrpSpPr/>
          <p:nvPr/>
        </p:nvGrpSpPr>
        <p:grpSpPr>
          <a:xfrm>
            <a:off x="7412183" y="1628775"/>
            <a:ext cx="4444855" cy="2466732"/>
            <a:chOff x="7412183" y="1628775"/>
            <a:chExt cx="4444855" cy="2466732"/>
          </a:xfrm>
        </p:grpSpPr>
        <p:sp>
          <p:nvSpPr>
            <p:cNvPr id="88" name="正方形/長方形 87">
              <a:extLst>
                <a:ext uri="{FF2B5EF4-FFF2-40B4-BE49-F238E27FC236}">
                  <ns2:creationId id="{A00F0103-F05B-06C1-3251-A959814B0D07}"/>
                </a:ext>
              </a:extLst>
            </p:cNvPr>
            <p:cNvSpPr/>
            <p:nvPr/>
          </p:nvSpPr>
          <p:spPr>
            <a:xfrm>
              <a:off x="7412183" y="1749567"/>
              <a:ext cx="4444855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9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四角形: 角を丸くする 89">
              <a:extLst>
                <a:ext uri="{FF2B5EF4-FFF2-40B4-BE49-F238E27FC236}">
                  <ns2:creationId id="{D9BDC5DC-786B-CF58-0E24-7C5F72F44E6D}"/>
                </a:ext>
              </a:extLst>
            </p:cNvPr>
            <p:cNvSpPr/>
            <p:nvPr/>
          </p:nvSpPr>
          <p:spPr>
            <a:xfrm>
              <a:off x="7617546" y="1628775"/>
              <a:ext cx="1475509" cy="216000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B2DDC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E98BF679-2F40-2DCF-D99B-AAAD0D35AF2A}"/>
                </a:ext>
              </a:extLst>
            </p:cNvPr>
            <p:cNvSpPr/>
            <p:nvPr/>
          </p:nvSpPr>
          <p:spPr>
            <a:xfrm>
              <a:off x="7412183" y="2079507"/>
              <a:ext cx="4444855" cy="2016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9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270B10AB-551D-0C6E-F3A2-BC2BF5F45E40}"/>
                </a:ext>
              </a:extLst>
            </p:cNvPr>
            <p:cNvSpPr/>
            <p:nvPr/>
          </p:nvSpPr>
          <p:spPr>
            <a:xfrm>
              <a:off x="7490246" y="2195835"/>
              <a:ext cx="828000" cy="360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CE266FB2-7091-B780-6F8A-209850358F3C}"/>
                </a:ext>
              </a:extLst>
            </p:cNvPr>
            <p:cNvSpPr/>
            <p:nvPr/>
          </p:nvSpPr>
          <p:spPr>
            <a:xfrm>
              <a:off x="7490246" y="2642215"/>
              <a:ext cx="828000" cy="540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5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8" name="正方形/長方形 197">
              <a:extLst>
                <a:ext uri="{FF2B5EF4-FFF2-40B4-BE49-F238E27FC236}">
                  <ns2:creationId id="{0AFA890B-0CB4-4DB4-E525-A1A56B9C4784}"/>
                </a:ext>
              </a:extLst>
            </p:cNvPr>
            <p:cNvSpPr/>
            <p:nvPr/>
          </p:nvSpPr>
          <p:spPr>
            <a:xfrm>
              <a:off x="8325751" y="2195835"/>
              <a:ext cx="3528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000"/>
                </a:lnSpc>
                <a:buClr>
                  <a:srgbClr val="008D2E"/>
                </a:buClr>
              </a:pPr>
              <a:r>
                <a:rPr lang="ja-JP" altLang="en-US" sz="9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0" name="正方形/長方形 199">
              <a:extLst>
                <a:ext uri="{FF2B5EF4-FFF2-40B4-BE49-F238E27FC236}">
                  <ns2:creationId id="{DDC8199F-FA73-F0E2-EA1D-E15568B685C1}"/>
                </a:ext>
              </a:extLst>
            </p:cNvPr>
            <p:cNvSpPr/>
            <p:nvPr/>
          </p:nvSpPr>
          <p:spPr>
            <a:xfrm>
              <a:off x="8325751" y="2642215"/>
              <a:ext cx="3528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spcAft>
                  <a:spcPts val="200"/>
                </a:spcAft>
                <a:buClr>
                  <a:srgbClr val="008D2E"/>
                </a:buClr>
              </a:pP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84138">
                <a:lnSpc>
                  <a:spcPts val="1200"/>
                </a:lnSpc>
                <a:spcAft>
                  <a:spcPts val="200"/>
                </a:spcAft>
                <a:buClr>
                  <a:srgbClr val="008D2E"/>
                </a:buClr>
                <a:buFont typeface="Meiryo UI" panose="020B0604030504040204" pitchFamily="50" charset="-128"/>
                <a:buChar char="※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2" name="正方形/長方形 201">
              <a:extLst>
                <a:ext uri="{FF2B5EF4-FFF2-40B4-BE49-F238E27FC236}">
                  <ns2:creationId id="{B0444909-F9C9-8114-B3A7-20481C366822}"/>
                </a:ext>
              </a:extLst>
            </p:cNvPr>
            <p:cNvSpPr/>
            <p:nvPr/>
          </p:nvSpPr>
          <p:spPr>
            <a:xfrm>
              <a:off x="7490246" y="3231303"/>
              <a:ext cx="287999" cy="828000"/>
            </a:xfrm>
            <a:prstGeom prst="rect">
              <a:avLst/>
            </a:prstGeom>
            <a:solidFill>
              <a:srgbClr val="008D2E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00"/>
                </a:lnSpc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4" name="正方形/長方形 203">
              <a:extLst>
                <a:ext uri="{FF2B5EF4-FFF2-40B4-BE49-F238E27FC236}">
                  <ns2:creationId id="{06586208-1980-7ACE-E5ED-145E34889E73}"/>
                </a:ext>
              </a:extLst>
            </p:cNvPr>
            <p:cNvSpPr/>
            <p:nvPr/>
          </p:nvSpPr>
          <p:spPr>
            <a:xfrm>
              <a:off x="7822003" y="3231303"/>
              <a:ext cx="4032000" cy="82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  <a:spcAft>
                  <a:spcPts val="400"/>
                </a:spcAft>
                <a:buClr>
                  <a:srgbClr val="008D2E"/>
                </a:buClr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60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lnSpc>
                  <a:spcPts val="1200"/>
                </a:lnSpc>
                <a:spcAft>
                  <a:spcPts val="200"/>
                </a:spcAft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lnSpc>
                  <a:spcPts val="1200"/>
                </a:lnSpc>
                <a:buClr>
                  <a:srgbClr val="008D2E"/>
                </a:buClr>
                <a:buFont typeface="Meiryo UI" panose="020B0604030504040204" pitchFamily="50" charset="-128"/>
                <a:buChar char="▶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cxnSp>
        <p:nvCxnSpPr>
          <p:cNvPr id="201" name="直線矢印コネクタ 200">
            <a:extLst>
              <a:ext uri="{FF2B5EF4-FFF2-40B4-BE49-F238E27FC236}">
                <ns2:creationId id="{F53F24A8-0B9A-D197-B080-A1F8F36A0A0F}"/>
              </a:ext>
            </a:extLst>
          </p:cNvPr>
          <p:cNvCxnSpPr>
            <a:cxnSpLocks/>
          </p:cNvCxnSpPr>
          <p:nvPr/>
        </p:nvCxnSpPr>
        <p:spPr>
          <a:xfrm flipH="1" flipV="1">
            <a:off x="6106067" y="3697284"/>
            <a:ext cx="0" cy="648000"/>
          </a:xfrm>
          <a:prstGeom prst="straightConnector1">
            <a:avLst/>
          </a:prstGeom>
          <a:ln w="9525">
            <a:solidFill>
              <a:srgbClr val="008D2E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2142366994"/>
      </p:ext>
    </p:extLst>
  </p:cSld>
  <p:clrMapOvr>
    <a:masterClrMapping/>
  </p:clrMapOvr>
</p:sld>
</file>

<file path=ppt/slides/slide31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CC1BBC-29AB-4948-BAA3-80A5D8789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A85D9E5-51C3-E244-6FFD-26AB1CC7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1B52416-E81A-73B7-61BB-E1B29C05DA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23" name="グループ化 22">
            <a:extLst>
              <a:ext uri="{FF2B5EF4-FFF2-40B4-BE49-F238E27FC236}">
                <ns2:creationId id="{5B8AF409-783C-3CEF-B471-AAEB6A50FAF4}"/>
              </a:ext>
            </a:extLst>
          </p:cNvPr>
          <p:cNvGrpSpPr/>
          <p:nvPr/>
        </p:nvGrpSpPr>
        <p:grpSpPr>
          <a:xfrm>
            <a:off x="334959" y="1628775"/>
            <a:ext cx="11525031" cy="4679950"/>
            <a:chOff x="334959" y="1628775"/>
            <a:chExt cx="11525031" cy="4679950"/>
          </a:xfrm>
        </p:grpSpPr>
        <p:grpSp>
          <p:nvGrpSpPr>
            <p:cNvPr id="17" name="グループ化 16">
              <a:extLst>
                <a:ext uri="{FF2B5EF4-FFF2-40B4-BE49-F238E27FC236}">
                  <ns2:creationId id="{3E5FC78B-C1FC-2BA0-D433-7B67308EB757}"/>
                </a:ext>
              </a:extLst>
            </p:cNvPr>
            <p:cNvGrpSpPr/>
            <p:nvPr/>
          </p:nvGrpSpPr>
          <p:grpSpPr>
            <a:xfrm>
              <a:off x="342447" y="1628775"/>
              <a:ext cx="11517543" cy="406700"/>
              <a:chOff x="342447" y="1628775"/>
              <a:chExt cx="11517543" cy="406700"/>
            </a:xfrm>
          </p:grpSpPr>
          <p:sp>
            <p:nvSpPr>
              <p:cNvPr id="10" name="正方形/長方形 62">
                <a:extLst>
                  <a:ext uri="{FF2B5EF4-FFF2-40B4-BE49-F238E27FC236}">
                    <ns2:creationId id="{8149E1BC-6E61-2941-CE0B-F53D87179CBE}"/>
                  </a:ext>
                </a:extLst>
              </p:cNvPr>
              <p:cNvSpPr/>
              <p:nvPr/>
            </p:nvSpPr>
            <p:spPr>
              <a:xfrm>
                <a:off x="342447" y="1628775"/>
                <a:ext cx="1558541" cy="40017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2" name="正方形/長方形 62">
                <a:extLst>
                  <a:ext uri="{FF2B5EF4-FFF2-40B4-BE49-F238E27FC236}">
                    <ns2:creationId id="{1A652B94-A3FC-9D21-0A91-86C4C89A92E9}"/>
                  </a:ext>
                </a:extLst>
              </p:cNvPr>
              <p:cNvSpPr/>
              <p:nvPr/>
            </p:nvSpPr>
            <p:spPr>
              <a:xfrm>
                <a:off x="1951497" y="1635300"/>
                <a:ext cx="3697625" cy="40017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en-US" altLang="ja-JP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4" name="グラフィックス 13" descr="的中 単色塗りつぶし">
                <a:extLst>
                  <a:ext uri="{FF2B5EF4-FFF2-40B4-BE49-F238E27FC236}">
                    <ns2:creationId id="{002D5603-6572-87E5-A0A3-8F83A91F7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2399158" y="1673388"/>
                <a:ext cx="324000" cy="324000"/>
              </a:xfrm>
              <a:prstGeom prst="rect">
                <a:avLst/>
              </a:prstGeom>
            </p:spPr>
          </p:pic>
          <p:sp>
            <p:nvSpPr>
              <p:cNvPr id="18" name="正方形/長方形 62">
                <a:extLst>
                  <a:ext uri="{FF2B5EF4-FFF2-40B4-BE49-F238E27FC236}">
                    <ns2:creationId id="{D4EB6B1A-D1AD-C171-EBBB-B967CABF7F22}"/>
                  </a:ext>
                </a:extLst>
              </p:cNvPr>
              <p:cNvSpPr/>
              <p:nvPr/>
            </p:nvSpPr>
            <p:spPr>
              <a:xfrm>
                <a:off x="5699631" y="1635300"/>
                <a:ext cx="2940326" cy="400175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tIns="36000" rIns="36000" bIns="36000" rtlCol="0" anchor="ctr"/>
              <a:lstStyle/>
              <a:p>
                <a:pPr lvl="0" algn="ctr">
                  <a:defRPr/>
                </a:pPr>
                <a:r>
                  <a:rPr lang="zh-TW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24" name="グラフィックス 23" descr="棒グラフ (上昇) 単色塗りつぶし">
                <a:extLst>
                  <a:ext uri="{FF2B5EF4-FFF2-40B4-BE49-F238E27FC236}">
                    <ns2:creationId id="{62A15D4B-0738-5E41-2A88-C5A3AF47E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162809" y="1673388"/>
                <a:ext cx="324000" cy="324000"/>
              </a:xfrm>
              <a:prstGeom prst="rect">
                <a:avLst/>
              </a:prstGeom>
            </p:spPr>
          </p:pic>
          <p:sp>
            <p:nvSpPr>
              <p:cNvPr id="26" name="正方形/長方形 62">
                <a:extLst>
                  <a:ext uri="{FF2B5EF4-FFF2-40B4-BE49-F238E27FC236}">
                    <ns2:creationId id="{7AD22F0A-FD2B-18E7-AB62-AD7C9523CB65}"/>
                  </a:ext>
                </a:extLst>
              </p:cNvPr>
              <p:cNvSpPr/>
              <p:nvPr/>
            </p:nvSpPr>
            <p:spPr>
              <a:xfrm>
                <a:off x="8837607" y="1635300"/>
                <a:ext cx="1344109" cy="400175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62">
                <a:extLst>
                  <a:ext uri="{FF2B5EF4-FFF2-40B4-BE49-F238E27FC236}">
                    <ns2:creationId id="{C38B309F-034C-7999-BD9A-1AE687BCE82B}"/>
                  </a:ext>
                </a:extLst>
              </p:cNvPr>
              <p:cNvSpPr/>
              <p:nvPr/>
            </p:nvSpPr>
            <p:spPr>
              <a:xfrm>
                <a:off x="10181716" y="1635300"/>
                <a:ext cx="1678274" cy="400175"/>
              </a:xfrm>
              <a:prstGeom prst="rect">
                <a:avLst/>
              </a:prstGeom>
              <a:solidFill>
                <a:schemeClr val="bg1">
                  <a:alpha val="10196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36000" bIns="36000" rtlCol="0" anchor="ctr"/>
              <a:lstStyle/>
              <a:p>
                <a:r>
                  <a:rPr lang="en-US" altLang="ja-JP" sz="14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ns2:creationId id="{FD2F2BAF-A81A-8282-7A82-BBDD0C47F973}"/>
                </a:ext>
              </a:extLst>
            </p:cNvPr>
            <p:cNvGrpSpPr/>
            <p:nvPr/>
          </p:nvGrpSpPr>
          <p:grpSpPr>
            <a:xfrm>
              <a:off x="334959" y="4752058"/>
              <a:ext cx="5761041" cy="1556667"/>
              <a:chOff x="334959" y="4752058"/>
              <a:chExt cx="5761041" cy="1556667"/>
            </a:xfrm>
          </p:grpSpPr>
          <p:sp>
            <p:nvSpPr>
              <p:cNvPr id="83" name="正方形/長方形 82">
                <a:extLst>
                  <a:ext uri="{FF2B5EF4-FFF2-40B4-BE49-F238E27FC236}">
                    <ns2:creationId id="{04812BDC-15EE-EB70-27A2-74C4F7BCF4AF}"/>
                  </a:ext>
                </a:extLst>
              </p:cNvPr>
              <p:cNvSpPr/>
              <p:nvPr/>
            </p:nvSpPr>
            <p:spPr>
              <a:xfrm>
                <a:off x="334959" y="5103734"/>
                <a:ext cx="5761041" cy="1204991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7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72000" bIns="72000" rtlCol="0" anchor="b"/>
              <a:lstStyle/>
              <a:p>
                <a:pPr lvl="0" algn="ctr"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31D34F87-FE12-10C7-5ED4-2C6F5665774A}"/>
                  </a:ext>
                </a:extLst>
              </p:cNvPr>
              <p:cNvSpPr/>
              <p:nvPr/>
            </p:nvSpPr>
            <p:spPr>
              <a:xfrm>
                <a:off x="334960" y="4752058"/>
                <a:ext cx="5761040" cy="351676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tIns="36000" rIns="36000" bIns="36000" rtlCol="0" anchor="ctr"/>
              <a:lstStyle/>
              <a:p>
                <a:pPr algn="ctr"/>
                <a:r>
                  <a:rPr lang="en-US" altLang="ja-JP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9BF37327-9B5C-8462-0F4B-A17371A4A9AF}"/>
                  </a:ext>
                </a:extLst>
              </p:cNvPr>
              <p:cNvSpPr/>
              <p:nvPr/>
            </p:nvSpPr>
            <p:spPr>
              <a:xfrm>
                <a:off x="416703" y="5403768"/>
                <a:ext cx="1715126" cy="5798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72000" bIns="36000" rtlCol="0" anchor="ctr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A41FADB1-F4CC-7619-DBFC-0317345EC8CF}"/>
                  </a:ext>
                </a:extLst>
              </p:cNvPr>
              <p:cNvSpPr/>
              <p:nvPr/>
            </p:nvSpPr>
            <p:spPr>
              <a:xfrm>
                <a:off x="416703" y="5155079"/>
                <a:ext cx="171512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425C4395-FEAA-F4F6-5F91-6043F6BEF30F}"/>
                  </a:ext>
                </a:extLst>
              </p:cNvPr>
              <p:cNvSpPr/>
              <p:nvPr/>
            </p:nvSpPr>
            <p:spPr>
              <a:xfrm>
                <a:off x="2255436" y="5403768"/>
                <a:ext cx="1915892" cy="5798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72000" bIns="36000" rtlCol="0" anchor="ctr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1033FA88-4808-10F7-D076-35E2E54BB5AE}"/>
                  </a:ext>
                </a:extLst>
              </p:cNvPr>
              <p:cNvSpPr/>
              <p:nvPr/>
            </p:nvSpPr>
            <p:spPr>
              <a:xfrm>
                <a:off x="2255436" y="5155079"/>
                <a:ext cx="1915892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0A6C649B-8BF7-BF56-2C9E-003D100C7C66}"/>
                  </a:ext>
                </a:extLst>
              </p:cNvPr>
              <p:cNvSpPr/>
              <p:nvPr/>
            </p:nvSpPr>
            <p:spPr>
              <a:xfrm>
                <a:off x="4294934" y="5403768"/>
                <a:ext cx="1715126" cy="5798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36000" rIns="72000" bIns="36000" rtlCol="0" anchor="ctr"/>
              <a:lstStyle/>
              <a:p>
                <a: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1CC9BCD8-CA4C-378F-8F45-A95CCE4956B0}"/>
                  </a:ext>
                </a:extLst>
              </p:cNvPr>
              <p:cNvSpPr/>
              <p:nvPr/>
            </p:nvSpPr>
            <p:spPr>
              <a:xfrm>
                <a:off x="4294935" y="5155079"/>
                <a:ext cx="171512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: 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4" name="グラフィックス 133" descr="クリップボード: チェックマーク 単色塗りつぶし">
                <a:extLst>
                  <a:ext uri="{FF2B5EF4-FFF2-40B4-BE49-F238E27FC236}">
                    <ns2:creationId id="{43F05764-9A8F-F69D-BD2B-EEB548A4F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1296015" y="4775421"/>
                <a:ext cx="304949" cy="304949"/>
              </a:xfrm>
              <a:prstGeom prst="rect">
                <a:avLst/>
              </a:prstGeom>
            </p:spPr>
          </p:pic>
        </p:grpSp>
        <p:grpSp>
          <p:nvGrpSpPr>
            <p:cNvPr id="19" name="グループ化 18">
              <a:extLst>
                <a:ext uri="{FF2B5EF4-FFF2-40B4-BE49-F238E27FC236}">
                  <ns2:creationId id="{51A1D096-58B8-1074-9DB0-DED84732A530}"/>
                </a:ext>
              </a:extLst>
            </p:cNvPr>
            <p:cNvGrpSpPr/>
            <p:nvPr/>
          </p:nvGrpSpPr>
          <p:grpSpPr>
            <a:xfrm>
              <a:off x="334963" y="2114775"/>
              <a:ext cx="11519122" cy="363271"/>
              <a:chOff x="334963" y="2114775"/>
              <a:chExt cx="11519122" cy="363271"/>
            </a:xfrm>
          </p:grpSpPr>
          <p:sp>
            <p:nvSpPr>
              <p:cNvPr id="31" name="矢印: 五方向 30">
                <a:extLst>
                  <a:ext uri="{FF2B5EF4-FFF2-40B4-BE49-F238E27FC236}">
                    <ns2:creationId id="{30CB99F0-757B-6755-E608-A30B44BABBCB}"/>
                  </a:ext>
                </a:extLst>
              </p:cNvPr>
              <p:cNvSpPr/>
              <p:nvPr/>
            </p:nvSpPr>
            <p:spPr>
              <a:xfrm>
                <a:off x="334963" y="2114775"/>
                <a:ext cx="4164848" cy="363271"/>
              </a:xfrm>
              <a:prstGeom prst="homePlate">
                <a:avLst>
                  <a:gd name="adj" fmla="val 18199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矢印: 山形 32">
                <a:extLst>
                  <a:ext uri="{FF2B5EF4-FFF2-40B4-BE49-F238E27FC236}">
                    <ns2:creationId id="{4AFE37EC-5552-F44C-44DB-513FE7D8B285}"/>
                  </a:ext>
                </a:extLst>
              </p:cNvPr>
              <p:cNvSpPr/>
              <p:nvPr/>
            </p:nvSpPr>
            <p:spPr>
              <a:xfrm>
                <a:off x="4474085" y="2114775"/>
                <a:ext cx="7380000" cy="363271"/>
              </a:xfrm>
              <a:prstGeom prst="chevron">
                <a:avLst>
                  <a:gd name="adj" fmla="val 18199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rtlCol="0" anchor="ctr"/>
              <a:lstStyle/>
              <a:p>
                <a:pPr algn="ctr"/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4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2" name="グラフィックス 131" descr="メガホン 単色塗りつぶし">
                <a:extLst>
                  <a:ext uri="{FF2B5EF4-FFF2-40B4-BE49-F238E27FC236}">
                    <ns2:creationId id="{74BFF5E6-1177-5754-29E7-E27308BDD8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52864" y="2143936"/>
                <a:ext cx="304949" cy="304949"/>
              </a:xfrm>
              <a:prstGeom prst="rect">
                <a:avLst/>
              </a:prstGeom>
            </p:spPr>
          </p:pic>
          <p:pic>
            <p:nvPicPr>
              <p:cNvPr id="136" name="グラフィックス 135" descr="バッジ: チェックマーク 単色塗りつぶし">
                <a:extLst>
                  <a:ext uri="{FF2B5EF4-FFF2-40B4-BE49-F238E27FC236}">
                    <ns2:creationId id="{F3F08C0F-3591-4C05-A408-390844263C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925211" y="2143936"/>
                <a:ext cx="304949" cy="304949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ns2:creationId id="{D79C6288-BBA1-5EFD-8850-BAAA1CAA4DC7}"/>
                </a:ext>
              </a:extLst>
            </p:cNvPr>
            <p:cNvGrpSpPr/>
            <p:nvPr/>
          </p:nvGrpSpPr>
          <p:grpSpPr>
            <a:xfrm>
              <a:off x="6197510" y="4752058"/>
              <a:ext cx="5659528" cy="1553693"/>
              <a:chOff x="6197510" y="4752058"/>
              <a:chExt cx="5659528" cy="1553693"/>
            </a:xfrm>
          </p:grpSpPr>
          <p:sp>
            <p:nvSpPr>
              <p:cNvPr id="87" name="正方形/長方形 86">
                <a:extLst>
                  <a:ext uri="{FF2B5EF4-FFF2-40B4-BE49-F238E27FC236}">
                    <ns2:creationId id="{4A64E5FB-2B2E-C0A8-58C5-6C92017530BE}"/>
                  </a:ext>
                </a:extLst>
              </p:cNvPr>
              <p:cNvSpPr/>
              <p:nvPr/>
            </p:nvSpPr>
            <p:spPr>
              <a:xfrm>
                <a:off x="6197510" y="5103734"/>
                <a:ext cx="5659528" cy="1202017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7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188000" tIns="36000" rIns="72000" bIns="36000" rtlCol="0" anchor="ctr"/>
              <a:lstStyle/>
              <a:p>
                <a:r>
                  <a:rPr lang="ja-JP" altLang="en-US" sz="120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9" name="正方形/長方形 88">
                <a:extLst>
                  <a:ext uri="{FF2B5EF4-FFF2-40B4-BE49-F238E27FC236}">
                    <ns2:creationId id="{5F2E6C62-7603-DC23-432C-BD78F559DDCB}"/>
                  </a:ext>
                </a:extLst>
              </p:cNvPr>
              <p:cNvSpPr/>
              <p:nvPr/>
            </p:nvSpPr>
            <p:spPr>
              <a:xfrm>
                <a:off x="6197510" y="4752058"/>
                <a:ext cx="5659528" cy="351676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2000" tIns="36000" rIns="36000" bIns="36000" rtlCol="0" anchor="ctr"/>
              <a:lstStyle/>
              <a:p>
                <a:pPr algn="ctr"/>
                <a:r>
                  <a:rPr lang="ja-JP" altLang="en-US" sz="14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EBA104CF-F37A-51AD-46F0-A7A7B64628B5}"/>
                  </a:ext>
                </a:extLst>
              </p:cNvPr>
              <p:cNvSpPr/>
              <p:nvPr/>
            </p:nvSpPr>
            <p:spPr>
              <a:xfrm>
                <a:off x="6278052" y="5403768"/>
                <a:ext cx="1743196" cy="828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108000" rIns="72000" bIns="36000" rtlCol="0" anchor="t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Bef>
                    <a:spcPts val="300"/>
                  </a:spcBef>
                  <a:buClr>
                    <a:srgbClr val="008D2E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676AFC61-E15F-68B8-BD3B-586E6F01650F}"/>
                  </a:ext>
                </a:extLst>
              </p:cNvPr>
              <p:cNvSpPr/>
              <p:nvPr/>
            </p:nvSpPr>
            <p:spPr>
              <a:xfrm>
                <a:off x="6278052" y="5155079"/>
                <a:ext cx="174319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09C7A022-4831-2695-4161-35A4569040E2}"/>
                  </a:ext>
                </a:extLst>
              </p:cNvPr>
              <p:cNvSpPr/>
              <p:nvPr/>
            </p:nvSpPr>
            <p:spPr>
              <a:xfrm>
                <a:off x="8144854" y="5403768"/>
                <a:ext cx="1743196" cy="828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108000" rIns="72000" bIns="36000" rtlCol="0" anchor="t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Bef>
                    <a:spcPts val="800"/>
                  </a:spcBef>
                  <a:buClr>
                    <a:srgbClr val="008D2E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4DEA1C2E-066F-9A52-F480-D3C31BCA940C}"/>
                  </a:ext>
                </a:extLst>
              </p:cNvPr>
              <p:cNvSpPr/>
              <p:nvPr/>
            </p:nvSpPr>
            <p:spPr>
              <a:xfrm>
                <a:off x="8144854" y="5151769"/>
                <a:ext cx="174319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ns2:creationId id="{D5B70BD2-9830-8568-FCE3-469D082B8384}"/>
                  </a:ext>
                </a:extLst>
              </p:cNvPr>
              <p:cNvSpPr/>
              <p:nvPr/>
            </p:nvSpPr>
            <p:spPr>
              <a:xfrm>
                <a:off x="10011657" y="5403768"/>
                <a:ext cx="1743196" cy="8280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108000" rIns="72000" bIns="36000" rtlCol="0" anchor="t"/>
              <a:lstStyle/>
              <a:p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spcBef>
                    <a:spcPts val="800"/>
                  </a:spcBef>
                  <a:buClr>
                    <a:srgbClr val="008D2E"/>
                  </a:buClr>
                  <a:buFont typeface="Wingdings" panose="05000000000000000000" pitchFamily="2" charset="2"/>
                  <a:buChar char="Ø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E9A1F9C8-4CCF-E282-F128-A6AF02F3A87C}"/>
                  </a:ext>
                </a:extLst>
              </p:cNvPr>
              <p:cNvSpPr/>
              <p:nvPr/>
            </p:nvSpPr>
            <p:spPr>
              <a:xfrm>
                <a:off x="10011657" y="5151768"/>
                <a:ext cx="1743196" cy="252000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99CCB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72000" bIns="36000" rtlCol="0" anchor="ctr"/>
              <a:lstStyle/>
              <a:p>
                <a:pPr algn="ctr"/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3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38" name="グラフィックス 137" descr="手のひらと植物 単色塗りつぶし">
                <a:extLst>
                  <a:ext uri="{FF2B5EF4-FFF2-40B4-BE49-F238E27FC236}">
                    <ns2:creationId id="{60ADAE09-9961-8785-E03F-3678627ECD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7848017" y="4775421"/>
                <a:ext cx="304949" cy="304949"/>
              </a:xfrm>
              <a:prstGeom prst="rect">
                <a:avLst/>
              </a:prstGeom>
            </p:spPr>
          </p:pic>
        </p:grpSp>
        <p:grpSp>
          <p:nvGrpSpPr>
            <p:cNvPr id="20" name="グループ化 19">
              <a:extLst>
                <a:ext uri="{FF2B5EF4-FFF2-40B4-BE49-F238E27FC236}">
                  <ns2:creationId id="{B95B0B74-C5CB-D132-A5C8-0C7B72CFA301}"/>
                </a:ext>
              </a:extLst>
            </p:cNvPr>
            <p:cNvGrpSpPr/>
            <p:nvPr/>
          </p:nvGrpSpPr>
          <p:grpSpPr>
            <a:xfrm>
              <a:off x="4474084" y="2540773"/>
              <a:ext cx="7382955" cy="2087925"/>
              <a:chOff x="4474084" y="2540773"/>
              <a:chExt cx="7382955" cy="2087925"/>
            </a:xfrm>
          </p:grpSpPr>
          <p:sp>
            <p:nvSpPr>
              <p:cNvPr id="44" name="正方形/長方形 43">
                <a:extLst>
                  <a:ext uri="{FF2B5EF4-FFF2-40B4-BE49-F238E27FC236}">
                    <ns2:creationId id="{025D61AE-CA3E-5481-55D1-8F816568A0DA}"/>
                  </a:ext>
                </a:extLst>
              </p:cNvPr>
              <p:cNvSpPr/>
              <p:nvPr/>
            </p:nvSpPr>
            <p:spPr>
              <a:xfrm>
                <a:off x="4474084" y="2540773"/>
                <a:ext cx="7380000" cy="478855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lvl="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3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3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3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31A70E61-A7F7-5B7A-00E3-C1AD16070CFC}"/>
                  </a:ext>
                </a:extLst>
              </p:cNvPr>
              <p:cNvSpPr/>
              <p:nvPr/>
            </p:nvSpPr>
            <p:spPr>
              <a:xfrm>
                <a:off x="4474084" y="3031660"/>
                <a:ext cx="360000" cy="1597038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300" spc="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300" b="0" i="0" u="none" strike="noStrike" kern="1200" cap="none" spc="600" normalizeH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27EBA8C0-ADEF-47F1-84A4-BD99974ACD7B}"/>
                  </a:ext>
                </a:extLst>
              </p:cNvPr>
              <p:cNvSpPr/>
              <p:nvPr/>
            </p:nvSpPr>
            <p:spPr>
              <a:xfrm>
                <a:off x="4834085" y="3031660"/>
                <a:ext cx="7022954" cy="159703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0" indent="-171450">
                  <a:buClr>
                    <a:srgbClr val="008D2E"/>
                  </a:buClr>
                  <a:buFont typeface="Arial" panose="020B0604020202020204" pitchFamily="34" charset="0"/>
                  <a:buChar char="•"/>
                  <a:defRPr/>
                </a:pPr>
                <a:endParaRPr lang="ja-JP" altLang="en-US" sz="12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5" name="ホームベース 13">
                <a:extLst>
                  <a:ext uri="{FF2B5EF4-FFF2-40B4-BE49-F238E27FC236}">
                    <ns2:creationId id="{C19E83DE-D822-5ABF-3717-40DABF91BFE1}"/>
                  </a:ext>
                </a:extLst>
              </p:cNvPr>
              <p:cNvSpPr/>
              <p:nvPr/>
            </p:nvSpPr>
            <p:spPr>
              <a:xfrm rot="5400000">
                <a:off x="5077655" y="2990782"/>
                <a:ext cx="522957" cy="735428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25</a:t>
                </a:r>
                <a:r>
                  <a:rPr lang="ja-JP" altLang="en-US" sz="12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6" name="山形 14">
                <a:extLst>
                  <a:ext uri="{FF2B5EF4-FFF2-40B4-BE49-F238E27FC236}">
                    <ns2:creationId id="{47D9D4CB-8D51-21E7-1866-EC638F150AF2}"/>
                  </a:ext>
                </a:extLst>
              </p:cNvPr>
              <p:cNvSpPr/>
              <p:nvPr/>
            </p:nvSpPr>
            <p:spPr>
              <a:xfrm rot="5400000">
                <a:off x="5077655" y="3463650"/>
                <a:ext cx="522957" cy="735428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26</a:t>
                </a: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57" name="山形 14">
                <a:extLst>
                  <a:ext uri="{FF2B5EF4-FFF2-40B4-BE49-F238E27FC236}">
                    <ns2:creationId id="{4087DE3B-93CD-428E-C521-C4466AD91BBB}"/>
                  </a:ext>
                </a:extLst>
              </p:cNvPr>
              <p:cNvSpPr/>
              <p:nvPr/>
            </p:nvSpPr>
            <p:spPr>
              <a:xfrm rot="5400000">
                <a:off x="5077655" y="3936518"/>
                <a:ext cx="522957" cy="735428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27</a:t>
                </a:r>
                <a:r>
                  <a:rPr lang="ja-JP" altLang="en-US" sz="12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grpSp>
            <p:nvGrpSpPr>
              <p:cNvPr id="15" name="グループ化 14">
                <a:extLst>
                  <a:ext uri="{FF2B5EF4-FFF2-40B4-BE49-F238E27FC236}">
                    <ns2:creationId id="{10304479-8B7A-1185-DF37-024381BFF973}"/>
                  </a:ext>
                </a:extLst>
              </p:cNvPr>
              <p:cNvGrpSpPr/>
              <p:nvPr/>
            </p:nvGrpSpPr>
            <p:grpSpPr>
              <a:xfrm>
                <a:off x="5781919" y="4063772"/>
                <a:ext cx="5815321" cy="399601"/>
                <a:chOff x="5897529" y="4063772"/>
                <a:chExt cx="5815321" cy="399601"/>
              </a:xfrm>
            </p:grpSpPr>
            <p:sp>
              <p:nvSpPr>
                <p:cNvPr id="69" name="四角形: 角を丸くする 68">
                  <a:extLst>
                    <a:ext uri="{FF2B5EF4-FFF2-40B4-BE49-F238E27FC236}">
                      <ns2:creationId id="{C18F3DAD-73A5-DB2A-9E84-5AEC070C4EA2}"/>
                    </a:ext>
                  </a:extLst>
                </p:cNvPr>
                <p:cNvSpPr/>
                <p:nvPr/>
              </p:nvSpPr>
              <p:spPr>
                <a:xfrm>
                  <a:off x="5897529" y="4063772"/>
                  <a:ext cx="802385" cy="399600"/>
                </a:xfrm>
                <a:prstGeom prst="roundRect">
                  <a:avLst>
                    <a:gd name="adj" fmla="val 9009"/>
                  </a:avLst>
                </a:prstGeom>
                <a:solidFill>
                  <a:schemeClr val="bg1"/>
                </a:solidFill>
                <a:ln w="9525">
                  <a:solidFill>
                    <a:srgbClr val="5CAF74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56E7841C-01DB-1B36-BE70-96544297C75A}"/>
                    </a:ext>
                  </a:extLst>
                </p:cNvPr>
                <p:cNvSpPr/>
                <p:nvPr/>
              </p:nvSpPr>
              <p:spPr>
                <a:xfrm>
                  <a:off x="7374826" y="4063773"/>
                  <a:ext cx="1707351" cy="3996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7" name="正方形/長方形 76">
                  <a:extLst>
                    <a:ext uri="{FF2B5EF4-FFF2-40B4-BE49-F238E27FC236}">
                      <ns2:creationId id="{CF551590-A8D7-DB37-037D-382E0562B52D}"/>
                    </a:ext>
                  </a:extLst>
                </p:cNvPr>
                <p:cNvSpPr/>
                <p:nvPr/>
              </p:nvSpPr>
              <p:spPr>
                <a:xfrm>
                  <a:off x="6822135" y="4063773"/>
                  <a:ext cx="568140" cy="39960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9" name="正方形/長方形 78">
                  <a:extLst>
                    <a:ext uri="{FF2B5EF4-FFF2-40B4-BE49-F238E27FC236}">
                      <ns2:creationId id="{BAF1E94D-AF5D-FFBF-AF22-EC01E8F65919}"/>
                    </a:ext>
                  </a:extLst>
                </p:cNvPr>
                <p:cNvSpPr/>
                <p:nvPr/>
              </p:nvSpPr>
              <p:spPr>
                <a:xfrm>
                  <a:off x="9270339" y="4063773"/>
                  <a:ext cx="568140" cy="39960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81" name="正方形/長方形 80">
                  <a:extLst>
                    <a:ext uri="{FF2B5EF4-FFF2-40B4-BE49-F238E27FC236}">
                      <ns2:creationId id="{F469C712-11E2-6D3D-5BF2-590C6ED9F51B}"/>
                    </a:ext>
                  </a:extLst>
                </p:cNvPr>
                <p:cNvSpPr/>
                <p:nvPr/>
              </p:nvSpPr>
              <p:spPr>
                <a:xfrm>
                  <a:off x="9838479" y="4063773"/>
                  <a:ext cx="1874371" cy="3996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  <p:grpSp>
            <p:nvGrpSpPr>
              <p:cNvPr id="11" name="グループ化 10">
                <a:extLst>
                  <a:ext uri="{FF2B5EF4-FFF2-40B4-BE49-F238E27FC236}">
                    <ns2:creationId id="{F8A8B518-0BB0-8AFE-BA8C-4507D54B3B8A}"/>
                  </a:ext>
                </a:extLst>
              </p:cNvPr>
              <p:cNvGrpSpPr/>
              <p:nvPr/>
            </p:nvGrpSpPr>
            <p:grpSpPr>
              <a:xfrm>
                <a:off x="5781919" y="3097018"/>
                <a:ext cx="5494708" cy="400784"/>
                <a:chOff x="5897529" y="3118038"/>
                <a:chExt cx="5494708" cy="400784"/>
              </a:xfrm>
            </p:grpSpPr>
            <p:sp>
              <p:nvSpPr>
                <p:cNvPr id="65" name="四角形: 角を丸くする 64">
                  <a:extLst>
                    <a:ext uri="{FF2B5EF4-FFF2-40B4-BE49-F238E27FC236}">
                      <ns2:creationId id="{8E60D18D-1F48-3494-E60E-037B548ED44D}"/>
                    </a:ext>
                  </a:extLst>
                </p:cNvPr>
                <p:cNvSpPr/>
                <p:nvPr/>
              </p:nvSpPr>
              <p:spPr>
                <a:xfrm>
                  <a:off x="5897529" y="3118038"/>
                  <a:ext cx="802385" cy="400784"/>
                </a:xfrm>
                <a:prstGeom prst="roundRect">
                  <a:avLst>
                    <a:gd name="adj" fmla="val 8982"/>
                  </a:avLst>
                </a:prstGeom>
                <a:solidFill>
                  <a:schemeClr val="bg1"/>
                </a:solidFill>
                <a:ln w="9525">
                  <a:solidFill>
                    <a:srgbClr val="5CAF74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1" name="正方形/長方形 70">
                  <a:extLst>
                    <a:ext uri="{FF2B5EF4-FFF2-40B4-BE49-F238E27FC236}">
                      <ns2:creationId id="{565F214C-C8D4-5400-763B-3F0C78AAD533}"/>
                    </a:ext>
                  </a:extLst>
                </p:cNvPr>
                <p:cNvSpPr/>
                <p:nvPr/>
              </p:nvSpPr>
              <p:spPr>
                <a:xfrm>
                  <a:off x="6822134" y="3118038"/>
                  <a:ext cx="4570103" cy="400784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139" name="フローチャート: 結合子 138">
                  <a:extLst>
                    <a:ext uri="{FF2B5EF4-FFF2-40B4-BE49-F238E27FC236}">
                      <ns2:creationId id="{38C1A76C-A968-AD6C-4818-C362DB146E6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550030" y="3210430"/>
                  <a:ext cx="216000" cy="216000"/>
                </a:xfrm>
                <a:prstGeom prst="flowChartConnector">
                  <a:avLst/>
                </a:prstGeom>
                <a:noFill/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13" name="グループ化 12">
                <a:extLst>
                  <a:ext uri="{FF2B5EF4-FFF2-40B4-BE49-F238E27FC236}">
                    <ns2:creationId id="{9A12BCA8-40FD-89BD-7EF8-B50C0F18B314}"/>
                  </a:ext>
                </a:extLst>
              </p:cNvPr>
              <p:cNvGrpSpPr/>
              <p:nvPr/>
            </p:nvGrpSpPr>
            <p:grpSpPr>
              <a:xfrm>
                <a:off x="5781919" y="3580987"/>
                <a:ext cx="5494708" cy="399600"/>
                <a:chOff x="5897529" y="3590905"/>
                <a:chExt cx="5494708" cy="399600"/>
              </a:xfrm>
            </p:grpSpPr>
            <p:sp>
              <p:nvSpPr>
                <p:cNvPr id="67" name="四角形: 角を丸くする 66">
                  <a:extLst>
                    <a:ext uri="{FF2B5EF4-FFF2-40B4-BE49-F238E27FC236}">
                      <ns2:creationId id="{00DEF224-26C7-4CC3-7A2A-DAB9989E746E}"/>
                    </a:ext>
                  </a:extLst>
                </p:cNvPr>
                <p:cNvSpPr/>
                <p:nvPr/>
              </p:nvSpPr>
              <p:spPr>
                <a:xfrm>
                  <a:off x="5897529" y="3590905"/>
                  <a:ext cx="802385" cy="399600"/>
                </a:xfrm>
                <a:prstGeom prst="roundRect">
                  <a:avLst>
                    <a:gd name="adj" fmla="val 9009"/>
                  </a:avLst>
                </a:prstGeom>
                <a:solidFill>
                  <a:schemeClr val="bg1"/>
                </a:solidFill>
                <a:ln w="9525">
                  <a:solidFill>
                    <a:srgbClr val="5CAF74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73" name="正方形/長方形 72">
                  <a:extLst>
                    <a:ext uri="{FF2B5EF4-FFF2-40B4-BE49-F238E27FC236}">
                      <ns2:creationId id="{64930E8B-4956-9F6A-05F6-CF8D63A31354}"/>
                    </a:ext>
                  </a:extLst>
                </p:cNvPr>
                <p:cNvSpPr/>
                <p:nvPr/>
              </p:nvSpPr>
              <p:spPr>
                <a:xfrm>
                  <a:off x="6822134" y="3590905"/>
                  <a:ext cx="4570103" cy="3996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AI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141" name="フローチャート: 結合子 140">
                  <a:extLst>
                    <a:ext uri="{FF2B5EF4-FFF2-40B4-BE49-F238E27FC236}">
                      <ns2:creationId id="{294B84E2-9AB8-6587-184A-01A870B389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550030" y="3682705"/>
                  <a:ext cx="216000" cy="216000"/>
                </a:xfrm>
                <a:prstGeom prst="flowChartConnector">
                  <a:avLst/>
                </a:prstGeom>
                <a:noFill/>
                <a:ln w="9525">
                  <a:solidFill>
                    <a:srgbClr val="008D2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grpSp>
          <p:nvGrpSpPr>
            <p:cNvPr id="16" name="グループ化 15">
              <a:extLst>
                <a:ext uri="{FF2B5EF4-FFF2-40B4-BE49-F238E27FC236}">
                  <ns2:creationId id="{FF467AB4-B4BB-D0B6-4D1C-9C5EE9ECD85E}"/>
                </a:ext>
              </a:extLst>
            </p:cNvPr>
            <p:cNvGrpSpPr/>
            <p:nvPr/>
          </p:nvGrpSpPr>
          <p:grpSpPr>
            <a:xfrm>
              <a:off x="342447" y="2540773"/>
              <a:ext cx="4000615" cy="2087925"/>
              <a:chOff x="342447" y="2540773"/>
              <a:chExt cx="4000615" cy="2087925"/>
            </a:xfrm>
          </p:grpSpPr>
          <p:sp>
            <p:nvSpPr>
              <p:cNvPr id="35" name="正方形/長方形 34">
                <a:extLst>
                  <a:ext uri="{FF2B5EF4-FFF2-40B4-BE49-F238E27FC236}">
                    <ns2:creationId id="{25997225-225D-1223-A5C7-EA9FC712C62B}"/>
                  </a:ext>
                </a:extLst>
              </p:cNvPr>
              <p:cNvSpPr/>
              <p:nvPr/>
            </p:nvSpPr>
            <p:spPr>
              <a:xfrm>
                <a:off x="342447" y="2540773"/>
                <a:ext cx="360000" cy="1139695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30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30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5C0475BF-C1F2-FA96-3F3E-20B8D32D6313}"/>
                  </a:ext>
                </a:extLst>
              </p:cNvPr>
              <p:cNvSpPr/>
              <p:nvPr/>
            </p:nvSpPr>
            <p:spPr>
              <a:xfrm>
                <a:off x="342447" y="3792821"/>
                <a:ext cx="360000" cy="835877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none" lIns="36000" tIns="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30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30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A06EF09-00EC-0B4A-0D97-6EAC763378D7}"/>
                  </a:ext>
                </a:extLst>
              </p:cNvPr>
              <p:cNvSpPr/>
              <p:nvPr/>
            </p:nvSpPr>
            <p:spPr>
              <a:xfrm>
                <a:off x="702447" y="3792821"/>
                <a:ext cx="3640615" cy="83587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200" b="0" i="0" u="none" strike="noStrike" kern="1200" cap="none" spc="0" normalizeH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D3CB2582-F6EC-0C1C-2CBB-719E0EEBC4AF}"/>
                  </a:ext>
                </a:extLst>
              </p:cNvPr>
              <p:cNvSpPr/>
              <p:nvPr/>
            </p:nvSpPr>
            <p:spPr>
              <a:xfrm>
                <a:off x="702446" y="2626597"/>
                <a:ext cx="3640615" cy="42703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28600" lvl="0" indent="-228600">
                  <a:spcAft>
                    <a:spcPts val="1200"/>
                  </a:spcAft>
                  <a:buClr>
                    <a:srgbClr val="008D2E"/>
                  </a:buClr>
                  <a:buFont typeface="+mj-ea"/>
                  <a:buAutoNum type="circleNumDbPlain"/>
                  <a:defRPr/>
                </a:pP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四角形: 角を丸くする 39">
                <a:extLst>
                  <a:ext uri="{FF2B5EF4-FFF2-40B4-BE49-F238E27FC236}">
                    <ns2:creationId id="{05237DCC-A2C7-4507-076A-C91D7F5C8159}"/>
                  </a:ext>
                </a:extLst>
              </p:cNvPr>
              <p:cNvSpPr/>
              <p:nvPr/>
            </p:nvSpPr>
            <p:spPr>
              <a:xfrm>
                <a:off x="3317555" y="2626597"/>
                <a:ext cx="914874" cy="427039"/>
              </a:xfrm>
              <a:prstGeom prst="roundRect">
                <a:avLst>
                  <a:gd name="adj" fmla="val 8430"/>
                </a:avLst>
              </a:prstGeom>
              <a:solidFill>
                <a:srgbClr val="008D2E">
                  <a:alpha val="5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zh-TW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zh-TW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zh-TW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TW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TW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四角形: 角を丸くする 41">
                <a:extLst>
                  <a:ext uri="{FF2B5EF4-FFF2-40B4-BE49-F238E27FC236}">
                    <ns2:creationId id="{AB54AFE4-6845-E386-CEFD-361919BA6D69}"/>
                  </a:ext>
                </a:extLst>
              </p:cNvPr>
              <p:cNvSpPr/>
              <p:nvPr/>
            </p:nvSpPr>
            <p:spPr>
              <a:xfrm>
                <a:off x="3317555" y="3167604"/>
                <a:ext cx="914874" cy="427039"/>
              </a:xfrm>
              <a:prstGeom prst="roundRect">
                <a:avLst>
                  <a:gd name="adj" fmla="val 8430"/>
                </a:avLst>
              </a:prstGeom>
              <a:solidFill>
                <a:srgbClr val="008D2E">
                  <a:alpha val="5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F3B9DB2B-CA23-A401-C525-3AB6940DBE77}"/>
                  </a:ext>
                </a:extLst>
              </p:cNvPr>
              <p:cNvSpPr/>
              <p:nvPr/>
            </p:nvSpPr>
            <p:spPr>
              <a:xfrm>
                <a:off x="702446" y="3167604"/>
                <a:ext cx="3640615" cy="427039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228600" lvl="0" indent="-228600">
                  <a:buClr>
                    <a:srgbClr val="008D2E"/>
                  </a:buClr>
                  <a:buFont typeface="+mj-ea"/>
                  <a:buAutoNum type="circleNumDbPlain" startAt="2"/>
                  <a:defRPr/>
                </a:pP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ns2:creationId id="{B57FC8D3-38A7-89A8-E4A4-F90308989C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2447" y="3736644"/>
                <a:ext cx="3640615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3624734598"/>
      </p:ext>
    </p:extLst>
  </p:cSld>
  <p:clrMapOvr>
    <a:masterClrMapping/>
  </p:clrMapOvr>
</p:sld>
</file>

<file path=ppt/slides/slide312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EF080A2-CB05-5C43-B895-C37D8431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1B226FE-29A4-5AB2-F8B9-9C26031C9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XX</a:t>
            </a:r>
            <a:endParaRPr kumimoji="1" lang="en-US"/>
          </a:p>
        </p:txBody>
      </p:sp>
      <p:sp>
        <p:nvSpPr>
          <p:cNvPr id="66" name="テキスト プレースホルダー 2">
            <a:extLst>
              <a:ext uri="{FF2B5EF4-FFF2-40B4-BE49-F238E27FC236}">
                <ns2:creationId id="{2F30393B-FD30-679F-EFD6-C3C46E26D6F0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・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3</a:t>
            </a:r>
            <a:r>
              <a:rPr lang="ja-JP" altLang="en-US" dirty="0"/>
              <a:t>XX</a:t>
            </a:r>
          </a:p>
        </p:txBody>
      </p:sp>
      <p:grpSp>
        <p:nvGrpSpPr>
          <p:cNvPr id="406" name="グループ化 405">
            <a:extLst>
              <a:ext uri="{FF2B5EF4-FFF2-40B4-BE49-F238E27FC236}">
                <ns2:creationId id="{E041C660-707D-29AB-4028-F2E6F71368C4}"/>
              </a:ext>
            </a:extLst>
          </p:cNvPr>
          <p:cNvGrpSpPr/>
          <p:nvPr/>
        </p:nvGrpSpPr>
        <p:grpSpPr>
          <a:xfrm>
            <a:off x="338283" y="4206853"/>
            <a:ext cx="11520000" cy="2105942"/>
            <a:chOff x="338283" y="4206853"/>
            <a:chExt cx="11520000" cy="2105942"/>
          </a:xfrm>
        </p:grpSpPr>
        <p:grpSp>
          <p:nvGrpSpPr>
            <p:cNvPr id="399" name="グループ化 398">
              <a:extLst>
                <a:ext uri="{FF2B5EF4-FFF2-40B4-BE49-F238E27FC236}">
                  <ns2:creationId id="{5FDB8F3E-2F10-2666-D79C-B478E78B2D65}"/>
                </a:ext>
              </a:extLst>
            </p:cNvPr>
            <p:cNvGrpSpPr/>
            <p:nvPr/>
          </p:nvGrpSpPr>
          <p:grpSpPr>
            <a:xfrm>
              <a:off x="338283" y="5592795"/>
              <a:ext cx="11520000" cy="720000"/>
              <a:chOff x="338283" y="5586445"/>
              <a:chExt cx="11520000" cy="720000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5DEC7EA5-2206-AF49-1AD8-CCB27C6D12AF}"/>
                  </a:ext>
                </a:extLst>
              </p:cNvPr>
              <p:cNvSpPr/>
              <p:nvPr/>
            </p:nvSpPr>
            <p:spPr>
              <a:xfrm>
                <a:off x="603622" y="5628938"/>
                <a:ext cx="850738" cy="635013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1D1C17AF-64AF-550E-30FE-8F30F8EC0A3B}"/>
                  </a:ext>
                </a:extLst>
              </p:cNvPr>
              <p:cNvSpPr/>
              <p:nvPr/>
            </p:nvSpPr>
            <p:spPr>
              <a:xfrm>
                <a:off x="3053467" y="5628524"/>
                <a:ext cx="3157948" cy="61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: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)。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)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5" name="グループ化 94">
                <a:extLst>
                  <a:ext uri="{FF2B5EF4-FFF2-40B4-BE49-F238E27FC236}">
                    <ns2:creationId id="{E36F6798-84F7-DBF3-83D2-0AB53991F8E3}"/>
                  </a:ext>
                </a:extLst>
              </p:cNvPr>
              <p:cNvGrpSpPr/>
              <p:nvPr/>
            </p:nvGrpSpPr>
            <p:grpSpPr>
              <a:xfrm>
                <a:off x="2088987" y="5650000"/>
                <a:ext cx="900000" cy="583612"/>
                <a:chOff x="1333537" y="5611900"/>
                <a:chExt cx="900000" cy="583612"/>
              </a:xfrm>
              <a:solidFill>
                <a:srgbClr val="E2F0D9"/>
              </a:solidFill>
            </p:grpSpPr>
            <p:sp>
              <p:nvSpPr>
                <p:cNvPr id="80" name="正方形/長方形 79">
                  <a:extLst>
                    <a:ext uri="{FF2B5EF4-FFF2-40B4-BE49-F238E27FC236}">
                      <ns2:creationId id="{05A8FE78-D46D-A846-A1AD-14FDE1E222C0}"/>
                    </a:ext>
                  </a:extLst>
                </p:cNvPr>
                <p:cNvSpPr/>
                <p:nvPr/>
              </p:nvSpPr>
              <p:spPr>
                <a:xfrm>
                  <a:off x="1333537" y="5611900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CAB8C0FF-806B-A23A-978B-8A2563F7675E}"/>
                    </a:ext>
                  </a:extLst>
                </p:cNvPr>
                <p:cNvSpPr/>
                <p:nvPr/>
              </p:nvSpPr>
              <p:spPr>
                <a:xfrm>
                  <a:off x="1333537" y="5764437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84" name="正方形/長方形 83">
                  <a:extLst>
                    <a:ext uri="{FF2B5EF4-FFF2-40B4-BE49-F238E27FC236}">
                      <ns2:creationId id="{318FF8B5-C3F1-50A9-6348-4CBEACD1C12B}"/>
                    </a:ext>
                  </a:extLst>
                </p:cNvPr>
                <p:cNvSpPr/>
                <p:nvPr/>
              </p:nvSpPr>
              <p:spPr>
                <a:xfrm>
                  <a:off x="1333537" y="5916974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608471A4-9052-B7AA-BC4C-C6FFA70AC767}"/>
                    </a:ext>
                  </a:extLst>
                </p:cNvPr>
                <p:cNvSpPr/>
                <p:nvPr/>
              </p:nvSpPr>
              <p:spPr>
                <a:xfrm>
                  <a:off x="1333537" y="6069512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</p:grpSp>
          <p:sp>
            <p:nvSpPr>
              <p:cNvPr id="88" name="正方形/長方形 87">
                <a:extLst>
                  <a:ext uri="{FF2B5EF4-FFF2-40B4-BE49-F238E27FC236}">
                    <ns2:creationId id="{6F13183F-838D-E257-49C4-E99DFED662BF}"/>
                  </a:ext>
                </a:extLst>
              </p:cNvPr>
              <p:cNvSpPr/>
              <p:nvPr/>
            </p:nvSpPr>
            <p:spPr>
              <a:xfrm>
                <a:off x="7945783" y="5628524"/>
                <a:ext cx="3157948" cy="61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200"/>
                  </a:lnSpc>
                </a:pPr>
                <a:r>
                  <a:rPr lang="en-US" altLang="ja-JP" sz="800" b="1" dirty="0">
                    <a:solidFill>
                      <a:srgbClr val="1E276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</a:p>
              <a:p>
                <a:pPr>
                  <a:lnSpc>
                    <a:spcPts val="1200"/>
                  </a:lnSpc>
                </a:pP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=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/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=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+/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200"/>
                  </a:lnSpc>
                </a:pP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8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lang="en-US" altLang="ja-JP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4" name="グループ化 93">
                <a:extLst>
                  <a:ext uri="{FF2B5EF4-FFF2-40B4-BE49-F238E27FC236}">
                    <ns2:creationId id="{135A4CB1-7561-7B02-03AD-ACDAD67D2920}"/>
                  </a:ext>
                </a:extLst>
              </p:cNvPr>
              <p:cNvGrpSpPr/>
              <p:nvPr/>
            </p:nvGrpSpPr>
            <p:grpSpPr>
              <a:xfrm>
                <a:off x="6953363" y="5650000"/>
                <a:ext cx="900000" cy="583612"/>
                <a:chOff x="6331063" y="5611900"/>
                <a:chExt cx="900000" cy="583612"/>
              </a:xfrm>
              <a:solidFill>
                <a:srgbClr val="E2F0D9"/>
              </a:solidFill>
            </p:grpSpPr>
            <p:sp>
              <p:nvSpPr>
                <p:cNvPr id="90" name="正方形/長方形 89">
                  <a:extLst>
                    <a:ext uri="{FF2B5EF4-FFF2-40B4-BE49-F238E27FC236}">
                      <ns2:creationId id="{55CB6854-271A-C5F4-F3CF-8E2D2CB9E09D}"/>
                    </a:ext>
                  </a:extLst>
                </p:cNvPr>
                <p:cNvSpPr/>
                <p:nvPr/>
              </p:nvSpPr>
              <p:spPr>
                <a:xfrm>
                  <a:off x="6331063" y="5611900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  <p:sp>
              <p:nvSpPr>
                <p:cNvPr id="91" name="正方形/長方形 90">
                  <a:extLst>
                    <a:ext uri="{FF2B5EF4-FFF2-40B4-BE49-F238E27FC236}">
                      <ns2:creationId id="{AE9BFD26-3391-BF3F-CC47-2E14D19824D4}"/>
                    </a:ext>
                  </a:extLst>
                </p:cNvPr>
                <p:cNvSpPr/>
                <p:nvPr/>
              </p:nvSpPr>
              <p:spPr>
                <a:xfrm>
                  <a:off x="6331063" y="5764437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endParaRPr>
                </a:p>
              </p:txBody>
            </p:sp>
            <p:sp>
              <p:nvSpPr>
                <p:cNvPr id="92" name="正方形/長方形 91">
                  <a:extLst>
                    <a:ext uri="{FF2B5EF4-FFF2-40B4-BE49-F238E27FC236}">
                      <ns2:creationId id="{93102C59-0B9D-681C-E96C-0558706B729C}"/>
                    </a:ext>
                  </a:extLst>
                </p:cNvPr>
                <p:cNvSpPr/>
                <p:nvPr/>
              </p:nvSpPr>
              <p:spPr>
                <a:xfrm>
                  <a:off x="6331063" y="5916974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 dirty="0" err="1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  <p:sp>
              <p:nvSpPr>
                <p:cNvPr id="93" name="正方形/長方形 92">
                  <a:extLst>
                    <a:ext uri="{FF2B5EF4-FFF2-40B4-BE49-F238E27FC236}">
                      <ns2:creationId id="{CF35A82B-6530-B332-120C-A675D5E380DC}"/>
                    </a:ext>
                  </a:extLst>
                </p:cNvPr>
                <p:cNvSpPr/>
                <p:nvPr/>
              </p:nvSpPr>
              <p:spPr>
                <a:xfrm>
                  <a:off x="6331063" y="6069512"/>
                  <a:ext cx="900000" cy="126000"/>
                </a:xfrm>
                <a:prstGeom prst="rect">
                  <a:avLst/>
                </a:prstGeom>
                <a:grp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ts val="1200"/>
                    </a:lnSpc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</a:p>
              </p:txBody>
            </p:sp>
          </p:grpSp>
          <p:sp>
            <p:nvSpPr>
              <p:cNvPr id="96" name="正方形/長方形 95">
                <a:extLst>
                  <a:ext uri="{FF2B5EF4-FFF2-40B4-BE49-F238E27FC236}">
                    <ns2:creationId id="{C01734A9-4313-94A0-9EBF-C8EAB0224FC5}"/>
                  </a:ext>
                </a:extLst>
              </p:cNvPr>
              <p:cNvSpPr/>
              <p:nvPr/>
            </p:nvSpPr>
            <p:spPr>
              <a:xfrm>
                <a:off x="338283" y="5586445"/>
                <a:ext cx="11520000" cy="720000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98" name="直線コネクタ 97">
              <a:extLst>
                <a:ext uri="{FF2B5EF4-FFF2-40B4-BE49-F238E27FC236}">
                  <ns2:creationId id="{795168EC-35B4-AA58-5550-93B0CA7ED356}"/>
                </a:ext>
              </a:extLst>
            </p:cNvPr>
            <p:cNvCxnSpPr>
              <a:cxnSpLocks/>
            </p:cNvCxnSpPr>
            <p:nvPr/>
          </p:nvCxnSpPr>
          <p:spPr>
            <a:xfrm>
              <a:off x="1728771" y="5651500"/>
              <a:ext cx="0" cy="584200"/>
            </a:xfrm>
            <a:prstGeom prst="line">
              <a:avLst/>
            </a:prstGeom>
            <a:ln w="38100">
              <a:solidFill>
                <a:srgbClr val="008D2E">
                  <a:alpha val="6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正方形/長方形 125">
              <a:extLst>
                <a:ext uri="{FF2B5EF4-FFF2-40B4-BE49-F238E27FC236}">
                  <ns2:creationId id="{3E72FE11-BED5-1640-8D05-C0D64C3E0516}"/>
                </a:ext>
              </a:extLst>
            </p:cNvPr>
            <p:cNvSpPr/>
            <p:nvPr/>
          </p:nvSpPr>
          <p:spPr>
            <a:xfrm>
              <a:off x="6636737" y="4414737"/>
              <a:ext cx="756000" cy="1253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0708C602-12A5-CF42-2871-9CA7EF75C375}"/>
                </a:ext>
              </a:extLst>
            </p:cNvPr>
            <p:cNvSpPr/>
            <p:nvPr/>
          </p:nvSpPr>
          <p:spPr>
            <a:xfrm>
              <a:off x="8561028" y="4414737"/>
              <a:ext cx="756000" cy="1253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2B35D01B-A6D0-8F06-735F-494C9DB673E8}"/>
                </a:ext>
              </a:extLst>
            </p:cNvPr>
            <p:cNvSpPr/>
            <p:nvPr/>
          </p:nvSpPr>
          <p:spPr>
            <a:xfrm>
              <a:off x="10710033" y="4414737"/>
              <a:ext cx="756000" cy="12536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F4C4341F-2333-ADE8-8311-1C038F16785E}"/>
                </a:ext>
              </a:extLst>
            </p:cNvPr>
            <p:cNvSpPr/>
            <p:nvPr/>
          </p:nvSpPr>
          <p:spPr>
            <a:xfrm>
              <a:off x="7398556" y="4483455"/>
              <a:ext cx="249695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055B2F93-ABC0-5EBF-5A52-A29CB2B2A663}"/>
                </a:ext>
              </a:extLst>
            </p:cNvPr>
            <p:cNvSpPr/>
            <p:nvPr/>
          </p:nvSpPr>
          <p:spPr>
            <a:xfrm>
              <a:off x="9398932" y="4483455"/>
              <a:ext cx="249695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AC718B52-E818-4CD4-3106-140E8120A417}"/>
                </a:ext>
              </a:extLst>
            </p:cNvPr>
            <p:cNvSpPr/>
            <p:nvPr/>
          </p:nvSpPr>
          <p:spPr>
            <a:xfrm>
              <a:off x="11453105" y="4483455"/>
              <a:ext cx="249695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A1DC7F0F-B234-9D3E-CCCF-0C1E31476F6B}"/>
                </a:ext>
              </a:extLst>
            </p:cNvPr>
            <p:cNvSpPr/>
            <p:nvPr/>
          </p:nvSpPr>
          <p:spPr>
            <a:xfrm>
              <a:off x="2934436" y="4224853"/>
              <a:ext cx="8922602" cy="144000"/>
            </a:xfrm>
            <a:prstGeom prst="rect">
              <a:avLst/>
            </a:prstGeom>
            <a:noFill/>
            <a:ln w="9525">
              <a:solidFill>
                <a:srgbClr val="7FC6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21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1E5AD53D-A54E-2256-D53C-B153EB965C87}"/>
                </a:ext>
              </a:extLst>
            </p:cNvPr>
            <p:cNvSpPr/>
            <p:nvPr/>
          </p:nvSpPr>
          <p:spPr>
            <a:xfrm>
              <a:off x="346246" y="4490030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B99F8F13-6EA1-5667-AF9E-A14512B60CE6}"/>
                </a:ext>
              </a:extLst>
            </p:cNvPr>
            <p:cNvSpPr/>
            <p:nvPr/>
          </p:nvSpPr>
          <p:spPr>
            <a:xfrm>
              <a:off x="1038837" y="4490030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385539CD-184A-5EDA-D608-C31AC247304E}"/>
                </a:ext>
              </a:extLst>
            </p:cNvPr>
            <p:cNvSpPr/>
            <p:nvPr/>
          </p:nvSpPr>
          <p:spPr>
            <a:xfrm>
              <a:off x="3747428" y="4509080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E3FAE1D3-A547-65F0-02C5-EA36B6139177}"/>
                </a:ext>
              </a:extLst>
            </p:cNvPr>
            <p:cNvSpPr/>
            <p:nvPr/>
          </p:nvSpPr>
          <p:spPr>
            <a:xfrm>
              <a:off x="4260019" y="4509080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10B3E03E-2857-B10B-92A9-CEBD66B71B5A}"/>
                </a:ext>
              </a:extLst>
            </p:cNvPr>
            <p:cNvSpPr/>
            <p:nvPr/>
          </p:nvSpPr>
          <p:spPr>
            <a:xfrm>
              <a:off x="5060610" y="4509080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40CAE396-FE02-0AFD-C5AD-0FE48310007A}"/>
                </a:ext>
              </a:extLst>
            </p:cNvPr>
            <p:cNvSpPr/>
            <p:nvPr/>
          </p:nvSpPr>
          <p:spPr>
            <a:xfrm>
              <a:off x="346246" y="4725510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F889268F-9BF2-EE79-C215-6D7B2075B807}"/>
                </a:ext>
              </a:extLst>
            </p:cNvPr>
            <p:cNvSpPr/>
            <p:nvPr/>
          </p:nvSpPr>
          <p:spPr>
            <a:xfrm>
              <a:off x="1038837" y="4725510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8724A629-B2F1-23D8-F289-5A9F8AAC4820}"/>
                </a:ext>
              </a:extLst>
            </p:cNvPr>
            <p:cNvSpPr/>
            <p:nvPr/>
          </p:nvSpPr>
          <p:spPr>
            <a:xfrm>
              <a:off x="3747428" y="4725510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7BB44EC2-2376-7618-CF36-127613ADF90D}"/>
                </a:ext>
              </a:extLst>
            </p:cNvPr>
            <p:cNvSpPr/>
            <p:nvPr/>
          </p:nvSpPr>
          <p:spPr>
            <a:xfrm>
              <a:off x="4260019" y="4725510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DD3F0F32-5465-56A8-390D-C6FC0D79DFFC}"/>
                </a:ext>
              </a:extLst>
            </p:cNvPr>
            <p:cNvSpPr/>
            <p:nvPr/>
          </p:nvSpPr>
          <p:spPr>
            <a:xfrm>
              <a:off x="5060610" y="4725510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DF6C6512-66A6-8DF1-1CE8-D549B1BCCFE6}"/>
                </a:ext>
              </a:extLst>
            </p:cNvPr>
            <p:cNvSpPr/>
            <p:nvPr/>
          </p:nvSpPr>
          <p:spPr>
            <a:xfrm>
              <a:off x="346246" y="5003852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9E9072E1-7D39-AB5E-8F41-DC476CF2F163}"/>
                </a:ext>
              </a:extLst>
            </p:cNvPr>
            <p:cNvSpPr/>
            <p:nvPr/>
          </p:nvSpPr>
          <p:spPr>
            <a:xfrm>
              <a:off x="1038837" y="5003852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8973180D-C0C3-D81E-7260-67051F5FC5FD}"/>
                </a:ext>
              </a:extLst>
            </p:cNvPr>
            <p:cNvSpPr/>
            <p:nvPr/>
          </p:nvSpPr>
          <p:spPr>
            <a:xfrm>
              <a:off x="3747428" y="5003852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E20574E9-F0BE-589F-20C5-3A70EDAFCACA}"/>
                </a:ext>
              </a:extLst>
            </p:cNvPr>
            <p:cNvSpPr/>
            <p:nvPr/>
          </p:nvSpPr>
          <p:spPr>
            <a:xfrm>
              <a:off x="4260019" y="5003852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9F52E0E9-6191-3811-CDDD-36C4AF8BFB00}"/>
                </a:ext>
              </a:extLst>
            </p:cNvPr>
            <p:cNvSpPr/>
            <p:nvPr/>
          </p:nvSpPr>
          <p:spPr>
            <a:xfrm>
              <a:off x="5060610" y="5003852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B8387195-74AD-3678-15FC-14150D4DC894}"/>
                </a:ext>
              </a:extLst>
            </p:cNvPr>
            <p:cNvSpPr/>
            <p:nvPr/>
          </p:nvSpPr>
          <p:spPr>
            <a:xfrm>
              <a:off x="346246" y="5282194"/>
              <a:ext cx="64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404F699A-0DCF-CBB7-9837-B07A8D32C3AA}"/>
                </a:ext>
              </a:extLst>
            </p:cNvPr>
            <p:cNvSpPr/>
            <p:nvPr/>
          </p:nvSpPr>
          <p:spPr>
            <a:xfrm>
              <a:off x="1038837" y="5282194"/>
              <a:ext cx="26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88BE7E0D-9680-6627-3AE6-A6E53D0084EA}"/>
                </a:ext>
              </a:extLst>
            </p:cNvPr>
            <p:cNvSpPr/>
            <p:nvPr/>
          </p:nvSpPr>
          <p:spPr>
            <a:xfrm>
              <a:off x="3747428" y="5282194"/>
              <a:ext cx="4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6DD49833-EE61-BD4C-04EE-0594DCC00A79}"/>
                </a:ext>
              </a:extLst>
            </p:cNvPr>
            <p:cNvSpPr/>
            <p:nvPr/>
          </p:nvSpPr>
          <p:spPr>
            <a:xfrm>
              <a:off x="4260019" y="5282194"/>
              <a:ext cx="756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D57FF3E5-EC41-C451-2B87-E5188CA88E2D}"/>
                </a:ext>
              </a:extLst>
            </p:cNvPr>
            <p:cNvSpPr/>
            <p:nvPr/>
          </p:nvSpPr>
          <p:spPr>
            <a:xfrm>
              <a:off x="5060610" y="5282194"/>
              <a:ext cx="864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ns2:creationId id="{57D1E49D-6535-7C91-63DB-05977EA23EE3}"/>
                </a:ext>
              </a:extLst>
            </p:cNvPr>
            <p:cNvCxnSpPr>
              <a:cxnSpLocks/>
            </p:cNvCxnSpPr>
            <p:nvPr/>
          </p:nvCxnSpPr>
          <p:spPr>
            <a:xfrm>
              <a:off x="1035856" y="4931210"/>
              <a:ext cx="26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ns2:creationId id="{B93B63B8-3738-99FA-9DAA-ECF0C8820F63}"/>
                </a:ext>
              </a:extLst>
            </p:cNvPr>
            <p:cNvCxnSpPr>
              <a:cxnSpLocks/>
            </p:cNvCxnSpPr>
            <p:nvPr/>
          </p:nvCxnSpPr>
          <p:spPr>
            <a:xfrm>
              <a:off x="3747428" y="4931210"/>
              <a:ext cx="46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432E5939-D1EA-3A8B-1274-5ADD618B8151}"/>
                </a:ext>
              </a:extLst>
            </p:cNvPr>
            <p:cNvCxnSpPr>
              <a:cxnSpLocks/>
            </p:cNvCxnSpPr>
            <p:nvPr/>
          </p:nvCxnSpPr>
          <p:spPr>
            <a:xfrm>
              <a:off x="4265588" y="4931210"/>
              <a:ext cx="756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ns2:creationId id="{BCFDF14D-2F89-4A32-F50F-3D3BDB849289}"/>
                </a:ext>
              </a:extLst>
            </p:cNvPr>
            <p:cNvCxnSpPr>
              <a:cxnSpLocks/>
            </p:cNvCxnSpPr>
            <p:nvPr/>
          </p:nvCxnSpPr>
          <p:spPr>
            <a:xfrm>
              <a:off x="5075367" y="4931210"/>
              <a:ext cx="8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235564DE-CB22-EB4B-5E25-56D528A70156}"/>
                </a:ext>
              </a:extLst>
            </p:cNvPr>
            <p:cNvCxnSpPr>
              <a:cxnSpLocks/>
            </p:cNvCxnSpPr>
            <p:nvPr/>
          </p:nvCxnSpPr>
          <p:spPr>
            <a:xfrm>
              <a:off x="1035856" y="5212058"/>
              <a:ext cx="26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ns2:creationId id="{022DE054-6657-DA14-B654-8BAE453FECA7}"/>
                </a:ext>
              </a:extLst>
            </p:cNvPr>
            <p:cNvCxnSpPr>
              <a:cxnSpLocks/>
            </p:cNvCxnSpPr>
            <p:nvPr/>
          </p:nvCxnSpPr>
          <p:spPr>
            <a:xfrm>
              <a:off x="3747428" y="5212058"/>
              <a:ext cx="46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ns2:creationId id="{6AB2349D-6829-3E16-2507-7F6995FCEC1C}"/>
                </a:ext>
              </a:extLst>
            </p:cNvPr>
            <p:cNvCxnSpPr>
              <a:cxnSpLocks/>
            </p:cNvCxnSpPr>
            <p:nvPr/>
          </p:nvCxnSpPr>
          <p:spPr>
            <a:xfrm>
              <a:off x="4265588" y="5212058"/>
              <a:ext cx="756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ns2:creationId id="{F3351DAF-7F89-7D6A-1CA9-3DAAE3B82E20}"/>
                </a:ext>
              </a:extLst>
            </p:cNvPr>
            <p:cNvCxnSpPr>
              <a:cxnSpLocks/>
            </p:cNvCxnSpPr>
            <p:nvPr/>
          </p:nvCxnSpPr>
          <p:spPr>
            <a:xfrm>
              <a:off x="5075367" y="5212058"/>
              <a:ext cx="8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218B9EA9-B9EF-50D8-C4A0-7B75A82AFDD2}"/>
                </a:ext>
              </a:extLst>
            </p:cNvPr>
            <p:cNvCxnSpPr>
              <a:cxnSpLocks/>
            </p:cNvCxnSpPr>
            <p:nvPr/>
          </p:nvCxnSpPr>
          <p:spPr>
            <a:xfrm>
              <a:off x="1031178" y="4683560"/>
              <a:ext cx="26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61DB4A3A-5A85-EBFC-B721-28B768C52848}"/>
                </a:ext>
              </a:extLst>
            </p:cNvPr>
            <p:cNvCxnSpPr>
              <a:cxnSpLocks/>
            </p:cNvCxnSpPr>
            <p:nvPr/>
          </p:nvCxnSpPr>
          <p:spPr>
            <a:xfrm>
              <a:off x="3733225" y="4683560"/>
              <a:ext cx="46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8360AAC2-5630-FD36-F30E-BA52CC9D6742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85" y="4683560"/>
              <a:ext cx="756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コネクタ 120">
              <a:extLst>
                <a:ext uri="{FF2B5EF4-FFF2-40B4-BE49-F238E27FC236}">
                  <ns2:creationId id="{DD00F42C-78D6-033A-C614-F33D32653C47}"/>
                </a:ext>
              </a:extLst>
            </p:cNvPr>
            <p:cNvCxnSpPr>
              <a:cxnSpLocks/>
            </p:cNvCxnSpPr>
            <p:nvPr/>
          </p:nvCxnSpPr>
          <p:spPr>
            <a:xfrm>
              <a:off x="5061164" y="4683560"/>
              <a:ext cx="864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ns2:creationId id="{27D951BF-3AC3-2024-F3D6-0C5BB67EE40B}"/>
                </a:ext>
              </a:extLst>
            </p:cNvPr>
            <p:cNvCxnSpPr>
              <a:cxnSpLocks/>
            </p:cNvCxnSpPr>
            <p:nvPr/>
          </p:nvCxnSpPr>
          <p:spPr>
            <a:xfrm>
              <a:off x="362011" y="4931210"/>
              <a:ext cx="64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ns2:creationId id="{F322F876-8C03-8B68-07C3-765B1023BF61}"/>
                </a:ext>
              </a:extLst>
            </p:cNvPr>
            <p:cNvCxnSpPr>
              <a:cxnSpLocks/>
            </p:cNvCxnSpPr>
            <p:nvPr/>
          </p:nvCxnSpPr>
          <p:spPr>
            <a:xfrm>
              <a:off x="362011" y="5212058"/>
              <a:ext cx="64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ns2:creationId id="{84620EE3-4A6D-64BB-F3CA-447A33AA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7808" y="4683560"/>
              <a:ext cx="648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ns2:creationId id="{6939C686-E1F7-B12A-CD1D-355162D9A785}"/>
                </a:ext>
              </a:extLst>
            </p:cNvPr>
            <p:cNvSpPr/>
            <p:nvPr/>
          </p:nvSpPr>
          <p:spPr>
            <a:xfrm>
              <a:off x="342436" y="4224853"/>
              <a:ext cx="2592000" cy="144000"/>
            </a:xfrm>
            <a:prstGeom prst="rect">
              <a:avLst/>
            </a:prstGeom>
            <a:solidFill>
              <a:srgbClr val="008D2E">
                <a:alpha val="50000"/>
              </a:srgbClr>
            </a:solidFill>
            <a:ln w="9525">
              <a:solidFill>
                <a:srgbClr val="7FC6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8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8" name="グラフィックス 77" descr="ベン図 単色塗りつぶし">
              <a:extLst>
                <a:ext uri="{FF2B5EF4-FFF2-40B4-BE49-F238E27FC236}">
                  <ns2:creationId id="{0AEC4397-EC4B-6F32-E419-7F042341C8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08277" y="4206853"/>
              <a:ext cx="180000" cy="180000"/>
            </a:xfrm>
            <a:prstGeom prst="rect">
              <a:avLst/>
            </a:prstGeom>
          </p:spPr>
        </p:pic>
        <p:grpSp>
          <p:nvGrpSpPr>
            <p:cNvPr id="404" name="グループ化 403">
              <a:extLst>
                <a:ext uri="{FF2B5EF4-FFF2-40B4-BE49-F238E27FC236}">
                  <ns2:creationId id="{5D186517-2782-605A-697A-2DD9BA709177}"/>
                </a:ext>
              </a:extLst>
            </p:cNvPr>
            <p:cNvGrpSpPr/>
            <p:nvPr/>
          </p:nvGrpSpPr>
          <p:grpSpPr>
            <a:xfrm>
              <a:off x="6021528" y="4483456"/>
              <a:ext cx="5749230" cy="1012646"/>
              <a:chOff x="6021528" y="4483456"/>
              <a:chExt cx="5749230" cy="1012646"/>
            </a:xfrm>
          </p:grpSpPr>
          <p:grpSp>
            <p:nvGrpSpPr>
              <p:cNvPr id="403" name="グループ化 402">
                <a:extLst>
                  <a:ext uri="{FF2B5EF4-FFF2-40B4-BE49-F238E27FC236}">
                    <ns2:creationId id="{699872D2-E4EF-6605-717A-77709143D3D6}"/>
                  </a:ext>
                </a:extLst>
              </p:cNvPr>
              <p:cNvGrpSpPr/>
              <p:nvPr/>
            </p:nvGrpSpPr>
            <p:grpSpPr>
              <a:xfrm>
                <a:off x="6021528" y="4483456"/>
                <a:ext cx="5749230" cy="836384"/>
                <a:chOff x="6021528" y="4483456"/>
                <a:chExt cx="5749230" cy="836384"/>
              </a:xfrm>
            </p:grpSpPr>
            <p:grpSp>
              <p:nvGrpSpPr>
                <p:cNvPr id="402" name="グループ化 401">
                  <a:extLst>
                    <a:ext uri="{FF2B5EF4-FFF2-40B4-BE49-F238E27FC236}">
                      <ns2:creationId id="{C512C5D2-AA39-DE59-DF3D-254179EDDF0D}"/>
                    </a:ext>
                  </a:extLst>
                </p:cNvPr>
                <p:cNvGrpSpPr/>
                <p:nvPr/>
              </p:nvGrpSpPr>
              <p:grpSpPr>
                <a:xfrm>
                  <a:off x="6021528" y="4483456"/>
                  <a:ext cx="1668777" cy="836384"/>
                  <a:chOff x="6021528" y="4483456"/>
                  <a:chExt cx="1668777" cy="836384"/>
                </a:xfrm>
              </p:grpSpPr>
              <p:graphicFrame>
                <p:nvGraphicFramePr>
                  <p:cNvPr id="124" name="グラフ 123">
                    <a:extLst>
                      <a:ext uri="{FF2B5EF4-FFF2-40B4-BE49-F238E27FC236}">
                        <ns2:creationId id="{B81AB211-EF3A-C710-4F84-D91E0D2B7C04}"/>
                      </a:ext>
                    </a:extLst>
                  </p:cNvPr>
                  <p:cNvGraphicFramePr/>
                  <p:nvPr/>
                </p:nvGraphicFramePr>
                <p:xfrm>
                  <a:off x="6021528" y="4483456"/>
                  <a:ext cx="1668777" cy="701320"/>
                </p:xfrm>
                <a:graphic>
                  <a:graphicData uri="http://schemas.openxmlformats.org/drawingml/2006/chart">
                    <ns5:chart r:id="rId8"/>
                  </a:graphicData>
                </a:graphic>
              </p:graphicFrame>
              <p:grpSp>
                <p:nvGrpSpPr>
                  <p:cNvPr id="145" name="グループ化 144">
                    <a:extLst>
                      <a:ext uri="{FF2B5EF4-FFF2-40B4-BE49-F238E27FC236}">
                        <ns2:creationId id="{DA934516-C765-A0FF-6EEC-F60AC4A2E8B6}"/>
                      </a:ext>
                    </a:extLst>
                  </p:cNvPr>
                  <p:cNvGrpSpPr/>
                  <p:nvPr/>
                </p:nvGrpSpPr>
                <p:grpSpPr>
                  <a:xfrm>
                    <a:off x="6142189" y="5175840"/>
                    <a:ext cx="1480521" cy="144000"/>
                    <a:chOff x="6228469" y="5586411"/>
                    <a:chExt cx="1480521" cy="144000"/>
                  </a:xfrm>
                </p:grpSpPr>
                <p:sp>
                  <p:nvSpPr>
                    <p:cNvPr id="161" name="正方形/長方形 160">
                      <a:extLst>
                        <a:ext uri="{FF2B5EF4-FFF2-40B4-BE49-F238E27FC236}">
                          <ns2:creationId id="{DE383221-7B9F-EE77-74ED-B1BED69B5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46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62" name="正方形/長方形 161">
                      <a:extLst>
                        <a:ext uri="{FF2B5EF4-FFF2-40B4-BE49-F238E27FC236}">
                          <ns2:creationId id="{2D400B80-CFFC-01A8-EB7A-4E2471010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472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63" name="正方形/長方形 162">
                      <a:extLst>
                        <a:ext uri="{FF2B5EF4-FFF2-40B4-BE49-F238E27FC236}">
                          <ns2:creationId id="{D9372E2A-D94C-80DC-B10B-F4B02FF84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40990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(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4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  <p:grpSp>
              <p:nvGrpSpPr>
                <p:cNvPr id="401" name="グループ化 400">
                  <a:extLst>
                    <a:ext uri="{FF2B5EF4-FFF2-40B4-BE49-F238E27FC236}">
                      <ns2:creationId id="{30D62E6C-DD4F-EA3E-B955-0DB5841C6636}"/>
                    </a:ext>
                  </a:extLst>
                </p:cNvPr>
                <p:cNvGrpSpPr/>
                <p:nvPr/>
              </p:nvGrpSpPr>
              <p:grpSpPr>
                <a:xfrm>
                  <a:off x="8061754" y="4483456"/>
                  <a:ext cx="1668777" cy="836384"/>
                  <a:chOff x="8061754" y="4483456"/>
                  <a:chExt cx="1668777" cy="836384"/>
                </a:xfrm>
              </p:grpSpPr>
              <p:graphicFrame>
                <p:nvGraphicFramePr>
                  <p:cNvPr id="128" name="グラフ 127">
                    <a:extLst>
                      <a:ext uri="{FF2B5EF4-FFF2-40B4-BE49-F238E27FC236}">
                        <ns2:creationId id="{6CDC8210-46B9-3489-9C65-A9D260D2362C}"/>
                      </a:ext>
                    </a:extLst>
                  </p:cNvPr>
                  <p:cNvGraphicFramePr/>
                  <p:nvPr/>
                </p:nvGraphicFramePr>
                <p:xfrm>
                  <a:off x="8061754" y="4483456"/>
                  <a:ext cx="1668777" cy="701320"/>
                </p:xfrm>
                <a:graphic>
                  <a:graphicData uri="http://schemas.openxmlformats.org/drawingml/2006/chart">
                    <ns5:chart r:id="rId9"/>
                  </a:graphicData>
                </a:graphic>
              </p:graphicFrame>
              <p:grpSp>
                <p:nvGrpSpPr>
                  <p:cNvPr id="146" name="グループ化 145">
                    <a:extLst>
                      <a:ext uri="{FF2B5EF4-FFF2-40B4-BE49-F238E27FC236}">
                        <ns2:creationId id="{4EB70A27-4709-444F-ADD6-E8170A4F74D1}"/>
                      </a:ext>
                    </a:extLst>
                  </p:cNvPr>
                  <p:cNvGrpSpPr/>
                  <p:nvPr/>
                </p:nvGrpSpPr>
                <p:grpSpPr>
                  <a:xfrm>
                    <a:off x="8216213" y="5175840"/>
                    <a:ext cx="1480521" cy="144000"/>
                    <a:chOff x="6228469" y="5586411"/>
                    <a:chExt cx="1480521" cy="144000"/>
                  </a:xfrm>
                </p:grpSpPr>
                <p:sp>
                  <p:nvSpPr>
                    <p:cNvPr id="158" name="正方形/長方形 157">
                      <a:extLst>
                        <a:ext uri="{FF2B5EF4-FFF2-40B4-BE49-F238E27FC236}">
                          <ns2:creationId id="{CBA247F5-9D5B-CC74-A2CC-6A7086B78F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46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9" name="正方形/長方形 158">
                      <a:extLst>
                        <a:ext uri="{FF2B5EF4-FFF2-40B4-BE49-F238E27FC236}">
                          <ns2:creationId id="{A67E8EE5-9D4B-E6D9-C255-6F55E6B5B3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472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60" name="正方形/長方形 159">
                      <a:extLst>
                        <a:ext uri="{FF2B5EF4-FFF2-40B4-BE49-F238E27FC236}">
                          <ns2:creationId id="{5BB7E083-8879-DD9F-8397-C3E62758B7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40990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(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4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  <p:grpSp>
              <p:nvGrpSpPr>
                <p:cNvPr id="400" name="グループ化 399">
                  <a:extLst>
                    <a:ext uri="{FF2B5EF4-FFF2-40B4-BE49-F238E27FC236}">
                      <ns2:creationId id="{A67E3A89-713B-4ED7-C152-F74206A3181C}"/>
                    </a:ext>
                  </a:extLst>
                </p:cNvPr>
                <p:cNvGrpSpPr/>
                <p:nvPr/>
              </p:nvGrpSpPr>
              <p:grpSpPr>
                <a:xfrm>
                  <a:off x="10101980" y="4483456"/>
                  <a:ext cx="1668778" cy="836384"/>
                  <a:chOff x="10101980" y="4483456"/>
                  <a:chExt cx="1668778" cy="836384"/>
                </a:xfrm>
              </p:grpSpPr>
              <p:graphicFrame>
                <p:nvGraphicFramePr>
                  <p:cNvPr id="130" name="グラフ 129">
                    <a:extLst>
                      <a:ext uri="{FF2B5EF4-FFF2-40B4-BE49-F238E27FC236}">
                        <ns2:creationId id="{C9745072-9C13-5570-4B70-65EEC3D2D66D}"/>
                      </a:ext>
                    </a:extLst>
                  </p:cNvPr>
                  <p:cNvGraphicFramePr/>
                  <p:nvPr/>
                </p:nvGraphicFramePr>
                <p:xfrm>
                  <a:off x="10101980" y="4483456"/>
                  <a:ext cx="1668777" cy="701320"/>
                </p:xfrm>
                <a:graphic>
                  <a:graphicData uri="http://schemas.openxmlformats.org/drawingml/2006/chart">
                    <ns5:chart r:id="rId10"/>
                  </a:graphicData>
                </a:graphic>
              </p:graphicFrame>
              <p:grpSp>
                <p:nvGrpSpPr>
                  <p:cNvPr id="147" name="グループ化 146">
                    <a:extLst>
                      <a:ext uri="{FF2B5EF4-FFF2-40B4-BE49-F238E27FC236}">
                        <ns2:creationId id="{1E83A4A7-245B-5F22-E2D9-E69209904ADB}"/>
                      </a:ext>
                    </a:extLst>
                  </p:cNvPr>
                  <p:cNvGrpSpPr/>
                  <p:nvPr/>
                </p:nvGrpSpPr>
                <p:grpSpPr>
                  <a:xfrm>
                    <a:off x="10290237" y="5175840"/>
                    <a:ext cx="1480521" cy="144000"/>
                    <a:chOff x="6228469" y="5586411"/>
                    <a:chExt cx="1480521" cy="144000"/>
                  </a:xfrm>
                </p:grpSpPr>
                <p:sp>
                  <p:nvSpPr>
                    <p:cNvPr id="155" name="正方形/長方形 154">
                      <a:extLst>
                        <a:ext uri="{FF2B5EF4-FFF2-40B4-BE49-F238E27FC236}">
                          <ns2:creationId id="{6B8360FA-CD1C-928D-7ED1-B4FD0999D5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2846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6" name="正方形/長方形 155">
                      <a:extLst>
                        <a:ext uri="{FF2B5EF4-FFF2-40B4-BE49-F238E27FC236}">
                          <ns2:creationId id="{EB604999-EA7C-2334-35B9-578BE5F740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4729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kumimoji="1" lang="ja-JP" altLang="en-US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70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7" name="正方形/長方形 156">
                      <a:extLst>
                        <a:ext uri="{FF2B5EF4-FFF2-40B4-BE49-F238E27FC236}">
                          <ns2:creationId id="{C8594096-682C-AB78-B7CF-E593278D21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40990" y="5586411"/>
                      <a:ext cx="468000" cy="144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ja-JP" altLang="en-US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b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</a:br>
                      <a:r>
                        <a:rPr kumimoji="1" lang="en-US" altLang="ja-JP" sz="700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(</a:t>
                      </a:r>
                      <a:r>
                        <a:rPr kumimoji="1" lang="ja-JP" altLang="en-US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r>
                        <a:rPr kumimoji="1" lang="en-US" altLang="ja-JP" sz="40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</p:grpSp>
          </p:grpSp>
          <p:grpSp>
            <p:nvGrpSpPr>
              <p:cNvPr id="392" name="グループ化 391">
                <a:extLst>
                  <a:ext uri="{FF2B5EF4-FFF2-40B4-BE49-F238E27FC236}">
                    <ns2:creationId id="{67921D60-BE6F-6A31-A438-6173E2514DC1}"/>
                  </a:ext>
                </a:extLst>
              </p:cNvPr>
              <p:cNvGrpSpPr/>
              <p:nvPr/>
            </p:nvGrpSpPr>
            <p:grpSpPr>
              <a:xfrm>
                <a:off x="7386441" y="5359243"/>
                <a:ext cx="3019404" cy="136859"/>
                <a:chOff x="7408334" y="5410039"/>
                <a:chExt cx="3019404" cy="136859"/>
              </a:xfrm>
            </p:grpSpPr>
            <p:sp>
              <p:nvSpPr>
                <p:cNvPr id="387" name="四角形: 角を丸くする 386">
                  <a:extLst>
                    <a:ext uri="{FF2B5EF4-FFF2-40B4-BE49-F238E27FC236}">
                      <ns2:creationId id="{2DA993F2-15ED-A008-7C98-F6BEF3C544F3}"/>
                    </a:ext>
                  </a:extLst>
                </p:cNvPr>
                <p:cNvSpPr/>
                <p:nvPr/>
              </p:nvSpPr>
              <p:spPr>
                <a:xfrm>
                  <a:off x="7408334" y="5410039"/>
                  <a:ext cx="3019404" cy="136859"/>
                </a:xfrm>
                <a:prstGeom prst="roundRect">
                  <a:avLst/>
                </a:prstGeom>
                <a:solidFill>
                  <a:schemeClr val="bg2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grpSp>
              <p:nvGrpSpPr>
                <p:cNvPr id="390" name="グループ化 389">
                  <a:extLst>
                    <a:ext uri="{FF2B5EF4-FFF2-40B4-BE49-F238E27FC236}">
                      <ns2:creationId id="{5208D0DE-3AF1-C199-B289-BE97647F22B9}"/>
                    </a:ext>
                  </a:extLst>
                </p:cNvPr>
                <p:cNvGrpSpPr/>
                <p:nvPr/>
              </p:nvGrpSpPr>
              <p:grpSpPr>
                <a:xfrm>
                  <a:off x="7460638" y="5442468"/>
                  <a:ext cx="2914794" cy="72000"/>
                  <a:chOff x="7523313" y="5442469"/>
                  <a:chExt cx="2914794" cy="72000"/>
                </a:xfrm>
              </p:grpSpPr>
              <p:grpSp>
                <p:nvGrpSpPr>
                  <p:cNvPr id="388" name="グループ化 387">
                    <a:extLst>
                      <a:ext uri="{FF2B5EF4-FFF2-40B4-BE49-F238E27FC236}">
                        <ns2:creationId id="{97869ECA-D7D4-46BC-8E9C-98C83E88050A}"/>
                      </a:ext>
                    </a:extLst>
                  </p:cNvPr>
                  <p:cNvGrpSpPr/>
                  <p:nvPr/>
                </p:nvGrpSpPr>
                <p:grpSpPr>
                  <a:xfrm>
                    <a:off x="7523313" y="5442469"/>
                    <a:ext cx="784925" cy="72000"/>
                    <a:chOff x="6913713" y="5442469"/>
                    <a:chExt cx="784925" cy="72000"/>
                  </a:xfrm>
                </p:grpSpPr>
                <p:cxnSp>
                  <p:nvCxnSpPr>
                    <p:cNvPr id="148" name="直線コネクタ 147">
                      <a:extLst>
                        <a:ext uri="{FF2B5EF4-FFF2-40B4-BE49-F238E27FC236}">
                          <ns2:creationId id="{512F94AF-A1A7-73F7-6D31-DF122E06B1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913713" y="5475133"/>
                      <a:ext cx="378000" cy="0"/>
                    </a:xfrm>
                    <a:prstGeom prst="line">
                      <a:avLst/>
                    </a:prstGeom>
                    <a:ln w="12700">
                      <a:solidFill>
                        <a:srgbClr val="008D2E"/>
                      </a:solidFill>
                      <a:prstDash val="dash"/>
                      <a:headEnd type="non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9" name="正方形/長方形 148">
                      <a:extLst>
                        <a:ext uri="{FF2B5EF4-FFF2-40B4-BE49-F238E27FC236}">
                          <ns2:creationId id="{9BFCBF9F-74F6-33B4-DC71-C393C5452B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66638" y="5442469"/>
                      <a:ext cx="432000" cy="72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lang="ja-JP" altLang="en-US" sz="600" dirty="0">
                          <a:solidFill>
                            <a:srgbClr val="008D2E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  <a:endParaRPr kumimoji="1" lang="ja-JP" altLang="en-US" sz="600" dirty="0">
                        <a:solidFill>
                          <a:srgbClr val="008D2E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</p:grpSp>
              <p:grpSp>
                <p:nvGrpSpPr>
                  <p:cNvPr id="150" name="グループ化 149">
                    <a:extLst>
                      <a:ext uri="{FF2B5EF4-FFF2-40B4-BE49-F238E27FC236}">
                        <ns2:creationId id="{CFD452FA-25E5-12A2-05BA-7A7FB98B3FA4}"/>
                      </a:ext>
                    </a:extLst>
                  </p:cNvPr>
                  <p:cNvGrpSpPr/>
                  <p:nvPr/>
                </p:nvGrpSpPr>
                <p:grpSpPr>
                  <a:xfrm>
                    <a:off x="8401109" y="5442469"/>
                    <a:ext cx="1112249" cy="72000"/>
                    <a:chOff x="8459940" y="5768370"/>
                    <a:chExt cx="1112249" cy="72000"/>
                  </a:xfrm>
                </p:grpSpPr>
                <p:sp>
                  <p:nvSpPr>
                    <p:cNvPr id="153" name="正方形/長方形 152">
                      <a:extLst>
                        <a:ext uri="{FF2B5EF4-FFF2-40B4-BE49-F238E27FC236}">
                          <ns2:creationId id="{95332B1A-8F87-60E5-B32C-F93D6BECD7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59940" y="5768370"/>
                      <a:ext cx="561788" cy="72000"/>
                    </a:xfrm>
                    <a:prstGeom prst="rect">
                      <a:avLst/>
                    </a:prstGeom>
                    <a:solidFill>
                      <a:srgbClr val="4CAF6C"/>
                    </a:solidFill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kumimoji="1" lang="ja-JP" altLang="en-US" sz="6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p:txBody>
                </p:sp>
                <p:sp>
                  <p:nvSpPr>
                    <p:cNvPr id="154" name="正方形/長方形 153">
                      <a:extLst>
                        <a:ext uri="{FF2B5EF4-FFF2-40B4-BE49-F238E27FC236}">
                          <ns2:creationId id="{4E6B989D-E5C3-EF3C-38C7-588C7D55FA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032189" y="5768370"/>
                      <a:ext cx="540000" cy="72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600">
                          <a:solidFill>
                            <a:srgbClr val="4CAF6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</a:p>
                  </p:txBody>
                </p:sp>
              </p:grpSp>
              <p:grpSp>
                <p:nvGrpSpPr>
                  <p:cNvPr id="389" name="グループ化 388">
                    <a:extLst>
                      <a:ext uri="{FF2B5EF4-FFF2-40B4-BE49-F238E27FC236}">
                        <ns2:creationId id="{25E0A15E-C99D-7D92-AAA2-4C8663402FE8}"/>
                      </a:ext>
                    </a:extLst>
                  </p:cNvPr>
                  <p:cNvGrpSpPr/>
                  <p:nvPr/>
                </p:nvGrpSpPr>
                <p:grpSpPr>
                  <a:xfrm>
                    <a:off x="9606228" y="5442469"/>
                    <a:ext cx="831879" cy="72000"/>
                    <a:chOff x="10190427" y="5442469"/>
                    <a:chExt cx="831879" cy="72000"/>
                  </a:xfrm>
                </p:grpSpPr>
                <p:cxnSp>
                  <p:nvCxnSpPr>
                    <p:cNvPr id="151" name="直線コネクタ 150">
                      <a:extLst>
                        <a:ext uri="{FF2B5EF4-FFF2-40B4-BE49-F238E27FC236}">
                          <ns2:creationId id="{2A6A477C-C78B-146D-CDF4-AF0CB485F9E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190427" y="5477014"/>
                      <a:ext cx="378000" cy="0"/>
                    </a:xfrm>
                    <a:prstGeom prst="line">
                      <a:avLst/>
                    </a:prstGeom>
                    <a:ln w="12700">
                      <a:solidFill>
                        <a:srgbClr val="ED7D31"/>
                      </a:solidFill>
                      <a:prstDash val="sysDash"/>
                      <a:headEnd type="non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52" name="正方形/長方形 151">
                      <a:extLst>
                        <a:ext uri="{FF2B5EF4-FFF2-40B4-BE49-F238E27FC236}">
                          <ns2:creationId id="{28D97385-CAAE-48C2-3766-759105915F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82306" y="5442469"/>
                      <a:ext cx="540000" cy="72000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600">
                          <a:solidFill>
                            <a:srgbClr val="ED7D3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XX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3" name="グループ化 2">
            <a:extLst>
              <a:ext uri="{FF2B5EF4-FFF2-40B4-BE49-F238E27FC236}">
                <ns2:creationId id="{FA354A80-D044-2BBA-D4A8-E243E9FD2A59}"/>
              </a:ext>
            </a:extLst>
          </p:cNvPr>
          <p:cNvGrpSpPr/>
          <p:nvPr/>
        </p:nvGrpSpPr>
        <p:grpSpPr>
          <a:xfrm>
            <a:off x="334963" y="1628773"/>
            <a:ext cx="11529976" cy="2520001"/>
            <a:chOff x="334963" y="1628773"/>
            <a:chExt cx="11529976" cy="2520001"/>
          </a:xfrm>
        </p:grpSpPr>
        <p:sp>
          <p:nvSpPr>
            <p:cNvPr id="11" name="正方形/長方形 10">
              <a:extLst>
                <a:ext uri="{FF2B5EF4-FFF2-40B4-BE49-F238E27FC236}">
                  <ns2:creationId id="{537511D1-4143-BCBC-67F1-AE73B861804E}"/>
                </a:ext>
              </a:extLst>
            </p:cNvPr>
            <p:cNvSpPr/>
            <p:nvPr/>
          </p:nvSpPr>
          <p:spPr>
            <a:xfrm>
              <a:off x="334963" y="1810710"/>
              <a:ext cx="11522076" cy="233806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84BEBE0B-B54F-CBCB-1192-C30367BA84EE}"/>
                </a:ext>
              </a:extLst>
            </p:cNvPr>
            <p:cNvSpPr/>
            <p:nvPr/>
          </p:nvSpPr>
          <p:spPr>
            <a:xfrm>
              <a:off x="334963" y="1628773"/>
              <a:ext cx="11522076" cy="1838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9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985CC295-1FE5-EE75-0C17-C3157222E3CD}"/>
                </a:ext>
              </a:extLst>
            </p:cNvPr>
            <p:cNvSpPr/>
            <p:nvPr/>
          </p:nvSpPr>
          <p:spPr>
            <a:xfrm>
              <a:off x="411308" y="2128796"/>
              <a:ext cx="780375" cy="144000"/>
            </a:xfrm>
            <a:prstGeom prst="rect">
              <a:avLst/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341573CF-0658-0CB5-BCB6-71FEC654B4C0}"/>
                </a:ext>
              </a:extLst>
            </p:cNvPr>
            <p:cNvSpPr/>
            <p:nvPr/>
          </p:nvSpPr>
          <p:spPr>
            <a:xfrm>
              <a:off x="1261719" y="2128796"/>
              <a:ext cx="612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0F0CD501-0818-9845-F0CD-F7C538926452}"/>
                </a:ext>
              </a:extLst>
            </p:cNvPr>
            <p:cNvSpPr/>
            <p:nvPr/>
          </p:nvSpPr>
          <p:spPr>
            <a:xfrm>
              <a:off x="2022305" y="2128796"/>
              <a:ext cx="612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7AE24901-0290-F3BC-4BF3-FB02B3583664}"/>
                </a:ext>
              </a:extLst>
            </p:cNvPr>
            <p:cNvSpPr/>
            <p:nvPr/>
          </p:nvSpPr>
          <p:spPr>
            <a:xfrm>
              <a:off x="2782891" y="2128796"/>
              <a:ext cx="612000" cy="14400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C9424365-7CDB-C9D3-960F-902669836179}"/>
                </a:ext>
              </a:extLst>
            </p:cNvPr>
            <p:cNvSpPr/>
            <p:nvPr/>
          </p:nvSpPr>
          <p:spPr>
            <a:xfrm>
              <a:off x="3543478" y="2128796"/>
              <a:ext cx="612000" cy="1440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6119C0EC-F1AF-9518-AFFA-53F8A2358B72}"/>
                </a:ext>
              </a:extLst>
            </p:cNvPr>
            <p:cNvSpPr/>
            <p:nvPr/>
          </p:nvSpPr>
          <p:spPr>
            <a:xfrm>
              <a:off x="9412407" y="2123311"/>
              <a:ext cx="2058432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(+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四角形: 角を丸くする 102">
              <a:extLst>
                <a:ext uri="{FF2B5EF4-FFF2-40B4-BE49-F238E27FC236}">
                  <ns2:creationId id="{795A8A5F-8316-421B-2DCE-12F3ED8FD673}"/>
                </a:ext>
              </a:extLst>
            </p:cNvPr>
            <p:cNvSpPr/>
            <p:nvPr/>
          </p:nvSpPr>
          <p:spPr>
            <a:xfrm>
              <a:off x="4736903" y="2129559"/>
              <a:ext cx="3672000" cy="180000"/>
            </a:xfrm>
            <a:prstGeom prst="round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AC79C047-5D1E-ADAE-C59C-7F121378D766}"/>
                </a:ext>
              </a:extLst>
            </p:cNvPr>
            <p:cNvSpPr/>
            <p:nvPr/>
          </p:nvSpPr>
          <p:spPr>
            <a:xfrm>
              <a:off x="4317189" y="2168311"/>
              <a:ext cx="2556000" cy="54000"/>
            </a:xfrm>
            <a:prstGeom prst="roundRect">
              <a:avLst>
                <a:gd name="adj" fmla="val 50000"/>
              </a:avLst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5" name="四角形: 角を丸くする 104">
              <a:extLst>
                <a:ext uri="{FF2B5EF4-FFF2-40B4-BE49-F238E27FC236}">
                  <ns2:creationId id="{F1CF8291-8012-E465-7E35-EFE793C862D1}"/>
                </a:ext>
              </a:extLst>
            </p:cNvPr>
            <p:cNvSpPr/>
            <p:nvPr/>
          </p:nvSpPr>
          <p:spPr>
            <a:xfrm>
              <a:off x="6892407" y="2168311"/>
              <a:ext cx="2520000" cy="54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楕円 105">
              <a:extLst>
                <a:ext uri="{FF2B5EF4-FFF2-40B4-BE49-F238E27FC236}">
                  <ns2:creationId id="{56D99FC3-8463-9C04-4E08-4BFB7D1B40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33804" y="2123311"/>
              <a:ext cx="144000" cy="144000"/>
            </a:xfrm>
            <a:prstGeom prst="ellipse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BBA6F3F3-02DE-72C2-7579-8136A7594339}"/>
                </a:ext>
              </a:extLst>
            </p:cNvPr>
            <p:cNvSpPr/>
            <p:nvPr/>
          </p:nvSpPr>
          <p:spPr>
            <a:xfrm>
              <a:off x="411308" y="1826168"/>
              <a:ext cx="11304000" cy="28519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=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)+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en-US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A0F5CCEB-2E9C-A5D4-824A-C85299848294}"/>
                </a:ext>
              </a:extLst>
            </p:cNvPr>
            <p:cNvSpPr/>
            <p:nvPr/>
          </p:nvSpPr>
          <p:spPr>
            <a:xfrm>
              <a:off x="11070362" y="1673224"/>
              <a:ext cx="720000" cy="10694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CSV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84" name="グループ化 383">
              <a:extLst>
                <a:ext uri="{FF2B5EF4-FFF2-40B4-BE49-F238E27FC236}">
                  <ns2:creationId id="{9622E280-36EA-B0B0-86AD-14F69521BA93}"/>
                </a:ext>
              </a:extLst>
            </p:cNvPr>
            <p:cNvGrpSpPr/>
            <p:nvPr/>
          </p:nvGrpSpPr>
          <p:grpSpPr>
            <a:xfrm>
              <a:off x="406474" y="3737546"/>
              <a:ext cx="11379054" cy="360427"/>
              <a:chOff x="411308" y="3737546"/>
              <a:chExt cx="11379054" cy="360427"/>
            </a:xfrm>
          </p:grpSpPr>
          <p:sp>
            <p:nvSpPr>
              <p:cNvPr id="37" name="正方形/長方形 36">
                <a:extLst>
                  <a:ext uri="{FF2B5EF4-FFF2-40B4-BE49-F238E27FC236}">
                    <ns2:creationId id="{03CA9FD2-9759-260E-DD63-63C30FDA4B33}"/>
                  </a:ext>
                </a:extLst>
              </p:cNvPr>
              <p:cNvSpPr/>
              <p:nvPr/>
            </p:nvSpPr>
            <p:spPr>
              <a:xfrm>
                <a:off x="411308" y="3737546"/>
                <a:ext cx="1169136" cy="360427"/>
              </a:xfrm>
              <a:prstGeom prst="rect">
                <a:avLst/>
              </a:prstGeom>
              <a:solidFill>
                <a:srgbClr val="008D2E">
                  <a:alpha val="70000"/>
                </a:srgbClr>
              </a:solidFill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5" name="正方形/長方形 114">
                <a:extLst>
                  <a:ext uri="{FF2B5EF4-FFF2-40B4-BE49-F238E27FC236}">
                    <ns2:creationId id="{A142F9A5-2E2B-6C1C-499F-B2CA87699FE6}"/>
                  </a:ext>
                </a:extLst>
              </p:cNvPr>
              <p:cNvSpPr/>
              <p:nvPr/>
            </p:nvSpPr>
            <p:spPr>
              <a:xfrm>
                <a:off x="3606311" y="3737547"/>
                <a:ext cx="3060000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b="1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9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+)</a:t>
                </a:r>
                <a:endParaRPr kumimoji="1"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36B85B0C-6C4B-0B50-7486-3F1992F9DDAE}"/>
                  </a:ext>
                </a:extLst>
              </p:cNvPr>
              <p:cNvSpPr/>
              <p:nvPr/>
            </p:nvSpPr>
            <p:spPr>
              <a:xfrm>
                <a:off x="6666312" y="3737547"/>
                <a:ext cx="3816000" cy="14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b="1" dirty="0" err="1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b="1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 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(</a:t>
                </a:r>
                <a:r>
                  <a:rPr lang="en-US" altLang="ja-JP" sz="9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dirty="0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r>
                  <a:rPr lang="en-US" altLang="ja-JP" sz="900" dirty="0" err="1">
                    <a:solidFill>
                      <a:srgbClr val="2B2B3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" pitchFamily="34" charset="-120"/>
                  </a:rPr>
                  <a:t>XX</a:t>
                </a:r>
                <a:endParaRPr kumimoji="1" 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9158C49A-D6BB-BB94-469E-404A92B39B25}"/>
                  </a:ext>
                </a:extLst>
              </p:cNvPr>
              <p:cNvSpPr/>
              <p:nvPr/>
            </p:nvSpPr>
            <p:spPr>
              <a:xfrm>
                <a:off x="411308" y="3737546"/>
                <a:ext cx="11379054" cy="360427"/>
              </a:xfrm>
              <a:prstGeom prst="rect">
                <a:avLst/>
              </a:prstGeom>
              <a:noFill/>
              <a:ln w="9525">
                <a:solidFill>
                  <a:srgbClr val="4CAF6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8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64" name="グループ化 363">
                <a:extLst>
                  <a:ext uri="{FF2B5EF4-FFF2-40B4-BE49-F238E27FC236}">
                    <ns2:creationId id="{A926FEF8-FDDD-8128-44CF-4858CF5E9691}"/>
                  </a:ext>
                </a:extLst>
              </p:cNvPr>
              <p:cNvGrpSpPr/>
              <p:nvPr/>
            </p:nvGrpSpPr>
            <p:grpSpPr>
              <a:xfrm>
                <a:off x="1636937" y="3917973"/>
                <a:ext cx="2450174" cy="180000"/>
                <a:chOff x="520407" y="3968773"/>
                <a:chExt cx="2450174" cy="180000"/>
              </a:xfrm>
            </p:grpSpPr>
            <p:sp>
              <p:nvSpPr>
                <p:cNvPr id="60" name="background">
                  <a:extLst>
                    <a:ext uri="{FF2B5EF4-FFF2-40B4-BE49-F238E27FC236}">
                      <ns2:creationId id="{947A8E76-9B12-08AF-3A22-A9C99FEEC282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520407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</a:t>
                  </a:r>
                </a:p>
              </p:txBody>
            </p:sp>
            <p:sp>
              <p:nvSpPr>
                <p:cNvPr id="123" name="正方形/長方形 122">
                  <a:extLst>
                    <a:ext uri="{FF2B5EF4-FFF2-40B4-BE49-F238E27FC236}">
                      <ns2:creationId id="{F81D818B-9824-33DE-1908-7675E3CC22EE}"/>
                    </a:ext>
                  </a:extLst>
                </p:cNvPr>
                <p:cNvSpPr/>
                <p:nvPr/>
              </p:nvSpPr>
              <p:spPr>
                <a:xfrm>
                  <a:off x="702581" y="3968773"/>
                  <a:ext cx="226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×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5" name="グループ化 364">
                <a:extLst>
                  <a:ext uri="{FF2B5EF4-FFF2-40B4-BE49-F238E27FC236}">
                    <ns2:creationId id="{BA6A7383-CFC0-5525-BF37-3B4A5B03B167}"/>
                  </a:ext>
                </a:extLst>
              </p:cNvPr>
              <p:cNvGrpSpPr/>
              <p:nvPr/>
            </p:nvGrpSpPr>
            <p:grpSpPr>
              <a:xfrm>
                <a:off x="4156961" y="3917973"/>
                <a:ext cx="1785361" cy="180000"/>
                <a:chOff x="3248578" y="3968773"/>
                <a:chExt cx="1785361" cy="180000"/>
              </a:xfrm>
            </p:grpSpPr>
            <p:sp>
              <p:nvSpPr>
                <p:cNvPr id="61" name="background">
                  <a:extLst>
                    <a:ext uri="{FF2B5EF4-FFF2-40B4-BE49-F238E27FC236}">
                      <ns2:creationId id="{68235A71-68C8-4AAC-EEAC-011876191301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3248578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</a:p>
              </p:txBody>
            </p:sp>
            <p:sp>
              <p:nvSpPr>
                <p:cNvPr id="125" name="正方形/長方形 124">
                  <a:extLst>
                    <a:ext uri="{FF2B5EF4-FFF2-40B4-BE49-F238E27FC236}">
                      <ns2:creationId id="{5F0AC869-47D4-C97E-E5DA-4718614107AB}"/>
                    </a:ext>
                  </a:extLst>
                </p:cNvPr>
                <p:cNvSpPr/>
                <p:nvPr/>
              </p:nvSpPr>
              <p:spPr>
                <a:xfrm>
                  <a:off x="3305939" y="3968773"/>
                  <a:ext cx="172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6" name="グループ化 365">
                <a:extLst>
                  <a:ext uri="{FF2B5EF4-FFF2-40B4-BE49-F238E27FC236}">
                    <ns2:creationId id="{FEF8D3C8-9D4A-228B-22E4-82FE704926F3}"/>
                  </a:ext>
                </a:extLst>
              </p:cNvPr>
              <p:cNvGrpSpPr/>
              <p:nvPr/>
            </p:nvGrpSpPr>
            <p:grpSpPr>
              <a:xfrm>
                <a:off x="5942322" y="3917973"/>
                <a:ext cx="1766127" cy="180000"/>
                <a:chOff x="5341563" y="3968773"/>
                <a:chExt cx="1766127" cy="180000"/>
              </a:xfrm>
            </p:grpSpPr>
            <p:sp>
              <p:nvSpPr>
                <p:cNvPr id="62" name="background">
                  <a:extLst>
                    <a:ext uri="{FF2B5EF4-FFF2-40B4-BE49-F238E27FC236}">
                      <ns2:creationId id="{EEF7BA55-9432-09C3-43F7-60760CD8C999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5341563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ns2:creationId id="{3ED2A73F-CBF4-0A0F-04AD-4221B8B898E6}"/>
                    </a:ext>
                  </a:extLst>
                </p:cNvPr>
                <p:cNvSpPr/>
                <p:nvPr/>
              </p:nvSpPr>
              <p:spPr>
                <a:xfrm>
                  <a:off x="5379690" y="3968773"/>
                  <a:ext cx="172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7" name="グループ化 366">
                <a:extLst>
                  <a:ext uri="{FF2B5EF4-FFF2-40B4-BE49-F238E27FC236}">
                    <ns2:creationId id="{481561E3-F780-D818-AB46-AD53F35025A4}"/>
                  </a:ext>
                </a:extLst>
              </p:cNvPr>
              <p:cNvGrpSpPr/>
              <p:nvPr/>
            </p:nvGrpSpPr>
            <p:grpSpPr>
              <a:xfrm>
                <a:off x="7632249" y="3917973"/>
                <a:ext cx="2205146" cy="180000"/>
                <a:chOff x="7334887" y="3968773"/>
                <a:chExt cx="2205146" cy="180000"/>
              </a:xfrm>
            </p:grpSpPr>
            <p:sp>
              <p:nvSpPr>
                <p:cNvPr id="63" name="background">
                  <a:extLst>
                    <a:ext uri="{FF2B5EF4-FFF2-40B4-BE49-F238E27FC236}">
                      <ns2:creationId id="{1E218A33-2609-51E4-A292-EB8F54B9381F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7334887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</a:p>
              </p:txBody>
            </p:sp>
            <p:sp>
              <p:nvSpPr>
                <p:cNvPr id="129" name="正方形/長方形 128">
                  <a:extLst>
                    <a:ext uri="{FF2B5EF4-FFF2-40B4-BE49-F238E27FC236}">
                      <ns2:creationId id="{0E0F703E-0B86-E057-44C9-C7588297C808}"/>
                    </a:ext>
                  </a:extLst>
                </p:cNvPr>
                <p:cNvSpPr/>
                <p:nvPr/>
              </p:nvSpPr>
              <p:spPr>
                <a:xfrm>
                  <a:off x="7452033" y="3968773"/>
                  <a:ext cx="2088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 = </a:t>
                  </a:r>
                  <a:r>
                    <a:rPr lang="en-US" altLang="ja-JP" sz="800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endPara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368" name="グループ化 367">
                <a:extLst>
                  <a:ext uri="{FF2B5EF4-FFF2-40B4-BE49-F238E27FC236}">
                    <ns2:creationId id="{23EC71FB-D3A8-218B-D2C0-43BDB96D777B}"/>
                  </a:ext>
                </a:extLst>
              </p:cNvPr>
              <p:cNvGrpSpPr/>
              <p:nvPr/>
            </p:nvGrpSpPr>
            <p:grpSpPr>
              <a:xfrm>
                <a:off x="9801729" y="3917973"/>
                <a:ext cx="1988633" cy="180000"/>
                <a:chOff x="9758756" y="3968773"/>
                <a:chExt cx="1988633" cy="180000"/>
              </a:xfrm>
            </p:grpSpPr>
            <p:sp>
              <p:nvSpPr>
                <p:cNvPr id="64" name="background">
                  <a:extLst>
                    <a:ext uri="{FF2B5EF4-FFF2-40B4-BE49-F238E27FC236}">
                      <ns2:creationId id="{0B2151B8-F4D4-99B6-0C71-B9D3B630D385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9758756" y="3997110"/>
                  <a:ext cx="123326" cy="123326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solidFill>
                    <a:srgbClr val="008D2E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5</a:t>
                  </a: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ns2:creationId id="{3194C026-7292-DE25-1732-FC051F16FC3E}"/>
                    </a:ext>
                  </a:extLst>
                </p:cNvPr>
                <p:cNvSpPr/>
                <p:nvPr/>
              </p:nvSpPr>
              <p:spPr>
                <a:xfrm>
                  <a:off x="9875389" y="3968773"/>
                  <a:ext cx="1872000" cy="180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800" b="1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b="1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b="1" dirty="0" err="1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XX</a:t>
                  </a:r>
                  <a:r>
                    <a:rPr lang="en-US" altLang="ja-JP" sz="800" b="1" dirty="0">
                      <a:solidFill>
                        <a:srgbClr val="2B2B3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" pitchFamily="34" charset="-120"/>
                    </a:rPr>
                    <a:t>)</a:t>
                  </a:r>
                  <a:endParaRPr kumimoji="1" 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  <p:sp>
          <p:nvSpPr>
            <p:cNvPr id="164" name="正方形/長方形 163">
              <a:extLst>
                <a:ext uri="{FF2B5EF4-FFF2-40B4-BE49-F238E27FC236}">
                  <ns2:creationId id="{E4AE491D-E119-DE72-8AD6-68927970A3CF}"/>
                </a:ext>
              </a:extLst>
            </p:cNvPr>
            <p:cNvSpPr/>
            <p:nvPr/>
          </p:nvSpPr>
          <p:spPr>
            <a:xfrm>
              <a:off x="3288913" y="1780168"/>
              <a:ext cx="914400" cy="9144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1A27D9D1-4887-1CAD-8BFA-039ADF9D5F6E}"/>
                </a:ext>
              </a:extLst>
            </p:cNvPr>
            <p:cNvSpPr/>
            <p:nvPr/>
          </p:nvSpPr>
          <p:spPr>
            <a:xfrm>
              <a:off x="4203313" y="2295551"/>
              <a:ext cx="7653724" cy="100945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73" name="グループ化 372">
              <a:extLst>
                <a:ext uri="{FF2B5EF4-FFF2-40B4-BE49-F238E27FC236}">
                  <ns2:creationId id="{6E400994-4455-875B-8D48-FDFF5FEB519D}"/>
                </a:ext>
              </a:extLst>
            </p:cNvPr>
            <p:cNvGrpSpPr/>
            <p:nvPr/>
          </p:nvGrpSpPr>
          <p:grpSpPr>
            <a:xfrm>
              <a:off x="4745053" y="2312851"/>
              <a:ext cx="7119886" cy="1275084"/>
              <a:chOff x="4745053" y="2312851"/>
              <a:chExt cx="7119886" cy="1275084"/>
            </a:xfrm>
          </p:grpSpPr>
          <p:sp>
            <p:nvSpPr>
              <p:cNvPr id="65" name="正方形/長方形 64">
                <a:extLst>
                  <a:ext uri="{FF2B5EF4-FFF2-40B4-BE49-F238E27FC236}">
                    <ns2:creationId id="{5A111B9B-7DB9-EDB1-B1BE-9D0632D7F054}"/>
                  </a:ext>
                </a:extLst>
              </p:cNvPr>
              <p:cNvSpPr/>
              <p:nvPr/>
            </p:nvSpPr>
            <p:spPr>
              <a:xfrm>
                <a:off x="5948855" y="3390170"/>
                <a:ext cx="5916084" cy="197765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KPI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6" name="正方形/長方形 175">
                <a:extLst>
                  <a:ext uri="{FF2B5EF4-FFF2-40B4-BE49-F238E27FC236}">
                    <ns2:creationId id="{3166CA28-F4EC-BA02-DFBB-C90B76D01EE2}"/>
                  </a:ext>
                </a:extLst>
              </p:cNvPr>
              <p:cNvSpPr/>
              <p:nvPr/>
            </p:nvSpPr>
            <p:spPr>
              <a:xfrm>
                <a:off x="4745053" y="2697028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8" name="正方形/長方形 177">
                <a:extLst>
                  <a:ext uri="{FF2B5EF4-FFF2-40B4-BE49-F238E27FC236}">
                    <ns2:creationId id="{C1A81A13-EA08-90AF-45E0-D64A08636379}"/>
                  </a:ext>
                </a:extLst>
              </p:cNvPr>
              <p:cNvSpPr/>
              <p:nvPr/>
            </p:nvSpPr>
            <p:spPr>
              <a:xfrm>
                <a:off x="4745053" y="2828500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5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0" name="正方形/長方形 179">
                <a:extLst>
                  <a:ext uri="{FF2B5EF4-FFF2-40B4-BE49-F238E27FC236}">
                    <ns2:creationId id="{188190D1-A20B-3107-A329-9C68A794818B}"/>
                  </a:ext>
                </a:extLst>
              </p:cNvPr>
              <p:cNvSpPr/>
              <p:nvPr/>
            </p:nvSpPr>
            <p:spPr>
              <a:xfrm>
                <a:off x="4745053" y="2959972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2" name="正方形/長方形 181">
                <a:extLst>
                  <a:ext uri="{FF2B5EF4-FFF2-40B4-BE49-F238E27FC236}">
                    <ns2:creationId id="{54044DAB-447D-E2C7-4D09-17BCC958DC63}"/>
                  </a:ext>
                </a:extLst>
              </p:cNvPr>
              <p:cNvSpPr/>
              <p:nvPr/>
            </p:nvSpPr>
            <p:spPr>
              <a:xfrm>
                <a:off x="4745053" y="3222919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B5ED8384-A434-3A70-816B-432F1D26B231}"/>
                  </a:ext>
                </a:extLst>
              </p:cNvPr>
              <p:cNvSpPr/>
              <p:nvPr/>
            </p:nvSpPr>
            <p:spPr>
              <a:xfrm>
                <a:off x="4745053" y="3091444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0" name="正方形/長方形 169">
                <a:extLst>
                  <a:ext uri="{FF2B5EF4-FFF2-40B4-BE49-F238E27FC236}">
                    <ns2:creationId id="{F031094B-D89C-00AB-A5BB-86A070D61159}"/>
                  </a:ext>
                </a:extLst>
              </p:cNvPr>
              <p:cNvSpPr/>
              <p:nvPr/>
            </p:nvSpPr>
            <p:spPr>
              <a:xfrm>
                <a:off x="4745053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2" name="正方形/長方形 171">
                <a:extLst>
                  <a:ext uri="{FF2B5EF4-FFF2-40B4-BE49-F238E27FC236}">
                    <ns2:creationId id="{2EAF8CD9-5EDC-1B42-DA38-16A7BBB44A43}"/>
                  </a:ext>
                </a:extLst>
              </p:cNvPr>
              <p:cNvSpPr/>
              <p:nvPr/>
            </p:nvSpPr>
            <p:spPr>
              <a:xfrm>
                <a:off x="4745053" y="2434083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4" name="正方形/長方形 173">
                <a:extLst>
                  <a:ext uri="{FF2B5EF4-FFF2-40B4-BE49-F238E27FC236}">
                    <ns2:creationId id="{31536C7B-32DB-32A5-1B38-CA086D607756}"/>
                  </a:ext>
                </a:extLst>
              </p:cNvPr>
              <p:cNvSpPr/>
              <p:nvPr/>
            </p:nvSpPr>
            <p:spPr>
              <a:xfrm>
                <a:off x="4745053" y="2565556"/>
                <a:ext cx="737952" cy="113180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6" name="正方形/長方形 185">
                <a:extLst>
                  <a:ext uri="{FF2B5EF4-FFF2-40B4-BE49-F238E27FC236}">
                    <ns2:creationId id="{60983085-886C-F9F7-77C8-5997AAD9BE30}"/>
                  </a:ext>
                </a:extLst>
              </p:cNvPr>
              <p:cNvSpPr/>
              <p:nvPr/>
            </p:nvSpPr>
            <p:spPr>
              <a:xfrm>
                <a:off x="5537380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336065BF-9DE5-3CD5-F9C7-1B43460B2D63}"/>
                  </a:ext>
                </a:extLst>
              </p:cNvPr>
              <p:cNvSpPr/>
              <p:nvPr/>
            </p:nvSpPr>
            <p:spPr>
              <a:xfrm>
                <a:off x="5537380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9" name="正方形/長方形 218">
                <a:extLst>
                  <a:ext uri="{FF2B5EF4-FFF2-40B4-BE49-F238E27FC236}">
                    <ns2:creationId id="{2FDFE4F4-8FD3-3257-3CB9-3685CA54B377}"/>
                  </a:ext>
                </a:extLst>
              </p:cNvPr>
              <p:cNvSpPr/>
              <p:nvPr/>
            </p:nvSpPr>
            <p:spPr>
              <a:xfrm>
                <a:off x="5537380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8" name="正方形/長方形 227">
                <a:extLst>
                  <a:ext uri="{FF2B5EF4-FFF2-40B4-BE49-F238E27FC236}">
                    <ns2:creationId id="{3165BD27-932E-33D7-4993-066F8DCEF5D4}"/>
                  </a:ext>
                </a:extLst>
              </p:cNvPr>
              <p:cNvSpPr/>
              <p:nvPr/>
            </p:nvSpPr>
            <p:spPr>
              <a:xfrm>
                <a:off x="5537380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7DA2D8A5-DC19-DFD9-C6AE-80C13A53BB06}"/>
                  </a:ext>
                </a:extLst>
              </p:cNvPr>
              <p:cNvSpPr/>
              <p:nvPr/>
            </p:nvSpPr>
            <p:spPr>
              <a:xfrm>
                <a:off x="5537380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00EF724D-34D2-9190-FF23-058D7547F3A6}"/>
                  </a:ext>
                </a:extLst>
              </p:cNvPr>
              <p:cNvSpPr/>
              <p:nvPr/>
            </p:nvSpPr>
            <p:spPr>
              <a:xfrm>
                <a:off x="5537380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5" name="正方形/長方形 254">
                <a:extLst>
                  <a:ext uri="{FF2B5EF4-FFF2-40B4-BE49-F238E27FC236}">
                    <ns2:creationId id="{B769A9F4-5E76-7998-4DAD-CAA6D22B4CA5}"/>
                  </a:ext>
                </a:extLst>
              </p:cNvPr>
              <p:cNvSpPr/>
              <p:nvPr/>
            </p:nvSpPr>
            <p:spPr>
              <a:xfrm>
                <a:off x="5537380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4" name="正方形/長方形 263">
                <a:extLst>
                  <a:ext uri="{FF2B5EF4-FFF2-40B4-BE49-F238E27FC236}">
                    <ns2:creationId id="{CE23E1AB-C39A-4256-AAD5-7A5A5F5F889C}"/>
                  </a:ext>
                </a:extLst>
              </p:cNvPr>
              <p:cNvSpPr/>
              <p:nvPr/>
            </p:nvSpPr>
            <p:spPr>
              <a:xfrm>
                <a:off x="5537380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8" name="直線コネクタ 67">
                <a:extLst>
                  <a:ext uri="{FF2B5EF4-FFF2-40B4-BE49-F238E27FC236}">
                    <ns2:creationId id="{19109E90-B435-7255-0F0D-8FBDDF55AF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直線コネクタ 180">
                <a:extLst>
                  <a:ext uri="{FF2B5EF4-FFF2-40B4-BE49-F238E27FC236}">
                    <ns2:creationId id="{E7118BD1-D2DD-31DC-B06B-C373678919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直線コネクタ 198">
                <a:extLst>
                  <a:ext uri="{FF2B5EF4-FFF2-40B4-BE49-F238E27FC236}">
                    <ns2:creationId id="{CD4D7CD6-44FD-C04B-347C-B1F506650F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直線コネクタ 216">
                <a:extLst>
                  <a:ext uri="{FF2B5EF4-FFF2-40B4-BE49-F238E27FC236}">
                    <ns2:creationId id="{8706130E-F8DC-336D-C30C-3405DDF56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直線コネクタ 273">
                <a:extLst>
                  <a:ext uri="{FF2B5EF4-FFF2-40B4-BE49-F238E27FC236}">
                    <ns2:creationId id="{049F62C6-274E-50A6-5869-9039E3A515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5" name="直線コネクタ 284">
                <a:extLst>
                  <a:ext uri="{FF2B5EF4-FFF2-40B4-BE49-F238E27FC236}">
                    <ns2:creationId id="{23AE676A-9021-E7D6-E307-8D28297FE5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直線コネクタ 293">
                <a:extLst>
                  <a:ext uri="{FF2B5EF4-FFF2-40B4-BE49-F238E27FC236}">
                    <ns2:creationId id="{8D0364BB-8C6A-E62C-29ED-EB3FF23618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35859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正方形/長方形 187">
                <a:extLst>
                  <a:ext uri="{FF2B5EF4-FFF2-40B4-BE49-F238E27FC236}">
                    <ns2:creationId id="{2901CF62-1DD3-09B3-8874-8BE9B72F1E50}"/>
                  </a:ext>
                </a:extLst>
              </p:cNvPr>
              <p:cNvSpPr/>
              <p:nvPr/>
            </p:nvSpPr>
            <p:spPr>
              <a:xfrm>
                <a:off x="6328360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4" name="正方形/長方形 203">
                <a:extLst>
                  <a:ext uri="{FF2B5EF4-FFF2-40B4-BE49-F238E27FC236}">
                    <ns2:creationId id="{E7CA47FD-363A-857F-54F7-F001D85BE735}"/>
                  </a:ext>
                </a:extLst>
              </p:cNvPr>
              <p:cNvSpPr/>
              <p:nvPr/>
            </p:nvSpPr>
            <p:spPr>
              <a:xfrm>
                <a:off x="6328360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0" name="正方形/長方形 219">
                <a:extLst>
                  <a:ext uri="{FF2B5EF4-FFF2-40B4-BE49-F238E27FC236}">
                    <ns2:creationId id="{5D62932D-F77F-6EF7-1416-4F9F861D846A}"/>
                  </a:ext>
                </a:extLst>
              </p:cNvPr>
              <p:cNvSpPr/>
              <p:nvPr/>
            </p:nvSpPr>
            <p:spPr>
              <a:xfrm>
                <a:off x="6328360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9" name="正方形/長方形 228">
                <a:extLst>
                  <a:ext uri="{FF2B5EF4-FFF2-40B4-BE49-F238E27FC236}">
                    <ns2:creationId id="{41AB2449-D4DD-2E2E-66B9-CAB5749E2E3F}"/>
                  </a:ext>
                </a:extLst>
              </p:cNvPr>
              <p:cNvSpPr/>
              <p:nvPr/>
            </p:nvSpPr>
            <p:spPr>
              <a:xfrm>
                <a:off x="6328360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正方形/長方形 237">
                <a:extLst>
                  <a:ext uri="{FF2B5EF4-FFF2-40B4-BE49-F238E27FC236}">
                    <ns2:creationId id="{048F70B7-4498-D9F9-A6F3-E7BB50255DFF}"/>
                  </a:ext>
                </a:extLst>
              </p:cNvPr>
              <p:cNvSpPr/>
              <p:nvPr/>
            </p:nvSpPr>
            <p:spPr>
              <a:xfrm>
                <a:off x="6328360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7" name="正方形/長方形 246">
                <a:extLst>
                  <a:ext uri="{FF2B5EF4-FFF2-40B4-BE49-F238E27FC236}">
                    <ns2:creationId id="{3EC22056-17FF-3749-98FF-6EB6745AC52E}"/>
                  </a:ext>
                </a:extLst>
              </p:cNvPr>
              <p:cNvSpPr/>
              <p:nvPr/>
            </p:nvSpPr>
            <p:spPr>
              <a:xfrm>
                <a:off x="6328360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B87F5EBA-18CF-B025-93C6-6B7D5306BF28}"/>
                  </a:ext>
                </a:extLst>
              </p:cNvPr>
              <p:cNvSpPr/>
              <p:nvPr/>
            </p:nvSpPr>
            <p:spPr>
              <a:xfrm>
                <a:off x="6328360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5" name="正方形/長方形 264">
                <a:extLst>
                  <a:ext uri="{FF2B5EF4-FFF2-40B4-BE49-F238E27FC236}">
                    <ns2:creationId id="{47A9B654-7565-F821-9BFA-939412E0B499}"/>
                  </a:ext>
                </a:extLst>
              </p:cNvPr>
              <p:cNvSpPr/>
              <p:nvPr/>
            </p:nvSpPr>
            <p:spPr>
              <a:xfrm>
                <a:off x="6328360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69" name="直線コネクタ 68">
                <a:extLst>
                  <a:ext uri="{FF2B5EF4-FFF2-40B4-BE49-F238E27FC236}">
                    <ns2:creationId id="{88FBC847-2863-40DF-959F-91BB882738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直線コネクタ 182">
                <a:extLst>
                  <a:ext uri="{FF2B5EF4-FFF2-40B4-BE49-F238E27FC236}">
                    <ns2:creationId id="{E6FD8094-F6E6-E595-90B4-80FCA65C2A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直線コネクタ 200">
                <a:extLst>
                  <a:ext uri="{FF2B5EF4-FFF2-40B4-BE49-F238E27FC236}">
                    <ns2:creationId id="{B31B4237-1006-C550-FE87-61216C3119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線コネクタ 217">
                <a:extLst>
                  <a:ext uri="{FF2B5EF4-FFF2-40B4-BE49-F238E27FC236}">
                    <ns2:creationId id="{AF99990D-89D1-9FFA-D428-99F3EC1F50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直線コネクタ 274">
                <a:extLst>
                  <a:ext uri="{FF2B5EF4-FFF2-40B4-BE49-F238E27FC236}">
                    <ns2:creationId id="{995E2899-E5EB-181F-3024-067B1DD07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直線コネクタ 285">
                <a:extLst>
                  <a:ext uri="{FF2B5EF4-FFF2-40B4-BE49-F238E27FC236}">
                    <ns2:creationId id="{A9B3D624-6243-6E7C-4EC0-1C9FD36CED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5" name="直線コネクタ 294">
                <a:extLst>
                  <a:ext uri="{FF2B5EF4-FFF2-40B4-BE49-F238E27FC236}">
                    <ns2:creationId id="{034BA194-861F-4019-A06C-251F6C27F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186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0" name="正方形/長方形 189">
                <a:extLst>
                  <a:ext uri="{FF2B5EF4-FFF2-40B4-BE49-F238E27FC236}">
                    <ns2:creationId id="{B0C78333-6930-A99B-FAC1-4CC2D818897D}"/>
                  </a:ext>
                </a:extLst>
              </p:cNvPr>
              <p:cNvSpPr/>
              <p:nvPr/>
            </p:nvSpPr>
            <p:spPr>
              <a:xfrm>
                <a:off x="7119166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6" name="正方形/長方形 205">
                <a:extLst>
                  <a:ext uri="{FF2B5EF4-FFF2-40B4-BE49-F238E27FC236}">
                    <ns2:creationId id="{94A38EE6-7FB5-567A-1EEB-5D3683F753AE}"/>
                  </a:ext>
                </a:extLst>
              </p:cNvPr>
              <p:cNvSpPr/>
              <p:nvPr/>
            </p:nvSpPr>
            <p:spPr>
              <a:xfrm>
                <a:off x="7119166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1" name="正方形/長方形 220">
                <a:extLst>
                  <a:ext uri="{FF2B5EF4-FFF2-40B4-BE49-F238E27FC236}">
                    <ns2:creationId id="{CFDF0B11-418F-25AA-998F-5991DDE0823D}"/>
                  </a:ext>
                </a:extLst>
              </p:cNvPr>
              <p:cNvSpPr/>
              <p:nvPr/>
            </p:nvSpPr>
            <p:spPr>
              <a:xfrm>
                <a:off x="7119166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0" name="正方形/長方形 229">
                <a:extLst>
                  <a:ext uri="{FF2B5EF4-FFF2-40B4-BE49-F238E27FC236}">
                    <ns2:creationId id="{8F4CF33F-0556-B584-F748-5E848E10F9AB}"/>
                  </a:ext>
                </a:extLst>
              </p:cNvPr>
              <p:cNvSpPr/>
              <p:nvPr/>
            </p:nvSpPr>
            <p:spPr>
              <a:xfrm>
                <a:off x="7119166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9" name="正方形/長方形 238">
                <a:extLst>
                  <a:ext uri="{FF2B5EF4-FFF2-40B4-BE49-F238E27FC236}">
                    <ns2:creationId id="{D392A5FB-15D7-8C30-89A5-4A6A082704AC}"/>
                  </a:ext>
                </a:extLst>
              </p:cNvPr>
              <p:cNvSpPr/>
              <p:nvPr/>
            </p:nvSpPr>
            <p:spPr>
              <a:xfrm>
                <a:off x="7119166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8" name="正方形/長方形 247">
                <a:extLst>
                  <a:ext uri="{FF2B5EF4-FFF2-40B4-BE49-F238E27FC236}">
                    <ns2:creationId id="{43D8D107-13B9-E77E-7A37-12A2B9089E47}"/>
                  </a:ext>
                </a:extLst>
              </p:cNvPr>
              <p:cNvSpPr/>
              <p:nvPr/>
            </p:nvSpPr>
            <p:spPr>
              <a:xfrm>
                <a:off x="7119166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7" name="正方形/長方形 256">
                <a:extLst>
                  <a:ext uri="{FF2B5EF4-FFF2-40B4-BE49-F238E27FC236}">
                    <ns2:creationId id="{A9461FB0-27D2-5379-A21E-75F0E9962203}"/>
                  </a:ext>
                </a:extLst>
              </p:cNvPr>
              <p:cNvSpPr/>
              <p:nvPr/>
            </p:nvSpPr>
            <p:spPr>
              <a:xfrm>
                <a:off x="7119166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A7D9996A-7859-6B29-254E-AA7A996FD6AB}"/>
                  </a:ext>
                </a:extLst>
              </p:cNvPr>
              <p:cNvSpPr/>
              <p:nvPr/>
            </p:nvSpPr>
            <p:spPr>
              <a:xfrm>
                <a:off x="7119166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0" name="直線コネクタ 69">
                <a:extLst>
                  <a:ext uri="{FF2B5EF4-FFF2-40B4-BE49-F238E27FC236}">
                    <ns2:creationId id="{5DAABB8D-B0EB-944A-BD99-35B6F57B3C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直線コネクタ 184">
                <a:extLst>
                  <a:ext uri="{FF2B5EF4-FFF2-40B4-BE49-F238E27FC236}">
                    <ns2:creationId id="{E6B959DF-C540-CFDF-D300-A5CBC66D33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直線コネクタ 202">
                <a:extLst>
                  <a:ext uri="{FF2B5EF4-FFF2-40B4-BE49-F238E27FC236}">
                    <ns2:creationId id="{5DFF47BD-FBF2-1C36-ACCA-4B3918DAD8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線コネクタ 226">
                <a:extLst>
                  <a:ext uri="{FF2B5EF4-FFF2-40B4-BE49-F238E27FC236}">
                    <ns2:creationId id="{8853DEC5-9B92-E35F-6BBC-173B1D2CCC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直線コネクタ 276">
                <a:extLst>
                  <a:ext uri="{FF2B5EF4-FFF2-40B4-BE49-F238E27FC236}">
                    <ns2:creationId id="{2111D0E9-DE0F-B573-B09D-273E64614B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7" name="直線コネクタ 286">
                <a:extLst>
                  <a:ext uri="{FF2B5EF4-FFF2-40B4-BE49-F238E27FC236}">
                    <ns2:creationId id="{2B38EEEF-446B-15A6-199B-3F2B61891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直線コネクタ 295">
                <a:extLst>
                  <a:ext uri="{FF2B5EF4-FFF2-40B4-BE49-F238E27FC236}">
                    <ns2:creationId id="{19DC4F73-DED7-718B-198B-3B27D8060D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0339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正方形/長方形 191">
                <a:extLst>
                  <a:ext uri="{FF2B5EF4-FFF2-40B4-BE49-F238E27FC236}">
                    <ns2:creationId id="{1EDB8294-D654-628F-4ED0-A8FD424E8560}"/>
                  </a:ext>
                </a:extLst>
              </p:cNvPr>
              <p:cNvSpPr/>
              <p:nvPr/>
            </p:nvSpPr>
            <p:spPr>
              <a:xfrm>
                <a:off x="7911145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8" name="正方形/長方形 207">
                <a:extLst>
                  <a:ext uri="{FF2B5EF4-FFF2-40B4-BE49-F238E27FC236}">
                    <ns2:creationId id="{7FF09FFE-9632-D042-4181-5D7DBFADD868}"/>
                  </a:ext>
                </a:extLst>
              </p:cNvPr>
              <p:cNvSpPr/>
              <p:nvPr/>
            </p:nvSpPr>
            <p:spPr>
              <a:xfrm>
                <a:off x="7911145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2" name="正方形/長方形 221">
                <a:extLst>
                  <a:ext uri="{FF2B5EF4-FFF2-40B4-BE49-F238E27FC236}">
                    <ns2:creationId id="{87163DBD-173A-47CB-201D-E709C3AA112F}"/>
                  </a:ext>
                </a:extLst>
              </p:cNvPr>
              <p:cNvSpPr/>
              <p:nvPr/>
            </p:nvSpPr>
            <p:spPr>
              <a:xfrm>
                <a:off x="7911145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1" name="正方形/長方形 230">
                <a:extLst>
                  <a:ext uri="{FF2B5EF4-FFF2-40B4-BE49-F238E27FC236}">
                    <ns2:creationId id="{EFEA05BC-F5D0-8648-861E-8E10EC2CCA90}"/>
                  </a:ext>
                </a:extLst>
              </p:cNvPr>
              <p:cNvSpPr/>
              <p:nvPr/>
            </p:nvSpPr>
            <p:spPr>
              <a:xfrm>
                <a:off x="7911145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0" name="正方形/長方形 239">
                <a:extLst>
                  <a:ext uri="{FF2B5EF4-FFF2-40B4-BE49-F238E27FC236}">
                    <ns2:creationId id="{0A23D0D4-A115-6798-6EFA-990ECFEAB2FE}"/>
                  </a:ext>
                </a:extLst>
              </p:cNvPr>
              <p:cNvSpPr/>
              <p:nvPr/>
            </p:nvSpPr>
            <p:spPr>
              <a:xfrm>
                <a:off x="7911145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49" name="正方形/長方形 248">
                <a:extLst>
                  <a:ext uri="{FF2B5EF4-FFF2-40B4-BE49-F238E27FC236}">
                    <ns2:creationId id="{08943C4D-A701-88D8-5023-C56BC3812249}"/>
                  </a:ext>
                </a:extLst>
              </p:cNvPr>
              <p:cNvSpPr/>
              <p:nvPr/>
            </p:nvSpPr>
            <p:spPr>
              <a:xfrm>
                <a:off x="7911145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05FDBB54-CF08-6A09-36AC-AEA8F33EAE3F}"/>
                  </a:ext>
                </a:extLst>
              </p:cNvPr>
              <p:cNvSpPr/>
              <p:nvPr/>
            </p:nvSpPr>
            <p:spPr>
              <a:xfrm>
                <a:off x="7911145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180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kumimoji="1"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7" name="正方形/長方形 266">
                <a:extLst>
                  <a:ext uri="{FF2B5EF4-FFF2-40B4-BE49-F238E27FC236}">
                    <ns2:creationId id="{47934391-9269-7DD6-3DC4-272767D1E5D7}"/>
                  </a:ext>
                </a:extLst>
              </p:cNvPr>
              <p:cNvSpPr/>
              <p:nvPr/>
            </p:nvSpPr>
            <p:spPr>
              <a:xfrm>
                <a:off x="7911145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21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1" name="直線コネクタ 70">
                <a:extLst>
                  <a:ext uri="{FF2B5EF4-FFF2-40B4-BE49-F238E27FC236}">
                    <ns2:creationId id="{C2931CCE-DD8C-FAF9-EDCF-1D694106FC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直線コネクタ 186">
                <a:extLst>
                  <a:ext uri="{FF2B5EF4-FFF2-40B4-BE49-F238E27FC236}">
                    <ns2:creationId id="{4C94B17B-C20B-0D25-8372-712A017F2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線コネクタ 204">
                <a:extLst>
                  <a:ext uri="{FF2B5EF4-FFF2-40B4-BE49-F238E27FC236}">
                    <ns2:creationId id="{DE8594F3-A23C-74F6-C4F8-89A179ADDE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直線コネクタ 235">
                <a:extLst>
                  <a:ext uri="{FF2B5EF4-FFF2-40B4-BE49-F238E27FC236}">
                    <ns2:creationId id="{7EBD40FE-0EE9-A926-3553-299CD57705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直線コネクタ 277">
                <a:extLst>
                  <a:ext uri="{FF2B5EF4-FFF2-40B4-BE49-F238E27FC236}">
                    <ns2:creationId id="{DB0A919A-C927-F1B3-98BB-1389207B97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直線コネクタ 287">
                <a:extLst>
                  <a:ext uri="{FF2B5EF4-FFF2-40B4-BE49-F238E27FC236}">
                    <ns2:creationId id="{B0375C54-274F-2D6E-214A-403F0B6DD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直線コネクタ 296">
                <a:extLst>
                  <a:ext uri="{FF2B5EF4-FFF2-40B4-BE49-F238E27FC236}">
                    <ns2:creationId id="{4A60036A-5A5D-FF87-611F-D73C8A03C6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3665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正方形/長方形 193">
                <a:extLst>
                  <a:ext uri="{FF2B5EF4-FFF2-40B4-BE49-F238E27FC236}">
                    <ns2:creationId id="{583B0D4E-70E5-D74D-9C1C-F18D5821673E}"/>
                  </a:ext>
                </a:extLst>
              </p:cNvPr>
              <p:cNvSpPr/>
              <p:nvPr/>
            </p:nvSpPr>
            <p:spPr>
              <a:xfrm>
                <a:off x="8704471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0" name="正方形/長方形 209">
                <a:extLst>
                  <a:ext uri="{FF2B5EF4-FFF2-40B4-BE49-F238E27FC236}">
                    <ns2:creationId id="{D1283271-776B-44A4-2046-5B5EEEBBDD1D}"/>
                  </a:ext>
                </a:extLst>
              </p:cNvPr>
              <p:cNvSpPr/>
              <p:nvPr/>
            </p:nvSpPr>
            <p:spPr>
              <a:xfrm>
                <a:off x="8704471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3" name="正方形/長方形 222">
                <a:extLst>
                  <a:ext uri="{FF2B5EF4-FFF2-40B4-BE49-F238E27FC236}">
                    <ns2:creationId id="{4D9EEB89-ADB8-11E1-C4CA-1C22F2AF9BAF}"/>
                  </a:ext>
                </a:extLst>
              </p:cNvPr>
              <p:cNvSpPr/>
              <p:nvPr/>
            </p:nvSpPr>
            <p:spPr>
              <a:xfrm>
                <a:off x="8704471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2" name="正方形/長方形 231">
                <a:extLst>
                  <a:ext uri="{FF2B5EF4-FFF2-40B4-BE49-F238E27FC236}">
                    <ns2:creationId id="{F108ACC9-87ED-EDD4-4926-CB9D7B9C522A}"/>
                  </a:ext>
                </a:extLst>
              </p:cNvPr>
              <p:cNvSpPr/>
              <p:nvPr/>
            </p:nvSpPr>
            <p:spPr>
              <a:xfrm>
                <a:off x="8704471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DE63CD36-0E3E-FA8A-38DE-661812D655ED}"/>
                  </a:ext>
                </a:extLst>
              </p:cNvPr>
              <p:cNvSpPr/>
              <p:nvPr/>
            </p:nvSpPr>
            <p:spPr>
              <a:xfrm>
                <a:off x="8704471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0" name="正方形/長方形 249">
                <a:extLst>
                  <a:ext uri="{FF2B5EF4-FFF2-40B4-BE49-F238E27FC236}">
                    <ns2:creationId id="{C23578BE-FE0B-1498-F284-77B4BA466ADC}"/>
                  </a:ext>
                </a:extLst>
              </p:cNvPr>
              <p:cNvSpPr/>
              <p:nvPr/>
            </p:nvSpPr>
            <p:spPr>
              <a:xfrm>
                <a:off x="8704471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F201032B-104D-4B27-61E8-ABB528A2D39F}"/>
                  </a:ext>
                </a:extLst>
              </p:cNvPr>
              <p:cNvSpPr/>
              <p:nvPr/>
            </p:nvSpPr>
            <p:spPr>
              <a:xfrm>
                <a:off x="8704471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8" name="正方形/長方形 267">
                <a:extLst>
                  <a:ext uri="{FF2B5EF4-FFF2-40B4-BE49-F238E27FC236}">
                    <ns2:creationId id="{F46D012B-57C5-385B-043A-D36C7D270F7E}"/>
                  </a:ext>
                </a:extLst>
              </p:cNvPr>
              <p:cNvSpPr/>
              <p:nvPr/>
            </p:nvSpPr>
            <p:spPr>
              <a:xfrm>
                <a:off x="8704471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en-US" altLang="ja-JP" sz="7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989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2" name="直線コネクタ 71">
                <a:extLst>
                  <a:ext uri="{FF2B5EF4-FFF2-40B4-BE49-F238E27FC236}">
                    <ns2:creationId id="{2DCB3C34-6AF5-9A0A-C188-E8643EECB1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直線コネクタ 188">
                <a:extLst>
                  <a:ext uri="{FF2B5EF4-FFF2-40B4-BE49-F238E27FC236}">
                    <ns2:creationId id="{CEDC6620-47C5-4AC5-B0C2-A9B6FA78E4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線コネクタ 206">
                <a:extLst>
                  <a:ext uri="{FF2B5EF4-FFF2-40B4-BE49-F238E27FC236}">
                    <ns2:creationId id="{D1A7047A-FB6F-C08B-2B4A-663A2416E7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直線コネクタ 244">
                <a:extLst>
                  <a:ext uri="{FF2B5EF4-FFF2-40B4-BE49-F238E27FC236}">
                    <ns2:creationId id="{E739D3E0-7E93-E6A1-EB68-AEFDA151AC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線コネクタ 278">
                <a:extLst>
                  <a:ext uri="{FF2B5EF4-FFF2-40B4-BE49-F238E27FC236}">
                    <ns2:creationId id="{75EDC83C-C0DC-6826-52FE-971A07B208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直線コネクタ 288">
                <a:extLst>
                  <a:ext uri="{FF2B5EF4-FFF2-40B4-BE49-F238E27FC236}">
                    <ns2:creationId id="{C015E532-C514-3253-4450-280F15F1B8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直線コネクタ 297">
                <a:extLst>
                  <a:ext uri="{FF2B5EF4-FFF2-40B4-BE49-F238E27FC236}">
                    <ns2:creationId id="{00EC6F92-16E0-4246-D813-9E05AA1D15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08338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正方形/長方形 199">
                <a:extLst>
                  <a:ext uri="{FF2B5EF4-FFF2-40B4-BE49-F238E27FC236}">
                    <ns2:creationId id="{60A8F0E4-B615-D217-EA44-622FC12442F5}"/>
                  </a:ext>
                </a:extLst>
              </p:cNvPr>
              <p:cNvSpPr/>
              <p:nvPr/>
            </p:nvSpPr>
            <p:spPr>
              <a:xfrm>
                <a:off x="11092532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6" name="正方形/長方形 215">
                <a:extLst>
                  <a:ext uri="{FF2B5EF4-FFF2-40B4-BE49-F238E27FC236}">
                    <ns2:creationId id="{1A55D823-29AA-46F3-CCFE-8FDB4C521A86}"/>
                  </a:ext>
                </a:extLst>
              </p:cNvPr>
              <p:cNvSpPr/>
              <p:nvPr/>
            </p:nvSpPr>
            <p:spPr>
              <a:xfrm>
                <a:off x="11092532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6" name="正方形/長方形 225">
                <a:extLst>
                  <a:ext uri="{FF2B5EF4-FFF2-40B4-BE49-F238E27FC236}">
                    <ns2:creationId id="{E6FC1C0C-BEA7-62D1-9345-5C80FFED652F}"/>
                  </a:ext>
                </a:extLst>
              </p:cNvPr>
              <p:cNvSpPr/>
              <p:nvPr/>
            </p:nvSpPr>
            <p:spPr>
              <a:xfrm>
                <a:off x="11092532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5" name="正方形/長方形 234">
                <a:extLst>
                  <a:ext uri="{FF2B5EF4-FFF2-40B4-BE49-F238E27FC236}">
                    <ns2:creationId id="{60D6ADBD-D48B-FF05-A42E-8654EC2B1454}"/>
                  </a:ext>
                </a:extLst>
              </p:cNvPr>
              <p:cNvSpPr/>
              <p:nvPr/>
            </p:nvSpPr>
            <p:spPr>
              <a:xfrm>
                <a:off x="11092532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1CDA2FB3-32AE-FCB6-2FF3-2E9ED5E78257}"/>
                  </a:ext>
                </a:extLst>
              </p:cNvPr>
              <p:cNvSpPr/>
              <p:nvPr/>
            </p:nvSpPr>
            <p:spPr>
              <a:xfrm>
                <a:off x="11092532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3" name="正方形/長方形 252">
                <a:extLst>
                  <a:ext uri="{FF2B5EF4-FFF2-40B4-BE49-F238E27FC236}">
                    <ns2:creationId id="{D4017144-4060-3FD5-0B39-5515A2D37AEC}"/>
                  </a:ext>
                </a:extLst>
              </p:cNvPr>
              <p:cNvSpPr/>
              <p:nvPr/>
            </p:nvSpPr>
            <p:spPr>
              <a:xfrm>
                <a:off x="11092532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4C3D519B-F2A7-48AF-68FC-4E3F44E670B0}"/>
                  </a:ext>
                </a:extLst>
              </p:cNvPr>
              <p:cNvSpPr/>
              <p:nvPr/>
            </p:nvSpPr>
            <p:spPr>
              <a:xfrm>
                <a:off x="11092532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1" name="正方形/長方形 270">
                <a:extLst>
                  <a:ext uri="{FF2B5EF4-FFF2-40B4-BE49-F238E27FC236}">
                    <ns2:creationId id="{A297A3BE-7E71-A8EA-1E8E-F72D2DCDFEC5}"/>
                  </a:ext>
                </a:extLst>
              </p:cNvPr>
              <p:cNvSpPr/>
              <p:nvPr/>
            </p:nvSpPr>
            <p:spPr>
              <a:xfrm>
                <a:off x="11092532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3" name="直線コネクタ 72">
                <a:extLst>
                  <a:ext uri="{FF2B5EF4-FFF2-40B4-BE49-F238E27FC236}">
                    <ns2:creationId id="{4E68A345-654E-BA99-782D-9B09ECDAA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線コネクタ 190">
                <a:extLst>
                  <a:ext uri="{FF2B5EF4-FFF2-40B4-BE49-F238E27FC236}">
                    <ns2:creationId id="{E3FD111F-C9A7-B6CC-2808-2CD5295D87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直線コネクタ 208">
                <a:extLst>
                  <a:ext uri="{FF2B5EF4-FFF2-40B4-BE49-F238E27FC236}">
                    <ns2:creationId id="{C83916A4-7476-B0B4-8530-B9B879C83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ns2:creationId id="{E75C92CF-E536-6E0C-86AB-4B4A35019D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直線コネクタ 279">
                <a:extLst>
                  <a:ext uri="{FF2B5EF4-FFF2-40B4-BE49-F238E27FC236}">
                    <ns2:creationId id="{6DDC9FE1-419C-138B-4BBB-449505B9CF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直線コネクタ 289">
                <a:extLst>
                  <a:ext uri="{FF2B5EF4-FFF2-40B4-BE49-F238E27FC236}">
                    <ns2:creationId id="{76D20872-7F8F-7E0C-C278-8F8FDFF990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直線コネクタ 298">
                <a:extLst>
                  <a:ext uri="{FF2B5EF4-FFF2-40B4-BE49-F238E27FC236}">
                    <ns2:creationId id="{31D1ECB5-CCD5-60BA-5922-13074D5F7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0434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正方形/長方形 195">
                <a:extLst>
                  <a:ext uri="{FF2B5EF4-FFF2-40B4-BE49-F238E27FC236}">
                    <ns2:creationId id="{C351C77A-1D67-1EDE-A96D-BEE002203098}"/>
                  </a:ext>
                </a:extLst>
              </p:cNvPr>
              <p:cNvSpPr/>
              <p:nvPr/>
            </p:nvSpPr>
            <p:spPr>
              <a:xfrm>
                <a:off x="9499144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2" name="正方形/長方形 211">
                <a:extLst>
                  <a:ext uri="{FF2B5EF4-FFF2-40B4-BE49-F238E27FC236}">
                    <ns2:creationId id="{2B1F209D-EF43-7DBB-A5E5-82BE2723CA3D}"/>
                  </a:ext>
                </a:extLst>
              </p:cNvPr>
              <p:cNvSpPr/>
              <p:nvPr/>
            </p:nvSpPr>
            <p:spPr>
              <a:xfrm>
                <a:off x="9499144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D15BABF8-928A-7D97-EA18-31D6909C4BDA}"/>
                  </a:ext>
                </a:extLst>
              </p:cNvPr>
              <p:cNvSpPr/>
              <p:nvPr/>
            </p:nvSpPr>
            <p:spPr>
              <a:xfrm>
                <a:off x="9499144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3" name="正方形/長方形 232">
                <a:extLst>
                  <a:ext uri="{FF2B5EF4-FFF2-40B4-BE49-F238E27FC236}">
                    <ns2:creationId id="{B3DE3B91-ADFC-AE88-4632-6AF28F0FA679}"/>
                  </a:ext>
                </a:extLst>
              </p:cNvPr>
              <p:cNvSpPr/>
              <p:nvPr/>
            </p:nvSpPr>
            <p:spPr>
              <a:xfrm>
                <a:off x="9499144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2" name="正方形/長方形 241">
                <a:extLst>
                  <a:ext uri="{FF2B5EF4-FFF2-40B4-BE49-F238E27FC236}">
                    <ns2:creationId id="{DECEAA8D-07FF-9575-9D75-81A5E18A596A}"/>
                  </a:ext>
                </a:extLst>
              </p:cNvPr>
              <p:cNvSpPr/>
              <p:nvPr/>
            </p:nvSpPr>
            <p:spPr>
              <a:xfrm>
                <a:off x="9499144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1" name="正方形/長方形 250">
                <a:extLst>
                  <a:ext uri="{FF2B5EF4-FFF2-40B4-BE49-F238E27FC236}">
                    <ns2:creationId id="{4AFAB72A-86A4-B553-08F4-3314F995866D}"/>
                  </a:ext>
                </a:extLst>
              </p:cNvPr>
              <p:cNvSpPr/>
              <p:nvPr/>
            </p:nvSpPr>
            <p:spPr>
              <a:xfrm>
                <a:off x="9499144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C05B953F-7703-C9C2-5026-B68DC4AE07D3}"/>
                  </a:ext>
                </a:extLst>
              </p:cNvPr>
              <p:cNvSpPr/>
              <p:nvPr/>
            </p:nvSpPr>
            <p:spPr>
              <a:xfrm>
                <a:off x="9499144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9" name="正方形/長方形 268">
                <a:extLst>
                  <a:ext uri="{FF2B5EF4-FFF2-40B4-BE49-F238E27FC236}">
                    <ns2:creationId id="{6143B6BA-3B13-35CC-8EC1-A630FBB58ADB}"/>
                  </a:ext>
                </a:extLst>
              </p:cNvPr>
              <p:cNvSpPr/>
              <p:nvPr/>
            </p:nvSpPr>
            <p:spPr>
              <a:xfrm>
                <a:off x="9499144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+</a:t>
                </a:r>
                <a:r>
                  <a:rPr lang="en-US" altLang="ja-JP" sz="70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116</a:t>
                </a:r>
                <a:r>
                  <a:rPr lang="ja-JP" altLang="en-US" sz="7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5E1D2F32-8259-9CF6-74CF-9B0FB006FC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直線コネクタ 192">
                <a:extLst>
                  <a:ext uri="{FF2B5EF4-FFF2-40B4-BE49-F238E27FC236}">
                    <ns2:creationId id="{576A63A7-2DE4-B834-89D1-1A72BF7BAD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直線コネクタ 210">
                <a:extLst>
                  <a:ext uri="{FF2B5EF4-FFF2-40B4-BE49-F238E27FC236}">
                    <ns2:creationId id="{81C3CAFA-A51C-3A93-91E3-28FB67507D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直線コネクタ 262">
                <a:extLst>
                  <a:ext uri="{FF2B5EF4-FFF2-40B4-BE49-F238E27FC236}">
                    <ns2:creationId id="{CA77058D-110C-E4BF-A099-737566F238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直線コネクタ 281">
                <a:extLst>
                  <a:ext uri="{FF2B5EF4-FFF2-40B4-BE49-F238E27FC236}">
                    <ns2:creationId id="{8C68D634-D69B-B364-1661-B491203C21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直線コネクタ 290">
                <a:extLst>
                  <a:ext uri="{FF2B5EF4-FFF2-40B4-BE49-F238E27FC236}">
                    <ns2:creationId id="{99C8ACE1-9123-1997-B358-8A760507A4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直線コネクタ 299">
                <a:extLst>
                  <a:ext uri="{FF2B5EF4-FFF2-40B4-BE49-F238E27FC236}">
                    <ns2:creationId id="{EBACDE69-E413-61FB-7430-10038C1796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04358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正方形/長方形 197">
                <a:extLst>
                  <a:ext uri="{FF2B5EF4-FFF2-40B4-BE49-F238E27FC236}">
                    <ns2:creationId id="{7DBFDE64-F4C2-1BF5-9FEF-1324104FB595}"/>
                  </a:ext>
                </a:extLst>
              </p:cNvPr>
              <p:cNvSpPr/>
              <p:nvPr/>
            </p:nvSpPr>
            <p:spPr>
              <a:xfrm>
                <a:off x="10295164" y="2312851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214" name="正方形/長方形 213">
                <a:extLst>
                  <a:ext uri="{FF2B5EF4-FFF2-40B4-BE49-F238E27FC236}">
                    <ns2:creationId id="{4AB95D33-483F-8B4A-EEC2-87DE921E55DF}"/>
                  </a:ext>
                </a:extLst>
              </p:cNvPr>
              <p:cNvSpPr/>
              <p:nvPr/>
            </p:nvSpPr>
            <p:spPr>
              <a:xfrm>
                <a:off x="10295164" y="2434083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5" name="正方形/長方形 224">
                <a:extLst>
                  <a:ext uri="{FF2B5EF4-FFF2-40B4-BE49-F238E27FC236}">
                    <ns2:creationId id="{D7A95EC5-DD1B-F12B-4D82-FD1331DB734A}"/>
                  </a:ext>
                </a:extLst>
              </p:cNvPr>
              <p:cNvSpPr/>
              <p:nvPr/>
            </p:nvSpPr>
            <p:spPr>
              <a:xfrm>
                <a:off x="10295164" y="2565556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4" name="正方形/長方形 233">
                <a:extLst>
                  <a:ext uri="{FF2B5EF4-FFF2-40B4-BE49-F238E27FC236}">
                    <ns2:creationId id="{D758CE98-5F84-A3FC-F7B0-3B67613AFD5F}"/>
                  </a:ext>
                </a:extLst>
              </p:cNvPr>
              <p:cNvSpPr/>
              <p:nvPr/>
            </p:nvSpPr>
            <p:spPr>
              <a:xfrm>
                <a:off x="10295164" y="2697028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3" name="正方形/長方形 242">
                <a:extLst>
                  <a:ext uri="{FF2B5EF4-FFF2-40B4-BE49-F238E27FC236}">
                    <ns2:creationId id="{159BE5BC-8A33-EF1A-8F6E-AFC1D62ED7CB}"/>
                  </a:ext>
                </a:extLst>
              </p:cNvPr>
              <p:cNvSpPr/>
              <p:nvPr/>
            </p:nvSpPr>
            <p:spPr>
              <a:xfrm>
                <a:off x="10295164" y="2828500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2" name="正方形/長方形 251">
                <a:extLst>
                  <a:ext uri="{FF2B5EF4-FFF2-40B4-BE49-F238E27FC236}">
                    <ns2:creationId id="{4B068488-AC1F-0A24-4DF7-C22B4C562FD8}"/>
                  </a:ext>
                </a:extLst>
              </p:cNvPr>
              <p:cNvSpPr/>
              <p:nvPr/>
            </p:nvSpPr>
            <p:spPr>
              <a:xfrm>
                <a:off x="10295164" y="2959972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1" name="正方形/長方形 260">
                <a:extLst>
                  <a:ext uri="{FF2B5EF4-FFF2-40B4-BE49-F238E27FC236}">
                    <ns2:creationId id="{E3967CD1-F6D4-0497-2021-658AC5B68650}"/>
                  </a:ext>
                </a:extLst>
              </p:cNvPr>
              <p:cNvSpPr/>
              <p:nvPr/>
            </p:nvSpPr>
            <p:spPr>
              <a:xfrm>
                <a:off x="10295164" y="3091444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0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0" name="正方形/長方形 269">
                <a:extLst>
                  <a:ext uri="{FF2B5EF4-FFF2-40B4-BE49-F238E27FC236}">
                    <ns2:creationId id="{CCEBB4DE-4CDE-B440-A708-F1DEA64DB204}"/>
                  </a:ext>
                </a:extLst>
              </p:cNvPr>
              <p:cNvSpPr/>
              <p:nvPr/>
            </p:nvSpPr>
            <p:spPr>
              <a:xfrm>
                <a:off x="10295164" y="3222919"/>
                <a:ext cx="737952" cy="11318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0" rIns="10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r"/>
                <a:r>
                  <a:rPr lang="en-US" altLang="ja-JP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70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700">
                  <a:solidFill>
                    <a:srgbClr val="ED7D3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76" name="直線コネクタ 75">
                <a:extLst>
                  <a:ext uri="{FF2B5EF4-FFF2-40B4-BE49-F238E27FC236}">
                    <ns2:creationId id="{8D42417C-30D9-3418-A55F-5F706C5B7E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432728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直線コネクタ 194">
                <a:extLst>
                  <a:ext uri="{FF2B5EF4-FFF2-40B4-BE49-F238E27FC236}">
                    <ns2:creationId id="{E0A2BA21-3B90-30C4-9774-B1763E6D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3082701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線コネクタ 212">
                <a:extLst>
                  <a:ext uri="{FF2B5EF4-FFF2-40B4-BE49-F238E27FC236}">
                    <ns2:creationId id="{0289AB41-49C6-B04C-F580-3B64FE245A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321428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直線コネクタ 271">
                <a:extLst>
                  <a:ext uri="{FF2B5EF4-FFF2-40B4-BE49-F238E27FC236}">
                    <ns2:creationId id="{C72711EA-F843-D4FF-8FB1-EEE1532473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55636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直線コネクタ 282">
                <a:extLst>
                  <a:ext uri="{FF2B5EF4-FFF2-40B4-BE49-F238E27FC236}">
                    <ns2:creationId id="{80187053-DC71-3335-72A0-8AF68394A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687945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直線コネクタ 291">
                <a:extLst>
                  <a:ext uri="{FF2B5EF4-FFF2-40B4-BE49-F238E27FC236}">
                    <ns2:creationId id="{AF22409D-F4EE-FB05-B502-2D2FB9CA35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819530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直線コネクタ 300">
                <a:extLst>
                  <a:ext uri="{FF2B5EF4-FFF2-40B4-BE49-F238E27FC236}">
                    <ns2:creationId id="{EE9EFBB2-851C-5C5F-A480-C474DBA636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1725" y="2951116"/>
                <a:ext cx="737952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9" name="グラフィックス 58" descr="翼の付いたお金 単色塗りつぶし">
              <a:extLst>
                <a:ext uri="{FF2B5EF4-FFF2-40B4-BE49-F238E27FC236}">
                  <ns2:creationId id="{44731A6B-8CA9-3BC9-E1F5-7DDFEAAFDC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5220190" y="1630710"/>
              <a:ext cx="180000" cy="180000"/>
            </a:xfrm>
            <a:prstGeom prst="rect">
              <a:avLst/>
            </a:prstGeom>
          </p:spPr>
        </p:pic>
        <p:graphicFrame>
          <p:nvGraphicFramePr>
            <p:cNvPr id="139" name="グラフ 138">
              <a:extLst>
                <a:ext uri="{FF2B5EF4-FFF2-40B4-BE49-F238E27FC236}">
                  <ns2:creationId id="{52E27EA2-30AE-2966-0C39-90DECB063497}"/>
                </a:ext>
              </a:extLst>
            </p:cNvPr>
            <p:cNvGraphicFramePr/>
            <p:nvPr/>
          </p:nvGraphicFramePr>
          <p:xfrm>
            <a:off x="578425" y="2922053"/>
            <a:ext cx="3504360" cy="578385"/>
          </p:xfrm>
          <a:graphic>
            <a:graphicData uri="http://schemas.openxmlformats.org/drawingml/2006/chart">
              <ns5:chart r:id="rId12"/>
            </a:graphicData>
          </a:graphic>
        </p:graphicFrame>
        <p:sp>
          <p:nvSpPr>
            <p:cNvPr id="167" name="正方形/長方形 166">
              <a:extLst>
                <a:ext uri="{FF2B5EF4-FFF2-40B4-BE49-F238E27FC236}">
                  <ns2:creationId id="{C1066AF3-4C9C-8E34-0381-EEBCDA5AA28C}"/>
                </a:ext>
              </a:extLst>
            </p:cNvPr>
            <p:cNvSpPr/>
            <p:nvPr/>
          </p:nvSpPr>
          <p:spPr>
            <a:xfrm>
              <a:off x="444790" y="3053489"/>
              <a:ext cx="189862" cy="24491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370" name="グループ化 369">
              <a:extLst>
                <a:ext uri="{FF2B5EF4-FFF2-40B4-BE49-F238E27FC236}">
                  <ns2:creationId id="{1589EBEF-C1AC-5E0C-A468-7A758AC645BB}"/>
                </a:ext>
              </a:extLst>
            </p:cNvPr>
            <p:cNvGrpSpPr/>
            <p:nvPr/>
          </p:nvGrpSpPr>
          <p:grpSpPr>
            <a:xfrm>
              <a:off x="411307" y="2434083"/>
              <a:ext cx="4092146" cy="521147"/>
              <a:chOff x="411307" y="2359682"/>
              <a:chExt cx="4092146" cy="521147"/>
            </a:xfrm>
          </p:grpSpPr>
          <p:sp>
            <p:nvSpPr>
              <p:cNvPr id="166" name="正方形/長方形 165">
                <a:extLst>
                  <a:ext uri="{FF2B5EF4-FFF2-40B4-BE49-F238E27FC236}">
                    <ns2:creationId id="{A6F7313E-AF5B-0591-F04D-52616EB34A64}"/>
                  </a:ext>
                </a:extLst>
              </p:cNvPr>
              <p:cNvSpPr/>
              <p:nvPr/>
            </p:nvSpPr>
            <p:spPr>
              <a:xfrm>
                <a:off x="676089" y="2784675"/>
                <a:ext cx="1870800" cy="9615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8B696FF7-641E-5915-A9BB-CC0DCDA88151}"/>
                  </a:ext>
                </a:extLst>
              </p:cNvPr>
              <p:cNvSpPr/>
              <p:nvPr/>
            </p:nvSpPr>
            <p:spPr>
              <a:xfrm>
                <a:off x="411307" y="2359682"/>
                <a:ext cx="645501" cy="360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54BDE925-5673-21E3-A557-F5CD3D91CA7B}"/>
                  </a:ext>
                </a:extLst>
              </p:cNvPr>
              <p:cNvSpPr/>
              <p:nvPr/>
            </p:nvSpPr>
            <p:spPr>
              <a:xfrm>
                <a:off x="1077537" y="2359682"/>
                <a:ext cx="684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BFA04BE0-A9F2-2D9C-F38F-E89E076434EA}"/>
                  </a:ext>
                </a:extLst>
              </p:cNvPr>
              <p:cNvSpPr/>
              <p:nvPr/>
            </p:nvSpPr>
            <p:spPr>
              <a:xfrm>
                <a:off x="1782266" y="2359682"/>
                <a:ext cx="645501" cy="360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正方形/長方形 117">
                <a:extLst>
                  <a:ext uri="{FF2B5EF4-FFF2-40B4-BE49-F238E27FC236}">
                    <ns2:creationId id="{DD96F1E0-8508-75FE-16C1-125CB3CF9841}"/>
                  </a:ext>
                </a:extLst>
              </p:cNvPr>
              <p:cNvSpPr/>
              <p:nvPr/>
            </p:nvSpPr>
            <p:spPr>
              <a:xfrm>
                <a:off x="2448496" y="2359682"/>
                <a:ext cx="684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800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45450C60-843D-641E-9118-3E925AC362FC}"/>
                  </a:ext>
                </a:extLst>
              </p:cNvPr>
              <p:cNvSpPr/>
              <p:nvPr/>
            </p:nvSpPr>
            <p:spPr>
              <a:xfrm>
                <a:off x="3153225" y="2359682"/>
                <a:ext cx="645501" cy="360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FA2E3262-FE04-21CE-141A-35F2C7724652}"/>
                  </a:ext>
                </a:extLst>
              </p:cNvPr>
              <p:cNvSpPr/>
              <p:nvPr/>
            </p:nvSpPr>
            <p:spPr>
              <a:xfrm>
                <a:off x="3819453" y="2359682"/>
                <a:ext cx="684000" cy="36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ns2:creationId id="{CCBCEBD5-3648-99CE-C087-DC6E176BE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6911" y="2359682"/>
                <a:ext cx="0" cy="360000"/>
              </a:xfrm>
              <a:prstGeom prst="line">
                <a:avLst/>
              </a:prstGeom>
              <a:ln w="25400">
                <a:solidFill>
                  <a:srgbClr val="008D2E">
                    <a:alpha val="6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線コネクタ 360">
                <a:extLst>
                  <a:ext uri="{FF2B5EF4-FFF2-40B4-BE49-F238E27FC236}">
                    <ns2:creationId id="{0FBDBAB0-6196-E0BE-C407-30D4A30928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0949" y="2359682"/>
                <a:ext cx="0" cy="360000"/>
              </a:xfrm>
              <a:prstGeom prst="line">
                <a:avLst/>
              </a:prstGeom>
              <a:ln w="25400">
                <a:solidFill>
                  <a:srgbClr val="008D2E">
                    <a:alpha val="6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線コネクタ 361">
                <a:extLst>
                  <a:ext uri="{FF2B5EF4-FFF2-40B4-BE49-F238E27FC236}">
                    <ns2:creationId id="{94474B38-BEF8-6F72-1865-0F0F5CC626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30248" y="2359682"/>
                <a:ext cx="0" cy="360000"/>
              </a:xfrm>
              <a:prstGeom prst="line">
                <a:avLst/>
              </a:prstGeom>
              <a:ln w="25400">
                <a:solidFill>
                  <a:srgbClr val="008D2E">
                    <a:alpha val="6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8" name="グループ化 377">
              <a:extLst>
                <a:ext uri="{FF2B5EF4-FFF2-40B4-BE49-F238E27FC236}">
                  <ns2:creationId id="{155482B6-8DE7-506F-18F4-D9BDEB13DA7E}"/>
                </a:ext>
              </a:extLst>
            </p:cNvPr>
            <p:cNvGrpSpPr/>
            <p:nvPr/>
          </p:nvGrpSpPr>
          <p:grpSpPr>
            <a:xfrm>
              <a:off x="1320109" y="3543579"/>
              <a:ext cx="2020993" cy="136859"/>
              <a:chOff x="1317808" y="3543579"/>
              <a:chExt cx="2020993" cy="136859"/>
            </a:xfrm>
          </p:grpSpPr>
          <p:sp>
            <p:nvSpPr>
              <p:cNvPr id="375" name="四角形: 角を丸くする 374">
                <a:extLst>
                  <a:ext uri="{FF2B5EF4-FFF2-40B4-BE49-F238E27FC236}">
                    <ns2:creationId id="{2088A08D-F8A7-172D-9FA0-2B25F2F5AB11}"/>
                  </a:ext>
                </a:extLst>
              </p:cNvPr>
              <p:cNvSpPr/>
              <p:nvPr/>
            </p:nvSpPr>
            <p:spPr>
              <a:xfrm>
                <a:off x="1317808" y="3543579"/>
                <a:ext cx="2020993" cy="136859"/>
              </a:xfrm>
              <a:prstGeom prst="roundRect">
                <a:avLst/>
              </a:prstGeom>
              <a:solidFill>
                <a:schemeClr val="bg2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377" name="グループ化 376">
                <a:extLst>
                  <a:ext uri="{FF2B5EF4-FFF2-40B4-BE49-F238E27FC236}">
                    <ns2:creationId id="{C8F16A07-C82F-CC61-DF29-CE42D11D0C38}"/>
                  </a:ext>
                </a:extLst>
              </p:cNvPr>
              <p:cNvGrpSpPr/>
              <p:nvPr/>
            </p:nvGrpSpPr>
            <p:grpSpPr>
              <a:xfrm>
                <a:off x="1435265" y="3576008"/>
                <a:ext cx="1786078" cy="72000"/>
                <a:chOff x="1435265" y="3576008"/>
                <a:chExt cx="1786078" cy="72000"/>
              </a:xfrm>
            </p:grpSpPr>
            <p:sp>
              <p:nvSpPr>
                <p:cNvPr id="53" name="正方形/長方形 52">
                  <a:extLst>
                    <a:ext uri="{FF2B5EF4-FFF2-40B4-BE49-F238E27FC236}">
                      <ns2:creationId id="{6DA8DDB9-8E74-70E0-B303-FEBE25B1B53D}"/>
                    </a:ext>
                  </a:extLst>
                </p:cNvPr>
                <p:cNvSpPr/>
                <p:nvPr/>
              </p:nvSpPr>
              <p:spPr>
                <a:xfrm>
                  <a:off x="2519723" y="3576008"/>
                  <a:ext cx="363666" cy="7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6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C6789233-BAE3-1AAE-5542-07E58773C61F}"/>
                    </a:ext>
                  </a:extLst>
                </p:cNvPr>
                <p:cNvSpPr/>
                <p:nvPr/>
              </p:nvSpPr>
              <p:spPr>
                <a:xfrm>
                  <a:off x="2871781" y="3576008"/>
                  <a:ext cx="349562" cy="7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67" name="正方形/長方形 66">
                  <a:extLst>
                    <a:ext uri="{FF2B5EF4-FFF2-40B4-BE49-F238E27FC236}">
                      <ns2:creationId id="{7BC24803-BE4B-7E4B-B791-9DEF468464B8}"/>
                    </a:ext>
                  </a:extLst>
                </p:cNvPr>
                <p:cNvSpPr/>
                <p:nvPr/>
              </p:nvSpPr>
              <p:spPr>
                <a:xfrm>
                  <a:off x="1435265" y="3576008"/>
                  <a:ext cx="363666" cy="72000"/>
                </a:xfrm>
                <a:prstGeom prst="rect">
                  <a:avLst/>
                </a:prstGeom>
                <a:solidFill>
                  <a:srgbClr val="ED7D3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sz="6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24C5DAED-7B2C-2DC5-FA67-1200314A1DBD}"/>
                    </a:ext>
                  </a:extLst>
                </p:cNvPr>
                <p:cNvSpPr/>
                <p:nvPr/>
              </p:nvSpPr>
              <p:spPr>
                <a:xfrm>
                  <a:off x="1805703" y="3576008"/>
                  <a:ext cx="688876" cy="7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600" dirty="0">
                      <a:solidFill>
                        <a:srgbClr val="ED7D3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600" dirty="0">
                    <a:solidFill>
                      <a:srgbClr val="ED7D3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6:creationId val="522714096"/>
      </p:ext>
    </p:extLst>
  </p:cSld>
  <p:clrMapOvr>
    <a:masterClrMapping/>
  </p:clrMapOvr>
</p:sld>
</file>

<file path=ppt/slides/slide31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1"/>
          <p:cNvSpPr/>
          <p:nvPr/>
        </p:nvSpPr>
        <p:spPr>
          <a:xfrm>
            <a:off x="5895967" y="1965525"/>
            <a:ext cx="0" cy="3410087"/>
          </a:xfrm>
          <a:prstGeom prst="line">
            <a:avLst/>
          </a:prstGeom>
          <a:noFill/>
          <a:ln w="9525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49025" y="1965525"/>
            <a:ext cx="0" cy="3410087"/>
          </a:xfrm>
          <a:prstGeom prst="line">
            <a:avLst/>
          </a:prstGeom>
          <a:noFill/>
          <a:ln w="9525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937663" y="1965525"/>
            <a:ext cx="0" cy="3410087"/>
          </a:xfrm>
          <a:prstGeom prst="line">
            <a:avLst/>
          </a:prstGeom>
          <a:noFill/>
          <a:ln w="9525">
            <a:solidFill>
              <a:srgbClr val="E0E0E0"/>
            </a:solidFill>
            <a:prstDash val="dash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34961" y="2144653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(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34961" y="2701111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334961" y="3257569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34961" y="3814027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334961" y="4370485"/>
            <a:ext cx="1800000" cy="47084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(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334961" y="4926941"/>
            <a:ext cx="1800000" cy="470849"/>
          </a:xfrm>
          <a:prstGeom prst="rect">
            <a:avLst/>
          </a:prstGeom>
          <a:solidFill>
            <a:srgbClr val="DCE9F5"/>
          </a:solidFill>
          <a:ln w="12700">
            <a:solidFill>
              <a:srgbClr val="2E75B6"/>
            </a:solidFill>
            <a:prstDash val="solid"/>
          </a:ln>
        </p:spPr>
        <p:txBody>
          <a:bodyPr lIns="36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2271908" y="2144653"/>
            <a:ext cx="1800000" cy="471600"/>
          </a:xfrm>
          <a:prstGeom prst="rect">
            <a:avLst/>
          </a:prstGeom>
          <a:solidFill>
            <a:srgbClr val="DCE9F5"/>
          </a:solidFill>
          <a:ln w="12700">
            <a:solidFill>
              <a:srgbClr val="2E75B6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1F3864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3B6EA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Shape 28"/>
          <p:cNvSpPr/>
          <p:nvPr/>
        </p:nvSpPr>
        <p:spPr>
          <a:xfrm>
            <a:off x="2271908" y="3535422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※</a:t>
            </a: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" name="Shape 30"/>
          <p:cNvSpPr/>
          <p:nvPr/>
        </p:nvSpPr>
        <p:spPr>
          <a:xfrm>
            <a:off x="2271908" y="4926190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</p:txBody>
      </p:sp>
      <p:sp>
        <p:nvSpPr>
          <p:cNvPr id="49" name="Shape 38"/>
          <p:cNvSpPr/>
          <p:nvPr/>
        </p:nvSpPr>
        <p:spPr>
          <a:xfrm>
            <a:off x="4208855" y="2922267"/>
            <a:ext cx="1800000" cy="1391144"/>
          </a:xfrm>
          <a:prstGeom prst="rect">
            <a:avLst/>
          </a:prstGeom>
          <a:solidFill>
            <a:srgbClr val="008D2E"/>
          </a:solidFill>
          <a:ln w="19050">
            <a:noFill/>
            <a:prstDash val="solid"/>
          </a:ln>
        </p:spPr>
        <p:txBody>
          <a:bodyPr lIns="36000" rIns="36000" anchor="ctr"/>
          <a:lstStyle/>
          <a:p>
            <a:pPr algn="ctr">
              <a:spcAft>
                <a:spcPts val="500"/>
              </a:spcAft>
            </a:pPr>
            <a:r>
              <a:rPr lang="en-US" altLang="ja-JP" sz="1000" b="1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
</a:t>
            </a:r>
            <a:r>
              <a:rPr lang="en-US" altLang="ja-JP" sz="800" i="1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i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
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800" dirty="0" err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 algn="ctr"/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Shape 41"/>
          <p:cNvSpPr/>
          <p:nvPr/>
        </p:nvSpPr>
        <p:spPr>
          <a:xfrm>
            <a:off x="4214985" y="4427556"/>
            <a:ext cx="1800000" cy="428044"/>
          </a:xfrm>
          <a:prstGeom prst="rect">
            <a:avLst/>
          </a:prstGeom>
          <a:solidFill>
            <a:srgbClr val="FDEDED"/>
          </a:solidFill>
          <a:ln w="15875">
            <a:solidFill>
              <a:srgbClr val="C00000"/>
            </a:solidFill>
            <a:prstDash val="dash"/>
          </a:ln>
        </p:spPr>
        <p:txBody>
          <a:bodyPr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Shape 46"/>
          <p:cNvSpPr/>
          <p:nvPr/>
        </p:nvSpPr>
        <p:spPr>
          <a:xfrm>
            <a:off x="6183211" y="2144653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Shape 48"/>
          <p:cNvSpPr/>
          <p:nvPr/>
        </p:nvSpPr>
        <p:spPr>
          <a:xfrm>
            <a:off x="6151932" y="3071832"/>
            <a:ext cx="1800000" cy="4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none" lIns="72000" tIns="72000" rIns="36000" bIns="36000" anchor="ctr"/>
          <a:lstStyle/>
          <a:p>
            <a:pPr>
              <a:lnSpc>
                <a:spcPct val="95000"/>
              </a:lnSpc>
            </a:pP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76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76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76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76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6" name="Shape 50"/>
          <p:cNvSpPr/>
          <p:nvPr/>
        </p:nvSpPr>
        <p:spPr>
          <a:xfrm>
            <a:off x="6151932" y="3999011"/>
            <a:ext cx="1800000" cy="471600"/>
          </a:xfrm>
          <a:prstGeom prst="rect">
            <a:avLst/>
          </a:prstGeom>
          <a:solidFill>
            <a:srgbClr val="FFF6E0"/>
          </a:solidFill>
          <a:ln w="12700">
            <a:solidFill>
              <a:srgbClr val="BF8F00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7F5F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「</a:t>
            </a: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9" name="Shape 52"/>
          <p:cNvSpPr/>
          <p:nvPr/>
        </p:nvSpPr>
        <p:spPr>
          <a:xfrm>
            <a:off x="6151932" y="4926190"/>
            <a:ext cx="1800000" cy="471600"/>
          </a:xfrm>
          <a:prstGeom prst="rect">
            <a:avLst/>
          </a:prstGeom>
          <a:solidFill>
            <a:srgbClr val="FFF6E0"/>
          </a:solidFill>
          <a:ln w="12700">
            <a:solidFill>
              <a:srgbClr val="BF8F00"/>
            </a:solidFill>
            <a:prstDash val="solid"/>
          </a:ln>
        </p:spPr>
        <p:txBody>
          <a:bodyPr lIns="72000" rIns="36000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7F5F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9A7B1A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3" name="Shape 55"/>
          <p:cNvSpPr/>
          <p:nvPr/>
        </p:nvSpPr>
        <p:spPr>
          <a:xfrm flipV="1">
            <a:off x="5787911" y="3179093"/>
            <a:ext cx="108056" cy="349570"/>
          </a:xfrm>
          <a:prstGeom prst="line">
            <a:avLst/>
          </a:prstGeom>
          <a:noFill/>
          <a:ln w="22225">
            <a:solidFill>
              <a:srgbClr val="008D2E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4" name="Shape 56"/>
          <p:cNvSpPr/>
          <p:nvPr/>
        </p:nvSpPr>
        <p:spPr>
          <a:xfrm>
            <a:off x="5787911" y="3814026"/>
            <a:ext cx="108056" cy="128413"/>
          </a:xfrm>
          <a:prstGeom prst="line">
            <a:avLst/>
          </a:prstGeom>
          <a:noFill/>
          <a:ln w="22225">
            <a:solidFill>
              <a:srgbClr val="008D2E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Text 59"/>
          <p:cNvSpPr/>
          <p:nvPr/>
        </p:nvSpPr>
        <p:spPr>
          <a:xfrm>
            <a:off x="6151932" y="3543432"/>
            <a:ext cx="896629" cy="455579"/>
          </a:xfrm>
          <a:prstGeom prst="rect">
            <a:avLst/>
          </a:prstGeom>
          <a:noFill/>
          <a:ln/>
        </p:spPr>
        <p:txBody>
          <a:bodyPr wrap="square" lIns="0" tIns="0" rIns="72000" bIns="0" rtlCol="0" anchor="ctr"/>
          <a:lstStyle/>
          <a:p>
            <a:pPr marL="0" indent="0" algn="r">
              <a:buNone/>
            </a:pPr>
            <a:r>
              <a:rPr lang="en-US" sz="800" b="1" err="1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sz="800" b="1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sz="800" b="1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8" name="Shape 60"/>
          <p:cNvSpPr/>
          <p:nvPr/>
        </p:nvSpPr>
        <p:spPr>
          <a:xfrm>
            <a:off x="8088985" y="2144653"/>
            <a:ext cx="1800000" cy="82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none" lIns="72000" tIns="36000" rIns="36000" b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1" name="Shape 62"/>
          <p:cNvSpPr/>
          <p:nvPr/>
        </p:nvSpPr>
        <p:spPr>
          <a:xfrm>
            <a:off x="8088985" y="3079067"/>
            <a:ext cx="1800000" cy="82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lIns="72000" tIns="36000" rIns="36000" b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26262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4" name="Shape 64"/>
          <p:cNvSpPr/>
          <p:nvPr/>
        </p:nvSpPr>
        <p:spPr>
          <a:xfrm>
            <a:off x="8088985" y="4013481"/>
            <a:ext cx="1800000" cy="828000"/>
          </a:xfrm>
          <a:prstGeom prst="rect">
            <a:avLst/>
          </a:prstGeom>
          <a:solidFill>
            <a:srgbClr val="FDEDED"/>
          </a:solidFill>
          <a:ln w="15875">
            <a:solidFill>
              <a:srgbClr val="C00000"/>
            </a:solidFill>
            <a:prstDash val="dash"/>
          </a:ln>
        </p:spPr>
        <p:txBody>
          <a:bodyPr lIns="72000" tIns="36000" rIns="36000" b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)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/ </a:t>
            </a: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/ </a:t>
            </a: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3" name="Text 72"/>
          <p:cNvSpPr/>
          <p:nvPr/>
        </p:nvSpPr>
        <p:spPr>
          <a:xfrm>
            <a:off x="4086035" y="2105772"/>
            <a:ext cx="1020358" cy="487647"/>
          </a:xfrm>
          <a:prstGeom prst="rect">
            <a:avLst/>
          </a:prstGeom>
          <a:noFill/>
          <a:ln/>
        </p:spPr>
        <p:txBody>
          <a:bodyPr wrap="square" lIns="72000" tIns="0" rIns="3600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 (</a:t>
            </a:r>
            <a:r>
              <a:rPr lang="en-US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4" name="Shape 73"/>
          <p:cNvSpPr/>
          <p:nvPr/>
        </p:nvSpPr>
        <p:spPr>
          <a:xfrm>
            <a:off x="10044320" y="2144653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ja-JP" altLang="en-US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7" name="Shape 75"/>
          <p:cNvSpPr/>
          <p:nvPr/>
        </p:nvSpPr>
        <p:spPr>
          <a:xfrm>
            <a:off x="10044320" y="2700960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ja-JP" altLang="en-US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0" name="Shape 77"/>
          <p:cNvSpPr/>
          <p:nvPr/>
        </p:nvSpPr>
        <p:spPr>
          <a:xfrm>
            <a:off x="10044320" y="3257267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3" name="Shape 79"/>
          <p:cNvSpPr/>
          <p:nvPr/>
        </p:nvSpPr>
        <p:spPr>
          <a:xfrm>
            <a:off x="10044320" y="3813574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6" name="Shape 81"/>
          <p:cNvSpPr/>
          <p:nvPr/>
        </p:nvSpPr>
        <p:spPr>
          <a:xfrm>
            <a:off x="10044320" y="4369881"/>
            <a:ext cx="1800000" cy="471600"/>
          </a:xfrm>
          <a:prstGeom prst="rect">
            <a:avLst/>
          </a:prstGeom>
          <a:solidFill>
            <a:srgbClr val="FDEDED"/>
          </a:solidFill>
          <a:ln w="15875">
            <a:solidFill>
              <a:srgbClr val="C00000"/>
            </a:solidFill>
            <a:prstDash val="dash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9" name="Shape 83"/>
          <p:cNvSpPr/>
          <p:nvPr/>
        </p:nvSpPr>
        <p:spPr>
          <a:xfrm>
            <a:off x="10044320" y="4926190"/>
            <a:ext cx="1800000" cy="471600"/>
          </a:xfrm>
          <a:prstGeom prst="rect">
            <a:avLst/>
          </a:prstGeom>
          <a:solidFill>
            <a:srgbClr val="E5F2E5"/>
          </a:solidFill>
          <a:ln w="12700">
            <a:solidFill>
              <a:srgbClr val="008D2E"/>
            </a:solidFill>
            <a:prstDash val="solid"/>
          </a:ln>
        </p:spPr>
        <p:txBody>
          <a:bodyPr lIns="72000" rIns="36000" anchor="ctr"/>
          <a:lstStyle/>
          <a:p>
            <a:pPr>
              <a:lnSpc>
                <a:spcPct val="95000"/>
              </a:lnSpc>
              <a:spcAft>
                <a:spcPts val="200"/>
              </a:spcAft>
            </a:pPr>
            <a:r>
              <a:rPr lang="en-US" altLang="ja-JP" sz="1000" b="1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10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ct val="95000"/>
              </a:lnSpc>
            </a:pPr>
            <a:r>
              <a:rPr lang="en-US" altLang="ja-JP" sz="800" dirty="0" err="1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lang="en-US" altLang="ja-JP" sz="800" dirty="0">
              <a:solidFill>
                <a:srgbClr val="008D2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51" name="コネクタ: カギ線 150">
            <a:extLst>
              <a:ext uri="{FF2B5EF4-FFF2-40B4-BE49-F238E27FC236}">
                <ns2:creationId id="{0A797DC4-9F69-4FAE-09D3-4638DA842C5F}"/>
              </a:ext>
            </a:extLst>
          </p:cNvPr>
          <p:cNvCxnSpPr>
            <a:stCxn id="19" idx="3"/>
            <a:endCxn id="37" idx="1"/>
          </p:cNvCxnSpPr>
          <p:nvPr/>
        </p:nvCxnSpPr>
        <p:spPr>
          <a:xfrm>
            <a:off x="2134961" y="2936536"/>
            <a:ext cx="136947" cy="834686"/>
          </a:xfrm>
          <a:prstGeom prst="bentConnector3">
            <a:avLst/>
          </a:prstGeom>
          <a:ln w="9525">
            <a:solidFill>
              <a:srgbClr val="2E75B6"/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コネクタ: カギ線 151">
            <a:extLst>
              <a:ext uri="{FF2B5EF4-FFF2-40B4-BE49-F238E27FC236}">
                <ns2:creationId id="{5FAF26CC-0CE3-CB75-5B6B-012879894220}"/>
              </a:ext>
            </a:extLst>
          </p:cNvPr>
          <p:cNvCxnSpPr>
            <a:cxnSpLocks/>
            <a:stCxn id="22" idx="3"/>
            <a:endCxn id="37" idx="1"/>
          </p:cNvCxnSpPr>
          <p:nvPr/>
        </p:nvCxnSpPr>
        <p:spPr>
          <a:xfrm>
            <a:off x="2134961" y="3492994"/>
            <a:ext cx="136947" cy="278228"/>
          </a:xfrm>
          <a:prstGeom prst="bentConnector3">
            <a:avLst>
              <a:gd name="adj1" fmla="val 50000"/>
            </a:avLst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コネクタ: カギ線 154">
            <a:extLst>
              <a:ext uri="{FF2B5EF4-FFF2-40B4-BE49-F238E27FC236}">
                <ns2:creationId id="{9E9A0D28-C7C8-894E-29A3-8D209B01BB4D}"/>
              </a:ext>
            </a:extLst>
          </p:cNvPr>
          <p:cNvCxnSpPr>
            <a:cxnSpLocks/>
            <a:stCxn id="25" idx="3"/>
            <a:endCxn id="37" idx="1"/>
          </p:cNvCxnSpPr>
          <p:nvPr/>
        </p:nvCxnSpPr>
        <p:spPr>
          <a:xfrm flipV="1">
            <a:off x="2134961" y="3771222"/>
            <a:ext cx="136947" cy="278230"/>
          </a:xfrm>
          <a:prstGeom prst="bentConnector3">
            <a:avLst>
              <a:gd name="adj1" fmla="val 50000"/>
            </a:avLst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コネクタ: カギ線 157">
            <a:extLst>
              <a:ext uri="{FF2B5EF4-FFF2-40B4-BE49-F238E27FC236}">
                <ns2:creationId id="{6FF8355F-FFAF-90F9-5DC2-EE9635E0C028}"/>
              </a:ext>
            </a:extLst>
          </p:cNvPr>
          <p:cNvCxnSpPr>
            <a:cxnSpLocks/>
            <a:stCxn id="28" idx="3"/>
            <a:endCxn id="37" idx="1"/>
          </p:cNvCxnSpPr>
          <p:nvPr/>
        </p:nvCxnSpPr>
        <p:spPr>
          <a:xfrm flipV="1">
            <a:off x="2134961" y="3771222"/>
            <a:ext cx="136947" cy="834688"/>
          </a:xfrm>
          <a:prstGeom prst="bentConnector3">
            <a:avLst>
              <a:gd name="adj1" fmla="val 50000"/>
            </a:avLst>
          </a:prstGeom>
          <a:ln w="9525">
            <a:solidFill>
              <a:srgbClr val="2E75B6"/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線矢印コネクタ 161">
            <a:extLst>
              <a:ext uri="{FF2B5EF4-FFF2-40B4-BE49-F238E27FC236}">
                <ns2:creationId id="{F7344E09-5247-713D-8BBB-C83416BEA10F}"/>
              </a:ext>
            </a:extLst>
          </p:cNvPr>
          <p:cNvCxnSpPr>
            <a:stCxn id="16" idx="3"/>
            <a:endCxn id="34" idx="1"/>
          </p:cNvCxnSpPr>
          <p:nvPr/>
        </p:nvCxnSpPr>
        <p:spPr>
          <a:xfrm>
            <a:off x="2134961" y="2380078"/>
            <a:ext cx="136947" cy="375"/>
          </a:xfrm>
          <a:prstGeom prst="straightConnector1">
            <a:avLst/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線矢印コネクタ 162">
            <a:extLst>
              <a:ext uri="{FF2B5EF4-FFF2-40B4-BE49-F238E27FC236}">
                <ns2:creationId id="{05180F1E-8963-5183-1C6E-B6BF0957FB30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 flipV="1">
            <a:off x="2134961" y="5161990"/>
            <a:ext cx="136947" cy="376"/>
          </a:xfrm>
          <a:prstGeom prst="straightConnector1">
            <a:avLst/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コネクタ: カギ線 165">
            <a:extLst>
              <a:ext uri="{FF2B5EF4-FFF2-40B4-BE49-F238E27FC236}">
                <ns2:creationId id="{9BFF12B9-55F6-71DC-1F29-28BAE5E7C9C5}"/>
              </a:ext>
            </a:extLst>
          </p:cNvPr>
          <p:cNvCxnSpPr>
            <a:cxnSpLocks/>
            <a:stCxn id="34" idx="3"/>
            <a:endCxn id="49" idx="1"/>
          </p:cNvCxnSpPr>
          <p:nvPr/>
        </p:nvCxnSpPr>
        <p:spPr>
          <a:xfrm>
            <a:off x="4071908" y="2380453"/>
            <a:ext cx="136947" cy="1237386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コネクタ: カギ線 168">
            <a:extLst>
              <a:ext uri="{FF2B5EF4-FFF2-40B4-BE49-F238E27FC236}">
                <ns2:creationId id="{4A4A3C2D-5F3C-0A0B-E3D2-A39EB1106691}"/>
              </a:ext>
            </a:extLst>
          </p:cNvPr>
          <p:cNvCxnSpPr>
            <a:cxnSpLocks/>
            <a:stCxn id="40" idx="3"/>
            <a:endCxn id="49" idx="1"/>
          </p:cNvCxnSpPr>
          <p:nvPr/>
        </p:nvCxnSpPr>
        <p:spPr>
          <a:xfrm flipV="1">
            <a:off x="4071908" y="3617839"/>
            <a:ext cx="136947" cy="1544151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コネクタ: カギ線 174">
            <a:extLst>
              <a:ext uri="{FF2B5EF4-FFF2-40B4-BE49-F238E27FC236}">
                <ns2:creationId id="{B723D725-A021-80DA-0177-B8FD54BAE30B}"/>
              </a:ext>
            </a:extLst>
          </p:cNvPr>
          <p:cNvCxnSpPr>
            <a:cxnSpLocks/>
            <a:stCxn id="37" idx="3"/>
            <a:endCxn id="49" idx="1"/>
          </p:cNvCxnSpPr>
          <p:nvPr/>
        </p:nvCxnSpPr>
        <p:spPr>
          <a:xfrm flipV="1">
            <a:off x="4071908" y="3617839"/>
            <a:ext cx="136947" cy="153383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線矢印コネクタ 189">
            <a:extLst>
              <a:ext uri="{FF2B5EF4-FFF2-40B4-BE49-F238E27FC236}">
                <ns2:creationId id="{FB471747-85A0-DC20-D5B2-842D2BE8E9E2}"/>
              </a:ext>
            </a:extLst>
          </p:cNvPr>
          <p:cNvCxnSpPr>
            <a:cxnSpLocks/>
            <a:stCxn id="69" idx="3"/>
            <a:endCxn id="109" idx="1"/>
          </p:cNvCxnSpPr>
          <p:nvPr/>
        </p:nvCxnSpPr>
        <p:spPr>
          <a:xfrm>
            <a:off x="7951932" y="5161990"/>
            <a:ext cx="2092388" cy="0"/>
          </a:xfrm>
          <a:prstGeom prst="straightConnector1">
            <a:avLst/>
          </a:prstGeom>
          <a:ln w="9525">
            <a:solidFill>
              <a:srgbClr val="D6BA63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コネクタ: カギ線 200">
            <a:extLst>
              <a:ext uri="{FF2B5EF4-FFF2-40B4-BE49-F238E27FC236}">
                <ns2:creationId id="{A5EEB01C-A052-18BA-475E-C557299529B4}"/>
              </a:ext>
            </a:extLst>
          </p:cNvPr>
          <p:cNvCxnSpPr>
            <a:cxnSpLocks/>
            <a:stCxn id="49" idx="3"/>
            <a:endCxn id="60" idx="1"/>
          </p:cNvCxnSpPr>
          <p:nvPr/>
        </p:nvCxnSpPr>
        <p:spPr>
          <a:xfrm flipV="1">
            <a:off x="6008855" y="2380453"/>
            <a:ext cx="174356" cy="1237386"/>
          </a:xfrm>
          <a:prstGeom prst="bentConnector3">
            <a:avLst>
              <a:gd name="adj1" fmla="val 38081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コネクタ: カギ線 203">
            <a:extLst>
              <a:ext uri="{FF2B5EF4-FFF2-40B4-BE49-F238E27FC236}">
                <ns2:creationId id="{BBF733F8-EBCF-0617-66B6-D1B65131F0FF}"/>
              </a:ext>
            </a:extLst>
          </p:cNvPr>
          <p:cNvCxnSpPr>
            <a:cxnSpLocks/>
            <a:stCxn id="49" idx="3"/>
            <a:endCxn id="63" idx="1"/>
          </p:cNvCxnSpPr>
          <p:nvPr/>
        </p:nvCxnSpPr>
        <p:spPr>
          <a:xfrm flipV="1">
            <a:off x="6008855" y="3307632"/>
            <a:ext cx="143077" cy="310207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コネクタ: カギ線 207">
            <a:extLst>
              <a:ext uri="{FF2B5EF4-FFF2-40B4-BE49-F238E27FC236}">
                <ns2:creationId id="{490FE6F6-2C54-B2D4-83D2-602C7783E877}"/>
              </a:ext>
            </a:extLst>
          </p:cNvPr>
          <p:cNvCxnSpPr>
            <a:cxnSpLocks/>
            <a:stCxn id="49" idx="3"/>
            <a:endCxn id="66" idx="1"/>
          </p:cNvCxnSpPr>
          <p:nvPr/>
        </p:nvCxnSpPr>
        <p:spPr>
          <a:xfrm>
            <a:off x="6008855" y="3617839"/>
            <a:ext cx="143077" cy="616972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コネクタ: カギ線 210">
            <a:extLst>
              <a:ext uri="{FF2B5EF4-FFF2-40B4-BE49-F238E27FC236}">
                <ns2:creationId id="{BB7C861B-C755-3F37-6D8F-746A40319A72}"/>
              </a:ext>
            </a:extLst>
          </p:cNvPr>
          <p:cNvCxnSpPr>
            <a:cxnSpLocks/>
            <a:stCxn id="49" idx="3"/>
            <a:endCxn id="69" idx="1"/>
          </p:cNvCxnSpPr>
          <p:nvPr/>
        </p:nvCxnSpPr>
        <p:spPr>
          <a:xfrm>
            <a:off x="6008855" y="3617839"/>
            <a:ext cx="143077" cy="1544151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矢印コネクタ 213">
            <a:extLst>
              <a:ext uri="{FF2B5EF4-FFF2-40B4-BE49-F238E27FC236}">
                <ns2:creationId id="{200E431E-76AC-4679-3050-D24D493969AE}"/>
              </a:ext>
            </a:extLst>
          </p:cNvPr>
          <p:cNvCxnSpPr>
            <a:cxnSpLocks/>
            <a:stCxn id="66" idx="0"/>
            <a:endCxn id="63" idx="2"/>
          </p:cNvCxnSpPr>
          <p:nvPr/>
        </p:nvCxnSpPr>
        <p:spPr>
          <a:xfrm flipV="1">
            <a:off x="7051932" y="3543432"/>
            <a:ext cx="0" cy="455579"/>
          </a:xfrm>
          <a:prstGeom prst="straightConnector1">
            <a:avLst/>
          </a:prstGeom>
          <a:ln w="9525">
            <a:solidFill>
              <a:srgbClr val="2E75B6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コネクタ: カギ線 216">
            <a:extLst>
              <a:ext uri="{FF2B5EF4-FFF2-40B4-BE49-F238E27FC236}">
                <ns2:creationId id="{3CE549D3-A116-FEF4-5BD4-127C020A38F3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675700" y="566636"/>
            <a:ext cx="777614" cy="3911303"/>
          </a:xfrm>
          <a:prstGeom prst="bentConnector3">
            <a:avLst>
              <a:gd name="adj1" fmla="val -4455"/>
            </a:avLst>
          </a:prstGeom>
          <a:ln w="9525">
            <a:solidFill>
              <a:srgbClr val="C00000"/>
            </a:solidFill>
            <a:prstDash val="dash"/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直線矢印コネクタ 221">
            <a:extLst>
              <a:ext uri="{FF2B5EF4-FFF2-40B4-BE49-F238E27FC236}">
                <ns2:creationId id="{7444E7BA-682A-D4CC-E2C8-7B13CCF0BBBE}"/>
              </a:ext>
            </a:extLst>
          </p:cNvPr>
          <p:cNvCxnSpPr>
            <a:cxnSpLocks/>
            <a:stCxn id="78" idx="2"/>
            <a:endCxn id="81" idx="0"/>
          </p:cNvCxnSpPr>
          <p:nvPr/>
        </p:nvCxnSpPr>
        <p:spPr>
          <a:xfrm>
            <a:off x="8988985" y="2972653"/>
            <a:ext cx="0" cy="10641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コネクタ: カギ線 225">
            <a:extLst>
              <a:ext uri="{FF2B5EF4-FFF2-40B4-BE49-F238E27FC236}">
                <ns2:creationId id="{18F4D0FE-BB30-A099-1E00-E93D9515C59C}"/>
              </a:ext>
            </a:extLst>
          </p:cNvPr>
          <p:cNvCxnSpPr>
            <a:cxnSpLocks/>
            <a:stCxn id="81" idx="3"/>
            <a:endCxn id="94" idx="1"/>
          </p:cNvCxnSpPr>
          <p:nvPr/>
        </p:nvCxnSpPr>
        <p:spPr>
          <a:xfrm flipV="1">
            <a:off x="9888985" y="2380453"/>
            <a:ext cx="155335" cy="1112614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コネクタ: カギ線 228">
            <a:extLst>
              <a:ext uri="{FF2B5EF4-FFF2-40B4-BE49-F238E27FC236}">
                <ns2:creationId id="{A945BAB0-1865-AEF5-96FB-33A4D5F777AB}"/>
              </a:ext>
            </a:extLst>
          </p:cNvPr>
          <p:cNvCxnSpPr>
            <a:cxnSpLocks/>
            <a:stCxn id="81" idx="3"/>
            <a:endCxn id="97" idx="1"/>
          </p:cNvCxnSpPr>
          <p:nvPr/>
        </p:nvCxnSpPr>
        <p:spPr>
          <a:xfrm flipV="1">
            <a:off x="9888985" y="2936760"/>
            <a:ext cx="155335" cy="556307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コネクタ: カギ線 232">
            <a:extLst>
              <a:ext uri="{FF2B5EF4-FFF2-40B4-BE49-F238E27FC236}">
                <ns2:creationId id="{6EF70D0A-7BC2-CCA3-7144-E4BC919D9843}"/>
              </a:ext>
            </a:extLst>
          </p:cNvPr>
          <p:cNvCxnSpPr>
            <a:cxnSpLocks/>
            <a:stCxn id="81" idx="3"/>
            <a:endCxn id="100" idx="1"/>
          </p:cNvCxnSpPr>
          <p:nvPr/>
        </p:nvCxnSpPr>
        <p:spPr>
          <a:xfrm>
            <a:off x="9888985" y="3493067"/>
            <a:ext cx="155335" cy="12700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コネクタ: カギ線 235">
            <a:extLst>
              <a:ext uri="{FF2B5EF4-FFF2-40B4-BE49-F238E27FC236}">
                <ns2:creationId id="{DCE51382-57E8-D924-C9A7-1AD01234DB84}"/>
              </a:ext>
            </a:extLst>
          </p:cNvPr>
          <p:cNvCxnSpPr>
            <a:cxnSpLocks/>
            <a:stCxn id="81" idx="3"/>
            <a:endCxn id="106" idx="1"/>
          </p:cNvCxnSpPr>
          <p:nvPr/>
        </p:nvCxnSpPr>
        <p:spPr>
          <a:xfrm>
            <a:off x="9888985" y="3493067"/>
            <a:ext cx="155335" cy="1112614"/>
          </a:xfrm>
          <a:prstGeom prst="bentConnector3">
            <a:avLst>
              <a:gd name="adj1" fmla="val 50000"/>
            </a:avLst>
          </a:prstGeom>
          <a:ln w="9525">
            <a:solidFill>
              <a:srgbClr val="008D2E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8" name="グループ化 257">
            <a:extLst>
              <a:ext uri="{FF2B5EF4-FFF2-40B4-BE49-F238E27FC236}">
                <ns2:creationId id="{DE8C9BF6-DE8D-DD55-9A93-897ABE8D1786}"/>
              </a:ext>
            </a:extLst>
          </p:cNvPr>
          <p:cNvGrpSpPr/>
          <p:nvPr/>
        </p:nvGrpSpPr>
        <p:grpSpPr>
          <a:xfrm>
            <a:off x="341732" y="5436672"/>
            <a:ext cx="3787094" cy="432000"/>
            <a:chOff x="331099" y="5540582"/>
            <a:chExt cx="3787094" cy="432000"/>
          </a:xfrm>
        </p:grpSpPr>
        <p:sp>
          <p:nvSpPr>
            <p:cNvPr id="131" name="Text 104"/>
            <p:cNvSpPr/>
            <p:nvPr/>
          </p:nvSpPr>
          <p:spPr>
            <a:xfrm>
              <a:off x="331099" y="5540582"/>
              <a:ext cx="1116000" cy="432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1</a:t>
              </a:r>
              <a:r>
                <a:rPr lang="ja-JP" altLang="en-US" sz="110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Text 105"/>
            <p:cNvSpPr/>
            <p:nvPr/>
          </p:nvSpPr>
          <p:spPr>
            <a:xfrm>
              <a:off x="1454193" y="5540582"/>
              <a:ext cx="2664000" cy="43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72000" tIns="0" rIns="36000" bIns="0" rtlCol="0" anchor="ctr"/>
            <a:lstStyle/>
            <a:p>
              <a:pPr marL="0" indent="0">
                <a:lnSpc>
                  <a:spcPct val="100000"/>
                </a:lnSpc>
                <a:buNone/>
              </a:pPr>
              <a: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5" name="グループ化 254">
            <a:extLst>
              <a:ext uri="{FF2B5EF4-FFF2-40B4-BE49-F238E27FC236}">
                <ns2:creationId id="{74D1442F-C2E0-A249-F435-DE2A6980E608}"/>
              </a:ext>
            </a:extLst>
          </p:cNvPr>
          <p:cNvGrpSpPr/>
          <p:nvPr/>
        </p:nvGrpSpPr>
        <p:grpSpPr>
          <a:xfrm>
            <a:off x="4204408" y="5436672"/>
            <a:ext cx="3789562" cy="432000"/>
            <a:chOff x="4176080" y="5561365"/>
            <a:chExt cx="3789562" cy="432000"/>
          </a:xfrm>
        </p:grpSpPr>
        <p:sp>
          <p:nvSpPr>
            <p:cNvPr id="133" name="Text 106"/>
            <p:cNvSpPr/>
            <p:nvPr/>
          </p:nvSpPr>
          <p:spPr>
            <a:xfrm>
              <a:off x="4176080" y="5561365"/>
              <a:ext cx="1116000" cy="432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2</a:t>
              </a:r>
              <a:r>
                <a:rPr lang="ja-JP" alt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4" name="Text 105">
              <a:extLst>
                <a:ext uri="{FF2B5EF4-FFF2-40B4-BE49-F238E27FC236}">
                  <ns2:creationId id="{825B5693-6EAB-1D82-71B7-3ECFAA682799}"/>
                </a:ext>
              </a:extLst>
            </p:cNvPr>
            <p:cNvSpPr/>
            <p:nvPr/>
          </p:nvSpPr>
          <p:spPr>
            <a:xfrm>
              <a:off x="5301642" y="5561365"/>
              <a:ext cx="2664000" cy="43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72000" tIns="0" rIns="36000" bIns="0" rtlCol="0" anchor="ctr"/>
            <a:lstStyle/>
            <a:p>
              <a:pPr marL="0" indent="0">
                <a:lnSpc>
                  <a:spcPct val="100000"/>
                </a:lnSpc>
                <a:buNone/>
              </a:pP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57" name="グループ化 256">
            <a:extLst>
              <a:ext uri="{FF2B5EF4-FFF2-40B4-BE49-F238E27FC236}">
                <ns2:creationId id="{B179216B-3FB1-71B9-1DF0-110D95BC5B7B}"/>
              </a:ext>
            </a:extLst>
          </p:cNvPr>
          <p:cNvGrpSpPr/>
          <p:nvPr/>
        </p:nvGrpSpPr>
        <p:grpSpPr>
          <a:xfrm>
            <a:off x="8069552" y="5436672"/>
            <a:ext cx="3790137" cy="432000"/>
            <a:chOff x="8021061" y="5540582"/>
            <a:chExt cx="3790137" cy="432000"/>
          </a:xfrm>
        </p:grpSpPr>
        <p:sp>
          <p:nvSpPr>
            <p:cNvPr id="135" name="Text 108"/>
            <p:cNvSpPr/>
            <p:nvPr/>
          </p:nvSpPr>
          <p:spPr>
            <a:xfrm>
              <a:off x="8021061" y="5540582"/>
              <a:ext cx="1116000" cy="432000"/>
            </a:xfrm>
            <a:prstGeom prst="rect">
              <a:avLst/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3</a:t>
              </a:r>
              <a:r>
                <a:rPr lang="ja-JP" altLang="en-US" sz="1100" b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Text 105">
              <a:extLst>
                <a:ext uri="{FF2B5EF4-FFF2-40B4-BE49-F238E27FC236}">
                  <ns2:creationId id="{917BED1F-9C9E-1303-329D-F48FBE7C5CD9}"/>
                </a:ext>
              </a:extLst>
            </p:cNvPr>
            <p:cNvSpPr/>
            <p:nvPr/>
          </p:nvSpPr>
          <p:spPr>
            <a:xfrm>
              <a:off x="9147198" y="5540582"/>
              <a:ext cx="2664000" cy="432000"/>
            </a:xfrm>
            <a:prstGeom prst="rect">
              <a:avLst/>
            </a:prstGeom>
            <a:noFill/>
            <a:ln>
              <a:solidFill>
                <a:srgbClr val="008D2E"/>
              </a:solidFill>
            </a:ln>
          </p:spPr>
          <p:txBody>
            <a:bodyPr wrap="square" lIns="72000" tIns="0" rIns="36000" bIns="0" rtlCol="0" anchor="ctr"/>
            <a:lstStyle/>
            <a:p>
              <a:pPr marL="0" indent="0">
                <a:lnSpc>
                  <a:spcPct val="100000"/>
                </a:lnSpc>
                <a:buNone/>
              </a:pP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6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1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90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52" name="グループ化 51">
            <a:extLst>
              <a:ext uri="{FF2B5EF4-FFF2-40B4-BE49-F238E27FC236}">
                <ns2:creationId id="{16173352-4831-32FB-E6C7-683316A467DB}"/>
              </a:ext>
            </a:extLst>
          </p:cNvPr>
          <p:cNvGrpSpPr/>
          <p:nvPr/>
        </p:nvGrpSpPr>
        <p:grpSpPr>
          <a:xfrm>
            <a:off x="340809" y="5934804"/>
            <a:ext cx="11519008" cy="382566"/>
            <a:chOff x="340809" y="5934804"/>
            <a:chExt cx="11519008" cy="382566"/>
          </a:xfrm>
        </p:grpSpPr>
        <p:sp>
          <p:nvSpPr>
            <p:cNvPr id="123" name="Shape 96"/>
            <p:cNvSpPr/>
            <p:nvPr/>
          </p:nvSpPr>
          <p:spPr>
            <a:xfrm>
              <a:off x="340809" y="5934804"/>
              <a:ext cx="11519008" cy="382566"/>
            </a:xfrm>
            <a:prstGeom prst="rect">
              <a:avLst/>
            </a:prstGeom>
            <a:solidFill>
              <a:srgbClr val="F7F9F7"/>
            </a:solidFill>
            <a:ln w="12700">
              <a:solidFill>
                <a:srgbClr val="008D2E"/>
              </a:solidFill>
              <a:prstDash val="solid"/>
            </a:ln>
          </p:spPr>
          <p:txBody>
            <a:bodyPr anchor="ctr"/>
            <a:lstStyle/>
            <a:p>
              <a:r>
                <a:rPr lang="ja-JP" altLang="en-US" sz="10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59" name="グループ化 258">
              <a:extLst>
                <a:ext uri="{FF2B5EF4-FFF2-40B4-BE49-F238E27FC236}">
                  <ns2:creationId id="{B53A8B71-7759-FF15-82C0-AC6EB683618B}"/>
                </a:ext>
              </a:extLst>
            </p:cNvPr>
            <p:cNvGrpSpPr/>
            <p:nvPr/>
          </p:nvGrpSpPr>
          <p:grpSpPr>
            <a:xfrm>
              <a:off x="798639" y="6004562"/>
              <a:ext cx="5155661" cy="252000"/>
              <a:chOff x="798639" y="6018459"/>
              <a:chExt cx="5155661" cy="252000"/>
            </a:xfrm>
          </p:grpSpPr>
          <p:sp>
            <p:nvSpPr>
              <p:cNvPr id="125" name="Text 98"/>
              <p:cNvSpPr/>
              <p:nvPr/>
            </p:nvSpPr>
            <p:spPr>
              <a:xfrm>
                <a:off x="798639" y="6018459"/>
                <a:ext cx="972000" cy="25200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BFBFBF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>
                    <a:solidFill>
                      <a:srgbClr val="26262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Text 99"/>
              <p:cNvSpPr/>
              <p:nvPr/>
            </p:nvSpPr>
            <p:spPr>
              <a:xfrm>
                <a:off x="1844554" y="6018459"/>
                <a:ext cx="972000" cy="252000"/>
              </a:xfrm>
              <a:prstGeom prst="rect">
                <a:avLst/>
              </a:prstGeom>
              <a:solidFill>
                <a:srgbClr val="DCE9F5"/>
              </a:solidFill>
              <a:ln w="12700">
                <a:solidFill>
                  <a:srgbClr val="2E75B6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 dirty="0" err="1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en-US" sz="750" dirty="0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</a:br>
                <a:r>
                  <a:rPr lang="en-US" sz="750" dirty="0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750" dirty="0" err="1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1F3864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Text 100"/>
              <p:cNvSpPr/>
              <p:nvPr/>
            </p:nvSpPr>
            <p:spPr>
              <a:xfrm>
                <a:off x="2890469" y="6018459"/>
                <a:ext cx="972000" cy="252000"/>
              </a:xfrm>
              <a:prstGeom prst="rect">
                <a:avLst/>
              </a:prstGeom>
              <a:solidFill>
                <a:srgbClr val="FFF6E0"/>
              </a:solidFill>
              <a:ln w="12700">
                <a:solidFill>
                  <a:srgbClr val="BF8F00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>
                    <a:solidFill>
                      <a:srgbClr val="7F5F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Text 101"/>
              <p:cNvSpPr/>
              <p:nvPr/>
            </p:nvSpPr>
            <p:spPr>
              <a:xfrm>
                <a:off x="3936384" y="6018459"/>
                <a:ext cx="972000" cy="252000"/>
              </a:xfrm>
              <a:prstGeom prst="rect">
                <a:avLst/>
              </a:prstGeom>
              <a:solidFill>
                <a:srgbClr val="E5F2E5"/>
              </a:solidFill>
              <a:ln w="12700">
                <a:solidFill>
                  <a:srgbClr val="008D2E"/>
                </a:solidFill>
                <a:prstDash val="solid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>
                    <a:solidFill>
                      <a:srgbClr val="006B23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75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Text 102"/>
              <p:cNvSpPr/>
              <p:nvPr/>
            </p:nvSpPr>
            <p:spPr>
              <a:xfrm>
                <a:off x="4982300" y="6018459"/>
                <a:ext cx="972000" cy="252000"/>
              </a:xfrm>
              <a:prstGeom prst="rect">
                <a:avLst/>
              </a:prstGeom>
              <a:solidFill>
                <a:srgbClr val="FDEDED"/>
              </a:solidFill>
              <a:ln w="12700">
                <a:solidFill>
                  <a:srgbClr val="C00000"/>
                </a:solidFill>
                <a:prstDash val="dash"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 (</a:t>
                </a:r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7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68" name="グループ化 267">
              <a:extLst>
                <a:ext uri="{FF2B5EF4-FFF2-40B4-BE49-F238E27FC236}">
                  <ns2:creationId id="{8B7E1851-FE02-84A6-E1E5-2B77DD1D2A72}"/>
                </a:ext>
              </a:extLst>
            </p:cNvPr>
            <p:cNvGrpSpPr/>
            <p:nvPr/>
          </p:nvGrpSpPr>
          <p:grpSpPr>
            <a:xfrm>
              <a:off x="6155378" y="6069007"/>
              <a:ext cx="1440381" cy="123111"/>
              <a:chOff x="6155378" y="6069007"/>
              <a:chExt cx="1440381" cy="123111"/>
            </a:xfrm>
          </p:grpSpPr>
          <p:cxnSp>
            <p:nvCxnSpPr>
              <p:cNvPr id="260" name="直線矢印コネクタ 259">
                <a:extLst>
                  <a:ext uri="{FF2B5EF4-FFF2-40B4-BE49-F238E27FC236}">
                    <ns2:creationId id="{6C6F5C24-57E6-BA9B-81F5-F84C3B109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5378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008D2E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" name="テキスト ボックス 260">
                <a:extLst>
                  <a:ext uri="{FF2B5EF4-FFF2-40B4-BE49-F238E27FC236}">
                    <ns2:creationId id="{D66C18C5-5F0F-F4A8-5603-084969750A88}"/>
                  </a:ext>
                </a:extLst>
              </p:cNvPr>
              <p:cNvSpPr txBox="1"/>
              <p:nvPr/>
            </p:nvSpPr>
            <p:spPr>
              <a:xfrm>
                <a:off x="6443759" y="6069007"/>
                <a:ext cx="1152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69" name="グループ化 268">
              <a:extLst>
                <a:ext uri="{FF2B5EF4-FFF2-40B4-BE49-F238E27FC236}">
                  <ns2:creationId id="{6BAA3596-7CB7-29E6-B10E-54A8E0939CAF}"/>
                </a:ext>
              </a:extLst>
            </p:cNvPr>
            <p:cNvGrpSpPr/>
            <p:nvPr/>
          </p:nvGrpSpPr>
          <p:grpSpPr>
            <a:xfrm>
              <a:off x="7687696" y="6069007"/>
              <a:ext cx="1710142" cy="123111"/>
              <a:chOff x="7644248" y="6069007"/>
              <a:chExt cx="1710142" cy="123111"/>
            </a:xfrm>
          </p:grpSpPr>
          <p:cxnSp>
            <p:nvCxnSpPr>
              <p:cNvPr id="262" name="直線矢印コネクタ 261">
                <a:extLst>
                  <a:ext uri="{FF2B5EF4-FFF2-40B4-BE49-F238E27FC236}">
                    <ns2:creationId id="{91B144D9-3FC5-627F-7976-9914ECE19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44248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prstDash val="dash"/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3" name="テキスト ボックス 262">
                <a:extLst>
                  <a:ext uri="{FF2B5EF4-FFF2-40B4-BE49-F238E27FC236}">
                    <ns2:creationId id="{952438E6-381F-502F-B295-271A85301352}"/>
                  </a:ext>
                </a:extLst>
              </p:cNvPr>
              <p:cNvSpPr txBox="1"/>
              <p:nvPr/>
            </p:nvSpPr>
            <p:spPr>
              <a:xfrm>
                <a:off x="7914390" y="6069007"/>
                <a:ext cx="1440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270" name="グループ化 269">
              <a:extLst>
                <a:ext uri="{FF2B5EF4-FFF2-40B4-BE49-F238E27FC236}">
                  <ns2:creationId id="{CAA34FC1-9EE8-D9EA-7090-6A19E585F949}"/>
                </a:ext>
              </a:extLst>
            </p:cNvPr>
            <p:cNvGrpSpPr/>
            <p:nvPr/>
          </p:nvGrpSpPr>
          <p:grpSpPr>
            <a:xfrm>
              <a:off x="9489775" y="6069007"/>
              <a:ext cx="853069" cy="123111"/>
              <a:chOff x="9314191" y="6069007"/>
              <a:chExt cx="853069" cy="123111"/>
            </a:xfrm>
          </p:grpSpPr>
          <p:cxnSp>
            <p:nvCxnSpPr>
              <p:cNvPr id="264" name="直線矢印コネクタ 263">
                <a:extLst>
                  <a:ext uri="{FF2B5EF4-FFF2-40B4-BE49-F238E27FC236}">
                    <ns2:creationId id="{89350622-B3CA-427A-2942-CC9AB5071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14191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2E75B6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5" name="テキスト ボックス 264">
                <a:extLst>
                  <a:ext uri="{FF2B5EF4-FFF2-40B4-BE49-F238E27FC236}">
                    <ns2:creationId id="{C5D021D4-124C-37EC-3C7D-3A2A4A08515C}"/>
                  </a:ext>
                </a:extLst>
              </p:cNvPr>
              <p:cNvSpPr txBox="1"/>
              <p:nvPr/>
            </p:nvSpPr>
            <p:spPr>
              <a:xfrm>
                <a:off x="9591260" y="6069007"/>
                <a:ext cx="576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72" name="グループ化 271">
              <a:extLst>
                <a:ext uri="{FF2B5EF4-FFF2-40B4-BE49-F238E27FC236}">
                  <ns2:creationId id="{8EE9E8B5-07CA-9775-2330-50D6234343A6}"/>
                </a:ext>
              </a:extLst>
            </p:cNvPr>
            <p:cNvGrpSpPr/>
            <p:nvPr/>
          </p:nvGrpSpPr>
          <p:grpSpPr>
            <a:xfrm>
              <a:off x="10434781" y="6069007"/>
              <a:ext cx="1253454" cy="123111"/>
              <a:chOff x="10247745" y="6069007"/>
              <a:chExt cx="1253454" cy="123111"/>
            </a:xfrm>
          </p:grpSpPr>
          <p:cxnSp>
            <p:nvCxnSpPr>
              <p:cNvPr id="266" name="直線矢印コネクタ 265">
                <a:extLst>
                  <a:ext uri="{FF2B5EF4-FFF2-40B4-BE49-F238E27FC236}">
                    <ns2:creationId id="{62983240-88F7-0207-B594-AE02D64384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7745" y="6130375"/>
                <a:ext cx="252000" cy="375"/>
              </a:xfrm>
              <a:prstGeom prst="straightConnector1">
                <a:avLst/>
              </a:prstGeom>
              <a:ln w="19050">
                <a:solidFill>
                  <a:srgbClr val="D6BA63"/>
                </a:solidFill>
                <a:headEnd type="none" w="med" len="med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7" name="テキスト ボックス 266">
                <a:extLst>
                  <a:ext uri="{FF2B5EF4-FFF2-40B4-BE49-F238E27FC236}">
                    <ns2:creationId id="{F06AFF8C-F29D-90B0-919C-BDCF4ACB1C03}"/>
                  </a:ext>
                </a:extLst>
              </p:cNvPr>
              <p:cNvSpPr txBox="1"/>
              <p:nvPr/>
            </p:nvSpPr>
            <p:spPr>
              <a:xfrm>
                <a:off x="10529199" y="6069007"/>
                <a:ext cx="972000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r>
                  <a:rPr kumimoji="1" lang="ja-JP" altLang="en-US" sz="8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ns2:creationId id="{D153F705-580C-65FD-1722-B33341B0FA16}"/>
              </a:ext>
            </a:extLst>
          </p:cNvPr>
          <p:cNvGrpSpPr/>
          <p:nvPr/>
        </p:nvGrpSpPr>
        <p:grpSpPr>
          <a:xfrm>
            <a:off x="340809" y="1628610"/>
            <a:ext cx="11507911" cy="399413"/>
            <a:chOff x="340809" y="1628610"/>
            <a:chExt cx="11507911" cy="399413"/>
          </a:xfrm>
        </p:grpSpPr>
        <p:sp>
          <p:nvSpPr>
            <p:cNvPr id="5" name="Text 3"/>
            <p:cNvSpPr/>
            <p:nvPr/>
          </p:nvSpPr>
          <p:spPr>
            <a:xfrm>
              <a:off x="340809" y="1756928"/>
              <a:ext cx="1944000" cy="271095"/>
            </a:xfrm>
            <a:prstGeom prst="homePlate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50400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2253591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4166373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6000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5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1050" b="1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50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6079155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7991937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9904720" y="1756928"/>
              <a:ext cx="1944000" cy="271095"/>
            </a:xfrm>
            <a:prstGeom prst="chevron">
              <a:avLst>
                <a:gd name="adj" fmla="val 23315"/>
              </a:avLst>
            </a:prstGeom>
            <a:solidFill>
              <a:srgbClr val="008D2E"/>
            </a:solidFill>
            <a:ln>
              <a:solidFill>
                <a:srgbClr val="008D2E"/>
              </a:solidFill>
            </a:ln>
          </p:spPr>
          <p:txBody>
            <a:bodyPr wrap="square" lIns="396000" tIns="0" rIns="0" bIns="0" rtlCol="0" anchor="ctr"/>
            <a:lstStyle/>
            <a:p>
              <a:pPr marL="0" indent="0" algn="ctr">
                <a:buNone/>
              </a:pPr>
              <a:r>
                <a:rPr lang="en-US" sz="1050" b="1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4" name="楕円 243">
              <a:extLst>
                <a:ext uri="{FF2B5EF4-FFF2-40B4-BE49-F238E27FC236}">
                  <ns2:creationId id="{A7267A60-39B0-1CE4-3155-14C149A23196}"/>
                </a:ext>
              </a:extLst>
            </p:cNvPr>
            <p:cNvSpPr/>
            <p:nvPr/>
          </p:nvSpPr>
          <p:spPr>
            <a:xfrm>
              <a:off x="376550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6" name="楕円 245">
              <a:extLst>
                <a:ext uri="{FF2B5EF4-FFF2-40B4-BE49-F238E27FC236}">
                  <ns2:creationId id="{0D367790-0CC2-AD7E-DEB6-22E5CBB8E6A8}"/>
                </a:ext>
              </a:extLst>
            </p:cNvPr>
            <p:cNvSpPr/>
            <p:nvPr/>
          </p:nvSpPr>
          <p:spPr>
            <a:xfrm>
              <a:off x="2305398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楕円 246">
              <a:extLst>
                <a:ext uri="{FF2B5EF4-FFF2-40B4-BE49-F238E27FC236}">
                  <ns2:creationId id="{E18A67B9-64E1-6762-6E46-A198DF3FE7B9}"/>
                </a:ext>
              </a:extLst>
            </p:cNvPr>
            <p:cNvSpPr/>
            <p:nvPr/>
          </p:nvSpPr>
          <p:spPr>
            <a:xfrm>
              <a:off x="4223861" y="1639001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楕円 247">
              <a:extLst>
                <a:ext uri="{FF2B5EF4-FFF2-40B4-BE49-F238E27FC236}">
                  <ns2:creationId id="{A9646323-E62C-073F-5477-BC91D56390A8}"/>
                </a:ext>
              </a:extLst>
            </p:cNvPr>
            <p:cNvSpPr/>
            <p:nvPr/>
          </p:nvSpPr>
          <p:spPr>
            <a:xfrm>
              <a:off x="6135396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9" name="楕円 248">
              <a:extLst>
                <a:ext uri="{FF2B5EF4-FFF2-40B4-BE49-F238E27FC236}">
                  <ns2:creationId id="{E95107CF-B2AB-6C51-A62F-507B886E04A7}"/>
                </a:ext>
              </a:extLst>
            </p:cNvPr>
            <p:cNvSpPr/>
            <p:nvPr/>
          </p:nvSpPr>
          <p:spPr>
            <a:xfrm>
              <a:off x="8040001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0" name="楕円 249">
              <a:extLst>
                <a:ext uri="{FF2B5EF4-FFF2-40B4-BE49-F238E27FC236}">
                  <ns2:creationId id="{ED2A74CD-BD58-FBBB-1A24-14A425E0F84C}"/>
                </a:ext>
              </a:extLst>
            </p:cNvPr>
            <p:cNvSpPr/>
            <p:nvPr/>
          </p:nvSpPr>
          <p:spPr>
            <a:xfrm>
              <a:off x="9955004" y="1628610"/>
              <a:ext cx="216000" cy="216000"/>
            </a:xfrm>
            <a:prstGeom prst="ellipse">
              <a:avLst/>
            </a:prstGeom>
            <a:solidFill>
              <a:srgbClr val="008D2E"/>
            </a:solidFill>
            <a:ln w="1905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kumimoji="1" lang="ja-JP" altLang="en-US" sz="1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1" name="グラフィックス 20" descr="クリップボード 単色塗りつぶし">
              <a:extLst>
                <a:ext uri="{FF2B5EF4-FFF2-40B4-BE49-F238E27FC236}">
                  <ns2:creationId id="{11C72851-DA9E-A3F9-04AC-DD6AC7709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617440" y="1769524"/>
              <a:ext cx="252000" cy="252000"/>
            </a:xfrm>
            <a:prstGeom prst="rect">
              <a:avLst/>
            </a:prstGeom>
          </p:spPr>
        </p:pic>
        <p:pic>
          <p:nvPicPr>
            <p:cNvPr id="24" name="グラフィックス 23" descr="付箋 単色塗りつぶし">
              <a:extLst>
                <a:ext uri="{FF2B5EF4-FFF2-40B4-BE49-F238E27FC236}">
                  <ns2:creationId id="{DBD4760E-B447-452D-F76B-E1461B7C93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97186" y="1769524"/>
              <a:ext cx="252000" cy="252000"/>
            </a:xfrm>
            <a:prstGeom prst="rect">
              <a:avLst/>
            </a:prstGeom>
          </p:spPr>
        </p:pic>
        <p:pic>
          <p:nvPicPr>
            <p:cNvPr id="38" name="グラフィックス 37" descr="意思決定図 単色塗りつぶし">
              <a:extLst>
                <a:ext uri="{FF2B5EF4-FFF2-40B4-BE49-F238E27FC236}">
                  <ns2:creationId id="{8F2BDAA1-F231-EDC3-DB98-127E6092A5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443840" y="1769524"/>
              <a:ext cx="252000" cy="252000"/>
            </a:xfrm>
            <a:prstGeom prst="rect">
              <a:avLst/>
            </a:prstGeom>
          </p:spPr>
        </p:pic>
        <p:pic>
          <p:nvPicPr>
            <p:cNvPr id="41" name="グラフィックス 40" descr="広告 単色塗りつぶし">
              <a:extLst>
                <a:ext uri="{FF2B5EF4-FFF2-40B4-BE49-F238E27FC236}">
                  <ns2:creationId id="{2DB5603E-8065-36DB-1098-73706A52B2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449793" y="1769524"/>
              <a:ext cx="252000" cy="252000"/>
            </a:xfrm>
            <a:prstGeom prst="rect">
              <a:avLst/>
            </a:prstGeom>
          </p:spPr>
        </p:pic>
        <p:pic>
          <p:nvPicPr>
            <p:cNvPr id="43" name="グラフィックス 42" descr="クリップボード: 混合 単色塗りつぶし">
              <a:extLst>
                <a:ext uri="{FF2B5EF4-FFF2-40B4-BE49-F238E27FC236}">
                  <ns2:creationId id="{25F9F83C-9706-3DA3-607E-6FA31FD6A7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6563593" y="1769524"/>
              <a:ext cx="252000" cy="252000"/>
            </a:xfrm>
            <a:prstGeom prst="rect">
              <a:avLst/>
            </a:prstGeom>
          </p:spPr>
        </p:pic>
        <p:pic>
          <p:nvPicPr>
            <p:cNvPr id="45" name="グラフィックス 44" descr="目のスキャン 単色塗りつぶし">
              <a:extLst>
                <a:ext uri="{FF2B5EF4-FFF2-40B4-BE49-F238E27FC236}">
                  <ns2:creationId id="{6F4F32DD-A6BE-923B-B383-6FCE7DAC63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444349" y="1769524"/>
              <a:ext cx="252000" cy="252000"/>
            </a:xfrm>
            <a:prstGeom prst="rect">
              <a:avLst/>
            </a:prstGeom>
          </p:spPr>
        </p:pic>
      </p:grpSp>
      <p:sp>
        <p:nvSpPr>
          <p:cNvPr id="47" name="タイトル 46">
            <a:extLst>
              <a:ext uri="{FF2B5EF4-FFF2-40B4-BE49-F238E27FC236}">
                <ns2:creationId id="{1CB95749-80DE-2E1D-7D6E-C6AB570DA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r>
              <a:rPr lang="en-US" altLang="ja-JP" dirty="0" err="1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r>
              <a:rPr lang="en-US" altLang="ja-JP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r>
              <a:rPr lang="en-US" altLang="ja-JP" dirty="0" err="1">
                <a:latin typeface="Meiryo UI" pitchFamily="34" charset="0"/>
                <a:ea typeface="Meiryo UI" pitchFamily="34" charset="-122"/>
                <a:cs typeface="Meiryo UI" pitchFamily="34" charset="-120"/>
              </a:rPr>
              <a:t>XX</a:t>
            </a:r>
            <a:endParaRPr lang="ja-JP" altLang="en-US" dirty="0"/>
          </a:p>
        </p:txBody>
      </p:sp>
      <p:sp>
        <p:nvSpPr>
          <p:cNvPr id="50" name="テキスト プレースホルダー 49">
            <a:extLst>
              <a:ext uri="{FF2B5EF4-FFF2-40B4-BE49-F238E27FC236}">
                <ns2:creationId id="{C7A7E87D-02FF-D82B-A30E-D62DD09DD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19700"/>
          </a:xfrm>
        </p:spPr>
        <p:txBody>
          <a:bodyPr/>
          <a:lstStyle/>
          <a:p>
            <a:r>
              <a:rPr lang="en-US" altLang="ja-JP" dirty="0" err="1">
                <a:cs typeface="Meiryo UI" pitchFamily="34" charset="-120"/>
              </a:rPr>
              <a:t>XX</a:t>
            </a:r>
            <a:r>
              <a:rPr lang="en-US" altLang="ja-JP" dirty="0">
                <a:cs typeface="Meiryo UI" pitchFamily="34" charset="-120"/>
              </a:rPr>
              <a:t>XX</a:t>
            </a:r>
            <a:r>
              <a:rPr lang="en-US" altLang="ja-JP" dirty="0" err="1">
                <a:cs typeface="Meiryo UI" pitchFamily="34" charset="-120"/>
              </a:rPr>
              <a:t>XX</a:t>
            </a:r>
            <a:br>
              <a:rPr lang="en-US" altLang="ja-JP" dirty="0">
                <a:cs typeface="Meiryo UI" pitchFamily="34" charset="-120"/>
              </a:rPr>
            </a:br>
            <a:r>
              <a:rPr lang="en-US" altLang="ja-JP" dirty="0" err="1">
                <a:cs typeface="Meiryo UI" pitchFamily="34" charset="-120"/>
              </a:rPr>
              <a:t>XX</a:t>
            </a:r>
            <a:endParaRPr lang="en-US" altLang="ja-JP" dirty="0"/>
          </a:p>
        </p:txBody>
      </p:sp>
    </p:spTree>
    <p:extLst>
      <p:ext uri="{BB962C8B-B14F-4D97-AF65-F5344CB8AC3E}">
        <ns5:creationId val="926159788"/>
      </p:ext>
    </p:extLst>
  </p:cSld>
  <p:clrMapOvr>
    <a:masterClrMapping/>
  </p:clrMapOvr>
</p:sld>
</file>

<file path=ppt/slides/slide31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2651B893-8D35-1F34-85CA-CF2BD395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7B63FAC-F8F1-88C8-9A97-2087296D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× 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grpSp>
        <p:nvGrpSpPr>
          <p:cNvPr id="75" name="グループ化 74">
            <a:extLst>
              <a:ext uri="{FF2B5EF4-FFF2-40B4-BE49-F238E27FC236}">
                <ns2:creationId id="{7CE0C2C7-6B45-C4F5-1DCF-DCE286EAC6D8}"/>
              </a:ext>
            </a:extLst>
          </p:cNvPr>
          <p:cNvGrpSpPr/>
          <p:nvPr/>
        </p:nvGrpSpPr>
        <p:grpSpPr>
          <a:xfrm>
            <a:off x="334962" y="990190"/>
            <a:ext cx="11529896" cy="5318535"/>
            <a:chOff x="334962" y="990190"/>
            <a:chExt cx="11529896" cy="5318535"/>
          </a:xfrm>
        </p:grpSpPr>
        <p:sp>
          <p:nvSpPr>
            <p:cNvPr id="1104" name="Shape 3">
              <a:extLst>
                <a:ext uri="{FF2B5EF4-FFF2-40B4-BE49-F238E27FC236}">
                  <ns2:creationId id="{CE7548D4-60AC-6C63-98DD-998DA11109E4}"/>
                </a:ext>
              </a:extLst>
            </p:cNvPr>
            <p:cNvSpPr/>
            <p:nvPr/>
          </p:nvSpPr>
          <p:spPr>
            <a:xfrm>
              <a:off x="6684375" y="1175470"/>
              <a:ext cx="2581015" cy="4847820"/>
            </a:xfrm>
            <a:prstGeom prst="rect">
              <a:avLst/>
            </a:prstGeom>
            <a:solidFill>
              <a:srgbClr val="008D2E">
                <a:alpha val="10196"/>
              </a:srgbClr>
            </a:solidFill>
            <a:ln>
              <a:noFill/>
            </a:ln>
          </p:spPr>
          <p:txBody>
            <a:bodyPr/>
            <a:lstStyle/>
            <a:p>
              <a:endParaRPr lang="ja-JP" alt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2" name="グループ化 51">
              <a:extLst>
                <a:ext uri="{FF2B5EF4-FFF2-40B4-BE49-F238E27FC236}">
                  <ns2:creationId id="{6D8CD48A-A9EF-4CB6-F3BF-B70FD747E7A6}"/>
                </a:ext>
              </a:extLst>
            </p:cNvPr>
            <p:cNvGrpSpPr/>
            <p:nvPr/>
          </p:nvGrpSpPr>
          <p:grpSpPr>
            <a:xfrm>
              <a:off x="2382682" y="1215279"/>
              <a:ext cx="8592753" cy="4808011"/>
              <a:chOff x="2382682" y="1215279"/>
              <a:chExt cx="8592753" cy="4808011"/>
            </a:xfrm>
          </p:grpSpPr>
          <p:sp>
            <p:nvSpPr>
              <p:cNvPr id="22" name="Shape 20">
                <a:extLst>
                  <a:ext uri="{FF2B5EF4-FFF2-40B4-BE49-F238E27FC236}">
                    <ns2:creationId id="{C3366176-E446-448A-3DC2-C0041DC58068}"/>
                  </a:ext>
                </a:extLst>
              </p:cNvPr>
              <p:cNvSpPr/>
              <p:nvPr/>
            </p:nvSpPr>
            <p:spPr>
              <a:xfrm>
                <a:off x="238268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Shape 22">
                <a:extLst>
                  <a:ext uri="{FF2B5EF4-FFF2-40B4-BE49-F238E27FC236}">
                    <ns2:creationId id="{CC81C30A-D597-73E3-77D7-1D45BEBD23B7}"/>
                  </a:ext>
                </a:extLst>
              </p:cNvPr>
              <p:cNvSpPr/>
              <p:nvPr/>
            </p:nvSpPr>
            <p:spPr>
              <a:xfrm>
                <a:off x="410123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Shape 23">
                <a:extLst>
                  <a:ext uri="{FF2B5EF4-FFF2-40B4-BE49-F238E27FC236}">
                    <ns2:creationId id="{20D38CB2-EC67-9791-ABC6-81551B059728}"/>
                  </a:ext>
                </a:extLst>
              </p:cNvPr>
              <p:cNvSpPr/>
              <p:nvPr/>
            </p:nvSpPr>
            <p:spPr>
              <a:xfrm>
                <a:off x="496050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Shape 24">
                <a:extLst>
                  <a:ext uri="{FF2B5EF4-FFF2-40B4-BE49-F238E27FC236}">
                    <ns2:creationId id="{CE84199E-68E8-9C17-6A5C-42F30186C0B0}"/>
                  </a:ext>
                </a:extLst>
              </p:cNvPr>
              <p:cNvSpPr/>
              <p:nvPr/>
            </p:nvSpPr>
            <p:spPr>
              <a:xfrm>
                <a:off x="581978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1" name="Shape 29">
                <a:extLst>
                  <a:ext uri="{FF2B5EF4-FFF2-40B4-BE49-F238E27FC236}">
                    <ns2:creationId id="{0592F1E4-F828-F877-9543-5575E74DE013}"/>
                  </a:ext>
                </a:extLst>
              </p:cNvPr>
              <p:cNvSpPr/>
              <p:nvPr/>
            </p:nvSpPr>
            <p:spPr>
              <a:xfrm>
                <a:off x="1011615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Shape 30">
                <a:extLst>
                  <a:ext uri="{FF2B5EF4-FFF2-40B4-BE49-F238E27FC236}">
                    <ns2:creationId id="{31081E42-876E-B08F-A46F-A0713DC201F3}"/>
                  </a:ext>
                </a:extLst>
              </p:cNvPr>
              <p:cNvSpPr/>
              <p:nvPr/>
            </p:nvSpPr>
            <p:spPr>
              <a:xfrm>
                <a:off x="10975435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26" name="Shape 22">
                <a:extLst>
                  <a:ext uri="{FF2B5EF4-FFF2-40B4-BE49-F238E27FC236}">
                    <ns2:creationId id="{4CDB8AD6-74EE-92D2-4C8F-4FD365F42E46}"/>
                  </a:ext>
                </a:extLst>
              </p:cNvPr>
              <p:cNvSpPr/>
              <p:nvPr/>
            </p:nvSpPr>
            <p:spPr>
              <a:xfrm>
                <a:off x="324195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Shape 25">
                <a:extLst>
                  <a:ext uri="{FF2B5EF4-FFF2-40B4-BE49-F238E27FC236}">
                    <ns2:creationId id="{315D7AED-2D87-E2C7-BACA-63F5BDF8A902}"/>
                  </a:ext>
                </a:extLst>
              </p:cNvPr>
              <p:cNvSpPr/>
              <p:nvPr/>
            </p:nvSpPr>
            <p:spPr>
              <a:xfrm>
                <a:off x="667905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Shape 26">
                <a:extLst>
                  <a:ext uri="{FF2B5EF4-FFF2-40B4-BE49-F238E27FC236}">
                    <ns2:creationId id="{C68460EE-DCDC-CF5A-F21F-C2550627457E}"/>
                  </a:ext>
                </a:extLst>
              </p:cNvPr>
              <p:cNvSpPr/>
              <p:nvPr/>
            </p:nvSpPr>
            <p:spPr>
              <a:xfrm>
                <a:off x="753833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Shape 27">
                <a:extLst>
                  <a:ext uri="{FF2B5EF4-FFF2-40B4-BE49-F238E27FC236}">
                    <ns2:creationId id="{45AC8F97-068C-106D-125E-0821FC033D56}"/>
                  </a:ext>
                </a:extLst>
              </p:cNvPr>
              <p:cNvSpPr/>
              <p:nvPr/>
            </p:nvSpPr>
            <p:spPr>
              <a:xfrm>
                <a:off x="8397607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Shape 28">
                <a:extLst>
                  <a:ext uri="{FF2B5EF4-FFF2-40B4-BE49-F238E27FC236}">
                    <ns2:creationId id="{2EA3BEAA-24F7-C3CE-1332-85DA6C6352D3}"/>
                  </a:ext>
                </a:extLst>
              </p:cNvPr>
              <p:cNvSpPr/>
              <p:nvPr/>
            </p:nvSpPr>
            <p:spPr>
              <a:xfrm>
                <a:off x="9256882" y="1215279"/>
                <a:ext cx="0" cy="4808011"/>
              </a:xfrm>
              <a:prstGeom prst="line">
                <a:avLst/>
              </a:prstGeom>
              <a:noFill/>
              <a:ln w="9525">
                <a:solidFill>
                  <a:srgbClr val="E4E4E4"/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3" name="Shape 31">
              <a:extLst>
                <a:ext uri="{FF2B5EF4-FFF2-40B4-BE49-F238E27FC236}">
                  <ns2:creationId id="{30F59725-4E61-5A74-6BB9-6DFB11B41BC4}"/>
                </a:ext>
              </a:extLst>
            </p:cNvPr>
            <p:cNvSpPr/>
            <p:nvPr/>
          </p:nvSpPr>
          <p:spPr>
            <a:xfrm>
              <a:off x="11857039" y="1215279"/>
              <a:ext cx="0" cy="4808011"/>
            </a:xfrm>
            <a:prstGeom prst="line">
              <a:avLst/>
            </a:prstGeom>
            <a:noFill/>
            <a:ln w="9525">
              <a:solidFill>
                <a:srgbClr val="E4E4E4"/>
              </a:solidFill>
              <a:prstDash val="sysDot"/>
            </a:ln>
          </p:spPr>
          <p:txBody>
            <a:bodyPr/>
            <a:lstStyle/>
            <a:p>
              <a:endPara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119" name="コネクタ: カギ線 1118">
              <a:extLst>
                <a:ext uri="{FF2B5EF4-FFF2-40B4-BE49-F238E27FC236}">
                  <ns2:creationId id="{D3091E1F-E558-EC01-A638-46A715A7308C}"/>
                </a:ext>
              </a:extLst>
            </p:cNvPr>
            <p:cNvCxnSpPr>
              <a:cxnSpLocks/>
              <a:endCxn id="620" idx="1"/>
            </p:cNvCxnSpPr>
            <p:nvPr/>
          </p:nvCxnSpPr>
          <p:spPr>
            <a:xfrm>
              <a:off x="8415934" y="2928951"/>
              <a:ext cx="195768" cy="180912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Shape 42">
              <a:extLst>
                <a:ext uri="{FF2B5EF4-FFF2-40B4-BE49-F238E27FC236}">
                  <ns2:creationId id="{E5A65970-651D-A61C-67D9-94CEB133024B}"/>
                </a:ext>
              </a:extLst>
            </p:cNvPr>
            <p:cNvSpPr/>
            <p:nvPr/>
          </p:nvSpPr>
          <p:spPr>
            <a:xfrm>
              <a:off x="4954982" y="1983015"/>
              <a:ext cx="56659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3" name="Shape 40">
              <a:extLst>
                <a:ext uri="{FF2B5EF4-FFF2-40B4-BE49-F238E27FC236}">
                  <ns2:creationId id="{882515A6-E376-0E72-EE04-9548148199CE}"/>
                </a:ext>
              </a:extLst>
            </p:cNvPr>
            <p:cNvSpPr/>
            <p:nvPr/>
          </p:nvSpPr>
          <p:spPr>
            <a:xfrm>
              <a:off x="1541786" y="1288547"/>
              <a:ext cx="10315252" cy="117119"/>
            </a:xfrm>
            <a:prstGeom prst="roundRect">
              <a:avLst>
                <a:gd name="adj" fmla="val 18277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 err="1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50" dirty="0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2" name="Shape 42">
              <a:extLst>
                <a:ext uri="{FF2B5EF4-FFF2-40B4-BE49-F238E27FC236}">
                  <ns2:creationId id="{3A5F7627-B870-122B-F2CA-AD91264F4C25}"/>
                </a:ext>
              </a:extLst>
            </p:cNvPr>
            <p:cNvSpPr/>
            <p:nvPr/>
          </p:nvSpPr>
          <p:spPr>
            <a:xfrm>
              <a:off x="2501166" y="3511287"/>
              <a:ext cx="644637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0" name="Shape 197">
              <a:extLst>
                <a:ext uri="{FF2B5EF4-FFF2-40B4-BE49-F238E27FC236}">
                  <ns2:creationId id="{F56E4A19-4D6F-AB87-DBBC-DD324FAC6200}"/>
                </a:ext>
              </a:extLst>
            </p:cNvPr>
            <p:cNvSpPr/>
            <p:nvPr/>
          </p:nvSpPr>
          <p:spPr>
            <a:xfrm>
              <a:off x="8328240" y="1473591"/>
              <a:ext cx="905033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0" tIns="36000" rIns="0" bIns="36000" anchor="ctr"/>
            <a:lstStyle/>
            <a:p>
              <a:pPr algn="ctr"/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 err="1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6" name="Shape 42">
              <a:extLst>
                <a:ext uri="{FF2B5EF4-FFF2-40B4-BE49-F238E27FC236}">
                  <ns2:creationId id="{3CEF99C4-BFBF-0C26-7086-09A85E4856D5}"/>
                </a:ext>
              </a:extLst>
            </p:cNvPr>
            <p:cNvSpPr/>
            <p:nvPr/>
          </p:nvSpPr>
          <p:spPr>
            <a:xfrm>
              <a:off x="7495742" y="1473591"/>
              <a:ext cx="72392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72" name="Shape 197">
              <a:extLst>
                <a:ext uri="{FF2B5EF4-FFF2-40B4-BE49-F238E27FC236}">
                  <ns2:creationId id="{0C95B4EF-0449-02F1-563E-218883137170}"/>
                </a:ext>
              </a:extLst>
            </p:cNvPr>
            <p:cNvSpPr/>
            <p:nvPr/>
          </p:nvSpPr>
          <p:spPr>
            <a:xfrm>
              <a:off x="4938473" y="4784847"/>
              <a:ext cx="751936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80" name="Shape 197">
              <a:extLst>
                <a:ext uri="{FF2B5EF4-FFF2-40B4-BE49-F238E27FC236}">
                  <ns2:creationId id="{0A78D14F-712A-5409-7D06-16C68DD1C990}"/>
                </a:ext>
              </a:extLst>
            </p:cNvPr>
            <p:cNvSpPr/>
            <p:nvPr/>
          </p:nvSpPr>
          <p:spPr>
            <a:xfrm>
              <a:off x="5775063" y="4784847"/>
              <a:ext cx="635417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2" name="Shape 197">
              <a:extLst>
                <a:ext uri="{FF2B5EF4-FFF2-40B4-BE49-F238E27FC236}">
                  <ns2:creationId id="{E804162F-9204-B13A-8F66-500F5BD3B8CD}"/>
                </a:ext>
              </a:extLst>
            </p:cNvPr>
            <p:cNvSpPr/>
            <p:nvPr/>
          </p:nvSpPr>
          <p:spPr>
            <a:xfrm>
              <a:off x="6599756" y="4784847"/>
              <a:ext cx="598114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4" name="Shape 197">
              <a:extLst>
                <a:ext uri="{FF2B5EF4-FFF2-40B4-BE49-F238E27FC236}">
                  <ns2:creationId id="{84F20CAD-44BB-4750-5360-881427E857FA}"/>
                </a:ext>
              </a:extLst>
            </p:cNvPr>
            <p:cNvSpPr/>
            <p:nvPr/>
          </p:nvSpPr>
          <p:spPr>
            <a:xfrm>
              <a:off x="7322617" y="4784847"/>
              <a:ext cx="701305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6" name="Shape 197">
              <a:extLst>
                <a:ext uri="{FF2B5EF4-FFF2-40B4-BE49-F238E27FC236}">
                  <ns2:creationId id="{AF3C0D3C-B598-46CB-20A4-ED3D3162ACE8}"/>
                </a:ext>
              </a:extLst>
            </p:cNvPr>
            <p:cNvSpPr/>
            <p:nvPr/>
          </p:nvSpPr>
          <p:spPr>
            <a:xfrm>
              <a:off x="9269675" y="4784847"/>
              <a:ext cx="810458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0" name="Shape 42">
              <a:extLst>
                <a:ext uri="{FF2B5EF4-FFF2-40B4-BE49-F238E27FC236}">
                  <ns2:creationId id="{E1D92711-B7BA-99E9-FD17-766EC1EA69CB}"/>
                </a:ext>
              </a:extLst>
            </p:cNvPr>
            <p:cNvSpPr/>
            <p:nvPr/>
          </p:nvSpPr>
          <p:spPr>
            <a:xfrm>
              <a:off x="11092218" y="3511287"/>
              <a:ext cx="764820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4" name="Shape 42">
              <a:extLst>
                <a:ext uri="{FF2B5EF4-FFF2-40B4-BE49-F238E27FC236}">
                  <ns2:creationId id="{033EF831-D0EE-567A-1E23-87C9A56F3860}"/>
                </a:ext>
              </a:extLst>
            </p:cNvPr>
            <p:cNvSpPr/>
            <p:nvPr/>
          </p:nvSpPr>
          <p:spPr>
            <a:xfrm>
              <a:off x="1532977" y="3511287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36" name="Shape 42">
              <a:extLst>
                <a:ext uri="{FF2B5EF4-FFF2-40B4-BE49-F238E27FC236}">
                  <ns2:creationId id="{B9032063-E454-90A4-5AD3-D9A36B020350}"/>
                </a:ext>
              </a:extLst>
            </p:cNvPr>
            <p:cNvSpPr/>
            <p:nvPr/>
          </p:nvSpPr>
          <p:spPr>
            <a:xfrm>
              <a:off x="1532977" y="4020711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8" name="Shape 42">
              <a:extLst>
                <a:ext uri="{FF2B5EF4-FFF2-40B4-BE49-F238E27FC236}">
                  <ns2:creationId id="{3EF4DDAD-95BB-8A82-F560-452C7E49B69F}"/>
                </a:ext>
              </a:extLst>
            </p:cNvPr>
            <p:cNvSpPr/>
            <p:nvPr/>
          </p:nvSpPr>
          <p:spPr>
            <a:xfrm>
              <a:off x="1532977" y="3765999"/>
              <a:ext cx="637064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Shape 42">
              <a:extLst>
                <a:ext uri="{FF2B5EF4-FFF2-40B4-BE49-F238E27FC236}">
                  <ns2:creationId id="{9E2B9219-F3EA-CF57-A195-3DCEA85137EB}"/>
                </a:ext>
              </a:extLst>
            </p:cNvPr>
            <p:cNvSpPr/>
            <p:nvPr/>
          </p:nvSpPr>
          <p:spPr>
            <a:xfrm>
              <a:off x="1532977" y="1473591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1" name="Shape 48">
              <a:extLst>
                <a:ext uri="{FF2B5EF4-FFF2-40B4-BE49-F238E27FC236}">
                  <ns2:creationId id="{4369EE3D-EB37-084A-E2A9-AFFA8B70970E}"/>
                </a:ext>
              </a:extLst>
            </p:cNvPr>
            <p:cNvSpPr/>
            <p:nvPr/>
          </p:nvSpPr>
          <p:spPr>
            <a:xfrm>
              <a:off x="9341844" y="1479167"/>
              <a:ext cx="506983" cy="204849"/>
            </a:xfrm>
            <a:prstGeom prst="roundRect">
              <a:avLst>
                <a:gd name="adj" fmla="val 13462"/>
              </a:avLst>
            </a:prstGeom>
            <a:solidFill>
              <a:srgbClr val="FDEDED"/>
            </a:solidFill>
            <a:ln w="9525">
              <a:solidFill>
                <a:srgbClr val="C00000"/>
              </a:solidFill>
              <a:prstDash val="dash"/>
            </a:ln>
          </p:spPr>
          <p:txBody>
            <a:bodyPr wrap="none" lIns="36000" tIns="36000" rIns="36000" bIns="36000" anchor="ctr"/>
            <a:lstStyle/>
            <a:p>
              <a:pPr algn="ctr"/>
              <a:r>
                <a:rPr lang="zh-CN" altLang="en-US" sz="6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zh-CN" sz="6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r>
                <a:rPr lang="zh-CN" altLang="en-US" sz="650" dirty="0">
                  <a:solidFill>
                    <a:srgbClr val="C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9" name="Shape 106">
              <a:extLst>
                <a:ext uri="{FF2B5EF4-FFF2-40B4-BE49-F238E27FC236}">
                  <ns2:creationId id="{B9DB720D-DC5C-3968-3079-9A91605846BA}"/>
                </a:ext>
              </a:extLst>
            </p:cNvPr>
            <p:cNvSpPr/>
            <p:nvPr/>
          </p:nvSpPr>
          <p:spPr>
            <a:xfrm flipV="1">
              <a:off x="7680095" y="2234004"/>
              <a:ext cx="0" cy="47273"/>
            </a:xfrm>
            <a:prstGeom prst="line">
              <a:avLst/>
            </a:prstGeom>
            <a:noFill/>
            <a:ln w="9525">
              <a:solidFill>
                <a:srgbClr val="44546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ja-JP" altLang="en-US" sz="24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Shape 168">
              <a:extLst>
                <a:ext uri="{FF2B5EF4-FFF2-40B4-BE49-F238E27FC236}">
                  <ns2:creationId id="{BF639BDC-789B-A6DE-443A-E9FB643DE0BA}"/>
                </a:ext>
              </a:extLst>
            </p:cNvPr>
            <p:cNvSpPr/>
            <p:nvPr/>
          </p:nvSpPr>
          <p:spPr>
            <a:xfrm>
              <a:off x="1532977" y="3001863"/>
              <a:ext cx="928607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2" name="Shape 197">
              <a:extLst>
                <a:ext uri="{FF2B5EF4-FFF2-40B4-BE49-F238E27FC236}">
                  <ns2:creationId id="{1EAB315D-FA24-48D6-C704-AC6CABED9CCB}"/>
                </a:ext>
              </a:extLst>
            </p:cNvPr>
            <p:cNvSpPr/>
            <p:nvPr/>
          </p:nvSpPr>
          <p:spPr>
            <a:xfrm>
              <a:off x="3252162" y="3511287"/>
              <a:ext cx="722378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56" name="Text 251">
              <a:extLst>
                <a:ext uri="{FF2B5EF4-FFF2-40B4-BE49-F238E27FC236}">
                  <ns2:creationId id="{D3D02370-687D-AAC1-5054-24E1379415FF}"/>
                </a:ext>
              </a:extLst>
            </p:cNvPr>
            <p:cNvSpPr/>
            <p:nvPr/>
          </p:nvSpPr>
          <p:spPr>
            <a:xfrm>
              <a:off x="11039717" y="3412208"/>
              <a:ext cx="810421" cy="866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600" dirty="0">
                  <a:solidFill>
                    <a:srgbClr val="44546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 dirty="0">
                <a:solidFill>
                  <a:srgbClr val="44546A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Text 253">
              <a:extLst>
                <a:ext uri="{FF2B5EF4-FFF2-40B4-BE49-F238E27FC236}">
                  <ns2:creationId id="{A3F7F587-82FF-6416-36C1-789A3C35BD2C}"/>
                </a:ext>
              </a:extLst>
            </p:cNvPr>
            <p:cNvSpPr/>
            <p:nvPr/>
          </p:nvSpPr>
          <p:spPr>
            <a:xfrm>
              <a:off x="2006163" y="3368550"/>
              <a:ext cx="1585607" cy="866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>
                <a:solidFill>
                  <a:srgbClr val="2E75B6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8" name="Shape 302">
              <a:extLst>
                <a:ext uri="{FF2B5EF4-FFF2-40B4-BE49-F238E27FC236}">
                  <ns2:creationId id="{746765E3-A90F-68D9-C527-09AF15F3BE1C}"/>
                </a:ext>
              </a:extLst>
            </p:cNvPr>
            <p:cNvSpPr/>
            <p:nvPr/>
          </p:nvSpPr>
          <p:spPr>
            <a:xfrm>
              <a:off x="10416589" y="4784847"/>
              <a:ext cx="704861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9" name="Text 323">
              <a:extLst>
                <a:ext uri="{FF2B5EF4-FFF2-40B4-BE49-F238E27FC236}">
                  <ns2:creationId id="{675F0F75-2D81-0092-3048-B789A14A6A57}"/>
                </a:ext>
              </a:extLst>
            </p:cNvPr>
            <p:cNvSpPr/>
            <p:nvPr/>
          </p:nvSpPr>
          <p:spPr>
            <a:xfrm>
              <a:off x="4741012" y="5091055"/>
              <a:ext cx="1111278" cy="11300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600" dirty="0" err="1">
                  <a:solidFill>
                    <a:srgbClr val="44546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600" dirty="0">
                  <a:solidFill>
                    <a:srgbClr val="44546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 dirty="0">
                <a:solidFill>
                  <a:srgbClr val="44546A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3" name="グループ化 52">
              <a:extLst>
                <a:ext uri="{FF2B5EF4-FFF2-40B4-BE49-F238E27FC236}">
                  <ns2:creationId id="{620C1C79-E55F-D483-871D-5E441D41AEF9}"/>
                </a:ext>
              </a:extLst>
            </p:cNvPr>
            <p:cNvGrpSpPr/>
            <p:nvPr/>
          </p:nvGrpSpPr>
          <p:grpSpPr>
            <a:xfrm>
              <a:off x="1532977" y="2473083"/>
              <a:ext cx="10306444" cy="2801832"/>
              <a:chOff x="1532977" y="2473083"/>
              <a:chExt cx="10306444" cy="2801832"/>
            </a:xfrm>
          </p:grpSpPr>
          <p:sp>
            <p:nvSpPr>
              <p:cNvPr id="119" name="Shape 115">
                <a:extLst>
                  <a:ext uri="{FF2B5EF4-FFF2-40B4-BE49-F238E27FC236}">
                    <ns2:creationId id="{FD0DD4F9-E05A-32C7-2CCA-8A0B105C3A5D}"/>
                  </a:ext>
                </a:extLst>
              </p:cNvPr>
              <p:cNvSpPr/>
              <p:nvPr/>
            </p:nvSpPr>
            <p:spPr>
              <a:xfrm>
                <a:off x="1532977" y="2473083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Shape 189">
                <a:extLst>
                  <a:ext uri="{FF2B5EF4-FFF2-40B4-BE49-F238E27FC236}">
                    <ns2:creationId id="{E68088D6-B957-FBC3-C1C7-3FA5F0338127}"/>
                  </a:ext>
                </a:extLst>
              </p:cNvPr>
              <p:cNvSpPr/>
              <p:nvPr/>
            </p:nvSpPr>
            <p:spPr>
              <a:xfrm>
                <a:off x="1532977" y="3491931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Shape 256">
                <a:extLst>
                  <a:ext uri="{FF2B5EF4-FFF2-40B4-BE49-F238E27FC236}">
                    <ns2:creationId id="{D950295B-2E51-C490-D2E3-6259AA9100FB}"/>
                  </a:ext>
                </a:extLst>
              </p:cNvPr>
              <p:cNvSpPr/>
              <p:nvPr/>
            </p:nvSpPr>
            <p:spPr>
              <a:xfrm>
                <a:off x="1532977" y="4256067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3" name="Shape 326">
                <a:extLst>
                  <a:ext uri="{FF2B5EF4-FFF2-40B4-BE49-F238E27FC236}">
                    <ns2:creationId id="{444B77F1-EFBB-E082-9159-5BF25D1EDB69}"/>
                  </a:ext>
                </a:extLst>
              </p:cNvPr>
              <p:cNvSpPr/>
              <p:nvPr/>
            </p:nvSpPr>
            <p:spPr>
              <a:xfrm>
                <a:off x="1532977" y="5274915"/>
                <a:ext cx="10306444" cy="0"/>
              </a:xfrm>
              <a:prstGeom prst="line">
                <a:avLst/>
              </a:prstGeom>
              <a:noFill/>
              <a:ln w="9525">
                <a:solidFill>
                  <a:srgbClr val="008D2E">
                    <a:alpha val="30196"/>
                  </a:srgbClr>
                </a:solidFill>
                <a:prstDash val="sysDot"/>
              </a:ln>
            </p:spPr>
            <p:txBody>
              <a:bodyPr/>
              <a:lstStyle/>
              <a:p>
                <a:endParaRPr lang="ja-JP" altLang="en-US" sz="2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62" name="グループ化 61">
              <a:extLst>
                <a:ext uri="{FF2B5EF4-FFF2-40B4-BE49-F238E27FC236}">
                  <ns2:creationId id="{869F1965-F73E-B869-02E9-B69E7A3C6C8A}"/>
                </a:ext>
              </a:extLst>
            </p:cNvPr>
            <p:cNvGrpSpPr/>
            <p:nvPr/>
          </p:nvGrpSpPr>
          <p:grpSpPr>
            <a:xfrm>
              <a:off x="334963" y="990190"/>
              <a:ext cx="11522472" cy="180000"/>
              <a:chOff x="334963" y="990190"/>
              <a:chExt cx="11522472" cy="180000"/>
            </a:xfrm>
          </p:grpSpPr>
          <p:sp>
            <p:nvSpPr>
              <p:cNvPr id="7" name="Text 5">
                <a:extLst>
                  <a:ext uri="{FF2B5EF4-FFF2-40B4-BE49-F238E27FC236}">
                    <ns2:creationId id="{D618C68C-8DAC-5056-6605-C3F1E871199B}"/>
                  </a:ext>
                </a:extLst>
              </p:cNvPr>
              <p:cNvSpPr/>
              <p:nvPr/>
            </p:nvSpPr>
            <p:spPr>
              <a:xfrm>
                <a:off x="334963" y="990190"/>
                <a:ext cx="1167184" cy="180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8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/</a:t>
                </a:r>
                <a:r>
                  <a:rPr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</a:t>
                </a:r>
                <a:r>
                  <a:rPr lang="en-US" sz="80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　　</a:t>
                </a:r>
                <a:endPara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Text 6">
                <a:extLst>
                  <a:ext uri="{FF2B5EF4-FFF2-40B4-BE49-F238E27FC236}">
                    <ns2:creationId id="{001D8199-BD66-11B9-20AA-B63C89D4EA22}"/>
                  </a:ext>
                </a:extLst>
              </p:cNvPr>
              <p:cNvSpPr/>
              <p:nvPr/>
            </p:nvSpPr>
            <p:spPr>
              <a:xfrm>
                <a:off x="1543610" y="990190"/>
                <a:ext cx="882000" cy="180000"/>
              </a:xfrm>
              <a:prstGeom prst="homePlate">
                <a:avLst>
                  <a:gd name="adj" fmla="val 26028"/>
                </a:avLst>
              </a:prstGeom>
              <a:solidFill>
                <a:srgbClr val="008D2E">
                  <a:alpha val="50196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Text 7">
                <a:extLst>
                  <a:ext uri="{FF2B5EF4-FFF2-40B4-BE49-F238E27FC236}">
                    <ns2:creationId id="{D54D8BD3-805B-920B-31D2-85B1DAD714FC}"/>
                  </a:ext>
                </a:extLst>
              </p:cNvPr>
              <p:cNvSpPr/>
              <p:nvPr/>
            </p:nvSpPr>
            <p:spPr>
              <a:xfrm>
                <a:off x="2401049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54902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Text 8">
                <a:extLst>
                  <a:ext uri="{FF2B5EF4-FFF2-40B4-BE49-F238E27FC236}">
                    <ns2:creationId id="{EC1B1EFD-6456-7BBD-9F34-2C44428AF2D7}"/>
                  </a:ext>
                </a:extLst>
              </p:cNvPr>
              <p:cNvSpPr/>
              <p:nvPr/>
            </p:nvSpPr>
            <p:spPr>
              <a:xfrm>
                <a:off x="3258488" y="990190"/>
                <a:ext cx="882000" cy="180000"/>
              </a:xfrm>
              <a:prstGeom prst="chevron">
                <a:avLst>
                  <a:gd name="adj" fmla="val 28868"/>
                </a:avLst>
              </a:prstGeom>
              <a:solidFill>
                <a:srgbClr val="008D2E">
                  <a:alpha val="60000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Text 9">
                <a:extLst>
                  <a:ext uri="{FF2B5EF4-FFF2-40B4-BE49-F238E27FC236}">
                    <ns2:creationId id="{DC8FA62C-478C-5935-1103-A9397C9A9C67}"/>
                  </a:ext>
                </a:extLst>
              </p:cNvPr>
              <p:cNvSpPr/>
              <p:nvPr/>
            </p:nvSpPr>
            <p:spPr>
              <a:xfrm>
                <a:off x="4115927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65098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" name="Text 10">
                <a:extLst>
                  <a:ext uri="{FF2B5EF4-FFF2-40B4-BE49-F238E27FC236}">
                    <ns2:creationId id="{4D584243-8372-DD36-30A7-DD180367464D}"/>
                  </a:ext>
                </a:extLst>
              </p:cNvPr>
              <p:cNvSpPr/>
              <p:nvPr/>
            </p:nvSpPr>
            <p:spPr>
              <a:xfrm>
                <a:off x="4973366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69804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Text 11">
                <a:extLst>
                  <a:ext uri="{FF2B5EF4-FFF2-40B4-BE49-F238E27FC236}">
                    <ns2:creationId id="{8F771BFF-A224-A243-A6F7-00707A55507E}"/>
                  </a:ext>
                </a:extLst>
              </p:cNvPr>
              <p:cNvSpPr/>
              <p:nvPr/>
            </p:nvSpPr>
            <p:spPr>
              <a:xfrm>
                <a:off x="5830805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74902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" name="Text 12">
                <a:extLst>
                  <a:ext uri="{FF2B5EF4-FFF2-40B4-BE49-F238E27FC236}">
                    <ns2:creationId id="{5143833A-0FB9-1280-028B-F448695C4C9B}"/>
                  </a:ext>
                </a:extLst>
              </p:cNvPr>
              <p:cNvSpPr/>
              <p:nvPr/>
            </p:nvSpPr>
            <p:spPr>
              <a:xfrm>
                <a:off x="6688244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/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Text 13">
                <a:extLst>
                  <a:ext uri="{FF2B5EF4-FFF2-40B4-BE49-F238E27FC236}">
                    <ns2:creationId id="{13E0980B-3A78-5CAD-EDB4-C0A9DCDFD98D}"/>
                  </a:ext>
                </a:extLst>
              </p:cNvPr>
              <p:cNvSpPr/>
              <p:nvPr/>
            </p:nvSpPr>
            <p:spPr>
              <a:xfrm>
                <a:off x="7545683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/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Text 14">
                <a:extLst>
                  <a:ext uri="{FF2B5EF4-FFF2-40B4-BE49-F238E27FC236}">
                    <ns2:creationId id="{998486E4-A676-405E-636A-03A47FC7EB24}"/>
                  </a:ext>
                </a:extLst>
              </p:cNvPr>
              <p:cNvSpPr/>
              <p:nvPr/>
            </p:nvSpPr>
            <p:spPr>
              <a:xfrm>
                <a:off x="8403122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/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Text 15">
                <a:extLst>
                  <a:ext uri="{FF2B5EF4-FFF2-40B4-BE49-F238E27FC236}">
                    <ns2:creationId id="{D71BDF08-BB65-6CEE-A979-F36AB6383AAA}"/>
                  </a:ext>
                </a:extLst>
              </p:cNvPr>
              <p:cNvSpPr/>
              <p:nvPr/>
            </p:nvSpPr>
            <p:spPr>
              <a:xfrm>
                <a:off x="9260561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80000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Text 16">
                <a:extLst>
                  <a:ext uri="{FF2B5EF4-FFF2-40B4-BE49-F238E27FC236}">
                    <ns2:creationId id="{E5706221-F23F-E6F9-117A-10866F993D8C}"/>
                  </a:ext>
                </a:extLst>
              </p:cNvPr>
              <p:cNvSpPr/>
              <p:nvPr/>
            </p:nvSpPr>
            <p:spPr>
              <a:xfrm>
                <a:off x="10118000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85098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Text 17">
                <a:extLst>
                  <a:ext uri="{FF2B5EF4-FFF2-40B4-BE49-F238E27FC236}">
                    <ns2:creationId id="{2DAFCD4A-2BF8-0F4A-0A5E-05F63986E8DC}"/>
                  </a:ext>
                </a:extLst>
              </p:cNvPr>
              <p:cNvSpPr/>
              <p:nvPr/>
            </p:nvSpPr>
            <p:spPr>
              <a:xfrm>
                <a:off x="10975435" y="990190"/>
                <a:ext cx="882000" cy="180000"/>
              </a:xfrm>
              <a:prstGeom prst="chevron">
                <a:avLst>
                  <a:gd name="adj" fmla="val 26028"/>
                </a:avLst>
              </a:prstGeom>
              <a:solidFill>
                <a:srgbClr val="008D2E">
                  <a:alpha val="89804"/>
                </a:srgbClr>
              </a:solidFill>
              <a:ln w="9525"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sz="9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428" name="直線コネクタ 427">
                <a:extLst>
                  <a:ext uri="{FF2B5EF4-FFF2-40B4-BE49-F238E27FC236}">
                    <ns2:creationId id="{1C210391-0D59-25F5-74D8-418A740B98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147" y="990190"/>
                <a:ext cx="0" cy="180000"/>
              </a:xfrm>
              <a:prstGeom prst="line">
                <a:avLst/>
              </a:prstGeom>
              <a:ln w="38100">
                <a:solidFill>
                  <a:srgbClr val="008D2E">
                    <a:alpha val="2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0" name="Shape 42">
              <a:extLst>
                <a:ext uri="{FF2B5EF4-FFF2-40B4-BE49-F238E27FC236}">
                  <ns2:creationId id="{3ED38574-61A5-75BB-157A-F6516A6A5D23}"/>
                </a:ext>
              </a:extLst>
            </p:cNvPr>
            <p:cNvSpPr/>
            <p:nvPr/>
          </p:nvSpPr>
          <p:spPr>
            <a:xfrm>
              <a:off x="1532977" y="2747151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2" name="Shape 42">
              <a:extLst>
                <a:ext uri="{FF2B5EF4-FFF2-40B4-BE49-F238E27FC236}">
                  <ns2:creationId id="{D0E217C1-13D6-BE0A-AB14-16707C385B76}"/>
                </a:ext>
              </a:extLst>
            </p:cNvPr>
            <p:cNvSpPr/>
            <p:nvPr/>
          </p:nvSpPr>
          <p:spPr>
            <a:xfrm>
              <a:off x="1532977" y="5548983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0" name="Shape 42">
              <a:extLst>
                <a:ext uri="{FF2B5EF4-FFF2-40B4-BE49-F238E27FC236}">
                  <ns2:creationId id="{3455189E-1241-492C-EE35-B9F373AC8CBB}"/>
                </a:ext>
              </a:extLst>
            </p:cNvPr>
            <p:cNvSpPr/>
            <p:nvPr/>
          </p:nvSpPr>
          <p:spPr>
            <a:xfrm>
              <a:off x="2286081" y="3765999"/>
              <a:ext cx="644636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4" name="Shape 42">
              <a:extLst>
                <a:ext uri="{FF2B5EF4-FFF2-40B4-BE49-F238E27FC236}">
                  <ns2:creationId id="{BD31B662-A803-70B1-933F-59CFA6265F63}"/>
                </a:ext>
              </a:extLst>
            </p:cNvPr>
            <p:cNvSpPr/>
            <p:nvPr/>
          </p:nvSpPr>
          <p:spPr>
            <a:xfrm>
              <a:off x="2461531" y="4020711"/>
              <a:ext cx="901359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6" name="Shape 42">
              <a:extLst>
                <a:ext uri="{FF2B5EF4-FFF2-40B4-BE49-F238E27FC236}">
                  <ns2:creationId id="{29493154-D95C-6F7E-6669-CFBF035F5FA9}"/>
                </a:ext>
              </a:extLst>
            </p:cNvPr>
            <p:cNvSpPr/>
            <p:nvPr/>
          </p:nvSpPr>
          <p:spPr>
            <a:xfrm>
              <a:off x="3452149" y="4020711"/>
              <a:ext cx="678434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8" name="Shape 42">
              <a:extLst>
                <a:ext uri="{FF2B5EF4-FFF2-40B4-BE49-F238E27FC236}">
                  <ns2:creationId id="{EED49E51-AA53-6B64-EE48-B47EF783C728}"/>
                </a:ext>
              </a:extLst>
            </p:cNvPr>
            <p:cNvSpPr/>
            <p:nvPr/>
          </p:nvSpPr>
          <p:spPr>
            <a:xfrm>
              <a:off x="4226452" y="4020711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0" name="Shape 42">
              <a:extLst>
                <a:ext uri="{FF2B5EF4-FFF2-40B4-BE49-F238E27FC236}">
                  <ns2:creationId id="{2560F592-CB26-9B54-FE20-55E8C2A8537A}"/>
                </a:ext>
              </a:extLst>
            </p:cNvPr>
            <p:cNvSpPr/>
            <p:nvPr/>
          </p:nvSpPr>
          <p:spPr>
            <a:xfrm>
              <a:off x="3039187" y="3765999"/>
              <a:ext cx="721451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2" name="Shape 42">
              <a:extLst>
                <a:ext uri="{FF2B5EF4-FFF2-40B4-BE49-F238E27FC236}">
                  <ns2:creationId id="{AB7ADC3C-6F0F-B09B-6B7F-77681A3A733B}"/>
                </a:ext>
              </a:extLst>
            </p:cNvPr>
            <p:cNvSpPr/>
            <p:nvPr/>
          </p:nvSpPr>
          <p:spPr>
            <a:xfrm>
              <a:off x="4080898" y="3511287"/>
              <a:ext cx="733570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4" name="Shape 42">
              <a:extLst>
                <a:ext uri="{FF2B5EF4-FFF2-40B4-BE49-F238E27FC236}">
                  <ns2:creationId id="{C697D62E-7DE0-4EC5-4C9E-C085B8E4C338}"/>
                </a:ext>
              </a:extLst>
            </p:cNvPr>
            <p:cNvSpPr/>
            <p:nvPr/>
          </p:nvSpPr>
          <p:spPr>
            <a:xfrm>
              <a:off x="4920827" y="3511287"/>
              <a:ext cx="747878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6" name="Shape 42">
              <a:extLst>
                <a:ext uri="{FF2B5EF4-FFF2-40B4-BE49-F238E27FC236}">
                  <ns2:creationId id="{908109BF-34F7-BCE0-89FD-1E613C52B08A}"/>
                </a:ext>
              </a:extLst>
            </p:cNvPr>
            <p:cNvSpPr/>
            <p:nvPr/>
          </p:nvSpPr>
          <p:spPr>
            <a:xfrm>
              <a:off x="5775063" y="3511287"/>
              <a:ext cx="635417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8" name="Shape 197">
              <a:extLst>
                <a:ext uri="{FF2B5EF4-FFF2-40B4-BE49-F238E27FC236}">
                  <ns2:creationId id="{38ED30CF-EE65-2FA3-7F41-5E00637148F0}"/>
                </a:ext>
              </a:extLst>
            </p:cNvPr>
            <p:cNvSpPr/>
            <p:nvPr/>
          </p:nvSpPr>
          <p:spPr>
            <a:xfrm>
              <a:off x="3959385" y="3765999"/>
              <a:ext cx="1041370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60" name="Shape 42">
              <a:extLst>
                <a:ext uri="{FF2B5EF4-FFF2-40B4-BE49-F238E27FC236}">
                  <ns2:creationId id="{68F8499F-7120-E1A7-2E09-1464B5754D8A}"/>
                </a:ext>
              </a:extLst>
            </p:cNvPr>
            <p:cNvSpPr/>
            <p:nvPr/>
          </p:nvSpPr>
          <p:spPr>
            <a:xfrm>
              <a:off x="5107675" y="3765999"/>
              <a:ext cx="773390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2" name="Shape 42">
              <a:extLst>
                <a:ext uri="{FF2B5EF4-FFF2-40B4-BE49-F238E27FC236}">
                  <ns2:creationId id="{0BC88572-27D8-3BF7-655A-57EFB6C74F7B}"/>
                </a:ext>
              </a:extLst>
            </p:cNvPr>
            <p:cNvSpPr/>
            <p:nvPr/>
          </p:nvSpPr>
          <p:spPr>
            <a:xfrm>
              <a:off x="6612967" y="3511287"/>
              <a:ext cx="70086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64" name="Shape 42">
              <a:extLst>
                <a:ext uri="{FF2B5EF4-FFF2-40B4-BE49-F238E27FC236}">
                  <ns2:creationId id="{402CBD0B-7DB9-BEE8-D742-BEDAFCF920DE}"/>
                </a:ext>
              </a:extLst>
            </p:cNvPr>
            <p:cNvSpPr/>
            <p:nvPr/>
          </p:nvSpPr>
          <p:spPr>
            <a:xfrm>
              <a:off x="7495740" y="3511287"/>
              <a:ext cx="678434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6" name="Shape 197">
              <a:extLst>
                <a:ext uri="{FF2B5EF4-FFF2-40B4-BE49-F238E27FC236}">
                  <ns2:creationId id="{30813931-FB17-8E4F-D409-D4D675C327AD}"/>
                </a:ext>
              </a:extLst>
            </p:cNvPr>
            <p:cNvSpPr/>
            <p:nvPr/>
          </p:nvSpPr>
          <p:spPr>
            <a:xfrm>
              <a:off x="9246221" y="3511287"/>
              <a:ext cx="833911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68" name="Shape 42">
              <a:extLst>
                <a:ext uri="{FF2B5EF4-FFF2-40B4-BE49-F238E27FC236}">
                  <ns2:creationId id="{BD5956A7-1434-7FC9-F5A3-814D3FA404D7}"/>
                </a:ext>
              </a:extLst>
            </p:cNvPr>
            <p:cNvSpPr/>
            <p:nvPr/>
          </p:nvSpPr>
          <p:spPr>
            <a:xfrm>
              <a:off x="10192592" y="3511287"/>
              <a:ext cx="777682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4" name="Shape 42">
              <a:extLst>
                <a:ext uri="{FF2B5EF4-FFF2-40B4-BE49-F238E27FC236}">
                  <ns2:creationId id="{39CFBAA6-E773-9303-BC99-D9EEC60906F6}"/>
                </a:ext>
              </a:extLst>
            </p:cNvPr>
            <p:cNvSpPr/>
            <p:nvPr/>
          </p:nvSpPr>
          <p:spPr>
            <a:xfrm>
              <a:off x="3550780" y="1728303"/>
              <a:ext cx="79089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8" name="Shape 42">
              <a:extLst>
                <a:ext uri="{FF2B5EF4-FFF2-40B4-BE49-F238E27FC236}">
                  <ns2:creationId id="{FE31A0D5-E792-32C1-5C40-BD2AE8BAB808}"/>
                </a:ext>
              </a:extLst>
            </p:cNvPr>
            <p:cNvSpPr/>
            <p:nvPr/>
          </p:nvSpPr>
          <p:spPr>
            <a:xfrm>
              <a:off x="3912121" y="5294271"/>
              <a:ext cx="489776" cy="2160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8" name="Shape 168">
              <a:extLst>
                <a:ext uri="{FF2B5EF4-FFF2-40B4-BE49-F238E27FC236}">
                  <ns2:creationId id="{01B0A624-61C2-82BD-03B9-8C776CFFF929}"/>
                </a:ext>
              </a:extLst>
            </p:cNvPr>
            <p:cNvSpPr/>
            <p:nvPr/>
          </p:nvSpPr>
          <p:spPr>
            <a:xfrm>
              <a:off x="5818080" y="4275423"/>
              <a:ext cx="694038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90" name="Shape 168">
              <a:extLst>
                <a:ext uri="{FF2B5EF4-FFF2-40B4-BE49-F238E27FC236}">
                  <ns2:creationId id="{723881CC-5E37-28E3-6386-26FBDF79797B}"/>
                </a:ext>
              </a:extLst>
            </p:cNvPr>
            <p:cNvSpPr/>
            <p:nvPr/>
          </p:nvSpPr>
          <p:spPr>
            <a:xfrm>
              <a:off x="6708220" y="4530135"/>
              <a:ext cx="833912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2" name="Shape 42">
              <a:extLst>
                <a:ext uri="{FF2B5EF4-FFF2-40B4-BE49-F238E27FC236}">
                  <ns2:creationId id="{2394EEE7-B3EB-C7C9-9B4D-D18BB683AFCC}"/>
                </a:ext>
              </a:extLst>
            </p:cNvPr>
            <p:cNvSpPr/>
            <p:nvPr/>
          </p:nvSpPr>
          <p:spPr>
            <a:xfrm>
              <a:off x="7680095" y="4530135"/>
              <a:ext cx="66614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4" name="Shape 42">
              <a:extLst>
                <a:ext uri="{FF2B5EF4-FFF2-40B4-BE49-F238E27FC236}">
                  <ns2:creationId id="{4E3571C1-DED0-735A-1D30-AE6306D7B659}"/>
                </a:ext>
              </a:extLst>
            </p:cNvPr>
            <p:cNvSpPr/>
            <p:nvPr/>
          </p:nvSpPr>
          <p:spPr>
            <a:xfrm>
              <a:off x="8442111" y="4530135"/>
              <a:ext cx="56659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6" name="Shape 42">
              <a:extLst>
                <a:ext uri="{FF2B5EF4-FFF2-40B4-BE49-F238E27FC236}">
                  <ns2:creationId id="{04D0F856-13BD-E0DD-30DA-2A3E48E49AA8}"/>
                </a:ext>
              </a:extLst>
            </p:cNvPr>
            <p:cNvSpPr/>
            <p:nvPr/>
          </p:nvSpPr>
          <p:spPr>
            <a:xfrm>
              <a:off x="9095969" y="4530135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98" name="Shape 42">
              <a:extLst>
                <a:ext uri="{FF2B5EF4-FFF2-40B4-BE49-F238E27FC236}">
                  <ns2:creationId id="{5C28EB4F-2E7D-39A4-C4EB-7EF72CD429D7}"/>
                </a:ext>
              </a:extLst>
            </p:cNvPr>
            <p:cNvSpPr/>
            <p:nvPr/>
          </p:nvSpPr>
          <p:spPr>
            <a:xfrm>
              <a:off x="6665205" y="4275424"/>
              <a:ext cx="48977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0" name="Shape 42">
              <a:extLst>
                <a:ext uri="{FF2B5EF4-FFF2-40B4-BE49-F238E27FC236}">
                  <ns2:creationId id="{8547CA34-5813-5371-C82D-D1737585E724}"/>
                </a:ext>
              </a:extLst>
            </p:cNvPr>
            <p:cNvSpPr/>
            <p:nvPr/>
          </p:nvSpPr>
          <p:spPr>
            <a:xfrm>
              <a:off x="7261015" y="4275423"/>
              <a:ext cx="56658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2" name="Shape 42">
              <a:extLst>
                <a:ext uri="{FF2B5EF4-FFF2-40B4-BE49-F238E27FC236}">
                  <ns2:creationId id="{AE213599-8701-6CCA-169A-6B5999B48B1F}"/>
                </a:ext>
              </a:extLst>
            </p:cNvPr>
            <p:cNvSpPr/>
            <p:nvPr/>
          </p:nvSpPr>
          <p:spPr>
            <a:xfrm>
              <a:off x="7933638" y="4275423"/>
              <a:ext cx="69187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4" name="Shape 42">
              <a:extLst>
                <a:ext uri="{FF2B5EF4-FFF2-40B4-BE49-F238E27FC236}">
                  <ns2:creationId id="{0BCA571A-14DB-F463-BD1A-AAA79F438E1A}"/>
                </a:ext>
              </a:extLst>
            </p:cNvPr>
            <p:cNvSpPr/>
            <p:nvPr/>
          </p:nvSpPr>
          <p:spPr>
            <a:xfrm>
              <a:off x="8731544" y="4275424"/>
              <a:ext cx="74787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8" name="Shape 197">
              <a:extLst>
                <a:ext uri="{FF2B5EF4-FFF2-40B4-BE49-F238E27FC236}">
                  <ns2:creationId id="{B9047D1F-5025-0EBC-BBD1-CFFAB015D6FC}"/>
                </a:ext>
              </a:extLst>
            </p:cNvPr>
            <p:cNvSpPr/>
            <p:nvPr/>
          </p:nvSpPr>
          <p:spPr>
            <a:xfrm>
              <a:off x="6062969" y="5039559"/>
              <a:ext cx="804106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0" name="Shape 197">
              <a:extLst>
                <a:ext uri="{FF2B5EF4-FFF2-40B4-BE49-F238E27FC236}">
                  <ns2:creationId id="{BCCE79FC-BC73-20BD-2929-7D92128DC1F6}"/>
                </a:ext>
              </a:extLst>
            </p:cNvPr>
            <p:cNvSpPr/>
            <p:nvPr/>
          </p:nvSpPr>
          <p:spPr>
            <a:xfrm>
              <a:off x="6970213" y="5035959"/>
              <a:ext cx="618828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1" name="Shape 197">
              <a:extLst>
                <a:ext uri="{FF2B5EF4-FFF2-40B4-BE49-F238E27FC236}">
                  <ns2:creationId id="{C00283E5-4E3A-9790-58D7-1AAE18939BF5}"/>
                </a:ext>
              </a:extLst>
            </p:cNvPr>
            <p:cNvSpPr/>
            <p:nvPr/>
          </p:nvSpPr>
          <p:spPr>
            <a:xfrm>
              <a:off x="7692179" y="5039558"/>
              <a:ext cx="592399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wrap="none"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2" name="Shape 197">
              <a:extLst>
                <a:ext uri="{FF2B5EF4-FFF2-40B4-BE49-F238E27FC236}">
                  <ns2:creationId id="{23045FA0-AA5F-443F-A41F-6E33B1D5746F}"/>
                </a:ext>
              </a:extLst>
            </p:cNvPr>
            <p:cNvSpPr/>
            <p:nvPr/>
          </p:nvSpPr>
          <p:spPr>
            <a:xfrm>
              <a:off x="8387716" y="5039558"/>
              <a:ext cx="532177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4" name="Shape 197">
              <a:extLst>
                <a:ext uri="{FF2B5EF4-FFF2-40B4-BE49-F238E27FC236}">
                  <ns2:creationId id="{DA1E241D-4C32-50CF-A6F7-32E4F7B91EB5}"/>
                </a:ext>
              </a:extLst>
            </p:cNvPr>
            <p:cNvSpPr/>
            <p:nvPr/>
          </p:nvSpPr>
          <p:spPr>
            <a:xfrm>
              <a:off x="9023031" y="5039558"/>
              <a:ext cx="609726" cy="216000"/>
            </a:xfrm>
            <a:prstGeom prst="roundRect">
              <a:avLst>
                <a:gd name="adj" fmla="val 13462"/>
              </a:avLst>
            </a:prstGeom>
            <a:solidFill>
              <a:srgbClr val="FFF6E0"/>
            </a:solidFill>
            <a:ln w="9525">
              <a:solidFill>
                <a:srgbClr val="BF8F00"/>
              </a:solidFill>
              <a:prstDash val="solid"/>
            </a:ln>
          </p:spPr>
          <p:txBody>
            <a:bodyPr lIns="36000" tIns="36000" rIns="36000" bIns="36000" anchor="ctr"/>
            <a:lstStyle/>
            <a:p>
              <a:pPr algn="ctr"/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solidFill>
                    <a:srgbClr val="BF8F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6" name="Shape 302">
              <a:extLst>
                <a:ext uri="{FF2B5EF4-FFF2-40B4-BE49-F238E27FC236}">
                  <ns2:creationId id="{E1C06C8A-9A43-F744-EE20-7CC7440C5A68}"/>
                </a:ext>
              </a:extLst>
            </p:cNvPr>
            <p:cNvSpPr/>
            <p:nvPr/>
          </p:nvSpPr>
          <p:spPr>
            <a:xfrm>
              <a:off x="10416589" y="4530136"/>
              <a:ext cx="704861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18" name="Shape 302">
              <a:extLst>
                <a:ext uri="{FF2B5EF4-FFF2-40B4-BE49-F238E27FC236}">
                  <ns2:creationId id="{1F873241-1F63-1E8F-8141-6E744FEC91DF}"/>
                </a:ext>
              </a:extLst>
            </p:cNvPr>
            <p:cNvSpPr/>
            <p:nvPr/>
          </p:nvSpPr>
          <p:spPr>
            <a:xfrm>
              <a:off x="10416589" y="4275424"/>
              <a:ext cx="704861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0" name="Shape 302">
              <a:extLst>
                <a:ext uri="{FF2B5EF4-FFF2-40B4-BE49-F238E27FC236}">
                  <ns2:creationId id="{22D3C208-E7C8-AD4B-2B9F-5AC00AA53B94}"/>
                </a:ext>
              </a:extLst>
            </p:cNvPr>
            <p:cNvSpPr/>
            <p:nvPr/>
          </p:nvSpPr>
          <p:spPr>
            <a:xfrm>
              <a:off x="10119774" y="5294271"/>
              <a:ext cx="757408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2" name="Shape 302">
              <a:extLst>
                <a:ext uri="{FF2B5EF4-FFF2-40B4-BE49-F238E27FC236}">
                  <ns2:creationId id="{AB1B4360-B342-27C7-6F9B-64D0F2560108}"/>
                </a:ext>
              </a:extLst>
            </p:cNvPr>
            <p:cNvSpPr/>
            <p:nvPr/>
          </p:nvSpPr>
          <p:spPr>
            <a:xfrm>
              <a:off x="10114546" y="5548983"/>
              <a:ext cx="757408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4" name="Shape 302">
              <a:extLst>
                <a:ext uri="{FF2B5EF4-FFF2-40B4-BE49-F238E27FC236}">
                  <ns2:creationId id="{7EEE7D79-E482-D854-7550-E8762EC6FF40}"/>
                </a:ext>
              </a:extLst>
            </p:cNvPr>
            <p:cNvSpPr/>
            <p:nvPr/>
          </p:nvSpPr>
          <p:spPr>
            <a:xfrm>
              <a:off x="11152178" y="5294271"/>
              <a:ext cx="480557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6" name="Shape 302">
              <a:extLst>
                <a:ext uri="{FF2B5EF4-FFF2-40B4-BE49-F238E27FC236}">
                  <ns2:creationId id="{F06D6499-3444-7CF8-BD37-8E6C97884CA2}"/>
                </a:ext>
              </a:extLst>
            </p:cNvPr>
            <p:cNvSpPr/>
            <p:nvPr/>
          </p:nvSpPr>
          <p:spPr>
            <a:xfrm>
              <a:off x="11023127" y="5548983"/>
              <a:ext cx="833910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zh-TW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zh-TW" altLang="en-US" sz="65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28" name="Shape 168">
              <a:extLst>
                <a:ext uri="{FF2B5EF4-FFF2-40B4-BE49-F238E27FC236}">
                  <ns2:creationId id="{33134E97-3208-A0DB-FEE1-3B69BD31BA8E}"/>
                </a:ext>
              </a:extLst>
            </p:cNvPr>
            <p:cNvSpPr/>
            <p:nvPr/>
          </p:nvSpPr>
          <p:spPr>
            <a:xfrm>
              <a:off x="10278627" y="5803690"/>
              <a:ext cx="1578410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0" name="Shape 42">
              <a:extLst>
                <a:ext uri="{FF2B5EF4-FFF2-40B4-BE49-F238E27FC236}">
                  <ns2:creationId id="{10BF5D9B-AF44-D4C9-D14F-71D3579813A9}"/>
                </a:ext>
              </a:extLst>
            </p:cNvPr>
            <p:cNvSpPr/>
            <p:nvPr/>
          </p:nvSpPr>
          <p:spPr>
            <a:xfrm>
              <a:off x="9332870" y="5294271"/>
              <a:ext cx="54938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2" name="Shape 42">
              <a:extLst>
                <a:ext uri="{FF2B5EF4-FFF2-40B4-BE49-F238E27FC236}">
                  <ns2:creationId id="{BE5CD1CA-FB0E-8B39-2C8E-DC47110D4AC1}"/>
                </a:ext>
              </a:extLst>
            </p:cNvPr>
            <p:cNvSpPr/>
            <p:nvPr/>
          </p:nvSpPr>
          <p:spPr>
            <a:xfrm>
              <a:off x="9340779" y="5548983"/>
              <a:ext cx="54938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4" name="Shape 168">
              <a:extLst>
                <a:ext uri="{FF2B5EF4-FFF2-40B4-BE49-F238E27FC236}">
                  <ns2:creationId id="{0A33D2EF-EDBE-9860-DD53-5E4A7FEBE899}"/>
                </a:ext>
              </a:extLst>
            </p:cNvPr>
            <p:cNvSpPr/>
            <p:nvPr/>
          </p:nvSpPr>
          <p:spPr>
            <a:xfrm>
              <a:off x="5516961" y="5803690"/>
              <a:ext cx="2300476" cy="216000"/>
            </a:xfrm>
            <a:prstGeom prst="roundRect">
              <a:avLst>
                <a:gd name="adj" fmla="val 13462"/>
              </a:avLst>
            </a:prstGeom>
            <a:solidFill>
              <a:srgbClr val="DCE9F5"/>
            </a:solidFill>
            <a:ln w="9525">
              <a:solidFill>
                <a:srgbClr val="2E75B6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36" name="Shape 42">
              <a:extLst>
                <a:ext uri="{FF2B5EF4-FFF2-40B4-BE49-F238E27FC236}">
                  <ns2:creationId id="{4770AE2F-607E-3E03-1BC8-982D69ED31AB}"/>
                </a:ext>
              </a:extLst>
            </p:cNvPr>
            <p:cNvSpPr/>
            <p:nvPr/>
          </p:nvSpPr>
          <p:spPr>
            <a:xfrm>
              <a:off x="6678418" y="5294271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8" name="Shape 42">
              <a:extLst>
                <a:ext uri="{FF2B5EF4-FFF2-40B4-BE49-F238E27FC236}">
                  <ns2:creationId id="{5984B4D9-C832-8AC5-71CF-A5B5C38997FC}"/>
                </a:ext>
              </a:extLst>
            </p:cNvPr>
            <p:cNvSpPr/>
            <p:nvPr/>
          </p:nvSpPr>
          <p:spPr>
            <a:xfrm>
              <a:off x="6649857" y="5548983"/>
              <a:ext cx="76322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0" name="Shape 42">
              <a:extLst>
                <a:ext uri="{FF2B5EF4-FFF2-40B4-BE49-F238E27FC236}">
                  <ns2:creationId id="{B34CA99E-DFB9-D147-1C64-5F0EF0B19738}"/>
                </a:ext>
              </a:extLst>
            </p:cNvPr>
            <p:cNvSpPr/>
            <p:nvPr/>
          </p:nvSpPr>
          <p:spPr>
            <a:xfrm>
              <a:off x="5890903" y="5294271"/>
              <a:ext cx="59024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2" name="Shape 42">
              <a:extLst>
                <a:ext uri="{FF2B5EF4-FFF2-40B4-BE49-F238E27FC236}">
                  <ns2:creationId id="{46ECC346-3E14-7FE9-89EE-D7182D69AFF8}"/>
                </a:ext>
              </a:extLst>
            </p:cNvPr>
            <p:cNvSpPr/>
            <p:nvPr/>
          </p:nvSpPr>
          <p:spPr>
            <a:xfrm>
              <a:off x="5891519" y="5548983"/>
              <a:ext cx="59024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4" name="Shape 42">
              <a:extLst>
                <a:ext uri="{FF2B5EF4-FFF2-40B4-BE49-F238E27FC236}">
                  <ns2:creationId id="{BEBA3CC8-A19B-6AEA-8534-BA66F00C7D35}"/>
                </a:ext>
              </a:extLst>
            </p:cNvPr>
            <p:cNvSpPr/>
            <p:nvPr/>
          </p:nvSpPr>
          <p:spPr>
            <a:xfrm>
              <a:off x="5245646" y="5548983"/>
              <a:ext cx="48977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8" name="Shape 42">
              <a:extLst>
                <a:ext uri="{FF2B5EF4-FFF2-40B4-BE49-F238E27FC236}">
                  <ns2:creationId id="{C05DCF95-9AFA-61B0-BBBA-0ABEC1C55555}"/>
                </a:ext>
              </a:extLst>
            </p:cNvPr>
            <p:cNvSpPr/>
            <p:nvPr/>
          </p:nvSpPr>
          <p:spPr>
            <a:xfrm>
              <a:off x="4183435" y="2492439"/>
              <a:ext cx="85050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56" name="Shape 42">
              <a:extLst>
                <a:ext uri="{FF2B5EF4-FFF2-40B4-BE49-F238E27FC236}">
                  <ns2:creationId id="{FB6AF38C-4476-BB49-E210-56AACC614561}"/>
                </a:ext>
              </a:extLst>
            </p:cNvPr>
            <p:cNvSpPr/>
            <p:nvPr/>
          </p:nvSpPr>
          <p:spPr>
            <a:xfrm>
              <a:off x="4957741" y="1728303"/>
              <a:ext cx="80748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60" name="Shape 42">
              <a:extLst>
                <a:ext uri="{FF2B5EF4-FFF2-40B4-BE49-F238E27FC236}">
                  <ns2:creationId id="{0FF414F9-BE0E-FBD6-E11C-9AE446B34A32}"/>
                </a:ext>
              </a:extLst>
            </p:cNvPr>
            <p:cNvSpPr/>
            <p:nvPr/>
          </p:nvSpPr>
          <p:spPr>
            <a:xfrm>
              <a:off x="6119199" y="1728303"/>
              <a:ext cx="48055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2" name="Shape 42">
              <a:extLst>
                <a:ext uri="{FF2B5EF4-FFF2-40B4-BE49-F238E27FC236}">
                  <ns2:creationId id="{F4C8A073-7F19-45DA-E90F-F13EDC252D30}"/>
                </a:ext>
              </a:extLst>
            </p:cNvPr>
            <p:cNvSpPr/>
            <p:nvPr/>
          </p:nvSpPr>
          <p:spPr>
            <a:xfrm>
              <a:off x="5878301" y="1983015"/>
              <a:ext cx="80748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4" name="Shape 42">
              <a:extLst>
                <a:ext uri="{FF2B5EF4-FFF2-40B4-BE49-F238E27FC236}">
                  <ns2:creationId id="{686B6594-BBBC-229C-7621-01FF59734F01}"/>
                </a:ext>
              </a:extLst>
            </p:cNvPr>
            <p:cNvSpPr/>
            <p:nvPr/>
          </p:nvSpPr>
          <p:spPr>
            <a:xfrm>
              <a:off x="6790263" y="1983015"/>
              <a:ext cx="652623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8" name="Shape 42">
              <a:extLst>
                <a:ext uri="{FF2B5EF4-FFF2-40B4-BE49-F238E27FC236}">
                  <ns2:creationId id="{B21A54D3-E33C-ACC4-F641-BB049D76813B}"/>
                </a:ext>
              </a:extLst>
            </p:cNvPr>
            <p:cNvSpPr/>
            <p:nvPr/>
          </p:nvSpPr>
          <p:spPr>
            <a:xfrm>
              <a:off x="7598981" y="1983015"/>
              <a:ext cx="56658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70" name="Shape 42">
              <a:extLst>
                <a:ext uri="{FF2B5EF4-FFF2-40B4-BE49-F238E27FC236}">
                  <ns2:creationId id="{E8EA02CE-FF8A-2EC8-F00F-809CEB40DB48}"/>
                </a:ext>
              </a:extLst>
            </p:cNvPr>
            <p:cNvSpPr/>
            <p:nvPr/>
          </p:nvSpPr>
          <p:spPr>
            <a:xfrm>
              <a:off x="8270044" y="1983015"/>
              <a:ext cx="51497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2" name="Shape 42">
              <a:extLst>
                <a:ext uri="{FF2B5EF4-FFF2-40B4-BE49-F238E27FC236}">
                  <ns2:creationId id="{A3FBBC9F-A924-1333-2214-C965908CBD12}"/>
                </a:ext>
              </a:extLst>
            </p:cNvPr>
            <p:cNvSpPr/>
            <p:nvPr/>
          </p:nvSpPr>
          <p:spPr>
            <a:xfrm>
              <a:off x="7082776" y="2237727"/>
              <a:ext cx="67843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4" name="Shape 42">
              <a:extLst>
                <a:ext uri="{FF2B5EF4-FFF2-40B4-BE49-F238E27FC236}">
                  <ns2:creationId id="{8267BCD6-44F5-5414-D64A-8BFAB9E9B516}"/>
                </a:ext>
              </a:extLst>
            </p:cNvPr>
            <p:cNvSpPr/>
            <p:nvPr/>
          </p:nvSpPr>
          <p:spPr>
            <a:xfrm>
              <a:off x="8493732" y="2237727"/>
              <a:ext cx="51497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6" name="Shape 42">
              <a:extLst>
                <a:ext uri="{FF2B5EF4-FFF2-40B4-BE49-F238E27FC236}">
                  <ns2:creationId id="{181288C6-BE2E-F5B1-EBCB-1522ACF8EE9F}"/>
                </a:ext>
              </a:extLst>
            </p:cNvPr>
            <p:cNvSpPr/>
            <p:nvPr/>
          </p:nvSpPr>
          <p:spPr>
            <a:xfrm>
              <a:off x="8428899" y="1728303"/>
              <a:ext cx="46554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8" name="Shape 42">
              <a:extLst>
                <a:ext uri="{FF2B5EF4-FFF2-40B4-BE49-F238E27FC236}">
                  <ns2:creationId id="{35C0D20A-0C12-3BAA-742C-D6BE73F173A4}"/>
                </a:ext>
              </a:extLst>
            </p:cNvPr>
            <p:cNvSpPr/>
            <p:nvPr/>
          </p:nvSpPr>
          <p:spPr>
            <a:xfrm>
              <a:off x="9008194" y="1728303"/>
              <a:ext cx="46554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0" name="Shape 42">
              <a:extLst>
                <a:ext uri="{FF2B5EF4-FFF2-40B4-BE49-F238E27FC236}">
                  <ns2:creationId id="{251B4344-EC18-E7C1-8E1D-89D3CBF35420}"/>
                </a:ext>
              </a:extLst>
            </p:cNvPr>
            <p:cNvSpPr/>
            <p:nvPr/>
          </p:nvSpPr>
          <p:spPr>
            <a:xfrm>
              <a:off x="9587489" y="1728303"/>
              <a:ext cx="465547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2" name="Shape 42">
              <a:extLst>
                <a:ext uri="{FF2B5EF4-FFF2-40B4-BE49-F238E27FC236}">
                  <ns2:creationId id="{1A871BBF-EA2C-C859-99FB-706BB4208262}"/>
                </a:ext>
              </a:extLst>
            </p:cNvPr>
            <p:cNvSpPr/>
            <p:nvPr/>
          </p:nvSpPr>
          <p:spPr>
            <a:xfrm>
              <a:off x="10166783" y="1728303"/>
              <a:ext cx="54969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4" name="Shape 42">
              <a:extLst>
                <a:ext uri="{FF2B5EF4-FFF2-40B4-BE49-F238E27FC236}">
                  <ns2:creationId id="{A99D0273-2AA1-6788-0C07-B5922A732BCF}"/>
                </a:ext>
              </a:extLst>
            </p:cNvPr>
            <p:cNvSpPr/>
            <p:nvPr/>
          </p:nvSpPr>
          <p:spPr>
            <a:xfrm>
              <a:off x="10179995" y="2237727"/>
              <a:ext cx="721451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6" name="Shape 42">
              <a:extLst>
                <a:ext uri="{FF2B5EF4-FFF2-40B4-BE49-F238E27FC236}">
                  <ns2:creationId id="{C5C0C49C-DB46-A57F-1400-F51EB0291068}"/>
                </a:ext>
              </a:extLst>
            </p:cNvPr>
            <p:cNvSpPr/>
            <p:nvPr/>
          </p:nvSpPr>
          <p:spPr>
            <a:xfrm>
              <a:off x="11353799" y="1473591"/>
              <a:ext cx="51105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b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88" name="Shape 302">
              <a:extLst>
                <a:ext uri="{FF2B5EF4-FFF2-40B4-BE49-F238E27FC236}">
                  <ns2:creationId id="{DAFF83C0-346C-365C-D030-EE92AE6485AF}"/>
                </a:ext>
              </a:extLst>
            </p:cNvPr>
            <p:cNvSpPr/>
            <p:nvPr/>
          </p:nvSpPr>
          <p:spPr>
            <a:xfrm>
              <a:off x="10572953" y="1473591"/>
              <a:ext cx="672274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2" name="Shape 42">
              <a:extLst>
                <a:ext uri="{FF2B5EF4-FFF2-40B4-BE49-F238E27FC236}">
                  <ns2:creationId id="{C4239C92-5840-443F-CE9D-1435F5381D67}"/>
                </a:ext>
              </a:extLst>
            </p:cNvPr>
            <p:cNvSpPr/>
            <p:nvPr/>
          </p:nvSpPr>
          <p:spPr>
            <a:xfrm>
              <a:off x="9957398" y="1473591"/>
              <a:ext cx="50698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4" name="Shape 302">
              <a:extLst>
                <a:ext uri="{FF2B5EF4-FFF2-40B4-BE49-F238E27FC236}">
                  <ns2:creationId id="{6427C485-51FE-8D78-6F36-2D95E813FB51}"/>
                </a:ext>
              </a:extLst>
            </p:cNvPr>
            <p:cNvSpPr/>
            <p:nvPr/>
          </p:nvSpPr>
          <p:spPr>
            <a:xfrm>
              <a:off x="11360980" y="2492439"/>
              <a:ext cx="496057" cy="216000"/>
            </a:xfrm>
            <a:prstGeom prst="roundRect">
              <a:avLst>
                <a:gd name="adj" fmla="val 13462"/>
              </a:avLst>
            </a:prstGeom>
            <a:solidFill>
              <a:srgbClr val="E5F2E5"/>
            </a:solidFill>
            <a:ln w="9525">
              <a:solidFill>
                <a:srgbClr val="008D2E"/>
              </a:solidFill>
              <a:prstDash val="solid"/>
            </a:ln>
          </p:spPr>
          <p:txBody>
            <a:bodyPr wrap="none" lIns="36000" tIns="36000" rIns="36000" bIns="36000" anchor="ctr" anchorCtr="0"/>
            <a:lstStyle/>
            <a:p>
              <a:pPr algn="ctr"/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6" name="Shape 42">
              <a:extLst>
                <a:ext uri="{FF2B5EF4-FFF2-40B4-BE49-F238E27FC236}">
                  <ns2:creationId id="{AE46E24E-76AF-A947-B266-239613A8E85E}"/>
                </a:ext>
              </a:extLst>
            </p:cNvPr>
            <p:cNvSpPr/>
            <p:nvPr/>
          </p:nvSpPr>
          <p:spPr>
            <a:xfrm>
              <a:off x="6635404" y="2492439"/>
              <a:ext cx="51769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98" name="Shape 42">
              <a:extLst>
                <a:ext uri="{FF2B5EF4-FFF2-40B4-BE49-F238E27FC236}">
                  <ns2:creationId id="{4D284005-2F71-3860-4E84-B2DE6A8A31C0}"/>
                </a:ext>
              </a:extLst>
            </p:cNvPr>
            <p:cNvSpPr/>
            <p:nvPr/>
          </p:nvSpPr>
          <p:spPr>
            <a:xfrm>
              <a:off x="7256230" y="2492439"/>
              <a:ext cx="527774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00" name="Shape 42">
              <a:extLst>
                <a:ext uri="{FF2B5EF4-FFF2-40B4-BE49-F238E27FC236}">
                  <ns2:creationId id="{E89C9126-7C98-97A8-04DB-D4DF1DF483E6}"/>
                </a:ext>
              </a:extLst>
            </p:cNvPr>
            <p:cNvSpPr/>
            <p:nvPr/>
          </p:nvSpPr>
          <p:spPr>
            <a:xfrm>
              <a:off x="7876872" y="2492439"/>
              <a:ext cx="39628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2" name="Shape 42">
              <a:extLst>
                <a:ext uri="{FF2B5EF4-FFF2-40B4-BE49-F238E27FC236}">
                  <ns2:creationId id="{2938D92B-C4D8-DDB9-48F5-8158EE35386D}"/>
                </a:ext>
              </a:extLst>
            </p:cNvPr>
            <p:cNvSpPr/>
            <p:nvPr/>
          </p:nvSpPr>
          <p:spPr>
            <a:xfrm>
              <a:off x="8371152" y="2492439"/>
              <a:ext cx="45365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</a:p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04" name="Shape 42">
              <a:extLst>
                <a:ext uri="{FF2B5EF4-FFF2-40B4-BE49-F238E27FC236}">
                  <ns2:creationId id="{03D92013-308B-F601-607A-3DD46D54136D}"/>
                </a:ext>
              </a:extLst>
            </p:cNvPr>
            <p:cNvSpPr/>
            <p:nvPr/>
          </p:nvSpPr>
          <p:spPr>
            <a:xfrm>
              <a:off x="8922802" y="2492439"/>
              <a:ext cx="853242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06" name="Shape 42">
              <a:extLst>
                <a:ext uri="{FF2B5EF4-FFF2-40B4-BE49-F238E27FC236}">
                  <ns2:creationId id="{6177821E-191E-C8CA-AC30-37351E7492E8}"/>
                </a:ext>
              </a:extLst>
            </p:cNvPr>
            <p:cNvSpPr/>
            <p:nvPr/>
          </p:nvSpPr>
          <p:spPr>
            <a:xfrm>
              <a:off x="9892702" y="2492439"/>
              <a:ext cx="45442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>
                <a:lnSpc>
                  <a:spcPct val="90000"/>
                </a:lnSpc>
              </a:pPr>
              <a: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8" name="Shape 42">
              <a:extLst>
                <a:ext uri="{FF2B5EF4-FFF2-40B4-BE49-F238E27FC236}">
                  <ns2:creationId id="{07335470-31AD-35E8-89BC-4EBED06985B7}"/>
                </a:ext>
              </a:extLst>
            </p:cNvPr>
            <p:cNvSpPr/>
            <p:nvPr/>
          </p:nvSpPr>
          <p:spPr>
            <a:xfrm>
              <a:off x="10426469" y="2492439"/>
              <a:ext cx="39135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>
                <a:lnSpc>
                  <a:spcPct val="90000"/>
                </a:lnSpc>
              </a:pPr>
              <a:r>
                <a:rPr lang="en-US" altLang="ja-JP" sz="650" dirty="0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ct val="90000"/>
                </a:lnSpc>
              </a:pPr>
              <a:r>
                <a:rPr lang="en-US" altLang="ja-JP" sz="65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0" name="Shape 42">
              <a:extLst>
                <a:ext uri="{FF2B5EF4-FFF2-40B4-BE49-F238E27FC236}">
                  <ns2:creationId id="{8C730D55-5259-7EAA-AD43-46DB4472AD73}"/>
                </a:ext>
              </a:extLst>
            </p:cNvPr>
            <p:cNvSpPr/>
            <p:nvPr/>
          </p:nvSpPr>
          <p:spPr>
            <a:xfrm>
              <a:off x="10915823" y="2492439"/>
              <a:ext cx="34715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>
                <a:lnSpc>
                  <a:spcPct val="90000"/>
                </a:lnSpc>
              </a:pPr>
              <a:r>
                <a:rPr lang="en-US" altLang="ja-JP" sz="65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ct val="90000"/>
                </a:lnSpc>
              </a:pPr>
              <a:r>
                <a:rPr lang="en-US" altLang="ja-JP" sz="650" dirty="0" err="1">
                  <a:solidFill>
                    <a:srgbClr val="262626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6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12" name="Shape 42">
              <a:extLst>
                <a:ext uri="{FF2B5EF4-FFF2-40B4-BE49-F238E27FC236}">
                  <ns2:creationId id="{61F43400-D272-8384-06AE-05ACC7AAB685}"/>
                </a:ext>
              </a:extLst>
            </p:cNvPr>
            <p:cNvSpPr/>
            <p:nvPr/>
          </p:nvSpPr>
          <p:spPr>
            <a:xfrm>
              <a:off x="10855051" y="2747151"/>
              <a:ext cx="57600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0" tIns="36000" rIns="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4" name="Shape 42">
              <a:extLst>
                <a:ext uri="{FF2B5EF4-FFF2-40B4-BE49-F238E27FC236}">
                  <ns2:creationId id="{E597F704-F2EF-4DC2-E65A-4B5CF03B3EDE}"/>
                </a:ext>
              </a:extLst>
            </p:cNvPr>
            <p:cNvSpPr/>
            <p:nvPr/>
          </p:nvSpPr>
          <p:spPr>
            <a:xfrm>
              <a:off x="10226048" y="2747151"/>
              <a:ext cx="535453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0" tIns="36000" rIns="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5" name="Shape 42">
              <a:extLst>
                <a:ext uri="{FF2B5EF4-FFF2-40B4-BE49-F238E27FC236}">
                  <ns2:creationId id="{4ECD2510-D87C-6050-831F-99C64784FF60}"/>
                </a:ext>
              </a:extLst>
            </p:cNvPr>
            <p:cNvSpPr/>
            <p:nvPr/>
          </p:nvSpPr>
          <p:spPr>
            <a:xfrm>
              <a:off x="9597044" y="2747151"/>
              <a:ext cx="48308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wrap="none" lIns="0" tIns="36000" rIns="0" bIns="36000" anchor="ctr" anchorCtr="0"/>
            <a:lstStyle/>
            <a:p>
              <a:pPr algn="ctr"/>
              <a:r>
                <a:rPr lang="zh-TW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6" name="Shape 42">
              <a:extLst>
                <a:ext uri="{FF2B5EF4-FFF2-40B4-BE49-F238E27FC236}">
                  <ns2:creationId id="{AB1BC806-E740-CA47-95CF-FCF59E2C0EC1}"/>
                </a:ext>
              </a:extLst>
            </p:cNvPr>
            <p:cNvSpPr/>
            <p:nvPr/>
          </p:nvSpPr>
          <p:spPr>
            <a:xfrm>
              <a:off x="8626565" y="2747151"/>
              <a:ext cx="876928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7" name="Shape 42">
              <a:extLst>
                <a:ext uri="{FF2B5EF4-FFF2-40B4-BE49-F238E27FC236}">
                  <ns2:creationId id="{25DBCC31-A875-75A6-70D7-1BA04E013F33}"/>
                </a:ext>
              </a:extLst>
            </p:cNvPr>
            <p:cNvSpPr/>
            <p:nvPr/>
          </p:nvSpPr>
          <p:spPr>
            <a:xfrm>
              <a:off x="8032580" y="2747151"/>
              <a:ext cx="45876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8" name="Shape 42">
              <a:extLst>
                <a:ext uri="{FF2B5EF4-FFF2-40B4-BE49-F238E27FC236}">
                  <ns2:creationId id="{C961BED2-E135-0D0B-ABB5-FAFADF36D4CA}"/>
                </a:ext>
              </a:extLst>
            </p:cNvPr>
            <p:cNvSpPr/>
            <p:nvPr/>
          </p:nvSpPr>
          <p:spPr>
            <a:xfrm>
              <a:off x="6975792" y="2747151"/>
              <a:ext cx="670140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20" name="Shape 42">
              <a:extLst>
                <a:ext uri="{FF2B5EF4-FFF2-40B4-BE49-F238E27FC236}">
                  <ns2:creationId id="{72268B3A-3368-4802-EED6-FB3C4D20D0D4}"/>
                </a:ext>
              </a:extLst>
            </p:cNvPr>
            <p:cNvSpPr/>
            <p:nvPr/>
          </p:nvSpPr>
          <p:spPr>
            <a:xfrm>
              <a:off x="8611702" y="3001863"/>
              <a:ext cx="830876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6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622" name="Shape 42">
              <a:extLst>
                <a:ext uri="{FF2B5EF4-FFF2-40B4-BE49-F238E27FC236}">
                  <ns2:creationId id="{7F3A1FBC-FE35-7300-2101-D6EFF9E4987D}"/>
                </a:ext>
              </a:extLst>
            </p:cNvPr>
            <p:cNvSpPr/>
            <p:nvPr/>
          </p:nvSpPr>
          <p:spPr>
            <a:xfrm>
              <a:off x="7883012" y="3001863"/>
              <a:ext cx="585945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6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6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24" name="Shape 42">
              <a:extLst>
                <a:ext uri="{FF2B5EF4-FFF2-40B4-BE49-F238E27FC236}">
                  <ns2:creationId id="{063FFD26-F0F3-E29F-3B99-87B94BABAAB4}"/>
                </a:ext>
              </a:extLst>
            </p:cNvPr>
            <p:cNvSpPr/>
            <p:nvPr/>
          </p:nvSpPr>
          <p:spPr>
            <a:xfrm>
              <a:off x="6936520" y="3001863"/>
              <a:ext cx="704243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0" tIns="36000" rIns="0" bIns="36000" anchor="ctr" anchorCtr="0"/>
            <a:lstStyle/>
            <a:p>
              <a:pPr algn="ctr"/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lang="ja-JP" altLang="en-US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46" name="Shape 42">
              <a:extLst>
                <a:ext uri="{FF2B5EF4-FFF2-40B4-BE49-F238E27FC236}">
                  <ns2:creationId id="{F079798E-FCFA-9F76-9354-2005385D9255}"/>
                </a:ext>
              </a:extLst>
            </p:cNvPr>
            <p:cNvSpPr/>
            <p:nvPr/>
          </p:nvSpPr>
          <p:spPr>
            <a:xfrm>
              <a:off x="8915298" y="3256576"/>
              <a:ext cx="764469" cy="216000"/>
            </a:xfrm>
            <a:prstGeom prst="roundRect">
              <a:avLst>
                <a:gd name="adj" fmla="val 13462"/>
              </a:avLst>
            </a:prstGeom>
            <a:solidFill>
              <a:schemeClr val="bg1"/>
            </a:solidFill>
            <a:ln w="9525">
              <a:solidFill>
                <a:srgbClr val="BFBFBF"/>
              </a:solidFill>
              <a:prstDash val="solid"/>
            </a:ln>
          </p:spPr>
          <p:txBody>
            <a:bodyPr lIns="36000" tIns="36000" rIns="36000" bIns="36000" anchor="ctr" anchorCtr="0"/>
            <a:lstStyle/>
            <a:p>
              <a:pPr algn="ctr"/>
              <a:r>
                <a:rPr lang="ja-JP" altLang="en-US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28" name="コネクタ: カギ線 627">
              <a:extLst>
                <a:ext uri="{FF2B5EF4-FFF2-40B4-BE49-F238E27FC236}">
                  <ns2:creationId id="{9DA1E877-4C83-28C7-86DC-5493C9E64DBD}"/>
                </a:ext>
              </a:extLst>
            </p:cNvPr>
            <p:cNvCxnSpPr>
              <a:cxnSpLocks/>
              <a:stCxn id="172" idx="3"/>
            </p:cNvCxnSpPr>
            <p:nvPr/>
          </p:nvCxnSpPr>
          <p:spPr>
            <a:xfrm flipV="1">
              <a:off x="2461584" y="2557362"/>
              <a:ext cx="1721851" cy="552501"/>
            </a:xfrm>
            <a:prstGeom prst="bentConnector3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コネクタ: カギ線 628">
              <a:extLst>
                <a:ext uri="{FF2B5EF4-FFF2-40B4-BE49-F238E27FC236}">
                  <ns2:creationId id="{D07C9346-A15E-987F-B99A-9E784EA6935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554073" y="2869515"/>
              <a:ext cx="848962" cy="409758"/>
            </a:xfrm>
            <a:prstGeom prst="bentConnector3">
              <a:avLst>
                <a:gd name="adj1" fmla="val 100097"/>
              </a:avLst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コネクタ: カギ線 633">
              <a:extLst>
                <a:ext uri="{FF2B5EF4-FFF2-40B4-BE49-F238E27FC236}">
                  <ns2:creationId id="{594C71BB-A0DC-DC38-7E8E-BE7FDFE8D6AF}"/>
                </a:ext>
              </a:extLst>
            </p:cNvPr>
            <p:cNvCxnSpPr>
              <a:cxnSpLocks/>
              <a:stCxn id="570" idx="3"/>
              <a:endCxn id="584" idx="1"/>
            </p:cNvCxnSpPr>
            <p:nvPr/>
          </p:nvCxnSpPr>
          <p:spPr>
            <a:xfrm>
              <a:off x="8785014" y="2091015"/>
              <a:ext cx="1394981" cy="254712"/>
            </a:xfrm>
            <a:prstGeom prst="bentConnector3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Text 18">
              <a:extLst>
                <a:ext uri="{FF2B5EF4-FFF2-40B4-BE49-F238E27FC236}">
                  <ns2:creationId id="{FE080446-9A2E-1389-6439-01C116690B75}"/>
                </a:ext>
              </a:extLst>
            </p:cNvPr>
            <p:cNvSpPr/>
            <p:nvPr/>
          </p:nvSpPr>
          <p:spPr>
            <a:xfrm>
              <a:off x="6695011" y="1185333"/>
              <a:ext cx="2581016" cy="945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 b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7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41" name="直線矢印コネクタ 640">
              <a:extLst>
                <a:ext uri="{FF2B5EF4-FFF2-40B4-BE49-F238E27FC236}">
                  <ns2:creationId id="{35CD3499-D059-B539-88DF-8C94ABE5B9B1}"/>
                </a:ext>
              </a:extLst>
            </p:cNvPr>
            <p:cNvCxnSpPr>
              <a:cxnSpLocks/>
            </p:cNvCxnSpPr>
            <p:nvPr/>
          </p:nvCxnSpPr>
          <p:spPr>
            <a:xfrm>
              <a:off x="1949933" y="1405666"/>
              <a:ext cx="0" cy="108000"/>
            </a:xfrm>
            <a:prstGeom prst="straightConnector1">
              <a:avLst/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直線矢印コネクタ 645">
              <a:extLst>
                <a:ext uri="{FF2B5EF4-FFF2-40B4-BE49-F238E27FC236}">
                  <ns2:creationId id="{887CF9D2-DB6D-0A24-A164-D621A63C18BA}"/>
                </a:ext>
              </a:extLst>
            </p:cNvPr>
            <p:cNvCxnSpPr>
              <a:cxnSpLocks/>
              <a:stCxn id="45" idx="3"/>
              <a:endCxn id="566" idx="1"/>
            </p:cNvCxnSpPr>
            <p:nvPr/>
          </p:nvCxnSpPr>
          <p:spPr>
            <a:xfrm>
              <a:off x="2366889" y="1581591"/>
              <a:ext cx="512885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直線矢印コネクタ 648">
              <a:extLst>
                <a:ext uri="{FF2B5EF4-FFF2-40B4-BE49-F238E27FC236}">
                  <ns2:creationId id="{339122CC-3FE0-6549-6058-4FE75C81D3F5}"/>
                </a:ext>
              </a:extLst>
            </p:cNvPr>
            <p:cNvCxnSpPr>
              <a:cxnSpLocks/>
              <a:stCxn id="474" idx="3"/>
              <a:endCxn id="556" idx="1"/>
            </p:cNvCxnSpPr>
            <p:nvPr/>
          </p:nvCxnSpPr>
          <p:spPr>
            <a:xfrm>
              <a:off x="4341675" y="1836303"/>
              <a:ext cx="616066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直線矢印コネクタ 651">
              <a:extLst>
                <a:ext uri="{FF2B5EF4-FFF2-40B4-BE49-F238E27FC236}">
                  <ns2:creationId id="{F203B1B6-6098-704F-ADFE-8F849A7EF370}"/>
                </a:ext>
              </a:extLst>
            </p:cNvPr>
            <p:cNvCxnSpPr>
              <a:cxnSpLocks/>
            </p:cNvCxnSpPr>
            <p:nvPr/>
          </p:nvCxnSpPr>
          <p:spPr>
            <a:xfrm>
              <a:off x="5238277" y="191599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直線矢印コネクタ 652">
              <a:extLst>
                <a:ext uri="{FF2B5EF4-FFF2-40B4-BE49-F238E27FC236}">
                  <ns2:creationId id="{F29C6DA1-7130-B0D5-BA05-6A2CC9B23F23}"/>
                </a:ext>
              </a:extLst>
            </p:cNvPr>
            <p:cNvCxnSpPr>
              <a:cxnSpLocks/>
              <a:stCxn id="556" idx="3"/>
              <a:endCxn id="560" idx="1"/>
            </p:cNvCxnSpPr>
            <p:nvPr/>
          </p:nvCxnSpPr>
          <p:spPr>
            <a:xfrm>
              <a:off x="5765226" y="1836303"/>
              <a:ext cx="353973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6" name="直線矢印コネクタ 655">
              <a:extLst>
                <a:ext uri="{FF2B5EF4-FFF2-40B4-BE49-F238E27FC236}">
                  <ns2:creationId id="{26105FA5-CE02-F909-6B63-76CF4CAB0E49}"/>
                </a:ext>
              </a:extLst>
            </p:cNvPr>
            <p:cNvCxnSpPr>
              <a:cxnSpLocks/>
              <a:stCxn id="558" idx="3"/>
              <a:endCxn id="562" idx="1"/>
            </p:cNvCxnSpPr>
            <p:nvPr/>
          </p:nvCxnSpPr>
          <p:spPr>
            <a:xfrm>
              <a:off x="5521572" y="2091015"/>
              <a:ext cx="356729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直線矢印コネクタ 658">
              <a:extLst>
                <a:ext uri="{FF2B5EF4-FFF2-40B4-BE49-F238E27FC236}">
                  <ns2:creationId id="{34FA5909-6AE7-FF0F-9B99-0881B65C7469}"/>
                </a:ext>
              </a:extLst>
            </p:cNvPr>
            <p:cNvCxnSpPr>
              <a:cxnSpLocks/>
              <a:stCxn id="560" idx="3"/>
              <a:endCxn id="576" idx="1"/>
            </p:cNvCxnSpPr>
            <p:nvPr/>
          </p:nvCxnSpPr>
          <p:spPr>
            <a:xfrm>
              <a:off x="6599756" y="1836303"/>
              <a:ext cx="1829143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直線矢印コネクタ 661">
              <a:extLst>
                <a:ext uri="{FF2B5EF4-FFF2-40B4-BE49-F238E27FC236}">
                  <ns2:creationId id="{5036274B-F9C2-8CCA-88F8-A8D586B7D1B2}"/>
                </a:ext>
              </a:extLst>
            </p:cNvPr>
            <p:cNvCxnSpPr>
              <a:cxnSpLocks/>
              <a:stCxn id="568" idx="3"/>
              <a:endCxn id="570" idx="1"/>
            </p:cNvCxnSpPr>
            <p:nvPr/>
          </p:nvCxnSpPr>
          <p:spPr>
            <a:xfrm>
              <a:off x="8165570" y="2091015"/>
              <a:ext cx="104474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5" name="直線矢印コネクタ 664">
              <a:extLst>
                <a:ext uri="{FF2B5EF4-FFF2-40B4-BE49-F238E27FC236}">
                  <ns2:creationId id="{0AE48435-27D8-9E67-EA29-B7A76780815A}"/>
                </a:ext>
              </a:extLst>
            </p:cNvPr>
            <p:cNvCxnSpPr>
              <a:cxnSpLocks/>
              <a:stCxn id="564" idx="3"/>
              <a:endCxn id="568" idx="1"/>
            </p:cNvCxnSpPr>
            <p:nvPr/>
          </p:nvCxnSpPr>
          <p:spPr>
            <a:xfrm>
              <a:off x="7442886" y="2091015"/>
              <a:ext cx="156095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8" name="直線矢印コネクタ 667">
              <a:extLst>
                <a:ext uri="{FF2B5EF4-FFF2-40B4-BE49-F238E27FC236}">
                  <ns2:creationId id="{93427006-6B07-A256-4232-23430EFA9CE3}"/>
                </a:ext>
              </a:extLst>
            </p:cNvPr>
            <p:cNvCxnSpPr>
              <a:cxnSpLocks/>
              <a:stCxn id="562" idx="3"/>
              <a:endCxn id="564" idx="1"/>
            </p:cNvCxnSpPr>
            <p:nvPr/>
          </p:nvCxnSpPr>
          <p:spPr>
            <a:xfrm>
              <a:off x="6685787" y="2091015"/>
              <a:ext cx="104476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直線矢印コネクタ 670">
              <a:extLst>
                <a:ext uri="{FF2B5EF4-FFF2-40B4-BE49-F238E27FC236}">
                  <ns2:creationId id="{C61D79B2-6660-D356-9FE4-0B727B0BB6C6}"/>
                </a:ext>
              </a:extLst>
            </p:cNvPr>
            <p:cNvCxnSpPr>
              <a:cxnSpLocks/>
              <a:stCxn id="572" idx="3"/>
              <a:endCxn id="574" idx="1"/>
            </p:cNvCxnSpPr>
            <p:nvPr/>
          </p:nvCxnSpPr>
          <p:spPr>
            <a:xfrm>
              <a:off x="7761210" y="2345727"/>
              <a:ext cx="732522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直線矢印コネクタ 673">
              <a:extLst>
                <a:ext uri="{FF2B5EF4-FFF2-40B4-BE49-F238E27FC236}">
                  <ns2:creationId id="{AD79573F-415C-BCC9-6E1B-E01040FAC0F2}"/>
                </a:ext>
              </a:extLst>
            </p:cNvPr>
            <p:cNvCxnSpPr>
              <a:cxnSpLocks/>
              <a:stCxn id="576" idx="3"/>
              <a:endCxn id="578" idx="1"/>
            </p:cNvCxnSpPr>
            <p:nvPr/>
          </p:nvCxnSpPr>
          <p:spPr>
            <a:xfrm>
              <a:off x="8894446" y="1836303"/>
              <a:ext cx="113748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直線矢印コネクタ 678">
              <a:extLst>
                <a:ext uri="{FF2B5EF4-FFF2-40B4-BE49-F238E27FC236}">
                  <ns2:creationId id="{A2609F34-346D-2772-18FB-A4EF8CEF66B2}"/>
                </a:ext>
              </a:extLst>
            </p:cNvPr>
            <p:cNvCxnSpPr>
              <a:cxnSpLocks/>
              <a:stCxn id="578" idx="3"/>
              <a:endCxn id="580" idx="1"/>
            </p:cNvCxnSpPr>
            <p:nvPr/>
          </p:nvCxnSpPr>
          <p:spPr>
            <a:xfrm>
              <a:off x="9473741" y="1836303"/>
              <a:ext cx="113748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直線矢印コネクタ 681">
              <a:extLst>
                <a:ext uri="{FF2B5EF4-FFF2-40B4-BE49-F238E27FC236}">
                  <ns2:creationId id="{B87D3ED6-E920-B299-6633-C629338BA090}"/>
                </a:ext>
              </a:extLst>
            </p:cNvPr>
            <p:cNvCxnSpPr>
              <a:cxnSpLocks/>
              <a:stCxn id="580" idx="3"/>
              <a:endCxn id="582" idx="1"/>
            </p:cNvCxnSpPr>
            <p:nvPr/>
          </p:nvCxnSpPr>
          <p:spPr>
            <a:xfrm>
              <a:off x="10053036" y="1836303"/>
              <a:ext cx="113747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直線矢印コネクタ 684">
              <a:extLst>
                <a:ext uri="{FF2B5EF4-FFF2-40B4-BE49-F238E27FC236}">
                  <ns2:creationId id="{BE233EFA-93D6-DCAB-61CB-587C0E1E4898}"/>
                </a:ext>
              </a:extLst>
            </p:cNvPr>
            <p:cNvCxnSpPr>
              <a:cxnSpLocks/>
            </p:cNvCxnSpPr>
            <p:nvPr/>
          </p:nvCxnSpPr>
          <p:spPr>
            <a:xfrm>
              <a:off x="7331345" y="216437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直線矢印コネクタ 685">
              <a:extLst>
                <a:ext uri="{FF2B5EF4-FFF2-40B4-BE49-F238E27FC236}">
                  <ns2:creationId id="{CF9555FB-B5DA-1CA3-0FA4-3C9C24452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88027" y="216437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コネクタ: カギ線 686">
              <a:extLst>
                <a:ext uri="{FF2B5EF4-FFF2-40B4-BE49-F238E27FC236}">
                  <ns2:creationId id="{8B3AF449-B8E8-7795-C611-DB40454DE1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9494" y="1897203"/>
              <a:ext cx="0" cy="343274"/>
            </a:xfrm>
            <a:prstGeom prst="straightConnector1">
              <a:avLst/>
            </a:prstGeom>
            <a:ln w="9525">
              <a:solidFill>
                <a:srgbClr val="C00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0" name="直線矢印コネクタ 689">
              <a:extLst>
                <a:ext uri="{FF2B5EF4-FFF2-40B4-BE49-F238E27FC236}">
                  <ns2:creationId id="{F996E151-3087-FD66-93B8-D417BD11792F}"/>
                </a:ext>
              </a:extLst>
            </p:cNvPr>
            <p:cNvCxnSpPr>
              <a:cxnSpLocks/>
            </p:cNvCxnSpPr>
            <p:nvPr/>
          </p:nvCxnSpPr>
          <p:spPr>
            <a:xfrm>
              <a:off x="7899484" y="1405666"/>
              <a:ext cx="0" cy="108000"/>
            </a:xfrm>
            <a:prstGeom prst="straightConnector1">
              <a:avLst/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1" name="直線矢印コネクタ 690">
              <a:extLst>
                <a:ext uri="{FF2B5EF4-FFF2-40B4-BE49-F238E27FC236}">
                  <ns2:creationId id="{5FD9F8E9-A818-D43F-4E1D-7B31F2EC9CE5}"/>
                </a:ext>
              </a:extLst>
            </p:cNvPr>
            <p:cNvCxnSpPr>
              <a:cxnSpLocks/>
              <a:stCxn id="566" idx="3"/>
              <a:endCxn id="590" idx="1"/>
            </p:cNvCxnSpPr>
            <p:nvPr/>
          </p:nvCxnSpPr>
          <p:spPr>
            <a:xfrm>
              <a:off x="8219669" y="1581591"/>
              <a:ext cx="10857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5" name="直線矢印コネクタ 694">
              <a:extLst>
                <a:ext uri="{FF2B5EF4-FFF2-40B4-BE49-F238E27FC236}">
                  <ns2:creationId id="{87F2F945-3148-1B97-A3A5-A7C51632DE82}"/>
                </a:ext>
              </a:extLst>
            </p:cNvPr>
            <p:cNvCxnSpPr>
              <a:cxnSpLocks/>
              <a:stCxn id="590" idx="3"/>
              <a:endCxn id="51" idx="1"/>
            </p:cNvCxnSpPr>
            <p:nvPr/>
          </p:nvCxnSpPr>
          <p:spPr>
            <a:xfrm>
              <a:off x="9233273" y="1581591"/>
              <a:ext cx="108571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直線矢印コネクタ 697">
              <a:extLst>
                <a:ext uri="{FF2B5EF4-FFF2-40B4-BE49-F238E27FC236}">
                  <ns2:creationId id="{7215D852-BABE-4C52-A6B7-620C8A73A42A}"/>
                </a:ext>
              </a:extLst>
            </p:cNvPr>
            <p:cNvCxnSpPr>
              <a:cxnSpLocks/>
              <a:stCxn id="51" idx="3"/>
              <a:endCxn id="592" idx="1"/>
            </p:cNvCxnSpPr>
            <p:nvPr/>
          </p:nvCxnSpPr>
          <p:spPr>
            <a:xfrm flipV="1">
              <a:off x="9848827" y="1581591"/>
              <a:ext cx="108571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直線矢印コネクタ 700">
              <a:extLst>
                <a:ext uri="{FF2B5EF4-FFF2-40B4-BE49-F238E27FC236}">
                  <ns2:creationId id="{859ADDDE-FF4F-0E0E-9DB4-C84CF0EDB29C}"/>
                </a:ext>
              </a:extLst>
            </p:cNvPr>
            <p:cNvCxnSpPr>
              <a:cxnSpLocks/>
              <a:stCxn id="592" idx="3"/>
              <a:endCxn id="588" idx="1"/>
            </p:cNvCxnSpPr>
            <p:nvPr/>
          </p:nvCxnSpPr>
          <p:spPr>
            <a:xfrm>
              <a:off x="10464382" y="1581591"/>
              <a:ext cx="10857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直線矢印コネクタ 703">
              <a:extLst>
                <a:ext uri="{FF2B5EF4-FFF2-40B4-BE49-F238E27FC236}">
                  <ns2:creationId id="{0A385F79-0B8E-69CF-1A60-81DC1F92A8F1}"/>
                </a:ext>
              </a:extLst>
            </p:cNvPr>
            <p:cNvCxnSpPr>
              <a:cxnSpLocks/>
              <a:stCxn id="588" idx="3"/>
              <a:endCxn id="586" idx="1"/>
            </p:cNvCxnSpPr>
            <p:nvPr/>
          </p:nvCxnSpPr>
          <p:spPr>
            <a:xfrm>
              <a:off x="11245227" y="1581591"/>
              <a:ext cx="108572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直線矢印コネクタ 719">
              <a:extLst>
                <a:ext uri="{FF2B5EF4-FFF2-40B4-BE49-F238E27FC236}">
                  <ns2:creationId id="{D9E5F6F4-3C70-4A0C-2F49-0576C4CB5C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3392" y="1654947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直線矢印コネクタ 721">
              <a:extLst>
                <a:ext uri="{FF2B5EF4-FFF2-40B4-BE49-F238E27FC236}">
                  <ns2:creationId id="{75849D3B-EF37-7523-B225-DBB90559FBB0}"/>
                </a:ext>
              </a:extLst>
            </p:cNvPr>
            <p:cNvCxnSpPr>
              <a:cxnSpLocks/>
            </p:cNvCxnSpPr>
            <p:nvPr/>
          </p:nvCxnSpPr>
          <p:spPr>
            <a:xfrm>
              <a:off x="6359478" y="1915991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直線矢印コネクタ 722">
              <a:extLst>
                <a:ext uri="{FF2B5EF4-FFF2-40B4-BE49-F238E27FC236}">
                  <ns2:creationId id="{8B501EF2-5EFD-D478-3713-F31B5B9EA676}"/>
                </a:ext>
              </a:extLst>
            </p:cNvPr>
            <p:cNvCxnSpPr>
              <a:cxnSpLocks/>
            </p:cNvCxnSpPr>
            <p:nvPr/>
          </p:nvCxnSpPr>
          <p:spPr>
            <a:xfrm>
              <a:off x="1949933" y="2928507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直線矢印コネクタ 737">
              <a:extLst>
                <a:ext uri="{FF2B5EF4-FFF2-40B4-BE49-F238E27FC236}">
                  <ns2:creationId id="{DF0748D8-A61A-1AC2-282D-8FCA9160F358}"/>
                </a:ext>
              </a:extLst>
            </p:cNvPr>
            <p:cNvCxnSpPr>
              <a:cxnSpLocks/>
              <a:stCxn id="548" idx="3"/>
              <a:endCxn id="596" idx="1"/>
            </p:cNvCxnSpPr>
            <p:nvPr/>
          </p:nvCxnSpPr>
          <p:spPr>
            <a:xfrm>
              <a:off x="5033937" y="2600439"/>
              <a:ext cx="160146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直線矢印コネクタ 746">
              <a:extLst>
                <a:ext uri="{FF2B5EF4-FFF2-40B4-BE49-F238E27FC236}">
                  <ns2:creationId id="{4161A48A-D85B-3C2B-7F6C-381B25ADC717}"/>
                </a:ext>
              </a:extLst>
            </p:cNvPr>
            <p:cNvCxnSpPr>
              <a:cxnSpLocks/>
              <a:stCxn id="598" idx="3"/>
              <a:endCxn id="600" idx="1"/>
            </p:cNvCxnSpPr>
            <p:nvPr/>
          </p:nvCxnSpPr>
          <p:spPr>
            <a:xfrm>
              <a:off x="7784004" y="2600439"/>
              <a:ext cx="9286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直線矢印コネクタ 750">
              <a:extLst>
                <a:ext uri="{FF2B5EF4-FFF2-40B4-BE49-F238E27FC236}">
                  <ns2:creationId id="{C1D9C915-A717-2224-F5A8-FECFC5182BE3}"/>
                </a:ext>
              </a:extLst>
            </p:cNvPr>
            <p:cNvCxnSpPr>
              <a:cxnSpLocks/>
              <a:stCxn id="600" idx="3"/>
              <a:endCxn id="602" idx="1"/>
            </p:cNvCxnSpPr>
            <p:nvPr/>
          </p:nvCxnSpPr>
          <p:spPr>
            <a:xfrm>
              <a:off x="8273154" y="2600439"/>
              <a:ext cx="9799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直線矢印コネクタ 753">
              <a:extLst>
                <a:ext uri="{FF2B5EF4-FFF2-40B4-BE49-F238E27FC236}">
                  <ns2:creationId id="{8E298957-1B8D-C78E-A6E5-2B0C4899CAF3}"/>
                </a:ext>
              </a:extLst>
            </p:cNvPr>
            <p:cNvCxnSpPr>
              <a:cxnSpLocks/>
              <a:stCxn id="602" idx="3"/>
              <a:endCxn id="604" idx="1"/>
            </p:cNvCxnSpPr>
            <p:nvPr/>
          </p:nvCxnSpPr>
          <p:spPr>
            <a:xfrm>
              <a:off x="8824804" y="2600439"/>
              <a:ext cx="9799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7" name="直線矢印コネクタ 756">
              <a:extLst>
                <a:ext uri="{FF2B5EF4-FFF2-40B4-BE49-F238E27FC236}">
                  <ns2:creationId id="{42C3547E-E459-B609-8B4B-5734E43083F9}"/>
                </a:ext>
              </a:extLst>
            </p:cNvPr>
            <p:cNvCxnSpPr>
              <a:cxnSpLocks/>
              <a:stCxn id="604" idx="3"/>
              <a:endCxn id="606" idx="1"/>
            </p:cNvCxnSpPr>
            <p:nvPr/>
          </p:nvCxnSpPr>
          <p:spPr>
            <a:xfrm>
              <a:off x="9776044" y="2600439"/>
              <a:ext cx="11665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直線矢印コネクタ 759">
              <a:extLst>
                <a:ext uri="{FF2B5EF4-FFF2-40B4-BE49-F238E27FC236}">
                  <ns2:creationId id="{D46D0547-B1FE-8D60-567A-8F17E22295B8}"/>
                </a:ext>
              </a:extLst>
            </p:cNvPr>
            <p:cNvCxnSpPr>
              <a:cxnSpLocks/>
              <a:stCxn id="606" idx="3"/>
              <a:endCxn id="608" idx="1"/>
            </p:cNvCxnSpPr>
            <p:nvPr/>
          </p:nvCxnSpPr>
          <p:spPr>
            <a:xfrm>
              <a:off x="10347131" y="2600439"/>
              <a:ext cx="7933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直線矢印コネクタ 764">
              <a:extLst>
                <a:ext uri="{FF2B5EF4-FFF2-40B4-BE49-F238E27FC236}">
                  <ns2:creationId id="{7EFD90BF-8E40-9659-0BCD-A97D012FA1EE}"/>
                </a:ext>
              </a:extLst>
            </p:cNvPr>
            <p:cNvCxnSpPr>
              <a:cxnSpLocks/>
              <a:stCxn id="608" idx="3"/>
              <a:endCxn id="610" idx="1"/>
            </p:cNvCxnSpPr>
            <p:nvPr/>
          </p:nvCxnSpPr>
          <p:spPr>
            <a:xfrm>
              <a:off x="10817825" y="2600439"/>
              <a:ext cx="9799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8" name="直線矢印コネクタ 767">
              <a:extLst>
                <a:ext uri="{FF2B5EF4-FFF2-40B4-BE49-F238E27FC236}">
                  <ns2:creationId id="{9094BE31-C911-02ED-B988-7F151E431B9B}"/>
                </a:ext>
              </a:extLst>
            </p:cNvPr>
            <p:cNvCxnSpPr>
              <a:cxnSpLocks/>
              <a:stCxn id="610" idx="3"/>
              <a:endCxn id="594" idx="1"/>
            </p:cNvCxnSpPr>
            <p:nvPr/>
          </p:nvCxnSpPr>
          <p:spPr>
            <a:xfrm>
              <a:off x="11262979" y="2600439"/>
              <a:ext cx="9800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直線矢印コネクタ 789">
              <a:extLst>
                <a:ext uri="{FF2B5EF4-FFF2-40B4-BE49-F238E27FC236}">
                  <ns2:creationId id="{9C337EBE-936C-459B-C6DF-A13B3F52CF87}"/>
                </a:ext>
              </a:extLst>
            </p:cNvPr>
            <p:cNvCxnSpPr>
              <a:cxnSpLocks/>
              <a:stCxn id="618" idx="3"/>
              <a:endCxn id="617" idx="1"/>
            </p:cNvCxnSpPr>
            <p:nvPr/>
          </p:nvCxnSpPr>
          <p:spPr>
            <a:xfrm>
              <a:off x="7645932" y="2855151"/>
              <a:ext cx="386648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4" name="直線矢印コネクタ 793">
              <a:extLst>
                <a:ext uri="{FF2B5EF4-FFF2-40B4-BE49-F238E27FC236}">
                  <ns2:creationId id="{4ABE1304-509B-EDA4-21DB-5250240CCE6E}"/>
                </a:ext>
              </a:extLst>
            </p:cNvPr>
            <p:cNvCxnSpPr>
              <a:cxnSpLocks/>
              <a:stCxn id="617" idx="3"/>
              <a:endCxn id="616" idx="1"/>
            </p:cNvCxnSpPr>
            <p:nvPr/>
          </p:nvCxnSpPr>
          <p:spPr>
            <a:xfrm>
              <a:off x="8491340" y="2855151"/>
              <a:ext cx="135225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9" name="直線矢印コネクタ 798">
              <a:extLst>
                <a:ext uri="{FF2B5EF4-FFF2-40B4-BE49-F238E27FC236}">
                  <ns2:creationId id="{106E75CF-3B64-0436-D280-7401723EE310}"/>
                </a:ext>
              </a:extLst>
            </p:cNvPr>
            <p:cNvCxnSpPr>
              <a:cxnSpLocks/>
              <a:stCxn id="616" idx="3"/>
              <a:endCxn id="615" idx="1"/>
            </p:cNvCxnSpPr>
            <p:nvPr/>
          </p:nvCxnSpPr>
          <p:spPr>
            <a:xfrm>
              <a:off x="9503493" y="2855151"/>
              <a:ext cx="93551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2" name="直線矢印コネクタ 801">
              <a:extLst>
                <a:ext uri="{FF2B5EF4-FFF2-40B4-BE49-F238E27FC236}">
                  <ns2:creationId id="{9C7651D9-3017-A84E-3160-D12299A6D22D}"/>
                </a:ext>
              </a:extLst>
            </p:cNvPr>
            <p:cNvCxnSpPr>
              <a:cxnSpLocks/>
              <a:stCxn id="615" idx="3"/>
              <a:endCxn id="614" idx="1"/>
            </p:cNvCxnSpPr>
            <p:nvPr/>
          </p:nvCxnSpPr>
          <p:spPr>
            <a:xfrm>
              <a:off x="10080133" y="2855151"/>
              <a:ext cx="145915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直線矢印コネクタ 804">
              <a:extLst>
                <a:ext uri="{FF2B5EF4-FFF2-40B4-BE49-F238E27FC236}">
                  <ns2:creationId id="{9A2D5FD7-6AC3-5768-4FAB-5541386D4B68}"/>
                </a:ext>
              </a:extLst>
            </p:cNvPr>
            <p:cNvCxnSpPr>
              <a:cxnSpLocks/>
              <a:stCxn id="614" idx="3"/>
              <a:endCxn id="612" idx="1"/>
            </p:cNvCxnSpPr>
            <p:nvPr/>
          </p:nvCxnSpPr>
          <p:spPr>
            <a:xfrm>
              <a:off x="10761501" y="2855151"/>
              <a:ext cx="9355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5" name="コネクタ: カギ線 814">
              <a:extLst>
                <a:ext uri="{FF2B5EF4-FFF2-40B4-BE49-F238E27FC236}">
                  <ns2:creationId id="{36315C9C-F851-39C2-CE93-75F2D93FD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51118" y="2941297"/>
              <a:ext cx="0" cy="324000"/>
            </a:xfrm>
            <a:prstGeom prst="straightConnector1">
              <a:avLst/>
            </a:prstGeom>
            <a:ln w="9525">
              <a:solidFill>
                <a:srgbClr val="C00000"/>
              </a:solidFill>
              <a:prstDash val="dash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直線矢印コネクタ 817">
              <a:extLst>
                <a:ext uri="{FF2B5EF4-FFF2-40B4-BE49-F238E27FC236}">
                  <ns2:creationId id="{E873FC3F-BB29-E99D-C41D-2FF37A4C59D1}"/>
                </a:ext>
              </a:extLst>
            </p:cNvPr>
            <p:cNvCxnSpPr>
              <a:cxnSpLocks/>
            </p:cNvCxnSpPr>
            <p:nvPr/>
          </p:nvCxnSpPr>
          <p:spPr>
            <a:xfrm>
              <a:off x="7396891" y="2933503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コネクタ: カギ線 818">
              <a:extLst>
                <a:ext uri="{FF2B5EF4-FFF2-40B4-BE49-F238E27FC236}">
                  <ns2:creationId id="{F8792264-77F3-419F-F988-E14D82B3853F}"/>
                </a:ext>
              </a:extLst>
            </p:cNvPr>
            <p:cNvCxnSpPr>
              <a:cxnSpLocks/>
              <a:stCxn id="618" idx="3"/>
              <a:endCxn id="622" idx="1"/>
            </p:cNvCxnSpPr>
            <p:nvPr/>
          </p:nvCxnSpPr>
          <p:spPr>
            <a:xfrm>
              <a:off x="7645932" y="2855151"/>
              <a:ext cx="237080" cy="254712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直線矢印コネクタ 825">
              <a:extLst>
                <a:ext uri="{FF2B5EF4-FFF2-40B4-BE49-F238E27FC236}">
                  <ns2:creationId id="{568DE5E1-5AF4-E107-36F8-526D6AEAC0E8}"/>
                </a:ext>
              </a:extLst>
            </p:cNvPr>
            <p:cNvCxnSpPr>
              <a:cxnSpLocks/>
            </p:cNvCxnSpPr>
            <p:nvPr/>
          </p:nvCxnSpPr>
          <p:spPr>
            <a:xfrm>
              <a:off x="9489713" y="2966751"/>
              <a:ext cx="0" cy="292602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5" name="直線矢印コネクタ 894">
              <a:extLst>
                <a:ext uri="{FF2B5EF4-FFF2-40B4-BE49-F238E27FC236}">
                  <ns2:creationId id="{D52C98FE-94D2-7612-020E-95C6611940AE}"/>
                </a:ext>
              </a:extLst>
            </p:cNvPr>
            <p:cNvCxnSpPr>
              <a:cxnSpLocks/>
              <a:stCxn id="596" idx="3"/>
              <a:endCxn id="598" idx="1"/>
            </p:cNvCxnSpPr>
            <p:nvPr/>
          </p:nvCxnSpPr>
          <p:spPr>
            <a:xfrm>
              <a:off x="7153102" y="2600439"/>
              <a:ext cx="10312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8" name="直線矢印コネクタ 897">
              <a:extLst>
                <a:ext uri="{FF2B5EF4-FFF2-40B4-BE49-F238E27FC236}">
                  <ns2:creationId id="{A4A206F0-1A3F-0CB7-FCB5-6C1A22ABED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51509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9" name="直線矢印コネクタ 898">
              <a:extLst>
                <a:ext uri="{FF2B5EF4-FFF2-40B4-BE49-F238E27FC236}">
                  <ns2:creationId id="{76DB44D7-B27F-B92E-CEF7-79BA66FD47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30991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0" name="直線矢印コネクタ 899">
              <a:extLst>
                <a:ext uri="{FF2B5EF4-FFF2-40B4-BE49-F238E27FC236}">
                  <ns2:creationId id="{EC071802-80E4-79F6-211D-61B78EA40E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1168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2" name="直線矢印コネクタ 901">
              <a:extLst>
                <a:ext uri="{FF2B5EF4-FFF2-40B4-BE49-F238E27FC236}">
                  <ns2:creationId id="{521D609C-B3AB-7315-8E64-B591E5AD29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1703" y="3930745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3" name="直線矢印コネクタ 902">
              <a:extLst>
                <a:ext uri="{FF2B5EF4-FFF2-40B4-BE49-F238E27FC236}">
                  <ns2:creationId id="{30911476-C118-2CBA-17AF-08E6C33DDDF3}"/>
                </a:ext>
              </a:extLst>
            </p:cNvPr>
            <p:cNvCxnSpPr>
              <a:cxnSpLocks/>
              <a:stCxn id="438" idx="3"/>
              <a:endCxn id="440" idx="1"/>
            </p:cNvCxnSpPr>
            <p:nvPr/>
          </p:nvCxnSpPr>
          <p:spPr>
            <a:xfrm>
              <a:off x="2170041" y="3873999"/>
              <a:ext cx="11604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6" name="直線矢印コネクタ 905">
              <a:extLst>
                <a:ext uri="{FF2B5EF4-FFF2-40B4-BE49-F238E27FC236}">
                  <ns2:creationId id="{55BF7A12-A2FE-6FAC-A89D-9D18C162DBFB}"/>
                </a:ext>
              </a:extLst>
            </p:cNvPr>
            <p:cNvCxnSpPr>
              <a:cxnSpLocks/>
              <a:stCxn id="440" idx="3"/>
              <a:endCxn id="450" idx="1"/>
            </p:cNvCxnSpPr>
            <p:nvPr/>
          </p:nvCxnSpPr>
          <p:spPr>
            <a:xfrm>
              <a:off x="2930717" y="3873999"/>
              <a:ext cx="10847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9" name="直線矢印コネクタ 908">
              <a:extLst>
                <a:ext uri="{FF2B5EF4-FFF2-40B4-BE49-F238E27FC236}">
                  <ns2:creationId id="{EB8C501C-0257-927C-66F1-7EA534114550}"/>
                </a:ext>
              </a:extLst>
            </p:cNvPr>
            <p:cNvCxnSpPr>
              <a:cxnSpLocks/>
              <a:stCxn id="450" idx="3"/>
              <a:endCxn id="458" idx="1"/>
            </p:cNvCxnSpPr>
            <p:nvPr/>
          </p:nvCxnSpPr>
          <p:spPr>
            <a:xfrm>
              <a:off x="3760638" y="3873999"/>
              <a:ext cx="198747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2" name="直線矢印コネクタ 911">
              <a:extLst>
                <a:ext uri="{FF2B5EF4-FFF2-40B4-BE49-F238E27FC236}">
                  <ns2:creationId id="{CECC86C7-89AC-C680-7D0D-320FD23ECF48}"/>
                </a:ext>
              </a:extLst>
            </p:cNvPr>
            <p:cNvCxnSpPr>
              <a:cxnSpLocks/>
              <a:stCxn id="434" idx="3"/>
              <a:endCxn id="442" idx="1"/>
            </p:cNvCxnSpPr>
            <p:nvPr/>
          </p:nvCxnSpPr>
          <p:spPr>
            <a:xfrm>
              <a:off x="2366889" y="3619287"/>
              <a:ext cx="13427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5" name="直線矢印コネクタ 914">
              <a:extLst>
                <a:ext uri="{FF2B5EF4-FFF2-40B4-BE49-F238E27FC236}">
                  <ns2:creationId id="{482067C9-A382-6A6C-651D-263A43342BF7}"/>
                </a:ext>
              </a:extLst>
            </p:cNvPr>
            <p:cNvCxnSpPr>
              <a:cxnSpLocks/>
              <a:stCxn id="442" idx="3"/>
            </p:cNvCxnSpPr>
            <p:nvPr/>
          </p:nvCxnSpPr>
          <p:spPr>
            <a:xfrm>
              <a:off x="3145803" y="3619287"/>
              <a:ext cx="9525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0" name="直線矢印コネクタ 919">
              <a:extLst>
                <a:ext uri="{FF2B5EF4-FFF2-40B4-BE49-F238E27FC236}">
                  <ns2:creationId id="{73BDF3A3-A2EA-8404-A0E3-3F3394AE9307}"/>
                </a:ext>
              </a:extLst>
            </p:cNvPr>
            <p:cNvCxnSpPr>
              <a:cxnSpLocks/>
              <a:stCxn id="202" idx="3"/>
              <a:endCxn id="452" idx="1"/>
            </p:cNvCxnSpPr>
            <p:nvPr/>
          </p:nvCxnSpPr>
          <p:spPr>
            <a:xfrm>
              <a:off x="3974540" y="3619287"/>
              <a:ext cx="10635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5" name="直線矢印コネクタ 924">
              <a:extLst>
                <a:ext uri="{FF2B5EF4-FFF2-40B4-BE49-F238E27FC236}">
                  <ns2:creationId id="{16F8F228-23E6-1844-27FE-3CD0D4541FDA}"/>
                </a:ext>
              </a:extLst>
            </p:cNvPr>
            <p:cNvCxnSpPr>
              <a:cxnSpLocks/>
              <a:stCxn id="452" idx="3"/>
              <a:endCxn id="454" idx="1"/>
            </p:cNvCxnSpPr>
            <p:nvPr/>
          </p:nvCxnSpPr>
          <p:spPr>
            <a:xfrm>
              <a:off x="4814468" y="3619287"/>
              <a:ext cx="106359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8" name="直線矢印コネクタ 927">
              <a:extLst>
                <a:ext uri="{FF2B5EF4-FFF2-40B4-BE49-F238E27FC236}">
                  <ns2:creationId id="{D3ADB0BB-E3F8-0651-9C9D-E970E69DED64}"/>
                </a:ext>
              </a:extLst>
            </p:cNvPr>
            <p:cNvCxnSpPr>
              <a:cxnSpLocks/>
              <a:stCxn id="454" idx="3"/>
              <a:endCxn id="456" idx="1"/>
            </p:cNvCxnSpPr>
            <p:nvPr/>
          </p:nvCxnSpPr>
          <p:spPr>
            <a:xfrm>
              <a:off x="5668705" y="3619287"/>
              <a:ext cx="10635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1" name="直線矢印コネクタ 930">
              <a:extLst>
                <a:ext uri="{FF2B5EF4-FFF2-40B4-BE49-F238E27FC236}">
                  <ns2:creationId id="{C56DFCE5-0C25-FE9B-797A-4FC2B4D69E2A}"/>
                </a:ext>
              </a:extLst>
            </p:cNvPr>
            <p:cNvCxnSpPr>
              <a:cxnSpLocks/>
              <a:stCxn id="456" idx="3"/>
              <a:endCxn id="462" idx="1"/>
            </p:cNvCxnSpPr>
            <p:nvPr/>
          </p:nvCxnSpPr>
          <p:spPr>
            <a:xfrm>
              <a:off x="6410480" y="3619287"/>
              <a:ext cx="20248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4" name="直線矢印コネクタ 933">
              <a:extLst>
                <a:ext uri="{FF2B5EF4-FFF2-40B4-BE49-F238E27FC236}">
                  <ns2:creationId id="{1E0E252F-B996-87DB-A28F-69822C64FF85}"/>
                </a:ext>
              </a:extLst>
            </p:cNvPr>
            <p:cNvCxnSpPr>
              <a:cxnSpLocks/>
              <a:stCxn id="458" idx="3"/>
              <a:endCxn id="460" idx="1"/>
            </p:cNvCxnSpPr>
            <p:nvPr/>
          </p:nvCxnSpPr>
          <p:spPr>
            <a:xfrm>
              <a:off x="5000755" y="3873999"/>
              <a:ext cx="106920" cy="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8" name="直線矢印コネクタ 937">
              <a:extLst>
                <a:ext uri="{FF2B5EF4-FFF2-40B4-BE49-F238E27FC236}">
                  <ns2:creationId id="{C9A95DB8-167F-193B-703C-49988703D5A4}"/>
                </a:ext>
              </a:extLst>
            </p:cNvPr>
            <p:cNvCxnSpPr>
              <a:cxnSpLocks/>
              <a:stCxn id="462" idx="3"/>
              <a:endCxn id="464" idx="1"/>
            </p:cNvCxnSpPr>
            <p:nvPr/>
          </p:nvCxnSpPr>
          <p:spPr>
            <a:xfrm>
              <a:off x="7313835" y="3619287"/>
              <a:ext cx="181905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1" name="直線矢印コネクタ 940">
              <a:extLst>
                <a:ext uri="{FF2B5EF4-FFF2-40B4-BE49-F238E27FC236}">
                  <ns2:creationId id="{C1D52515-6AB1-D5A2-EFEA-8582B179A1B2}"/>
                </a:ext>
              </a:extLst>
            </p:cNvPr>
            <p:cNvCxnSpPr>
              <a:cxnSpLocks/>
              <a:stCxn id="464" idx="3"/>
              <a:endCxn id="466" idx="1"/>
            </p:cNvCxnSpPr>
            <p:nvPr/>
          </p:nvCxnSpPr>
          <p:spPr>
            <a:xfrm>
              <a:off x="8174174" y="3619287"/>
              <a:ext cx="107204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4" name="直線矢印コネクタ 943">
              <a:extLst>
                <a:ext uri="{FF2B5EF4-FFF2-40B4-BE49-F238E27FC236}">
                  <ns2:creationId id="{1677BA15-F824-A1ED-2BC8-F99C3AD6C62E}"/>
                </a:ext>
              </a:extLst>
            </p:cNvPr>
            <p:cNvCxnSpPr>
              <a:cxnSpLocks/>
              <a:stCxn id="466" idx="3"/>
              <a:endCxn id="468" idx="1"/>
            </p:cNvCxnSpPr>
            <p:nvPr/>
          </p:nvCxnSpPr>
          <p:spPr>
            <a:xfrm>
              <a:off x="10080132" y="3619287"/>
              <a:ext cx="11246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7" name="直線矢印コネクタ 946">
              <a:extLst>
                <a:ext uri="{FF2B5EF4-FFF2-40B4-BE49-F238E27FC236}">
                  <ns2:creationId id="{3F17071C-2199-E4ED-1F3F-97C1E526EF01}"/>
                </a:ext>
              </a:extLst>
            </p:cNvPr>
            <p:cNvCxnSpPr>
              <a:cxnSpLocks/>
              <a:stCxn id="468" idx="3"/>
              <a:endCxn id="470" idx="1"/>
            </p:cNvCxnSpPr>
            <p:nvPr/>
          </p:nvCxnSpPr>
          <p:spPr>
            <a:xfrm>
              <a:off x="10970274" y="3619287"/>
              <a:ext cx="12194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5" name="直線矢印コネクタ 954">
              <a:extLst>
                <a:ext uri="{FF2B5EF4-FFF2-40B4-BE49-F238E27FC236}">
                  <ns2:creationId id="{AE3767FD-C7FE-91DE-1BE8-B7E1C0A3A6D1}"/>
                </a:ext>
              </a:extLst>
            </p:cNvPr>
            <p:cNvCxnSpPr>
              <a:cxnSpLocks/>
              <a:stCxn id="488" idx="3"/>
              <a:endCxn id="498" idx="1"/>
            </p:cNvCxnSpPr>
            <p:nvPr/>
          </p:nvCxnSpPr>
          <p:spPr>
            <a:xfrm>
              <a:off x="6512118" y="4383423"/>
              <a:ext cx="153087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9" name="直線矢印コネクタ 958">
              <a:extLst>
                <a:ext uri="{FF2B5EF4-FFF2-40B4-BE49-F238E27FC236}">
                  <ns2:creationId id="{4B39B0A7-1E9F-8338-D656-BE1E94775B15}"/>
                </a:ext>
              </a:extLst>
            </p:cNvPr>
            <p:cNvCxnSpPr>
              <a:cxnSpLocks/>
              <a:stCxn id="498" idx="3"/>
              <a:endCxn id="500" idx="1"/>
            </p:cNvCxnSpPr>
            <p:nvPr/>
          </p:nvCxnSpPr>
          <p:spPr>
            <a:xfrm flipV="1">
              <a:off x="7154981" y="4383423"/>
              <a:ext cx="106034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2" name="直線矢印コネクタ 961">
              <a:extLst>
                <a:ext uri="{FF2B5EF4-FFF2-40B4-BE49-F238E27FC236}">
                  <ns2:creationId id="{55F3CFB8-E271-5439-9025-69C5639CD41B}"/>
                </a:ext>
              </a:extLst>
            </p:cNvPr>
            <p:cNvCxnSpPr>
              <a:cxnSpLocks/>
              <a:stCxn id="500" idx="3"/>
              <a:endCxn id="502" idx="1"/>
            </p:cNvCxnSpPr>
            <p:nvPr/>
          </p:nvCxnSpPr>
          <p:spPr>
            <a:xfrm>
              <a:off x="7827604" y="4383423"/>
              <a:ext cx="10603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6" name="直線矢印コネクタ 965">
              <a:extLst>
                <a:ext uri="{FF2B5EF4-FFF2-40B4-BE49-F238E27FC236}">
                  <ns2:creationId id="{8D8EEDD5-D8CE-F22F-4EBE-23ED5D9644ED}"/>
                </a:ext>
              </a:extLst>
            </p:cNvPr>
            <p:cNvCxnSpPr>
              <a:cxnSpLocks/>
              <a:stCxn id="502" idx="3"/>
              <a:endCxn id="504" idx="1"/>
            </p:cNvCxnSpPr>
            <p:nvPr/>
          </p:nvCxnSpPr>
          <p:spPr>
            <a:xfrm>
              <a:off x="8625510" y="4383423"/>
              <a:ext cx="106034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0" name="直線矢印コネクタ 969">
              <a:extLst>
                <a:ext uri="{FF2B5EF4-FFF2-40B4-BE49-F238E27FC236}">
                  <ns2:creationId id="{3DF11C15-89E3-61E1-7C6F-CE09F0A18633}"/>
                </a:ext>
              </a:extLst>
            </p:cNvPr>
            <p:cNvCxnSpPr>
              <a:cxnSpLocks/>
              <a:stCxn id="504" idx="3"/>
              <a:endCxn id="518" idx="1"/>
            </p:cNvCxnSpPr>
            <p:nvPr/>
          </p:nvCxnSpPr>
          <p:spPr>
            <a:xfrm>
              <a:off x="9479422" y="4383424"/>
              <a:ext cx="93716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3" name="直線矢印コネクタ 972">
              <a:extLst>
                <a:ext uri="{FF2B5EF4-FFF2-40B4-BE49-F238E27FC236}">
                  <ns2:creationId id="{91B57933-B930-ADB7-CE39-572AF5C93146}"/>
                </a:ext>
              </a:extLst>
            </p:cNvPr>
            <p:cNvCxnSpPr>
              <a:cxnSpLocks/>
              <a:stCxn id="490" idx="3"/>
              <a:endCxn id="492" idx="1"/>
            </p:cNvCxnSpPr>
            <p:nvPr/>
          </p:nvCxnSpPr>
          <p:spPr>
            <a:xfrm>
              <a:off x="7542132" y="4638135"/>
              <a:ext cx="13796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8" name="直線矢印コネクタ 977">
              <a:extLst>
                <a:ext uri="{FF2B5EF4-FFF2-40B4-BE49-F238E27FC236}">
                  <ns2:creationId id="{9E662DC2-4530-BE61-7745-F09028CE5E55}"/>
                </a:ext>
              </a:extLst>
            </p:cNvPr>
            <p:cNvCxnSpPr>
              <a:cxnSpLocks/>
              <a:stCxn id="492" idx="3"/>
              <a:endCxn id="494" idx="1"/>
            </p:cNvCxnSpPr>
            <p:nvPr/>
          </p:nvCxnSpPr>
          <p:spPr>
            <a:xfrm>
              <a:off x="8346241" y="4638135"/>
              <a:ext cx="9587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1" name="直線矢印コネクタ 980">
              <a:extLst>
                <a:ext uri="{FF2B5EF4-FFF2-40B4-BE49-F238E27FC236}">
                  <ns2:creationId id="{668C8455-571A-2B29-5FCA-4423DCE79D8A}"/>
                </a:ext>
              </a:extLst>
            </p:cNvPr>
            <p:cNvCxnSpPr>
              <a:cxnSpLocks/>
              <a:stCxn id="494" idx="3"/>
              <a:endCxn id="496" idx="1"/>
            </p:cNvCxnSpPr>
            <p:nvPr/>
          </p:nvCxnSpPr>
          <p:spPr>
            <a:xfrm>
              <a:off x="9008701" y="4638135"/>
              <a:ext cx="8726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4" name="直線矢印コネクタ 983">
              <a:extLst>
                <a:ext uri="{FF2B5EF4-FFF2-40B4-BE49-F238E27FC236}">
                  <ns2:creationId id="{24AFAAFA-4BEA-908F-FA86-189E0AC23470}"/>
                </a:ext>
              </a:extLst>
            </p:cNvPr>
            <p:cNvCxnSpPr>
              <a:cxnSpLocks/>
              <a:stCxn id="496" idx="3"/>
              <a:endCxn id="516" idx="1"/>
            </p:cNvCxnSpPr>
            <p:nvPr/>
          </p:nvCxnSpPr>
          <p:spPr>
            <a:xfrm>
              <a:off x="9946471" y="4638135"/>
              <a:ext cx="470118" cy="1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7" name="直線矢印コネクタ 986">
              <a:extLst>
                <a:ext uri="{FF2B5EF4-FFF2-40B4-BE49-F238E27FC236}">
                  <ns2:creationId id="{88F4B50E-1A6E-EE8C-6A19-BE46CC5850B1}"/>
                </a:ext>
              </a:extLst>
            </p:cNvPr>
            <p:cNvCxnSpPr>
              <a:cxnSpLocks/>
              <a:stCxn id="486" idx="3"/>
              <a:endCxn id="308" idx="1"/>
            </p:cNvCxnSpPr>
            <p:nvPr/>
          </p:nvCxnSpPr>
          <p:spPr>
            <a:xfrm>
              <a:off x="10080133" y="4892847"/>
              <a:ext cx="33645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0" name="直線矢印コネクタ 989">
              <a:extLst>
                <a:ext uri="{FF2B5EF4-FFF2-40B4-BE49-F238E27FC236}">
                  <ns2:creationId id="{81F9C8FC-F80E-6DAB-E745-80FAFF1A52E1}"/>
                </a:ext>
              </a:extLst>
            </p:cNvPr>
            <p:cNvCxnSpPr>
              <a:cxnSpLocks/>
              <a:stCxn id="484" idx="3"/>
              <a:endCxn id="486" idx="1"/>
            </p:cNvCxnSpPr>
            <p:nvPr/>
          </p:nvCxnSpPr>
          <p:spPr>
            <a:xfrm>
              <a:off x="8023922" y="4892847"/>
              <a:ext cx="124575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7" name="直線矢印コネクタ 996">
              <a:extLst>
                <a:ext uri="{FF2B5EF4-FFF2-40B4-BE49-F238E27FC236}">
                  <ns2:creationId id="{A1053590-69B8-9EEE-5E78-3ADF84CAC9D4}"/>
                </a:ext>
              </a:extLst>
            </p:cNvPr>
            <p:cNvCxnSpPr>
              <a:cxnSpLocks/>
              <a:stCxn id="482" idx="3"/>
              <a:endCxn id="484" idx="1"/>
            </p:cNvCxnSpPr>
            <p:nvPr/>
          </p:nvCxnSpPr>
          <p:spPr>
            <a:xfrm>
              <a:off x="7197870" y="4892847"/>
              <a:ext cx="12474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0" name="直線矢印コネクタ 999">
              <a:extLst>
                <a:ext uri="{FF2B5EF4-FFF2-40B4-BE49-F238E27FC236}">
                  <ns2:creationId id="{95301AA1-0B2C-9B12-B001-3734E46CF051}"/>
                </a:ext>
              </a:extLst>
            </p:cNvPr>
            <p:cNvCxnSpPr>
              <a:cxnSpLocks/>
              <a:stCxn id="480" idx="3"/>
              <a:endCxn id="482" idx="1"/>
            </p:cNvCxnSpPr>
            <p:nvPr/>
          </p:nvCxnSpPr>
          <p:spPr>
            <a:xfrm>
              <a:off x="6410480" y="4892847"/>
              <a:ext cx="18927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5" name="直線矢印コネクタ 1004">
              <a:extLst>
                <a:ext uri="{FF2B5EF4-FFF2-40B4-BE49-F238E27FC236}">
                  <ns2:creationId id="{717C15AA-9D64-7D2A-6E34-CBFDA3D5AAF7}"/>
                </a:ext>
              </a:extLst>
            </p:cNvPr>
            <p:cNvCxnSpPr>
              <a:cxnSpLocks/>
              <a:stCxn id="508" idx="3"/>
              <a:endCxn id="510" idx="1"/>
            </p:cNvCxnSpPr>
            <p:nvPr/>
          </p:nvCxnSpPr>
          <p:spPr>
            <a:xfrm flipV="1">
              <a:off x="6867075" y="5143959"/>
              <a:ext cx="103138" cy="360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9" name="直線矢印コネクタ 1008">
              <a:extLst>
                <a:ext uri="{FF2B5EF4-FFF2-40B4-BE49-F238E27FC236}">
                  <ns2:creationId id="{7F88395C-48A2-FFFD-2791-9F530929F32E}"/>
                </a:ext>
              </a:extLst>
            </p:cNvPr>
            <p:cNvCxnSpPr>
              <a:cxnSpLocks/>
              <a:stCxn id="510" idx="3"/>
              <a:endCxn id="511" idx="1"/>
            </p:cNvCxnSpPr>
            <p:nvPr/>
          </p:nvCxnSpPr>
          <p:spPr>
            <a:xfrm>
              <a:off x="7589041" y="5143959"/>
              <a:ext cx="103138" cy="3599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3" name="直線矢印コネクタ 1012">
              <a:extLst>
                <a:ext uri="{FF2B5EF4-FFF2-40B4-BE49-F238E27FC236}">
                  <ns2:creationId id="{0B382FB5-9DEB-E233-A8C2-A131CF9A6474}"/>
                </a:ext>
              </a:extLst>
            </p:cNvPr>
            <p:cNvCxnSpPr>
              <a:cxnSpLocks/>
              <a:stCxn id="511" idx="3"/>
              <a:endCxn id="512" idx="1"/>
            </p:cNvCxnSpPr>
            <p:nvPr/>
          </p:nvCxnSpPr>
          <p:spPr>
            <a:xfrm>
              <a:off x="8284578" y="5147558"/>
              <a:ext cx="10313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6" name="直線矢印コネクタ 1015">
              <a:extLst>
                <a:ext uri="{FF2B5EF4-FFF2-40B4-BE49-F238E27FC236}">
                  <ns2:creationId id="{A9290300-4CE6-74F4-18E4-E95AD020B76B}"/>
                </a:ext>
              </a:extLst>
            </p:cNvPr>
            <p:cNvCxnSpPr>
              <a:cxnSpLocks/>
              <a:stCxn id="512" idx="3"/>
              <a:endCxn id="514" idx="1"/>
            </p:cNvCxnSpPr>
            <p:nvPr/>
          </p:nvCxnSpPr>
          <p:spPr>
            <a:xfrm>
              <a:off x="8919893" y="5147558"/>
              <a:ext cx="103138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1" name="直線矢印コネクタ 1020">
              <a:extLst>
                <a:ext uri="{FF2B5EF4-FFF2-40B4-BE49-F238E27FC236}">
                  <ns2:creationId id="{418B9995-18D5-0DC3-F86B-6C850FEFCAFE}"/>
                </a:ext>
              </a:extLst>
            </p:cNvPr>
            <p:cNvCxnSpPr>
              <a:cxnSpLocks/>
              <a:stCxn id="530" idx="3"/>
              <a:endCxn id="520" idx="1"/>
            </p:cNvCxnSpPr>
            <p:nvPr/>
          </p:nvCxnSpPr>
          <p:spPr>
            <a:xfrm>
              <a:off x="9882254" y="5402271"/>
              <a:ext cx="23752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直線矢印コネクタ 1023">
              <a:extLst>
                <a:ext uri="{FF2B5EF4-FFF2-40B4-BE49-F238E27FC236}">
                  <ns2:creationId id="{57D6872D-41E0-A3AC-B351-F97D2D346043}"/>
                </a:ext>
              </a:extLst>
            </p:cNvPr>
            <p:cNvCxnSpPr>
              <a:cxnSpLocks/>
              <a:stCxn id="532" idx="3"/>
              <a:endCxn id="522" idx="1"/>
            </p:cNvCxnSpPr>
            <p:nvPr/>
          </p:nvCxnSpPr>
          <p:spPr>
            <a:xfrm>
              <a:off x="9890163" y="5656983"/>
              <a:ext cx="22438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直線矢印コネクタ 1026">
              <a:extLst>
                <a:ext uri="{FF2B5EF4-FFF2-40B4-BE49-F238E27FC236}">
                  <ns2:creationId id="{43E6DABC-0E3B-0CAB-3158-58E0EF252F21}"/>
                </a:ext>
              </a:extLst>
            </p:cNvPr>
            <p:cNvCxnSpPr>
              <a:cxnSpLocks/>
              <a:stCxn id="522" idx="3"/>
              <a:endCxn id="526" idx="1"/>
            </p:cNvCxnSpPr>
            <p:nvPr/>
          </p:nvCxnSpPr>
          <p:spPr>
            <a:xfrm>
              <a:off x="10871954" y="5656983"/>
              <a:ext cx="151173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直線矢印コネクタ 1032">
              <a:extLst>
                <a:ext uri="{FF2B5EF4-FFF2-40B4-BE49-F238E27FC236}">
                  <ns2:creationId id="{6D52FF8D-FA86-9A8E-0409-4BFBB8008074}"/>
                </a:ext>
              </a:extLst>
            </p:cNvPr>
            <p:cNvCxnSpPr>
              <a:cxnSpLocks/>
              <a:stCxn id="520" idx="3"/>
              <a:endCxn id="524" idx="1"/>
            </p:cNvCxnSpPr>
            <p:nvPr/>
          </p:nvCxnSpPr>
          <p:spPr>
            <a:xfrm>
              <a:off x="10877182" y="5402271"/>
              <a:ext cx="27499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直線矢印コネクタ 1035">
              <a:extLst>
                <a:ext uri="{FF2B5EF4-FFF2-40B4-BE49-F238E27FC236}">
                  <ns2:creationId id="{645B7690-C5C3-2064-6E4A-AE7297E0914D}"/>
                </a:ext>
              </a:extLst>
            </p:cNvPr>
            <p:cNvCxnSpPr>
              <a:cxnSpLocks/>
              <a:stCxn id="478" idx="3"/>
              <a:endCxn id="540" idx="1"/>
            </p:cNvCxnSpPr>
            <p:nvPr/>
          </p:nvCxnSpPr>
          <p:spPr>
            <a:xfrm>
              <a:off x="4401897" y="5402271"/>
              <a:ext cx="1489006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直線矢印コネクタ 1038">
              <a:extLst>
                <a:ext uri="{FF2B5EF4-FFF2-40B4-BE49-F238E27FC236}">
                  <ns2:creationId id="{835F3BAB-5C81-62B3-A772-580EB3A9B0F8}"/>
                </a:ext>
              </a:extLst>
            </p:cNvPr>
            <p:cNvCxnSpPr>
              <a:cxnSpLocks/>
              <a:stCxn id="544" idx="3"/>
              <a:endCxn id="542" idx="1"/>
            </p:cNvCxnSpPr>
            <p:nvPr/>
          </p:nvCxnSpPr>
          <p:spPr>
            <a:xfrm>
              <a:off x="5735422" y="5656983"/>
              <a:ext cx="15609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直線矢印コネクタ 1041">
              <a:extLst>
                <a:ext uri="{FF2B5EF4-FFF2-40B4-BE49-F238E27FC236}">
                  <ns2:creationId id="{6BB2F2EA-1957-8FDE-D162-693361744BC7}"/>
                </a:ext>
              </a:extLst>
            </p:cNvPr>
            <p:cNvCxnSpPr>
              <a:cxnSpLocks/>
              <a:stCxn id="542" idx="3"/>
              <a:endCxn id="538" idx="1"/>
            </p:cNvCxnSpPr>
            <p:nvPr/>
          </p:nvCxnSpPr>
          <p:spPr>
            <a:xfrm>
              <a:off x="6481763" y="5656983"/>
              <a:ext cx="16809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直線矢印コネクタ 1048">
              <a:extLst>
                <a:ext uri="{FF2B5EF4-FFF2-40B4-BE49-F238E27FC236}">
                  <ns2:creationId id="{FF4097F1-860F-6CCE-D6D9-9DD6AE59778F}"/>
                </a:ext>
              </a:extLst>
            </p:cNvPr>
            <p:cNvCxnSpPr>
              <a:cxnSpLocks/>
              <a:stCxn id="540" idx="3"/>
              <a:endCxn id="536" idx="1"/>
            </p:cNvCxnSpPr>
            <p:nvPr/>
          </p:nvCxnSpPr>
          <p:spPr>
            <a:xfrm>
              <a:off x="6481147" y="5402271"/>
              <a:ext cx="197271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直線矢印コネクタ 1051">
              <a:extLst>
                <a:ext uri="{FF2B5EF4-FFF2-40B4-BE49-F238E27FC236}">
                  <ns2:creationId id="{6489CBB7-6131-A5E4-CACA-770D584CE645}"/>
                </a:ext>
              </a:extLst>
            </p:cNvPr>
            <p:cNvCxnSpPr>
              <a:cxnSpLocks/>
              <a:stCxn id="536" idx="3"/>
              <a:endCxn id="530" idx="1"/>
            </p:cNvCxnSpPr>
            <p:nvPr/>
          </p:nvCxnSpPr>
          <p:spPr>
            <a:xfrm>
              <a:off x="7528920" y="5402271"/>
              <a:ext cx="180395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5" name="直線矢印コネクタ 1054">
              <a:extLst>
                <a:ext uri="{FF2B5EF4-FFF2-40B4-BE49-F238E27FC236}">
                  <ns2:creationId id="{0ABAEF23-53F4-80A9-D5CF-721C72A583D3}"/>
                </a:ext>
              </a:extLst>
            </p:cNvPr>
            <p:cNvCxnSpPr>
              <a:cxnSpLocks/>
              <a:stCxn id="538" idx="3"/>
              <a:endCxn id="532" idx="1"/>
            </p:cNvCxnSpPr>
            <p:nvPr/>
          </p:nvCxnSpPr>
          <p:spPr>
            <a:xfrm>
              <a:off x="7413082" y="5656983"/>
              <a:ext cx="192769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グループ化 57">
              <a:extLst>
                <a:ext uri="{FF2B5EF4-FFF2-40B4-BE49-F238E27FC236}">
                  <ns2:creationId id="{AD4C5E4E-35D1-2475-C4AF-BD2EF55A62B2}"/>
                </a:ext>
              </a:extLst>
            </p:cNvPr>
            <p:cNvGrpSpPr/>
            <p:nvPr/>
          </p:nvGrpSpPr>
          <p:grpSpPr>
            <a:xfrm>
              <a:off x="334963" y="6063099"/>
              <a:ext cx="11522074" cy="245626"/>
              <a:chOff x="334963" y="6063099"/>
              <a:chExt cx="11522074" cy="245626"/>
            </a:xfrm>
          </p:grpSpPr>
          <p:sp>
            <p:nvSpPr>
              <p:cNvPr id="383" name="Shape 376">
                <a:extLst>
                  <a:ext uri="{FF2B5EF4-FFF2-40B4-BE49-F238E27FC236}">
                    <ns2:creationId id="{022E30C8-BFA8-3570-E5E8-B4EE89B41379}"/>
                  </a:ext>
                </a:extLst>
              </p:cNvPr>
              <p:cNvSpPr/>
              <p:nvPr/>
            </p:nvSpPr>
            <p:spPr>
              <a:xfrm>
                <a:off x="334963" y="6063099"/>
                <a:ext cx="11522074" cy="245626"/>
              </a:xfrm>
              <a:prstGeom prst="rect">
                <a:avLst/>
              </a:prstGeom>
              <a:solidFill>
                <a:srgbClr val="F7F9F7"/>
              </a:solidFill>
              <a:ln w="12700">
                <a:solidFill>
                  <a:srgbClr val="008D2E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altLang="ja-JP" sz="10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0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5" name="Text 378">
                <a:extLst>
                  <a:ext uri="{FF2B5EF4-FFF2-40B4-BE49-F238E27FC236}">
                    <ns2:creationId id="{3E99966A-EE8B-2019-8EC0-DCA2C5EF6FF3}"/>
                  </a:ext>
                </a:extLst>
              </p:cNvPr>
              <p:cNvSpPr/>
              <p:nvPr/>
            </p:nvSpPr>
            <p:spPr>
              <a:xfrm>
                <a:off x="813794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FFFFFF"/>
              </a:solidFill>
              <a:ln w="9525">
                <a:solidFill>
                  <a:srgbClr val="BFBFBF"/>
                </a:solidFill>
                <a:prstDash val="solid"/>
              </a:ln>
            </p:spPr>
            <p:txBody>
              <a:bodyPr lIns="36000" tIns="36000" rIns="36000" bIns="36000" anchor="ctr" anchorCtr="0"/>
              <a:lstStyle/>
              <a:p>
                <a:pPr algn="ctr"/>
                <a:r>
                  <a:rPr lang="en-US" sz="750" dirty="0" err="1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5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6" name="Text 379">
                <a:extLst>
                  <a:ext uri="{FF2B5EF4-FFF2-40B4-BE49-F238E27FC236}">
                    <ns2:creationId id="{2F6EE164-0070-C7B7-7C59-CFA654155AD1}"/>
                  </a:ext>
                </a:extLst>
              </p:cNvPr>
              <p:cNvSpPr/>
              <p:nvPr/>
            </p:nvSpPr>
            <p:spPr>
              <a:xfrm>
                <a:off x="1808526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DCE9F5"/>
              </a:solidFill>
              <a:ln w="9525">
                <a:solidFill>
                  <a:srgbClr val="2E75B6"/>
                </a:solidFill>
                <a:prstDash val="solid"/>
              </a:ln>
            </p:spPr>
            <p:txBody>
              <a:bodyPr lIns="36000" tIns="36000" rIns="36000" bIns="36000" anchor="ctr" anchorCtr="0"/>
              <a:lstStyle/>
              <a:p>
                <a:pPr algn="ctr"/>
                <a:r>
                  <a:rPr lang="en-US" sz="750" dirty="0" err="1">
                    <a:solidFill>
                      <a:srgbClr val="2E75B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50" dirty="0">
                  <a:solidFill>
                    <a:srgbClr val="2E75B6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7" name="Text 380">
                <a:extLst>
                  <a:ext uri="{FF2B5EF4-FFF2-40B4-BE49-F238E27FC236}">
                    <ns2:creationId id="{7D9DE111-2C36-D8FB-F6FB-CDD2DEFBD295}"/>
                  </a:ext>
                </a:extLst>
              </p:cNvPr>
              <p:cNvSpPr/>
              <p:nvPr/>
            </p:nvSpPr>
            <p:spPr>
              <a:xfrm>
                <a:off x="2803258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FFF6E0"/>
              </a:solidFill>
              <a:ln w="9525">
                <a:solidFill>
                  <a:srgbClr val="BF8F00"/>
                </a:solidFill>
                <a:prstDash val="solid"/>
              </a:ln>
            </p:spPr>
            <p:txBody>
              <a:bodyPr wrap="none" lIns="36000" tIns="36000" rIns="36000" bIns="36000" anchor="ctr"/>
              <a:lstStyle/>
              <a:p>
                <a:pPr algn="ctr"/>
                <a:r>
                  <a:rPr lang="en-US" sz="750" dirty="0" err="1">
                    <a:solidFill>
                      <a:srgbClr val="BF8F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50" dirty="0">
                    <a:solidFill>
                      <a:srgbClr val="BF8F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88" name="Text 381">
                <a:extLst>
                  <a:ext uri="{FF2B5EF4-FFF2-40B4-BE49-F238E27FC236}">
                    <ns2:creationId id="{8371D4BA-7C84-25C2-9517-93AB7D9B6269}"/>
                  </a:ext>
                </a:extLst>
              </p:cNvPr>
              <p:cNvSpPr/>
              <p:nvPr/>
            </p:nvSpPr>
            <p:spPr>
              <a:xfrm>
                <a:off x="3797990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E5F2E5"/>
              </a:solidFill>
              <a:ln w="9525">
                <a:solidFill>
                  <a:srgbClr val="008D2E"/>
                </a:solidFill>
                <a:prstDash val="solid"/>
              </a:ln>
            </p:spPr>
            <p:txBody>
              <a:bodyPr lIns="36000" tIns="36000" rIns="36000" bIns="36000" anchor="ctr" anchorCtr="0"/>
              <a:lstStyle/>
              <a:p>
                <a:pPr algn="ctr"/>
                <a:r>
                  <a:rPr lang="en-US" sz="750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7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89" name="Text 382">
                <a:extLst>
                  <a:ext uri="{FF2B5EF4-FFF2-40B4-BE49-F238E27FC236}">
                    <ns2:creationId id="{2AC0C3F5-F681-C9A5-878C-0D74EA91F3A6}"/>
                  </a:ext>
                </a:extLst>
              </p:cNvPr>
              <p:cNvSpPr/>
              <p:nvPr/>
            </p:nvSpPr>
            <p:spPr>
              <a:xfrm>
                <a:off x="4792721" y="6102493"/>
                <a:ext cx="936000" cy="157576"/>
              </a:xfrm>
              <a:prstGeom prst="roundRect">
                <a:avLst>
                  <a:gd name="adj" fmla="val 11423"/>
                </a:avLst>
              </a:prstGeom>
              <a:solidFill>
                <a:srgbClr val="FDEDED"/>
              </a:solidFill>
              <a:ln w="9525">
                <a:solidFill>
                  <a:srgbClr val="C00000"/>
                </a:solidFill>
                <a:prstDash val="dash"/>
              </a:ln>
            </p:spPr>
            <p:txBody>
              <a:bodyPr lIns="36000" tIns="36000" rIns="36000" bIns="36000" anchor="ctr"/>
              <a:lstStyle/>
              <a:p>
                <a:pPr algn="ctr"/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en-US" sz="750" dirty="0" err="1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750" dirty="0">
                    <a:solidFill>
                      <a:srgbClr val="C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ns2:creationId id="{EC594CC3-A919-204E-7AC9-D4D0EBAF5124}"/>
                  </a:ext>
                </a:extLst>
              </p:cNvPr>
              <p:cNvGrpSpPr/>
              <p:nvPr/>
            </p:nvGrpSpPr>
            <p:grpSpPr>
              <a:xfrm>
                <a:off x="6133987" y="6107125"/>
                <a:ext cx="1389351" cy="157576"/>
                <a:chOff x="5783094" y="6107125"/>
                <a:chExt cx="1389351" cy="157576"/>
              </a:xfrm>
            </p:grpSpPr>
            <p:sp>
              <p:nvSpPr>
                <p:cNvPr id="390" name="Text 383">
                  <a:extLst>
                    <a:ext uri="{FF2B5EF4-FFF2-40B4-BE49-F238E27FC236}">
                      <ns2:creationId id="{0FBECD1F-AADC-332B-4766-B6D02608D859}"/>
                    </a:ext>
                  </a:extLst>
                </p:cNvPr>
                <p:cNvSpPr/>
                <p:nvPr/>
              </p:nvSpPr>
              <p:spPr>
                <a:xfrm>
                  <a:off x="6128445" y="6107125"/>
                  <a:ext cx="1044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50" dirty="0">
                      <a:solidFill>
                        <a:srgbClr val="006B23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58" name="直線矢印コネクタ 1057">
                  <a:extLst>
                    <a:ext uri="{FF2B5EF4-FFF2-40B4-BE49-F238E27FC236}">
                      <ns2:creationId id="{FACD250A-8E32-F319-A88E-E8AC3A8A64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83094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008D2E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グループ化 47">
                <a:extLst>
                  <a:ext uri="{FF2B5EF4-FFF2-40B4-BE49-F238E27FC236}">
                    <ns2:creationId id="{072890C0-7AB5-4BA8-A42A-D7DEBBC37B60}"/>
                  </a:ext>
                </a:extLst>
              </p:cNvPr>
              <p:cNvGrpSpPr/>
              <p:nvPr/>
            </p:nvGrpSpPr>
            <p:grpSpPr>
              <a:xfrm>
                <a:off x="7593875" y="6107125"/>
                <a:ext cx="1373019" cy="157576"/>
                <a:chOff x="7314979" y="6107125"/>
                <a:chExt cx="1373019" cy="157576"/>
              </a:xfrm>
            </p:grpSpPr>
            <p:sp>
              <p:nvSpPr>
                <p:cNvPr id="550" name="Text 383">
                  <a:extLst>
                    <a:ext uri="{FF2B5EF4-FFF2-40B4-BE49-F238E27FC236}">
                      <ns2:creationId id="{88921E62-EACF-AEAE-14BB-7B2009A5709E}"/>
                    </a:ext>
                  </a:extLst>
                </p:cNvPr>
                <p:cNvSpPr/>
                <p:nvPr/>
              </p:nvSpPr>
              <p:spPr>
                <a:xfrm>
                  <a:off x="7643998" y="6107125"/>
                  <a:ext cx="1044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 err="1">
                      <a:solidFill>
                        <a:srgbClr val="44546A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61" name="直線矢印コネクタ 1060">
                  <a:extLst>
                    <a:ext uri="{FF2B5EF4-FFF2-40B4-BE49-F238E27FC236}">
                      <ns2:creationId id="{66CA06A2-062F-CFF5-2C3E-44677FD5A5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14979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44546A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グループ化 48">
                <a:extLst>
                  <a:ext uri="{FF2B5EF4-FFF2-40B4-BE49-F238E27FC236}">
                    <ns2:creationId id="{02A272CE-7ED0-D0E7-CC3C-25B1B527E66B}"/>
                  </a:ext>
                </a:extLst>
              </p:cNvPr>
              <p:cNvGrpSpPr/>
              <p:nvPr/>
            </p:nvGrpSpPr>
            <p:grpSpPr>
              <a:xfrm>
                <a:off x="8856670" y="6107125"/>
                <a:ext cx="1379282" cy="157576"/>
                <a:chOff x="8690527" y="6107125"/>
                <a:chExt cx="1379282" cy="157576"/>
              </a:xfrm>
            </p:grpSpPr>
            <p:sp>
              <p:nvSpPr>
                <p:cNvPr id="552" name="Text 383">
                  <a:extLst>
                    <a:ext uri="{FF2B5EF4-FFF2-40B4-BE49-F238E27FC236}">
                      <ns2:creationId id="{B1E8E51E-3748-D340-F7AA-A371D6C75BF9}"/>
                    </a:ext>
                  </a:extLst>
                </p:cNvPr>
                <p:cNvSpPr/>
                <p:nvPr/>
              </p:nvSpPr>
              <p:spPr>
                <a:xfrm>
                  <a:off x="9025809" y="6107125"/>
                  <a:ext cx="1044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 err="1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50" dirty="0">
                      <a:solidFill>
                        <a:srgbClr val="C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62" name="直線矢印コネクタ 1061">
                  <a:extLst>
                    <a:ext uri="{FF2B5EF4-FFF2-40B4-BE49-F238E27FC236}">
                      <ns2:creationId id="{D939AFBF-0CB1-70E1-208D-8A70884DDB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90527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C00000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グループ化 49">
                <a:extLst>
                  <a:ext uri="{FF2B5EF4-FFF2-40B4-BE49-F238E27FC236}">
                    <ns2:creationId id="{B8D74E47-89E2-ED14-B40F-860A81D606A3}"/>
                  </a:ext>
                </a:extLst>
              </p:cNvPr>
              <p:cNvGrpSpPr/>
              <p:nvPr/>
            </p:nvGrpSpPr>
            <p:grpSpPr>
              <a:xfrm>
                <a:off x="10072564" y="6107124"/>
                <a:ext cx="1703059" cy="157576"/>
                <a:chOff x="10136362" y="6107124"/>
                <a:chExt cx="1703059" cy="157576"/>
              </a:xfrm>
            </p:grpSpPr>
            <p:sp>
              <p:nvSpPr>
                <p:cNvPr id="554" name="Text 383">
                  <a:extLst>
                    <a:ext uri="{FF2B5EF4-FFF2-40B4-BE49-F238E27FC236}">
                      <ns2:creationId id="{0D35FAEB-CECE-D675-790A-14E80C9436BE}"/>
                    </a:ext>
                  </a:extLst>
                </p:cNvPr>
                <p:cNvSpPr/>
                <p:nvPr/>
              </p:nvSpPr>
              <p:spPr>
                <a:xfrm>
                  <a:off x="10471421" y="6107124"/>
                  <a:ext cx="1368000" cy="15757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2E75B6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63" name="直線矢印コネクタ 1062">
                  <a:extLst>
                    <a:ext uri="{FF2B5EF4-FFF2-40B4-BE49-F238E27FC236}">
                      <ns2:creationId id="{C19D6015-F567-63E0-AD82-6D590AA12C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36362" y="6185913"/>
                  <a:ext cx="288000" cy="0"/>
                </a:xfrm>
                <a:prstGeom prst="straightConnector1">
                  <a:avLst/>
                </a:prstGeom>
                <a:ln w="19050">
                  <a:solidFill>
                    <a:srgbClr val="2E75B6"/>
                  </a:solidFill>
                  <a:headEnd type="none" w="med" len="me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64" name="直線矢印コネクタ 1063">
              <a:extLst>
                <a:ext uri="{FF2B5EF4-FFF2-40B4-BE49-F238E27FC236}">
                  <ns2:creationId id="{53CC59E3-034F-1483-F242-8BDBF7E131C0}"/>
                </a:ext>
              </a:extLst>
            </p:cNvPr>
            <p:cNvCxnSpPr>
              <a:cxnSpLocks/>
              <a:stCxn id="432" idx="3"/>
              <a:endCxn id="544" idx="1"/>
            </p:cNvCxnSpPr>
            <p:nvPr/>
          </p:nvCxnSpPr>
          <p:spPr>
            <a:xfrm>
              <a:off x="2366889" y="5656983"/>
              <a:ext cx="2878757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7" name="直線矢印コネクタ 1066">
              <a:extLst>
                <a:ext uri="{FF2B5EF4-FFF2-40B4-BE49-F238E27FC236}">
                  <ns2:creationId id="{A8CA3B89-CD25-98B9-3F84-CB121FFAD2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90765" y="5725738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直線矢印コネクタ 1067">
              <a:extLst>
                <a:ext uri="{FF2B5EF4-FFF2-40B4-BE49-F238E27FC236}">
                  <ns2:creationId id="{D0E9348C-C603-AA42-65E2-E5E0E739D0FF}"/>
                </a:ext>
              </a:extLst>
            </p:cNvPr>
            <p:cNvCxnSpPr>
              <a:cxnSpLocks/>
            </p:cNvCxnSpPr>
            <p:nvPr/>
          </p:nvCxnSpPr>
          <p:spPr>
            <a:xfrm>
              <a:off x="5629870" y="5725738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9" name="直線矢印コネクタ 1068">
              <a:extLst>
                <a:ext uri="{FF2B5EF4-FFF2-40B4-BE49-F238E27FC236}">
                  <ns2:creationId id="{6F50EF5E-6A80-9E57-FAF4-41B0905E5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68097" y="5513871"/>
              <a:ext cx="0" cy="286219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ns2:creationId id="{8BBB1007-11A6-BC7E-DD14-A1222898A7EB}"/>
                </a:ext>
              </a:extLst>
            </p:cNvPr>
            <p:cNvGrpSpPr/>
            <p:nvPr/>
          </p:nvGrpSpPr>
          <p:grpSpPr>
            <a:xfrm>
              <a:off x="334962" y="1215279"/>
              <a:ext cx="1167185" cy="4808011"/>
              <a:chOff x="334962" y="1215279"/>
              <a:chExt cx="1167185" cy="4808011"/>
            </a:xfrm>
          </p:grpSpPr>
          <p:grpSp>
            <p:nvGrpSpPr>
              <p:cNvPr id="60" name="グループ化 59">
                <a:extLst>
                  <a:ext uri="{FF2B5EF4-FFF2-40B4-BE49-F238E27FC236}">
                    <ns2:creationId id="{139007CE-4B6E-B802-2968-B28E490FAF03}"/>
                  </a:ext>
                </a:extLst>
              </p:cNvPr>
              <p:cNvGrpSpPr/>
              <p:nvPr/>
            </p:nvGrpSpPr>
            <p:grpSpPr>
              <a:xfrm>
                <a:off x="707464" y="1215279"/>
                <a:ext cx="794683" cy="4808011"/>
                <a:chOff x="707464" y="1215279"/>
                <a:chExt cx="794683" cy="4808011"/>
              </a:xfrm>
            </p:grpSpPr>
            <p:sp>
              <p:nvSpPr>
                <p:cNvPr id="265" name="Text 259">
                  <a:extLst>
                    <a:ext uri="{FF2B5EF4-FFF2-40B4-BE49-F238E27FC236}">
                      <ns2:creationId id="{A5522B58-411E-75F0-D699-7C41196CD18B}"/>
                    </a:ext>
                  </a:extLst>
                </p:cNvPr>
                <p:cNvSpPr/>
                <p:nvPr/>
              </p:nvSpPr>
              <p:spPr>
                <a:xfrm>
                  <a:off x="707464" y="4781247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/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1" name="Shape 19">
                  <a:extLst>
                    <a:ext uri="{FF2B5EF4-FFF2-40B4-BE49-F238E27FC236}">
                      <ns2:creationId id="{83D2E35B-9DAD-F454-13DA-A78DC60322FD}"/>
                    </a:ext>
                  </a:extLst>
                </p:cNvPr>
                <p:cNvSpPr/>
                <p:nvPr/>
              </p:nvSpPr>
              <p:spPr>
                <a:xfrm>
                  <a:off x="740909" y="1288548"/>
                  <a:ext cx="0" cy="4727278"/>
                </a:xfrm>
                <a:prstGeom prst="line">
                  <a:avLst/>
                </a:prstGeom>
                <a:noFill/>
                <a:ln w="9525">
                  <a:noFill/>
                  <a:prstDash val="solid"/>
                </a:ln>
              </p:spPr>
              <p:txBody>
                <a:bodyPr lIns="36000" tIns="36000" rIns="36000" bIns="36000"/>
                <a:lstStyle/>
                <a:p>
                  <a:endParaRPr lang="ja-JP" altLang="en-US" sz="24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Text 35">
                  <a:extLst>
                    <a:ext uri="{FF2B5EF4-FFF2-40B4-BE49-F238E27FC236}">
                      <ns2:creationId id="{B3407A54-1E34-0CF6-34FD-791444FAEBBF}"/>
                    </a:ext>
                  </a:extLst>
                </p:cNvPr>
                <p:cNvSpPr/>
                <p:nvPr/>
              </p:nvSpPr>
              <p:spPr>
                <a:xfrm>
                  <a:off x="707464" y="121527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</a:t>
                  </a:r>
                  <a:b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9" name="Text 36">
                  <a:extLst>
                    <a:ext uri="{FF2B5EF4-FFF2-40B4-BE49-F238E27FC236}">
                      <ns2:creationId id="{DE1030B3-1E02-8072-E977-BA8CCD917A12}"/>
                    </a:ext>
                  </a:extLst>
                </p:cNvPr>
                <p:cNvSpPr/>
                <p:nvPr/>
              </p:nvSpPr>
              <p:spPr>
                <a:xfrm>
                  <a:off x="707464" y="146999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" name="Text 37">
                  <a:extLst>
                    <a:ext uri="{FF2B5EF4-FFF2-40B4-BE49-F238E27FC236}">
                      <ns2:creationId id="{60DAF894-3188-5079-7793-3C3E9EFBBF5C}"/>
                    </a:ext>
                  </a:extLst>
                </p:cNvPr>
                <p:cNvSpPr/>
                <p:nvPr/>
              </p:nvSpPr>
              <p:spPr>
                <a:xfrm>
                  <a:off x="707464" y="172470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" name="Text 38">
                  <a:extLst>
                    <a:ext uri="{FF2B5EF4-FFF2-40B4-BE49-F238E27FC236}">
                      <ns2:creationId id="{82C20F58-1847-5BBD-2827-89EA90764B8E}"/>
                    </a:ext>
                  </a:extLst>
                </p:cNvPr>
                <p:cNvSpPr/>
                <p:nvPr/>
              </p:nvSpPr>
              <p:spPr>
                <a:xfrm>
                  <a:off x="707464" y="1979415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2" name="Text 39">
                  <a:extLst>
                    <a:ext uri="{FF2B5EF4-FFF2-40B4-BE49-F238E27FC236}">
                      <ns2:creationId id="{39A30843-CD91-0523-F046-9EF99F7CD470}"/>
                    </a:ext>
                  </a:extLst>
                </p:cNvPr>
                <p:cNvSpPr/>
                <p:nvPr/>
              </p:nvSpPr>
              <p:spPr>
                <a:xfrm>
                  <a:off x="707464" y="2234127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0" name="Text 116">
                  <a:extLst>
                    <a:ext uri="{FF2B5EF4-FFF2-40B4-BE49-F238E27FC236}">
                      <ns2:creationId id="{CC7EF2C1-B7BC-7E77-8828-92039087B895}"/>
                    </a:ext>
                  </a:extLst>
                </p:cNvPr>
                <p:cNvSpPr/>
                <p:nvPr/>
              </p:nvSpPr>
              <p:spPr>
                <a:xfrm>
                  <a:off x="707464" y="248883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1" name="Text 117">
                  <a:extLst>
                    <a:ext uri="{FF2B5EF4-FFF2-40B4-BE49-F238E27FC236}">
                      <ns2:creationId id="{6225C5B8-540C-0E9D-7082-22FA701E0E21}"/>
                    </a:ext>
                  </a:extLst>
                </p:cNvPr>
                <p:cNvSpPr/>
                <p:nvPr/>
              </p:nvSpPr>
              <p:spPr>
                <a:xfrm>
                  <a:off x="707464" y="274355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2" name="Text 118">
                  <a:extLst>
                    <a:ext uri="{FF2B5EF4-FFF2-40B4-BE49-F238E27FC236}">
                      <ns2:creationId id="{E8EB05D6-1643-86CE-D09B-8E0654742FA8}"/>
                    </a:ext>
                  </a:extLst>
                </p:cNvPr>
                <p:cNvSpPr/>
                <p:nvPr/>
              </p:nvSpPr>
              <p:spPr>
                <a:xfrm>
                  <a:off x="707464" y="299826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45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45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45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</a:t>
                  </a:r>
                  <a:r>
                    <a:rPr lang="en-US" sz="45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45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3" name="Text 119">
                  <a:extLst>
                    <a:ext uri="{FF2B5EF4-FFF2-40B4-BE49-F238E27FC236}">
                      <ns2:creationId id="{E05B6290-4DDA-08C7-9FA9-D0EBD2347601}"/>
                    </a:ext>
                  </a:extLst>
                </p:cNvPr>
                <p:cNvSpPr/>
                <p:nvPr/>
              </p:nvSpPr>
              <p:spPr>
                <a:xfrm>
                  <a:off x="707464" y="3252975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5" name="Text 190">
                  <a:extLst>
                    <a:ext uri="{FF2B5EF4-FFF2-40B4-BE49-F238E27FC236}">
                      <ns2:creationId id="{8D4B5554-63A5-000E-9AEF-64E9E51DED6B}"/>
                    </a:ext>
                  </a:extLst>
                </p:cNvPr>
                <p:cNvSpPr/>
                <p:nvPr/>
              </p:nvSpPr>
              <p:spPr>
                <a:xfrm>
                  <a:off x="707464" y="3507687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6" name="Text 191">
                  <a:extLst>
                    <a:ext uri="{FF2B5EF4-FFF2-40B4-BE49-F238E27FC236}">
                      <ns2:creationId id="{3D9C67D0-ADC7-A011-2324-E01800B45ADD}"/>
                    </a:ext>
                  </a:extLst>
                </p:cNvPr>
                <p:cNvSpPr/>
                <p:nvPr/>
              </p:nvSpPr>
              <p:spPr>
                <a:xfrm>
                  <a:off x="707464" y="376239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(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)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97" name="Text 192">
                  <a:extLst>
                    <a:ext uri="{FF2B5EF4-FFF2-40B4-BE49-F238E27FC236}">
                      <ns2:creationId id="{2CEFDD80-980F-8348-3B82-4A15F1F33AA4}"/>
                    </a:ext>
                  </a:extLst>
                </p:cNvPr>
                <p:cNvSpPr/>
                <p:nvPr/>
              </p:nvSpPr>
              <p:spPr>
                <a:xfrm>
                  <a:off x="707464" y="401711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55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5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 / 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3" name="Text 257">
                  <a:extLst>
                    <a:ext uri="{FF2B5EF4-FFF2-40B4-BE49-F238E27FC236}">
                      <ns2:creationId id="{C5C48289-50DB-6BD4-C79C-B1E1EC37E671}"/>
                    </a:ext>
                  </a:extLst>
                </p:cNvPr>
                <p:cNvSpPr/>
                <p:nvPr/>
              </p:nvSpPr>
              <p:spPr>
                <a:xfrm>
                  <a:off x="707464" y="427182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4" name="Text 258">
                  <a:extLst>
                    <a:ext uri="{FF2B5EF4-FFF2-40B4-BE49-F238E27FC236}">
                      <ns2:creationId id="{E3D48584-A51F-38F1-B283-95585DE9DAE8}"/>
                    </a:ext>
                  </a:extLst>
                </p:cNvPr>
                <p:cNvSpPr/>
                <p:nvPr/>
              </p:nvSpPr>
              <p:spPr>
                <a:xfrm>
                  <a:off x="707464" y="4526535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6" name="Text 260">
                  <a:extLst>
                    <a:ext uri="{FF2B5EF4-FFF2-40B4-BE49-F238E27FC236}">
                      <ns2:creationId id="{C60105AB-AB5E-47B9-5FCC-A22D4C5FF817}"/>
                    </a:ext>
                  </a:extLst>
                </p:cNvPr>
                <p:cNvSpPr/>
                <p:nvPr/>
              </p:nvSpPr>
              <p:spPr>
                <a:xfrm>
                  <a:off x="707464" y="5035959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/</a:t>
                  </a: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4" name="Text 327">
                  <a:extLst>
                    <a:ext uri="{FF2B5EF4-FFF2-40B4-BE49-F238E27FC236}">
                      <ns2:creationId id="{AE94CF7C-1296-D2A0-53D3-5E985899350F}"/>
                    </a:ext>
                  </a:extLst>
                </p:cNvPr>
                <p:cNvSpPr/>
                <p:nvPr/>
              </p:nvSpPr>
              <p:spPr>
                <a:xfrm>
                  <a:off x="707464" y="5290671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5" name="Text 328">
                  <a:extLst>
                    <a:ext uri="{FF2B5EF4-FFF2-40B4-BE49-F238E27FC236}">
                      <ns2:creationId id="{4E5A37FD-B1C9-7F35-65BA-E7CE8496A160}"/>
                    </a:ext>
                  </a:extLst>
                </p:cNvPr>
                <p:cNvSpPr/>
                <p:nvPr/>
              </p:nvSpPr>
              <p:spPr>
                <a:xfrm>
                  <a:off x="707464" y="5545383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b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36" name="Text 329">
                  <a:extLst>
                    <a:ext uri="{FF2B5EF4-FFF2-40B4-BE49-F238E27FC236}">
                      <ns2:creationId id="{86BB4126-BF1B-DA50-A344-CF8F67A45F55}"/>
                    </a:ext>
                  </a:extLst>
                </p:cNvPr>
                <p:cNvSpPr/>
                <p:nvPr/>
              </p:nvSpPr>
              <p:spPr>
                <a:xfrm>
                  <a:off x="707464" y="5800090"/>
                  <a:ext cx="794683" cy="223200"/>
                </a:xfrm>
                <a:prstGeom prst="rect">
                  <a:avLst/>
                </a:prstGeom>
                <a:solidFill>
                  <a:srgbClr val="008D2E">
                    <a:alpha val="5000"/>
                  </a:srgbClr>
                </a:solidFill>
                <a:ln w="9525">
                  <a:noFill/>
                </a:ln>
              </p:spPr>
              <p:txBody>
                <a:bodyPr wrap="square" lIns="36000" tIns="36000" rIns="36000" bIns="36000" rtlCol="0" anchor="ctr"/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700" dirty="0" err="1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sz="7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marL="0" indent="0">
                    <a:lnSpc>
                      <a:spcPct val="90000"/>
                    </a:lnSpc>
                    <a:buNone/>
                  </a:pP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・</a:t>
                  </a:r>
                  <a:br>
                    <a:rPr lang="en-US" sz="500" dirty="0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</a:br>
                  <a:r>
                    <a:rPr lang="en-US" sz="500" dirty="0" err="1">
                      <a:latin typeface="Meiryo UI" panose="020B0604030504040204" pitchFamily="50" charset="-128"/>
                      <a:ea typeface="Meiryo UI" panose="020B0604030504040204" pitchFamily="50" charset="-128"/>
                      <a:cs typeface="Meiryo UI" pitchFamily="34" charset="-120"/>
                    </a:rPr>
                    <a:t>XX</a:t>
                  </a:r>
                  <a:endParaRPr lang="en-US" sz="600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9" name="グループ化 58">
                <a:extLst>
                  <a:ext uri="{FF2B5EF4-FFF2-40B4-BE49-F238E27FC236}">
                    <ns2:creationId id="{247D2381-7550-8E5D-8C99-174B6B58B88D}"/>
                  </a:ext>
                </a:extLst>
              </p:cNvPr>
              <p:cNvGrpSpPr/>
              <p:nvPr/>
            </p:nvGrpSpPr>
            <p:grpSpPr>
              <a:xfrm>
                <a:off x="334962" y="1215279"/>
                <a:ext cx="362314" cy="2260896"/>
                <a:chOff x="334962" y="1215279"/>
                <a:chExt cx="362314" cy="2260896"/>
              </a:xfrm>
            </p:grpSpPr>
            <p:sp>
              <p:nvSpPr>
                <p:cNvPr id="417" name="矢印: 五方向 416">
                  <a:extLst>
                    <a:ext uri="{FF2B5EF4-FFF2-40B4-BE49-F238E27FC236}">
                      <ns2:creationId id="{088528C0-FC8F-2692-A315-3E85D09B5165}"/>
                    </a:ext>
                  </a:extLst>
                </p:cNvPr>
                <p:cNvSpPr/>
                <p:nvPr/>
              </p:nvSpPr>
              <p:spPr>
                <a:xfrm rot="5400000">
                  <a:off x="-149881" y="1700122"/>
                  <a:ext cx="1332000" cy="362313"/>
                </a:xfrm>
                <a:prstGeom prst="homePlate">
                  <a:avLst>
                    <a:gd name="adj" fmla="val 23315"/>
                  </a:avLst>
                </a:prstGeom>
                <a:solidFill>
                  <a:srgbClr val="008D2E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vert270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19" name="矢印: 山形 418">
                  <a:extLst>
                    <a:ext uri="{FF2B5EF4-FFF2-40B4-BE49-F238E27FC236}">
                      <ns2:creationId id="{CE3C08CC-D46A-168C-36F1-D59AA623C1AA}"/>
                    </a:ext>
                  </a:extLst>
                </p:cNvPr>
                <p:cNvSpPr/>
                <p:nvPr/>
              </p:nvSpPr>
              <p:spPr>
                <a:xfrm rot="5400000">
                  <a:off x="22452" y="2801350"/>
                  <a:ext cx="987336" cy="362313"/>
                </a:xfrm>
                <a:prstGeom prst="chevron">
                  <a:avLst>
                    <a:gd name="adj" fmla="val 23315"/>
                  </a:avLst>
                </a:prstGeom>
                <a:solidFill>
                  <a:srgbClr val="008D2E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vert270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8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endPara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57" name="グループ化 56">
                <a:extLst>
                  <a:ext uri="{FF2B5EF4-FFF2-40B4-BE49-F238E27FC236}">
                    <ns2:creationId id="{3AF3C549-FD99-1A12-BBCC-5B06AF854796}"/>
                  </a:ext>
                </a:extLst>
              </p:cNvPr>
              <p:cNvGrpSpPr/>
              <p:nvPr/>
            </p:nvGrpSpPr>
            <p:grpSpPr>
              <a:xfrm>
                <a:off x="334963" y="3507687"/>
                <a:ext cx="362313" cy="2515603"/>
                <a:chOff x="334963" y="3507687"/>
                <a:chExt cx="362313" cy="2515603"/>
              </a:xfrm>
            </p:grpSpPr>
            <p:grpSp>
              <p:nvGrpSpPr>
                <p:cNvPr id="54" name="グループ化 53">
                  <a:extLst>
                    <a:ext uri="{FF2B5EF4-FFF2-40B4-BE49-F238E27FC236}">
                      <ns2:creationId id="{474ECFF1-A0C7-65E0-C775-688649652494}"/>
                    </a:ext>
                  </a:extLst>
                </p:cNvPr>
                <p:cNvGrpSpPr/>
                <p:nvPr/>
              </p:nvGrpSpPr>
              <p:grpSpPr>
                <a:xfrm>
                  <a:off x="334963" y="3507687"/>
                  <a:ext cx="362313" cy="732624"/>
                  <a:chOff x="334963" y="3507687"/>
                  <a:chExt cx="362313" cy="732624"/>
                </a:xfrm>
              </p:grpSpPr>
              <p:sp>
                <p:nvSpPr>
                  <p:cNvPr id="191" name="Shape 187">
                    <a:extLst>
                      <a:ext uri="{FF2B5EF4-FFF2-40B4-BE49-F238E27FC236}">
                        <ns2:creationId id="{1C47F726-33BB-F10E-4B05-1F997BE3A6F1}"/>
                      </a:ext>
                    </a:extLst>
                  </p:cNvPr>
                  <p:cNvSpPr/>
                  <p:nvPr/>
                </p:nvSpPr>
                <p:spPr>
                  <a:xfrm>
                    <a:off x="334963" y="3507687"/>
                    <a:ext cx="362313" cy="732624"/>
                  </a:xfrm>
                  <a:prstGeom prst="rect">
                    <a:avLst/>
                  </a:prstGeom>
                  <a:solidFill>
                    <a:srgbClr val="008D2E"/>
                  </a:solidFill>
                  <a:ln w="6350">
                    <a:noFill/>
                    <a:prstDash val="solid"/>
                  </a:ln>
                </p:spPr>
                <p:txBody>
                  <a:bodyPr lIns="36000" tIns="396000" rIns="36000" bIns="36000"/>
                  <a:lstStyle/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  <a:p>
                    <a:pPr algn="ctr"/>
                    <a:r>
                      <a:rPr lang="en-US" altLang="ja-JP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1106" name="グラフィックス 1105" descr="環状の矢印 単色塗りつぶし">
                    <a:extLst>
                      <a:ext uri="{FF2B5EF4-FFF2-40B4-BE49-F238E27FC236}">
                        <ns2:creationId id="{92236E24-2BED-2262-BF71-BFD1E420AD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72119" y="3594178"/>
                    <a:ext cx="288000" cy="288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6" name="グループ化 55">
                  <a:extLst>
                    <a:ext uri="{FF2B5EF4-FFF2-40B4-BE49-F238E27FC236}">
                      <ns2:creationId id="{B58E136B-79C2-06FE-D04D-05F970771C1F}"/>
                    </a:ext>
                  </a:extLst>
                </p:cNvPr>
                <p:cNvGrpSpPr/>
                <p:nvPr/>
              </p:nvGrpSpPr>
              <p:grpSpPr>
                <a:xfrm>
                  <a:off x="334963" y="5290671"/>
                  <a:ext cx="362313" cy="732619"/>
                  <a:chOff x="334963" y="5290671"/>
                  <a:chExt cx="362313" cy="732619"/>
                </a:xfrm>
              </p:grpSpPr>
              <p:sp>
                <p:nvSpPr>
                  <p:cNvPr id="426" name="Shape 187">
                    <a:extLst>
                      <a:ext uri="{FF2B5EF4-FFF2-40B4-BE49-F238E27FC236}">
                        <ns2:creationId id="{C04019AA-A67C-7F1A-9785-4FAC878B41A3}"/>
                      </a:ext>
                    </a:extLst>
                  </p:cNvPr>
                  <p:cNvSpPr/>
                  <p:nvPr/>
                </p:nvSpPr>
                <p:spPr>
                  <a:xfrm>
                    <a:off x="334963" y="5290671"/>
                    <a:ext cx="362313" cy="732619"/>
                  </a:xfrm>
                  <a:prstGeom prst="rect">
                    <a:avLst/>
                  </a:prstGeom>
                  <a:solidFill>
                    <a:srgbClr val="008D2E"/>
                  </a:solidFill>
                  <a:ln w="6350">
                    <a:noFill/>
                    <a:prstDash val="solid"/>
                  </a:ln>
                </p:spPr>
                <p:txBody>
                  <a:bodyPr lIns="36000" tIns="396000" rIns="36000" bIns="36000"/>
                  <a:lstStyle/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1108" name="グラフィックス 1107" descr="ユーザー 単色塗りつぶし">
                    <a:extLst>
                      <a:ext uri="{FF2B5EF4-FFF2-40B4-BE49-F238E27FC236}">
                        <ns2:creationId id="{3668EFFE-11CD-A8FB-8913-156BC0F3AEC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90119" y="5391204"/>
                    <a:ext cx="252000" cy="2520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5" name="グループ化 54">
                  <a:extLst>
                    <a:ext uri="{FF2B5EF4-FFF2-40B4-BE49-F238E27FC236}">
                      <ns2:creationId id="{FC826A7A-B293-220A-82EA-5B929595EF4C}"/>
                    </a:ext>
                  </a:extLst>
                </p:cNvPr>
                <p:cNvGrpSpPr/>
                <p:nvPr/>
              </p:nvGrpSpPr>
              <p:grpSpPr>
                <a:xfrm>
                  <a:off x="334963" y="4271822"/>
                  <a:ext cx="362313" cy="987336"/>
                  <a:chOff x="334963" y="4271822"/>
                  <a:chExt cx="362313" cy="987336"/>
                </a:xfrm>
              </p:grpSpPr>
              <p:sp>
                <p:nvSpPr>
                  <p:cNvPr id="424" name="Shape 187">
                    <a:extLst>
                      <a:ext uri="{FF2B5EF4-FFF2-40B4-BE49-F238E27FC236}">
                        <ns2:creationId id="{78EB2330-049E-F720-19C3-DBCA44B18608}"/>
                      </a:ext>
                    </a:extLst>
                  </p:cNvPr>
                  <p:cNvSpPr/>
                  <p:nvPr/>
                </p:nvSpPr>
                <p:spPr>
                  <a:xfrm>
                    <a:off x="334963" y="4271822"/>
                    <a:ext cx="362313" cy="987336"/>
                  </a:xfrm>
                  <a:prstGeom prst="rect">
                    <a:avLst/>
                  </a:prstGeom>
                  <a:solidFill>
                    <a:srgbClr val="008D2E"/>
                  </a:solidFill>
                  <a:ln w="6350">
                    <a:noFill/>
                    <a:prstDash val="solid"/>
                  </a:ln>
                </p:spPr>
                <p:txBody>
                  <a:bodyPr lIns="36000" tIns="540000" rIns="36000" bIns="36000"/>
                  <a:lstStyle/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  <a:p>
                    <a:pPr algn="ctr"/>
                    <a:r>
                      <a:rPr lang="ja-JP" altLang="en-US" sz="750" dirty="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1110" name="グラフィックス 1109" descr="葉 単色塗りつぶし">
                    <a:extLst>
                      <a:ext uri="{FF2B5EF4-FFF2-40B4-BE49-F238E27FC236}">
                        <ns2:creationId id="{DB68766B-8CA8-0B26-7ACD-20216FD3EBB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90119" y="4490852"/>
                    <a:ext cx="252000" cy="252000"/>
                  </a:xfrm>
                  <a:prstGeom prst="rect">
                    <a:avLst/>
                  </a:prstGeom>
                </p:spPr>
              </p:pic>
            </p:grpSp>
          </p:grpSp>
        </p:grpSp>
        <p:cxnSp>
          <p:nvCxnSpPr>
            <p:cNvPr id="1116" name="直線矢印コネクタ 1115">
              <a:extLst>
                <a:ext uri="{FF2B5EF4-FFF2-40B4-BE49-F238E27FC236}">
                  <ns2:creationId id="{6C6655AC-9D7C-8989-A096-B9A9834C1CDD}"/>
                </a:ext>
              </a:extLst>
            </p:cNvPr>
            <p:cNvCxnSpPr>
              <a:cxnSpLocks/>
            </p:cNvCxnSpPr>
            <p:nvPr/>
          </p:nvCxnSpPr>
          <p:spPr>
            <a:xfrm>
              <a:off x="6014075" y="1381501"/>
              <a:ext cx="0" cy="600475"/>
            </a:xfrm>
            <a:prstGeom prst="straightConnector1">
              <a:avLst/>
            </a:prstGeom>
            <a:ln w="9525">
              <a:solidFill>
                <a:srgbClr val="2E75B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9" name="コネクタ: カギ線 1138">
              <a:extLst>
                <a:ext uri="{FF2B5EF4-FFF2-40B4-BE49-F238E27FC236}">
                  <ns2:creationId id="{C1070F4F-ECF8-9440-21BF-523CBC5D64C9}"/>
                </a:ext>
              </a:extLst>
            </p:cNvPr>
            <p:cNvCxnSpPr>
              <a:cxnSpLocks/>
              <a:stCxn id="620" idx="3"/>
              <a:endCxn id="606" idx="2"/>
            </p:cNvCxnSpPr>
            <p:nvPr/>
          </p:nvCxnSpPr>
          <p:spPr>
            <a:xfrm flipV="1">
              <a:off x="9442578" y="2708439"/>
              <a:ext cx="677339" cy="401424"/>
            </a:xfrm>
            <a:prstGeom prst="bentConnector2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7" name="コネクタ: カギ線 1146">
              <a:extLst>
                <a:ext uri="{FF2B5EF4-FFF2-40B4-BE49-F238E27FC236}">
                  <ns2:creationId id="{6A190DC4-97A5-C204-162C-74F91AAFFA7E}"/>
                </a:ext>
              </a:extLst>
            </p:cNvPr>
            <p:cNvCxnSpPr>
              <a:cxnSpLocks/>
              <a:stCxn id="624" idx="1"/>
            </p:cNvCxnSpPr>
            <p:nvPr/>
          </p:nvCxnSpPr>
          <p:spPr>
            <a:xfrm rot="10800000" flipH="1">
              <a:off x="6936519" y="2708773"/>
              <a:ext cx="317563" cy="401090"/>
            </a:xfrm>
            <a:prstGeom prst="bentConnector4">
              <a:avLst>
                <a:gd name="adj1" fmla="val -26917"/>
                <a:gd name="adj2" fmla="val 99147"/>
              </a:avLst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2" name="コネクタ: カギ線 1161">
              <a:extLst>
                <a:ext uri="{FF2B5EF4-FFF2-40B4-BE49-F238E27FC236}">
                  <ns2:creationId id="{38E32195-F70D-F828-E05F-E2E0C97DC88A}"/>
                </a:ext>
              </a:extLst>
            </p:cNvPr>
            <p:cNvCxnSpPr>
              <a:cxnSpLocks/>
            </p:cNvCxnSpPr>
            <p:nvPr/>
          </p:nvCxnSpPr>
          <p:spPr>
            <a:xfrm>
              <a:off x="6481148" y="5475873"/>
              <a:ext cx="41793" cy="324217"/>
            </a:xfrm>
            <a:prstGeom prst="bentConnector2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ns2:creationId id="{DCB76B4D-E87F-964D-9A11-68BA785BC333}"/>
                </a:ext>
              </a:extLst>
            </p:cNvPr>
            <p:cNvCxnSpPr>
              <a:cxnSpLocks/>
              <a:stCxn id="329" idx="3"/>
              <a:endCxn id="508" idx="1"/>
            </p:cNvCxnSpPr>
            <p:nvPr/>
          </p:nvCxnSpPr>
          <p:spPr>
            <a:xfrm flipV="1">
              <a:off x="5852290" y="5147559"/>
              <a:ext cx="210679" cy="1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ns2:creationId id="{9B311C6A-399A-D56B-F139-AA35E0340C27}"/>
                </a:ext>
              </a:extLst>
            </p:cNvPr>
            <p:cNvCxnSpPr>
              <a:cxnSpLocks/>
            </p:cNvCxnSpPr>
            <p:nvPr/>
          </p:nvCxnSpPr>
          <p:spPr>
            <a:xfrm>
              <a:off x="11449443" y="5739909"/>
              <a:ext cx="0" cy="108000"/>
            </a:xfrm>
            <a:prstGeom prst="straightConnector1">
              <a:avLst/>
            </a:prstGeom>
            <a:ln w="9525">
              <a:solidFill>
                <a:srgbClr val="44546A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098238856"/>
      </p:ext>
    </p:extLst>
  </p:cSld>
  <p:clrMapOvr>
    <a:masterClrMapping/>
  </p:clrMapOvr>
</p:sld>
</file>

<file path=ppt/slides/slide31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5FC9D6D8-AF91-1D71-30CB-3E0F358F1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正方形/長方形 18">
            <a:extLst>
              <a:ext uri="{FF2B5EF4-FFF2-40B4-BE49-F238E27FC236}">
                <ns2:creationId id="{79AAD239-E35C-E575-B1F9-176CFA7C7635}"/>
              </a:ext>
            </a:extLst>
          </p:cNvPr>
          <p:cNvSpPr/>
          <p:nvPr/>
        </p:nvSpPr>
        <p:spPr>
          <a:xfrm>
            <a:off x="342446" y="976762"/>
            <a:ext cx="11514591" cy="249695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15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6D9563B0-7846-35A5-E295-6D18065A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50" name="正方形/長方形 49">
            <a:extLst>
              <a:ext uri="{FF2B5EF4-FFF2-40B4-BE49-F238E27FC236}">
                <ns2:creationId id="{6CD0AF33-BEB5-C544-B7DA-33CC045801D1}"/>
              </a:ext>
            </a:extLst>
          </p:cNvPr>
          <p:cNvSpPr/>
          <p:nvPr/>
        </p:nvSpPr>
        <p:spPr>
          <a:xfrm>
            <a:off x="342446" y="1288818"/>
            <a:ext cx="275547" cy="339957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5</a:t>
            </a:r>
          </a:p>
        </p:txBody>
      </p:sp>
      <p:sp>
        <p:nvSpPr>
          <p:cNvPr id="55" name="正方形/長方形 54">
            <a:extLst>
              <a:ext uri="{FF2B5EF4-FFF2-40B4-BE49-F238E27FC236}">
                <ns2:creationId id="{5BEA6FFA-3DF7-5AAB-B55E-00836BF5DD1F}"/>
              </a:ext>
            </a:extLst>
          </p:cNvPr>
          <p:cNvSpPr/>
          <p:nvPr/>
        </p:nvSpPr>
        <p:spPr>
          <a:xfrm>
            <a:off x="617992" y="1288818"/>
            <a:ext cx="1891843" cy="339957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ns2:creationId id="{A64B7B2D-E857-15E6-9F2C-2EF2420F7EE2}"/>
              </a:ext>
            </a:extLst>
          </p:cNvPr>
          <p:cNvSpPr/>
          <p:nvPr/>
        </p:nvSpPr>
        <p:spPr>
          <a:xfrm>
            <a:off x="2680444" y="1288818"/>
            <a:ext cx="275547" cy="339957"/>
          </a:xfrm>
          <a:prstGeom prst="rect">
            <a:avLst/>
          </a:prstGeom>
          <a:solidFill>
            <a:schemeClr val="accent5">
              <a:alpha val="90000"/>
            </a:schemeClr>
          </a:solidFill>
          <a:ln w="9525">
            <a:solidFill>
              <a:srgbClr val="19984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4</a:t>
            </a:r>
          </a:p>
        </p:txBody>
      </p:sp>
      <p:sp>
        <p:nvSpPr>
          <p:cNvPr id="62" name="正方形/長方形 61">
            <a:extLst>
              <a:ext uri="{FF2B5EF4-FFF2-40B4-BE49-F238E27FC236}">
                <ns2:creationId id="{F340617A-6409-58D2-97BA-A8F3D7EC6C60}"/>
              </a:ext>
            </a:extLst>
          </p:cNvPr>
          <p:cNvSpPr/>
          <p:nvPr/>
        </p:nvSpPr>
        <p:spPr>
          <a:xfrm>
            <a:off x="2955990" y="1288818"/>
            <a:ext cx="1891843" cy="339957"/>
          </a:xfrm>
          <a:prstGeom prst="rect">
            <a:avLst/>
          </a:prstGeom>
          <a:noFill/>
          <a:ln w="9525">
            <a:solidFill>
              <a:srgbClr val="19984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ns2:creationId id="{EF16BF3F-DEAF-65A3-21D3-234B4918F07E}"/>
              </a:ext>
            </a:extLst>
          </p:cNvPr>
          <p:cNvSpPr/>
          <p:nvPr/>
        </p:nvSpPr>
        <p:spPr>
          <a:xfrm>
            <a:off x="5018442" y="1288818"/>
            <a:ext cx="275547" cy="339957"/>
          </a:xfrm>
          <a:prstGeom prst="rect">
            <a:avLst/>
          </a:prstGeom>
          <a:solidFill>
            <a:schemeClr val="accent5">
              <a:alpha val="80000"/>
            </a:schemeClr>
          </a:solidFill>
          <a:ln w="9525">
            <a:solidFill>
              <a:srgbClr val="33A458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</a:t>
            </a:r>
          </a:p>
        </p:txBody>
      </p:sp>
      <p:sp>
        <p:nvSpPr>
          <p:cNvPr id="66" name="正方形/長方形 65">
            <a:extLst>
              <a:ext uri="{FF2B5EF4-FFF2-40B4-BE49-F238E27FC236}">
                <ns2:creationId id="{69B1C132-2365-B7A2-E782-25DD0A143BDC}"/>
              </a:ext>
            </a:extLst>
          </p:cNvPr>
          <p:cNvSpPr/>
          <p:nvPr/>
        </p:nvSpPr>
        <p:spPr>
          <a:xfrm>
            <a:off x="5293988" y="1288818"/>
            <a:ext cx="1891843" cy="339957"/>
          </a:xfrm>
          <a:prstGeom prst="rect">
            <a:avLst/>
          </a:prstGeom>
          <a:noFill/>
          <a:ln w="9525">
            <a:solidFill>
              <a:srgbClr val="33A458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8" name="正方形/長方形 67">
            <a:extLst>
              <a:ext uri="{FF2B5EF4-FFF2-40B4-BE49-F238E27FC236}">
                <ns2:creationId id="{3EA9FCF5-2701-EEBE-4157-411244C32C62}"/>
              </a:ext>
            </a:extLst>
          </p:cNvPr>
          <p:cNvSpPr/>
          <p:nvPr/>
        </p:nvSpPr>
        <p:spPr>
          <a:xfrm>
            <a:off x="7356440" y="1288818"/>
            <a:ext cx="275547" cy="339957"/>
          </a:xfrm>
          <a:prstGeom prst="rect">
            <a:avLst/>
          </a:prstGeom>
          <a:solidFill>
            <a:schemeClr val="accent5">
              <a:alpha val="70000"/>
            </a:schemeClr>
          </a:solidFill>
          <a:ln w="9525">
            <a:solidFill>
              <a:srgbClr val="4CAF6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</a:t>
            </a:r>
          </a:p>
        </p:txBody>
      </p:sp>
      <p:sp>
        <p:nvSpPr>
          <p:cNvPr id="69" name="正方形/長方形 68">
            <a:extLst>
              <a:ext uri="{FF2B5EF4-FFF2-40B4-BE49-F238E27FC236}">
                <ns2:creationId id="{3E30AA34-EDBB-485F-1D98-DF724DB21C84}"/>
              </a:ext>
            </a:extLst>
          </p:cNvPr>
          <p:cNvSpPr/>
          <p:nvPr/>
        </p:nvSpPr>
        <p:spPr>
          <a:xfrm>
            <a:off x="7631985" y="1288818"/>
            <a:ext cx="1891843" cy="339957"/>
          </a:xfrm>
          <a:prstGeom prst="rect">
            <a:avLst/>
          </a:prstGeom>
          <a:noFill/>
          <a:ln w="9525">
            <a:solidFill>
              <a:srgbClr val="4CAF6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5ACE44C4-FBCB-093B-1AAC-F42E2A14C60A}"/>
              </a:ext>
            </a:extLst>
          </p:cNvPr>
          <p:cNvSpPr/>
          <p:nvPr/>
        </p:nvSpPr>
        <p:spPr>
          <a:xfrm>
            <a:off x="9694439" y="1288818"/>
            <a:ext cx="275547" cy="339957"/>
          </a:xfrm>
          <a:prstGeom prst="rect">
            <a:avLst/>
          </a:prstGeom>
          <a:solidFill>
            <a:schemeClr val="accent5">
              <a:alpha val="60000"/>
            </a:schemeClr>
          </a:solidFill>
          <a:ln w="9525">
            <a:solidFill>
              <a:srgbClr val="66BB8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</a:t>
            </a:r>
          </a:p>
        </p:txBody>
      </p:sp>
      <p:sp>
        <p:nvSpPr>
          <p:cNvPr id="73" name="正方形/長方形 72">
            <a:extLst>
              <a:ext uri="{FF2B5EF4-FFF2-40B4-BE49-F238E27FC236}">
                <ns2:creationId id="{7BF84E9A-C916-73CE-8A03-B8EE7C61F256}"/>
              </a:ext>
            </a:extLst>
          </p:cNvPr>
          <p:cNvSpPr/>
          <p:nvPr/>
        </p:nvSpPr>
        <p:spPr>
          <a:xfrm>
            <a:off x="9969985" y="1288818"/>
            <a:ext cx="1891843" cy="339957"/>
          </a:xfrm>
          <a:prstGeom prst="rect">
            <a:avLst/>
          </a:prstGeom>
          <a:noFill/>
          <a:ln w="9525">
            <a:solidFill>
              <a:srgbClr val="66BB8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ns2:creationId id="{55D4CF8C-F75A-B083-01EA-07771D1E12E3}"/>
              </a:ext>
            </a:extLst>
          </p:cNvPr>
          <p:cNvSpPr/>
          <p:nvPr/>
        </p:nvSpPr>
        <p:spPr>
          <a:xfrm>
            <a:off x="334963" y="1691136"/>
            <a:ext cx="1042987" cy="556764"/>
          </a:xfrm>
          <a:prstGeom prst="rect">
            <a:avLst/>
          </a:prstGeom>
          <a:solidFill>
            <a:schemeClr val="accent5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4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9" name="正方形/長方形 88">
            <a:extLst>
              <a:ext uri="{FF2B5EF4-FFF2-40B4-BE49-F238E27FC236}">
                <ns2:creationId id="{3BD72605-8DD9-FBB1-103B-9FF77591EC72}"/>
              </a:ext>
            </a:extLst>
          </p:cNvPr>
          <p:cNvSpPr/>
          <p:nvPr/>
        </p:nvSpPr>
        <p:spPr>
          <a:xfrm>
            <a:off x="1428750" y="1691136"/>
            <a:ext cx="4739821" cy="556764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57" name="正方形/長方形 456">
            <a:extLst>
              <a:ext uri="{FF2B5EF4-FFF2-40B4-BE49-F238E27FC236}">
                <ns2:creationId id="{03E8889C-D6E5-7BFD-5879-1937AE7BCD5A}"/>
              </a:ext>
            </a:extLst>
          </p:cNvPr>
          <p:cNvSpPr/>
          <p:nvPr/>
        </p:nvSpPr>
        <p:spPr>
          <a:xfrm>
            <a:off x="6168571" y="1691136"/>
            <a:ext cx="5688467" cy="556764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 startAt="3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  <a:p>
            <a:pPr marL="268288" marR="0" lvl="0" indent="-2682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+mj-ea"/>
              <a:buAutoNum type="circleNumDbPlain" startAt="3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×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C417CCAD-A543-A3D9-C225-04DF5F4A7DE2}"/>
              </a:ext>
            </a:extLst>
          </p:cNvPr>
          <p:cNvGrpSpPr/>
          <p:nvPr/>
        </p:nvGrpSpPr>
        <p:grpSpPr>
          <a:xfrm>
            <a:off x="334963" y="2247900"/>
            <a:ext cx="11526865" cy="4060826"/>
            <a:chOff x="334963" y="2247900"/>
            <a:chExt cx="11526865" cy="4060826"/>
          </a:xfrm>
        </p:grpSpPr>
        <p:grpSp>
          <p:nvGrpSpPr>
            <p:cNvPr id="101" name="グループ化 100">
              <a:extLst>
                <a:ext uri="{FF2B5EF4-FFF2-40B4-BE49-F238E27FC236}">
                  <ns2:creationId id="{3522EDE1-03B9-86BC-750B-046CD113BCDC}"/>
                </a:ext>
              </a:extLst>
            </p:cNvPr>
            <p:cNvGrpSpPr/>
            <p:nvPr/>
          </p:nvGrpSpPr>
          <p:grpSpPr>
            <a:xfrm>
              <a:off x="334965" y="2463608"/>
              <a:ext cx="379816" cy="203198"/>
              <a:chOff x="355531" y="2663827"/>
              <a:chExt cx="1042987" cy="203198"/>
            </a:xfrm>
          </p:grpSpPr>
          <p:sp>
            <p:nvSpPr>
              <p:cNvPr id="95" name="正方形/長方形 94">
                <a:extLst>
                  <a:ext uri="{FF2B5EF4-FFF2-40B4-BE49-F238E27FC236}">
                    <ns2:creationId id="{AABA42D0-FC70-4996-FBB8-3DE97E591B95}"/>
                  </a:ext>
                </a:extLst>
              </p:cNvPr>
              <p:cNvSpPr/>
              <p:nvPr/>
            </p:nvSpPr>
            <p:spPr>
              <a:xfrm>
                <a:off x="355531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99" name="直線コネクタ 98">
                <a:extLst>
                  <a:ext uri="{FF2B5EF4-FFF2-40B4-BE49-F238E27FC236}">
                    <ns2:creationId id="{60CD7A59-F8A3-508A-A7D4-3E2DB5030B26}"/>
                  </a:ext>
                </a:extLst>
              </p:cNvPr>
              <p:cNvCxnSpPr/>
              <p:nvPr/>
            </p:nvCxnSpPr>
            <p:spPr>
              <a:xfrm>
                <a:off x="355531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グループ化 103">
              <a:extLst>
                <a:ext uri="{FF2B5EF4-FFF2-40B4-BE49-F238E27FC236}">
                  <ns2:creationId id="{B2E4621E-660F-A69D-2483-590C9BC3DEE0}"/>
                </a:ext>
              </a:extLst>
            </p:cNvPr>
            <p:cNvGrpSpPr/>
            <p:nvPr/>
          </p:nvGrpSpPr>
          <p:grpSpPr>
            <a:xfrm>
              <a:off x="765579" y="2463608"/>
              <a:ext cx="2221194" cy="203198"/>
              <a:chOff x="334963" y="2663827"/>
              <a:chExt cx="1042987" cy="203198"/>
            </a:xfrm>
          </p:grpSpPr>
          <p:sp>
            <p:nvSpPr>
              <p:cNvPr id="105" name="正方形/長方形 104">
                <a:extLst>
                  <a:ext uri="{FF2B5EF4-FFF2-40B4-BE49-F238E27FC236}">
                    <ns2:creationId id="{3BF2F1CC-6B79-7A2E-0861-140546B4A398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38831FCA-0E17-C0C9-7A0D-82A127CCA51B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7" name="グループ化 106">
              <a:extLst>
                <a:ext uri="{FF2B5EF4-FFF2-40B4-BE49-F238E27FC236}">
                  <ns2:creationId id="{231DE3F6-D419-DA50-AC5F-AAB3A9AA36AA}"/>
                </a:ext>
              </a:extLst>
            </p:cNvPr>
            <p:cNvGrpSpPr/>
            <p:nvPr/>
          </p:nvGrpSpPr>
          <p:grpSpPr>
            <a:xfrm>
              <a:off x="3045061" y="2463608"/>
              <a:ext cx="5359391" cy="203198"/>
              <a:chOff x="334963" y="2663827"/>
              <a:chExt cx="1042987" cy="203198"/>
            </a:xfrm>
          </p:grpSpPr>
          <p:sp>
            <p:nvSpPr>
              <p:cNvPr id="108" name="正方形/長方形 107">
                <a:extLst>
                  <a:ext uri="{FF2B5EF4-FFF2-40B4-BE49-F238E27FC236}">
                    <ns2:creationId id="{314B1919-930D-1974-A205-36523A78C4DA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1100">
                    <a:solidFill>
                      <a:sysClr val="windowText" lastClr="000000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109" name="直線コネクタ 108">
                <a:extLst>
                  <a:ext uri="{FF2B5EF4-FFF2-40B4-BE49-F238E27FC236}">
                    <ns2:creationId id="{E317538D-4DC0-8EC8-7829-0931C06735DD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" name="グループ化 109">
              <a:extLst>
                <a:ext uri="{FF2B5EF4-FFF2-40B4-BE49-F238E27FC236}">
                  <ns2:creationId id="{FD78445A-8A10-6D5F-6E8A-B005BE8E517E}"/>
                </a:ext>
              </a:extLst>
            </p:cNvPr>
            <p:cNvGrpSpPr/>
            <p:nvPr/>
          </p:nvGrpSpPr>
          <p:grpSpPr>
            <a:xfrm>
              <a:off x="8462740" y="2463608"/>
              <a:ext cx="435623" cy="203198"/>
              <a:chOff x="334963" y="2663827"/>
              <a:chExt cx="1042987" cy="203198"/>
            </a:xfrm>
          </p:grpSpPr>
          <p:sp>
            <p:nvSpPr>
              <p:cNvPr id="111" name="正方形/長方形 110">
                <a:extLst>
                  <a:ext uri="{FF2B5EF4-FFF2-40B4-BE49-F238E27FC236}">
                    <ns2:creationId id="{3969F81E-AD62-FD17-502D-9269C6B11450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12" name="直線コネクタ 111">
                <a:extLst>
                  <a:ext uri="{FF2B5EF4-FFF2-40B4-BE49-F238E27FC236}">
                    <ns2:creationId id="{A6ECEE35-C1F1-52FA-9D1B-87CE9EA4D061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3" name="グループ化 112">
              <a:extLst>
                <a:ext uri="{FF2B5EF4-FFF2-40B4-BE49-F238E27FC236}">
                  <ns2:creationId id="{BC4D60AE-D377-0513-0944-9E5A73E52F7F}"/>
                </a:ext>
              </a:extLst>
            </p:cNvPr>
            <p:cNvGrpSpPr/>
            <p:nvPr/>
          </p:nvGrpSpPr>
          <p:grpSpPr>
            <a:xfrm>
              <a:off x="8956651" y="2463608"/>
              <a:ext cx="435623" cy="203198"/>
              <a:chOff x="334963" y="2663827"/>
              <a:chExt cx="1042987" cy="203198"/>
            </a:xfrm>
          </p:grpSpPr>
          <p:sp>
            <p:nvSpPr>
              <p:cNvPr id="114" name="正方形/長方形 113">
                <a:extLst>
                  <a:ext uri="{FF2B5EF4-FFF2-40B4-BE49-F238E27FC236}">
                    <ns2:creationId id="{F3535FDF-BCE9-23FF-A009-90C61814A8D2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15" name="直線コネクタ 114">
                <a:extLst>
                  <a:ext uri="{FF2B5EF4-FFF2-40B4-BE49-F238E27FC236}">
                    <ns2:creationId id="{EA722E2E-D6DC-1968-FC54-7595854965E7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グループ化 115">
              <a:extLst>
                <a:ext uri="{FF2B5EF4-FFF2-40B4-BE49-F238E27FC236}">
                  <ns2:creationId id="{248B38C5-F249-5D55-8143-3A68F4EFC065}"/>
                </a:ext>
              </a:extLst>
            </p:cNvPr>
            <p:cNvGrpSpPr/>
            <p:nvPr/>
          </p:nvGrpSpPr>
          <p:grpSpPr>
            <a:xfrm>
              <a:off x="9450562" y="2463608"/>
              <a:ext cx="435623" cy="203198"/>
              <a:chOff x="334963" y="2663827"/>
              <a:chExt cx="1042987" cy="203198"/>
            </a:xfrm>
          </p:grpSpPr>
          <p:sp>
            <p:nvSpPr>
              <p:cNvPr id="117" name="正方形/長方形 116">
                <a:extLst>
                  <a:ext uri="{FF2B5EF4-FFF2-40B4-BE49-F238E27FC236}">
                    <ns2:creationId id="{DCBCE2F1-36F0-D79D-DEF6-79B7BF585C81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18" name="直線コネクタ 117">
                <a:extLst>
                  <a:ext uri="{FF2B5EF4-FFF2-40B4-BE49-F238E27FC236}">
                    <ns2:creationId id="{31E27980-04CD-98AD-1907-CC594E32EC72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グループ化 130">
              <a:extLst>
                <a:ext uri="{FF2B5EF4-FFF2-40B4-BE49-F238E27FC236}">
                  <ns2:creationId id="{C8026065-C6E8-F9F3-5D71-4A528B385611}"/>
                </a:ext>
              </a:extLst>
            </p:cNvPr>
            <p:cNvGrpSpPr/>
            <p:nvPr/>
          </p:nvGrpSpPr>
          <p:grpSpPr>
            <a:xfrm>
              <a:off x="9944472" y="2463608"/>
              <a:ext cx="435623" cy="203198"/>
              <a:chOff x="334963" y="2663827"/>
              <a:chExt cx="1042987" cy="203198"/>
            </a:xfrm>
          </p:grpSpPr>
          <p:sp>
            <p:nvSpPr>
              <p:cNvPr id="132" name="正方形/長方形 131">
                <a:extLst>
                  <a:ext uri="{FF2B5EF4-FFF2-40B4-BE49-F238E27FC236}">
                    <ns2:creationId id="{28FA454F-4C61-417B-89F5-ABDE0FB39C43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33" name="直線コネクタ 132">
                <a:extLst>
                  <a:ext uri="{FF2B5EF4-FFF2-40B4-BE49-F238E27FC236}">
                    <ns2:creationId id="{374041E8-75DE-8D40-4241-F0D5D7F3AA45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4" name="グループ化 133">
              <a:extLst>
                <a:ext uri="{FF2B5EF4-FFF2-40B4-BE49-F238E27FC236}">
                  <ns2:creationId id="{8B787C5F-9D24-E4EC-1707-97755135978C}"/>
                </a:ext>
              </a:extLst>
            </p:cNvPr>
            <p:cNvGrpSpPr/>
            <p:nvPr/>
          </p:nvGrpSpPr>
          <p:grpSpPr>
            <a:xfrm>
              <a:off x="10438383" y="2463608"/>
              <a:ext cx="435623" cy="203198"/>
              <a:chOff x="334963" y="2663827"/>
              <a:chExt cx="1042987" cy="203198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9E7BA0E7-5AD6-4550-713A-0D4B5265896E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36" name="直線コネクタ 135">
                <a:extLst>
                  <a:ext uri="{FF2B5EF4-FFF2-40B4-BE49-F238E27FC236}">
                    <ns2:creationId id="{0797E6BF-1A99-0834-2885-7601FA805F70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グループ化 136">
              <a:extLst>
                <a:ext uri="{FF2B5EF4-FFF2-40B4-BE49-F238E27FC236}">
                  <ns2:creationId id="{41521DFE-5920-07A8-253D-AD3A5E8D3065}"/>
                </a:ext>
              </a:extLst>
            </p:cNvPr>
            <p:cNvGrpSpPr/>
            <p:nvPr/>
          </p:nvGrpSpPr>
          <p:grpSpPr>
            <a:xfrm>
              <a:off x="10932294" y="2463608"/>
              <a:ext cx="435623" cy="203198"/>
              <a:chOff x="334963" y="2663827"/>
              <a:chExt cx="1042987" cy="203198"/>
            </a:xfrm>
          </p:grpSpPr>
          <p:sp>
            <p:nvSpPr>
              <p:cNvPr id="138" name="正方形/長方形 137">
                <a:extLst>
                  <a:ext uri="{FF2B5EF4-FFF2-40B4-BE49-F238E27FC236}">
                    <ns2:creationId id="{282584DE-6F44-BFC5-B0F7-048C4111C871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39" name="直線コネクタ 138">
                <a:extLst>
                  <a:ext uri="{FF2B5EF4-FFF2-40B4-BE49-F238E27FC236}">
                    <ns2:creationId id="{0BBE8FDB-4EE1-D6DC-1184-BF3F5325B5C3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0" name="グループ化 139">
              <a:extLst>
                <a:ext uri="{FF2B5EF4-FFF2-40B4-BE49-F238E27FC236}">
                  <ns2:creationId id="{EC3ACA17-93E1-0EF7-DD51-D819FC65528A}"/>
                </a:ext>
              </a:extLst>
            </p:cNvPr>
            <p:cNvGrpSpPr/>
            <p:nvPr/>
          </p:nvGrpSpPr>
          <p:grpSpPr>
            <a:xfrm>
              <a:off x="11426203" y="2463608"/>
              <a:ext cx="435623" cy="203198"/>
              <a:chOff x="334963" y="2663827"/>
              <a:chExt cx="1042987" cy="203198"/>
            </a:xfrm>
          </p:grpSpPr>
          <p:sp>
            <p:nvSpPr>
              <p:cNvPr id="141" name="正方形/長方形 140">
                <a:extLst>
                  <a:ext uri="{FF2B5EF4-FFF2-40B4-BE49-F238E27FC236}">
                    <ns2:creationId id="{024B9A70-9629-13D4-833C-5AB5F68A0121}"/>
                  </a:ext>
                </a:extLst>
              </p:cNvPr>
              <p:cNvSpPr/>
              <p:nvPr/>
            </p:nvSpPr>
            <p:spPr>
              <a:xfrm>
                <a:off x="334963" y="2663827"/>
                <a:ext cx="1042987" cy="203197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42" name="直線コネクタ 141">
                <a:extLst>
                  <a:ext uri="{FF2B5EF4-FFF2-40B4-BE49-F238E27FC236}">
                    <ns2:creationId id="{B1B4AFD5-17B8-3199-89F7-6B6433B07463}"/>
                  </a:ext>
                </a:extLst>
              </p:cNvPr>
              <p:cNvCxnSpPr/>
              <p:nvPr/>
            </p:nvCxnSpPr>
            <p:spPr>
              <a:xfrm>
                <a:off x="334963" y="2867025"/>
                <a:ext cx="1042987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3" name="正方形/長方形 142">
              <a:extLst>
                <a:ext uri="{FF2B5EF4-FFF2-40B4-BE49-F238E27FC236}">
                  <ns2:creationId id="{E484CEB3-3F71-BE33-DF61-A33D581CDF17}"/>
                </a:ext>
              </a:extLst>
            </p:cNvPr>
            <p:cNvSpPr/>
            <p:nvPr/>
          </p:nvSpPr>
          <p:spPr>
            <a:xfrm>
              <a:off x="8956650" y="2247900"/>
              <a:ext cx="932858" cy="2031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A23C1D37-E8A4-A5B9-BE44-721FBBBE18E1}"/>
                </a:ext>
              </a:extLst>
            </p:cNvPr>
            <p:cNvSpPr/>
            <p:nvPr/>
          </p:nvSpPr>
          <p:spPr>
            <a:xfrm>
              <a:off x="9944472" y="2247900"/>
              <a:ext cx="932858" cy="2031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prstClr val="white"/>
                  </a:solidFill>
                  <a:latin typeface="Meiryo UI"/>
                  <a:ea typeface="Meiryo UI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97521E58-2707-C728-1C3E-64CE4F3F08A3}"/>
                </a:ext>
              </a:extLst>
            </p:cNvPr>
            <p:cNvSpPr/>
            <p:nvPr/>
          </p:nvSpPr>
          <p:spPr>
            <a:xfrm>
              <a:off x="10932295" y="2247900"/>
              <a:ext cx="929531" cy="2031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FE27AD4A-8A47-45DB-4BE8-D4F96A2956EF}"/>
                </a:ext>
              </a:extLst>
            </p:cNvPr>
            <p:cNvSpPr/>
            <p:nvPr/>
          </p:nvSpPr>
          <p:spPr>
            <a:xfrm>
              <a:off x="334965" y="2686721"/>
              <a:ext cx="379816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47" name="正方形/長方形 146">
              <a:extLst>
                <a:ext uri="{FF2B5EF4-FFF2-40B4-BE49-F238E27FC236}">
                  <ns2:creationId id="{3075421D-1819-E6C3-D2A3-D615C5B0A2F0}"/>
                </a:ext>
              </a:extLst>
            </p:cNvPr>
            <p:cNvSpPr/>
            <p:nvPr/>
          </p:nvSpPr>
          <p:spPr>
            <a:xfrm>
              <a:off x="334965" y="2889050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Q1</a:t>
              </a: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25A33663-7D73-5E32-31CF-5ADE2F3DF5D1}"/>
                </a:ext>
              </a:extLst>
            </p:cNvPr>
            <p:cNvSpPr/>
            <p:nvPr/>
          </p:nvSpPr>
          <p:spPr>
            <a:xfrm>
              <a:off x="334965" y="3091379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Q2</a:t>
              </a: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64A00289-C90C-A0CB-7D38-56057A2A2DBE}"/>
                </a:ext>
              </a:extLst>
            </p:cNvPr>
            <p:cNvSpPr/>
            <p:nvPr/>
          </p:nvSpPr>
          <p:spPr>
            <a:xfrm>
              <a:off x="334965" y="3293708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Q3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D65239E9-A8FF-5C9D-3AFF-5E29B47288C7}"/>
                </a:ext>
              </a:extLst>
            </p:cNvPr>
            <p:cNvSpPr/>
            <p:nvPr/>
          </p:nvSpPr>
          <p:spPr>
            <a:xfrm>
              <a:off x="334965" y="3496037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Q4</a:t>
              </a: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778B0424-EF8A-D2AD-C8FF-BC19D93AC948}"/>
                </a:ext>
              </a:extLst>
            </p:cNvPr>
            <p:cNvSpPr/>
            <p:nvPr/>
          </p:nvSpPr>
          <p:spPr>
            <a:xfrm>
              <a:off x="334965" y="3698366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3CBCB4CE-E979-742E-B2BA-17756A3508F8}"/>
                </a:ext>
              </a:extLst>
            </p:cNvPr>
            <p:cNvSpPr/>
            <p:nvPr/>
          </p:nvSpPr>
          <p:spPr>
            <a:xfrm>
              <a:off x="334965" y="3900695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200BBF5-2AE2-DD35-3457-2593BAA90C5D}"/>
                </a:ext>
              </a:extLst>
            </p:cNvPr>
            <p:cNvSpPr/>
            <p:nvPr/>
          </p:nvSpPr>
          <p:spPr>
            <a:xfrm>
              <a:off x="334965" y="4305353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1AE7046F-F5FC-1B59-39A4-21DB5A2511FD}"/>
                </a:ext>
              </a:extLst>
            </p:cNvPr>
            <p:cNvSpPr/>
            <p:nvPr/>
          </p:nvSpPr>
          <p:spPr>
            <a:xfrm>
              <a:off x="334965" y="4507682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47D19D05-3D74-DBE5-9C22-D3BF0314F044}"/>
                </a:ext>
              </a:extLst>
            </p:cNvPr>
            <p:cNvSpPr/>
            <p:nvPr/>
          </p:nvSpPr>
          <p:spPr>
            <a:xfrm>
              <a:off x="334965" y="4710011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7" name="正方形/長方形 156">
              <a:extLst>
                <a:ext uri="{FF2B5EF4-FFF2-40B4-BE49-F238E27FC236}">
                  <ns2:creationId id="{70F4D9A1-1675-EE66-52F3-29AC05852E13}"/>
                </a:ext>
              </a:extLst>
            </p:cNvPr>
            <p:cNvSpPr/>
            <p:nvPr/>
          </p:nvSpPr>
          <p:spPr>
            <a:xfrm>
              <a:off x="334965" y="4912340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59" name="正方形/長方形 158">
              <a:extLst>
                <a:ext uri="{FF2B5EF4-FFF2-40B4-BE49-F238E27FC236}">
                  <ns2:creationId id="{E452CA69-6DE3-BF89-6CE7-F1A6BEE5B21C}"/>
                </a:ext>
              </a:extLst>
            </p:cNvPr>
            <p:cNvSpPr/>
            <p:nvPr/>
          </p:nvSpPr>
          <p:spPr>
            <a:xfrm>
              <a:off x="334965" y="5316998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D4AA7135-4358-D11B-88FD-5253E00D935A}"/>
                </a:ext>
              </a:extLst>
            </p:cNvPr>
            <p:cNvSpPr/>
            <p:nvPr/>
          </p:nvSpPr>
          <p:spPr>
            <a:xfrm>
              <a:off x="334965" y="5519327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1" name="正方形/長方形 160">
              <a:extLst>
                <a:ext uri="{FF2B5EF4-FFF2-40B4-BE49-F238E27FC236}">
                  <ns2:creationId id="{DA637CD2-47C4-935D-46A8-7ABD30C336FF}"/>
                </a:ext>
              </a:extLst>
            </p:cNvPr>
            <p:cNvSpPr/>
            <p:nvPr/>
          </p:nvSpPr>
          <p:spPr>
            <a:xfrm>
              <a:off x="334965" y="5721656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2" name="正方形/長方形 161">
              <a:extLst>
                <a:ext uri="{FF2B5EF4-FFF2-40B4-BE49-F238E27FC236}">
                  <ns2:creationId id="{8612DA2A-3945-DDFB-938E-65EAADB878DF}"/>
                </a:ext>
              </a:extLst>
            </p:cNvPr>
            <p:cNvSpPr/>
            <p:nvPr/>
          </p:nvSpPr>
          <p:spPr>
            <a:xfrm>
              <a:off x="334965" y="5923985"/>
              <a:ext cx="379816" cy="182414"/>
            </a:xfrm>
            <a:prstGeom prst="rect">
              <a:avLst/>
            </a:prstGeom>
            <a:solidFill>
              <a:schemeClr val="accent5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3" name="正方形/長方形 162">
              <a:extLst>
                <a:ext uri="{FF2B5EF4-FFF2-40B4-BE49-F238E27FC236}">
                  <ns2:creationId id="{3255CADB-B114-27F2-714D-8241310B3367}"/>
                </a:ext>
              </a:extLst>
            </p:cNvPr>
            <p:cNvSpPr/>
            <p:nvPr/>
          </p:nvSpPr>
          <p:spPr>
            <a:xfrm>
              <a:off x="334963" y="6126311"/>
              <a:ext cx="8113728" cy="182414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4" name="正方形/長方形 163">
              <a:extLst>
                <a:ext uri="{FF2B5EF4-FFF2-40B4-BE49-F238E27FC236}">
                  <ns2:creationId id="{3CBE5C86-8612-6C6D-8AD6-5A0B370148A0}"/>
                </a:ext>
              </a:extLst>
            </p:cNvPr>
            <p:cNvSpPr/>
            <p:nvPr/>
          </p:nvSpPr>
          <p:spPr>
            <a:xfrm>
              <a:off x="765579" y="2686721"/>
              <a:ext cx="7642932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5" name="正方形/長方形 164">
              <a:extLst>
                <a:ext uri="{FF2B5EF4-FFF2-40B4-BE49-F238E27FC236}">
                  <ns2:creationId id="{4CD61148-4708-B1EF-AEA1-00352F11DA15}"/>
                </a:ext>
              </a:extLst>
            </p:cNvPr>
            <p:cNvSpPr/>
            <p:nvPr/>
          </p:nvSpPr>
          <p:spPr>
            <a:xfrm>
              <a:off x="334965" y="4103024"/>
              <a:ext cx="379816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100" b="1">
                  <a:solidFill>
                    <a:prstClr val="white"/>
                  </a:solidFill>
                  <a:latin typeface="Meiryo UI"/>
                  <a:ea typeface="Meiryo UI"/>
                </a:rPr>
                <a:t>XX</a:t>
              </a:r>
              <a:endParaRPr kumimoji="1" lang="en-US" altLang="ja-JP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97E569C3-D420-858B-6CEE-34C4F831AED9}"/>
                </a:ext>
              </a:extLst>
            </p:cNvPr>
            <p:cNvSpPr/>
            <p:nvPr/>
          </p:nvSpPr>
          <p:spPr>
            <a:xfrm>
              <a:off x="765579" y="4103024"/>
              <a:ext cx="7642932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3C07EB0E-3161-FB30-0AFB-95838C41C079}"/>
                </a:ext>
              </a:extLst>
            </p:cNvPr>
            <p:cNvSpPr/>
            <p:nvPr/>
          </p:nvSpPr>
          <p:spPr>
            <a:xfrm>
              <a:off x="334965" y="5114670"/>
              <a:ext cx="379816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83831858-C06C-848F-D152-1558DF508D9E}"/>
                </a:ext>
              </a:extLst>
            </p:cNvPr>
            <p:cNvSpPr/>
            <p:nvPr/>
          </p:nvSpPr>
          <p:spPr>
            <a:xfrm>
              <a:off x="765579" y="5114670"/>
              <a:ext cx="7642932" cy="182414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2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050">
                  <a:solidFill>
                    <a:schemeClr val="bg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050">
                  <a:solidFill>
                    <a:schemeClr val="bg1"/>
                  </a:solidFill>
                  <a:latin typeface="Meiryo UI"/>
                  <a:ea typeface="Meiryo UI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9" name="正方形/長方形 168">
              <a:extLst>
                <a:ext uri="{FF2B5EF4-FFF2-40B4-BE49-F238E27FC236}">
                  <ns2:creationId id="{9765460E-976D-9145-ED7A-DBB0CAD30D20}"/>
                </a:ext>
              </a:extLst>
            </p:cNvPr>
            <p:cNvSpPr/>
            <p:nvPr/>
          </p:nvSpPr>
          <p:spPr>
            <a:xfrm>
              <a:off x="765579" y="2889050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CFD68CF2-AEDF-F777-7B32-7903E176D12B}"/>
                </a:ext>
              </a:extLst>
            </p:cNvPr>
            <p:cNvSpPr/>
            <p:nvPr/>
          </p:nvSpPr>
          <p:spPr>
            <a:xfrm>
              <a:off x="765579" y="3091379"/>
              <a:ext cx="2221194" cy="182414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2DCEBF1C-3D08-16DF-5D38-467D174F0DE9}"/>
                </a:ext>
              </a:extLst>
            </p:cNvPr>
            <p:cNvSpPr/>
            <p:nvPr/>
          </p:nvSpPr>
          <p:spPr>
            <a:xfrm>
              <a:off x="765579" y="3293708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1A56DBB6-AFCC-D2F1-B159-E3F96982AEBB}"/>
                </a:ext>
              </a:extLst>
            </p:cNvPr>
            <p:cNvSpPr/>
            <p:nvPr/>
          </p:nvSpPr>
          <p:spPr>
            <a:xfrm>
              <a:off x="765579" y="3496037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143037C6-7A97-0877-46FE-75A61623B9FF}"/>
                </a:ext>
              </a:extLst>
            </p:cNvPr>
            <p:cNvSpPr/>
            <p:nvPr/>
          </p:nvSpPr>
          <p:spPr>
            <a:xfrm>
              <a:off x="765579" y="3698366"/>
              <a:ext cx="2221194" cy="182414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lang="en-US" altLang="ja-JP" sz="1000">
                  <a:solidFill>
                    <a:schemeClr val="tx1"/>
                  </a:solidFill>
                  <a:latin typeface="Meiryo UI"/>
                  <a:ea typeface="Meiryo UI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lang="en-US" altLang="ja-JP" sz="1000">
                  <a:solidFill>
                    <a:schemeClr val="tx1"/>
                  </a:solidFill>
                  <a:latin typeface="Meiryo UI"/>
                  <a:ea typeface="Meiryo UI"/>
                </a:rPr>
                <a:t>/</a:t>
              </a:r>
              <a:r>
                <a:rPr lang="ja-JP" altLang="en-US" sz="100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2C1C9662-1AFB-244A-ABD2-E073A61302B2}"/>
                </a:ext>
              </a:extLst>
            </p:cNvPr>
            <p:cNvSpPr/>
            <p:nvPr/>
          </p:nvSpPr>
          <p:spPr>
            <a:xfrm>
              <a:off x="765579" y="3900695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D4E5D5C1-A7EA-27FF-70B5-223F69E15C2A}"/>
                </a:ext>
              </a:extLst>
            </p:cNvPr>
            <p:cNvSpPr/>
            <p:nvPr/>
          </p:nvSpPr>
          <p:spPr>
            <a:xfrm>
              <a:off x="765579" y="4305353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500AA45A-86F3-E302-CCF5-3D7CC60E5A6E}"/>
                </a:ext>
              </a:extLst>
            </p:cNvPr>
            <p:cNvSpPr/>
            <p:nvPr/>
          </p:nvSpPr>
          <p:spPr>
            <a:xfrm>
              <a:off x="765579" y="4507682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3E74D8E1-1000-BD8D-735D-7F267A25C574}"/>
                </a:ext>
              </a:extLst>
            </p:cNvPr>
            <p:cNvSpPr/>
            <p:nvPr/>
          </p:nvSpPr>
          <p:spPr>
            <a:xfrm>
              <a:off x="765579" y="4710011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887CA8C8-9443-238E-F4E9-B2CEC6EAA8C5}"/>
                </a:ext>
              </a:extLst>
            </p:cNvPr>
            <p:cNvSpPr/>
            <p:nvPr/>
          </p:nvSpPr>
          <p:spPr>
            <a:xfrm>
              <a:off x="765579" y="4912340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54D4177F-1E9D-AB1F-22F2-E598A48F477A}"/>
                </a:ext>
              </a:extLst>
            </p:cNvPr>
            <p:cNvSpPr/>
            <p:nvPr/>
          </p:nvSpPr>
          <p:spPr>
            <a:xfrm>
              <a:off x="765579" y="5316998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EE4E2E1A-7A0C-C1C1-41BA-230A41228CBA}"/>
                </a:ext>
              </a:extLst>
            </p:cNvPr>
            <p:cNvSpPr/>
            <p:nvPr/>
          </p:nvSpPr>
          <p:spPr>
            <a:xfrm>
              <a:off x="765579" y="5519327"/>
              <a:ext cx="2221194" cy="18241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AAF3B197-AF48-0C62-2C45-8914C7940FF1}"/>
                </a:ext>
              </a:extLst>
            </p:cNvPr>
            <p:cNvSpPr/>
            <p:nvPr/>
          </p:nvSpPr>
          <p:spPr>
            <a:xfrm>
              <a:off x="765579" y="5721656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CC7F15B6-FFFA-6336-5D18-B1E2421B21D8}"/>
                </a:ext>
              </a:extLst>
            </p:cNvPr>
            <p:cNvSpPr/>
            <p:nvPr/>
          </p:nvSpPr>
          <p:spPr>
            <a:xfrm>
              <a:off x="765579" y="5923985"/>
              <a:ext cx="2221194" cy="182414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036A741E-9B8E-1376-7786-950F7B513BF4}"/>
                </a:ext>
              </a:extLst>
            </p:cNvPr>
            <p:cNvSpPr/>
            <p:nvPr/>
          </p:nvSpPr>
          <p:spPr>
            <a:xfrm>
              <a:off x="3045060" y="288905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5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4" name="正方形/長方形 183">
              <a:extLst>
                <a:ext uri="{FF2B5EF4-FFF2-40B4-BE49-F238E27FC236}">
                  <ns2:creationId id="{A01D3A1D-3258-912F-7DD6-990E31AC5F6F}"/>
                </a:ext>
              </a:extLst>
            </p:cNvPr>
            <p:cNvSpPr/>
            <p:nvPr/>
          </p:nvSpPr>
          <p:spPr>
            <a:xfrm>
              <a:off x="3045060" y="309138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/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B922EA20-F0B3-A5C8-70BA-B9EF6BB405F7}"/>
                </a:ext>
              </a:extLst>
            </p:cNvPr>
            <p:cNvSpPr/>
            <p:nvPr/>
          </p:nvSpPr>
          <p:spPr>
            <a:xfrm>
              <a:off x="3045060" y="329371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C9114EC1-4941-8211-599C-347704188FF6}"/>
                </a:ext>
              </a:extLst>
            </p:cNvPr>
            <p:cNvSpPr/>
            <p:nvPr/>
          </p:nvSpPr>
          <p:spPr>
            <a:xfrm>
              <a:off x="3045060" y="349604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623DF0B4-2EAC-6B09-F5CB-8D3E8EB543C6}"/>
                </a:ext>
              </a:extLst>
            </p:cNvPr>
            <p:cNvSpPr/>
            <p:nvPr/>
          </p:nvSpPr>
          <p:spPr>
            <a:xfrm>
              <a:off x="3045060" y="3698369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4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C1F06CE7-0BE6-81AB-40D2-147693D492B2}"/>
                </a:ext>
              </a:extLst>
            </p:cNvPr>
            <p:cNvSpPr/>
            <p:nvPr/>
          </p:nvSpPr>
          <p:spPr>
            <a:xfrm>
              <a:off x="3045060" y="3900695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BF4D1E60-DDEE-792C-B35D-EE9410B214A8}"/>
                </a:ext>
              </a:extLst>
            </p:cNvPr>
            <p:cNvSpPr/>
            <p:nvPr/>
          </p:nvSpPr>
          <p:spPr>
            <a:xfrm>
              <a:off x="3045060" y="4305353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3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10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0" name="正方形/長方形 189">
              <a:extLst>
                <a:ext uri="{FF2B5EF4-FFF2-40B4-BE49-F238E27FC236}">
                  <ns2:creationId id="{AFF12B96-B1F1-449B-C77C-B59F111AB107}"/>
                </a:ext>
              </a:extLst>
            </p:cNvPr>
            <p:cNvSpPr/>
            <p:nvPr/>
          </p:nvSpPr>
          <p:spPr>
            <a:xfrm>
              <a:off x="3045060" y="4507681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×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×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×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1" name="正方形/長方形 190">
              <a:extLst>
                <a:ext uri="{FF2B5EF4-FFF2-40B4-BE49-F238E27FC236}">
                  <ns2:creationId id="{C4BDAFC1-80EF-1A1C-85FF-9940C0D43CCB}"/>
                </a:ext>
              </a:extLst>
            </p:cNvPr>
            <p:cNvSpPr/>
            <p:nvPr/>
          </p:nvSpPr>
          <p:spPr>
            <a:xfrm>
              <a:off x="3045060" y="4710009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2" name="正方形/長方形 191">
              <a:extLst>
                <a:ext uri="{FF2B5EF4-FFF2-40B4-BE49-F238E27FC236}">
                  <ns2:creationId id="{CDB0F6C1-1D4C-54BD-6075-D65A3111F154}"/>
                </a:ext>
              </a:extLst>
            </p:cNvPr>
            <p:cNvSpPr/>
            <p:nvPr/>
          </p:nvSpPr>
          <p:spPr>
            <a:xfrm>
              <a:off x="3045060" y="4912340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3" name="正方形/長方形 192">
              <a:extLst>
                <a:ext uri="{FF2B5EF4-FFF2-40B4-BE49-F238E27FC236}">
                  <ns2:creationId id="{B5918DA5-243B-AF03-D11C-07500E1894F1}"/>
                </a:ext>
              </a:extLst>
            </p:cNvPr>
            <p:cNvSpPr/>
            <p:nvPr/>
          </p:nvSpPr>
          <p:spPr>
            <a:xfrm>
              <a:off x="3045060" y="5316998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4" name="正方形/長方形 193">
              <a:extLst>
                <a:ext uri="{FF2B5EF4-FFF2-40B4-BE49-F238E27FC236}">
                  <ns2:creationId id="{84587401-4803-A377-4ED3-0A8EB5BDD6CD}"/>
                </a:ext>
              </a:extLst>
            </p:cNvPr>
            <p:cNvSpPr/>
            <p:nvPr/>
          </p:nvSpPr>
          <p:spPr>
            <a:xfrm>
              <a:off x="3045060" y="5519326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11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10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5" name="正方形/長方形 194">
              <a:extLst>
                <a:ext uri="{FF2B5EF4-FFF2-40B4-BE49-F238E27FC236}">
                  <ns2:creationId id="{6A95FA20-8779-A92F-734A-A77A74851A97}"/>
                </a:ext>
              </a:extLst>
            </p:cNvPr>
            <p:cNvSpPr/>
            <p:nvPr/>
          </p:nvSpPr>
          <p:spPr>
            <a:xfrm>
              <a:off x="3045060" y="5721654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930">
                  <a:solidFill>
                    <a:schemeClr val="tx1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930">
                  <a:solidFill>
                    <a:schemeClr val="tx1"/>
                  </a:solidFill>
                  <a:latin typeface="Meiryo UI"/>
                  <a:ea typeface="Meiryo UI"/>
                </a:rPr>
                <a:t>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6" name="正方形/長方形 195">
              <a:extLst>
                <a:ext uri="{FF2B5EF4-FFF2-40B4-BE49-F238E27FC236}">
                  <ns2:creationId id="{DBCFC694-EFBC-EC48-F9F1-3A9DDDCE466C}"/>
                </a:ext>
              </a:extLst>
            </p:cNvPr>
            <p:cNvSpPr/>
            <p:nvPr/>
          </p:nvSpPr>
          <p:spPr>
            <a:xfrm>
              <a:off x="3045060" y="5923985"/>
              <a:ext cx="5359391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98" name="直線コネクタ 197">
              <a:extLst>
                <a:ext uri="{FF2B5EF4-FFF2-40B4-BE49-F238E27FC236}">
                  <ns2:creationId id="{F39A2E1B-327B-1C86-D73E-1CF89AC0B787}"/>
                </a:ext>
              </a:extLst>
            </p:cNvPr>
            <p:cNvCxnSpPr/>
            <p:nvPr/>
          </p:nvCxnSpPr>
          <p:spPr>
            <a:xfrm>
              <a:off x="3045060" y="308142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線コネクタ 198">
              <a:extLst>
                <a:ext uri="{FF2B5EF4-FFF2-40B4-BE49-F238E27FC236}">
                  <ns2:creationId id="{C9B9232F-9672-1630-CED0-50B453F59390}"/>
                </a:ext>
              </a:extLst>
            </p:cNvPr>
            <p:cNvCxnSpPr/>
            <p:nvPr/>
          </p:nvCxnSpPr>
          <p:spPr>
            <a:xfrm>
              <a:off x="3045060" y="328375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線コネクタ 199">
              <a:extLst>
                <a:ext uri="{FF2B5EF4-FFF2-40B4-BE49-F238E27FC236}">
                  <ns2:creationId id="{C3B42AB4-2637-E412-0BA2-E892D5C9C7BA}"/>
                </a:ext>
              </a:extLst>
            </p:cNvPr>
            <p:cNvCxnSpPr/>
            <p:nvPr/>
          </p:nvCxnSpPr>
          <p:spPr>
            <a:xfrm>
              <a:off x="3045060" y="348608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コネクタ 202">
              <a:extLst>
                <a:ext uri="{FF2B5EF4-FFF2-40B4-BE49-F238E27FC236}">
                  <ns2:creationId id="{ED8B81C0-348F-0CF9-BD03-0E6AFBAEB6EE}"/>
                </a:ext>
              </a:extLst>
            </p:cNvPr>
            <p:cNvCxnSpPr/>
            <p:nvPr/>
          </p:nvCxnSpPr>
          <p:spPr>
            <a:xfrm>
              <a:off x="3045060" y="3688411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線コネクタ 203">
              <a:extLst>
                <a:ext uri="{FF2B5EF4-FFF2-40B4-BE49-F238E27FC236}">
                  <ns2:creationId id="{9AFF4582-363C-951D-2545-44639F282213}"/>
                </a:ext>
              </a:extLst>
            </p:cNvPr>
            <p:cNvCxnSpPr/>
            <p:nvPr/>
          </p:nvCxnSpPr>
          <p:spPr>
            <a:xfrm>
              <a:off x="3045060" y="3890740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ns2:creationId id="{4142FF0C-A231-2872-3AA1-8CCA357544EB}"/>
                </a:ext>
              </a:extLst>
            </p:cNvPr>
            <p:cNvCxnSpPr/>
            <p:nvPr/>
          </p:nvCxnSpPr>
          <p:spPr>
            <a:xfrm>
              <a:off x="3045060" y="4497724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ns2:creationId id="{36A02445-F14C-500F-B93A-87E2745E7FDF}"/>
                </a:ext>
              </a:extLst>
            </p:cNvPr>
            <p:cNvCxnSpPr/>
            <p:nvPr/>
          </p:nvCxnSpPr>
          <p:spPr>
            <a:xfrm>
              <a:off x="3045060" y="4700052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線コネクタ 206">
              <a:extLst>
                <a:ext uri="{FF2B5EF4-FFF2-40B4-BE49-F238E27FC236}">
                  <ns2:creationId id="{2658625C-9793-E472-6ACA-860B8682D3AF}"/>
                </a:ext>
              </a:extLst>
            </p:cNvPr>
            <p:cNvCxnSpPr/>
            <p:nvPr/>
          </p:nvCxnSpPr>
          <p:spPr>
            <a:xfrm>
              <a:off x="3045060" y="4902380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ns2:creationId id="{D3D94BB5-78B2-FCC0-714B-60768E957826}"/>
                </a:ext>
              </a:extLst>
            </p:cNvPr>
            <p:cNvCxnSpPr/>
            <p:nvPr/>
          </p:nvCxnSpPr>
          <p:spPr>
            <a:xfrm>
              <a:off x="3045060" y="5509369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線コネクタ 208">
              <a:extLst>
                <a:ext uri="{FF2B5EF4-FFF2-40B4-BE49-F238E27FC236}">
                  <ns2:creationId id="{23C14F27-6CE9-F50B-8B91-F7C2771BFBB1}"/>
                </a:ext>
              </a:extLst>
            </p:cNvPr>
            <p:cNvCxnSpPr/>
            <p:nvPr/>
          </p:nvCxnSpPr>
          <p:spPr>
            <a:xfrm>
              <a:off x="3045060" y="5711697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線コネクタ 209">
              <a:extLst>
                <a:ext uri="{FF2B5EF4-FFF2-40B4-BE49-F238E27FC236}">
                  <ns2:creationId id="{1F633026-FB6B-6F54-A2EE-5278376901A4}"/>
                </a:ext>
              </a:extLst>
            </p:cNvPr>
            <p:cNvCxnSpPr/>
            <p:nvPr/>
          </p:nvCxnSpPr>
          <p:spPr>
            <a:xfrm>
              <a:off x="3045060" y="5914025"/>
              <a:ext cx="5359391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" name="正方形/長方形 210">
              <a:extLst>
                <a:ext uri="{FF2B5EF4-FFF2-40B4-BE49-F238E27FC236}">
                  <ns2:creationId id="{D8D95893-3C43-C315-A8B6-106B8039807C}"/>
                </a:ext>
              </a:extLst>
            </p:cNvPr>
            <p:cNvSpPr/>
            <p:nvPr/>
          </p:nvSpPr>
          <p:spPr>
            <a:xfrm>
              <a:off x="8462741" y="288905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6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2" name="正方形/長方形 211">
              <a:extLst>
                <a:ext uri="{FF2B5EF4-FFF2-40B4-BE49-F238E27FC236}">
                  <ns2:creationId id="{7AA0EC3C-D8AB-20DD-9FFA-D395282E69CF}"/>
                </a:ext>
              </a:extLst>
            </p:cNvPr>
            <p:cNvSpPr/>
            <p:nvPr/>
          </p:nvSpPr>
          <p:spPr>
            <a:xfrm>
              <a:off x="8462741" y="309138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10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3" name="正方形/長方形 212">
              <a:extLst>
                <a:ext uri="{FF2B5EF4-FFF2-40B4-BE49-F238E27FC236}">
                  <ns2:creationId id="{FAD7A374-0FCF-13DE-E737-85BCF7375ADB}"/>
                </a:ext>
              </a:extLst>
            </p:cNvPr>
            <p:cNvSpPr/>
            <p:nvPr/>
          </p:nvSpPr>
          <p:spPr>
            <a:xfrm>
              <a:off x="8462741" y="32937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8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4" name="正方形/長方形 213">
              <a:extLst>
                <a:ext uri="{FF2B5EF4-FFF2-40B4-BE49-F238E27FC236}">
                  <ns2:creationId id="{4D2CD541-BD11-55D5-16C2-52F2BCFEDA1F}"/>
                </a:ext>
              </a:extLst>
            </p:cNvPr>
            <p:cNvSpPr/>
            <p:nvPr/>
          </p:nvSpPr>
          <p:spPr>
            <a:xfrm>
              <a:off x="8462741" y="349604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8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5" name="正方形/長方形 214">
              <a:extLst>
                <a:ext uri="{FF2B5EF4-FFF2-40B4-BE49-F238E27FC236}">
                  <ns2:creationId id="{D962D79D-43AA-632C-0D53-76D1C9BC76B0}"/>
                </a:ext>
              </a:extLst>
            </p:cNvPr>
            <p:cNvSpPr/>
            <p:nvPr/>
          </p:nvSpPr>
          <p:spPr>
            <a:xfrm>
              <a:off x="8462741" y="369836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10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6" name="正方形/長方形 215">
              <a:extLst>
                <a:ext uri="{FF2B5EF4-FFF2-40B4-BE49-F238E27FC236}">
                  <ns2:creationId id="{655EF526-A965-4802-4B18-6B75998A8C62}"/>
                </a:ext>
              </a:extLst>
            </p:cNvPr>
            <p:cNvSpPr/>
            <p:nvPr/>
          </p:nvSpPr>
          <p:spPr>
            <a:xfrm>
              <a:off x="8462741" y="390069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8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7" name="正方形/長方形 216">
              <a:extLst>
                <a:ext uri="{FF2B5EF4-FFF2-40B4-BE49-F238E27FC236}">
                  <ns2:creationId id="{970204B2-08E3-A927-FF41-DAE504DBA500}"/>
                </a:ext>
              </a:extLst>
            </p:cNvPr>
            <p:cNvSpPr/>
            <p:nvPr/>
          </p:nvSpPr>
          <p:spPr>
            <a:xfrm>
              <a:off x="8462741" y="430535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6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8" name="正方形/長方形 217">
              <a:extLst>
                <a:ext uri="{FF2B5EF4-FFF2-40B4-BE49-F238E27FC236}">
                  <ns2:creationId id="{C421445A-2076-D5C8-E8E8-4D32788E31AF}"/>
                </a:ext>
              </a:extLst>
            </p:cNvPr>
            <p:cNvSpPr/>
            <p:nvPr/>
          </p:nvSpPr>
          <p:spPr>
            <a:xfrm>
              <a:off x="8462741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6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9" name="正方形/長方形 218">
              <a:extLst>
                <a:ext uri="{FF2B5EF4-FFF2-40B4-BE49-F238E27FC236}">
                  <ns2:creationId id="{06A5BB58-6CE7-65FD-773E-261DE82AC312}"/>
                </a:ext>
              </a:extLst>
            </p:cNvPr>
            <p:cNvSpPr/>
            <p:nvPr/>
          </p:nvSpPr>
          <p:spPr>
            <a:xfrm>
              <a:off x="8462741" y="471000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5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759C0580-9467-2374-A673-AFC63D07EF9C}"/>
                </a:ext>
              </a:extLst>
            </p:cNvPr>
            <p:cNvSpPr/>
            <p:nvPr/>
          </p:nvSpPr>
          <p:spPr>
            <a:xfrm>
              <a:off x="8462741" y="491234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6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1" name="正方形/長方形 220">
              <a:extLst>
                <a:ext uri="{FF2B5EF4-FFF2-40B4-BE49-F238E27FC236}">
                  <ns2:creationId id="{FF11EE2C-81AC-BFD0-C639-B3B51B9E0EEE}"/>
                </a:ext>
              </a:extLst>
            </p:cNvPr>
            <p:cNvSpPr/>
            <p:nvPr/>
          </p:nvSpPr>
          <p:spPr>
            <a:xfrm>
              <a:off x="8462741" y="531699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8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2" name="正方形/長方形 221">
              <a:extLst>
                <a:ext uri="{FF2B5EF4-FFF2-40B4-BE49-F238E27FC236}">
                  <ns2:creationId id="{C32180C1-7BAB-98E3-04E1-8A5D6068C34A}"/>
                </a:ext>
              </a:extLst>
            </p:cNvPr>
            <p:cNvSpPr/>
            <p:nvPr/>
          </p:nvSpPr>
          <p:spPr>
            <a:xfrm>
              <a:off x="8462741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8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957B98AD-EA7A-06BE-AFAB-B0BB3C974130}"/>
                </a:ext>
              </a:extLst>
            </p:cNvPr>
            <p:cNvSpPr/>
            <p:nvPr/>
          </p:nvSpPr>
          <p:spPr>
            <a:xfrm>
              <a:off x="8462741" y="572165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6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24" name="正方形/長方形 223">
              <a:extLst>
                <a:ext uri="{FF2B5EF4-FFF2-40B4-BE49-F238E27FC236}">
                  <ns2:creationId id="{51D6368F-AA37-B8FD-11C2-DD98BBCDC424}"/>
                </a:ext>
              </a:extLst>
            </p:cNvPr>
            <p:cNvSpPr/>
            <p:nvPr/>
          </p:nvSpPr>
          <p:spPr>
            <a:xfrm>
              <a:off x="8462741" y="592398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5</a:t>
              </a:r>
              <a:endParaRPr kumimoji="1" lang="ja-JP" altLang="en-US" sz="93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25" name="直線コネクタ 224">
              <a:extLst>
                <a:ext uri="{FF2B5EF4-FFF2-40B4-BE49-F238E27FC236}">
                  <ns2:creationId id="{88ACD5B3-3876-C5C7-EE03-D2961B610146}"/>
                </a:ext>
              </a:extLst>
            </p:cNvPr>
            <p:cNvCxnSpPr/>
            <p:nvPr/>
          </p:nvCxnSpPr>
          <p:spPr>
            <a:xfrm>
              <a:off x="8462741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線コネクタ 225">
              <a:extLst>
                <a:ext uri="{FF2B5EF4-FFF2-40B4-BE49-F238E27FC236}">
                  <ns2:creationId id="{505D91D6-106C-D679-1F32-D4777B5E10DC}"/>
                </a:ext>
              </a:extLst>
            </p:cNvPr>
            <p:cNvCxnSpPr/>
            <p:nvPr/>
          </p:nvCxnSpPr>
          <p:spPr>
            <a:xfrm>
              <a:off x="8462741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線コネクタ 226">
              <a:extLst>
                <a:ext uri="{FF2B5EF4-FFF2-40B4-BE49-F238E27FC236}">
                  <ns2:creationId id="{CC3DD545-2ECF-9C66-0B14-6E0A8F05016B}"/>
                </a:ext>
              </a:extLst>
            </p:cNvPr>
            <p:cNvCxnSpPr/>
            <p:nvPr/>
          </p:nvCxnSpPr>
          <p:spPr>
            <a:xfrm>
              <a:off x="8462741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線コネクタ 227">
              <a:extLst>
                <a:ext uri="{FF2B5EF4-FFF2-40B4-BE49-F238E27FC236}">
                  <ns2:creationId id="{75D61AE7-9242-2CB2-732C-A4D605B44110}"/>
                </a:ext>
              </a:extLst>
            </p:cNvPr>
            <p:cNvCxnSpPr/>
            <p:nvPr/>
          </p:nvCxnSpPr>
          <p:spPr>
            <a:xfrm>
              <a:off x="8462741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コネクタ 228">
              <a:extLst>
                <a:ext uri="{FF2B5EF4-FFF2-40B4-BE49-F238E27FC236}">
                  <ns2:creationId id="{366DDB53-A2BA-231B-6467-FB48926EAD62}"/>
                </a:ext>
              </a:extLst>
            </p:cNvPr>
            <p:cNvCxnSpPr/>
            <p:nvPr/>
          </p:nvCxnSpPr>
          <p:spPr>
            <a:xfrm>
              <a:off x="8462741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コネクタ 229">
              <a:extLst>
                <a:ext uri="{FF2B5EF4-FFF2-40B4-BE49-F238E27FC236}">
                  <ns2:creationId id="{830BF7F2-AFDC-6B60-F412-31FC2CD8A91B}"/>
                </a:ext>
              </a:extLst>
            </p:cNvPr>
            <p:cNvCxnSpPr/>
            <p:nvPr/>
          </p:nvCxnSpPr>
          <p:spPr>
            <a:xfrm>
              <a:off x="8462741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ns2:creationId id="{713444DF-1AE7-1DC1-8E0B-EF564E7AF1ED}"/>
                </a:ext>
              </a:extLst>
            </p:cNvPr>
            <p:cNvCxnSpPr/>
            <p:nvPr/>
          </p:nvCxnSpPr>
          <p:spPr>
            <a:xfrm>
              <a:off x="8462741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線コネクタ 231">
              <a:extLst>
                <a:ext uri="{FF2B5EF4-FFF2-40B4-BE49-F238E27FC236}">
                  <ns2:creationId id="{3837440D-4203-0878-719E-63185E53162B}"/>
                </a:ext>
              </a:extLst>
            </p:cNvPr>
            <p:cNvCxnSpPr/>
            <p:nvPr/>
          </p:nvCxnSpPr>
          <p:spPr>
            <a:xfrm>
              <a:off x="8462741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コネクタ 232">
              <a:extLst>
                <a:ext uri="{FF2B5EF4-FFF2-40B4-BE49-F238E27FC236}">
                  <ns2:creationId id="{4A78117F-A376-2339-8BC0-0530E289EA17}"/>
                </a:ext>
              </a:extLst>
            </p:cNvPr>
            <p:cNvCxnSpPr/>
            <p:nvPr/>
          </p:nvCxnSpPr>
          <p:spPr>
            <a:xfrm>
              <a:off x="8462741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コネクタ 233">
              <a:extLst>
                <a:ext uri="{FF2B5EF4-FFF2-40B4-BE49-F238E27FC236}">
                  <ns2:creationId id="{9FFA6EE5-2B4B-33DA-FE43-E06626E245EF}"/>
                </a:ext>
              </a:extLst>
            </p:cNvPr>
            <p:cNvCxnSpPr/>
            <p:nvPr/>
          </p:nvCxnSpPr>
          <p:spPr>
            <a:xfrm>
              <a:off x="8462741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コネクタ 234">
              <a:extLst>
                <a:ext uri="{FF2B5EF4-FFF2-40B4-BE49-F238E27FC236}">
                  <ns2:creationId id="{457F8A74-3298-69EE-3D82-6221EE8E752D}"/>
                </a:ext>
              </a:extLst>
            </p:cNvPr>
            <p:cNvCxnSpPr/>
            <p:nvPr/>
          </p:nvCxnSpPr>
          <p:spPr>
            <a:xfrm>
              <a:off x="8462741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" name="正方形/長方形 235">
              <a:extLst>
                <a:ext uri="{FF2B5EF4-FFF2-40B4-BE49-F238E27FC236}">
                  <ns2:creationId id="{4470C007-DF45-0AAD-020A-C4D9D8D60DAF}"/>
                </a:ext>
              </a:extLst>
            </p:cNvPr>
            <p:cNvSpPr/>
            <p:nvPr/>
          </p:nvSpPr>
          <p:spPr>
            <a:xfrm>
              <a:off x="8462741" y="268672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50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9C4B5617-FC2A-8A75-3900-5B12D11EEF84}"/>
                </a:ext>
              </a:extLst>
            </p:cNvPr>
            <p:cNvSpPr/>
            <p:nvPr/>
          </p:nvSpPr>
          <p:spPr>
            <a:xfrm>
              <a:off x="8462741" y="410302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23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64441B0-803C-5271-8190-7CAA50FA6250}"/>
                </a:ext>
              </a:extLst>
            </p:cNvPr>
            <p:cNvSpPr/>
            <p:nvPr/>
          </p:nvSpPr>
          <p:spPr>
            <a:xfrm>
              <a:off x="8462741" y="511467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27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23613894-C2E7-6BD6-4E61-35EAEEA68836}"/>
                </a:ext>
              </a:extLst>
            </p:cNvPr>
            <p:cNvSpPr/>
            <p:nvPr/>
          </p:nvSpPr>
          <p:spPr>
            <a:xfrm>
              <a:off x="8462741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100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40" name="直線コネクタ 239">
              <a:extLst>
                <a:ext uri="{FF2B5EF4-FFF2-40B4-BE49-F238E27FC236}">
                  <ns2:creationId id="{A59D80BE-BF50-DA5C-3004-A0243DA5C519}"/>
                </a:ext>
              </a:extLst>
            </p:cNvPr>
            <p:cNvCxnSpPr/>
            <p:nvPr/>
          </p:nvCxnSpPr>
          <p:spPr>
            <a:xfrm>
              <a:off x="8462741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ns2:creationId id="{4E346993-5881-771F-2E02-8BFD0590CEA3}"/>
                </a:ext>
              </a:extLst>
            </p:cNvPr>
            <p:cNvCxnSpPr/>
            <p:nvPr/>
          </p:nvCxnSpPr>
          <p:spPr>
            <a:xfrm>
              <a:off x="8462741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B5116AC2-96AF-6D78-660F-344FA1EDFA4D}"/>
                </a:ext>
              </a:extLst>
            </p:cNvPr>
            <p:cNvCxnSpPr/>
            <p:nvPr/>
          </p:nvCxnSpPr>
          <p:spPr>
            <a:xfrm>
              <a:off x="8462741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直線コネクタ 242">
              <a:extLst>
                <a:ext uri="{FF2B5EF4-FFF2-40B4-BE49-F238E27FC236}">
                  <ns2:creationId id="{C29B8BD2-64C7-DB06-6BCA-BE4CD5B83146}"/>
                </a:ext>
              </a:extLst>
            </p:cNvPr>
            <p:cNvCxnSpPr/>
            <p:nvPr/>
          </p:nvCxnSpPr>
          <p:spPr>
            <a:xfrm>
              <a:off x="8462741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直線コネクタ 243">
              <a:extLst>
                <a:ext uri="{FF2B5EF4-FFF2-40B4-BE49-F238E27FC236}">
                  <ns2:creationId id="{B40B4DD8-A074-70B1-294C-7B15522000B0}"/>
                </a:ext>
              </a:extLst>
            </p:cNvPr>
            <p:cNvCxnSpPr/>
            <p:nvPr/>
          </p:nvCxnSpPr>
          <p:spPr>
            <a:xfrm>
              <a:off x="8462741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直線コネクタ 244">
              <a:extLst>
                <a:ext uri="{FF2B5EF4-FFF2-40B4-BE49-F238E27FC236}">
                  <ns2:creationId id="{9A70DCC3-B720-C551-8896-A3DDC072395B}"/>
                </a:ext>
              </a:extLst>
            </p:cNvPr>
            <p:cNvCxnSpPr/>
            <p:nvPr/>
          </p:nvCxnSpPr>
          <p:spPr>
            <a:xfrm>
              <a:off x="8462741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正方形/長方形 245">
              <a:extLst>
                <a:ext uri="{FF2B5EF4-FFF2-40B4-BE49-F238E27FC236}">
                  <ns2:creationId id="{23E15E7A-EE58-D544-0EA2-21211CD7DACA}"/>
                </a:ext>
              </a:extLst>
            </p:cNvPr>
            <p:cNvSpPr/>
            <p:nvPr/>
          </p:nvSpPr>
          <p:spPr>
            <a:xfrm>
              <a:off x="8956651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4491FF88-2E19-11B2-9B54-0A584E680FBF}"/>
                </a:ext>
              </a:extLst>
            </p:cNvPr>
            <p:cNvSpPr/>
            <p:nvPr/>
          </p:nvSpPr>
          <p:spPr>
            <a:xfrm>
              <a:off x="8956651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2C4A157A-7991-BC50-701B-36CB8640D92A}"/>
                </a:ext>
              </a:extLst>
            </p:cNvPr>
            <p:cNvSpPr/>
            <p:nvPr/>
          </p:nvSpPr>
          <p:spPr>
            <a:xfrm>
              <a:off x="8956651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49" name="正方形/長方形 248">
              <a:extLst>
                <a:ext uri="{FF2B5EF4-FFF2-40B4-BE49-F238E27FC236}">
                  <ns2:creationId id="{7CB6A7EA-F467-9975-03F4-C593AB8AB2C1}"/>
                </a:ext>
              </a:extLst>
            </p:cNvPr>
            <p:cNvSpPr/>
            <p:nvPr/>
          </p:nvSpPr>
          <p:spPr>
            <a:xfrm>
              <a:off x="8956651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0F894AC4-2DB0-7DCB-F527-2FF86A6B24F9}"/>
                </a:ext>
              </a:extLst>
            </p:cNvPr>
            <p:cNvSpPr/>
            <p:nvPr/>
          </p:nvSpPr>
          <p:spPr>
            <a:xfrm>
              <a:off x="8956651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12579303-D288-B8A4-ACCD-2302947D84C1}"/>
                </a:ext>
              </a:extLst>
            </p:cNvPr>
            <p:cNvSpPr/>
            <p:nvPr/>
          </p:nvSpPr>
          <p:spPr>
            <a:xfrm>
              <a:off x="8956651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9366AB2A-24CD-5D6A-3434-E26453E98B74}"/>
                </a:ext>
              </a:extLst>
            </p:cNvPr>
            <p:cNvSpPr/>
            <p:nvPr/>
          </p:nvSpPr>
          <p:spPr>
            <a:xfrm>
              <a:off x="8956651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B2DA5504-CA66-B6F1-4958-678E2C454CFD}"/>
                </a:ext>
              </a:extLst>
            </p:cNvPr>
            <p:cNvSpPr/>
            <p:nvPr/>
          </p:nvSpPr>
          <p:spPr>
            <a:xfrm>
              <a:off x="8956651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91056F35-B675-CC12-4583-118D1F00CF15}"/>
                </a:ext>
              </a:extLst>
            </p:cNvPr>
            <p:cNvSpPr/>
            <p:nvPr/>
          </p:nvSpPr>
          <p:spPr>
            <a:xfrm>
              <a:off x="8956651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311E5C43-47F3-CF20-E7DA-50D771E5641F}"/>
                </a:ext>
              </a:extLst>
            </p:cNvPr>
            <p:cNvSpPr/>
            <p:nvPr/>
          </p:nvSpPr>
          <p:spPr>
            <a:xfrm>
              <a:off x="8956651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B9DAEF10-3F45-2600-96C1-6E3576B095F3}"/>
                </a:ext>
              </a:extLst>
            </p:cNvPr>
            <p:cNvSpPr/>
            <p:nvPr/>
          </p:nvSpPr>
          <p:spPr>
            <a:xfrm>
              <a:off x="8956651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A684C058-66DF-5C98-292F-32BC70EFBA34}"/>
                </a:ext>
              </a:extLst>
            </p:cNvPr>
            <p:cNvSpPr/>
            <p:nvPr/>
          </p:nvSpPr>
          <p:spPr>
            <a:xfrm>
              <a:off x="8956651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E72B953C-6481-B580-ADB3-E75C899044E5}"/>
                </a:ext>
              </a:extLst>
            </p:cNvPr>
            <p:cNvSpPr/>
            <p:nvPr/>
          </p:nvSpPr>
          <p:spPr>
            <a:xfrm>
              <a:off x="8956651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2F9B8D5D-C055-20FC-174A-3F64B3D9035D}"/>
                </a:ext>
              </a:extLst>
            </p:cNvPr>
            <p:cNvSpPr/>
            <p:nvPr/>
          </p:nvSpPr>
          <p:spPr>
            <a:xfrm>
              <a:off x="8956651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F50CC78B-2EC8-C503-3371-A60648BE0876}"/>
                </a:ext>
              </a:extLst>
            </p:cNvPr>
            <p:cNvSpPr/>
            <p:nvPr/>
          </p:nvSpPr>
          <p:spPr>
            <a:xfrm>
              <a:off x="8956651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65BFDB8A-BD63-7FD5-828A-4CAA471E4EBB}"/>
                </a:ext>
              </a:extLst>
            </p:cNvPr>
            <p:cNvSpPr/>
            <p:nvPr/>
          </p:nvSpPr>
          <p:spPr>
            <a:xfrm>
              <a:off x="8956651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4A91C1C5-3D25-0A5E-9362-DA37B7DEB28C}"/>
                </a:ext>
              </a:extLst>
            </p:cNvPr>
            <p:cNvSpPr/>
            <p:nvPr/>
          </p:nvSpPr>
          <p:spPr>
            <a:xfrm>
              <a:off x="8956651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F42018BC-A5A3-888C-CEA3-603666E6311F}"/>
                </a:ext>
              </a:extLst>
            </p:cNvPr>
            <p:cNvSpPr/>
            <p:nvPr/>
          </p:nvSpPr>
          <p:spPr>
            <a:xfrm>
              <a:off x="8956651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-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64" name="直線コネクタ 263">
              <a:extLst>
                <a:ext uri="{FF2B5EF4-FFF2-40B4-BE49-F238E27FC236}">
                  <ns2:creationId id="{A2544217-5A41-D705-72C1-92DC349C6EDC}"/>
                </a:ext>
              </a:extLst>
            </p:cNvPr>
            <p:cNvCxnSpPr/>
            <p:nvPr/>
          </p:nvCxnSpPr>
          <p:spPr>
            <a:xfrm>
              <a:off x="8956651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線コネクタ 264">
              <a:extLst>
                <a:ext uri="{FF2B5EF4-FFF2-40B4-BE49-F238E27FC236}">
                  <ns2:creationId id="{F2B9967A-9F2F-906E-F8E0-F2D6B88B2830}"/>
                </a:ext>
              </a:extLst>
            </p:cNvPr>
            <p:cNvCxnSpPr/>
            <p:nvPr/>
          </p:nvCxnSpPr>
          <p:spPr>
            <a:xfrm>
              <a:off x="8956651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線コネクタ 265">
              <a:extLst>
                <a:ext uri="{FF2B5EF4-FFF2-40B4-BE49-F238E27FC236}">
                  <ns2:creationId id="{BC41869D-3A0D-FD0F-5943-504AF3755209}"/>
                </a:ext>
              </a:extLst>
            </p:cNvPr>
            <p:cNvCxnSpPr/>
            <p:nvPr/>
          </p:nvCxnSpPr>
          <p:spPr>
            <a:xfrm>
              <a:off x="8956651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線コネクタ 266">
              <a:extLst>
                <a:ext uri="{FF2B5EF4-FFF2-40B4-BE49-F238E27FC236}">
                  <ns2:creationId id="{7F36DB60-E679-32BF-9D0D-A02CD4377C48}"/>
                </a:ext>
              </a:extLst>
            </p:cNvPr>
            <p:cNvCxnSpPr/>
            <p:nvPr/>
          </p:nvCxnSpPr>
          <p:spPr>
            <a:xfrm>
              <a:off x="8956651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線コネクタ 267">
              <a:extLst>
                <a:ext uri="{FF2B5EF4-FFF2-40B4-BE49-F238E27FC236}">
                  <ns2:creationId id="{B6502465-079E-B48A-B198-F6741BC3840A}"/>
                </a:ext>
              </a:extLst>
            </p:cNvPr>
            <p:cNvCxnSpPr/>
            <p:nvPr/>
          </p:nvCxnSpPr>
          <p:spPr>
            <a:xfrm>
              <a:off x="8956651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直線コネクタ 268">
              <a:extLst>
                <a:ext uri="{FF2B5EF4-FFF2-40B4-BE49-F238E27FC236}">
                  <ns2:creationId id="{5A770C4E-F5D1-935C-FFBC-4F36B413AEC0}"/>
                </a:ext>
              </a:extLst>
            </p:cNvPr>
            <p:cNvCxnSpPr/>
            <p:nvPr/>
          </p:nvCxnSpPr>
          <p:spPr>
            <a:xfrm>
              <a:off x="8956651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直線コネクタ 269">
              <a:extLst>
                <a:ext uri="{FF2B5EF4-FFF2-40B4-BE49-F238E27FC236}">
                  <ns2:creationId id="{E179623E-E940-2171-DBDD-589DF8D995C2}"/>
                </a:ext>
              </a:extLst>
            </p:cNvPr>
            <p:cNvCxnSpPr/>
            <p:nvPr/>
          </p:nvCxnSpPr>
          <p:spPr>
            <a:xfrm>
              <a:off x="8956651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線コネクタ 270">
              <a:extLst>
                <a:ext uri="{FF2B5EF4-FFF2-40B4-BE49-F238E27FC236}">
                  <ns2:creationId id="{E68FAFF5-9FD4-834E-5E43-A1BE728FA183}"/>
                </a:ext>
              </a:extLst>
            </p:cNvPr>
            <p:cNvCxnSpPr/>
            <p:nvPr/>
          </p:nvCxnSpPr>
          <p:spPr>
            <a:xfrm>
              <a:off x="8956651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線コネクタ 271">
              <a:extLst>
                <a:ext uri="{FF2B5EF4-FFF2-40B4-BE49-F238E27FC236}">
                  <ns2:creationId id="{EA812370-0DD3-A200-B56D-80B6A88433D0}"/>
                </a:ext>
              </a:extLst>
            </p:cNvPr>
            <p:cNvCxnSpPr/>
            <p:nvPr/>
          </p:nvCxnSpPr>
          <p:spPr>
            <a:xfrm>
              <a:off x="8956651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線コネクタ 272">
              <a:extLst>
                <a:ext uri="{FF2B5EF4-FFF2-40B4-BE49-F238E27FC236}">
                  <ns2:creationId id="{00CEF5A8-E480-8475-402C-22E598057D5F}"/>
                </a:ext>
              </a:extLst>
            </p:cNvPr>
            <p:cNvCxnSpPr/>
            <p:nvPr/>
          </p:nvCxnSpPr>
          <p:spPr>
            <a:xfrm>
              <a:off x="8956651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線コネクタ 273">
              <a:extLst>
                <a:ext uri="{FF2B5EF4-FFF2-40B4-BE49-F238E27FC236}">
                  <ns2:creationId id="{830D424B-62EA-8B3D-22A9-0AC1A03C9DB7}"/>
                </a:ext>
              </a:extLst>
            </p:cNvPr>
            <p:cNvCxnSpPr/>
            <p:nvPr/>
          </p:nvCxnSpPr>
          <p:spPr>
            <a:xfrm>
              <a:off x="8956651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線コネクタ 274">
              <a:extLst>
                <a:ext uri="{FF2B5EF4-FFF2-40B4-BE49-F238E27FC236}">
                  <ns2:creationId id="{D7A28684-006D-4631-A00B-8F2BC49E2CD8}"/>
                </a:ext>
              </a:extLst>
            </p:cNvPr>
            <p:cNvCxnSpPr/>
            <p:nvPr/>
          </p:nvCxnSpPr>
          <p:spPr>
            <a:xfrm>
              <a:off x="8956651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直線コネクタ 275">
              <a:extLst>
                <a:ext uri="{FF2B5EF4-FFF2-40B4-BE49-F238E27FC236}">
                  <ns2:creationId id="{49027340-310D-EB2A-0BBA-0BF99FD1CDF9}"/>
                </a:ext>
              </a:extLst>
            </p:cNvPr>
            <p:cNvCxnSpPr/>
            <p:nvPr/>
          </p:nvCxnSpPr>
          <p:spPr>
            <a:xfrm>
              <a:off x="8956651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線コネクタ 276">
              <a:extLst>
                <a:ext uri="{FF2B5EF4-FFF2-40B4-BE49-F238E27FC236}">
                  <ns2:creationId id="{45791A31-B228-9933-068C-52866537E3CF}"/>
                </a:ext>
              </a:extLst>
            </p:cNvPr>
            <p:cNvCxnSpPr/>
            <p:nvPr/>
          </p:nvCxnSpPr>
          <p:spPr>
            <a:xfrm>
              <a:off x="8956651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線コネクタ 277">
              <a:extLst>
                <a:ext uri="{FF2B5EF4-FFF2-40B4-BE49-F238E27FC236}">
                  <ns2:creationId id="{6CA6508A-5F84-C242-EBFC-49ED30668CDA}"/>
                </a:ext>
              </a:extLst>
            </p:cNvPr>
            <p:cNvCxnSpPr/>
            <p:nvPr/>
          </p:nvCxnSpPr>
          <p:spPr>
            <a:xfrm>
              <a:off x="8956651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直線コネクタ 278">
              <a:extLst>
                <a:ext uri="{FF2B5EF4-FFF2-40B4-BE49-F238E27FC236}">
                  <ns2:creationId id="{6C94A128-227E-1CD2-210D-B411CA410A27}"/>
                </a:ext>
              </a:extLst>
            </p:cNvPr>
            <p:cNvCxnSpPr/>
            <p:nvPr/>
          </p:nvCxnSpPr>
          <p:spPr>
            <a:xfrm>
              <a:off x="8956651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線コネクタ 279">
              <a:extLst>
                <a:ext uri="{FF2B5EF4-FFF2-40B4-BE49-F238E27FC236}">
                  <ns2:creationId id="{4D66A1A9-1F87-4654-14EC-8F2F534D7B23}"/>
                </a:ext>
              </a:extLst>
            </p:cNvPr>
            <p:cNvCxnSpPr/>
            <p:nvPr/>
          </p:nvCxnSpPr>
          <p:spPr>
            <a:xfrm>
              <a:off x="8956651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正方形/長方形 280">
              <a:extLst>
                <a:ext uri="{FF2B5EF4-FFF2-40B4-BE49-F238E27FC236}">
                  <ns2:creationId id="{610F7178-4A82-EF91-5EBE-60BCB1652469}"/>
                </a:ext>
              </a:extLst>
            </p:cNvPr>
            <p:cNvSpPr/>
            <p:nvPr/>
          </p:nvSpPr>
          <p:spPr>
            <a:xfrm>
              <a:off x="9450562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C901E442-AB93-2CE6-EF56-D968B269FAA8}"/>
                </a:ext>
              </a:extLst>
            </p:cNvPr>
            <p:cNvSpPr/>
            <p:nvPr/>
          </p:nvSpPr>
          <p:spPr>
            <a:xfrm>
              <a:off x="9450562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1CF60880-2310-7724-A9E4-AA360DD4B2D4}"/>
                </a:ext>
              </a:extLst>
            </p:cNvPr>
            <p:cNvSpPr/>
            <p:nvPr/>
          </p:nvSpPr>
          <p:spPr>
            <a:xfrm>
              <a:off x="9450562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67995378-AF18-285B-ADF2-8D23F38F171A}"/>
                </a:ext>
              </a:extLst>
            </p:cNvPr>
            <p:cNvSpPr/>
            <p:nvPr/>
          </p:nvSpPr>
          <p:spPr>
            <a:xfrm>
              <a:off x="9450562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6950A64F-8ABA-46A5-A7F1-AEAF3570F4FC}"/>
                </a:ext>
              </a:extLst>
            </p:cNvPr>
            <p:cNvSpPr/>
            <p:nvPr/>
          </p:nvSpPr>
          <p:spPr>
            <a:xfrm>
              <a:off x="9450562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D7CC53B0-6749-A0ED-473C-A45ABBC84AA4}"/>
                </a:ext>
              </a:extLst>
            </p:cNvPr>
            <p:cNvSpPr/>
            <p:nvPr/>
          </p:nvSpPr>
          <p:spPr>
            <a:xfrm>
              <a:off x="9450562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F87E71F5-C5B3-1AE6-35BE-A9E23224FC1C}"/>
                </a:ext>
              </a:extLst>
            </p:cNvPr>
            <p:cNvSpPr/>
            <p:nvPr/>
          </p:nvSpPr>
          <p:spPr>
            <a:xfrm>
              <a:off x="9450562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B4E01586-9030-9BA0-B37C-0A6205077472}"/>
                </a:ext>
              </a:extLst>
            </p:cNvPr>
            <p:cNvSpPr/>
            <p:nvPr/>
          </p:nvSpPr>
          <p:spPr>
            <a:xfrm>
              <a:off x="9450562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7C8AF8C3-C123-93AF-6CF1-5E7880104DCB}"/>
                </a:ext>
              </a:extLst>
            </p:cNvPr>
            <p:cNvSpPr/>
            <p:nvPr/>
          </p:nvSpPr>
          <p:spPr>
            <a:xfrm>
              <a:off x="9450562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0" name="正方形/長方形 289">
              <a:extLst>
                <a:ext uri="{FF2B5EF4-FFF2-40B4-BE49-F238E27FC236}">
                  <ns2:creationId id="{8339BA99-3166-8D4C-1870-F57639572E8E}"/>
                </a:ext>
              </a:extLst>
            </p:cNvPr>
            <p:cNvSpPr/>
            <p:nvPr/>
          </p:nvSpPr>
          <p:spPr>
            <a:xfrm>
              <a:off x="9450562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1" name="正方形/長方形 290">
              <a:extLst>
                <a:ext uri="{FF2B5EF4-FFF2-40B4-BE49-F238E27FC236}">
                  <ns2:creationId id="{293B7A4D-A462-3D79-9D39-A77103F99252}"/>
                </a:ext>
              </a:extLst>
            </p:cNvPr>
            <p:cNvSpPr/>
            <p:nvPr/>
          </p:nvSpPr>
          <p:spPr>
            <a:xfrm>
              <a:off x="9450562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2" name="正方形/長方形 291">
              <a:extLst>
                <a:ext uri="{FF2B5EF4-FFF2-40B4-BE49-F238E27FC236}">
                  <ns2:creationId id="{C3043458-450E-373C-9BC4-DB6D29819756}"/>
                </a:ext>
              </a:extLst>
            </p:cNvPr>
            <p:cNvSpPr/>
            <p:nvPr/>
          </p:nvSpPr>
          <p:spPr>
            <a:xfrm>
              <a:off x="9450562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3" name="正方形/長方形 292">
              <a:extLst>
                <a:ext uri="{FF2B5EF4-FFF2-40B4-BE49-F238E27FC236}">
                  <ns2:creationId id="{44E11301-508C-7F57-48DF-80C5EAE50A8A}"/>
                </a:ext>
              </a:extLst>
            </p:cNvPr>
            <p:cNvSpPr/>
            <p:nvPr/>
          </p:nvSpPr>
          <p:spPr>
            <a:xfrm>
              <a:off x="9450562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4" name="正方形/長方形 293">
              <a:extLst>
                <a:ext uri="{FF2B5EF4-FFF2-40B4-BE49-F238E27FC236}">
                  <ns2:creationId id="{5B6E9EB0-3B26-3408-04B5-30AE7922A078}"/>
                </a:ext>
              </a:extLst>
            </p:cNvPr>
            <p:cNvSpPr/>
            <p:nvPr/>
          </p:nvSpPr>
          <p:spPr>
            <a:xfrm>
              <a:off x="9450562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5" name="正方形/長方形 294">
              <a:extLst>
                <a:ext uri="{FF2B5EF4-FFF2-40B4-BE49-F238E27FC236}">
                  <ns2:creationId id="{0C785BAE-81EE-EA45-E94F-F61B9EEABBAD}"/>
                </a:ext>
              </a:extLst>
            </p:cNvPr>
            <p:cNvSpPr/>
            <p:nvPr/>
          </p:nvSpPr>
          <p:spPr>
            <a:xfrm>
              <a:off x="9450562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6" name="正方形/長方形 295">
              <a:extLst>
                <a:ext uri="{FF2B5EF4-FFF2-40B4-BE49-F238E27FC236}">
                  <ns2:creationId id="{3CFB89AD-8CCA-72AB-9CA0-3807B626B724}"/>
                </a:ext>
              </a:extLst>
            </p:cNvPr>
            <p:cNvSpPr/>
            <p:nvPr/>
          </p:nvSpPr>
          <p:spPr>
            <a:xfrm>
              <a:off x="9450562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7" name="正方形/長方形 296">
              <a:extLst>
                <a:ext uri="{FF2B5EF4-FFF2-40B4-BE49-F238E27FC236}">
                  <ns2:creationId id="{A87FB99E-946B-9F48-6D7C-C4C392251173}"/>
                </a:ext>
              </a:extLst>
            </p:cNvPr>
            <p:cNvSpPr/>
            <p:nvPr/>
          </p:nvSpPr>
          <p:spPr>
            <a:xfrm>
              <a:off x="9450562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98" name="正方形/長方形 297">
              <a:extLst>
                <a:ext uri="{FF2B5EF4-FFF2-40B4-BE49-F238E27FC236}">
                  <ns2:creationId id="{FED26702-4DFB-BC76-1D0A-9B57954D9AA4}"/>
                </a:ext>
              </a:extLst>
            </p:cNvPr>
            <p:cNvSpPr/>
            <p:nvPr/>
          </p:nvSpPr>
          <p:spPr>
            <a:xfrm>
              <a:off x="9450562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99" name="直線コネクタ 298">
              <a:extLst>
                <a:ext uri="{FF2B5EF4-FFF2-40B4-BE49-F238E27FC236}">
                  <ns2:creationId id="{24D83B2E-C38D-25E2-438B-0B8F7C4113AD}"/>
                </a:ext>
              </a:extLst>
            </p:cNvPr>
            <p:cNvCxnSpPr/>
            <p:nvPr/>
          </p:nvCxnSpPr>
          <p:spPr>
            <a:xfrm>
              <a:off x="9450562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ns2:creationId id="{BA215F8B-5223-5E61-29B3-2C42EFBCB06A}"/>
                </a:ext>
              </a:extLst>
            </p:cNvPr>
            <p:cNvCxnSpPr/>
            <p:nvPr/>
          </p:nvCxnSpPr>
          <p:spPr>
            <a:xfrm>
              <a:off x="9450562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直線コネクタ 300">
              <a:extLst>
                <a:ext uri="{FF2B5EF4-FFF2-40B4-BE49-F238E27FC236}">
                  <ns2:creationId id="{15D61D36-058E-D541-7BEC-6D9FDB531710}"/>
                </a:ext>
              </a:extLst>
            </p:cNvPr>
            <p:cNvCxnSpPr/>
            <p:nvPr/>
          </p:nvCxnSpPr>
          <p:spPr>
            <a:xfrm>
              <a:off x="9450562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ns2:creationId id="{69632AA3-DA57-271D-54F4-C28207201EEC}"/>
                </a:ext>
              </a:extLst>
            </p:cNvPr>
            <p:cNvCxnSpPr/>
            <p:nvPr/>
          </p:nvCxnSpPr>
          <p:spPr>
            <a:xfrm>
              <a:off x="9450562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ns2:creationId id="{EF415280-2C06-0C04-FD38-5B31E3C0CCC3}"/>
                </a:ext>
              </a:extLst>
            </p:cNvPr>
            <p:cNvCxnSpPr/>
            <p:nvPr/>
          </p:nvCxnSpPr>
          <p:spPr>
            <a:xfrm>
              <a:off x="9450562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直線コネクタ 303">
              <a:extLst>
                <a:ext uri="{FF2B5EF4-FFF2-40B4-BE49-F238E27FC236}">
                  <ns2:creationId id="{58DA0574-3365-444A-4727-1CE6D29A5EE9}"/>
                </a:ext>
              </a:extLst>
            </p:cNvPr>
            <p:cNvCxnSpPr/>
            <p:nvPr/>
          </p:nvCxnSpPr>
          <p:spPr>
            <a:xfrm>
              <a:off x="9450562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直線コネクタ 304">
              <a:extLst>
                <a:ext uri="{FF2B5EF4-FFF2-40B4-BE49-F238E27FC236}">
                  <ns2:creationId id="{23DB1426-EBB9-F77C-D6EE-246736200CB7}"/>
                </a:ext>
              </a:extLst>
            </p:cNvPr>
            <p:cNvCxnSpPr/>
            <p:nvPr/>
          </p:nvCxnSpPr>
          <p:spPr>
            <a:xfrm>
              <a:off x="9450562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線コネクタ 305">
              <a:extLst>
                <a:ext uri="{FF2B5EF4-FFF2-40B4-BE49-F238E27FC236}">
                  <ns2:creationId id="{34FE3E2F-FCFA-5ADC-910D-6485F530BE63}"/>
                </a:ext>
              </a:extLst>
            </p:cNvPr>
            <p:cNvCxnSpPr/>
            <p:nvPr/>
          </p:nvCxnSpPr>
          <p:spPr>
            <a:xfrm>
              <a:off x="9450562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ns2:creationId id="{E51457F9-6881-983A-07BE-56CD079156D3}"/>
                </a:ext>
              </a:extLst>
            </p:cNvPr>
            <p:cNvCxnSpPr/>
            <p:nvPr/>
          </p:nvCxnSpPr>
          <p:spPr>
            <a:xfrm>
              <a:off x="9450562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コネクタ 307">
              <a:extLst>
                <a:ext uri="{FF2B5EF4-FFF2-40B4-BE49-F238E27FC236}">
                  <ns2:creationId id="{47CD4237-1F50-4DF5-B97E-A55C3F79C3BE}"/>
                </a:ext>
              </a:extLst>
            </p:cNvPr>
            <p:cNvCxnSpPr/>
            <p:nvPr/>
          </p:nvCxnSpPr>
          <p:spPr>
            <a:xfrm>
              <a:off x="9450562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直線コネクタ 308">
              <a:extLst>
                <a:ext uri="{FF2B5EF4-FFF2-40B4-BE49-F238E27FC236}">
                  <ns2:creationId id="{15C4DA42-4681-FCC6-48D6-EC2FF128EE74}"/>
                </a:ext>
              </a:extLst>
            </p:cNvPr>
            <p:cNvCxnSpPr/>
            <p:nvPr/>
          </p:nvCxnSpPr>
          <p:spPr>
            <a:xfrm>
              <a:off x="9450562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ns2:creationId id="{BA2B718F-FE29-0E72-EDB6-67490D1031DD}"/>
                </a:ext>
              </a:extLst>
            </p:cNvPr>
            <p:cNvCxnSpPr/>
            <p:nvPr/>
          </p:nvCxnSpPr>
          <p:spPr>
            <a:xfrm>
              <a:off x="9450562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線コネクタ 310">
              <a:extLst>
                <a:ext uri="{FF2B5EF4-FFF2-40B4-BE49-F238E27FC236}">
                  <ns2:creationId id="{09B4055D-F02D-C5B8-A6EF-C28308DB6B3C}"/>
                </a:ext>
              </a:extLst>
            </p:cNvPr>
            <p:cNvCxnSpPr/>
            <p:nvPr/>
          </p:nvCxnSpPr>
          <p:spPr>
            <a:xfrm>
              <a:off x="9450562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直線コネクタ 311">
              <a:extLst>
                <a:ext uri="{FF2B5EF4-FFF2-40B4-BE49-F238E27FC236}">
                  <ns2:creationId id="{D598D2A8-0A55-F645-8764-767BD0620BCC}"/>
                </a:ext>
              </a:extLst>
            </p:cNvPr>
            <p:cNvCxnSpPr/>
            <p:nvPr/>
          </p:nvCxnSpPr>
          <p:spPr>
            <a:xfrm>
              <a:off x="9450562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68EE6C9B-3526-55B2-7C38-DDCCA86A8DBD}"/>
                </a:ext>
              </a:extLst>
            </p:cNvPr>
            <p:cNvCxnSpPr/>
            <p:nvPr/>
          </p:nvCxnSpPr>
          <p:spPr>
            <a:xfrm>
              <a:off x="9450562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線コネクタ 313">
              <a:extLst>
                <a:ext uri="{FF2B5EF4-FFF2-40B4-BE49-F238E27FC236}">
                  <ns2:creationId id="{80E1E623-A198-4B20-F6B3-3DA761CF87DA}"/>
                </a:ext>
              </a:extLst>
            </p:cNvPr>
            <p:cNvCxnSpPr/>
            <p:nvPr/>
          </p:nvCxnSpPr>
          <p:spPr>
            <a:xfrm>
              <a:off x="9450562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直線コネクタ 314">
              <a:extLst>
                <a:ext uri="{FF2B5EF4-FFF2-40B4-BE49-F238E27FC236}">
                  <ns2:creationId id="{462BC601-ED76-CCB1-CDA1-A21AB0CF46D5}"/>
                </a:ext>
              </a:extLst>
            </p:cNvPr>
            <p:cNvCxnSpPr/>
            <p:nvPr/>
          </p:nvCxnSpPr>
          <p:spPr>
            <a:xfrm>
              <a:off x="9450562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正方形/長方形 315">
              <a:extLst>
                <a:ext uri="{FF2B5EF4-FFF2-40B4-BE49-F238E27FC236}">
                  <ns2:creationId id="{1C0033E6-3D10-E47F-60E5-DF1C940ABD7E}"/>
                </a:ext>
              </a:extLst>
            </p:cNvPr>
            <p:cNvSpPr/>
            <p:nvPr/>
          </p:nvSpPr>
          <p:spPr>
            <a:xfrm>
              <a:off x="9944472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17" name="正方形/長方形 316">
              <a:extLst>
                <a:ext uri="{FF2B5EF4-FFF2-40B4-BE49-F238E27FC236}">
                  <ns2:creationId id="{1BC342E8-B30F-8FAB-1F8B-8A111EF8BD8C}"/>
                </a:ext>
              </a:extLst>
            </p:cNvPr>
            <p:cNvSpPr/>
            <p:nvPr/>
          </p:nvSpPr>
          <p:spPr>
            <a:xfrm>
              <a:off x="9944472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18" name="正方形/長方形 317">
              <a:extLst>
                <a:ext uri="{FF2B5EF4-FFF2-40B4-BE49-F238E27FC236}">
                  <ns2:creationId id="{9A24DB68-73CD-BBEC-5F55-062318E8D31C}"/>
                </a:ext>
              </a:extLst>
            </p:cNvPr>
            <p:cNvSpPr/>
            <p:nvPr/>
          </p:nvSpPr>
          <p:spPr>
            <a:xfrm>
              <a:off x="9944472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19" name="正方形/長方形 318">
              <a:extLst>
                <a:ext uri="{FF2B5EF4-FFF2-40B4-BE49-F238E27FC236}">
                  <ns2:creationId id="{AB7C7044-386B-0565-4936-9CD1FD50C47A}"/>
                </a:ext>
              </a:extLst>
            </p:cNvPr>
            <p:cNvSpPr/>
            <p:nvPr/>
          </p:nvSpPr>
          <p:spPr>
            <a:xfrm>
              <a:off x="9944472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B64107ED-549C-799A-947A-0D0A5ACFD660}"/>
                </a:ext>
              </a:extLst>
            </p:cNvPr>
            <p:cNvSpPr/>
            <p:nvPr/>
          </p:nvSpPr>
          <p:spPr>
            <a:xfrm>
              <a:off x="9944472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FA7AAF70-72F6-EECC-33C7-64D4AD7C8465}"/>
                </a:ext>
              </a:extLst>
            </p:cNvPr>
            <p:cNvSpPr/>
            <p:nvPr/>
          </p:nvSpPr>
          <p:spPr>
            <a:xfrm>
              <a:off x="9944472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05DFF4FB-B192-BD4D-707D-AAA73E4ACFB1}"/>
                </a:ext>
              </a:extLst>
            </p:cNvPr>
            <p:cNvSpPr/>
            <p:nvPr/>
          </p:nvSpPr>
          <p:spPr>
            <a:xfrm>
              <a:off x="9944472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3" name="正方形/長方形 322">
              <a:extLst>
                <a:ext uri="{FF2B5EF4-FFF2-40B4-BE49-F238E27FC236}">
                  <ns2:creationId id="{3B58B413-EE53-C9FC-1F08-D38CE09F45B2}"/>
                </a:ext>
              </a:extLst>
            </p:cNvPr>
            <p:cNvSpPr/>
            <p:nvPr/>
          </p:nvSpPr>
          <p:spPr>
            <a:xfrm>
              <a:off x="9944472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4" name="正方形/長方形 323">
              <a:extLst>
                <a:ext uri="{FF2B5EF4-FFF2-40B4-BE49-F238E27FC236}">
                  <ns2:creationId id="{A8053C63-3668-3684-5DE7-938353E48AA0}"/>
                </a:ext>
              </a:extLst>
            </p:cNvPr>
            <p:cNvSpPr/>
            <p:nvPr/>
          </p:nvSpPr>
          <p:spPr>
            <a:xfrm>
              <a:off x="9944472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5" name="正方形/長方形 324">
              <a:extLst>
                <a:ext uri="{FF2B5EF4-FFF2-40B4-BE49-F238E27FC236}">
                  <ns2:creationId id="{0CDF71C1-74BB-3DA3-A71D-08FB988A0C6F}"/>
                </a:ext>
              </a:extLst>
            </p:cNvPr>
            <p:cNvSpPr/>
            <p:nvPr/>
          </p:nvSpPr>
          <p:spPr>
            <a:xfrm>
              <a:off x="9944472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6" name="正方形/長方形 325">
              <a:extLst>
                <a:ext uri="{FF2B5EF4-FFF2-40B4-BE49-F238E27FC236}">
                  <ns2:creationId id="{249FB646-BE17-D2AF-49F3-7C80352E021E}"/>
                </a:ext>
              </a:extLst>
            </p:cNvPr>
            <p:cNvSpPr/>
            <p:nvPr/>
          </p:nvSpPr>
          <p:spPr>
            <a:xfrm>
              <a:off x="9944472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7" name="正方形/長方形 326">
              <a:extLst>
                <a:ext uri="{FF2B5EF4-FFF2-40B4-BE49-F238E27FC236}">
                  <ns2:creationId id="{7A56D8A1-65F5-FBC8-2DFF-20FE4D56AEBF}"/>
                </a:ext>
              </a:extLst>
            </p:cNvPr>
            <p:cNvSpPr/>
            <p:nvPr/>
          </p:nvSpPr>
          <p:spPr>
            <a:xfrm>
              <a:off x="9944472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D5796F96-0FE7-C32A-0B6E-C3FE2608408D}"/>
                </a:ext>
              </a:extLst>
            </p:cNvPr>
            <p:cNvSpPr/>
            <p:nvPr/>
          </p:nvSpPr>
          <p:spPr>
            <a:xfrm>
              <a:off x="9944472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29" name="正方形/長方形 328">
              <a:extLst>
                <a:ext uri="{FF2B5EF4-FFF2-40B4-BE49-F238E27FC236}">
                  <ns2:creationId id="{DC298B9A-FA81-9219-5945-355268F4AFD0}"/>
                </a:ext>
              </a:extLst>
            </p:cNvPr>
            <p:cNvSpPr/>
            <p:nvPr/>
          </p:nvSpPr>
          <p:spPr>
            <a:xfrm>
              <a:off x="9944472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0" name="正方形/長方形 329">
              <a:extLst>
                <a:ext uri="{FF2B5EF4-FFF2-40B4-BE49-F238E27FC236}">
                  <ns2:creationId id="{18640E6A-ECD0-B766-286F-9101EC693F4E}"/>
                </a:ext>
              </a:extLst>
            </p:cNvPr>
            <p:cNvSpPr/>
            <p:nvPr/>
          </p:nvSpPr>
          <p:spPr>
            <a:xfrm>
              <a:off x="9944472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1" name="正方形/長方形 330">
              <a:extLst>
                <a:ext uri="{FF2B5EF4-FFF2-40B4-BE49-F238E27FC236}">
                  <ns2:creationId id="{F67548A3-E717-BF34-F3DF-F8A9740FD46F}"/>
                </a:ext>
              </a:extLst>
            </p:cNvPr>
            <p:cNvSpPr/>
            <p:nvPr/>
          </p:nvSpPr>
          <p:spPr>
            <a:xfrm>
              <a:off x="9944472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2" name="正方形/長方形 331">
              <a:extLst>
                <a:ext uri="{FF2B5EF4-FFF2-40B4-BE49-F238E27FC236}">
                  <ns2:creationId id="{AFC9A887-46EB-26FD-B9D1-389E7A7A0354}"/>
                </a:ext>
              </a:extLst>
            </p:cNvPr>
            <p:cNvSpPr/>
            <p:nvPr/>
          </p:nvSpPr>
          <p:spPr>
            <a:xfrm>
              <a:off x="9944472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3" name="正方形/長方形 332">
              <a:extLst>
                <a:ext uri="{FF2B5EF4-FFF2-40B4-BE49-F238E27FC236}">
                  <ns2:creationId id="{11C7058C-41C8-26AB-FA7A-069835DD106E}"/>
                </a:ext>
              </a:extLst>
            </p:cNvPr>
            <p:cNvSpPr/>
            <p:nvPr/>
          </p:nvSpPr>
          <p:spPr>
            <a:xfrm>
              <a:off x="9944472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-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34" name="直線コネクタ 333">
              <a:extLst>
                <a:ext uri="{FF2B5EF4-FFF2-40B4-BE49-F238E27FC236}">
                  <ns2:creationId id="{874C7B2A-2BD1-F919-3C5E-763924587008}"/>
                </a:ext>
              </a:extLst>
            </p:cNvPr>
            <p:cNvCxnSpPr/>
            <p:nvPr/>
          </p:nvCxnSpPr>
          <p:spPr>
            <a:xfrm>
              <a:off x="9944472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直線コネクタ 334">
              <a:extLst>
                <a:ext uri="{FF2B5EF4-FFF2-40B4-BE49-F238E27FC236}">
                  <ns2:creationId id="{035F1516-4835-5C8D-52CB-2C601E3F7006}"/>
                </a:ext>
              </a:extLst>
            </p:cNvPr>
            <p:cNvCxnSpPr/>
            <p:nvPr/>
          </p:nvCxnSpPr>
          <p:spPr>
            <a:xfrm>
              <a:off x="9944472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直線コネクタ 335">
              <a:extLst>
                <a:ext uri="{FF2B5EF4-FFF2-40B4-BE49-F238E27FC236}">
                  <ns2:creationId id="{5D8C81E4-B9CF-5228-B57E-48330F612A2A}"/>
                </a:ext>
              </a:extLst>
            </p:cNvPr>
            <p:cNvCxnSpPr/>
            <p:nvPr/>
          </p:nvCxnSpPr>
          <p:spPr>
            <a:xfrm>
              <a:off x="9944472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直線コネクタ 336">
              <a:extLst>
                <a:ext uri="{FF2B5EF4-FFF2-40B4-BE49-F238E27FC236}">
                  <ns2:creationId id="{021E5942-9646-0F4D-0DFD-A3B91F44614A}"/>
                </a:ext>
              </a:extLst>
            </p:cNvPr>
            <p:cNvCxnSpPr/>
            <p:nvPr/>
          </p:nvCxnSpPr>
          <p:spPr>
            <a:xfrm>
              <a:off x="9944472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直線コネクタ 337">
              <a:extLst>
                <a:ext uri="{FF2B5EF4-FFF2-40B4-BE49-F238E27FC236}">
                  <ns2:creationId id="{8506575C-11F1-6F0B-F25F-9C13BA669CD9}"/>
                </a:ext>
              </a:extLst>
            </p:cNvPr>
            <p:cNvCxnSpPr/>
            <p:nvPr/>
          </p:nvCxnSpPr>
          <p:spPr>
            <a:xfrm>
              <a:off x="9944472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直線コネクタ 338">
              <a:extLst>
                <a:ext uri="{FF2B5EF4-FFF2-40B4-BE49-F238E27FC236}">
                  <ns2:creationId id="{4BF3FD0E-D377-00CB-3E01-9B6890D25E01}"/>
                </a:ext>
              </a:extLst>
            </p:cNvPr>
            <p:cNvCxnSpPr/>
            <p:nvPr/>
          </p:nvCxnSpPr>
          <p:spPr>
            <a:xfrm>
              <a:off x="9944472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直線コネクタ 339">
              <a:extLst>
                <a:ext uri="{FF2B5EF4-FFF2-40B4-BE49-F238E27FC236}">
                  <ns2:creationId id="{AFD83CA4-E259-3453-BA21-21F8EF77FA57}"/>
                </a:ext>
              </a:extLst>
            </p:cNvPr>
            <p:cNvCxnSpPr/>
            <p:nvPr/>
          </p:nvCxnSpPr>
          <p:spPr>
            <a:xfrm>
              <a:off x="9944472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直線コネクタ 340">
              <a:extLst>
                <a:ext uri="{FF2B5EF4-FFF2-40B4-BE49-F238E27FC236}">
                  <ns2:creationId id="{404D045F-16D2-6CC1-BFE5-017EAC6AC38A}"/>
                </a:ext>
              </a:extLst>
            </p:cNvPr>
            <p:cNvCxnSpPr/>
            <p:nvPr/>
          </p:nvCxnSpPr>
          <p:spPr>
            <a:xfrm>
              <a:off x="9944472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直線コネクタ 341">
              <a:extLst>
                <a:ext uri="{FF2B5EF4-FFF2-40B4-BE49-F238E27FC236}">
                  <ns2:creationId id="{1D62AC3E-C7AD-A1F8-B940-3EB4749FC552}"/>
                </a:ext>
              </a:extLst>
            </p:cNvPr>
            <p:cNvCxnSpPr/>
            <p:nvPr/>
          </p:nvCxnSpPr>
          <p:spPr>
            <a:xfrm>
              <a:off x="9944472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直線コネクタ 342">
              <a:extLst>
                <a:ext uri="{FF2B5EF4-FFF2-40B4-BE49-F238E27FC236}">
                  <ns2:creationId id="{0ACB9DE5-9BCC-6C2A-11DA-61BFA2C012F7}"/>
                </a:ext>
              </a:extLst>
            </p:cNvPr>
            <p:cNvCxnSpPr/>
            <p:nvPr/>
          </p:nvCxnSpPr>
          <p:spPr>
            <a:xfrm>
              <a:off x="9944472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直線コネクタ 343">
              <a:extLst>
                <a:ext uri="{FF2B5EF4-FFF2-40B4-BE49-F238E27FC236}">
                  <ns2:creationId id="{D24795F3-6666-430D-16A5-42DC54397276}"/>
                </a:ext>
              </a:extLst>
            </p:cNvPr>
            <p:cNvCxnSpPr/>
            <p:nvPr/>
          </p:nvCxnSpPr>
          <p:spPr>
            <a:xfrm>
              <a:off x="9944472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線コネクタ 344">
              <a:extLst>
                <a:ext uri="{FF2B5EF4-FFF2-40B4-BE49-F238E27FC236}">
                  <ns2:creationId id="{E2D307BB-6A45-CA13-2B4A-128DD74C3477}"/>
                </a:ext>
              </a:extLst>
            </p:cNvPr>
            <p:cNvCxnSpPr/>
            <p:nvPr/>
          </p:nvCxnSpPr>
          <p:spPr>
            <a:xfrm>
              <a:off x="9944472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線コネクタ 345">
              <a:extLst>
                <a:ext uri="{FF2B5EF4-FFF2-40B4-BE49-F238E27FC236}">
                  <ns2:creationId id="{ACBD5967-DFDF-0DF6-D23B-58D0437D4427}"/>
                </a:ext>
              </a:extLst>
            </p:cNvPr>
            <p:cNvCxnSpPr/>
            <p:nvPr/>
          </p:nvCxnSpPr>
          <p:spPr>
            <a:xfrm>
              <a:off x="9944472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直線コネクタ 346">
              <a:extLst>
                <a:ext uri="{FF2B5EF4-FFF2-40B4-BE49-F238E27FC236}">
                  <ns2:creationId id="{073E455B-7359-4AE7-993B-F7A75EA3EF7D}"/>
                </a:ext>
              </a:extLst>
            </p:cNvPr>
            <p:cNvCxnSpPr/>
            <p:nvPr/>
          </p:nvCxnSpPr>
          <p:spPr>
            <a:xfrm>
              <a:off x="9944472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線コネクタ 347">
              <a:extLst>
                <a:ext uri="{FF2B5EF4-FFF2-40B4-BE49-F238E27FC236}">
                  <ns2:creationId id="{CCE61890-B4ED-C3E9-2FC1-DE179366F73A}"/>
                </a:ext>
              </a:extLst>
            </p:cNvPr>
            <p:cNvCxnSpPr/>
            <p:nvPr/>
          </p:nvCxnSpPr>
          <p:spPr>
            <a:xfrm>
              <a:off x="9944472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直線コネクタ 348">
              <a:extLst>
                <a:ext uri="{FF2B5EF4-FFF2-40B4-BE49-F238E27FC236}">
                  <ns2:creationId id="{98E7ED71-5941-F7BA-1E2D-6D66908EC853}"/>
                </a:ext>
              </a:extLst>
            </p:cNvPr>
            <p:cNvCxnSpPr/>
            <p:nvPr/>
          </p:nvCxnSpPr>
          <p:spPr>
            <a:xfrm>
              <a:off x="9944472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直線コネクタ 349">
              <a:extLst>
                <a:ext uri="{FF2B5EF4-FFF2-40B4-BE49-F238E27FC236}">
                  <ns2:creationId id="{C324E601-D8D9-50E8-0672-0CAF1A50A12E}"/>
                </a:ext>
              </a:extLst>
            </p:cNvPr>
            <p:cNvCxnSpPr/>
            <p:nvPr/>
          </p:nvCxnSpPr>
          <p:spPr>
            <a:xfrm>
              <a:off x="9944472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1" name="正方形/長方形 350">
              <a:extLst>
                <a:ext uri="{FF2B5EF4-FFF2-40B4-BE49-F238E27FC236}">
                  <ns2:creationId id="{296362FA-C9CC-545C-2507-40E3B869FB43}"/>
                </a:ext>
              </a:extLst>
            </p:cNvPr>
            <p:cNvSpPr/>
            <p:nvPr/>
          </p:nvSpPr>
          <p:spPr>
            <a:xfrm>
              <a:off x="10438383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2" name="正方形/長方形 351">
              <a:extLst>
                <a:ext uri="{FF2B5EF4-FFF2-40B4-BE49-F238E27FC236}">
                  <ns2:creationId id="{243A324F-B1DD-9301-AB5C-09D7EAC972EE}"/>
                </a:ext>
              </a:extLst>
            </p:cNvPr>
            <p:cNvSpPr/>
            <p:nvPr/>
          </p:nvSpPr>
          <p:spPr>
            <a:xfrm>
              <a:off x="10438383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3" name="正方形/長方形 352">
              <a:extLst>
                <a:ext uri="{FF2B5EF4-FFF2-40B4-BE49-F238E27FC236}">
                  <ns2:creationId id="{B2DE41B8-57EB-224F-80D4-7754F4EAF9F6}"/>
                </a:ext>
              </a:extLst>
            </p:cNvPr>
            <p:cNvSpPr/>
            <p:nvPr/>
          </p:nvSpPr>
          <p:spPr>
            <a:xfrm>
              <a:off x="10438383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4" name="正方形/長方形 353">
              <a:extLst>
                <a:ext uri="{FF2B5EF4-FFF2-40B4-BE49-F238E27FC236}">
                  <ns2:creationId id="{B6901B2A-3BE3-0E1A-7BD3-B41BE55C50C6}"/>
                </a:ext>
              </a:extLst>
            </p:cNvPr>
            <p:cNvSpPr/>
            <p:nvPr/>
          </p:nvSpPr>
          <p:spPr>
            <a:xfrm>
              <a:off x="10438383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5" name="正方形/長方形 354">
              <a:extLst>
                <a:ext uri="{FF2B5EF4-FFF2-40B4-BE49-F238E27FC236}">
                  <ns2:creationId id="{AF011D27-45EA-5569-22BC-278481103B8A}"/>
                </a:ext>
              </a:extLst>
            </p:cNvPr>
            <p:cNvSpPr/>
            <p:nvPr/>
          </p:nvSpPr>
          <p:spPr>
            <a:xfrm>
              <a:off x="10438383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6" name="正方形/長方形 355">
              <a:extLst>
                <a:ext uri="{FF2B5EF4-FFF2-40B4-BE49-F238E27FC236}">
                  <ns2:creationId id="{38557AFD-384B-2F64-EDF6-0ED2F755AAAD}"/>
                </a:ext>
              </a:extLst>
            </p:cNvPr>
            <p:cNvSpPr/>
            <p:nvPr/>
          </p:nvSpPr>
          <p:spPr>
            <a:xfrm>
              <a:off x="10438383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7" name="正方形/長方形 356">
              <a:extLst>
                <a:ext uri="{FF2B5EF4-FFF2-40B4-BE49-F238E27FC236}">
                  <ns2:creationId id="{48ED71A9-9770-E8E4-5CD8-5BA236352E94}"/>
                </a:ext>
              </a:extLst>
            </p:cNvPr>
            <p:cNvSpPr/>
            <p:nvPr/>
          </p:nvSpPr>
          <p:spPr>
            <a:xfrm>
              <a:off x="10438383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8" name="正方形/長方形 357">
              <a:extLst>
                <a:ext uri="{FF2B5EF4-FFF2-40B4-BE49-F238E27FC236}">
                  <ns2:creationId id="{C9B2AF8C-B575-6398-ADB5-58B2B1317EC8}"/>
                </a:ext>
              </a:extLst>
            </p:cNvPr>
            <p:cNvSpPr/>
            <p:nvPr/>
          </p:nvSpPr>
          <p:spPr>
            <a:xfrm>
              <a:off x="10438383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59" name="正方形/長方形 358">
              <a:extLst>
                <a:ext uri="{FF2B5EF4-FFF2-40B4-BE49-F238E27FC236}">
                  <ns2:creationId id="{C1DDEAFD-C15D-E7AE-77DD-D3C87D9DF3D4}"/>
                </a:ext>
              </a:extLst>
            </p:cNvPr>
            <p:cNvSpPr/>
            <p:nvPr/>
          </p:nvSpPr>
          <p:spPr>
            <a:xfrm>
              <a:off x="10438383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0" name="正方形/長方形 359">
              <a:extLst>
                <a:ext uri="{FF2B5EF4-FFF2-40B4-BE49-F238E27FC236}">
                  <ns2:creationId id="{3DA8F513-CB43-F584-5CED-E26008736154}"/>
                </a:ext>
              </a:extLst>
            </p:cNvPr>
            <p:cNvSpPr/>
            <p:nvPr/>
          </p:nvSpPr>
          <p:spPr>
            <a:xfrm>
              <a:off x="10438383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1" name="正方形/長方形 360">
              <a:extLst>
                <a:ext uri="{FF2B5EF4-FFF2-40B4-BE49-F238E27FC236}">
                  <ns2:creationId id="{B13BC6C3-DDA4-3512-C1EC-29A4A2AF24E9}"/>
                </a:ext>
              </a:extLst>
            </p:cNvPr>
            <p:cNvSpPr/>
            <p:nvPr/>
          </p:nvSpPr>
          <p:spPr>
            <a:xfrm>
              <a:off x="10438383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2" name="正方形/長方形 361">
              <a:extLst>
                <a:ext uri="{FF2B5EF4-FFF2-40B4-BE49-F238E27FC236}">
                  <ns2:creationId id="{463A4D61-E0C9-031F-91BC-73C46F1D133A}"/>
                </a:ext>
              </a:extLst>
            </p:cNvPr>
            <p:cNvSpPr/>
            <p:nvPr/>
          </p:nvSpPr>
          <p:spPr>
            <a:xfrm>
              <a:off x="10438383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3" name="正方形/長方形 362">
              <a:extLst>
                <a:ext uri="{FF2B5EF4-FFF2-40B4-BE49-F238E27FC236}">
                  <ns2:creationId id="{A1853482-EE58-5366-F3AA-4914B7C6BCF3}"/>
                </a:ext>
              </a:extLst>
            </p:cNvPr>
            <p:cNvSpPr/>
            <p:nvPr/>
          </p:nvSpPr>
          <p:spPr>
            <a:xfrm>
              <a:off x="10438383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4" name="正方形/長方形 363">
              <a:extLst>
                <a:ext uri="{FF2B5EF4-FFF2-40B4-BE49-F238E27FC236}">
                  <ns2:creationId id="{F07E8259-7311-4642-0196-C5132F4F4D4D}"/>
                </a:ext>
              </a:extLst>
            </p:cNvPr>
            <p:cNvSpPr/>
            <p:nvPr/>
          </p:nvSpPr>
          <p:spPr>
            <a:xfrm>
              <a:off x="10438383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5" name="正方形/長方形 364">
              <a:extLst>
                <a:ext uri="{FF2B5EF4-FFF2-40B4-BE49-F238E27FC236}">
                  <ns2:creationId id="{59A51329-7B7D-F164-BA53-FA04A67AB776}"/>
                </a:ext>
              </a:extLst>
            </p:cNvPr>
            <p:cNvSpPr/>
            <p:nvPr/>
          </p:nvSpPr>
          <p:spPr>
            <a:xfrm>
              <a:off x="10438383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6" name="正方形/長方形 365">
              <a:extLst>
                <a:ext uri="{FF2B5EF4-FFF2-40B4-BE49-F238E27FC236}">
                  <ns2:creationId id="{79FF3BE5-1891-C787-50BB-CEF9A1E70F37}"/>
                </a:ext>
              </a:extLst>
            </p:cNvPr>
            <p:cNvSpPr/>
            <p:nvPr/>
          </p:nvSpPr>
          <p:spPr>
            <a:xfrm>
              <a:off x="10438383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7" name="正方形/長方形 366">
              <a:extLst>
                <a:ext uri="{FF2B5EF4-FFF2-40B4-BE49-F238E27FC236}">
                  <ns2:creationId id="{1721247B-31A1-EC24-1562-F6636F9BBA6D}"/>
                </a:ext>
              </a:extLst>
            </p:cNvPr>
            <p:cNvSpPr/>
            <p:nvPr/>
          </p:nvSpPr>
          <p:spPr>
            <a:xfrm>
              <a:off x="10438383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68" name="正方形/長方形 367">
              <a:extLst>
                <a:ext uri="{FF2B5EF4-FFF2-40B4-BE49-F238E27FC236}">
                  <ns2:creationId id="{C61D0CB2-89A4-C591-6E81-725C64A161E2}"/>
                </a:ext>
              </a:extLst>
            </p:cNvPr>
            <p:cNvSpPr/>
            <p:nvPr/>
          </p:nvSpPr>
          <p:spPr>
            <a:xfrm>
              <a:off x="10438383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69" name="直線コネクタ 368">
              <a:extLst>
                <a:ext uri="{FF2B5EF4-FFF2-40B4-BE49-F238E27FC236}">
                  <ns2:creationId id="{CD1CFCA9-CEC2-87C0-01E2-4D64A697FF1D}"/>
                </a:ext>
              </a:extLst>
            </p:cNvPr>
            <p:cNvCxnSpPr/>
            <p:nvPr/>
          </p:nvCxnSpPr>
          <p:spPr>
            <a:xfrm>
              <a:off x="10438383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線コネクタ 369">
              <a:extLst>
                <a:ext uri="{FF2B5EF4-FFF2-40B4-BE49-F238E27FC236}">
                  <ns2:creationId id="{8AEAD0C0-D85A-01CD-DAF9-454DA626CDBB}"/>
                </a:ext>
              </a:extLst>
            </p:cNvPr>
            <p:cNvCxnSpPr/>
            <p:nvPr/>
          </p:nvCxnSpPr>
          <p:spPr>
            <a:xfrm>
              <a:off x="10438383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ns2:creationId id="{CF2E923C-1001-4B18-C2EA-064A6C302786}"/>
                </a:ext>
              </a:extLst>
            </p:cNvPr>
            <p:cNvCxnSpPr/>
            <p:nvPr/>
          </p:nvCxnSpPr>
          <p:spPr>
            <a:xfrm>
              <a:off x="10438383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ns2:creationId id="{8EB76B68-E83F-0D9F-F3A7-76F7258404DE}"/>
                </a:ext>
              </a:extLst>
            </p:cNvPr>
            <p:cNvCxnSpPr/>
            <p:nvPr/>
          </p:nvCxnSpPr>
          <p:spPr>
            <a:xfrm>
              <a:off x="10438383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ns2:creationId id="{6A731CAA-32A6-865A-5BAC-8344E8A428B8}"/>
                </a:ext>
              </a:extLst>
            </p:cNvPr>
            <p:cNvCxnSpPr/>
            <p:nvPr/>
          </p:nvCxnSpPr>
          <p:spPr>
            <a:xfrm>
              <a:off x="10438383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ns2:creationId id="{20B4DC58-2C3A-B011-72E1-E6FF7A122881}"/>
                </a:ext>
              </a:extLst>
            </p:cNvPr>
            <p:cNvCxnSpPr/>
            <p:nvPr/>
          </p:nvCxnSpPr>
          <p:spPr>
            <a:xfrm>
              <a:off x="10438383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ns2:creationId id="{95426D1B-3247-0912-23EE-B8E898CD41AB}"/>
                </a:ext>
              </a:extLst>
            </p:cNvPr>
            <p:cNvCxnSpPr/>
            <p:nvPr/>
          </p:nvCxnSpPr>
          <p:spPr>
            <a:xfrm>
              <a:off x="10438383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直線コネクタ 375">
              <a:extLst>
                <a:ext uri="{FF2B5EF4-FFF2-40B4-BE49-F238E27FC236}">
                  <ns2:creationId id="{6AB0EF8E-33B9-05E1-C451-0EC1DDD188A6}"/>
                </a:ext>
              </a:extLst>
            </p:cNvPr>
            <p:cNvCxnSpPr/>
            <p:nvPr/>
          </p:nvCxnSpPr>
          <p:spPr>
            <a:xfrm>
              <a:off x="10438383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線コネクタ 376">
              <a:extLst>
                <a:ext uri="{FF2B5EF4-FFF2-40B4-BE49-F238E27FC236}">
                  <ns2:creationId id="{672F7A2B-4E9D-4B04-FD26-60F3AC6EE574}"/>
                </a:ext>
              </a:extLst>
            </p:cNvPr>
            <p:cNvCxnSpPr/>
            <p:nvPr/>
          </p:nvCxnSpPr>
          <p:spPr>
            <a:xfrm>
              <a:off x="10438383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コネクタ 377">
              <a:extLst>
                <a:ext uri="{FF2B5EF4-FFF2-40B4-BE49-F238E27FC236}">
                  <ns2:creationId id="{DE056E15-CCF0-B0EC-C05B-A913A01E55AF}"/>
                </a:ext>
              </a:extLst>
            </p:cNvPr>
            <p:cNvCxnSpPr/>
            <p:nvPr/>
          </p:nvCxnSpPr>
          <p:spPr>
            <a:xfrm>
              <a:off x="10438383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直線コネクタ 378">
              <a:extLst>
                <a:ext uri="{FF2B5EF4-FFF2-40B4-BE49-F238E27FC236}">
                  <ns2:creationId id="{08E5A045-4AEA-FBCC-7C1C-9B0CEA13C9D7}"/>
                </a:ext>
              </a:extLst>
            </p:cNvPr>
            <p:cNvCxnSpPr/>
            <p:nvPr/>
          </p:nvCxnSpPr>
          <p:spPr>
            <a:xfrm>
              <a:off x="10438383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直線コネクタ 379">
              <a:extLst>
                <a:ext uri="{FF2B5EF4-FFF2-40B4-BE49-F238E27FC236}">
                  <ns2:creationId id="{1C65C754-FA03-4E3A-5E91-F4CFD2DF5A7D}"/>
                </a:ext>
              </a:extLst>
            </p:cNvPr>
            <p:cNvCxnSpPr/>
            <p:nvPr/>
          </p:nvCxnSpPr>
          <p:spPr>
            <a:xfrm>
              <a:off x="10438383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直線コネクタ 380">
              <a:extLst>
                <a:ext uri="{FF2B5EF4-FFF2-40B4-BE49-F238E27FC236}">
                  <ns2:creationId id="{4574A7A5-B26E-BE04-D9D1-8FEE32347BBC}"/>
                </a:ext>
              </a:extLst>
            </p:cNvPr>
            <p:cNvCxnSpPr/>
            <p:nvPr/>
          </p:nvCxnSpPr>
          <p:spPr>
            <a:xfrm>
              <a:off x="10438383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直線コネクタ 381">
              <a:extLst>
                <a:ext uri="{FF2B5EF4-FFF2-40B4-BE49-F238E27FC236}">
                  <ns2:creationId id="{BA9C6D58-BA45-D901-352E-4DC76E309743}"/>
                </a:ext>
              </a:extLst>
            </p:cNvPr>
            <p:cNvCxnSpPr/>
            <p:nvPr/>
          </p:nvCxnSpPr>
          <p:spPr>
            <a:xfrm>
              <a:off x="10438383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直線コネクタ 382">
              <a:extLst>
                <a:ext uri="{FF2B5EF4-FFF2-40B4-BE49-F238E27FC236}">
                  <ns2:creationId id="{D2BFA359-18FD-64AF-DF18-719BA38C7CFB}"/>
                </a:ext>
              </a:extLst>
            </p:cNvPr>
            <p:cNvCxnSpPr/>
            <p:nvPr/>
          </p:nvCxnSpPr>
          <p:spPr>
            <a:xfrm>
              <a:off x="10438383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線コネクタ 383">
              <a:extLst>
                <a:ext uri="{FF2B5EF4-FFF2-40B4-BE49-F238E27FC236}">
                  <ns2:creationId id="{BFAFC1E2-2EC1-10AE-CE51-05A67271E127}"/>
                </a:ext>
              </a:extLst>
            </p:cNvPr>
            <p:cNvCxnSpPr/>
            <p:nvPr/>
          </p:nvCxnSpPr>
          <p:spPr>
            <a:xfrm>
              <a:off x="10438383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線コネクタ 384">
              <a:extLst>
                <a:ext uri="{FF2B5EF4-FFF2-40B4-BE49-F238E27FC236}">
                  <ns2:creationId id="{6948885A-DFDE-BD8C-D590-214DD7D8B14D}"/>
                </a:ext>
              </a:extLst>
            </p:cNvPr>
            <p:cNvCxnSpPr/>
            <p:nvPr/>
          </p:nvCxnSpPr>
          <p:spPr>
            <a:xfrm>
              <a:off x="10438383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正方形/長方形 385">
              <a:extLst>
                <a:ext uri="{FF2B5EF4-FFF2-40B4-BE49-F238E27FC236}">
                  <ns2:creationId id="{E21708C3-202E-8787-C5FA-77C6FB31CC9F}"/>
                </a:ext>
              </a:extLst>
            </p:cNvPr>
            <p:cNvSpPr/>
            <p:nvPr/>
          </p:nvSpPr>
          <p:spPr>
            <a:xfrm>
              <a:off x="10932295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7" name="正方形/長方形 386">
              <a:extLst>
                <a:ext uri="{FF2B5EF4-FFF2-40B4-BE49-F238E27FC236}">
                  <ns2:creationId id="{A4DA54C7-1762-577E-D41C-FE63B757998B}"/>
                </a:ext>
              </a:extLst>
            </p:cNvPr>
            <p:cNvSpPr/>
            <p:nvPr/>
          </p:nvSpPr>
          <p:spPr>
            <a:xfrm>
              <a:off x="10932295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8" name="正方形/長方形 387">
              <a:extLst>
                <a:ext uri="{FF2B5EF4-FFF2-40B4-BE49-F238E27FC236}">
                  <ns2:creationId id="{1C080133-F516-30CE-2670-913945B00060}"/>
                </a:ext>
              </a:extLst>
            </p:cNvPr>
            <p:cNvSpPr/>
            <p:nvPr/>
          </p:nvSpPr>
          <p:spPr>
            <a:xfrm>
              <a:off x="10932295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89" name="正方形/長方形 388">
              <a:extLst>
                <a:ext uri="{FF2B5EF4-FFF2-40B4-BE49-F238E27FC236}">
                  <ns2:creationId id="{3A494B04-3929-6140-9CC7-360D0D08D714}"/>
                </a:ext>
              </a:extLst>
            </p:cNvPr>
            <p:cNvSpPr/>
            <p:nvPr/>
          </p:nvSpPr>
          <p:spPr>
            <a:xfrm>
              <a:off x="10932295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0" name="正方形/長方形 389">
              <a:extLst>
                <a:ext uri="{FF2B5EF4-FFF2-40B4-BE49-F238E27FC236}">
                  <ns2:creationId id="{81456448-06A2-4FAD-15E4-66B877B6A92E}"/>
                </a:ext>
              </a:extLst>
            </p:cNvPr>
            <p:cNvSpPr/>
            <p:nvPr/>
          </p:nvSpPr>
          <p:spPr>
            <a:xfrm>
              <a:off x="10932295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1" name="正方形/長方形 390">
              <a:extLst>
                <a:ext uri="{FF2B5EF4-FFF2-40B4-BE49-F238E27FC236}">
                  <ns2:creationId id="{E1907071-CF8C-7D5F-7E92-8F68ABF53379}"/>
                </a:ext>
              </a:extLst>
            </p:cNvPr>
            <p:cNvSpPr/>
            <p:nvPr/>
          </p:nvSpPr>
          <p:spPr>
            <a:xfrm>
              <a:off x="10932295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E2E03BB9-B514-CD65-6F1A-F92F47C40D87}"/>
                </a:ext>
              </a:extLst>
            </p:cNvPr>
            <p:cNvSpPr/>
            <p:nvPr/>
          </p:nvSpPr>
          <p:spPr>
            <a:xfrm>
              <a:off x="10932295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FA6472D7-C6F8-480D-5533-415993BEFEA9}"/>
                </a:ext>
              </a:extLst>
            </p:cNvPr>
            <p:cNvSpPr/>
            <p:nvPr/>
          </p:nvSpPr>
          <p:spPr>
            <a:xfrm>
              <a:off x="10932295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7E724EA0-B4AF-BF17-E7B5-9E1A3E8FFAB2}"/>
                </a:ext>
              </a:extLst>
            </p:cNvPr>
            <p:cNvSpPr/>
            <p:nvPr/>
          </p:nvSpPr>
          <p:spPr>
            <a:xfrm>
              <a:off x="10932295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5" name="正方形/長方形 394">
              <a:extLst>
                <a:ext uri="{FF2B5EF4-FFF2-40B4-BE49-F238E27FC236}">
                  <ns2:creationId id="{47FE996B-6304-87B7-20A1-A6A2A2D5F298}"/>
                </a:ext>
              </a:extLst>
            </p:cNvPr>
            <p:cNvSpPr/>
            <p:nvPr/>
          </p:nvSpPr>
          <p:spPr>
            <a:xfrm>
              <a:off x="10932295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6" name="正方形/長方形 395">
              <a:extLst>
                <a:ext uri="{FF2B5EF4-FFF2-40B4-BE49-F238E27FC236}">
                  <ns2:creationId id="{D1853761-0D4B-0217-3B64-7F667D4DC2C4}"/>
                </a:ext>
              </a:extLst>
            </p:cNvPr>
            <p:cNvSpPr/>
            <p:nvPr/>
          </p:nvSpPr>
          <p:spPr>
            <a:xfrm>
              <a:off x="10932295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7" name="正方形/長方形 396">
              <a:extLst>
                <a:ext uri="{FF2B5EF4-FFF2-40B4-BE49-F238E27FC236}">
                  <ns2:creationId id="{061E3853-F07C-4515-377E-751F067631F7}"/>
                </a:ext>
              </a:extLst>
            </p:cNvPr>
            <p:cNvSpPr/>
            <p:nvPr/>
          </p:nvSpPr>
          <p:spPr>
            <a:xfrm>
              <a:off x="10932295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8" name="正方形/長方形 397">
              <a:extLst>
                <a:ext uri="{FF2B5EF4-FFF2-40B4-BE49-F238E27FC236}">
                  <ns2:creationId id="{4FBD427D-CD71-AFAE-6AE3-995D6BDAB64B}"/>
                </a:ext>
              </a:extLst>
            </p:cNvPr>
            <p:cNvSpPr/>
            <p:nvPr/>
          </p:nvSpPr>
          <p:spPr>
            <a:xfrm>
              <a:off x="10932295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99" name="正方形/長方形 398">
              <a:extLst>
                <a:ext uri="{FF2B5EF4-FFF2-40B4-BE49-F238E27FC236}">
                  <ns2:creationId id="{8681D2DA-4E89-457B-4227-E74C26E6BF22}"/>
                </a:ext>
              </a:extLst>
            </p:cNvPr>
            <p:cNvSpPr/>
            <p:nvPr/>
          </p:nvSpPr>
          <p:spPr>
            <a:xfrm>
              <a:off x="10932295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0" name="正方形/長方形 399">
              <a:extLst>
                <a:ext uri="{FF2B5EF4-FFF2-40B4-BE49-F238E27FC236}">
                  <ns2:creationId id="{55129F7E-297F-24E4-D7A5-968FCCD2F3D5}"/>
                </a:ext>
              </a:extLst>
            </p:cNvPr>
            <p:cNvSpPr/>
            <p:nvPr/>
          </p:nvSpPr>
          <p:spPr>
            <a:xfrm>
              <a:off x="10932295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1" name="正方形/長方形 400">
              <a:extLst>
                <a:ext uri="{FF2B5EF4-FFF2-40B4-BE49-F238E27FC236}">
                  <ns2:creationId id="{D66FA98A-A1ED-7F90-BC22-53825704A930}"/>
                </a:ext>
              </a:extLst>
            </p:cNvPr>
            <p:cNvSpPr/>
            <p:nvPr/>
          </p:nvSpPr>
          <p:spPr>
            <a:xfrm>
              <a:off x="10932295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2" name="正方形/長方形 401">
              <a:extLst>
                <a:ext uri="{FF2B5EF4-FFF2-40B4-BE49-F238E27FC236}">
                  <ns2:creationId id="{634BD77A-0245-2195-D970-3A899BD69B8B}"/>
                </a:ext>
              </a:extLst>
            </p:cNvPr>
            <p:cNvSpPr/>
            <p:nvPr/>
          </p:nvSpPr>
          <p:spPr>
            <a:xfrm>
              <a:off x="10932295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03" name="正方形/長方形 402">
              <a:extLst>
                <a:ext uri="{FF2B5EF4-FFF2-40B4-BE49-F238E27FC236}">
                  <ns2:creationId id="{AC6DA4D1-45F0-7241-E583-91F330F2EA1D}"/>
                </a:ext>
              </a:extLst>
            </p:cNvPr>
            <p:cNvSpPr/>
            <p:nvPr/>
          </p:nvSpPr>
          <p:spPr>
            <a:xfrm>
              <a:off x="10932295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-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404" name="直線コネクタ 403">
              <a:extLst>
                <a:ext uri="{FF2B5EF4-FFF2-40B4-BE49-F238E27FC236}">
                  <ns2:creationId id="{CE82B21C-13DB-82D3-05FE-A4C30B271568}"/>
                </a:ext>
              </a:extLst>
            </p:cNvPr>
            <p:cNvCxnSpPr/>
            <p:nvPr/>
          </p:nvCxnSpPr>
          <p:spPr>
            <a:xfrm>
              <a:off x="10932295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線コネクタ 404">
              <a:extLst>
                <a:ext uri="{FF2B5EF4-FFF2-40B4-BE49-F238E27FC236}">
                  <ns2:creationId id="{1FFF707A-4E58-7B7E-40FA-FF71FE4E7573}"/>
                </a:ext>
              </a:extLst>
            </p:cNvPr>
            <p:cNvCxnSpPr/>
            <p:nvPr/>
          </p:nvCxnSpPr>
          <p:spPr>
            <a:xfrm>
              <a:off x="10932295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直線コネクタ 405">
              <a:extLst>
                <a:ext uri="{FF2B5EF4-FFF2-40B4-BE49-F238E27FC236}">
                  <ns2:creationId id="{70B1090A-FF9D-348D-753F-DBEC960941D7}"/>
                </a:ext>
              </a:extLst>
            </p:cNvPr>
            <p:cNvCxnSpPr/>
            <p:nvPr/>
          </p:nvCxnSpPr>
          <p:spPr>
            <a:xfrm>
              <a:off x="10932295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直線コネクタ 406">
              <a:extLst>
                <a:ext uri="{FF2B5EF4-FFF2-40B4-BE49-F238E27FC236}">
                  <ns2:creationId id="{2DD2FFDB-7F9B-5AFF-571B-361637DA7E1A}"/>
                </a:ext>
              </a:extLst>
            </p:cNvPr>
            <p:cNvCxnSpPr/>
            <p:nvPr/>
          </p:nvCxnSpPr>
          <p:spPr>
            <a:xfrm>
              <a:off x="10932295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コネクタ 407">
              <a:extLst>
                <a:ext uri="{FF2B5EF4-FFF2-40B4-BE49-F238E27FC236}">
                  <ns2:creationId id="{81C6AAC9-EDC9-789C-97F3-BF6990E5C577}"/>
                </a:ext>
              </a:extLst>
            </p:cNvPr>
            <p:cNvCxnSpPr/>
            <p:nvPr/>
          </p:nvCxnSpPr>
          <p:spPr>
            <a:xfrm>
              <a:off x="10932295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線コネクタ 408">
              <a:extLst>
                <a:ext uri="{FF2B5EF4-FFF2-40B4-BE49-F238E27FC236}">
                  <ns2:creationId id="{4AEC267E-9731-AD97-22C2-36C164E98188}"/>
                </a:ext>
              </a:extLst>
            </p:cNvPr>
            <p:cNvCxnSpPr/>
            <p:nvPr/>
          </p:nvCxnSpPr>
          <p:spPr>
            <a:xfrm>
              <a:off x="10932295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直線コネクタ 409">
              <a:extLst>
                <a:ext uri="{FF2B5EF4-FFF2-40B4-BE49-F238E27FC236}">
                  <ns2:creationId id="{4BE568EB-06AE-ED8E-AE2F-4F284AC8E71B}"/>
                </a:ext>
              </a:extLst>
            </p:cNvPr>
            <p:cNvCxnSpPr/>
            <p:nvPr/>
          </p:nvCxnSpPr>
          <p:spPr>
            <a:xfrm>
              <a:off x="10932295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コネクタ 410">
              <a:extLst>
                <a:ext uri="{FF2B5EF4-FFF2-40B4-BE49-F238E27FC236}">
                  <ns2:creationId id="{B1B8BDB8-18E2-2597-ECFE-4C0F3CDF150F}"/>
                </a:ext>
              </a:extLst>
            </p:cNvPr>
            <p:cNvCxnSpPr/>
            <p:nvPr/>
          </p:nvCxnSpPr>
          <p:spPr>
            <a:xfrm>
              <a:off x="10932295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線コネクタ 411">
              <a:extLst>
                <a:ext uri="{FF2B5EF4-FFF2-40B4-BE49-F238E27FC236}">
                  <ns2:creationId id="{868B8EC8-C7EC-3FC2-68B6-13035015F779}"/>
                </a:ext>
              </a:extLst>
            </p:cNvPr>
            <p:cNvCxnSpPr/>
            <p:nvPr/>
          </p:nvCxnSpPr>
          <p:spPr>
            <a:xfrm>
              <a:off x="10932295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コネクタ 412">
              <a:extLst>
                <a:ext uri="{FF2B5EF4-FFF2-40B4-BE49-F238E27FC236}">
                  <ns2:creationId id="{684B308B-B215-6870-F689-AB8922D04F13}"/>
                </a:ext>
              </a:extLst>
            </p:cNvPr>
            <p:cNvCxnSpPr/>
            <p:nvPr/>
          </p:nvCxnSpPr>
          <p:spPr>
            <a:xfrm>
              <a:off x="10932295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直線コネクタ 413">
              <a:extLst>
                <a:ext uri="{FF2B5EF4-FFF2-40B4-BE49-F238E27FC236}">
                  <ns2:creationId id="{1DEA69C9-B376-EC2D-7028-B12929120088}"/>
                </a:ext>
              </a:extLst>
            </p:cNvPr>
            <p:cNvCxnSpPr/>
            <p:nvPr/>
          </p:nvCxnSpPr>
          <p:spPr>
            <a:xfrm>
              <a:off x="10932295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コネクタ 414">
              <a:extLst>
                <a:ext uri="{FF2B5EF4-FFF2-40B4-BE49-F238E27FC236}">
                  <ns2:creationId id="{AE18CA32-5046-AF56-3F10-4A94C0FBA0AE}"/>
                </a:ext>
              </a:extLst>
            </p:cNvPr>
            <p:cNvCxnSpPr/>
            <p:nvPr/>
          </p:nvCxnSpPr>
          <p:spPr>
            <a:xfrm>
              <a:off x="10932295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直線コネクタ 415">
              <a:extLst>
                <a:ext uri="{FF2B5EF4-FFF2-40B4-BE49-F238E27FC236}">
                  <ns2:creationId id="{5DC680DF-F205-551B-360D-8AC1A3BCF8E3}"/>
                </a:ext>
              </a:extLst>
            </p:cNvPr>
            <p:cNvCxnSpPr/>
            <p:nvPr/>
          </p:nvCxnSpPr>
          <p:spPr>
            <a:xfrm>
              <a:off x="10932295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線コネクタ 416">
              <a:extLst>
                <a:ext uri="{FF2B5EF4-FFF2-40B4-BE49-F238E27FC236}">
                  <ns2:creationId id="{50EF3468-1DAA-B40F-3485-6E10BE91C868}"/>
                </a:ext>
              </a:extLst>
            </p:cNvPr>
            <p:cNvCxnSpPr/>
            <p:nvPr/>
          </p:nvCxnSpPr>
          <p:spPr>
            <a:xfrm>
              <a:off x="10932295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線コネクタ 417">
              <a:extLst>
                <a:ext uri="{FF2B5EF4-FFF2-40B4-BE49-F238E27FC236}">
                  <ns2:creationId id="{34D04A5B-953D-E2BC-9253-B3B86D80A3D5}"/>
                </a:ext>
              </a:extLst>
            </p:cNvPr>
            <p:cNvCxnSpPr/>
            <p:nvPr/>
          </p:nvCxnSpPr>
          <p:spPr>
            <a:xfrm>
              <a:off x="10932295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直線コネクタ 418">
              <a:extLst>
                <a:ext uri="{FF2B5EF4-FFF2-40B4-BE49-F238E27FC236}">
                  <ns2:creationId id="{9E16AFFD-1468-8AAA-9929-304910D0845A}"/>
                </a:ext>
              </a:extLst>
            </p:cNvPr>
            <p:cNvCxnSpPr/>
            <p:nvPr/>
          </p:nvCxnSpPr>
          <p:spPr>
            <a:xfrm>
              <a:off x="10932295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直線コネクタ 419">
              <a:extLst>
                <a:ext uri="{FF2B5EF4-FFF2-40B4-BE49-F238E27FC236}">
                  <ns2:creationId id="{B3AB2A42-6F6B-77D0-6E2B-A3C29B558977}"/>
                </a:ext>
              </a:extLst>
            </p:cNvPr>
            <p:cNvCxnSpPr/>
            <p:nvPr/>
          </p:nvCxnSpPr>
          <p:spPr>
            <a:xfrm>
              <a:off x="10932295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1" name="正方形/長方形 420">
              <a:extLst>
                <a:ext uri="{FF2B5EF4-FFF2-40B4-BE49-F238E27FC236}">
                  <ns2:creationId id="{744F55DF-058C-B976-2519-9546A05A08D9}"/>
                </a:ext>
              </a:extLst>
            </p:cNvPr>
            <p:cNvSpPr/>
            <p:nvPr/>
          </p:nvSpPr>
          <p:spPr>
            <a:xfrm>
              <a:off x="11426205" y="268672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2" name="正方形/長方形 421">
              <a:extLst>
                <a:ext uri="{FF2B5EF4-FFF2-40B4-BE49-F238E27FC236}">
                  <ns2:creationId id="{15259A7A-7706-460A-7CB9-A79C19551E55}"/>
                </a:ext>
              </a:extLst>
            </p:cNvPr>
            <p:cNvSpPr/>
            <p:nvPr/>
          </p:nvSpPr>
          <p:spPr>
            <a:xfrm>
              <a:off x="11426205" y="288904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3" name="正方形/長方形 422">
              <a:extLst>
                <a:ext uri="{FF2B5EF4-FFF2-40B4-BE49-F238E27FC236}">
                  <ns2:creationId id="{37927A2A-FA61-EEBB-ED51-4A2E135A8F1E}"/>
                </a:ext>
              </a:extLst>
            </p:cNvPr>
            <p:cNvSpPr/>
            <p:nvPr/>
          </p:nvSpPr>
          <p:spPr>
            <a:xfrm>
              <a:off x="11426205" y="309137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4" name="正方形/長方形 423">
              <a:extLst>
                <a:ext uri="{FF2B5EF4-FFF2-40B4-BE49-F238E27FC236}">
                  <ns2:creationId id="{87BCA7D2-064D-F239-FE29-80A6B5502B35}"/>
                </a:ext>
              </a:extLst>
            </p:cNvPr>
            <p:cNvSpPr/>
            <p:nvPr/>
          </p:nvSpPr>
          <p:spPr>
            <a:xfrm>
              <a:off x="11426205" y="329370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5" name="正方形/長方形 424">
              <a:extLst>
                <a:ext uri="{FF2B5EF4-FFF2-40B4-BE49-F238E27FC236}">
                  <ns2:creationId id="{19780C63-F5B5-FDB0-E01D-835BBF54D784}"/>
                </a:ext>
              </a:extLst>
            </p:cNvPr>
            <p:cNvSpPr/>
            <p:nvPr/>
          </p:nvSpPr>
          <p:spPr>
            <a:xfrm>
              <a:off x="11426205" y="349603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6" name="正方形/長方形 425">
              <a:extLst>
                <a:ext uri="{FF2B5EF4-FFF2-40B4-BE49-F238E27FC236}">
                  <ns2:creationId id="{85E7F369-0585-11D2-3372-35549AB608B3}"/>
                </a:ext>
              </a:extLst>
            </p:cNvPr>
            <p:cNvSpPr/>
            <p:nvPr/>
          </p:nvSpPr>
          <p:spPr>
            <a:xfrm>
              <a:off x="11426205" y="369836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7" name="正方形/長方形 426">
              <a:extLst>
                <a:ext uri="{FF2B5EF4-FFF2-40B4-BE49-F238E27FC236}">
                  <ns2:creationId id="{8A2E8FCC-75AB-D8B9-E742-4BC081508D3B}"/>
                </a:ext>
              </a:extLst>
            </p:cNvPr>
            <p:cNvSpPr/>
            <p:nvPr/>
          </p:nvSpPr>
          <p:spPr>
            <a:xfrm>
              <a:off x="11426205" y="390069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8" name="正方形/長方形 427">
              <a:extLst>
                <a:ext uri="{FF2B5EF4-FFF2-40B4-BE49-F238E27FC236}">
                  <ns2:creationId id="{AFB195AC-A1E1-AA7F-F718-8E81E84130A7}"/>
                </a:ext>
              </a:extLst>
            </p:cNvPr>
            <p:cNvSpPr/>
            <p:nvPr/>
          </p:nvSpPr>
          <p:spPr>
            <a:xfrm>
              <a:off x="11426205" y="4103023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29" name="正方形/長方形 428">
              <a:extLst>
                <a:ext uri="{FF2B5EF4-FFF2-40B4-BE49-F238E27FC236}">
                  <ns2:creationId id="{03C0987C-3D14-2B01-B80D-82DFAC6C934C}"/>
                </a:ext>
              </a:extLst>
            </p:cNvPr>
            <p:cNvSpPr/>
            <p:nvPr/>
          </p:nvSpPr>
          <p:spPr>
            <a:xfrm>
              <a:off x="11426205" y="430535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0" name="正方形/長方形 429">
              <a:extLst>
                <a:ext uri="{FF2B5EF4-FFF2-40B4-BE49-F238E27FC236}">
                  <ns2:creationId id="{8FCC4DEB-4054-AC09-1294-347BC23C0E9D}"/>
                </a:ext>
              </a:extLst>
            </p:cNvPr>
            <p:cNvSpPr/>
            <p:nvPr/>
          </p:nvSpPr>
          <p:spPr>
            <a:xfrm>
              <a:off x="11426205" y="4507681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82E9673D-FB04-36AD-49B4-5E45CF0D3729}"/>
                </a:ext>
              </a:extLst>
            </p:cNvPr>
            <p:cNvSpPr/>
            <p:nvPr/>
          </p:nvSpPr>
          <p:spPr>
            <a:xfrm>
              <a:off x="11426205" y="4710010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2" name="正方形/長方形 431">
              <a:extLst>
                <a:ext uri="{FF2B5EF4-FFF2-40B4-BE49-F238E27FC236}">
                  <ns2:creationId id="{20C9447C-7CC9-90BD-3A6E-9A26A9877B3B}"/>
                </a:ext>
              </a:extLst>
            </p:cNvPr>
            <p:cNvSpPr/>
            <p:nvPr/>
          </p:nvSpPr>
          <p:spPr>
            <a:xfrm>
              <a:off x="11426205" y="4912339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3" name="正方形/長方形 432">
              <a:extLst>
                <a:ext uri="{FF2B5EF4-FFF2-40B4-BE49-F238E27FC236}">
                  <ns2:creationId id="{08E01604-AB68-00C5-722D-8900B1C7CDF9}"/>
                </a:ext>
              </a:extLst>
            </p:cNvPr>
            <p:cNvSpPr/>
            <p:nvPr/>
          </p:nvSpPr>
          <p:spPr>
            <a:xfrm>
              <a:off x="11426205" y="5114668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4" name="正方形/長方形 433">
              <a:extLst>
                <a:ext uri="{FF2B5EF4-FFF2-40B4-BE49-F238E27FC236}">
                  <ns2:creationId id="{D0B77EAA-D0A1-B4CC-61A8-9E38A70D45F3}"/>
                </a:ext>
              </a:extLst>
            </p:cNvPr>
            <p:cNvSpPr/>
            <p:nvPr/>
          </p:nvSpPr>
          <p:spPr>
            <a:xfrm>
              <a:off x="11426205" y="5316997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5" name="正方形/長方形 434">
              <a:extLst>
                <a:ext uri="{FF2B5EF4-FFF2-40B4-BE49-F238E27FC236}">
                  <ns2:creationId id="{200D9C83-DC25-C8D9-7A2D-91438151F6FF}"/>
                </a:ext>
              </a:extLst>
            </p:cNvPr>
            <p:cNvSpPr/>
            <p:nvPr/>
          </p:nvSpPr>
          <p:spPr>
            <a:xfrm>
              <a:off x="11426205" y="5519326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6" name="正方形/長方形 435">
              <a:extLst>
                <a:ext uri="{FF2B5EF4-FFF2-40B4-BE49-F238E27FC236}">
                  <ns2:creationId id="{206FC38A-5140-6A3B-BDA1-8A8AB5DF2CBE}"/>
                </a:ext>
              </a:extLst>
            </p:cNvPr>
            <p:cNvSpPr/>
            <p:nvPr/>
          </p:nvSpPr>
          <p:spPr>
            <a:xfrm>
              <a:off x="11426205" y="5721655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7" name="正方形/長方形 436">
              <a:extLst>
                <a:ext uri="{FF2B5EF4-FFF2-40B4-BE49-F238E27FC236}">
                  <ns2:creationId id="{6013CB07-29DA-60E4-1B64-D87774386EB0}"/>
                </a:ext>
              </a:extLst>
            </p:cNvPr>
            <p:cNvSpPr/>
            <p:nvPr/>
          </p:nvSpPr>
          <p:spPr>
            <a:xfrm>
              <a:off x="11426205" y="5923984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10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438" name="正方形/長方形 437">
              <a:extLst>
                <a:ext uri="{FF2B5EF4-FFF2-40B4-BE49-F238E27FC236}">
                  <ns2:creationId id="{903AFC1D-A6C4-3886-04B9-6F83856FBD17}"/>
                </a:ext>
              </a:extLst>
            </p:cNvPr>
            <p:cNvSpPr/>
            <p:nvPr/>
          </p:nvSpPr>
          <p:spPr>
            <a:xfrm>
              <a:off x="11426205" y="6126312"/>
              <a:ext cx="435623" cy="182414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30" b="1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30" b="1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439" name="直線コネクタ 438">
              <a:extLst>
                <a:ext uri="{FF2B5EF4-FFF2-40B4-BE49-F238E27FC236}">
                  <ns2:creationId id="{136380CF-4400-0EA6-E5C7-CB3DA04496B4}"/>
                </a:ext>
              </a:extLst>
            </p:cNvPr>
            <p:cNvCxnSpPr/>
            <p:nvPr/>
          </p:nvCxnSpPr>
          <p:spPr>
            <a:xfrm>
              <a:off x="11426205" y="308142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直線コネクタ 439">
              <a:extLst>
                <a:ext uri="{FF2B5EF4-FFF2-40B4-BE49-F238E27FC236}">
                  <ns2:creationId id="{72724417-336E-FB1F-6653-01E109B46A62}"/>
                </a:ext>
              </a:extLst>
            </p:cNvPr>
            <p:cNvCxnSpPr/>
            <p:nvPr/>
          </p:nvCxnSpPr>
          <p:spPr>
            <a:xfrm>
              <a:off x="11426205" y="32837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直線コネクタ 440">
              <a:extLst>
                <a:ext uri="{FF2B5EF4-FFF2-40B4-BE49-F238E27FC236}">
                  <ns2:creationId id="{CB5C61DE-AC9F-9AEE-A447-B2932D03F463}"/>
                </a:ext>
              </a:extLst>
            </p:cNvPr>
            <p:cNvCxnSpPr/>
            <p:nvPr/>
          </p:nvCxnSpPr>
          <p:spPr>
            <a:xfrm>
              <a:off x="11426205" y="348608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直線コネクタ 441">
              <a:extLst>
                <a:ext uri="{FF2B5EF4-FFF2-40B4-BE49-F238E27FC236}">
                  <ns2:creationId id="{D100C1EB-0DA1-A662-3A06-4B3C51A4F633}"/>
                </a:ext>
              </a:extLst>
            </p:cNvPr>
            <p:cNvCxnSpPr/>
            <p:nvPr/>
          </p:nvCxnSpPr>
          <p:spPr>
            <a:xfrm>
              <a:off x="11426205" y="368841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直線コネクタ 442">
              <a:extLst>
                <a:ext uri="{FF2B5EF4-FFF2-40B4-BE49-F238E27FC236}">
                  <ns2:creationId id="{EF379C65-2F71-9C16-8FA7-78E25CC6BAE1}"/>
                </a:ext>
              </a:extLst>
            </p:cNvPr>
            <p:cNvCxnSpPr/>
            <p:nvPr/>
          </p:nvCxnSpPr>
          <p:spPr>
            <a:xfrm>
              <a:off x="11426205" y="389074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直線コネクタ 443">
              <a:extLst>
                <a:ext uri="{FF2B5EF4-FFF2-40B4-BE49-F238E27FC236}">
                  <ns2:creationId id="{B7BB7659-70A6-69FB-CB8F-7FAFA9FA80C4}"/>
                </a:ext>
              </a:extLst>
            </p:cNvPr>
            <p:cNvCxnSpPr/>
            <p:nvPr/>
          </p:nvCxnSpPr>
          <p:spPr>
            <a:xfrm>
              <a:off x="11426205" y="4497724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直線コネクタ 444">
              <a:extLst>
                <a:ext uri="{FF2B5EF4-FFF2-40B4-BE49-F238E27FC236}">
                  <ns2:creationId id="{C933E11B-D26C-DEF2-C55B-E9620AC1944C}"/>
                </a:ext>
              </a:extLst>
            </p:cNvPr>
            <p:cNvCxnSpPr/>
            <p:nvPr/>
          </p:nvCxnSpPr>
          <p:spPr>
            <a:xfrm>
              <a:off x="11426205" y="470005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直線コネクタ 445">
              <a:extLst>
                <a:ext uri="{FF2B5EF4-FFF2-40B4-BE49-F238E27FC236}">
                  <ns2:creationId id="{E4A8EE6D-1D0F-0794-4344-4544FF8D4F0B}"/>
                </a:ext>
              </a:extLst>
            </p:cNvPr>
            <p:cNvCxnSpPr/>
            <p:nvPr/>
          </p:nvCxnSpPr>
          <p:spPr>
            <a:xfrm>
              <a:off x="11426205" y="4902380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直線コネクタ 446">
              <a:extLst>
                <a:ext uri="{FF2B5EF4-FFF2-40B4-BE49-F238E27FC236}">
                  <ns2:creationId id="{44B3C303-EDB2-037A-D81A-CA6CCAEC340A}"/>
                </a:ext>
              </a:extLst>
            </p:cNvPr>
            <p:cNvCxnSpPr/>
            <p:nvPr/>
          </p:nvCxnSpPr>
          <p:spPr>
            <a:xfrm>
              <a:off x="11426205" y="5509369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直線コネクタ 447">
              <a:extLst>
                <a:ext uri="{FF2B5EF4-FFF2-40B4-BE49-F238E27FC236}">
                  <ns2:creationId id="{7E3F1AA2-5310-CE75-C432-E3A1A8B9BFE7}"/>
                </a:ext>
              </a:extLst>
            </p:cNvPr>
            <p:cNvCxnSpPr/>
            <p:nvPr/>
          </p:nvCxnSpPr>
          <p:spPr>
            <a:xfrm>
              <a:off x="11426205" y="5711697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直線コネクタ 448">
              <a:extLst>
                <a:ext uri="{FF2B5EF4-FFF2-40B4-BE49-F238E27FC236}">
                  <ns2:creationId id="{0AFAFB6A-D6F6-32B6-8A7F-C270EF67C7B1}"/>
                </a:ext>
              </a:extLst>
            </p:cNvPr>
            <p:cNvCxnSpPr/>
            <p:nvPr/>
          </p:nvCxnSpPr>
          <p:spPr>
            <a:xfrm>
              <a:off x="11426205" y="591402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直線コネクタ 449">
              <a:extLst>
                <a:ext uri="{FF2B5EF4-FFF2-40B4-BE49-F238E27FC236}">
                  <ns2:creationId id="{1A2A12A1-FF3B-4D79-8D80-63B9C4DFA97D}"/>
                </a:ext>
              </a:extLst>
            </p:cNvPr>
            <p:cNvCxnSpPr/>
            <p:nvPr/>
          </p:nvCxnSpPr>
          <p:spPr>
            <a:xfrm>
              <a:off x="11426205" y="287909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線コネクタ 450">
              <a:extLst>
                <a:ext uri="{FF2B5EF4-FFF2-40B4-BE49-F238E27FC236}">
                  <ns2:creationId id="{0FF3BDD2-E5CA-8C07-2029-BC3B306F5F08}"/>
                </a:ext>
              </a:extLst>
            </p:cNvPr>
            <p:cNvCxnSpPr/>
            <p:nvPr/>
          </p:nvCxnSpPr>
          <p:spPr>
            <a:xfrm>
              <a:off x="11426205" y="429539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直線コネクタ 451">
              <a:extLst>
                <a:ext uri="{FF2B5EF4-FFF2-40B4-BE49-F238E27FC236}">
                  <ns2:creationId id="{CC559F5A-1553-7E92-59D0-DE11C8664A16}"/>
                </a:ext>
              </a:extLst>
            </p:cNvPr>
            <p:cNvCxnSpPr/>
            <p:nvPr/>
          </p:nvCxnSpPr>
          <p:spPr>
            <a:xfrm>
              <a:off x="11426205" y="5307041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直線コネクタ 452">
              <a:extLst>
                <a:ext uri="{FF2B5EF4-FFF2-40B4-BE49-F238E27FC236}">
                  <ns2:creationId id="{0B3255DF-B1F3-85B3-C408-D357619297F1}"/>
                </a:ext>
              </a:extLst>
            </p:cNvPr>
            <p:cNvCxnSpPr/>
            <p:nvPr/>
          </p:nvCxnSpPr>
          <p:spPr>
            <a:xfrm>
              <a:off x="11426205" y="6116355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直線コネクタ 453">
              <a:extLst>
                <a:ext uri="{FF2B5EF4-FFF2-40B4-BE49-F238E27FC236}">
                  <ns2:creationId id="{4747D9BA-58B9-5718-524F-409B980D47EB}"/>
                </a:ext>
              </a:extLst>
            </p:cNvPr>
            <p:cNvCxnSpPr/>
            <p:nvPr/>
          </p:nvCxnSpPr>
          <p:spPr>
            <a:xfrm>
              <a:off x="11426205" y="5104712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直線コネクタ 454">
              <a:extLst>
                <a:ext uri="{FF2B5EF4-FFF2-40B4-BE49-F238E27FC236}">
                  <ns2:creationId id="{816C7B86-3661-4588-D9E8-863BFDBF8027}"/>
                </a:ext>
              </a:extLst>
            </p:cNvPr>
            <p:cNvCxnSpPr/>
            <p:nvPr/>
          </p:nvCxnSpPr>
          <p:spPr>
            <a:xfrm>
              <a:off x="11426205" y="4093066"/>
              <a:ext cx="43562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59" name="グラフィックス 458" descr="評価 単色塗りつぶし">
              <a:extLst>
                <a:ext uri="{FF2B5EF4-FFF2-40B4-BE49-F238E27FC236}">
                  <ns2:creationId id="{DF662A7A-49DB-CB25-76EB-16A979B674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90577" y="2686721"/>
              <a:ext cx="182414" cy="182414"/>
            </a:xfrm>
            <a:prstGeom prst="rect">
              <a:avLst/>
            </a:prstGeom>
          </p:spPr>
        </p:pic>
        <p:pic>
          <p:nvPicPr>
            <p:cNvPr id="460" name="グラフィックス 459" descr="硬貨 単色塗りつぶし">
              <a:extLst>
                <a:ext uri="{FF2B5EF4-FFF2-40B4-BE49-F238E27FC236}">
                  <ns2:creationId id="{D31B0D12-5619-4114-7049-8B4762AFC8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790577" y="4103024"/>
              <a:ext cx="182414" cy="182414"/>
            </a:xfrm>
            <a:prstGeom prst="rect">
              <a:avLst/>
            </a:prstGeom>
          </p:spPr>
        </p:pic>
        <p:pic>
          <p:nvPicPr>
            <p:cNvPr id="461" name="グラフィックス 460" descr="トラック 単色塗りつぶし">
              <a:extLst>
                <a:ext uri="{FF2B5EF4-FFF2-40B4-BE49-F238E27FC236}">
                  <ns2:creationId id="{8831EDCA-9744-5C28-7B02-FD2B739BEB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90577" y="5114670"/>
              <a:ext cx="182414" cy="182414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232802311"/>
      </p:ext>
    </p:extLst>
  </p:cSld>
  <p:clrMapOvr>
    <a:masterClrMapping/>
  </p:clrMapOvr>
</p:sld>
</file>

<file path=ppt/slides/slide316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F172412-0F3B-B099-A4C2-8BCACCCEE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0BE39B9-99C4-5E45-DE56-F83D6CF64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209CD21-AA3B-7493-9EC7-A56CAFFD78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>
            <a:noAutofit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261" name="正方形/長方形 260">
            <a:extLst>
              <a:ext uri="{FF2B5EF4-FFF2-40B4-BE49-F238E27FC236}">
                <ns2:creationId id="{8E2E3123-D76B-5BEF-6800-42E234B101B3}"/>
              </a:ext>
            </a:extLst>
          </p:cNvPr>
          <p:cNvSpPr/>
          <p:nvPr/>
        </p:nvSpPr>
        <p:spPr>
          <a:xfrm>
            <a:off x="4717989" y="5365902"/>
            <a:ext cx="1548000" cy="25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r>
              <a:rPr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itchFamily="34" charset="-120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3" name="三角形 60">
            <a:extLst>
              <a:ext uri="{FF2B5EF4-FFF2-40B4-BE49-F238E27FC236}">
                <ns2:creationId id="{974E933C-4B92-A10F-4E1C-6498D1A99F36}"/>
              </a:ext>
            </a:extLst>
          </p:cNvPr>
          <p:cNvSpPr/>
          <p:nvPr/>
        </p:nvSpPr>
        <p:spPr>
          <a:xfrm rot="5400000">
            <a:off x="5198019" y="3729118"/>
            <a:ext cx="1980000" cy="144000"/>
          </a:xfrm>
          <a:prstGeom prst="triangle">
            <a:avLst/>
          </a:prstGeom>
          <a:solidFill>
            <a:srgbClr val="008D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chemeClr val="accent1"/>
              </a:buClr>
            </a:pP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56" name="グループ化 455">
            <a:extLst>
              <a:ext uri="{FF2B5EF4-FFF2-40B4-BE49-F238E27FC236}">
                <ns2:creationId id="{EF298111-CDE7-1AB2-2E6D-01BFFC68E0E7}"/>
              </a:ext>
            </a:extLst>
          </p:cNvPr>
          <p:cNvGrpSpPr/>
          <p:nvPr/>
        </p:nvGrpSpPr>
        <p:grpSpPr>
          <a:xfrm>
            <a:off x="6401442" y="1227445"/>
            <a:ext cx="5469423" cy="5081568"/>
            <a:chOff x="6401442" y="1227445"/>
            <a:chExt cx="5469423" cy="5081568"/>
          </a:xfrm>
        </p:grpSpPr>
        <p:sp>
          <p:nvSpPr>
            <p:cNvPr id="561" name="正方形/長方形 560">
              <a:extLst>
                <a:ext uri="{FF2B5EF4-FFF2-40B4-BE49-F238E27FC236}">
                  <ns2:creationId id="{F4858A5D-D683-CBEF-6265-13016311C80F}"/>
                </a:ext>
              </a:extLst>
            </p:cNvPr>
            <p:cNvSpPr/>
            <p:nvPr/>
          </p:nvSpPr>
          <p:spPr>
            <a:xfrm>
              <a:off x="9313140" y="3278922"/>
              <a:ext cx="171681" cy="144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0" name="正方形/長方形 559">
              <a:extLst>
                <a:ext uri="{FF2B5EF4-FFF2-40B4-BE49-F238E27FC236}">
                  <ns2:creationId id="{0697F417-4612-F0C0-D541-A6C67EDE966A}"/>
                </a:ext>
              </a:extLst>
            </p:cNvPr>
            <p:cNvSpPr/>
            <p:nvPr/>
          </p:nvSpPr>
          <p:spPr>
            <a:xfrm>
              <a:off x="9313140" y="3148188"/>
              <a:ext cx="171681" cy="144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7" name="正方形/長方形 526">
              <a:extLst>
                <a:ext uri="{FF2B5EF4-FFF2-40B4-BE49-F238E27FC236}">
                  <ns2:creationId id="{88518552-00AD-688E-912E-56DF537A4612}"/>
                </a:ext>
              </a:extLst>
            </p:cNvPr>
            <p:cNvSpPr/>
            <p:nvPr/>
          </p:nvSpPr>
          <p:spPr>
            <a:xfrm>
              <a:off x="9462859" y="3028709"/>
              <a:ext cx="1169954" cy="432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1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10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9" name="正方形/長方形 548">
              <a:extLst>
                <a:ext uri="{FF2B5EF4-FFF2-40B4-BE49-F238E27FC236}">
                  <ns2:creationId id="{0F447934-06AB-C105-A26A-BFA19231A22B}"/>
                </a:ext>
              </a:extLst>
            </p:cNvPr>
            <p:cNvSpPr/>
            <p:nvPr/>
          </p:nvSpPr>
          <p:spPr>
            <a:xfrm>
              <a:off x="8775368" y="2165757"/>
              <a:ext cx="171681" cy="6588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0" name="正方形/長方形 549">
              <a:extLst>
                <a:ext uri="{FF2B5EF4-FFF2-40B4-BE49-F238E27FC236}">
                  <ns2:creationId id="{A89C36C2-0629-037D-4727-9A399D8E4088}"/>
                </a:ext>
              </a:extLst>
            </p:cNvPr>
            <p:cNvSpPr/>
            <p:nvPr/>
          </p:nvSpPr>
          <p:spPr>
            <a:xfrm>
              <a:off x="8782105" y="2885629"/>
              <a:ext cx="171681" cy="6588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ns3:hiddenLine w="3175" cap="flat" cmpd="sng" algn="ctr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  <a:miter lim="800000"/>
                </ns3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1" name="正方形/長方形 550">
              <a:extLst>
                <a:ext uri="{FF2B5EF4-FFF2-40B4-BE49-F238E27FC236}">
                  <ns2:creationId id="{C43B0F54-7240-DA19-8C3C-E854F026D6F1}"/>
                </a:ext>
              </a:extLst>
            </p:cNvPr>
            <p:cNvSpPr/>
            <p:nvPr/>
          </p:nvSpPr>
          <p:spPr>
            <a:xfrm>
              <a:off x="8775368" y="3825206"/>
              <a:ext cx="171681" cy="6588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ns3:hiddenLine w="3175" cap="flat" cmpd="sng" algn="ctr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  <a:miter lim="800000"/>
                </ns3:hiddenLine>
              </a:ext>
            </a:ex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Text 53">
              <a:extLst>
                <a:ext uri="{FF2B5EF4-FFF2-40B4-BE49-F238E27FC236}">
                  <ns2:creationId id="{06E67395-6449-6A39-7140-13B2A41D86E8}"/>
                </a:ext>
              </a:extLst>
            </p:cNvPr>
            <p:cNvSpPr/>
            <p:nvPr/>
          </p:nvSpPr>
          <p:spPr>
            <a:xfrm>
              <a:off x="10615869" y="2881247"/>
              <a:ext cx="745456" cy="252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en-US" sz="8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8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3" name="Shape 63">
              <a:extLst>
                <a:ext uri="{FF2B5EF4-FFF2-40B4-BE49-F238E27FC236}">
                  <ns2:creationId id="{D8BD2261-09FC-7F32-22F5-800840060371}"/>
                </a:ext>
              </a:extLst>
            </p:cNvPr>
            <p:cNvSpPr/>
            <p:nvPr/>
          </p:nvSpPr>
          <p:spPr>
            <a:xfrm>
              <a:off x="9242599" y="1316172"/>
              <a:ext cx="180000" cy="0"/>
            </a:xfrm>
            <a:prstGeom prst="line">
              <a:avLst/>
            </a:prstGeom>
            <a:noFill/>
            <a:ln w="38100">
              <a:solidFill>
                <a:srgbClr val="4E8A1A"/>
              </a:solidFill>
              <a:prstDash val="solid"/>
            </a:ln>
          </p:spPr>
          <p:txBody>
            <a:bodyPr wrap="square">
              <a:noAutofit/>
            </a:bodyPr>
            <a:lstStyle/>
            <a:p>
              <a:endParaRPr lang="ja-JP" alt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5" name="Shape 65">
              <a:extLst>
                <a:ext uri="{FF2B5EF4-FFF2-40B4-BE49-F238E27FC236}">
                  <ns2:creationId id="{BE4A167F-A54A-2B68-200E-1256CAA4FC6C}"/>
                </a:ext>
              </a:extLst>
            </p:cNvPr>
            <p:cNvSpPr/>
            <p:nvPr/>
          </p:nvSpPr>
          <p:spPr>
            <a:xfrm>
              <a:off x="9242599" y="1514100"/>
              <a:ext cx="180000" cy="0"/>
            </a:xfrm>
            <a:prstGeom prst="line">
              <a:avLst/>
            </a:prstGeom>
            <a:noFill/>
            <a:ln w="38100">
              <a:solidFill>
                <a:schemeClr val="tx1">
                  <a:lumMod val="95000"/>
                  <a:lumOff val="5000"/>
                </a:schemeClr>
              </a:solidFill>
              <a:prstDash val="solid"/>
            </a:ln>
          </p:spPr>
          <p:txBody>
            <a:bodyPr wrap="square">
              <a:noAutofit/>
            </a:bodyPr>
            <a:lstStyle/>
            <a:p>
              <a:endParaRPr lang="ja-JP" altLang="en-US" sz="12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6" name="Text 66">
              <a:extLst>
                <a:ext uri="{FF2B5EF4-FFF2-40B4-BE49-F238E27FC236}">
                  <ns2:creationId id="{06D7E3A4-2230-D998-C3C8-A7C915711D3E}"/>
                </a:ext>
              </a:extLst>
            </p:cNvPr>
            <p:cNvSpPr/>
            <p:nvPr/>
          </p:nvSpPr>
          <p:spPr>
            <a:xfrm>
              <a:off x="9479784" y="1442205"/>
              <a:ext cx="2376000" cy="1437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indent="0" algn="l">
                <a:buNone/>
              </a:pP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(</a:t>
              </a: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/ </a:t>
              </a: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 </a:t>
              </a:r>
              <a:r>
                <a:rPr lang="en-US" sz="800" dirty="0" err="1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正方形/長方形 62">
              <a:extLst>
                <a:ext uri="{FF2B5EF4-FFF2-40B4-BE49-F238E27FC236}">
                  <ns2:creationId id="{E0AEC863-FB97-510E-D6A3-9A26A459AFC6}"/>
                </a:ext>
              </a:extLst>
            </p:cNvPr>
            <p:cNvSpPr/>
            <p:nvPr/>
          </p:nvSpPr>
          <p:spPr>
            <a:xfrm>
              <a:off x="6402181" y="1649573"/>
              <a:ext cx="5453261" cy="21039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200" dirty="0" err="1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」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2" name="Text 2">
              <a:extLst>
                <a:ext uri="{FF2B5EF4-FFF2-40B4-BE49-F238E27FC236}">
                  <ns2:creationId id="{764A5135-CFAE-5A66-834C-336456F1EDF3}"/>
                </a:ext>
              </a:extLst>
            </p:cNvPr>
            <p:cNvSpPr/>
            <p:nvPr/>
          </p:nvSpPr>
          <p:spPr>
            <a:xfrm>
              <a:off x="6402182" y="1890959"/>
              <a:ext cx="1008000" cy="21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4" name="Text 3">
              <a:extLst>
                <a:ext uri="{FF2B5EF4-FFF2-40B4-BE49-F238E27FC236}">
                  <ns2:creationId id="{56C9BAC9-ABA5-664D-FA40-655A164F59E6}"/>
                </a:ext>
              </a:extLst>
            </p:cNvPr>
            <p:cNvSpPr/>
            <p:nvPr/>
          </p:nvSpPr>
          <p:spPr>
            <a:xfrm>
              <a:off x="7439936" y="1890959"/>
              <a:ext cx="1836000" cy="216000"/>
            </a:xfrm>
            <a:prstGeom prst="rect">
              <a:avLst/>
            </a:prstGeom>
            <a:solidFill>
              <a:srgbClr val="C5E2C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05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6" name="Text 4">
              <a:extLst>
                <a:ext uri="{FF2B5EF4-FFF2-40B4-BE49-F238E27FC236}">
                  <ns2:creationId id="{F48C12D5-3A23-5E5E-42E2-4980A42EF569}"/>
                </a:ext>
              </a:extLst>
            </p:cNvPr>
            <p:cNvSpPr/>
            <p:nvPr/>
          </p:nvSpPr>
          <p:spPr>
            <a:xfrm>
              <a:off x="9305690" y="1890959"/>
              <a:ext cx="1440000" cy="216000"/>
            </a:xfrm>
            <a:prstGeom prst="rect">
              <a:avLst/>
            </a:prstGeom>
            <a:solidFill>
              <a:srgbClr val="7FC07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8" name="Text 5">
              <a:extLst>
                <a:ext uri="{FF2B5EF4-FFF2-40B4-BE49-F238E27FC236}">
                  <ns2:creationId id="{25E038F0-D9F6-1D0A-59AC-190474A4B2FE}"/>
                </a:ext>
              </a:extLst>
            </p:cNvPr>
            <p:cNvSpPr/>
            <p:nvPr/>
          </p:nvSpPr>
          <p:spPr>
            <a:xfrm>
              <a:off x="10775443" y="1890959"/>
              <a:ext cx="1080000" cy="216000"/>
            </a:xfrm>
            <a:prstGeom prst="rect">
              <a:avLst/>
            </a:prstGeom>
            <a:solidFill>
              <a:srgbClr val="3B9D3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1" name="正方形/長方形 490">
              <a:extLst>
                <a:ext uri="{FF2B5EF4-FFF2-40B4-BE49-F238E27FC236}">
                  <ns2:creationId id="{4EEC907B-20AD-2CF1-02F8-39F93350098B}"/>
                </a:ext>
              </a:extLst>
            </p:cNvPr>
            <p:cNvSpPr/>
            <p:nvPr/>
          </p:nvSpPr>
          <p:spPr>
            <a:xfrm>
              <a:off x="8594865" y="5080039"/>
              <a:ext cx="3276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93" name="正方形/長方形 492">
              <a:extLst>
                <a:ext uri="{FF2B5EF4-FFF2-40B4-BE49-F238E27FC236}">
                  <ns2:creationId id="{918E6A98-936D-FFF1-F3D7-E31481F63361}"/>
                </a:ext>
              </a:extLst>
            </p:cNvPr>
            <p:cNvSpPr/>
            <p:nvPr/>
          </p:nvSpPr>
          <p:spPr>
            <a:xfrm>
              <a:off x="9479784" y="1227445"/>
              <a:ext cx="2376000" cy="17745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dirty="0" err="1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 err="1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800" dirty="0">
                  <a:solidFill>
                    <a:srgbClr val="27500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5" name="グループ化 34">
              <a:extLst>
                <a:ext uri="{FF2B5EF4-FFF2-40B4-BE49-F238E27FC236}">
                  <ns2:creationId id="{326E9600-6647-A1B8-4984-30E35D2C328A}"/>
                </a:ext>
              </a:extLst>
            </p:cNvPr>
            <p:cNvGrpSpPr/>
            <p:nvPr/>
          </p:nvGrpSpPr>
          <p:grpSpPr>
            <a:xfrm>
              <a:off x="6402182" y="2296337"/>
              <a:ext cx="1008000" cy="977244"/>
              <a:chOff x="6402182" y="2296337"/>
              <a:chExt cx="1008000" cy="977244"/>
            </a:xfrm>
          </p:grpSpPr>
          <p:sp>
            <p:nvSpPr>
              <p:cNvPr id="497" name="正方形/長方形 496">
                <a:extLst>
                  <a:ext uri="{FF2B5EF4-FFF2-40B4-BE49-F238E27FC236}">
                    <ns2:creationId id="{87F0CA4B-3D8F-52FF-1874-CC5DDDC3C2CF}"/>
                  </a:ext>
                </a:extLst>
              </p:cNvPr>
              <p:cNvSpPr/>
              <p:nvPr/>
            </p:nvSpPr>
            <p:spPr>
              <a:xfrm>
                <a:off x="6402182" y="2296337"/>
                <a:ext cx="1008000" cy="468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10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000" b="1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900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99" name="正方形/長方形 498">
                <a:extLst>
                  <a:ext uri="{FF2B5EF4-FFF2-40B4-BE49-F238E27FC236}">
                    <ns2:creationId id="{B2D21EC4-3BE0-2611-4756-4E1B2AEC48BB}"/>
                  </a:ext>
                </a:extLst>
              </p:cNvPr>
              <p:cNvSpPr/>
              <p:nvPr/>
            </p:nvSpPr>
            <p:spPr>
              <a:xfrm>
                <a:off x="6402182" y="2805581"/>
                <a:ext cx="1008000" cy="468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10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9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ja-JP" altLang="en-US" sz="9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01" name="正方形/長方形 500">
              <a:extLst>
                <a:ext uri="{FF2B5EF4-FFF2-40B4-BE49-F238E27FC236}">
                  <ns2:creationId id="{7C601D9C-426E-9CBF-6855-4A584D03557F}"/>
                </a:ext>
              </a:extLst>
            </p:cNvPr>
            <p:cNvSpPr/>
            <p:nvPr/>
          </p:nvSpPr>
          <p:spPr>
            <a:xfrm>
              <a:off x="6402182" y="3314825"/>
              <a:ext cx="1008000" cy="468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10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900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900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3" name="正方形/長方形 502">
              <a:extLst>
                <a:ext uri="{FF2B5EF4-FFF2-40B4-BE49-F238E27FC236}">
                  <ns2:creationId id="{CCBE4912-18D7-C357-5119-8EEE9D90BDD7}"/>
                </a:ext>
              </a:extLst>
            </p:cNvPr>
            <p:cNvSpPr/>
            <p:nvPr/>
          </p:nvSpPr>
          <p:spPr>
            <a:xfrm>
              <a:off x="6402182" y="3824069"/>
              <a:ext cx="1008000" cy="468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ja-JP" alt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ja-JP" altLang="en-US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5" name="正方形/長方形 504">
              <a:extLst>
                <a:ext uri="{FF2B5EF4-FFF2-40B4-BE49-F238E27FC236}">
                  <ns2:creationId id="{4F23B522-6290-9EC2-AA56-BCE0A2D2766E}"/>
                </a:ext>
              </a:extLst>
            </p:cNvPr>
            <p:cNvSpPr/>
            <p:nvPr/>
          </p:nvSpPr>
          <p:spPr>
            <a:xfrm>
              <a:off x="6402182" y="4333313"/>
              <a:ext cx="1008000" cy="468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ja-JP" altLang="en-US" sz="1000" b="1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0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ja-JP" altLang="en-US" sz="900" dirty="0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7" name="正方形/長方形 506">
              <a:extLst>
                <a:ext uri="{FF2B5EF4-FFF2-40B4-BE49-F238E27FC236}">
                  <ns2:creationId id="{1CF15476-9B6D-B1C9-F4A7-E048D14E8D97}"/>
                </a:ext>
              </a:extLst>
            </p:cNvPr>
            <p:cNvSpPr/>
            <p:nvPr/>
          </p:nvSpPr>
          <p:spPr>
            <a:xfrm>
              <a:off x="6402182" y="4842555"/>
              <a:ext cx="1008000" cy="468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ja-JP" altLang="en-US" sz="10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ja-JP" altLang="en-US" sz="1000" b="1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ja-JP" altLang="en-US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1" name="グループ化 30">
              <a:extLst>
                <a:ext uri="{FF2B5EF4-FFF2-40B4-BE49-F238E27FC236}">
                  <ns2:creationId id="{55530E0A-F4A7-FD13-1DC5-4AC2B3F4C697}"/>
                </a:ext>
              </a:extLst>
            </p:cNvPr>
            <p:cNvGrpSpPr/>
            <p:nvPr/>
          </p:nvGrpSpPr>
          <p:grpSpPr>
            <a:xfrm>
              <a:off x="7751336" y="2586959"/>
              <a:ext cx="1213200" cy="396000"/>
              <a:chOff x="7751336" y="2841898"/>
              <a:chExt cx="1213200" cy="396000"/>
            </a:xfrm>
          </p:grpSpPr>
          <p:sp>
            <p:nvSpPr>
              <p:cNvPr id="512" name="フローチャート: 磁気ディスク 511">
                <a:extLst>
                  <a:ext uri="{FF2B5EF4-FFF2-40B4-BE49-F238E27FC236}">
                    <ns2:creationId id="{CAEFB412-88DF-0AC6-242D-D2FC0E91702C}"/>
                  </a:ext>
                </a:extLst>
              </p:cNvPr>
              <p:cNvSpPr/>
              <p:nvPr/>
            </p:nvSpPr>
            <p:spPr>
              <a:xfrm>
                <a:off x="7751336" y="2841898"/>
                <a:ext cx="1213200" cy="396000"/>
              </a:xfrm>
              <a:prstGeom prst="flowChartMagneticDisk">
                <a:avLst/>
              </a:prstGeom>
              <a:solidFill>
                <a:srgbClr val="C5E2C5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3" name="正方形/長方形 512">
                <a:extLst>
                  <a:ext uri="{FF2B5EF4-FFF2-40B4-BE49-F238E27FC236}">
                    <ns2:creationId id="{ADE5797D-AE72-9364-C840-AE25193FCD0B}"/>
                  </a:ext>
                </a:extLst>
              </p:cNvPr>
              <p:cNvSpPr/>
              <p:nvPr/>
            </p:nvSpPr>
            <p:spPr>
              <a:xfrm>
                <a:off x="7884283" y="2891919"/>
                <a:ext cx="936000" cy="295958"/>
              </a:xfrm>
              <a:prstGeom prst="rect">
                <a:avLst/>
              </a:prstGeom>
              <a:solidFill>
                <a:srgbClr val="C5E2C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br>
                  <a:rPr lang="ja-JP" altLang="en-US" sz="900" b="1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8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2" name="グループ化 31">
              <a:extLst>
                <a:ext uri="{FF2B5EF4-FFF2-40B4-BE49-F238E27FC236}">
                  <ns2:creationId id="{6C1D99FD-4EFF-C2FD-6997-97D8F786D6D8}"/>
                </a:ext>
              </a:extLst>
            </p:cNvPr>
            <p:cNvGrpSpPr/>
            <p:nvPr/>
          </p:nvGrpSpPr>
          <p:grpSpPr>
            <a:xfrm>
              <a:off x="7751336" y="3350825"/>
              <a:ext cx="1213200" cy="396000"/>
              <a:chOff x="7751336" y="3347389"/>
              <a:chExt cx="1213200" cy="396000"/>
            </a:xfrm>
          </p:grpSpPr>
          <p:sp>
            <p:nvSpPr>
              <p:cNvPr id="515" name="フローチャート: 磁気ディスク 514">
                <a:extLst>
                  <a:ext uri="{FF2B5EF4-FFF2-40B4-BE49-F238E27FC236}">
                    <ns2:creationId id="{3C3EFCED-B22B-B934-74CB-6E8877189FCB}"/>
                  </a:ext>
                </a:extLst>
              </p:cNvPr>
              <p:cNvSpPr/>
              <p:nvPr/>
            </p:nvSpPr>
            <p:spPr>
              <a:xfrm>
                <a:off x="7751336" y="3347389"/>
                <a:ext cx="1213200" cy="396000"/>
              </a:xfrm>
              <a:prstGeom prst="flowChartMagneticDisk">
                <a:avLst/>
              </a:prstGeom>
              <a:solidFill>
                <a:srgbClr val="C5E2C5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6" name="正方形/長方形 515">
                <a:extLst>
                  <a:ext uri="{FF2B5EF4-FFF2-40B4-BE49-F238E27FC236}">
                    <ns2:creationId id="{BEA2F7AF-EBE6-E83D-B762-E35C139E74CD}"/>
                  </a:ext>
                </a:extLst>
              </p:cNvPr>
              <p:cNvSpPr/>
              <p:nvPr/>
            </p:nvSpPr>
            <p:spPr>
              <a:xfrm>
                <a:off x="7884283" y="3397410"/>
                <a:ext cx="936000" cy="295958"/>
              </a:xfrm>
              <a:prstGeom prst="rect">
                <a:avLst/>
              </a:prstGeom>
              <a:solidFill>
                <a:srgbClr val="C5E2C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900"/>
                  </a:lnSpc>
                </a:pPr>
                <a:r>
                  <a:rPr lang="en-US" altLang="ja-JP" sz="800" dirty="0" err="1">
                    <a:solidFill>
                      <a:schemeClr val="accent5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ns2:creationId id="{93B38C22-EDE3-8860-F31F-654CA5300101}"/>
                </a:ext>
              </a:extLst>
            </p:cNvPr>
            <p:cNvGrpSpPr/>
            <p:nvPr/>
          </p:nvGrpSpPr>
          <p:grpSpPr>
            <a:xfrm>
              <a:off x="7751336" y="3860069"/>
              <a:ext cx="1213200" cy="396000"/>
              <a:chOff x="7751336" y="3861748"/>
              <a:chExt cx="1213200" cy="396000"/>
            </a:xfrm>
          </p:grpSpPr>
          <p:sp>
            <p:nvSpPr>
              <p:cNvPr id="518" name="フローチャート: 磁気ディスク 517">
                <a:extLst>
                  <a:ext uri="{FF2B5EF4-FFF2-40B4-BE49-F238E27FC236}">
                    <ns2:creationId id="{53EF7454-D034-53A4-AFA2-E7C1D8826E1E}"/>
                  </a:ext>
                </a:extLst>
              </p:cNvPr>
              <p:cNvSpPr/>
              <p:nvPr/>
            </p:nvSpPr>
            <p:spPr>
              <a:xfrm>
                <a:off x="7751336" y="3861748"/>
                <a:ext cx="1213200" cy="396000"/>
              </a:xfrm>
              <a:prstGeom prst="flowChartMagneticDisk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9" name="正方形/長方形 518">
                <a:extLst>
                  <a:ext uri="{FF2B5EF4-FFF2-40B4-BE49-F238E27FC236}">
                    <ns2:creationId id="{7BEC42FE-2E83-FA33-67E3-9B33F3D52962}"/>
                  </a:ext>
                </a:extLst>
              </p:cNvPr>
              <p:cNvSpPr/>
              <p:nvPr/>
            </p:nvSpPr>
            <p:spPr>
              <a:xfrm>
                <a:off x="7884283" y="3911769"/>
                <a:ext cx="936000" cy="295958"/>
              </a:xfrm>
              <a:prstGeom prst="rect">
                <a:avLst/>
              </a:prstGeom>
              <a:solidFill>
                <a:srgbClr val="008D2E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900"/>
                  </a:lnSpc>
                </a:pPr>
                <a:r>
                  <a:rPr lang="en-US" altLang="ja-JP" sz="900" b="1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900"/>
                  </a:lnSpc>
                </a:pPr>
                <a:r>
                  <a:rPr lang="en-US" altLang="ja-JP" sz="8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ns2:creationId id="{297907E5-F4B8-BF58-90F4-3F3AEEB1516D}"/>
                </a:ext>
              </a:extLst>
            </p:cNvPr>
            <p:cNvGrpSpPr/>
            <p:nvPr/>
          </p:nvGrpSpPr>
          <p:grpSpPr>
            <a:xfrm>
              <a:off x="7751336" y="4369313"/>
              <a:ext cx="1213200" cy="396000"/>
              <a:chOff x="7751336" y="4369073"/>
              <a:chExt cx="1213200" cy="396000"/>
            </a:xfrm>
          </p:grpSpPr>
          <p:sp>
            <p:nvSpPr>
              <p:cNvPr id="521" name="フローチャート: 磁気ディスク 520">
                <a:extLst>
                  <a:ext uri="{FF2B5EF4-FFF2-40B4-BE49-F238E27FC236}">
                    <ns2:creationId id="{AD1A8034-57A6-60A0-8C52-1C599910F534}"/>
                  </a:ext>
                </a:extLst>
              </p:cNvPr>
              <p:cNvSpPr/>
              <p:nvPr/>
            </p:nvSpPr>
            <p:spPr>
              <a:xfrm>
                <a:off x="7751336" y="4369073"/>
                <a:ext cx="1213200" cy="396000"/>
              </a:xfrm>
              <a:prstGeom prst="flowChartMagneticDisk">
                <a:avLst/>
              </a:prstGeom>
              <a:solidFill>
                <a:srgbClr val="C5E2C5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50"/>
                  </a:lnSpc>
                </a:pPr>
                <a:endParaRPr lang="en-US" altLang="ja-JP" sz="900" dirty="0">
                  <a:solidFill>
                    <a:schemeClr val="accent5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2" name="正方形/長方形 521">
                <a:extLst>
                  <a:ext uri="{FF2B5EF4-FFF2-40B4-BE49-F238E27FC236}">
                    <ns2:creationId id="{3125A735-C8A6-6041-14C6-CBE3AFDB0935}"/>
                  </a:ext>
                </a:extLst>
              </p:cNvPr>
              <p:cNvSpPr/>
              <p:nvPr/>
            </p:nvSpPr>
            <p:spPr>
              <a:xfrm>
                <a:off x="7884283" y="4419094"/>
                <a:ext cx="936000" cy="295958"/>
              </a:xfrm>
              <a:prstGeom prst="rect">
                <a:avLst/>
              </a:prstGeom>
              <a:solidFill>
                <a:srgbClr val="C5E2C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00"/>
                  </a:lnSpc>
                </a:pPr>
                <a:r>
                  <a:rPr lang="en-US" altLang="ja-JP" sz="900" b="1" dirty="0" err="1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00"/>
                  </a:lnSpc>
                </a:pP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25" name="正方形/長方形 524">
              <a:extLst>
                <a:ext uri="{FF2B5EF4-FFF2-40B4-BE49-F238E27FC236}">
                  <ns2:creationId id="{6BDED447-4477-FB93-13BD-F1BAD21FD66A}"/>
                </a:ext>
              </a:extLst>
            </p:cNvPr>
            <p:cNvSpPr/>
            <p:nvPr/>
          </p:nvSpPr>
          <p:spPr>
            <a:xfrm>
              <a:off x="9462859" y="2298925"/>
              <a:ext cx="1169954" cy="4320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1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10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9" name="正方形/長方形 528">
              <a:extLst>
                <a:ext uri="{FF2B5EF4-FFF2-40B4-BE49-F238E27FC236}">
                  <ns2:creationId id="{5DEB5BB3-C397-9FAF-1D4F-2DAB63F5272D}"/>
                </a:ext>
              </a:extLst>
            </p:cNvPr>
            <p:cNvSpPr/>
            <p:nvPr/>
          </p:nvSpPr>
          <p:spPr>
            <a:xfrm>
              <a:off x="9462859" y="3758493"/>
              <a:ext cx="1169954" cy="432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05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1" name="正方形/長方形 530">
              <a:extLst>
                <a:ext uri="{FF2B5EF4-FFF2-40B4-BE49-F238E27FC236}">
                  <ns2:creationId id="{A1C1AE41-9F1E-FD05-C3FD-76DCF7AFE7EE}"/>
                </a:ext>
              </a:extLst>
            </p:cNvPr>
            <p:cNvSpPr/>
            <p:nvPr/>
          </p:nvSpPr>
          <p:spPr>
            <a:xfrm>
              <a:off x="9462859" y="4488278"/>
              <a:ext cx="1169954" cy="4320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11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35" name="直線矢印コネクタ 534">
              <a:extLst>
                <a:ext uri="{FF2B5EF4-FFF2-40B4-BE49-F238E27FC236}">
                  <ns2:creationId id="{2FBBC497-A10E-6875-DAD1-777078EEDB91}"/>
                </a:ext>
              </a:extLst>
            </p:cNvPr>
            <p:cNvCxnSpPr>
              <a:stCxn id="503" idx="3"/>
              <a:endCxn id="518" idx="2"/>
            </p:cNvCxnSpPr>
            <p:nvPr/>
          </p:nvCxnSpPr>
          <p:spPr>
            <a:xfrm>
              <a:off x="7410182" y="4058069"/>
              <a:ext cx="341154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直線矢印コネクタ 536">
              <a:extLst>
                <a:ext uri="{FF2B5EF4-FFF2-40B4-BE49-F238E27FC236}">
                  <ns2:creationId id="{74BE7016-7040-912F-C38A-27C92D0B6F40}"/>
                </a:ext>
              </a:extLst>
            </p:cNvPr>
            <p:cNvCxnSpPr>
              <a:stCxn id="505" idx="3"/>
              <a:endCxn id="521" idx="2"/>
            </p:cNvCxnSpPr>
            <p:nvPr/>
          </p:nvCxnSpPr>
          <p:spPr>
            <a:xfrm>
              <a:off x="7410182" y="4567313"/>
              <a:ext cx="34115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直線矢印コネクタ 538">
              <a:extLst>
                <a:ext uri="{FF2B5EF4-FFF2-40B4-BE49-F238E27FC236}">
                  <ns2:creationId id="{6D705E4A-117A-31C2-39B2-9B882C6C3F49}"/>
                </a:ext>
              </a:extLst>
            </p:cNvPr>
            <p:cNvCxnSpPr>
              <a:stCxn id="501" idx="3"/>
              <a:endCxn id="515" idx="2"/>
            </p:cNvCxnSpPr>
            <p:nvPr/>
          </p:nvCxnSpPr>
          <p:spPr>
            <a:xfrm>
              <a:off x="7410182" y="3548825"/>
              <a:ext cx="34115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コネクタ: カギ線 540">
              <a:extLst>
                <a:ext uri="{FF2B5EF4-FFF2-40B4-BE49-F238E27FC236}">
                  <ns2:creationId id="{884DD732-B717-B08D-61AA-5E93D7EBD104}"/>
                </a:ext>
              </a:extLst>
            </p:cNvPr>
            <p:cNvCxnSpPr>
              <a:stCxn id="497" idx="3"/>
              <a:endCxn id="512" idx="2"/>
            </p:cNvCxnSpPr>
            <p:nvPr/>
          </p:nvCxnSpPr>
          <p:spPr>
            <a:xfrm>
              <a:off x="7410182" y="2530337"/>
              <a:ext cx="341154" cy="254622"/>
            </a:xfrm>
            <a:prstGeom prst="bentConnector3">
              <a:avLst>
                <a:gd name="adj1" fmla="val 31657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6" name="四角形: 角を丸くする 545">
              <a:extLst>
                <a:ext uri="{FF2B5EF4-FFF2-40B4-BE49-F238E27FC236}">
                  <ns2:creationId id="{EAD2E971-7A3C-CC12-9552-FA86E4C447EE}"/>
                </a:ext>
              </a:extLst>
            </p:cNvPr>
            <p:cNvSpPr/>
            <p:nvPr/>
          </p:nvSpPr>
          <p:spPr>
            <a:xfrm>
              <a:off x="7608350" y="2255520"/>
              <a:ext cx="1487867" cy="2664758"/>
            </a:xfrm>
            <a:prstGeom prst="roundRect">
              <a:avLst>
                <a:gd name="adj" fmla="val 4822"/>
              </a:avLst>
            </a:prstGeom>
            <a:noFill/>
            <a:ln w="19050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65" name="コネクタ: カギ線 564">
              <a:extLst>
                <a:ext uri="{FF2B5EF4-FFF2-40B4-BE49-F238E27FC236}">
                  <ns2:creationId id="{5CD68430-9C8E-FD31-0244-601DAE3A9223}"/>
                </a:ext>
              </a:extLst>
            </p:cNvPr>
            <p:cNvCxnSpPr>
              <a:cxnSpLocks/>
              <a:endCxn id="527" idx="1"/>
            </p:cNvCxnSpPr>
            <p:nvPr/>
          </p:nvCxnSpPr>
          <p:spPr>
            <a:xfrm flipV="1">
              <a:off x="7372978" y="3244709"/>
              <a:ext cx="2089881" cy="1830032"/>
            </a:xfrm>
            <a:prstGeom prst="bentConnector3">
              <a:avLst>
                <a:gd name="adj1" fmla="val 92295"/>
              </a:avLst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コネクタ: カギ線 553">
              <a:extLst>
                <a:ext uri="{FF2B5EF4-FFF2-40B4-BE49-F238E27FC236}">
                  <ns2:creationId id="{D9E3B02A-7D31-8EA6-3702-E16D28C7DF07}"/>
                </a:ext>
              </a:extLst>
            </p:cNvPr>
            <p:cNvCxnSpPr>
              <a:cxnSpLocks/>
            </p:cNvCxnSpPr>
            <p:nvPr/>
          </p:nvCxnSpPr>
          <p:spPr>
            <a:xfrm>
              <a:off x="9101461" y="4154606"/>
              <a:ext cx="360000" cy="540000"/>
            </a:xfrm>
            <a:prstGeom prst="bentConnector3">
              <a:avLst>
                <a:gd name="adj1" fmla="val 35000"/>
              </a:avLst>
            </a:prstGeom>
            <a:ln w="9525">
              <a:solidFill>
                <a:schemeClr val="tx1">
                  <a:lumMod val="95000"/>
                  <a:lumOff val="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直線矢印コネクタ 590">
              <a:extLst>
                <a:ext uri="{FF2B5EF4-FFF2-40B4-BE49-F238E27FC236}">
                  <ns2:creationId id="{B935EBF5-C81B-D4AD-1EEF-1C04A783CF52}"/>
                </a:ext>
              </a:extLst>
            </p:cNvPr>
            <p:cNvCxnSpPr>
              <a:stCxn id="527" idx="2"/>
              <a:endCxn id="529" idx="0"/>
            </p:cNvCxnSpPr>
            <p:nvPr/>
          </p:nvCxnSpPr>
          <p:spPr>
            <a:xfrm>
              <a:off x="10047836" y="3460709"/>
              <a:ext cx="0" cy="297784"/>
            </a:xfrm>
            <a:prstGeom prst="straightConnector1">
              <a:avLst/>
            </a:prstGeom>
            <a:ln w="38100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3" name="Text 13">
              <a:extLst>
                <a:ext uri="{FF2B5EF4-FFF2-40B4-BE49-F238E27FC236}">
                  <ns2:creationId id="{2A440B44-B5FE-4D5B-22B2-11CEF929B140}"/>
                </a:ext>
              </a:extLst>
            </p:cNvPr>
            <p:cNvSpPr/>
            <p:nvPr/>
          </p:nvSpPr>
          <p:spPr>
            <a:xfrm>
              <a:off x="11101823" y="2643091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94" name="グラフィックス 593" descr="オフィス ワーカー (男性) 単色塗りつぶし">
              <a:extLst>
                <a:ext uri="{FF2B5EF4-FFF2-40B4-BE49-F238E27FC236}">
                  <ns2:creationId id="{AF9A7BAC-06D9-DE17-229B-E0322A79B7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11281823" y="2352925"/>
              <a:ext cx="324000" cy="324000"/>
            </a:xfrm>
            <a:prstGeom prst="rect">
              <a:avLst/>
            </a:prstGeom>
          </p:spPr>
        </p:pic>
        <p:sp>
          <p:nvSpPr>
            <p:cNvPr id="596" name="Text 61">
              <a:extLst>
                <a:ext uri="{FF2B5EF4-FFF2-40B4-BE49-F238E27FC236}">
                  <ns2:creationId id="{AFBB90A8-710D-6BA7-81DF-28BFD43C2023}"/>
                </a:ext>
              </a:extLst>
            </p:cNvPr>
            <p:cNvSpPr/>
            <p:nvPr/>
          </p:nvSpPr>
          <p:spPr>
            <a:xfrm>
              <a:off x="11101823" y="4834616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ja-JP" alt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8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597" name="グラフィックス 596" descr="男性のプロフィール 単色塗りつぶし">
              <a:extLst>
                <a:ext uri="{FF2B5EF4-FFF2-40B4-BE49-F238E27FC236}">
                  <ns2:creationId id="{5F8E866A-6BFB-E5CB-CAC1-6928791032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11281823" y="4542278"/>
              <a:ext cx="324000" cy="324000"/>
            </a:xfrm>
            <a:prstGeom prst="rect">
              <a:avLst/>
            </a:prstGeom>
          </p:spPr>
        </p:pic>
        <p:sp>
          <p:nvSpPr>
            <p:cNvPr id="396" name="Text 56">
              <a:extLst>
                <a:ext uri="{FF2B5EF4-FFF2-40B4-BE49-F238E27FC236}">
                  <ns2:creationId id="{AE0A966C-68B7-1A74-15B5-8AD7150B2824}"/>
                </a:ext>
              </a:extLst>
            </p:cNvPr>
            <p:cNvSpPr/>
            <p:nvPr/>
          </p:nvSpPr>
          <p:spPr>
            <a:xfrm>
              <a:off x="11101823" y="4131728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16" name="グラフィックス 615" descr="歯車付きの頭 単色塗りつぶし">
              <a:extLst>
                <a:ext uri="{FF2B5EF4-FFF2-40B4-BE49-F238E27FC236}">
                  <ns2:creationId id="{DE331CE2-F827-3AC1-C50E-1A1AC12AE8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5"/>
                </a:ext>
              </a:extLst>
            </a:blip>
            <a:stretch>
              <a:fillRect/>
            </a:stretch>
          </p:blipFill>
          <p:spPr>
            <a:xfrm>
              <a:off x="11281823" y="3812493"/>
              <a:ext cx="324000" cy="324000"/>
            </a:xfrm>
            <a:prstGeom prst="rect">
              <a:avLst/>
            </a:prstGeom>
          </p:spPr>
        </p:pic>
        <p:sp>
          <p:nvSpPr>
            <p:cNvPr id="391" name="Text 51">
              <a:extLst>
                <a:ext uri="{FF2B5EF4-FFF2-40B4-BE49-F238E27FC236}">
                  <ns2:creationId id="{65228011-1C1D-CC5E-E43C-AF33EB0B3557}"/>
                </a:ext>
              </a:extLst>
            </p:cNvPr>
            <p:cNvSpPr/>
            <p:nvPr/>
          </p:nvSpPr>
          <p:spPr>
            <a:xfrm>
              <a:off x="11101823" y="3421941"/>
              <a:ext cx="684000" cy="1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18" name="グラフィックス 617" descr="顕微鏡 単色塗りつぶし">
              <a:extLst>
                <a:ext uri="{FF2B5EF4-FFF2-40B4-BE49-F238E27FC236}">
                  <ns2:creationId id="{FFA1DCF1-6933-5333-ABAD-6072AFF66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11281823" y="3082709"/>
              <a:ext cx="324000" cy="324000"/>
            </a:xfrm>
            <a:prstGeom prst="rect">
              <a:avLst/>
            </a:prstGeom>
          </p:spPr>
        </p:pic>
        <p:cxnSp>
          <p:nvCxnSpPr>
            <p:cNvPr id="624" name="直線矢印コネクタ 623">
              <a:extLst>
                <a:ext uri="{FF2B5EF4-FFF2-40B4-BE49-F238E27FC236}">
                  <ns2:creationId id="{72AAF583-2622-2111-1717-A736400D963C}"/>
                </a:ext>
              </a:extLst>
            </p:cNvPr>
            <p:cNvCxnSpPr>
              <a:cxnSpLocks/>
              <a:stCxn id="525" idx="3"/>
              <a:endCxn id="594" idx="1"/>
            </p:cNvCxnSpPr>
            <p:nvPr/>
          </p:nvCxnSpPr>
          <p:spPr>
            <a:xfrm>
              <a:off x="10632813" y="2514925"/>
              <a:ext cx="64901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直線矢印コネクタ 625">
              <a:extLst>
                <a:ext uri="{FF2B5EF4-FFF2-40B4-BE49-F238E27FC236}">
                  <ns2:creationId id="{0A252A1E-BE05-82E8-E56B-AD93FB40B108}"/>
                </a:ext>
              </a:extLst>
            </p:cNvPr>
            <p:cNvCxnSpPr>
              <a:cxnSpLocks/>
              <a:stCxn id="527" idx="3"/>
              <a:endCxn id="618" idx="1"/>
            </p:cNvCxnSpPr>
            <p:nvPr/>
          </p:nvCxnSpPr>
          <p:spPr>
            <a:xfrm>
              <a:off x="10632813" y="3244709"/>
              <a:ext cx="64901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直線矢印コネクタ 627">
              <a:extLst>
                <a:ext uri="{FF2B5EF4-FFF2-40B4-BE49-F238E27FC236}">
                  <ns2:creationId id="{6E8A4E77-311E-4B0D-E7A1-CB1FE78D3251}"/>
                </a:ext>
              </a:extLst>
            </p:cNvPr>
            <p:cNvCxnSpPr>
              <a:cxnSpLocks/>
              <a:stCxn id="529" idx="3"/>
              <a:endCxn id="616" idx="1"/>
            </p:cNvCxnSpPr>
            <p:nvPr/>
          </p:nvCxnSpPr>
          <p:spPr>
            <a:xfrm>
              <a:off x="10632813" y="3974493"/>
              <a:ext cx="64901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直線矢印コネクタ 629">
              <a:extLst>
                <a:ext uri="{FF2B5EF4-FFF2-40B4-BE49-F238E27FC236}">
                  <ns2:creationId id="{9A9F09A3-5C0D-EDCF-D269-BCE3797CC4B0}"/>
                </a:ext>
              </a:extLst>
            </p:cNvPr>
            <p:cNvCxnSpPr>
              <a:cxnSpLocks/>
              <a:stCxn id="531" idx="3"/>
              <a:endCxn id="597" idx="1"/>
            </p:cNvCxnSpPr>
            <p:nvPr/>
          </p:nvCxnSpPr>
          <p:spPr>
            <a:xfrm>
              <a:off x="10632813" y="4704278"/>
              <a:ext cx="64901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正方形/長方形 62">
              <a:extLst>
                <a:ext uri="{FF2B5EF4-FFF2-40B4-BE49-F238E27FC236}">
                  <ns2:creationId id="{A831871F-0A72-9B89-6BA1-FFE18CC0CE28}"/>
                </a:ext>
              </a:extLst>
            </p:cNvPr>
            <p:cNvSpPr/>
            <p:nvPr/>
          </p:nvSpPr>
          <p:spPr>
            <a:xfrm>
              <a:off x="6401442" y="1339555"/>
              <a:ext cx="54540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540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4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88" name="グラフィックス 87" descr="将来 枠線">
              <a:extLst>
                <a:ext uri="{FF2B5EF4-FFF2-40B4-BE49-F238E27FC236}">
                  <ns2:creationId id="{95819964-DCCF-B1A6-4199-5186EB1DAE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6492604" y="1256431"/>
              <a:ext cx="360000" cy="360000"/>
            </a:xfrm>
            <a:prstGeom prst="rect">
              <a:avLst/>
            </a:prstGeom>
          </p:spPr>
        </p:pic>
        <p:cxnSp>
          <p:nvCxnSpPr>
            <p:cNvPr id="90" name="直線コネクタ 89">
              <a:extLst>
                <a:ext uri="{FF2B5EF4-FFF2-40B4-BE49-F238E27FC236}">
                  <ns2:creationId id="{C7960587-AE76-4AF8-1F8B-27D506336583}"/>
                </a:ext>
              </a:extLst>
            </p:cNvPr>
            <p:cNvCxnSpPr>
              <a:cxnSpLocks/>
            </p:cNvCxnSpPr>
            <p:nvPr/>
          </p:nvCxnSpPr>
          <p:spPr>
            <a:xfrm>
              <a:off x="6401442" y="1619150"/>
              <a:ext cx="5454000" cy="6944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正方形/長方形 97">
              <a:extLst>
                <a:ext uri="{FF2B5EF4-FFF2-40B4-BE49-F238E27FC236}">
                  <ns2:creationId id="{2E2CEE65-CA7B-1F52-985C-F069F89DF67A}"/>
                </a:ext>
              </a:extLst>
            </p:cNvPr>
            <p:cNvSpPr/>
            <p:nvPr/>
          </p:nvSpPr>
          <p:spPr>
            <a:xfrm>
              <a:off x="6402182" y="5338272"/>
              <a:ext cx="216000" cy="970741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B5CACFAE-745A-AB85-EF90-733E404C7064}"/>
                </a:ext>
              </a:extLst>
            </p:cNvPr>
            <p:cNvSpPr/>
            <p:nvPr/>
          </p:nvSpPr>
          <p:spPr>
            <a:xfrm>
              <a:off x="6652111" y="5335929"/>
              <a:ext cx="216000" cy="46914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0" name="Text 46">
              <a:extLst>
                <a:ext uri="{FF2B5EF4-FFF2-40B4-BE49-F238E27FC236}">
                  <ns2:creationId id="{0A2148F7-347A-D3C0-95CD-AF22F8F704EC}"/>
                </a:ext>
              </a:extLst>
            </p:cNvPr>
            <p:cNvSpPr/>
            <p:nvPr/>
          </p:nvSpPr>
          <p:spPr>
            <a:xfrm>
              <a:off x="7439936" y="5336499"/>
              <a:ext cx="1836000" cy="468000"/>
            </a:xfrm>
            <a:prstGeom prst="rect">
              <a:avLst/>
            </a:prstGeom>
            <a:solidFill>
              <a:srgbClr val="C5E2C5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ja-JP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1</a:t>
              </a:r>
              <a:endParaRPr lang="en-US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右矢印 59">
              <a:extLst>
                <a:ext uri="{FF2B5EF4-FFF2-40B4-BE49-F238E27FC236}">
                  <ns2:creationId id="{F15292E2-4627-1B25-5E3C-D96E5F1BE155}"/>
                </a:ext>
              </a:extLst>
            </p:cNvPr>
            <p:cNvSpPr/>
            <p:nvPr/>
          </p:nvSpPr>
          <p:spPr>
            <a:xfrm>
              <a:off x="6975138" y="5425432"/>
              <a:ext cx="435044" cy="290135"/>
            </a:xfrm>
            <a:prstGeom prst="rightArrow">
              <a:avLst/>
            </a:prstGeom>
            <a:gradFill flip="none" rotWithShape="1">
              <a:gsLst>
                <a:gs pos="25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DDDF7C69-7F42-A904-6CDA-F9CDA31927A0}"/>
                </a:ext>
              </a:extLst>
            </p:cNvPr>
            <p:cNvSpPr/>
            <p:nvPr/>
          </p:nvSpPr>
          <p:spPr>
            <a:xfrm>
              <a:off x="6652111" y="5839873"/>
              <a:ext cx="216000" cy="46914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endParaRPr kumimoji="1" lang="ja-JP" altLang="en-US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Text 48">
              <a:extLst>
                <a:ext uri="{FF2B5EF4-FFF2-40B4-BE49-F238E27FC236}">
                  <ns2:creationId id="{CD708C6C-113B-B652-0901-0987845FBCBB}"/>
                </a:ext>
              </a:extLst>
            </p:cNvPr>
            <p:cNvSpPr/>
            <p:nvPr/>
          </p:nvSpPr>
          <p:spPr>
            <a:xfrm>
              <a:off x="9305690" y="5840443"/>
              <a:ext cx="1440000" cy="468000"/>
            </a:xfrm>
            <a:prstGeom prst="rect">
              <a:avLst/>
            </a:prstGeom>
            <a:solidFill>
              <a:srgbClr val="7FC07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ja-JP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4</a:t>
              </a:r>
              <a:r>
                <a:rPr lang="ja-JP" altLang="en-US" b="1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右矢印 59">
              <a:extLst>
                <a:ext uri="{FF2B5EF4-FFF2-40B4-BE49-F238E27FC236}">
                  <ns2:creationId id="{DCBEC42F-6715-821B-A866-A0F69DCB230E}"/>
                </a:ext>
              </a:extLst>
            </p:cNvPr>
            <p:cNvSpPr/>
            <p:nvPr/>
          </p:nvSpPr>
          <p:spPr>
            <a:xfrm>
              <a:off x="6926605" y="5929376"/>
              <a:ext cx="2346296" cy="290135"/>
            </a:xfrm>
            <a:prstGeom prst="rightArrow">
              <a:avLst/>
            </a:prstGeom>
            <a:gradFill flip="none" rotWithShape="1">
              <a:gsLst>
                <a:gs pos="16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0" name="正方形/長方形 509">
              <a:extLst>
                <a:ext uri="{FF2B5EF4-FFF2-40B4-BE49-F238E27FC236}">
                  <ns2:creationId id="{B45DC35E-0943-248E-E96D-57D4160A9D65}"/>
                </a:ext>
              </a:extLst>
            </p:cNvPr>
            <p:cNvSpPr/>
            <p:nvPr/>
          </p:nvSpPr>
          <p:spPr>
            <a:xfrm>
              <a:off x="7715689" y="2174071"/>
              <a:ext cx="1284495" cy="324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altLang="ja-JP" sz="900" b="1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b="1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36" name="コネクタ: カギ線 35">
              <a:extLst>
                <a:ext uri="{FF2B5EF4-FFF2-40B4-BE49-F238E27FC236}">
                  <ns2:creationId id="{9B407DCC-F696-1B39-6C1F-A740D98A1005}"/>
                </a:ext>
              </a:extLst>
            </p:cNvPr>
            <p:cNvCxnSpPr>
              <a:cxnSpLocks/>
              <a:stCxn id="499" idx="3"/>
              <a:endCxn id="512" idx="2"/>
            </p:cNvCxnSpPr>
            <p:nvPr/>
          </p:nvCxnSpPr>
          <p:spPr>
            <a:xfrm flipV="1">
              <a:off x="7410182" y="2784959"/>
              <a:ext cx="341154" cy="254622"/>
            </a:xfrm>
            <a:prstGeom prst="bentConnector3">
              <a:avLst>
                <a:gd name="adj1" fmla="val 31657"/>
              </a:avLst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ns2:creationId id="{B1E3C047-04AC-85DE-4F7C-7013EB750382}"/>
                </a:ext>
              </a:extLst>
            </p:cNvPr>
            <p:cNvCxnSpPr/>
            <p:nvPr/>
          </p:nvCxnSpPr>
          <p:spPr>
            <a:xfrm>
              <a:off x="9101461" y="2527239"/>
              <a:ext cx="36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52569084-0AC2-8E73-F533-FB3427734F0D}"/>
                </a:ext>
              </a:extLst>
            </p:cNvPr>
            <p:cNvCxnSpPr>
              <a:cxnSpLocks/>
            </p:cNvCxnSpPr>
            <p:nvPr/>
          </p:nvCxnSpPr>
          <p:spPr>
            <a:xfrm>
              <a:off x="9101461" y="3137967"/>
              <a:ext cx="360000" cy="0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5" name="グループ化 454">
            <a:extLst>
              <a:ext uri="{FF2B5EF4-FFF2-40B4-BE49-F238E27FC236}">
                <ns2:creationId id="{FFDBBBF4-9F4B-8EF5-2806-348F7B38E16E}"/>
              </a:ext>
            </a:extLst>
          </p:cNvPr>
          <p:cNvGrpSpPr/>
          <p:nvPr/>
        </p:nvGrpSpPr>
        <p:grpSpPr>
          <a:xfrm>
            <a:off x="343629" y="1276140"/>
            <a:ext cx="5731962" cy="5049957"/>
            <a:chOff x="343629" y="1276140"/>
            <a:chExt cx="5731962" cy="5049957"/>
          </a:xfrm>
        </p:grpSpPr>
        <p:sp>
          <p:nvSpPr>
            <p:cNvPr id="426" name="正方形/長方形 425">
              <a:extLst>
                <a:ext uri="{FF2B5EF4-FFF2-40B4-BE49-F238E27FC236}">
                  <ns2:creationId id="{6B59ED94-94B8-3AA0-8057-6927114A0DBF}"/>
                </a:ext>
              </a:extLst>
            </p:cNvPr>
            <p:cNvSpPr/>
            <p:nvPr/>
          </p:nvSpPr>
          <p:spPr>
            <a:xfrm>
              <a:off x="4303564" y="3975367"/>
              <a:ext cx="274288" cy="194672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46A8B958-751D-78FA-084B-5A44F83F9206}"/>
                </a:ext>
              </a:extLst>
            </p:cNvPr>
            <p:cNvSpPr/>
            <p:nvPr/>
          </p:nvSpPr>
          <p:spPr>
            <a:xfrm>
              <a:off x="4297864" y="3994366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24" name="正方形/長方形 423">
              <a:extLst>
                <a:ext uri="{FF2B5EF4-FFF2-40B4-BE49-F238E27FC236}">
                  <ns2:creationId id="{A82DEC9F-A531-8936-1EB6-5A6F714512FA}"/>
                </a:ext>
              </a:extLst>
            </p:cNvPr>
            <p:cNvSpPr/>
            <p:nvPr/>
          </p:nvSpPr>
          <p:spPr>
            <a:xfrm>
              <a:off x="3599256" y="2527239"/>
              <a:ext cx="274288" cy="194672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Text 46">
              <a:extLst>
                <a:ext uri="{FF2B5EF4-FFF2-40B4-BE49-F238E27FC236}">
                  <ns2:creationId id="{27D59F8A-049A-EC8C-C069-F54707D2558B}"/>
                </a:ext>
              </a:extLst>
            </p:cNvPr>
            <p:cNvSpPr/>
            <p:nvPr/>
          </p:nvSpPr>
          <p:spPr>
            <a:xfrm>
              <a:off x="2364643" y="5334791"/>
              <a:ext cx="1767600" cy="494588"/>
            </a:xfrm>
            <a:prstGeom prst="rect">
              <a:avLst/>
            </a:prstGeom>
            <a:solidFill>
              <a:srgbClr val="C5E2C5"/>
            </a:solidFill>
            <a:ln w="9525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7 </a:t>
              </a:r>
              <a:r>
                <a:rPr 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Text 48">
              <a:extLst>
                <a:ext uri="{FF2B5EF4-FFF2-40B4-BE49-F238E27FC236}">
                  <ns2:creationId id="{7A9F69C4-5032-8231-4251-0259E44C83C9}"/>
                </a:ext>
              </a:extLst>
            </p:cNvPr>
            <p:cNvSpPr/>
            <p:nvPr/>
          </p:nvSpPr>
          <p:spPr>
            <a:xfrm>
              <a:off x="4153864" y="5831968"/>
              <a:ext cx="1296000" cy="494129"/>
            </a:xfrm>
            <a:prstGeom prst="rect">
              <a:avLst/>
            </a:prstGeom>
            <a:solidFill>
              <a:srgbClr val="7FC07F"/>
            </a:solidFill>
            <a:ln w="9525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5</a:t>
              </a:r>
              <a:r>
                <a:rPr lang="ja-JP" altLang="en-US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)</a:t>
              </a:r>
              <a:endParaRPr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54" name="グループ化 453">
              <a:extLst>
                <a:ext uri="{FF2B5EF4-FFF2-40B4-BE49-F238E27FC236}">
                  <ns2:creationId id="{514A6774-4606-89CA-C0C5-2B594B2E1E67}"/>
                </a:ext>
              </a:extLst>
            </p:cNvPr>
            <p:cNvGrpSpPr/>
            <p:nvPr/>
          </p:nvGrpSpPr>
          <p:grpSpPr>
            <a:xfrm>
              <a:off x="2585282" y="1442204"/>
              <a:ext cx="3490309" cy="143792"/>
              <a:chOff x="2585282" y="1275292"/>
              <a:chExt cx="3490309" cy="143792"/>
            </a:xfrm>
          </p:grpSpPr>
          <p:sp>
            <p:nvSpPr>
              <p:cNvPr id="105" name="Shape 52">
                <a:extLst>
                  <a:ext uri="{FF2B5EF4-FFF2-40B4-BE49-F238E27FC236}">
                    <ns2:creationId id="{C3117167-27A9-9F1E-F12A-79717D329775}"/>
                  </a:ext>
                </a:extLst>
              </p:cNvPr>
              <p:cNvSpPr/>
              <p:nvPr/>
            </p:nvSpPr>
            <p:spPr>
              <a:xfrm>
                <a:off x="2585282" y="1347188"/>
                <a:ext cx="282156" cy="0"/>
              </a:xfrm>
              <a:prstGeom prst="line">
                <a:avLst/>
              </a:prstGeom>
              <a:noFill/>
              <a:ln w="12700">
                <a:solidFill>
                  <a:srgbClr val="D8452F"/>
                </a:solidFill>
                <a:prstDash val="dash"/>
              </a:ln>
            </p:spPr>
            <p:txBody>
              <a:bodyPr wrap="square">
                <a:noAutofit/>
              </a:bodyPr>
              <a:lstStyle/>
              <a:p>
                <a:endParaRPr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7" name="Text 53">
                <a:extLst>
                  <a:ext uri="{FF2B5EF4-FFF2-40B4-BE49-F238E27FC236}">
                    <ns2:creationId id="{CB1BD25E-991A-EECB-3ED7-101622883F45}"/>
                  </a:ext>
                </a:extLst>
              </p:cNvPr>
              <p:cNvSpPr/>
              <p:nvPr/>
            </p:nvSpPr>
            <p:spPr>
              <a:xfrm>
                <a:off x="2907591" y="1275292"/>
                <a:ext cx="3168000" cy="1437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 anchorCtr="0">
                <a:noAutofit/>
              </a:bodyPr>
              <a:lstStyle/>
              <a:p>
                <a:pPr marL="0" indent="0" algn="l">
                  <a:buNone/>
                </a:pPr>
                <a:r>
                  <a:rPr lang="en-US" sz="800" dirty="0" err="1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 err="1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r>
                  <a:rPr lang="en-US" sz="800" dirty="0">
                    <a:solidFill>
                      <a:srgbClr val="A32D2D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)</a:t>
                </a:r>
                <a:endParaRPr lang="en-US" sz="8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72" name="Text 2">
              <a:extLst>
                <a:ext uri="{FF2B5EF4-FFF2-40B4-BE49-F238E27FC236}">
                  <ns2:creationId id="{C417BE9C-D62A-B6B9-6DEA-E158290300F8}"/>
                </a:ext>
              </a:extLst>
            </p:cNvPr>
            <p:cNvSpPr/>
            <p:nvPr/>
          </p:nvSpPr>
          <p:spPr>
            <a:xfrm>
              <a:off x="830675" y="1881853"/>
              <a:ext cx="1521817" cy="21600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3" name="Text 3">
              <a:extLst>
                <a:ext uri="{FF2B5EF4-FFF2-40B4-BE49-F238E27FC236}">
                  <ns2:creationId id="{4895D44A-4745-AB3D-89B4-1619114E79D4}"/>
                </a:ext>
              </a:extLst>
            </p:cNvPr>
            <p:cNvSpPr/>
            <p:nvPr/>
          </p:nvSpPr>
          <p:spPr>
            <a:xfrm>
              <a:off x="2364643" y="1881853"/>
              <a:ext cx="1767175" cy="216000"/>
            </a:xfrm>
            <a:prstGeom prst="rect">
              <a:avLst/>
            </a:prstGeom>
            <a:solidFill>
              <a:srgbClr val="C5E2C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4" name="Text 4">
              <a:extLst>
                <a:ext uri="{FF2B5EF4-FFF2-40B4-BE49-F238E27FC236}">
                  <ns2:creationId id="{00534E83-F0D8-2700-6494-DA09799E34F5}"/>
                </a:ext>
              </a:extLst>
            </p:cNvPr>
            <p:cNvSpPr/>
            <p:nvPr/>
          </p:nvSpPr>
          <p:spPr>
            <a:xfrm>
              <a:off x="4153864" y="1881853"/>
              <a:ext cx="1296000" cy="216000"/>
            </a:xfrm>
            <a:prstGeom prst="rect">
              <a:avLst/>
            </a:prstGeom>
            <a:solidFill>
              <a:srgbClr val="7FC07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5" name="Text 5">
              <a:extLst>
                <a:ext uri="{FF2B5EF4-FFF2-40B4-BE49-F238E27FC236}">
                  <ns2:creationId id="{EB9A5EA2-0026-FACE-85CC-0383D6E0234F}"/>
                </a:ext>
              </a:extLst>
            </p:cNvPr>
            <p:cNvSpPr/>
            <p:nvPr/>
          </p:nvSpPr>
          <p:spPr>
            <a:xfrm>
              <a:off x="5473997" y="1881853"/>
              <a:ext cx="566600" cy="216000"/>
            </a:xfrm>
            <a:prstGeom prst="rect">
              <a:avLst/>
            </a:prstGeom>
            <a:solidFill>
              <a:srgbClr val="3B9D3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6" name="Text 6">
              <a:extLst>
                <a:ext uri="{FF2B5EF4-FFF2-40B4-BE49-F238E27FC236}">
                  <ns2:creationId id="{E5ABA4B3-9519-7856-5CFA-16A2D3E80666}"/>
                </a:ext>
              </a:extLst>
            </p:cNvPr>
            <p:cNvSpPr/>
            <p:nvPr/>
          </p:nvSpPr>
          <p:spPr>
            <a:xfrm>
              <a:off x="830675" y="2135046"/>
              <a:ext cx="550110" cy="88918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2" name="Text 22">
              <a:extLst>
                <a:ext uri="{FF2B5EF4-FFF2-40B4-BE49-F238E27FC236}">
                  <ns2:creationId id="{B744E518-3211-EF4A-3600-55E3FC4674D1}"/>
                </a:ext>
              </a:extLst>
            </p:cNvPr>
            <p:cNvSpPr/>
            <p:nvPr/>
          </p:nvSpPr>
          <p:spPr>
            <a:xfrm>
              <a:off x="830675" y="3049406"/>
              <a:ext cx="550110" cy="889180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8" name="Text 38">
              <a:extLst>
                <a:ext uri="{FF2B5EF4-FFF2-40B4-BE49-F238E27FC236}">
                  <ns2:creationId id="{7D6C7EC7-722D-468C-E475-6B8E41B7135C}"/>
                </a:ext>
              </a:extLst>
            </p:cNvPr>
            <p:cNvSpPr/>
            <p:nvPr/>
          </p:nvSpPr>
          <p:spPr>
            <a:xfrm>
              <a:off x="830675" y="3963766"/>
              <a:ext cx="550110" cy="1346358"/>
            </a:xfrm>
            <a:prstGeom prst="rect">
              <a:avLst/>
            </a:prstGeom>
            <a:solidFill>
              <a:srgbClr val="E5F2E5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・</a:t>
              </a:r>
              <a:br>
                <a:rPr lang="en-US" sz="900" b="1" dirty="0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</a:br>
              <a:r>
                <a:rPr lang="en-US" sz="900" b="1" dirty="0" err="1">
                  <a:solidFill>
                    <a:srgbClr val="252523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4" name="Text 44">
              <a:extLst>
                <a:ext uri="{FF2B5EF4-FFF2-40B4-BE49-F238E27FC236}">
                  <ns2:creationId id="{7F897EC1-251B-298D-870D-8C2EBE1EE9B8}"/>
                </a:ext>
              </a:extLst>
            </p:cNvPr>
            <p:cNvSpPr/>
            <p:nvPr/>
          </p:nvSpPr>
          <p:spPr>
            <a:xfrm>
              <a:off x="2640999" y="4012199"/>
              <a:ext cx="1214462" cy="87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dirty="0"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正方形/長方形 62">
              <a:extLst>
                <a:ext uri="{FF2B5EF4-FFF2-40B4-BE49-F238E27FC236}">
                  <ns2:creationId id="{F2641B5F-CA71-1CDE-E534-86CCE6EAD949}"/>
                </a:ext>
              </a:extLst>
            </p:cNvPr>
            <p:cNvSpPr/>
            <p:nvPr/>
          </p:nvSpPr>
          <p:spPr>
            <a:xfrm>
              <a:off x="830675" y="1649573"/>
              <a:ext cx="5209922" cy="208800"/>
            </a:xfrm>
            <a:prstGeom prst="rect">
              <a:avLst/>
            </a:prstGeom>
            <a:solidFill>
              <a:srgbClr val="C5E2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" name="グループ化 11">
              <a:extLst>
                <a:ext uri="{FF2B5EF4-FFF2-40B4-BE49-F238E27FC236}">
                  <ns2:creationId id="{B94F66DA-7476-EFD3-8789-4D0A8E4B317E}"/>
                </a:ext>
              </a:extLst>
            </p:cNvPr>
            <p:cNvGrpSpPr/>
            <p:nvPr/>
          </p:nvGrpSpPr>
          <p:grpSpPr>
            <a:xfrm>
              <a:off x="1401996" y="2136210"/>
              <a:ext cx="950496" cy="889180"/>
              <a:chOff x="1401996" y="2135046"/>
              <a:chExt cx="950496" cy="88918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F3D26611-7F60-E8AF-075D-4C48D9D38006}"/>
                  </a:ext>
                </a:extLst>
              </p:cNvPr>
              <p:cNvSpPr/>
              <p:nvPr/>
            </p:nvSpPr>
            <p:spPr>
              <a:xfrm>
                <a:off x="1401996" y="2135046"/>
                <a:ext cx="950496" cy="432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9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b="1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700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7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ns2:creationId id="{4A945C00-23CB-6ADC-5CFA-BDD2D78C298D}"/>
                  </a:ext>
                </a:extLst>
              </p:cNvPr>
              <p:cNvSpPr/>
              <p:nvPr/>
            </p:nvSpPr>
            <p:spPr>
              <a:xfrm>
                <a:off x="1401996" y="2592226"/>
                <a:ext cx="950496" cy="432000"/>
              </a:xfrm>
              <a:prstGeom prst="rect">
                <a:avLst/>
              </a:prstGeom>
              <a:solidFill>
                <a:srgbClr val="E5F2E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ts val="1260"/>
                  </a:lnSpc>
                </a:pPr>
                <a:r>
                  <a:rPr lang="en-US" altLang="ja-JP" sz="900" b="1" dirty="0" err="1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algn="ctr">
                  <a:lnSpc>
                    <a:spcPts val="1260"/>
                  </a:lnSpc>
                </a:pPr>
                <a:r>
                  <a:rPr lang="en-US" altLang="ja-JP" sz="700" dirty="0">
                    <a:solidFill>
                      <a:srgbClr val="2C2C2A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eiryo UI" pitchFamily="34" charset="-120"/>
                  </a:rPr>
                  <a:t>XX</a:t>
                </a:r>
                <a:endParaRPr lang="en-US" altLang="ja-JP" sz="9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6" name="正方形/長方形 25">
              <a:extLst>
                <a:ext uri="{FF2B5EF4-FFF2-40B4-BE49-F238E27FC236}">
                  <ns2:creationId id="{16F2B50C-B563-EB6F-EE5B-E07BCC77ADEB}"/>
                </a:ext>
              </a:extLst>
            </p:cNvPr>
            <p:cNvSpPr/>
            <p:nvPr/>
          </p:nvSpPr>
          <p:spPr>
            <a:xfrm>
              <a:off x="1401996" y="3049406"/>
              <a:ext cx="950496" cy="88918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D657ABAD-9A15-9F77-C61C-142CF23215CE}"/>
                </a:ext>
              </a:extLst>
            </p:cNvPr>
            <p:cNvSpPr/>
            <p:nvPr/>
          </p:nvSpPr>
          <p:spPr>
            <a:xfrm>
              <a:off x="1401996" y="3963766"/>
              <a:ext cx="950496" cy="432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49B8BFB7-5098-8315-66ED-96E739AA7940}"/>
                </a:ext>
              </a:extLst>
            </p:cNvPr>
            <p:cNvSpPr/>
            <p:nvPr/>
          </p:nvSpPr>
          <p:spPr>
            <a:xfrm>
              <a:off x="1401996" y="4420946"/>
              <a:ext cx="950496" cy="432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043F3285-D67A-9DDD-6472-B7AB2AA781A2}"/>
                </a:ext>
              </a:extLst>
            </p:cNvPr>
            <p:cNvSpPr/>
            <p:nvPr/>
          </p:nvSpPr>
          <p:spPr>
            <a:xfrm>
              <a:off x="1401996" y="4878124"/>
              <a:ext cx="950496" cy="432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60"/>
                </a:lnSpc>
              </a:pPr>
              <a:r>
                <a:rPr lang="en-US" altLang="ja-JP" sz="900" b="1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60"/>
                </a:lnSpc>
              </a:pPr>
              <a:r>
                <a:rPr lang="en-US" altLang="ja-JP" sz="700" dirty="0" err="1">
                  <a:solidFill>
                    <a:srgbClr val="2C2C2A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フローチャート: 磁気ディスク 18">
              <a:extLst>
                <a:ext uri="{FF2B5EF4-FFF2-40B4-BE49-F238E27FC236}">
                  <ns2:creationId id="{552A37B8-F74F-A5C7-0C4D-8A046E4C79E1}"/>
                </a:ext>
              </a:extLst>
            </p:cNvPr>
            <p:cNvSpPr/>
            <p:nvPr/>
          </p:nvSpPr>
          <p:spPr>
            <a:xfrm>
              <a:off x="2636230" y="2382800"/>
              <a:ext cx="1224000" cy="396000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5" name="正方形/長方形 64">
              <a:extLst>
                <a:ext uri="{FF2B5EF4-FFF2-40B4-BE49-F238E27FC236}">
                  <ns2:creationId id="{B66ECBE8-DC88-3902-D5C9-C1B3A79FF764}"/>
                </a:ext>
              </a:extLst>
            </p:cNvPr>
            <p:cNvSpPr/>
            <p:nvPr/>
          </p:nvSpPr>
          <p:spPr>
            <a:xfrm>
              <a:off x="2726230" y="2432821"/>
              <a:ext cx="1044000" cy="295958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5" name="Shape 25">
              <a:extLst>
                <a:ext uri="{FF2B5EF4-FFF2-40B4-BE49-F238E27FC236}">
                  <ns2:creationId id="{FE6549B8-B5C2-42A8-C350-E1098D89E91C}"/>
                </a:ext>
              </a:extLst>
            </p:cNvPr>
            <p:cNvSpPr/>
            <p:nvPr/>
          </p:nvSpPr>
          <p:spPr>
            <a:xfrm>
              <a:off x="2555702" y="3008896"/>
              <a:ext cx="1385056" cy="469505"/>
            </a:xfrm>
            <a:prstGeom prst="roundRect">
              <a:avLst>
                <a:gd name="adj" fmla="val 7317"/>
              </a:avLst>
            </a:prstGeom>
            <a:noFill/>
            <a:ln w="9525">
              <a:solidFill>
                <a:srgbClr val="FF0000"/>
              </a:solidFill>
              <a:prstDash val="dash"/>
            </a:ln>
          </p:spPr>
          <p:txBody>
            <a:bodyPr wrap="square">
              <a:noAutofit/>
            </a:bodyPr>
            <a:lstStyle/>
            <a:p>
              <a:endParaRPr lang="ja-JP" altLang="en-US" sz="110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フローチャート: 磁気ディスク 67">
              <a:extLst>
                <a:ext uri="{FF2B5EF4-FFF2-40B4-BE49-F238E27FC236}">
                  <ns2:creationId id="{D6F9F339-B26C-258A-7C48-039492E0C614}"/>
                </a:ext>
              </a:extLst>
            </p:cNvPr>
            <p:cNvSpPr/>
            <p:nvPr/>
          </p:nvSpPr>
          <p:spPr>
            <a:xfrm>
              <a:off x="2636230" y="3072309"/>
              <a:ext cx="1224000" cy="342679"/>
            </a:xfrm>
            <a:prstGeom prst="flowChartMagneticDisk">
              <a:avLst/>
            </a:prstGeom>
            <a:solidFill>
              <a:schemeClr val="bg2">
                <a:lumMod val="75000"/>
              </a:schemeClr>
            </a:solidFill>
            <a:ln w="9525">
              <a:solidFill>
                <a:schemeClr val="bg2">
                  <a:lumMod val="50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61659A48-2B56-3662-CE31-B3ED46195F53}"/>
                </a:ext>
              </a:extLst>
            </p:cNvPr>
            <p:cNvSpPr/>
            <p:nvPr/>
          </p:nvSpPr>
          <p:spPr>
            <a:xfrm>
              <a:off x="2726230" y="3107730"/>
              <a:ext cx="1044000" cy="27183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en-US" altLang="ja-JP" sz="900" b="1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8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フローチャート: 磁気ディスク 71">
              <a:extLst>
                <a:ext uri="{FF2B5EF4-FFF2-40B4-BE49-F238E27FC236}">
                  <ns2:creationId id="{BC87E415-9004-D7EE-FF3B-866C82FCD666}"/>
                </a:ext>
              </a:extLst>
            </p:cNvPr>
            <p:cNvSpPr/>
            <p:nvPr/>
          </p:nvSpPr>
          <p:spPr>
            <a:xfrm>
              <a:off x="2636230" y="3593304"/>
              <a:ext cx="1224000" cy="342000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3921D955-28A1-9ED9-C759-CFC940B0478A}"/>
                </a:ext>
              </a:extLst>
            </p:cNvPr>
            <p:cNvSpPr/>
            <p:nvPr/>
          </p:nvSpPr>
          <p:spPr>
            <a:xfrm>
              <a:off x="2726230" y="3636504"/>
              <a:ext cx="1044000" cy="255600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フローチャート: 磁気ディスク 76">
              <a:extLst>
                <a:ext uri="{FF2B5EF4-FFF2-40B4-BE49-F238E27FC236}">
                  <ns2:creationId id="{8345F8DF-6160-FC02-BFE1-FF87D874A05F}"/>
                </a:ext>
              </a:extLst>
            </p:cNvPr>
            <p:cNvSpPr/>
            <p:nvPr/>
          </p:nvSpPr>
          <p:spPr>
            <a:xfrm>
              <a:off x="2636230" y="4465946"/>
              <a:ext cx="1224000" cy="342000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2C9D8C57-5BF8-7FD4-6168-09389552349E}"/>
                </a:ext>
              </a:extLst>
            </p:cNvPr>
            <p:cNvSpPr/>
            <p:nvPr/>
          </p:nvSpPr>
          <p:spPr>
            <a:xfrm>
              <a:off x="2726230" y="4509146"/>
              <a:ext cx="1044000" cy="255600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7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7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フローチャート: 磁気ディスク 81">
              <a:extLst>
                <a:ext uri="{FF2B5EF4-FFF2-40B4-BE49-F238E27FC236}">
                  <ns2:creationId id="{21C74A6A-D493-AF3B-70F9-11813F4EB44C}"/>
                </a:ext>
              </a:extLst>
            </p:cNvPr>
            <p:cNvSpPr/>
            <p:nvPr/>
          </p:nvSpPr>
          <p:spPr>
            <a:xfrm>
              <a:off x="2636230" y="4922798"/>
              <a:ext cx="1224000" cy="342652"/>
            </a:xfrm>
            <a:prstGeom prst="flowChartMagneticDisk">
              <a:avLst/>
            </a:prstGeom>
            <a:solidFill>
              <a:srgbClr val="C5E2C5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endParaRPr lang="en-US" altLang="ja-JP" sz="800" dirty="0">
                <a:solidFill>
                  <a:schemeClr val="accent5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3F4DD81C-3FE9-6858-6C71-4636F5F03D79}"/>
                </a:ext>
              </a:extLst>
            </p:cNvPr>
            <p:cNvSpPr/>
            <p:nvPr/>
          </p:nvSpPr>
          <p:spPr>
            <a:xfrm>
              <a:off x="2726230" y="4966081"/>
              <a:ext cx="1044000" cy="256087"/>
            </a:xfrm>
            <a:prstGeom prst="rect">
              <a:avLst/>
            </a:prstGeom>
            <a:solidFill>
              <a:srgbClr val="C5E2C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altLang="ja-JP" sz="9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900"/>
                </a:lnSpc>
              </a:pPr>
              <a:r>
                <a:rPr lang="en-US" altLang="ja-JP" sz="900" dirty="0" err="1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4DFEB27-A557-9231-0DE9-A757BA0509A2}"/>
                </a:ext>
              </a:extLst>
            </p:cNvPr>
            <p:cNvSpPr/>
            <p:nvPr/>
          </p:nvSpPr>
          <p:spPr>
            <a:xfrm>
              <a:off x="4297864" y="2395400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75A806ED-ADF0-0C92-B83F-9EDBFB642E6E}"/>
                </a:ext>
              </a:extLst>
            </p:cNvPr>
            <p:cNvSpPr/>
            <p:nvPr/>
          </p:nvSpPr>
          <p:spPr>
            <a:xfrm>
              <a:off x="4297864" y="3578904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9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46B6DD7D-299E-6585-7611-87A95EF916AE}"/>
                </a:ext>
              </a:extLst>
            </p:cNvPr>
            <p:cNvSpPr/>
            <p:nvPr/>
          </p:nvSpPr>
          <p:spPr>
            <a:xfrm>
              <a:off x="4297864" y="4451546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9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38135BDC-E5D3-FB35-26A6-1EDD7AA08F98}"/>
                </a:ext>
              </a:extLst>
            </p:cNvPr>
            <p:cNvSpPr/>
            <p:nvPr/>
          </p:nvSpPr>
          <p:spPr>
            <a:xfrm>
              <a:off x="4297864" y="4908724"/>
              <a:ext cx="1008000" cy="370800"/>
            </a:xfrm>
            <a:prstGeom prst="rect">
              <a:avLst/>
            </a:prstGeom>
            <a:solidFill>
              <a:srgbClr val="7FC07F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250"/>
                </a:lnSpc>
              </a:pPr>
              <a:r>
                <a:rPr lang="en-US" altLang="ja-JP" sz="1000" b="1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10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250"/>
                </a:lnSpc>
              </a:pPr>
              <a:r>
                <a:rPr lang="en-US" altLang="ja-JP" sz="9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altLang="ja-JP" sz="900" dirty="0">
                <a:solidFill>
                  <a:schemeClr val="tx1">
                    <a:lumMod val="85000"/>
                    <a:lumOff val="1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3" name="Text 13">
              <a:extLst>
                <a:ext uri="{FF2B5EF4-FFF2-40B4-BE49-F238E27FC236}">
                  <ns2:creationId id="{C29CC653-4B69-A376-6C57-BE2626878FD2}"/>
                </a:ext>
              </a:extLst>
            </p:cNvPr>
            <p:cNvSpPr/>
            <p:nvPr/>
          </p:nvSpPr>
          <p:spPr>
            <a:xfrm>
              <a:off x="5469297" y="2726379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1" name="グラフィックス 120" descr="オフィス ワーカー (男性) 単色塗りつぶし">
              <a:extLst>
                <a:ext uri="{FF2B5EF4-FFF2-40B4-BE49-F238E27FC236}">
                  <ns2:creationId id="{CF0516A1-4653-A135-F0A4-B6797AE09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3"/>
                </a:ext>
              </a:extLst>
            </a:blip>
            <a:stretch>
              <a:fillRect/>
            </a:stretch>
          </p:blipFill>
          <p:spPr>
            <a:xfrm>
              <a:off x="5631297" y="2454800"/>
              <a:ext cx="252000" cy="252000"/>
            </a:xfrm>
            <a:prstGeom prst="rect">
              <a:avLst/>
            </a:prstGeom>
          </p:spPr>
        </p:pic>
        <p:sp>
          <p:nvSpPr>
            <p:cNvPr id="302" name="Text 32">
              <a:extLst>
                <a:ext uri="{FF2B5EF4-FFF2-40B4-BE49-F238E27FC236}">
                  <ns2:creationId id="{C8C96F5E-7B05-4166-3FDC-C86805428D0D}"/>
                </a:ext>
              </a:extLst>
            </p:cNvPr>
            <p:cNvSpPr/>
            <p:nvPr/>
          </p:nvSpPr>
          <p:spPr>
            <a:xfrm>
              <a:off x="5469297" y="3898703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3" name="グラフィックス 122" descr="オフィス ワーカー (女性) 単色塗りつぶし">
              <a:extLst>
                <a:ext uri="{FF2B5EF4-FFF2-40B4-BE49-F238E27FC236}">
                  <ns2:creationId id="{6F642042-E60E-60A7-1CB1-279157B79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5631297" y="3638304"/>
              <a:ext cx="252000" cy="252000"/>
            </a:xfrm>
            <a:prstGeom prst="rect">
              <a:avLst/>
            </a:prstGeom>
          </p:spPr>
        </p:pic>
        <p:sp>
          <p:nvSpPr>
            <p:cNvPr id="322" name="Text 52">
              <a:extLst>
                <a:ext uri="{FF2B5EF4-FFF2-40B4-BE49-F238E27FC236}">
                  <ns2:creationId id="{E1BA2128-2D5B-45F9-5A85-6276D71AAEBF}"/>
                </a:ext>
              </a:extLst>
            </p:cNvPr>
            <p:cNvSpPr/>
            <p:nvPr/>
          </p:nvSpPr>
          <p:spPr>
            <a:xfrm>
              <a:off x="5469297" y="4754057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6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6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5" name="グラフィックス 124" descr="女性のプロフィール 単色塗りつぶし">
              <a:extLst>
                <a:ext uri="{FF2B5EF4-FFF2-40B4-BE49-F238E27FC236}">
                  <ns2:creationId id="{8D8DBA32-9299-310E-24D5-40E9AD3F39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5631297" y="4510946"/>
              <a:ext cx="252000" cy="252000"/>
            </a:xfrm>
            <a:prstGeom prst="rect">
              <a:avLst/>
            </a:prstGeom>
          </p:spPr>
        </p:pic>
        <p:sp>
          <p:nvSpPr>
            <p:cNvPr id="331" name="Text 61">
              <a:extLst>
                <a:ext uri="{FF2B5EF4-FFF2-40B4-BE49-F238E27FC236}">
                  <ns2:creationId id="{1D6FCDE7-65FB-8DD6-7DE8-6094BAD9E139}"/>
                </a:ext>
              </a:extLst>
            </p:cNvPr>
            <p:cNvSpPr/>
            <p:nvPr/>
          </p:nvSpPr>
          <p:spPr>
            <a:xfrm>
              <a:off x="5469297" y="5204254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27" name="グラフィックス 126" descr="男性のプロフィール 単色塗りつぶし">
              <a:extLst>
                <a:ext uri="{FF2B5EF4-FFF2-40B4-BE49-F238E27FC236}">
                  <ns2:creationId id="{12933E8A-0440-B3D7-997A-CF8564FA7A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4"/>
                </a:ext>
              </a:extLst>
            </a:blip>
            <a:stretch>
              <a:fillRect/>
            </a:stretch>
          </p:blipFill>
          <p:spPr>
            <a:xfrm>
              <a:off x="5631297" y="4968124"/>
              <a:ext cx="252000" cy="252000"/>
            </a:xfrm>
            <a:prstGeom prst="rect">
              <a:avLst/>
            </a:prstGeom>
          </p:spPr>
        </p:pic>
        <p:sp>
          <p:nvSpPr>
            <p:cNvPr id="313" name="Text 43">
              <a:extLst>
                <a:ext uri="{FF2B5EF4-FFF2-40B4-BE49-F238E27FC236}">
                  <ns2:creationId id="{346CABAA-2BF4-1765-0F0D-DF3FA8DECA10}"/>
                </a:ext>
              </a:extLst>
            </p:cNvPr>
            <p:cNvSpPr/>
            <p:nvPr/>
          </p:nvSpPr>
          <p:spPr>
            <a:xfrm>
              <a:off x="5469297" y="4300245"/>
              <a:ext cx="576000" cy="108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en-US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61" name="グラフィックス 160" descr="男子生徒 単色塗りつぶし">
              <a:extLst>
                <a:ext uri="{FF2B5EF4-FFF2-40B4-BE49-F238E27FC236}">
                  <ns2:creationId id="{7DACAD29-66E2-E72D-92C3-EABE44B1C4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5631297" y="4053766"/>
              <a:ext cx="252000" cy="252000"/>
            </a:xfrm>
            <a:prstGeom prst="rect">
              <a:avLst/>
            </a:prstGeom>
          </p:spPr>
        </p:pic>
        <p:cxnSp>
          <p:nvCxnSpPr>
            <p:cNvPr id="170" name="コネクタ: カギ線 169">
              <a:extLst>
                <a:ext uri="{FF2B5EF4-FFF2-40B4-BE49-F238E27FC236}">
                  <ns2:creationId id="{229CE141-CC33-0827-6646-13C093980A72}"/>
                </a:ext>
              </a:extLst>
            </p:cNvPr>
            <p:cNvCxnSpPr>
              <a:cxnSpLocks/>
              <a:stCxn id="22" idx="3"/>
              <a:endCxn id="19" idx="2"/>
            </p:cNvCxnSpPr>
            <p:nvPr/>
          </p:nvCxnSpPr>
          <p:spPr>
            <a:xfrm>
              <a:off x="2352492" y="2352210"/>
              <a:ext cx="283738" cy="22859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コネクタ: カギ線 171">
              <a:extLst>
                <a:ext uri="{FF2B5EF4-FFF2-40B4-BE49-F238E27FC236}">
                  <ns2:creationId id="{C8FE955F-DF3D-19B8-C1DE-B9FA113BCF68}"/>
                </a:ext>
              </a:extLst>
            </p:cNvPr>
            <p:cNvCxnSpPr>
              <a:cxnSpLocks/>
              <a:stCxn id="24" idx="3"/>
              <a:endCxn id="19" idx="2"/>
            </p:cNvCxnSpPr>
            <p:nvPr/>
          </p:nvCxnSpPr>
          <p:spPr>
            <a:xfrm flipV="1">
              <a:off x="2352492" y="2580800"/>
              <a:ext cx="283738" cy="22859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矢印コネクタ 173">
              <a:extLst>
                <a:ext uri="{FF2B5EF4-FFF2-40B4-BE49-F238E27FC236}">
                  <ns2:creationId id="{4C9CBC75-F69F-D61A-754F-2AB6958AE1D0}"/>
                </a:ext>
              </a:extLst>
            </p:cNvPr>
            <p:cNvCxnSpPr>
              <a:cxnSpLocks/>
              <a:stCxn id="19" idx="4"/>
              <a:endCxn id="96" idx="1"/>
            </p:cNvCxnSpPr>
            <p:nvPr/>
          </p:nvCxnSpPr>
          <p:spPr>
            <a:xfrm>
              <a:off x="3860230" y="2580800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矢印コネクタ 177">
              <a:extLst>
                <a:ext uri="{FF2B5EF4-FFF2-40B4-BE49-F238E27FC236}">
                  <ns2:creationId id="{79E6DF76-2162-A15F-0FC0-43A080C0FBC2}"/>
                </a:ext>
              </a:extLst>
            </p:cNvPr>
            <p:cNvCxnSpPr>
              <a:stCxn id="96" idx="3"/>
              <a:endCxn id="121" idx="1"/>
            </p:cNvCxnSpPr>
            <p:nvPr/>
          </p:nvCxnSpPr>
          <p:spPr>
            <a:xfrm>
              <a:off x="5305864" y="2580800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矢印コネクタ 179">
              <a:extLst>
                <a:ext uri="{FF2B5EF4-FFF2-40B4-BE49-F238E27FC236}">
                  <ns2:creationId id="{2135F29C-4C93-EBAC-17B9-DFE9867C0E06}"/>
                </a:ext>
              </a:extLst>
            </p:cNvPr>
            <p:cNvCxnSpPr>
              <a:cxnSpLocks/>
              <a:stCxn id="26" idx="3"/>
              <a:endCxn id="68" idx="2"/>
            </p:cNvCxnSpPr>
            <p:nvPr/>
          </p:nvCxnSpPr>
          <p:spPr>
            <a:xfrm flipV="1">
              <a:off x="2352492" y="3243649"/>
              <a:ext cx="283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線矢印コネクタ 181">
              <a:extLst>
                <a:ext uri="{FF2B5EF4-FFF2-40B4-BE49-F238E27FC236}">
                  <ns2:creationId id="{210EE6A4-C329-6D38-2BD6-23EF1E08CC7D}"/>
                </a:ext>
              </a:extLst>
            </p:cNvPr>
            <p:cNvCxnSpPr>
              <a:cxnSpLocks/>
              <a:stCxn id="72" idx="4"/>
              <a:endCxn id="100" idx="1"/>
            </p:cNvCxnSpPr>
            <p:nvPr/>
          </p:nvCxnSpPr>
          <p:spPr>
            <a:xfrm>
              <a:off x="3860230" y="3764304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線矢印コネクタ 185">
              <a:extLst>
                <a:ext uri="{FF2B5EF4-FFF2-40B4-BE49-F238E27FC236}">
                  <ns2:creationId id="{1E303E4D-5D1D-BA03-4736-02DAD36860E0}"/>
                </a:ext>
              </a:extLst>
            </p:cNvPr>
            <p:cNvCxnSpPr>
              <a:cxnSpLocks/>
              <a:stCxn id="100" idx="3"/>
              <a:endCxn id="123" idx="1"/>
            </p:cNvCxnSpPr>
            <p:nvPr/>
          </p:nvCxnSpPr>
          <p:spPr>
            <a:xfrm>
              <a:off x="5305864" y="3764304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矢印コネクタ 189">
              <a:extLst>
                <a:ext uri="{FF2B5EF4-FFF2-40B4-BE49-F238E27FC236}">
                  <ns2:creationId id="{147A2D48-A78C-C68A-E155-26B09FB7E6BD}"/>
                </a:ext>
              </a:extLst>
            </p:cNvPr>
            <p:cNvCxnSpPr>
              <a:cxnSpLocks/>
              <a:stCxn id="104" idx="3"/>
              <a:endCxn id="161" idx="1"/>
            </p:cNvCxnSpPr>
            <p:nvPr/>
          </p:nvCxnSpPr>
          <p:spPr>
            <a:xfrm>
              <a:off x="5305864" y="4179766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線矢印コネクタ 407">
              <a:extLst>
                <a:ext uri="{FF2B5EF4-FFF2-40B4-BE49-F238E27FC236}">
                  <ns2:creationId id="{012A921C-E85F-BD97-4771-A3A7D70E28C0}"/>
                </a:ext>
              </a:extLst>
            </p:cNvPr>
            <p:cNvCxnSpPr>
              <a:cxnSpLocks/>
              <a:stCxn id="256" idx="3"/>
              <a:endCxn id="77" idx="2"/>
            </p:cNvCxnSpPr>
            <p:nvPr/>
          </p:nvCxnSpPr>
          <p:spPr>
            <a:xfrm>
              <a:off x="2352492" y="4636946"/>
              <a:ext cx="283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線矢印コネクタ 410">
              <a:extLst>
                <a:ext uri="{FF2B5EF4-FFF2-40B4-BE49-F238E27FC236}">
                  <ns2:creationId id="{91455AA9-4FB5-7A1D-5A30-E715F5452AD8}"/>
                </a:ext>
              </a:extLst>
            </p:cNvPr>
            <p:cNvCxnSpPr>
              <a:cxnSpLocks/>
              <a:stCxn id="258" idx="3"/>
              <a:endCxn id="82" idx="2"/>
            </p:cNvCxnSpPr>
            <p:nvPr/>
          </p:nvCxnSpPr>
          <p:spPr>
            <a:xfrm>
              <a:off x="2352492" y="5094124"/>
              <a:ext cx="283738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線矢印コネクタ 412">
              <a:extLst>
                <a:ext uri="{FF2B5EF4-FFF2-40B4-BE49-F238E27FC236}">
                  <ns2:creationId id="{DD107CE6-4CDC-8511-E16B-44E2D0D8BBDF}"/>
                </a:ext>
              </a:extLst>
            </p:cNvPr>
            <p:cNvCxnSpPr>
              <a:cxnSpLocks/>
              <a:stCxn id="77" idx="4"/>
              <a:endCxn id="108" idx="1"/>
            </p:cNvCxnSpPr>
            <p:nvPr/>
          </p:nvCxnSpPr>
          <p:spPr>
            <a:xfrm>
              <a:off x="3860230" y="4636946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直線矢印コネクタ 414">
              <a:extLst>
                <a:ext uri="{FF2B5EF4-FFF2-40B4-BE49-F238E27FC236}">
                  <ns2:creationId id="{A5AE6508-EF32-C246-CB4F-17274B4E957B}"/>
                </a:ext>
              </a:extLst>
            </p:cNvPr>
            <p:cNvCxnSpPr>
              <a:cxnSpLocks/>
              <a:stCxn id="82" idx="4"/>
              <a:endCxn id="111" idx="1"/>
            </p:cNvCxnSpPr>
            <p:nvPr/>
          </p:nvCxnSpPr>
          <p:spPr>
            <a:xfrm>
              <a:off x="3860230" y="5094124"/>
              <a:ext cx="43763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矢印コネクタ 193">
              <a:extLst>
                <a:ext uri="{FF2B5EF4-FFF2-40B4-BE49-F238E27FC236}">
                  <ns2:creationId id="{F469BB2E-9173-7850-1536-5F84FA8288EF}"/>
                </a:ext>
              </a:extLst>
            </p:cNvPr>
            <p:cNvCxnSpPr>
              <a:cxnSpLocks/>
              <a:stCxn id="108" idx="3"/>
              <a:endCxn id="125" idx="1"/>
            </p:cNvCxnSpPr>
            <p:nvPr/>
          </p:nvCxnSpPr>
          <p:spPr>
            <a:xfrm>
              <a:off x="5305864" y="4636946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線矢印コネクタ 197">
              <a:extLst>
                <a:ext uri="{FF2B5EF4-FFF2-40B4-BE49-F238E27FC236}">
                  <ns2:creationId id="{44E1AF22-7E73-5E2A-19D8-EFBA541F402D}"/>
                </a:ext>
              </a:extLst>
            </p:cNvPr>
            <p:cNvCxnSpPr>
              <a:cxnSpLocks/>
              <a:stCxn id="111" idx="3"/>
              <a:endCxn id="127" idx="1"/>
            </p:cNvCxnSpPr>
            <p:nvPr/>
          </p:nvCxnSpPr>
          <p:spPr>
            <a:xfrm>
              <a:off x="5305864" y="5094124"/>
              <a:ext cx="32543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矢印コネクタ 202">
              <a:extLst>
                <a:ext uri="{FF2B5EF4-FFF2-40B4-BE49-F238E27FC236}">
                  <ns2:creationId id="{A85F0B32-9403-B5B6-BECC-3BB49FE32BAC}"/>
                </a:ext>
              </a:extLst>
            </p:cNvPr>
            <p:cNvCxnSpPr>
              <a:cxnSpLocks/>
              <a:stCxn id="30" idx="3"/>
              <a:endCxn id="104" idx="1"/>
            </p:cNvCxnSpPr>
            <p:nvPr/>
          </p:nvCxnSpPr>
          <p:spPr>
            <a:xfrm>
              <a:off x="2352492" y="4179766"/>
              <a:ext cx="1945372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コネクタ: カギ線 427">
              <a:extLst>
                <a:ext uri="{FF2B5EF4-FFF2-40B4-BE49-F238E27FC236}">
                  <ns2:creationId id="{F9C4A9F2-B990-B99C-A718-B4DD9E04FAB6}"/>
                </a:ext>
              </a:extLst>
            </p:cNvPr>
            <p:cNvCxnSpPr>
              <a:cxnSpLocks/>
            </p:cNvCxnSpPr>
            <p:nvPr/>
          </p:nvCxnSpPr>
          <p:spPr>
            <a:xfrm>
              <a:off x="3873544" y="2681725"/>
              <a:ext cx="430020" cy="1404000"/>
            </a:xfrm>
            <a:prstGeom prst="bentConnector3">
              <a:avLst/>
            </a:prstGeom>
            <a:ln w="9525">
              <a:solidFill>
                <a:srgbClr val="FF0000"/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0" name="正方形/長方形 429">
              <a:extLst>
                <a:ext uri="{FF2B5EF4-FFF2-40B4-BE49-F238E27FC236}">
                  <ns2:creationId id="{E94B7290-3ED2-B858-7824-0B73A87F5023}"/>
                </a:ext>
              </a:extLst>
            </p:cNvPr>
            <p:cNvSpPr/>
            <p:nvPr/>
          </p:nvSpPr>
          <p:spPr>
            <a:xfrm>
              <a:off x="3891227" y="3852205"/>
              <a:ext cx="370870" cy="144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 err="1">
                  <a:solidFill>
                    <a:srgbClr val="FF0000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1" name="正方形/長方形 430">
              <a:extLst>
                <a:ext uri="{FF2B5EF4-FFF2-40B4-BE49-F238E27FC236}">
                  <ns2:creationId id="{466B4CC1-F6CF-F9DB-8581-1193D95BF25C}"/>
                </a:ext>
              </a:extLst>
            </p:cNvPr>
            <p:cNvSpPr/>
            <p:nvPr/>
          </p:nvSpPr>
          <p:spPr>
            <a:xfrm>
              <a:off x="3304235" y="3443182"/>
              <a:ext cx="500553" cy="1194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53" name="直線矢印コネクタ 452">
              <a:extLst>
                <a:ext uri="{FF2B5EF4-FFF2-40B4-BE49-F238E27FC236}">
                  <ns2:creationId id="{F53D13CB-AF9F-4D10-3717-6AF2B0F9E90C}"/>
                </a:ext>
              </a:extLst>
            </p:cNvPr>
            <p:cNvCxnSpPr>
              <a:cxnSpLocks/>
              <a:stCxn id="68" idx="3"/>
              <a:endCxn id="72" idx="1"/>
            </p:cNvCxnSpPr>
            <p:nvPr/>
          </p:nvCxnSpPr>
          <p:spPr>
            <a:xfrm>
              <a:off x="3248230" y="3414988"/>
              <a:ext cx="0" cy="17831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62">
              <a:extLst>
                <a:ext uri="{FF2B5EF4-FFF2-40B4-BE49-F238E27FC236}">
                  <ns2:creationId id="{B89FB51B-F40F-0647-5D2C-F50489358A59}"/>
                </a:ext>
              </a:extLst>
            </p:cNvPr>
            <p:cNvSpPr/>
            <p:nvPr/>
          </p:nvSpPr>
          <p:spPr>
            <a:xfrm>
              <a:off x="831397" y="1350551"/>
              <a:ext cx="5209200" cy="28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540000" tIns="36000" rIns="36000" bIns="36000" rtlCol="0" anchor="ctr">
              <a:noAutofit/>
            </a:bodyPr>
            <a:lstStyle/>
            <a:p>
              <a:pPr>
                <a:defRPr/>
              </a:pPr>
              <a:r>
                <a:rPr lang="en-US" altLang="ja-JP" sz="1400" b="1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en-US" altLang="ja-JP" sz="1400" b="1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" name="グラフィックス 13" descr="ピン止めした地図 枠線">
              <a:extLst>
                <a:ext uri="{FF2B5EF4-FFF2-40B4-BE49-F238E27FC236}">
                  <ns2:creationId id="{8BB1AD02-0A39-7F1A-F9BC-D81B05614C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tretch>
              <a:fillRect/>
            </a:stretch>
          </p:blipFill>
          <p:spPr>
            <a:xfrm>
              <a:off x="906822" y="1276140"/>
              <a:ext cx="360000" cy="360000"/>
            </a:xfrm>
            <a:prstGeom prst="rect">
              <a:avLst/>
            </a:prstGeom>
          </p:spPr>
        </p:pic>
        <p:sp>
          <p:nvSpPr>
            <p:cNvPr id="16" name="正方形/長方形 15">
              <a:extLst>
                <a:ext uri="{FF2B5EF4-FFF2-40B4-BE49-F238E27FC236}">
                  <ns2:creationId id="{8DE8D38E-5799-16C0-53FF-8493B4D5AD2F}"/>
                </a:ext>
              </a:extLst>
            </p:cNvPr>
            <p:cNvSpPr/>
            <p:nvPr/>
          </p:nvSpPr>
          <p:spPr>
            <a:xfrm>
              <a:off x="343629" y="1638124"/>
              <a:ext cx="464999" cy="3672000"/>
            </a:xfrm>
            <a:prstGeom prst="rect">
              <a:avLst/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9" name="直線コネクタ 28">
              <a:extLst>
                <a:ext uri="{FF2B5EF4-FFF2-40B4-BE49-F238E27FC236}">
                  <ns2:creationId id="{3AE28FA5-0D31-D286-894E-15369611FD24}"/>
                </a:ext>
              </a:extLst>
            </p:cNvPr>
            <p:cNvCxnSpPr>
              <a:cxnSpLocks/>
            </p:cNvCxnSpPr>
            <p:nvPr/>
          </p:nvCxnSpPr>
          <p:spPr>
            <a:xfrm>
              <a:off x="831397" y="1619150"/>
              <a:ext cx="52092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右矢印 59">
              <a:extLst>
                <a:ext uri="{FF2B5EF4-FFF2-40B4-BE49-F238E27FC236}">
                  <ns2:creationId id="{E3F263BC-6CBE-3DE1-B357-7BED11D581E7}"/>
                </a:ext>
              </a:extLst>
            </p:cNvPr>
            <p:cNvSpPr/>
            <p:nvPr/>
          </p:nvSpPr>
          <p:spPr>
            <a:xfrm>
              <a:off x="830675" y="5437018"/>
              <a:ext cx="1512347" cy="290135"/>
            </a:xfrm>
            <a:prstGeom prst="rightArrow">
              <a:avLst/>
            </a:prstGeom>
            <a:gradFill flip="none" rotWithShape="1">
              <a:gsLst>
                <a:gs pos="25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右矢印 59">
              <a:extLst>
                <a:ext uri="{FF2B5EF4-FFF2-40B4-BE49-F238E27FC236}">
                  <ns2:creationId id="{4C180CC2-E403-DF27-0DA1-E05CD7F5ADB7}"/>
                </a:ext>
              </a:extLst>
            </p:cNvPr>
            <p:cNvSpPr/>
            <p:nvPr/>
          </p:nvSpPr>
          <p:spPr>
            <a:xfrm>
              <a:off x="830675" y="5933965"/>
              <a:ext cx="3301143" cy="290135"/>
            </a:xfrm>
            <a:prstGeom prst="rightArrow">
              <a:avLst/>
            </a:prstGeom>
            <a:gradFill flip="none" rotWithShape="1">
              <a:gsLst>
                <a:gs pos="16000">
                  <a:srgbClr val="C5E0B4"/>
                </a:gs>
                <a:gs pos="0">
                  <a:schemeClr val="bg1"/>
                </a:gs>
                <a:gs pos="100000">
                  <a:srgbClr val="44A2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23D58BC7-CAAC-F2B8-7581-6ACDBEEFCA8D}"/>
                </a:ext>
              </a:extLst>
            </p:cNvPr>
            <p:cNvGrpSpPr/>
            <p:nvPr/>
          </p:nvGrpSpPr>
          <p:grpSpPr>
            <a:xfrm>
              <a:off x="343629" y="5335929"/>
              <a:ext cx="465929" cy="973084"/>
              <a:chOff x="375554" y="5335929"/>
              <a:chExt cx="465929" cy="973084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846BD4D5-48D8-D406-B848-037A70108FC4}"/>
                  </a:ext>
                </a:extLst>
              </p:cNvPr>
              <p:cNvSpPr/>
              <p:nvPr/>
            </p:nvSpPr>
            <p:spPr>
              <a:xfrm>
                <a:off x="375554" y="5338272"/>
                <a:ext cx="216000" cy="970741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ns2:creationId id="{17889D6E-7D64-30BC-4DC0-13F65501F768}"/>
                  </a:ext>
                </a:extLst>
              </p:cNvPr>
              <p:cNvSpPr/>
              <p:nvPr/>
            </p:nvSpPr>
            <p:spPr>
              <a:xfrm>
                <a:off x="625483" y="5335929"/>
                <a:ext cx="216000" cy="46914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ns2:creationId id="{8FDEFF47-65B5-31D0-246E-1BA09684CD58}"/>
                  </a:ext>
                </a:extLst>
              </p:cNvPr>
              <p:cNvSpPr/>
              <p:nvPr/>
            </p:nvSpPr>
            <p:spPr>
              <a:xfrm>
                <a:off x="625483" y="5839873"/>
                <a:ext cx="216000" cy="469140"/>
              </a:xfrm>
              <a:prstGeom prst="rect">
                <a:avLst/>
              </a:prstGeom>
              <a:solidFill>
                <a:srgbClr val="008D2E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6:creationId val="676750426"/>
      </p:ext>
    </p:extLst>
  </p:cSld>
  <p:clrMapOvr>
    <a:masterClrMapping/>
  </p:clrMapOvr>
</p:sld>
</file>

<file path=ppt/slides/slide31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E54702E-CAD9-BABA-0354-7FA09EFC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310A14D-C505-FC2A-0EB5-453D0C84E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ns2:creationId id="{F6675D07-3353-91E0-0FD9-78B4EE43EE13}"/>
              </a:ext>
            </a:extLst>
          </p:cNvPr>
          <p:cNvGrpSpPr/>
          <p:nvPr/>
        </p:nvGrpSpPr>
        <p:grpSpPr>
          <a:xfrm>
            <a:off x="334962" y="1628774"/>
            <a:ext cx="11522075" cy="1279520"/>
            <a:chOff x="334962" y="1628774"/>
            <a:chExt cx="11522075" cy="1279520"/>
          </a:xfrm>
        </p:grpSpPr>
        <p:sp>
          <p:nvSpPr>
            <p:cNvPr id="13" name="正方形/長方形 12">
              <a:extLst>
                <a:ext uri="{FF2B5EF4-FFF2-40B4-BE49-F238E27FC236}">
                  <ns2:creationId id="{00D8072C-F526-0B7E-4B71-29C3A734E6B9}"/>
                </a:ext>
              </a:extLst>
            </p:cNvPr>
            <p:cNvSpPr/>
            <p:nvPr/>
          </p:nvSpPr>
          <p:spPr>
            <a:xfrm>
              <a:off x="1949834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23948BB1-A85B-0D3B-0C1A-4C3B6DA04871}"/>
                </a:ext>
              </a:extLst>
            </p:cNvPr>
            <p:cNvSpPr/>
            <p:nvPr/>
          </p:nvSpPr>
          <p:spPr>
            <a:xfrm>
              <a:off x="1949834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8" name="グラフィックス 37" descr="ユーザー ネットワーク 単色塗りつぶし">
              <a:extLst>
                <a:ext uri="{FF2B5EF4-FFF2-40B4-BE49-F238E27FC236}">
                  <ns2:creationId id="{8E362467-7E49-A4C7-D98F-D272E8681E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014193" y="2548294"/>
              <a:ext cx="360000" cy="360000"/>
            </a:xfrm>
            <a:prstGeom prst="rect">
              <a:avLst/>
            </a:prstGeom>
          </p:spPr>
        </p:pic>
        <p:sp>
          <p:nvSpPr>
            <p:cNvPr id="18" name="正方形/長方形 17">
              <a:extLst>
                <a:ext uri="{FF2B5EF4-FFF2-40B4-BE49-F238E27FC236}">
                  <ns2:creationId id="{9701455C-0D20-E133-211E-105FA035C501}"/>
                </a:ext>
              </a:extLst>
            </p:cNvPr>
            <p:cNvSpPr/>
            <p:nvPr/>
          </p:nvSpPr>
          <p:spPr>
            <a:xfrm>
              <a:off x="4444115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)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8900" indent="-8890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20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8900" indent="-8890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DABBF581-0BDD-19BE-477F-6E3E00B0A1C1}"/>
                </a:ext>
              </a:extLst>
            </p:cNvPr>
            <p:cNvSpPr/>
            <p:nvPr/>
          </p:nvSpPr>
          <p:spPr>
            <a:xfrm>
              <a:off x="4444115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0" name="グラフィックス 39" descr="泡 単色塗りつぶし">
              <a:extLst>
                <a:ext uri="{FF2B5EF4-FFF2-40B4-BE49-F238E27FC236}">
                  <ns2:creationId id="{8A17C725-F8A6-C7A6-0619-3A62C49708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6508474" y="2548294"/>
              <a:ext cx="360000" cy="36000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ns2:creationId id="{E3A0482C-16B1-1F76-4DFF-0E181D2DB701}"/>
                </a:ext>
              </a:extLst>
            </p:cNvPr>
            <p:cNvSpPr/>
            <p:nvPr/>
          </p:nvSpPr>
          <p:spPr>
            <a:xfrm>
              <a:off x="6938396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C80A90BE-E387-CB1B-4B5E-B33AB9EB00D3}"/>
                </a:ext>
              </a:extLst>
            </p:cNvPr>
            <p:cNvSpPr/>
            <p:nvPr/>
          </p:nvSpPr>
          <p:spPr>
            <a:xfrm>
              <a:off x="6938395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S3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2" name="グラフィックス 41" descr="分岐路 単色塗りつぶし">
              <a:extLst>
                <a:ext uri="{FF2B5EF4-FFF2-40B4-BE49-F238E27FC236}">
                  <ns2:creationId id="{92C690CD-3B3A-6E2E-D720-BE4D445527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002755" y="2548294"/>
              <a:ext cx="360000" cy="360000"/>
            </a:xfrm>
            <a:prstGeom prst="rect">
              <a:avLst/>
            </a:prstGeom>
          </p:spPr>
        </p:pic>
        <p:sp>
          <p:nvSpPr>
            <p:cNvPr id="28" name="正方形/長方形 27">
              <a:extLst>
                <a:ext uri="{FF2B5EF4-FFF2-40B4-BE49-F238E27FC236}">
                  <ns2:creationId id="{056D15EF-932E-4AB4-621B-695DDD0F421E}"/>
                </a:ext>
              </a:extLst>
            </p:cNvPr>
            <p:cNvSpPr/>
            <p:nvPr/>
          </p:nvSpPr>
          <p:spPr>
            <a:xfrm>
              <a:off x="9432678" y="1628774"/>
              <a:ext cx="2424359" cy="1279520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5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ACE911CC-6567-0B9C-58D4-0509A8533192}"/>
                </a:ext>
              </a:extLst>
            </p:cNvPr>
            <p:cNvSpPr/>
            <p:nvPr/>
          </p:nvSpPr>
          <p:spPr>
            <a:xfrm>
              <a:off x="9432678" y="1628774"/>
              <a:ext cx="38281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4" name="グラフィックス 43" descr="右脳と左脳 単色塗りつぶし">
              <a:extLst>
                <a:ext uri="{FF2B5EF4-FFF2-40B4-BE49-F238E27FC236}">
                  <ns2:creationId id="{D9951147-FC5F-7C59-F2D0-5BCFD68B8B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1497037" y="2548294"/>
              <a:ext cx="360000" cy="360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ns2:creationId id="{1B884078-6497-AF51-B841-06845A20E513}"/>
                </a:ext>
              </a:extLst>
            </p:cNvPr>
            <p:cNvSpPr/>
            <p:nvPr/>
          </p:nvSpPr>
          <p:spPr>
            <a:xfrm>
              <a:off x="334962" y="1628774"/>
              <a:ext cx="1544951" cy="1279520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6" name="グラフィックス 45" descr="ニヤリとした顔 (塗りつぶし) 単色塗りつぶし">
              <a:extLst>
                <a:ext uri="{FF2B5EF4-FFF2-40B4-BE49-F238E27FC236}">
                  <ns2:creationId id="{2423BD32-267A-E8FE-8349-02720CE104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544873" y="2580502"/>
              <a:ext cx="324000" cy="324000"/>
            </a:xfrm>
            <a:prstGeom prst="rect">
              <a:avLst/>
            </a:prstGeom>
          </p:spPr>
        </p:pic>
      </p:grpSp>
      <p:grpSp>
        <p:nvGrpSpPr>
          <p:cNvPr id="12" name="グループ化 11">
            <a:extLst>
              <a:ext uri="{FF2B5EF4-FFF2-40B4-BE49-F238E27FC236}">
                <ns2:creationId id="{C013258B-561C-9E00-EFE5-D0C45471BFA5}"/>
              </a:ext>
            </a:extLst>
          </p:cNvPr>
          <p:cNvGrpSpPr/>
          <p:nvPr/>
        </p:nvGrpSpPr>
        <p:grpSpPr>
          <a:xfrm>
            <a:off x="334962" y="2962720"/>
            <a:ext cx="11522075" cy="763924"/>
            <a:chOff x="334962" y="2989933"/>
            <a:chExt cx="11522075" cy="763924"/>
          </a:xfrm>
        </p:grpSpPr>
        <p:pic>
          <p:nvPicPr>
            <p:cNvPr id="62" name="グラフィックス 61" descr="シャッフル 単色塗りつぶし">
              <a:extLst>
                <a:ext uri="{FF2B5EF4-FFF2-40B4-BE49-F238E27FC236}">
                  <ns2:creationId id="{2C9D404E-7FD4-26CF-F0BF-50BFFF335D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829936" y="3393857"/>
              <a:ext cx="360000" cy="360000"/>
            </a:xfrm>
            <a:prstGeom prst="rect">
              <a:avLst/>
            </a:prstGeom>
          </p:spPr>
        </p:pic>
        <p:pic>
          <p:nvPicPr>
            <p:cNvPr id="64" name="グラフィックス 63" descr="レーダー チャート 単色塗りつぶし">
              <a:extLst>
                <a:ext uri="{FF2B5EF4-FFF2-40B4-BE49-F238E27FC236}">
                  <ns2:creationId id="{B0EFB6AC-B96A-F086-AE0D-A158D7249F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163486" y="3393857"/>
              <a:ext cx="360000" cy="360000"/>
            </a:xfrm>
            <a:prstGeom prst="rect">
              <a:avLst/>
            </a:prstGeom>
          </p:spPr>
        </p:pic>
        <p:sp>
          <p:nvSpPr>
            <p:cNvPr id="8" name="正方形/長方形 7">
              <a:extLst>
                <a:ext uri="{FF2B5EF4-FFF2-40B4-BE49-F238E27FC236}">
                  <ns2:creationId id="{CCBA2799-F0EC-A6FA-B277-0B2F1BBDB32C}"/>
                </a:ext>
              </a:extLst>
            </p:cNvPr>
            <p:cNvSpPr/>
            <p:nvPr/>
          </p:nvSpPr>
          <p:spPr>
            <a:xfrm>
              <a:off x="334962" y="2989933"/>
              <a:ext cx="1544951" cy="763924"/>
            </a:xfrm>
            <a:prstGeom prst="rect">
              <a:avLst/>
            </a:prstGeom>
            <a:solidFill>
              <a:schemeClr val="bg1">
                <a:lumMod val="75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50" name="グラフィックス 49" descr="悲しそうな顔 (塗りつぶし) 単色塗りつぶし">
              <a:extLst>
                <a:ext uri="{FF2B5EF4-FFF2-40B4-BE49-F238E27FC236}">
                  <ns2:creationId id="{64A7A08B-435C-43CA-A90F-8323DA2058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1544873" y="3429857"/>
              <a:ext cx="324000" cy="324000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ns2:creationId id="{A7EEAA5E-A35E-A2BC-9A6C-610969C62DDC}"/>
                </a:ext>
              </a:extLst>
            </p:cNvPr>
            <p:cNvSpPr/>
            <p:nvPr/>
          </p:nvSpPr>
          <p:spPr>
            <a:xfrm>
              <a:off x="1949834" y="2989933"/>
              <a:ext cx="3240102" cy="763924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2D778D13-D2E2-3A78-C15B-59BFC6F89BED}"/>
                </a:ext>
              </a:extLst>
            </p:cNvPr>
            <p:cNvSpPr/>
            <p:nvPr/>
          </p:nvSpPr>
          <p:spPr>
            <a:xfrm>
              <a:off x="1949834" y="2989933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720343ED-A068-E76C-D165-62789F8EBF01}"/>
                </a:ext>
              </a:extLst>
            </p:cNvPr>
            <p:cNvSpPr/>
            <p:nvPr/>
          </p:nvSpPr>
          <p:spPr>
            <a:xfrm>
              <a:off x="5283385" y="2989933"/>
              <a:ext cx="3240102" cy="763924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7955D6C2-FDED-4D5B-98E5-D0975DDC459E}"/>
                </a:ext>
              </a:extLst>
            </p:cNvPr>
            <p:cNvSpPr/>
            <p:nvPr/>
          </p:nvSpPr>
          <p:spPr>
            <a:xfrm>
              <a:off x="5283386" y="2989933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EF549E32-CB56-E94D-72B6-3C245DD52EDD}"/>
                </a:ext>
              </a:extLst>
            </p:cNvPr>
            <p:cNvSpPr/>
            <p:nvPr/>
          </p:nvSpPr>
          <p:spPr>
            <a:xfrm>
              <a:off x="8616935" y="2989933"/>
              <a:ext cx="3240102" cy="763924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6BE48E30-F8FB-E2BD-AD03-469DABE9BEAE}"/>
                </a:ext>
              </a:extLst>
            </p:cNvPr>
            <p:cNvSpPr/>
            <p:nvPr/>
          </p:nvSpPr>
          <p:spPr>
            <a:xfrm>
              <a:off x="8616935" y="2989933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66" name="グラフィックス 65" descr="速度計: 低速 単色塗りつぶし">
              <a:extLst>
                <a:ext uri="{FF2B5EF4-FFF2-40B4-BE49-F238E27FC236}">
                  <ns2:creationId id="{B9457F69-DF79-9BBE-6C95-7074FEEA3D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1497037" y="3393857"/>
              <a:ext cx="360000" cy="360000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D86436D7-4162-EC63-CA23-6A84F3740A91}"/>
              </a:ext>
            </a:extLst>
          </p:cNvPr>
          <p:cNvGrpSpPr/>
          <p:nvPr/>
        </p:nvGrpSpPr>
        <p:grpSpPr>
          <a:xfrm>
            <a:off x="334962" y="3781070"/>
            <a:ext cx="11522077" cy="1193708"/>
            <a:chOff x="334962" y="3772907"/>
            <a:chExt cx="11522077" cy="1193708"/>
          </a:xfrm>
        </p:grpSpPr>
        <p:sp>
          <p:nvSpPr>
            <p:cNvPr id="9" name="正方形/長方形 8">
              <a:extLst>
                <a:ext uri="{FF2B5EF4-FFF2-40B4-BE49-F238E27FC236}">
                  <ns2:creationId id="{E386C424-F8E4-E0D1-1161-76CD6A388F24}"/>
                </a:ext>
              </a:extLst>
            </p:cNvPr>
            <p:cNvSpPr/>
            <p:nvPr/>
          </p:nvSpPr>
          <p:spPr>
            <a:xfrm>
              <a:off x="334962" y="3772907"/>
              <a:ext cx="1544951" cy="1174658"/>
            </a:xfrm>
            <a:prstGeom prst="rect">
              <a:avLst/>
            </a:prstGeom>
            <a:solidFill>
              <a:srgbClr val="008D2E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25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8" name="グラフィックス 47" descr="手のひら 単色塗りつぶし">
              <a:extLst>
                <a:ext uri="{FF2B5EF4-FFF2-40B4-BE49-F238E27FC236}">
                  <ns2:creationId id="{16BC251B-CF05-B069-DAF2-8B5C52BD4E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544873" y="4619773"/>
              <a:ext cx="324000" cy="324000"/>
            </a:xfrm>
            <a:prstGeom prst="rect">
              <a:avLst/>
            </a:prstGeom>
          </p:spPr>
        </p:pic>
        <p:sp>
          <p:nvSpPr>
            <p:cNvPr id="67" name="正方形/長方形 66">
              <a:extLst>
                <a:ext uri="{FF2B5EF4-FFF2-40B4-BE49-F238E27FC236}">
                  <ns2:creationId id="{16FDFEFC-EC23-143A-D7EA-09E9E8C7A9A1}"/>
                </a:ext>
              </a:extLst>
            </p:cNvPr>
            <p:cNvSpPr/>
            <p:nvPr/>
          </p:nvSpPr>
          <p:spPr>
            <a:xfrm>
              <a:off x="334962" y="4544434"/>
              <a:ext cx="1544951" cy="33074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56C4E6F9-C800-D1E1-691B-68B3EF85F0F0}"/>
                </a:ext>
              </a:extLst>
            </p:cNvPr>
            <p:cNvSpPr/>
            <p:nvPr/>
          </p:nvSpPr>
          <p:spPr>
            <a:xfrm>
              <a:off x="1949834" y="3772907"/>
              <a:ext cx="3240102" cy="1174658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85725" indent="-8572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85725" indent="-8572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C572CE4F-7209-D532-9786-4014103B4EF0}"/>
                </a:ext>
              </a:extLst>
            </p:cNvPr>
            <p:cNvSpPr/>
            <p:nvPr/>
          </p:nvSpPr>
          <p:spPr>
            <a:xfrm>
              <a:off x="1949834" y="3772907"/>
              <a:ext cx="51162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73" name="グラフィックス 72" descr="チェックマークの付いた盾 単色塗りつぶし">
              <a:extLst>
                <a:ext uri="{FF2B5EF4-FFF2-40B4-BE49-F238E27FC236}">
                  <ns2:creationId id="{596AA132-A0BC-B801-B28E-F1D2FB2732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4829936" y="4606615"/>
              <a:ext cx="360000" cy="360000"/>
            </a:xfrm>
            <a:prstGeom prst="rect">
              <a:avLst/>
            </a:prstGeom>
          </p:spPr>
        </p:pic>
        <p:sp>
          <p:nvSpPr>
            <p:cNvPr id="20" name="正方形/長方形 19">
              <a:extLst>
                <a:ext uri="{FF2B5EF4-FFF2-40B4-BE49-F238E27FC236}">
                  <ns2:creationId id="{584DAFFC-81D4-D5DC-D865-F50C17587A3B}"/>
                </a:ext>
              </a:extLst>
            </p:cNvPr>
            <p:cNvSpPr/>
            <p:nvPr/>
          </p:nvSpPr>
          <p:spPr>
            <a:xfrm>
              <a:off x="5283385" y="3772907"/>
              <a:ext cx="3240102" cy="1174658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/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02A48B56-51DE-4095-06E1-4163FDA56430}"/>
                </a:ext>
              </a:extLst>
            </p:cNvPr>
            <p:cNvSpPr/>
            <p:nvPr/>
          </p:nvSpPr>
          <p:spPr>
            <a:xfrm>
              <a:off x="5283385" y="3772907"/>
              <a:ext cx="51162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75" name="グラフィックス 74" descr="電球と鉛筆 単色塗りつぶし">
              <a:extLst>
                <a:ext uri="{FF2B5EF4-FFF2-40B4-BE49-F238E27FC236}">
                  <ns2:creationId id="{D1DDCBA5-1A62-399D-8A07-B57CFB0F44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tretch>
              <a:fillRect/>
            </a:stretch>
          </p:blipFill>
          <p:spPr>
            <a:xfrm>
              <a:off x="8163488" y="4587565"/>
              <a:ext cx="360000" cy="360000"/>
            </a:xfrm>
            <a:prstGeom prst="rect">
              <a:avLst/>
            </a:prstGeom>
          </p:spPr>
        </p:pic>
        <p:sp>
          <p:nvSpPr>
            <p:cNvPr id="25" name="正方形/長方形 24">
              <a:extLst>
                <a:ext uri="{FF2B5EF4-FFF2-40B4-BE49-F238E27FC236}">
                  <ns2:creationId id="{95CD4966-1E97-3597-87B4-97CF82B11B08}"/>
                </a:ext>
              </a:extLst>
            </p:cNvPr>
            <p:cNvSpPr/>
            <p:nvPr/>
          </p:nvSpPr>
          <p:spPr>
            <a:xfrm>
              <a:off x="8616935" y="3772907"/>
              <a:ext cx="3240102" cy="1174658"/>
            </a:xfrm>
            <a:prstGeom prst="rect">
              <a:avLst/>
            </a:prstGeom>
            <a:solidFill>
              <a:srgbClr val="008D2E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900" b="1" dirty="0">
                  <a:solidFill>
                    <a:srgbClr val="008D2E"/>
                  </a:solidFill>
                  <a:latin typeface="+mn-ea"/>
                </a:rPr>
                <a:t>) </a:t>
              </a: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rgbClr val="008D2E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6B2F0DCC-088E-596F-22D8-5FD3ABDFF2BC}"/>
                </a:ext>
              </a:extLst>
            </p:cNvPr>
            <p:cNvSpPr/>
            <p:nvPr/>
          </p:nvSpPr>
          <p:spPr>
            <a:xfrm>
              <a:off x="8616934" y="3772907"/>
              <a:ext cx="511629" cy="139347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77" name="グラフィックス 76" descr="棒グラフ 単色塗りつぶし">
              <a:extLst>
                <a:ext uri="{FF2B5EF4-FFF2-40B4-BE49-F238E27FC236}">
                  <ns2:creationId id="{FC2CD1BE-3352-F7E7-B946-046488C097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tretch>
              <a:fillRect/>
            </a:stretch>
          </p:blipFill>
          <p:spPr>
            <a:xfrm>
              <a:off x="11497039" y="4587565"/>
              <a:ext cx="360000" cy="360000"/>
            </a:xfrm>
            <a:prstGeom prst="rect">
              <a:avLst/>
            </a:prstGeom>
          </p:spPr>
        </p:pic>
      </p:grpSp>
      <p:grpSp>
        <p:nvGrpSpPr>
          <p:cNvPr id="27" name="グループ化 26">
            <a:extLst>
              <a:ext uri="{FF2B5EF4-FFF2-40B4-BE49-F238E27FC236}">
                <ns2:creationId id="{3979FD61-97B1-1EA7-3666-C78372A9FE08}"/>
              </a:ext>
            </a:extLst>
          </p:cNvPr>
          <p:cNvGrpSpPr/>
          <p:nvPr/>
        </p:nvGrpSpPr>
        <p:grpSpPr>
          <a:xfrm>
            <a:off x="334962" y="5029205"/>
            <a:ext cx="11522075" cy="1279520"/>
            <a:chOff x="334962" y="5029205"/>
            <a:chExt cx="11522075" cy="1279520"/>
          </a:xfrm>
        </p:grpSpPr>
        <p:sp>
          <p:nvSpPr>
            <p:cNvPr id="16" name="正方形/長方形 15">
              <a:extLst>
                <a:ext uri="{FF2B5EF4-FFF2-40B4-BE49-F238E27FC236}">
                  <ns2:creationId id="{3BD2338E-2279-B004-A79F-7AAB45527B3D}"/>
                </a:ext>
              </a:extLst>
            </p:cNvPr>
            <p:cNvSpPr/>
            <p:nvPr/>
          </p:nvSpPr>
          <p:spPr>
            <a:xfrm>
              <a:off x="1949834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>
                <a:spcAft>
                  <a:spcPts val="200"/>
                </a:spcAft>
              </a:pP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A7D09C33-4395-E81A-6FBE-106E2C2E4126}"/>
                </a:ext>
              </a:extLst>
            </p:cNvPr>
            <p:cNvSpPr/>
            <p:nvPr/>
          </p:nvSpPr>
          <p:spPr>
            <a:xfrm>
              <a:off x="1949834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84" name="グラフィックス 83" descr="下降基調のグラフ 単色塗りつぶし">
              <a:extLst>
                <a:ext uri="{FF2B5EF4-FFF2-40B4-BE49-F238E27FC236}">
                  <ns2:creationId id="{7DED8AC0-38A8-463B-905D-2ACAC92189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4014193" y="5948725"/>
              <a:ext cx="360000" cy="360000"/>
            </a:xfrm>
            <a:prstGeom prst="rect">
              <a:avLst/>
            </a:prstGeom>
          </p:spPr>
        </p:pic>
        <p:sp>
          <p:nvSpPr>
            <p:cNvPr id="21" name="正方形/長方形 20">
              <a:extLst>
                <a:ext uri="{FF2B5EF4-FFF2-40B4-BE49-F238E27FC236}">
                  <ns2:creationId id="{93728904-AB70-3C6C-7039-4D117F480E51}"/>
                </a:ext>
              </a:extLst>
            </p:cNvPr>
            <p:cNvSpPr/>
            <p:nvPr/>
          </p:nvSpPr>
          <p:spPr>
            <a:xfrm>
              <a:off x="4444115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200"/>
                </a:spcAft>
              </a:pPr>
              <a: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DD6BCC0-1C47-8104-090F-C1622F73CFA5}"/>
                </a:ext>
              </a:extLst>
            </p:cNvPr>
            <p:cNvSpPr/>
            <p:nvPr/>
          </p:nvSpPr>
          <p:spPr>
            <a:xfrm>
              <a:off x="4444116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86" name="グラフィックス 85" descr="人工知能 単色塗りつぶし">
              <a:extLst>
                <a:ext uri="{FF2B5EF4-FFF2-40B4-BE49-F238E27FC236}">
                  <ns2:creationId id="{48CC6952-AEC5-7F48-676E-F9C62EBD0C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6508474" y="5948725"/>
              <a:ext cx="360000" cy="360000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ns2:creationId id="{61B7E7A1-147C-63C4-ED4C-5894ABC23903}"/>
                </a:ext>
              </a:extLst>
            </p:cNvPr>
            <p:cNvSpPr/>
            <p:nvPr/>
          </p:nvSpPr>
          <p:spPr>
            <a:xfrm>
              <a:off x="6938396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spcAft>
                  <a:spcPts val="200"/>
                </a:spcAft>
              </a:pP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b="1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87313" lvl="1" indent="-87313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87313" lvl="1" indent="-87313">
                <a:spcAft>
                  <a:spcPts val="200"/>
                </a:spcAft>
                <a:buClr>
                  <a:schemeClr val="bg1">
                    <a:lumMod val="50000"/>
                  </a:schemeClr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88" name="グラフィックス 87" descr="キオスク 単色塗りつぶし">
              <a:extLst>
                <a:ext uri="{FF2B5EF4-FFF2-40B4-BE49-F238E27FC236}">
                  <ns2:creationId id="{77C98077-E48E-59AC-A90D-68A281195C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tretch>
              <a:fillRect/>
            </a:stretch>
          </p:blipFill>
          <p:spPr>
            <a:xfrm>
              <a:off x="9002754" y="5948725"/>
              <a:ext cx="360000" cy="360000"/>
            </a:xfrm>
            <a:prstGeom prst="rect">
              <a:avLst/>
            </a:prstGeom>
          </p:spPr>
        </p:pic>
        <p:sp>
          <p:nvSpPr>
            <p:cNvPr id="91" name="正方形/長方形 90">
              <a:extLst>
                <a:ext uri="{FF2B5EF4-FFF2-40B4-BE49-F238E27FC236}">
                  <ns2:creationId id="{847C15CE-295F-2483-C61A-A0CC7C9EAEF2}"/>
                </a:ext>
              </a:extLst>
            </p:cNvPr>
            <p:cNvSpPr/>
            <p:nvPr/>
          </p:nvSpPr>
          <p:spPr>
            <a:xfrm>
              <a:off x="6938396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0D7A5E77-733A-E6FA-C94F-52CE5DD29F57}"/>
                </a:ext>
              </a:extLst>
            </p:cNvPr>
            <p:cNvSpPr/>
            <p:nvPr/>
          </p:nvSpPr>
          <p:spPr>
            <a:xfrm>
              <a:off x="9432678" y="5029205"/>
              <a:ext cx="2424359" cy="1279520"/>
            </a:xfrm>
            <a:prstGeom prst="rect">
              <a:avLst/>
            </a:prstGeom>
            <a:solidFill>
              <a:schemeClr val="bg1">
                <a:lumMod val="50000"/>
                <a:alpha val="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1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AI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90" name="グラフィックス 89" descr="高電圧 単色塗りつぶし">
              <a:extLst>
                <a:ext uri="{FF2B5EF4-FFF2-40B4-BE49-F238E27FC236}">
                  <ns2:creationId id="{07E23B18-45AE-97A4-7F8C-EDBE19C65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11497037" y="5948725"/>
              <a:ext cx="360000" cy="360000"/>
            </a:xfrm>
            <a:prstGeom prst="rect">
              <a:avLst/>
            </a:prstGeom>
          </p:spPr>
        </p:pic>
        <p:sp>
          <p:nvSpPr>
            <p:cNvPr id="92" name="正方形/長方形 91">
              <a:extLst>
                <a:ext uri="{FF2B5EF4-FFF2-40B4-BE49-F238E27FC236}">
                  <ns2:creationId id="{C5D7CF7A-0BFF-E1EA-CA1A-EDC7200465EF}"/>
                </a:ext>
              </a:extLst>
            </p:cNvPr>
            <p:cNvSpPr/>
            <p:nvPr/>
          </p:nvSpPr>
          <p:spPr>
            <a:xfrm>
              <a:off x="9432678" y="5029205"/>
              <a:ext cx="511629" cy="13934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323091F9-3E7C-FFDD-87F4-85552AD616E0}"/>
                </a:ext>
              </a:extLst>
            </p:cNvPr>
            <p:cNvSpPr/>
            <p:nvPr/>
          </p:nvSpPr>
          <p:spPr>
            <a:xfrm>
              <a:off x="334962" y="5029205"/>
              <a:ext cx="1544951" cy="1279520"/>
            </a:xfrm>
            <a:prstGeom prst="rect">
              <a:avLst/>
            </a:prstGeom>
            <a:solidFill>
              <a:schemeClr val="bg1">
                <a:lumMod val="75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9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20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16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16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pic>
          <p:nvPicPr>
            <p:cNvPr id="52" name="グラフィックス 51" descr="警告 単色塗りつぶし">
              <a:extLst>
                <a:ext uri="{FF2B5EF4-FFF2-40B4-BE49-F238E27FC236}">
                  <ns2:creationId id="{D8A4FA49-EDAC-BDB5-1075-130D40F4C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9"/>
                </a:ext>
              </a:extLst>
            </a:blip>
            <a:stretch>
              <a:fillRect/>
            </a:stretch>
          </p:blipFill>
          <p:spPr>
            <a:xfrm>
              <a:off x="1544873" y="5980933"/>
              <a:ext cx="324000" cy="324000"/>
            </a:xfrm>
            <a:prstGeom prst="rect">
              <a:avLst/>
            </a:prstGeom>
          </p:spPr>
        </p:pic>
        <p:sp>
          <p:nvSpPr>
            <p:cNvPr id="98" name="正方形/長方形 97">
              <a:extLst>
                <a:ext uri="{FF2B5EF4-FFF2-40B4-BE49-F238E27FC236}">
                  <ns2:creationId id="{B2F57AB9-EA5A-04D5-3B10-BBA0A36B1993}"/>
                </a:ext>
              </a:extLst>
            </p:cNvPr>
            <p:cNvSpPr/>
            <p:nvPr/>
          </p:nvSpPr>
          <p:spPr>
            <a:xfrm>
              <a:off x="334962" y="5779865"/>
              <a:ext cx="1544951" cy="33074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br>
                <a:rPr lang="en-US" altLang="ja-JP" sz="8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ja-JP" altLang="en-US" sz="8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</p:grpSp>
      <p:sp>
        <p:nvSpPr>
          <p:cNvPr id="6" name="テキスト プレースホルダー 2">
            <a:extLst>
              <a:ext uri="{FF2B5EF4-FFF2-40B4-BE49-F238E27FC236}">
                <ns2:creationId id="{B4DE0A68-4505-7553-BBE2-8AAFC2321128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ja-JP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ja-JP" sz="1800" dirty="0">
                <a:latin typeface="+mn-ea"/>
                <a:ea typeface="+mn-ea"/>
              </a:rPr>
              <a:t>XX</a:t>
            </a:r>
            <a:endParaRPr lang="ja-JP" altLang="en-US" sz="1800" dirty="0">
              <a:latin typeface="+mn-ea"/>
              <a:ea typeface="+mn-ea"/>
            </a:endParaRPr>
          </a:p>
        </p:txBody>
      </p:sp>
    </p:spTree>
    <p:extLst>
      <p:ext uri="{BB962C8B-B14F-4D97-AF65-F5344CB8AC3E}">
        <ns5:creationId val="467412861"/>
      </p:ext>
    </p:extLst>
  </p:cSld>
  <p:clrMapOvr>
    <a:masterClrMapping/>
  </p:clrMapOvr>
</p:sld>
</file>

<file path=ppt/slides/slide320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44A1C6-7429-17FA-20D6-5E22AEF76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ns2:creationId id="{7F410D9A-E3DA-9565-E786-25A234B3C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1" y="1"/>
            <a:ext cx="11522077" cy="914400"/>
          </a:xfrm>
        </p:spPr>
        <p:txBody>
          <a:bodyPr/>
          <a:lstStyle/>
          <a:p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ns2:creationId id="{818418C2-0FA5-4E5C-1836-660430BAD9EC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en-US" altLang="ja-JP" sz="1800" dirty="0">
                <a:latin typeface="+mn-ea"/>
                <a:ea typeface="+mn-ea"/>
              </a:rPr>
              <a:t> 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  <a:r>
              <a:rPr lang="ja-JP" altLang="ja-JP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ja-JP" sz="1800" dirty="0">
                <a:latin typeface="+mn-ea"/>
                <a:ea typeface="+mn-ea"/>
              </a:rPr>
              <a:t>XX</a:t>
            </a: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sp>
        <p:nvSpPr>
          <p:cNvPr id="80" name="正方形/長方形 79">
            <a:extLst>
              <a:ext uri="{FF2B5EF4-FFF2-40B4-BE49-F238E27FC236}">
                <ns2:creationId id="{56772CD2-B7C6-4AB0-E0AB-741CD3A19637}"/>
              </a:ext>
            </a:extLst>
          </p:cNvPr>
          <p:cNvSpPr/>
          <p:nvPr/>
        </p:nvSpPr>
        <p:spPr>
          <a:xfrm>
            <a:off x="334963" y="1773627"/>
            <a:ext cx="1344168" cy="63627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ja-JP" sz="1400" b="1" dirty="0">
                <a:solidFill>
                  <a:srgbClr val="008D2E"/>
                </a:solidFill>
                <a:latin typeface="+mn-ea"/>
              </a:rPr>
              <a:t>XX</a:t>
            </a:r>
            <a:endParaRPr kumimoji="1" lang="ja-JP" altLang="en-US" sz="1400" dirty="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ns2:creationId id="{E63C99E9-17B5-809F-C4E8-220A832EA476}"/>
              </a:ext>
            </a:extLst>
          </p:cNvPr>
          <p:cNvSpPr/>
          <p:nvPr/>
        </p:nvSpPr>
        <p:spPr>
          <a:xfrm>
            <a:off x="1745673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 </a:t>
            </a:r>
            <a:endParaRPr lang="ja-JP" altLang="ja-JP" sz="1000" b="1" dirty="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82" name="background">
            <a:extLst>
              <a:ext uri="{FF2B5EF4-FFF2-40B4-BE49-F238E27FC236}">
                <ns2:creationId id="{6CC377FD-5E6C-082A-73AC-A9DCDEB184C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1745673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1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3" name="グラフィックス 82" descr="救急箱 単色塗りつぶし">
            <a:extLst>
              <a:ext uri="{FF2B5EF4-FFF2-40B4-BE49-F238E27FC236}">
                <ns2:creationId id="{3889AE31-E3FD-D487-FE37-C9009D14FA65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1745673" y="1893767"/>
            <a:ext cx="360000" cy="360000"/>
          </a:xfrm>
          <a:prstGeom prst="rect">
            <a:avLst/>
          </a:prstGeom>
        </p:spPr>
      </p:pic>
      <p:sp>
        <p:nvSpPr>
          <p:cNvPr id="84" name="正方形/長方形 83">
            <a:extLst>
              <a:ext uri="{FF2B5EF4-FFF2-40B4-BE49-F238E27FC236}">
                <ns2:creationId id="{C5772F10-97DF-EBF2-D7CA-5BF123E9B9D3}"/>
              </a:ext>
            </a:extLst>
          </p:cNvPr>
          <p:cNvSpPr/>
          <p:nvPr/>
        </p:nvSpPr>
        <p:spPr>
          <a:xfrm>
            <a:off x="4290150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</a:t>
            </a:r>
          </a:p>
        </p:txBody>
      </p:sp>
      <p:sp>
        <p:nvSpPr>
          <p:cNvPr id="85" name="background">
            <a:extLst>
              <a:ext uri="{FF2B5EF4-FFF2-40B4-BE49-F238E27FC236}">
                <ns2:creationId id="{4304AD61-4FD2-B00A-D582-8B5B18E21372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4290150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2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6" name="グラフィックス 85" descr="パズルのピース 単色塗りつぶし">
            <a:extLst>
              <a:ext uri="{FF2B5EF4-FFF2-40B4-BE49-F238E27FC236}">
                <ns2:creationId id="{AA9D07A9-11F2-969D-14F2-A6AA1A3F0458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7"/>
              </a:ext>
            </a:extLst>
          </a:blip>
          <a:stretch>
            <a:fillRect/>
          </a:stretch>
        </p:blipFill>
        <p:spPr>
          <a:xfrm>
            <a:off x="4290150" y="1893767"/>
            <a:ext cx="360000" cy="360000"/>
          </a:xfrm>
          <a:prstGeom prst="rect">
            <a:avLst/>
          </a:prstGeom>
        </p:spPr>
      </p:pic>
      <p:sp>
        <p:nvSpPr>
          <p:cNvPr id="87" name="正方形/長方形 86">
            <a:extLst>
              <a:ext uri="{FF2B5EF4-FFF2-40B4-BE49-F238E27FC236}">
                <ns2:creationId id="{E6B39EAC-8CDD-6A68-D803-D720F421E951}"/>
              </a:ext>
            </a:extLst>
          </p:cNvPr>
          <p:cNvSpPr/>
          <p:nvPr/>
        </p:nvSpPr>
        <p:spPr>
          <a:xfrm>
            <a:off x="6834627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 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</a:t>
            </a:r>
          </a:p>
        </p:txBody>
      </p:sp>
      <p:sp>
        <p:nvSpPr>
          <p:cNvPr id="88" name="background">
            <a:extLst>
              <a:ext uri="{FF2B5EF4-FFF2-40B4-BE49-F238E27FC236}">
                <ns2:creationId id="{102EA56E-91AB-1BC6-322A-068D7F764686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6834625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3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89" name="グラフィックス 88" descr="手のひらと植物 単色塗りつぶし">
            <a:extLst>
              <a:ext uri="{FF2B5EF4-FFF2-40B4-BE49-F238E27FC236}">
                <ns2:creationId id="{EECBEA3E-AE19-DC1E-A48B-B4E0C57AFB8E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8"/>
              </a:ext>
            </a:extLst>
          </a:blip>
          <a:stretch>
            <a:fillRect/>
          </a:stretch>
        </p:blipFill>
        <p:spPr>
          <a:xfrm>
            <a:off x="6834626" y="1893767"/>
            <a:ext cx="360000" cy="360000"/>
          </a:xfrm>
          <a:prstGeom prst="rect">
            <a:avLst/>
          </a:prstGeom>
        </p:spPr>
      </p:pic>
      <p:sp>
        <p:nvSpPr>
          <p:cNvPr id="90" name="正方形/長方形 89">
            <a:extLst>
              <a:ext uri="{FF2B5EF4-FFF2-40B4-BE49-F238E27FC236}">
                <ns2:creationId id="{E10EC928-88C7-D1C8-FAFF-3BE3DC3B5E76}"/>
              </a:ext>
            </a:extLst>
          </p:cNvPr>
          <p:cNvSpPr/>
          <p:nvPr/>
        </p:nvSpPr>
        <p:spPr>
          <a:xfrm>
            <a:off x="9379103" y="1773627"/>
            <a:ext cx="2477935" cy="636279"/>
          </a:xfrm>
          <a:prstGeom prst="rect">
            <a:avLst/>
          </a:prstGeom>
          <a:solidFill>
            <a:srgbClr val="008D2E">
              <a:alpha val="1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 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(</a:t>
            </a: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 </a:t>
            </a:r>
            <a:r>
              <a:rPr lang="ja-JP" altLang="en-US" sz="1000" b="1" dirty="0">
                <a:solidFill>
                  <a:srgbClr val="008D2E"/>
                </a:solidFill>
                <a:latin typeface="+mn-ea"/>
              </a:rPr>
              <a:t>XX</a:t>
            </a:r>
            <a:br>
              <a:rPr lang="en-US" altLang="ja-JP" sz="1000" b="1" dirty="0">
                <a:solidFill>
                  <a:srgbClr val="008D2E"/>
                </a:solidFill>
                <a:latin typeface="+mn-ea"/>
              </a:rPr>
            </a:br>
            <a:r>
              <a:rPr lang="ja-JP" altLang="ja-JP" sz="1000" b="1" dirty="0">
                <a:solidFill>
                  <a:srgbClr val="008D2E"/>
                </a:solidFill>
                <a:latin typeface="+mn-ea"/>
              </a:rPr>
              <a:t>XX</a:t>
            </a:r>
            <a:r>
              <a:rPr lang="en-US" altLang="ja-JP" sz="1000" b="1" dirty="0">
                <a:solidFill>
                  <a:srgbClr val="008D2E"/>
                </a:solidFill>
                <a:latin typeface="+mn-ea"/>
              </a:rPr>
              <a:t>) </a:t>
            </a:r>
            <a:endParaRPr lang="ja-JP" altLang="ja-JP" sz="1000" b="1" dirty="0">
              <a:solidFill>
                <a:srgbClr val="008D2E"/>
              </a:solidFill>
              <a:latin typeface="+mn-ea"/>
            </a:endParaRPr>
          </a:p>
        </p:txBody>
      </p:sp>
      <p:sp>
        <p:nvSpPr>
          <p:cNvPr id="91" name="background">
            <a:extLst>
              <a:ext uri="{FF2B5EF4-FFF2-40B4-BE49-F238E27FC236}">
                <ns2:creationId id="{BE8DE641-4921-4C97-6634-1409D83EA1B3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9379103" y="1628775"/>
            <a:ext cx="252000" cy="252000"/>
          </a:xfrm>
          <a:prstGeom prst="ellipse">
            <a:avLst/>
          </a:prstGeom>
          <a:solidFill>
            <a:srgbClr val="008D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chemeClr val="bg1"/>
                </a:solidFill>
                <a:latin typeface="+mn-ea"/>
              </a:rPr>
              <a:t>4</a:t>
            </a:r>
            <a:endParaRPr lang="ja-JP" altLang="en-US" sz="14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92" name="グラフィックス 91" descr="階層 単色塗りつぶし">
            <a:extLst>
              <a:ext uri="{FF2B5EF4-FFF2-40B4-BE49-F238E27FC236}">
                <ns2:creationId id="{125BBAE5-3962-A8DB-B6FB-AE4C18B667DF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4:svgBlip r:embed="rId9"/>
              </a:ext>
            </a:extLst>
          </a:blip>
          <a:stretch>
            <a:fillRect/>
          </a:stretch>
        </p:blipFill>
        <p:spPr>
          <a:xfrm>
            <a:off x="9379102" y="1893767"/>
            <a:ext cx="360000" cy="360000"/>
          </a:xfrm>
          <a:prstGeom prst="rect">
            <a:avLst/>
          </a:prstGeom>
        </p:spPr>
      </p:pic>
      <p:grpSp>
        <p:nvGrpSpPr>
          <p:cNvPr id="113" name="グループ化 112">
            <a:extLst>
              <a:ext uri="{FF2B5EF4-FFF2-40B4-BE49-F238E27FC236}">
                <ns2:creationId id="{D9253D03-D92F-C6AD-81A5-A2BA83DC9945}"/>
              </a:ext>
            </a:extLst>
          </p:cNvPr>
          <p:cNvGrpSpPr/>
          <p:nvPr/>
        </p:nvGrpSpPr>
        <p:grpSpPr>
          <a:xfrm>
            <a:off x="334963" y="2514167"/>
            <a:ext cx="11522075" cy="1502997"/>
            <a:chOff x="334963" y="2514168"/>
            <a:chExt cx="11522075" cy="1348384"/>
          </a:xfrm>
        </p:grpSpPr>
        <p:sp>
          <p:nvSpPr>
            <p:cNvPr id="54" name="正方形/長方形 53">
              <a:extLst>
                <a:ext uri="{FF2B5EF4-FFF2-40B4-BE49-F238E27FC236}">
                  <ns2:creationId id="{E750A228-B3C3-6372-A1CF-58CEB81133B8}"/>
                </a:ext>
              </a:extLst>
            </p:cNvPr>
            <p:cNvSpPr/>
            <p:nvPr/>
          </p:nvSpPr>
          <p:spPr>
            <a:xfrm>
              <a:off x="334963" y="2514168"/>
              <a:ext cx="1242377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41F86437-264D-A2AF-70A5-C1BA99E7589F}"/>
                </a:ext>
              </a:extLst>
            </p:cNvPr>
            <p:cNvSpPr/>
            <p:nvPr/>
          </p:nvSpPr>
          <p:spPr>
            <a:xfrm>
              <a:off x="1745673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3646968B-E766-88E1-B5C3-B8074F2BC537}"/>
                </a:ext>
              </a:extLst>
            </p:cNvPr>
            <p:cNvSpPr/>
            <p:nvPr/>
          </p:nvSpPr>
          <p:spPr>
            <a:xfrm>
              <a:off x="4290150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600"/>
                </a:spcBef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Bef>
                  <a:spcPts val="600"/>
                </a:spcBef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0C9334E9-CFA4-68CD-1505-3E5A789711D6}"/>
                </a:ext>
              </a:extLst>
            </p:cNvPr>
            <p:cNvSpPr/>
            <p:nvPr/>
          </p:nvSpPr>
          <p:spPr>
            <a:xfrm>
              <a:off x="6834626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75428A12-D674-238B-D8E3-B62BE9E6F87D}"/>
                </a:ext>
              </a:extLst>
            </p:cNvPr>
            <p:cNvSpPr/>
            <p:nvPr/>
          </p:nvSpPr>
          <p:spPr>
            <a:xfrm>
              <a:off x="9379103" y="2520086"/>
              <a:ext cx="2477935" cy="134246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2E7D32"/>
                </a:buClr>
              </a:pP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000" b="1" dirty="0">
                <a:solidFill>
                  <a:srgbClr val="008D2E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10" name="直線コネクタ 109">
              <a:extLst>
                <a:ext uri="{FF2B5EF4-FFF2-40B4-BE49-F238E27FC236}">
                  <ns2:creationId id="{5D645080-14EA-BE6B-612D-798DE1927B1B}"/>
                </a:ext>
              </a:extLst>
            </p:cNvPr>
            <p:cNvCxnSpPr/>
            <p:nvPr/>
          </p:nvCxnSpPr>
          <p:spPr>
            <a:xfrm>
              <a:off x="1652808" y="2520086"/>
              <a:ext cx="0" cy="1342466"/>
            </a:xfrm>
            <a:prstGeom prst="line">
              <a:avLst/>
            </a:prstGeom>
            <a:ln w="3810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グループ化 111">
            <a:extLst>
              <a:ext uri="{FF2B5EF4-FFF2-40B4-BE49-F238E27FC236}">
                <ns2:creationId id="{5B15D2DD-D8F6-C123-6BBF-87D708A410B4}"/>
              </a:ext>
            </a:extLst>
          </p:cNvPr>
          <p:cNvGrpSpPr/>
          <p:nvPr/>
        </p:nvGrpSpPr>
        <p:grpSpPr>
          <a:xfrm>
            <a:off x="334963" y="4092468"/>
            <a:ext cx="11522076" cy="2216251"/>
            <a:chOff x="334963" y="3884297"/>
            <a:chExt cx="11522076" cy="2424428"/>
          </a:xfrm>
        </p:grpSpPr>
        <p:sp>
          <p:nvSpPr>
            <p:cNvPr id="75" name="正方形/長方形 74">
              <a:extLst>
                <a:ext uri="{FF2B5EF4-FFF2-40B4-BE49-F238E27FC236}">
                  <ns2:creationId id="{0D9FEB9A-E28B-CBF4-7470-C010F471880D}"/>
                </a:ext>
              </a:extLst>
            </p:cNvPr>
            <p:cNvSpPr/>
            <p:nvPr/>
          </p:nvSpPr>
          <p:spPr>
            <a:xfrm>
              <a:off x="334963" y="3972733"/>
              <a:ext cx="1242377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4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CEEC7F09-5A83-434D-6A3F-3573F88EA831}"/>
                </a:ext>
              </a:extLst>
            </p:cNvPr>
            <p:cNvSpPr/>
            <p:nvPr/>
          </p:nvSpPr>
          <p:spPr>
            <a:xfrm>
              <a:off x="1745673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8775" lvl="1" indent="-176213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BBD44E6F-9F8B-8387-0017-EA55DAADF7CA}"/>
                </a:ext>
              </a:extLst>
            </p:cNvPr>
            <p:cNvSpPr/>
            <p:nvPr/>
          </p:nvSpPr>
          <p:spPr>
            <a:xfrm>
              <a:off x="4290150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7188" lvl="1" indent="-176213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  <a:tabLst>
                  <a:tab pos="357188" algn="l"/>
                </a:tabLst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 algn="ctr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A529DD17-9464-542F-93DD-2175F3F74008}"/>
                </a:ext>
              </a:extLst>
            </p:cNvPr>
            <p:cNvSpPr/>
            <p:nvPr/>
          </p:nvSpPr>
          <p:spPr>
            <a:xfrm>
              <a:off x="6834626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7188" lvl="1" indent="-179388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 algn="ctr">
                <a:spcAft>
                  <a:spcPts val="200"/>
                </a:spcAft>
                <a:buClr>
                  <a:srgbClr val="2E7D32"/>
                </a:buClr>
                <a:buFont typeface="Arial" panose="020B0604020202020204" pitchFamily="34" charset="0"/>
                <a:buChar char="•"/>
              </a:pP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2E199674-1175-538E-2161-FBD170370BFB}"/>
                </a:ext>
              </a:extLst>
            </p:cNvPr>
            <p:cNvSpPr/>
            <p:nvPr/>
          </p:nvSpPr>
          <p:spPr>
            <a:xfrm>
              <a:off x="9379103" y="3972733"/>
              <a:ext cx="2477935" cy="233599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lvl="1" indent="-171450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。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357188" lvl="1" indent="-179388">
                <a:spcAft>
                  <a:spcPts val="200"/>
                </a:spcAft>
                <a:buClr>
                  <a:srgbClr val="008D2E"/>
                </a:buClr>
                <a:buFont typeface="メイリオ" panose="020B0604030504040204" pitchFamily="50" charset="-128"/>
                <a:buChar char="▶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05" name="直線コネクタ 104">
              <a:extLst>
                <a:ext uri="{FF2B5EF4-FFF2-40B4-BE49-F238E27FC236}">
                  <ns2:creationId id="{552A0009-4FD8-B8E8-F5BE-FF7159E645AC}"/>
                </a:ext>
              </a:extLst>
            </p:cNvPr>
            <p:cNvCxnSpPr/>
            <p:nvPr/>
          </p:nvCxnSpPr>
          <p:spPr>
            <a:xfrm>
              <a:off x="1745673" y="3884297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338D269F-03B6-F8AC-AC1D-C84D6D3D15CC}"/>
                </a:ext>
              </a:extLst>
            </p:cNvPr>
            <p:cNvCxnSpPr/>
            <p:nvPr/>
          </p:nvCxnSpPr>
          <p:spPr>
            <a:xfrm>
              <a:off x="4290149" y="3884304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コネクタ 106">
              <a:extLst>
                <a:ext uri="{FF2B5EF4-FFF2-40B4-BE49-F238E27FC236}">
                  <ns2:creationId id="{FE3162F6-7F88-0FA0-6D1A-94FB223042E7}"/>
                </a:ext>
              </a:extLst>
            </p:cNvPr>
            <p:cNvCxnSpPr/>
            <p:nvPr/>
          </p:nvCxnSpPr>
          <p:spPr>
            <a:xfrm>
              <a:off x="6834626" y="3884304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10D66114-D809-4912-E9BA-6C965637890A}"/>
                </a:ext>
              </a:extLst>
            </p:cNvPr>
            <p:cNvCxnSpPr/>
            <p:nvPr/>
          </p:nvCxnSpPr>
          <p:spPr>
            <a:xfrm>
              <a:off x="9379103" y="3884302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ns2:creationId id="{D8910321-E825-DBE0-1DD7-CE2351CEDF47}"/>
                </a:ext>
              </a:extLst>
            </p:cNvPr>
            <p:cNvCxnSpPr/>
            <p:nvPr/>
          </p:nvCxnSpPr>
          <p:spPr>
            <a:xfrm>
              <a:off x="1652808" y="3972733"/>
              <a:ext cx="0" cy="2335992"/>
            </a:xfrm>
            <a:prstGeom prst="line">
              <a:avLst/>
            </a:prstGeom>
            <a:ln w="38100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799735514"/>
      </p:ext>
    </p:extLst>
  </p:cSld>
  <p:clrMapOvr>
    <a:masterClrMapping/>
  </p:clrMapOvr>
</p:sld>
</file>

<file path=ppt/slides/slide32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05A528C-8F57-C6E2-9DB1-49FF3BB1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A815F12C-8F05-8589-D24E-3F0C59E08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13" name="グループ化 112">
            <a:extLst>
              <a:ext uri="{FF2B5EF4-FFF2-40B4-BE49-F238E27FC236}">
                <ns2:creationId id="{6C4399B2-69B9-7BD9-3EBD-96A1CD39601B}"/>
              </a:ext>
            </a:extLst>
          </p:cNvPr>
          <p:cNvGrpSpPr/>
          <p:nvPr/>
        </p:nvGrpSpPr>
        <p:grpSpPr>
          <a:xfrm>
            <a:off x="334963" y="1628775"/>
            <a:ext cx="11522075" cy="781131"/>
            <a:chOff x="334963" y="1628775"/>
            <a:chExt cx="11522075" cy="781131"/>
          </a:xfrm>
        </p:grpSpPr>
        <p:sp>
          <p:nvSpPr>
            <p:cNvPr id="50" name="正方形/長方形 49">
              <a:extLst>
                <a:ext uri="{FF2B5EF4-FFF2-40B4-BE49-F238E27FC236}">
                  <ns2:creationId id="{8E8E8589-9E40-A510-9D6A-58662BBE87FB}"/>
                </a:ext>
              </a:extLst>
            </p:cNvPr>
            <p:cNvSpPr/>
            <p:nvPr/>
          </p:nvSpPr>
          <p:spPr>
            <a:xfrm>
              <a:off x="334963" y="1773627"/>
              <a:ext cx="1344168" cy="63627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2C3BA922-37F0-E989-B07F-2C2AE344C3B9}"/>
                </a:ext>
              </a:extLst>
            </p:cNvPr>
            <p:cNvSpPr/>
            <p:nvPr/>
          </p:nvSpPr>
          <p:spPr>
            <a:xfrm>
              <a:off x="1745673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 </a:t>
              </a:r>
              <a:endParaRPr lang="ja-JP" altLang="ja-JP" sz="1000" b="1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48" name="background">
              <a:extLst>
                <a:ext uri="{FF2B5EF4-FFF2-40B4-BE49-F238E27FC236}">
                  <ns2:creationId id="{31802255-9C2D-5D02-C7F2-3A5FAC7EE30C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1745673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1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9" name="グラフィックス 48" descr="救急箱 単色塗りつぶし">
              <a:extLst>
                <a:ext uri="{FF2B5EF4-FFF2-40B4-BE49-F238E27FC236}">
                  <ns2:creationId id="{75568D5E-A237-D33E-E948-20E5823CFB50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tretch>
              <a:fillRect/>
            </a:stretch>
          </p:blipFill>
          <p:spPr>
            <a:xfrm>
              <a:off x="1745673" y="1893767"/>
              <a:ext cx="360000" cy="360000"/>
            </a:xfrm>
            <a:prstGeom prst="rect">
              <a:avLst/>
            </a:prstGeom>
          </p:spPr>
        </p:pic>
        <p:sp>
          <p:nvSpPr>
            <p:cNvPr id="44" name="正方形/長方形 43">
              <a:extLst>
                <a:ext uri="{FF2B5EF4-FFF2-40B4-BE49-F238E27FC236}">
                  <ns2:creationId id="{2E22F90D-F856-5FC0-40B8-CBDBD4532DD0}"/>
                </a:ext>
              </a:extLst>
            </p:cNvPr>
            <p:cNvSpPr/>
            <p:nvPr/>
          </p:nvSpPr>
          <p:spPr>
            <a:xfrm>
              <a:off x="4290150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</a:t>
              </a:r>
            </a:p>
          </p:txBody>
        </p:sp>
        <p:sp>
          <p:nvSpPr>
            <p:cNvPr id="45" name="background">
              <a:extLst>
                <a:ext uri="{FF2B5EF4-FFF2-40B4-BE49-F238E27FC236}">
                  <ns2:creationId id="{CC302DCF-38C6-AC56-D2D0-94F021197C0A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4290150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2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6" name="グラフィックス 45" descr="パズルのピース 単色塗りつぶし">
              <a:extLst>
                <a:ext uri="{FF2B5EF4-FFF2-40B4-BE49-F238E27FC236}">
                  <ns2:creationId id="{12F9CA41-9DB6-EFD3-1FF4-761CF8229C23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4290150" y="1893767"/>
              <a:ext cx="360000" cy="360000"/>
            </a:xfrm>
            <a:prstGeom prst="rect">
              <a:avLst/>
            </a:prstGeom>
          </p:spPr>
        </p:pic>
        <p:sp>
          <p:nvSpPr>
            <p:cNvPr id="41" name="正方形/長方形 40">
              <a:extLst>
                <a:ext uri="{FF2B5EF4-FFF2-40B4-BE49-F238E27FC236}">
                  <ns2:creationId id="{5EB8A744-3DD8-BD1E-6123-66741FD93F66}"/>
                </a:ext>
              </a:extLst>
            </p:cNvPr>
            <p:cNvSpPr/>
            <p:nvPr/>
          </p:nvSpPr>
          <p:spPr>
            <a:xfrm>
              <a:off x="6834627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</a:t>
              </a:r>
            </a:p>
          </p:txBody>
        </p:sp>
        <p:sp>
          <p:nvSpPr>
            <p:cNvPr id="42" name="background">
              <a:extLst>
                <a:ext uri="{FF2B5EF4-FFF2-40B4-BE49-F238E27FC236}">
                  <ns2:creationId id="{D0F71352-B684-5C85-94E1-A1254A0D51CE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6834625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3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3" name="グラフィックス 42" descr="手のひらと植物 単色塗りつぶし">
              <a:extLst>
                <a:ext uri="{FF2B5EF4-FFF2-40B4-BE49-F238E27FC236}">
                  <ns2:creationId id="{AA98900B-8D3A-A66A-6DF3-7703945EFA42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6834626" y="1893767"/>
              <a:ext cx="360000" cy="360000"/>
            </a:xfrm>
            <a:prstGeom prst="rect">
              <a:avLst/>
            </a:prstGeom>
          </p:spPr>
        </p:pic>
        <p:sp>
          <p:nvSpPr>
            <p:cNvPr id="38" name="正方形/長方形 37">
              <a:extLst>
                <a:ext uri="{FF2B5EF4-FFF2-40B4-BE49-F238E27FC236}">
                  <ns2:creationId id="{5F81C745-784F-31BF-4FBA-2B844E9731A0}"/>
                </a:ext>
              </a:extLst>
            </p:cNvPr>
            <p:cNvSpPr/>
            <p:nvPr/>
          </p:nvSpPr>
          <p:spPr>
            <a:xfrm>
              <a:off x="9379103" y="1773627"/>
              <a:ext cx="2477935" cy="636279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 </a:t>
              </a:r>
              <a:r>
                <a:rPr lang="ja-JP" altLang="en-US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rgbClr val="008D2E"/>
                  </a:solidFill>
                  <a:latin typeface="+mn-ea"/>
                </a:rPr>
              </a:br>
              <a:r>
                <a:rPr lang="ja-JP" altLang="ja-JP" sz="10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D2E"/>
                  </a:solidFill>
                  <a:latin typeface="+mn-ea"/>
                </a:rPr>
                <a:t>) </a:t>
              </a:r>
              <a:endParaRPr lang="ja-JP" altLang="ja-JP" sz="1000" b="1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39" name="background">
              <a:extLst>
                <a:ext uri="{FF2B5EF4-FFF2-40B4-BE49-F238E27FC236}">
                  <ns2:creationId id="{CCD74816-9A37-0E53-714C-5FF8D614FF68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9379103" y="1628775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4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40" name="グラフィックス 39" descr="階層 単色塗りつぶし">
              <a:extLst>
                <a:ext uri="{FF2B5EF4-FFF2-40B4-BE49-F238E27FC236}">
                  <ns2:creationId id="{18F41BBC-EB2B-A8F0-1B42-0E4436455678}"/>
                </a:ext>
              </a:extLst>
            </p:cNvPr>
            <p:cNvPicPr preferRelativeResize="0">
              <a:picLocks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9379102" y="1893767"/>
              <a:ext cx="360000" cy="360000"/>
            </a:xfrm>
            <a:prstGeom prst="rect">
              <a:avLst/>
            </a:prstGeom>
          </p:spPr>
        </p:pic>
      </p:grpSp>
      <p:grpSp>
        <p:nvGrpSpPr>
          <p:cNvPr id="116" name="グループ化 115">
            <a:extLst>
              <a:ext uri="{FF2B5EF4-FFF2-40B4-BE49-F238E27FC236}">
                <ns2:creationId id="{019480D1-5240-CADE-5E41-030BA39552BF}"/>
              </a:ext>
            </a:extLst>
          </p:cNvPr>
          <p:cNvGrpSpPr/>
          <p:nvPr/>
        </p:nvGrpSpPr>
        <p:grpSpPr>
          <a:xfrm>
            <a:off x="334963" y="4917482"/>
            <a:ext cx="11522074" cy="1391243"/>
            <a:chOff x="334963" y="5062955"/>
            <a:chExt cx="11522074" cy="1245770"/>
          </a:xfrm>
        </p:grpSpPr>
        <p:sp>
          <p:nvSpPr>
            <p:cNvPr id="56" name="正方形/長方形 55">
              <a:extLst>
                <a:ext uri="{FF2B5EF4-FFF2-40B4-BE49-F238E27FC236}">
                  <ns2:creationId id="{BACA8BBC-ED99-1585-77AD-14A0F2EB4502}"/>
                </a:ext>
              </a:extLst>
            </p:cNvPr>
            <p:cNvSpPr/>
            <p:nvPr/>
          </p:nvSpPr>
          <p:spPr>
            <a:xfrm>
              <a:off x="334963" y="5062955"/>
              <a:ext cx="1344168" cy="1245770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br>
                <a:rPr lang="en-US" altLang="ja-JP" sz="1400" b="1" dirty="0">
                  <a:solidFill>
                    <a:srgbClr val="008D2E"/>
                  </a:solidFill>
                  <a:latin typeface="+mn-ea"/>
                </a:rPr>
              </a:br>
              <a:r>
                <a:rPr lang="en-US" altLang="ja-JP" sz="1400" b="1" dirty="0">
                  <a:solidFill>
                    <a:srgbClr val="008D2E"/>
                  </a:solidFill>
                  <a:latin typeface="+mn-ea"/>
                </a:rPr>
                <a:t>(</a:t>
              </a:r>
              <a:r>
                <a:rPr lang="ja-JP" altLang="ja-JP" sz="1400" b="1" dirty="0">
                  <a:solidFill>
                    <a:srgbClr val="008D2E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rgbClr val="008D2E"/>
                  </a:solidFill>
                  <a:latin typeface="+mn-ea"/>
                </a:rPr>
                <a:t>)</a:t>
              </a:r>
              <a:endParaRPr kumimoji="1" lang="ja-JP" altLang="en-US" sz="1400" dirty="0">
                <a:solidFill>
                  <a:srgbClr val="008D2E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3F35813D-1D93-64CE-6930-99FE0F11230F}"/>
                </a:ext>
              </a:extLst>
            </p:cNvPr>
            <p:cNvSpPr/>
            <p:nvPr/>
          </p:nvSpPr>
          <p:spPr>
            <a:xfrm>
              <a:off x="1745672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F5B8296B-A69D-D38D-3D23-4A4A80826F7F}"/>
                </a:ext>
              </a:extLst>
            </p:cNvPr>
            <p:cNvSpPr/>
            <p:nvPr/>
          </p:nvSpPr>
          <p:spPr>
            <a:xfrm>
              <a:off x="4290148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0488" indent="-90488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0DB8FCAC-2825-11E9-8918-3F1D3030F5E4}"/>
                </a:ext>
              </a:extLst>
            </p:cNvPr>
            <p:cNvSpPr/>
            <p:nvPr/>
          </p:nvSpPr>
          <p:spPr>
            <a:xfrm>
              <a:off x="6834624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AAF95FBD-F02E-C5D6-3ED8-4CF64AD37936}"/>
                </a:ext>
              </a:extLst>
            </p:cNvPr>
            <p:cNvSpPr/>
            <p:nvPr/>
          </p:nvSpPr>
          <p:spPr>
            <a:xfrm>
              <a:off x="9379102" y="5062955"/>
              <a:ext cx="2477935" cy="124577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14" name="グループ化 13">
            <a:extLst>
              <a:ext uri="{FF2B5EF4-FFF2-40B4-BE49-F238E27FC236}">
                <ns2:creationId id="{132865CB-58CB-092F-EDC0-63740432DCF0}"/>
              </a:ext>
            </a:extLst>
          </p:cNvPr>
          <p:cNvGrpSpPr/>
          <p:nvPr/>
        </p:nvGrpSpPr>
        <p:grpSpPr>
          <a:xfrm>
            <a:off x="334963" y="2514168"/>
            <a:ext cx="11522074" cy="1053281"/>
            <a:chOff x="334963" y="2514168"/>
            <a:chExt cx="11522074" cy="1053281"/>
          </a:xfrm>
        </p:grpSpPr>
        <p:sp>
          <p:nvSpPr>
            <p:cNvPr id="77" name="正方形/長方形 76">
              <a:extLst>
                <a:ext uri="{FF2B5EF4-FFF2-40B4-BE49-F238E27FC236}">
                  <ns2:creationId id="{F81D3A30-DD09-1AF7-8B9E-45051C248BF0}"/>
                </a:ext>
              </a:extLst>
            </p:cNvPr>
            <p:cNvSpPr/>
            <p:nvPr/>
          </p:nvSpPr>
          <p:spPr>
            <a:xfrm>
              <a:off x="334963" y="2514168"/>
              <a:ext cx="1344168" cy="1053281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 </a:t>
              </a:r>
              <a:b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</a:br>
              <a: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(</a:t>
              </a:r>
              <a:r>
                <a:rPr lang="ja-JP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)</a:t>
              </a:r>
              <a:endParaRPr kumimoji="1" lang="ja-JP" altLang="en-US" sz="14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D7E21CF5-C409-5B24-C69D-4CF4A5D33D4F}"/>
                </a:ext>
              </a:extLst>
            </p:cNvPr>
            <p:cNvSpPr/>
            <p:nvPr/>
          </p:nvSpPr>
          <p:spPr>
            <a:xfrm>
              <a:off x="1745672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83F05736-B027-090A-9768-EB73FEAF52A6}"/>
                </a:ext>
              </a:extLst>
            </p:cNvPr>
            <p:cNvSpPr/>
            <p:nvPr/>
          </p:nvSpPr>
          <p:spPr>
            <a:xfrm>
              <a:off x="4290148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F2EE5E42-D662-4D6C-D882-D47DD2157E8A}"/>
                </a:ext>
              </a:extLst>
            </p:cNvPr>
            <p:cNvSpPr/>
            <p:nvPr/>
          </p:nvSpPr>
          <p:spPr>
            <a:xfrm>
              <a:off x="6834624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2075" indent="-92075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225273A0-6211-C9A2-9BAF-993CC548551A}"/>
                </a:ext>
              </a:extLst>
            </p:cNvPr>
            <p:cNvSpPr/>
            <p:nvPr/>
          </p:nvSpPr>
          <p:spPr>
            <a:xfrm>
              <a:off x="9379102" y="2514168"/>
              <a:ext cx="2477935" cy="105328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87313" indent="-87313">
                <a:spcAft>
                  <a:spcPts val="2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ns2:creationId id="{D7FBF67C-DC54-88C0-D734-4A0FB3693DC1}"/>
              </a:ext>
            </a:extLst>
          </p:cNvPr>
          <p:cNvGrpSpPr/>
          <p:nvPr/>
        </p:nvGrpSpPr>
        <p:grpSpPr>
          <a:xfrm>
            <a:off x="1745673" y="3641637"/>
            <a:ext cx="10111365" cy="0"/>
            <a:chOff x="1745673" y="3567449"/>
            <a:chExt cx="10111365" cy="0"/>
          </a:xfrm>
        </p:grpSpPr>
        <p:cxnSp>
          <p:nvCxnSpPr>
            <p:cNvPr id="58" name="直線コネクタ 57">
              <a:extLst>
                <a:ext uri="{FF2B5EF4-FFF2-40B4-BE49-F238E27FC236}">
                  <ns2:creationId id="{99CC1704-B313-2618-27DD-6AB0ED4300D1}"/>
                </a:ext>
              </a:extLst>
            </p:cNvPr>
            <p:cNvCxnSpPr/>
            <p:nvPr/>
          </p:nvCxnSpPr>
          <p:spPr>
            <a:xfrm>
              <a:off x="1745673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ns2:creationId id="{FC7754E2-9676-51A3-D630-B06B9B9D1E02}"/>
                </a:ext>
              </a:extLst>
            </p:cNvPr>
            <p:cNvCxnSpPr/>
            <p:nvPr/>
          </p:nvCxnSpPr>
          <p:spPr>
            <a:xfrm>
              <a:off x="4290149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773F0416-7EB3-CF15-91CC-883307205683}"/>
                </a:ext>
              </a:extLst>
            </p:cNvPr>
            <p:cNvCxnSpPr/>
            <p:nvPr/>
          </p:nvCxnSpPr>
          <p:spPr>
            <a:xfrm>
              <a:off x="6834626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3F3E1DEA-7F4C-7510-5A66-09CCAEC28F22}"/>
                </a:ext>
              </a:extLst>
            </p:cNvPr>
            <p:cNvCxnSpPr/>
            <p:nvPr/>
          </p:nvCxnSpPr>
          <p:spPr>
            <a:xfrm>
              <a:off x="9379102" y="3567449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グループ化 9">
            <a:extLst>
              <a:ext uri="{FF2B5EF4-FFF2-40B4-BE49-F238E27FC236}">
                <ns2:creationId id="{5153AA0E-7890-502B-5056-7F2D73676C61}"/>
              </a:ext>
            </a:extLst>
          </p:cNvPr>
          <p:cNvGrpSpPr/>
          <p:nvPr/>
        </p:nvGrpSpPr>
        <p:grpSpPr>
          <a:xfrm>
            <a:off x="1745673" y="4843295"/>
            <a:ext cx="10111365" cy="0"/>
            <a:chOff x="1745673" y="5071508"/>
            <a:chExt cx="10111365" cy="0"/>
          </a:xfrm>
        </p:grpSpPr>
        <p:cxnSp>
          <p:nvCxnSpPr>
            <p:cNvPr id="97" name="直線コネクタ 96">
              <a:extLst>
                <a:ext uri="{FF2B5EF4-FFF2-40B4-BE49-F238E27FC236}">
                  <ns2:creationId id="{6B3EB5BB-98F1-5957-84BF-2B52E47952D9}"/>
                </a:ext>
              </a:extLst>
            </p:cNvPr>
            <p:cNvCxnSpPr>
              <a:cxnSpLocks/>
            </p:cNvCxnSpPr>
            <p:nvPr/>
          </p:nvCxnSpPr>
          <p:spPr>
            <a:xfrm>
              <a:off x="1745673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ns2:creationId id="{A0CC7C45-AA60-C271-DF74-3372B9BC6BE0}"/>
                </a:ext>
              </a:extLst>
            </p:cNvPr>
            <p:cNvCxnSpPr>
              <a:cxnSpLocks/>
            </p:cNvCxnSpPr>
            <p:nvPr/>
          </p:nvCxnSpPr>
          <p:spPr>
            <a:xfrm>
              <a:off x="4290149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AD5B5F43-6E44-D156-0197-D9A4A85A2561}"/>
                </a:ext>
              </a:extLst>
            </p:cNvPr>
            <p:cNvCxnSpPr>
              <a:cxnSpLocks/>
            </p:cNvCxnSpPr>
            <p:nvPr/>
          </p:nvCxnSpPr>
          <p:spPr>
            <a:xfrm>
              <a:off x="6834626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ns2:creationId id="{39B896DC-D6FC-B805-3C83-6C09B65FA4ED}"/>
                </a:ext>
              </a:extLst>
            </p:cNvPr>
            <p:cNvCxnSpPr>
              <a:cxnSpLocks/>
            </p:cNvCxnSpPr>
            <p:nvPr/>
          </p:nvCxnSpPr>
          <p:spPr>
            <a:xfrm>
              <a:off x="9379102" y="5071508"/>
              <a:ext cx="2477936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グループ化 11">
            <a:extLst>
              <a:ext uri="{FF2B5EF4-FFF2-40B4-BE49-F238E27FC236}">
                <ns2:creationId id="{2DFF3864-6947-9670-03F8-875B2A7E7810}"/>
              </a:ext>
            </a:extLst>
          </p:cNvPr>
          <p:cNvGrpSpPr/>
          <p:nvPr/>
        </p:nvGrpSpPr>
        <p:grpSpPr>
          <a:xfrm>
            <a:off x="1007045" y="3715825"/>
            <a:ext cx="10849993" cy="1053282"/>
            <a:chOff x="1007045" y="3759939"/>
            <a:chExt cx="10849993" cy="1053282"/>
          </a:xfrm>
        </p:grpSpPr>
        <p:cxnSp>
          <p:nvCxnSpPr>
            <p:cNvPr id="94" name="直線矢印コネクタ 93">
              <a:extLst>
                <a:ext uri="{FF2B5EF4-FFF2-40B4-BE49-F238E27FC236}">
                  <ns2:creationId id="{D25A830E-3061-B873-0984-BBF8D7F31CC6}"/>
                </a:ext>
              </a:extLst>
            </p:cNvPr>
            <p:cNvCxnSpPr>
              <a:cxnSpLocks/>
            </p:cNvCxnSpPr>
            <p:nvPr/>
          </p:nvCxnSpPr>
          <p:spPr>
            <a:xfrm>
              <a:off x="1007047" y="3828327"/>
              <a:ext cx="0" cy="964909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正方形/長方形 95">
              <a:extLst>
                <a:ext uri="{FF2B5EF4-FFF2-40B4-BE49-F238E27FC236}">
                  <ns2:creationId id="{446FDBA6-03D5-4A1E-C1B7-E6CD998DBD0B}"/>
                </a:ext>
              </a:extLst>
            </p:cNvPr>
            <p:cNvSpPr/>
            <p:nvPr/>
          </p:nvSpPr>
          <p:spPr>
            <a:xfrm>
              <a:off x="1007045" y="3759939"/>
              <a:ext cx="672087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4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0DEBD7B0-AAF5-2C31-B10D-578CE449A1C6}"/>
                </a:ext>
              </a:extLst>
            </p:cNvPr>
            <p:cNvSpPr/>
            <p:nvPr/>
          </p:nvSpPr>
          <p:spPr>
            <a:xfrm>
              <a:off x="1745672" y="3759939"/>
              <a:ext cx="2477934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84C91D0F-C6C1-FB90-5560-51CB419848D5}"/>
                </a:ext>
              </a:extLst>
            </p:cNvPr>
            <p:cNvSpPr/>
            <p:nvPr/>
          </p:nvSpPr>
          <p:spPr>
            <a:xfrm>
              <a:off x="4290148" y="3759939"/>
              <a:ext cx="2477935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、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AF221220-E2F8-7CDA-1DCC-140869DD8117}"/>
                </a:ext>
              </a:extLst>
            </p:cNvPr>
            <p:cNvSpPr/>
            <p:nvPr/>
          </p:nvSpPr>
          <p:spPr>
            <a:xfrm>
              <a:off x="6834623" y="3759939"/>
              <a:ext cx="2477935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rgbClr val="2E7D32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A4B58C97-2CC4-7068-C79E-0417BE0273A2}"/>
                </a:ext>
              </a:extLst>
            </p:cNvPr>
            <p:cNvSpPr/>
            <p:nvPr/>
          </p:nvSpPr>
          <p:spPr>
            <a:xfrm>
              <a:off x="9379103" y="3759939"/>
              <a:ext cx="2477935" cy="105328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1" name="グループ化 10">
              <a:extLst>
                <a:ext uri="{FF2B5EF4-FFF2-40B4-BE49-F238E27FC236}">
                  <ns2:creationId id="{3A1C6CF2-C1FD-5F2B-24DE-0E4D22CF5ED3}"/>
                </a:ext>
              </a:extLst>
            </p:cNvPr>
            <p:cNvGrpSpPr/>
            <p:nvPr/>
          </p:nvGrpSpPr>
          <p:grpSpPr>
            <a:xfrm>
              <a:off x="3863606" y="4453221"/>
              <a:ext cx="7993432" cy="360000"/>
              <a:chOff x="3863606" y="4453221"/>
              <a:chExt cx="7993432" cy="360000"/>
            </a:xfrm>
          </p:grpSpPr>
          <p:pic>
            <p:nvPicPr>
              <p:cNvPr id="106" name="グラフィックス 105" descr="階層 単色塗りつぶし">
                <a:extLst>
                  <a:ext uri="{FF2B5EF4-FFF2-40B4-BE49-F238E27FC236}">
                    <ns2:creationId id="{DC770076-9742-9356-220A-20D687C9B1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3863606" y="445322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08" name="グラフィックス 107" descr="上階 単色塗りつぶし">
                <a:extLst>
                  <a:ext uri="{FF2B5EF4-FFF2-40B4-BE49-F238E27FC236}">
                    <ns2:creationId id="{3A47F035-D05C-7793-24B3-2C6C17EE93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6408083" y="445322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0" name="グラフィックス 109" descr="クリップボード: 混合 単色塗りつぶし">
                <a:extLst>
                  <a:ext uri="{FF2B5EF4-FFF2-40B4-BE49-F238E27FC236}">
                    <ns2:creationId id="{0DF9941B-C198-D67E-3689-603500B1A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8952559" y="4453221"/>
                <a:ext cx="360000" cy="360000"/>
              </a:xfrm>
              <a:prstGeom prst="rect">
                <a:avLst/>
              </a:prstGeom>
            </p:spPr>
          </p:pic>
          <p:pic>
            <p:nvPicPr>
              <p:cNvPr id="112" name="グラフィックス 111" descr="中世の甲冑 単色塗りつぶし">
                <a:extLst>
                  <a:ext uri="{FF2B5EF4-FFF2-40B4-BE49-F238E27FC236}">
                    <ns2:creationId id="{21ADB8D6-D048-A987-0754-30F771B078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11497038" y="4453221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5" name="テキスト プレースホルダー 2">
            <a:extLst>
              <a:ext uri="{FF2B5EF4-FFF2-40B4-BE49-F238E27FC236}">
                <ns2:creationId id="{193C79D5-A6CD-EC85-EF81-C921294225D3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</p:spTree>
    <p:extLst>
      <p:ext uri="{BB962C8B-B14F-4D97-AF65-F5344CB8AC3E}">
        <ns5:creationId val="278382672"/>
      </p:ext>
    </p:extLst>
  </p:cSld>
  <p:clrMapOvr>
    <a:masterClrMapping/>
  </p:clrMapOvr>
</p:sld>
</file>

<file path=ppt/slides/slide32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437F607-E1E8-30C9-B06C-B593B0728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F92161E-BDAE-1DE6-51A7-DD998B7CD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914400"/>
          </a:xfrm>
        </p:spPr>
        <p:txBody>
          <a:bodyPr/>
          <a:lstStyle/>
          <a:p>
            <a:r>
              <a:rPr kumimoji="1" lang="ja-JP" altLang="en-US" dirty="0">
                <a:latin typeface="+mn-ea"/>
                <a:ea typeface="+mn-ea"/>
              </a:rPr>
              <a:t>XX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ns2:creationId id="{F4EC8940-39DE-271F-4D60-53EA9AACEA9E}"/>
              </a:ext>
            </a:extLst>
          </p:cNvPr>
          <p:cNvSpPr txBox="1">
            <a:spLocks/>
          </p:cNvSpPr>
          <p:nvPr/>
        </p:nvSpPr>
        <p:spPr>
          <a:xfrm>
            <a:off x="223044" y="914400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800" dirty="0">
                <a:latin typeface="+mn-ea"/>
                <a:ea typeface="+mn-ea"/>
              </a:rPr>
              <a:t>XX</a:t>
            </a:r>
            <a:br>
              <a:rPr lang="en-US" altLang="ja-JP" sz="1800" dirty="0">
                <a:latin typeface="+mn-ea"/>
                <a:ea typeface="+mn-ea"/>
              </a:rPr>
            </a:br>
            <a:r>
              <a:rPr lang="ja-JP" altLang="en-US" sz="1800" dirty="0">
                <a:latin typeface="+mn-ea"/>
                <a:ea typeface="+mn-ea"/>
              </a:rPr>
              <a:t>XX</a:t>
            </a:r>
          </a:p>
        </p:txBody>
      </p:sp>
      <p:grpSp>
        <p:nvGrpSpPr>
          <p:cNvPr id="124" name="グループ化 123">
            <a:extLst>
              <a:ext uri="{FF2B5EF4-FFF2-40B4-BE49-F238E27FC236}">
                <ns2:creationId id="{AC69F230-C189-9BF6-1E35-8B2DD2F6F110}"/>
              </a:ext>
            </a:extLst>
          </p:cNvPr>
          <p:cNvGrpSpPr/>
          <p:nvPr/>
        </p:nvGrpSpPr>
        <p:grpSpPr>
          <a:xfrm>
            <a:off x="334963" y="1628775"/>
            <a:ext cx="11523979" cy="4679950"/>
            <a:chOff x="334963" y="1628775"/>
            <a:chExt cx="11523979" cy="4679950"/>
          </a:xfrm>
        </p:grpSpPr>
        <p:cxnSp>
          <p:nvCxnSpPr>
            <p:cNvPr id="30" name="直線コネクタ 29">
              <a:extLst>
                <a:ext uri="{FF2B5EF4-FFF2-40B4-BE49-F238E27FC236}">
                  <ns2:creationId id="{54E56C8A-642B-A5CD-A94E-95E8B9514EAA}"/>
                </a:ext>
              </a:extLst>
            </p:cNvPr>
            <p:cNvCxnSpPr/>
            <p:nvPr/>
          </p:nvCxnSpPr>
          <p:spPr>
            <a:xfrm>
              <a:off x="3235489" y="2579369"/>
              <a:ext cx="5719127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正方形/長方形 30">
              <a:extLst>
                <a:ext uri="{FF2B5EF4-FFF2-40B4-BE49-F238E27FC236}">
                  <ns2:creationId id="{2196A547-F63B-E75F-0B00-4DAF3582D79C}"/>
                </a:ext>
              </a:extLst>
            </p:cNvPr>
            <p:cNvSpPr/>
            <p:nvPr/>
          </p:nvSpPr>
          <p:spPr>
            <a:xfrm>
              <a:off x="5074783" y="2099733"/>
              <a:ext cx="3879833" cy="4238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600" b="1" dirty="0">
                  <a:solidFill>
                    <a:srgbClr val="008D2E"/>
                  </a:solidFill>
                  <a:latin typeface="+mn-ea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6646D3F8-CB1A-D812-9CCA-5175E020F652}"/>
                </a:ext>
              </a:extLst>
            </p:cNvPr>
            <p:cNvSpPr/>
            <p:nvPr/>
          </p:nvSpPr>
          <p:spPr>
            <a:xfrm>
              <a:off x="3272569" y="2099733"/>
              <a:ext cx="1765135" cy="423832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latin typeface="+mn-ea"/>
                </a:rPr>
                <a:t>XX</a:t>
              </a:r>
              <a:r>
                <a:rPr lang="en-US" altLang="ja-JP" sz="1400" b="1" dirty="0">
                  <a:latin typeface="+mn-ea"/>
                </a:rPr>
                <a:t> (</a:t>
              </a:r>
              <a:r>
                <a:rPr lang="ja-JP" altLang="ja-JP" sz="1400" b="1" dirty="0">
                  <a:latin typeface="+mn-ea"/>
                </a:rPr>
                <a:t>XX</a:t>
              </a:r>
              <a:r>
                <a:rPr lang="en-US" altLang="ja-JP" sz="1400" b="1" dirty="0">
                  <a:latin typeface="+mn-ea"/>
                </a:rPr>
                <a:t>) </a:t>
              </a:r>
              <a:endParaRPr kumimoji="1"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51D13621-E37A-8D3B-1402-DA4168EB67A3}"/>
                </a:ext>
              </a:extLst>
            </p:cNvPr>
            <p:cNvSpPr/>
            <p:nvPr/>
          </p:nvSpPr>
          <p:spPr>
            <a:xfrm>
              <a:off x="3235489" y="2681505"/>
              <a:ext cx="5719127" cy="1171872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ja-JP" altLang="ja-JP" sz="13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300" dirty="0">
                <a:solidFill>
                  <a:srgbClr val="008D2E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GCP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」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E6ADC0FE-9B17-A121-B49D-7DF74A93556E}"/>
                </a:ext>
              </a:extLst>
            </p:cNvPr>
            <p:cNvSpPr/>
            <p:nvPr/>
          </p:nvSpPr>
          <p:spPr>
            <a:xfrm>
              <a:off x="3235489" y="3909179"/>
              <a:ext cx="5719127" cy="1171872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ja-JP" altLang="ja-JP" sz="13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300" b="1" dirty="0">
                <a:solidFill>
                  <a:srgbClr val="008D2E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4E56282F-0A0A-E869-B013-0CEF1BF23E49}"/>
                </a:ext>
              </a:extLst>
            </p:cNvPr>
            <p:cNvSpPr/>
            <p:nvPr/>
          </p:nvSpPr>
          <p:spPr>
            <a:xfrm>
              <a:off x="3235489" y="5136853"/>
              <a:ext cx="5719127" cy="1171872"/>
            </a:xfrm>
            <a:prstGeom prst="rect">
              <a:avLst/>
            </a:prstGeom>
            <a:solidFill>
              <a:srgbClr val="008D2E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500"/>
                </a:spcAft>
              </a:pPr>
              <a:r>
                <a:rPr lang="ja-JP" altLang="ja-JP" sz="1300" b="1" dirty="0">
                  <a:solidFill>
                    <a:srgbClr val="008D2E"/>
                  </a:solidFill>
                  <a:latin typeface="+mn-ea"/>
                </a:rPr>
                <a:t>XX</a:t>
              </a:r>
              <a:endParaRPr lang="en-US" altLang="ja-JP" sz="1300" b="1" dirty="0">
                <a:solidFill>
                  <a:srgbClr val="008D2E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+mn-ea"/>
              </a:endParaRPr>
            </a:p>
            <a:p>
              <a:pPr marL="90488" indent="-90488">
                <a:spcAft>
                  <a:spcPts val="5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10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10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FF6B5DA5-BB40-B6D2-C0B5-5CB9C91FD3D6}"/>
                </a:ext>
              </a:extLst>
            </p:cNvPr>
            <p:cNvSpPr/>
            <p:nvPr/>
          </p:nvSpPr>
          <p:spPr>
            <a:xfrm>
              <a:off x="334963" y="2681504"/>
              <a:ext cx="2035704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ACE527CA-409C-630C-8672-041428968DCD}"/>
                </a:ext>
              </a:extLst>
            </p:cNvPr>
            <p:cNvSpPr/>
            <p:nvPr/>
          </p:nvSpPr>
          <p:spPr>
            <a:xfrm>
              <a:off x="435607" y="2533436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1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02" name="グラフィックス 101" descr="階層 単色塗りつぶし">
              <a:extLst>
                <a:ext uri="{FF2B5EF4-FFF2-40B4-BE49-F238E27FC236}">
                  <ns2:creationId id="{1C3061FE-C03C-A988-71E1-C9FC92A317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2010667" y="4024673"/>
              <a:ext cx="360000" cy="360000"/>
            </a:xfrm>
            <a:prstGeom prst="rect">
              <a:avLst/>
            </a:prstGeom>
          </p:spPr>
        </p:pic>
        <p:pic>
          <p:nvPicPr>
            <p:cNvPr id="104" name="グラフィックス 103" descr="上階 単色塗りつぶし">
              <a:extLst>
                <a:ext uri="{FF2B5EF4-FFF2-40B4-BE49-F238E27FC236}">
                  <ns2:creationId id="{02941425-0D92-878F-6708-ED264C9241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497038" y="4024673"/>
              <a:ext cx="360000" cy="360000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ns2:creationId id="{CB2EAD6E-72D5-0D5A-0AA6-15B7F5767709}"/>
                </a:ext>
              </a:extLst>
            </p:cNvPr>
            <p:cNvSpPr/>
            <p:nvPr/>
          </p:nvSpPr>
          <p:spPr>
            <a:xfrm>
              <a:off x="334963" y="4605556"/>
              <a:ext cx="2035704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4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F8F93723-17BB-4FD1-C916-521F39D875EA}"/>
                </a:ext>
              </a:extLst>
            </p:cNvPr>
            <p:cNvSpPr/>
            <p:nvPr/>
          </p:nvSpPr>
          <p:spPr>
            <a:xfrm>
              <a:off x="435607" y="4490164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3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06" name="グラフィックス 105" descr="クリップボード: 混合 単色塗りつぶし">
              <a:extLst>
                <a:ext uri="{FF2B5EF4-FFF2-40B4-BE49-F238E27FC236}">
                  <ns2:creationId id="{874DE686-3313-2D62-5331-C34B20E76D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010667" y="5948725"/>
              <a:ext cx="360000" cy="360000"/>
            </a:xfrm>
            <a:prstGeom prst="rect">
              <a:avLst/>
            </a:prstGeom>
          </p:spPr>
        </p:pic>
        <p:sp>
          <p:nvSpPr>
            <p:cNvPr id="24" name="正方形/長方形 23">
              <a:extLst>
                <a:ext uri="{FF2B5EF4-FFF2-40B4-BE49-F238E27FC236}">
                  <ns2:creationId id="{74D2818D-FBDB-47FA-D2CC-4DFCA598CD77}"/>
                </a:ext>
              </a:extLst>
            </p:cNvPr>
            <p:cNvSpPr/>
            <p:nvPr/>
          </p:nvSpPr>
          <p:spPr>
            <a:xfrm>
              <a:off x="9819438" y="2681504"/>
              <a:ext cx="2037600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" name="四角形: 角を丸くする 25">
              <a:extLst>
                <a:ext uri="{FF2B5EF4-FFF2-40B4-BE49-F238E27FC236}">
                  <ns2:creationId id="{2BC3DE40-967B-2D41-84E7-E8480A908765}"/>
                </a:ext>
              </a:extLst>
            </p:cNvPr>
            <p:cNvSpPr/>
            <p:nvPr/>
          </p:nvSpPr>
          <p:spPr>
            <a:xfrm>
              <a:off x="9899448" y="2533436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2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9A1E42BB-F4D4-699C-1CF3-45CA1CB0CE99}"/>
                </a:ext>
              </a:extLst>
            </p:cNvPr>
            <p:cNvSpPr/>
            <p:nvPr/>
          </p:nvSpPr>
          <p:spPr>
            <a:xfrm>
              <a:off x="9819438" y="4605556"/>
              <a:ext cx="2037600" cy="1703169"/>
            </a:xfrm>
            <a:prstGeom prst="rect">
              <a:avLst/>
            </a:prstGeom>
            <a:solidFill>
              <a:schemeClr val="bg1">
                <a:lumMod val="50000"/>
                <a:alpha val="1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50" dirty="0">
                  <a:solidFill>
                    <a:schemeClr val="tx1"/>
                  </a:solidFill>
                  <a:latin typeface="+mn-ea"/>
                </a:rPr>
                <a:t>) </a:t>
              </a:r>
              <a:br>
                <a:rPr lang="en-US" altLang="ja-JP" sz="9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ja-JP" sz="95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ns2:creationId id="{337BF068-1735-7E63-1491-EF470B4A27B6}"/>
                </a:ext>
              </a:extLst>
            </p:cNvPr>
            <p:cNvSpPr/>
            <p:nvPr/>
          </p:nvSpPr>
          <p:spPr>
            <a:xfrm>
              <a:off x="9899448" y="4490164"/>
              <a:ext cx="1016000" cy="256952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ja-JP" sz="1400" b="1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 b="1" dirty="0">
                  <a:solidFill>
                    <a:schemeClr val="bg1"/>
                  </a:solidFill>
                  <a:latin typeface="+mn-ea"/>
                </a:rPr>
                <a:t>4</a:t>
              </a:r>
              <a:endParaRPr kumimoji="1"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08" name="グラフィックス 107" descr="中世の甲冑 単色塗りつぶし">
              <a:extLst>
                <a:ext uri="{FF2B5EF4-FFF2-40B4-BE49-F238E27FC236}">
                  <ns2:creationId id="{8F7161FF-D0B9-AC29-CF66-4F240430C1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11497038" y="5948725"/>
              <a:ext cx="360000" cy="360000"/>
            </a:xfrm>
            <a:prstGeom prst="rect">
              <a:avLst/>
            </a:prstGeom>
          </p:spPr>
        </p:pic>
        <p:sp>
          <p:nvSpPr>
            <p:cNvPr id="16" name="background">
              <a:extLst>
                <a:ext uri="{FF2B5EF4-FFF2-40B4-BE49-F238E27FC236}">
                  <ns2:creationId id="{0CCE175C-C338-B319-0446-59D242859DC8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3428953" y="2852954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1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18" name="グラフィックス 17" descr="マネジメント 単色塗りつぶし">
              <a:extLst>
                <a:ext uri="{FF2B5EF4-FFF2-40B4-BE49-F238E27FC236}">
                  <ns2:creationId id="{BED9AD71-8A75-D505-454B-1A2F506700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302953" y="3181482"/>
              <a:ext cx="504000" cy="504000"/>
            </a:xfrm>
            <a:prstGeom prst="rect">
              <a:avLst/>
            </a:prstGeom>
          </p:spPr>
        </p:pic>
        <p:sp>
          <p:nvSpPr>
            <p:cNvPr id="20" name="background">
              <a:extLst>
                <a:ext uri="{FF2B5EF4-FFF2-40B4-BE49-F238E27FC236}">
                  <ns2:creationId id="{8BE0457B-A56E-55D2-85FB-FE1087A5D9C2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3428953" y="4111108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2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28" name="グラフィックス 27" descr="ブリーフケース 単色塗りつぶし">
              <a:extLst>
                <a:ext uri="{FF2B5EF4-FFF2-40B4-BE49-F238E27FC236}">
                  <ns2:creationId id="{799A438A-3965-ADF8-7C87-04ECA0AFF2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302953" y="4433615"/>
              <a:ext cx="504000" cy="504000"/>
            </a:xfrm>
            <a:prstGeom prst="rect">
              <a:avLst/>
            </a:prstGeom>
          </p:spPr>
        </p:pic>
        <p:sp>
          <p:nvSpPr>
            <p:cNvPr id="33" name="background">
              <a:extLst>
                <a:ext uri="{FF2B5EF4-FFF2-40B4-BE49-F238E27FC236}">
                  <ns2:creationId id="{0CDBD66A-FC8E-C302-5C8B-740E0EE5038D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3428953" y="5282981"/>
              <a:ext cx="252000" cy="252000"/>
            </a:xfrm>
            <a:prstGeom prst="ellipse">
              <a:avLst/>
            </a:prstGeom>
            <a:solidFill>
              <a:srgbClr val="008D2E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400" dirty="0">
                  <a:solidFill>
                    <a:schemeClr val="bg1"/>
                  </a:solidFill>
                  <a:latin typeface="+mn-ea"/>
                </a:rPr>
                <a:t>3</a:t>
              </a:r>
              <a:endParaRPr lang="ja-JP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pic>
          <p:nvPicPr>
            <p:cNvPr id="39" name="グラフィックス 38" descr="混乱した人 単色塗りつぶし">
              <a:extLst>
                <a:ext uri="{FF2B5EF4-FFF2-40B4-BE49-F238E27FC236}">
                  <ns2:creationId id="{E5C02EF5-7B1E-4BA4-A63D-28A0BBD46E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302953" y="5672719"/>
              <a:ext cx="504000" cy="504000"/>
            </a:xfrm>
            <a:prstGeom prst="rect">
              <a:avLst/>
            </a:prstGeom>
          </p:spPr>
        </p:pic>
        <p:grpSp>
          <p:nvGrpSpPr>
            <p:cNvPr id="42" name="グループ化 41">
              <a:extLst>
                <a:ext uri="{FF2B5EF4-FFF2-40B4-BE49-F238E27FC236}">
                  <ns2:creationId id="{EEF3D26F-B2E4-F1CE-F76B-CD3D510E9ECB}"/>
                </a:ext>
              </a:extLst>
            </p:cNvPr>
            <p:cNvGrpSpPr/>
            <p:nvPr/>
          </p:nvGrpSpPr>
          <p:grpSpPr>
            <a:xfrm>
              <a:off x="9532620" y="1628775"/>
              <a:ext cx="2326322" cy="596265"/>
              <a:chOff x="8737600" y="1628775"/>
              <a:chExt cx="3119438" cy="596265"/>
            </a:xfrm>
          </p:grpSpPr>
          <p:sp>
            <p:nvSpPr>
              <p:cNvPr id="45" name="正方形/長方形 44">
                <a:extLst>
                  <a:ext uri="{FF2B5EF4-FFF2-40B4-BE49-F238E27FC236}">
                    <ns2:creationId id="{23188CFF-2DD4-DD82-89B3-B5FE2B4092AE}"/>
                  </a:ext>
                </a:extLst>
              </p:cNvPr>
              <p:cNvSpPr/>
              <p:nvPr/>
            </p:nvSpPr>
            <p:spPr>
              <a:xfrm>
                <a:off x="8737600" y="1761897"/>
                <a:ext cx="3119438" cy="463143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ns2:creationId id="{68ABDFE9-7F81-2C04-EF02-7895F7DD0D05}"/>
                  </a:ext>
                </a:extLst>
              </p:cNvPr>
              <p:cNvGrpSpPr/>
              <p:nvPr/>
            </p:nvGrpSpPr>
            <p:grpSpPr>
              <a:xfrm>
                <a:off x="8909993" y="1628775"/>
                <a:ext cx="2780280" cy="549045"/>
                <a:chOff x="8909993" y="1628775"/>
                <a:chExt cx="2780280" cy="549045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46E57BDD-EC05-09CF-3AA9-804EF437E55A}"/>
                    </a:ext>
                  </a:extLst>
                </p:cNvPr>
                <p:cNvSpPr/>
                <p:nvPr/>
              </p:nvSpPr>
              <p:spPr>
                <a:xfrm>
                  <a:off x="9008533" y="1628775"/>
                  <a:ext cx="1803301" cy="28119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49" name="グループ化 48">
                  <a:extLst>
                    <a:ext uri="{FF2B5EF4-FFF2-40B4-BE49-F238E27FC236}">
                      <ns2:creationId id="{D0ABEE52-A61E-CBFC-F627-8AB4BAE2EBA6}"/>
                    </a:ext>
                  </a:extLst>
                </p:cNvPr>
                <p:cNvGrpSpPr/>
                <p:nvPr/>
              </p:nvGrpSpPr>
              <p:grpSpPr>
                <a:xfrm>
                  <a:off x="8909993" y="1896629"/>
                  <a:ext cx="2780280" cy="281191"/>
                  <a:chOff x="9008533" y="1953846"/>
                  <a:chExt cx="2780280" cy="281191"/>
                </a:xfrm>
              </p:grpSpPr>
              <p:grpSp>
                <p:nvGrpSpPr>
                  <p:cNvPr id="52" name="グループ化 51">
                    <a:extLst>
                      <a:ext uri="{FF2B5EF4-FFF2-40B4-BE49-F238E27FC236}">
                        <ns2:creationId id="{5DE6F6DB-E9FB-2A81-7A7C-38D26A2C72FF}"/>
                      </a:ext>
                    </a:extLst>
                  </p:cNvPr>
                  <p:cNvGrpSpPr/>
                  <p:nvPr/>
                </p:nvGrpSpPr>
                <p:grpSpPr>
                  <a:xfrm>
                    <a:off x="9008533" y="1953846"/>
                    <a:ext cx="1360289" cy="281191"/>
                    <a:chOff x="9008533" y="1953846"/>
                    <a:chExt cx="1360289" cy="281191"/>
                  </a:xfrm>
                </p:grpSpPr>
                <p:sp>
                  <p:nvSpPr>
                    <p:cNvPr id="58" name="正方形/長方形 57">
                      <a:extLst>
                        <a:ext uri="{FF2B5EF4-FFF2-40B4-BE49-F238E27FC236}">
                          <ns2:creationId id="{813E1BB4-6093-986C-7F55-8215B539B0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5634" y="1953846"/>
                      <a:ext cx="613188" cy="2811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rgbClr val="008D2E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cxnSp>
                  <p:nvCxnSpPr>
                    <p:cNvPr id="59" name="直線矢印コネクタ 58">
                      <a:extLst>
                        <a:ext uri="{FF2B5EF4-FFF2-40B4-BE49-F238E27FC236}">
                          <ns2:creationId id="{1C11176F-2390-8AE8-466A-9CDAD52DB9C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9008533" y="2099733"/>
                      <a:ext cx="423333" cy="0"/>
                    </a:xfrm>
                    <a:prstGeom prst="straightConnector1">
                      <a:avLst/>
                    </a:prstGeom>
                    <a:ln w="9525">
                      <a:solidFill>
                        <a:srgbClr val="008D2E"/>
                      </a:solidFill>
                      <a:headEnd type="none" w="med" len="med"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53" name="グループ化 52">
                    <a:extLst>
                      <a:ext uri="{FF2B5EF4-FFF2-40B4-BE49-F238E27FC236}">
                        <ns2:creationId id="{A628F9FC-8781-7347-3C02-E84773E100F3}"/>
                      </a:ext>
                    </a:extLst>
                  </p:cNvPr>
                  <p:cNvGrpSpPr/>
                  <p:nvPr/>
                </p:nvGrpSpPr>
                <p:grpSpPr>
                  <a:xfrm>
                    <a:off x="10530699" y="1953846"/>
                    <a:ext cx="1258114" cy="281191"/>
                    <a:chOff x="10953485" y="1953846"/>
                    <a:chExt cx="1258114" cy="281191"/>
                  </a:xfrm>
                </p:grpSpPr>
                <p:sp>
                  <p:nvSpPr>
                    <p:cNvPr id="55" name="正方形/長方形 54">
                      <a:extLst>
                        <a:ext uri="{FF2B5EF4-FFF2-40B4-BE49-F238E27FC236}">
                          <ns2:creationId id="{29EA6E44-6B94-B24F-BC33-1CB891E1D9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98409" y="1953846"/>
                      <a:ext cx="613190" cy="281191"/>
                    </a:xfrm>
                    <a:prstGeom prst="rect">
                      <a:avLst/>
                    </a:prstGeom>
                    <a:noFill/>
                    <a:ln w="3175">
                      <a:noFill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XX</a:t>
                      </a:r>
                    </a:p>
                  </p:txBody>
                </p:sp>
                <p:cxnSp>
                  <p:nvCxnSpPr>
                    <p:cNvPr id="56" name="直線矢印コネクタ 55">
                      <a:extLst>
                        <a:ext uri="{FF2B5EF4-FFF2-40B4-BE49-F238E27FC236}">
                          <ns2:creationId id="{2723A8F6-4A30-CDC3-D28A-DE142689872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0953485" y="2094442"/>
                      <a:ext cx="423333" cy="0"/>
                    </a:xfrm>
                    <a:prstGeom prst="straightConnector1">
                      <a:avLst/>
                    </a:prstGeom>
                    <a:ln w="9525">
                      <a:solidFill>
                        <a:schemeClr val="tx1"/>
                      </a:solidFill>
                      <a:headEnd type="none" w="med" len="med"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grpSp>
          <p:nvGrpSpPr>
            <p:cNvPr id="123" name="グループ化 122">
              <a:extLst>
                <a:ext uri="{FF2B5EF4-FFF2-40B4-BE49-F238E27FC236}">
                  <ns2:creationId id="{67EC6E40-B416-0E9B-D458-D2AC13C5B3F2}"/>
                </a:ext>
              </a:extLst>
            </p:cNvPr>
            <p:cNvGrpSpPr/>
            <p:nvPr/>
          </p:nvGrpSpPr>
          <p:grpSpPr>
            <a:xfrm>
              <a:off x="2368762" y="3267441"/>
              <a:ext cx="866727" cy="2455348"/>
              <a:chOff x="2368762" y="3267441"/>
              <a:chExt cx="866727" cy="2455348"/>
            </a:xfrm>
          </p:grpSpPr>
          <p:cxnSp>
            <p:nvCxnSpPr>
              <p:cNvPr id="62" name="コネクタ: カギ線 61">
                <a:extLst>
                  <a:ext uri="{FF2B5EF4-FFF2-40B4-BE49-F238E27FC236}">
                    <ns2:creationId id="{963E3A35-90CC-52AA-BB74-356C5D7D200C}"/>
                  </a:ext>
                </a:extLst>
              </p:cNvPr>
              <p:cNvCxnSpPr>
                <a:cxnSpLocks/>
                <a:stCxn id="10" idx="3"/>
                <a:endCxn id="44" idx="1"/>
              </p:cNvCxnSpPr>
              <p:nvPr/>
            </p:nvCxnSpPr>
            <p:spPr>
              <a:xfrm>
                <a:off x="2370667" y="3533089"/>
                <a:ext cx="864822" cy="218970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直線矢印コネクタ 64">
                <a:extLst>
                  <a:ext uri="{FF2B5EF4-FFF2-40B4-BE49-F238E27FC236}">
                    <ns2:creationId id="{40EB64DA-4990-8DB6-6541-AAD5724310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70667" y="3428948"/>
                <a:ext cx="864822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コネクタ: カギ線 78">
                <a:extLst>
                  <a:ext uri="{FF2B5EF4-FFF2-40B4-BE49-F238E27FC236}">
                    <ns2:creationId id="{013861CE-3E6A-E9DC-CDA8-294DF0F6BBB9}"/>
                  </a:ext>
                </a:extLst>
              </p:cNvPr>
              <p:cNvCxnSpPr>
                <a:cxnSpLocks/>
                <a:stCxn id="14" idx="3"/>
                <a:endCxn id="22" idx="1"/>
              </p:cNvCxnSpPr>
              <p:nvPr/>
            </p:nvCxnSpPr>
            <p:spPr>
              <a:xfrm flipV="1">
                <a:off x="2370667" y="3267441"/>
                <a:ext cx="864822" cy="2189700"/>
              </a:xfrm>
              <a:prstGeom prst="bentConnector3">
                <a:avLst>
                  <a:gd name="adj1" fmla="val 24154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コネクタ: カギ線 82">
                <a:extLst>
                  <a:ext uri="{FF2B5EF4-FFF2-40B4-BE49-F238E27FC236}">
                    <ns2:creationId id="{955E7D6C-8EB4-23D5-CEFE-EA5C18A3DA38}"/>
                  </a:ext>
                </a:extLst>
              </p:cNvPr>
              <p:cNvCxnSpPr>
                <a:cxnSpLocks/>
                <a:endCxn id="43" idx="1"/>
              </p:cNvCxnSpPr>
              <p:nvPr/>
            </p:nvCxnSpPr>
            <p:spPr>
              <a:xfrm flipV="1">
                <a:off x="2368762" y="4495115"/>
                <a:ext cx="866727" cy="1093866"/>
              </a:xfrm>
              <a:prstGeom prst="bentConnector3">
                <a:avLst>
                  <a:gd name="adj1" fmla="val 36519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円弧 117">
                <a:extLst>
                  <a:ext uri="{FF2B5EF4-FFF2-40B4-BE49-F238E27FC236}">
                    <ns2:creationId id="{8A682081-E8FA-2BFA-DDBD-EC920C7B1E90}"/>
                  </a:ext>
                </a:extLst>
              </p:cNvPr>
              <p:cNvSpPr/>
              <p:nvPr/>
            </p:nvSpPr>
            <p:spPr>
              <a:xfrm>
                <a:off x="2747752" y="4448855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  <p:sp>
            <p:nvSpPr>
              <p:cNvPr id="119" name="円弧 118">
                <a:extLst>
                  <a:ext uri="{FF2B5EF4-FFF2-40B4-BE49-F238E27FC236}">
                    <ns2:creationId id="{2E8FDDAC-E9CD-FF5B-2074-4194CCC6009D}"/>
                  </a:ext>
                </a:extLst>
              </p:cNvPr>
              <p:cNvSpPr/>
              <p:nvPr/>
            </p:nvSpPr>
            <p:spPr>
              <a:xfrm>
                <a:off x="2521692" y="3487663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  <p:sp>
            <p:nvSpPr>
              <p:cNvPr id="120" name="円弧 119">
                <a:extLst>
                  <a:ext uri="{FF2B5EF4-FFF2-40B4-BE49-F238E27FC236}">
                    <ns2:creationId id="{D7C0E8B2-9AC6-D7A0-5AE0-EEB93EE12B64}"/>
                  </a:ext>
                </a:extLst>
              </p:cNvPr>
              <p:cNvSpPr/>
              <p:nvPr/>
            </p:nvSpPr>
            <p:spPr>
              <a:xfrm>
                <a:off x="2521692" y="3381389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</p:grpSp>
        <p:grpSp>
          <p:nvGrpSpPr>
            <p:cNvPr id="122" name="グループ化 121">
              <a:extLst>
                <a:ext uri="{FF2B5EF4-FFF2-40B4-BE49-F238E27FC236}">
                  <ns2:creationId id="{E5FDE108-6BF1-3BE0-99FA-EE38BEEA2A99}"/>
                </a:ext>
              </a:extLst>
            </p:cNvPr>
            <p:cNvGrpSpPr/>
            <p:nvPr/>
          </p:nvGrpSpPr>
          <p:grpSpPr>
            <a:xfrm>
              <a:off x="8954210" y="3368496"/>
              <a:ext cx="865228" cy="2647261"/>
              <a:chOff x="8954210" y="3368496"/>
              <a:chExt cx="865228" cy="2647261"/>
            </a:xfrm>
          </p:grpSpPr>
          <p:cxnSp>
            <p:nvCxnSpPr>
              <p:cNvPr id="69" name="コネクタ: カギ線 68">
                <a:extLst>
                  <a:ext uri="{FF2B5EF4-FFF2-40B4-BE49-F238E27FC236}">
                    <ns2:creationId id="{E1B3F07A-A3A0-C827-2DE8-D4843009CD89}"/>
                  </a:ext>
                </a:extLst>
              </p:cNvPr>
              <p:cNvCxnSpPr>
                <a:cxnSpLocks/>
                <a:stCxn id="24" idx="1"/>
                <a:endCxn id="44" idx="3"/>
              </p:cNvCxnSpPr>
              <p:nvPr/>
            </p:nvCxnSpPr>
            <p:spPr>
              <a:xfrm rot="10800000" flipV="1">
                <a:off x="8954616" y="3533089"/>
                <a:ext cx="864822" cy="218970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線矢印コネクタ 69">
                <a:extLst>
                  <a:ext uri="{FF2B5EF4-FFF2-40B4-BE49-F238E27FC236}">
                    <ns2:creationId id="{DC77EBE0-E3D3-124D-A4E1-59A5C3A3CA0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954616" y="3368496"/>
                <a:ext cx="864822" cy="1"/>
              </a:xfrm>
              <a:prstGeom prst="straightConnector1">
                <a:avLst/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コネクタ: カギ線 104">
                <a:extLst>
                  <a:ext uri="{FF2B5EF4-FFF2-40B4-BE49-F238E27FC236}">
                    <ns2:creationId id="{0C406B83-4C0A-419C-4D66-5F6FFD807453}"/>
                  </a:ext>
                </a:extLst>
              </p:cNvPr>
              <p:cNvCxnSpPr>
                <a:cxnSpLocks/>
                <a:stCxn id="25" idx="1"/>
                <a:endCxn id="43" idx="3"/>
              </p:cNvCxnSpPr>
              <p:nvPr/>
            </p:nvCxnSpPr>
            <p:spPr>
              <a:xfrm rot="10800000">
                <a:off x="8954616" y="4495115"/>
                <a:ext cx="864822" cy="962026"/>
              </a:xfrm>
              <a:prstGeom prst="bentConnector3">
                <a:avLst>
                  <a:gd name="adj1" fmla="val 20923"/>
                </a:avLst>
              </a:prstGeom>
              <a:ln w="9525">
                <a:solidFill>
                  <a:srgbClr val="008D2E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線矢印コネクタ 116">
                <a:extLst>
                  <a:ext uri="{FF2B5EF4-FFF2-40B4-BE49-F238E27FC236}">
                    <ns2:creationId id="{68AE1082-24CA-B45C-14D9-57B976BCBB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954210" y="6015756"/>
                <a:ext cx="864822" cy="1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1" name="円弧 120">
                <a:extLst>
                  <a:ext uri="{FF2B5EF4-FFF2-40B4-BE49-F238E27FC236}">
                    <ns2:creationId id="{0FCC7E6B-F2F6-AA79-9722-B88B67183405}"/>
                  </a:ext>
                </a:extLst>
              </p:cNvPr>
              <p:cNvSpPr/>
              <p:nvPr/>
            </p:nvSpPr>
            <p:spPr>
              <a:xfrm>
                <a:off x="9332194" y="4448773"/>
                <a:ext cx="108745" cy="105917"/>
              </a:xfrm>
              <a:prstGeom prst="arc">
                <a:avLst>
                  <a:gd name="adj1" fmla="val 10862459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ja-JP" altLang="en-US"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1394553663"/>
      </p:ext>
    </p:extLst>
  </p:cSld>
  <p:clrMapOvr>
    <a:masterClrMapping/>
  </p:clrMapOvr>
</p:sld>
</file>

<file path=ppt/slides/slide32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BA12EE3-41FD-2684-447E-16F14E925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5B2BE13-626C-F1D3-4626-2872A926C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AI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11D82D6-26A0-03D8-7BC4-4EBF75076E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8" name="Group 7">
            <a:extLst>
              <a:ext uri="{FF2B5EF4-FFF2-40B4-BE49-F238E27FC236}">
                <ns2:creationId id="{1887BCDE-66CB-D3C2-93F1-44AF1D6613CA}"/>
              </a:ext>
            </a:extLst>
          </p:cNvPr>
          <p:cNvGrpSpPr/>
          <p:nvPr/>
        </p:nvGrpSpPr>
        <p:grpSpPr>
          <a:xfrm>
            <a:off x="342447" y="1628765"/>
            <a:ext cx="11515080" cy="4679969"/>
            <a:chOff x="342447" y="1628765"/>
            <a:chExt cx="11515080" cy="4679969"/>
          </a:xfrm>
        </p:grpSpPr>
        <p:grpSp>
          <p:nvGrpSpPr>
            <p:cNvPr id="109" name="グループ化 108">
              <a:extLst>
                <a:ext uri="{FF2B5EF4-FFF2-40B4-BE49-F238E27FC236}">
                  <ns2:creationId id="{27AD7257-4EE1-BA22-3947-4193234F6372}"/>
                </a:ext>
              </a:extLst>
            </p:cNvPr>
            <p:cNvGrpSpPr/>
            <p:nvPr/>
          </p:nvGrpSpPr>
          <p:grpSpPr>
            <a:xfrm>
              <a:off x="342447" y="1628765"/>
              <a:ext cx="11515080" cy="4679969"/>
              <a:chOff x="342447" y="1628765"/>
              <a:chExt cx="11515080" cy="4679969"/>
            </a:xfrm>
          </p:grpSpPr>
          <p:sp>
            <p:nvSpPr>
              <p:cNvPr id="70" name="正方形/長方形 62">
                <a:extLst>
                  <a:ext uri="{FF2B5EF4-FFF2-40B4-BE49-F238E27FC236}">
                    <ns2:creationId id="{D525D8FE-EA87-2B21-7E58-AA78E6AA5C95}"/>
                  </a:ext>
                </a:extLst>
              </p:cNvPr>
              <p:cNvSpPr/>
              <p:nvPr/>
            </p:nvSpPr>
            <p:spPr>
              <a:xfrm>
                <a:off x="342447" y="4598743"/>
                <a:ext cx="1145267" cy="1709981"/>
              </a:xfrm>
              <a:prstGeom prst="rect">
                <a:avLst/>
              </a:prstGeom>
              <a:solidFill>
                <a:schemeClr val="bg1">
                  <a:alpha val="2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504000" rtlCol="0" anchor="b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1" name="正方形/長方形 62">
                <a:extLst>
                  <a:ext uri="{FF2B5EF4-FFF2-40B4-BE49-F238E27FC236}">
                    <ns2:creationId id="{326897A9-43A9-DE91-6321-205E34B6A814}"/>
                  </a:ext>
                </a:extLst>
              </p:cNvPr>
              <p:cNvSpPr/>
              <p:nvPr/>
            </p:nvSpPr>
            <p:spPr>
              <a:xfrm>
                <a:off x="342447" y="1628774"/>
                <a:ext cx="1145267" cy="1709981"/>
              </a:xfrm>
              <a:prstGeom prst="rect">
                <a:avLst/>
              </a:prstGeom>
              <a:solidFill>
                <a:schemeClr val="bg1">
                  <a:alpha val="2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504000" rtlCol="0" anchor="b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8" name="正方形/長方形 62">
                <a:extLst>
                  <a:ext uri="{FF2B5EF4-FFF2-40B4-BE49-F238E27FC236}">
                    <ns2:creationId id="{604E3FD4-2963-EDA8-D56A-3D55D96B4144}"/>
                  </a:ext>
                </a:extLst>
              </p:cNvPr>
              <p:cNvSpPr/>
              <p:nvPr/>
            </p:nvSpPr>
            <p:spPr>
              <a:xfrm>
                <a:off x="342447" y="3410756"/>
                <a:ext cx="1145267" cy="1115988"/>
              </a:xfrm>
              <a:prstGeom prst="rect">
                <a:avLst/>
              </a:prstGeom>
              <a:solidFill>
                <a:schemeClr val="bg1">
                  <a:alpha val="2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108000" rtlCol="0" anchor="b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74" name="直線コネクタ 73">
                <a:extLst>
                  <a:ext uri="{FF2B5EF4-FFF2-40B4-BE49-F238E27FC236}">
                    <ns2:creationId id="{9509B854-25F1-7571-BF4D-9C1F1A2EFB56}"/>
                  </a:ext>
                </a:extLst>
              </p:cNvPr>
              <p:cNvCxnSpPr/>
              <p:nvPr/>
            </p:nvCxnSpPr>
            <p:spPr>
              <a:xfrm>
                <a:off x="1487714" y="3410750"/>
                <a:ext cx="0" cy="1116000"/>
              </a:xfrm>
              <a:prstGeom prst="line">
                <a:avLst/>
              </a:prstGeom>
              <a:ln w="381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コネクタ 74">
                <a:extLst>
                  <a:ext uri="{FF2B5EF4-FFF2-40B4-BE49-F238E27FC236}">
                    <ns2:creationId id="{5492F6A2-3AF5-BF7F-A147-E941C02BCBF3}"/>
                  </a:ext>
                </a:extLst>
              </p:cNvPr>
              <p:cNvCxnSpPr/>
              <p:nvPr/>
            </p:nvCxnSpPr>
            <p:spPr>
              <a:xfrm>
                <a:off x="1487714" y="4598734"/>
                <a:ext cx="0" cy="1710000"/>
              </a:xfrm>
              <a:prstGeom prst="line">
                <a:avLst/>
              </a:prstGeom>
              <a:ln w="381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線コネクタ 75">
                <a:extLst>
                  <a:ext uri="{FF2B5EF4-FFF2-40B4-BE49-F238E27FC236}">
                    <ns2:creationId id="{CD8AC348-9F7F-F7FD-B446-88748C9DF474}"/>
                  </a:ext>
                </a:extLst>
              </p:cNvPr>
              <p:cNvCxnSpPr/>
              <p:nvPr/>
            </p:nvCxnSpPr>
            <p:spPr>
              <a:xfrm>
                <a:off x="1487714" y="1628765"/>
                <a:ext cx="0" cy="1710000"/>
              </a:xfrm>
              <a:prstGeom prst="line">
                <a:avLst/>
              </a:prstGeom>
              <a:ln w="38100">
                <a:solidFill>
                  <a:schemeClr val="accent5">
                    <a:alpha val="8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正方形/長方形 62">
                <a:extLst>
                  <a:ext uri="{FF2B5EF4-FFF2-40B4-BE49-F238E27FC236}">
                    <ns2:creationId id="{949605EF-C3D2-79B3-5DC7-E5F60E4D9A31}"/>
                  </a:ext>
                </a:extLst>
              </p:cNvPr>
              <p:cNvSpPr/>
              <p:nvPr/>
            </p:nvSpPr>
            <p:spPr>
              <a:xfrm>
                <a:off x="1586727" y="2968625"/>
                <a:ext cx="1545090" cy="370129"/>
              </a:xfrm>
              <a:prstGeom prst="rect">
                <a:avLst/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6" name="正方形/長方形 62">
                <a:extLst>
                  <a:ext uri="{FF2B5EF4-FFF2-40B4-BE49-F238E27FC236}">
                    <ns2:creationId id="{0FF06621-1997-AF8D-C790-8742B313FD32}"/>
                  </a:ext>
                </a:extLst>
              </p:cNvPr>
              <p:cNvSpPr/>
              <p:nvPr/>
            </p:nvSpPr>
            <p:spPr>
              <a:xfrm>
                <a:off x="1586728" y="1628773"/>
                <a:ext cx="3375437" cy="1074815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10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10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78" name="正方形/長方形 62">
                <a:extLst>
                  <a:ext uri="{FF2B5EF4-FFF2-40B4-BE49-F238E27FC236}">
                    <ns2:creationId id="{6A95E90B-6132-E75D-96B4-A272B8C79AE1}"/>
                  </a:ext>
                </a:extLst>
              </p:cNvPr>
              <p:cNvSpPr/>
              <p:nvPr/>
            </p:nvSpPr>
            <p:spPr>
              <a:xfrm>
                <a:off x="5034165" y="1628773"/>
                <a:ext cx="3375437" cy="1074815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8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 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79" name="正方形/長方形 62">
                <a:extLst>
                  <a:ext uri="{FF2B5EF4-FFF2-40B4-BE49-F238E27FC236}">
                    <ns2:creationId id="{83214576-869C-D653-A8A8-497E04FD1C1F}"/>
                  </a:ext>
                </a:extLst>
              </p:cNvPr>
              <p:cNvSpPr/>
              <p:nvPr/>
            </p:nvSpPr>
            <p:spPr>
              <a:xfrm>
                <a:off x="8481602" y="1628773"/>
                <a:ext cx="3375437" cy="1074815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85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85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1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0" name="正方形/長方形 62">
                <a:extLst>
                  <a:ext uri="{FF2B5EF4-FFF2-40B4-BE49-F238E27FC236}">
                    <ns2:creationId id="{FBEF52B9-7AD7-2B18-7BCA-015E8EBEF72B}"/>
                  </a:ext>
                </a:extLst>
              </p:cNvPr>
              <p:cNvSpPr/>
              <p:nvPr/>
            </p:nvSpPr>
            <p:spPr>
              <a:xfrm>
                <a:off x="3131817" y="2968625"/>
                <a:ext cx="8725221" cy="3701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36000" rIns="36000" bIns="3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grpSp>
            <p:nvGrpSpPr>
              <p:cNvPr id="81" name="Group 13">
                <a:extLst>
                  <a:ext uri="{FF2B5EF4-FFF2-40B4-BE49-F238E27FC236}">
                    <ns2:creationId id="{53B96285-AC52-7E38-BCB3-D6BEAADF671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586483" y="2728107"/>
                <a:ext cx="10270800" cy="216000"/>
                <a:chOff x="2032728" y="2753430"/>
                <a:chExt cx="11982597" cy="252000"/>
              </a:xfrm>
            </p:grpSpPr>
            <p:cxnSp>
              <p:nvCxnSpPr>
                <p:cNvPr id="82" name="直線コネクタ 31">
                  <a:extLst>
                    <a:ext uri="{FF2B5EF4-FFF2-40B4-BE49-F238E27FC236}">
                      <ns2:creationId id="{8D0DBD50-1B5F-6D71-EE80-C35EB0BA26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32728" y="2879430"/>
                  <a:ext cx="11982597" cy="0"/>
                </a:xfrm>
                <a:prstGeom prst="line">
                  <a:avLst/>
                </a:prstGeom>
                <a:ln w="9525">
                  <a:solidFill>
                    <a:schemeClr val="tx1">
                      <a:alpha val="8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3" name="円/楕円 32">
                  <a:extLst>
                    <a:ext uri="{FF2B5EF4-FFF2-40B4-BE49-F238E27FC236}">
                      <ns2:creationId id="{61509330-E13A-AE04-7A1E-2E41E6290D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898028" y="2753430"/>
                  <a:ext cx="252000" cy="2520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sz="1000"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  <p:pic>
              <p:nvPicPr>
                <p:cNvPr id="84" name="グラフィックス 111" descr="キャレットを下へ 枠線">
                  <a:extLst>
                    <a:ext uri="{FF2B5EF4-FFF2-40B4-BE49-F238E27FC236}">
                      <ns2:creationId id="{C0B710E5-F1B0-013A-54A2-93368B82F8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898028" y="2753430"/>
                  <a:ext cx="252000" cy="252000"/>
                </a:xfrm>
                <a:prstGeom prst="rect">
                  <a:avLst/>
                </a:prstGeom>
              </p:spPr>
            </p:pic>
          </p:grpSp>
          <p:sp>
            <p:nvSpPr>
              <p:cNvPr id="86" name="正方形/長方形 62">
                <a:extLst>
                  <a:ext uri="{FF2B5EF4-FFF2-40B4-BE49-F238E27FC236}">
                    <ns2:creationId id="{580650A2-96A5-9C86-8064-59E690B2A2B1}"/>
                  </a:ext>
                </a:extLst>
              </p:cNvPr>
              <p:cNvSpPr/>
              <p:nvPr/>
            </p:nvSpPr>
            <p:spPr>
              <a:xfrm>
                <a:off x="1586727" y="3410757"/>
                <a:ext cx="10270311" cy="24838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2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7" name="正方形/長方形 62">
                <a:extLst>
                  <a:ext uri="{FF2B5EF4-FFF2-40B4-BE49-F238E27FC236}">
                    <ns2:creationId id="{5991A942-EF11-AAA2-A9F9-9CC8993F4FC0}"/>
                  </a:ext>
                </a:extLst>
              </p:cNvPr>
              <p:cNvSpPr/>
              <p:nvPr/>
            </p:nvSpPr>
            <p:spPr>
              <a:xfrm>
                <a:off x="1762189" y="3731142"/>
                <a:ext cx="4903425" cy="795602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8" name="正方形/長方形 62">
                <a:extLst>
                  <a:ext uri="{FF2B5EF4-FFF2-40B4-BE49-F238E27FC236}">
                    <ns2:creationId id="{03A457EA-BBE8-20B4-3279-3DA3CF407A59}"/>
                  </a:ext>
                </a:extLst>
              </p:cNvPr>
              <p:cNvSpPr/>
              <p:nvPr/>
            </p:nvSpPr>
            <p:spPr>
              <a:xfrm>
                <a:off x="6953614" y="3731142"/>
                <a:ext cx="4903425" cy="795602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9" name="正方形/長方形 62">
                <a:extLst>
                  <a:ext uri="{FF2B5EF4-FFF2-40B4-BE49-F238E27FC236}">
                    <ns2:creationId id="{C556B661-ED78-B16B-1F50-D27EB85F52A9}"/>
                  </a:ext>
                </a:extLst>
              </p:cNvPr>
              <p:cNvSpPr/>
              <p:nvPr/>
            </p:nvSpPr>
            <p:spPr>
              <a:xfrm>
                <a:off x="1586727" y="4598743"/>
                <a:ext cx="3399437" cy="242247"/>
              </a:xfrm>
              <a:prstGeom prst="homePlate">
                <a:avLst>
                  <a:gd name="adj" fmla="val 13397"/>
                </a:avLst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1</a:t>
                </a:r>
              </a:p>
            </p:txBody>
          </p:sp>
          <p:sp>
            <p:nvSpPr>
              <p:cNvPr id="90" name="正方形/長方形 62">
                <a:extLst>
                  <a:ext uri="{FF2B5EF4-FFF2-40B4-BE49-F238E27FC236}">
                    <ns2:creationId id="{A7E35D6D-CBAE-3A02-BE1B-4A90407620FD}"/>
                  </a:ext>
                </a:extLst>
              </p:cNvPr>
              <p:cNvSpPr/>
              <p:nvPr/>
            </p:nvSpPr>
            <p:spPr>
              <a:xfrm>
                <a:off x="5022164" y="4598743"/>
                <a:ext cx="3399437" cy="242247"/>
              </a:xfrm>
              <a:prstGeom prst="chevron">
                <a:avLst>
                  <a:gd name="adj" fmla="val 13397"/>
                </a:avLst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2</a:t>
                </a:r>
              </a:p>
            </p:txBody>
          </p:sp>
          <p:sp>
            <p:nvSpPr>
              <p:cNvPr id="91" name="正方形/長方形 62">
                <a:extLst>
                  <a:ext uri="{FF2B5EF4-FFF2-40B4-BE49-F238E27FC236}">
                    <ns2:creationId id="{B7776486-D71D-E11C-46F8-24F18DB1A94C}"/>
                  </a:ext>
                </a:extLst>
              </p:cNvPr>
              <p:cNvSpPr/>
              <p:nvPr/>
            </p:nvSpPr>
            <p:spPr>
              <a:xfrm>
                <a:off x="8457602" y="4598743"/>
                <a:ext cx="3399437" cy="242247"/>
              </a:xfrm>
              <a:prstGeom prst="chevron">
                <a:avLst>
                  <a:gd name="adj" fmla="val 13397"/>
                </a:avLst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3</a:t>
                </a:r>
              </a:p>
            </p:txBody>
          </p:sp>
          <p:sp>
            <p:nvSpPr>
              <p:cNvPr id="92" name="正方形/長方形 62">
                <a:extLst>
                  <a:ext uri="{FF2B5EF4-FFF2-40B4-BE49-F238E27FC236}">
                    <ns2:creationId id="{57363B4F-AFA5-CD5D-D497-5C0D15C0982D}"/>
                  </a:ext>
                </a:extLst>
              </p:cNvPr>
              <p:cNvSpPr/>
              <p:nvPr/>
            </p:nvSpPr>
            <p:spPr>
              <a:xfrm>
                <a:off x="1586727" y="4883955"/>
                <a:ext cx="3399437" cy="14247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3" name="正方形/長方形 62">
                <a:extLst>
                  <a:ext uri="{FF2B5EF4-FFF2-40B4-BE49-F238E27FC236}">
                    <ns2:creationId id="{C431563D-9264-0370-91CC-DEC56CEC51C5}"/>
                  </a:ext>
                </a:extLst>
              </p:cNvPr>
              <p:cNvSpPr/>
              <p:nvPr/>
            </p:nvSpPr>
            <p:spPr>
              <a:xfrm>
                <a:off x="5022164" y="4883955"/>
                <a:ext cx="3399437" cy="14247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ja-JP" altLang="en-US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 </a:t>
                </a:r>
                <a:br>
                  <a:rPr lang="en-US" altLang="ja-JP" sz="1200">
                    <a:solidFill>
                      <a:schemeClr val="accent5"/>
                    </a:solidFill>
                    <a:latin typeface="Meiryo UI"/>
                    <a:ea typeface="Meiryo UI"/>
                  </a:rPr>
                </a:br>
                <a:r>
                  <a:rPr lang="en-US" altLang="ja-JP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5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94" name="正方形/長方形 62">
                <a:extLst>
                  <a:ext uri="{FF2B5EF4-FFF2-40B4-BE49-F238E27FC236}">
                    <ns2:creationId id="{11043CCB-1095-F1AC-5088-81C908DA8E79}"/>
                  </a:ext>
                </a:extLst>
              </p:cNvPr>
              <p:cNvSpPr/>
              <p:nvPr/>
            </p:nvSpPr>
            <p:spPr>
              <a:xfrm>
                <a:off x="8457602" y="4883955"/>
                <a:ext cx="3399437" cy="14247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36000" rtlCol="0" anchor="t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1200">
                    <a:solidFill>
                      <a:schemeClr val="accent5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88900" marR="0" lvl="0" indent="-889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2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97" name="直線コネクタ 31">
                <a:extLst>
                  <a:ext uri="{FF2B5EF4-FFF2-40B4-BE49-F238E27FC236}">
                    <ns2:creationId id="{2F682155-6802-4454-41D8-845464BF9C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6727" y="4562744"/>
                <a:ext cx="10270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31">
                <a:extLst>
                  <a:ext uri="{FF2B5EF4-FFF2-40B4-BE49-F238E27FC236}">
                    <ns2:creationId id="{ED377852-8B9E-75D5-87B7-894A8CA51F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6727" y="3374756"/>
                <a:ext cx="10270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background">
                <a:extLst>
                  <a:ext uri="{FF2B5EF4-FFF2-40B4-BE49-F238E27FC236}">
                    <ns2:creationId id="{0C909387-F687-5728-52C3-EDEE16D37CC8}"/>
                  </a:ext>
                </a:extLst>
              </p:cNvPr>
              <p:cNvSpPr>
                <a:spLocks noChangeAspect="1"/>
              </p:cNvSpPr>
              <p:nvPr>
                <p:custDataLst>
                  <p:tags r:id="rId1"/>
                </p:custDataLst>
              </p:nvPr>
            </p:nvSpPr>
            <p:spPr>
              <a:xfrm>
                <a:off x="1685989" y="3651132"/>
                <a:ext cx="252000" cy="252000"/>
              </a:xfrm>
              <a:prstGeom prst="ellipse">
                <a:avLst/>
              </a:prstGeom>
              <a:solidFill>
                <a:schemeClr val="accent5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ja-JP" altLang="en-US" sz="12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02" name="background">
                <a:extLst>
                  <a:ext uri="{FF2B5EF4-FFF2-40B4-BE49-F238E27FC236}">
                    <ns2:creationId id="{D3C8A454-4F85-5165-808B-E2A17D5F2CF1}"/>
                  </a:ext>
                </a:extLst>
              </p:cNvPr>
              <p:cNvSpPr>
                <a:spLocks noChangeAspec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6877414" y="3651132"/>
                <a:ext cx="252000" cy="252000"/>
              </a:xfrm>
              <a:prstGeom prst="ellipse">
                <a:avLst/>
              </a:prstGeom>
              <a:solidFill>
                <a:schemeClr val="accent5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3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ja-JP" altLang="en-US" sz="13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08" name="グラフィックス 107" descr="電球と鉛筆 単色塗りつぶし">
                <a:extLst>
                  <a:ext uri="{FF2B5EF4-FFF2-40B4-BE49-F238E27FC236}">
                    <ns2:creationId id="{8AC59A66-64E3-9B78-06D3-FCEF8F4677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727697" y="2991689"/>
                <a:ext cx="324000" cy="324000"/>
              </a:xfrm>
              <a:prstGeom prst="rect">
                <a:avLst/>
              </a:prstGeom>
            </p:spPr>
          </p:pic>
        </p:grpSp>
        <p:pic>
          <p:nvPicPr>
            <p:cNvPr id="5" name="Graphic 4" descr="Postit Notes with solid fill">
              <a:extLst>
                <a:ext uri="{FF2B5EF4-FFF2-40B4-BE49-F238E27FC236}">
                  <ns2:creationId id="{F901D6C6-7F66-9AD8-B570-84F698A74A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609080" y="1759335"/>
              <a:ext cx="612000" cy="612000"/>
            </a:xfrm>
            <a:prstGeom prst="rect">
              <a:avLst/>
            </a:prstGeom>
          </p:spPr>
        </p:pic>
        <p:pic>
          <p:nvPicPr>
            <p:cNvPr id="6" name="Graphic 5" descr="Bullseye with solid fill">
              <a:extLst>
                <a:ext uri="{FF2B5EF4-FFF2-40B4-BE49-F238E27FC236}">
                  <ns2:creationId id="{3916569E-CEDC-CFDB-A7B6-0C4A49EAE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609080" y="3410756"/>
              <a:ext cx="612000" cy="612000"/>
            </a:xfrm>
            <a:prstGeom prst="rect">
              <a:avLst/>
            </a:prstGeom>
          </p:spPr>
        </p:pic>
        <p:pic>
          <p:nvPicPr>
            <p:cNvPr id="7" name="Graphic 6" descr="Blueprint with solid fill">
              <a:extLst>
                <a:ext uri="{FF2B5EF4-FFF2-40B4-BE49-F238E27FC236}">
                  <ns2:creationId id="{28ED4715-26EA-F1FE-1C42-EF23FF0F7D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609080" y="4892719"/>
              <a:ext cx="612000" cy="612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108886449"/>
      </p:ext>
    </p:extLst>
  </p:cSld>
  <p:clrMapOvr>
    <a:masterClrMapping/>
  </p:clrMapOvr>
</p:sld>
</file>

<file path=ppt/slides/slide3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A223115-B5A8-0F0C-EACE-8E74CDCB8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AI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C58A748-AC83-7411-E4AA-C48DE796D2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/>
              <a:t>XX</a:t>
            </a:r>
            <a:endParaRPr lang="ja-JP" altLang="en-US"/>
          </a:p>
        </p:txBody>
      </p:sp>
      <p:grpSp>
        <p:nvGrpSpPr>
          <p:cNvPr id="74" name="グループ化 73">
            <a:extLst>
              <a:ext uri="{FF2B5EF4-FFF2-40B4-BE49-F238E27FC236}">
                <ns2:creationId id="{65528874-6368-4F82-A18B-A81A63595213}"/>
              </a:ext>
            </a:extLst>
          </p:cNvPr>
          <p:cNvGrpSpPr/>
          <p:nvPr/>
        </p:nvGrpSpPr>
        <p:grpSpPr>
          <a:xfrm>
            <a:off x="4626499" y="1215427"/>
            <a:ext cx="2186480" cy="360000"/>
            <a:chOff x="5056451" y="1215427"/>
            <a:chExt cx="2186480" cy="360000"/>
          </a:xfrm>
        </p:grpSpPr>
        <p:sp>
          <p:nvSpPr>
            <p:cNvPr id="64" name="正方形/長方形 62">
              <a:extLst>
                <a:ext uri="{FF2B5EF4-FFF2-40B4-BE49-F238E27FC236}">
                  <ns2:creationId id="{19DA9695-63A1-E8F4-AD33-9E44AA447A10}"/>
                </a:ext>
              </a:extLst>
            </p:cNvPr>
            <p:cNvSpPr/>
            <p:nvPr/>
          </p:nvSpPr>
          <p:spPr>
            <a:xfrm>
              <a:off x="5056451" y="1215427"/>
              <a:ext cx="1087184" cy="360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71" name="正方形/長方形 62">
              <a:extLst>
                <a:ext uri="{FF2B5EF4-FFF2-40B4-BE49-F238E27FC236}">
                  <ns2:creationId id="{DFA4FFD6-A1F2-F735-932B-286B05E43B97}"/>
                </a:ext>
              </a:extLst>
            </p:cNvPr>
            <p:cNvSpPr/>
            <p:nvPr/>
          </p:nvSpPr>
          <p:spPr>
            <a:xfrm>
              <a:off x="6155747" y="1215427"/>
              <a:ext cx="1087184" cy="36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3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76" name="グループ化 75">
            <a:extLst>
              <a:ext uri="{FF2B5EF4-FFF2-40B4-BE49-F238E27FC236}">
                <ns2:creationId id="{FF2AD985-F089-39F9-23FC-65FFF8330E72}"/>
              </a:ext>
            </a:extLst>
          </p:cNvPr>
          <p:cNvGrpSpPr/>
          <p:nvPr/>
        </p:nvGrpSpPr>
        <p:grpSpPr>
          <a:xfrm>
            <a:off x="7107393" y="1215427"/>
            <a:ext cx="2255380" cy="360000"/>
            <a:chOff x="7138814" y="1215427"/>
            <a:chExt cx="2255380" cy="360000"/>
          </a:xfrm>
        </p:grpSpPr>
        <p:sp>
          <p:nvSpPr>
            <p:cNvPr id="65" name="正方形/長方形 62">
              <a:extLst>
                <a:ext uri="{FF2B5EF4-FFF2-40B4-BE49-F238E27FC236}">
                  <ns2:creationId id="{158622F0-61F0-3323-4085-4E5DDB277194}"/>
                </a:ext>
              </a:extLst>
            </p:cNvPr>
            <p:cNvSpPr/>
            <p:nvPr/>
          </p:nvSpPr>
          <p:spPr>
            <a:xfrm>
              <a:off x="7138814" y="1215427"/>
              <a:ext cx="1087184" cy="36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72" name="正方形/長方形 62">
              <a:extLst>
                <a:ext uri="{FF2B5EF4-FFF2-40B4-BE49-F238E27FC236}">
                  <ns2:creationId id="{5D2C4ED6-1335-0A48-969B-8E91BCD32701}"/>
                </a:ext>
              </a:extLst>
            </p:cNvPr>
            <p:cNvSpPr/>
            <p:nvPr/>
          </p:nvSpPr>
          <p:spPr>
            <a:xfrm>
              <a:off x="8244165" y="1215427"/>
              <a:ext cx="1150029" cy="36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  <a:p>
              <a:pPr>
                <a:defRPr/>
              </a:pPr>
              <a:r>
                <a:rPr lang="ja-JP" altLang="ja-JP" sz="1000">
                  <a:solidFill>
                    <a:srgbClr val="1F1F1F"/>
                  </a:solidFill>
                  <a:latin typeface="Google Sans Text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75" name="グループ化 74">
            <a:extLst>
              <a:ext uri="{FF2B5EF4-FFF2-40B4-BE49-F238E27FC236}">
                <ns2:creationId id="{FFA151AC-8524-F96D-A9BC-0F3C4E8DA86C}"/>
              </a:ext>
            </a:extLst>
          </p:cNvPr>
          <p:cNvGrpSpPr/>
          <p:nvPr/>
        </p:nvGrpSpPr>
        <p:grpSpPr>
          <a:xfrm>
            <a:off x="9657187" y="1215427"/>
            <a:ext cx="2186481" cy="360000"/>
            <a:chOff x="9657187" y="1215427"/>
            <a:chExt cx="2186481" cy="360000"/>
          </a:xfrm>
        </p:grpSpPr>
        <p:sp>
          <p:nvSpPr>
            <p:cNvPr id="66" name="正方形/長方形 62">
              <a:extLst>
                <a:ext uri="{FF2B5EF4-FFF2-40B4-BE49-F238E27FC236}">
                  <ns2:creationId id="{9F62FB1D-F9A1-E362-CD4D-AF49DE547917}"/>
                </a:ext>
              </a:extLst>
            </p:cNvPr>
            <p:cNvSpPr/>
            <p:nvPr/>
          </p:nvSpPr>
          <p:spPr>
            <a:xfrm>
              <a:off x="9657187" y="1215427"/>
              <a:ext cx="1087184" cy="360000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73" name="正方形/長方形 62">
              <a:extLst>
                <a:ext uri="{FF2B5EF4-FFF2-40B4-BE49-F238E27FC236}">
                  <ns2:creationId id="{9F40E247-A042-0EAB-2ABC-693B64B030FE}"/>
                </a:ext>
              </a:extLst>
            </p:cNvPr>
            <p:cNvSpPr/>
            <p:nvPr/>
          </p:nvSpPr>
          <p:spPr>
            <a:xfrm>
              <a:off x="10756484" y="1215427"/>
              <a:ext cx="1087184" cy="36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de-DE" altLang="ja-JP" sz="100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de-DE" altLang="ja-JP" sz="1000">
                  <a:solidFill>
                    <a:srgbClr val="008D2E"/>
                  </a:solidFill>
                  <a:latin typeface="Meiryo UI"/>
                  <a:ea typeface="Meiryo UI"/>
                </a:rPr>
                <a:t>)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205" name="グループ化 204">
            <a:extLst>
              <a:ext uri="{FF2B5EF4-FFF2-40B4-BE49-F238E27FC236}">
                <ns2:creationId id="{02645EDE-43C5-711E-79A8-FAC3736A3D71}"/>
              </a:ext>
            </a:extLst>
          </p:cNvPr>
          <p:cNvGrpSpPr/>
          <p:nvPr/>
        </p:nvGrpSpPr>
        <p:grpSpPr>
          <a:xfrm>
            <a:off x="334964" y="1628773"/>
            <a:ext cx="11529555" cy="4679952"/>
            <a:chOff x="334964" y="1628773"/>
            <a:chExt cx="11529555" cy="4679952"/>
          </a:xfrm>
        </p:grpSpPr>
        <p:sp>
          <p:nvSpPr>
            <p:cNvPr id="79" name="正方形/長方形 62">
              <a:extLst>
                <a:ext uri="{FF2B5EF4-FFF2-40B4-BE49-F238E27FC236}">
                  <ns2:creationId id="{47C22444-74A7-DEEB-4FCF-E527236D3EAB}"/>
                </a:ext>
              </a:extLst>
            </p:cNvPr>
            <p:cNvSpPr/>
            <p:nvPr/>
          </p:nvSpPr>
          <p:spPr>
            <a:xfrm>
              <a:off x="1993485" y="2117208"/>
              <a:ext cx="3231522" cy="228826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t" anchorCtr="0"/>
            <a:lstStyle/>
            <a:p>
              <a:pPr algn="ctr">
                <a:defRPr/>
              </a:pP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en-US" altLang="ja-JP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10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96A74875-B911-4D63-DB73-4739B5225F5D}"/>
                </a:ext>
              </a:extLst>
            </p:cNvPr>
            <p:cNvSpPr/>
            <p:nvPr/>
          </p:nvSpPr>
          <p:spPr>
            <a:xfrm>
              <a:off x="342445" y="1628773"/>
              <a:ext cx="1615154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7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46" name="正方形/長方形 62">
              <a:extLst>
                <a:ext uri="{FF2B5EF4-FFF2-40B4-BE49-F238E27FC236}">
                  <ns2:creationId id="{EB3D66DB-7577-25C5-878A-3A34257A71BF}"/>
                </a:ext>
              </a:extLst>
            </p:cNvPr>
            <p:cNvSpPr/>
            <p:nvPr/>
          </p:nvSpPr>
          <p:spPr>
            <a:xfrm>
              <a:off x="334964" y="2117208"/>
              <a:ext cx="1594328" cy="2556489"/>
            </a:xfrm>
            <a:prstGeom prst="rect">
              <a:avLst/>
            </a:prstGeom>
            <a:solidFill>
              <a:schemeClr val="bg1">
                <a:alpha val="10000"/>
              </a:schemeClr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36000" rIns="0" bIns="36000" rtlCol="0" anchor="t" anchorCtr="0"/>
            <a:lstStyle/>
            <a:p>
              <a:pPr algn="ctr">
                <a:buClr>
                  <a:schemeClr val="accent5"/>
                </a:buClr>
                <a:defRPr/>
              </a:pPr>
              <a:r>
                <a:rPr lang="en-GB" altLang="ja-JP" sz="11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100">
                  <a:solidFill>
                    <a:schemeClr val="accent5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62">
              <a:extLst>
                <a:ext uri="{FF2B5EF4-FFF2-40B4-BE49-F238E27FC236}">
                  <ns2:creationId id="{A838DC0B-8593-9934-2B02-70BDE14B6F2B}"/>
                </a:ext>
              </a:extLst>
            </p:cNvPr>
            <p:cNvSpPr/>
            <p:nvPr/>
          </p:nvSpPr>
          <p:spPr>
            <a:xfrm>
              <a:off x="434946" y="2361696"/>
              <a:ext cx="1430152" cy="222557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R="0" lvl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de-DE" altLang="ja-JP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de-DE" altLang="ja-JP" sz="11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62" name="正方形/長方形 62">
              <a:extLst>
                <a:ext uri="{FF2B5EF4-FFF2-40B4-BE49-F238E27FC236}">
                  <ns2:creationId id="{689F2F53-E7BB-4519-14A3-82F573E6F1CD}"/>
                </a:ext>
              </a:extLst>
            </p:cNvPr>
            <p:cNvSpPr/>
            <p:nvPr/>
          </p:nvSpPr>
          <p:spPr>
            <a:xfrm>
              <a:off x="468856" y="3613059"/>
              <a:ext cx="1326543" cy="871664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de-DE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de-DE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0" name="正方形/長方形 62">
              <a:extLst>
                <a:ext uri="{FF2B5EF4-FFF2-40B4-BE49-F238E27FC236}">
                  <ns2:creationId id="{211F41DB-5D58-7AB5-4EED-9ABB683C6348}"/>
                </a:ext>
              </a:extLst>
            </p:cNvPr>
            <p:cNvSpPr/>
            <p:nvPr/>
          </p:nvSpPr>
          <p:spPr>
            <a:xfrm>
              <a:off x="2041239" y="2361695"/>
              <a:ext cx="1549177" cy="19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</a:p>
          </p:txBody>
        </p:sp>
        <p:sp>
          <p:nvSpPr>
            <p:cNvPr id="81" name="正方形/長方形 62">
              <a:extLst>
                <a:ext uri="{FF2B5EF4-FFF2-40B4-BE49-F238E27FC236}">
                  <ns2:creationId id="{6724105E-6E11-5C83-8286-135FFA1F0CC5}"/>
                </a:ext>
              </a:extLst>
            </p:cNvPr>
            <p:cNvSpPr/>
            <p:nvPr/>
          </p:nvSpPr>
          <p:spPr>
            <a:xfrm>
              <a:off x="2113827" y="3794453"/>
              <a:ext cx="1404000" cy="518400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10" name="正方形/長方形 62">
              <a:extLst>
                <a:ext uri="{FF2B5EF4-FFF2-40B4-BE49-F238E27FC236}">
                  <ns2:creationId id="{D8A4039E-13AD-CA0A-69E7-2418E8F99416}"/>
                </a:ext>
              </a:extLst>
            </p:cNvPr>
            <p:cNvSpPr/>
            <p:nvPr/>
          </p:nvSpPr>
          <p:spPr>
            <a:xfrm>
              <a:off x="3638292" y="2361695"/>
              <a:ext cx="1549177" cy="19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1050">
                  <a:solidFill>
                    <a:schemeClr val="accent5"/>
                  </a:solidFill>
                  <a:latin typeface="Meiryo UI"/>
                  <a:ea typeface="Meiryo UI"/>
                </a:rPr>
                <a:t>    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11" name="正方形/長方形 62">
              <a:extLst>
                <a:ext uri="{FF2B5EF4-FFF2-40B4-BE49-F238E27FC236}">
                  <ns2:creationId id="{758E3B66-9DF2-12E0-4498-89056BB93282}"/>
                </a:ext>
              </a:extLst>
            </p:cNvPr>
            <p:cNvSpPr/>
            <p:nvPr/>
          </p:nvSpPr>
          <p:spPr>
            <a:xfrm>
              <a:off x="3710880" y="3795222"/>
              <a:ext cx="1404000" cy="516863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lang="en-GB" altLang="ja-JP" sz="105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1050">
                  <a:solidFill>
                    <a:srgbClr val="008D2E"/>
                  </a:solidFill>
                  <a:latin typeface="Meiryo UI"/>
                  <a:ea typeface="Meiryo UI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66" name="正方形/長方形 62">
              <a:extLst>
                <a:ext uri="{FF2B5EF4-FFF2-40B4-BE49-F238E27FC236}">
                  <ns2:creationId id="{6692315C-12E6-8B63-AD94-763F621F3A08}"/>
                </a:ext>
              </a:extLst>
            </p:cNvPr>
            <p:cNvSpPr/>
            <p:nvPr/>
          </p:nvSpPr>
          <p:spPr>
            <a:xfrm>
              <a:off x="1993599" y="1628773"/>
              <a:ext cx="3266307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>
                  <a:solidFill>
                    <a:schemeClr val="accent5"/>
                  </a:solidFill>
                  <a:latin typeface="Meiryo UI"/>
                  <a:ea typeface="Meiryo UI"/>
                </a:rPr>
                <a:t>8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68" name="正方形/長方形 62">
              <a:extLst>
                <a:ext uri="{FF2B5EF4-FFF2-40B4-BE49-F238E27FC236}">
                  <ns2:creationId id="{13FB18A9-B497-8B7C-2030-4767D8181424}"/>
                </a:ext>
              </a:extLst>
            </p:cNvPr>
            <p:cNvSpPr/>
            <p:nvPr/>
          </p:nvSpPr>
          <p:spPr>
            <a:xfrm>
              <a:off x="5295906" y="1628773"/>
              <a:ext cx="3266307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>
                  <a:solidFill>
                    <a:schemeClr val="accent5"/>
                  </a:solidFill>
                  <a:latin typeface="Meiryo UI"/>
                  <a:ea typeface="Meiryo UI"/>
                </a:rPr>
                <a:t>9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0" name="正方形/長方形 62">
              <a:extLst>
                <a:ext uri="{FF2B5EF4-FFF2-40B4-BE49-F238E27FC236}">
                  <ns2:creationId id="{84DCC58F-2CF2-E03E-7B72-FFD22468A468}"/>
                </a:ext>
              </a:extLst>
            </p:cNvPr>
            <p:cNvSpPr/>
            <p:nvPr/>
          </p:nvSpPr>
          <p:spPr>
            <a:xfrm>
              <a:off x="8598212" y="1628773"/>
              <a:ext cx="3266307" cy="241201"/>
            </a:xfrm>
            <a:prstGeom prst="homePlate">
              <a:avLst>
                <a:gd name="adj" fmla="val 13397"/>
              </a:avLst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400">
                  <a:solidFill>
                    <a:schemeClr val="accent5"/>
                  </a:solidFill>
                  <a:latin typeface="Meiryo UI"/>
                  <a:ea typeface="Meiryo UI"/>
                </a:rPr>
                <a:t>10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73" name="正方形/長方形 62">
              <a:extLst>
                <a:ext uri="{FF2B5EF4-FFF2-40B4-BE49-F238E27FC236}">
                  <ns2:creationId id="{6AC188A1-D7CC-B874-0FC7-1C4CF0133A77}"/>
                </a:ext>
              </a:extLst>
            </p:cNvPr>
            <p:cNvSpPr/>
            <p:nvPr/>
          </p:nvSpPr>
          <p:spPr>
            <a:xfrm>
              <a:off x="2306176" y="1897150"/>
              <a:ext cx="972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78" name="正方形/長方形 62">
              <a:extLst>
                <a:ext uri="{FF2B5EF4-FFF2-40B4-BE49-F238E27FC236}">
                  <ns2:creationId id="{79051A82-550F-E284-3CFF-9337A7460A07}"/>
                </a:ext>
              </a:extLst>
            </p:cNvPr>
            <p:cNvSpPr/>
            <p:nvPr/>
          </p:nvSpPr>
          <p:spPr>
            <a:xfrm>
              <a:off x="3939328" y="1897150"/>
              <a:ext cx="1044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85" name="正方形/長方形 62">
              <a:extLst>
                <a:ext uri="{FF2B5EF4-FFF2-40B4-BE49-F238E27FC236}">
                  <ns2:creationId id="{3C2B0DE3-3496-8B50-BB5D-FC5B101ACCBB}"/>
                </a:ext>
              </a:extLst>
            </p:cNvPr>
            <p:cNvSpPr/>
            <p:nvPr/>
          </p:nvSpPr>
          <p:spPr>
            <a:xfrm>
              <a:off x="826022" y="1897150"/>
              <a:ext cx="648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86" name="正方形/長方形 62">
              <a:extLst>
                <a:ext uri="{FF2B5EF4-FFF2-40B4-BE49-F238E27FC236}">
                  <ns2:creationId id="{0326EB58-C36B-28F9-03C4-C1282CDAE767}"/>
                </a:ext>
              </a:extLst>
            </p:cNvPr>
            <p:cNvSpPr/>
            <p:nvPr/>
          </p:nvSpPr>
          <p:spPr>
            <a:xfrm>
              <a:off x="1993484" y="4475947"/>
              <a:ext cx="1620000" cy="183277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t" anchorCtr="0"/>
            <a:lstStyle/>
            <a:p>
              <a:pPr marL="180975" indent="-180975">
                <a:defRPr/>
              </a:pPr>
              <a:r>
                <a:rPr lang="en-GB" altLang="ja-JP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br>
                <a:rPr lang="en-US" altLang="ja-JP" sz="1050">
                  <a:solidFill>
                    <a:schemeClr val="accent5"/>
                  </a:solidFill>
                  <a:latin typeface="+mn-ea"/>
                </a:rPr>
              </a:b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50">
                  <a:solidFill>
                    <a:schemeClr val="accent5"/>
                  </a:solidFill>
                  <a:latin typeface="+mn-ea"/>
                </a:rPr>
                <a:t> (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5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05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187" name="正方形/長方形 62">
              <a:extLst>
                <a:ext uri="{FF2B5EF4-FFF2-40B4-BE49-F238E27FC236}">
                  <ns2:creationId id="{9474219D-E96B-39BE-6FF9-A36F2D27B5AC}"/>
                </a:ext>
              </a:extLst>
            </p:cNvPr>
            <p:cNvSpPr/>
            <p:nvPr/>
          </p:nvSpPr>
          <p:spPr>
            <a:xfrm>
              <a:off x="2036131" y="5038472"/>
              <a:ext cx="1548000" cy="12283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ja-JP" altLang="en-US" sz="800">
                  <a:solidFill>
                    <a:schemeClr val="accent5"/>
                  </a:solidFill>
                  <a:latin typeface="Meiryo UI"/>
                  <a:ea typeface="Meiryo UI"/>
                </a:rPr>
                <a:t> </a:t>
              </a:r>
              <a:r>
                <a:rPr lang="en-GB" altLang="ja-JP" sz="800">
                  <a:solidFill>
                    <a:schemeClr val="accent5"/>
                  </a:solidFill>
                  <a:latin typeface="Meiryo UI"/>
                  <a:ea typeface="Meiryo UI"/>
                </a:rPr>
                <a:t>: 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       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800">
                  <a:solidFill>
                    <a:schemeClr val="tx1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800">
                  <a:solidFill>
                    <a:schemeClr val="tx1"/>
                  </a:solidFill>
                  <a:latin typeface="Meiryo UI"/>
                  <a:ea typeface="Meiryo UI"/>
                </a:rPr>
                <a:t>) </a:t>
              </a:r>
              <a:r>
                <a: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88" name="正方形/長方形 62">
              <a:extLst>
                <a:ext uri="{FF2B5EF4-FFF2-40B4-BE49-F238E27FC236}">
                  <ns2:creationId id="{86B7BD3A-1510-07F4-FEA2-10CD2FED4366}"/>
                </a:ext>
              </a:extLst>
            </p:cNvPr>
            <p:cNvSpPr/>
            <p:nvPr/>
          </p:nvSpPr>
          <p:spPr>
            <a:xfrm>
              <a:off x="2113827" y="5893980"/>
              <a:ext cx="1404000" cy="324749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1" name="正方形/長方形 62">
              <a:extLst>
                <a:ext uri="{FF2B5EF4-FFF2-40B4-BE49-F238E27FC236}">
                  <ns2:creationId id="{1529BBE3-FF05-3957-4168-99C389D03909}"/>
                </a:ext>
              </a:extLst>
            </p:cNvPr>
            <p:cNvSpPr/>
            <p:nvPr/>
          </p:nvSpPr>
          <p:spPr>
            <a:xfrm>
              <a:off x="5298432" y="2117208"/>
              <a:ext cx="3231522" cy="255649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t" anchorCtr="0"/>
            <a:lstStyle/>
            <a:p>
              <a:pPr algn="ctr">
                <a:defRPr/>
              </a:pPr>
              <a:r>
                <a:rPr lang="en-US" altLang="ja-JP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ja-JP" altLang="en-US" sz="105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schemeClr val="accent5"/>
                  </a:solidFill>
                  <a:latin typeface="+mn-ea"/>
                </a:rPr>
                <a:t>)</a:t>
              </a:r>
            </a:p>
          </p:txBody>
        </p:sp>
        <p:sp>
          <p:nvSpPr>
            <p:cNvPr id="192" name="正方形/長方形 62">
              <a:extLst>
                <a:ext uri="{FF2B5EF4-FFF2-40B4-BE49-F238E27FC236}">
                  <ns2:creationId id="{89F36DB8-2E7E-EC7D-61FE-E47B22676CA5}"/>
                </a:ext>
              </a:extLst>
            </p:cNvPr>
            <p:cNvSpPr/>
            <p:nvPr/>
          </p:nvSpPr>
          <p:spPr>
            <a:xfrm>
              <a:off x="5346186" y="2361695"/>
              <a:ext cx="1549177" cy="222557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lang="en-GB" altLang="ja-JP" sz="1050">
                  <a:solidFill>
                    <a:schemeClr val="accent5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3" name="正方形/長方形 62">
              <a:extLst>
                <a:ext uri="{FF2B5EF4-FFF2-40B4-BE49-F238E27FC236}">
                  <ns2:creationId id="{11DA41A4-20D8-2047-770D-8AC6C0795F3E}"/>
                </a:ext>
              </a:extLst>
            </p:cNvPr>
            <p:cNvSpPr/>
            <p:nvPr/>
          </p:nvSpPr>
          <p:spPr>
            <a:xfrm>
              <a:off x="5418774" y="4036957"/>
              <a:ext cx="1404000" cy="518400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lang="en-GB" altLang="ja-JP" sz="120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4" name="正方形/長方形 62">
              <a:extLst>
                <a:ext uri="{FF2B5EF4-FFF2-40B4-BE49-F238E27FC236}">
                  <ns2:creationId id="{3E6462D3-F1CA-C4F8-E7AC-4B9DCCD63759}"/>
                </a:ext>
              </a:extLst>
            </p:cNvPr>
            <p:cNvSpPr/>
            <p:nvPr/>
          </p:nvSpPr>
          <p:spPr>
            <a:xfrm>
              <a:off x="6943239" y="2361695"/>
              <a:ext cx="1549177" cy="222557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5" name="正方形/長方形 62">
              <a:extLst>
                <a:ext uri="{FF2B5EF4-FFF2-40B4-BE49-F238E27FC236}">
                  <ns2:creationId id="{8405E127-830B-FF63-CF82-14F5F5FF3D16}"/>
                </a:ext>
              </a:extLst>
            </p:cNvPr>
            <p:cNvSpPr/>
            <p:nvPr/>
          </p:nvSpPr>
          <p:spPr>
            <a:xfrm>
              <a:off x="7015827" y="4037726"/>
              <a:ext cx="1404000" cy="516863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4" name="正方形/長方形 62">
              <a:extLst>
                <a:ext uri="{FF2B5EF4-FFF2-40B4-BE49-F238E27FC236}">
                  <ns2:creationId id="{4D96E98A-2410-A592-1A5B-356B494947B6}"/>
                </a:ext>
              </a:extLst>
            </p:cNvPr>
            <p:cNvSpPr/>
            <p:nvPr/>
          </p:nvSpPr>
          <p:spPr>
            <a:xfrm>
              <a:off x="5608483" y="1897150"/>
              <a:ext cx="972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77" name="正方形/長方形 62">
              <a:extLst>
                <a:ext uri="{FF2B5EF4-FFF2-40B4-BE49-F238E27FC236}">
                  <ns2:creationId id="{889851FE-DFE2-8FDD-4DDA-42A090D793B2}"/>
                </a:ext>
              </a:extLst>
            </p:cNvPr>
            <p:cNvSpPr/>
            <p:nvPr/>
          </p:nvSpPr>
          <p:spPr>
            <a:xfrm>
              <a:off x="7241636" y="1897150"/>
              <a:ext cx="1044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96" name="正方形/長方形 62">
              <a:extLst>
                <a:ext uri="{FF2B5EF4-FFF2-40B4-BE49-F238E27FC236}">
                  <ns2:creationId id="{6830C5C3-58C9-0A5F-E026-F2EC823DEDC8}"/>
                </a:ext>
              </a:extLst>
            </p:cNvPr>
            <p:cNvSpPr/>
            <p:nvPr/>
          </p:nvSpPr>
          <p:spPr>
            <a:xfrm>
              <a:off x="8598212" y="2117208"/>
              <a:ext cx="3258826" cy="419151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t" anchorCtr="0"/>
            <a:lstStyle/>
            <a:p>
              <a:pPr algn="ctr">
                <a:defRPr/>
              </a:pPr>
              <a:r>
                <a:rPr lang="en-GB" altLang="ja-JP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00">
                  <a:solidFill>
                    <a:schemeClr val="accent5"/>
                  </a:solidFill>
                  <a:latin typeface="+mn-ea"/>
                </a:rPr>
                <a:t>(</a:t>
              </a:r>
              <a:r>
                <a:rPr lang="en-US" altLang="ja-JP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ja-JP" altLang="en-US" sz="1000">
                  <a:solidFill>
                    <a:schemeClr val="accent5"/>
                  </a:solidFill>
                  <a:latin typeface="+mn-ea"/>
                </a:rPr>
                <a:t>XX</a:t>
              </a:r>
              <a:r>
                <a:rPr lang="en-GB" altLang="ja-JP" sz="1000">
                  <a:solidFill>
                    <a:schemeClr val="accent5"/>
                  </a:solidFill>
                  <a:latin typeface="+mn-ea"/>
                </a:rPr>
                <a:t>)</a:t>
              </a:r>
              <a:endParaRPr lang="ja-JP" altLang="en-US" sz="1000">
                <a:solidFill>
                  <a:schemeClr val="accent5"/>
                </a:solidFill>
                <a:latin typeface="+mn-ea"/>
              </a:endParaRPr>
            </a:p>
            <a:p>
              <a:pPr algn="ctr">
                <a:defRPr/>
              </a:pPr>
              <a:endParaRPr lang="en-US" altLang="ja-JP" sz="1000">
                <a:solidFill>
                  <a:schemeClr val="accent5"/>
                </a:solidFill>
                <a:latin typeface="+mn-ea"/>
              </a:endParaRPr>
            </a:p>
          </p:txBody>
        </p:sp>
        <p:sp>
          <p:nvSpPr>
            <p:cNvPr id="197" name="正方形/長方形 62">
              <a:extLst>
                <a:ext uri="{FF2B5EF4-FFF2-40B4-BE49-F238E27FC236}">
                  <ns2:creationId id="{A4C06FF3-717F-6D67-E861-7ED4CE650429}"/>
                </a:ext>
              </a:extLst>
            </p:cNvPr>
            <p:cNvSpPr/>
            <p:nvPr/>
          </p:nvSpPr>
          <p:spPr>
            <a:xfrm>
              <a:off x="8645966" y="2361694"/>
              <a:ext cx="1549177" cy="222935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GB" altLang="ja-JP" sz="1050">
                  <a:solidFill>
                    <a:schemeClr val="accent5"/>
                  </a:solidFill>
                  <a:latin typeface="Meiryo UI"/>
                  <a:ea typeface="Meiryo UI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2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98" name="正方形/長方形 62">
              <a:extLst>
                <a:ext uri="{FF2B5EF4-FFF2-40B4-BE49-F238E27FC236}">
                  <ns2:creationId id="{30E3FA25-2CE3-6474-B464-E5C87CA0187D}"/>
                </a:ext>
              </a:extLst>
            </p:cNvPr>
            <p:cNvSpPr/>
            <p:nvPr/>
          </p:nvSpPr>
          <p:spPr>
            <a:xfrm>
              <a:off x="8718554" y="4048891"/>
              <a:ext cx="1404000" cy="494534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lang="en-GB" altLang="ja-JP" sz="1050">
                  <a:solidFill>
                    <a:srgbClr val="008D2E"/>
                  </a:solidFill>
                  <a:latin typeface="Meiryo UI"/>
                  <a:ea typeface="Meiryo UI"/>
                </a:rPr>
                <a:t>(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9" name="正方形/長方形 62">
              <a:extLst>
                <a:ext uri="{FF2B5EF4-FFF2-40B4-BE49-F238E27FC236}">
                  <ns2:creationId id="{BEE64714-8249-1E1B-E8F8-4348A935721F}"/>
                </a:ext>
              </a:extLst>
            </p:cNvPr>
            <p:cNvSpPr/>
            <p:nvPr/>
          </p:nvSpPr>
          <p:spPr>
            <a:xfrm>
              <a:off x="10243019" y="2361694"/>
              <a:ext cx="1549177" cy="222935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>
                  <a:tab pos="266700" algn="l"/>
                </a:tabLst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00" name="正方形/長方形 62">
              <a:extLst>
                <a:ext uri="{FF2B5EF4-FFF2-40B4-BE49-F238E27FC236}">
                  <ns2:creationId id="{3F412F71-84B6-6745-9A58-448C4679A97C}"/>
                </a:ext>
              </a:extLst>
            </p:cNvPr>
            <p:cNvSpPr/>
            <p:nvPr/>
          </p:nvSpPr>
          <p:spPr>
            <a:xfrm>
              <a:off x="10315607" y="4037726"/>
              <a:ext cx="1404000" cy="516863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5" name="正方形/長方形 62">
              <a:extLst>
                <a:ext uri="{FF2B5EF4-FFF2-40B4-BE49-F238E27FC236}">
                  <ns2:creationId id="{AA73C06D-DD3D-F367-477C-4C302628FEDA}"/>
                </a:ext>
              </a:extLst>
            </p:cNvPr>
            <p:cNvSpPr/>
            <p:nvPr/>
          </p:nvSpPr>
          <p:spPr>
            <a:xfrm>
              <a:off x="8820789" y="1897150"/>
              <a:ext cx="1152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176" name="正方形/長方形 62">
              <a:extLst>
                <a:ext uri="{FF2B5EF4-FFF2-40B4-BE49-F238E27FC236}">
                  <ns2:creationId id="{AE627647-CF74-913A-5A3D-8B0077696451}"/>
                </a:ext>
              </a:extLst>
            </p:cNvPr>
            <p:cNvSpPr/>
            <p:nvPr/>
          </p:nvSpPr>
          <p:spPr>
            <a:xfrm>
              <a:off x="10381942" y="1897150"/>
              <a:ext cx="1368000" cy="18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/>
                  <a:ea typeface="Meiryo UI"/>
                </a:rPr>
                <a:t>XX</a:t>
              </a:r>
            </a:p>
          </p:txBody>
        </p:sp>
        <p:sp>
          <p:nvSpPr>
            <p:cNvPr id="203" name="正方形/長方形 62">
              <a:extLst>
                <a:ext uri="{FF2B5EF4-FFF2-40B4-BE49-F238E27FC236}">
                  <ns2:creationId id="{07E7EB09-B804-F09E-9C42-CEA8A59F4209}"/>
                </a:ext>
              </a:extLst>
            </p:cNvPr>
            <p:cNvSpPr/>
            <p:nvPr/>
          </p:nvSpPr>
          <p:spPr>
            <a:xfrm>
              <a:off x="8647365" y="4652964"/>
              <a:ext cx="1548000" cy="161386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 anchorCtr="0"/>
            <a:lstStyle/>
            <a:p>
              <a:pPr marL="266700" marR="0" lvl="0" indent="-2667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95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95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04" name="正方形/長方形 62">
              <a:extLst>
                <a:ext uri="{FF2B5EF4-FFF2-40B4-BE49-F238E27FC236}">
                  <ns2:creationId id="{D2047E88-85E7-2BB9-0367-A1792431B1B7}"/>
                </a:ext>
              </a:extLst>
            </p:cNvPr>
            <p:cNvSpPr/>
            <p:nvPr/>
          </p:nvSpPr>
          <p:spPr>
            <a:xfrm>
              <a:off x="8725061" y="5908269"/>
              <a:ext cx="1404000" cy="324749"/>
            </a:xfrm>
            <a:prstGeom prst="rect">
              <a:avLst/>
            </a:prstGeom>
            <a:solidFill>
              <a:srgbClr val="E5F2E5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</p:spTree>
    <p:extLst>
      <p:ext uri="{BB962C8B-B14F-4D97-AF65-F5344CB8AC3E}">
        <ns3:creationId val="1042290697"/>
      </p:ext>
    </p:extLst>
  </p:cSld>
  <p:clrMapOvr>
    <a:masterClrMapping/>
  </p:clrMapOvr>
</p:sld>
</file>

<file path=ppt/slides/slide32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37E8AE8-2B51-54D4-1801-FD3DF6A90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XX</a:t>
            </a:r>
            <a:r>
              <a:rPr lang="en-US" altLang="ja-JP"/>
              <a:t>AI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AI</a:t>
            </a:r>
            <a:r>
              <a:rPr lang="ja-JP" altLang="en-US"/>
              <a:t>XX</a:t>
            </a:r>
            <a:r>
              <a:rPr lang="en-GB" altLang="ja-JP"/>
              <a:t>(</a:t>
            </a:r>
            <a:r>
              <a:rPr lang="en-US" altLang="ja-JP"/>
              <a:t>XX</a:t>
            </a:r>
            <a:r>
              <a:rPr lang="en-GB" altLang="ja-JP"/>
              <a:t>)</a:t>
            </a:r>
            <a:r>
              <a:rPr lang="ja-JP" altLang="en-US"/>
              <a:t>XX</a:t>
            </a:r>
            <a:endParaRPr kumimoji="1" lang="ja-JP" altLang="en-US"/>
          </a:p>
        </p:txBody>
      </p:sp>
      <p:grpSp>
        <p:nvGrpSpPr>
          <p:cNvPr id="17" name="Group 16">
            <a:extLst>
              <a:ext uri="{FF2B5EF4-FFF2-40B4-BE49-F238E27FC236}">
                <ns2:creationId id="{77DCD2CF-49DC-B8AE-B0DA-1A4ED6B6FD59}"/>
              </a:ext>
            </a:extLst>
          </p:cNvPr>
          <p:cNvGrpSpPr/>
          <p:nvPr/>
        </p:nvGrpSpPr>
        <p:grpSpPr>
          <a:xfrm>
            <a:off x="342449" y="1628775"/>
            <a:ext cx="11515423" cy="4679950"/>
            <a:chOff x="342449" y="1628775"/>
            <a:chExt cx="11515423" cy="4679950"/>
          </a:xfrm>
        </p:grpSpPr>
        <p:sp>
          <p:nvSpPr>
            <p:cNvPr id="19" name="正方形/長方形 62">
              <a:extLst>
                <a:ext uri="{FF2B5EF4-FFF2-40B4-BE49-F238E27FC236}">
                  <ns2:creationId id="{F4E776D5-5271-C918-8FA5-384C671DBDFE}"/>
                </a:ext>
              </a:extLst>
            </p:cNvPr>
            <p:cNvSpPr/>
            <p:nvPr/>
          </p:nvSpPr>
          <p:spPr>
            <a:xfrm>
              <a:off x="342449" y="1628775"/>
              <a:ext cx="662439" cy="11572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43200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28" name="正方形/長方形 62">
              <a:extLst>
                <a:ext uri="{FF2B5EF4-FFF2-40B4-BE49-F238E27FC236}">
                  <ns2:creationId id="{475C580E-620E-AC1A-D89B-1924BCB03B0E}"/>
                </a:ext>
              </a:extLst>
            </p:cNvPr>
            <p:cNvSpPr/>
            <p:nvPr/>
          </p:nvSpPr>
          <p:spPr>
            <a:xfrm>
              <a:off x="1004888" y="1628775"/>
              <a:ext cx="5004857" cy="1157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180975" marR="0" lvl="0" indent="-180975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GB" altLang="ja-JP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  <a:p>
              <a:pPr marL="180975" marR="0" lvl="0" indent="-180975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GB" altLang="ja-JP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41" name="正方形/長方形 62">
              <a:extLst>
                <a:ext uri="{FF2B5EF4-FFF2-40B4-BE49-F238E27FC236}">
                  <ns2:creationId id="{DBE646CD-008A-473C-D19D-07DD2F1D7FEB}"/>
                </a:ext>
              </a:extLst>
            </p:cNvPr>
            <p:cNvSpPr/>
            <p:nvPr/>
          </p:nvSpPr>
          <p:spPr>
            <a:xfrm>
              <a:off x="342449" y="3369627"/>
              <a:ext cx="662439" cy="1582948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ns2:creationId id="{92529815-7260-14F1-F77F-72FC4C5CF9F4}"/>
                </a:ext>
              </a:extLst>
            </p:cNvPr>
            <p:cNvGrpSpPr/>
            <p:nvPr/>
          </p:nvGrpSpPr>
          <p:grpSpPr>
            <a:xfrm>
              <a:off x="1088344" y="3369626"/>
              <a:ext cx="1663200" cy="2939099"/>
              <a:chOff x="1088344" y="3369626"/>
              <a:chExt cx="1663200" cy="2939099"/>
            </a:xfrm>
          </p:grpSpPr>
          <p:sp>
            <p:nvSpPr>
              <p:cNvPr id="43" name="正方形/長方形 62">
                <a:extLst>
                  <a:ext uri="{FF2B5EF4-FFF2-40B4-BE49-F238E27FC236}">
                    <ns2:creationId id="{A0F04184-FEED-81BC-205D-9121FB0C727E}"/>
                  </a:ext>
                </a:extLst>
              </p:cNvPr>
              <p:cNvSpPr/>
              <p:nvPr/>
            </p:nvSpPr>
            <p:spPr>
              <a:xfrm>
                <a:off x="1088572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GB" altLang="ja-JP" sz="11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GB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1" name="正方形/長方形 62">
                <a:extLst>
                  <a:ext uri="{FF2B5EF4-FFF2-40B4-BE49-F238E27FC236}">
                    <ns2:creationId id="{26D30A78-22C4-B488-F150-E86053BCBD44}"/>
                  </a:ext>
                </a:extLst>
              </p:cNvPr>
              <p:cNvSpPr/>
              <p:nvPr/>
            </p:nvSpPr>
            <p:spPr>
              <a:xfrm>
                <a:off x="1173355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62" name="正方形/長方形 62">
                <a:extLst>
                  <a:ext uri="{FF2B5EF4-FFF2-40B4-BE49-F238E27FC236}">
                    <ns2:creationId id="{6FD764AA-C388-4B6A-FC6C-7C2AB5740D22}"/>
                  </a:ext>
                </a:extLst>
              </p:cNvPr>
              <p:cNvSpPr/>
              <p:nvPr/>
            </p:nvSpPr>
            <p:spPr>
              <a:xfrm>
                <a:off x="1088572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76" name="正方形/長方形 62">
                <a:extLst>
                  <a:ext uri="{FF2B5EF4-FFF2-40B4-BE49-F238E27FC236}">
                    <ns2:creationId id="{5F40807C-DD7B-7394-07AF-75E1C235E101}"/>
                  </a:ext>
                </a:extLst>
              </p:cNvPr>
              <p:cNvSpPr/>
              <p:nvPr/>
            </p:nvSpPr>
            <p:spPr>
              <a:xfrm>
                <a:off x="1088572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『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lang="de-DE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』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de-DE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』</a:t>
                </a:r>
              </a:p>
            </p:txBody>
          </p:sp>
          <p:sp>
            <p:nvSpPr>
              <p:cNvPr id="78" name="正方形/長方形 62">
                <a:extLst>
                  <a:ext uri="{FF2B5EF4-FFF2-40B4-BE49-F238E27FC236}">
                    <ns2:creationId id="{499881A6-1AEE-B06D-A591-F91118027900}"/>
                  </a:ext>
                </a:extLst>
              </p:cNvPr>
              <p:cNvSpPr/>
              <p:nvPr/>
            </p:nvSpPr>
            <p:spPr>
              <a:xfrm>
                <a:off x="1088572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de-DE" altLang="ja-JP" sz="1100">
                    <a:solidFill>
                      <a:schemeClr val="tx1"/>
                    </a:solidFill>
                    <a:latin typeface="Meiryo UI"/>
                    <a:ea typeface="Meiryo UI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82" name="直線コネクタ 81">
                <a:extLst>
                  <a:ext uri="{FF2B5EF4-FFF2-40B4-BE49-F238E27FC236}">
                    <ns2:creationId id="{A35B680A-4788-069E-866B-924C149FBB73}"/>
                  </a:ext>
                </a:extLst>
              </p:cNvPr>
              <p:cNvCxnSpPr/>
              <p:nvPr/>
            </p:nvCxnSpPr>
            <p:spPr>
              <a:xfrm>
                <a:off x="1088344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コネクタ 82">
                <a:extLst>
                  <a:ext uri="{FF2B5EF4-FFF2-40B4-BE49-F238E27FC236}">
                    <ns2:creationId id="{69807D17-DBC7-CC9A-24BC-38ADEFC00DC4}"/>
                  </a:ext>
                </a:extLst>
              </p:cNvPr>
              <p:cNvCxnSpPr/>
              <p:nvPr/>
            </p:nvCxnSpPr>
            <p:spPr>
              <a:xfrm>
                <a:off x="1088344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>
              <a:extLst>
                <a:ext uri="{FF2B5EF4-FFF2-40B4-BE49-F238E27FC236}">
                  <ns2:creationId id="{672DD514-B872-58A3-9A2C-8B6496A571DF}"/>
                </a:ext>
              </a:extLst>
            </p:cNvPr>
            <p:cNvGrpSpPr/>
            <p:nvPr/>
          </p:nvGrpSpPr>
          <p:grpSpPr>
            <a:xfrm>
              <a:off x="2823089" y="3369626"/>
              <a:ext cx="1663200" cy="2939099"/>
              <a:chOff x="2823089" y="3369626"/>
              <a:chExt cx="1663200" cy="2939099"/>
            </a:xfrm>
          </p:grpSpPr>
          <p:cxnSp>
            <p:nvCxnSpPr>
              <p:cNvPr id="31" name="直線コネクタ 30">
                <a:extLst>
                  <a:ext uri="{FF2B5EF4-FFF2-40B4-BE49-F238E27FC236}">
                    <ns2:creationId id="{D88B2436-13FC-A112-5766-A3503DF68721}"/>
                  </a:ext>
                </a:extLst>
              </p:cNvPr>
              <p:cNvCxnSpPr/>
              <p:nvPr/>
            </p:nvCxnSpPr>
            <p:spPr>
              <a:xfrm>
                <a:off x="2823089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正方形/長方形 62">
                <a:extLst>
                  <a:ext uri="{FF2B5EF4-FFF2-40B4-BE49-F238E27FC236}">
                    <ns2:creationId id="{1216A3F5-299B-4028-E8CB-E91F49789458}"/>
                  </a:ext>
                </a:extLst>
              </p:cNvPr>
              <p:cNvSpPr/>
              <p:nvPr/>
            </p:nvSpPr>
            <p:spPr>
              <a:xfrm>
                <a:off x="2823317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3" name="正方形/長方形 62">
                <a:extLst>
                  <a:ext uri="{FF2B5EF4-FFF2-40B4-BE49-F238E27FC236}">
                    <ns2:creationId id="{B9D256D5-AE3D-77DA-C6ED-23453AC6112F}"/>
                  </a:ext>
                </a:extLst>
              </p:cNvPr>
              <p:cNvSpPr/>
              <p:nvPr/>
            </p:nvSpPr>
            <p:spPr>
              <a:xfrm>
                <a:off x="2908100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79" name="正方形/長方形 62">
                <a:extLst>
                  <a:ext uri="{FF2B5EF4-FFF2-40B4-BE49-F238E27FC236}">
                    <ns2:creationId id="{6AC0F354-ED14-1C52-3255-D421619BACF4}"/>
                  </a:ext>
                </a:extLst>
              </p:cNvPr>
              <p:cNvSpPr/>
              <p:nvPr/>
            </p:nvSpPr>
            <p:spPr>
              <a:xfrm>
                <a:off x="2823316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ja-JP" altLang="en-US" sz="800">
                    <a:solidFill>
                      <a:schemeClr val="tx1"/>
                    </a:solidFill>
                    <a:latin typeface="Meiryo UI"/>
                    <a:ea typeface="Meiryo UI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、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</a:p>
            </p:txBody>
          </p:sp>
          <p:sp>
            <p:nvSpPr>
              <p:cNvPr id="80" name="正方形/長方形 62">
                <a:extLst>
                  <a:ext uri="{FF2B5EF4-FFF2-40B4-BE49-F238E27FC236}">
                    <ns2:creationId id="{3A2326A5-7D63-B027-099A-ECF41E8276DB}"/>
                  </a:ext>
                </a:extLst>
              </p:cNvPr>
              <p:cNvSpPr/>
              <p:nvPr/>
            </p:nvSpPr>
            <p:spPr>
              <a:xfrm>
                <a:off x="2823316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1" name="正方形/長方形 62">
                <a:extLst>
                  <a:ext uri="{FF2B5EF4-FFF2-40B4-BE49-F238E27FC236}">
                    <ns2:creationId id="{24E43DC1-2418-0FD9-6626-12586878ED65}"/>
                  </a:ext>
                </a:extLst>
              </p:cNvPr>
              <p:cNvSpPr/>
              <p:nvPr/>
            </p:nvSpPr>
            <p:spPr>
              <a:xfrm>
                <a:off x="2823316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直線コネクタ 85">
                <a:extLst>
                  <a:ext uri="{FF2B5EF4-FFF2-40B4-BE49-F238E27FC236}">
                    <ns2:creationId id="{B12A8A9A-050F-5857-8241-2950854727B3}"/>
                  </a:ext>
                </a:extLst>
              </p:cNvPr>
              <p:cNvCxnSpPr/>
              <p:nvPr/>
            </p:nvCxnSpPr>
            <p:spPr>
              <a:xfrm>
                <a:off x="2823089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ns2:creationId id="{E2C74F53-1BF1-9001-4317-50A0AFD6E940}"/>
                </a:ext>
              </a:extLst>
            </p:cNvPr>
            <p:cNvGrpSpPr/>
            <p:nvPr/>
          </p:nvGrpSpPr>
          <p:grpSpPr>
            <a:xfrm>
              <a:off x="4767992" y="3369626"/>
              <a:ext cx="1668815" cy="2939099"/>
              <a:chOff x="4767992" y="3369626"/>
              <a:chExt cx="1668815" cy="2939099"/>
            </a:xfrm>
          </p:grpSpPr>
          <p:sp>
            <p:nvSpPr>
              <p:cNvPr id="45" name="正方形/長方形 62">
                <a:extLst>
                  <a:ext uri="{FF2B5EF4-FFF2-40B4-BE49-F238E27FC236}">
                    <ns2:creationId id="{031D6E61-7F93-E8D7-ABF3-BF8E1867F35A}"/>
                  </a:ext>
                </a:extLst>
              </p:cNvPr>
              <p:cNvSpPr/>
              <p:nvPr/>
            </p:nvSpPr>
            <p:spPr>
              <a:xfrm>
                <a:off x="4774062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5" name="正方形/長方形 62">
                <a:extLst>
                  <a:ext uri="{FF2B5EF4-FFF2-40B4-BE49-F238E27FC236}">
                    <ns2:creationId id="{13FEB358-10E6-FD27-5673-175E834B5E90}"/>
                  </a:ext>
                </a:extLst>
              </p:cNvPr>
              <p:cNvSpPr/>
              <p:nvPr/>
            </p:nvSpPr>
            <p:spPr>
              <a:xfrm>
                <a:off x="4858845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2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87" name="直線コネクタ 86">
                <a:extLst>
                  <a:ext uri="{FF2B5EF4-FFF2-40B4-BE49-F238E27FC236}">
                    <ns2:creationId id="{E9682191-6FC0-BCC3-D35B-C0679D96B8C2}"/>
                  </a:ext>
                </a:extLst>
              </p:cNvPr>
              <p:cNvCxnSpPr/>
              <p:nvPr/>
            </p:nvCxnSpPr>
            <p:spPr>
              <a:xfrm>
                <a:off x="4767992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8" name="正方形/長方形 62">
                <a:extLst>
                  <a:ext uri="{FF2B5EF4-FFF2-40B4-BE49-F238E27FC236}">
                    <ns2:creationId id="{266C5A50-FFB9-3BE6-ADEA-98BCA693668C}"/>
                  </a:ext>
                </a:extLst>
              </p:cNvPr>
              <p:cNvSpPr/>
              <p:nvPr/>
            </p:nvSpPr>
            <p:spPr>
              <a:xfrm>
                <a:off x="4768219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1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89" name="正方形/長方形 62">
                <a:extLst>
                  <a:ext uri="{FF2B5EF4-FFF2-40B4-BE49-F238E27FC236}">
                    <ns2:creationId id="{262D4D44-870F-8760-9AEC-08254ECFEFDD}"/>
                  </a:ext>
                </a:extLst>
              </p:cNvPr>
              <p:cNvSpPr/>
              <p:nvPr/>
            </p:nvSpPr>
            <p:spPr>
              <a:xfrm>
                <a:off x="4768219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0" name="正方形/長方形 62">
                <a:extLst>
                  <a:ext uri="{FF2B5EF4-FFF2-40B4-BE49-F238E27FC236}">
                    <ns2:creationId id="{ADD81DD9-E10E-C57A-165D-1CA66ED924FE}"/>
                  </a:ext>
                </a:extLst>
              </p:cNvPr>
              <p:cNvSpPr/>
              <p:nvPr/>
            </p:nvSpPr>
            <p:spPr>
              <a:xfrm>
                <a:off x="4768219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1" name="直線コネクタ 90">
                <a:extLst>
                  <a:ext uri="{FF2B5EF4-FFF2-40B4-BE49-F238E27FC236}">
                    <ns2:creationId id="{39FE4C45-63C4-C12C-0753-7AC139DFB1EC}"/>
                  </a:ext>
                </a:extLst>
              </p:cNvPr>
              <p:cNvCxnSpPr/>
              <p:nvPr/>
            </p:nvCxnSpPr>
            <p:spPr>
              <a:xfrm>
                <a:off x="4767992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ns2:creationId id="{9746CB44-6EDB-7A8E-D532-8F640E2249B5}"/>
                </a:ext>
              </a:extLst>
            </p:cNvPr>
            <p:cNvGrpSpPr/>
            <p:nvPr/>
          </p:nvGrpSpPr>
          <p:grpSpPr>
            <a:xfrm>
              <a:off x="6508580" y="3369626"/>
              <a:ext cx="1663200" cy="2939099"/>
              <a:chOff x="6508580" y="3369626"/>
              <a:chExt cx="1663200" cy="2939099"/>
            </a:xfrm>
          </p:grpSpPr>
          <p:sp>
            <p:nvSpPr>
              <p:cNvPr id="49" name="正方形/長方形 62">
                <a:extLst>
                  <a:ext uri="{FF2B5EF4-FFF2-40B4-BE49-F238E27FC236}">
                    <ns2:creationId id="{07F7C492-8692-4D58-AF14-2DFFFFE751B5}"/>
                  </a:ext>
                </a:extLst>
              </p:cNvPr>
              <p:cNvSpPr/>
              <p:nvPr/>
            </p:nvSpPr>
            <p:spPr>
              <a:xfrm>
                <a:off x="6508807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7" name="正方形/長方形 62">
                <a:extLst>
                  <a:ext uri="{FF2B5EF4-FFF2-40B4-BE49-F238E27FC236}">
                    <ns2:creationId id="{681512BB-E38A-707F-0E6C-CC40C6705D81}"/>
                  </a:ext>
                </a:extLst>
              </p:cNvPr>
              <p:cNvSpPr/>
              <p:nvPr/>
            </p:nvSpPr>
            <p:spPr>
              <a:xfrm>
                <a:off x="6593590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2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92" name="直線コネクタ 91">
                <a:extLst>
                  <a:ext uri="{FF2B5EF4-FFF2-40B4-BE49-F238E27FC236}">
                    <ns2:creationId id="{678CF288-9BBE-870D-5606-EE91F14B84C9}"/>
                  </a:ext>
                </a:extLst>
              </p:cNvPr>
              <p:cNvCxnSpPr/>
              <p:nvPr/>
            </p:nvCxnSpPr>
            <p:spPr>
              <a:xfrm>
                <a:off x="6508580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正方形/長方形 62">
                <a:extLst>
                  <a:ext uri="{FF2B5EF4-FFF2-40B4-BE49-F238E27FC236}">
                    <ns2:creationId id="{1B589D80-0697-7204-6DD7-878E11E565AD}"/>
                  </a:ext>
                </a:extLst>
              </p:cNvPr>
              <p:cNvSpPr/>
              <p:nvPr/>
            </p:nvSpPr>
            <p:spPr>
              <a:xfrm>
                <a:off x="6508807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4" name="正方形/長方形 62">
                <a:extLst>
                  <a:ext uri="{FF2B5EF4-FFF2-40B4-BE49-F238E27FC236}">
                    <ns2:creationId id="{ACBF8A0C-8907-07EB-7BE9-9E24C8AFE25B}"/>
                  </a:ext>
                </a:extLst>
              </p:cNvPr>
              <p:cNvSpPr/>
              <p:nvPr/>
            </p:nvSpPr>
            <p:spPr>
              <a:xfrm>
                <a:off x="6508807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Excel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lang="en-US" altLang="ja-JP" sz="900">
                    <a:solidFill>
                      <a:schemeClr val="tx1"/>
                    </a:solidFill>
                    <a:latin typeface="Meiryo UI"/>
                    <a:ea typeface="Meiryo UI"/>
                  </a:rPr>
                  <a:t>)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/>
                    <a:ea typeface="Meiryo UI"/>
                  </a:rPr>
                  <a:t>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5" name="正方形/長方形 62">
                <a:extLst>
                  <a:ext uri="{FF2B5EF4-FFF2-40B4-BE49-F238E27FC236}">
                    <ns2:creationId id="{86F3F744-9D96-2259-EAED-F1A3A6A79D11}"/>
                  </a:ext>
                </a:extLst>
              </p:cNvPr>
              <p:cNvSpPr/>
              <p:nvPr/>
            </p:nvSpPr>
            <p:spPr>
              <a:xfrm>
                <a:off x="6508807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6" name="直線コネクタ 95">
                <a:extLst>
                  <a:ext uri="{FF2B5EF4-FFF2-40B4-BE49-F238E27FC236}">
                    <ns2:creationId id="{526BEA89-81B6-29AF-6BB5-2BA90B6911E8}"/>
                  </a:ext>
                </a:extLst>
              </p:cNvPr>
              <p:cNvCxnSpPr/>
              <p:nvPr/>
            </p:nvCxnSpPr>
            <p:spPr>
              <a:xfrm>
                <a:off x="6508580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>
              <a:extLst>
                <a:ext uri="{FF2B5EF4-FFF2-40B4-BE49-F238E27FC236}">
                  <ns2:creationId id="{126F18FD-026D-EC3E-C1D1-6C9E1D81D4A0}"/>
                </a:ext>
              </a:extLst>
            </p:cNvPr>
            <p:cNvGrpSpPr/>
            <p:nvPr/>
          </p:nvGrpSpPr>
          <p:grpSpPr>
            <a:xfrm>
              <a:off x="8459324" y="3369626"/>
              <a:ext cx="1663200" cy="2939099"/>
              <a:chOff x="8459324" y="3369626"/>
              <a:chExt cx="1663200" cy="2939099"/>
            </a:xfrm>
          </p:grpSpPr>
          <p:sp>
            <p:nvSpPr>
              <p:cNvPr id="46" name="正方形/長方形 62">
                <a:extLst>
                  <a:ext uri="{FF2B5EF4-FFF2-40B4-BE49-F238E27FC236}">
                    <ns2:creationId id="{338C3DD0-B876-D354-135E-43BD1E36E646}"/>
                  </a:ext>
                </a:extLst>
              </p:cNvPr>
              <p:cNvSpPr/>
              <p:nvPr/>
            </p:nvSpPr>
            <p:spPr>
              <a:xfrm>
                <a:off x="8459551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9" name="正方形/長方形 62">
                <a:extLst>
                  <a:ext uri="{FF2B5EF4-FFF2-40B4-BE49-F238E27FC236}">
                    <ns2:creationId id="{944039D7-033B-4184-3123-1A396598A985}"/>
                  </a:ext>
                </a:extLst>
              </p:cNvPr>
              <p:cNvSpPr/>
              <p:nvPr/>
            </p:nvSpPr>
            <p:spPr>
              <a:xfrm>
                <a:off x="8544334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3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97" name="直線コネクタ 96">
                <a:extLst>
                  <a:ext uri="{FF2B5EF4-FFF2-40B4-BE49-F238E27FC236}">
                    <ns2:creationId id="{43A1348B-0BEA-7FCA-F376-5A8CD6778D5E}"/>
                  </a:ext>
                </a:extLst>
              </p:cNvPr>
              <p:cNvCxnSpPr/>
              <p:nvPr/>
            </p:nvCxnSpPr>
            <p:spPr>
              <a:xfrm>
                <a:off x="8459324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正方形/長方形 62">
                <a:extLst>
                  <a:ext uri="{FF2B5EF4-FFF2-40B4-BE49-F238E27FC236}">
                    <ns2:creationId id="{8D873E08-DC5A-F0D0-18C9-F95D06A2A7FB}"/>
                  </a:ext>
                </a:extLst>
              </p:cNvPr>
              <p:cNvSpPr/>
              <p:nvPr/>
            </p:nvSpPr>
            <p:spPr>
              <a:xfrm>
                <a:off x="8459551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99" name="正方形/長方形 62">
                <a:extLst>
                  <a:ext uri="{FF2B5EF4-FFF2-40B4-BE49-F238E27FC236}">
                    <ns2:creationId id="{9EFDF8E8-0882-A736-80FE-50F1EEE2E265}"/>
                  </a:ext>
                </a:extLst>
              </p:cNvPr>
              <p:cNvSpPr/>
              <p:nvPr/>
            </p:nvSpPr>
            <p:spPr>
              <a:xfrm>
                <a:off x="8459551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 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』</a:t>
                </a:r>
                <a:endParaRPr lang="en-US" altLang="ja-JP" sz="900">
                  <a:solidFill>
                    <a:schemeClr val="tx1"/>
                  </a:solidFill>
                  <a:latin typeface="Meiryo UI"/>
                  <a:ea typeface="Meiryo UI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00" name="正方形/長方形 62">
                <a:extLst>
                  <a:ext uri="{FF2B5EF4-FFF2-40B4-BE49-F238E27FC236}">
                    <ns2:creationId id="{A4E84F0E-BB08-1C41-508B-2CB5E7794353}"/>
                  </a:ext>
                </a:extLst>
              </p:cNvPr>
              <p:cNvSpPr/>
              <p:nvPr/>
            </p:nvSpPr>
            <p:spPr>
              <a:xfrm>
                <a:off x="8459551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ns2:creationId id="{3CDB3550-2757-A2AA-AACB-CE68805FD016}"/>
                  </a:ext>
                </a:extLst>
              </p:cNvPr>
              <p:cNvCxnSpPr/>
              <p:nvPr/>
            </p:nvCxnSpPr>
            <p:spPr>
              <a:xfrm>
                <a:off x="8459324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ns2:creationId id="{FD256E4A-6923-901F-CDEC-D4DB152FF8B9}"/>
                </a:ext>
              </a:extLst>
            </p:cNvPr>
            <p:cNvGrpSpPr/>
            <p:nvPr/>
          </p:nvGrpSpPr>
          <p:grpSpPr>
            <a:xfrm>
              <a:off x="10186579" y="3369626"/>
              <a:ext cx="1670462" cy="2939099"/>
              <a:chOff x="10186579" y="3369626"/>
              <a:chExt cx="1670462" cy="2939099"/>
            </a:xfrm>
          </p:grpSpPr>
          <p:sp>
            <p:nvSpPr>
              <p:cNvPr id="48" name="正方形/長方形 62">
                <a:extLst>
                  <a:ext uri="{FF2B5EF4-FFF2-40B4-BE49-F238E27FC236}">
                    <ns2:creationId id="{156F5E7E-4855-64DA-D76C-D5B1D88E1B64}"/>
                  </a:ext>
                </a:extLst>
              </p:cNvPr>
              <p:cNvSpPr/>
              <p:nvPr/>
            </p:nvSpPr>
            <p:spPr>
              <a:xfrm>
                <a:off x="10194296" y="3480784"/>
                <a:ext cx="1662745" cy="539750"/>
              </a:xfrm>
              <a:prstGeom prst="rect">
                <a:avLst/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61" name="正方形/長方形 62">
                <a:extLst>
                  <a:ext uri="{FF2B5EF4-FFF2-40B4-BE49-F238E27FC236}">
                    <ns2:creationId id="{6B4F6F84-D17C-0DBE-2475-369E1BE5AB0D}"/>
                  </a:ext>
                </a:extLst>
              </p:cNvPr>
              <p:cNvSpPr/>
              <p:nvPr/>
            </p:nvSpPr>
            <p:spPr>
              <a:xfrm>
                <a:off x="10279079" y="3369626"/>
                <a:ext cx="576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 w="95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altLang="ja-JP" sz="1200">
                    <a:solidFill>
                      <a:schemeClr val="bg1"/>
                    </a:solidFill>
                    <a:latin typeface="Meiryo UI"/>
                    <a:ea typeface="Meiryo UI"/>
                  </a:rPr>
                  <a:t>3</a:t>
                </a:r>
                <a:r>
                  <a:rPr kumimoji="1" lang="en-GB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102" name="直線コネクタ 101">
                <a:extLst>
                  <a:ext uri="{FF2B5EF4-FFF2-40B4-BE49-F238E27FC236}">
                    <ns2:creationId id="{0983F11D-BE49-D37D-99E9-8EB7BEA9139E}"/>
                  </a:ext>
                </a:extLst>
              </p:cNvPr>
              <p:cNvCxnSpPr/>
              <p:nvPr/>
            </p:nvCxnSpPr>
            <p:spPr>
              <a:xfrm>
                <a:off x="10186579" y="58686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" name="正方形/長方形 62">
                <a:extLst>
                  <a:ext uri="{FF2B5EF4-FFF2-40B4-BE49-F238E27FC236}">
                    <ns2:creationId id="{84EC72CD-C3D2-26A4-2CE6-B38C683ED079}"/>
                  </a:ext>
                </a:extLst>
              </p:cNvPr>
              <p:cNvSpPr/>
              <p:nvPr/>
            </p:nvSpPr>
            <p:spPr>
              <a:xfrm>
                <a:off x="10186806" y="40544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例 </a:t>
                </a:r>
                <a: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67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67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04" name="正方形/長方形 62">
                <a:extLst>
                  <a:ext uri="{FF2B5EF4-FFF2-40B4-BE49-F238E27FC236}">
                    <ns2:creationId id="{3E775512-8108-C9E0-835A-2C3AC2D3159E}"/>
                  </a:ext>
                </a:extLst>
              </p:cNvPr>
              <p:cNvSpPr/>
              <p:nvPr/>
            </p:nvSpPr>
            <p:spPr>
              <a:xfrm>
                <a:off x="10186806" y="4970575"/>
                <a:ext cx="1662745" cy="8801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0" rtlCol="0" anchor="t" anchorCtr="0"/>
              <a:lstStyle/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>
                    <a:tab pos="88900" algn="l"/>
                  </a:tabLst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</a:p>
              <a:p>
                <a:pPr marL="88900" marR="0" lvl="0" indent="-8890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>
                    <a:tab pos="88900" algn="l"/>
                  </a:tabLst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PowerPoint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105" name="正方形/長方形 62">
                <a:extLst>
                  <a:ext uri="{FF2B5EF4-FFF2-40B4-BE49-F238E27FC236}">
                    <ns2:creationId id="{DF38A223-44D1-29A8-CE73-F87B6C6C5FD8}"/>
                  </a:ext>
                </a:extLst>
              </p:cNvPr>
              <p:cNvSpPr/>
              <p:nvPr/>
            </p:nvSpPr>
            <p:spPr>
              <a:xfrm>
                <a:off x="10186806" y="5886675"/>
                <a:ext cx="1662745" cy="422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0" rtlCol="0" anchor="ctr" anchorCtr="0"/>
              <a:lstStyle/>
              <a:p>
                <a:pPr lvl="0" algn="ctr">
                  <a:defRPr/>
                </a:pPr>
                <a:r>
                  <a:rPr lang="de-DE" altLang="ja-JP" sz="1100">
                    <a:solidFill>
                      <a:schemeClr val="tx1"/>
                    </a:solidFill>
                  </a:rPr>
                  <a:t>XX</a:t>
                </a:r>
                <a:endParaRPr lang="ja-JP" altLang="en-US" sz="11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ns2:creationId id="{A82FA082-97A7-5104-AE97-0A1A6955AE9B}"/>
                  </a:ext>
                </a:extLst>
              </p:cNvPr>
              <p:cNvCxnSpPr/>
              <p:nvPr/>
            </p:nvCxnSpPr>
            <p:spPr>
              <a:xfrm>
                <a:off x="10186579" y="4952575"/>
                <a:ext cx="16632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正方形/長方形 62">
              <a:extLst>
                <a:ext uri="{FF2B5EF4-FFF2-40B4-BE49-F238E27FC236}">
                  <ns2:creationId id="{3D73B164-2D1C-01BF-0B1E-A6D0074377E4}"/>
                </a:ext>
              </a:extLst>
            </p:cNvPr>
            <p:cNvSpPr/>
            <p:nvPr/>
          </p:nvSpPr>
          <p:spPr>
            <a:xfrm>
              <a:off x="342449" y="4970575"/>
              <a:ext cx="662439" cy="88010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8" name="正方形/長方形 62">
              <a:extLst>
                <a:ext uri="{FF2B5EF4-FFF2-40B4-BE49-F238E27FC236}">
                  <ns2:creationId id="{163690EB-2CCF-0644-BE6B-A2176C390A6C}"/>
                </a:ext>
              </a:extLst>
            </p:cNvPr>
            <p:cNvSpPr/>
            <p:nvPr/>
          </p:nvSpPr>
          <p:spPr>
            <a:xfrm>
              <a:off x="342449" y="5886675"/>
              <a:ext cx="662439" cy="422050"/>
            </a:xfrm>
            <a:prstGeom prst="rect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ns2:creationId id="{58EC3619-1503-71DB-46D7-DDE2E45A63C3}"/>
                </a:ext>
              </a:extLst>
            </p:cNvPr>
            <p:cNvGrpSpPr/>
            <p:nvPr/>
          </p:nvGrpSpPr>
          <p:grpSpPr>
            <a:xfrm>
              <a:off x="6189743" y="1628776"/>
              <a:ext cx="5668129" cy="1157287"/>
              <a:chOff x="6189743" y="1628776"/>
              <a:chExt cx="5668129" cy="1157287"/>
            </a:xfrm>
          </p:grpSpPr>
          <p:sp>
            <p:nvSpPr>
              <p:cNvPr id="21" name="正方形/長方形 62">
                <a:extLst>
                  <a:ext uri="{FF2B5EF4-FFF2-40B4-BE49-F238E27FC236}">
                    <ns2:creationId id="{862B15DC-5F78-6CA4-9BF5-C7F9180C554F}"/>
                  </a:ext>
                </a:extLst>
              </p:cNvPr>
              <p:cNvSpPr/>
              <p:nvPr/>
            </p:nvSpPr>
            <p:spPr>
              <a:xfrm>
                <a:off x="6189743" y="1628776"/>
                <a:ext cx="1374164" cy="3240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2" name="正方形/長方形 62">
                <a:extLst>
                  <a:ext uri="{FF2B5EF4-FFF2-40B4-BE49-F238E27FC236}">
                    <ns2:creationId id="{D18422B3-819B-0FAF-C0E4-FC5E798265C0}"/>
                  </a:ext>
                </a:extLst>
              </p:cNvPr>
              <p:cNvSpPr/>
              <p:nvPr/>
            </p:nvSpPr>
            <p:spPr>
              <a:xfrm>
                <a:off x="7563907" y="1628776"/>
                <a:ext cx="4293131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3" name="正方形/長方形 62">
                <a:extLst>
                  <a:ext uri="{FF2B5EF4-FFF2-40B4-BE49-F238E27FC236}">
                    <ns2:creationId id="{2DA9EFE1-3CA7-FEB8-8D59-467263697E4F}"/>
                  </a:ext>
                </a:extLst>
              </p:cNvPr>
              <p:cNvSpPr/>
              <p:nvPr/>
            </p:nvSpPr>
            <p:spPr>
              <a:xfrm>
                <a:off x="6189743" y="2045419"/>
                <a:ext cx="1374164" cy="3240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4" name="正方形/長方形 62">
                <a:extLst>
                  <a:ext uri="{FF2B5EF4-FFF2-40B4-BE49-F238E27FC236}">
                    <ns2:creationId id="{D38BA046-C560-C00B-1444-7524F1F89BDC}"/>
                  </a:ext>
                </a:extLst>
              </p:cNvPr>
              <p:cNvSpPr/>
              <p:nvPr/>
            </p:nvSpPr>
            <p:spPr>
              <a:xfrm>
                <a:off x="7563907" y="2045420"/>
                <a:ext cx="4293131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7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24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5" name="正方形/長方形 62">
                <a:extLst>
                  <a:ext uri="{FF2B5EF4-FFF2-40B4-BE49-F238E27FC236}">
                    <ns2:creationId id="{ECDABC11-EBF2-0FBE-934E-37E15DE3AF0D}"/>
                  </a:ext>
                </a:extLst>
              </p:cNvPr>
              <p:cNvSpPr/>
              <p:nvPr/>
            </p:nvSpPr>
            <p:spPr>
              <a:xfrm>
                <a:off x="6189743" y="2462063"/>
                <a:ext cx="1374164" cy="3240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96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26" name="正方形/長方形 62">
                <a:extLst>
                  <a:ext uri="{FF2B5EF4-FFF2-40B4-BE49-F238E27FC236}">
                    <ns2:creationId id="{B21A0F9A-CF09-6673-7374-7DF3A1FB1F7A}"/>
                  </a:ext>
                </a:extLst>
              </p:cNvPr>
              <p:cNvSpPr/>
              <p:nvPr/>
            </p:nvSpPr>
            <p:spPr>
              <a:xfrm>
                <a:off x="7563907" y="2462063"/>
                <a:ext cx="4293131" cy="324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36000" bIns="0" rtlCol="0" anchor="ctr" anchorCtr="0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30" name="直線コネクタ 29">
                <a:extLst>
                  <a:ext uri="{FF2B5EF4-FFF2-40B4-BE49-F238E27FC236}">
                    <ns2:creationId id="{BB3F237D-5514-398A-ABDA-CED21BF6C1FE}"/>
                  </a:ext>
                </a:extLst>
              </p:cNvPr>
              <p:cNvCxnSpPr/>
              <p:nvPr/>
            </p:nvCxnSpPr>
            <p:spPr>
              <a:xfrm>
                <a:off x="7563072" y="2415742"/>
                <a:ext cx="4294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コネクタ 31">
                <a:extLst>
                  <a:ext uri="{FF2B5EF4-FFF2-40B4-BE49-F238E27FC236}">
                    <ns2:creationId id="{12C50ABF-7D0A-A47A-4B76-B12B40404B60}"/>
                  </a:ext>
                </a:extLst>
              </p:cNvPr>
              <p:cNvCxnSpPr/>
              <p:nvPr/>
            </p:nvCxnSpPr>
            <p:spPr>
              <a:xfrm>
                <a:off x="7563072" y="1999098"/>
                <a:ext cx="42948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15" name="グラフィックス 114" descr="フォルダー検索 単色塗りつぶし">
                <a:extLst>
                  <a:ext uri="{FF2B5EF4-FFF2-40B4-BE49-F238E27FC236}">
                    <ns2:creationId id="{67E5CCF1-77F8-9E94-452A-BF9ACEB07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226079" y="2480063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17" name="グラフィックス 116" descr="リサーチ 単色塗りつぶし">
                <a:extLst>
                  <a:ext uri="{FF2B5EF4-FFF2-40B4-BE49-F238E27FC236}">
                    <ns2:creationId id="{7C356001-DCC2-491F-2D51-8A24E07467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226079" y="1646776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19" name="グラフィックス 118" descr="日毎カレンダー 単色塗りつぶし">
                <a:extLst>
                  <a:ext uri="{FF2B5EF4-FFF2-40B4-BE49-F238E27FC236}">
                    <ns2:creationId id="{6FFF91FA-F83E-BF08-3813-99D1BBB86E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226079" y="2063419"/>
                <a:ext cx="288000" cy="288000"/>
              </a:xfrm>
              <a:prstGeom prst="rect">
                <a:avLst/>
              </a:prstGeom>
            </p:spPr>
          </p:pic>
        </p:grpSp>
        <p:pic>
          <p:nvPicPr>
            <p:cNvPr id="121" name="グラフィックス 120" descr="クリップボード 単色塗りつぶし">
              <a:extLst>
                <a:ext uri="{FF2B5EF4-FFF2-40B4-BE49-F238E27FC236}">
                  <ns2:creationId id="{6D79EA78-7095-FBC6-6CB2-817BA1F42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93669" y="1786224"/>
              <a:ext cx="360000" cy="360000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ns2:creationId id="{1A57D29D-8499-69E8-1E17-5581F4D200EA}"/>
                </a:ext>
              </a:extLst>
            </p:cNvPr>
            <p:cNvGrpSpPr/>
            <p:nvPr/>
          </p:nvGrpSpPr>
          <p:grpSpPr>
            <a:xfrm>
              <a:off x="1088571" y="2889251"/>
              <a:ext cx="10768469" cy="461326"/>
              <a:chOff x="1088571" y="2889251"/>
              <a:chExt cx="10768469" cy="461326"/>
            </a:xfrm>
          </p:grpSpPr>
          <p:cxnSp>
            <p:nvCxnSpPr>
              <p:cNvPr id="37" name="直線コネクタ 36">
                <a:extLst>
                  <a:ext uri="{FF2B5EF4-FFF2-40B4-BE49-F238E27FC236}">
                    <ns2:creationId id="{C64DF437-8A04-3B2E-93B4-5B4F7D0224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86061" y="3119914"/>
                <a:ext cx="2880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olid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線コネクタ 39">
                <a:extLst>
                  <a:ext uri="{FF2B5EF4-FFF2-40B4-BE49-F238E27FC236}">
                    <ns2:creationId id="{5D1B89AD-F200-AD45-D657-8BD8A141AF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71551" y="3119914"/>
                <a:ext cx="288000" cy="0"/>
              </a:xfrm>
              <a:prstGeom prst="line">
                <a:avLst/>
              </a:prstGeom>
              <a:ln w="9525">
                <a:solidFill>
                  <a:schemeClr val="tx1">
                    <a:alpha val="80000"/>
                  </a:schemeClr>
                </a:solidFill>
                <a:prstDash val="solid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ns2:creationId id="{6225F488-3127-34E3-4F2A-E67ED62767F7}"/>
                  </a:ext>
                </a:extLst>
              </p:cNvPr>
              <p:cNvGrpSpPr/>
              <p:nvPr/>
            </p:nvGrpSpPr>
            <p:grpSpPr>
              <a:xfrm>
                <a:off x="1088571" y="2889251"/>
                <a:ext cx="3397490" cy="461326"/>
                <a:chOff x="1088571" y="2889251"/>
                <a:chExt cx="3397490" cy="461326"/>
              </a:xfrm>
            </p:grpSpPr>
            <p:sp>
              <p:nvSpPr>
                <p:cNvPr id="27" name="正方形/長方形 62">
                  <a:extLst>
                    <a:ext uri="{FF2B5EF4-FFF2-40B4-BE49-F238E27FC236}">
                      <ns2:creationId id="{0017E2A4-2023-E34E-8521-158DF3811D78}"/>
                    </a:ext>
                  </a:extLst>
                </p:cNvPr>
                <p:cNvSpPr/>
                <p:nvPr/>
              </p:nvSpPr>
              <p:spPr>
                <a:xfrm>
                  <a:off x="1088571" y="2889251"/>
                  <a:ext cx="3397490" cy="461326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en-GB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lang="en-GB" altLang="ja-JP" sz="1200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)</a:t>
                  </a: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109" name="正方形/長方形 62">
                  <a:extLst>
                    <a:ext uri="{FF2B5EF4-FFF2-40B4-BE49-F238E27FC236}">
                      <ns2:creationId id="{9AE52B22-92D0-D587-D449-DF76C4777B7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88571" y="2939914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2400" b="0" i="1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ja-JP" altLang="en-US" sz="2400" b="0" i="1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pic>
              <p:nvPicPr>
                <p:cNvPr id="3" name="Graphic 2" descr="Signature with solid fill">
                  <a:extLst>
                    <a:ext uri="{FF2B5EF4-FFF2-40B4-BE49-F238E27FC236}">
                      <ns2:creationId id="{80099A2C-9FE5-E22E-7D6C-9A0B5784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1917058" y="289373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7" name="Group 6">
                <a:extLst>
                  <a:ext uri="{FF2B5EF4-FFF2-40B4-BE49-F238E27FC236}">
                    <ns2:creationId id="{4DF88F5E-95B1-7F47-CC7A-8F29ABE22BA6}"/>
                  </a:ext>
                </a:extLst>
              </p:cNvPr>
              <p:cNvGrpSpPr/>
              <p:nvPr/>
            </p:nvGrpSpPr>
            <p:grpSpPr>
              <a:xfrm>
                <a:off x="4774061" y="2889251"/>
                <a:ext cx="3397490" cy="461326"/>
                <a:chOff x="4774061" y="2889251"/>
                <a:chExt cx="3397490" cy="461326"/>
              </a:xfrm>
            </p:grpSpPr>
            <p:sp>
              <p:nvSpPr>
                <p:cNvPr id="35" name="正方形/長方形 62">
                  <a:extLst>
                    <a:ext uri="{FF2B5EF4-FFF2-40B4-BE49-F238E27FC236}">
                      <ns2:creationId id="{43999140-7FBB-44C1-37AD-F37E9061D40E}"/>
                    </a:ext>
                  </a:extLst>
                </p:cNvPr>
                <p:cNvSpPr/>
                <p:nvPr/>
              </p:nvSpPr>
              <p:spPr>
                <a:xfrm>
                  <a:off x="4774061" y="2889251"/>
                  <a:ext cx="3397490" cy="461326"/>
                </a:xfrm>
                <a:prstGeom prst="rect">
                  <a:avLst/>
                </a:prstGeom>
                <a:solidFill>
                  <a:schemeClr val="accent5">
                    <a:alpha val="2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lang="en-GB" altLang="ja-JP" sz="1400">
                    <a:solidFill>
                      <a:schemeClr val="accent5"/>
                    </a:solidFill>
                    <a:latin typeface="Meiryo UI"/>
                    <a:ea typeface="Meiryo UI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AI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lang="en-GB" altLang="ja-JP" sz="1200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)</a:t>
                  </a: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113" name="正方形/長方形 62">
                  <a:extLst>
                    <a:ext uri="{FF2B5EF4-FFF2-40B4-BE49-F238E27FC236}">
                      <ns2:creationId id="{23019017-17AD-E25D-F85A-B70F75A32F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774061" y="2939914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2400" i="1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2</a:t>
                  </a:r>
                  <a:r>
                    <a:rPr kumimoji="1" lang="en-US" altLang="ja-JP" sz="2400" b="0" i="1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ja-JP" altLang="en-US" sz="2400" b="0" i="1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pic>
              <p:nvPicPr>
                <p:cNvPr id="4" name="Graphic 3" descr="Workflow with solid fill">
                  <a:extLst>
                    <a:ext uri="{FF2B5EF4-FFF2-40B4-BE49-F238E27FC236}">
                      <ns2:creationId id="{BFC30002-B449-E2FB-5C0C-FBB51BB616E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5808000" y="2893734"/>
                  <a:ext cx="288000" cy="288000"/>
                </a:xfrm>
                <a:prstGeom prst="rect">
                  <a:avLst/>
                </a:prstGeom>
              </p:spPr>
            </p:pic>
          </p:grpSp>
          <p:grpSp>
            <p:nvGrpSpPr>
              <p:cNvPr id="6" name="Group 5">
                <a:extLst>
                  <a:ext uri="{FF2B5EF4-FFF2-40B4-BE49-F238E27FC236}">
                    <ns2:creationId id="{1EDA74C1-F35A-73CB-7E2D-553135A57E72}"/>
                  </a:ext>
                </a:extLst>
              </p:cNvPr>
              <p:cNvGrpSpPr/>
              <p:nvPr/>
            </p:nvGrpSpPr>
            <p:grpSpPr>
              <a:xfrm>
                <a:off x="8459550" y="2889251"/>
                <a:ext cx="3397490" cy="461326"/>
                <a:chOff x="8459550" y="2889251"/>
                <a:chExt cx="3397490" cy="461326"/>
              </a:xfrm>
            </p:grpSpPr>
            <p:sp>
              <p:nvSpPr>
                <p:cNvPr id="36" name="正方形/長方形 62">
                  <a:extLst>
                    <a:ext uri="{FF2B5EF4-FFF2-40B4-BE49-F238E27FC236}">
                      <ns2:creationId id="{5F37680B-A6E9-9CBD-9ADE-289493A46E60}"/>
                    </a:ext>
                  </a:extLst>
                </p:cNvPr>
                <p:cNvSpPr/>
                <p:nvPr/>
              </p:nvSpPr>
              <p:spPr>
                <a:xfrm>
                  <a:off x="8459550" y="2889251"/>
                  <a:ext cx="3397490" cy="461326"/>
                </a:xfrm>
                <a:prstGeom prst="rect">
                  <a:avLst/>
                </a:prstGeom>
                <a:solidFill>
                  <a:schemeClr val="accent5"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lang="en-GB" altLang="ja-JP" sz="1400">
                    <a:solidFill>
                      <a:schemeClr val="accent5"/>
                    </a:solidFill>
                    <a:latin typeface="Meiryo UI"/>
                    <a:ea typeface="Meiryo UI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r>
                    <a:rPr kumimoji="1" lang="en-GB" altLang="ja-JP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)</a:t>
                  </a:r>
                  <a:endPara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111" name="正方形/長方形 62">
                  <a:extLst>
                    <a:ext uri="{FF2B5EF4-FFF2-40B4-BE49-F238E27FC236}">
                      <ns2:creationId id="{98D8CEEA-BBE0-4AE0-0349-6142A7B989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459550" y="2939914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0" rIns="36000" bIns="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ja-JP" sz="2400" i="1">
                      <a:solidFill>
                        <a:schemeClr val="accent5"/>
                      </a:solidFill>
                      <a:latin typeface="Meiryo UI"/>
                      <a:ea typeface="Meiryo UI"/>
                    </a:rPr>
                    <a:t>3</a:t>
                  </a:r>
                  <a:r>
                    <a:rPr kumimoji="1" lang="en-US" altLang="ja-JP" sz="2400" b="0" i="1" u="none" strike="noStrike" kern="1200" cap="none" spc="0" normalizeH="0" baseline="0" noProof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  <a:endParaRPr kumimoji="1" lang="ja-JP" altLang="en-US" sz="2400" b="0" i="1" u="none" strike="noStrike" kern="1200" cap="none" spc="0" normalizeH="0" baseline="0" noProof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pic>
              <p:nvPicPr>
                <p:cNvPr id="5" name="Graphic 4" descr="Document with solid fill">
                  <a:extLst>
                    <a:ext uri="{FF2B5EF4-FFF2-40B4-BE49-F238E27FC236}">
                      <ns2:creationId id="{0D8872AE-775F-EE77-F33B-A94EA632BB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9258296" y="2893734"/>
                  <a:ext cx="288000" cy="288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29923217"/>
      </p:ext>
    </p:extLst>
  </p:cSld>
  <p:clrMapOvr>
    <a:masterClrMapping/>
  </p:clrMapOvr>
</p:sld>
</file>

<file path=ppt/slides/slide32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12643CB-831A-3AEC-FE8D-AA689A062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6" name="直線コネクタ 125">
            <a:extLst>
              <a:ext uri="{FF2B5EF4-FFF2-40B4-BE49-F238E27FC236}">
                <ns2:creationId id="{F719C718-1A75-9569-6C4F-2A927CC3C6DA}"/>
              </a:ext>
            </a:extLst>
          </p:cNvPr>
          <p:cNvCxnSpPr>
            <a:cxnSpLocks/>
          </p:cNvCxnSpPr>
          <p:nvPr/>
        </p:nvCxnSpPr>
        <p:spPr>
          <a:xfrm flipV="1">
            <a:off x="1223889" y="5575953"/>
            <a:ext cx="10620000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ns2:creationId id="{97516C06-5839-CC1D-DF3D-EDFE4DADD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24469" cy="914400"/>
          </a:xfrm>
          <a:noFill/>
        </p:spPr>
        <p:txBody>
          <a:bodyPr>
            <a:normAutofit/>
          </a:bodyPr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ACBCC10-0E47-171E-0656-07BB94199B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>
                <a:latin typeface="Meiryo UI" panose="020B0604030504040204" pitchFamily="34" charset="-128"/>
                <a:ea typeface="Meiryo UI" panose="020B0604030504040204" pitchFamily="34" charset="-128"/>
              </a:rPr>
              <a:t>PDCA</a:t>
            </a:r>
            <a:r>
              <a:rPr kumimoji="1" lang="ja-JP" altLang="en-US" sz="180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ns2:creationId id="{05DC970B-CF2D-DB27-7097-CFF082233C01}"/>
              </a:ext>
            </a:extLst>
          </p:cNvPr>
          <p:cNvSpPr txBox="1"/>
          <p:nvPr/>
        </p:nvSpPr>
        <p:spPr>
          <a:xfrm>
            <a:off x="334963" y="1338366"/>
            <a:ext cx="11522075" cy="2904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513" name="グループ化 512">
            <a:extLst>
              <a:ext uri="{FF2B5EF4-FFF2-40B4-BE49-F238E27FC236}">
                <ns2:creationId id="{1880D4B0-2DA2-AE23-0143-5036415007D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39996" y="1625954"/>
            <a:ext cx="4135607" cy="4678971"/>
            <a:chOff x="339996" y="1625954"/>
            <a:chExt cx="4135607" cy="4678971"/>
          </a:xfrm>
        </p:grpSpPr>
        <p:cxnSp>
          <p:nvCxnSpPr>
            <p:cNvPr id="34" name="直線コネクタ 8">
              <a:extLst>
                <a:ext uri="{FF2B5EF4-FFF2-40B4-BE49-F238E27FC236}">
                  <ns2:creationId id="{52A172FE-F79C-2FA9-D53C-A64A3C9E633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239202" y="3865868"/>
              <a:ext cx="3037523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411">
              <a:extLst>
                <a:ext uri="{FF2B5EF4-FFF2-40B4-BE49-F238E27FC236}">
                  <ns2:creationId id="{6A9651BE-D3D1-3A1D-1BD9-EE1DC2A830D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18879" y="1732865"/>
              <a:ext cx="0" cy="4531360"/>
            </a:xfrm>
            <a:prstGeom prst="straightConnector1">
              <a:avLst/>
            </a:prstGeom>
            <a:ln w="127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正方形/長方形 17">
              <a:extLst>
                <a:ext uri="{FF2B5EF4-FFF2-40B4-BE49-F238E27FC236}">
                  <ns2:creationId id="{6D6A54BA-F70A-16BB-62E3-3DE5CE23FF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9996" y="1951727"/>
              <a:ext cx="162000" cy="16335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37" name="Group 389">
              <a:extLst>
                <a:ext uri="{FF2B5EF4-FFF2-40B4-BE49-F238E27FC236}">
                  <ns2:creationId id="{858E855D-A274-A148-F5D9-8DBE782D54CE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2719053"/>
              <a:ext cx="669656" cy="163351"/>
              <a:chOff x="339996" y="2032161"/>
              <a:chExt cx="669656" cy="163351"/>
            </a:xfrm>
          </p:grpSpPr>
          <p:sp>
            <p:nvSpPr>
              <p:cNvPr id="511" name="正方形/長方形 17">
                <a:extLst>
                  <a:ext uri="{FF2B5EF4-FFF2-40B4-BE49-F238E27FC236}">
                    <ns2:creationId id="{E0A76B33-AF49-B201-A171-AE43150B9C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7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4" name="正方形/長方形 17">
                <a:extLst>
                  <a:ext uri="{FF2B5EF4-FFF2-40B4-BE49-F238E27FC236}">
                    <ns2:creationId id="{CF9BACB2-6385-90F7-3DCD-1021605AC13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9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38" name="Group 393">
              <a:extLst>
                <a:ext uri="{FF2B5EF4-FFF2-40B4-BE49-F238E27FC236}">
                  <ns2:creationId id="{04F8D660-1A83-9EAC-DB34-3A94614B22C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4558877"/>
              <a:ext cx="669656" cy="163351"/>
              <a:chOff x="339996" y="2032161"/>
              <a:chExt cx="669656" cy="163351"/>
            </a:xfrm>
          </p:grpSpPr>
          <p:sp>
            <p:nvSpPr>
              <p:cNvPr id="509" name="正方形/長方形 17">
                <a:extLst>
                  <a:ext uri="{FF2B5EF4-FFF2-40B4-BE49-F238E27FC236}">
                    <ns2:creationId id="{BAA91FCB-1F83-8D2E-A949-F3CAFEDAB6B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15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10" name="正方形/長方形 17">
                <a:extLst>
                  <a:ext uri="{FF2B5EF4-FFF2-40B4-BE49-F238E27FC236}">
                    <ns2:creationId id="{E5FD1231-2CF3-A46A-F7D0-2B8B0EEF607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20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39" name="Group 397">
              <a:extLst>
                <a:ext uri="{FF2B5EF4-FFF2-40B4-BE49-F238E27FC236}">
                  <ns2:creationId id="{5D4A6961-A179-9F82-E1A1-697393B25E2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3308840"/>
              <a:ext cx="669656" cy="163351"/>
              <a:chOff x="339996" y="2032161"/>
              <a:chExt cx="669656" cy="163351"/>
            </a:xfrm>
          </p:grpSpPr>
          <p:sp>
            <p:nvSpPr>
              <p:cNvPr id="507" name="正方形/長方形 17">
                <a:extLst>
                  <a:ext uri="{FF2B5EF4-FFF2-40B4-BE49-F238E27FC236}">
                    <ns2:creationId id="{77BB8B24-91DE-61B9-7B07-D637CAE29A8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10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08" name="正方形/長方形 17">
                <a:extLst>
                  <a:ext uri="{FF2B5EF4-FFF2-40B4-BE49-F238E27FC236}">
                    <ns2:creationId id="{ADDD7970-7A58-3BA0-24AA-11731877659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12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0" name="Group 400">
              <a:extLst>
                <a:ext uri="{FF2B5EF4-FFF2-40B4-BE49-F238E27FC236}">
                  <ns2:creationId id="{269E35F1-938A-A5A3-7FFC-60B5EBCB72B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4959858"/>
              <a:ext cx="669656" cy="163351"/>
              <a:chOff x="339996" y="2032161"/>
              <a:chExt cx="669656" cy="163351"/>
            </a:xfrm>
          </p:grpSpPr>
          <p:sp>
            <p:nvSpPr>
              <p:cNvPr id="501" name="正方形/長方形 17">
                <a:extLst>
                  <a:ext uri="{FF2B5EF4-FFF2-40B4-BE49-F238E27FC236}">
                    <ns2:creationId id="{40F31393-D90C-3A43-9D5C-111133FC64F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17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06" name="正方形/長方形 17">
                <a:extLst>
                  <a:ext uri="{FF2B5EF4-FFF2-40B4-BE49-F238E27FC236}">
                    <ns2:creationId id="{B06060B5-3694-3EBB-BFDE-62A7ABB920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25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1" name="Group 403">
              <a:extLst>
                <a:ext uri="{FF2B5EF4-FFF2-40B4-BE49-F238E27FC236}">
                  <ns2:creationId id="{C50DD7DD-6D0F-89B6-8CFF-193284B56785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5853583"/>
              <a:ext cx="669656" cy="163351"/>
              <a:chOff x="339996" y="2032161"/>
              <a:chExt cx="669656" cy="163351"/>
            </a:xfrm>
          </p:grpSpPr>
          <p:sp>
            <p:nvSpPr>
              <p:cNvPr id="499" name="正方形/長方形 17">
                <a:extLst>
                  <a:ext uri="{FF2B5EF4-FFF2-40B4-BE49-F238E27FC236}">
                    <ns2:creationId id="{70D50D07-3A45-A96F-B56E-B9E741BAB8F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20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00" name="正方形/長方形 17">
                <a:extLst>
                  <a:ext uri="{FF2B5EF4-FFF2-40B4-BE49-F238E27FC236}">
                    <ns2:creationId id="{6ED62FEF-A59B-0EFE-9917-D569DB161BF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30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42" name="正方形/長方形 17">
              <a:extLst>
                <a:ext uri="{FF2B5EF4-FFF2-40B4-BE49-F238E27FC236}">
                  <ns2:creationId id="{C94A32EB-44F8-6BB0-1A6C-B25BD5BEEA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9996" y="6085735"/>
              <a:ext cx="162000" cy="163351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" name="四角形: 角を丸くする 7">
              <a:extLst>
                <a:ext uri="{FF2B5EF4-FFF2-40B4-BE49-F238E27FC236}">
                  <ns2:creationId id="{86432E2C-6FCA-10B7-30A9-21FE6056FA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1625954"/>
              <a:ext cx="507980" cy="180000"/>
            </a:xfrm>
            <a:prstGeom prst="roundRect">
              <a:avLst>
                <a:gd name="adj" fmla="val 5652"/>
              </a:avLst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45" name="Straight Connector 23">
              <a:extLst>
                <a:ext uri="{FF2B5EF4-FFF2-40B4-BE49-F238E27FC236}">
                  <ns2:creationId id="{F81EE58F-058A-C64B-4086-191117F5EE8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3849470" y="1838612"/>
              <a:ext cx="50825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四角形: 角を丸くする 7">
              <a:extLst>
                <a:ext uri="{FF2B5EF4-FFF2-40B4-BE49-F238E27FC236}">
                  <ns2:creationId id="{5FCEAB77-88C3-8ED8-A3F8-DFF1296A08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31869" y="1872921"/>
              <a:ext cx="743734" cy="111160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" name="四角形: 角を丸くする 7">
              <a:extLst>
                <a:ext uri="{FF2B5EF4-FFF2-40B4-BE49-F238E27FC236}">
                  <ns2:creationId id="{48126411-107C-329E-C735-FF4AA44FB95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3001418"/>
              <a:ext cx="507980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8" name="四角形: 角を丸くする 7">
              <a:extLst>
                <a:ext uri="{FF2B5EF4-FFF2-40B4-BE49-F238E27FC236}">
                  <ns2:creationId id="{0606246B-7E7B-D175-0AFE-247E449EA29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3959583"/>
              <a:ext cx="507980" cy="516989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0" name="四角形: 角を丸くする 7">
              <a:extLst>
                <a:ext uri="{FF2B5EF4-FFF2-40B4-BE49-F238E27FC236}">
                  <ns2:creationId id="{EE8CA9DE-1515-8737-C66A-D58ADA6A2AB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31869" y="4475179"/>
              <a:ext cx="743734" cy="1235464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buClr>
                  <a:srgbClr val="008000"/>
                </a:buClr>
                <a:defRPr/>
              </a:pP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59" name="四角形: 角を丸くする 7">
              <a:extLst>
                <a:ext uri="{FF2B5EF4-FFF2-40B4-BE49-F238E27FC236}">
                  <ns2:creationId id="{E348E751-750E-5269-5BFC-10A3D6A133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49746" y="5840078"/>
              <a:ext cx="507980" cy="46484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62" name="四角形: 角を丸くする 7">
              <a:extLst>
                <a:ext uri="{FF2B5EF4-FFF2-40B4-BE49-F238E27FC236}">
                  <ns2:creationId id="{0C776DC5-BFFE-C7CC-63F6-0F5C5FEAC70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31869" y="3391218"/>
              <a:ext cx="743734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algn="ctr">
                <a:buClr>
                  <a:srgbClr val="008000"/>
                </a:buClr>
                <a:defRPr/>
              </a:pP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448" name="四角形: 角を丸くする 7">
              <a:extLst>
                <a:ext uri="{FF2B5EF4-FFF2-40B4-BE49-F238E27FC236}">
                  <ns2:creationId id="{ABBD0CEA-F332-C9A5-E34D-081BFAF9EA3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1" y="1633042"/>
              <a:ext cx="2180030" cy="180000"/>
            </a:xfrm>
            <a:prstGeom prst="roundRect">
              <a:avLst>
                <a:gd name="adj" fmla="val 5652"/>
              </a:avLst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449" name="Straight Connector 423">
              <a:extLst>
                <a:ext uri="{FF2B5EF4-FFF2-40B4-BE49-F238E27FC236}">
                  <ns2:creationId id="{86666D14-CB89-AE12-3063-0132C62E852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607848" y="1838612"/>
              <a:ext cx="2181213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1" name="四角形: 角を丸くする 7">
              <a:extLst>
                <a:ext uri="{FF2B5EF4-FFF2-40B4-BE49-F238E27FC236}">
                  <ns2:creationId id="{BD744D84-A0AD-8826-5775-26E490A4BC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1872921"/>
              <a:ext cx="2180029" cy="111160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53" name="四角形: 角を丸くする 7">
              <a:extLst>
                <a:ext uri="{FF2B5EF4-FFF2-40B4-BE49-F238E27FC236}">
                  <ns2:creationId id="{3015EAEB-14CE-5292-724D-55BB55F06CC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3001418"/>
              <a:ext cx="2278805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54" name="四角形: 角を丸くする 7">
              <a:extLst>
                <a:ext uri="{FF2B5EF4-FFF2-40B4-BE49-F238E27FC236}">
                  <ns2:creationId id="{5BE612B3-F0A4-ED0C-5B1F-BC31A6EE6D3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3959583"/>
              <a:ext cx="2180029" cy="516989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non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55" name="四角形: 角を丸くする 7">
              <a:extLst>
                <a:ext uri="{FF2B5EF4-FFF2-40B4-BE49-F238E27FC236}">
                  <ns2:creationId id="{618084A6-2D1E-4443-DEFF-1397269E182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4475179"/>
              <a:ext cx="2180029" cy="1235464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❷ 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(+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❸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60" name="四角形: 角を丸くする 7">
              <a:extLst>
                <a:ext uri="{FF2B5EF4-FFF2-40B4-BE49-F238E27FC236}">
                  <ns2:creationId id="{409E605C-56F1-626B-0E1F-D04F0F5D261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5840078"/>
              <a:ext cx="2180029" cy="464847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61" name="四角形: 角を丸くする 460">
              <a:extLst>
                <a:ext uri="{FF2B5EF4-FFF2-40B4-BE49-F238E27FC236}">
                  <ns2:creationId id="{603CC98B-C329-EEE2-EDA1-6A64AF51CF8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9032" y="3391217"/>
              <a:ext cx="2180029" cy="381141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0" rIns="0" rtlCol="0" anchor="ctr">
              <a:noAutofit/>
            </a:bodyPr>
            <a:lstStyle/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1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62" name="四角形: 角を丸くする 7">
              <a:extLst>
                <a:ext uri="{FF2B5EF4-FFF2-40B4-BE49-F238E27FC236}">
                  <ns2:creationId id="{2B16FFDE-5D47-FFF3-817E-4707074446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207274" y="1633042"/>
              <a:ext cx="352189" cy="180000"/>
            </a:xfrm>
            <a:prstGeom prst="roundRect">
              <a:avLst>
                <a:gd name="adj" fmla="val 5652"/>
              </a:avLst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463" name="Straight Connector 440">
              <a:extLst>
                <a:ext uri="{FF2B5EF4-FFF2-40B4-BE49-F238E27FC236}">
                  <ns2:creationId id="{037E795A-03F3-730D-BA54-B6D179BA239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207179" y="1838612"/>
              <a:ext cx="35238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Straight Arrow Connector 442">
              <a:extLst>
                <a:ext uri="{FF2B5EF4-FFF2-40B4-BE49-F238E27FC236}">
                  <ns2:creationId id="{1E0CD614-0C54-5AB9-2170-44590B63AA6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1872921"/>
              <a:ext cx="0" cy="1044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Arrow Connector 444">
              <a:extLst>
                <a:ext uri="{FF2B5EF4-FFF2-40B4-BE49-F238E27FC236}">
                  <ns2:creationId id="{04EB90AA-0D72-7E14-2C2D-AE86EB2918D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2950597"/>
              <a:ext cx="0" cy="792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Straight Arrow Connector 446">
              <a:extLst>
                <a:ext uri="{FF2B5EF4-FFF2-40B4-BE49-F238E27FC236}">
                  <ns2:creationId id="{A1E92F62-8311-3224-D1CD-69BAFBC4A50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3937248"/>
              <a:ext cx="0" cy="530039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Arrow Connector 449">
              <a:extLst>
                <a:ext uri="{FF2B5EF4-FFF2-40B4-BE49-F238E27FC236}">
                  <ns2:creationId id="{6ADBB668-D37F-F155-D3E9-D580509CE05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4482135"/>
              <a:ext cx="0" cy="1080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Straight Arrow Connector 451">
              <a:extLst>
                <a:ext uri="{FF2B5EF4-FFF2-40B4-BE49-F238E27FC236}">
                  <ns2:creationId id="{A4A65EAD-EE40-04B1-8934-2A41E539F3E4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381719" y="5624632"/>
              <a:ext cx="0" cy="648000"/>
            </a:xfrm>
            <a:prstGeom prst="straightConnector1">
              <a:avLst/>
            </a:prstGeom>
            <a:ln w="19050">
              <a:solidFill>
                <a:srgbClr val="008000">
                  <a:alpha val="50000"/>
                </a:srgbClr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4" name="正方形/長方形 17">
              <a:extLst>
                <a:ext uri="{FF2B5EF4-FFF2-40B4-BE49-F238E27FC236}">
                  <ns2:creationId id="{E44BD735-21E6-49A4-297C-13AAACDE8FA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2343677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5" name="正方形/長方形 17">
              <a:extLst>
                <a:ext uri="{FF2B5EF4-FFF2-40B4-BE49-F238E27FC236}">
                  <ns2:creationId id="{9A2B6D03-4FA1-F27C-8842-52E2314F767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3289011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6" name="正方形/長方形 17">
              <a:extLst>
                <a:ext uri="{FF2B5EF4-FFF2-40B4-BE49-F238E27FC236}">
                  <ns2:creationId id="{8F51123C-5D11-BBB7-4A1F-B6D275C7738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4138556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7" name="正方形/長方形 17">
              <a:extLst>
                <a:ext uri="{FF2B5EF4-FFF2-40B4-BE49-F238E27FC236}">
                  <ns2:creationId id="{708E6A1A-5E50-F25F-F70D-19CD9820559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4868062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4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8" name="正方形/長方形 17">
              <a:extLst>
                <a:ext uri="{FF2B5EF4-FFF2-40B4-BE49-F238E27FC236}">
                  <ns2:creationId id="{DF6E2E18-92ED-64F2-14D3-17955DF8E23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00718" y="5986712"/>
              <a:ext cx="162000" cy="163351"/>
            </a:xfrm>
            <a:prstGeom prst="ellipse">
              <a:avLst/>
            </a:prstGeom>
            <a:solidFill>
              <a:srgbClr val="008000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5</a:t>
              </a:r>
              <a:endPara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489" name="Group 388">
              <a:extLst>
                <a:ext uri="{FF2B5EF4-FFF2-40B4-BE49-F238E27FC236}">
                  <ns2:creationId id="{AF4522D3-1E8E-31BE-B9FB-1B84736AB58F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39996" y="2345589"/>
              <a:ext cx="669656" cy="163351"/>
              <a:chOff x="339996" y="2032161"/>
              <a:chExt cx="669656" cy="163351"/>
            </a:xfrm>
          </p:grpSpPr>
          <p:sp>
            <p:nvSpPr>
              <p:cNvPr id="496" name="正方形/長方形 17">
                <a:extLst>
                  <a:ext uri="{FF2B5EF4-FFF2-40B4-BE49-F238E27FC236}">
                    <ns2:creationId id="{6CE3875A-40A4-25CA-D025-907505A9ADF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30496" y="2032161"/>
                <a:ext cx="479156" cy="163351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98" name="正方形/長方形 17">
                <a:extLst>
                  <a:ext uri="{FF2B5EF4-FFF2-40B4-BE49-F238E27FC236}">
                    <ns2:creationId id="{E5648F01-14C8-04F1-1645-873C9A907EB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39996" y="2032161"/>
                <a:ext cx="162000" cy="163351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490" name="正方形/長方形 489">
              <a:extLst>
                <a:ext uri="{FF2B5EF4-FFF2-40B4-BE49-F238E27FC236}">
                  <ns2:creationId id="{D4037528-8490-FDF8-3AE9-C4FAE9D3F60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87144" y="1937715"/>
              <a:ext cx="2771774" cy="163349"/>
            </a:xfrm>
            <a:prstGeom prst="rect">
              <a:avLst/>
            </a:prstGeom>
            <a:solidFill>
              <a:srgbClr val="C2DED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94" name="正方形/長方形 493">
              <a:extLst>
                <a:ext uri="{FF2B5EF4-FFF2-40B4-BE49-F238E27FC236}">
                  <ns2:creationId id="{6A3E47B1-034A-A03A-EA07-C706D04815A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87144" y="5414843"/>
              <a:ext cx="2771774" cy="163349"/>
            </a:xfrm>
            <a:prstGeom prst="rect">
              <a:avLst/>
            </a:prstGeom>
            <a:solidFill>
              <a:srgbClr val="C2DED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95" name="正方形/長方形 494">
              <a:extLst>
                <a:ext uri="{FF2B5EF4-FFF2-40B4-BE49-F238E27FC236}">
                  <ns2:creationId id="{CD1DBE0C-93B8-D12B-B204-9D21A6F88F9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73850" y="3778078"/>
              <a:ext cx="2771774" cy="163349"/>
            </a:xfrm>
            <a:prstGeom prst="rect">
              <a:avLst/>
            </a:prstGeom>
            <a:solidFill>
              <a:srgbClr val="C2DED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grpSp>
        <p:nvGrpSpPr>
          <p:cNvPr id="517" name="グループ化 516">
            <a:extLst>
              <a:ext uri="{FF2B5EF4-FFF2-40B4-BE49-F238E27FC236}">
                <ns2:creationId id="{D66F8932-C717-875A-6110-6ABDBB47B847}"/>
              </a:ext>
            </a:extLst>
          </p:cNvPr>
          <p:cNvGrpSpPr/>
          <p:nvPr/>
        </p:nvGrpSpPr>
        <p:grpSpPr>
          <a:xfrm>
            <a:off x="4655959" y="1635756"/>
            <a:ext cx="3005565" cy="4589714"/>
            <a:chOff x="4655959" y="1635756"/>
            <a:chExt cx="3005565" cy="4589714"/>
          </a:xfrm>
        </p:grpSpPr>
        <p:sp>
          <p:nvSpPr>
            <p:cNvPr id="66" name="正方形/長方形 26">
              <a:extLst>
                <a:ext uri="{FF2B5EF4-FFF2-40B4-BE49-F238E27FC236}">
                  <ns2:creationId id="{814858D6-00B7-E4EF-3472-E53B8CC9C198}"/>
                </a:ext>
              </a:extLst>
            </p:cNvPr>
            <p:cNvSpPr/>
            <p:nvPr/>
          </p:nvSpPr>
          <p:spPr>
            <a:xfrm>
              <a:off x="6784264" y="3546702"/>
              <a:ext cx="877260" cy="319166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88" name="Group 278">
              <a:extLst>
                <a:ext uri="{FF2B5EF4-FFF2-40B4-BE49-F238E27FC236}">
                  <ns2:creationId id="{7EE04002-6084-9731-73E0-E822ACAC9CEF}"/>
                </a:ext>
              </a:extLst>
            </p:cNvPr>
            <p:cNvGrpSpPr/>
            <p:nvPr/>
          </p:nvGrpSpPr>
          <p:grpSpPr>
            <a:xfrm>
              <a:off x="5329313" y="5242208"/>
              <a:ext cx="387211" cy="190464"/>
              <a:chOff x="7264539" y="4109693"/>
              <a:chExt cx="387211" cy="190464"/>
            </a:xfrm>
          </p:grpSpPr>
          <p:sp>
            <p:nvSpPr>
              <p:cNvPr id="90" name="正方形/長方形 69">
                <a:extLst>
                  <a:ext uri="{FF2B5EF4-FFF2-40B4-BE49-F238E27FC236}">
                    <ns2:creationId id="{EE5F9FA1-F09F-7998-1BD3-2F3951E5EA97}"/>
                  </a:ext>
                </a:extLst>
              </p:cNvPr>
              <p:cNvSpPr/>
              <p:nvPr/>
            </p:nvSpPr>
            <p:spPr>
              <a:xfrm>
                <a:off x="7264539" y="4109693"/>
                <a:ext cx="387211" cy="190464"/>
              </a:xfrm>
              <a:prstGeom prst="roundRect">
                <a:avLst>
                  <a:gd name="adj" fmla="val 8332"/>
                </a:avLst>
              </a:prstGeom>
              <a:solidFill>
                <a:srgbClr val="008D2E">
                  <a:alpha val="20000"/>
                </a:srgbClr>
              </a:solidFill>
              <a:ln w="9525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3</a:t>
                </a:r>
                <a:endParaRPr kumimoji="0" lang="ja-JP" alt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92" name="グラフィックス 70" descr="繰り返し 単色塗りつぶし">
                <a:extLst>
                  <a:ext uri="{FF2B5EF4-FFF2-40B4-BE49-F238E27FC236}">
                    <ns2:creationId id="{1B19B063-892E-6E63-AD42-9D12A70E12D6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309580" y="4125186"/>
                <a:ext cx="160164" cy="159478"/>
              </a:xfrm>
              <a:prstGeom prst="rect">
                <a:avLst/>
              </a:prstGeom>
            </p:spPr>
          </p:pic>
        </p:grpSp>
        <p:sp>
          <p:nvSpPr>
            <p:cNvPr id="89" name="正方形/長方形 68">
              <a:extLst>
                <a:ext uri="{FF2B5EF4-FFF2-40B4-BE49-F238E27FC236}">
                  <ns2:creationId id="{4FFA2CBA-6404-ECF3-B4F9-8C437E29DD84}"/>
                </a:ext>
              </a:extLst>
            </p:cNvPr>
            <p:cNvSpPr/>
            <p:nvPr/>
          </p:nvSpPr>
          <p:spPr>
            <a:xfrm>
              <a:off x="5805732" y="5241716"/>
              <a:ext cx="1556910" cy="19046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grpSp>
          <p:nvGrpSpPr>
            <p:cNvPr id="446" name="グループ化 445">
              <a:extLst>
                <a:ext uri="{FF2B5EF4-FFF2-40B4-BE49-F238E27FC236}">
                  <ns2:creationId id="{D9CE22E3-F844-BC10-E3F2-721F4EDC10D0}"/>
                </a:ext>
              </a:extLst>
            </p:cNvPr>
            <p:cNvGrpSpPr/>
            <p:nvPr/>
          </p:nvGrpSpPr>
          <p:grpSpPr>
            <a:xfrm>
              <a:off x="5329313" y="3263761"/>
              <a:ext cx="387211" cy="190464"/>
              <a:chOff x="5329313" y="3263761"/>
              <a:chExt cx="387211" cy="190464"/>
            </a:xfrm>
          </p:grpSpPr>
          <p:sp>
            <p:nvSpPr>
              <p:cNvPr id="86" name="正方形/長方形 69">
                <a:extLst>
                  <a:ext uri="{FF2B5EF4-FFF2-40B4-BE49-F238E27FC236}">
                    <ns2:creationId id="{C9F05F75-0736-ECB0-21D4-230D7F174268}"/>
                  </a:ext>
                </a:extLst>
              </p:cNvPr>
              <p:cNvSpPr/>
              <p:nvPr/>
            </p:nvSpPr>
            <p:spPr>
              <a:xfrm>
                <a:off x="5329313" y="3263761"/>
                <a:ext cx="387211" cy="190464"/>
              </a:xfrm>
              <a:prstGeom prst="roundRect">
                <a:avLst>
                  <a:gd name="adj" fmla="val 8332"/>
                </a:avLst>
              </a:prstGeom>
              <a:solidFill>
                <a:srgbClr val="008D2E">
                  <a:alpha val="20000"/>
                </a:srgbClr>
              </a:solidFill>
              <a:ln w="9525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</a:t>
                </a:r>
                <a:endParaRPr kumimoji="0" lang="ja-JP" alt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87" name="グラフィックス 70" descr="繰り返し 単色塗りつぶし">
                <a:extLst>
                  <a:ext uri="{FF2B5EF4-FFF2-40B4-BE49-F238E27FC236}">
                    <ns2:creationId id="{5AE1AD38-EE07-E60B-DCE3-2F97BC071907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5374354" y="3279254"/>
                <a:ext cx="160164" cy="159478"/>
              </a:xfrm>
              <a:prstGeom prst="rect">
                <a:avLst/>
              </a:prstGeom>
            </p:spPr>
          </p:pic>
        </p:grpSp>
        <p:cxnSp>
          <p:nvCxnSpPr>
            <p:cNvPr id="71" name="直線コネクタ 72">
              <a:extLst>
                <a:ext uri="{FF2B5EF4-FFF2-40B4-BE49-F238E27FC236}">
                  <ns2:creationId id="{2C6E616B-ED5B-5AE4-1CC5-202B84308B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5099" y="3358992"/>
              <a:ext cx="17526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2">
              <a:extLst>
                <a:ext uri="{FF2B5EF4-FFF2-40B4-BE49-F238E27FC236}">
                  <ns2:creationId id="{744D4970-A957-0652-DA11-E85736934E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08680" y="3358993"/>
              <a:ext cx="432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ns2:creationId id="{30A1483C-3786-0936-6D78-2E4A483E4B98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>
              <a:off x="5660482" y="3454225"/>
              <a:ext cx="1123782" cy="25206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358">
              <a:extLst>
                <a:ext uri="{FF2B5EF4-FFF2-40B4-BE49-F238E27FC236}">
                  <ns2:creationId id="{54744E4D-15EE-F79B-CE21-3CCEDEB5BBBE}"/>
                </a:ext>
              </a:extLst>
            </p:cNvPr>
            <p:cNvGrpSpPr/>
            <p:nvPr/>
          </p:nvGrpSpPr>
          <p:grpSpPr>
            <a:xfrm>
              <a:off x="5329313" y="4578879"/>
              <a:ext cx="387211" cy="190464"/>
              <a:chOff x="7264539" y="4109693"/>
              <a:chExt cx="387211" cy="190464"/>
            </a:xfrm>
          </p:grpSpPr>
          <p:sp>
            <p:nvSpPr>
              <p:cNvPr id="84" name="正方形/長方形 69">
                <a:extLst>
                  <a:ext uri="{FF2B5EF4-FFF2-40B4-BE49-F238E27FC236}">
                    <ns2:creationId id="{5656855D-3B23-1B9B-15C6-52B106396730}"/>
                  </a:ext>
                </a:extLst>
              </p:cNvPr>
              <p:cNvSpPr/>
              <p:nvPr/>
            </p:nvSpPr>
            <p:spPr>
              <a:xfrm>
                <a:off x="7264539" y="4109693"/>
                <a:ext cx="387211" cy="190464"/>
              </a:xfrm>
              <a:prstGeom prst="roundRect">
                <a:avLst>
                  <a:gd name="adj" fmla="val 8332"/>
                </a:avLst>
              </a:prstGeom>
              <a:solidFill>
                <a:srgbClr val="008D2E">
                  <a:alpha val="20000"/>
                </a:srgbClr>
              </a:solidFill>
              <a:ln w="9525" cap="flat" cmpd="sng" algn="ctr">
                <a:solidFill>
                  <a:sysClr val="window" lastClr="FFFFFF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2</a:t>
                </a:r>
                <a:endParaRPr kumimoji="0" lang="ja-JP" alt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85" name="グラフィックス 70" descr="繰り返し 単色塗りつぶし">
                <a:extLst>
                  <a:ext uri="{FF2B5EF4-FFF2-40B4-BE49-F238E27FC236}">
                    <ns2:creationId id="{20E3418A-95B4-1DC7-2AD0-3515B847FCEF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309580" y="4125186"/>
                <a:ext cx="160164" cy="159478"/>
              </a:xfrm>
              <a:prstGeom prst="rect">
                <a:avLst/>
              </a:prstGeom>
            </p:spPr>
          </p:pic>
        </p:grpSp>
        <p:sp>
          <p:nvSpPr>
            <p:cNvPr id="83" name="正方形/長方形 68">
              <a:extLst>
                <a:ext uri="{FF2B5EF4-FFF2-40B4-BE49-F238E27FC236}">
                  <ns2:creationId id="{E6C3C7D8-72D4-36F7-ACC5-CD58FBD0FEC6}"/>
                </a:ext>
              </a:extLst>
            </p:cNvPr>
            <p:cNvSpPr/>
            <p:nvPr/>
          </p:nvSpPr>
          <p:spPr>
            <a:xfrm>
              <a:off x="5827214" y="4578387"/>
              <a:ext cx="1556910" cy="190464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75" name="正方形/長方形 61">
              <a:extLst>
                <a:ext uri="{FF2B5EF4-FFF2-40B4-BE49-F238E27FC236}">
                  <ns2:creationId id="{BE56DAB7-3ECA-DAA9-1197-A4095AC014FA}"/>
                </a:ext>
              </a:extLst>
            </p:cNvPr>
            <p:cNvSpPr/>
            <p:nvPr/>
          </p:nvSpPr>
          <p:spPr>
            <a:xfrm>
              <a:off x="5982126" y="3221256"/>
              <a:ext cx="936000" cy="288000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6" name="正方形/長方形 52">
              <a:extLst>
                <a:ext uri="{FF2B5EF4-FFF2-40B4-BE49-F238E27FC236}">
                  <ns2:creationId id="{A738AA15-882F-2531-C619-395EF4D5EE9F}"/>
                </a:ext>
              </a:extLst>
            </p:cNvPr>
            <p:cNvSpPr/>
            <p:nvPr/>
          </p:nvSpPr>
          <p:spPr>
            <a:xfrm>
              <a:off x="4922934" y="2982215"/>
              <a:ext cx="1548000" cy="236773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+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0" name="四角形: 角を丸くする 7">
              <a:extLst>
                <a:ext uri="{FF2B5EF4-FFF2-40B4-BE49-F238E27FC236}">
                  <ns2:creationId id="{A2767E09-E211-386D-B379-6D69A4E0987B}"/>
                </a:ext>
              </a:extLst>
            </p:cNvPr>
            <p:cNvSpPr/>
            <p:nvPr/>
          </p:nvSpPr>
          <p:spPr>
            <a:xfrm>
              <a:off x="4656815" y="1635756"/>
              <a:ext cx="2909443" cy="229733"/>
            </a:xfrm>
            <a:prstGeom prst="roundRect">
              <a:avLst>
                <a:gd name="adj" fmla="val 5652"/>
              </a:avLst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81" name="Straight Connector 375">
              <a:extLst>
                <a:ext uri="{FF2B5EF4-FFF2-40B4-BE49-F238E27FC236}">
                  <ns2:creationId id="{DB901038-E689-608C-17D2-72A72385EB0C}"/>
                </a:ext>
              </a:extLst>
            </p:cNvPr>
            <p:cNvCxnSpPr>
              <a:cxnSpLocks/>
            </p:cNvCxnSpPr>
            <p:nvPr/>
          </p:nvCxnSpPr>
          <p:spPr>
            <a:xfrm>
              <a:off x="4655959" y="1838612"/>
              <a:ext cx="2916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正方形/長方形 57">
              <a:extLst>
                <a:ext uri="{FF2B5EF4-FFF2-40B4-BE49-F238E27FC236}">
                  <ns2:creationId id="{95575E42-A625-A488-2340-C8024F4D34D6}"/>
                </a:ext>
              </a:extLst>
            </p:cNvPr>
            <p:cNvSpPr/>
            <p:nvPr/>
          </p:nvSpPr>
          <p:spPr>
            <a:xfrm>
              <a:off x="4922934" y="3678323"/>
              <a:ext cx="2053648" cy="328796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</a:p>
            <a:p>
              <a:pPr marL="84138" marR="0" lvl="0" indent="-8413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84138" marR="0" lvl="0" indent="-8413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8" name="正方形/長方形 66">
              <a:extLst>
                <a:ext uri="{FF2B5EF4-FFF2-40B4-BE49-F238E27FC236}">
                  <ns2:creationId id="{03A2D07B-39D4-F03C-B7E4-9B075B0BEA98}"/>
                </a:ext>
              </a:extLst>
            </p:cNvPr>
            <p:cNvSpPr/>
            <p:nvPr/>
          </p:nvSpPr>
          <p:spPr>
            <a:xfrm>
              <a:off x="4656814" y="2699124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0" name="正方形/長方形 66">
              <a:extLst>
                <a:ext uri="{FF2B5EF4-FFF2-40B4-BE49-F238E27FC236}">
                  <ns2:creationId id="{A3EAE82B-0AB6-BD0E-9C94-822CB0E33F6C}"/>
                </a:ext>
              </a:extLst>
            </p:cNvPr>
            <p:cNvSpPr/>
            <p:nvPr/>
          </p:nvSpPr>
          <p:spPr>
            <a:xfrm>
              <a:off x="4656814" y="4091385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2" name="正方形/長方形 66">
              <a:extLst>
                <a:ext uri="{FF2B5EF4-FFF2-40B4-BE49-F238E27FC236}">
                  <ns2:creationId id="{4AB6EB21-6619-0C23-C7FB-CF0F5F6FA7B4}"/>
                </a:ext>
              </a:extLst>
            </p:cNvPr>
            <p:cNvSpPr/>
            <p:nvPr/>
          </p:nvSpPr>
          <p:spPr>
            <a:xfrm>
              <a:off x="4656814" y="4949737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4" name="正方形/長方形 66">
              <a:extLst>
                <a:ext uri="{FF2B5EF4-FFF2-40B4-BE49-F238E27FC236}">
                  <ns2:creationId id="{AE6C385F-D104-499B-5039-C052D3DEAE20}"/>
                </a:ext>
              </a:extLst>
            </p:cNvPr>
            <p:cNvSpPr/>
            <p:nvPr/>
          </p:nvSpPr>
          <p:spPr>
            <a:xfrm>
              <a:off x="4656814" y="5506609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6" name="正方形/長方形 66">
              <a:extLst>
                <a:ext uri="{FF2B5EF4-FFF2-40B4-BE49-F238E27FC236}">
                  <ns2:creationId id="{E0FC6555-4FED-FF20-2256-D97CADE9C9FB}"/>
                </a:ext>
              </a:extLst>
            </p:cNvPr>
            <p:cNvSpPr/>
            <p:nvPr/>
          </p:nvSpPr>
          <p:spPr>
            <a:xfrm>
              <a:off x="4656814" y="6035110"/>
              <a:ext cx="2916000" cy="190360"/>
            </a:xfrm>
            <a:prstGeom prst="rect">
              <a:avLst/>
            </a:prstGeom>
            <a:solidFill>
              <a:srgbClr val="008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cxnSp>
        <p:nvCxnSpPr>
          <p:cNvPr id="127" name="直線コネクタ 126">
            <a:extLst>
              <a:ext uri="{FF2B5EF4-FFF2-40B4-BE49-F238E27FC236}">
                <ns2:creationId id="{482F0918-F9BC-AB3D-8C76-750F85A7887E}"/>
              </a:ext>
            </a:extLst>
          </p:cNvPr>
          <p:cNvCxnSpPr>
            <a:cxnSpLocks/>
          </p:cNvCxnSpPr>
          <p:nvPr/>
        </p:nvCxnSpPr>
        <p:spPr>
          <a:xfrm flipV="1">
            <a:off x="1223889" y="4473723"/>
            <a:ext cx="10620000" cy="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直線コネクタ 383">
            <a:extLst>
              <a:ext uri="{FF2B5EF4-FFF2-40B4-BE49-F238E27FC236}">
                <ns2:creationId id="{B61E5813-FFA2-BE76-17E3-95279E44A248}"/>
              </a:ext>
            </a:extLst>
          </p:cNvPr>
          <p:cNvCxnSpPr>
            <a:cxnSpLocks/>
          </p:cNvCxnSpPr>
          <p:nvPr/>
        </p:nvCxnSpPr>
        <p:spPr>
          <a:xfrm flipV="1">
            <a:off x="1223889" y="2893082"/>
            <a:ext cx="10620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5" name="グループ化 514">
            <a:extLst>
              <a:ext uri="{FF2B5EF4-FFF2-40B4-BE49-F238E27FC236}">
                <ns2:creationId id="{5C81A38D-6CF9-3E34-52E8-BBDC87F6B4C7}"/>
              </a:ext>
            </a:extLst>
          </p:cNvPr>
          <p:cNvGrpSpPr/>
          <p:nvPr/>
        </p:nvGrpSpPr>
        <p:grpSpPr>
          <a:xfrm>
            <a:off x="7753978" y="1635756"/>
            <a:ext cx="4116483" cy="4666855"/>
            <a:chOff x="7753978" y="1635756"/>
            <a:chExt cx="4116483" cy="4666855"/>
          </a:xfrm>
        </p:grpSpPr>
        <p:sp>
          <p:nvSpPr>
            <p:cNvPr id="102" name="四角形: 角を丸くする 7">
              <a:extLst>
                <a:ext uri="{FF2B5EF4-FFF2-40B4-BE49-F238E27FC236}">
                  <ns2:creationId id="{F375257A-B051-91FC-50FB-604F43040C79}"/>
                </a:ext>
              </a:extLst>
            </p:cNvPr>
            <p:cNvSpPr/>
            <p:nvPr/>
          </p:nvSpPr>
          <p:spPr>
            <a:xfrm>
              <a:off x="8198461" y="1635756"/>
              <a:ext cx="3672000" cy="229733"/>
            </a:xfrm>
            <a:prstGeom prst="roundRect">
              <a:avLst>
                <a:gd name="adj" fmla="val 5652"/>
              </a:avLst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103" name="Straight Connector 375">
              <a:extLst>
                <a:ext uri="{FF2B5EF4-FFF2-40B4-BE49-F238E27FC236}">
                  <ns2:creationId id="{E443E778-331A-CF23-4B9F-D4D575B0ACC8}"/>
                </a:ext>
              </a:extLst>
            </p:cNvPr>
            <p:cNvCxnSpPr>
              <a:cxnSpLocks/>
            </p:cNvCxnSpPr>
            <p:nvPr/>
          </p:nvCxnSpPr>
          <p:spPr>
            <a:xfrm>
              <a:off x="8198461" y="1838612"/>
              <a:ext cx="3672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四角形: 角を丸くする 7">
              <a:extLst>
                <a:ext uri="{FF2B5EF4-FFF2-40B4-BE49-F238E27FC236}">
                  <ns2:creationId id="{16377CCC-F2D1-689A-8FF5-C166B2E13854}"/>
                </a:ext>
              </a:extLst>
            </p:cNvPr>
            <p:cNvSpPr/>
            <p:nvPr/>
          </p:nvSpPr>
          <p:spPr>
            <a:xfrm>
              <a:off x="8175512" y="1901942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zh-TW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97" name="四角形: 角を丸くする 7">
              <a:extLst>
                <a:ext uri="{FF2B5EF4-FFF2-40B4-BE49-F238E27FC236}">
                  <ns2:creationId id="{BB559F25-8C7A-866B-7B9A-6ACB9317DE13}"/>
                </a:ext>
              </a:extLst>
            </p:cNvPr>
            <p:cNvSpPr/>
            <p:nvPr/>
          </p:nvSpPr>
          <p:spPr>
            <a:xfrm>
              <a:off x="8175512" y="2968428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lvl="0"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08" name="四角形: 角を丸くする 7">
              <a:extLst>
                <a:ext uri="{FF2B5EF4-FFF2-40B4-BE49-F238E27FC236}">
                  <ns2:creationId id="{D0E98407-8321-6C56-5DAA-D568014A0BA3}"/>
                </a:ext>
              </a:extLst>
            </p:cNvPr>
            <p:cNvSpPr/>
            <p:nvPr/>
          </p:nvSpPr>
          <p:spPr>
            <a:xfrm>
              <a:off x="8175512" y="4538668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zh-TW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11" name="四角形: 角を丸くする 7">
              <a:extLst>
                <a:ext uri="{FF2B5EF4-FFF2-40B4-BE49-F238E27FC236}">
                  <ns2:creationId id="{12353335-C915-89B1-17D4-165C4264696A}"/>
                </a:ext>
              </a:extLst>
            </p:cNvPr>
            <p:cNvSpPr/>
            <p:nvPr/>
          </p:nvSpPr>
          <p:spPr>
            <a:xfrm>
              <a:off x="8175512" y="5637852"/>
              <a:ext cx="3672000" cy="190800"/>
            </a:xfrm>
            <a:prstGeom prst="rect">
              <a:avLst/>
            </a:prstGeom>
            <a:solidFill>
              <a:srgbClr val="008000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zh-TW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1" lang="zh-TW" altLang="en-US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14" name="正方形/長方形 52">
              <a:extLst>
                <a:ext uri="{FF2B5EF4-FFF2-40B4-BE49-F238E27FC236}">
                  <ns2:creationId id="{CF6060B3-D717-F448-6AD7-4C31EBF3DF33}"/>
                </a:ext>
              </a:extLst>
            </p:cNvPr>
            <p:cNvSpPr/>
            <p:nvPr/>
          </p:nvSpPr>
          <p:spPr>
            <a:xfrm>
              <a:off x="8175512" y="2120594"/>
              <a:ext cx="3672000" cy="732407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17" name="正方形/長方形 52">
              <a:extLst>
                <a:ext uri="{FF2B5EF4-FFF2-40B4-BE49-F238E27FC236}">
                  <ns2:creationId id="{9E100682-6B5E-BF5D-A92E-68E2CC918793}"/>
                </a:ext>
              </a:extLst>
            </p:cNvPr>
            <p:cNvSpPr/>
            <p:nvPr/>
          </p:nvSpPr>
          <p:spPr>
            <a:xfrm>
              <a:off x="8175512" y="3250744"/>
              <a:ext cx="3672000" cy="11977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22" name="正方形/長方形 52">
              <a:extLst>
                <a:ext uri="{FF2B5EF4-FFF2-40B4-BE49-F238E27FC236}">
                  <ns2:creationId id="{C69767A3-7162-AE3A-9CD8-FDBC223410FB}"/>
                </a:ext>
              </a:extLst>
            </p:cNvPr>
            <p:cNvSpPr/>
            <p:nvPr/>
          </p:nvSpPr>
          <p:spPr>
            <a:xfrm>
              <a:off x="8175512" y="4791482"/>
              <a:ext cx="3672000" cy="732407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26" name="正方形/長方形 52">
              <a:extLst>
                <a:ext uri="{FF2B5EF4-FFF2-40B4-BE49-F238E27FC236}">
                  <ns2:creationId id="{5F9990D8-D0B8-8B7E-7D27-BAC7C7DBBC07}"/>
                </a:ext>
              </a:extLst>
            </p:cNvPr>
            <p:cNvSpPr/>
            <p:nvPr/>
          </p:nvSpPr>
          <p:spPr>
            <a:xfrm>
              <a:off x="8175512" y="5833942"/>
              <a:ext cx="3672000" cy="468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 anchorCtr="0">
              <a:noAutofit/>
            </a:bodyPr>
            <a:lstStyle/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: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90488" marR="0" lvl="0" indent="-904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514" name="グループ化 513">
              <a:extLst>
                <a:ext uri="{FF2B5EF4-FFF2-40B4-BE49-F238E27FC236}">
                  <ns2:creationId id="{8740BD49-03DA-FE04-D10D-D230CA789293}"/>
                </a:ext>
              </a:extLst>
            </p:cNvPr>
            <p:cNvGrpSpPr/>
            <p:nvPr/>
          </p:nvGrpSpPr>
          <p:grpSpPr>
            <a:xfrm>
              <a:off x="7753978" y="1838611"/>
              <a:ext cx="216000" cy="4464000"/>
              <a:chOff x="7753978" y="1838611"/>
              <a:chExt cx="216000" cy="4464000"/>
            </a:xfrm>
          </p:grpSpPr>
          <p:cxnSp>
            <p:nvCxnSpPr>
              <p:cNvPr id="433" name="直線コネクタ 432">
                <a:extLst>
                  <a:ext uri="{FF2B5EF4-FFF2-40B4-BE49-F238E27FC236}">
                    <ns2:creationId id="{BC83B9D5-2F46-806A-31CD-03390F403D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60402" y="1838611"/>
                <a:ext cx="0" cy="446400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8" name="グループ化 437">
                <a:extLst>
                  <a:ext uri="{FF2B5EF4-FFF2-40B4-BE49-F238E27FC236}">
                    <ns2:creationId id="{9D4E5303-E150-1D72-72F2-F889981EF33B}"/>
                  </a:ext>
                </a:extLst>
              </p:cNvPr>
              <p:cNvGrpSpPr/>
              <p:nvPr/>
            </p:nvGrpSpPr>
            <p:grpSpPr>
              <a:xfrm>
                <a:off x="7753978" y="3966301"/>
                <a:ext cx="216000" cy="216000"/>
                <a:chOff x="7753978" y="3788680"/>
                <a:chExt cx="216000" cy="216000"/>
              </a:xfrm>
            </p:grpSpPr>
            <p:sp>
              <p:nvSpPr>
                <p:cNvPr id="435" name="円/楕円 8">
                  <a:extLst>
                    <a:ext uri="{FF2B5EF4-FFF2-40B4-BE49-F238E27FC236}">
                      <ns2:creationId id="{0EE62294-4F1C-9B83-3B85-DAF93396204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753978" y="3788680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36" name="グラフィックス 1503">
                  <a:extLst>
                    <a:ext uri="{FF2B5EF4-FFF2-40B4-BE49-F238E27FC236}">
                      <ns2:creationId id="{8347D562-0BEF-1B3B-26DC-A034E8C8B4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813084" y="3867334"/>
                  <a:ext cx="108000" cy="56859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5:creationId val="3679315531"/>
      </p:ext>
    </p:extLst>
  </p:cSld>
  <p:clrMapOvr>
    <a:masterClrMapping/>
  </p:clrMapOvr>
</p:sld>
</file>

<file path=ppt/slides/slide32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80A7C4E-0397-8BB3-EE35-83515F799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E67F227-DB1C-7AB2-C3CE-28B6F6285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33994" cy="914400"/>
          </a:xfrm>
        </p:spPr>
        <p:txBody>
          <a:bodyPr>
            <a:normAutofit/>
          </a:bodyPr>
          <a:lstStyle/>
          <a:p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/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16A5716-B297-D8B6-422F-16D2AF8135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DWH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・</a:t>
            </a: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PH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3E11C3D8-EDD5-0F57-06B9-10DD6C2D6F61}"/>
              </a:ext>
            </a:extLst>
          </p:cNvPr>
          <p:cNvGrpSpPr/>
          <p:nvPr/>
        </p:nvGrpSpPr>
        <p:grpSpPr>
          <a:xfrm>
            <a:off x="353128" y="1628775"/>
            <a:ext cx="11505555" cy="4679947"/>
            <a:chOff x="353128" y="1628775"/>
            <a:chExt cx="11505555" cy="4679947"/>
          </a:xfrm>
        </p:grpSpPr>
        <p:sp>
          <p:nvSpPr>
            <p:cNvPr id="28" name="正方形/長方形 27">
              <a:extLst>
                <a:ext uri="{FF2B5EF4-FFF2-40B4-BE49-F238E27FC236}">
                  <ns2:creationId id="{CEC6DABC-1128-748B-C0E8-38E4666091F9}"/>
                </a:ext>
              </a:extLst>
            </p:cNvPr>
            <p:cNvSpPr/>
            <p:nvPr/>
          </p:nvSpPr>
          <p:spPr>
            <a:xfrm>
              <a:off x="1221535" y="1628775"/>
              <a:ext cx="6156000" cy="144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72000" rtlCol="0" anchor="ctr"/>
            <a:lstStyle/>
            <a:p>
              <a:pPr marR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</a:pP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2F44F64F-A92F-5514-0214-B11ADBEAA1FB}"/>
                </a:ext>
              </a:extLst>
            </p:cNvPr>
            <p:cNvSpPr/>
            <p:nvPr/>
          </p:nvSpPr>
          <p:spPr>
            <a:xfrm>
              <a:off x="7610683" y="1628775"/>
              <a:ext cx="4248000" cy="1440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72000" rtlCol="0" anchor="ctr"/>
            <a:lstStyle/>
            <a:p>
              <a:pPr marR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000"/>
                </a:buClr>
                <a:buSzTx/>
                <a:tabLst/>
              </a:pPr>
              <a:r>
                <a: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333" name="グループ化 332">
              <a:extLst>
                <a:ext uri="{FF2B5EF4-FFF2-40B4-BE49-F238E27FC236}">
                  <ns2:creationId id="{6B2AA95E-C8DB-6733-1E14-066D6B02B4B0}"/>
                </a:ext>
              </a:extLst>
            </p:cNvPr>
            <p:cNvGrpSpPr/>
            <p:nvPr/>
          </p:nvGrpSpPr>
          <p:grpSpPr>
            <a:xfrm>
              <a:off x="1165037" y="3960901"/>
              <a:ext cx="10692000" cy="216000"/>
              <a:chOff x="1165037" y="3962611"/>
              <a:chExt cx="10692000" cy="216000"/>
            </a:xfrm>
          </p:grpSpPr>
          <p:cxnSp>
            <p:nvCxnSpPr>
              <p:cNvPr id="328" name="直線コネクタ 327">
                <a:extLst>
                  <a:ext uri="{FF2B5EF4-FFF2-40B4-BE49-F238E27FC236}">
                    <ns2:creationId id="{AA0B21BB-5484-CD41-3E5C-197ABDE188E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6511037" y="-1276965"/>
                <a:ext cx="0" cy="1069200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9" name="グループ化 328">
                <a:extLst>
                  <a:ext uri="{FF2B5EF4-FFF2-40B4-BE49-F238E27FC236}">
                    <ns2:creationId id="{0C9B90F4-7697-AF04-37E0-67A36BC9CCA6}"/>
                  </a:ext>
                </a:extLst>
              </p:cNvPr>
              <p:cNvGrpSpPr/>
              <p:nvPr/>
            </p:nvGrpSpPr>
            <p:grpSpPr>
              <a:xfrm rot="5400000">
                <a:off x="6370940" y="3962611"/>
                <a:ext cx="216000" cy="216000"/>
                <a:chOff x="7753978" y="3788680"/>
                <a:chExt cx="216000" cy="216000"/>
              </a:xfrm>
            </p:grpSpPr>
            <p:sp>
              <p:nvSpPr>
                <p:cNvPr id="330" name="円/楕円 8">
                  <a:extLst>
                    <a:ext uri="{FF2B5EF4-FFF2-40B4-BE49-F238E27FC236}">
                      <ns2:creationId id="{BE8FB9C2-EE5F-01E1-EFDB-BE9F70B58DA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753978" y="3788680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31" name="グラフィックス 1503">
                  <a:extLst>
                    <a:ext uri="{FF2B5EF4-FFF2-40B4-BE49-F238E27FC236}">
                      <ns2:creationId id="{BEC88F5A-30C1-2188-35FD-B91E4760E9B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7813084" y="3867334"/>
                  <a:ext cx="108000" cy="56859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</p:grpSp>
        <p:grpSp>
          <p:nvGrpSpPr>
            <p:cNvPr id="463" name="グループ化 462">
              <a:extLst>
                <a:ext uri="{FF2B5EF4-FFF2-40B4-BE49-F238E27FC236}">
                  <ns2:creationId id="{D9719EE0-2FC3-27CF-73FF-3FBB08DEE62E}"/>
                </a:ext>
              </a:extLst>
            </p:cNvPr>
            <p:cNvGrpSpPr/>
            <p:nvPr/>
          </p:nvGrpSpPr>
          <p:grpSpPr>
            <a:xfrm>
              <a:off x="353128" y="1772775"/>
              <a:ext cx="11504694" cy="2217323"/>
              <a:chOff x="353128" y="1772775"/>
              <a:chExt cx="11504694" cy="2217323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59DD91FF-A02F-0A99-2CD9-44477B9FDCA0}"/>
                  </a:ext>
                </a:extLst>
              </p:cNvPr>
              <p:cNvSpPr/>
              <p:nvPr/>
            </p:nvSpPr>
            <p:spPr>
              <a:xfrm>
                <a:off x="353128" y="1830098"/>
                <a:ext cx="779318" cy="2160000"/>
              </a:xfrm>
              <a:prstGeom prst="rect">
                <a:avLst/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14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/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552F0E6D-4DE9-0556-79CB-985A24E8EDD4}"/>
                  </a:ext>
                </a:extLst>
              </p:cNvPr>
              <p:cNvSpPr/>
              <p:nvPr/>
            </p:nvSpPr>
            <p:spPr>
              <a:xfrm>
                <a:off x="10471959" y="2065341"/>
                <a:ext cx="1385863" cy="1319506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  <a:p>
                <a:pPr marL="87313" marR="0" indent="-87313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R="0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marR="0" indent="-87313" defTabSz="914400" rtl="0" eaLnBrk="1" fontAlgn="auto" latinLnBrk="0" hangingPunct="1">
                  <a:lnSpc>
                    <a:spcPts val="8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indent="-87313">
                  <a:lnSpc>
                    <a:spcPts val="800"/>
                  </a:lnSpc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87313" indent="-87313">
                  <a:lnSpc>
                    <a:spcPts val="800"/>
                  </a:lnSpc>
                  <a:spcAft>
                    <a:spcPts val="300"/>
                  </a:spcAft>
                  <a:buClr>
                    <a:srgbClr val="FFFFFF"/>
                  </a:buClr>
                  <a:buFont typeface="Arial" panose="020B0604020202020204" pitchFamily="34" charset="0"/>
                  <a:buChar char="•"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(-) </a:t>
                </a:r>
                <a:r>
                  <a: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>
                  <a:lnSpc>
                    <a:spcPts val="800"/>
                  </a:lnSpc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ns2:creationId id="{276BC626-A0B8-B666-9B82-E0D759E45B25}"/>
                  </a:ext>
                </a:extLst>
              </p:cNvPr>
              <p:cNvSpPr/>
              <p:nvPr/>
            </p:nvSpPr>
            <p:spPr>
              <a:xfrm>
                <a:off x="10471037" y="1813282"/>
                <a:ext cx="1386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89" name="正方形/長方形 88">
                <a:extLst>
                  <a:ext uri="{FF2B5EF4-FFF2-40B4-BE49-F238E27FC236}">
                    <ns2:creationId id="{2A50D50D-CDDC-3111-CBB7-58B51CA09E51}"/>
                  </a:ext>
                </a:extLst>
              </p:cNvPr>
              <p:cNvSpPr/>
              <p:nvPr/>
            </p:nvSpPr>
            <p:spPr>
              <a:xfrm>
                <a:off x="10471959" y="1956055"/>
                <a:ext cx="612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①</a:t>
                </a: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3" name="正方形/長方形 92">
                <a:extLst>
                  <a:ext uri="{FF2B5EF4-FFF2-40B4-BE49-F238E27FC236}">
                    <ns2:creationId id="{9E936E58-BE0B-4CD7-F4B2-5BC27CD2F2B6}"/>
                  </a:ext>
                </a:extLst>
              </p:cNvPr>
              <p:cNvSpPr/>
              <p:nvPr/>
            </p:nvSpPr>
            <p:spPr>
              <a:xfrm>
                <a:off x="9823266" y="2058961"/>
                <a:ext cx="504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4B74633F-D4A9-89BD-64BD-6BE202756899}"/>
                  </a:ext>
                </a:extLst>
              </p:cNvPr>
              <p:cNvSpPr/>
              <p:nvPr/>
            </p:nvSpPr>
            <p:spPr>
              <a:xfrm>
                <a:off x="8938902" y="2456347"/>
                <a:ext cx="1008000" cy="144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28" name="グループ化 227">
                <a:extLst>
                  <a:ext uri="{FF2B5EF4-FFF2-40B4-BE49-F238E27FC236}">
                    <ns2:creationId id="{67AEDC5E-E715-30F0-3DB0-43182D482BD1}"/>
                  </a:ext>
                </a:extLst>
              </p:cNvPr>
              <p:cNvGrpSpPr/>
              <p:nvPr/>
            </p:nvGrpSpPr>
            <p:grpSpPr>
              <a:xfrm>
                <a:off x="9332518" y="2104258"/>
                <a:ext cx="653668" cy="311564"/>
                <a:chOff x="9429318" y="2207172"/>
                <a:chExt cx="653668" cy="311564"/>
              </a:xfrm>
            </p:grpSpPr>
            <p:sp>
              <p:nvSpPr>
                <p:cNvPr id="83" name="フローチャート: 書類 82">
                  <a:extLst>
                    <a:ext uri="{FF2B5EF4-FFF2-40B4-BE49-F238E27FC236}">
                      <ns2:creationId id="{2A73D461-746C-01C4-4797-117F0B8E1B14}"/>
                    </a:ext>
                  </a:extLst>
                </p:cNvPr>
                <p:cNvSpPr/>
                <p:nvPr/>
              </p:nvSpPr>
              <p:spPr>
                <a:xfrm>
                  <a:off x="9506986" y="2302736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95" name="正方形/長方形 94">
                  <a:extLst>
                    <a:ext uri="{FF2B5EF4-FFF2-40B4-BE49-F238E27FC236}">
                      <ns2:creationId id="{5178E760-19CC-D9D9-8D16-1DDDB4FFAAB8}"/>
                    </a:ext>
                  </a:extLst>
                </p:cNvPr>
                <p:cNvSpPr/>
                <p:nvPr/>
              </p:nvSpPr>
              <p:spPr>
                <a:xfrm>
                  <a:off x="9542986" y="2334762"/>
                  <a:ext cx="504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pic>
              <p:nvPicPr>
                <p:cNvPr id="103" name="図 102">
                  <a:extLst>
                    <a:ext uri="{FF2B5EF4-FFF2-40B4-BE49-F238E27FC236}">
                      <ns2:creationId id="{5E9B8B17-5C2A-842B-3838-9311BC2135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29318" y="2207172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101" name="正方形/長方形 100">
                <a:extLst>
                  <a:ext uri="{FF2B5EF4-FFF2-40B4-BE49-F238E27FC236}">
                    <ns2:creationId id="{F8979C55-0932-E621-3326-26606A56EB92}"/>
                  </a:ext>
                </a:extLst>
              </p:cNvPr>
              <p:cNvSpPr/>
              <p:nvPr/>
            </p:nvSpPr>
            <p:spPr>
              <a:xfrm>
                <a:off x="7610683" y="1829306"/>
                <a:ext cx="944405" cy="882824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14" name="グループ化 113">
                <a:extLst>
                  <a:ext uri="{FF2B5EF4-FFF2-40B4-BE49-F238E27FC236}">
                    <ns2:creationId id="{ACD2FD57-2757-C735-4E4A-BD7E7B321C99}"/>
                  </a:ext>
                </a:extLst>
              </p:cNvPr>
              <p:cNvGrpSpPr/>
              <p:nvPr/>
            </p:nvGrpSpPr>
            <p:grpSpPr>
              <a:xfrm>
                <a:off x="7711900" y="1864016"/>
                <a:ext cx="658410" cy="246804"/>
                <a:chOff x="8166627" y="2041136"/>
                <a:chExt cx="658410" cy="246804"/>
              </a:xfrm>
            </p:grpSpPr>
            <p:pic>
              <p:nvPicPr>
                <p:cNvPr id="82" name="図 81">
                  <a:extLst>
                    <a:ext uri="{FF2B5EF4-FFF2-40B4-BE49-F238E27FC236}">
                      <ns2:creationId id="{E2B32D08-2491-599F-F3A0-0E67589137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041136"/>
                  <a:ext cx="144000" cy="120000"/>
                </a:xfrm>
                <a:prstGeom prst="rect">
                  <a:avLst/>
                </a:prstGeom>
              </p:spPr>
            </p:pic>
            <p:sp>
              <p:nvSpPr>
                <p:cNvPr id="105" name="フローチャート: 書類 104">
                  <a:extLst>
                    <a:ext uri="{FF2B5EF4-FFF2-40B4-BE49-F238E27FC236}">
                      <ns2:creationId id="{CD1357DE-0853-6296-9D19-F27B477C1C47}"/>
                    </a:ext>
                  </a:extLst>
                </p:cNvPr>
                <p:cNvSpPr/>
                <p:nvPr/>
              </p:nvSpPr>
              <p:spPr>
                <a:xfrm>
                  <a:off x="8249037" y="2071940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115" name="グループ化 114">
                <a:extLst>
                  <a:ext uri="{FF2B5EF4-FFF2-40B4-BE49-F238E27FC236}">
                    <ns2:creationId id="{277AE48A-E1FF-0B89-4C11-C86DE4132CD5}"/>
                  </a:ext>
                </a:extLst>
              </p:cNvPr>
              <p:cNvGrpSpPr/>
              <p:nvPr/>
            </p:nvGrpSpPr>
            <p:grpSpPr>
              <a:xfrm>
                <a:off x="7711900" y="2127505"/>
                <a:ext cx="658410" cy="245394"/>
                <a:chOff x="8166627" y="2304625"/>
                <a:chExt cx="658410" cy="245394"/>
              </a:xfrm>
            </p:grpSpPr>
            <p:sp>
              <p:nvSpPr>
                <p:cNvPr id="107" name="フローチャート: 書類 106">
                  <a:extLst>
                    <a:ext uri="{FF2B5EF4-FFF2-40B4-BE49-F238E27FC236}">
                      <ns2:creationId id="{88CFFD38-CF45-188B-B31B-878286816305}"/>
                    </a:ext>
                  </a:extLst>
                </p:cNvPr>
                <p:cNvSpPr/>
                <p:nvPr/>
              </p:nvSpPr>
              <p:spPr>
                <a:xfrm>
                  <a:off x="8249037" y="233401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11" name="図 110">
                  <a:extLst>
                    <a:ext uri="{FF2B5EF4-FFF2-40B4-BE49-F238E27FC236}">
                      <ns2:creationId id="{FF757DF8-A21C-DA74-B7CE-7EFC25C33A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304625"/>
                  <a:ext cx="144000" cy="120000"/>
                </a:xfrm>
                <a:prstGeom prst="rect">
                  <a:avLst/>
                </a:prstGeom>
              </p:spPr>
            </p:pic>
          </p:grpSp>
          <p:grpSp>
            <p:nvGrpSpPr>
              <p:cNvPr id="116" name="グループ化 115">
                <a:extLst>
                  <a:ext uri="{FF2B5EF4-FFF2-40B4-BE49-F238E27FC236}">
                    <ns2:creationId id="{3D2B1A69-ED49-9C48-10DE-17A7781839FA}"/>
                  </a:ext>
                </a:extLst>
              </p:cNvPr>
              <p:cNvGrpSpPr/>
              <p:nvPr/>
            </p:nvGrpSpPr>
            <p:grpSpPr>
              <a:xfrm>
                <a:off x="7711900" y="2389064"/>
                <a:ext cx="658410" cy="245915"/>
                <a:chOff x="8166627" y="2566184"/>
                <a:chExt cx="658410" cy="245915"/>
              </a:xfrm>
            </p:grpSpPr>
            <p:sp>
              <p:nvSpPr>
                <p:cNvPr id="109" name="フローチャート: 書類 108">
                  <a:extLst>
                    <a:ext uri="{FF2B5EF4-FFF2-40B4-BE49-F238E27FC236}">
                      <ns2:creationId id="{3E35FB46-8478-8558-8333-962FA84BCD31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13" name="図 112">
                  <a:extLst>
                    <a:ext uri="{FF2B5EF4-FFF2-40B4-BE49-F238E27FC236}">
                      <ns2:creationId id="{AE2F6157-8239-27DF-7339-B1ABD29909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128" name="正方形/長方形 127">
                <a:extLst>
                  <a:ext uri="{FF2B5EF4-FFF2-40B4-BE49-F238E27FC236}">
                    <ns2:creationId id="{94D57816-9BB5-6264-2E50-04D1144F8EA5}"/>
                  </a:ext>
                </a:extLst>
              </p:cNvPr>
              <p:cNvSpPr/>
              <p:nvPr/>
            </p:nvSpPr>
            <p:spPr>
              <a:xfrm>
                <a:off x="10471958" y="3524661"/>
                <a:ext cx="1385079" cy="454225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FC242484-7B2A-0FB7-A072-03B1068BF360}"/>
                  </a:ext>
                </a:extLst>
              </p:cNvPr>
              <p:cNvSpPr/>
              <p:nvPr/>
            </p:nvSpPr>
            <p:spPr>
              <a:xfrm>
                <a:off x="10471959" y="3420772"/>
                <a:ext cx="612000" cy="108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>
                  <a:buClr>
                    <a:srgbClr val="008000"/>
                  </a:buClr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➁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b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 b="1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34" name="図 133">
                <a:extLst>
                  <a:ext uri="{FF2B5EF4-FFF2-40B4-BE49-F238E27FC236}">
                    <ns2:creationId id="{B04A00BE-7DD7-C879-54D7-FB714D20FB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735674" y="3546886"/>
                <a:ext cx="972001" cy="426806"/>
              </a:xfrm>
              <a:prstGeom prst="rect">
                <a:avLst/>
              </a:prstGeom>
              <a:noFill/>
            </p:spPr>
          </p:pic>
          <p:sp>
            <p:nvSpPr>
              <p:cNvPr id="47" name="円柱 46">
                <a:extLst>
                  <a:ext uri="{FF2B5EF4-FFF2-40B4-BE49-F238E27FC236}">
                    <ns2:creationId id="{0331EC2E-F461-8B72-00F5-608C0D81877C}"/>
                  </a:ext>
                </a:extLst>
              </p:cNvPr>
              <p:cNvSpPr/>
              <p:nvPr/>
            </p:nvSpPr>
            <p:spPr>
              <a:xfrm>
                <a:off x="4429606" y="1925654"/>
                <a:ext cx="1558668" cy="1999965"/>
              </a:xfrm>
              <a:prstGeom prst="can">
                <a:avLst>
                  <a:gd name="adj" fmla="val 12393"/>
                </a:avLst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78" name="グループ化 77">
                <a:extLst>
                  <a:ext uri="{FF2B5EF4-FFF2-40B4-BE49-F238E27FC236}">
                    <ns2:creationId id="{47038DAC-833B-9EFE-CEA2-E9C27D8DC658}"/>
                  </a:ext>
                </a:extLst>
              </p:cNvPr>
              <p:cNvGrpSpPr/>
              <p:nvPr/>
            </p:nvGrpSpPr>
            <p:grpSpPr>
              <a:xfrm>
                <a:off x="1221535" y="1856174"/>
                <a:ext cx="1152000" cy="533215"/>
                <a:chOff x="1348147" y="2167769"/>
                <a:chExt cx="1152000" cy="533215"/>
              </a:xfrm>
            </p:grpSpPr>
            <p:sp>
              <p:nvSpPr>
                <p:cNvPr id="34" name="フローチャート: 磁気ディスク 33">
                  <a:extLst>
                    <a:ext uri="{FF2B5EF4-FFF2-40B4-BE49-F238E27FC236}">
                      <ns2:creationId id="{50F178EE-202D-5CDF-9C9B-97AE97B8D42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219735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SAP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8186CA7F-49AC-FF3F-16C6-A2E96CFC9540}"/>
                    </a:ext>
                  </a:extLst>
                </p:cNvPr>
                <p:cNvSpPr/>
                <p:nvPr/>
              </p:nvSpPr>
              <p:spPr>
                <a:xfrm>
                  <a:off x="1348147" y="2167769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7EBDBFA0-7923-9AFF-F198-587AA3ACA008}"/>
                    </a:ext>
                  </a:extLst>
                </p:cNvPr>
                <p:cNvSpPr/>
                <p:nvPr/>
              </p:nvSpPr>
              <p:spPr>
                <a:xfrm>
                  <a:off x="1348147" y="2295942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77" name="グループ化 76">
                <a:extLst>
                  <a:ext uri="{FF2B5EF4-FFF2-40B4-BE49-F238E27FC236}">
                    <ns2:creationId id="{FC645986-90E5-036D-93A9-BD3A40AD9B75}"/>
                  </a:ext>
                </a:extLst>
              </p:cNvPr>
              <p:cNvGrpSpPr/>
              <p:nvPr/>
            </p:nvGrpSpPr>
            <p:grpSpPr>
              <a:xfrm>
                <a:off x="1221535" y="2620575"/>
                <a:ext cx="1152000" cy="534085"/>
                <a:chOff x="1348147" y="2879935"/>
                <a:chExt cx="1152000" cy="534085"/>
              </a:xfrm>
            </p:grpSpPr>
            <p:sp>
              <p:nvSpPr>
                <p:cNvPr id="37" name="フローチャート: 磁気ディスク 36">
                  <a:extLst>
                    <a:ext uri="{FF2B5EF4-FFF2-40B4-BE49-F238E27FC236}">
                      <ns2:creationId id="{0201F62C-B15C-1C49-8C64-A900117089C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932771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1" name="正方形/長方形 60">
                  <a:extLst>
                    <a:ext uri="{FF2B5EF4-FFF2-40B4-BE49-F238E27FC236}">
                      <ns2:creationId id="{21A8DEA4-AE08-571C-4E01-6ACA53EE68F2}"/>
                    </a:ext>
                  </a:extLst>
                </p:cNvPr>
                <p:cNvSpPr/>
                <p:nvPr/>
              </p:nvSpPr>
              <p:spPr>
                <a:xfrm>
                  <a:off x="1348147" y="2879935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66" name="グループ化 65">
                <a:extLst>
                  <a:ext uri="{FF2B5EF4-FFF2-40B4-BE49-F238E27FC236}">
                    <ns2:creationId id="{B39A70A6-97F0-DE00-65DD-7AF282B5F98B}"/>
                  </a:ext>
                </a:extLst>
              </p:cNvPr>
              <p:cNvGrpSpPr/>
              <p:nvPr/>
            </p:nvGrpSpPr>
            <p:grpSpPr>
              <a:xfrm>
                <a:off x="1221535" y="3385847"/>
                <a:ext cx="1152000" cy="539773"/>
                <a:chOff x="1348147" y="3562967"/>
                <a:chExt cx="1152000" cy="539773"/>
              </a:xfrm>
              <a:solidFill>
                <a:schemeClr val="bg1"/>
              </a:solidFill>
            </p:grpSpPr>
            <p:sp>
              <p:nvSpPr>
                <p:cNvPr id="43" name="フローチャート: 磁気ディスク 42">
                  <a:extLst>
                    <a:ext uri="{FF2B5EF4-FFF2-40B4-BE49-F238E27FC236}">
                      <ns2:creationId id="{102B1D1F-A7AF-58FA-69A7-ED14B98EB15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3621491"/>
                  <a:ext cx="1152000" cy="481249"/>
                </a:xfrm>
                <a:prstGeom prst="flowChartMagneticDisk">
                  <a:avLst/>
                </a:prstGeom>
                <a:grp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63" name="正方形/長方形 62">
                  <a:extLst>
                    <a:ext uri="{FF2B5EF4-FFF2-40B4-BE49-F238E27FC236}">
                      <ns2:creationId id="{09D5F61B-08B3-4830-BEA7-82B187A2A323}"/>
                    </a:ext>
                  </a:extLst>
                </p:cNvPr>
                <p:cNvSpPr/>
                <p:nvPr/>
              </p:nvSpPr>
              <p:spPr>
                <a:xfrm>
                  <a:off x="1348147" y="3562967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65" name="正方形/長方形 64">
                  <a:extLst>
                    <a:ext uri="{FF2B5EF4-FFF2-40B4-BE49-F238E27FC236}">
                      <ns2:creationId id="{287B7196-69E0-97C6-766D-8B7BF3D900F1}"/>
                    </a:ext>
                  </a:extLst>
                </p:cNvPr>
                <p:cNvSpPr/>
                <p:nvPr/>
              </p:nvSpPr>
              <p:spPr>
                <a:xfrm>
                  <a:off x="1348147" y="3697538"/>
                  <a:ext cx="61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138" name="正方形/長方形 137">
                <a:extLst>
                  <a:ext uri="{FF2B5EF4-FFF2-40B4-BE49-F238E27FC236}">
                    <ns2:creationId id="{E17A89D7-5A7D-DE85-DE74-9A91C1F9010A}"/>
                  </a:ext>
                </a:extLst>
              </p:cNvPr>
              <p:cNvSpPr/>
              <p:nvPr/>
            </p:nvSpPr>
            <p:spPr>
              <a:xfrm>
                <a:off x="4944428" y="1950307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DWH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10" name="グループ化 209">
                <a:extLst>
                  <a:ext uri="{FF2B5EF4-FFF2-40B4-BE49-F238E27FC236}">
                    <ns2:creationId id="{D239986F-A50E-7C2F-54A8-9A440F99D8C7}"/>
                  </a:ext>
                </a:extLst>
              </p:cNvPr>
              <p:cNvGrpSpPr/>
              <p:nvPr/>
            </p:nvGrpSpPr>
            <p:grpSpPr>
              <a:xfrm>
                <a:off x="4530428" y="2148730"/>
                <a:ext cx="612000" cy="295650"/>
                <a:chOff x="4335191" y="2574325"/>
                <a:chExt cx="612000" cy="295650"/>
              </a:xfrm>
            </p:grpSpPr>
            <p:sp>
              <p:nvSpPr>
                <p:cNvPr id="142" name="正方形/長方形 141">
                  <a:extLst>
                    <a:ext uri="{FF2B5EF4-FFF2-40B4-BE49-F238E27FC236}">
                      <ns2:creationId id="{119E76AE-E01B-030E-D9AA-A6B15060EF98}"/>
                    </a:ext>
                  </a:extLst>
                </p:cNvPr>
                <p:cNvSpPr/>
                <p:nvPr/>
              </p:nvSpPr>
              <p:spPr>
                <a:xfrm>
                  <a:off x="4335191" y="2574325"/>
                  <a:ext cx="612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90" name="グループ化 189">
                  <a:extLst>
                    <a:ext uri="{FF2B5EF4-FFF2-40B4-BE49-F238E27FC236}">
                      <ns2:creationId id="{DF490247-47B9-1ABA-9E55-6EB714E81175}"/>
                    </a:ext>
                  </a:extLst>
                </p:cNvPr>
                <p:cNvGrpSpPr/>
                <p:nvPr/>
              </p:nvGrpSpPr>
              <p:grpSpPr>
                <a:xfrm>
                  <a:off x="4470318" y="2725975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91" name="正方形/長方形 190">
                    <a:extLst>
                      <a:ext uri="{FF2B5EF4-FFF2-40B4-BE49-F238E27FC236}">
                        <ns2:creationId id="{92643621-EF94-2608-2D46-FFAF5F41B92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2" name="正方形/長方形 191">
                    <a:extLst>
                      <a:ext uri="{FF2B5EF4-FFF2-40B4-BE49-F238E27FC236}">
                        <ns2:creationId id="{206D9839-1E4F-2A24-8123-E0DF41308BC8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3" name="正方形/長方形 192">
                    <a:extLst>
                      <a:ext uri="{FF2B5EF4-FFF2-40B4-BE49-F238E27FC236}">
                        <ns2:creationId id="{FF5F09D7-7180-771B-D870-DA3071972D7B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4" name="正方形/長方形 193">
                    <a:extLst>
                      <a:ext uri="{FF2B5EF4-FFF2-40B4-BE49-F238E27FC236}">
                        <ns2:creationId id="{2FC00E2D-BD32-7FA5-A7CA-D556E75F4D4A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5" name="正方形/長方形 194">
                    <a:extLst>
                      <a:ext uri="{FF2B5EF4-FFF2-40B4-BE49-F238E27FC236}">
                        <ns2:creationId id="{337741C2-33C7-0FA8-C605-2332132BB8A9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6" name="正方形/長方形 195">
                    <a:extLst>
                      <a:ext uri="{FF2B5EF4-FFF2-40B4-BE49-F238E27FC236}">
                        <ns2:creationId id="{B3D649B1-36A8-BE79-23DE-331AB7A190CE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97" name="正方形/長方形 196">
                    <a:extLst>
                      <a:ext uri="{FF2B5EF4-FFF2-40B4-BE49-F238E27FC236}">
                        <ns2:creationId id="{A08333FF-E274-D3B2-4871-12B0A08DCD37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199" name="正方形/長方形 198">
                  <a:extLst>
                    <a:ext uri="{FF2B5EF4-FFF2-40B4-BE49-F238E27FC236}">
                      <ns2:creationId id="{9F63FC11-91A8-3911-6E63-2C5E91A89905}"/>
                    </a:ext>
                  </a:extLst>
                </p:cNvPr>
                <p:cNvSpPr/>
                <p:nvPr/>
              </p:nvSpPr>
              <p:spPr>
                <a:xfrm>
                  <a:off x="4533191" y="2742531"/>
                  <a:ext cx="216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213" name="グループ化 212">
                <a:extLst>
                  <a:ext uri="{FF2B5EF4-FFF2-40B4-BE49-F238E27FC236}">
                    <ns2:creationId id="{564D3348-4008-157B-B27F-44794748E7F9}"/>
                  </a:ext>
                </a:extLst>
              </p:cNvPr>
              <p:cNvGrpSpPr/>
              <p:nvPr/>
            </p:nvGrpSpPr>
            <p:grpSpPr>
              <a:xfrm>
                <a:off x="4530428" y="2875544"/>
                <a:ext cx="612000" cy="363614"/>
                <a:chOff x="4335191" y="3052664"/>
                <a:chExt cx="612000" cy="363614"/>
              </a:xfrm>
            </p:grpSpPr>
            <p:sp>
              <p:nvSpPr>
                <p:cNvPr id="144" name="正方形/長方形 143">
                  <a:extLst>
                    <a:ext uri="{FF2B5EF4-FFF2-40B4-BE49-F238E27FC236}">
                      <ns2:creationId id="{A193A740-B8B2-35E3-6556-4C4F60692DA2}"/>
                    </a:ext>
                  </a:extLst>
                </p:cNvPr>
                <p:cNvSpPr/>
                <p:nvPr/>
              </p:nvSpPr>
              <p:spPr>
                <a:xfrm>
                  <a:off x="4335191" y="3052664"/>
                  <a:ext cx="612000" cy="193954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ts val="6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82" name="グループ化 181">
                  <a:extLst>
                    <a:ext uri="{FF2B5EF4-FFF2-40B4-BE49-F238E27FC236}">
                      <ns2:creationId id="{E9E3A302-597B-CD17-FCB0-6B51F8872608}"/>
                    </a:ext>
                  </a:extLst>
                </p:cNvPr>
                <p:cNvGrpSpPr/>
                <p:nvPr/>
              </p:nvGrpSpPr>
              <p:grpSpPr>
                <a:xfrm>
                  <a:off x="4470318" y="3272278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83" name="正方形/長方形 182">
                    <a:extLst>
                      <a:ext uri="{FF2B5EF4-FFF2-40B4-BE49-F238E27FC236}">
                        <ns2:creationId id="{242683CA-22F3-488E-B276-2AB9DCE5242D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4" name="正方形/長方形 183">
                    <a:extLst>
                      <a:ext uri="{FF2B5EF4-FFF2-40B4-BE49-F238E27FC236}">
                        <ns2:creationId id="{6ED10AD5-D128-0D24-C88F-52FD9340C3C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5" name="正方形/長方形 184">
                    <a:extLst>
                      <a:ext uri="{FF2B5EF4-FFF2-40B4-BE49-F238E27FC236}">
                        <ns2:creationId id="{1876DA60-6C3E-2D47-F287-181FB0E554A9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6" name="正方形/長方形 185">
                    <a:extLst>
                      <a:ext uri="{FF2B5EF4-FFF2-40B4-BE49-F238E27FC236}">
                        <ns2:creationId id="{344EBDB5-63D5-986E-6505-130D26FB53F8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7" name="正方形/長方形 186">
                    <a:extLst>
                      <a:ext uri="{FF2B5EF4-FFF2-40B4-BE49-F238E27FC236}">
                        <ns2:creationId id="{26A1DAFE-6E77-43A4-9FC4-D4A6263E9F12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8" name="正方形/長方形 187">
                    <a:extLst>
                      <a:ext uri="{FF2B5EF4-FFF2-40B4-BE49-F238E27FC236}">
                        <ns2:creationId id="{A1AE5B2E-9AEE-0186-8E02-652761C34E2B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9" name="正方形/長方形 188">
                    <a:extLst>
                      <a:ext uri="{FF2B5EF4-FFF2-40B4-BE49-F238E27FC236}">
                        <ns2:creationId id="{0F5DF124-B5CC-2946-7AA1-E94268C20DC8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01" name="正方形/長方形 200">
                  <a:extLst>
                    <a:ext uri="{FF2B5EF4-FFF2-40B4-BE49-F238E27FC236}">
                      <ns2:creationId id="{1FC15C0C-7590-AC52-DEB8-89795A06116A}"/>
                    </a:ext>
                  </a:extLst>
                </p:cNvPr>
                <p:cNvSpPr/>
                <p:nvPr/>
              </p:nvSpPr>
              <p:spPr>
                <a:xfrm>
                  <a:off x="4533191" y="3290226"/>
                  <a:ext cx="216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212" name="グループ化 211">
                <a:extLst>
                  <a:ext uri="{FF2B5EF4-FFF2-40B4-BE49-F238E27FC236}">
                    <ns2:creationId id="{5E3CEAA0-1B69-E8D1-3A7A-E132A0362B42}"/>
                  </a:ext>
                </a:extLst>
              </p:cNvPr>
              <p:cNvGrpSpPr/>
              <p:nvPr/>
            </p:nvGrpSpPr>
            <p:grpSpPr>
              <a:xfrm>
                <a:off x="4530428" y="3283084"/>
                <a:ext cx="612000" cy="268552"/>
                <a:chOff x="4335191" y="3460204"/>
                <a:chExt cx="612000" cy="268552"/>
              </a:xfrm>
            </p:grpSpPr>
            <p:sp>
              <p:nvSpPr>
                <p:cNvPr id="146" name="正方形/長方形 145">
                  <a:extLst>
                    <a:ext uri="{FF2B5EF4-FFF2-40B4-BE49-F238E27FC236}">
                      <ns2:creationId id="{242F6684-0B11-977B-BE01-B33FD22FDE7B}"/>
                    </a:ext>
                  </a:extLst>
                </p:cNvPr>
                <p:cNvSpPr/>
                <p:nvPr/>
              </p:nvSpPr>
              <p:spPr>
                <a:xfrm>
                  <a:off x="4335191" y="3460204"/>
                  <a:ext cx="612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74" name="グループ化 173">
                  <a:extLst>
                    <a:ext uri="{FF2B5EF4-FFF2-40B4-BE49-F238E27FC236}">
                      <ns2:creationId id="{670FA8D3-2D51-0232-8C46-CC38764EF980}"/>
                    </a:ext>
                  </a:extLst>
                </p:cNvPr>
                <p:cNvGrpSpPr/>
                <p:nvPr/>
              </p:nvGrpSpPr>
              <p:grpSpPr>
                <a:xfrm>
                  <a:off x="4470318" y="3584756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75" name="正方形/長方形 174">
                    <a:extLst>
                      <a:ext uri="{FF2B5EF4-FFF2-40B4-BE49-F238E27FC236}">
                        <ns2:creationId id="{222418C6-FEA7-DD0A-C098-9036E53983C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6" name="正方形/長方形 175">
                    <a:extLst>
                      <a:ext uri="{FF2B5EF4-FFF2-40B4-BE49-F238E27FC236}">
                        <ns2:creationId id="{70C4570A-4DB3-9F54-456A-1F96FEAF9E8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7" name="正方形/長方形 176">
                    <a:extLst>
                      <a:ext uri="{FF2B5EF4-FFF2-40B4-BE49-F238E27FC236}">
                        <ns2:creationId id="{0DC052AF-42C3-82BC-DFE2-F6CEDD0580E8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8" name="正方形/長方形 177">
                    <a:extLst>
                      <a:ext uri="{FF2B5EF4-FFF2-40B4-BE49-F238E27FC236}">
                        <ns2:creationId id="{9ECCA04A-3E95-08C8-6C60-F14028E3F92D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9" name="正方形/長方形 178">
                    <a:extLst>
                      <a:ext uri="{FF2B5EF4-FFF2-40B4-BE49-F238E27FC236}">
                        <ns2:creationId id="{1C5B9F75-E01A-D6AF-2F77-1DF3A8568DDC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0" name="正方形/長方形 179">
                    <a:extLst>
                      <a:ext uri="{FF2B5EF4-FFF2-40B4-BE49-F238E27FC236}">
                        <ns2:creationId id="{D4514FB7-8201-48D1-2B5E-CC6A663C7324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81" name="正方形/長方形 180">
                    <a:extLst>
                      <a:ext uri="{FF2B5EF4-FFF2-40B4-BE49-F238E27FC236}">
                        <ns2:creationId id="{68CE08AA-B6AD-BE69-92FB-9B8FD07795A1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03" name="正方形/長方形 202">
                  <a:extLst>
                    <a:ext uri="{FF2B5EF4-FFF2-40B4-BE49-F238E27FC236}">
                      <ns2:creationId id="{133F5014-7198-16CB-0B0F-A5B98927B787}"/>
                    </a:ext>
                  </a:extLst>
                </p:cNvPr>
                <p:cNvSpPr/>
                <p:nvPr/>
              </p:nvSpPr>
              <p:spPr>
                <a:xfrm>
                  <a:off x="4533191" y="3611812"/>
                  <a:ext cx="252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211" name="グループ化 210">
                <a:extLst>
                  <a:ext uri="{FF2B5EF4-FFF2-40B4-BE49-F238E27FC236}">
                    <ns2:creationId id="{27D0D9F4-3656-49C8-14C5-A7F18FAFFD57}"/>
                  </a:ext>
                </a:extLst>
              </p:cNvPr>
              <p:cNvGrpSpPr/>
              <p:nvPr/>
            </p:nvGrpSpPr>
            <p:grpSpPr>
              <a:xfrm>
                <a:off x="4530428" y="3601883"/>
                <a:ext cx="612000" cy="272329"/>
                <a:chOff x="4335191" y="3779003"/>
                <a:chExt cx="612000" cy="272329"/>
              </a:xfrm>
            </p:grpSpPr>
            <p:sp>
              <p:nvSpPr>
                <p:cNvPr id="148" name="正方形/長方形 147">
                  <a:extLst>
                    <a:ext uri="{FF2B5EF4-FFF2-40B4-BE49-F238E27FC236}">
                      <ns2:creationId id="{D6EB7163-7914-4E1F-7FEE-312B96D82905}"/>
                    </a:ext>
                  </a:extLst>
                </p:cNvPr>
                <p:cNvSpPr/>
                <p:nvPr/>
              </p:nvSpPr>
              <p:spPr>
                <a:xfrm>
                  <a:off x="4335191" y="3779003"/>
                  <a:ext cx="612000" cy="108000"/>
                </a:xfrm>
                <a:prstGeom prst="rect">
                  <a:avLst/>
                </a:prstGeom>
                <a:solidFill>
                  <a:srgbClr val="7FBF7F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grpSp>
              <p:nvGrpSpPr>
                <p:cNvPr id="173" name="グループ化 172">
                  <a:extLst>
                    <a:ext uri="{FF2B5EF4-FFF2-40B4-BE49-F238E27FC236}">
                      <ns2:creationId id="{049D0579-0D66-3270-CAEC-3350B8DA8CF2}"/>
                    </a:ext>
                  </a:extLst>
                </p:cNvPr>
                <p:cNvGrpSpPr/>
                <p:nvPr/>
              </p:nvGrpSpPr>
              <p:grpSpPr>
                <a:xfrm>
                  <a:off x="4470318" y="390733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162" name="正方形/長方形 161">
                    <a:extLst>
                      <a:ext uri="{FF2B5EF4-FFF2-40B4-BE49-F238E27FC236}">
                        <ns2:creationId id="{18E74F06-46A3-869E-E770-B1EE28089B65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3" name="正方形/長方形 162">
                    <a:extLst>
                      <a:ext uri="{FF2B5EF4-FFF2-40B4-BE49-F238E27FC236}">
                        <ns2:creationId id="{6514D5A5-B891-1799-9976-E0527C151D6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5" name="正方形/長方形 164">
                    <a:extLst>
                      <a:ext uri="{FF2B5EF4-FFF2-40B4-BE49-F238E27FC236}">
                        <ns2:creationId id="{9398E587-8A82-0529-6175-65B380489B4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6" name="正方形/長方形 165">
                    <a:extLst>
                      <a:ext uri="{FF2B5EF4-FFF2-40B4-BE49-F238E27FC236}">
                        <ns2:creationId id="{300DB73A-F155-C8EE-33B6-DB53D2A4CA8F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68" name="正方形/長方形 167">
                    <a:extLst>
                      <a:ext uri="{FF2B5EF4-FFF2-40B4-BE49-F238E27FC236}">
                        <ns2:creationId id="{968AE96C-1FA0-00B0-AB7B-1A2A17A0BFB2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0" name="正方形/長方形 169">
                    <a:extLst>
                      <a:ext uri="{FF2B5EF4-FFF2-40B4-BE49-F238E27FC236}">
                        <ns2:creationId id="{C6F7A03F-E653-B1AF-1E36-A838D775B6EC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72" name="正方形/長方形 171">
                    <a:extLst>
                      <a:ext uri="{FF2B5EF4-FFF2-40B4-BE49-F238E27FC236}">
                        <ns2:creationId id="{E7DB1706-FFBE-C23B-BC87-62DE3072B2E6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05" name="正方形/長方形 204">
                  <a:extLst>
                    <a:ext uri="{FF2B5EF4-FFF2-40B4-BE49-F238E27FC236}">
                      <ns2:creationId id="{2632E22C-EA19-8E94-0F88-130C38577DB6}"/>
                    </a:ext>
                  </a:extLst>
                </p:cNvPr>
                <p:cNvSpPr/>
                <p:nvPr/>
              </p:nvSpPr>
              <p:spPr>
                <a:xfrm>
                  <a:off x="4478051" y="3924238"/>
                  <a:ext cx="324000" cy="108000"/>
                </a:xfrm>
                <a:prstGeom prst="rect">
                  <a:avLst/>
                </a:prstGeom>
                <a:solidFill>
                  <a:srgbClr val="E2F0D9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215" name="正方形/長方形 214">
                <a:extLst>
                  <a:ext uri="{FF2B5EF4-FFF2-40B4-BE49-F238E27FC236}">
                    <ns2:creationId id="{E1268F45-3DDC-B321-09C7-0067F1EA8573}"/>
                  </a:ext>
                </a:extLst>
              </p:cNvPr>
              <p:cNvSpPr/>
              <p:nvPr/>
            </p:nvSpPr>
            <p:spPr>
              <a:xfrm>
                <a:off x="3812361" y="2475411"/>
                <a:ext cx="468000" cy="180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16" name="グループ化 215">
                <a:extLst>
                  <a:ext uri="{FF2B5EF4-FFF2-40B4-BE49-F238E27FC236}">
                    <ns2:creationId id="{93FF98A4-96D6-C75C-AE74-6B9FDE785F8C}"/>
                  </a:ext>
                </a:extLst>
              </p:cNvPr>
              <p:cNvGrpSpPr/>
              <p:nvPr/>
            </p:nvGrpSpPr>
            <p:grpSpPr>
              <a:xfrm>
                <a:off x="3609522" y="2648704"/>
                <a:ext cx="658410" cy="245915"/>
                <a:chOff x="8166627" y="2566184"/>
                <a:chExt cx="658410" cy="245915"/>
              </a:xfrm>
            </p:grpSpPr>
            <p:sp>
              <p:nvSpPr>
                <p:cNvPr id="217" name="フローチャート: 書類 216">
                  <a:extLst>
                    <a:ext uri="{FF2B5EF4-FFF2-40B4-BE49-F238E27FC236}">
                      <ns2:creationId id="{B5C07459-83CE-A3DB-540A-FFA65241AB26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18" name="図 217">
                  <a:extLst>
                    <a:ext uri="{FF2B5EF4-FFF2-40B4-BE49-F238E27FC236}">
                      <ns2:creationId id="{460115D9-C77E-1011-757A-29717EAB44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220" name="正方形/長方形 219">
                <a:extLst>
                  <a:ext uri="{FF2B5EF4-FFF2-40B4-BE49-F238E27FC236}">
                    <ns2:creationId id="{15C85E43-38B8-D435-0259-7EDC4AAF29E2}"/>
                  </a:ext>
                </a:extLst>
              </p:cNvPr>
              <p:cNvSpPr/>
              <p:nvPr/>
            </p:nvSpPr>
            <p:spPr>
              <a:xfrm>
                <a:off x="3748216" y="2714704"/>
                <a:ext cx="468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1" name="正方形/長方形 90">
                <a:extLst>
                  <a:ext uri="{FF2B5EF4-FFF2-40B4-BE49-F238E27FC236}">
                    <ns2:creationId id="{384E0024-EBC0-B0B7-20AE-20F6ECBD526A}"/>
                  </a:ext>
                </a:extLst>
              </p:cNvPr>
              <p:cNvSpPr/>
              <p:nvPr/>
            </p:nvSpPr>
            <p:spPr>
              <a:xfrm>
                <a:off x="11353037" y="2015836"/>
                <a:ext cx="504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3AF1F854-D9B7-453F-D475-F9F1CDC94462}"/>
                  </a:ext>
                </a:extLst>
              </p:cNvPr>
              <p:cNvSpPr/>
              <p:nvPr/>
            </p:nvSpPr>
            <p:spPr>
              <a:xfrm>
                <a:off x="11353037" y="3474999"/>
                <a:ext cx="504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31" name="グループ化 230">
                <a:extLst>
                  <a:ext uri="{FF2B5EF4-FFF2-40B4-BE49-F238E27FC236}">
                    <ns2:creationId id="{74FE7DE6-C0EF-5349-6A6C-C9FFA0CD3AF6}"/>
                  </a:ext>
                </a:extLst>
              </p:cNvPr>
              <p:cNvGrpSpPr/>
              <p:nvPr/>
            </p:nvGrpSpPr>
            <p:grpSpPr>
              <a:xfrm>
                <a:off x="7711900" y="3684995"/>
                <a:ext cx="658410" cy="245915"/>
                <a:chOff x="8166627" y="2566184"/>
                <a:chExt cx="658410" cy="245915"/>
              </a:xfrm>
            </p:grpSpPr>
            <p:sp>
              <p:nvSpPr>
                <p:cNvPr id="232" name="フローチャート: 書類 231">
                  <a:extLst>
                    <a:ext uri="{FF2B5EF4-FFF2-40B4-BE49-F238E27FC236}">
                      <ns2:creationId id="{9DC7B781-9EEE-54F3-9755-C4159BE6610C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>
                    <a:alpha val="75000"/>
                  </a:schemeClr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33" name="図 232">
                  <a:extLst>
                    <a:ext uri="{FF2B5EF4-FFF2-40B4-BE49-F238E27FC236}">
                      <ns2:creationId id="{6FA4EAE3-7094-1D4F-0E86-22E829E8BD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235" name="正方形/長方形 234">
                <a:extLst>
                  <a:ext uri="{FF2B5EF4-FFF2-40B4-BE49-F238E27FC236}">
                    <ns2:creationId id="{EE86C770-6707-1702-5D44-2466020E75AE}"/>
                  </a:ext>
                </a:extLst>
              </p:cNvPr>
              <p:cNvSpPr/>
              <p:nvPr/>
            </p:nvSpPr>
            <p:spPr>
              <a:xfrm>
                <a:off x="7851815" y="3720569"/>
                <a:ext cx="468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6A17A60D-DA5D-A069-2F0B-8AAD59FCCE9F}"/>
                  </a:ext>
                </a:extLst>
              </p:cNvPr>
              <p:cNvSpPr/>
              <p:nvPr/>
            </p:nvSpPr>
            <p:spPr>
              <a:xfrm>
                <a:off x="8064310" y="3565598"/>
                <a:ext cx="612000" cy="108000"/>
              </a:xfrm>
              <a:prstGeom prst="rect">
                <a:avLst/>
              </a:prstGeom>
              <a:solidFill>
                <a:srgbClr val="7FBF7F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383" name="直線コネクタ 382">
                <a:extLst>
                  <a:ext uri="{FF2B5EF4-FFF2-40B4-BE49-F238E27FC236}">
                    <ns2:creationId id="{A59E0E75-D245-811B-04A1-433CAD322B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2388983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線コネクタ 383">
                <a:extLst>
                  <a:ext uri="{FF2B5EF4-FFF2-40B4-BE49-F238E27FC236}">
                    <ns2:creationId id="{AED500D4-9183-84AE-57F0-67D9CD9C39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2630531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線コネクタ 384">
                <a:extLst>
                  <a:ext uri="{FF2B5EF4-FFF2-40B4-BE49-F238E27FC236}">
                    <ns2:creationId id="{22F415FB-4AE4-46B9-DC2B-1DECF4BF22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3466" y="3179215"/>
                <a:ext cx="129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コネクタ 386">
                <a:extLst>
                  <a:ext uri="{FF2B5EF4-FFF2-40B4-BE49-F238E27FC236}">
                    <ns2:creationId id="{A4275740-423F-712F-DC05-5AA8F58B57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1535" y="1772775"/>
                <a:ext cx="615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コネクタ 387">
                <a:extLst>
                  <a:ext uri="{FF2B5EF4-FFF2-40B4-BE49-F238E27FC236}">
                    <ns2:creationId id="{89443EBB-862B-D659-0301-BF94F048AB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9037" y="1772775"/>
                <a:ext cx="4248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線コネクタ 388">
                <a:extLst>
                  <a:ext uri="{FF2B5EF4-FFF2-40B4-BE49-F238E27FC236}">
                    <ns2:creationId id="{2FE81A5E-EACE-02C9-2510-F92ACF5BF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71037" y="1928487"/>
                <a:ext cx="138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コネクタ: カギ線 130">
                <a:extLst>
                  <a:ext uri="{FF2B5EF4-FFF2-40B4-BE49-F238E27FC236}">
                    <ns2:creationId id="{E3AC8A87-1DCB-220F-9708-81ED665B1E50}"/>
                  </a:ext>
                </a:extLst>
              </p:cNvPr>
              <p:cNvCxnSpPr>
                <a:cxnSpLocks/>
                <a:stCxn id="34" idx="4"/>
              </p:cNvCxnSpPr>
              <p:nvPr/>
            </p:nvCxnSpPr>
            <p:spPr>
              <a:xfrm>
                <a:off x="2373535" y="2148765"/>
                <a:ext cx="2274665" cy="240218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コネクタ: カギ線 144">
                <a:extLst>
                  <a:ext uri="{FF2B5EF4-FFF2-40B4-BE49-F238E27FC236}">
                    <ns2:creationId id="{34F5A374-5020-3F6A-8E60-4D2E36761477}"/>
                  </a:ext>
                </a:extLst>
              </p:cNvPr>
              <p:cNvCxnSpPr>
                <a:cxnSpLocks/>
                <a:stCxn id="43" idx="4"/>
                <a:endCxn id="183" idx="1"/>
              </p:cNvCxnSpPr>
              <p:nvPr/>
            </p:nvCxnSpPr>
            <p:spPr>
              <a:xfrm flipV="1">
                <a:off x="2373535" y="3167158"/>
                <a:ext cx="2292020" cy="517838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コネクタ: カギ線 151">
                <a:extLst>
                  <a:ext uri="{FF2B5EF4-FFF2-40B4-BE49-F238E27FC236}">
                    <ns2:creationId id="{499327D6-BB74-8DF5-2334-220FAAD45E44}"/>
                  </a:ext>
                </a:extLst>
              </p:cNvPr>
              <p:cNvCxnSpPr>
                <a:cxnSpLocks/>
                <a:stCxn id="43" idx="4"/>
              </p:cNvCxnSpPr>
              <p:nvPr/>
            </p:nvCxnSpPr>
            <p:spPr>
              <a:xfrm flipV="1">
                <a:off x="2373535" y="3479636"/>
                <a:ext cx="2292020" cy="205360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コネクタ: カギ線 158">
                <a:extLst>
                  <a:ext uri="{FF2B5EF4-FFF2-40B4-BE49-F238E27FC236}">
                    <ns2:creationId id="{B0DD6056-6240-2C14-182E-AC65FF8326EA}"/>
                  </a:ext>
                </a:extLst>
              </p:cNvPr>
              <p:cNvCxnSpPr>
                <a:cxnSpLocks/>
                <a:stCxn id="43" idx="4"/>
                <a:endCxn id="205" idx="1"/>
              </p:cNvCxnSpPr>
              <p:nvPr/>
            </p:nvCxnSpPr>
            <p:spPr>
              <a:xfrm>
                <a:off x="2373535" y="3684996"/>
                <a:ext cx="2299753" cy="116122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コネクタ: カギ線 203">
                <a:extLst>
                  <a:ext uri="{FF2B5EF4-FFF2-40B4-BE49-F238E27FC236}">
                    <ns2:creationId id="{CEF2A7F1-5780-31DA-EE94-8015D0573DFE}"/>
                  </a:ext>
                </a:extLst>
              </p:cNvPr>
              <p:cNvCxnSpPr>
                <a:cxnSpLocks/>
                <a:stCxn id="37" idx="4"/>
                <a:endCxn id="220" idx="1"/>
              </p:cNvCxnSpPr>
              <p:nvPr/>
            </p:nvCxnSpPr>
            <p:spPr>
              <a:xfrm flipV="1">
                <a:off x="2373535" y="2768704"/>
                <a:ext cx="1374681" cy="145332"/>
              </a:xfrm>
              <a:prstGeom prst="bentConnector3">
                <a:avLst>
                  <a:gd name="adj1" fmla="val 16741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コネクタ: カギ線 442">
                <a:extLst>
                  <a:ext uri="{FF2B5EF4-FFF2-40B4-BE49-F238E27FC236}">
                    <ns2:creationId id="{A363F51E-C9E5-7CC4-611A-6C4836FA24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88274" y="2084839"/>
                <a:ext cx="1647191" cy="28122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コネクタ: カギ線 445">
                <a:extLst>
                  <a:ext uri="{FF2B5EF4-FFF2-40B4-BE49-F238E27FC236}">
                    <ns2:creationId id="{5C95CFC1-7B38-CAD2-FDBD-B614EAF6DC94}"/>
                  </a:ext>
                </a:extLst>
              </p:cNvPr>
              <p:cNvCxnSpPr>
                <a:cxnSpLocks/>
                <a:stCxn id="118" idx="2"/>
                <a:endCxn id="232" idx="1"/>
              </p:cNvCxnSpPr>
              <p:nvPr/>
            </p:nvCxnSpPr>
            <p:spPr>
              <a:xfrm rot="16200000" flipH="1">
                <a:off x="6438887" y="2467486"/>
                <a:ext cx="1648071" cy="1062775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コネクタ: カギ線 449">
                <a:extLst>
                  <a:ext uri="{FF2B5EF4-FFF2-40B4-BE49-F238E27FC236}">
                    <ns2:creationId id="{8AE2D162-00EC-4D74-7569-510F38B43717}"/>
                  </a:ext>
                </a:extLst>
              </p:cNvPr>
              <p:cNvCxnSpPr>
                <a:cxnSpLocks/>
                <a:stCxn id="191" idx="3"/>
                <a:endCxn id="49" idx="2"/>
              </p:cNvCxnSpPr>
              <p:nvPr/>
            </p:nvCxnSpPr>
            <p:spPr>
              <a:xfrm>
                <a:off x="5007301" y="2372380"/>
                <a:ext cx="1272350" cy="410050"/>
              </a:xfrm>
              <a:prstGeom prst="bentConnector3">
                <a:avLst>
                  <a:gd name="adj1" fmla="val 22690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コネクタ: カギ線 453">
                <a:extLst>
                  <a:ext uri="{FF2B5EF4-FFF2-40B4-BE49-F238E27FC236}">
                    <ns2:creationId id="{E0AE70F5-B36E-365D-A3F5-2DA5EAA13700}"/>
                  </a:ext>
                </a:extLst>
              </p:cNvPr>
              <p:cNvCxnSpPr>
                <a:cxnSpLocks/>
                <a:stCxn id="183" idx="3"/>
                <a:endCxn id="49" idx="2"/>
              </p:cNvCxnSpPr>
              <p:nvPr/>
            </p:nvCxnSpPr>
            <p:spPr>
              <a:xfrm flipV="1">
                <a:off x="5007301" y="2782430"/>
                <a:ext cx="1272350" cy="384728"/>
              </a:xfrm>
              <a:prstGeom prst="bentConnector3">
                <a:avLst>
                  <a:gd name="adj1" fmla="val 22691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コネクタ: カギ線 457">
                <a:extLst>
                  <a:ext uri="{FF2B5EF4-FFF2-40B4-BE49-F238E27FC236}">
                    <ns2:creationId id="{00B7F735-30CC-F651-3132-5E67372B121F}"/>
                  </a:ext>
                </a:extLst>
              </p:cNvPr>
              <p:cNvCxnSpPr>
                <a:cxnSpLocks/>
                <a:endCxn id="49" idx="2"/>
              </p:cNvCxnSpPr>
              <p:nvPr/>
            </p:nvCxnSpPr>
            <p:spPr>
              <a:xfrm flipV="1">
                <a:off x="4980428" y="2782430"/>
                <a:ext cx="1299223" cy="706262"/>
              </a:xfrm>
              <a:prstGeom prst="bentConnector3">
                <a:avLst>
                  <a:gd name="adj1" fmla="val 24663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4" name="コネクタ: カギ線 463">
                <a:extLst>
                  <a:ext uri="{FF2B5EF4-FFF2-40B4-BE49-F238E27FC236}">
                    <ns2:creationId id="{74D69714-1230-EF38-ED94-737A803A23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98182" y="2782430"/>
                <a:ext cx="1282363" cy="1018688"/>
              </a:xfrm>
              <a:prstGeom prst="bentConnector3">
                <a:avLst>
                  <a:gd name="adj1" fmla="val 23379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コネクタ: カギ線 469">
                <a:extLst>
                  <a:ext uri="{FF2B5EF4-FFF2-40B4-BE49-F238E27FC236}">
                    <ns2:creationId id="{EFFF26D0-65B7-CB09-A60D-ACACDD922527}"/>
                  </a:ext>
                </a:extLst>
              </p:cNvPr>
              <p:cNvCxnSpPr>
                <a:cxnSpLocks/>
                <a:stCxn id="107" idx="3"/>
                <a:endCxn id="83" idx="1"/>
              </p:cNvCxnSpPr>
              <p:nvPr/>
            </p:nvCxnSpPr>
            <p:spPr>
              <a:xfrm>
                <a:off x="8370310" y="2264899"/>
                <a:ext cx="1039876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コネクタ: カギ線 473">
                <a:extLst>
                  <a:ext uri="{FF2B5EF4-FFF2-40B4-BE49-F238E27FC236}">
                    <ns2:creationId id="{E5C6CD81-43C7-8297-CB18-BF85A11EE0F1}"/>
                  </a:ext>
                </a:extLst>
              </p:cNvPr>
              <p:cNvCxnSpPr>
                <a:cxnSpLocks/>
                <a:stCxn id="83" idx="3"/>
                <a:endCxn id="85" idx="1"/>
              </p:cNvCxnSpPr>
              <p:nvPr/>
            </p:nvCxnSpPr>
            <p:spPr>
              <a:xfrm>
                <a:off x="9986186" y="2307822"/>
                <a:ext cx="485773" cy="417272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8" name="コネクタ: カギ線 477">
                <a:extLst>
                  <a:ext uri="{FF2B5EF4-FFF2-40B4-BE49-F238E27FC236}">
                    <ns2:creationId id="{D898BE5B-D6A4-6BBC-36A9-42821C0A2843}"/>
                  </a:ext>
                </a:extLst>
              </p:cNvPr>
              <p:cNvCxnSpPr>
                <a:cxnSpLocks/>
                <a:stCxn id="235" idx="3"/>
                <a:endCxn id="128" idx="1"/>
              </p:cNvCxnSpPr>
              <p:nvPr/>
            </p:nvCxnSpPr>
            <p:spPr>
              <a:xfrm flipV="1">
                <a:off x="8319815" y="3751774"/>
                <a:ext cx="2152143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フローチャート: 磁気ディスク 48">
                <a:extLst>
                  <a:ext uri="{FF2B5EF4-FFF2-40B4-BE49-F238E27FC236}">
                    <ns2:creationId id="{202EBAF8-65AF-2A49-146E-46C864878F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279651" y="2541805"/>
                <a:ext cx="972000" cy="48124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25880"/>
                <a:endParaRPr lang="ja-JP" altLang="en-US" sz="60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D7ED4097-26AD-4A85-FAE2-DCD6590611DC}"/>
                  </a:ext>
                </a:extLst>
              </p:cNvPr>
              <p:cNvSpPr/>
              <p:nvPr/>
            </p:nvSpPr>
            <p:spPr>
              <a:xfrm>
                <a:off x="6584404" y="2536083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C0D649A9-B571-528C-22C6-49FC74114D5D}"/>
                  </a:ext>
                </a:extLst>
              </p:cNvPr>
              <p:cNvSpPr/>
              <p:nvPr/>
            </p:nvSpPr>
            <p:spPr>
              <a:xfrm>
                <a:off x="6479339" y="2735527"/>
                <a:ext cx="612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3E48BB6B-0FDA-2BB2-7A1F-261786532EEC}"/>
                  </a:ext>
                </a:extLst>
              </p:cNvPr>
              <p:cNvSpPr/>
              <p:nvPr/>
            </p:nvSpPr>
            <p:spPr>
              <a:xfrm>
                <a:off x="6479339" y="2891213"/>
                <a:ext cx="612000" cy="10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4BBCE4F9-85EF-9F36-6635-8FEDB89D6B5D}"/>
                  </a:ext>
                </a:extLst>
              </p:cNvPr>
              <p:cNvSpPr/>
              <p:nvPr/>
            </p:nvSpPr>
            <p:spPr>
              <a:xfrm>
                <a:off x="6515535" y="3430418"/>
                <a:ext cx="432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73" name="正方形/長方形 372">
                <a:extLst>
                  <a:ext uri="{FF2B5EF4-FFF2-40B4-BE49-F238E27FC236}">
                    <ns2:creationId id="{ADBD1966-D8C0-4CE5-432D-77AD12E5674A}"/>
                  </a:ext>
                </a:extLst>
              </p:cNvPr>
              <p:cNvSpPr/>
              <p:nvPr/>
            </p:nvSpPr>
            <p:spPr>
              <a:xfrm>
                <a:off x="9080697" y="3686654"/>
                <a:ext cx="432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07" name="正方形/長方形 206">
                <a:extLst>
                  <a:ext uri="{FF2B5EF4-FFF2-40B4-BE49-F238E27FC236}">
                    <ns2:creationId id="{D34E12F1-980E-EACC-13E3-7F10CDFC0D0D}"/>
                  </a:ext>
                </a:extLst>
              </p:cNvPr>
              <p:cNvSpPr/>
              <p:nvPr/>
            </p:nvSpPr>
            <p:spPr>
              <a:xfrm>
                <a:off x="3803363" y="2273017"/>
                <a:ext cx="360000" cy="179998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A433AAFD-55FE-484E-1A3E-D5B4CCC572FE}"/>
                  </a:ext>
                </a:extLst>
              </p:cNvPr>
              <p:cNvSpPr/>
              <p:nvPr/>
            </p:nvSpPr>
            <p:spPr>
              <a:xfrm>
                <a:off x="2702060" y="2681663"/>
                <a:ext cx="360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ns2:creationId id="{0352FFD5-B0D0-9B38-9B86-D5F339C86ED6}"/>
                  </a:ext>
                </a:extLst>
              </p:cNvPr>
              <p:cNvSpPr/>
              <p:nvPr/>
            </p:nvSpPr>
            <p:spPr>
              <a:xfrm>
                <a:off x="3148700" y="268166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7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22" name="正方形/長方形 221">
                <a:extLst>
                  <a:ext uri="{FF2B5EF4-FFF2-40B4-BE49-F238E27FC236}">
                    <ns2:creationId id="{6914AF00-E6C9-6F6B-89F0-D07C68503EA6}"/>
                  </a:ext>
                </a:extLst>
              </p:cNvPr>
              <p:cNvSpPr/>
              <p:nvPr/>
            </p:nvSpPr>
            <p:spPr>
              <a:xfrm>
                <a:off x="3803363" y="369850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11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24" name="正方形/長方形 223">
                <a:extLst>
                  <a:ext uri="{FF2B5EF4-FFF2-40B4-BE49-F238E27FC236}">
                    <ns2:creationId id="{E9A53684-1F0A-6372-AEF8-722AEFD32EC7}"/>
                  </a:ext>
                </a:extLst>
              </p:cNvPr>
              <p:cNvSpPr/>
              <p:nvPr/>
            </p:nvSpPr>
            <p:spPr>
              <a:xfrm>
                <a:off x="3803363" y="3352236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26" name="正方形/長方形 225">
                <a:extLst>
                  <a:ext uri="{FF2B5EF4-FFF2-40B4-BE49-F238E27FC236}">
                    <ns2:creationId id="{66FBCB4E-0678-E1F8-5DA6-D6568B9F2DE6}"/>
                  </a:ext>
                </a:extLst>
              </p:cNvPr>
              <p:cNvSpPr/>
              <p:nvPr/>
            </p:nvSpPr>
            <p:spPr>
              <a:xfrm>
                <a:off x="3803363" y="3055199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E2F0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92" name="正方形/長方形 391">
                <a:extLst>
                  <a:ext uri="{FF2B5EF4-FFF2-40B4-BE49-F238E27FC236}">
                    <ns2:creationId id="{2274F934-D43D-8403-1AC5-A36A9152A5F6}"/>
                  </a:ext>
                </a:extLst>
              </p:cNvPr>
              <p:cNvSpPr/>
              <p:nvPr/>
            </p:nvSpPr>
            <p:spPr>
              <a:xfrm>
                <a:off x="2754855" y="2375641"/>
                <a:ext cx="463943" cy="180000"/>
              </a:xfrm>
              <a:prstGeom prst="rect">
                <a:avLst/>
              </a:prstGeom>
              <a:noFill/>
              <a:ln w="9525">
                <a:solidFill>
                  <a:srgbClr val="000000">
                    <a:alpha val="5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DWH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394" name="コネクタ: カギ線 393">
                <a:extLst>
                  <a:ext uri="{FF2B5EF4-FFF2-40B4-BE49-F238E27FC236}">
                    <ns2:creationId id="{42A9B734-D6F4-E219-B2ED-B3BB2D59DD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9472" y="2465640"/>
                <a:ext cx="540000" cy="216000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" name="正方形/長方形 149">
                <a:extLst>
                  <a:ext uri="{FF2B5EF4-FFF2-40B4-BE49-F238E27FC236}">
                    <ns2:creationId id="{595B6F61-2C6A-7652-2419-5A83B02E4BF5}"/>
                  </a:ext>
                </a:extLst>
              </p:cNvPr>
              <p:cNvSpPr/>
              <p:nvPr/>
            </p:nvSpPr>
            <p:spPr>
              <a:xfrm>
                <a:off x="5616131" y="2709250"/>
                <a:ext cx="288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18" name="正方形/長方形 117">
                <a:extLst>
                  <a:ext uri="{FF2B5EF4-FFF2-40B4-BE49-F238E27FC236}">
                    <ns2:creationId id="{5F09293F-D9DC-36E7-2507-C74FF58B6EF0}"/>
                  </a:ext>
                </a:extLst>
              </p:cNvPr>
              <p:cNvSpPr/>
              <p:nvPr/>
            </p:nvSpPr>
            <p:spPr>
              <a:xfrm>
                <a:off x="6515535" y="1994839"/>
                <a:ext cx="432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ns2:creationId id="{6C4ADF4A-EF22-40C7-D712-DD86A670E0BB}"/>
                  </a:ext>
                </a:extLst>
              </p:cNvPr>
              <p:cNvSpPr/>
              <p:nvPr/>
            </p:nvSpPr>
            <p:spPr>
              <a:xfrm>
                <a:off x="8831383" y="2226536"/>
                <a:ext cx="360000" cy="108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*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65" name="グループ化 464">
              <a:extLst>
                <a:ext uri="{FF2B5EF4-FFF2-40B4-BE49-F238E27FC236}">
                  <ns2:creationId id="{940B278E-E546-6E0B-996E-5989D43EBDED}"/>
                </a:ext>
              </a:extLst>
            </p:cNvPr>
            <p:cNvGrpSpPr/>
            <p:nvPr/>
          </p:nvGrpSpPr>
          <p:grpSpPr>
            <a:xfrm>
              <a:off x="353128" y="4147552"/>
              <a:ext cx="11503910" cy="2161170"/>
              <a:chOff x="353128" y="4147552"/>
              <a:chExt cx="11503910" cy="2161170"/>
            </a:xfrm>
          </p:grpSpPr>
          <p:cxnSp>
            <p:nvCxnSpPr>
              <p:cNvPr id="382" name="コネクタ: カギ線 381">
                <a:extLst>
                  <a:ext uri="{FF2B5EF4-FFF2-40B4-BE49-F238E27FC236}">
                    <ns2:creationId id="{B3A4B38E-C1E6-754E-A22E-5972340BE6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73535" y="5106968"/>
                <a:ext cx="2308138" cy="190028"/>
              </a:xfrm>
              <a:prstGeom prst="bentConnector3">
                <a:avLst>
                  <a:gd name="adj1" fmla="val 7082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ns2:creationId id="{D40C21D0-3013-4F28-30B9-465E213DC3E2}"/>
                  </a:ext>
                </a:extLst>
              </p:cNvPr>
              <p:cNvSpPr/>
              <p:nvPr/>
            </p:nvSpPr>
            <p:spPr>
              <a:xfrm>
                <a:off x="353128" y="4148722"/>
                <a:ext cx="779318" cy="2160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4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30" name="正方形/長方形 229">
                <a:extLst>
                  <a:ext uri="{FF2B5EF4-FFF2-40B4-BE49-F238E27FC236}">
                    <ns2:creationId id="{8154FCC0-EDB9-FBAF-BF0D-408E71E6EFDD}"/>
                  </a:ext>
                </a:extLst>
              </p:cNvPr>
              <p:cNvSpPr/>
              <p:nvPr/>
            </p:nvSpPr>
            <p:spPr>
              <a:xfrm>
                <a:off x="10993430" y="4215660"/>
                <a:ext cx="576000" cy="180000"/>
              </a:xfrm>
              <a:prstGeom prst="rec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40" name="円柱 239">
                <a:extLst>
                  <a:ext uri="{FF2B5EF4-FFF2-40B4-BE49-F238E27FC236}">
                    <ns2:creationId id="{387E2D14-F24B-B038-C29B-99D64FF7581E}"/>
                  </a:ext>
                </a:extLst>
              </p:cNvPr>
              <p:cNvSpPr/>
              <p:nvPr/>
            </p:nvSpPr>
            <p:spPr>
              <a:xfrm>
                <a:off x="4429606" y="4308614"/>
                <a:ext cx="1558668" cy="1999965"/>
              </a:xfrm>
              <a:prstGeom prst="can">
                <a:avLst>
                  <a:gd name="adj" fmla="val 12393"/>
                </a:avLst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42" name="グループ化 241">
                <a:extLst>
                  <a:ext uri="{FF2B5EF4-FFF2-40B4-BE49-F238E27FC236}">
                    <ns2:creationId id="{FAB80BE7-7649-C067-2FDB-68B985BBF731}"/>
                  </a:ext>
                </a:extLst>
              </p:cNvPr>
              <p:cNvGrpSpPr/>
              <p:nvPr/>
            </p:nvGrpSpPr>
            <p:grpSpPr>
              <a:xfrm>
                <a:off x="1221535" y="4239134"/>
                <a:ext cx="1152000" cy="533215"/>
                <a:chOff x="1348147" y="2167769"/>
                <a:chExt cx="1152000" cy="533215"/>
              </a:xfrm>
            </p:grpSpPr>
            <p:sp>
              <p:nvSpPr>
                <p:cNvPr id="307" name="フローチャート: 磁気ディスク 306">
                  <a:extLst>
                    <a:ext uri="{FF2B5EF4-FFF2-40B4-BE49-F238E27FC236}">
                      <ns2:creationId id="{6746EE88-DE0D-14FF-EAF6-7EA820FD18A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219735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SAP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8" name="正方形/長方形 307">
                  <a:extLst>
                    <a:ext uri="{FF2B5EF4-FFF2-40B4-BE49-F238E27FC236}">
                      <ns2:creationId id="{E2A7BD6A-8ED3-C766-7BEC-763DB56F7866}"/>
                    </a:ext>
                  </a:extLst>
                </p:cNvPr>
                <p:cNvSpPr/>
                <p:nvPr/>
              </p:nvSpPr>
              <p:spPr>
                <a:xfrm>
                  <a:off x="1348147" y="2167769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9" name="正方形/長方形 308">
                  <a:extLst>
                    <a:ext uri="{FF2B5EF4-FFF2-40B4-BE49-F238E27FC236}">
                      <ns2:creationId id="{2DDDDD7F-4ABF-35AD-ED41-24665BD7B809}"/>
                    </a:ext>
                  </a:extLst>
                </p:cNvPr>
                <p:cNvSpPr/>
                <p:nvPr/>
              </p:nvSpPr>
              <p:spPr>
                <a:xfrm>
                  <a:off x="1348147" y="2295942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243" name="グループ化 242">
                <a:extLst>
                  <a:ext uri="{FF2B5EF4-FFF2-40B4-BE49-F238E27FC236}">
                    <ns2:creationId id="{1409C84C-CD37-D968-C1B1-E918DF98725F}"/>
                  </a:ext>
                </a:extLst>
              </p:cNvPr>
              <p:cNvGrpSpPr/>
              <p:nvPr/>
            </p:nvGrpSpPr>
            <p:grpSpPr>
              <a:xfrm>
                <a:off x="1221535" y="5003535"/>
                <a:ext cx="1152000" cy="534085"/>
                <a:chOff x="1348147" y="2879935"/>
                <a:chExt cx="1152000" cy="534085"/>
              </a:xfrm>
            </p:grpSpPr>
            <p:sp>
              <p:nvSpPr>
                <p:cNvPr id="305" name="フローチャート: 磁気ディスク 304">
                  <a:extLst>
                    <a:ext uri="{FF2B5EF4-FFF2-40B4-BE49-F238E27FC236}">
                      <ns2:creationId id="{0CB62496-6333-3B09-2DDF-EEC4D7ABE19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2932771"/>
                  <a:ext cx="1152000" cy="481249"/>
                </a:xfrm>
                <a:prstGeom prst="flowChartMagneticDisk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6" name="正方形/長方形 305">
                  <a:extLst>
                    <a:ext uri="{FF2B5EF4-FFF2-40B4-BE49-F238E27FC236}">
                      <ns2:creationId id="{8B4CF450-E6C4-BC73-7E87-E468203C1E1E}"/>
                    </a:ext>
                  </a:extLst>
                </p:cNvPr>
                <p:cNvSpPr/>
                <p:nvPr/>
              </p:nvSpPr>
              <p:spPr>
                <a:xfrm>
                  <a:off x="1348147" y="2879935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244" name="グループ化 243">
                <a:extLst>
                  <a:ext uri="{FF2B5EF4-FFF2-40B4-BE49-F238E27FC236}">
                    <ns2:creationId id="{7091A563-966C-E1C2-849E-F840504C3DB3}"/>
                  </a:ext>
                </a:extLst>
              </p:cNvPr>
              <p:cNvGrpSpPr/>
              <p:nvPr/>
            </p:nvGrpSpPr>
            <p:grpSpPr>
              <a:xfrm>
                <a:off x="1221535" y="5768807"/>
                <a:ext cx="1152000" cy="539773"/>
                <a:chOff x="1348147" y="3562967"/>
                <a:chExt cx="1152000" cy="539773"/>
              </a:xfrm>
              <a:solidFill>
                <a:schemeClr val="bg1"/>
              </a:solidFill>
            </p:grpSpPr>
            <p:sp>
              <p:nvSpPr>
                <p:cNvPr id="302" name="フローチャート: 磁気ディスク 301">
                  <a:extLst>
                    <a:ext uri="{FF2B5EF4-FFF2-40B4-BE49-F238E27FC236}">
                      <ns2:creationId id="{1E3A106F-A999-506A-F7C4-A1F4C187D58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348147" y="3621491"/>
                  <a:ext cx="1152000" cy="481249"/>
                </a:xfrm>
                <a:prstGeom prst="flowChartMagneticDisk">
                  <a:avLst/>
                </a:prstGeom>
                <a:grpFill/>
                <a:ln w="9525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25880">
                    <a:lnSpc>
                      <a:spcPts val="900"/>
                    </a:lnSpc>
                  </a:pP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600">
                    <a:solidFill>
                      <a:srgbClr val="0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03" name="正方形/長方形 302">
                  <a:extLst>
                    <a:ext uri="{FF2B5EF4-FFF2-40B4-BE49-F238E27FC236}">
                      <ns2:creationId id="{C5D59F0C-6AD4-8347-85B0-1AB71FF8C033}"/>
                    </a:ext>
                  </a:extLst>
                </p:cNvPr>
                <p:cNvSpPr/>
                <p:nvPr/>
              </p:nvSpPr>
              <p:spPr>
                <a:xfrm>
                  <a:off x="1348147" y="3562967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304" name="正方形/長方形 303">
                  <a:extLst>
                    <a:ext uri="{FF2B5EF4-FFF2-40B4-BE49-F238E27FC236}">
                      <ns2:creationId id="{47661143-2363-7B17-B1C1-C739D2B124D2}"/>
                    </a:ext>
                  </a:extLst>
                </p:cNvPr>
                <p:cNvSpPr/>
                <p:nvPr/>
              </p:nvSpPr>
              <p:spPr>
                <a:xfrm>
                  <a:off x="1348147" y="3697538"/>
                  <a:ext cx="612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prstClr val="black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47" name="正方形/長方形 246">
                <a:extLst>
                  <a:ext uri="{FF2B5EF4-FFF2-40B4-BE49-F238E27FC236}">
                    <ns2:creationId id="{5DB8B63E-2E6B-A9A5-1ED6-2E2651DEFD67}"/>
                  </a:ext>
                </a:extLst>
              </p:cNvPr>
              <p:cNvSpPr/>
              <p:nvPr/>
            </p:nvSpPr>
            <p:spPr>
              <a:xfrm>
                <a:off x="4944428" y="4333267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DWH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92" name="正方形/長方形 291">
                <a:extLst>
                  <a:ext uri="{FF2B5EF4-FFF2-40B4-BE49-F238E27FC236}">
                    <ns2:creationId id="{6BD2032C-5637-C56E-5966-90D1A9C3E22A}"/>
                  </a:ext>
                </a:extLst>
              </p:cNvPr>
              <p:cNvSpPr/>
              <p:nvPr/>
            </p:nvSpPr>
            <p:spPr>
              <a:xfrm>
                <a:off x="4530428" y="4531690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34" name="グループ化 333">
                <a:extLst>
                  <a:ext uri="{FF2B5EF4-FFF2-40B4-BE49-F238E27FC236}">
                    <ns2:creationId id="{BBEEB6BE-FF28-5299-977E-C5315E7E0740}"/>
                  </a:ext>
                </a:extLst>
              </p:cNvPr>
              <p:cNvGrpSpPr/>
              <p:nvPr/>
            </p:nvGrpSpPr>
            <p:grpSpPr>
              <a:xfrm>
                <a:off x="4665555" y="4683340"/>
                <a:ext cx="341746" cy="144000"/>
                <a:chOff x="4665555" y="4683340"/>
                <a:chExt cx="341746" cy="144000"/>
              </a:xfrm>
            </p:grpSpPr>
            <p:grpSp>
              <p:nvGrpSpPr>
                <p:cNvPr id="293" name="グループ化 292">
                  <a:extLst>
                    <a:ext uri="{FF2B5EF4-FFF2-40B4-BE49-F238E27FC236}">
                      <ns2:creationId id="{1C303D81-3FF1-DCF9-9D48-52F73A28C82A}"/>
                    </a:ext>
                  </a:extLst>
                </p:cNvPr>
                <p:cNvGrpSpPr/>
                <p:nvPr/>
              </p:nvGrpSpPr>
              <p:grpSpPr>
                <a:xfrm>
                  <a:off x="4665555" y="4683340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295" name="正方形/長方形 294">
                    <a:extLst>
                      <a:ext uri="{FF2B5EF4-FFF2-40B4-BE49-F238E27FC236}">
                        <ns2:creationId id="{C9E5AAD0-B481-BC78-D85C-AA78F7F53847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6" name="正方形/長方形 295">
                    <a:extLst>
                      <a:ext uri="{FF2B5EF4-FFF2-40B4-BE49-F238E27FC236}">
                        <ns2:creationId id="{14C116EC-EC17-E448-41E5-22120A3988B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7" name="正方形/長方形 296">
                    <a:extLst>
                      <a:ext uri="{FF2B5EF4-FFF2-40B4-BE49-F238E27FC236}">
                        <ns2:creationId id="{033FE6E1-806C-FD9F-9713-C0B7532528FB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8" name="正方形/長方形 297">
                    <a:extLst>
                      <a:ext uri="{FF2B5EF4-FFF2-40B4-BE49-F238E27FC236}">
                        <ns2:creationId id="{B7F259DD-FC8D-DF34-6AB2-B500B520F3F5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99" name="正方形/長方形 298">
                    <a:extLst>
                      <a:ext uri="{FF2B5EF4-FFF2-40B4-BE49-F238E27FC236}">
                        <ns2:creationId id="{EFC0FB5C-C119-D6F2-7723-DF348AB3F508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00" name="正方形/長方形 299">
                    <a:extLst>
                      <a:ext uri="{FF2B5EF4-FFF2-40B4-BE49-F238E27FC236}">
                        <ns2:creationId id="{150B44DE-DA5C-951C-D25C-FA7D4B657F78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01" name="正方形/長方形 300">
                    <a:extLst>
                      <a:ext uri="{FF2B5EF4-FFF2-40B4-BE49-F238E27FC236}">
                        <ns2:creationId id="{0B1005BB-E688-570A-4E0C-CA2675532EB6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94" name="正方形/長方形 293">
                  <a:extLst>
                    <a:ext uri="{FF2B5EF4-FFF2-40B4-BE49-F238E27FC236}">
                      <ns2:creationId id="{E54BE1C1-DCAC-36A7-BB01-279A571D20EC}"/>
                    </a:ext>
                  </a:extLst>
                </p:cNvPr>
                <p:cNvSpPr/>
                <p:nvPr/>
              </p:nvSpPr>
              <p:spPr>
                <a:xfrm>
                  <a:off x="4728428" y="4699896"/>
                  <a:ext cx="216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82" name="正方形/長方形 281">
                <a:extLst>
                  <a:ext uri="{FF2B5EF4-FFF2-40B4-BE49-F238E27FC236}">
                    <ns2:creationId id="{436CCE98-FA3C-7E1E-6889-2BA854A6555B}"/>
                  </a:ext>
                </a:extLst>
              </p:cNvPr>
              <p:cNvSpPr/>
              <p:nvPr/>
            </p:nvSpPr>
            <p:spPr>
              <a:xfrm>
                <a:off x="4530428" y="5237834"/>
                <a:ext cx="612000" cy="193954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83" name="グループ化 282">
                <a:extLst>
                  <a:ext uri="{FF2B5EF4-FFF2-40B4-BE49-F238E27FC236}">
                    <ns2:creationId id="{6D0E53D8-E7B6-C734-1E13-AB7E85FDED34}"/>
                  </a:ext>
                </a:extLst>
              </p:cNvPr>
              <p:cNvGrpSpPr/>
              <p:nvPr/>
            </p:nvGrpSpPr>
            <p:grpSpPr>
              <a:xfrm>
                <a:off x="4665555" y="5457448"/>
                <a:ext cx="341746" cy="144000"/>
                <a:chOff x="4519661" y="3907332"/>
                <a:chExt cx="341746" cy="144000"/>
              </a:xfrm>
            </p:grpSpPr>
            <p:sp>
              <p:nvSpPr>
                <p:cNvPr id="285" name="正方形/長方形 284">
                  <a:extLst>
                    <a:ext uri="{FF2B5EF4-FFF2-40B4-BE49-F238E27FC236}">
                      <ns2:creationId id="{B4ACEFD4-6DF8-6B6F-BFBA-8CA1EAEC177E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6" name="正方形/長方形 285">
                  <a:extLst>
                    <a:ext uri="{FF2B5EF4-FFF2-40B4-BE49-F238E27FC236}">
                      <ns2:creationId id="{7D40EC37-7C9C-9608-E508-6AA22AA23E1B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7" name="正方形/長方形 286">
                  <a:extLst>
                    <a:ext uri="{FF2B5EF4-FFF2-40B4-BE49-F238E27FC236}">
                      <ns2:creationId id="{9A172258-9C0F-9969-BA6C-FEB27A235D3E}"/>
                    </a:ext>
                  </a:extLst>
                </p:cNvPr>
                <p:cNvSpPr/>
                <p:nvPr/>
              </p:nvSpPr>
              <p:spPr>
                <a:xfrm>
                  <a:off x="4519661" y="3997804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8" name="正方形/長方形 287">
                  <a:extLst>
                    <a:ext uri="{FF2B5EF4-FFF2-40B4-BE49-F238E27FC236}">
                      <ns2:creationId id="{11CCCD58-E6FE-264F-2F6A-57EEA7FCD22A}"/>
                    </a:ext>
                  </a:extLst>
                </p:cNvPr>
                <p:cNvSpPr/>
                <p:nvPr/>
              </p:nvSpPr>
              <p:spPr>
                <a:xfrm>
                  <a:off x="45627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9" name="正方形/長方形 288">
                  <a:extLst>
                    <a:ext uri="{FF2B5EF4-FFF2-40B4-BE49-F238E27FC236}">
                      <ns2:creationId id="{20022D41-833D-FF27-AE6E-CB168DF943BB}"/>
                    </a:ext>
                  </a:extLst>
                </p:cNvPr>
                <p:cNvSpPr/>
                <p:nvPr/>
              </p:nvSpPr>
              <p:spPr>
                <a:xfrm>
                  <a:off x="463819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90" name="正方形/長方形 289">
                  <a:extLst>
                    <a:ext uri="{FF2B5EF4-FFF2-40B4-BE49-F238E27FC236}">
                      <ns2:creationId id="{70C4EC0E-F14F-844C-471B-C00CD1F8E5C1}"/>
                    </a:ext>
                  </a:extLst>
                </p:cNvPr>
                <p:cNvSpPr/>
                <p:nvPr/>
              </p:nvSpPr>
              <p:spPr>
                <a:xfrm>
                  <a:off x="47074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91" name="正方形/長方形 290">
                  <a:extLst>
                    <a:ext uri="{FF2B5EF4-FFF2-40B4-BE49-F238E27FC236}">
                      <ns2:creationId id="{F2E33BDA-300A-BB0D-F2AE-693A081B8C3E}"/>
                    </a:ext>
                  </a:extLst>
                </p:cNvPr>
                <p:cNvSpPr/>
                <p:nvPr/>
              </p:nvSpPr>
              <p:spPr>
                <a:xfrm>
                  <a:off x="478905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84" name="正方形/長方形 283">
                <a:extLst>
                  <a:ext uri="{FF2B5EF4-FFF2-40B4-BE49-F238E27FC236}">
                    <ns2:creationId id="{CD70DEBF-7DC8-B398-60DB-6A16A97D299F}"/>
                  </a:ext>
                </a:extLst>
              </p:cNvPr>
              <p:cNvSpPr/>
              <p:nvPr/>
            </p:nvSpPr>
            <p:spPr>
              <a:xfrm>
                <a:off x="4728428" y="5475396"/>
                <a:ext cx="216000" cy="108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72" name="正方形/長方形 271">
                <a:extLst>
                  <a:ext uri="{FF2B5EF4-FFF2-40B4-BE49-F238E27FC236}">
                    <ns2:creationId id="{57364872-515E-4487-8FCF-363629F7B19A}"/>
                  </a:ext>
                </a:extLst>
              </p:cNvPr>
              <p:cNvSpPr/>
              <p:nvPr/>
            </p:nvSpPr>
            <p:spPr>
              <a:xfrm>
                <a:off x="4530428" y="5597910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273" name="グループ化 272">
                <a:extLst>
                  <a:ext uri="{FF2B5EF4-FFF2-40B4-BE49-F238E27FC236}">
                    <ns2:creationId id="{97FBA733-A79A-BBAC-2C87-A98B46F4D3C4}"/>
                  </a:ext>
                </a:extLst>
              </p:cNvPr>
              <p:cNvGrpSpPr/>
              <p:nvPr/>
            </p:nvGrpSpPr>
            <p:grpSpPr>
              <a:xfrm>
                <a:off x="4665555" y="5783422"/>
                <a:ext cx="341746" cy="144000"/>
                <a:chOff x="4519661" y="3907332"/>
                <a:chExt cx="341746" cy="144000"/>
              </a:xfrm>
            </p:grpSpPr>
            <p:sp>
              <p:nvSpPr>
                <p:cNvPr id="275" name="正方形/長方形 274">
                  <a:extLst>
                    <a:ext uri="{FF2B5EF4-FFF2-40B4-BE49-F238E27FC236}">
                      <ns2:creationId id="{A9139C87-23D2-16BC-0CEE-83444CA66E12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6" name="正方形/長方形 275">
                  <a:extLst>
                    <a:ext uri="{FF2B5EF4-FFF2-40B4-BE49-F238E27FC236}">
                      <ns2:creationId id="{3CEEF0E3-EB7B-EA48-5CAA-133F2D920512}"/>
                    </a:ext>
                  </a:extLst>
                </p:cNvPr>
                <p:cNvSpPr/>
                <p:nvPr/>
              </p:nvSpPr>
              <p:spPr>
                <a:xfrm>
                  <a:off x="4519661" y="3907332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7" name="正方形/長方形 276">
                  <a:extLst>
                    <a:ext uri="{FF2B5EF4-FFF2-40B4-BE49-F238E27FC236}">
                      <ns2:creationId id="{843D45FD-6D58-FC16-95E8-A642B9B2D231}"/>
                    </a:ext>
                  </a:extLst>
                </p:cNvPr>
                <p:cNvSpPr/>
                <p:nvPr/>
              </p:nvSpPr>
              <p:spPr>
                <a:xfrm>
                  <a:off x="4519661" y="3997804"/>
                  <a:ext cx="341746" cy="36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8" name="正方形/長方形 277">
                  <a:extLst>
                    <a:ext uri="{FF2B5EF4-FFF2-40B4-BE49-F238E27FC236}">
                      <ns2:creationId id="{773E4C44-DC58-918A-7DF7-2E2112B7CE34}"/>
                    </a:ext>
                  </a:extLst>
                </p:cNvPr>
                <p:cNvSpPr/>
                <p:nvPr/>
              </p:nvSpPr>
              <p:spPr>
                <a:xfrm>
                  <a:off x="45627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9" name="正方形/長方形 278">
                  <a:extLst>
                    <a:ext uri="{FF2B5EF4-FFF2-40B4-BE49-F238E27FC236}">
                      <ns2:creationId id="{CCBDD79E-8573-5B30-42F5-BFEF2E63E443}"/>
                    </a:ext>
                  </a:extLst>
                </p:cNvPr>
                <p:cNvSpPr/>
                <p:nvPr/>
              </p:nvSpPr>
              <p:spPr>
                <a:xfrm>
                  <a:off x="463819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0" name="正方形/長方形 279">
                  <a:extLst>
                    <a:ext uri="{FF2B5EF4-FFF2-40B4-BE49-F238E27FC236}">
                      <ns2:creationId id="{66F30D3C-5FFD-4571-1D30-CF516D55AB30}"/>
                    </a:ext>
                  </a:extLst>
                </p:cNvPr>
                <p:cNvSpPr/>
                <p:nvPr/>
              </p:nvSpPr>
              <p:spPr>
                <a:xfrm>
                  <a:off x="4707464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1" name="正方形/長方形 280">
                  <a:extLst>
                    <a:ext uri="{FF2B5EF4-FFF2-40B4-BE49-F238E27FC236}">
                      <ns2:creationId id="{A7B75CF9-EEBA-7C13-0CDE-6C309B37A619}"/>
                    </a:ext>
                  </a:extLst>
                </p:cNvPr>
                <p:cNvSpPr/>
                <p:nvPr/>
              </p:nvSpPr>
              <p:spPr>
                <a:xfrm>
                  <a:off x="4789051" y="3907332"/>
                  <a:ext cx="36000" cy="144000"/>
                </a:xfrm>
                <a:prstGeom prst="rect">
                  <a:avLst/>
                </a:prstGeom>
                <a:noFill/>
                <a:ln w="317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L="90488" marR="0" indent="-904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 typeface="Arial" panose="020B0604020202020204" pitchFamily="34" charset="0"/>
                    <a:buChar char="•"/>
                    <a:tabLst/>
                  </a:pPr>
                  <a:endParaRPr kumimoji="1" lang="ja-JP" altLang="en-US" sz="105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74" name="正方形/長方形 273">
                <a:extLst>
                  <a:ext uri="{FF2B5EF4-FFF2-40B4-BE49-F238E27FC236}">
                    <ns2:creationId id="{24A5CE35-FEE9-8632-3973-D32E884A3B85}"/>
                  </a:ext>
                </a:extLst>
              </p:cNvPr>
              <p:cNvSpPr/>
              <p:nvPr/>
            </p:nvSpPr>
            <p:spPr>
              <a:xfrm>
                <a:off x="4728428" y="5749518"/>
                <a:ext cx="252000" cy="108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6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2F120DD3-7439-280A-468D-0D7FCF2F11F1}"/>
                  </a:ext>
                </a:extLst>
              </p:cNvPr>
              <p:cNvSpPr/>
              <p:nvPr/>
            </p:nvSpPr>
            <p:spPr>
              <a:xfrm>
                <a:off x="4530428" y="5917787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56" name="グループ化 355">
                <a:extLst>
                  <a:ext uri="{FF2B5EF4-FFF2-40B4-BE49-F238E27FC236}">
                    <ns2:creationId id="{7625CB14-2725-ED45-B66E-016827710790}"/>
                  </a:ext>
                </a:extLst>
              </p:cNvPr>
              <p:cNvGrpSpPr/>
              <p:nvPr/>
            </p:nvGrpSpPr>
            <p:grpSpPr>
              <a:xfrm>
                <a:off x="4665555" y="6046116"/>
                <a:ext cx="341746" cy="144000"/>
                <a:chOff x="4665555" y="6113172"/>
                <a:chExt cx="341746" cy="144000"/>
              </a:xfrm>
            </p:grpSpPr>
            <p:grpSp>
              <p:nvGrpSpPr>
                <p:cNvPr id="263" name="グループ化 262">
                  <a:extLst>
                    <a:ext uri="{FF2B5EF4-FFF2-40B4-BE49-F238E27FC236}">
                      <ns2:creationId id="{D4AF9047-C5E5-9818-A792-15CD46F502E9}"/>
                    </a:ext>
                  </a:extLst>
                </p:cNvPr>
                <p:cNvGrpSpPr/>
                <p:nvPr/>
              </p:nvGrpSpPr>
              <p:grpSpPr>
                <a:xfrm>
                  <a:off x="4665555" y="611317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265" name="正方形/長方形 264">
                    <a:extLst>
                      <a:ext uri="{FF2B5EF4-FFF2-40B4-BE49-F238E27FC236}">
                        <ns2:creationId id="{8ED0961D-CBD9-E52E-DA0D-8E74BFF1823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6" name="正方形/長方形 265">
                    <a:extLst>
                      <a:ext uri="{FF2B5EF4-FFF2-40B4-BE49-F238E27FC236}">
                        <ns2:creationId id="{2C5B53AC-FDE6-E210-4030-B587117B7EF4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7" name="正方形/長方形 266">
                    <a:extLst>
                      <a:ext uri="{FF2B5EF4-FFF2-40B4-BE49-F238E27FC236}">
                        <ns2:creationId id="{878CE0D2-4E2E-77B9-6E6E-ED30E14E0803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8" name="正方形/長方形 267">
                    <a:extLst>
                      <a:ext uri="{FF2B5EF4-FFF2-40B4-BE49-F238E27FC236}">
                        <ns2:creationId id="{20C93E00-C5D1-022F-B4EF-8E4F8D82AAD0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69" name="正方形/長方形 268">
                    <a:extLst>
                      <a:ext uri="{FF2B5EF4-FFF2-40B4-BE49-F238E27FC236}">
                        <ns2:creationId id="{BB69224C-0756-3578-E953-2354B3188206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70" name="正方形/長方形 269">
                    <a:extLst>
                      <a:ext uri="{FF2B5EF4-FFF2-40B4-BE49-F238E27FC236}">
                        <ns2:creationId id="{5D304E23-8128-9D92-92E0-E4D19A0A9B8A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271" name="正方形/長方形 270">
                    <a:extLst>
                      <a:ext uri="{FF2B5EF4-FFF2-40B4-BE49-F238E27FC236}">
                        <ns2:creationId id="{D4B18293-3094-1DAB-AD40-DCC3B5995C8F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264" name="正方形/長方形 263">
                  <a:extLst>
                    <a:ext uri="{FF2B5EF4-FFF2-40B4-BE49-F238E27FC236}">
                      <ns2:creationId id="{9E92E1D4-F08C-15AD-FC9C-1249CA04317A}"/>
                    </a:ext>
                  </a:extLst>
                </p:cNvPr>
                <p:cNvSpPr/>
                <p:nvPr/>
              </p:nvSpPr>
              <p:spPr>
                <a:xfrm>
                  <a:off x="4673288" y="613007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254" name="正方形/長方形 253">
                <a:extLst>
                  <a:ext uri="{FF2B5EF4-FFF2-40B4-BE49-F238E27FC236}">
                    <ns2:creationId id="{559792BF-01F1-5879-4DCE-49516E2DB064}"/>
                  </a:ext>
                </a:extLst>
              </p:cNvPr>
              <p:cNvSpPr/>
              <p:nvPr/>
            </p:nvSpPr>
            <p:spPr>
              <a:xfrm>
                <a:off x="3812361" y="4858371"/>
                <a:ext cx="468000" cy="180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255" name="グループ化 254">
                <a:extLst>
                  <a:ext uri="{FF2B5EF4-FFF2-40B4-BE49-F238E27FC236}">
                    <ns2:creationId id="{F333775C-6285-53ED-0E7E-6E474296BBDF}"/>
                  </a:ext>
                </a:extLst>
              </p:cNvPr>
              <p:cNvGrpSpPr/>
              <p:nvPr/>
            </p:nvGrpSpPr>
            <p:grpSpPr>
              <a:xfrm>
                <a:off x="3609522" y="5031664"/>
                <a:ext cx="658410" cy="245915"/>
                <a:chOff x="8166627" y="2566184"/>
                <a:chExt cx="658410" cy="245915"/>
              </a:xfrm>
            </p:grpSpPr>
            <p:sp>
              <p:nvSpPr>
                <p:cNvPr id="260" name="フローチャート: 書類 259">
                  <a:extLst>
                    <a:ext uri="{FF2B5EF4-FFF2-40B4-BE49-F238E27FC236}">
                      <ns2:creationId id="{84AA9A5D-57AD-8993-89CD-5B8CBA3DF62E}"/>
                    </a:ext>
                  </a:extLst>
                </p:cNvPr>
                <p:cNvSpPr/>
                <p:nvPr/>
              </p:nvSpPr>
              <p:spPr>
                <a:xfrm>
                  <a:off x="8249037" y="2596099"/>
                  <a:ext cx="576000" cy="216000"/>
                </a:xfrm>
                <a:prstGeom prst="flowChartDocument">
                  <a:avLst/>
                </a:prstGeom>
                <a:solidFill>
                  <a:schemeClr val="bg1"/>
                </a:solidFill>
                <a:ln w="9525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61" name="図 260">
                  <a:extLst>
                    <a:ext uri="{FF2B5EF4-FFF2-40B4-BE49-F238E27FC236}">
                      <ns2:creationId id="{43B3BC07-AF6E-8078-FFB1-A5B2FBCE4C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66627" y="2566184"/>
                  <a:ext cx="144000" cy="120000"/>
                </a:xfrm>
                <a:prstGeom prst="rect">
                  <a:avLst/>
                </a:prstGeom>
              </p:spPr>
            </p:pic>
          </p:grpSp>
          <p:sp>
            <p:nvSpPr>
              <p:cNvPr id="311" name="円柱 310">
                <a:extLst>
                  <a:ext uri="{FF2B5EF4-FFF2-40B4-BE49-F238E27FC236}">
                    <ns2:creationId id="{3424B983-FF10-CD6F-0B1A-51B2D3CAEFE2}"/>
                  </a:ext>
                </a:extLst>
              </p:cNvPr>
              <p:cNvSpPr/>
              <p:nvPr/>
            </p:nvSpPr>
            <p:spPr>
              <a:xfrm>
                <a:off x="8612356" y="4232384"/>
                <a:ext cx="1232947" cy="1999965"/>
              </a:xfrm>
              <a:prstGeom prst="can">
                <a:avLst>
                  <a:gd name="adj" fmla="val 12393"/>
                </a:avLst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13" name="正方形/長方形 312">
                <a:extLst>
                  <a:ext uri="{FF2B5EF4-FFF2-40B4-BE49-F238E27FC236}">
                    <ns2:creationId id="{A7A735CE-3650-7E54-EE84-42D5BEEEC401}"/>
                  </a:ext>
                </a:extLst>
              </p:cNvPr>
              <p:cNvSpPr/>
              <p:nvPr/>
            </p:nvSpPr>
            <p:spPr>
              <a:xfrm>
                <a:off x="9002937" y="4232380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1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GCP</a:t>
                </a:r>
                <a:endParaRPr kumimoji="1" lang="ja-JP" altLang="en-US" sz="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15" name="正方形/長方形 314">
                <a:extLst>
                  <a:ext uri="{FF2B5EF4-FFF2-40B4-BE49-F238E27FC236}">
                    <ns2:creationId id="{EF974466-9AAD-772F-7047-61A301005076}"/>
                  </a:ext>
                </a:extLst>
              </p:cNvPr>
              <p:cNvSpPr/>
              <p:nvPr/>
            </p:nvSpPr>
            <p:spPr>
              <a:xfrm>
                <a:off x="4530428" y="4884762"/>
                <a:ext cx="612000" cy="108000"/>
              </a:xfrm>
              <a:prstGeom prst="rect">
                <a:avLst/>
              </a:prstGeom>
              <a:solidFill>
                <a:srgbClr val="4CA64C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45" name="グループ化 344">
                <a:extLst>
                  <a:ext uri="{FF2B5EF4-FFF2-40B4-BE49-F238E27FC236}">
                    <ns2:creationId id="{5D74E2A2-50FE-BD66-0772-D504107B72D5}"/>
                  </a:ext>
                </a:extLst>
              </p:cNvPr>
              <p:cNvGrpSpPr/>
              <p:nvPr/>
            </p:nvGrpSpPr>
            <p:grpSpPr>
              <a:xfrm>
                <a:off x="4665555" y="5036412"/>
                <a:ext cx="341746" cy="144000"/>
                <a:chOff x="4665555" y="5036412"/>
                <a:chExt cx="341746" cy="144000"/>
              </a:xfrm>
            </p:grpSpPr>
            <p:grpSp>
              <p:nvGrpSpPr>
                <p:cNvPr id="316" name="グループ化 315">
                  <a:extLst>
                    <a:ext uri="{FF2B5EF4-FFF2-40B4-BE49-F238E27FC236}">
                      <ns2:creationId id="{9C5A1512-7C68-37E7-2908-42DDF649604C}"/>
                    </a:ext>
                  </a:extLst>
                </p:cNvPr>
                <p:cNvGrpSpPr/>
                <p:nvPr/>
              </p:nvGrpSpPr>
              <p:grpSpPr>
                <a:xfrm>
                  <a:off x="4665555" y="503641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18" name="正方形/長方形 317">
                    <a:extLst>
                      <a:ext uri="{FF2B5EF4-FFF2-40B4-BE49-F238E27FC236}">
                        <ns2:creationId id="{5E49778B-20CF-3158-E26F-ABB41D82AC9A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19" name="正方形/長方形 318">
                    <a:extLst>
                      <a:ext uri="{FF2B5EF4-FFF2-40B4-BE49-F238E27FC236}">
                        <ns2:creationId id="{FB6BE379-C004-16A7-4515-AE4D4213FA2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0" name="正方形/長方形 319">
                    <a:extLst>
                      <a:ext uri="{FF2B5EF4-FFF2-40B4-BE49-F238E27FC236}">
                        <ns2:creationId id="{AFD657F5-2B9C-F2F5-123F-482DA017061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1" name="正方形/長方形 320">
                    <a:extLst>
                      <a:ext uri="{FF2B5EF4-FFF2-40B4-BE49-F238E27FC236}">
                        <ns2:creationId id="{7B5AF405-F630-671E-1634-13897801DA70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2" name="正方形/長方形 321">
                    <a:extLst>
                      <a:ext uri="{FF2B5EF4-FFF2-40B4-BE49-F238E27FC236}">
                        <ns2:creationId id="{09837B44-93B2-7B31-0ED5-B5F3515284F3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3" name="正方形/長方形 322">
                    <a:extLst>
                      <a:ext uri="{FF2B5EF4-FFF2-40B4-BE49-F238E27FC236}">
                        <ns2:creationId id="{B07227D5-FDFA-8679-89F4-7BF1A1A426E3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24" name="正方形/長方形 323">
                    <a:extLst>
                      <a:ext uri="{FF2B5EF4-FFF2-40B4-BE49-F238E27FC236}">
                        <ns2:creationId id="{E2A4488F-5261-A340-9087-7C733705EE8D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17" name="正方形/長方形 316">
                  <a:extLst>
                    <a:ext uri="{FF2B5EF4-FFF2-40B4-BE49-F238E27FC236}">
                      <ns2:creationId id="{9F2503C6-3B2A-9950-2A04-C937043EAB4A}"/>
                    </a:ext>
                  </a:extLst>
                </p:cNvPr>
                <p:cNvSpPr/>
                <p:nvPr/>
              </p:nvSpPr>
              <p:spPr>
                <a:xfrm>
                  <a:off x="4681673" y="505296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326" name="正方形/長方形 325">
                <a:extLst>
                  <a:ext uri="{FF2B5EF4-FFF2-40B4-BE49-F238E27FC236}">
                    <ns2:creationId id="{97A3B2AB-BF0B-5EB8-EDE5-7B4C7AC97A79}"/>
                  </a:ext>
                </a:extLst>
              </p:cNvPr>
              <p:cNvSpPr/>
              <p:nvPr/>
            </p:nvSpPr>
            <p:spPr>
              <a:xfrm>
                <a:off x="1937562" y="4147552"/>
                <a:ext cx="612000" cy="180000"/>
              </a:xfrm>
              <a:prstGeom prst="rect">
                <a:avLst/>
              </a:prstGeom>
              <a:solidFill>
                <a:srgbClr val="008000">
                  <a:alpha val="70000"/>
                </a:srgb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335" name="グループ化 334">
                <a:extLst>
                  <a:ext uri="{FF2B5EF4-FFF2-40B4-BE49-F238E27FC236}">
                    <ns2:creationId id="{3BA139E4-7057-8DAF-8D10-CF8CE78D3756}"/>
                  </a:ext>
                </a:extLst>
              </p:cNvPr>
              <p:cNvGrpSpPr/>
              <p:nvPr/>
            </p:nvGrpSpPr>
            <p:grpSpPr>
              <a:xfrm>
                <a:off x="9048064" y="4555717"/>
                <a:ext cx="341746" cy="144000"/>
                <a:chOff x="4665555" y="4683340"/>
                <a:chExt cx="341746" cy="144000"/>
              </a:xfrm>
            </p:grpSpPr>
            <p:grpSp>
              <p:nvGrpSpPr>
                <p:cNvPr id="336" name="グループ化 335">
                  <a:extLst>
                    <a:ext uri="{FF2B5EF4-FFF2-40B4-BE49-F238E27FC236}">
                      <ns2:creationId id="{59877D76-406B-E83D-D8AA-B08A7144A298}"/>
                    </a:ext>
                  </a:extLst>
                </p:cNvPr>
                <p:cNvGrpSpPr/>
                <p:nvPr/>
              </p:nvGrpSpPr>
              <p:grpSpPr>
                <a:xfrm>
                  <a:off x="4665555" y="4683340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38" name="正方形/長方形 337">
                    <a:extLst>
                      <a:ext uri="{FF2B5EF4-FFF2-40B4-BE49-F238E27FC236}">
                        <ns2:creationId id="{6FC7B493-4F9C-9FC0-B1AF-FB2A19526D83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39" name="正方形/長方形 338">
                    <a:extLst>
                      <a:ext uri="{FF2B5EF4-FFF2-40B4-BE49-F238E27FC236}">
                        <ns2:creationId id="{34FA573F-B49B-B49E-F2A3-18AAF709A55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0" name="正方形/長方形 339">
                    <a:extLst>
                      <a:ext uri="{FF2B5EF4-FFF2-40B4-BE49-F238E27FC236}">
                        <ns2:creationId id="{F1FF0081-BD3A-BE82-6764-3D4871B404D9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1" name="正方形/長方形 340">
                    <a:extLst>
                      <a:ext uri="{FF2B5EF4-FFF2-40B4-BE49-F238E27FC236}">
                        <ns2:creationId id="{76DE489A-45B2-2F3C-EF40-5CA0F9B9AACA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2" name="正方形/長方形 341">
                    <a:extLst>
                      <a:ext uri="{FF2B5EF4-FFF2-40B4-BE49-F238E27FC236}">
                        <ns2:creationId id="{8ED72276-C595-2F7A-7527-0FA63B4DF04A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3" name="正方形/長方形 342">
                    <a:extLst>
                      <a:ext uri="{FF2B5EF4-FFF2-40B4-BE49-F238E27FC236}">
                        <ns2:creationId id="{929602A2-A6EB-D9DE-8E27-54D9AB48E1F2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44" name="正方形/長方形 343">
                    <a:extLst>
                      <a:ext uri="{FF2B5EF4-FFF2-40B4-BE49-F238E27FC236}">
                        <ns2:creationId id="{5607C5B3-9D9D-8206-5369-684D262F7A61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37" name="正方形/長方形 336">
                  <a:extLst>
                    <a:ext uri="{FF2B5EF4-FFF2-40B4-BE49-F238E27FC236}">
                      <ns2:creationId id="{41C1D4F4-38AD-1119-66F1-A9BB6D1CA34B}"/>
                    </a:ext>
                  </a:extLst>
                </p:cNvPr>
                <p:cNvSpPr/>
                <p:nvPr/>
              </p:nvSpPr>
              <p:spPr>
                <a:xfrm>
                  <a:off x="4728428" y="4699896"/>
                  <a:ext cx="216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346" name="グループ化 345">
                <a:extLst>
                  <a:ext uri="{FF2B5EF4-FFF2-40B4-BE49-F238E27FC236}">
                    <ns2:creationId id="{8873A7E2-9D56-3B0E-09F2-E867B21B5C41}"/>
                  </a:ext>
                </a:extLst>
              </p:cNvPr>
              <p:cNvGrpSpPr/>
              <p:nvPr/>
            </p:nvGrpSpPr>
            <p:grpSpPr>
              <a:xfrm>
                <a:off x="9048064" y="5244621"/>
                <a:ext cx="341746" cy="144000"/>
                <a:chOff x="4665555" y="5036412"/>
                <a:chExt cx="341746" cy="144000"/>
              </a:xfrm>
            </p:grpSpPr>
            <p:grpSp>
              <p:nvGrpSpPr>
                <p:cNvPr id="347" name="グループ化 346">
                  <a:extLst>
                    <a:ext uri="{FF2B5EF4-FFF2-40B4-BE49-F238E27FC236}">
                      <ns2:creationId id="{C586C1CA-32FC-1706-ADF2-D027E07CDB62}"/>
                    </a:ext>
                  </a:extLst>
                </p:cNvPr>
                <p:cNvGrpSpPr/>
                <p:nvPr/>
              </p:nvGrpSpPr>
              <p:grpSpPr>
                <a:xfrm>
                  <a:off x="4665555" y="503641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49" name="正方形/長方形 348">
                    <a:extLst>
                      <a:ext uri="{FF2B5EF4-FFF2-40B4-BE49-F238E27FC236}">
                        <ns2:creationId id="{4276EB03-091C-AAAA-7A73-E91054F32FD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0" name="正方形/長方形 349">
                    <a:extLst>
                      <a:ext uri="{FF2B5EF4-FFF2-40B4-BE49-F238E27FC236}">
                        <ns2:creationId id="{6C2DC1C4-C445-DE3C-B13C-4E756FD37FC6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1" name="正方形/長方形 350">
                    <a:extLst>
                      <a:ext uri="{FF2B5EF4-FFF2-40B4-BE49-F238E27FC236}">
                        <ns2:creationId id="{7B7F9458-C52E-1ED8-CE58-7401D11B866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2" name="正方形/長方形 351">
                    <a:extLst>
                      <a:ext uri="{FF2B5EF4-FFF2-40B4-BE49-F238E27FC236}">
                        <ns2:creationId id="{78332C36-E850-360A-4CED-47104A8B56B8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3" name="正方形/長方形 352">
                    <a:extLst>
                      <a:ext uri="{FF2B5EF4-FFF2-40B4-BE49-F238E27FC236}">
                        <ns2:creationId id="{75B20E7D-A9CE-4649-89E5-D33BCD9CA769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4" name="正方形/長方形 353">
                    <a:extLst>
                      <a:ext uri="{FF2B5EF4-FFF2-40B4-BE49-F238E27FC236}">
                        <ns2:creationId id="{55BA334E-4E19-99DD-2767-69117158D55F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55" name="正方形/長方形 354">
                    <a:extLst>
                      <a:ext uri="{FF2B5EF4-FFF2-40B4-BE49-F238E27FC236}">
                        <ns2:creationId id="{D3FCCEE0-EFB3-32FD-A31F-3420173FAA5D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48" name="正方形/長方形 347">
                  <a:extLst>
                    <a:ext uri="{FF2B5EF4-FFF2-40B4-BE49-F238E27FC236}">
                      <ns2:creationId id="{5CD7BC89-3A3F-E55A-2C2F-251306100D06}"/>
                    </a:ext>
                  </a:extLst>
                </p:cNvPr>
                <p:cNvSpPr/>
                <p:nvPr/>
              </p:nvSpPr>
              <p:spPr>
                <a:xfrm>
                  <a:off x="4676418" y="505296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PL</a:t>
                  </a:r>
                  <a:r>
                    <a:rPr kumimoji="1" lang="ja-JP" altLang="en-US" sz="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grpSp>
            <p:nvGrpSpPr>
              <p:cNvPr id="357" name="グループ化 356">
                <a:extLst>
                  <a:ext uri="{FF2B5EF4-FFF2-40B4-BE49-F238E27FC236}">
                    <ns2:creationId id="{2971EA24-F336-31D2-02D7-504A3E6E0320}"/>
                  </a:ext>
                </a:extLst>
              </p:cNvPr>
              <p:cNvGrpSpPr/>
              <p:nvPr/>
            </p:nvGrpSpPr>
            <p:grpSpPr>
              <a:xfrm>
                <a:off x="9048064" y="5637652"/>
                <a:ext cx="341746" cy="144000"/>
                <a:chOff x="4665555" y="6113172"/>
                <a:chExt cx="341746" cy="144000"/>
              </a:xfrm>
            </p:grpSpPr>
            <p:grpSp>
              <p:nvGrpSpPr>
                <p:cNvPr id="358" name="グループ化 357">
                  <a:extLst>
                    <a:ext uri="{FF2B5EF4-FFF2-40B4-BE49-F238E27FC236}">
                      <ns2:creationId id="{6D9EFBB9-8E45-A89C-A263-F3FB70BCFB72}"/>
                    </a:ext>
                  </a:extLst>
                </p:cNvPr>
                <p:cNvGrpSpPr/>
                <p:nvPr/>
              </p:nvGrpSpPr>
              <p:grpSpPr>
                <a:xfrm>
                  <a:off x="4665555" y="6113172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360" name="正方形/長方形 359">
                    <a:extLst>
                      <a:ext uri="{FF2B5EF4-FFF2-40B4-BE49-F238E27FC236}">
                        <ns2:creationId id="{1D16C306-3749-0F70-4405-39EE853B91B1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1" name="正方形/長方形 360">
                    <a:extLst>
                      <a:ext uri="{FF2B5EF4-FFF2-40B4-BE49-F238E27FC236}">
                        <ns2:creationId id="{92D0688D-ECF0-6D5E-564A-6D768832ADDA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2" name="正方形/長方形 361">
                    <a:extLst>
                      <a:ext uri="{FF2B5EF4-FFF2-40B4-BE49-F238E27FC236}">
                        <ns2:creationId id="{9BA25470-2F7F-3894-1A07-D528D98607D0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3" name="正方形/長方形 362">
                    <a:extLst>
                      <a:ext uri="{FF2B5EF4-FFF2-40B4-BE49-F238E27FC236}">
                        <ns2:creationId id="{81BEA6D5-7E45-407C-AC71-8CD99C7272C6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4" name="正方形/長方形 363">
                    <a:extLst>
                      <a:ext uri="{FF2B5EF4-FFF2-40B4-BE49-F238E27FC236}">
                        <ns2:creationId id="{A4C7E6F4-F422-6B29-868F-925915A1793C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5" name="正方形/長方形 364">
                    <a:extLst>
                      <a:ext uri="{FF2B5EF4-FFF2-40B4-BE49-F238E27FC236}">
                        <ns2:creationId id="{B798784E-5B7D-A73E-AD36-5B63835C0367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366" name="正方形/長方形 365">
                    <a:extLst>
                      <a:ext uri="{FF2B5EF4-FFF2-40B4-BE49-F238E27FC236}">
                        <ns2:creationId id="{42035298-6867-73A3-08B7-E88252410C4D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359" name="正方形/長方形 358">
                  <a:extLst>
                    <a:ext uri="{FF2B5EF4-FFF2-40B4-BE49-F238E27FC236}">
                      <ns2:creationId id="{498317D7-779B-33C6-CA08-F65BC4C98FC6}"/>
                    </a:ext>
                  </a:extLst>
                </p:cNvPr>
                <p:cNvSpPr/>
                <p:nvPr/>
              </p:nvSpPr>
              <p:spPr>
                <a:xfrm>
                  <a:off x="4678323" y="6130078"/>
                  <a:ext cx="324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60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</p:grpSp>
          <p:sp>
            <p:nvSpPr>
              <p:cNvPr id="368" name="フローチャート: 書類 367">
                <a:extLst>
                  <a:ext uri="{FF2B5EF4-FFF2-40B4-BE49-F238E27FC236}">
                    <ns2:creationId id="{3047A1F1-83C7-868D-A92A-D7FC811D72C8}"/>
                  </a:ext>
                </a:extLst>
              </p:cNvPr>
              <p:cNvSpPr/>
              <p:nvPr/>
            </p:nvSpPr>
            <p:spPr>
              <a:xfrm>
                <a:off x="11018821" y="4438567"/>
                <a:ext cx="576000" cy="216000"/>
              </a:xfrm>
              <a:prstGeom prst="flowChartDocument">
                <a:avLst/>
              </a:prstGeom>
              <a:solidFill>
                <a:schemeClr val="bg1">
                  <a:alpha val="75000"/>
                </a:schemeClr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1" name="フローチャート: 書類 370">
                <a:extLst>
                  <a:ext uri="{FF2B5EF4-FFF2-40B4-BE49-F238E27FC236}">
                    <ns2:creationId id="{96A8A92C-76A0-0EC3-83F1-7243EA4BEFBE}"/>
                  </a:ext>
                </a:extLst>
              </p:cNvPr>
              <p:cNvSpPr/>
              <p:nvPr/>
            </p:nvSpPr>
            <p:spPr>
              <a:xfrm>
                <a:off x="10947022" y="4488525"/>
                <a:ext cx="576000" cy="216000"/>
              </a:xfrm>
              <a:prstGeom prst="flowChartDocument">
                <a:avLst/>
              </a:prstGeom>
              <a:solidFill>
                <a:schemeClr val="bg1"/>
              </a:solidFill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5" name="正方形/長方形 374">
                <a:extLst>
                  <a:ext uri="{FF2B5EF4-FFF2-40B4-BE49-F238E27FC236}">
                    <ns2:creationId id="{548673A9-250F-AAE7-40FB-C0A268D4FB8C}"/>
                  </a:ext>
                </a:extLst>
              </p:cNvPr>
              <p:cNvSpPr/>
              <p:nvPr/>
            </p:nvSpPr>
            <p:spPr>
              <a:xfrm>
                <a:off x="10947172" y="5484687"/>
                <a:ext cx="907200" cy="3240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44000" tIns="36000" rIns="36000" bIns="36000" rtlCol="0" anchor="ctr"/>
              <a:lstStyle/>
              <a:p>
                <a:pPr marR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①</a:t>
                </a:r>
                <a: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7" name="正方形/長方形 376">
                <a:extLst>
                  <a:ext uri="{FF2B5EF4-FFF2-40B4-BE49-F238E27FC236}">
                    <ns2:creationId id="{A2BE3213-243A-5FB8-925B-A00A26C90443}"/>
                  </a:ext>
                </a:extLst>
              </p:cNvPr>
              <p:cNvSpPr/>
              <p:nvPr/>
            </p:nvSpPr>
            <p:spPr>
              <a:xfrm>
                <a:off x="10951673" y="5835600"/>
                <a:ext cx="905363" cy="324000"/>
              </a:xfrm>
              <a:prstGeom prst="rect">
                <a:avLst/>
              </a:prstGeom>
              <a:noFill/>
              <a:ln w="952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44000" tIns="36000" rIns="36000" bIns="36000" rtlCol="0" anchor="ctr"/>
              <a:lstStyle/>
              <a:p>
                <a:pPr>
                  <a:buClr>
                    <a:srgbClr val="008000"/>
                  </a:buClr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➁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ja-JP" altLang="en-US" sz="60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9983E946-3142-A0B0-547C-BD3B35A70F9C}"/>
                  </a:ext>
                </a:extLst>
              </p:cNvPr>
              <p:cNvSpPr/>
              <p:nvPr/>
            </p:nvSpPr>
            <p:spPr>
              <a:xfrm>
                <a:off x="10933674" y="5295377"/>
                <a:ext cx="923364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PH" altLang="ja-JP" sz="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algn="ctr">
                  <a:buClr>
                    <a:srgbClr val="008000"/>
                  </a:buClr>
                </a:pPr>
                <a:r>
                  <a:rPr lang="en-US" altLang="ja-JP" sz="60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en-US" altLang="ja-JP" sz="600" dirty="0" err="1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60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60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6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221" name="コネクタ: カギ線 220">
                <a:extLst>
                  <a:ext uri="{FF2B5EF4-FFF2-40B4-BE49-F238E27FC236}">
                    <ns2:creationId id="{A2E01F76-53A5-36B7-C663-C3FFAA0FC786}"/>
                  </a:ext>
                </a:extLst>
              </p:cNvPr>
              <p:cNvCxnSpPr>
                <a:cxnSpLocks/>
                <a:stCxn id="421" idx="3"/>
                <a:endCxn id="400" idx="1"/>
              </p:cNvCxnSpPr>
              <p:nvPr/>
            </p:nvCxnSpPr>
            <p:spPr>
              <a:xfrm>
                <a:off x="2381516" y="4406234"/>
                <a:ext cx="6449867" cy="232716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コネクタ: カギ線 233">
                <a:extLst>
                  <a:ext uri="{FF2B5EF4-FFF2-40B4-BE49-F238E27FC236}">
                    <ns2:creationId id="{411BD458-5199-51F9-3A84-BA9764649D57}"/>
                  </a:ext>
                </a:extLst>
              </p:cNvPr>
              <p:cNvCxnSpPr>
                <a:cxnSpLocks/>
                <a:endCxn id="260" idx="1"/>
              </p:cNvCxnSpPr>
              <p:nvPr/>
            </p:nvCxnSpPr>
            <p:spPr>
              <a:xfrm>
                <a:off x="2346697" y="4693902"/>
                <a:ext cx="1345235" cy="475677"/>
              </a:xfrm>
              <a:prstGeom prst="bentConnector3">
                <a:avLst>
                  <a:gd name="adj1" fmla="val 14984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コネクタ: カギ線 375">
                <a:extLst>
                  <a:ext uri="{FF2B5EF4-FFF2-40B4-BE49-F238E27FC236}">
                    <ns2:creationId id="{4861C8DE-9BD5-9C5F-7527-B56270CD8FC3}"/>
                  </a:ext>
                </a:extLst>
              </p:cNvPr>
              <p:cNvCxnSpPr>
                <a:cxnSpLocks/>
                <a:stCxn id="307" idx="4"/>
              </p:cNvCxnSpPr>
              <p:nvPr/>
            </p:nvCxnSpPr>
            <p:spPr>
              <a:xfrm>
                <a:off x="2373535" y="4531725"/>
                <a:ext cx="2354893" cy="222171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コネクタ: カギ線 394">
                <a:extLst>
                  <a:ext uri="{FF2B5EF4-FFF2-40B4-BE49-F238E27FC236}">
                    <ns2:creationId id="{1B9864EE-35D5-7583-D550-77390E06E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73535" y="5484687"/>
                <a:ext cx="2292020" cy="583269"/>
              </a:xfrm>
              <a:prstGeom prst="bentConnector3">
                <a:avLst>
                  <a:gd name="adj1" fmla="val 31435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コネクタ: カギ線 397">
                <a:extLst>
                  <a:ext uri="{FF2B5EF4-FFF2-40B4-BE49-F238E27FC236}">
                    <ns2:creationId id="{BF4F6DE0-11A9-731B-3CCA-D73D1F5FC478}"/>
                  </a:ext>
                </a:extLst>
              </p:cNvPr>
              <p:cNvCxnSpPr>
                <a:cxnSpLocks/>
                <a:endCxn id="276" idx="1"/>
              </p:cNvCxnSpPr>
              <p:nvPr/>
            </p:nvCxnSpPr>
            <p:spPr>
              <a:xfrm flipV="1">
                <a:off x="2373535" y="5801422"/>
                <a:ext cx="2292020" cy="266534"/>
              </a:xfrm>
              <a:prstGeom prst="bentConnector3">
                <a:avLst>
                  <a:gd name="adj1" fmla="val 31299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コネクタ: カギ線 401">
                <a:extLst>
                  <a:ext uri="{FF2B5EF4-FFF2-40B4-BE49-F238E27FC236}">
                    <ns2:creationId id="{6B4D6255-6AD4-9CFE-7388-5D6E5EDE26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73535" y="6067956"/>
                <a:ext cx="2299753" cy="49066"/>
              </a:xfrm>
              <a:prstGeom prst="bentConnector3">
                <a:avLst>
                  <a:gd name="adj1" fmla="val 31104"/>
                </a:avLst>
              </a:prstGeom>
              <a:ln w="9525">
                <a:solidFill>
                  <a:schemeClr val="tx1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6" name="正方形/長方形 405">
                <a:extLst>
                  <a:ext uri="{FF2B5EF4-FFF2-40B4-BE49-F238E27FC236}">
                    <ns2:creationId id="{E1D9F02F-9DD4-7DCF-CAEB-29E7319B782C}"/>
                  </a:ext>
                </a:extLst>
              </p:cNvPr>
              <p:cNvSpPr/>
              <p:nvPr/>
            </p:nvSpPr>
            <p:spPr>
              <a:xfrm>
                <a:off x="8831383" y="5093815"/>
                <a:ext cx="760038" cy="849785"/>
              </a:xfrm>
              <a:prstGeom prst="rect">
                <a:avLst/>
              </a:prstGeom>
              <a:noFill/>
              <a:ln w="158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408" name="コネクタ: カギ線 407">
                <a:extLst>
                  <a:ext uri="{FF2B5EF4-FFF2-40B4-BE49-F238E27FC236}">
                    <ns2:creationId id="{36AFB843-839E-9CA0-2A2B-8F047CC36A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28484" y="5143313"/>
                <a:ext cx="3582540" cy="269414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コネクタ: カギ線 419">
                <a:extLst>
                  <a:ext uri="{FF2B5EF4-FFF2-40B4-BE49-F238E27FC236}">
                    <ns2:creationId id="{D587ED61-16CE-01F8-DD03-CA3E3BCF07A3}"/>
                  </a:ext>
                </a:extLst>
              </p:cNvPr>
              <p:cNvCxnSpPr>
                <a:cxnSpLocks/>
                <a:endCxn id="248" idx="2"/>
              </p:cNvCxnSpPr>
              <p:nvPr/>
            </p:nvCxnSpPr>
            <p:spPr>
              <a:xfrm flipV="1">
                <a:off x="4934943" y="5187664"/>
                <a:ext cx="773498" cy="34178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コネクタ: カギ線 425">
                <a:extLst>
                  <a:ext uri="{FF2B5EF4-FFF2-40B4-BE49-F238E27FC236}">
                    <ns2:creationId id="{4C543646-C5F1-31C2-CEA7-A8BAC4BCF5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4935342" y="5021357"/>
                <a:ext cx="827247" cy="737076"/>
              </a:xfrm>
              <a:prstGeom prst="bentConnector3">
                <a:avLst>
                  <a:gd name="adj1" fmla="val -14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コネクタ: カギ線 429">
                <a:extLst>
                  <a:ext uri="{FF2B5EF4-FFF2-40B4-BE49-F238E27FC236}">
                    <ns2:creationId id="{B662A99B-8D46-4364-595A-DBA3F11A8D3D}"/>
                  </a:ext>
                </a:extLst>
              </p:cNvPr>
              <p:cNvCxnSpPr>
                <a:cxnSpLocks/>
                <a:endCxn id="248" idx="2"/>
              </p:cNvCxnSpPr>
              <p:nvPr/>
            </p:nvCxnSpPr>
            <p:spPr>
              <a:xfrm rot="5400000" flipH="1" flipV="1">
                <a:off x="4899853" y="5304934"/>
                <a:ext cx="925858" cy="691318"/>
              </a:xfrm>
              <a:prstGeom prst="bentConnector3">
                <a:avLst>
                  <a:gd name="adj1" fmla="val 130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8" name="コネクタ: カギ線 437">
                <a:extLst>
                  <a:ext uri="{FF2B5EF4-FFF2-40B4-BE49-F238E27FC236}">
                    <ns2:creationId id="{F73C2F5A-4ADD-D628-66DA-80E3B49DD80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97288" y="5705910"/>
                <a:ext cx="3612403" cy="41111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コネクタ: カギ線 482">
                <a:extLst>
                  <a:ext uri="{FF2B5EF4-FFF2-40B4-BE49-F238E27FC236}">
                    <ns2:creationId id="{264F9E92-9FBE-5F00-5174-C306E3C74A66}"/>
                  </a:ext>
                </a:extLst>
              </p:cNvPr>
              <p:cNvCxnSpPr>
                <a:cxnSpLocks/>
                <a:stCxn id="311" idx="4"/>
                <a:endCxn id="371" idx="1"/>
              </p:cNvCxnSpPr>
              <p:nvPr/>
            </p:nvCxnSpPr>
            <p:spPr>
              <a:xfrm flipV="1">
                <a:off x="9845303" y="4596525"/>
                <a:ext cx="1101719" cy="635842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コネクタ: カギ線 485">
                <a:extLst>
                  <a:ext uri="{FF2B5EF4-FFF2-40B4-BE49-F238E27FC236}">
                    <ns2:creationId id="{78D32D41-22BA-AF76-3E3F-5D99B3966B20}"/>
                  </a:ext>
                </a:extLst>
              </p:cNvPr>
              <p:cNvCxnSpPr>
                <a:cxnSpLocks/>
                <a:stCxn id="311" idx="4"/>
                <a:endCxn id="377" idx="1"/>
              </p:cNvCxnSpPr>
              <p:nvPr/>
            </p:nvCxnSpPr>
            <p:spPr>
              <a:xfrm>
                <a:off x="9845303" y="5232367"/>
                <a:ext cx="1106370" cy="765233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コネクタ: カギ線 488">
                <a:extLst>
                  <a:ext uri="{FF2B5EF4-FFF2-40B4-BE49-F238E27FC236}">
                    <ns2:creationId id="{5FB802D7-9F42-C6E7-EC12-376A09F87ECB}"/>
                  </a:ext>
                </a:extLst>
              </p:cNvPr>
              <p:cNvCxnSpPr>
                <a:cxnSpLocks/>
                <a:stCxn id="311" idx="4"/>
                <a:endCxn id="375" idx="1"/>
              </p:cNvCxnSpPr>
              <p:nvPr/>
            </p:nvCxnSpPr>
            <p:spPr>
              <a:xfrm>
                <a:off x="9845303" y="5232367"/>
                <a:ext cx="1101869" cy="414320"/>
              </a:xfrm>
              <a:prstGeom prst="bentConnector3">
                <a:avLst/>
              </a:prstGeom>
              <a:ln w="9525">
                <a:solidFill>
                  <a:schemeClr val="accent2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0" name="正方形/長方形 399">
                <a:extLst>
                  <a:ext uri="{FF2B5EF4-FFF2-40B4-BE49-F238E27FC236}">
                    <ns2:creationId id="{3DA9C18B-24BE-905D-3814-4AE223D4B7DE}"/>
                  </a:ext>
                </a:extLst>
              </p:cNvPr>
              <p:cNvSpPr/>
              <p:nvPr/>
            </p:nvSpPr>
            <p:spPr>
              <a:xfrm>
                <a:off x="8831383" y="4426503"/>
                <a:ext cx="760038" cy="424893"/>
              </a:xfrm>
              <a:prstGeom prst="rect">
                <a:avLst/>
              </a:prstGeom>
              <a:noFill/>
              <a:ln w="158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L="90488" marR="0" indent="-90488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</a:pPr>
                <a:endPara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03" name="正方形/長方形 402">
                <a:extLst>
                  <a:ext uri="{FF2B5EF4-FFF2-40B4-BE49-F238E27FC236}">
                    <ns2:creationId id="{6BE3962F-2DC3-8E37-F304-A41C9890CC11}"/>
                  </a:ext>
                </a:extLst>
              </p:cNvPr>
              <p:cNvSpPr/>
              <p:nvPr/>
            </p:nvSpPr>
            <p:spPr>
              <a:xfrm>
                <a:off x="9010902" y="4859184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2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05" name="正方形/長方形 404">
                <a:extLst>
                  <a:ext uri="{FF2B5EF4-FFF2-40B4-BE49-F238E27FC236}">
                    <ns2:creationId id="{89298420-5DFD-627F-4D71-447D943786FB}"/>
                  </a:ext>
                </a:extLst>
              </p:cNvPr>
              <p:cNvSpPr/>
              <p:nvPr/>
            </p:nvSpPr>
            <p:spPr>
              <a:xfrm>
                <a:off x="9012829" y="5947919"/>
                <a:ext cx="432000" cy="18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chemeClr val="accent2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EF8BEC9B-17B6-0CFE-AEC1-83FF102D55FF}"/>
                  </a:ext>
                </a:extLst>
              </p:cNvPr>
              <p:cNvSpPr/>
              <p:nvPr/>
            </p:nvSpPr>
            <p:spPr>
              <a:xfrm>
                <a:off x="3148700" y="506462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7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57" name="正方形/長方形 256">
                <a:extLst>
                  <a:ext uri="{FF2B5EF4-FFF2-40B4-BE49-F238E27FC236}">
                    <ns2:creationId id="{94F70110-CD56-CB88-B13F-7CD00FD5B7FB}"/>
                  </a:ext>
                </a:extLst>
              </p:cNvPr>
              <p:cNvSpPr/>
              <p:nvPr/>
            </p:nvSpPr>
            <p:spPr>
              <a:xfrm>
                <a:off x="3803363" y="6037919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11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2DF1ABD6-0CE8-CB34-EDAE-D19FD68AD795}"/>
                  </a:ext>
                </a:extLst>
              </p:cNvPr>
              <p:cNvSpPr/>
              <p:nvPr/>
            </p:nvSpPr>
            <p:spPr>
              <a:xfrm>
                <a:off x="3803363" y="5691652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59" name="正方形/長方形 258">
                <a:extLst>
                  <a:ext uri="{FF2B5EF4-FFF2-40B4-BE49-F238E27FC236}">
                    <ns2:creationId id="{0E41344D-AAC9-D9BB-2A93-47B29FA4955A}"/>
                  </a:ext>
                </a:extLst>
              </p:cNvPr>
              <p:cNvSpPr/>
              <p:nvPr/>
            </p:nvSpPr>
            <p:spPr>
              <a:xfrm>
                <a:off x="3803363" y="5394615"/>
                <a:ext cx="360000" cy="18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407" name="グループ化 406">
                <a:extLst>
                  <a:ext uri="{FF2B5EF4-FFF2-40B4-BE49-F238E27FC236}">
                    <ns2:creationId id="{9DBA5377-9386-850C-8E56-47B3664AED82}"/>
                  </a:ext>
                </a:extLst>
              </p:cNvPr>
              <p:cNvGrpSpPr/>
              <p:nvPr/>
            </p:nvGrpSpPr>
            <p:grpSpPr>
              <a:xfrm>
                <a:off x="2076126" y="4334234"/>
                <a:ext cx="341746" cy="144000"/>
                <a:chOff x="4665555" y="4683340"/>
                <a:chExt cx="341746" cy="144000"/>
              </a:xfrm>
            </p:grpSpPr>
            <p:grpSp>
              <p:nvGrpSpPr>
                <p:cNvPr id="409" name="グループ化 408">
                  <a:extLst>
                    <a:ext uri="{FF2B5EF4-FFF2-40B4-BE49-F238E27FC236}">
                      <ns2:creationId id="{E7006694-F4DC-8579-C090-988873386C64}"/>
                    </a:ext>
                  </a:extLst>
                </p:cNvPr>
                <p:cNvGrpSpPr/>
                <p:nvPr/>
              </p:nvGrpSpPr>
              <p:grpSpPr>
                <a:xfrm>
                  <a:off x="4665555" y="4683340"/>
                  <a:ext cx="341746" cy="144000"/>
                  <a:chOff x="4519661" y="3907332"/>
                  <a:chExt cx="341746" cy="144000"/>
                </a:xfrm>
              </p:grpSpPr>
              <p:sp>
                <p:nvSpPr>
                  <p:cNvPr id="412" name="正方形/長方形 411">
                    <a:extLst>
                      <a:ext uri="{FF2B5EF4-FFF2-40B4-BE49-F238E27FC236}">
                        <ns2:creationId id="{F76D8774-AD55-3C66-BEC6-2534F429B86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4" name="正方形/長方形 413">
                    <a:extLst>
                      <a:ext uri="{FF2B5EF4-FFF2-40B4-BE49-F238E27FC236}">
                        <ns2:creationId id="{AFA66EDD-7A02-506F-D942-C00D7D44C13D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07332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5" name="正方形/長方形 414">
                    <a:extLst>
                      <a:ext uri="{FF2B5EF4-FFF2-40B4-BE49-F238E27FC236}">
                        <ns2:creationId id="{AAACD3B3-15BC-FE71-4353-4F349CDC66EC}"/>
                      </a:ext>
                    </a:extLst>
                  </p:cNvPr>
                  <p:cNvSpPr/>
                  <p:nvPr/>
                </p:nvSpPr>
                <p:spPr>
                  <a:xfrm>
                    <a:off x="4519661" y="3997804"/>
                    <a:ext cx="341746" cy="36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7" name="正方形/長方形 416">
                    <a:extLst>
                      <a:ext uri="{FF2B5EF4-FFF2-40B4-BE49-F238E27FC236}">
                        <ns2:creationId id="{D7B93ED4-8AC8-4104-3F87-31FA1D28240B}"/>
                      </a:ext>
                    </a:extLst>
                  </p:cNvPr>
                  <p:cNvSpPr/>
                  <p:nvPr/>
                </p:nvSpPr>
                <p:spPr>
                  <a:xfrm>
                    <a:off x="45627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8" name="正方形/長方形 417">
                    <a:extLst>
                      <a:ext uri="{FF2B5EF4-FFF2-40B4-BE49-F238E27FC236}">
                        <ns2:creationId id="{584BE937-0AD3-3F54-5E54-C74595B4098E}"/>
                      </a:ext>
                    </a:extLst>
                  </p:cNvPr>
                  <p:cNvSpPr/>
                  <p:nvPr/>
                </p:nvSpPr>
                <p:spPr>
                  <a:xfrm>
                    <a:off x="463819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19" name="正方形/長方形 418">
                    <a:extLst>
                      <a:ext uri="{FF2B5EF4-FFF2-40B4-BE49-F238E27FC236}">
                        <ns2:creationId id="{52007992-9C4B-9C5C-B7B0-1F87471A3EDF}"/>
                      </a:ext>
                    </a:extLst>
                  </p:cNvPr>
                  <p:cNvSpPr/>
                  <p:nvPr/>
                </p:nvSpPr>
                <p:spPr>
                  <a:xfrm>
                    <a:off x="4707464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421" name="正方形/長方形 420">
                    <a:extLst>
                      <a:ext uri="{FF2B5EF4-FFF2-40B4-BE49-F238E27FC236}">
                        <ns2:creationId id="{34D1E1DB-DF06-0433-531A-8DD96C6EE38C}"/>
                      </a:ext>
                    </a:extLst>
                  </p:cNvPr>
                  <p:cNvSpPr/>
                  <p:nvPr/>
                </p:nvSpPr>
                <p:spPr>
                  <a:xfrm>
                    <a:off x="4789051" y="3907332"/>
                    <a:ext cx="36000" cy="144000"/>
                  </a:xfrm>
                  <a:prstGeom prst="rect">
                    <a:avLst/>
                  </a:prstGeom>
                  <a:noFill/>
                  <a:ln w="3175"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tIns="36000" rIns="36000" bIns="36000" rtlCol="0" anchor="ctr"/>
                  <a:lstStyle/>
                  <a:p>
                    <a:pPr marL="90488" marR="0" indent="-90488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8000"/>
                      </a:buClr>
                      <a:buSzTx/>
                      <a:buFont typeface="Arial" panose="020B0604020202020204" pitchFamily="34" charset="0"/>
                      <a:buChar char="•"/>
                      <a:tabLst/>
                    </a:pPr>
                    <a:endParaRPr kumimoji="1" lang="ja-JP" altLang="en-US" sz="105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</p:grpSp>
            <p:sp>
              <p:nvSpPr>
                <p:cNvPr id="410" name="正方形/長方形 409">
                  <a:extLst>
                    <a:ext uri="{FF2B5EF4-FFF2-40B4-BE49-F238E27FC236}">
                      <ns2:creationId id="{64D849DD-B1B4-C3E0-0B48-69E4DB558E15}"/>
                    </a:ext>
                  </a:extLst>
                </p:cNvPr>
                <p:cNvSpPr/>
                <p:nvPr/>
              </p:nvSpPr>
              <p:spPr>
                <a:xfrm>
                  <a:off x="4728428" y="4699896"/>
                  <a:ext cx="216000" cy="108000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rtlCol="0" anchor="ctr"/>
                <a:lstStyle/>
                <a:p>
                  <a:pPr marR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tabLst/>
                  </a:pPr>
                  <a:r>
                    <a:rPr kumimoji="1" lang="en-US" altLang="ja-JP" sz="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sp>
            <p:nvSpPr>
              <p:cNvPr id="253" name="正方形/長方形 252">
                <a:extLst>
                  <a:ext uri="{FF2B5EF4-FFF2-40B4-BE49-F238E27FC236}">
                    <ns2:creationId id="{D51117E7-58F1-F33A-BF7E-8B4A887C4E23}"/>
                  </a:ext>
                </a:extLst>
              </p:cNvPr>
              <p:cNvSpPr/>
              <p:nvPr/>
            </p:nvSpPr>
            <p:spPr>
              <a:xfrm>
                <a:off x="3803363" y="4609873"/>
                <a:ext cx="360000" cy="17999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4CA64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ts val="6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～</a:t>
                </a:r>
                <a:r>
                  <a:rPr lang="en-US" altLang="ja-JP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423" name="コネクタ: カギ線 422">
                <a:extLst>
                  <a:ext uri="{FF2B5EF4-FFF2-40B4-BE49-F238E27FC236}">
                    <ns2:creationId id="{4C33B871-9EA9-937E-669E-BBE32BF31C29}"/>
                  </a:ext>
                </a:extLst>
              </p:cNvPr>
              <p:cNvCxnSpPr/>
              <p:nvPr/>
            </p:nvCxnSpPr>
            <p:spPr>
              <a:xfrm rot="5400000" flipH="1" flipV="1">
                <a:off x="2065428" y="5459467"/>
                <a:ext cx="792241" cy="176027"/>
              </a:xfrm>
              <a:prstGeom prst="bentConnector3">
                <a:avLst>
                  <a:gd name="adj1" fmla="val 861"/>
                </a:avLst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コネクタ: カギ線 456">
                <a:extLst>
                  <a:ext uri="{FF2B5EF4-FFF2-40B4-BE49-F238E27FC236}">
                    <ns2:creationId id="{2217EC00-133D-1CAD-AEEE-BA11C966EA6E}"/>
                  </a:ext>
                </a:extLst>
              </p:cNvPr>
              <p:cNvCxnSpPr>
                <a:stCxn id="295" idx="3"/>
                <a:endCxn id="248" idx="0"/>
              </p:cNvCxnSpPr>
              <p:nvPr/>
            </p:nvCxnSpPr>
            <p:spPr>
              <a:xfrm>
                <a:off x="5007301" y="4755340"/>
                <a:ext cx="701140" cy="252324"/>
              </a:xfrm>
              <a:prstGeom prst="bentConnector2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コネクタ: カギ線 459">
                <a:extLst>
                  <a:ext uri="{FF2B5EF4-FFF2-40B4-BE49-F238E27FC236}">
                    <ns2:creationId id="{48AF7DEB-C661-67B6-C11C-CA345F667668}"/>
                  </a:ext>
                </a:extLst>
              </p:cNvPr>
              <p:cNvCxnSpPr>
                <a:cxnSpLocks/>
                <a:stCxn id="317" idx="3"/>
              </p:cNvCxnSpPr>
              <p:nvPr/>
            </p:nvCxnSpPr>
            <p:spPr>
              <a:xfrm flipV="1">
                <a:off x="5005673" y="5095776"/>
                <a:ext cx="1161830" cy="0"/>
              </a:xfrm>
              <a:prstGeom prst="bentConnector3">
                <a:avLst/>
              </a:prstGeom>
              <a:ln w="9525">
                <a:solidFill>
                  <a:schemeClr val="tx1"/>
                </a:solidFill>
                <a:prstDash val="sysDash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8" name="正方形/長方形 247">
                <a:extLst>
                  <a:ext uri="{FF2B5EF4-FFF2-40B4-BE49-F238E27FC236}">
                    <ns2:creationId id="{14C755BE-F627-D9FA-1117-3BB6EA95C0DB}"/>
                  </a:ext>
                </a:extLst>
              </p:cNvPr>
              <p:cNvSpPr/>
              <p:nvPr/>
            </p:nvSpPr>
            <p:spPr>
              <a:xfrm>
                <a:off x="5564441" y="5007664"/>
                <a:ext cx="288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0529CF85-9E1F-AACD-0532-47E9BE647AE4}"/>
                  </a:ext>
                </a:extLst>
              </p:cNvPr>
              <p:cNvSpPr/>
              <p:nvPr/>
            </p:nvSpPr>
            <p:spPr>
              <a:xfrm>
                <a:off x="2702060" y="5064623"/>
                <a:ext cx="360000" cy="18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lang="ja-JP" altLang="en-US" sz="60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EA2D43EE-111B-7304-8588-40D2D647BAA0}"/>
                  </a:ext>
                </a:extLst>
              </p:cNvPr>
              <p:cNvSpPr/>
              <p:nvPr/>
            </p:nvSpPr>
            <p:spPr>
              <a:xfrm>
                <a:off x="3748216" y="5097664"/>
                <a:ext cx="468000" cy="108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marR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tabLst/>
                </a:pP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PL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</p:grpSp>
    </p:spTree>
    <p:extLst>
      <p:ext uri="{BB962C8B-B14F-4D97-AF65-F5344CB8AC3E}">
        <ns4:creationId val="3670718787"/>
      </p:ext>
    </p:extLst>
  </p:cSld>
  <p:clrMapOvr>
    <a:masterClrMapping/>
  </p:clrMapOvr>
</p:sld>
</file>

<file path=ppt/slides/slide3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06AE321F-55D4-7977-A275-CDC72F055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9E96A5E-DD91-DCB5-5CEA-B5AC4A630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3" y="1"/>
            <a:ext cx="11632810" cy="914400"/>
          </a:xfrm>
        </p:spPr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br>
              <a:rPr kumimoji="1" lang="en-US" altLang="ja-JP" dirty="0">
                <a:latin typeface="Meiryo UI"/>
                <a:ea typeface="Meiryo UI"/>
              </a:rPr>
            </a:br>
            <a:r>
              <a:rPr lang="ja-JP" altLang="en-US" dirty="0">
                <a:latin typeface="Meiryo UI"/>
                <a:ea typeface="Meiryo UI"/>
              </a:rPr>
              <a:t>XX</a:t>
            </a:r>
            <a:r>
              <a:rPr kumimoji="1" lang="ja-JP" altLang="en-US" dirty="0">
                <a:latin typeface="Meiryo UI"/>
                <a:ea typeface="Meiryo UI"/>
              </a:rPr>
              <a:t>XX</a:t>
            </a:r>
            <a:r>
              <a:rPr kumimoji="1" lang="en-US" altLang="ja-JP" dirty="0">
                <a:latin typeface="Meiryo UI"/>
                <a:ea typeface="Meiryo UI"/>
              </a:rPr>
              <a:t>XX</a:t>
            </a:r>
            <a:endParaRPr kumimoji="1" lang="ja-JP" altLang="en-US" dirty="0"/>
          </a:p>
        </p:txBody>
      </p:sp>
      <p:sp>
        <p:nvSpPr>
          <p:cNvPr id="10" name="テキスト プレースホルダー 2">
            <a:extLst>
              <a:ext uri="{FF2B5EF4-FFF2-40B4-BE49-F238E27FC236}">
                <ns2:creationId id="{E54F6F87-99E1-EA4D-0AD5-3E33CF252C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838" y="921715"/>
            <a:ext cx="11744325" cy="4270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 sz="1800" dirty="0"/>
              <a:t>XX</a:t>
            </a:r>
            <a:r>
              <a:rPr lang="en-US" altLang="ja-JP" sz="1800" dirty="0"/>
              <a:t>XX</a:t>
            </a:r>
            <a:r>
              <a:rPr lang="ja-JP" altLang="en-US" sz="1800" dirty="0"/>
              <a:t>XX</a:t>
            </a:r>
            <a:br>
              <a:rPr lang="en-PH" altLang="ja-JP" sz="1800" dirty="0"/>
            </a:br>
            <a:r>
              <a:rPr lang="ja-JP" altLang="en-US" sz="1800" dirty="0"/>
              <a:t>XX</a:t>
            </a:r>
            <a:endParaRPr lang="en-US" altLang="ja-JP" sz="1800" dirty="0"/>
          </a:p>
        </p:txBody>
      </p:sp>
      <p:grpSp>
        <p:nvGrpSpPr>
          <p:cNvPr id="5" name="グループ化 4">
            <a:extLst>
              <a:ext uri="{FF2B5EF4-FFF2-40B4-BE49-F238E27FC236}">
                <ns2:creationId id="{DCA77246-1F34-E0FC-B2CF-822F2FE847F5}"/>
              </a:ext>
            </a:extLst>
          </p:cNvPr>
          <p:cNvGrpSpPr/>
          <p:nvPr/>
        </p:nvGrpSpPr>
        <p:grpSpPr>
          <a:xfrm>
            <a:off x="345593" y="1587033"/>
            <a:ext cx="11523215" cy="4738796"/>
            <a:chOff x="345593" y="1587033"/>
            <a:chExt cx="11523215" cy="4738796"/>
          </a:xfrm>
        </p:grpSpPr>
        <p:grpSp>
          <p:nvGrpSpPr>
            <p:cNvPr id="618" name="グループ化 617">
              <a:extLst>
                <a:ext uri="{FF2B5EF4-FFF2-40B4-BE49-F238E27FC236}">
                  <ns2:creationId id="{68A88055-75A6-592B-BE54-D80320A62D33}"/>
                </a:ext>
              </a:extLst>
            </p:cNvPr>
            <p:cNvGrpSpPr/>
            <p:nvPr/>
          </p:nvGrpSpPr>
          <p:grpSpPr>
            <a:xfrm>
              <a:off x="6212592" y="1587033"/>
              <a:ext cx="5656216" cy="2076968"/>
              <a:chOff x="6212592" y="1587033"/>
              <a:chExt cx="5656216" cy="2076968"/>
            </a:xfrm>
          </p:grpSpPr>
          <p:cxnSp>
            <p:nvCxnSpPr>
              <p:cNvPr id="69" name="直線コネクタ 68">
                <a:extLst>
                  <a:ext uri="{FF2B5EF4-FFF2-40B4-BE49-F238E27FC236}">
                    <ns2:creationId id="{D338D4B6-7854-449F-C32F-11BB57140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5745" y="1923247"/>
                <a:ext cx="56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" name="テキスト ボックス 69">
                <a:extLst>
                  <a:ext uri="{FF2B5EF4-FFF2-40B4-BE49-F238E27FC236}">
                    <ns2:creationId id="{B7876E5F-2655-B491-18B9-3120630720B4}"/>
                  </a:ext>
                </a:extLst>
              </p:cNvPr>
              <p:cNvSpPr txBox="1"/>
              <p:nvPr/>
            </p:nvSpPr>
            <p:spPr>
              <a:xfrm>
                <a:off x="6212592" y="1587033"/>
                <a:ext cx="5652000" cy="324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 dirty="0"/>
                  <a:t>XX</a:t>
                </a:r>
              </a:p>
            </p:txBody>
          </p:sp>
          <p:sp>
            <p:nvSpPr>
              <p:cNvPr id="433" name="正方形/長方形 432">
                <a:extLst>
                  <a:ext uri="{FF2B5EF4-FFF2-40B4-BE49-F238E27FC236}">
                    <ns2:creationId id="{6E68ECA5-82D8-8C05-0BD5-6D1884DDE2A6}"/>
                  </a:ext>
                </a:extLst>
              </p:cNvPr>
              <p:cNvSpPr/>
              <p:nvPr/>
            </p:nvSpPr>
            <p:spPr>
              <a:xfrm>
                <a:off x="622458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4" name="正方形/長方形 433">
                <a:extLst>
                  <a:ext uri="{FF2B5EF4-FFF2-40B4-BE49-F238E27FC236}">
                    <ns2:creationId id="{8C2E17C7-DE91-C77C-D245-591E0D74A3F7}"/>
                  </a:ext>
                </a:extLst>
              </p:cNvPr>
              <p:cNvSpPr/>
              <p:nvPr/>
            </p:nvSpPr>
            <p:spPr>
              <a:xfrm>
                <a:off x="906534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kumimoji="1" lang="ja-JP" altLang="ja-JP" sz="1050" i="0" u="none" strike="noStrike" kern="120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5" name="正方形/長方形 434">
                <a:extLst>
                  <a:ext uri="{FF2B5EF4-FFF2-40B4-BE49-F238E27FC236}">
                    <ns2:creationId id="{B1663444-F23E-C758-0EDE-32965965A60F}"/>
                  </a:ext>
                </a:extLst>
              </p:cNvPr>
              <p:cNvSpPr/>
              <p:nvPr/>
            </p:nvSpPr>
            <p:spPr>
              <a:xfrm>
                <a:off x="1048572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lang="en-US" altLang="ja-JP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36" name="正方形/長方形 435">
                <a:extLst>
                  <a:ext uri="{FF2B5EF4-FFF2-40B4-BE49-F238E27FC236}">
                    <ns2:creationId id="{0BD3091D-EE45-22A9-C31B-ABC1242123CA}"/>
                  </a:ext>
                </a:extLst>
              </p:cNvPr>
              <p:cNvSpPr/>
              <p:nvPr/>
            </p:nvSpPr>
            <p:spPr>
              <a:xfrm>
                <a:off x="764496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27" name="直線コネクタ 526">
                <a:extLst>
                  <a:ext uri="{FF2B5EF4-FFF2-40B4-BE49-F238E27FC236}">
                    <ns2:creationId id="{48FB9112-F574-C541-1DD7-475640D8FA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5745" y="1923247"/>
                <a:ext cx="5652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8" name="正方形/長方形 527">
                <a:extLst>
                  <a:ext uri="{FF2B5EF4-FFF2-40B4-BE49-F238E27FC236}">
                    <ns2:creationId id="{614B1538-A445-B7A6-BD8D-92CD3D2E2D18}"/>
                  </a:ext>
                </a:extLst>
              </p:cNvPr>
              <p:cNvSpPr/>
              <p:nvPr/>
            </p:nvSpPr>
            <p:spPr>
              <a:xfrm>
                <a:off x="622458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29" name="正方形/長方形 528">
                <a:extLst>
                  <a:ext uri="{FF2B5EF4-FFF2-40B4-BE49-F238E27FC236}">
                    <ns2:creationId id="{EA012268-193D-25B5-EBC3-E3988F149C46}"/>
                  </a:ext>
                </a:extLst>
              </p:cNvPr>
              <p:cNvSpPr/>
              <p:nvPr/>
            </p:nvSpPr>
            <p:spPr>
              <a:xfrm>
                <a:off x="906534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kumimoji="1" lang="ja-JP" altLang="ja-JP" sz="1050" i="0" u="none" strike="noStrike" kern="1200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1" name="正方形/長方形 530">
                <a:extLst>
                  <a:ext uri="{FF2B5EF4-FFF2-40B4-BE49-F238E27FC236}">
                    <ns2:creationId id="{FC69A6A5-C0B8-1E55-2AB4-A753473813FA}"/>
                  </a:ext>
                </a:extLst>
              </p:cNvPr>
              <p:cNvSpPr/>
              <p:nvPr/>
            </p:nvSpPr>
            <p:spPr>
              <a:xfrm>
                <a:off x="1048572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algn="ctr" rtl="0" eaLnBrk="1" fontAlgn="ctr" latinLnBrk="0" hangingPunct="1"/>
                <a:r>
                  <a:rPr lang="en-US" altLang="ja-JP" sz="105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ja-JP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3" name="正方形/長方形 532">
                <a:extLst>
                  <a:ext uri="{FF2B5EF4-FFF2-40B4-BE49-F238E27FC236}">
                    <ns2:creationId id="{DA074685-D056-549E-7003-B0072C4AC886}"/>
                  </a:ext>
                </a:extLst>
              </p:cNvPr>
              <p:cNvSpPr/>
              <p:nvPr/>
            </p:nvSpPr>
            <p:spPr>
              <a:xfrm>
                <a:off x="7644969" y="1967628"/>
                <a:ext cx="1383079" cy="268792"/>
              </a:xfrm>
              <a:prstGeom prst="rect">
                <a:avLst/>
              </a:prstGeom>
              <a:solidFill>
                <a:schemeClr val="accent6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chemeClr val="bg1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chemeClr val="bg1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4" name="正方形/長方形 533">
                <a:extLst>
                  <a:ext uri="{FF2B5EF4-FFF2-40B4-BE49-F238E27FC236}">
                    <ns2:creationId id="{B3910637-B6C9-7405-2C8E-8D2AAA64CA2E}"/>
                  </a:ext>
                </a:extLst>
              </p:cNvPr>
              <p:cNvSpPr/>
              <p:nvPr/>
            </p:nvSpPr>
            <p:spPr>
              <a:xfrm>
                <a:off x="6224589" y="2296001"/>
                <a:ext cx="1383079" cy="136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5" name="正方形/長方形 534">
                <a:extLst>
                  <a:ext uri="{FF2B5EF4-FFF2-40B4-BE49-F238E27FC236}">
                    <ns2:creationId id="{65DC513A-7AC5-9F0C-1A29-19EA36F6C770}"/>
                  </a:ext>
                </a:extLst>
              </p:cNvPr>
              <p:cNvSpPr/>
              <p:nvPr/>
            </p:nvSpPr>
            <p:spPr>
              <a:xfrm>
                <a:off x="10465570" y="2296001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6" name="正方形/長方形 535">
                <a:extLst>
                  <a:ext uri="{FF2B5EF4-FFF2-40B4-BE49-F238E27FC236}">
                    <ns2:creationId id="{18E0DC1F-3771-4C6F-FDEA-48561E31F1CC}"/>
                  </a:ext>
                </a:extLst>
              </p:cNvPr>
              <p:cNvSpPr/>
              <p:nvPr/>
            </p:nvSpPr>
            <p:spPr>
              <a:xfrm>
                <a:off x="10464114" y="2407601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r>
                  <a:rPr lang="en-US" altLang="ja-JP" sz="8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80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7" name="正方形/長方形 536">
                <a:extLst>
                  <a:ext uri="{FF2B5EF4-FFF2-40B4-BE49-F238E27FC236}">
                    <ns2:creationId id="{99F892CB-57AC-76D0-1156-18BDBE8720CA}"/>
                  </a:ext>
                </a:extLst>
              </p:cNvPr>
              <p:cNvSpPr/>
              <p:nvPr/>
            </p:nvSpPr>
            <p:spPr>
              <a:xfrm>
                <a:off x="10474669" y="2802759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38" name="正方形/長方形 537">
                <a:extLst>
                  <a:ext uri="{FF2B5EF4-FFF2-40B4-BE49-F238E27FC236}">
                    <ns2:creationId id="{A1640960-C43A-C343-4EF4-3F1964D59640}"/>
                  </a:ext>
                </a:extLst>
              </p:cNvPr>
              <p:cNvSpPr/>
              <p:nvPr/>
            </p:nvSpPr>
            <p:spPr>
              <a:xfrm>
                <a:off x="10474669" y="2914359"/>
                <a:ext cx="1383079" cy="10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80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9" name="正方形/長方形 538">
                <a:extLst>
                  <a:ext uri="{FF2B5EF4-FFF2-40B4-BE49-F238E27FC236}">
                    <ns2:creationId id="{262864AC-0607-0193-12FD-4D480F60489F}"/>
                  </a:ext>
                </a:extLst>
              </p:cNvPr>
              <p:cNvSpPr/>
              <p:nvPr/>
            </p:nvSpPr>
            <p:spPr>
              <a:xfrm>
                <a:off x="7644969" y="2296001"/>
                <a:ext cx="1382400" cy="46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40" name="正方形/長方形 539">
                <a:extLst>
                  <a:ext uri="{FF2B5EF4-FFF2-40B4-BE49-F238E27FC236}">
                    <ns2:creationId id="{548A894C-CE39-398B-0135-7AE562C858CA}"/>
                  </a:ext>
                </a:extLst>
              </p:cNvPr>
              <p:cNvSpPr/>
              <p:nvPr/>
            </p:nvSpPr>
            <p:spPr>
              <a:xfrm>
                <a:off x="7644969" y="2802759"/>
                <a:ext cx="1382400" cy="46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ja-JP" altLang="en-US" sz="10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1" name="正方形/長方形 540">
                <a:extLst>
                  <a:ext uri="{FF2B5EF4-FFF2-40B4-BE49-F238E27FC236}">
                    <ns2:creationId id="{D38C6F35-AC45-40F3-C4F4-F6988B8C5C2E}"/>
                  </a:ext>
                </a:extLst>
              </p:cNvPr>
              <p:cNvSpPr/>
              <p:nvPr/>
            </p:nvSpPr>
            <p:spPr>
              <a:xfrm>
                <a:off x="7644969" y="3344243"/>
                <a:ext cx="1382400" cy="31975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……</a:t>
                </a:r>
                <a:endParaRPr lang="ja-JP" altLang="en-US" sz="105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2" name="正方形/長方形 541">
                <a:extLst>
                  <a:ext uri="{FF2B5EF4-FFF2-40B4-BE49-F238E27FC236}">
                    <ns2:creationId id="{188EB760-0B00-5ACC-91F1-D5CF2A62F300}"/>
                  </a:ext>
                </a:extLst>
              </p:cNvPr>
              <p:cNvSpPr/>
              <p:nvPr/>
            </p:nvSpPr>
            <p:spPr>
              <a:xfrm>
                <a:off x="9065349" y="2296001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3" name="正方形/長方形 542">
                <a:extLst>
                  <a:ext uri="{FF2B5EF4-FFF2-40B4-BE49-F238E27FC236}">
                    <ns2:creationId id="{6C1B36C0-8D1E-CD52-F4B8-AE96404EAA7D}"/>
                  </a:ext>
                </a:extLst>
              </p:cNvPr>
              <p:cNvSpPr/>
              <p:nvPr/>
            </p:nvSpPr>
            <p:spPr>
              <a:xfrm>
                <a:off x="9065349" y="2802759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5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4" name="正方形/長方形 543">
                <a:extLst>
                  <a:ext uri="{FF2B5EF4-FFF2-40B4-BE49-F238E27FC236}">
                    <ns2:creationId id="{5915DF11-7287-74F0-4805-1DCACC9FCB78}"/>
                  </a:ext>
                </a:extLst>
              </p:cNvPr>
              <p:cNvSpPr/>
              <p:nvPr/>
            </p:nvSpPr>
            <p:spPr>
              <a:xfrm>
                <a:off x="9065349" y="2544401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i="0" u="none" strike="noStrike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r>
                  <a:rPr lang="en-US" altLang="ja-JP" sz="105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105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45" name="正方形/長方形 544">
                <a:extLst>
                  <a:ext uri="{FF2B5EF4-FFF2-40B4-BE49-F238E27FC236}">
                    <ns2:creationId id="{9D457A72-6FF4-E5BA-962B-C72F180F75D2}"/>
                  </a:ext>
                </a:extLst>
              </p:cNvPr>
              <p:cNvSpPr/>
              <p:nvPr/>
            </p:nvSpPr>
            <p:spPr>
              <a:xfrm>
                <a:off x="9065349" y="3051159"/>
                <a:ext cx="1383079" cy="2196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fontAlgn="ctr"/>
                <a:r>
                  <a:rPr lang="en-US" altLang="ja-JP" sz="1050" i="0" u="none" strike="noStrike" dirty="0">
                    <a:solidFill>
                      <a:srgbClr val="000000"/>
                    </a:solidFill>
                    <a:effectLst/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r>
                  <a:rPr lang="en-US" altLang="ja-JP" sz="105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…</a:t>
                </a:r>
                <a:endParaRPr lang="ja-JP" altLang="en-US" sz="1050" i="0" u="none" strike="noStrike" dirty="0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546" name="直線コネクタ 545">
                <a:extLst>
                  <a:ext uri="{FF2B5EF4-FFF2-40B4-BE49-F238E27FC236}">
                    <ns2:creationId id="{28EE2CE4-927D-6D6D-D0F0-0E6F0C68EA1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69" y="2784567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線コネクタ 546">
                <a:extLst>
                  <a:ext uri="{FF2B5EF4-FFF2-40B4-BE49-F238E27FC236}">
                    <ns2:creationId id="{13F63677-6FF2-A7DF-CC53-AEE7F6908C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69" y="3307501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8" name="直線コネクタ 547">
                <a:extLst>
                  <a:ext uri="{FF2B5EF4-FFF2-40B4-BE49-F238E27FC236}">
                    <ns2:creationId id="{13DA3211-711D-C76B-98F7-D16559E08C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65349" y="2784567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直線コネクタ 548">
                <a:extLst>
                  <a:ext uri="{FF2B5EF4-FFF2-40B4-BE49-F238E27FC236}">
                    <ns2:creationId id="{23C97003-187F-00B5-3740-3559A9BB360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75348" y="2405801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0" name="直線コネクタ 549">
                <a:extLst>
                  <a:ext uri="{FF2B5EF4-FFF2-40B4-BE49-F238E27FC236}">
                    <ns2:creationId id="{C7A6E24B-FC68-F845-7755-975B975E28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75348" y="2912559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1" name="直線コネクタ 550">
                <a:extLst>
                  <a:ext uri="{FF2B5EF4-FFF2-40B4-BE49-F238E27FC236}">
                    <ns2:creationId id="{40E77ADD-9473-037E-B80E-3800885BC2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65349" y="2530001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2" name="直線コネクタ 551">
                <a:extLst>
                  <a:ext uri="{FF2B5EF4-FFF2-40B4-BE49-F238E27FC236}">
                    <ns2:creationId id="{22B4D7FA-6467-F4EA-386F-57E274F6BC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65349" y="3036759"/>
                <a:ext cx="13824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2" name="正方形/長方形 561">
                <a:extLst>
                  <a:ext uri="{FF2B5EF4-FFF2-40B4-BE49-F238E27FC236}">
                    <ns2:creationId id="{0F612520-BFEF-D119-278D-0BDE8328F743}"/>
                  </a:ext>
                </a:extLst>
              </p:cNvPr>
              <p:cNvSpPr/>
              <p:nvPr/>
            </p:nvSpPr>
            <p:spPr>
              <a:xfrm>
                <a:off x="7625875" y="2281348"/>
                <a:ext cx="2849085" cy="100800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13" name="正方形/長方形 512">
              <a:extLst>
                <a:ext uri="{FF2B5EF4-FFF2-40B4-BE49-F238E27FC236}">
                  <ns2:creationId id="{AA6184BA-33A2-1B81-9540-03D41BA87C2E}"/>
                </a:ext>
              </a:extLst>
            </p:cNvPr>
            <p:cNvSpPr/>
            <p:nvPr/>
          </p:nvSpPr>
          <p:spPr>
            <a:xfrm>
              <a:off x="9481154" y="5397253"/>
              <a:ext cx="792000" cy="61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 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500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4" name="正方形/長方形 513">
              <a:extLst>
                <a:ext uri="{FF2B5EF4-FFF2-40B4-BE49-F238E27FC236}">
                  <ns2:creationId id="{87C66E8D-FAD7-BD6C-2003-A6A6F9FEA06A}"/>
                </a:ext>
              </a:extLst>
            </p:cNvPr>
            <p:cNvSpPr/>
            <p:nvPr/>
          </p:nvSpPr>
          <p:spPr>
            <a:xfrm>
              <a:off x="11022527" y="5384153"/>
              <a:ext cx="756000" cy="28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20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5" name="正方形/長方形 514">
              <a:extLst>
                <a:ext uri="{FF2B5EF4-FFF2-40B4-BE49-F238E27FC236}">
                  <ns2:creationId id="{F5D9274A-C6A5-2115-B4FE-DE3674963CD4}"/>
                </a:ext>
              </a:extLst>
            </p:cNvPr>
            <p:cNvSpPr/>
            <p:nvPr/>
          </p:nvSpPr>
          <p:spPr>
            <a:xfrm>
              <a:off x="11022527" y="5723872"/>
              <a:ext cx="756000" cy="28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300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16" name="コネクタ: カギ線 515">
              <a:extLst>
                <a:ext uri="{FF2B5EF4-FFF2-40B4-BE49-F238E27FC236}">
                  <ns2:creationId id="{7D7B2C5D-F137-4EB9-4599-53B1E9AAD21A}"/>
                </a:ext>
              </a:extLst>
            </p:cNvPr>
            <p:cNvCxnSpPr>
              <a:cxnSpLocks/>
              <a:stCxn id="513" idx="3"/>
              <a:endCxn id="514" idx="1"/>
            </p:cNvCxnSpPr>
            <p:nvPr/>
          </p:nvCxnSpPr>
          <p:spPr>
            <a:xfrm flipV="1">
              <a:off x="10273154" y="5528153"/>
              <a:ext cx="749373" cy="175100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コネクタ: カギ線 516">
              <a:extLst>
                <a:ext uri="{FF2B5EF4-FFF2-40B4-BE49-F238E27FC236}">
                  <ns2:creationId id="{90B8052E-B889-E410-2071-56BB348AB22F}"/>
                </a:ext>
              </a:extLst>
            </p:cNvPr>
            <p:cNvCxnSpPr>
              <a:cxnSpLocks/>
              <a:stCxn id="513" idx="3"/>
              <a:endCxn id="515" idx="1"/>
            </p:cNvCxnSpPr>
            <p:nvPr/>
          </p:nvCxnSpPr>
          <p:spPr>
            <a:xfrm>
              <a:off x="10273154" y="5703253"/>
              <a:ext cx="749373" cy="164619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8" name="正方形/長方形 517">
              <a:extLst>
                <a:ext uri="{FF2B5EF4-FFF2-40B4-BE49-F238E27FC236}">
                  <ns2:creationId id="{9492FA75-A68B-4673-6C5A-07E77CAD25C9}"/>
                </a:ext>
              </a:extLst>
            </p:cNvPr>
            <p:cNvSpPr/>
            <p:nvPr/>
          </p:nvSpPr>
          <p:spPr>
            <a:xfrm>
              <a:off x="9445242" y="5195457"/>
              <a:ext cx="2419350" cy="172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9" name="正方形/長方形 518">
              <a:extLst>
                <a:ext uri="{FF2B5EF4-FFF2-40B4-BE49-F238E27FC236}">
                  <ns2:creationId id="{9ED28FDE-679B-01C1-9145-C9AF8ED09415}"/>
                </a:ext>
              </a:extLst>
            </p:cNvPr>
            <p:cNvSpPr/>
            <p:nvPr/>
          </p:nvSpPr>
          <p:spPr>
            <a:xfrm>
              <a:off x="10441053" y="5392961"/>
              <a:ext cx="564572" cy="124191"/>
            </a:xfrm>
            <a:prstGeom prst="rect">
              <a:avLst/>
            </a:prstGeom>
            <a:solidFill>
              <a:srgbClr val="70AD47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0" name="正方形/長方形 519">
              <a:extLst>
                <a:ext uri="{FF2B5EF4-FFF2-40B4-BE49-F238E27FC236}">
                  <ns2:creationId id="{03151342-E703-CEAC-9D56-130EEA951E21}"/>
                </a:ext>
              </a:extLst>
            </p:cNvPr>
            <p:cNvSpPr/>
            <p:nvPr/>
          </p:nvSpPr>
          <p:spPr>
            <a:xfrm>
              <a:off x="10435728" y="5906578"/>
              <a:ext cx="564572" cy="124191"/>
            </a:xfrm>
            <a:prstGeom prst="rect">
              <a:avLst/>
            </a:prstGeom>
            <a:solidFill>
              <a:srgbClr val="70AD47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05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21" name="テキスト ボックス 520">
              <a:extLst>
                <a:ext uri="{FF2B5EF4-FFF2-40B4-BE49-F238E27FC236}">
                  <ns2:creationId id="{4EB9D906-A850-4C1F-AB97-FE9D932CEFED}"/>
                </a:ext>
              </a:extLst>
            </p:cNvPr>
            <p:cNvSpPr txBox="1"/>
            <p:nvPr/>
          </p:nvSpPr>
          <p:spPr>
            <a:xfrm>
              <a:off x="9446229" y="6068199"/>
              <a:ext cx="2412000" cy="234286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marL="228600" indent="-228600">
                <a:buFont typeface="Wingdings" panose="05000000000000000000" pitchFamily="2" charset="2"/>
                <a:buChar char="ü"/>
              </a:pPr>
              <a:r>
                <a:rPr lang="ja-JP" altLang="en-US" sz="1050"/>
                <a:t>XX</a:t>
              </a:r>
              <a:r>
                <a:rPr kumimoji="1" lang="ja-JP" altLang="en-US" sz="1050"/>
                <a:t>XX</a:t>
              </a:r>
            </a:p>
          </p:txBody>
        </p:sp>
        <p:grpSp>
          <p:nvGrpSpPr>
            <p:cNvPr id="102" name="グループ化 101">
              <a:extLst>
                <a:ext uri="{FF2B5EF4-FFF2-40B4-BE49-F238E27FC236}">
                  <ns2:creationId id="{2746634A-5C0D-D318-E3C2-66AF702EC328}"/>
                </a:ext>
              </a:extLst>
            </p:cNvPr>
            <p:cNvGrpSpPr/>
            <p:nvPr/>
          </p:nvGrpSpPr>
          <p:grpSpPr>
            <a:xfrm>
              <a:off x="9257948" y="5190060"/>
              <a:ext cx="216000" cy="1080000"/>
              <a:chOff x="5746360" y="3267472"/>
              <a:chExt cx="216000" cy="1080000"/>
            </a:xfrm>
          </p:grpSpPr>
          <p:cxnSp>
            <p:nvCxnSpPr>
              <p:cNvPr id="473" name="直線コネクタ 472">
                <a:extLst>
                  <a:ext uri="{FF2B5EF4-FFF2-40B4-BE49-F238E27FC236}">
                    <ns2:creationId id="{03F8E7B8-E10E-935F-4B3C-AA98A70533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37480" y="3267472"/>
                <a:ext cx="0" cy="108000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5" name="グループ化 474">
                <a:extLst>
                  <a:ext uri="{FF2B5EF4-FFF2-40B4-BE49-F238E27FC236}">
                    <ns2:creationId id="{C5461854-BB54-88B4-0CA7-5547D446D5A6}"/>
                  </a:ext>
                </a:extLst>
              </p:cNvPr>
              <p:cNvGrpSpPr/>
              <p:nvPr/>
            </p:nvGrpSpPr>
            <p:grpSpPr>
              <a:xfrm>
                <a:off x="5746360" y="3673139"/>
                <a:ext cx="216000" cy="216000"/>
                <a:chOff x="5701670" y="1627890"/>
                <a:chExt cx="216000" cy="216000"/>
              </a:xfrm>
            </p:grpSpPr>
            <p:sp>
              <p:nvSpPr>
                <p:cNvPr id="489" name="円/楕円 8">
                  <a:extLst>
                    <a:ext uri="{FF2B5EF4-FFF2-40B4-BE49-F238E27FC236}">
                      <ns2:creationId id="{57EA968E-0528-4272-8A11-C422B264B3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5701670" y="1627890"/>
                  <a:ext cx="216000" cy="216000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>
                    <a:latin typeface="Meiryo UI" panose="020B0604030504040204" pitchFamily="50" charset="-128"/>
                    <a:ea typeface="Meiryo" panose="020B0604030504040204" pitchFamily="34" charset="-128"/>
                  </a:endParaRPr>
                </a:p>
              </p:txBody>
            </p:sp>
            <p:sp>
              <p:nvSpPr>
                <p:cNvPr id="491" name="グラフィックス 1503">
                  <a:extLst>
                    <a:ext uri="{FF2B5EF4-FFF2-40B4-BE49-F238E27FC236}">
                      <ns2:creationId id="{B60BEC18-0547-17AB-5414-A5FC944221B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5764740" y="1710060"/>
                  <a:ext cx="102569" cy="54000"/>
                </a:xfrm>
                <a:custGeom>
                  <a:avLst/>
                  <a:gdLst>
                    <a:gd name="csX0" fmla="*/ 99150 w 198299"/>
                    <a:gd name="csY0" fmla="*/ 93900 h 104399"/>
                    <a:gd name="csX1" fmla="*/ 5249 w 198299"/>
                    <a:gd name="csY1" fmla="*/ 0 h 104399"/>
                    <a:gd name="csX2" fmla="*/ 0 w 198299"/>
                    <a:gd name="csY2" fmla="*/ 5249 h 104399"/>
                    <a:gd name="csX3" fmla="*/ 99150 w 198299"/>
                    <a:gd name="csY3" fmla="*/ 104399 h 104399"/>
                    <a:gd name="csX4" fmla="*/ 198299 w 198299"/>
                    <a:gd name="csY4" fmla="*/ 5249 h 104399"/>
                    <a:gd name="csX5" fmla="*/ 193050 w 198299"/>
                    <a:gd name="csY5" fmla="*/ 0 h 104399"/>
                    <a:gd name="csX6" fmla="*/ 99150 w 198299"/>
                    <a:gd name="csY6" fmla="*/ 93900 h 1043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8299" h="104399">
                      <a:moveTo>
                        <a:pt x="99150" y="93900"/>
                      </a:moveTo>
                      <a:lnTo>
                        <a:pt x="5249" y="0"/>
                      </a:lnTo>
                      <a:lnTo>
                        <a:pt x="0" y="5249"/>
                      </a:lnTo>
                      <a:lnTo>
                        <a:pt x="99150" y="104399"/>
                      </a:lnTo>
                      <a:lnTo>
                        <a:pt x="198299" y="5249"/>
                      </a:lnTo>
                      <a:lnTo>
                        <a:pt x="193050" y="0"/>
                      </a:lnTo>
                      <a:lnTo>
                        <a:pt x="99150" y="939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671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ja-JP" altLang="en-US"/>
                </a:p>
              </p:txBody>
            </p:sp>
          </p:grpSp>
        </p:grpSp>
        <p:sp>
          <p:nvSpPr>
            <p:cNvPr id="553" name="テキスト ボックス 552">
              <a:extLst>
                <a:ext uri="{FF2B5EF4-FFF2-40B4-BE49-F238E27FC236}">
                  <ns2:creationId id="{C99D0CCF-EBB3-10C5-CD0A-018A92516DB7}"/>
                </a:ext>
              </a:extLst>
            </p:cNvPr>
            <p:cNvSpPr txBox="1"/>
            <p:nvPr/>
          </p:nvSpPr>
          <p:spPr>
            <a:xfrm>
              <a:off x="7721793" y="3708772"/>
              <a:ext cx="2559118" cy="205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100" b="1"/>
                <a:t>XX</a:t>
              </a:r>
              <a:r>
                <a:rPr lang="ja-JP" altLang="en-US" sz="1100" b="1"/>
                <a:t>XX</a:t>
              </a:r>
              <a:endParaRPr kumimoji="1" lang="ja-JP" altLang="en-US" sz="1100" b="1"/>
            </a:p>
          </p:txBody>
        </p:sp>
        <p:sp>
          <p:nvSpPr>
            <p:cNvPr id="554" name="テキスト ボックス 553">
              <a:extLst>
                <a:ext uri="{FF2B5EF4-FFF2-40B4-BE49-F238E27FC236}">
                  <ns2:creationId id="{B40F6E61-8D7E-B635-99AD-0541D486D7DB}"/>
                </a:ext>
              </a:extLst>
            </p:cNvPr>
            <p:cNvSpPr txBox="1"/>
            <p:nvPr/>
          </p:nvSpPr>
          <p:spPr>
            <a:xfrm>
              <a:off x="6747201" y="4759173"/>
              <a:ext cx="510255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100" b="1"/>
                <a:t>XX</a:t>
              </a:r>
              <a:r>
                <a:rPr lang="ja-JP" altLang="en-US" sz="1100" b="1"/>
                <a:t>XX</a:t>
              </a:r>
              <a:endParaRPr lang="en-US" altLang="ja-JP" sz="1100" b="1"/>
            </a:p>
            <a:p>
              <a:r>
                <a:rPr kumimoji="1" lang="ja-JP" altLang="en-US" sz="1100"/>
                <a:t>例</a:t>
              </a:r>
              <a:r>
                <a:rPr kumimoji="1" lang="en-US" altLang="ja-JP" sz="1100"/>
                <a:t>:</a:t>
              </a:r>
              <a:r>
                <a:rPr lang="en-US" altLang="ja-JP" sz="1100"/>
                <a:t>XX</a:t>
              </a:r>
              <a:r>
                <a:rPr lang="ja-JP" altLang="en-US" sz="1100"/>
                <a:t>XX</a:t>
              </a:r>
              <a:endParaRPr kumimoji="1" lang="ja-JP" altLang="en-US" sz="1100"/>
            </a:p>
          </p:txBody>
        </p:sp>
        <p:sp>
          <p:nvSpPr>
            <p:cNvPr id="555" name="テキスト ボックス 554">
              <a:extLst>
                <a:ext uri="{FF2B5EF4-FFF2-40B4-BE49-F238E27FC236}">
                  <ns2:creationId id="{716AD636-95A8-8B42-0EFE-F611E9B361BC}"/>
                </a:ext>
              </a:extLst>
            </p:cNvPr>
            <p:cNvSpPr txBox="1"/>
            <p:nvPr/>
          </p:nvSpPr>
          <p:spPr>
            <a:xfrm>
              <a:off x="6725261" y="4252223"/>
              <a:ext cx="5112000" cy="5924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5725" indent="-85725">
                <a:lnSpc>
                  <a:spcPts val="1300"/>
                </a:lnSpc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rgbClr val="000000"/>
                  </a:solidFill>
                </a:rPr>
                <a:t>XX</a:t>
              </a:r>
              <a:br>
                <a:rPr lang="en-US" altLang="ja-JP" sz="1100">
                  <a:solidFill>
                    <a:srgbClr val="000000"/>
                  </a:solidFill>
                </a:rPr>
              </a:br>
              <a:r>
                <a:rPr lang="ja-JP" altLang="en-US" sz="1100">
                  <a:solidFill>
                    <a:srgbClr val="000000"/>
                  </a:solidFill>
                </a:rPr>
                <a:t>XX</a:t>
              </a:r>
              <a:br>
                <a:rPr lang="en-US" altLang="ja-JP" sz="1100"/>
              </a:br>
              <a:r>
                <a:rPr lang="ja-JP" altLang="en-US" sz="1100">
                  <a:solidFill>
                    <a:srgbClr val="008000"/>
                  </a:solidFill>
                </a:rPr>
                <a:t>XX</a:t>
              </a:r>
              <a:r>
                <a:rPr lang="ja-JP" altLang="en-US" sz="1100" b="1"/>
                <a:t>XX</a:t>
              </a:r>
              <a:endParaRPr lang="en-US" altLang="ja-JP" sz="1100"/>
            </a:p>
          </p:txBody>
        </p:sp>
        <p:sp>
          <p:nvSpPr>
            <p:cNvPr id="556" name="正方形/長方形 555">
              <a:extLst>
                <a:ext uri="{FF2B5EF4-FFF2-40B4-BE49-F238E27FC236}">
                  <ns2:creationId id="{FA118C76-206D-0D1E-ADB4-977AA063C493}"/>
                </a:ext>
              </a:extLst>
            </p:cNvPr>
            <p:cNvSpPr/>
            <p:nvPr/>
          </p:nvSpPr>
          <p:spPr>
            <a:xfrm>
              <a:off x="6245551" y="4274730"/>
              <a:ext cx="501650" cy="4759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50" b="1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05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b="1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7" name="正方形/長方形 556">
              <a:extLst>
                <a:ext uri="{FF2B5EF4-FFF2-40B4-BE49-F238E27FC236}">
                  <ns2:creationId id="{7D403613-1385-19B1-1AAF-EF6779785911}"/>
                </a:ext>
              </a:extLst>
            </p:cNvPr>
            <p:cNvSpPr/>
            <p:nvPr/>
          </p:nvSpPr>
          <p:spPr>
            <a:xfrm>
              <a:off x="6253416" y="3974927"/>
              <a:ext cx="5596342" cy="224613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/>
            <a:lstStyle/>
            <a:p>
              <a:pPr algn="ctr"/>
              <a:r>
                <a:rPr lang="ja-JP" altLang="en-US" sz="1050" b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8" name="正方形/長方形 557">
              <a:extLst>
                <a:ext uri="{FF2B5EF4-FFF2-40B4-BE49-F238E27FC236}">
                  <ns2:creationId id="{36B9D187-4345-1FBD-7C7A-A23F6B9FC2C7}"/>
                </a:ext>
              </a:extLst>
            </p:cNvPr>
            <p:cNvSpPr/>
            <p:nvPr/>
          </p:nvSpPr>
          <p:spPr>
            <a:xfrm>
              <a:off x="6253416" y="4188177"/>
              <a:ext cx="5596342" cy="212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/>
            <a:lstStyle/>
            <a:p>
              <a:pPr algn="ctr"/>
              <a:endParaRPr lang="ja-JP" altLang="en-US" sz="105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59" name="直線コネクタ 558">
              <a:extLst>
                <a:ext uri="{FF2B5EF4-FFF2-40B4-BE49-F238E27FC236}">
                  <ns2:creationId id="{22AFCB69-00A5-5B5D-DDAC-EA6B260BD9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6251" y="4330478"/>
              <a:ext cx="0" cy="432000"/>
            </a:xfrm>
            <a:prstGeom prst="line">
              <a:avLst/>
            </a:prstGeom>
            <a:ln w="381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0" name="正方形/長方形 559">
              <a:extLst>
                <a:ext uri="{FF2B5EF4-FFF2-40B4-BE49-F238E27FC236}">
                  <ns2:creationId id="{AF5E8042-1F59-4369-5CE1-925D6C9A1432}"/>
                </a:ext>
              </a:extLst>
            </p:cNvPr>
            <p:cNvSpPr/>
            <p:nvPr/>
          </p:nvSpPr>
          <p:spPr>
            <a:xfrm>
              <a:off x="6245551" y="5109553"/>
              <a:ext cx="501650" cy="475949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61" name="直線コネクタ 560">
              <a:extLst>
                <a:ext uri="{FF2B5EF4-FFF2-40B4-BE49-F238E27FC236}">
                  <ns2:creationId id="{A405F36E-62FF-025F-94BA-E6E5E3F76376}"/>
                </a:ext>
              </a:extLst>
            </p:cNvPr>
            <p:cNvCxnSpPr>
              <a:cxnSpLocks/>
            </p:cNvCxnSpPr>
            <p:nvPr/>
          </p:nvCxnSpPr>
          <p:spPr>
            <a:xfrm>
              <a:off x="6766251" y="4828806"/>
              <a:ext cx="0" cy="1476000"/>
            </a:xfrm>
            <a:prstGeom prst="line">
              <a:avLst/>
            </a:prstGeom>
            <a:ln w="381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5" name="正方形/長方形 574">
              <a:extLst>
                <a:ext uri="{FF2B5EF4-FFF2-40B4-BE49-F238E27FC236}">
                  <ns2:creationId id="{CD55DC16-E9FC-04F0-23EB-1E125F3DF5A9}"/>
                </a:ext>
              </a:extLst>
            </p:cNvPr>
            <p:cNvSpPr/>
            <p:nvPr/>
          </p:nvSpPr>
          <p:spPr>
            <a:xfrm>
              <a:off x="6828632" y="5416192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100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C0B34688-CA2E-D169-FF5E-783F50B27212}"/>
                </a:ext>
              </a:extLst>
            </p:cNvPr>
            <p:cNvSpPr/>
            <p:nvPr/>
          </p:nvSpPr>
          <p:spPr>
            <a:xfrm>
              <a:off x="6828632" y="5599818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 300 </a:t>
              </a:r>
              <a:endParaRPr lang="ja-JP" altLang="en-US" sz="8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ECB31F02-B184-131A-3DD4-E90FA9ADFE83}"/>
                </a:ext>
              </a:extLst>
            </p:cNvPr>
            <p:cNvSpPr/>
            <p:nvPr/>
          </p:nvSpPr>
          <p:spPr>
            <a:xfrm>
              <a:off x="6828632" y="5783444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 400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559A9385-08CD-D891-6A78-64A38F7858F9}"/>
                </a:ext>
              </a:extLst>
            </p:cNvPr>
            <p:cNvSpPr/>
            <p:nvPr/>
          </p:nvSpPr>
          <p:spPr>
            <a:xfrm>
              <a:off x="6828632" y="5967070"/>
              <a:ext cx="1289785" cy="115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 200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6EB45E78-045A-121A-E5AA-EB48F79C3530}"/>
                </a:ext>
              </a:extLst>
            </p:cNvPr>
            <p:cNvSpPr/>
            <p:nvPr/>
          </p:nvSpPr>
          <p:spPr>
            <a:xfrm>
              <a:off x="8394471" y="5429853"/>
              <a:ext cx="828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400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F812F7D0-5489-AE59-7983-FBAB64B09969}"/>
                </a:ext>
              </a:extLst>
            </p:cNvPr>
            <p:cNvSpPr/>
            <p:nvPr/>
          </p:nvSpPr>
          <p:spPr>
            <a:xfrm>
              <a:off x="8394471" y="5820372"/>
              <a:ext cx="828000" cy="25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r>
                <a:rPr lang="en-US" altLang="ja-JP" sz="900" i="0" u="none" strike="noStrike">
                  <a:solidFill>
                    <a:srgbClr val="000000"/>
                  </a:solidFill>
                  <a:effectLst/>
                  <a:latin typeface="Meiryo UI" panose="020B0604030504040204" pitchFamily="50" charset="-128"/>
                  <a:ea typeface="Meiryo UI" panose="020B0604030504040204" pitchFamily="50" charset="-128"/>
                </a:rPr>
                <a:t>00</a:t>
              </a:r>
              <a:endParaRPr lang="ja-JP" altLang="en-US" sz="900" i="0" u="none" strike="noStrike">
                <a:solidFill>
                  <a:srgbClr val="0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3" name="コネクタ: カギ線 72">
              <a:extLst>
                <a:ext uri="{FF2B5EF4-FFF2-40B4-BE49-F238E27FC236}">
                  <ns2:creationId id="{4F6719E6-7DBD-BC7C-9A70-37BB5F676D5A}"/>
                </a:ext>
              </a:extLst>
            </p:cNvPr>
            <p:cNvCxnSpPr>
              <a:cxnSpLocks/>
              <a:stCxn id="575" idx="3"/>
              <a:endCxn id="71" idx="1"/>
            </p:cNvCxnSpPr>
            <p:nvPr/>
          </p:nvCxnSpPr>
          <p:spPr>
            <a:xfrm>
              <a:off x="8118417" y="5473792"/>
              <a:ext cx="276054" cy="82061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コネクタ: カギ線 74">
              <a:extLst>
                <a:ext uri="{FF2B5EF4-FFF2-40B4-BE49-F238E27FC236}">
                  <ns2:creationId id="{642DE141-16A7-5663-E384-332F288B4F36}"/>
                </a:ext>
              </a:extLst>
            </p:cNvPr>
            <p:cNvCxnSpPr>
              <a:cxnSpLocks/>
              <a:stCxn id="64" idx="3"/>
              <a:endCxn id="71" idx="1"/>
            </p:cNvCxnSpPr>
            <p:nvPr/>
          </p:nvCxnSpPr>
          <p:spPr>
            <a:xfrm flipV="1">
              <a:off x="8118417" y="5555853"/>
              <a:ext cx="276054" cy="101565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コネクタ: カギ線 78">
              <a:extLst>
                <a:ext uri="{FF2B5EF4-FFF2-40B4-BE49-F238E27FC236}">
                  <ns2:creationId id="{754F928F-8B33-41CC-15FC-33511693C4E2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>
              <a:off x="8118417" y="5841044"/>
              <a:ext cx="276054" cy="10532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コネクタ: カギ線 79">
              <a:extLst>
                <a:ext uri="{FF2B5EF4-FFF2-40B4-BE49-F238E27FC236}">
                  <ns2:creationId id="{FCB9D92F-6C06-67B7-2E98-2C369C466E72}"/>
                </a:ext>
              </a:extLst>
            </p:cNvPr>
            <p:cNvCxnSpPr>
              <a:cxnSpLocks/>
              <a:stCxn id="68" idx="3"/>
              <a:endCxn id="72" idx="1"/>
            </p:cNvCxnSpPr>
            <p:nvPr/>
          </p:nvCxnSpPr>
          <p:spPr>
            <a:xfrm flipV="1">
              <a:off x="8118417" y="5946372"/>
              <a:ext cx="276054" cy="78298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正方形/長方形 80">
              <a:extLst>
                <a:ext uri="{FF2B5EF4-FFF2-40B4-BE49-F238E27FC236}">
                  <ns2:creationId id="{1C2F5E8B-4B96-6C4F-28C1-24BDDB97C515}"/>
                </a:ext>
              </a:extLst>
            </p:cNvPr>
            <p:cNvSpPr/>
            <p:nvPr/>
          </p:nvSpPr>
          <p:spPr>
            <a:xfrm>
              <a:off x="6850328" y="5192670"/>
              <a:ext cx="2419350" cy="172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ns2:creationId id="{1C1AD895-C28A-EB40-75F8-30E96463EF45}"/>
                </a:ext>
              </a:extLst>
            </p:cNvPr>
            <p:cNvSpPr txBox="1"/>
            <p:nvPr/>
          </p:nvSpPr>
          <p:spPr>
            <a:xfrm>
              <a:off x="6836755" y="6091543"/>
              <a:ext cx="2412000" cy="234286"/>
            </a:xfrm>
            <a:prstGeom prst="rect">
              <a:avLst/>
            </a:prstGeom>
            <a:noFill/>
          </p:spPr>
          <p:txBody>
            <a:bodyPr wrap="square" lIns="0" tIns="36000" rIns="36000" bIns="36000" rtlCol="0">
              <a:spAutoFit/>
            </a:bodyPr>
            <a:lstStyle/>
            <a:p>
              <a:pPr marL="171450" indent="-171450">
                <a:buFont typeface="Wingdings" panose="05000000000000000000" pitchFamily="2" charset="2"/>
                <a:buChar char="ü"/>
              </a:pPr>
              <a:r>
                <a:rPr kumimoji="1" lang="ja-JP" altLang="en-US" sz="1050"/>
                <a:t>XX</a:t>
              </a:r>
              <a:r>
                <a:rPr lang="ja-JP" altLang="en-US" sz="1050"/>
                <a:t>XX</a:t>
              </a:r>
              <a:r>
                <a:rPr kumimoji="1" lang="ja-JP" altLang="en-US" sz="1050"/>
                <a:t>XX</a:t>
              </a:r>
            </a:p>
          </p:txBody>
        </p:sp>
        <p:grpSp>
          <p:nvGrpSpPr>
            <p:cNvPr id="617" name="グループ化 616">
              <a:extLst>
                <a:ext uri="{FF2B5EF4-FFF2-40B4-BE49-F238E27FC236}">
                  <ns2:creationId id="{819B3D1E-2FC6-9B11-1E83-CC4A7719B326}"/>
                </a:ext>
              </a:extLst>
            </p:cNvPr>
            <p:cNvGrpSpPr/>
            <p:nvPr/>
          </p:nvGrpSpPr>
          <p:grpSpPr>
            <a:xfrm>
              <a:off x="345593" y="1587033"/>
              <a:ext cx="5573189" cy="4730539"/>
              <a:chOff x="345593" y="1587033"/>
              <a:chExt cx="5573189" cy="4730539"/>
            </a:xfrm>
          </p:grpSpPr>
          <p:sp>
            <p:nvSpPr>
              <p:cNvPr id="66" name="テキスト ボックス 65">
                <a:extLst>
                  <a:ext uri="{FF2B5EF4-FFF2-40B4-BE49-F238E27FC236}">
                    <ns2:creationId id="{A94860A9-147F-A8E2-A8DF-EEE3A16FBC32}"/>
                  </a:ext>
                </a:extLst>
              </p:cNvPr>
              <p:cNvSpPr txBox="1"/>
              <p:nvPr/>
            </p:nvSpPr>
            <p:spPr>
              <a:xfrm>
                <a:off x="574452" y="1587033"/>
                <a:ext cx="5250328" cy="324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1600"/>
                  <a:t>XX</a:t>
                </a:r>
                <a:endParaRPr kumimoji="1" lang="ja-JP" altLang="en-US" sz="1600"/>
              </a:p>
            </p:txBody>
          </p:sp>
          <p:sp>
            <p:nvSpPr>
              <p:cNvPr id="103" name="正方形/長方形 102">
                <a:extLst>
                  <a:ext uri="{FF2B5EF4-FFF2-40B4-BE49-F238E27FC236}">
                    <ns2:creationId id="{25186E71-2496-5CAF-D250-9E85B8815482}"/>
                  </a:ext>
                </a:extLst>
              </p:cNvPr>
              <p:cNvSpPr/>
              <p:nvPr/>
            </p:nvSpPr>
            <p:spPr>
              <a:xfrm>
                <a:off x="345593" y="5704683"/>
                <a:ext cx="216000" cy="612000"/>
              </a:xfrm>
              <a:prstGeom prst="rect">
                <a:avLst/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105" name="直線コネクタ 104">
                <a:extLst>
                  <a:ext uri="{FF2B5EF4-FFF2-40B4-BE49-F238E27FC236}">
                    <ns2:creationId id="{4DC67519-5ED6-176A-5265-77DA9E09E285}"/>
                  </a:ext>
                </a:extLst>
              </p:cNvPr>
              <p:cNvCxnSpPr/>
              <p:nvPr/>
            </p:nvCxnSpPr>
            <p:spPr>
              <a:xfrm>
                <a:off x="590782" y="1923247"/>
                <a:ext cx="5328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正方形/長方形 106">
                <a:extLst>
                  <a:ext uri="{FF2B5EF4-FFF2-40B4-BE49-F238E27FC236}">
                    <ns2:creationId id="{6F26813C-BD7C-EA69-9874-5BCFC7BCCE4A}"/>
                  </a:ext>
                </a:extLst>
              </p:cNvPr>
              <p:cNvSpPr/>
              <p:nvPr/>
            </p:nvSpPr>
            <p:spPr>
              <a:xfrm>
                <a:off x="345593" y="2277250"/>
                <a:ext cx="216000" cy="558000"/>
              </a:xfrm>
              <a:prstGeom prst="rect">
                <a:avLst/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27E1C37A-9D5F-A118-3FAA-44EAEEF7C76C}"/>
                  </a:ext>
                </a:extLst>
              </p:cNvPr>
              <p:cNvSpPr/>
              <p:nvPr/>
            </p:nvSpPr>
            <p:spPr>
              <a:xfrm>
                <a:off x="345593" y="2887446"/>
                <a:ext cx="216000" cy="2772000"/>
              </a:xfrm>
              <a:prstGeom prst="rect">
                <a:avLst/>
              </a:prstGeom>
              <a:solidFill>
                <a:srgbClr val="70AD47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0" name="正方形/長方形 109">
                <a:extLst>
                  <a:ext uri="{FF2B5EF4-FFF2-40B4-BE49-F238E27FC236}">
                    <ns2:creationId id="{868CFF10-581F-1BDD-1EFB-BF89DAB89004}"/>
                  </a:ext>
                </a:extLst>
              </p:cNvPr>
              <p:cNvSpPr/>
              <p:nvPr/>
            </p:nvSpPr>
            <p:spPr>
              <a:xfrm>
                <a:off x="1712884" y="1976401"/>
                <a:ext cx="2062800" cy="27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050">
                    <a:solidFill>
                      <a:srgbClr val="000000"/>
                    </a:solidFill>
                  </a:rPr>
                  <a:t>XX</a:t>
                </a:r>
              </a:p>
            </p:txBody>
          </p:sp>
          <p:sp>
            <p:nvSpPr>
              <p:cNvPr id="111" name="正方形/長方形 110">
                <a:extLst>
                  <a:ext uri="{FF2B5EF4-FFF2-40B4-BE49-F238E27FC236}">
                    <ns2:creationId id="{8C2CC828-0698-5E04-9E57-98AE056B30B8}"/>
                  </a:ext>
                </a:extLst>
              </p:cNvPr>
              <p:cNvSpPr/>
              <p:nvPr/>
            </p:nvSpPr>
            <p:spPr>
              <a:xfrm>
                <a:off x="605350" y="2277250"/>
                <a:ext cx="1044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2" name="正方形/長方形 111">
                <a:extLst>
                  <a:ext uri="{FF2B5EF4-FFF2-40B4-BE49-F238E27FC236}">
                    <ns2:creationId id="{C6E71610-58FD-50BD-F9A4-89A67F44DEED}"/>
                  </a:ext>
                </a:extLst>
              </p:cNvPr>
              <p:cNvSpPr/>
              <p:nvPr/>
            </p:nvSpPr>
            <p:spPr>
              <a:xfrm>
                <a:off x="605350" y="287073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3" name="正方形/長方形 112">
                <a:extLst>
                  <a:ext uri="{FF2B5EF4-FFF2-40B4-BE49-F238E27FC236}">
                    <ns2:creationId id="{8066BCC3-930B-4766-D3D2-65E2A3A34BC0}"/>
                  </a:ext>
                </a:extLst>
              </p:cNvPr>
              <p:cNvSpPr/>
              <p:nvPr/>
            </p:nvSpPr>
            <p:spPr>
              <a:xfrm>
                <a:off x="605350" y="3140220"/>
                <a:ext cx="1044000" cy="36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t" anchorCtr="0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4" name="正方形/長方形 113">
                <a:extLst>
                  <a:ext uri="{FF2B5EF4-FFF2-40B4-BE49-F238E27FC236}">
                    <ns2:creationId id="{2FA731BA-ECAA-5EFC-BAF6-F30A443D4E2E}"/>
                  </a:ext>
                </a:extLst>
              </p:cNvPr>
              <p:cNvSpPr/>
              <p:nvPr/>
            </p:nvSpPr>
            <p:spPr>
              <a:xfrm>
                <a:off x="605350" y="355370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5" name="正方形/長方形 114">
                <a:extLst>
                  <a:ext uri="{FF2B5EF4-FFF2-40B4-BE49-F238E27FC236}">
                    <ns2:creationId id="{028E4C18-7F8A-FD35-7C26-4C9966426F5A}"/>
                  </a:ext>
                </a:extLst>
              </p:cNvPr>
              <p:cNvSpPr/>
              <p:nvPr/>
            </p:nvSpPr>
            <p:spPr>
              <a:xfrm>
                <a:off x="605350" y="3823190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6" name="正方形/長方形 115">
                <a:extLst>
                  <a:ext uri="{FF2B5EF4-FFF2-40B4-BE49-F238E27FC236}">
                    <ns2:creationId id="{CB77520C-995F-A015-B994-3A83BD343AAC}"/>
                  </a:ext>
                </a:extLst>
              </p:cNvPr>
              <p:cNvSpPr/>
              <p:nvPr/>
            </p:nvSpPr>
            <p:spPr>
              <a:xfrm>
                <a:off x="605350" y="409267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1463372B-49A1-FE8B-942E-1CBEF62BE1A9}"/>
                  </a:ext>
                </a:extLst>
              </p:cNvPr>
              <p:cNvSpPr/>
              <p:nvPr/>
            </p:nvSpPr>
            <p:spPr>
              <a:xfrm>
                <a:off x="605350" y="4362160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8" name="正方形/長方形 117">
                <a:extLst>
                  <a:ext uri="{FF2B5EF4-FFF2-40B4-BE49-F238E27FC236}">
                    <ns2:creationId id="{FE6C9335-0895-72D8-8841-1BAB31C93F21}"/>
                  </a:ext>
                </a:extLst>
              </p:cNvPr>
              <p:cNvSpPr/>
              <p:nvPr/>
            </p:nvSpPr>
            <p:spPr>
              <a:xfrm>
                <a:off x="605350" y="463164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C1A65AA1-E418-4164-BED1-7B25BEA0035A}"/>
                  </a:ext>
                </a:extLst>
              </p:cNvPr>
              <p:cNvSpPr/>
              <p:nvPr/>
            </p:nvSpPr>
            <p:spPr>
              <a:xfrm>
                <a:off x="605350" y="4901130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F551D8FE-94B8-54E5-43CE-6903CBA79441}"/>
                  </a:ext>
                </a:extLst>
              </p:cNvPr>
              <p:cNvSpPr/>
              <p:nvPr/>
            </p:nvSpPr>
            <p:spPr>
              <a:xfrm>
                <a:off x="605350" y="5170615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ns2:creationId id="{EE86D441-0511-E6FD-5C44-E5D5CE5FF7AA}"/>
                  </a:ext>
                </a:extLst>
              </p:cNvPr>
              <p:cNvSpPr/>
              <p:nvPr/>
            </p:nvSpPr>
            <p:spPr>
              <a:xfrm>
                <a:off x="605350" y="5440104"/>
                <a:ext cx="1044000" cy="216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AC6F681D-F82A-B827-52D4-5C072DB246E0}"/>
                  </a:ext>
                </a:extLst>
              </p:cNvPr>
              <p:cNvSpPr/>
              <p:nvPr/>
            </p:nvSpPr>
            <p:spPr>
              <a:xfrm>
                <a:off x="1714627" y="287073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A312A012-32CB-A6C1-7F1E-B16C9081DA07}"/>
                  </a:ext>
                </a:extLst>
              </p:cNvPr>
              <p:cNvSpPr/>
              <p:nvPr/>
            </p:nvSpPr>
            <p:spPr>
              <a:xfrm>
                <a:off x="1714627" y="3140220"/>
                <a:ext cx="648000" cy="360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130D3885-49DD-DFE6-06E1-77F587B5DB92}"/>
                  </a:ext>
                </a:extLst>
              </p:cNvPr>
              <p:cNvSpPr/>
              <p:nvPr/>
            </p:nvSpPr>
            <p:spPr>
              <a:xfrm>
                <a:off x="1714627" y="355370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5" name="正方形/長方形 124">
                <a:extLst>
                  <a:ext uri="{FF2B5EF4-FFF2-40B4-BE49-F238E27FC236}">
                    <ns2:creationId id="{154F2B54-25BC-5BCE-2EAA-6F836BA60075}"/>
                  </a:ext>
                </a:extLst>
              </p:cNvPr>
              <p:cNvSpPr/>
              <p:nvPr/>
            </p:nvSpPr>
            <p:spPr>
              <a:xfrm>
                <a:off x="1714627" y="382319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E8B1469D-965A-3153-BCA1-C1197F68C419}"/>
                  </a:ext>
                </a:extLst>
              </p:cNvPr>
              <p:cNvSpPr/>
              <p:nvPr/>
            </p:nvSpPr>
            <p:spPr>
              <a:xfrm>
                <a:off x="1714627" y="409267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7" name="正方形/長方形 126">
                <a:extLst>
                  <a:ext uri="{FF2B5EF4-FFF2-40B4-BE49-F238E27FC236}">
                    <ns2:creationId id="{B73295EB-2E6B-F303-FDE4-06B023B74930}"/>
                  </a:ext>
                </a:extLst>
              </p:cNvPr>
              <p:cNvSpPr/>
              <p:nvPr/>
            </p:nvSpPr>
            <p:spPr>
              <a:xfrm>
                <a:off x="1714627" y="436216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E71FEAE1-7741-085C-DF4A-AF6B9088D521}"/>
                  </a:ext>
                </a:extLst>
              </p:cNvPr>
              <p:cNvSpPr/>
              <p:nvPr/>
            </p:nvSpPr>
            <p:spPr>
              <a:xfrm>
                <a:off x="1713559" y="2277250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10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3D23B526-315E-2304-988D-372A07481215}"/>
                  </a:ext>
                </a:extLst>
              </p:cNvPr>
              <p:cNvSpPr/>
              <p:nvPr/>
            </p:nvSpPr>
            <p:spPr>
              <a:xfrm>
                <a:off x="1713559" y="463164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3F647680-52D5-C590-FFA7-11F29C571FDE}"/>
                  </a:ext>
                </a:extLst>
              </p:cNvPr>
              <p:cNvSpPr/>
              <p:nvPr/>
            </p:nvSpPr>
            <p:spPr>
              <a:xfrm>
                <a:off x="1713559" y="490113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1" name="正方形/長方形 130">
                <a:extLst>
                  <a:ext uri="{FF2B5EF4-FFF2-40B4-BE49-F238E27FC236}">
                    <ns2:creationId id="{717ACD96-CB9D-D89F-E8ED-A9CC25A636F9}"/>
                  </a:ext>
                </a:extLst>
              </p:cNvPr>
              <p:cNvSpPr/>
              <p:nvPr/>
            </p:nvSpPr>
            <p:spPr>
              <a:xfrm>
                <a:off x="1713559" y="5170615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2" name="正方形/長方形 131">
                <a:extLst>
                  <a:ext uri="{FF2B5EF4-FFF2-40B4-BE49-F238E27FC236}">
                    <ns2:creationId id="{E7CAD90A-B10D-85BD-03E6-FF388DC07C52}"/>
                  </a:ext>
                </a:extLst>
              </p:cNvPr>
              <p:cNvSpPr/>
              <p:nvPr/>
            </p:nvSpPr>
            <p:spPr>
              <a:xfrm>
                <a:off x="1713559" y="5440100"/>
                <a:ext cx="648000" cy="216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3" name="正方形/長方形 132">
                <a:extLst>
                  <a:ext uri="{FF2B5EF4-FFF2-40B4-BE49-F238E27FC236}">
                    <ns2:creationId id="{DD463C53-5702-C350-2120-0B9C4673A92C}"/>
                  </a:ext>
                </a:extLst>
              </p:cNvPr>
              <p:cNvSpPr/>
              <p:nvPr/>
            </p:nvSpPr>
            <p:spPr>
              <a:xfrm>
                <a:off x="2426834" y="287073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86E0BE42-6114-9171-C4A2-AF5AA1AAD0C7}"/>
                  </a:ext>
                </a:extLst>
              </p:cNvPr>
              <p:cNvSpPr/>
              <p:nvPr/>
            </p:nvSpPr>
            <p:spPr>
              <a:xfrm>
                <a:off x="2426834" y="3140220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59428D62-8DE8-EDB5-5D50-8EF0F4829F88}"/>
                  </a:ext>
                </a:extLst>
              </p:cNvPr>
              <p:cNvSpPr/>
              <p:nvPr/>
            </p:nvSpPr>
            <p:spPr>
              <a:xfrm>
                <a:off x="2426834" y="355370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90811891-9C7C-A773-FE67-CA1E0B9402DD}"/>
                  </a:ext>
                </a:extLst>
              </p:cNvPr>
              <p:cNvSpPr/>
              <p:nvPr/>
            </p:nvSpPr>
            <p:spPr>
              <a:xfrm>
                <a:off x="2426834" y="382319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C763BDB5-FBF4-5672-DBDD-C5E6B56CDFD7}"/>
                  </a:ext>
                </a:extLst>
              </p:cNvPr>
              <p:cNvSpPr/>
              <p:nvPr/>
            </p:nvSpPr>
            <p:spPr>
              <a:xfrm>
                <a:off x="2426834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FED83C6C-E8CA-9684-DAD8-1BE6895EFDFD}"/>
                  </a:ext>
                </a:extLst>
              </p:cNvPr>
              <p:cNvSpPr/>
              <p:nvPr/>
            </p:nvSpPr>
            <p:spPr>
              <a:xfrm>
                <a:off x="2426834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5" name="正方形/長方形 144">
                <a:extLst>
                  <a:ext uri="{FF2B5EF4-FFF2-40B4-BE49-F238E27FC236}">
                    <ns2:creationId id="{A37262AE-A36D-0DEA-DE45-5F574E12BC32}"/>
                  </a:ext>
                </a:extLst>
              </p:cNvPr>
              <p:cNvSpPr/>
              <p:nvPr/>
            </p:nvSpPr>
            <p:spPr>
              <a:xfrm>
                <a:off x="2419852" y="2277250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PH" altLang="ja-JP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6" name="正方形/長方形 145">
                <a:extLst>
                  <a:ext uri="{FF2B5EF4-FFF2-40B4-BE49-F238E27FC236}">
                    <ns2:creationId id="{C6CFF593-AAF5-336B-CE87-9D8371248A4B}"/>
                  </a:ext>
                </a:extLst>
              </p:cNvPr>
              <p:cNvSpPr/>
              <p:nvPr/>
            </p:nvSpPr>
            <p:spPr>
              <a:xfrm>
                <a:off x="2425768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7" name="正方形/長方形 146">
                <a:extLst>
                  <a:ext uri="{FF2B5EF4-FFF2-40B4-BE49-F238E27FC236}">
                    <ns2:creationId id="{073FE771-EB67-DFD3-0A20-376CE963DC76}"/>
                  </a:ext>
                </a:extLst>
              </p:cNvPr>
              <p:cNvSpPr/>
              <p:nvPr/>
            </p:nvSpPr>
            <p:spPr>
              <a:xfrm>
                <a:off x="2425768" y="490113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8" name="正方形/長方形 147">
                <a:extLst>
                  <a:ext uri="{FF2B5EF4-FFF2-40B4-BE49-F238E27FC236}">
                    <ns2:creationId id="{D949A98C-40ED-226D-715A-57EF6A39D5D0}"/>
                  </a:ext>
                </a:extLst>
              </p:cNvPr>
              <p:cNvSpPr/>
              <p:nvPr/>
            </p:nvSpPr>
            <p:spPr>
              <a:xfrm>
                <a:off x="2425768" y="517061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9" name="正方形/長方形 148">
                <a:extLst>
                  <a:ext uri="{FF2B5EF4-FFF2-40B4-BE49-F238E27FC236}">
                    <ns2:creationId id="{91CACCAB-CA75-EE2E-9A4E-87A842A21825}"/>
                  </a:ext>
                </a:extLst>
              </p:cNvPr>
              <p:cNvSpPr/>
              <p:nvPr/>
            </p:nvSpPr>
            <p:spPr>
              <a:xfrm>
                <a:off x="2425768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0" name="正方形/長方形 149">
                <a:extLst>
                  <a:ext uri="{FF2B5EF4-FFF2-40B4-BE49-F238E27FC236}">
                    <ns2:creationId id="{3F7AF631-01A3-9FC3-4DAA-931E2A30AC22}"/>
                  </a:ext>
                </a:extLst>
              </p:cNvPr>
              <p:cNvSpPr/>
              <p:nvPr/>
            </p:nvSpPr>
            <p:spPr>
              <a:xfrm>
                <a:off x="3138925" y="287073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1" name="正方形/長方形 150">
                <a:extLst>
                  <a:ext uri="{FF2B5EF4-FFF2-40B4-BE49-F238E27FC236}">
                    <ns2:creationId id="{3301D7AC-D92F-281F-7A19-8E9214405FF4}"/>
                  </a:ext>
                </a:extLst>
              </p:cNvPr>
              <p:cNvSpPr/>
              <p:nvPr/>
            </p:nvSpPr>
            <p:spPr>
              <a:xfrm>
                <a:off x="3138925" y="3140220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2" name="正方形/長方形 151">
                <a:extLst>
                  <a:ext uri="{FF2B5EF4-FFF2-40B4-BE49-F238E27FC236}">
                    <ns2:creationId id="{F965CD0E-3C2D-1E43-6756-59A380E5969A}"/>
                  </a:ext>
                </a:extLst>
              </p:cNvPr>
              <p:cNvSpPr/>
              <p:nvPr/>
            </p:nvSpPr>
            <p:spPr>
              <a:xfrm>
                <a:off x="3138925" y="3553705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3" name="正方形/長方形 152">
                <a:extLst>
                  <a:ext uri="{FF2B5EF4-FFF2-40B4-BE49-F238E27FC236}">
                    <ns2:creationId id="{1C169A17-B698-7A22-B30F-71F7B8FBFAEC}"/>
                  </a:ext>
                </a:extLst>
              </p:cNvPr>
              <p:cNvSpPr/>
              <p:nvPr/>
            </p:nvSpPr>
            <p:spPr>
              <a:xfrm>
                <a:off x="3126145" y="2277250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5" name="正方形/長方形 154">
                <a:extLst>
                  <a:ext uri="{FF2B5EF4-FFF2-40B4-BE49-F238E27FC236}">
                    <ns2:creationId id="{12F42548-5558-774E-86ED-B5CF7265E2E5}"/>
                  </a:ext>
                </a:extLst>
              </p:cNvPr>
              <p:cNvSpPr/>
              <p:nvPr/>
            </p:nvSpPr>
            <p:spPr>
              <a:xfrm>
                <a:off x="3138925" y="382319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35B4EBAF-3482-6290-D219-3F2C220FD7EB}"/>
                  </a:ext>
                </a:extLst>
              </p:cNvPr>
              <p:cNvSpPr/>
              <p:nvPr/>
            </p:nvSpPr>
            <p:spPr>
              <a:xfrm>
                <a:off x="3138925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9" name="正方形/長方形 158">
                <a:extLst>
                  <a:ext uri="{FF2B5EF4-FFF2-40B4-BE49-F238E27FC236}">
                    <ns2:creationId id="{12FD8264-649B-9768-FB07-2055338A823B}"/>
                  </a:ext>
                </a:extLst>
              </p:cNvPr>
              <p:cNvSpPr/>
              <p:nvPr/>
            </p:nvSpPr>
            <p:spPr>
              <a:xfrm>
                <a:off x="3138925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473524E5-40D2-6572-4C41-0FD573234C51}"/>
                  </a:ext>
                </a:extLst>
              </p:cNvPr>
              <p:cNvSpPr/>
              <p:nvPr/>
            </p:nvSpPr>
            <p:spPr>
              <a:xfrm>
                <a:off x="3137977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3" name="正方形/長方形 162">
                <a:extLst>
                  <a:ext uri="{FF2B5EF4-FFF2-40B4-BE49-F238E27FC236}">
                    <ns2:creationId id="{A39D289C-A7C1-39A4-9898-59C2F24C85BE}"/>
                  </a:ext>
                </a:extLst>
              </p:cNvPr>
              <p:cNvSpPr/>
              <p:nvPr/>
            </p:nvSpPr>
            <p:spPr>
              <a:xfrm>
                <a:off x="3137977" y="490113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4" name="正方形/長方形 163">
                <a:extLst>
                  <a:ext uri="{FF2B5EF4-FFF2-40B4-BE49-F238E27FC236}">
                    <ns2:creationId id="{C3F9FF52-8FA8-2A34-251F-9D29E4EA387B}"/>
                  </a:ext>
                </a:extLst>
              </p:cNvPr>
              <p:cNvSpPr/>
              <p:nvPr/>
            </p:nvSpPr>
            <p:spPr>
              <a:xfrm>
                <a:off x="3137977" y="517061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6" name="正方形/長方形 175">
                <a:extLst>
                  <a:ext uri="{FF2B5EF4-FFF2-40B4-BE49-F238E27FC236}">
                    <ns2:creationId id="{915B2C31-0F1D-1F1D-CFA8-3591748B7E27}"/>
                  </a:ext>
                </a:extLst>
              </p:cNvPr>
              <p:cNvSpPr/>
              <p:nvPr/>
            </p:nvSpPr>
            <p:spPr>
              <a:xfrm>
                <a:off x="3137977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0" name="正方形/長方形 179">
                <a:extLst>
                  <a:ext uri="{FF2B5EF4-FFF2-40B4-BE49-F238E27FC236}">
                    <ns2:creationId id="{C3DDD2C1-93FB-E9CA-1C6D-ED5253837090}"/>
                  </a:ext>
                </a:extLst>
              </p:cNvPr>
              <p:cNvSpPr/>
              <p:nvPr/>
            </p:nvSpPr>
            <p:spPr>
              <a:xfrm>
                <a:off x="3829454" y="1967628"/>
                <a:ext cx="2062800" cy="270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050">
                    <a:solidFill>
                      <a:srgbClr val="000000"/>
                    </a:solidFill>
                  </a:rPr>
                  <a:t>XX</a:t>
                </a:r>
              </a:p>
            </p:txBody>
          </p:sp>
          <p:sp>
            <p:nvSpPr>
              <p:cNvPr id="181" name="正方形/長方形 180">
                <a:extLst>
                  <a:ext uri="{FF2B5EF4-FFF2-40B4-BE49-F238E27FC236}">
                    <ns2:creationId id="{861545BF-DD70-FF70-14ED-A214CB51E0CE}"/>
                  </a:ext>
                </a:extLst>
              </p:cNvPr>
              <p:cNvSpPr/>
              <p:nvPr/>
            </p:nvSpPr>
            <p:spPr>
              <a:xfrm>
                <a:off x="3840722" y="286196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2" name="正方形/長方形 181">
                <a:extLst>
                  <a:ext uri="{FF2B5EF4-FFF2-40B4-BE49-F238E27FC236}">
                    <ns2:creationId id="{2C072A7F-DDD8-BC8F-7C18-E1306ACF3962}"/>
                  </a:ext>
                </a:extLst>
              </p:cNvPr>
              <p:cNvSpPr/>
              <p:nvPr/>
            </p:nvSpPr>
            <p:spPr>
              <a:xfrm>
                <a:off x="3840722" y="3131447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ns2:creationId id="{D62F37C6-FDAD-FC32-A741-C992F8095AD0}"/>
                  </a:ext>
                </a:extLst>
              </p:cNvPr>
              <p:cNvSpPr/>
              <p:nvPr/>
            </p:nvSpPr>
            <p:spPr>
              <a:xfrm>
                <a:off x="3840722" y="354493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5" name="正方形/長方形 184">
                <a:extLst>
                  <a:ext uri="{FF2B5EF4-FFF2-40B4-BE49-F238E27FC236}">
                    <ns2:creationId id="{ABF6C34A-3213-353B-D9BF-DCCE9C6D01BE}"/>
                  </a:ext>
                </a:extLst>
              </p:cNvPr>
              <p:cNvSpPr/>
              <p:nvPr/>
            </p:nvSpPr>
            <p:spPr>
              <a:xfrm>
                <a:off x="3840722" y="381441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6" name="正方形/長方形 185">
                <a:extLst>
                  <a:ext uri="{FF2B5EF4-FFF2-40B4-BE49-F238E27FC236}">
                    <ns2:creationId id="{EA46281E-9B18-4EAD-CEA5-6FC8020B8FBE}"/>
                  </a:ext>
                </a:extLst>
              </p:cNvPr>
              <p:cNvSpPr/>
              <p:nvPr/>
            </p:nvSpPr>
            <p:spPr>
              <a:xfrm>
                <a:off x="3840722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04A48FEC-AD94-E5B0-45FE-4C9DDEF17895}"/>
                  </a:ext>
                </a:extLst>
              </p:cNvPr>
              <p:cNvSpPr/>
              <p:nvPr/>
            </p:nvSpPr>
            <p:spPr>
              <a:xfrm>
                <a:off x="3840722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8" name="正方形/長方形 187">
                <a:extLst>
                  <a:ext uri="{FF2B5EF4-FFF2-40B4-BE49-F238E27FC236}">
                    <ns2:creationId id="{9A56C56D-78F2-6445-5977-5B1055DAA293}"/>
                  </a:ext>
                </a:extLst>
              </p:cNvPr>
              <p:cNvSpPr/>
              <p:nvPr/>
            </p:nvSpPr>
            <p:spPr>
              <a:xfrm>
                <a:off x="3832438" y="2268477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100" err="1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ns2:creationId id="{DA73481A-2046-77CF-6FC5-079E30C3D45B}"/>
                  </a:ext>
                </a:extLst>
              </p:cNvPr>
              <p:cNvSpPr/>
              <p:nvPr/>
            </p:nvSpPr>
            <p:spPr>
              <a:xfrm>
                <a:off x="3839654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ns2:creationId id="{9BF4F16F-4B25-E699-28FB-19A5C4916BCF}"/>
                  </a:ext>
                </a:extLst>
              </p:cNvPr>
              <p:cNvSpPr/>
              <p:nvPr/>
            </p:nvSpPr>
            <p:spPr>
              <a:xfrm>
                <a:off x="3839654" y="489235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ns2:creationId id="{9E642CFE-3799-ED15-C813-3696344AE4D0}"/>
                  </a:ext>
                </a:extLst>
              </p:cNvPr>
              <p:cNvSpPr/>
              <p:nvPr/>
            </p:nvSpPr>
            <p:spPr>
              <a:xfrm>
                <a:off x="3839654" y="5161842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ns2:creationId id="{6BC4478E-18C8-2085-9C12-8959F73A28AB}"/>
                  </a:ext>
                </a:extLst>
              </p:cNvPr>
              <p:cNvSpPr/>
              <p:nvPr/>
            </p:nvSpPr>
            <p:spPr>
              <a:xfrm>
                <a:off x="3839654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ns2:creationId id="{295DB9E1-2F8C-5041-780D-0E5C80C35B1B}"/>
                  </a:ext>
                </a:extLst>
              </p:cNvPr>
              <p:cNvSpPr/>
              <p:nvPr/>
            </p:nvSpPr>
            <p:spPr>
              <a:xfrm>
                <a:off x="4552929" y="286196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ns2:creationId id="{2F67077E-C511-1167-9B94-FF5E658A44AD}"/>
                  </a:ext>
                </a:extLst>
              </p:cNvPr>
              <p:cNvSpPr/>
              <p:nvPr/>
            </p:nvSpPr>
            <p:spPr>
              <a:xfrm>
                <a:off x="4552929" y="3131447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8" name="正方形/長方形 197">
                <a:extLst>
                  <a:ext uri="{FF2B5EF4-FFF2-40B4-BE49-F238E27FC236}">
                    <ns2:creationId id="{F9FEC5B6-79B9-3B17-EE0C-F0DBD9FC7D07}"/>
                  </a:ext>
                </a:extLst>
              </p:cNvPr>
              <p:cNvSpPr/>
              <p:nvPr/>
            </p:nvSpPr>
            <p:spPr>
              <a:xfrm>
                <a:off x="4552929" y="354493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0" name="正方形/長方形 199">
                <a:extLst>
                  <a:ext uri="{FF2B5EF4-FFF2-40B4-BE49-F238E27FC236}">
                    <ns2:creationId id="{CC9DFD0E-2369-1D4A-2045-170720001ADD}"/>
                  </a:ext>
                </a:extLst>
              </p:cNvPr>
              <p:cNvSpPr/>
              <p:nvPr/>
            </p:nvSpPr>
            <p:spPr>
              <a:xfrm>
                <a:off x="4552929" y="381441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2" name="正方形/長方形 201">
                <a:extLst>
                  <a:ext uri="{FF2B5EF4-FFF2-40B4-BE49-F238E27FC236}">
                    <ns2:creationId id="{A63284A0-1816-62A7-31D6-00974993FFBB}"/>
                  </a:ext>
                </a:extLst>
              </p:cNvPr>
              <p:cNvSpPr/>
              <p:nvPr/>
            </p:nvSpPr>
            <p:spPr>
              <a:xfrm>
                <a:off x="4552929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4" name="正方形/長方形 203">
                <a:extLst>
                  <a:ext uri="{FF2B5EF4-FFF2-40B4-BE49-F238E27FC236}">
                    <ns2:creationId id="{8C652F47-6523-2E19-33F3-DD1DE8A81F25}"/>
                  </a:ext>
                </a:extLst>
              </p:cNvPr>
              <p:cNvSpPr/>
              <p:nvPr/>
            </p:nvSpPr>
            <p:spPr>
              <a:xfrm>
                <a:off x="4552929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6" name="正方形/長方形 205">
                <a:extLst>
                  <a:ext uri="{FF2B5EF4-FFF2-40B4-BE49-F238E27FC236}">
                    <ns2:creationId id="{9BE2CA41-55C6-D628-3361-CE9BDEC2C09C}"/>
                  </a:ext>
                </a:extLst>
              </p:cNvPr>
              <p:cNvSpPr/>
              <p:nvPr/>
            </p:nvSpPr>
            <p:spPr>
              <a:xfrm>
                <a:off x="4538731" y="2268477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PH" altLang="ja-JP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 dirty="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7" name="正方形/長方形 206">
                <a:extLst>
                  <a:ext uri="{FF2B5EF4-FFF2-40B4-BE49-F238E27FC236}">
                    <ns2:creationId id="{1FEFA8EA-81BF-B175-4CFB-5000090C4057}"/>
                  </a:ext>
                </a:extLst>
              </p:cNvPr>
              <p:cNvSpPr/>
              <p:nvPr/>
            </p:nvSpPr>
            <p:spPr>
              <a:xfrm>
                <a:off x="4551863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1" name="正方形/長方形 230">
                <a:extLst>
                  <a:ext uri="{FF2B5EF4-FFF2-40B4-BE49-F238E27FC236}">
                    <ns2:creationId id="{10E60545-5412-21EE-A93F-5CD922AE02D0}"/>
                  </a:ext>
                </a:extLst>
              </p:cNvPr>
              <p:cNvSpPr/>
              <p:nvPr/>
            </p:nvSpPr>
            <p:spPr>
              <a:xfrm>
                <a:off x="4551863" y="489235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3" name="正方形/長方形 232">
                <a:extLst>
                  <a:ext uri="{FF2B5EF4-FFF2-40B4-BE49-F238E27FC236}">
                    <ns2:creationId id="{501F345D-89EC-4CBB-3EEA-5EDDD1113A22}"/>
                  </a:ext>
                </a:extLst>
              </p:cNvPr>
              <p:cNvSpPr/>
              <p:nvPr/>
            </p:nvSpPr>
            <p:spPr>
              <a:xfrm>
                <a:off x="4551863" y="5161842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4" name="正方形/長方形 233">
                <a:extLst>
                  <a:ext uri="{FF2B5EF4-FFF2-40B4-BE49-F238E27FC236}">
                    <ns2:creationId id="{DE453AED-F665-7151-6952-2471966783E3}"/>
                  </a:ext>
                </a:extLst>
              </p:cNvPr>
              <p:cNvSpPr/>
              <p:nvPr/>
            </p:nvSpPr>
            <p:spPr>
              <a:xfrm>
                <a:off x="4551863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6" name="正方形/長方形 235">
                <a:extLst>
                  <a:ext uri="{FF2B5EF4-FFF2-40B4-BE49-F238E27FC236}">
                    <ns2:creationId id="{30C806D0-6485-B527-5302-E30572AA6F9E}"/>
                  </a:ext>
                </a:extLst>
              </p:cNvPr>
              <p:cNvSpPr/>
              <p:nvPr/>
            </p:nvSpPr>
            <p:spPr>
              <a:xfrm>
                <a:off x="5245970" y="286196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7" name="正方形/長方形 236">
                <a:extLst>
                  <a:ext uri="{FF2B5EF4-FFF2-40B4-BE49-F238E27FC236}">
                    <ns2:creationId id="{DE5B80C1-83C5-3A7E-528D-501186ABBB69}"/>
                  </a:ext>
                </a:extLst>
              </p:cNvPr>
              <p:cNvSpPr/>
              <p:nvPr/>
            </p:nvSpPr>
            <p:spPr>
              <a:xfrm>
                <a:off x="5245022" y="2268477"/>
                <a:ext cx="648000" cy="558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38" name="正方形/長方形 237">
                <a:extLst>
                  <a:ext uri="{FF2B5EF4-FFF2-40B4-BE49-F238E27FC236}">
                    <ns2:creationId id="{D4386943-0931-3432-4D6F-89FE9B4D2D8C}"/>
                  </a:ext>
                </a:extLst>
              </p:cNvPr>
              <p:cNvSpPr/>
              <p:nvPr/>
            </p:nvSpPr>
            <p:spPr>
              <a:xfrm>
                <a:off x="5251620" y="3131447"/>
                <a:ext cx="648000" cy="360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0" rIns="36000" bIns="0" rtlCol="0" anchor="ctr" anchorCtr="0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9" name="正方形/長方形 238">
                <a:extLst>
                  <a:ext uri="{FF2B5EF4-FFF2-40B4-BE49-F238E27FC236}">
                    <ns2:creationId id="{B34BE6BA-762F-1D67-3115-D3A4E4B29381}"/>
                  </a:ext>
                </a:extLst>
              </p:cNvPr>
              <p:cNvSpPr/>
              <p:nvPr/>
            </p:nvSpPr>
            <p:spPr>
              <a:xfrm>
                <a:off x="5251620" y="3544932"/>
                <a:ext cx="648000" cy="216000"/>
              </a:xfrm>
              <a:prstGeom prst="rect">
                <a:avLst/>
              </a:prstGeom>
              <a:solidFill>
                <a:srgbClr val="EDEDED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0" name="正方形/長方形 239">
                <a:extLst>
                  <a:ext uri="{FF2B5EF4-FFF2-40B4-BE49-F238E27FC236}">
                    <ns2:creationId id="{FFE37045-0A06-407B-D410-4FCB40749082}"/>
                  </a:ext>
                </a:extLst>
              </p:cNvPr>
              <p:cNvSpPr/>
              <p:nvPr/>
            </p:nvSpPr>
            <p:spPr>
              <a:xfrm>
                <a:off x="5251620" y="381441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1" name="正方形/長方形 240">
                <a:extLst>
                  <a:ext uri="{FF2B5EF4-FFF2-40B4-BE49-F238E27FC236}">
                    <ns2:creationId id="{121F7579-DC06-BA6F-EAE0-6079EB33AA55}"/>
                  </a:ext>
                </a:extLst>
              </p:cNvPr>
              <p:cNvSpPr/>
              <p:nvPr/>
            </p:nvSpPr>
            <p:spPr>
              <a:xfrm>
                <a:off x="5251620" y="409267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2" name="正方形/長方形 241">
                <a:extLst>
                  <a:ext uri="{FF2B5EF4-FFF2-40B4-BE49-F238E27FC236}">
                    <ns2:creationId id="{97C9B935-65E9-C69D-CE76-41A2F2FFE3BD}"/>
                  </a:ext>
                </a:extLst>
              </p:cNvPr>
              <p:cNvSpPr/>
              <p:nvPr/>
            </p:nvSpPr>
            <p:spPr>
              <a:xfrm>
                <a:off x="5251620" y="436216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3" name="正方形/長方形 242">
                <a:extLst>
                  <a:ext uri="{FF2B5EF4-FFF2-40B4-BE49-F238E27FC236}">
                    <ns2:creationId id="{DA74B420-AD63-F5B9-FEA9-132017D9FEBF}"/>
                  </a:ext>
                </a:extLst>
              </p:cNvPr>
              <p:cNvSpPr/>
              <p:nvPr/>
            </p:nvSpPr>
            <p:spPr>
              <a:xfrm>
                <a:off x="5250552" y="4631645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4" name="正方形/長方形 243">
                <a:extLst>
                  <a:ext uri="{FF2B5EF4-FFF2-40B4-BE49-F238E27FC236}">
                    <ns2:creationId id="{B15143A1-12E6-7CC0-64DC-05F1216782B0}"/>
                  </a:ext>
                </a:extLst>
              </p:cNvPr>
              <p:cNvSpPr/>
              <p:nvPr/>
            </p:nvSpPr>
            <p:spPr>
              <a:xfrm>
                <a:off x="5250552" y="4892357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6" name="正方形/長方形 245">
                <a:extLst>
                  <a:ext uri="{FF2B5EF4-FFF2-40B4-BE49-F238E27FC236}">
                    <ns2:creationId id="{A6334030-B605-C0F3-4EC5-71361503E3BE}"/>
                  </a:ext>
                </a:extLst>
              </p:cNvPr>
              <p:cNvSpPr/>
              <p:nvPr/>
            </p:nvSpPr>
            <p:spPr>
              <a:xfrm>
                <a:off x="5250552" y="5161842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48" name="正方形/長方形 247">
                <a:extLst>
                  <a:ext uri="{FF2B5EF4-FFF2-40B4-BE49-F238E27FC236}">
                    <ns2:creationId id="{19F4EE77-697C-F052-339C-BA0EFAAC671A}"/>
                  </a:ext>
                </a:extLst>
              </p:cNvPr>
              <p:cNvSpPr/>
              <p:nvPr/>
            </p:nvSpPr>
            <p:spPr>
              <a:xfrm>
                <a:off x="5250552" y="5440100"/>
                <a:ext cx="648000" cy="216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0" name="正方形/長方形 249">
                <a:extLst>
                  <a:ext uri="{FF2B5EF4-FFF2-40B4-BE49-F238E27FC236}">
                    <ns2:creationId id="{4D7277A8-2D97-A405-B668-498B41073BC7}"/>
                  </a:ext>
                </a:extLst>
              </p:cNvPr>
              <p:cNvSpPr/>
              <p:nvPr/>
            </p:nvSpPr>
            <p:spPr>
              <a:xfrm>
                <a:off x="605350" y="5730767"/>
                <a:ext cx="1044000" cy="252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2" name="正方形/長方形 251">
                <a:extLst>
                  <a:ext uri="{FF2B5EF4-FFF2-40B4-BE49-F238E27FC236}">
                    <ns2:creationId id="{7C8882EA-4476-9A5C-DFF4-34B1F8E39D55}"/>
                  </a:ext>
                </a:extLst>
              </p:cNvPr>
              <p:cNvSpPr/>
              <p:nvPr/>
            </p:nvSpPr>
            <p:spPr>
              <a:xfrm>
                <a:off x="605350" y="6065572"/>
                <a:ext cx="1044000" cy="252000"/>
              </a:xfrm>
              <a:prstGeom prst="rect">
                <a:avLst/>
              </a:prstGeom>
              <a:solidFill>
                <a:srgbClr val="E2F0D9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54" name="正方形/長方形 253">
                <a:extLst>
                  <a:ext uri="{FF2B5EF4-FFF2-40B4-BE49-F238E27FC236}">
                    <ns2:creationId id="{48A64745-4DA7-45E3-193A-3A46A4579B34}"/>
                  </a:ext>
                </a:extLst>
              </p:cNvPr>
              <p:cNvSpPr/>
              <p:nvPr/>
            </p:nvSpPr>
            <p:spPr>
              <a:xfrm>
                <a:off x="1713559" y="5730767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</a:p>
            </p:txBody>
          </p:sp>
          <p:sp>
            <p:nvSpPr>
              <p:cNvPr id="256" name="正方形/長方形 255">
                <a:extLst>
                  <a:ext uri="{FF2B5EF4-FFF2-40B4-BE49-F238E27FC236}">
                    <ns2:creationId id="{89E02C8A-322B-02DD-F639-4350F83DBC0A}"/>
                  </a:ext>
                </a:extLst>
              </p:cNvPr>
              <p:cNvSpPr/>
              <p:nvPr/>
            </p:nvSpPr>
            <p:spPr>
              <a:xfrm>
                <a:off x="1713559" y="6065568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-</a:t>
                </a:r>
              </a:p>
            </p:txBody>
          </p:sp>
          <p:sp>
            <p:nvSpPr>
              <p:cNvPr id="258" name="正方形/長方形 257">
                <a:extLst>
                  <a:ext uri="{FF2B5EF4-FFF2-40B4-BE49-F238E27FC236}">
                    <ns2:creationId id="{8057EA9A-47E9-D436-CCC9-C2564BD85F69}"/>
                  </a:ext>
                </a:extLst>
              </p:cNvPr>
              <p:cNvSpPr/>
              <p:nvPr/>
            </p:nvSpPr>
            <p:spPr>
              <a:xfrm>
                <a:off x="2425768" y="5730767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0" name="正方形/長方形 259">
                <a:extLst>
                  <a:ext uri="{FF2B5EF4-FFF2-40B4-BE49-F238E27FC236}">
                    <ns2:creationId id="{082637EF-03FC-F542-251B-6206D37607B0}"/>
                  </a:ext>
                </a:extLst>
              </p:cNvPr>
              <p:cNvSpPr/>
              <p:nvPr/>
            </p:nvSpPr>
            <p:spPr>
              <a:xfrm>
                <a:off x="2425768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2" name="正方形/長方形 261">
                <a:extLst>
                  <a:ext uri="{FF2B5EF4-FFF2-40B4-BE49-F238E27FC236}">
                    <ns2:creationId id="{C52244CC-35A6-DEEA-E79C-3576E385217C}"/>
                  </a:ext>
                </a:extLst>
              </p:cNvPr>
              <p:cNvSpPr/>
              <p:nvPr/>
            </p:nvSpPr>
            <p:spPr>
              <a:xfrm>
                <a:off x="3137977" y="5730767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3" name="正方形/長方形 262">
                <a:extLst>
                  <a:ext uri="{FF2B5EF4-FFF2-40B4-BE49-F238E27FC236}">
                    <ns2:creationId id="{6FFAEB3D-9D92-BFB0-3BE5-56B4972CD841}"/>
                  </a:ext>
                </a:extLst>
              </p:cNvPr>
              <p:cNvSpPr/>
              <p:nvPr/>
            </p:nvSpPr>
            <p:spPr>
              <a:xfrm>
                <a:off x="3137977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4" name="正方形/長方形 263">
                <a:extLst>
                  <a:ext uri="{FF2B5EF4-FFF2-40B4-BE49-F238E27FC236}">
                    <ns2:creationId id="{DAEBE4DE-A027-B089-7839-0EEC2A12B4A2}"/>
                  </a:ext>
                </a:extLst>
              </p:cNvPr>
              <p:cNvSpPr/>
              <p:nvPr/>
            </p:nvSpPr>
            <p:spPr>
              <a:xfrm>
                <a:off x="3839654" y="5721994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5" name="正方形/長方形 264">
                <a:extLst>
                  <a:ext uri="{FF2B5EF4-FFF2-40B4-BE49-F238E27FC236}">
                    <ns2:creationId id="{2B1080B1-78AA-0C9C-E9BA-F507A7C269FF}"/>
                  </a:ext>
                </a:extLst>
              </p:cNvPr>
              <p:cNvSpPr/>
              <p:nvPr/>
            </p:nvSpPr>
            <p:spPr>
              <a:xfrm>
                <a:off x="3839654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6" name="正方形/長方形 265">
                <a:extLst>
                  <a:ext uri="{FF2B5EF4-FFF2-40B4-BE49-F238E27FC236}">
                    <ns2:creationId id="{86339453-B09D-6978-F80D-AFDE87A6DD59}"/>
                  </a:ext>
                </a:extLst>
              </p:cNvPr>
              <p:cNvSpPr/>
              <p:nvPr/>
            </p:nvSpPr>
            <p:spPr>
              <a:xfrm>
                <a:off x="4551863" y="5721994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7" name="正方形/長方形 266">
                <a:extLst>
                  <a:ext uri="{FF2B5EF4-FFF2-40B4-BE49-F238E27FC236}">
                    <ns2:creationId id="{0267B07E-E004-8A5B-4205-64681C12269C}"/>
                  </a:ext>
                </a:extLst>
              </p:cNvPr>
              <p:cNvSpPr/>
              <p:nvPr/>
            </p:nvSpPr>
            <p:spPr>
              <a:xfrm>
                <a:off x="4551863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8" name="正方形/長方形 267">
                <a:extLst>
                  <a:ext uri="{FF2B5EF4-FFF2-40B4-BE49-F238E27FC236}">
                    <ns2:creationId id="{A7157AEE-7A6F-BF31-2456-9EC91269AC4A}"/>
                  </a:ext>
                </a:extLst>
              </p:cNvPr>
              <p:cNvSpPr/>
              <p:nvPr/>
            </p:nvSpPr>
            <p:spPr>
              <a:xfrm>
                <a:off x="5250552" y="5721994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69" name="正方形/長方形 268">
                <a:extLst>
                  <a:ext uri="{FF2B5EF4-FFF2-40B4-BE49-F238E27FC236}">
                    <ns2:creationId id="{BD07E5E9-1BD5-894D-3397-8B41D6E53D92}"/>
                  </a:ext>
                </a:extLst>
              </p:cNvPr>
              <p:cNvSpPr/>
              <p:nvPr/>
            </p:nvSpPr>
            <p:spPr>
              <a:xfrm>
                <a:off x="5250552" y="6065568"/>
                <a:ext cx="648000" cy="252000"/>
              </a:xfrm>
              <a:prstGeom prst="rect">
                <a:avLst/>
              </a:prstGeom>
              <a:solidFill>
                <a:srgbClr val="70AD47"/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/>
              <a:lstStyle/>
              <a:p>
                <a:pPr algn="ctr" fontAlgn="ctr"/>
                <a:r>
                  <a:rPr lang="en-US" altLang="ja-JP" sz="11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292" name="直線コネクタ 291">
                <a:extLst>
                  <a:ext uri="{FF2B5EF4-FFF2-40B4-BE49-F238E27FC236}">
                    <ns2:creationId id="{C2CDFB61-687B-E806-E985-980A755571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884" y="3109740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直線コネクタ 282">
                <a:extLst>
                  <a:ext uri="{FF2B5EF4-FFF2-40B4-BE49-F238E27FC236}">
                    <ns2:creationId id="{35795FD8-0110-1DBB-F354-EDB2C06A22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5550" y="3522440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直線コネクタ 393">
                <a:extLst>
                  <a:ext uri="{FF2B5EF4-FFF2-40B4-BE49-F238E27FC236}">
                    <ns2:creationId id="{454D8C21-F407-B282-92EC-0AC7E82420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5550" y="3796238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直線コネクタ 394">
                <a:extLst>
                  <a:ext uri="{FF2B5EF4-FFF2-40B4-BE49-F238E27FC236}">
                    <ns2:creationId id="{E46723D4-A1E2-E6B0-F2AF-2A7F8FB23F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183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直線コネクタ 395">
                <a:extLst>
                  <a:ext uri="{FF2B5EF4-FFF2-40B4-BE49-F238E27FC236}">
                    <ns2:creationId id="{7E41C709-7CD0-B7D6-F112-E63044DCE8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287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直線コネクタ 396">
                <a:extLst>
                  <a:ext uri="{FF2B5EF4-FFF2-40B4-BE49-F238E27FC236}">
                    <ns2:creationId id="{D8FBF6D1-5211-D56D-C17E-0AFCF4EFA9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15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直線コネクタ 397">
                <a:extLst>
                  <a:ext uri="{FF2B5EF4-FFF2-40B4-BE49-F238E27FC236}">
                    <ns2:creationId id="{B57FF526-CB4C-FF61-00FB-2389F0E692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8305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直線コネクタ 398">
                <a:extLst>
                  <a:ext uri="{FF2B5EF4-FFF2-40B4-BE49-F238E27FC236}">
                    <ns2:creationId id="{3C3A80DB-4F27-9975-7A62-23847D35A8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8850" y="3796238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直線コネクタ 424">
                <a:extLst>
                  <a:ext uri="{FF2B5EF4-FFF2-40B4-BE49-F238E27FC236}">
                    <ns2:creationId id="{33187362-3FE4-052B-7EC4-B2A1B5D9F5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068255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直線コネクタ 425">
                <a:extLst>
                  <a:ext uri="{FF2B5EF4-FFF2-40B4-BE49-F238E27FC236}">
                    <ns2:creationId id="{C4BEDD83-2409-56AB-DA19-622702A5F2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7" name="直線コネクタ 426">
                <a:extLst>
                  <a:ext uri="{FF2B5EF4-FFF2-40B4-BE49-F238E27FC236}">
                    <ns2:creationId id="{FDBF2A4E-035D-A41F-5A79-5CEA906906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直線コネクタ 427">
                <a:extLst>
                  <a:ext uri="{FF2B5EF4-FFF2-40B4-BE49-F238E27FC236}">
                    <ns2:creationId id="{25E20AC6-E454-529E-1448-4A036FC45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直線コネクタ 428">
                <a:extLst>
                  <a:ext uri="{FF2B5EF4-FFF2-40B4-BE49-F238E27FC236}">
                    <ns2:creationId id="{5E1E50F7-4E66-EC62-EC07-2918362A48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直線コネクタ 429">
                <a:extLst>
                  <a:ext uri="{FF2B5EF4-FFF2-40B4-BE49-F238E27FC236}">
                    <ns2:creationId id="{27943A04-65DC-AD12-7E86-6485D9FA24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068255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直線コネクタ 418">
                <a:extLst>
                  <a:ext uri="{FF2B5EF4-FFF2-40B4-BE49-F238E27FC236}">
                    <ns2:creationId id="{2C092EFA-BB69-B682-ECA8-8949D4A73A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342053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直線コネクタ 419">
                <a:extLst>
                  <a:ext uri="{FF2B5EF4-FFF2-40B4-BE49-F238E27FC236}">
                    <ns2:creationId id="{09E0A332-9315-BDF6-1D5A-E59DEF83BD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直線コネクタ 420">
                <a:extLst>
                  <a:ext uri="{FF2B5EF4-FFF2-40B4-BE49-F238E27FC236}">
                    <ns2:creationId id="{9A31C936-B371-3F63-1C01-2505D45CB9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コネクタ 421">
                <a:extLst>
                  <a:ext uri="{FF2B5EF4-FFF2-40B4-BE49-F238E27FC236}">
                    <ns2:creationId id="{DDD10EC0-C0BE-AAF4-F392-98FF61263F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" name="直線コネクタ 422">
                <a:extLst>
                  <a:ext uri="{FF2B5EF4-FFF2-40B4-BE49-F238E27FC236}">
                    <ns2:creationId id="{7C88CBF9-D620-E5EB-9109-F3165D9058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直線コネクタ 423">
                <a:extLst>
                  <a:ext uri="{FF2B5EF4-FFF2-40B4-BE49-F238E27FC236}">
                    <ns2:creationId id="{0F78201B-C058-382F-24CF-17E748630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34205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直線コネクタ 444">
                <a:extLst>
                  <a:ext uri="{FF2B5EF4-FFF2-40B4-BE49-F238E27FC236}">
                    <ns2:creationId id="{FA96C749-92AC-8FF2-96C6-DD7A990844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606346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直線コネクタ 445">
                <a:extLst>
                  <a:ext uri="{FF2B5EF4-FFF2-40B4-BE49-F238E27FC236}">
                    <ns2:creationId id="{5C59F162-5EDF-E875-AD3F-161280940A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直線コネクタ 446">
                <a:extLst>
                  <a:ext uri="{FF2B5EF4-FFF2-40B4-BE49-F238E27FC236}">
                    <ns2:creationId id="{847266AA-C2C7-7BF1-55BD-4233E044DB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直線コネクタ 575">
                <a:extLst>
                  <a:ext uri="{FF2B5EF4-FFF2-40B4-BE49-F238E27FC236}">
                    <ns2:creationId id="{983B12CA-0BA9-55E1-8A02-310F88FBD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7" name="直線コネクタ 576">
                <a:extLst>
                  <a:ext uri="{FF2B5EF4-FFF2-40B4-BE49-F238E27FC236}">
                    <ns2:creationId id="{816330F7-0A9E-D77A-17F1-8205944008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8" name="直線コネクタ 577">
                <a:extLst>
                  <a:ext uri="{FF2B5EF4-FFF2-40B4-BE49-F238E27FC236}">
                    <ns2:creationId id="{7B72A1FE-7073-BB50-E29D-BDA12D2E2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606346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9" name="直線コネクタ 438">
                <a:extLst>
                  <a:ext uri="{FF2B5EF4-FFF2-40B4-BE49-F238E27FC236}">
                    <ns2:creationId id="{1DCF6AC0-89BC-B04D-FD39-8C8D6737CC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2650" y="4880144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0" name="直線コネクタ 439">
                <a:extLst>
                  <a:ext uri="{FF2B5EF4-FFF2-40B4-BE49-F238E27FC236}">
                    <ns2:creationId id="{179A3931-9982-60B4-042F-65523383C3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893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1" name="直線コネクタ 440">
                <a:extLst>
                  <a:ext uri="{FF2B5EF4-FFF2-40B4-BE49-F238E27FC236}">
                    <ns2:creationId id="{1EEFE6DE-4064-9318-F143-51591B989F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997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直線コネクタ 441">
                <a:extLst>
                  <a:ext uri="{FF2B5EF4-FFF2-40B4-BE49-F238E27FC236}">
                    <ns2:creationId id="{EDF917E7-BAAE-62AE-BFAE-EEE98CC480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625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直線コネクタ 442">
                <a:extLst>
                  <a:ext uri="{FF2B5EF4-FFF2-40B4-BE49-F238E27FC236}">
                    <ns2:creationId id="{E53A7166-D5B6-F486-FDB0-F8B74D2391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015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直線コネクタ 443">
                <a:extLst>
                  <a:ext uri="{FF2B5EF4-FFF2-40B4-BE49-F238E27FC236}">
                    <ns2:creationId id="{856A4B3C-2EC6-2024-8903-202DCAEF6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5950" y="488014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8" name="直線コネクタ 587">
                <a:extLst>
                  <a:ext uri="{FF2B5EF4-FFF2-40B4-BE49-F238E27FC236}">
                    <ns2:creationId id="{805B2442-8706-4AB2-E482-307E45CBA2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6999" y="5140124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9" name="直線コネクタ 588">
                <a:extLst>
                  <a:ext uri="{FF2B5EF4-FFF2-40B4-BE49-F238E27FC236}">
                    <ns2:creationId id="{CA52EF92-ECA9-2942-5C35-9C79A23788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327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0" name="直線コネクタ 589">
                <a:extLst>
                  <a:ext uri="{FF2B5EF4-FFF2-40B4-BE49-F238E27FC236}">
                    <ns2:creationId id="{DE8383DA-6AC2-C18F-99B1-A3978D633C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431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1" name="直線コネクタ 590">
                <a:extLst>
                  <a:ext uri="{FF2B5EF4-FFF2-40B4-BE49-F238E27FC236}">
                    <ns2:creationId id="{D13FC7EB-0082-CC8B-2999-A93CC72561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059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2" name="直線コネクタ 591">
                <a:extLst>
                  <a:ext uri="{FF2B5EF4-FFF2-40B4-BE49-F238E27FC236}">
                    <ns2:creationId id="{42F6B17A-15CB-28E2-C806-A7907586A3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449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3" name="直線コネクタ 592">
                <a:extLst>
                  <a:ext uri="{FF2B5EF4-FFF2-40B4-BE49-F238E27FC236}">
                    <ns2:creationId id="{F4120889-93CD-72FC-B220-66A8C057B5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0299" y="5140124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直線コネクタ 581">
                <a:extLst>
                  <a:ext uri="{FF2B5EF4-FFF2-40B4-BE49-F238E27FC236}">
                    <ns2:creationId id="{2C51FBE8-4FC1-DD24-6D98-93642FCCE7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6999" y="5413922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コネクタ 582">
                <a:extLst>
                  <a:ext uri="{FF2B5EF4-FFF2-40B4-BE49-F238E27FC236}">
                    <ns2:creationId id="{F8390EF3-15B6-1558-F675-3C59A08675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327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コネクタ 583">
                <a:extLst>
                  <a:ext uri="{FF2B5EF4-FFF2-40B4-BE49-F238E27FC236}">
                    <ns2:creationId id="{637819F5-EFEB-F4E9-75A2-1862240FEB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431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5" name="直線コネクタ 584">
                <a:extLst>
                  <a:ext uri="{FF2B5EF4-FFF2-40B4-BE49-F238E27FC236}">
                    <ns2:creationId id="{54D89109-3800-5C7B-5924-E37606222B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059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6" name="直線コネクタ 585">
                <a:extLst>
                  <a:ext uri="{FF2B5EF4-FFF2-40B4-BE49-F238E27FC236}">
                    <ns2:creationId id="{00C4007B-F58B-F459-A1DA-4D55B26E52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449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7" name="直線コネクタ 586">
                <a:extLst>
                  <a:ext uri="{FF2B5EF4-FFF2-40B4-BE49-F238E27FC236}">
                    <ns2:creationId id="{9A3BFD3B-2635-D383-F30E-9F9A7BA719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0299" y="5413922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3" name="直線コネクタ 602">
                <a:extLst>
                  <a:ext uri="{FF2B5EF4-FFF2-40B4-BE49-F238E27FC236}">
                    <ns2:creationId id="{D6798DE3-8D14-0745-3FE6-0CB9FD2C3C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6999" y="6024573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4" name="直線コネクタ 603">
                <a:extLst>
                  <a:ext uri="{FF2B5EF4-FFF2-40B4-BE49-F238E27FC236}">
                    <ns2:creationId id="{36299677-4521-2A56-5C4E-DB734B0288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327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5" name="直線コネクタ 604">
                <a:extLst>
                  <a:ext uri="{FF2B5EF4-FFF2-40B4-BE49-F238E27FC236}">
                    <ns2:creationId id="{71597F4C-E638-4D17-1C29-9C6F98FA97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2431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6" name="直線コネクタ 605">
                <a:extLst>
                  <a:ext uri="{FF2B5EF4-FFF2-40B4-BE49-F238E27FC236}">
                    <ns2:creationId id="{D4F7781B-09EF-27B5-C236-C3FCA0A1E8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059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7" name="直線コネクタ 606">
                <a:extLst>
                  <a:ext uri="{FF2B5EF4-FFF2-40B4-BE49-F238E27FC236}">
                    <ns2:creationId id="{755A4B38-5A08-2C22-69F1-96BEBCF34F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449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8" name="直線コネクタ 607">
                <a:extLst>
                  <a:ext uri="{FF2B5EF4-FFF2-40B4-BE49-F238E27FC236}">
                    <ns2:creationId id="{494E9377-4800-E70E-DC1C-A2F4F9B81B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0299" y="6024573"/>
                <a:ext cx="648000" cy="0"/>
              </a:xfrm>
              <a:prstGeom prst="line">
                <a:avLst/>
              </a:prstGeom>
              <a:ln w="9525">
                <a:noFill/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0" name="直線コネクタ 609">
                <a:extLst>
                  <a:ext uri="{FF2B5EF4-FFF2-40B4-BE49-F238E27FC236}">
                    <ns2:creationId id="{79676EC3-9A02-7547-B230-60340D5F77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00074" y="5692063"/>
                <a:ext cx="641696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3:creationId val="543629108"/>
      </p:ext>
    </p:extLst>
  </p:cSld>
  <p:clrMapOvr>
    <a:masterClrMapping/>
  </p:clrMapOvr>
</p:sld>
</file>

<file path=ppt/slides/slide33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C78647-48EF-6243-51C4-B7E63FBAB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1DC8E2F-E87F-74A1-BC92-D7467CAC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412D95E-AD13-4155-3A30-FC1752F9DD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r>
              <a:rPr kumimoji="1" lang="en-US" altLang="ja-JP" dirty="0"/>
              <a:t>『</a:t>
            </a:r>
            <a:r>
              <a:rPr kumimoji="1" lang="ja-JP" altLang="en-US" dirty="0"/>
              <a:t>XX</a:t>
            </a:r>
            <a:r>
              <a:rPr kumimoji="1" lang="en-US" altLang="ja-JP" dirty="0"/>
              <a:t>』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5" name="グループ化 4">
            <a:extLst>
              <a:ext uri="{FF2B5EF4-FFF2-40B4-BE49-F238E27FC236}">
                <ns2:creationId id="{5F1E6C0D-DF6D-8065-C15C-9BAA40D530F9}"/>
              </a:ext>
            </a:extLst>
          </p:cNvPr>
          <p:cNvGrpSpPr/>
          <p:nvPr/>
        </p:nvGrpSpPr>
        <p:grpSpPr>
          <a:xfrm>
            <a:off x="334963" y="1642238"/>
            <a:ext cx="11522075" cy="1683191"/>
            <a:chOff x="334963" y="1642238"/>
            <a:chExt cx="11522075" cy="1683191"/>
          </a:xfrm>
        </p:grpSpPr>
        <p:sp>
          <p:nvSpPr>
            <p:cNvPr id="12" name="Freeform 5">
              <a:extLst>
                <a:ext uri="{FF2B5EF4-FFF2-40B4-BE49-F238E27FC236}">
                  <ns2:creationId id="{3B089D55-52A0-904D-8298-7E7CB75592AB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gray">
            <a:xfrm>
              <a:off x="8204727" y="2013484"/>
              <a:ext cx="3652311" cy="308699"/>
            </a:xfrm>
            <a:prstGeom prst="chevron">
              <a:avLst/>
            </a:prstGeom>
            <a:solidFill>
              <a:srgbClr val="008000"/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60363"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Freeform 5">
              <a:extLst>
                <a:ext uri="{FF2B5EF4-FFF2-40B4-BE49-F238E27FC236}">
                  <ns2:creationId id="{5A0C0CA3-D1FB-3D85-25AA-22DC1F0456C7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gray">
            <a:xfrm>
              <a:off x="3228700" y="2013484"/>
              <a:ext cx="5066990" cy="308699"/>
            </a:xfrm>
            <a:prstGeom prst="chevron">
              <a:avLst/>
            </a:prstGeom>
            <a:solidFill>
              <a:srgbClr val="008000">
                <a:alpha val="80000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Freeform 5">
              <a:extLst>
                <a:ext uri="{FF2B5EF4-FFF2-40B4-BE49-F238E27FC236}">
                  <ns2:creationId id="{C65D62E3-A5ED-9185-0AFA-1ADEBDB1DC93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gray">
            <a:xfrm>
              <a:off x="334963" y="2013484"/>
              <a:ext cx="2984701" cy="308699"/>
            </a:xfrm>
            <a:prstGeom prst="homePlate">
              <a:avLst/>
            </a:prstGeom>
            <a:solidFill>
              <a:srgbClr val="008000">
                <a:alpha val="50196"/>
              </a:srgb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四角形: 角を丸くする 5">
              <a:extLst>
                <a:ext uri="{FF2B5EF4-FFF2-40B4-BE49-F238E27FC236}">
                  <ns2:creationId id="{FCC71705-954E-B1C6-AE14-2F1E7B99F35A}"/>
                </a:ext>
              </a:extLst>
            </p:cNvPr>
            <p:cNvSpPr/>
            <p:nvPr/>
          </p:nvSpPr>
          <p:spPr>
            <a:xfrm>
              <a:off x="334964" y="1642238"/>
              <a:ext cx="11522074" cy="269242"/>
            </a:xfrm>
            <a:prstGeom prst="roundRect">
              <a:avLst>
                <a:gd name="adj" fmla="val 85087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3" name="グラフィックス 12" descr="署名 単色塗りつぶし">
              <a:extLst>
                <a:ext uri="{FF2B5EF4-FFF2-40B4-BE49-F238E27FC236}">
                  <ns2:creationId id="{9058E6AA-2013-68EE-D26E-04F80D555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6"/>
                </a:ext>
              </a:extLst>
            </a:blip>
            <a:srcRect/>
            <a:stretch/>
          </p:blipFill>
          <p:spPr>
            <a:xfrm>
              <a:off x="9353699" y="2013485"/>
              <a:ext cx="308699" cy="308699"/>
            </a:xfrm>
            <a:prstGeom prst="rect">
              <a:avLst/>
            </a:prstGeom>
          </p:spPr>
        </p:pic>
        <p:pic>
          <p:nvPicPr>
            <p:cNvPr id="16" name="グラフィックス 15" descr="拡大鏡 単色塗りつぶし">
              <a:extLst>
                <a:ext uri="{FF2B5EF4-FFF2-40B4-BE49-F238E27FC236}">
                  <ns2:creationId id="{904637B0-1A04-5D07-B690-8164CEE46C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rcRect/>
            <a:stretch/>
          </p:blipFill>
          <p:spPr>
            <a:xfrm>
              <a:off x="4914813" y="2013485"/>
              <a:ext cx="308699" cy="308699"/>
            </a:xfrm>
            <a:prstGeom prst="rect">
              <a:avLst/>
            </a:prstGeom>
          </p:spPr>
        </p:pic>
        <p:pic>
          <p:nvPicPr>
            <p:cNvPr id="19" name="グラフィックス 18" descr="メガホン 1 単色塗りつぶし">
              <a:extLst>
                <a:ext uri="{FF2B5EF4-FFF2-40B4-BE49-F238E27FC236}">
                  <ns2:creationId id="{CF82FB7E-AD82-8AD4-12EB-CF72DE1F8A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rcRect/>
            <a:stretch/>
          </p:blipFill>
          <p:spPr>
            <a:xfrm>
              <a:off x="1065214" y="2013485"/>
              <a:ext cx="308699" cy="308699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ns2:creationId id="{B1D4C5B3-CBA8-3AF3-F354-BB07222E90D6}"/>
                </a:ext>
              </a:extLst>
            </p:cNvPr>
            <p:cNvSpPr txBox="1"/>
            <p:nvPr/>
          </p:nvSpPr>
          <p:spPr>
            <a:xfrm>
              <a:off x="563564" y="2324316"/>
              <a:ext cx="1224081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21823059-C2CE-1C5D-3CDD-A631C85E1AE8}"/>
                </a:ext>
              </a:extLst>
            </p:cNvPr>
            <p:cNvSpPr txBox="1"/>
            <p:nvPr/>
          </p:nvSpPr>
          <p:spPr>
            <a:xfrm>
              <a:off x="1872215" y="2324316"/>
              <a:ext cx="681440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ns2:creationId id="{FBC58DB4-4B37-416E-9666-357AD2917C0E}"/>
                </a:ext>
              </a:extLst>
            </p:cNvPr>
            <p:cNvSpPr txBox="1"/>
            <p:nvPr/>
          </p:nvSpPr>
          <p:spPr>
            <a:xfrm>
              <a:off x="2638225" y="2324316"/>
              <a:ext cx="681440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2832CCD5-ADB4-CD58-810D-ED739B66FC70}"/>
                </a:ext>
              </a:extLst>
            </p:cNvPr>
            <p:cNvSpPr txBox="1"/>
            <p:nvPr/>
          </p:nvSpPr>
          <p:spPr>
            <a:xfrm>
              <a:off x="3404235" y="2324316"/>
              <a:ext cx="889179" cy="318303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ns2:creationId id="{4A1CB2A1-D359-6C4D-9234-4D4D9EFAD6BD}"/>
                </a:ext>
              </a:extLst>
            </p:cNvPr>
            <p:cNvSpPr txBox="1"/>
            <p:nvPr/>
          </p:nvSpPr>
          <p:spPr>
            <a:xfrm>
              <a:off x="4377984" y="2324317"/>
              <a:ext cx="1050346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ns2:creationId id="{C526A67E-43AA-36A9-7F2F-BF42376209A7}"/>
                </a:ext>
              </a:extLst>
            </p:cNvPr>
            <p:cNvSpPr txBox="1"/>
            <p:nvPr/>
          </p:nvSpPr>
          <p:spPr>
            <a:xfrm>
              <a:off x="5620902" y="2324317"/>
              <a:ext cx="1224081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7B175FA0-96A5-2A51-D116-DD90783212B3}"/>
                </a:ext>
              </a:extLst>
            </p:cNvPr>
            <p:cNvSpPr txBox="1"/>
            <p:nvPr/>
          </p:nvSpPr>
          <p:spPr>
            <a:xfrm>
              <a:off x="7012524" y="2324317"/>
              <a:ext cx="942346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ns2:creationId id="{ECB12410-C942-7662-DD8E-CF9DA6803C04}"/>
                </a:ext>
              </a:extLst>
            </p:cNvPr>
            <p:cNvSpPr txBox="1"/>
            <p:nvPr/>
          </p:nvSpPr>
          <p:spPr>
            <a:xfrm>
              <a:off x="8437550" y="2324317"/>
              <a:ext cx="2018411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ns2:creationId id="{F698EA92-243A-E89A-6C4A-57FFD7630779}"/>
                </a:ext>
              </a:extLst>
            </p:cNvPr>
            <p:cNvSpPr txBox="1"/>
            <p:nvPr/>
          </p:nvSpPr>
          <p:spPr>
            <a:xfrm>
              <a:off x="10455962" y="2324317"/>
              <a:ext cx="1401076" cy="318302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ns2:creationId id="{71527656-CDFD-B834-1A81-EAFB9F3ECFD5}"/>
                </a:ext>
              </a:extLst>
            </p:cNvPr>
            <p:cNvSpPr txBox="1"/>
            <p:nvPr/>
          </p:nvSpPr>
          <p:spPr>
            <a:xfrm>
              <a:off x="563564" y="2693449"/>
              <a:ext cx="1224081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BIZ UDPゴシック" panose="020B0400000000000000" pitchFamily="50" charset="-128"/>
                <a:buChar char="※"/>
              </a:pP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" name="テキスト ボックス 42">
              <a:extLst>
                <a:ext uri="{FF2B5EF4-FFF2-40B4-BE49-F238E27FC236}">
                  <ns2:creationId id="{D593EAFB-B661-E1A3-478B-2A49AB381D34}"/>
                </a:ext>
              </a:extLst>
            </p:cNvPr>
            <p:cNvSpPr txBox="1"/>
            <p:nvPr/>
          </p:nvSpPr>
          <p:spPr>
            <a:xfrm>
              <a:off x="1872215" y="2693449"/>
              <a:ext cx="681440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5" name="テキスト ボックス 44">
              <a:extLst>
                <a:ext uri="{FF2B5EF4-FFF2-40B4-BE49-F238E27FC236}">
                  <ns2:creationId id="{3C07AE50-D783-12F6-4740-97C2C4EA436F}"/>
                </a:ext>
              </a:extLst>
            </p:cNvPr>
            <p:cNvSpPr txBox="1"/>
            <p:nvPr/>
          </p:nvSpPr>
          <p:spPr>
            <a:xfrm>
              <a:off x="2638225" y="2693449"/>
              <a:ext cx="681440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ns2:creationId id="{F7C353B3-63D1-40E4-EBD5-A61885F49225}"/>
                </a:ext>
              </a:extLst>
            </p:cNvPr>
            <p:cNvSpPr txBox="1"/>
            <p:nvPr/>
          </p:nvSpPr>
          <p:spPr>
            <a:xfrm>
              <a:off x="3404235" y="2693449"/>
              <a:ext cx="889179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8412C1F6-B40C-EA2A-5C8D-9970DDF0CF75}"/>
                </a:ext>
              </a:extLst>
            </p:cNvPr>
            <p:cNvSpPr txBox="1"/>
            <p:nvPr/>
          </p:nvSpPr>
          <p:spPr>
            <a:xfrm>
              <a:off x="4377984" y="2693449"/>
              <a:ext cx="1050346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90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ns2:creationId id="{2AA7ABC7-E651-04B7-24E2-ABFA0214C7CE}"/>
                </a:ext>
              </a:extLst>
            </p:cNvPr>
            <p:cNvSpPr txBox="1"/>
            <p:nvPr/>
          </p:nvSpPr>
          <p:spPr>
            <a:xfrm>
              <a:off x="5620901" y="2693449"/>
              <a:ext cx="1224081" cy="63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3" name="テキスト ボックス 52">
              <a:extLst>
                <a:ext uri="{FF2B5EF4-FFF2-40B4-BE49-F238E27FC236}">
                  <ns2:creationId id="{E779494B-AC32-C01E-36D4-4603A7E40A80}"/>
                </a:ext>
              </a:extLst>
            </p:cNvPr>
            <p:cNvSpPr txBox="1"/>
            <p:nvPr/>
          </p:nvSpPr>
          <p:spPr>
            <a:xfrm>
              <a:off x="7012524" y="2693449"/>
              <a:ext cx="942346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ns2:creationId id="{57B5E540-2066-C05A-10E3-A9E77A22B9F4}"/>
                </a:ext>
              </a:extLst>
            </p:cNvPr>
            <p:cNvSpPr txBox="1"/>
            <p:nvPr/>
          </p:nvSpPr>
          <p:spPr>
            <a:xfrm>
              <a:off x="8437550" y="2693449"/>
              <a:ext cx="2018411" cy="63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000"/>
                </a:buClr>
                <a:buFont typeface="BIZ UDPゴシック" panose="020B0400000000000000" pitchFamily="50" charset="-128"/>
                <a:buChar char="※"/>
              </a:pP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b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AE2E00EB-900B-0869-03A3-6C66EFF27980}"/>
                </a:ext>
              </a:extLst>
            </p:cNvPr>
            <p:cNvSpPr txBox="1"/>
            <p:nvPr/>
          </p:nvSpPr>
          <p:spPr>
            <a:xfrm>
              <a:off x="10455962" y="2693449"/>
              <a:ext cx="1401076" cy="360000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t" anchorCtr="0">
              <a:noAutofit/>
            </a:bodyPr>
            <a:lstStyle/>
            <a:p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ns2:creationId id="{1BDE3DE4-86BC-E617-2C9B-BC9950965BEC}"/>
                </a:ext>
              </a:extLst>
            </p:cNvPr>
            <p:cNvCxnSpPr/>
            <p:nvPr/>
          </p:nvCxnSpPr>
          <p:spPr>
            <a:xfrm>
              <a:off x="334964" y="2670395"/>
              <a:ext cx="11522074" cy="0"/>
            </a:xfrm>
            <a:prstGeom prst="straightConnector1">
              <a:avLst/>
            </a:prstGeom>
            <a:ln w="38100">
              <a:gradFill flip="none" rotWithShape="1">
                <a:gsLst>
                  <a:gs pos="73400">
                    <a:srgbClr val="008000">
                      <a:alpha val="60000"/>
                    </a:srgbClr>
                  </a:gs>
                  <a:gs pos="0">
                    <a:srgbClr val="008000">
                      <a:alpha val="9000"/>
                    </a:srgbClr>
                  </a:gs>
                  <a:gs pos="100000">
                    <a:srgbClr val="008000">
                      <a:alpha val="80000"/>
                    </a:srgbClr>
                  </a:gs>
                </a:gsLst>
                <a:lin ang="0" scaled="1"/>
                <a:tileRect/>
              </a:gra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フローチャート: 結合子 61">
              <a:extLst>
                <a:ext uri="{FF2B5EF4-FFF2-40B4-BE49-F238E27FC236}">
                  <ns2:creationId id="{E5675D01-7A19-465F-9EDA-5F46631944FE}"/>
                </a:ext>
              </a:extLst>
            </p:cNvPr>
            <p:cNvSpPr/>
            <p:nvPr/>
          </p:nvSpPr>
          <p:spPr>
            <a:xfrm>
              <a:off x="455564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フローチャート: 結合子 63">
              <a:extLst>
                <a:ext uri="{FF2B5EF4-FFF2-40B4-BE49-F238E27FC236}">
                  <ns2:creationId id="{199B7049-5B10-6FC3-B0A8-82EAAB2CC3F3}"/>
                </a:ext>
              </a:extLst>
            </p:cNvPr>
            <p:cNvSpPr/>
            <p:nvPr/>
          </p:nvSpPr>
          <p:spPr>
            <a:xfrm>
              <a:off x="2530225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フローチャート: 結合子 65">
              <a:extLst>
                <a:ext uri="{FF2B5EF4-FFF2-40B4-BE49-F238E27FC236}">
                  <ns2:creationId id="{CF9E31D5-4FD3-6AE7-B19E-A3ABA24D37EC}"/>
                </a:ext>
              </a:extLst>
            </p:cNvPr>
            <p:cNvSpPr/>
            <p:nvPr/>
          </p:nvSpPr>
          <p:spPr>
            <a:xfrm>
              <a:off x="3296235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フローチャート: 結合子 67">
              <a:extLst>
                <a:ext uri="{FF2B5EF4-FFF2-40B4-BE49-F238E27FC236}">
                  <ns2:creationId id="{6C5B3049-EE0A-1A68-151E-6BC03FEEFC95}"/>
                </a:ext>
              </a:extLst>
            </p:cNvPr>
            <p:cNvSpPr/>
            <p:nvPr/>
          </p:nvSpPr>
          <p:spPr>
            <a:xfrm>
              <a:off x="4269984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フローチャート: 結合子 69">
              <a:extLst>
                <a:ext uri="{FF2B5EF4-FFF2-40B4-BE49-F238E27FC236}">
                  <ns2:creationId id="{86C9F087-1BB8-7B2C-4622-CD7481C85B9C}"/>
                </a:ext>
              </a:extLst>
            </p:cNvPr>
            <p:cNvSpPr/>
            <p:nvPr/>
          </p:nvSpPr>
          <p:spPr>
            <a:xfrm>
              <a:off x="5512900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フローチャート: 結合子 71">
              <a:extLst>
                <a:ext uri="{FF2B5EF4-FFF2-40B4-BE49-F238E27FC236}">
                  <ns2:creationId id="{6E6AC96D-3958-B175-8B30-D1651D2F6127}"/>
                </a:ext>
              </a:extLst>
            </p:cNvPr>
            <p:cNvSpPr/>
            <p:nvPr/>
          </p:nvSpPr>
          <p:spPr>
            <a:xfrm>
              <a:off x="6904524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フローチャート: 結合子 73">
              <a:extLst>
                <a:ext uri="{FF2B5EF4-FFF2-40B4-BE49-F238E27FC236}">
                  <ns2:creationId id="{1EA8E93B-45A2-58E1-40E2-5CF80C3AD326}"/>
                </a:ext>
              </a:extLst>
            </p:cNvPr>
            <p:cNvSpPr/>
            <p:nvPr/>
          </p:nvSpPr>
          <p:spPr>
            <a:xfrm>
              <a:off x="8329550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フローチャート: 結合子 75">
              <a:extLst>
                <a:ext uri="{FF2B5EF4-FFF2-40B4-BE49-F238E27FC236}">
                  <ns2:creationId id="{110E93C0-F3FA-A48D-4622-C3ACC31D93F1}"/>
                </a:ext>
              </a:extLst>
            </p:cNvPr>
            <p:cNvSpPr/>
            <p:nvPr/>
          </p:nvSpPr>
          <p:spPr>
            <a:xfrm>
              <a:off x="10347962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フローチャート: 結合子 77">
              <a:extLst>
                <a:ext uri="{FF2B5EF4-FFF2-40B4-BE49-F238E27FC236}">
                  <ns2:creationId id="{96ECB92D-6351-14E7-1E8C-5DA52CC8AA9E}"/>
                </a:ext>
              </a:extLst>
            </p:cNvPr>
            <p:cNvSpPr/>
            <p:nvPr/>
          </p:nvSpPr>
          <p:spPr>
            <a:xfrm>
              <a:off x="1764215" y="2616395"/>
              <a:ext cx="108000" cy="108000"/>
            </a:xfrm>
            <a:prstGeom prst="flowChartConnector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" name="グループ化 3">
            <a:extLst>
              <a:ext uri="{FF2B5EF4-FFF2-40B4-BE49-F238E27FC236}">
                <ns2:creationId id="{80CEB71A-FC73-63EE-2372-5910DE960056}"/>
              </a:ext>
            </a:extLst>
          </p:cNvPr>
          <p:cNvGrpSpPr/>
          <p:nvPr/>
        </p:nvGrpSpPr>
        <p:grpSpPr>
          <a:xfrm>
            <a:off x="334964" y="3463609"/>
            <a:ext cx="11522076" cy="2845117"/>
            <a:chOff x="334964" y="3463609"/>
            <a:chExt cx="11522076" cy="2845117"/>
          </a:xfrm>
        </p:grpSpPr>
        <p:sp>
          <p:nvSpPr>
            <p:cNvPr id="80" name="四角形: 角を丸くする 79">
              <a:extLst>
                <a:ext uri="{FF2B5EF4-FFF2-40B4-BE49-F238E27FC236}">
                  <ns2:creationId id="{8167A5D7-357E-3239-0EF8-B8D378E8FD9B}"/>
                </a:ext>
              </a:extLst>
            </p:cNvPr>
            <p:cNvSpPr/>
            <p:nvPr/>
          </p:nvSpPr>
          <p:spPr>
            <a:xfrm>
              <a:off x="334964" y="3463609"/>
              <a:ext cx="11522074" cy="269242"/>
            </a:xfrm>
            <a:prstGeom prst="roundRect">
              <a:avLst>
                <a:gd name="adj" fmla="val 85087"/>
              </a:avLst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31181B4-874D-5B60-F8A6-A49D3D83AD38}"/>
                </a:ext>
              </a:extLst>
            </p:cNvPr>
            <p:cNvSpPr/>
            <p:nvPr/>
          </p:nvSpPr>
          <p:spPr>
            <a:xfrm>
              <a:off x="334964" y="3778216"/>
              <a:ext cx="1452681" cy="29616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776EE78D-AE1A-0614-644A-2A25EED9ACDC}"/>
                </a:ext>
              </a:extLst>
            </p:cNvPr>
            <p:cNvSpPr/>
            <p:nvPr/>
          </p:nvSpPr>
          <p:spPr>
            <a:xfrm>
              <a:off x="334964" y="4121020"/>
              <a:ext cx="1452681" cy="41724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ACFBA521-67F5-EDFA-827C-CF7227C536F6}"/>
                </a:ext>
              </a:extLst>
            </p:cNvPr>
            <p:cNvSpPr/>
            <p:nvPr/>
          </p:nvSpPr>
          <p:spPr>
            <a:xfrm>
              <a:off x="334964" y="4584904"/>
              <a:ext cx="1452681" cy="68136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8A9FDD32-0AE1-5484-8701-F84D1BAE5E98}"/>
                </a:ext>
              </a:extLst>
            </p:cNvPr>
            <p:cNvSpPr/>
            <p:nvPr/>
          </p:nvSpPr>
          <p:spPr>
            <a:xfrm>
              <a:off x="334964" y="5312908"/>
              <a:ext cx="1452681" cy="650786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1E64FB0D-DD01-A810-38B1-9B89DD97FDD5}"/>
                </a:ext>
              </a:extLst>
            </p:cNvPr>
            <p:cNvSpPr/>
            <p:nvPr/>
          </p:nvSpPr>
          <p:spPr>
            <a:xfrm>
              <a:off x="334964" y="6010333"/>
              <a:ext cx="1452681" cy="298393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100" name="直線矢印コネクタ 99">
              <a:extLst>
                <a:ext uri="{FF2B5EF4-FFF2-40B4-BE49-F238E27FC236}">
                  <ns2:creationId id="{FF5118C5-8EBD-5DF9-805E-D06CAE6B63E7}"/>
                </a:ext>
              </a:extLst>
            </p:cNvPr>
            <p:cNvCxnSpPr>
              <a:cxnSpLocks/>
            </p:cNvCxnSpPr>
            <p:nvPr/>
          </p:nvCxnSpPr>
          <p:spPr>
            <a:xfrm>
              <a:off x="1847148" y="3990190"/>
              <a:ext cx="4104000" cy="0"/>
            </a:xfrm>
            <a:prstGeom prst="straightConnector1">
              <a:avLst/>
            </a:prstGeom>
            <a:ln w="38100">
              <a:solidFill>
                <a:srgbClr val="008000">
                  <a:alpha val="40000"/>
                </a:srgbClr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矢印コネクタ 107">
              <a:extLst>
                <a:ext uri="{FF2B5EF4-FFF2-40B4-BE49-F238E27FC236}">
                  <ns2:creationId id="{C140D57F-C919-E7B2-CC83-8AA29BEC6C5B}"/>
                </a:ext>
              </a:extLst>
            </p:cNvPr>
            <p:cNvCxnSpPr>
              <a:cxnSpLocks/>
            </p:cNvCxnSpPr>
            <p:nvPr/>
          </p:nvCxnSpPr>
          <p:spPr>
            <a:xfrm>
              <a:off x="6013104" y="3990190"/>
              <a:ext cx="2487978" cy="0"/>
            </a:xfrm>
            <a:prstGeom prst="straightConnector1">
              <a:avLst/>
            </a:prstGeom>
            <a:ln w="38100">
              <a:solidFill>
                <a:srgbClr val="008000">
                  <a:alpha val="69804"/>
                </a:srgbClr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矢印コネクタ 109">
              <a:extLst>
                <a:ext uri="{FF2B5EF4-FFF2-40B4-BE49-F238E27FC236}">
                  <ns2:creationId id="{272E5791-DC17-DBB7-543D-2791856D33F2}"/>
                </a:ext>
              </a:extLst>
            </p:cNvPr>
            <p:cNvCxnSpPr>
              <a:cxnSpLocks/>
            </p:cNvCxnSpPr>
            <p:nvPr/>
          </p:nvCxnSpPr>
          <p:spPr>
            <a:xfrm>
              <a:off x="8559061" y="3990190"/>
              <a:ext cx="3297979" cy="0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正方形/長方形 113">
              <a:extLst>
                <a:ext uri="{FF2B5EF4-FFF2-40B4-BE49-F238E27FC236}">
                  <ns2:creationId id="{41FA1ED4-A70C-7051-93E2-20E91265D1F4}"/>
                </a:ext>
              </a:extLst>
            </p:cNvPr>
            <p:cNvSpPr/>
            <p:nvPr/>
          </p:nvSpPr>
          <p:spPr>
            <a:xfrm>
              <a:off x="1847148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80240F7C-F813-0701-5249-FECF40A9079F}"/>
                </a:ext>
              </a:extLst>
            </p:cNvPr>
            <p:cNvSpPr/>
            <p:nvPr/>
          </p:nvSpPr>
          <p:spPr>
            <a:xfrm>
              <a:off x="1847148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42883CE9-1300-323A-A81E-BBB675459A1C}"/>
                </a:ext>
              </a:extLst>
            </p:cNvPr>
            <p:cNvSpPr/>
            <p:nvPr/>
          </p:nvSpPr>
          <p:spPr>
            <a:xfrm>
              <a:off x="1847148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5E931D98-FC47-5EE4-9B95-07074FBC847E}"/>
                </a:ext>
              </a:extLst>
            </p:cNvPr>
            <p:cNvSpPr/>
            <p:nvPr/>
          </p:nvSpPr>
          <p:spPr>
            <a:xfrm>
              <a:off x="1847148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21ABB0EE-5192-4804-9F2F-E4F63972F1E5}"/>
                </a:ext>
              </a:extLst>
            </p:cNvPr>
            <p:cNvSpPr/>
            <p:nvPr/>
          </p:nvSpPr>
          <p:spPr>
            <a:xfrm>
              <a:off x="3525126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03F36519-7A14-1BCF-A8B4-6AD8E9572093}"/>
                </a:ext>
              </a:extLst>
            </p:cNvPr>
            <p:cNvSpPr/>
            <p:nvPr/>
          </p:nvSpPr>
          <p:spPr>
            <a:xfrm>
              <a:off x="3525126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8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A3A4D3FA-5D6F-C4A3-29F6-E417B1900B58}"/>
                </a:ext>
              </a:extLst>
            </p:cNvPr>
            <p:cNvSpPr/>
            <p:nvPr/>
          </p:nvSpPr>
          <p:spPr>
            <a:xfrm>
              <a:off x="3525126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82BD668D-B061-C5E5-AE59-F7A85E1BF73E}"/>
                </a:ext>
              </a:extLst>
            </p:cNvPr>
            <p:cNvSpPr/>
            <p:nvPr/>
          </p:nvSpPr>
          <p:spPr>
            <a:xfrm>
              <a:off x="3525126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7CFE4387-E74E-7AC3-CBBF-79ACBD7F9E16}"/>
                </a:ext>
              </a:extLst>
            </p:cNvPr>
            <p:cNvSpPr/>
            <p:nvPr/>
          </p:nvSpPr>
          <p:spPr>
            <a:xfrm>
              <a:off x="5203104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9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68024AF9-14C4-79F9-C28E-D5F865C4508E}"/>
                </a:ext>
              </a:extLst>
            </p:cNvPr>
            <p:cNvSpPr/>
            <p:nvPr/>
          </p:nvSpPr>
          <p:spPr>
            <a:xfrm>
              <a:off x="5203104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2BFA96D5-662F-5278-4B85-0600C9CE81EA}"/>
                </a:ext>
              </a:extLst>
            </p:cNvPr>
            <p:cNvSpPr/>
            <p:nvPr/>
          </p:nvSpPr>
          <p:spPr>
            <a:xfrm>
              <a:off x="5203104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61542878-A677-9CC3-BA8B-E0F41A9E3BCE}"/>
                </a:ext>
              </a:extLst>
            </p:cNvPr>
            <p:cNvSpPr/>
            <p:nvPr/>
          </p:nvSpPr>
          <p:spPr>
            <a:xfrm>
              <a:off x="5203104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EA32B03E-DCE2-F3E4-93A5-A61A58668858}"/>
                </a:ext>
              </a:extLst>
            </p:cNvPr>
            <p:cNvSpPr/>
            <p:nvPr/>
          </p:nvSpPr>
          <p:spPr>
            <a:xfrm>
              <a:off x="6881082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zh-TW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0" name="正方形/長方形 139">
              <a:extLst>
                <a:ext uri="{FF2B5EF4-FFF2-40B4-BE49-F238E27FC236}">
                  <ns2:creationId id="{92BF737C-8F8E-6B33-9829-167DD5BB09E7}"/>
                </a:ext>
              </a:extLst>
            </p:cNvPr>
            <p:cNvSpPr/>
            <p:nvPr/>
          </p:nvSpPr>
          <p:spPr>
            <a:xfrm>
              <a:off x="6881082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82D3672F-15F2-1775-9A43-F98E65A234C8}"/>
                </a:ext>
              </a:extLst>
            </p:cNvPr>
            <p:cNvSpPr/>
            <p:nvPr/>
          </p:nvSpPr>
          <p:spPr>
            <a:xfrm>
              <a:off x="6881082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E5C1CFD3-416A-1799-2BFB-3424CF24CD1A}"/>
                </a:ext>
              </a:extLst>
            </p:cNvPr>
            <p:cNvSpPr/>
            <p:nvPr/>
          </p:nvSpPr>
          <p:spPr>
            <a:xfrm>
              <a:off x="6881082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54243C03-44DC-FD04-024E-98F0360BCC59}"/>
                </a:ext>
              </a:extLst>
            </p:cNvPr>
            <p:cNvSpPr/>
            <p:nvPr/>
          </p:nvSpPr>
          <p:spPr>
            <a:xfrm>
              <a:off x="8559060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334220C4-7C73-AA3A-29FB-F8E5FD8A8B98}"/>
                </a:ext>
              </a:extLst>
            </p:cNvPr>
            <p:cNvSpPr/>
            <p:nvPr/>
          </p:nvSpPr>
          <p:spPr>
            <a:xfrm>
              <a:off x="8559060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29A1BA4C-93EF-8D92-8372-8810F79DD087}"/>
                </a:ext>
              </a:extLst>
            </p:cNvPr>
            <p:cNvSpPr/>
            <p:nvPr/>
          </p:nvSpPr>
          <p:spPr>
            <a:xfrm>
              <a:off x="8559060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F9325E3E-1871-E045-393B-55BDE0DBD428}"/>
                </a:ext>
              </a:extLst>
            </p:cNvPr>
            <p:cNvSpPr/>
            <p:nvPr/>
          </p:nvSpPr>
          <p:spPr>
            <a:xfrm>
              <a:off x="8559060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2C01D91A-70D1-1FFB-650F-05ECF28BB5A1}"/>
                </a:ext>
              </a:extLst>
            </p:cNvPr>
            <p:cNvSpPr/>
            <p:nvPr/>
          </p:nvSpPr>
          <p:spPr>
            <a:xfrm>
              <a:off x="10237038" y="4121021"/>
              <a:ext cx="1620000" cy="417246"/>
            </a:xfrm>
            <a:prstGeom prst="rect">
              <a:avLst/>
            </a:prstGeom>
            <a:solidFill>
              <a:srgbClr val="008000">
                <a:alpha val="10196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90000" rIns="36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C5D0214D-85E3-180C-91A6-9AF9ED749FEF}"/>
                </a:ext>
              </a:extLst>
            </p:cNvPr>
            <p:cNvSpPr/>
            <p:nvPr/>
          </p:nvSpPr>
          <p:spPr>
            <a:xfrm>
              <a:off x="10237038" y="4584907"/>
              <a:ext cx="1620000" cy="68136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正方形/長方形 157">
              <a:extLst>
                <a:ext uri="{FF2B5EF4-FFF2-40B4-BE49-F238E27FC236}">
                  <ns2:creationId id="{7999F9C7-DFD2-69E2-33BF-95F22290ED39}"/>
                </a:ext>
              </a:extLst>
            </p:cNvPr>
            <p:cNvSpPr/>
            <p:nvPr/>
          </p:nvSpPr>
          <p:spPr>
            <a:xfrm>
              <a:off x="10237038" y="5312910"/>
              <a:ext cx="1620000" cy="650786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0" name="正方形/長方形 159">
              <a:extLst>
                <a:ext uri="{FF2B5EF4-FFF2-40B4-BE49-F238E27FC236}">
                  <ns2:creationId id="{8AC0F429-2926-1D71-CB74-69C46185430B}"/>
                </a:ext>
              </a:extLst>
            </p:cNvPr>
            <p:cNvSpPr/>
            <p:nvPr/>
          </p:nvSpPr>
          <p:spPr>
            <a:xfrm>
              <a:off x="10237038" y="6010333"/>
              <a:ext cx="1620000" cy="298393"/>
            </a:xfrm>
            <a:prstGeom prst="rect">
              <a:avLst/>
            </a:prstGeom>
            <a:solidFill>
              <a:schemeClr val="bg1">
                <a:alpha val="10196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4" name="直線コネクタ 163">
              <a:extLst>
                <a:ext uri="{FF2B5EF4-FFF2-40B4-BE49-F238E27FC236}">
                  <ns2:creationId id="{74FD831F-4233-D284-1642-CC1C40AB1531}"/>
                </a:ext>
              </a:extLst>
            </p:cNvPr>
            <p:cNvCxnSpPr>
              <a:cxnSpLocks/>
            </p:cNvCxnSpPr>
            <p:nvPr/>
          </p:nvCxnSpPr>
          <p:spPr>
            <a:xfrm>
              <a:off x="1847148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ns2:creationId id="{7238F603-2E04-5CA4-E7C7-030B43A1EC7D}"/>
                </a:ext>
              </a:extLst>
            </p:cNvPr>
            <p:cNvCxnSpPr>
              <a:cxnSpLocks/>
            </p:cNvCxnSpPr>
            <p:nvPr/>
          </p:nvCxnSpPr>
          <p:spPr>
            <a:xfrm>
              <a:off x="1847148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D6668B66-691B-3407-D701-BF818FF9BC30}"/>
                </a:ext>
              </a:extLst>
            </p:cNvPr>
            <p:cNvCxnSpPr>
              <a:cxnSpLocks/>
            </p:cNvCxnSpPr>
            <p:nvPr/>
          </p:nvCxnSpPr>
          <p:spPr>
            <a:xfrm>
              <a:off x="3525126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18096512-862D-BCC0-AB2F-FD62DB3534BD}"/>
                </a:ext>
              </a:extLst>
            </p:cNvPr>
            <p:cNvCxnSpPr>
              <a:cxnSpLocks/>
            </p:cNvCxnSpPr>
            <p:nvPr/>
          </p:nvCxnSpPr>
          <p:spPr>
            <a:xfrm>
              <a:off x="3525126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765DC118-3974-5FD3-145C-B19E74039174}"/>
                </a:ext>
              </a:extLst>
            </p:cNvPr>
            <p:cNvCxnSpPr>
              <a:cxnSpLocks/>
            </p:cNvCxnSpPr>
            <p:nvPr/>
          </p:nvCxnSpPr>
          <p:spPr>
            <a:xfrm>
              <a:off x="5203104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コネクタ 171">
              <a:extLst>
                <a:ext uri="{FF2B5EF4-FFF2-40B4-BE49-F238E27FC236}">
                  <ns2:creationId id="{F511DEB7-B957-36A6-BA57-F19D978B3015}"/>
                </a:ext>
              </a:extLst>
            </p:cNvPr>
            <p:cNvCxnSpPr>
              <a:cxnSpLocks/>
            </p:cNvCxnSpPr>
            <p:nvPr/>
          </p:nvCxnSpPr>
          <p:spPr>
            <a:xfrm>
              <a:off x="5203104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A74FAE82-F825-4A80-87E5-0BD9B3F1DF02}"/>
                </a:ext>
              </a:extLst>
            </p:cNvPr>
            <p:cNvCxnSpPr>
              <a:cxnSpLocks/>
            </p:cNvCxnSpPr>
            <p:nvPr/>
          </p:nvCxnSpPr>
          <p:spPr>
            <a:xfrm>
              <a:off x="6881082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18DB1048-CAF3-2D53-9E40-E07EC2DA5720}"/>
                </a:ext>
              </a:extLst>
            </p:cNvPr>
            <p:cNvCxnSpPr>
              <a:cxnSpLocks/>
            </p:cNvCxnSpPr>
            <p:nvPr/>
          </p:nvCxnSpPr>
          <p:spPr>
            <a:xfrm>
              <a:off x="6881082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176">
              <a:extLst>
                <a:ext uri="{FF2B5EF4-FFF2-40B4-BE49-F238E27FC236}">
                  <ns2:creationId id="{668F838E-4E49-C356-B540-94958ABA75C9}"/>
                </a:ext>
              </a:extLst>
            </p:cNvPr>
            <p:cNvCxnSpPr>
              <a:cxnSpLocks/>
            </p:cNvCxnSpPr>
            <p:nvPr/>
          </p:nvCxnSpPr>
          <p:spPr>
            <a:xfrm>
              <a:off x="8559060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コネクタ 177">
              <a:extLst>
                <a:ext uri="{FF2B5EF4-FFF2-40B4-BE49-F238E27FC236}">
                  <ns2:creationId id="{EF2083D1-5B26-B3DC-E1D2-5EB530B95E75}"/>
                </a:ext>
              </a:extLst>
            </p:cNvPr>
            <p:cNvCxnSpPr>
              <a:cxnSpLocks/>
            </p:cNvCxnSpPr>
            <p:nvPr/>
          </p:nvCxnSpPr>
          <p:spPr>
            <a:xfrm>
              <a:off x="8559060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03F9E094-0E54-C831-7908-F0B99693B9AE}"/>
                </a:ext>
              </a:extLst>
            </p:cNvPr>
            <p:cNvCxnSpPr>
              <a:cxnSpLocks/>
            </p:cNvCxnSpPr>
            <p:nvPr/>
          </p:nvCxnSpPr>
          <p:spPr>
            <a:xfrm>
              <a:off x="10237038" y="5289591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9C63B024-5D8D-796D-98F2-FCDD87DC5FEF}"/>
                </a:ext>
              </a:extLst>
            </p:cNvPr>
            <p:cNvCxnSpPr>
              <a:cxnSpLocks/>
            </p:cNvCxnSpPr>
            <p:nvPr/>
          </p:nvCxnSpPr>
          <p:spPr>
            <a:xfrm>
              <a:off x="10237038" y="5987014"/>
              <a:ext cx="1620000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テキスト ボックス 183">
              <a:extLst>
                <a:ext uri="{FF2B5EF4-FFF2-40B4-BE49-F238E27FC236}">
                  <ns2:creationId id="{37B83F94-259B-A7D4-BE04-28D86F7CA810}"/>
                </a:ext>
              </a:extLst>
            </p:cNvPr>
            <p:cNvSpPr txBox="1"/>
            <p:nvPr/>
          </p:nvSpPr>
          <p:spPr>
            <a:xfrm>
              <a:off x="1847148" y="3748411"/>
              <a:ext cx="4104000" cy="241778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</a:t>
              </a:r>
              <a:r>
                <a: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テキスト ボックス 185">
              <a:extLst>
                <a:ext uri="{FF2B5EF4-FFF2-40B4-BE49-F238E27FC236}">
                  <ns2:creationId id="{A719E66B-75F4-E195-E0EE-D3A24643A9A6}"/>
                </a:ext>
              </a:extLst>
            </p:cNvPr>
            <p:cNvSpPr txBox="1"/>
            <p:nvPr/>
          </p:nvSpPr>
          <p:spPr>
            <a:xfrm>
              <a:off x="6013103" y="3748411"/>
              <a:ext cx="2487978" cy="241778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10</a:t>
              </a:r>
              <a:r>
                <a: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8" name="テキスト ボックス 187">
              <a:extLst>
                <a:ext uri="{FF2B5EF4-FFF2-40B4-BE49-F238E27FC236}">
                  <ns2:creationId id="{F5475C4A-6D79-148E-4579-3D8C40C1E636}"/>
                </a:ext>
              </a:extLst>
            </p:cNvPr>
            <p:cNvSpPr txBox="1"/>
            <p:nvPr/>
          </p:nvSpPr>
          <p:spPr>
            <a:xfrm>
              <a:off x="8559061" y="3748411"/>
              <a:ext cx="3297979" cy="241778"/>
            </a:xfrm>
            <a:prstGeom prst="rect">
              <a:avLst/>
            </a:prstGeom>
            <a:noFill/>
          </p:spPr>
          <p:txBody>
            <a:bodyPr wrap="square" lIns="36000" tIns="36000" rIns="36000" bIns="36000" rtlCol="0" anchor="ctr" anchorCtr="0">
              <a:noAutofit/>
            </a:bodyPr>
            <a:lstStyle/>
            <a:p>
              <a:pPr algn="ctr"/>
              <a:r>
                <a:rPr lang="en-US" altLang="ja-JP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11</a:t>
              </a:r>
              <a:r>
                <a:rPr lang="ja-JP" altLang="en-US" sz="13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190" name="グラフィックス 189" descr="的中 単色塗りつぶし">
              <a:extLst>
                <a:ext uri="{FF2B5EF4-FFF2-40B4-BE49-F238E27FC236}">
                  <ns2:creationId id="{CCCB7B57-F629-A60B-8F51-8640825E61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rcRect/>
            <a:stretch/>
          </p:blipFill>
          <p:spPr>
            <a:xfrm>
              <a:off x="3082249" y="4217887"/>
              <a:ext cx="308699" cy="308699"/>
            </a:xfrm>
            <a:prstGeom prst="rect">
              <a:avLst/>
            </a:prstGeom>
          </p:spPr>
        </p:pic>
        <p:pic>
          <p:nvPicPr>
            <p:cNvPr id="191" name="グラフィックス 190" descr="パズルのピース 単色塗りつぶし">
              <a:extLst>
                <a:ext uri="{FF2B5EF4-FFF2-40B4-BE49-F238E27FC236}">
                  <ns2:creationId id="{177CDB52-7C56-BB3D-0074-AEE773B544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rcRect/>
            <a:stretch/>
          </p:blipFill>
          <p:spPr>
            <a:xfrm>
              <a:off x="4836427" y="4217887"/>
              <a:ext cx="308699" cy="308699"/>
            </a:xfrm>
            <a:prstGeom prst="rect">
              <a:avLst/>
            </a:prstGeom>
          </p:spPr>
        </p:pic>
        <p:pic>
          <p:nvPicPr>
            <p:cNvPr id="192" name="グラフィックス 191" descr="チェックリスト 単色塗りつぶし">
              <a:extLst>
                <a:ext uri="{FF2B5EF4-FFF2-40B4-BE49-F238E27FC236}">
                  <ns2:creationId id="{25ACF579-4988-A9B4-652E-E3AE693CB1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rcRect/>
            <a:stretch/>
          </p:blipFill>
          <p:spPr>
            <a:xfrm>
              <a:off x="6466780" y="4217888"/>
              <a:ext cx="308699" cy="308699"/>
            </a:xfrm>
            <a:prstGeom prst="rect">
              <a:avLst/>
            </a:prstGeom>
          </p:spPr>
        </p:pic>
        <p:pic>
          <p:nvPicPr>
            <p:cNvPr id="193" name="グラフィックス 192" descr="地球: アジア 単色塗りつぶし">
              <a:extLst>
                <a:ext uri="{FF2B5EF4-FFF2-40B4-BE49-F238E27FC236}">
                  <ns2:creationId id="{C92C5FDE-6935-88B6-A28E-C3BA8AFA32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2"/>
                </a:ext>
              </a:extLst>
            </a:blip>
            <a:srcRect/>
            <a:stretch/>
          </p:blipFill>
          <p:spPr>
            <a:xfrm>
              <a:off x="8144758" y="4217887"/>
              <a:ext cx="308699" cy="308699"/>
            </a:xfrm>
            <a:prstGeom prst="rect">
              <a:avLst/>
            </a:prstGeom>
          </p:spPr>
        </p:pic>
        <p:pic>
          <p:nvPicPr>
            <p:cNvPr id="194" name="グラフィックス 193" descr="サーバー 単色塗りつぶし">
              <a:extLst>
                <a:ext uri="{FF2B5EF4-FFF2-40B4-BE49-F238E27FC236}">
                  <ns2:creationId id="{81D509DB-72D1-3C7A-9D49-C1D112D22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3"/>
                </a:ext>
              </a:extLst>
            </a:blip>
            <a:srcRect/>
            <a:stretch/>
          </p:blipFill>
          <p:spPr>
            <a:xfrm>
              <a:off x="9803686" y="4217888"/>
              <a:ext cx="308699" cy="308699"/>
            </a:xfrm>
            <a:prstGeom prst="rect">
              <a:avLst/>
            </a:prstGeom>
          </p:spPr>
        </p:pic>
        <p:pic>
          <p:nvPicPr>
            <p:cNvPr id="195" name="グラフィックス 194" descr="鉛筆 単色塗りつぶし">
              <a:extLst>
                <a:ext uri="{FF2B5EF4-FFF2-40B4-BE49-F238E27FC236}">
                  <ns2:creationId id="{D2894BD6-7F35-20E2-EB7B-7D7338687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4"/>
                </a:ext>
              </a:extLst>
            </a:blip>
            <a:srcRect/>
            <a:stretch/>
          </p:blipFill>
          <p:spPr>
            <a:xfrm>
              <a:off x="11491189" y="4217887"/>
              <a:ext cx="308699" cy="308699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816776759"/>
      </p:ext>
    </p:extLst>
  </p:cSld>
  <p:clrMapOvr>
    <a:masterClrMapping/>
  </p:clrMapOvr>
</p:sld>
</file>

<file path=ppt/slides/slide33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C5A82B4-2F37-B435-DA4B-402BB1ADD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3A4ECB6-00C0-ED9C-715F-ECB5B9E46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393" y="1"/>
            <a:ext cx="11522075" cy="914400"/>
          </a:xfrm>
        </p:spPr>
        <p:txBody>
          <a:bodyPr>
            <a:normAutofit/>
          </a:bodyPr>
          <a:lstStyle/>
          <a:p>
            <a:r>
              <a:rPr lang="ja-JP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CF4AE4B-C2F8-1F95-89FA-A4AFE23AA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44" y="914400"/>
            <a:ext cx="11519694" cy="537210"/>
          </a:xfrm>
        </p:spPr>
        <p:txBody>
          <a:bodyPr lIns="72000" tIns="36000" rIns="0" bIns="36000"/>
          <a:lstStyle/>
          <a:p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企業価値向上</a:t>
            </a:r>
            <a:r>
              <a:rPr kumimoji="1"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kumimoji="1"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4" name="グループ化 3">
            <a:extLst>
              <a:ext uri="{FF2B5EF4-FFF2-40B4-BE49-F238E27FC236}">
                <ns2:creationId id="{DF3C6E3D-4A45-568B-5AC5-CC8711CBC411}"/>
              </a:ext>
            </a:extLst>
          </p:cNvPr>
          <p:cNvGrpSpPr/>
          <p:nvPr/>
        </p:nvGrpSpPr>
        <p:grpSpPr>
          <a:xfrm>
            <a:off x="331778" y="1635975"/>
            <a:ext cx="11536690" cy="4674143"/>
            <a:chOff x="331778" y="1635975"/>
            <a:chExt cx="11536690" cy="4674143"/>
          </a:xfrm>
        </p:grpSpPr>
        <p:sp>
          <p:nvSpPr>
            <p:cNvPr id="26" name="正方形/長方形 25">
              <a:extLst>
                <a:ext uri="{FF2B5EF4-FFF2-40B4-BE49-F238E27FC236}">
                  <ns2:creationId id="{721C259A-C3CA-5261-D830-FDED77C4C1B5}"/>
                </a:ext>
              </a:extLst>
            </p:cNvPr>
            <p:cNvSpPr/>
            <p:nvPr/>
          </p:nvSpPr>
          <p:spPr>
            <a:xfrm>
              <a:off x="340090" y="2580337"/>
              <a:ext cx="7020000" cy="337671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DD1A44C8-46FF-ED1F-339C-D5603DDA0343}"/>
                </a:ext>
              </a:extLst>
            </p:cNvPr>
            <p:cNvSpPr/>
            <p:nvPr/>
          </p:nvSpPr>
          <p:spPr>
            <a:xfrm>
              <a:off x="339497" y="3245290"/>
              <a:ext cx="3450683" cy="50640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840E7620-7E9A-1216-7EB7-43A43148730D}"/>
                </a:ext>
              </a:extLst>
            </p:cNvPr>
            <p:cNvSpPr/>
            <p:nvPr/>
          </p:nvSpPr>
          <p:spPr>
            <a:xfrm>
              <a:off x="3941610" y="3245290"/>
              <a:ext cx="3450683" cy="506408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48D75CB5-0EA1-4105-B3CD-60CC850A901B}"/>
                </a:ext>
              </a:extLst>
            </p:cNvPr>
            <p:cNvSpPr/>
            <p:nvPr/>
          </p:nvSpPr>
          <p:spPr>
            <a:xfrm>
              <a:off x="339497" y="3751698"/>
              <a:ext cx="3408530" cy="79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Excel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C28A781E-9785-534D-CE33-D086F73DC6AA}"/>
                </a:ext>
              </a:extLst>
            </p:cNvPr>
            <p:cNvSpPr/>
            <p:nvPr/>
          </p:nvSpPr>
          <p:spPr>
            <a:xfrm>
              <a:off x="339497" y="4632599"/>
              <a:ext cx="3408530" cy="79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PDF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75E5C74F-3906-5772-5C74-9E6BA2783B97}"/>
                </a:ext>
              </a:extLst>
            </p:cNvPr>
            <p:cNvSpPr/>
            <p:nvPr/>
          </p:nvSpPr>
          <p:spPr>
            <a:xfrm>
              <a:off x="339497" y="5518118"/>
              <a:ext cx="3408530" cy="792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B36BAA88-B45D-5531-CFFD-6CA6185010F1}"/>
                </a:ext>
              </a:extLst>
            </p:cNvPr>
            <p:cNvSpPr/>
            <p:nvPr/>
          </p:nvSpPr>
          <p:spPr>
            <a:xfrm>
              <a:off x="3941610" y="3751698"/>
              <a:ext cx="3408530" cy="792000"/>
            </a:xfrm>
            <a:prstGeom prst="rect">
              <a:avLst/>
            </a:prstGeom>
            <a:solidFill>
              <a:srgbClr val="E5F3EA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CFF723C4-704C-5BA3-6FC4-3698C21B0DCD}"/>
                </a:ext>
              </a:extLst>
            </p:cNvPr>
            <p:cNvSpPr/>
            <p:nvPr/>
          </p:nvSpPr>
          <p:spPr>
            <a:xfrm>
              <a:off x="3941610" y="4632599"/>
              <a:ext cx="3408530" cy="792000"/>
            </a:xfrm>
            <a:prstGeom prst="rect">
              <a:avLst/>
            </a:prstGeom>
            <a:solidFill>
              <a:srgbClr val="E5F3EA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ISO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2CF7A1C8-4B37-1379-AF35-DC3F6D05C7F1}"/>
                </a:ext>
              </a:extLst>
            </p:cNvPr>
            <p:cNvSpPr/>
            <p:nvPr/>
          </p:nvSpPr>
          <p:spPr>
            <a:xfrm>
              <a:off x="3941610" y="5518118"/>
              <a:ext cx="3408530" cy="792000"/>
            </a:xfrm>
            <a:prstGeom prst="rect">
              <a:avLst/>
            </a:prstGeom>
            <a:solidFill>
              <a:srgbClr val="E5F3EA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50" dirty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  <a:p>
              <a:pPr>
                <a:spcAft>
                  <a:spcPts val="300"/>
                </a:spcAft>
              </a:pP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EBED17E8-FA8E-3721-82DC-BB220938AB10}"/>
                </a:ext>
              </a:extLst>
            </p:cNvPr>
            <p:cNvGrpSpPr/>
            <p:nvPr/>
          </p:nvGrpSpPr>
          <p:grpSpPr>
            <a:xfrm>
              <a:off x="7529416" y="2745491"/>
              <a:ext cx="4288884" cy="1016021"/>
              <a:chOff x="7533898" y="2772383"/>
              <a:chExt cx="4288884" cy="1016021"/>
            </a:xfrm>
          </p:grpSpPr>
          <p:sp>
            <p:nvSpPr>
              <p:cNvPr id="51" name="四角形: 角を丸くする 50">
                <a:extLst>
                  <a:ext uri="{FF2B5EF4-FFF2-40B4-BE49-F238E27FC236}">
                    <ns2:creationId id="{B8A7ABC3-B969-1715-4E40-56825E58106C}"/>
                  </a:ext>
                </a:extLst>
              </p:cNvPr>
              <p:cNvSpPr/>
              <p:nvPr/>
            </p:nvSpPr>
            <p:spPr>
              <a:xfrm>
                <a:off x="7533898" y="2772383"/>
                <a:ext cx="3060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F4DD38BE-E6AA-E6C1-353B-FED394A3E877}"/>
                  </a:ext>
                </a:extLst>
              </p:cNvPr>
              <p:cNvSpPr/>
              <p:nvPr/>
            </p:nvSpPr>
            <p:spPr>
              <a:xfrm>
                <a:off x="7533899" y="2996404"/>
                <a:ext cx="4288883" cy="792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88" name="グループ化 87">
              <a:extLst>
                <a:ext uri="{FF2B5EF4-FFF2-40B4-BE49-F238E27FC236}">
                  <ns2:creationId id="{9B3F4A10-50F5-B3C2-D708-6449844C0B02}"/>
                </a:ext>
              </a:extLst>
            </p:cNvPr>
            <p:cNvGrpSpPr/>
            <p:nvPr/>
          </p:nvGrpSpPr>
          <p:grpSpPr>
            <a:xfrm>
              <a:off x="7529417" y="4000906"/>
              <a:ext cx="4288883" cy="1016021"/>
              <a:chOff x="7567821" y="4039098"/>
              <a:chExt cx="4288883" cy="1016021"/>
            </a:xfrm>
          </p:grpSpPr>
          <p:sp>
            <p:nvSpPr>
              <p:cNvPr id="55" name="四角形: 角を丸くする 54">
                <a:extLst>
                  <a:ext uri="{FF2B5EF4-FFF2-40B4-BE49-F238E27FC236}">
                    <ns2:creationId id="{30DDB2D3-CEB9-3679-C257-49EF0B3D92CC}"/>
                  </a:ext>
                </a:extLst>
              </p:cNvPr>
              <p:cNvSpPr/>
              <p:nvPr/>
            </p:nvSpPr>
            <p:spPr>
              <a:xfrm>
                <a:off x="7567821" y="4039098"/>
                <a:ext cx="3060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「</a:t>
                </a:r>
                <a:r>
                  <a:rPr kumimoji="1" lang="en-US" altLang="ja-JP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C3562938-5D6A-C04D-3862-6D4247BE4DEE}"/>
                  </a:ext>
                </a:extLst>
              </p:cNvPr>
              <p:cNvSpPr/>
              <p:nvPr/>
            </p:nvSpPr>
            <p:spPr>
              <a:xfrm>
                <a:off x="7567821" y="4263119"/>
                <a:ext cx="4288883" cy="792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ns2:creationId id="{C4242DDF-8A61-528C-732A-99F5973810AF}"/>
                </a:ext>
              </a:extLst>
            </p:cNvPr>
            <p:cNvGrpSpPr/>
            <p:nvPr/>
          </p:nvGrpSpPr>
          <p:grpSpPr>
            <a:xfrm>
              <a:off x="7529417" y="5256321"/>
              <a:ext cx="4288883" cy="1016021"/>
              <a:chOff x="7567821" y="5305623"/>
              <a:chExt cx="4288883" cy="1016021"/>
            </a:xfrm>
          </p:grpSpPr>
          <p:sp>
            <p:nvSpPr>
              <p:cNvPr id="59" name="四角形: 角を丸くする 58">
                <a:extLst>
                  <a:ext uri="{FF2B5EF4-FFF2-40B4-BE49-F238E27FC236}">
                    <ns2:creationId id="{A494A34D-4588-F39D-D011-7AD71D0FEA8F}"/>
                  </a:ext>
                </a:extLst>
              </p:cNvPr>
              <p:cNvSpPr/>
              <p:nvPr/>
            </p:nvSpPr>
            <p:spPr>
              <a:xfrm>
                <a:off x="7567821" y="5305623"/>
                <a:ext cx="3060000" cy="216000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5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1290B264-EE86-3D96-E4CD-B8B0EA9ED9D2}"/>
                  </a:ext>
                </a:extLst>
              </p:cNvPr>
              <p:cNvSpPr/>
              <p:nvPr/>
            </p:nvSpPr>
            <p:spPr>
              <a:xfrm>
                <a:off x="7567821" y="5529644"/>
                <a:ext cx="4288883" cy="792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企業価値向上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79" name="グループ化 78">
              <a:extLst>
                <a:ext uri="{FF2B5EF4-FFF2-40B4-BE49-F238E27FC236}">
                  <ns2:creationId id="{69645D2A-BC34-1E0C-16C2-C167BCB62AF4}"/>
                </a:ext>
              </a:extLst>
            </p:cNvPr>
            <p:cNvGrpSpPr/>
            <p:nvPr/>
          </p:nvGrpSpPr>
          <p:grpSpPr>
            <a:xfrm>
              <a:off x="7533899" y="2289921"/>
              <a:ext cx="4323289" cy="288000"/>
              <a:chOff x="7533899" y="2267440"/>
              <a:chExt cx="4323289" cy="288000"/>
            </a:xfrm>
          </p:grpSpPr>
          <p:sp>
            <p:nvSpPr>
              <p:cNvPr id="24" name="正方形/長方形 23">
                <a:extLst>
                  <a:ext uri="{FF2B5EF4-FFF2-40B4-BE49-F238E27FC236}">
                    <ns2:creationId id="{E87E0EC8-FB8E-7477-F4D8-B337342AB944}"/>
                  </a:ext>
                </a:extLst>
              </p:cNvPr>
              <p:cNvSpPr/>
              <p:nvPr/>
            </p:nvSpPr>
            <p:spPr>
              <a:xfrm>
                <a:off x="7537188" y="2267440"/>
                <a:ext cx="4320000" cy="288000"/>
              </a:xfrm>
              <a:prstGeom prst="rect">
                <a:avLst/>
              </a:prstGeom>
              <a:solidFill>
                <a:schemeClr val="accent5"/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65" name="グラフィックス 64" descr="ライト: オン 単色塗りつぶし">
                <a:extLst>
                  <a:ext uri="{FF2B5EF4-FFF2-40B4-BE49-F238E27FC236}">
                    <ns2:creationId id="{6166257C-D484-2D1B-148C-369EEF19F5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7533899" y="226744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0" name="グループ化 89">
              <a:extLst>
                <a:ext uri="{FF2B5EF4-FFF2-40B4-BE49-F238E27FC236}">
                  <ns2:creationId id="{CE6428CA-9758-CCB3-730E-7D6C3FF662DD}"/>
                </a:ext>
              </a:extLst>
            </p:cNvPr>
            <p:cNvGrpSpPr/>
            <p:nvPr/>
          </p:nvGrpSpPr>
          <p:grpSpPr>
            <a:xfrm>
              <a:off x="341698" y="1635975"/>
              <a:ext cx="11526770" cy="540000"/>
              <a:chOff x="341698" y="1635975"/>
              <a:chExt cx="11526770" cy="540000"/>
            </a:xfrm>
          </p:grpSpPr>
          <p:grpSp>
            <p:nvGrpSpPr>
              <p:cNvPr id="20" name="グループ化 19">
                <a:extLst>
                  <a:ext uri="{FF2B5EF4-FFF2-40B4-BE49-F238E27FC236}">
                    <ns2:creationId id="{33405C2E-FAB2-726C-0D85-1AB1A6550346}"/>
                  </a:ext>
                </a:extLst>
              </p:cNvPr>
              <p:cNvGrpSpPr/>
              <p:nvPr/>
            </p:nvGrpSpPr>
            <p:grpSpPr>
              <a:xfrm>
                <a:off x="2681698" y="1635975"/>
                <a:ext cx="9186770" cy="540000"/>
                <a:chOff x="2681698" y="1630750"/>
                <a:chExt cx="9186770" cy="540000"/>
              </a:xfrm>
            </p:grpSpPr>
            <p:grpSp>
              <p:nvGrpSpPr>
                <p:cNvPr id="16" name="グループ化 15">
                  <a:extLst>
                    <a:ext uri="{FF2B5EF4-FFF2-40B4-BE49-F238E27FC236}">
                      <ns2:creationId id="{A7EF5388-E4E1-916B-607A-038CAEA98C85}"/>
                    </a:ext>
                  </a:extLst>
                </p:cNvPr>
                <p:cNvGrpSpPr/>
                <p:nvPr/>
              </p:nvGrpSpPr>
              <p:grpSpPr>
                <a:xfrm>
                  <a:off x="2681698" y="1630750"/>
                  <a:ext cx="9186770" cy="540000"/>
                  <a:chOff x="2681698" y="1630750"/>
                  <a:chExt cx="9186770" cy="540000"/>
                </a:xfrm>
              </p:grpSpPr>
              <p:sp>
                <p:nvSpPr>
                  <p:cNvPr id="7" name="正方形/長方形 6">
                    <a:extLst>
                      <a:ext uri="{FF2B5EF4-FFF2-40B4-BE49-F238E27FC236}">
                        <ns2:creationId id="{080AE27D-1427-B2DD-4E34-91ECDFC6E602}"/>
                      </a:ext>
                    </a:extLst>
                  </p:cNvPr>
                  <p:cNvSpPr/>
                  <p:nvPr/>
                </p:nvSpPr>
                <p:spPr>
                  <a:xfrm>
                    <a:off x="2681698" y="1630750"/>
                    <a:ext cx="9175340" cy="540000"/>
                  </a:xfrm>
                  <a:prstGeom prst="rect">
                    <a:avLst/>
                  </a:prstGeom>
                  <a:noFill/>
                  <a:ln w="9525">
                    <a:solidFill>
                      <a:srgbClr val="008D2E"/>
                    </a:solidFill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14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</p:txBody>
              </p:sp>
              <p:sp>
                <p:nvSpPr>
                  <p:cNvPr id="11" name="正方形/長方形 10">
                    <a:extLst>
                      <a:ext uri="{FF2B5EF4-FFF2-40B4-BE49-F238E27FC236}">
                        <ns2:creationId id="{F56CFF28-4726-EC61-A0A4-A5B939B93D03}"/>
                      </a:ext>
                    </a:extLst>
                  </p:cNvPr>
                  <p:cNvSpPr/>
                  <p:nvPr/>
                </p:nvSpPr>
                <p:spPr>
                  <a:xfrm>
                    <a:off x="2681698" y="1630750"/>
                    <a:ext cx="1980000" cy="540000"/>
                  </a:xfrm>
                  <a:prstGeom prst="rect">
                    <a:avLst/>
                  </a:prstGeom>
                  <a:noFill/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3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1</a:t>
                    </a: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ja-JP" altLang="en-US" sz="80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  <p:sp>
                <p:nvSpPr>
                  <p:cNvPr id="13" name="正方形/長方形 12">
                    <a:extLst>
                      <a:ext uri="{FF2B5EF4-FFF2-40B4-BE49-F238E27FC236}">
                        <ns2:creationId id="{7FC62284-243B-825A-8645-F3774F7C12FC}"/>
                      </a:ext>
                    </a:extLst>
                  </p:cNvPr>
                  <p:cNvSpPr/>
                  <p:nvPr/>
                </p:nvSpPr>
                <p:spPr>
                  <a:xfrm>
                    <a:off x="4755083" y="1630750"/>
                    <a:ext cx="2700000" cy="540000"/>
                  </a:xfrm>
                  <a:prstGeom prst="rect">
                    <a:avLst/>
                  </a:prstGeom>
                  <a:noFill/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en-US" altLang="ja-JP" sz="800" dirty="0">
                        <a:solidFill>
                          <a:schemeClr val="accent5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accent5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  <p:sp>
                <p:nvSpPr>
                  <p:cNvPr id="15" name="正方形/長方形 14">
                    <a:extLst>
                      <a:ext uri="{FF2B5EF4-FFF2-40B4-BE49-F238E27FC236}">
                        <ns2:creationId id="{8207A71F-91BD-B09E-2EEE-7978CACEB23D}"/>
                      </a:ext>
                    </a:extLst>
                  </p:cNvPr>
                  <p:cNvSpPr/>
                  <p:nvPr/>
                </p:nvSpPr>
                <p:spPr>
                  <a:xfrm>
                    <a:off x="7548468" y="1630750"/>
                    <a:ext cx="4320000" cy="540000"/>
                  </a:xfrm>
                  <a:prstGeom prst="rect">
                    <a:avLst/>
                  </a:prstGeom>
                  <a:noFill/>
                  <a:ln w="9525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18000" rIns="72000" bIns="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171450" indent="-171450">
                      <a:buClr>
                        <a:srgbClr val="008D2E"/>
                      </a:buClr>
                      <a:buFont typeface="Arial" panose="020B0604020202020204" pitchFamily="34" charset="0"/>
                      <a:buChar char="•"/>
                    </a:pP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accent5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endParaRPr kumimoji="1" lang="en-US" altLang="ja-JP" sz="8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endParaRPr>
                  </a:p>
                  <a:p>
                    <a:pPr marL="171450" indent="-171450">
                      <a:buClr>
                        <a:srgbClr val="008D2E"/>
                      </a:buClr>
                      <a:buFont typeface="Arial" panose="020B0604020202020204" pitchFamily="34" charset="0"/>
                      <a:buChar char="•"/>
                    </a:pP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  <a:br>
                      <a:rPr kumimoji="1" lang="en-US" altLang="ja-JP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</a:br>
                    <a:r>
                      <a:rPr kumimoji="1" lang="ja-JP" altLang="en-US" sz="800" dirty="0">
                        <a:solidFill>
                          <a:schemeClr val="tx1"/>
                        </a:solidFill>
                        <a:latin typeface="Meiryo UI" panose="020B0604030504040204" pitchFamily="34" charset="-128"/>
                        <a:ea typeface="Meiryo UI" panose="020B0604030504040204" pitchFamily="34" charset="-128"/>
                      </a:rPr>
                      <a:t>XX</a:t>
                    </a:r>
                  </a:p>
                </p:txBody>
              </p:sp>
            </p:grpSp>
            <p:sp>
              <p:nvSpPr>
                <p:cNvPr id="17" name="AutoShape 2">
                  <a:extLst>
                    <a:ext uri="{FF2B5EF4-FFF2-40B4-BE49-F238E27FC236}">
                      <ns2:creationId id="{7790AB62-FFD6-F865-1C14-4F339D1ABC1E}"/>
                    </a:ext>
                  </a:extLst>
                </p:cNvPr>
                <p:cNvSpPr>
                  <a:spLocks noChangeArrowheads="1"/>
                </p:cNvSpPr>
                <p:nvPr>
                  <p:custDataLst>
                    <p:tags r:id="rId1"/>
                  </p:custDataLst>
                </p:nvPr>
              </p:nvSpPr>
              <p:spPr bwMode="auto">
                <a:xfrm rot="10800000" flipH="1">
                  <a:off x="4647083" y="1720750"/>
                  <a:ext cx="108000" cy="360000"/>
                </a:xfrm>
                <a:prstGeom prst="homePlate">
                  <a:avLst>
                    <a:gd name="adj" fmla="val 100000"/>
                  </a:avLst>
                </a:prstGeom>
                <a:solidFill>
                  <a:srgbClr val="008D2E">
                    <a:alpha val="50000"/>
                  </a:srgbClr>
                </a:solidFill>
                <a:ln>
                  <a:noFill/>
                </a:ln>
                <a:effectLst/>
              </p:spPr>
              <p:txBody>
                <a:bodyPr wrap="none" lIns="0" tIns="0" rIns="0" bIns="0" anchor="ctr"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19" name="AutoShape 2">
                  <a:extLst>
                    <a:ext uri="{FF2B5EF4-FFF2-40B4-BE49-F238E27FC236}">
                      <ns2:creationId id="{1DDAF0E9-7B7A-E955-5AF4-713B756CAD56}"/>
                    </a:ext>
                  </a:extLst>
                </p:cNvPr>
                <p:cNvSpPr>
                  <a:spLocks noChangeArrowheads="1"/>
                </p:cNvSpPr>
                <p:nvPr>
                  <p:custDataLst>
                    <p:tags r:id="rId2"/>
                  </p:custDataLst>
                </p:nvPr>
              </p:nvSpPr>
              <p:spPr bwMode="auto">
                <a:xfrm rot="10800000" flipH="1">
                  <a:off x="7455083" y="1720750"/>
                  <a:ext cx="108000" cy="360000"/>
                </a:xfrm>
                <a:prstGeom prst="homePlate">
                  <a:avLst>
                    <a:gd name="adj" fmla="val 100000"/>
                  </a:avLst>
                </a:prstGeom>
                <a:solidFill>
                  <a:srgbClr val="008D2E">
                    <a:alpha val="50000"/>
                  </a:srgbClr>
                </a:solidFill>
                <a:ln>
                  <a:noFill/>
                </a:ln>
                <a:effectLst/>
              </p:spPr>
              <p:txBody>
                <a:bodyPr wrap="none" lIns="0" tIns="0" rIns="0" bIns="0" anchor="ctr"/>
                <a:lstStyle/>
                <a:p>
                  <a:endParaRPr lang="ja-JP" altLang="en-US"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  <p:grpSp>
            <p:nvGrpSpPr>
              <p:cNvPr id="80" name="グループ化 79">
                <a:extLst>
                  <a:ext uri="{FF2B5EF4-FFF2-40B4-BE49-F238E27FC236}">
                    <ns2:creationId id="{731459E8-E0A5-FC88-3AC4-D3E4F87BAF23}"/>
                  </a:ext>
                </a:extLst>
              </p:cNvPr>
              <p:cNvGrpSpPr/>
              <p:nvPr/>
            </p:nvGrpSpPr>
            <p:grpSpPr>
              <a:xfrm>
                <a:off x="341698" y="1635975"/>
                <a:ext cx="2340000" cy="540000"/>
                <a:chOff x="341698" y="1631669"/>
                <a:chExt cx="2340000" cy="540000"/>
              </a:xfrm>
            </p:grpSpPr>
            <p:sp>
              <p:nvSpPr>
                <p:cNvPr id="5" name="正方形/長方形 4">
                  <a:extLst>
                    <a:ext uri="{FF2B5EF4-FFF2-40B4-BE49-F238E27FC236}">
                      <ns2:creationId id="{3E7B0453-101F-B94B-A20F-9C57A959E185}"/>
                    </a:ext>
                  </a:extLst>
                </p:cNvPr>
                <p:cNvSpPr/>
                <p:nvPr/>
              </p:nvSpPr>
              <p:spPr>
                <a:xfrm>
                  <a:off x="341698" y="1631669"/>
                  <a:ext cx="2340000" cy="540000"/>
                </a:xfrm>
                <a:prstGeom prst="rect">
                  <a:avLst/>
                </a:prstGeom>
                <a:solidFill>
                  <a:schemeClr val="accent5"/>
                </a:solidFill>
                <a:ln w="9525">
                  <a:solidFill>
                    <a:srgbClr val="008D2E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kumimoji="1" lang="ja-JP" altLang="en-US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kumimoji="1" lang="en-US" altLang="ja-JP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kumimoji="1" lang="en-US" altLang="ja-JP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kumimoji="1" lang="ja-JP" altLang="en-US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1" lang="en-US" altLang="ja-JP" sz="1100">
                      <a:solidFill>
                        <a:schemeClr val="bg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73" name="グラフィックス 72" descr="カスタマー レビュー 単色塗りつぶし">
                  <a:extLst>
                    <a:ext uri="{FF2B5EF4-FFF2-40B4-BE49-F238E27FC236}">
                      <ns2:creationId id="{32861A3A-995D-CB2B-B29C-ADEF6236EE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1698" y="1757669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78" name="グループ化 77">
              <a:extLst>
                <a:ext uri="{FF2B5EF4-FFF2-40B4-BE49-F238E27FC236}">
                  <ns2:creationId id="{86278992-908F-E12B-41A8-7566E3FB9B6A}"/>
                </a:ext>
              </a:extLst>
            </p:cNvPr>
            <p:cNvGrpSpPr/>
            <p:nvPr/>
          </p:nvGrpSpPr>
          <p:grpSpPr>
            <a:xfrm>
              <a:off x="331778" y="2289921"/>
              <a:ext cx="7028312" cy="288000"/>
              <a:chOff x="331778" y="2289921"/>
              <a:chExt cx="7028312" cy="288000"/>
            </a:xfrm>
          </p:grpSpPr>
          <p:sp>
            <p:nvSpPr>
              <p:cNvPr id="22" name="正方形/長方形 21">
                <a:extLst>
                  <a:ext uri="{FF2B5EF4-FFF2-40B4-BE49-F238E27FC236}">
                    <ns2:creationId id="{7EA40DF7-4E50-405B-3531-25F5ACD7F1BB}"/>
                  </a:ext>
                </a:extLst>
              </p:cNvPr>
              <p:cNvSpPr/>
              <p:nvPr/>
            </p:nvSpPr>
            <p:spPr>
              <a:xfrm>
                <a:off x="340090" y="2289921"/>
                <a:ext cx="7020000" cy="288000"/>
              </a:xfrm>
              <a:prstGeom prst="rect">
                <a:avLst/>
              </a:prstGeom>
              <a:solidFill>
                <a:schemeClr val="accent5"/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1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75" name="グラフィックス 74" descr="クリップボード 単色塗りつぶし">
                <a:extLst>
                  <a:ext uri="{FF2B5EF4-FFF2-40B4-BE49-F238E27FC236}">
                    <ns2:creationId id="{7E0E9861-622B-2D46-630B-A5DA66716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31778" y="2289921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85" name="グループ化 84">
              <a:extLst>
                <a:ext uri="{FF2B5EF4-FFF2-40B4-BE49-F238E27FC236}">
                  <ns2:creationId id="{877704C2-1A4D-2586-7FD0-8C4C3670FEF8}"/>
                </a:ext>
              </a:extLst>
            </p:cNvPr>
            <p:cNvGrpSpPr/>
            <p:nvPr/>
          </p:nvGrpSpPr>
          <p:grpSpPr>
            <a:xfrm>
              <a:off x="339497" y="2963829"/>
              <a:ext cx="3420000" cy="288000"/>
              <a:chOff x="341088" y="2963829"/>
              <a:chExt cx="3420000" cy="288000"/>
            </a:xfrm>
          </p:grpSpPr>
          <p:sp>
            <p:nvSpPr>
              <p:cNvPr id="28" name="正方形/長方形 27">
                <a:extLst>
                  <a:ext uri="{FF2B5EF4-FFF2-40B4-BE49-F238E27FC236}">
                    <ns2:creationId id="{794FF677-F94B-5D32-B445-772CE7751770}"/>
                  </a:ext>
                </a:extLst>
              </p:cNvPr>
              <p:cNvSpPr/>
              <p:nvPr/>
            </p:nvSpPr>
            <p:spPr>
              <a:xfrm>
                <a:off x="341088" y="2963829"/>
                <a:ext cx="900000" cy="288000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930A991B-F6FC-F928-114E-CF2DABE7A3EA}"/>
                  </a:ext>
                </a:extLst>
              </p:cNvPr>
              <p:cNvSpPr/>
              <p:nvPr/>
            </p:nvSpPr>
            <p:spPr>
              <a:xfrm>
                <a:off x="1241088" y="2963829"/>
                <a:ext cx="2520000" cy="288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82" name="直線コネクタ 81">
                <a:extLst>
                  <a:ext uri="{FF2B5EF4-FFF2-40B4-BE49-F238E27FC236}">
                    <ns2:creationId id="{EE91DEA8-9E77-FAA2-E5E5-EB76F3C7B1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088" y="3245290"/>
                <a:ext cx="342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6" name="グループ化 85">
              <a:extLst>
                <a:ext uri="{FF2B5EF4-FFF2-40B4-BE49-F238E27FC236}">
                  <ns2:creationId id="{6AECF279-BBE1-2BE2-9383-0529037978FE}"/>
                </a:ext>
              </a:extLst>
            </p:cNvPr>
            <p:cNvGrpSpPr/>
            <p:nvPr/>
          </p:nvGrpSpPr>
          <p:grpSpPr>
            <a:xfrm>
              <a:off x="3941610" y="2963829"/>
              <a:ext cx="3420000" cy="288000"/>
              <a:chOff x="3931778" y="2963829"/>
              <a:chExt cx="3420000" cy="288000"/>
            </a:xfrm>
          </p:grpSpPr>
          <p:sp>
            <p:nvSpPr>
              <p:cNvPr id="34" name="正方形/長方形 33">
                <a:extLst>
                  <a:ext uri="{FF2B5EF4-FFF2-40B4-BE49-F238E27FC236}">
                    <ns2:creationId id="{607D58AC-FA67-FEED-B560-514EE7A59B6E}"/>
                  </a:ext>
                </a:extLst>
              </p:cNvPr>
              <p:cNvSpPr/>
              <p:nvPr/>
            </p:nvSpPr>
            <p:spPr>
              <a:xfrm>
                <a:off x="3931778" y="2963829"/>
                <a:ext cx="900000" cy="288000"/>
              </a:xfrm>
              <a:prstGeom prst="rect">
                <a:avLst/>
              </a:prstGeom>
              <a:solidFill>
                <a:srgbClr val="008D2E">
                  <a:alpha val="10000"/>
                </a:srgbClr>
              </a:solidFill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18000" rIns="72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5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EB5C460C-DC4B-456F-015E-86CC5D3805FA}"/>
                  </a:ext>
                </a:extLst>
              </p:cNvPr>
              <p:cNvSpPr/>
              <p:nvPr/>
            </p:nvSpPr>
            <p:spPr>
              <a:xfrm>
                <a:off x="4831778" y="2963829"/>
                <a:ext cx="2520000" cy="288000"/>
              </a:xfrm>
              <a:prstGeom prst="rect">
                <a:avLst/>
              </a:prstGeom>
              <a:noFill/>
              <a:ln w="9525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800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0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 dirty="0">
                    <a:solidFill>
                      <a:schemeClr val="accent5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900" dirty="0">
                  <a:solidFill>
                    <a:schemeClr val="accent5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84" name="直線コネクタ 83">
                <a:extLst>
                  <a:ext uri="{FF2B5EF4-FFF2-40B4-BE49-F238E27FC236}">
                    <ns2:creationId id="{3DCD50B1-844D-2983-1E7E-B1DA9E59E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778" y="3245290"/>
                <a:ext cx="3420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3959097662"/>
      </p:ext>
    </p:extLst>
  </p:cSld>
  <p:clrMapOvr>
    <a:masterClrMapping/>
  </p:clrMapOvr>
</p:sld>
</file>

<file path=ppt/slides/slide33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1">
            <a:extLst>
              <a:ext uri="{FF2B5EF4-FFF2-40B4-BE49-F238E27FC236}">
                <ns2:creationId id="{FD3971CD-153E-07E8-CA6B-D3C24B840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ns2:creationId id="{91967894-B0FD-39B5-6D1E-BC5F1E8B76A1}"/>
              </a:ext>
            </a:extLst>
          </p:cNvPr>
          <p:cNvGrpSpPr/>
          <p:nvPr/>
        </p:nvGrpSpPr>
        <p:grpSpPr>
          <a:xfrm>
            <a:off x="347898" y="973471"/>
            <a:ext cx="11515625" cy="5328000"/>
            <a:chOff x="347898" y="973471"/>
            <a:chExt cx="11515625" cy="5328000"/>
          </a:xfrm>
        </p:grpSpPr>
        <p:sp>
          <p:nvSpPr>
            <p:cNvPr id="8" name="正方形/長方形 7">
              <a:extLst>
                <a:ext uri="{FF2B5EF4-FFF2-40B4-BE49-F238E27FC236}">
                  <ns2:creationId id="{656EC412-3E1C-6174-304F-CF631CCAD54A}"/>
                </a:ext>
              </a:extLst>
            </p:cNvPr>
            <p:cNvSpPr/>
            <p:nvPr/>
          </p:nvSpPr>
          <p:spPr>
            <a:xfrm>
              <a:off x="347899" y="1171431"/>
              <a:ext cx="684987" cy="972000"/>
            </a:xfrm>
            <a:custGeom>
              <a:avLst/>
              <a:gdLst>
                <a:gd name="csX0" fmla="*/ 0 w 684000"/>
                <a:gd name="csY0" fmla="*/ 0 h 972000"/>
                <a:gd name="csX1" fmla="*/ 684000 w 684000"/>
                <a:gd name="csY1" fmla="*/ 0 h 972000"/>
                <a:gd name="csX2" fmla="*/ 684000 w 684000"/>
                <a:gd name="csY2" fmla="*/ 972000 h 972000"/>
                <a:gd name="csX3" fmla="*/ 0 w 684000"/>
                <a:gd name="csY3" fmla="*/ 972000 h 972000"/>
                <a:gd name="csX4" fmla="*/ 0 w 684000"/>
                <a:gd name="csY4" fmla="*/ 0 h 972000"/>
                <a:gd name="csX0" fmla="*/ 0 w 684987"/>
                <a:gd name="csY0" fmla="*/ 0 h 972000"/>
                <a:gd name="csX1" fmla="*/ 684000 w 684987"/>
                <a:gd name="csY1" fmla="*/ 0 h 972000"/>
                <a:gd name="csX2" fmla="*/ 684987 w 684987"/>
                <a:gd name="csY2" fmla="*/ 394640 h 972000"/>
                <a:gd name="csX3" fmla="*/ 684000 w 684987"/>
                <a:gd name="csY3" fmla="*/ 972000 h 972000"/>
                <a:gd name="csX4" fmla="*/ 0 w 684987"/>
                <a:gd name="csY4" fmla="*/ 972000 h 972000"/>
                <a:gd name="csX5" fmla="*/ 0 w 684987"/>
                <a:gd name="csY5" fmla="*/ 0 h 972000"/>
                <a:gd name="csX0" fmla="*/ 0 w 684987"/>
                <a:gd name="csY0" fmla="*/ 0 h 972000"/>
                <a:gd name="csX1" fmla="*/ 684000 w 684987"/>
                <a:gd name="csY1" fmla="*/ 0 h 972000"/>
                <a:gd name="csX2" fmla="*/ 684987 w 684987"/>
                <a:gd name="csY2" fmla="*/ 394640 h 972000"/>
                <a:gd name="csX3" fmla="*/ 684987 w 684987"/>
                <a:gd name="csY3" fmla="*/ 574944 h 972000"/>
                <a:gd name="csX4" fmla="*/ 684000 w 684987"/>
                <a:gd name="csY4" fmla="*/ 972000 h 972000"/>
                <a:gd name="csX5" fmla="*/ 0 w 684987"/>
                <a:gd name="csY5" fmla="*/ 972000 h 972000"/>
                <a:gd name="csX6" fmla="*/ 0 w 684987"/>
                <a:gd name="csY6" fmla="*/ 0 h 97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84987" h="972000">
                  <a:moveTo>
                    <a:pt x="0" y="0"/>
                  </a:moveTo>
                  <a:lnTo>
                    <a:pt x="684000" y="0"/>
                  </a:lnTo>
                  <a:lnTo>
                    <a:pt x="684987" y="394640"/>
                  </a:lnTo>
                  <a:lnTo>
                    <a:pt x="684987" y="574944"/>
                  </a:lnTo>
                  <a:lnTo>
                    <a:pt x="684000" y="972000"/>
                  </a:lnTo>
                  <a:lnTo>
                    <a:pt x="0" y="97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1" lang="ja-JP" altLang="en-US" sz="1000">
                <a:solidFill>
                  <a:srgbClr val="FFFFFF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A5DE9700-1549-550D-4E4D-614500A7CFAA}"/>
                </a:ext>
              </a:extLst>
            </p:cNvPr>
            <p:cNvSpPr/>
            <p:nvPr/>
          </p:nvSpPr>
          <p:spPr>
            <a:xfrm>
              <a:off x="1279605" y="5977471"/>
              <a:ext cx="2052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01C5B8A6-1504-9AD3-3D66-A0F1939FD3F9}"/>
                </a:ext>
              </a:extLst>
            </p:cNvPr>
            <p:cNvSpPr/>
            <p:nvPr/>
          </p:nvSpPr>
          <p:spPr>
            <a:xfrm>
              <a:off x="1342844" y="1171431"/>
              <a:ext cx="2772000" cy="46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F93E555B-3E73-1B12-FFC8-EEBE147B8699}"/>
                </a:ext>
              </a:extLst>
            </p:cNvPr>
            <p:cNvSpPr/>
            <p:nvPr/>
          </p:nvSpPr>
          <p:spPr>
            <a:xfrm>
              <a:off x="1342844" y="1677918"/>
              <a:ext cx="2772000" cy="46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4CF5E48F-7581-C2E5-4B6E-278E2BAAF9D6}"/>
                </a:ext>
              </a:extLst>
            </p:cNvPr>
            <p:cNvSpPr/>
            <p:nvPr/>
          </p:nvSpPr>
          <p:spPr>
            <a:xfrm>
              <a:off x="11204578" y="973471"/>
              <a:ext cx="324000" cy="180000"/>
            </a:xfrm>
            <a:prstGeom prst="rect">
              <a:avLst/>
            </a:prstGeom>
            <a:solidFill>
              <a:srgbClr val="CCE6C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EF35C053-D987-50BE-B4AC-3F9DE6B91DCF}"/>
                </a:ext>
              </a:extLst>
            </p:cNvPr>
            <p:cNvSpPr/>
            <p:nvPr/>
          </p:nvSpPr>
          <p:spPr>
            <a:xfrm>
              <a:off x="11539523" y="973471"/>
              <a:ext cx="324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AA715D60-AA7C-3482-6E93-244633A2D3CA}"/>
                </a:ext>
              </a:extLst>
            </p:cNvPr>
            <p:cNvSpPr/>
            <p:nvPr/>
          </p:nvSpPr>
          <p:spPr>
            <a:xfrm>
              <a:off x="10869632" y="973471"/>
              <a:ext cx="324000" cy="18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AF024633-A4E4-D676-18BB-FA3F7CBB2B0D}"/>
                </a:ext>
              </a:extLst>
            </p:cNvPr>
            <p:cNvSpPr/>
            <p:nvPr/>
          </p:nvSpPr>
          <p:spPr>
            <a:xfrm>
              <a:off x="10534686" y="973471"/>
              <a:ext cx="324000" cy="180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" name="円/楕円 34">
              <a:extLst>
                <a:ext uri="{FF2B5EF4-FFF2-40B4-BE49-F238E27FC236}">
                  <ns2:creationId id="{EB226449-F9DD-7EC8-0803-B94FDBF3FD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3143451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１</a:t>
              </a:r>
            </a:p>
          </p:txBody>
        </p:sp>
        <p:sp>
          <p:nvSpPr>
            <p:cNvPr id="49" name="円/楕円 34">
              <a:extLst>
                <a:ext uri="{FF2B5EF4-FFF2-40B4-BE49-F238E27FC236}">
                  <ns2:creationId id="{708C533C-60C5-F7E1-99A2-6A66B2242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3809450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" name="円/楕円 34">
              <a:extLst>
                <a:ext uri="{FF2B5EF4-FFF2-40B4-BE49-F238E27FC236}">
                  <ns2:creationId id="{BDDB99C8-2C7D-601B-1AE1-C057031670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4354656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" name="円/楕円 34">
              <a:extLst>
                <a:ext uri="{FF2B5EF4-FFF2-40B4-BE49-F238E27FC236}">
                  <ns2:creationId id="{E8CCC902-FAD3-2A15-951B-BC070B63563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4794666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4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5" name="円/楕円 34">
              <a:extLst>
                <a:ext uri="{FF2B5EF4-FFF2-40B4-BE49-F238E27FC236}">
                  <ns2:creationId id="{CCB28FB0-8B61-6834-E09E-6D6AC6EB94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5202308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5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9" name="円/楕円 34">
              <a:extLst>
                <a:ext uri="{FF2B5EF4-FFF2-40B4-BE49-F238E27FC236}">
                  <ns2:creationId id="{D9D57279-B372-5624-00E2-7A59ACCC37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251" y="5609948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6</a:t>
              </a:r>
              <a:endPara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1FE2C980-6FD7-C986-C489-55A7E6F7CF9C}"/>
                </a:ext>
              </a:extLst>
            </p:cNvPr>
            <p:cNvSpPr/>
            <p:nvPr/>
          </p:nvSpPr>
          <p:spPr>
            <a:xfrm>
              <a:off x="1320065" y="4769225"/>
              <a:ext cx="280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10A01B90-BDA0-65A1-3ED1-B108813EEB49}"/>
                </a:ext>
              </a:extLst>
            </p:cNvPr>
            <p:cNvSpPr/>
            <p:nvPr/>
          </p:nvSpPr>
          <p:spPr>
            <a:xfrm>
              <a:off x="1320065" y="5176429"/>
              <a:ext cx="280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C48B4CD7-E901-B1A2-B05B-913722AA8C78}"/>
                </a:ext>
              </a:extLst>
            </p:cNvPr>
            <p:cNvSpPr/>
            <p:nvPr/>
          </p:nvSpPr>
          <p:spPr>
            <a:xfrm>
              <a:off x="1320065" y="5583634"/>
              <a:ext cx="280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9C45C529-AB39-E320-2687-4D08E1311426}"/>
                </a:ext>
              </a:extLst>
            </p:cNvPr>
            <p:cNvSpPr/>
            <p:nvPr/>
          </p:nvSpPr>
          <p:spPr>
            <a:xfrm>
              <a:off x="4177683" y="1171431"/>
              <a:ext cx="684000" cy="97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A8F8CB6E-3378-6FB2-8C4C-7CE4E12E488B}"/>
                </a:ext>
              </a:extLst>
            </p:cNvPr>
            <p:cNvSpPr/>
            <p:nvPr/>
          </p:nvSpPr>
          <p:spPr>
            <a:xfrm>
              <a:off x="5172490" y="1171432"/>
              <a:ext cx="2772000" cy="46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42376C5C-3433-5ABB-B91F-5AF20472347A}"/>
                </a:ext>
              </a:extLst>
            </p:cNvPr>
            <p:cNvSpPr/>
            <p:nvPr/>
          </p:nvSpPr>
          <p:spPr>
            <a:xfrm>
              <a:off x="5172490" y="1677918"/>
              <a:ext cx="2772000" cy="46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C7BB0AB1-C5E9-CD5D-555B-CCC8BA5774B7}"/>
                </a:ext>
              </a:extLst>
            </p:cNvPr>
            <p:cNvSpPr/>
            <p:nvPr/>
          </p:nvSpPr>
          <p:spPr>
            <a:xfrm>
              <a:off x="8026513" y="1171431"/>
              <a:ext cx="684000" cy="97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F76CA331-4B1B-233B-C9BF-7FED0EEE8B02}"/>
                </a:ext>
              </a:extLst>
            </p:cNvPr>
            <p:cNvSpPr/>
            <p:nvPr/>
          </p:nvSpPr>
          <p:spPr>
            <a:xfrm>
              <a:off x="9023701" y="1171432"/>
              <a:ext cx="2772000" cy="46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25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50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006B45CB-E5FE-9110-77F6-EA4F20C858A0}"/>
                </a:ext>
              </a:extLst>
            </p:cNvPr>
            <p:cNvSpPr/>
            <p:nvPr/>
          </p:nvSpPr>
          <p:spPr>
            <a:xfrm>
              <a:off x="9023701" y="1677918"/>
              <a:ext cx="2772000" cy="46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PH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D4042F8A-1CC9-09EE-479E-36A99863C917}"/>
                </a:ext>
              </a:extLst>
            </p:cNvPr>
            <p:cNvSpPr/>
            <p:nvPr/>
          </p:nvSpPr>
          <p:spPr>
            <a:xfrm>
              <a:off x="6775551" y="5977471"/>
              <a:ext cx="1692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0838710-E4AB-7250-34EA-E65B64DF6A49}"/>
                </a:ext>
              </a:extLst>
            </p:cNvPr>
            <p:cNvSpPr/>
            <p:nvPr/>
          </p:nvSpPr>
          <p:spPr>
            <a:xfrm>
              <a:off x="3379578" y="5977471"/>
              <a:ext cx="334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B940C906-9B66-E4D9-CDBB-0D2468C69265}"/>
                </a:ext>
              </a:extLst>
            </p:cNvPr>
            <p:cNvSpPr/>
            <p:nvPr/>
          </p:nvSpPr>
          <p:spPr>
            <a:xfrm>
              <a:off x="8515523" y="5977471"/>
              <a:ext cx="3348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54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225" name="グループ化 224">
              <a:extLst>
                <a:ext uri="{FF2B5EF4-FFF2-40B4-BE49-F238E27FC236}">
                  <ns2:creationId id="{81DEE260-10E7-6159-B994-8E2B04503109}"/>
                </a:ext>
              </a:extLst>
            </p:cNvPr>
            <p:cNvGrpSpPr/>
            <p:nvPr/>
          </p:nvGrpSpPr>
          <p:grpSpPr>
            <a:xfrm>
              <a:off x="4919136" y="3014224"/>
              <a:ext cx="3036821" cy="324000"/>
              <a:chOff x="4919136" y="3014224"/>
              <a:chExt cx="3036821" cy="324000"/>
            </a:xfrm>
          </p:grpSpPr>
          <p:sp>
            <p:nvSpPr>
              <p:cNvPr id="112" name="円/楕円 34">
                <a:extLst>
                  <a:ext uri="{FF2B5EF4-FFF2-40B4-BE49-F238E27FC236}">
                    <ns2:creationId id="{AAC4EF9E-3740-2747-6FB6-323DE41C12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3070456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7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2" name="正方形/長方形 121">
                <a:extLst>
                  <a:ext uri="{FF2B5EF4-FFF2-40B4-BE49-F238E27FC236}">
                    <ns2:creationId id="{A9F3FF09-5DF3-F083-8BA5-BE6C4982A7F9}"/>
                  </a:ext>
                </a:extLst>
              </p:cNvPr>
              <p:cNvSpPr/>
              <p:nvPr/>
            </p:nvSpPr>
            <p:spPr>
              <a:xfrm>
                <a:off x="5147957" y="3014224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4" name="グループ化 223">
              <a:extLst>
                <a:ext uri="{FF2B5EF4-FFF2-40B4-BE49-F238E27FC236}">
                  <ns2:creationId id="{BCA033D4-8F27-0FEA-784A-941E7932C536}"/>
                </a:ext>
              </a:extLst>
            </p:cNvPr>
            <p:cNvGrpSpPr/>
            <p:nvPr/>
          </p:nvGrpSpPr>
          <p:grpSpPr>
            <a:xfrm>
              <a:off x="4919136" y="3542564"/>
              <a:ext cx="3036821" cy="324000"/>
              <a:chOff x="4919136" y="3677639"/>
              <a:chExt cx="3036821" cy="324000"/>
            </a:xfrm>
          </p:grpSpPr>
          <p:sp>
            <p:nvSpPr>
              <p:cNvPr id="114" name="円/楕円 34">
                <a:extLst>
                  <a:ext uri="{FF2B5EF4-FFF2-40B4-BE49-F238E27FC236}">
                    <ns2:creationId id="{962CE83F-7A69-47CC-BAC8-A91E4C5C71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3718621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8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6E97BDE1-6727-48A8-C12E-E9132C582616}"/>
                  </a:ext>
                </a:extLst>
              </p:cNvPr>
              <p:cNvSpPr/>
              <p:nvPr/>
            </p:nvSpPr>
            <p:spPr>
              <a:xfrm>
                <a:off x="5147957" y="3677639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2" name="グループ化 221">
              <a:extLst>
                <a:ext uri="{FF2B5EF4-FFF2-40B4-BE49-F238E27FC236}">
                  <ns2:creationId id="{D6935AEE-2ED9-8E48-8321-8FC14701E4D1}"/>
                </a:ext>
              </a:extLst>
            </p:cNvPr>
            <p:cNvGrpSpPr/>
            <p:nvPr/>
          </p:nvGrpSpPr>
          <p:grpSpPr>
            <a:xfrm>
              <a:off x="4919136" y="4741076"/>
              <a:ext cx="3036821" cy="324000"/>
              <a:chOff x="4919136" y="4769225"/>
              <a:chExt cx="3036821" cy="324000"/>
            </a:xfrm>
          </p:grpSpPr>
          <p:sp>
            <p:nvSpPr>
              <p:cNvPr id="118" name="円/楕円 34">
                <a:extLst>
                  <a:ext uri="{FF2B5EF4-FFF2-40B4-BE49-F238E27FC236}">
                    <ns2:creationId id="{5B7520E4-393E-33AC-62CE-008F869789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4829762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10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569A35C7-6F70-3344-B652-AA85F6BFEBF8}"/>
                  </a:ext>
                </a:extLst>
              </p:cNvPr>
              <p:cNvSpPr/>
              <p:nvPr/>
            </p:nvSpPr>
            <p:spPr>
              <a:xfrm>
                <a:off x="5147957" y="4769225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1" name="グループ化 220">
              <a:extLst>
                <a:ext uri="{FF2B5EF4-FFF2-40B4-BE49-F238E27FC236}">
                  <ns2:creationId id="{890C50F2-2A66-C00F-D855-C35D4BD4ECA9}"/>
                </a:ext>
              </a:extLst>
            </p:cNvPr>
            <p:cNvGrpSpPr/>
            <p:nvPr/>
          </p:nvGrpSpPr>
          <p:grpSpPr>
            <a:xfrm>
              <a:off x="4919136" y="5269417"/>
              <a:ext cx="3036821" cy="324000"/>
              <a:chOff x="4919136" y="5176429"/>
              <a:chExt cx="3036821" cy="324000"/>
            </a:xfrm>
          </p:grpSpPr>
          <p:sp>
            <p:nvSpPr>
              <p:cNvPr id="120" name="円/楕円 34">
                <a:extLst>
                  <a:ext uri="{FF2B5EF4-FFF2-40B4-BE49-F238E27FC236}">
                    <ns2:creationId id="{9B6BD73D-0EDC-42CA-5CC8-4C72B65234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5225053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11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30" name="正方形/長方形 129">
                <a:extLst>
                  <a:ext uri="{FF2B5EF4-FFF2-40B4-BE49-F238E27FC236}">
                    <ns2:creationId id="{65919386-AC6D-2DFA-0D6A-1BEF217E4CF1}"/>
                  </a:ext>
                </a:extLst>
              </p:cNvPr>
              <p:cNvSpPr/>
              <p:nvPr/>
            </p:nvSpPr>
            <p:spPr>
              <a:xfrm>
                <a:off x="5147957" y="5176429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45" name="正方形/長方形 44">
              <a:extLst>
                <a:ext uri="{FF2B5EF4-FFF2-40B4-BE49-F238E27FC236}">
                  <ns2:creationId id="{C4A0E11E-596E-C718-5CD0-C1DB9435F7A3}"/>
                </a:ext>
              </a:extLst>
            </p:cNvPr>
            <p:cNvSpPr/>
            <p:nvPr/>
          </p:nvSpPr>
          <p:spPr>
            <a:xfrm>
              <a:off x="1658359" y="2398796"/>
              <a:ext cx="214268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973E430E-FE91-919F-604C-41F275F4B496}"/>
                </a:ext>
              </a:extLst>
            </p:cNvPr>
            <p:cNvSpPr/>
            <p:nvPr/>
          </p:nvSpPr>
          <p:spPr>
            <a:xfrm>
              <a:off x="5491507" y="2398796"/>
              <a:ext cx="214268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71CEA58-2B82-CE25-72F6-90AE8C1B1F01}"/>
                </a:ext>
              </a:extLst>
            </p:cNvPr>
            <p:cNvSpPr/>
            <p:nvPr/>
          </p:nvSpPr>
          <p:spPr>
            <a:xfrm>
              <a:off x="9330880" y="2398796"/>
              <a:ext cx="2142683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2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105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162" name="グループ化 161">
              <a:extLst>
                <a:ext uri="{FF2B5EF4-FFF2-40B4-BE49-F238E27FC236}">
                  <ns2:creationId id="{2BFA800F-CF13-5948-4543-0C657B14909F}"/>
                </a:ext>
              </a:extLst>
            </p:cNvPr>
            <p:cNvGrpSpPr/>
            <p:nvPr/>
          </p:nvGrpSpPr>
          <p:grpSpPr>
            <a:xfrm>
              <a:off x="1320065" y="3014224"/>
              <a:ext cx="2808000" cy="580211"/>
              <a:chOff x="1279605" y="3014224"/>
              <a:chExt cx="2808000" cy="580211"/>
            </a:xfrm>
          </p:grpSpPr>
          <p:sp>
            <p:nvSpPr>
              <p:cNvPr id="61" name="正方形/長方形 60">
                <a:extLst>
                  <a:ext uri="{FF2B5EF4-FFF2-40B4-BE49-F238E27FC236}">
                    <ns2:creationId id="{1B856861-A840-1FA9-263D-9DC3537F66EE}"/>
                  </a:ext>
                </a:extLst>
              </p:cNvPr>
              <p:cNvSpPr/>
              <p:nvPr/>
            </p:nvSpPr>
            <p:spPr>
              <a:xfrm>
                <a:off x="1279605" y="3014224"/>
                <a:ext cx="280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7" name="正方形/長方形 156">
                <a:extLst>
                  <a:ext uri="{FF2B5EF4-FFF2-40B4-BE49-F238E27FC236}">
                    <ns2:creationId id="{805B5CB8-B85B-B745-A491-870646AAF811}"/>
                  </a:ext>
                </a:extLst>
              </p:cNvPr>
              <p:cNvSpPr/>
              <p:nvPr/>
            </p:nvSpPr>
            <p:spPr>
              <a:xfrm>
                <a:off x="1279605" y="3450435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63" name="グループ化 162">
              <a:extLst>
                <a:ext uri="{FF2B5EF4-FFF2-40B4-BE49-F238E27FC236}">
                  <ns2:creationId id="{FB8D6FB2-32A6-6913-92D7-3564EC4FA688}"/>
                </a:ext>
              </a:extLst>
            </p:cNvPr>
            <p:cNvGrpSpPr/>
            <p:nvPr/>
          </p:nvGrpSpPr>
          <p:grpSpPr>
            <a:xfrm>
              <a:off x="1320065" y="3677639"/>
              <a:ext cx="2808000" cy="464520"/>
              <a:chOff x="1279605" y="3578845"/>
              <a:chExt cx="2808000" cy="464520"/>
            </a:xfrm>
          </p:grpSpPr>
          <p:sp>
            <p:nvSpPr>
              <p:cNvPr id="63" name="正方形/長方形 62">
                <a:extLst>
                  <a:ext uri="{FF2B5EF4-FFF2-40B4-BE49-F238E27FC236}">
                    <ns2:creationId id="{539E6FC5-65F3-62B2-6910-1E01307EB92F}"/>
                  </a:ext>
                </a:extLst>
              </p:cNvPr>
              <p:cNvSpPr/>
              <p:nvPr/>
            </p:nvSpPr>
            <p:spPr>
              <a:xfrm>
                <a:off x="1279605" y="3578845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25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50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9" name="正方形/長方形 158">
                <a:extLst>
                  <a:ext uri="{FF2B5EF4-FFF2-40B4-BE49-F238E27FC236}">
                    <ns2:creationId id="{C054A53F-4FDB-B445-06A2-0289C5FF3BC1}"/>
                  </a:ext>
                </a:extLst>
              </p:cNvPr>
              <p:cNvSpPr/>
              <p:nvPr/>
            </p:nvSpPr>
            <p:spPr>
              <a:xfrm>
                <a:off x="1279605" y="3899365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65" name="グループ化 164">
              <a:extLst>
                <a:ext uri="{FF2B5EF4-FFF2-40B4-BE49-F238E27FC236}">
                  <ns2:creationId id="{B451DD27-9A5B-29E4-E38F-5A9FB69438CC}"/>
                </a:ext>
              </a:extLst>
            </p:cNvPr>
            <p:cNvGrpSpPr/>
            <p:nvPr/>
          </p:nvGrpSpPr>
          <p:grpSpPr>
            <a:xfrm>
              <a:off x="1320065" y="4225363"/>
              <a:ext cx="2808000" cy="460658"/>
              <a:chOff x="1279605" y="4248021"/>
              <a:chExt cx="2808000" cy="460658"/>
            </a:xfrm>
          </p:grpSpPr>
          <p:sp>
            <p:nvSpPr>
              <p:cNvPr id="65" name="正方形/長方形 64">
                <a:extLst>
                  <a:ext uri="{FF2B5EF4-FFF2-40B4-BE49-F238E27FC236}">
                    <ns2:creationId id="{464E294C-21A9-E00C-6637-4EA61A84F8CF}"/>
                  </a:ext>
                </a:extLst>
              </p:cNvPr>
              <p:cNvSpPr/>
              <p:nvPr/>
            </p:nvSpPr>
            <p:spPr>
              <a:xfrm>
                <a:off x="1279605" y="4248021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1" name="正方形/長方形 160">
                <a:extLst>
                  <a:ext uri="{FF2B5EF4-FFF2-40B4-BE49-F238E27FC236}">
                    <ns2:creationId id="{ACAF1926-B85C-0621-6F68-E2345F6ECB3C}"/>
                  </a:ext>
                </a:extLst>
              </p:cNvPr>
              <p:cNvSpPr/>
              <p:nvPr/>
            </p:nvSpPr>
            <p:spPr>
              <a:xfrm>
                <a:off x="1279605" y="4564679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3" name="グループ化 222">
              <a:extLst>
                <a:ext uri="{FF2B5EF4-FFF2-40B4-BE49-F238E27FC236}">
                  <ns2:creationId id="{4249321B-E92C-246B-B9E5-E2E7B0C1D05E}"/>
                </a:ext>
              </a:extLst>
            </p:cNvPr>
            <p:cNvGrpSpPr/>
            <p:nvPr/>
          </p:nvGrpSpPr>
          <p:grpSpPr>
            <a:xfrm>
              <a:off x="4919136" y="4070904"/>
              <a:ext cx="3036821" cy="465832"/>
              <a:chOff x="4919136" y="4225363"/>
              <a:chExt cx="3036821" cy="465832"/>
            </a:xfrm>
          </p:grpSpPr>
          <p:sp>
            <p:nvSpPr>
              <p:cNvPr id="116" name="円/楕円 34">
                <a:extLst>
                  <a:ext uri="{FF2B5EF4-FFF2-40B4-BE49-F238E27FC236}">
                    <ns2:creationId id="{55268549-36C7-6BCD-C904-1EC53DCE8C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19136" y="4351205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9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6" name="正方形/長方形 125">
                <a:extLst>
                  <a:ext uri="{FF2B5EF4-FFF2-40B4-BE49-F238E27FC236}">
                    <ns2:creationId id="{0AD018C8-10CD-E2C7-ABEB-B58A0B4F5DF3}"/>
                  </a:ext>
                </a:extLst>
              </p:cNvPr>
              <p:cNvSpPr/>
              <p:nvPr/>
            </p:nvSpPr>
            <p:spPr>
              <a:xfrm>
                <a:off x="5147957" y="4225363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7" name="正方形/長方形 166">
                <a:extLst>
                  <a:ext uri="{FF2B5EF4-FFF2-40B4-BE49-F238E27FC236}">
                    <ns2:creationId id="{C27AD5C3-D647-72AA-AF3D-C7661CD0E624}"/>
                  </a:ext>
                </a:extLst>
              </p:cNvPr>
              <p:cNvSpPr/>
              <p:nvPr/>
            </p:nvSpPr>
            <p:spPr>
              <a:xfrm>
                <a:off x="5147957" y="4547195"/>
                <a:ext cx="2808000" cy="144000"/>
              </a:xfrm>
              <a:prstGeom prst="rect">
                <a:avLst/>
              </a:prstGeom>
              <a:solidFill>
                <a:srgbClr val="008000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183" name="正方形/長方形 182">
              <a:extLst>
                <a:ext uri="{FF2B5EF4-FFF2-40B4-BE49-F238E27FC236}">
                  <ns2:creationId id="{59803603-7D2A-61D5-55B5-B2F92B0CADF5}"/>
                </a:ext>
              </a:extLst>
            </p:cNvPr>
            <p:cNvSpPr/>
            <p:nvPr/>
          </p:nvSpPr>
          <p:spPr>
            <a:xfrm>
              <a:off x="9005875" y="3335718"/>
              <a:ext cx="2808000" cy="14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en-US" altLang="ja-JP" sz="9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0F7A0296-B3BF-3EC3-2F9E-A12A92FCFD48}"/>
                </a:ext>
              </a:extLst>
            </p:cNvPr>
            <p:cNvSpPr/>
            <p:nvPr/>
          </p:nvSpPr>
          <p:spPr>
            <a:xfrm>
              <a:off x="525602" y="2192674"/>
              <a:ext cx="468000" cy="10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</a:p>
          </p:txBody>
        </p:sp>
        <p:sp>
          <p:nvSpPr>
            <p:cNvPr id="146" name="フリーフォーム: 図形 145">
              <a:extLst>
                <a:ext uri="{FF2B5EF4-FFF2-40B4-BE49-F238E27FC236}">
                  <ns2:creationId id="{8193795C-B50A-B7B8-0A2E-D3CB1EFECB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0133" y="2316058"/>
              <a:ext cx="756000" cy="3633829"/>
            </a:xfrm>
            <a:custGeom>
              <a:avLst/>
              <a:gdLst>
                <a:gd name="csX0" fmla="*/ 378000 w 756000"/>
                <a:gd name="csY0" fmla="*/ 0 h 3633829"/>
                <a:gd name="csX1" fmla="*/ 756000 w 756000"/>
                <a:gd name="csY1" fmla="*/ 378000 h 3633829"/>
                <a:gd name="csX2" fmla="*/ 589344 w 756000"/>
                <a:gd name="csY2" fmla="*/ 691444 h 3633829"/>
                <a:gd name="csX3" fmla="*/ 540732 w 756000"/>
                <a:gd name="csY3" fmla="*/ 717829 h 3633829"/>
                <a:gd name="csX4" fmla="*/ 545918 w 756000"/>
                <a:gd name="csY4" fmla="*/ 717829 h 3633829"/>
                <a:gd name="csX5" fmla="*/ 545918 w 756000"/>
                <a:gd name="csY5" fmla="*/ 3633829 h 3633829"/>
                <a:gd name="csX6" fmla="*/ 207238 w 756000"/>
                <a:gd name="csY6" fmla="*/ 3633829 h 3633829"/>
                <a:gd name="csX7" fmla="*/ 207238 w 756000"/>
                <a:gd name="csY7" fmla="*/ 717829 h 3633829"/>
                <a:gd name="csX8" fmla="*/ 215268 w 756000"/>
                <a:gd name="csY8" fmla="*/ 717829 h 3633829"/>
                <a:gd name="csX9" fmla="*/ 166656 w 756000"/>
                <a:gd name="csY9" fmla="*/ 691444 h 3633829"/>
                <a:gd name="csX10" fmla="*/ 0 w 756000"/>
                <a:gd name="csY10" fmla="*/ 378000 h 3633829"/>
                <a:gd name="csX11" fmla="*/ 378000 w 756000"/>
                <a:gd name="csY11" fmla="*/ 0 h 36338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56000" h="3633829">
                  <a:moveTo>
                    <a:pt x="378000" y="0"/>
                  </a:moveTo>
                  <a:cubicBezTo>
                    <a:pt x="586764" y="0"/>
                    <a:pt x="756000" y="169236"/>
                    <a:pt x="756000" y="378000"/>
                  </a:cubicBezTo>
                  <a:cubicBezTo>
                    <a:pt x="756000" y="508478"/>
                    <a:pt x="689892" y="623515"/>
                    <a:pt x="589344" y="691444"/>
                  </a:cubicBezTo>
                  <a:lnTo>
                    <a:pt x="540732" y="717829"/>
                  </a:lnTo>
                  <a:lnTo>
                    <a:pt x="545918" y="717829"/>
                  </a:lnTo>
                  <a:lnTo>
                    <a:pt x="545918" y="3633829"/>
                  </a:lnTo>
                  <a:lnTo>
                    <a:pt x="207238" y="3633829"/>
                  </a:lnTo>
                  <a:lnTo>
                    <a:pt x="207238" y="717829"/>
                  </a:lnTo>
                  <a:lnTo>
                    <a:pt x="215268" y="717829"/>
                  </a:lnTo>
                  <a:lnTo>
                    <a:pt x="166656" y="691444"/>
                  </a:lnTo>
                  <a:cubicBezTo>
                    <a:pt x="66108" y="623515"/>
                    <a:pt x="0" y="508478"/>
                    <a:pt x="0" y="378000"/>
                  </a:cubicBezTo>
                  <a:cubicBezTo>
                    <a:pt x="0" y="169236"/>
                    <a:pt x="169236" y="0"/>
                    <a:pt x="378000" y="0"/>
                  </a:cubicBez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96" name="グラフィックス 195" descr="履歴 単色塗りつぶし">
              <a:extLst>
                <a:ext uri="{FF2B5EF4-FFF2-40B4-BE49-F238E27FC236}">
                  <ns2:creationId id="{A959C110-E907-7C17-62C4-5BECB33C67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38106" y="2364786"/>
              <a:ext cx="648000" cy="648000"/>
            </a:xfrm>
            <a:prstGeom prst="rect">
              <a:avLst/>
            </a:prstGeom>
          </p:spPr>
        </p:pic>
        <p:sp>
          <p:nvSpPr>
            <p:cNvPr id="203" name="正方形/長方形 202">
              <a:extLst>
                <a:ext uri="{FF2B5EF4-FFF2-40B4-BE49-F238E27FC236}">
                  <ns2:creationId id="{8676547E-D7CF-4FB3-63A1-EE3FC051FF93}"/>
                </a:ext>
              </a:extLst>
            </p:cNvPr>
            <p:cNvSpPr/>
            <p:nvPr/>
          </p:nvSpPr>
          <p:spPr>
            <a:xfrm>
              <a:off x="4358734" y="2192674"/>
              <a:ext cx="468000" cy="10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</a:p>
          </p:txBody>
        </p:sp>
        <p:sp>
          <p:nvSpPr>
            <p:cNvPr id="204" name="フリーフォーム: 図形 203">
              <a:extLst>
                <a:ext uri="{FF2B5EF4-FFF2-40B4-BE49-F238E27FC236}">
                  <ns2:creationId id="{CCFE577F-2BBE-7246-C96D-BD744D0B98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13265" y="2316058"/>
              <a:ext cx="756000" cy="3633829"/>
            </a:xfrm>
            <a:custGeom>
              <a:avLst/>
              <a:gdLst>
                <a:gd name="csX0" fmla="*/ 378000 w 756000"/>
                <a:gd name="csY0" fmla="*/ 0 h 3633829"/>
                <a:gd name="csX1" fmla="*/ 756000 w 756000"/>
                <a:gd name="csY1" fmla="*/ 378000 h 3633829"/>
                <a:gd name="csX2" fmla="*/ 589344 w 756000"/>
                <a:gd name="csY2" fmla="*/ 691444 h 3633829"/>
                <a:gd name="csX3" fmla="*/ 540732 w 756000"/>
                <a:gd name="csY3" fmla="*/ 717829 h 3633829"/>
                <a:gd name="csX4" fmla="*/ 545918 w 756000"/>
                <a:gd name="csY4" fmla="*/ 717829 h 3633829"/>
                <a:gd name="csX5" fmla="*/ 545918 w 756000"/>
                <a:gd name="csY5" fmla="*/ 3633829 h 3633829"/>
                <a:gd name="csX6" fmla="*/ 207238 w 756000"/>
                <a:gd name="csY6" fmla="*/ 3633829 h 3633829"/>
                <a:gd name="csX7" fmla="*/ 207238 w 756000"/>
                <a:gd name="csY7" fmla="*/ 717829 h 3633829"/>
                <a:gd name="csX8" fmla="*/ 215268 w 756000"/>
                <a:gd name="csY8" fmla="*/ 717829 h 3633829"/>
                <a:gd name="csX9" fmla="*/ 166656 w 756000"/>
                <a:gd name="csY9" fmla="*/ 691444 h 3633829"/>
                <a:gd name="csX10" fmla="*/ 0 w 756000"/>
                <a:gd name="csY10" fmla="*/ 378000 h 3633829"/>
                <a:gd name="csX11" fmla="*/ 378000 w 756000"/>
                <a:gd name="csY11" fmla="*/ 0 h 36338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56000" h="3633829">
                  <a:moveTo>
                    <a:pt x="378000" y="0"/>
                  </a:moveTo>
                  <a:cubicBezTo>
                    <a:pt x="586764" y="0"/>
                    <a:pt x="756000" y="169236"/>
                    <a:pt x="756000" y="378000"/>
                  </a:cubicBezTo>
                  <a:cubicBezTo>
                    <a:pt x="756000" y="508478"/>
                    <a:pt x="689892" y="623515"/>
                    <a:pt x="589344" y="691444"/>
                  </a:cubicBezTo>
                  <a:lnTo>
                    <a:pt x="540732" y="717829"/>
                  </a:lnTo>
                  <a:lnTo>
                    <a:pt x="545918" y="717829"/>
                  </a:lnTo>
                  <a:lnTo>
                    <a:pt x="545918" y="3633829"/>
                  </a:lnTo>
                  <a:lnTo>
                    <a:pt x="207238" y="3633829"/>
                  </a:lnTo>
                  <a:lnTo>
                    <a:pt x="207238" y="717829"/>
                  </a:lnTo>
                  <a:lnTo>
                    <a:pt x="215268" y="717829"/>
                  </a:lnTo>
                  <a:lnTo>
                    <a:pt x="166656" y="691444"/>
                  </a:lnTo>
                  <a:cubicBezTo>
                    <a:pt x="66108" y="623515"/>
                    <a:pt x="0" y="508478"/>
                    <a:pt x="0" y="378000"/>
                  </a:cubicBezTo>
                  <a:cubicBezTo>
                    <a:pt x="0" y="169236"/>
                    <a:pt x="169236" y="0"/>
                    <a:pt x="378000" y="0"/>
                  </a:cubicBez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205" name="グラフィックス 204" descr="会議 単色塗りつぶし">
              <a:extLst>
                <a:ext uri="{FF2B5EF4-FFF2-40B4-BE49-F238E27FC236}">
                  <ns2:creationId id="{363FC03B-B2A8-317A-D8A0-A57F0878AB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271238" y="2364786"/>
              <a:ext cx="648000" cy="648000"/>
            </a:xfrm>
            <a:prstGeom prst="rect">
              <a:avLst/>
            </a:prstGeom>
          </p:spPr>
        </p:pic>
        <p:sp>
          <p:nvSpPr>
            <p:cNvPr id="207" name="正方形/長方形 206">
              <a:extLst>
                <a:ext uri="{FF2B5EF4-FFF2-40B4-BE49-F238E27FC236}">
                  <ns2:creationId id="{1BB4124E-E9AA-41FF-6BD4-56F94D0AC250}"/>
                </a:ext>
              </a:extLst>
            </p:cNvPr>
            <p:cNvSpPr/>
            <p:nvPr/>
          </p:nvSpPr>
          <p:spPr>
            <a:xfrm>
              <a:off x="8214501" y="2192674"/>
              <a:ext cx="468000" cy="10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</a:p>
          </p:txBody>
        </p:sp>
        <p:sp>
          <p:nvSpPr>
            <p:cNvPr id="208" name="フリーフォーム: 図形 207">
              <a:extLst>
                <a:ext uri="{FF2B5EF4-FFF2-40B4-BE49-F238E27FC236}">
                  <ns2:creationId id="{E319F92E-0EA3-75AB-CF33-994AB2C2B5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69032" y="2316058"/>
              <a:ext cx="756000" cy="3633829"/>
            </a:xfrm>
            <a:custGeom>
              <a:avLst/>
              <a:gdLst>
                <a:gd name="csX0" fmla="*/ 378000 w 756000"/>
                <a:gd name="csY0" fmla="*/ 0 h 3633829"/>
                <a:gd name="csX1" fmla="*/ 756000 w 756000"/>
                <a:gd name="csY1" fmla="*/ 378000 h 3633829"/>
                <a:gd name="csX2" fmla="*/ 589344 w 756000"/>
                <a:gd name="csY2" fmla="*/ 691444 h 3633829"/>
                <a:gd name="csX3" fmla="*/ 540732 w 756000"/>
                <a:gd name="csY3" fmla="*/ 717829 h 3633829"/>
                <a:gd name="csX4" fmla="*/ 545918 w 756000"/>
                <a:gd name="csY4" fmla="*/ 717829 h 3633829"/>
                <a:gd name="csX5" fmla="*/ 545918 w 756000"/>
                <a:gd name="csY5" fmla="*/ 3633829 h 3633829"/>
                <a:gd name="csX6" fmla="*/ 207238 w 756000"/>
                <a:gd name="csY6" fmla="*/ 3633829 h 3633829"/>
                <a:gd name="csX7" fmla="*/ 207238 w 756000"/>
                <a:gd name="csY7" fmla="*/ 717829 h 3633829"/>
                <a:gd name="csX8" fmla="*/ 215268 w 756000"/>
                <a:gd name="csY8" fmla="*/ 717829 h 3633829"/>
                <a:gd name="csX9" fmla="*/ 166656 w 756000"/>
                <a:gd name="csY9" fmla="*/ 691444 h 3633829"/>
                <a:gd name="csX10" fmla="*/ 0 w 756000"/>
                <a:gd name="csY10" fmla="*/ 378000 h 3633829"/>
                <a:gd name="csX11" fmla="*/ 378000 w 756000"/>
                <a:gd name="csY11" fmla="*/ 0 h 36338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56000" h="3633829">
                  <a:moveTo>
                    <a:pt x="378000" y="0"/>
                  </a:moveTo>
                  <a:cubicBezTo>
                    <a:pt x="586764" y="0"/>
                    <a:pt x="756000" y="169236"/>
                    <a:pt x="756000" y="378000"/>
                  </a:cubicBezTo>
                  <a:cubicBezTo>
                    <a:pt x="756000" y="508478"/>
                    <a:pt x="689892" y="623515"/>
                    <a:pt x="589344" y="691444"/>
                  </a:cubicBezTo>
                  <a:lnTo>
                    <a:pt x="540732" y="717829"/>
                  </a:lnTo>
                  <a:lnTo>
                    <a:pt x="545918" y="717829"/>
                  </a:lnTo>
                  <a:lnTo>
                    <a:pt x="545918" y="3633829"/>
                  </a:lnTo>
                  <a:lnTo>
                    <a:pt x="207238" y="3633829"/>
                  </a:lnTo>
                  <a:lnTo>
                    <a:pt x="207238" y="717829"/>
                  </a:lnTo>
                  <a:lnTo>
                    <a:pt x="215268" y="717829"/>
                  </a:lnTo>
                  <a:lnTo>
                    <a:pt x="166656" y="691444"/>
                  </a:lnTo>
                  <a:cubicBezTo>
                    <a:pt x="66108" y="623515"/>
                    <a:pt x="0" y="508478"/>
                    <a:pt x="0" y="378000"/>
                  </a:cubicBezTo>
                  <a:cubicBezTo>
                    <a:pt x="0" y="169236"/>
                    <a:pt x="169236" y="0"/>
                    <a:pt x="378000" y="0"/>
                  </a:cubicBezTo>
                  <a:close/>
                </a:path>
              </a:pathLst>
            </a:custGeom>
            <a:solidFill>
              <a:srgbClr val="008000">
                <a:alpha val="1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209" name="グラフィックス 208" descr="将来 単色塗りつぶし">
              <a:extLst>
                <a:ext uri="{FF2B5EF4-FFF2-40B4-BE49-F238E27FC236}">
                  <ns2:creationId id="{88BCA381-8CE8-2060-D8B5-27A8D428CA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8127005" y="2364786"/>
              <a:ext cx="648000" cy="648000"/>
            </a:xfrm>
            <a:prstGeom prst="rect">
              <a:avLst/>
            </a:prstGeom>
          </p:spPr>
        </p:pic>
        <p:grpSp>
          <p:nvGrpSpPr>
            <p:cNvPr id="228" name="グループ化 227">
              <a:extLst>
                <a:ext uri="{FF2B5EF4-FFF2-40B4-BE49-F238E27FC236}">
                  <ns2:creationId id="{31C695D7-4BB3-AAF6-7DD9-9E889DEE95E1}"/>
                </a:ext>
              </a:extLst>
            </p:cNvPr>
            <p:cNvGrpSpPr/>
            <p:nvPr/>
          </p:nvGrpSpPr>
          <p:grpSpPr>
            <a:xfrm>
              <a:off x="8744602" y="3014224"/>
              <a:ext cx="3069273" cy="332270"/>
              <a:chOff x="8744602" y="3014224"/>
              <a:chExt cx="3069273" cy="332270"/>
            </a:xfrm>
          </p:grpSpPr>
          <p:sp>
            <p:nvSpPr>
              <p:cNvPr id="140" name="正方形/長方形 139">
                <a:extLst>
                  <a:ext uri="{FF2B5EF4-FFF2-40B4-BE49-F238E27FC236}">
                    <ns2:creationId id="{A6799184-6E4D-B8DD-6415-A1A9D7A0111E}"/>
                  </a:ext>
                </a:extLst>
              </p:cNvPr>
              <p:cNvSpPr/>
              <p:nvPr/>
            </p:nvSpPr>
            <p:spPr>
              <a:xfrm>
                <a:off x="9005875" y="3014224"/>
                <a:ext cx="2808000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AI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AI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1" name="円/楕円 34">
                <a:extLst>
                  <a:ext uri="{FF2B5EF4-FFF2-40B4-BE49-F238E27FC236}">
                    <ns2:creationId id="{4D2D5CB6-AE4E-C4C9-40D3-9C7AA07A896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744602" y="3130494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12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7" name="グループ化 226">
              <a:extLst>
                <a:ext uri="{FF2B5EF4-FFF2-40B4-BE49-F238E27FC236}">
                  <ns2:creationId id="{EB255460-A62F-CCB2-BE41-6C68ED922C3F}"/>
                </a:ext>
              </a:extLst>
            </p:cNvPr>
            <p:cNvGrpSpPr/>
            <p:nvPr/>
          </p:nvGrpSpPr>
          <p:grpSpPr>
            <a:xfrm>
              <a:off x="8744602" y="3662918"/>
              <a:ext cx="3069273" cy="432000"/>
              <a:chOff x="8744602" y="3677639"/>
              <a:chExt cx="3069273" cy="432000"/>
            </a:xfrm>
          </p:grpSpPr>
          <p:sp>
            <p:nvSpPr>
              <p:cNvPr id="142" name="正方形/長方形 141">
                <a:extLst>
                  <a:ext uri="{FF2B5EF4-FFF2-40B4-BE49-F238E27FC236}">
                    <ns2:creationId id="{E8EC3E29-5F46-956C-0D93-CC801BC32593}"/>
                  </a:ext>
                </a:extLst>
              </p:cNvPr>
              <p:cNvSpPr/>
              <p:nvPr/>
            </p:nvSpPr>
            <p:spPr>
              <a:xfrm>
                <a:off x="9005875" y="3677639"/>
                <a:ext cx="280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 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、</a:t>
                </a:r>
                <a:br>
                  <a:rPr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3" name="円/楕円 34">
                <a:extLst>
                  <a:ext uri="{FF2B5EF4-FFF2-40B4-BE49-F238E27FC236}">
                    <ns2:creationId id="{159BC7C9-D271-70B6-8705-E0517E0B0A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744602" y="3822607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13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226" name="グループ化 225">
              <a:extLst>
                <a:ext uri="{FF2B5EF4-FFF2-40B4-BE49-F238E27FC236}">
                  <ns2:creationId id="{13179362-EBB0-088F-049E-18984F40A219}"/>
                </a:ext>
              </a:extLst>
            </p:cNvPr>
            <p:cNvGrpSpPr/>
            <p:nvPr/>
          </p:nvGrpSpPr>
          <p:grpSpPr>
            <a:xfrm>
              <a:off x="8744602" y="4411342"/>
              <a:ext cx="3069273" cy="432000"/>
              <a:chOff x="8744602" y="4225363"/>
              <a:chExt cx="3069273" cy="432000"/>
            </a:xfrm>
          </p:grpSpPr>
          <p:sp>
            <p:nvSpPr>
              <p:cNvPr id="144" name="正方形/長方形 143">
                <a:extLst>
                  <a:ext uri="{FF2B5EF4-FFF2-40B4-BE49-F238E27FC236}">
                    <ns2:creationId id="{7B61C8F7-0048-5424-A23F-687B13A2074A}"/>
                  </a:ext>
                </a:extLst>
              </p:cNvPr>
              <p:cNvSpPr/>
              <p:nvPr/>
            </p:nvSpPr>
            <p:spPr>
              <a:xfrm>
                <a:off x="9005875" y="4225363"/>
                <a:ext cx="2808000" cy="432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5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en-US" altLang="ja-JP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en-US" altLang="ja-JP" sz="90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5" name="円/楕円 34">
                <a:extLst>
                  <a:ext uri="{FF2B5EF4-FFF2-40B4-BE49-F238E27FC236}">
                    <ns2:creationId id="{987A437F-03A6-E274-FF81-6729604A34C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744602" y="4340326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</a:rPr>
                  <a:t>14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217" name="円/楕円 34">
              <a:extLst>
                <a:ext uri="{FF2B5EF4-FFF2-40B4-BE49-F238E27FC236}">
                  <ns2:creationId id="{DA941CCB-0D67-D09E-8235-7504B3CB32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44025" y="6038851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15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19" name="円/楕円 34">
              <a:extLst>
                <a:ext uri="{FF2B5EF4-FFF2-40B4-BE49-F238E27FC236}">
                  <ns2:creationId id="{AA34BE9C-4078-C60F-D567-91CE328438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80528" y="6038851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16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20" name="正方形/長方形 219">
              <a:extLst>
                <a:ext uri="{FF2B5EF4-FFF2-40B4-BE49-F238E27FC236}">
                  <ns2:creationId id="{71FE2067-D30F-3345-80B1-0F85B82919D2}"/>
                </a:ext>
              </a:extLst>
            </p:cNvPr>
            <p:cNvSpPr/>
            <p:nvPr/>
          </p:nvSpPr>
          <p:spPr>
            <a:xfrm>
              <a:off x="1342844" y="5977471"/>
              <a:ext cx="10512000" cy="32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29" name="楕円 228">
              <a:extLst>
                <a:ext uri="{FF2B5EF4-FFF2-40B4-BE49-F238E27FC236}">
                  <ns2:creationId id="{B4008B3B-22DB-FD04-7BAB-D30EF8462A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319595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1" name="楕円 230">
              <a:extLst>
                <a:ext uri="{FF2B5EF4-FFF2-40B4-BE49-F238E27FC236}">
                  <ns2:creationId id="{FAA98E32-63AE-2805-CE56-BB84B4F7B0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3863450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3" name="楕円 232">
              <a:extLst>
                <a:ext uri="{FF2B5EF4-FFF2-40B4-BE49-F238E27FC236}">
                  <ns2:creationId id="{330FA68C-E444-A7EB-3AB7-903D1A4231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4408656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5" name="楕円 234">
              <a:extLst>
                <a:ext uri="{FF2B5EF4-FFF2-40B4-BE49-F238E27FC236}">
                  <ns2:creationId id="{944ECEC8-0344-4219-5765-13EF24F3B6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4845862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7" name="楕円 236">
              <a:extLst>
                <a:ext uri="{FF2B5EF4-FFF2-40B4-BE49-F238E27FC236}">
                  <ns2:creationId id="{F63D56DE-D00C-A7D3-3B16-0F6CF8665D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5253960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9" name="楕円 238">
              <a:extLst>
                <a:ext uri="{FF2B5EF4-FFF2-40B4-BE49-F238E27FC236}">
                  <ns2:creationId id="{2194681D-0875-101D-1F37-550C3F04B1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1589" y="566394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1" name="楕円 240">
              <a:extLst>
                <a:ext uri="{FF2B5EF4-FFF2-40B4-BE49-F238E27FC236}">
                  <ns2:creationId id="{F9CEBE4B-7026-75CA-3D1B-6066861DAF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2451" y="3115162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3" name="楕円 242">
              <a:extLst>
                <a:ext uri="{FF2B5EF4-FFF2-40B4-BE49-F238E27FC236}">
                  <ns2:creationId id="{C0452236-0C6E-7626-A4D6-74357E9460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3330" y="3647125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5" name="楕円 244">
              <a:extLst>
                <a:ext uri="{FF2B5EF4-FFF2-40B4-BE49-F238E27FC236}">
                  <ns2:creationId id="{A170B180-53D1-9DAA-E455-7AA00275B6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0418" y="424741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7" name="楕円 246">
              <a:extLst>
                <a:ext uri="{FF2B5EF4-FFF2-40B4-BE49-F238E27FC236}">
                  <ns2:creationId id="{7158883A-8324-BDCC-0171-1FAE7473F7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2453" y="4845862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49" name="楕円 248">
              <a:extLst>
                <a:ext uri="{FF2B5EF4-FFF2-40B4-BE49-F238E27FC236}">
                  <ns2:creationId id="{582A4569-C24C-1347-9C43-8E55D2AF13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40418" y="5379108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1" name="楕円 250">
              <a:extLst>
                <a:ext uri="{FF2B5EF4-FFF2-40B4-BE49-F238E27FC236}">
                  <ns2:creationId id="{27EF141A-E6BF-026F-26B8-3C3FCEFED7F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8635" y="3189483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3" name="楕円 252">
              <a:extLst>
                <a:ext uri="{FF2B5EF4-FFF2-40B4-BE49-F238E27FC236}">
                  <ns2:creationId id="{851377E1-37AD-BD16-1BEF-B03BC33840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9848" y="3858533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55" name="楕円 254">
              <a:extLst>
                <a:ext uri="{FF2B5EF4-FFF2-40B4-BE49-F238E27FC236}">
                  <ns2:creationId id="{AEA88AA2-7C7C-300E-0072-DF3AFF9591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93940" y="4583477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57" name="直線コネクタ 256">
              <a:extLst>
                <a:ext uri="{FF2B5EF4-FFF2-40B4-BE49-F238E27FC236}">
                  <ns2:creationId id="{F61EA670-F68E-7932-DE0A-1DDE04FE8321}"/>
                </a:ext>
              </a:extLst>
            </p:cNvPr>
            <p:cNvCxnSpPr>
              <a:cxnSpLocks/>
              <a:endCxn id="47" idx="2"/>
            </p:cNvCxnSpPr>
            <p:nvPr/>
          </p:nvCxnSpPr>
          <p:spPr>
            <a:xfrm>
              <a:off x="782904" y="3249958"/>
              <a:ext cx="304347" cy="1493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線コネクタ 257">
              <a:extLst>
                <a:ext uri="{FF2B5EF4-FFF2-40B4-BE49-F238E27FC236}">
                  <ns2:creationId id="{E3157D82-3BFB-1E2E-3CE3-545E531DA4CC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789012" y="3917450"/>
              <a:ext cx="298239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線コネクタ 261">
              <a:extLst>
                <a:ext uri="{FF2B5EF4-FFF2-40B4-BE49-F238E27FC236}">
                  <ns2:creationId id="{30EE8123-CA40-8239-85BD-A98AAE28E35F}"/>
                </a:ext>
              </a:extLst>
            </p:cNvPr>
            <p:cNvCxnSpPr>
              <a:cxnSpLocks/>
              <a:stCxn id="233" idx="6"/>
              <a:endCxn id="51" idx="2"/>
            </p:cNvCxnSpPr>
            <p:nvPr/>
          </p:nvCxnSpPr>
          <p:spPr>
            <a:xfrm>
              <a:off x="799589" y="4462656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線コネクタ 262">
              <a:extLst>
                <a:ext uri="{FF2B5EF4-FFF2-40B4-BE49-F238E27FC236}">
                  <ns2:creationId id="{E81ED888-B47D-8CA2-5ECD-B9D9C2EAF1EC}"/>
                </a:ext>
              </a:extLst>
            </p:cNvPr>
            <p:cNvCxnSpPr>
              <a:cxnSpLocks/>
              <a:stCxn id="235" idx="6"/>
              <a:endCxn id="53" idx="2"/>
            </p:cNvCxnSpPr>
            <p:nvPr/>
          </p:nvCxnSpPr>
          <p:spPr>
            <a:xfrm>
              <a:off x="799589" y="4899862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直線コネクタ 268">
              <a:extLst>
                <a:ext uri="{FF2B5EF4-FFF2-40B4-BE49-F238E27FC236}">
                  <ns2:creationId id="{50BD4F6F-98B2-A54B-205E-99587347BE8E}"/>
                </a:ext>
              </a:extLst>
            </p:cNvPr>
            <p:cNvCxnSpPr>
              <a:cxnSpLocks/>
              <a:stCxn id="237" idx="6"/>
              <a:endCxn id="55" idx="2"/>
            </p:cNvCxnSpPr>
            <p:nvPr/>
          </p:nvCxnSpPr>
          <p:spPr>
            <a:xfrm>
              <a:off x="799589" y="5307960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直線コネクタ 269">
              <a:extLst>
                <a:ext uri="{FF2B5EF4-FFF2-40B4-BE49-F238E27FC236}">
                  <ns2:creationId id="{3B61BD31-4901-719C-14D8-0064FB958A9C}"/>
                </a:ext>
              </a:extLst>
            </p:cNvPr>
            <p:cNvCxnSpPr>
              <a:cxnSpLocks/>
              <a:stCxn id="239" idx="6"/>
              <a:endCxn id="59" idx="2"/>
            </p:cNvCxnSpPr>
            <p:nvPr/>
          </p:nvCxnSpPr>
          <p:spPr>
            <a:xfrm>
              <a:off x="799589" y="5717948"/>
              <a:ext cx="287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線コネクタ 284">
              <a:extLst>
                <a:ext uri="{FF2B5EF4-FFF2-40B4-BE49-F238E27FC236}">
                  <ns2:creationId id="{73FFBFFE-24F9-96D0-8700-00DE842A7959}"/>
                </a:ext>
              </a:extLst>
            </p:cNvPr>
            <p:cNvCxnSpPr>
              <a:cxnSpLocks/>
              <a:endCxn id="112" idx="2"/>
            </p:cNvCxnSpPr>
            <p:nvPr/>
          </p:nvCxnSpPr>
          <p:spPr>
            <a:xfrm>
              <a:off x="4648418" y="3167040"/>
              <a:ext cx="27071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ns2:creationId id="{1AE20249-2C1B-BEA4-4271-90B482DB078B}"/>
                </a:ext>
              </a:extLst>
            </p:cNvPr>
            <p:cNvCxnSpPr>
              <a:cxnSpLocks/>
              <a:stCxn id="243" idx="6"/>
              <a:endCxn id="114" idx="2"/>
            </p:cNvCxnSpPr>
            <p:nvPr/>
          </p:nvCxnSpPr>
          <p:spPr>
            <a:xfrm flipV="1">
              <a:off x="4651330" y="3691546"/>
              <a:ext cx="267806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ns2:creationId id="{75FE7745-D4FF-DC1F-33BA-3E1F3F355CC4}"/>
                </a:ext>
              </a:extLst>
            </p:cNvPr>
            <p:cNvCxnSpPr>
              <a:cxnSpLocks/>
              <a:stCxn id="245" idx="6"/>
              <a:endCxn id="116" idx="2"/>
            </p:cNvCxnSpPr>
            <p:nvPr/>
          </p:nvCxnSpPr>
          <p:spPr>
            <a:xfrm>
              <a:off x="4648418" y="4301418"/>
              <a:ext cx="27071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ns2:creationId id="{4E12C119-A88E-B759-8BE4-FD20A3BCDEF8}"/>
                </a:ext>
              </a:extLst>
            </p:cNvPr>
            <p:cNvCxnSpPr>
              <a:cxnSpLocks/>
              <a:stCxn id="247" idx="6"/>
              <a:endCxn id="118" idx="2"/>
            </p:cNvCxnSpPr>
            <p:nvPr/>
          </p:nvCxnSpPr>
          <p:spPr>
            <a:xfrm>
              <a:off x="4650453" y="4899862"/>
              <a:ext cx="26868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線コネクタ 312">
              <a:extLst>
                <a:ext uri="{FF2B5EF4-FFF2-40B4-BE49-F238E27FC236}">
                  <ns2:creationId id="{002C2602-DA6B-9CB0-C70B-AE15D02C83B7}"/>
                </a:ext>
              </a:extLst>
            </p:cNvPr>
            <p:cNvCxnSpPr>
              <a:cxnSpLocks/>
              <a:stCxn id="249" idx="6"/>
              <a:endCxn id="120" idx="2"/>
            </p:cNvCxnSpPr>
            <p:nvPr/>
          </p:nvCxnSpPr>
          <p:spPr>
            <a:xfrm flipV="1">
              <a:off x="4648418" y="5426041"/>
              <a:ext cx="270718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直線コネクタ 315">
              <a:extLst>
                <a:ext uri="{FF2B5EF4-FFF2-40B4-BE49-F238E27FC236}">
                  <ns2:creationId id="{C29BC543-11E2-7A27-BEE1-49C469299FD4}"/>
                </a:ext>
              </a:extLst>
            </p:cNvPr>
            <p:cNvCxnSpPr>
              <a:cxnSpLocks/>
              <a:stCxn id="251" idx="6"/>
              <a:endCxn id="211" idx="2"/>
            </p:cNvCxnSpPr>
            <p:nvPr/>
          </p:nvCxnSpPr>
          <p:spPr>
            <a:xfrm flipV="1">
              <a:off x="8496635" y="3238494"/>
              <a:ext cx="24796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コネクタ 316">
              <a:extLst>
                <a:ext uri="{FF2B5EF4-FFF2-40B4-BE49-F238E27FC236}">
                  <ns2:creationId id="{76411CB0-B53A-8AAA-484B-D3237E85ACA8}"/>
                </a:ext>
              </a:extLst>
            </p:cNvPr>
            <p:cNvCxnSpPr>
              <a:cxnSpLocks/>
              <a:stCxn id="253" idx="6"/>
              <a:endCxn id="213" idx="2"/>
            </p:cNvCxnSpPr>
            <p:nvPr/>
          </p:nvCxnSpPr>
          <p:spPr>
            <a:xfrm>
              <a:off x="8497848" y="3912533"/>
              <a:ext cx="246754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コネクタ 317">
              <a:extLst>
                <a:ext uri="{FF2B5EF4-FFF2-40B4-BE49-F238E27FC236}">
                  <ns2:creationId id="{CAC254C5-803B-5104-C416-2124293335A4}"/>
                </a:ext>
              </a:extLst>
            </p:cNvPr>
            <p:cNvCxnSpPr>
              <a:cxnSpLocks/>
              <a:stCxn id="255" idx="6"/>
              <a:endCxn id="215" idx="2"/>
            </p:cNvCxnSpPr>
            <p:nvPr/>
          </p:nvCxnSpPr>
          <p:spPr>
            <a:xfrm flipV="1">
              <a:off x="8501940" y="4634305"/>
              <a:ext cx="242662" cy="0"/>
            </a:xfrm>
            <a:prstGeom prst="lin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5" name="グループ化 344">
              <a:extLst>
                <a:ext uri="{FF2B5EF4-FFF2-40B4-BE49-F238E27FC236}">
                  <ns2:creationId id="{DFFFC1A5-DFBF-43F1-3772-CE3D2C5E4268}"/>
                </a:ext>
              </a:extLst>
            </p:cNvPr>
            <p:cNvGrpSpPr/>
            <p:nvPr/>
          </p:nvGrpSpPr>
          <p:grpSpPr>
            <a:xfrm>
              <a:off x="1046334" y="1405431"/>
              <a:ext cx="309958" cy="506487"/>
              <a:chOff x="1032886" y="1405431"/>
              <a:chExt cx="309958" cy="506487"/>
            </a:xfrm>
          </p:grpSpPr>
          <p:cxnSp>
            <p:nvCxnSpPr>
              <p:cNvPr id="332" name="直線コネクタ 331">
                <a:extLst>
                  <a:ext uri="{FF2B5EF4-FFF2-40B4-BE49-F238E27FC236}">
                    <ns2:creationId id="{2FA36C75-2C59-478D-8E00-DF7764BCFB1B}"/>
                  </a:ext>
                </a:extLst>
              </p:cNvPr>
              <p:cNvCxnSpPr>
                <a:stCxn id="8" idx="2"/>
              </p:cNvCxnSpPr>
              <p:nvPr/>
            </p:nvCxnSpPr>
            <p:spPr>
              <a:xfrm flipV="1">
                <a:off x="1032886" y="1405431"/>
                <a:ext cx="153353" cy="16064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直線コネクタ 333">
                <a:extLst>
                  <a:ext uri="{FF2B5EF4-FFF2-40B4-BE49-F238E27FC236}">
                    <ns2:creationId id="{F332A41C-8FDD-9CA6-E5A3-5E9EE535018D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>
                <a:off x="1032886" y="1746375"/>
                <a:ext cx="151668" cy="165543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直線コネクタ 335">
                <a:extLst>
                  <a:ext uri="{FF2B5EF4-FFF2-40B4-BE49-F238E27FC236}">
                    <ns2:creationId id="{9E4A6435-5A24-85E7-4538-33270AAF4893}"/>
                  </a:ext>
                </a:extLst>
              </p:cNvPr>
              <p:cNvCxnSpPr>
                <a:cxnSpLocks/>
                <a:stCxn id="24" idx="1"/>
              </p:cNvCxnSpPr>
              <p:nvPr/>
            </p:nvCxnSpPr>
            <p:spPr>
              <a:xfrm flipH="1">
                <a:off x="1184555" y="1911918"/>
                <a:ext cx="158289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0" name="直線コネクタ 339">
                <a:extLst>
                  <a:ext uri="{FF2B5EF4-FFF2-40B4-BE49-F238E27FC236}">
                    <ns2:creationId id="{3BC3BD46-4CC7-B44D-D25C-4B11C45B1CF7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>
                <a:off x="1184554" y="1405431"/>
                <a:ext cx="15829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6" name="グループ化 345">
              <a:extLst>
                <a:ext uri="{FF2B5EF4-FFF2-40B4-BE49-F238E27FC236}">
                  <ns2:creationId id="{2C80C840-D257-B47B-FA38-FDAB21B6F937}"/>
                </a:ext>
              </a:extLst>
            </p:cNvPr>
            <p:cNvGrpSpPr/>
            <p:nvPr/>
          </p:nvGrpSpPr>
          <p:grpSpPr>
            <a:xfrm>
              <a:off x="4855705" y="1405431"/>
              <a:ext cx="309958" cy="506487"/>
              <a:chOff x="1032886" y="1405431"/>
              <a:chExt cx="309958" cy="506487"/>
            </a:xfrm>
          </p:grpSpPr>
          <p:cxnSp>
            <p:nvCxnSpPr>
              <p:cNvPr id="347" name="直線コネクタ 346">
                <a:extLst>
                  <a:ext uri="{FF2B5EF4-FFF2-40B4-BE49-F238E27FC236}">
                    <ns2:creationId id="{DBCD685A-E72E-2101-9002-C1F6192F916D}"/>
                  </a:ext>
                </a:extLst>
              </p:cNvPr>
              <p:cNvCxnSpPr/>
              <p:nvPr/>
            </p:nvCxnSpPr>
            <p:spPr>
              <a:xfrm flipV="1">
                <a:off x="1032886" y="1405431"/>
                <a:ext cx="153353" cy="16064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直線コネクタ 347">
                <a:extLst>
                  <a:ext uri="{FF2B5EF4-FFF2-40B4-BE49-F238E27FC236}">
                    <ns2:creationId id="{7D367511-1AD4-41FF-EDAB-7A017F56B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2886" y="1746375"/>
                <a:ext cx="151668" cy="165543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直線コネクタ 348">
                <a:extLst>
                  <a:ext uri="{FF2B5EF4-FFF2-40B4-BE49-F238E27FC236}">
                    <ns2:creationId id="{252DAD12-F73C-02F4-0F9B-767D6468FF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5" y="1911918"/>
                <a:ext cx="158289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直線コネクタ 349">
                <a:extLst>
                  <a:ext uri="{FF2B5EF4-FFF2-40B4-BE49-F238E27FC236}">
                    <ns2:creationId id="{8028F1D4-4C17-138A-668B-F5FECD8884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4" y="1405431"/>
                <a:ext cx="15829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1" name="グループ化 350">
              <a:extLst>
                <a:ext uri="{FF2B5EF4-FFF2-40B4-BE49-F238E27FC236}">
                  <ns2:creationId id="{B429C68C-8940-B52C-14BC-02CB48A7E831}"/>
                </a:ext>
              </a:extLst>
            </p:cNvPr>
            <p:cNvGrpSpPr/>
            <p:nvPr/>
          </p:nvGrpSpPr>
          <p:grpSpPr>
            <a:xfrm>
              <a:off x="8703778" y="1405431"/>
              <a:ext cx="309958" cy="506487"/>
              <a:chOff x="1032886" y="1405431"/>
              <a:chExt cx="309958" cy="506487"/>
            </a:xfrm>
          </p:grpSpPr>
          <p:cxnSp>
            <p:nvCxnSpPr>
              <p:cNvPr id="352" name="直線コネクタ 351">
                <a:extLst>
                  <a:ext uri="{FF2B5EF4-FFF2-40B4-BE49-F238E27FC236}">
                    <ns2:creationId id="{B7F47A3F-3013-BA6B-61A5-6F7FD303C3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2886" y="1405431"/>
                <a:ext cx="153353" cy="16064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直線コネクタ 352">
                <a:extLst>
                  <a:ext uri="{FF2B5EF4-FFF2-40B4-BE49-F238E27FC236}">
                    <ns2:creationId id="{AD10CDFA-DB0F-4E7C-E1BD-E9F63B27E9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2886" y="1746375"/>
                <a:ext cx="151668" cy="165543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直線コネクタ 353">
                <a:extLst>
                  <a:ext uri="{FF2B5EF4-FFF2-40B4-BE49-F238E27FC236}">
                    <ns2:creationId id="{67AD6228-CB4C-2D1F-16EB-B26FC05A13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5" y="1911918"/>
                <a:ext cx="158289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直線コネクタ 354">
                <a:extLst>
                  <a:ext uri="{FF2B5EF4-FFF2-40B4-BE49-F238E27FC236}">
                    <ns2:creationId id="{A4CD4419-92D3-F0C6-845A-84766744EE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554" y="1405431"/>
                <a:ext cx="158290" cy="0"/>
              </a:xfrm>
              <a:prstGeom prst="line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矢印: 五方向 98">
              <a:extLst>
                <a:ext uri="{FF2B5EF4-FFF2-40B4-BE49-F238E27FC236}">
                  <ns2:creationId id="{ADC3B0C5-B378-94A2-D410-A873B0349B1D}"/>
                </a:ext>
              </a:extLst>
            </p:cNvPr>
            <p:cNvSpPr/>
            <p:nvPr/>
          </p:nvSpPr>
          <p:spPr>
            <a:xfrm>
              <a:off x="347898" y="5977471"/>
              <a:ext cx="1260000" cy="324000"/>
            </a:xfrm>
            <a:prstGeom prst="homePlate">
              <a:avLst>
                <a:gd name="adj" fmla="val 37287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en-US" altLang="ja-JP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100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1328732531"/>
      </p:ext>
    </p:extLst>
  </p:cSld>
  <p:clrMapOvr>
    <a:masterClrMapping/>
  </p:clrMapOvr>
</p:sld>
</file>

<file path=ppt/slides/slide33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5BC688-A4A9-1BE7-D3A9-8A7C23EA1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ns2:creationId id="{1F59FF0D-18D8-2AA9-6442-3E9586505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× </a:t>
            </a:r>
            <a:r>
              <a:rPr kumimoji="1" lang="ja-JP" altLang="en-US" dirty="0"/>
              <a:t>XX</a:t>
            </a:r>
            <a:r>
              <a:rPr kumimoji="1" lang="en-US" altLang="ja-JP" dirty="0"/>
              <a:t>/ 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br>
              <a:rPr kumimoji="1"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= 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ns2:creationId id="{92C75884-268F-C5A4-0961-26B92B9AE545}"/>
              </a:ext>
            </a:extLst>
          </p:cNvPr>
          <p:cNvGrpSpPr/>
          <p:nvPr/>
        </p:nvGrpSpPr>
        <p:grpSpPr>
          <a:xfrm>
            <a:off x="479376" y="980903"/>
            <a:ext cx="11380339" cy="5353274"/>
            <a:chOff x="479376" y="980903"/>
            <a:chExt cx="11380339" cy="5353274"/>
          </a:xfrm>
        </p:grpSpPr>
        <p:cxnSp>
          <p:nvCxnSpPr>
            <p:cNvPr id="6" name="直線コネクタ 5">
              <a:extLst>
                <a:ext uri="{FF2B5EF4-FFF2-40B4-BE49-F238E27FC236}">
                  <ns2:creationId id="{A0AC0A1D-9A6C-4BB1-4E36-B82C35BABFFE}"/>
                </a:ext>
              </a:extLst>
            </p:cNvPr>
            <p:cNvCxnSpPr/>
            <p:nvPr/>
          </p:nvCxnSpPr>
          <p:spPr>
            <a:xfrm>
              <a:off x="479376" y="3645024"/>
              <a:ext cx="4680000" cy="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正方形/長方形 35">
              <a:extLst>
                <a:ext uri="{FF2B5EF4-FFF2-40B4-BE49-F238E27FC236}">
                  <ns2:creationId id="{7EAA0F12-F7C1-3389-ED67-64DC165B786A}"/>
                </a:ext>
              </a:extLst>
            </p:cNvPr>
            <p:cNvSpPr/>
            <p:nvPr/>
          </p:nvSpPr>
          <p:spPr>
            <a:xfrm>
              <a:off x="517859" y="1095955"/>
              <a:ext cx="2160000" cy="2376000"/>
            </a:xfrm>
            <a:prstGeom prst="rect">
              <a:avLst/>
            </a:prstGeom>
            <a:solidFill>
              <a:srgbClr val="CCE6C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4A1A4A65-63E0-CEB0-87E1-5EC122EFF2E0}"/>
                </a:ext>
              </a:extLst>
            </p:cNvPr>
            <p:cNvSpPr/>
            <p:nvPr/>
          </p:nvSpPr>
          <p:spPr>
            <a:xfrm>
              <a:off x="2936089" y="1095955"/>
              <a:ext cx="2160000" cy="2376000"/>
            </a:xfrm>
            <a:prstGeom prst="rect">
              <a:avLst/>
            </a:prstGeom>
            <a:solidFill>
              <a:srgbClr val="CCE6C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0AC6CA44-B75E-07FB-950F-274F8A71F28B}"/>
                </a:ext>
              </a:extLst>
            </p:cNvPr>
            <p:cNvSpPr/>
            <p:nvPr/>
          </p:nvSpPr>
          <p:spPr>
            <a:xfrm>
              <a:off x="517859" y="3792801"/>
              <a:ext cx="2160000" cy="2376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300E4AC3-2D97-4733-C03F-2F6241B2C075}"/>
                </a:ext>
              </a:extLst>
            </p:cNvPr>
            <p:cNvSpPr/>
            <p:nvPr/>
          </p:nvSpPr>
          <p:spPr>
            <a:xfrm>
              <a:off x="2936089" y="3792801"/>
              <a:ext cx="2160000" cy="2376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EBEEAC68-4EA0-2AF3-E1BE-D78D9B46E390}"/>
                </a:ext>
              </a:extLst>
            </p:cNvPr>
            <p:cNvSpPr/>
            <p:nvPr/>
          </p:nvSpPr>
          <p:spPr>
            <a:xfrm>
              <a:off x="693113" y="1196296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CD586B94-25AB-9C64-73C3-FE13A487900C}"/>
                </a:ext>
              </a:extLst>
            </p:cNvPr>
            <p:cNvSpPr/>
            <p:nvPr/>
          </p:nvSpPr>
          <p:spPr>
            <a:xfrm>
              <a:off x="3112365" y="1196296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 </a:t>
              </a:r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C61DEEE7-97F4-0F8C-8FFC-C3D7E9DB8F3B}"/>
                </a:ext>
              </a:extLst>
            </p:cNvPr>
            <p:cNvSpPr/>
            <p:nvPr/>
          </p:nvSpPr>
          <p:spPr>
            <a:xfrm>
              <a:off x="696528" y="5573199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kumimoji="1"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6026CDF-A3E7-EA6E-6DD4-20AE2AAEE8ED}"/>
                </a:ext>
              </a:extLst>
            </p:cNvPr>
            <p:cNvSpPr/>
            <p:nvPr/>
          </p:nvSpPr>
          <p:spPr>
            <a:xfrm>
              <a:off x="3106255" y="5573199"/>
              <a:ext cx="1821712" cy="50032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3" name="グラフィックス 62" descr="速度計: 中央 単色塗りつぶし">
              <a:extLst>
                <a:ext uri="{FF2B5EF4-FFF2-40B4-BE49-F238E27FC236}">
                  <ns2:creationId id="{6AC44713-FD0F-0327-0942-54A1FBA819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1902405" y="2766204"/>
              <a:ext cx="648000" cy="648000"/>
            </a:xfrm>
            <a:prstGeom prst="rect">
              <a:avLst/>
            </a:prstGeom>
          </p:spPr>
        </p:pic>
        <p:pic>
          <p:nvPicPr>
            <p:cNvPr id="67" name="グラフィックス 66" descr="開いた本 単色塗りつぶし">
              <a:extLst>
                <a:ext uri="{FF2B5EF4-FFF2-40B4-BE49-F238E27FC236}">
                  <ns2:creationId id="{429A4280-0FA4-E5FC-3AEA-5E66D11507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1491924" y="1807508"/>
              <a:ext cx="360000" cy="360000"/>
            </a:xfrm>
            <a:prstGeom prst="rect">
              <a:avLst/>
            </a:prstGeom>
          </p:spPr>
        </p:pic>
        <p:pic>
          <p:nvPicPr>
            <p:cNvPr id="71" name="グラフィックス 70" descr="ビデオ カメラ 単色塗りつぶし">
              <a:extLst>
                <a:ext uri="{FF2B5EF4-FFF2-40B4-BE49-F238E27FC236}">
                  <ns2:creationId id="{4AE5DEBB-D45F-4C14-C4AC-0E13C2A048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127775" y="2813926"/>
              <a:ext cx="504000" cy="504000"/>
            </a:xfrm>
            <a:prstGeom prst="rect">
              <a:avLst/>
            </a:prstGeom>
          </p:spPr>
        </p:pic>
        <p:pic>
          <p:nvPicPr>
            <p:cNvPr id="78" name="グラフィックス 77" descr="クリップボード 単色塗りつぶし">
              <a:extLst>
                <a:ext uri="{FF2B5EF4-FFF2-40B4-BE49-F238E27FC236}">
                  <ns2:creationId id="{BF671F76-7EAD-8ED0-4063-D3A0F4C54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49722" y="2741926"/>
              <a:ext cx="576000" cy="576000"/>
            </a:xfrm>
            <a:prstGeom prst="rect">
              <a:avLst/>
            </a:prstGeom>
          </p:spPr>
        </p:pic>
        <p:pic>
          <p:nvPicPr>
            <p:cNvPr id="80" name="グラフィックス 79" descr="男性の集団 単色塗りつぶし">
              <a:extLst>
                <a:ext uri="{FF2B5EF4-FFF2-40B4-BE49-F238E27FC236}">
                  <ns2:creationId id="{FAB441D9-83CA-27A1-5309-561FBECCF7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249504" y="2593495"/>
              <a:ext cx="504000" cy="504000"/>
            </a:xfrm>
            <a:prstGeom prst="rect">
              <a:avLst/>
            </a:prstGeom>
          </p:spPr>
        </p:pic>
        <p:pic>
          <p:nvPicPr>
            <p:cNvPr id="82" name="グラフィックス 81" descr="日毎カレンダー 単色塗りつぶし">
              <a:extLst>
                <a:ext uri="{FF2B5EF4-FFF2-40B4-BE49-F238E27FC236}">
                  <ns2:creationId id="{99869BB3-CE38-683A-0FF6-1A60CF100B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975515" y="4568378"/>
              <a:ext cx="504000" cy="504000"/>
            </a:xfrm>
            <a:prstGeom prst="rect">
              <a:avLst/>
            </a:prstGeom>
          </p:spPr>
        </p:pic>
        <p:pic>
          <p:nvPicPr>
            <p:cNvPr id="84" name="グラフィックス 83" descr="終了 単色塗りつぶし">
              <a:extLst>
                <a:ext uri="{FF2B5EF4-FFF2-40B4-BE49-F238E27FC236}">
                  <ns2:creationId id="{6CE0EE64-F2EB-8BD1-2D37-2C6F364342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3131254" y="4777445"/>
              <a:ext cx="792000" cy="792000"/>
            </a:xfrm>
            <a:prstGeom prst="rect">
              <a:avLst/>
            </a:prstGeom>
          </p:spPr>
        </p:pic>
        <p:pic>
          <p:nvPicPr>
            <p:cNvPr id="86" name="グラフィックス 85" descr="ベン図 単色塗りつぶし">
              <a:extLst>
                <a:ext uri="{FF2B5EF4-FFF2-40B4-BE49-F238E27FC236}">
                  <ns2:creationId id="{63B8F5B7-C600-F5A7-7603-8171998E4D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3037177" y="1744117"/>
              <a:ext cx="648000" cy="648000"/>
            </a:xfrm>
            <a:prstGeom prst="rect">
              <a:avLst/>
            </a:prstGeom>
          </p:spPr>
        </p:pic>
        <p:pic>
          <p:nvPicPr>
            <p:cNvPr id="88" name="グラフィックス 87" descr="トグル 単色塗りつぶし">
              <a:extLst>
                <a:ext uri="{FF2B5EF4-FFF2-40B4-BE49-F238E27FC236}">
                  <ns2:creationId id="{8DC9631D-6E01-1BC2-C8BD-E85DA66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733069" y="2247009"/>
              <a:ext cx="612000" cy="612000"/>
            </a:xfrm>
            <a:prstGeom prst="rect">
              <a:avLst/>
            </a:prstGeom>
          </p:spPr>
        </p:pic>
        <p:pic>
          <p:nvPicPr>
            <p:cNvPr id="90" name="グラフィックス 89" descr="停止 単色塗りつぶし">
              <a:extLst>
                <a:ext uri="{FF2B5EF4-FFF2-40B4-BE49-F238E27FC236}">
                  <ns2:creationId id="{31104633-19A8-40CB-E69A-D4ED93A21B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3785604" y="2340839"/>
              <a:ext cx="684000" cy="684000"/>
            </a:xfrm>
            <a:prstGeom prst="rect">
              <a:avLst/>
            </a:prstGeom>
          </p:spPr>
        </p:pic>
        <p:pic>
          <p:nvPicPr>
            <p:cNvPr id="92" name="グラフィックス 91" descr="ターゲット 単色塗りつぶし">
              <a:extLst>
                <a:ext uri="{FF2B5EF4-FFF2-40B4-BE49-F238E27FC236}">
                  <ns2:creationId id="{C9D90A30-A1FB-D849-6F95-9C380FFA20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4289307" y="1768476"/>
              <a:ext cx="684000" cy="684000"/>
            </a:xfrm>
            <a:prstGeom prst="rect">
              <a:avLst/>
            </a:prstGeom>
          </p:spPr>
        </p:pic>
        <p:pic>
          <p:nvPicPr>
            <p:cNvPr id="94" name="グラフィックス 93" descr="基本図形 単色塗りつぶし">
              <a:extLst>
                <a:ext uri="{FF2B5EF4-FFF2-40B4-BE49-F238E27FC236}">
                  <ns2:creationId id="{DF0BD790-64B0-AEB8-14E4-DDC53EF7FA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582013" y="1761719"/>
              <a:ext cx="684000" cy="684000"/>
            </a:xfrm>
            <a:prstGeom prst="rect">
              <a:avLst/>
            </a:prstGeom>
          </p:spPr>
        </p:pic>
        <p:pic>
          <p:nvPicPr>
            <p:cNvPr id="98" name="グラフィックス 97" descr="イラストレーター 単色塗りつぶし">
              <a:extLst>
                <a:ext uri="{FF2B5EF4-FFF2-40B4-BE49-F238E27FC236}">
                  <ns2:creationId id="{9AC6DB09-5396-267F-1EA9-0AEC9A0703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4182247" y="4817395"/>
              <a:ext cx="720000" cy="720000"/>
            </a:xfrm>
            <a:prstGeom prst="rect">
              <a:avLst/>
            </a:prstGeom>
          </p:spPr>
        </p:pic>
        <p:pic>
          <p:nvPicPr>
            <p:cNvPr id="100" name="グラフィックス 99" descr="階層 単色塗りつぶし">
              <a:extLst>
                <a:ext uri="{FF2B5EF4-FFF2-40B4-BE49-F238E27FC236}">
                  <ns2:creationId id="{D06ABCCB-84A1-9109-ED76-0B98820F7A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5"/>
                </a:ext>
              </a:extLst>
            </a:blip>
            <a:stretch>
              <a:fillRect/>
            </a:stretch>
          </p:blipFill>
          <p:spPr>
            <a:xfrm>
              <a:off x="1752857" y="4427979"/>
              <a:ext cx="648000" cy="648000"/>
            </a:xfrm>
            <a:prstGeom prst="rect">
              <a:avLst/>
            </a:prstGeom>
          </p:spPr>
        </p:pic>
        <p:pic>
          <p:nvPicPr>
            <p:cNvPr id="102" name="グラフィックス 101" descr="目覚まし時計 単色塗りつぶし">
              <a:extLst>
                <a:ext uri="{FF2B5EF4-FFF2-40B4-BE49-F238E27FC236}">
                  <ns2:creationId id="{B6A7B7FA-738B-9984-7C23-BB51E17401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4478002" y="2753016"/>
              <a:ext cx="612000" cy="612000"/>
            </a:xfrm>
            <a:prstGeom prst="rect">
              <a:avLst/>
            </a:prstGeom>
          </p:spPr>
        </p:pic>
        <p:pic>
          <p:nvPicPr>
            <p:cNvPr id="110" name="グラフィックス 109" descr="ダウンロード 単色塗りつぶし">
              <a:extLst>
                <a:ext uri="{FF2B5EF4-FFF2-40B4-BE49-F238E27FC236}">
                  <ns2:creationId id="{8F2A0758-5337-C85E-FBC2-151CAF4947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7"/>
                </a:ext>
              </a:extLst>
            </a:blip>
            <a:srcRect/>
            <a:stretch/>
          </p:blipFill>
          <p:spPr>
            <a:xfrm>
              <a:off x="3462247" y="3968776"/>
              <a:ext cx="720000" cy="720000"/>
            </a:xfrm>
            <a:prstGeom prst="rect">
              <a:avLst/>
            </a:prstGeom>
          </p:spPr>
        </p:pic>
        <p:sp>
          <p:nvSpPr>
            <p:cNvPr id="44" name="正方形/長方形 43">
              <a:extLst>
                <a:ext uri="{FF2B5EF4-FFF2-40B4-BE49-F238E27FC236}">
                  <ns2:creationId id="{01E90E9E-3BAD-D750-7B2E-E9E11D139A2D}"/>
                </a:ext>
              </a:extLst>
            </p:cNvPr>
            <p:cNvSpPr/>
            <p:nvPr/>
          </p:nvSpPr>
          <p:spPr>
            <a:xfrm>
              <a:off x="7298880" y="980903"/>
              <a:ext cx="2304000" cy="704442"/>
            </a:xfrm>
            <a:prstGeom prst="rect">
              <a:avLst/>
            </a:prstGeom>
            <a:solidFill>
              <a:srgbClr val="CCE6CC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2" name="グループ化 1">
              <a:extLst>
                <a:ext uri="{FF2B5EF4-FFF2-40B4-BE49-F238E27FC236}">
                  <ns2:creationId id="{CDB16EED-61FC-3C1F-37ED-1974A0FC28B4}"/>
                </a:ext>
              </a:extLst>
            </p:cNvPr>
            <p:cNvGrpSpPr/>
            <p:nvPr/>
          </p:nvGrpSpPr>
          <p:grpSpPr>
            <a:xfrm>
              <a:off x="5663952" y="1825633"/>
              <a:ext cx="2916000" cy="1775028"/>
              <a:chOff x="5663952" y="1825633"/>
              <a:chExt cx="2916000" cy="1775028"/>
            </a:xfrm>
          </p:grpSpPr>
          <p:sp>
            <p:nvSpPr>
              <p:cNvPr id="49" name="正方形/長方形 48">
                <a:extLst>
                  <a:ext uri="{FF2B5EF4-FFF2-40B4-BE49-F238E27FC236}">
                    <ns2:creationId id="{1F84C1C3-B4BC-653F-AB97-2037AA9561DA}"/>
                  </a:ext>
                </a:extLst>
              </p:cNvPr>
              <p:cNvSpPr/>
              <p:nvPr/>
            </p:nvSpPr>
            <p:spPr>
              <a:xfrm>
                <a:off x="5663952" y="1825633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ts val="1000"/>
                  </a:lnSpc>
                </a:pPr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ts val="1000"/>
                  </a:lnSpc>
                </a:pPr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A8670C16-167C-E75C-AD55-7A2E497ABFE3}"/>
                  </a:ext>
                </a:extLst>
              </p:cNvPr>
              <p:cNvSpPr/>
              <p:nvPr/>
            </p:nvSpPr>
            <p:spPr>
              <a:xfrm>
                <a:off x="5663952" y="2197390"/>
                <a:ext cx="2916000" cy="28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08F82303-DEBD-69E3-9B92-9E8E57D48D45}"/>
                  </a:ext>
                </a:extLst>
              </p:cNvPr>
              <p:cNvSpPr/>
              <p:nvPr/>
            </p:nvSpPr>
            <p:spPr>
              <a:xfrm>
                <a:off x="5663952" y="2569147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ns2:creationId id="{8B61C631-D29F-C7FB-99FE-F2BCFBAA3432}"/>
                  </a:ext>
                </a:extLst>
              </p:cNvPr>
              <p:cNvSpPr/>
              <p:nvPr/>
            </p:nvSpPr>
            <p:spPr>
              <a:xfrm>
                <a:off x="5663952" y="2940904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4FE3CD04-DE9F-FC0E-BEAF-094491618E8E}"/>
                  </a:ext>
                </a:extLst>
              </p:cNvPr>
              <p:cNvSpPr/>
              <p:nvPr/>
            </p:nvSpPr>
            <p:spPr>
              <a:xfrm>
                <a:off x="5663952" y="3312661"/>
                <a:ext cx="2916000" cy="28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65" name="正方形/長方形 64">
              <a:extLst>
                <a:ext uri="{FF2B5EF4-FFF2-40B4-BE49-F238E27FC236}">
                  <ns2:creationId id="{931C11A8-52DE-E6B5-4CEC-BFDA67E775C2}"/>
                </a:ext>
              </a:extLst>
            </p:cNvPr>
            <p:cNvSpPr/>
            <p:nvPr/>
          </p:nvSpPr>
          <p:spPr>
            <a:xfrm>
              <a:off x="8943715" y="1822476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B224F7D3-9486-F6F6-5C34-D61B8EE41F6E}"/>
                </a:ext>
              </a:extLst>
            </p:cNvPr>
            <p:cNvSpPr/>
            <p:nvPr/>
          </p:nvSpPr>
          <p:spPr>
            <a:xfrm>
              <a:off x="8943715" y="2194233"/>
              <a:ext cx="29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A6C90682-146A-0D89-D9E0-25E466702DC8}"/>
                </a:ext>
              </a:extLst>
            </p:cNvPr>
            <p:cNvSpPr/>
            <p:nvPr/>
          </p:nvSpPr>
          <p:spPr>
            <a:xfrm>
              <a:off x="8943715" y="2565990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8F838D65-75A8-CE0E-EFA0-52212840C86E}"/>
                </a:ext>
              </a:extLst>
            </p:cNvPr>
            <p:cNvSpPr/>
            <p:nvPr/>
          </p:nvSpPr>
          <p:spPr>
            <a:xfrm>
              <a:off x="8943715" y="2937746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659042CA-B843-372E-1BB7-2CB1384ED796}"/>
                </a:ext>
              </a:extLst>
            </p:cNvPr>
            <p:cNvSpPr/>
            <p:nvPr/>
          </p:nvSpPr>
          <p:spPr>
            <a:xfrm>
              <a:off x="5433089" y="1866324"/>
              <a:ext cx="252000" cy="180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8000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①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②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③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④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⑤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FE7EB164-C469-0C28-221F-441B8D55ACA8}"/>
                </a:ext>
              </a:extLst>
            </p:cNvPr>
            <p:cNvSpPr/>
            <p:nvPr/>
          </p:nvSpPr>
          <p:spPr>
            <a:xfrm>
              <a:off x="8652142" y="1855725"/>
              <a:ext cx="252000" cy="158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⑥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⑦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⑧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2900"/>
                </a:lnSpc>
              </a:pPr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⑨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9545B5D4-5DC3-025A-0F22-619CE282E8D8}"/>
                </a:ext>
              </a:extLst>
            </p:cNvPr>
            <p:cNvSpPr/>
            <p:nvPr/>
          </p:nvSpPr>
          <p:spPr>
            <a:xfrm>
              <a:off x="5433089" y="4750177"/>
              <a:ext cx="252000" cy="158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288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①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②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③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④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99F43D96-90C6-E23A-3DB1-10F15E4632AE}"/>
                </a:ext>
              </a:extLst>
            </p:cNvPr>
            <p:cNvSpPr/>
            <p:nvPr/>
          </p:nvSpPr>
          <p:spPr>
            <a:xfrm>
              <a:off x="8652142" y="4721225"/>
              <a:ext cx="303746" cy="158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⑤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⑥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⑦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lnSpc>
                  <a:spcPts val="3000"/>
                </a:lnSpc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⑧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50BABEA9-A211-B7EB-99D9-97FD88E718E8}"/>
                </a:ext>
              </a:extLst>
            </p:cNvPr>
            <p:cNvSpPr/>
            <p:nvPr/>
          </p:nvSpPr>
          <p:spPr>
            <a:xfrm>
              <a:off x="7346723" y="3822505"/>
              <a:ext cx="2304000" cy="704442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541338" indent="-1857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endPara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C708E32C-09A4-D608-E70D-11E107940621}"/>
                </a:ext>
              </a:extLst>
            </p:cNvPr>
            <p:cNvSpPr/>
            <p:nvPr/>
          </p:nvSpPr>
          <p:spPr>
            <a:xfrm>
              <a:off x="8921024" y="4835163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 dirty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A6AA287B-3D77-691C-A5C3-A48330CFDD2A}"/>
                </a:ext>
              </a:extLst>
            </p:cNvPr>
            <p:cNvSpPr/>
            <p:nvPr/>
          </p:nvSpPr>
          <p:spPr>
            <a:xfrm>
              <a:off x="8943715" y="5208908"/>
              <a:ext cx="2916000" cy="288000"/>
            </a:xfrm>
            <a:prstGeom prst="rect">
              <a:avLst/>
            </a:prstGeom>
            <a:noFill/>
            <a:ln w="952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BEACCFA2-62A9-B5CB-F65D-647010038072}"/>
                </a:ext>
              </a:extLst>
            </p:cNvPr>
            <p:cNvSpPr/>
            <p:nvPr/>
          </p:nvSpPr>
          <p:spPr>
            <a:xfrm>
              <a:off x="8921024" y="5582653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B2B35840-8703-7C43-F562-C67BCF5155CC}"/>
                </a:ext>
              </a:extLst>
            </p:cNvPr>
            <p:cNvSpPr/>
            <p:nvPr/>
          </p:nvSpPr>
          <p:spPr>
            <a:xfrm>
              <a:off x="8921024" y="5956395"/>
              <a:ext cx="2916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kumimoji="1" lang="ja-JP" altLang="en-US" sz="76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99" name="グループ化 98">
              <a:extLst>
                <a:ext uri="{FF2B5EF4-FFF2-40B4-BE49-F238E27FC236}">
                  <ns2:creationId id="{95DF03F3-808C-CC69-032D-5159F7568B21}"/>
                </a:ext>
              </a:extLst>
            </p:cNvPr>
            <p:cNvGrpSpPr/>
            <p:nvPr/>
          </p:nvGrpSpPr>
          <p:grpSpPr>
            <a:xfrm>
              <a:off x="5663952" y="4835163"/>
              <a:ext cx="2916000" cy="1409235"/>
              <a:chOff x="5675764" y="3930437"/>
              <a:chExt cx="2916000" cy="1409235"/>
            </a:xfrm>
          </p:grpSpPr>
          <p:sp>
            <p:nvSpPr>
              <p:cNvPr id="101" name="正方形/長方形 100">
                <a:extLst>
                  <a:ext uri="{FF2B5EF4-FFF2-40B4-BE49-F238E27FC236}">
                    <ns2:creationId id="{44D172B7-3A36-D56C-2DC1-54B0403B155F}"/>
                  </a:ext>
                </a:extLst>
              </p:cNvPr>
              <p:cNvSpPr/>
              <p:nvPr/>
            </p:nvSpPr>
            <p:spPr>
              <a:xfrm>
                <a:off x="5675764" y="3930437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81DD978E-E39C-306D-5739-EA8C1011934F}"/>
                  </a:ext>
                </a:extLst>
              </p:cNvPr>
              <p:cNvSpPr/>
              <p:nvPr/>
            </p:nvSpPr>
            <p:spPr>
              <a:xfrm>
                <a:off x="5675764" y="4304182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kumimoji="1"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正方形/長方形 106">
                <a:extLst>
                  <a:ext uri="{FF2B5EF4-FFF2-40B4-BE49-F238E27FC236}">
                    <ns2:creationId id="{3FF655F8-F629-927C-31EC-FDF459F2237C}"/>
                  </a:ext>
                </a:extLst>
              </p:cNvPr>
              <p:cNvSpPr/>
              <p:nvPr/>
            </p:nvSpPr>
            <p:spPr>
              <a:xfrm>
                <a:off x="5675764" y="4677927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9" name="正方形/長方形 108">
                <a:extLst>
                  <a:ext uri="{FF2B5EF4-FFF2-40B4-BE49-F238E27FC236}">
                    <ns2:creationId id="{F9582AF1-5E2F-13F0-F9E6-8746D514AF3F}"/>
                  </a:ext>
                </a:extLst>
              </p:cNvPr>
              <p:cNvSpPr/>
              <p:nvPr/>
            </p:nvSpPr>
            <p:spPr>
              <a:xfrm>
                <a:off x="5675764" y="5051672"/>
                <a:ext cx="2916000" cy="28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8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8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113" name="グラフィックス 112" descr="ホールド ジェスチャ 単色塗りつぶし">
              <a:extLst>
                <a:ext uri="{FF2B5EF4-FFF2-40B4-BE49-F238E27FC236}">
                  <ns2:creationId id="{9244457C-73AD-5E93-13E6-7B538A9133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rcRect/>
            <a:stretch/>
          </p:blipFill>
          <p:spPr>
            <a:xfrm>
              <a:off x="2053497" y="1729164"/>
              <a:ext cx="612000" cy="612000"/>
            </a:xfrm>
            <a:prstGeom prst="rect">
              <a:avLst/>
            </a:prstGeom>
          </p:spPr>
        </p:pic>
        <p:cxnSp>
          <p:nvCxnSpPr>
            <p:cNvPr id="123" name="直線コネクタ 122">
              <a:extLst>
                <a:ext uri="{FF2B5EF4-FFF2-40B4-BE49-F238E27FC236}">
                  <ns2:creationId id="{DB92276A-40EE-FC32-663F-076CDBBF70E4}"/>
                </a:ext>
              </a:extLst>
            </p:cNvPr>
            <p:cNvCxnSpPr>
              <a:cxnSpLocks/>
            </p:cNvCxnSpPr>
            <p:nvPr/>
          </p:nvCxnSpPr>
          <p:spPr>
            <a:xfrm>
              <a:off x="5381343" y="1866324"/>
              <a:ext cx="0" cy="1800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ns2:creationId id="{6B02689C-C4B4-6C43-8821-DFEA135BE1A1}"/>
                </a:ext>
              </a:extLst>
            </p:cNvPr>
            <p:cNvCxnSpPr>
              <a:cxnSpLocks/>
            </p:cNvCxnSpPr>
            <p:nvPr/>
          </p:nvCxnSpPr>
          <p:spPr>
            <a:xfrm>
              <a:off x="5381343" y="4778509"/>
              <a:ext cx="0" cy="1512000"/>
            </a:xfrm>
            <a:prstGeom prst="line">
              <a:avLst/>
            </a:prstGeom>
            <a:ln w="38100">
              <a:solidFill>
                <a:srgbClr val="000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ns2:creationId id="{EA926045-64C1-803E-E6BF-D109420D3CE5}"/>
                </a:ext>
              </a:extLst>
            </p:cNvPr>
            <p:cNvCxnSpPr>
              <a:cxnSpLocks/>
            </p:cNvCxnSpPr>
            <p:nvPr/>
          </p:nvCxnSpPr>
          <p:spPr>
            <a:xfrm>
              <a:off x="2802682" y="1095955"/>
              <a:ext cx="0" cy="507600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033038250"/>
      </p:ext>
    </p:extLst>
  </p:cSld>
  <p:clrMapOvr>
    <a:masterClrMapping/>
  </p:clrMapOvr>
</p:sld>
</file>

<file path=ppt/slides/slide33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CEE5089-583B-DC0F-029C-1A6287990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prstClr val="black"/>
                </a:solidFill>
              </a:rPr>
              <a:t>XX</a:t>
            </a:r>
            <a:r>
              <a:rPr lang="ja-JP" altLang="en-US" dirty="0">
                <a:solidFill>
                  <a:prstClr val="black"/>
                </a:solidFill>
              </a:rPr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2137738-7795-93CF-4150-C795F4DAC8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390973"/>
          </a:xfrm>
        </p:spPr>
        <p:txBody>
          <a:bodyPr/>
          <a:lstStyle/>
          <a:p>
            <a:r>
              <a:rPr lang="ja-JP" altLang="en-US" dirty="0">
                <a:solidFill>
                  <a:sysClr val="windowText" lastClr="000000"/>
                </a:solidFill>
              </a:rPr>
              <a:t>XX</a:t>
            </a:r>
          </a:p>
        </p:txBody>
      </p:sp>
      <p:grpSp>
        <p:nvGrpSpPr>
          <p:cNvPr id="212" name="グループ化 211">
            <a:extLst>
              <a:ext uri="{FF2B5EF4-FFF2-40B4-BE49-F238E27FC236}">
                <ns2:creationId id="{A0D1984C-9547-094E-640E-2BA9B7AE3F80}"/>
              </a:ext>
            </a:extLst>
          </p:cNvPr>
          <p:cNvGrpSpPr/>
          <p:nvPr/>
        </p:nvGrpSpPr>
        <p:grpSpPr>
          <a:xfrm>
            <a:off x="334962" y="1636934"/>
            <a:ext cx="11522075" cy="4671791"/>
            <a:chOff x="334962" y="1636934"/>
            <a:chExt cx="11522075" cy="4671791"/>
          </a:xfrm>
        </p:grpSpPr>
        <p:sp>
          <p:nvSpPr>
            <p:cNvPr id="95" name="ホームベース 51">
              <a:extLst>
                <a:ext uri="{FF2B5EF4-FFF2-40B4-BE49-F238E27FC236}">
                  <ns2:creationId id="{28F090DE-1993-932B-4BCB-A63BCEEFA989}"/>
                </a:ext>
              </a:extLst>
            </p:cNvPr>
            <p:cNvSpPr/>
            <p:nvPr/>
          </p:nvSpPr>
          <p:spPr>
            <a:xfrm>
              <a:off x="1428033" y="1636934"/>
              <a:ext cx="2088000" cy="390973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6" name="山形 52">
              <a:extLst>
                <a:ext uri="{FF2B5EF4-FFF2-40B4-BE49-F238E27FC236}">
                  <ns2:creationId id="{152D47F3-2124-FAEF-FF03-221ABB4EED38}"/>
                </a:ext>
              </a:extLst>
            </p:cNvPr>
            <p:cNvSpPr/>
            <p:nvPr/>
          </p:nvSpPr>
          <p:spPr>
            <a:xfrm>
              <a:off x="3511299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山形 53">
              <a:extLst>
                <a:ext uri="{FF2B5EF4-FFF2-40B4-BE49-F238E27FC236}">
                  <ns2:creationId id="{BA2F60FE-8C98-5135-C7C2-5D31F9AAE59C}"/>
                </a:ext>
              </a:extLst>
            </p:cNvPr>
            <p:cNvSpPr/>
            <p:nvPr/>
          </p:nvSpPr>
          <p:spPr>
            <a:xfrm>
              <a:off x="5594565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8" name="山形 52">
              <a:extLst>
                <a:ext uri="{FF2B5EF4-FFF2-40B4-BE49-F238E27FC236}">
                  <ns2:creationId id="{81A73FE2-2991-5707-C7E9-36E098BC3039}"/>
                </a:ext>
              </a:extLst>
            </p:cNvPr>
            <p:cNvSpPr/>
            <p:nvPr/>
          </p:nvSpPr>
          <p:spPr>
            <a:xfrm>
              <a:off x="7677831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9" name="山形 53">
              <a:extLst>
                <a:ext uri="{FF2B5EF4-FFF2-40B4-BE49-F238E27FC236}">
                  <ns2:creationId id="{D4589CB8-A825-3D12-9DBC-90C0F39BE7C2}"/>
                </a:ext>
              </a:extLst>
            </p:cNvPr>
            <p:cNvSpPr/>
            <p:nvPr/>
          </p:nvSpPr>
          <p:spPr>
            <a:xfrm>
              <a:off x="9761095" y="1636934"/>
              <a:ext cx="2088000" cy="390973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44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4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01" name="四角形: 角を丸くする 100">
              <a:extLst>
                <a:ext uri="{FF2B5EF4-FFF2-40B4-BE49-F238E27FC236}">
                  <ns2:creationId id="{D808896E-9637-1FB3-890E-7256631D8D1E}"/>
                </a:ext>
              </a:extLst>
            </p:cNvPr>
            <p:cNvSpPr/>
            <p:nvPr/>
          </p:nvSpPr>
          <p:spPr>
            <a:xfrm>
              <a:off x="334963" y="2205591"/>
              <a:ext cx="989340" cy="705772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2" name="四角形: 角を丸くする 101">
              <a:extLst>
                <a:ext uri="{FF2B5EF4-FFF2-40B4-BE49-F238E27FC236}">
                  <ns2:creationId id="{35338E74-C58A-8E2E-801D-FC571E04A768}"/>
                </a:ext>
              </a:extLst>
            </p:cNvPr>
            <p:cNvSpPr/>
            <p:nvPr/>
          </p:nvSpPr>
          <p:spPr>
            <a:xfrm>
              <a:off x="334963" y="2952310"/>
              <a:ext cx="505865" cy="140948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3" name="四角形: 角を丸くする 102">
              <a:extLst>
                <a:ext uri="{FF2B5EF4-FFF2-40B4-BE49-F238E27FC236}">
                  <ns2:creationId id="{0085DF2C-A406-C796-C850-DB98097E0BF2}"/>
                </a:ext>
              </a:extLst>
            </p:cNvPr>
            <p:cNvSpPr/>
            <p:nvPr/>
          </p:nvSpPr>
          <p:spPr>
            <a:xfrm>
              <a:off x="893378" y="2952311"/>
              <a:ext cx="432000" cy="684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lang="en-US" altLang="ja-JP" sz="9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四角形: 角を丸くする 103">
              <a:extLst>
                <a:ext uri="{FF2B5EF4-FFF2-40B4-BE49-F238E27FC236}">
                  <ns2:creationId id="{A40C7636-79D4-5866-3DFE-E2E2544D3813}"/>
                </a:ext>
              </a:extLst>
            </p:cNvPr>
            <p:cNvSpPr/>
            <p:nvPr/>
          </p:nvSpPr>
          <p:spPr>
            <a:xfrm>
              <a:off x="893378" y="3677038"/>
              <a:ext cx="432000" cy="684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/>
              <a:r>
                <a:rPr kumimoji="1" lang="en-US" altLang="ja-JP" sz="9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5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52F49444-C374-2CB3-DBAB-90A642722ED7}"/>
                </a:ext>
              </a:extLst>
            </p:cNvPr>
            <p:cNvSpPr/>
            <p:nvPr/>
          </p:nvSpPr>
          <p:spPr>
            <a:xfrm>
              <a:off x="334963" y="4401765"/>
              <a:ext cx="989340" cy="1074122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7" name="四角形: 角を丸くする 106">
              <a:extLst>
                <a:ext uri="{FF2B5EF4-FFF2-40B4-BE49-F238E27FC236}">
                  <ns2:creationId id="{1313EC47-CA4B-3D0D-39E2-1C3A66F1B454}"/>
                </a:ext>
              </a:extLst>
            </p:cNvPr>
            <p:cNvSpPr/>
            <p:nvPr/>
          </p:nvSpPr>
          <p:spPr>
            <a:xfrm>
              <a:off x="334962" y="5528443"/>
              <a:ext cx="11522075" cy="780282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四角形: 角を丸くする 108">
              <a:extLst>
                <a:ext uri="{FF2B5EF4-FFF2-40B4-BE49-F238E27FC236}">
                  <ns2:creationId id="{82BA317C-21A8-4BBF-4B1A-93CDE1544616}"/>
                </a:ext>
              </a:extLst>
            </p:cNvPr>
            <p:cNvSpPr/>
            <p:nvPr/>
          </p:nvSpPr>
          <p:spPr>
            <a:xfrm>
              <a:off x="546538" y="5612584"/>
              <a:ext cx="3426372" cy="61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317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四角形: 角を丸くする 109">
              <a:extLst>
                <a:ext uri="{FF2B5EF4-FFF2-40B4-BE49-F238E27FC236}">
                  <ns2:creationId id="{C9A1EA1D-DAA2-0249-F368-8CEF073E3216}"/>
                </a:ext>
              </a:extLst>
            </p:cNvPr>
            <p:cNvSpPr/>
            <p:nvPr/>
          </p:nvSpPr>
          <p:spPr>
            <a:xfrm>
              <a:off x="4391507" y="5612584"/>
              <a:ext cx="3426372" cy="61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317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1" name="四角形: 角を丸くする 110">
              <a:extLst>
                <a:ext uri="{FF2B5EF4-FFF2-40B4-BE49-F238E27FC236}">
                  <ns2:creationId id="{B22619F9-684A-4A2F-AA49-4007C0441883}"/>
                </a:ext>
              </a:extLst>
            </p:cNvPr>
            <p:cNvSpPr/>
            <p:nvPr/>
          </p:nvSpPr>
          <p:spPr>
            <a:xfrm>
              <a:off x="8236475" y="5612584"/>
              <a:ext cx="3426372" cy="61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3175">
              <a:solidFill>
                <a:srgbClr val="99CCB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二等辺三角形 111">
              <a:extLst>
                <a:ext uri="{FF2B5EF4-FFF2-40B4-BE49-F238E27FC236}">
                  <ns2:creationId id="{5968E21E-79CB-1E73-2021-A9BF51AE2338}"/>
                </a:ext>
              </a:extLst>
            </p:cNvPr>
            <p:cNvSpPr/>
            <p:nvPr/>
          </p:nvSpPr>
          <p:spPr>
            <a:xfrm rot="5400000">
              <a:off x="3984208" y="5828584"/>
              <a:ext cx="396000" cy="180000"/>
            </a:xfrm>
            <a:prstGeom prst="triangl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二等辺三角形 112">
              <a:extLst>
                <a:ext uri="{FF2B5EF4-FFF2-40B4-BE49-F238E27FC236}">
                  <ns2:creationId id="{6B300A1D-5F43-734F-64ED-1BFADC213B9C}"/>
                </a:ext>
              </a:extLst>
            </p:cNvPr>
            <p:cNvSpPr/>
            <p:nvPr/>
          </p:nvSpPr>
          <p:spPr>
            <a:xfrm rot="5400000">
              <a:off x="7829177" y="5828584"/>
              <a:ext cx="396000" cy="180000"/>
            </a:xfrm>
            <a:prstGeom prst="triangl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4" name="テキスト ボックス 113">
              <a:extLst>
                <a:ext uri="{FF2B5EF4-FFF2-40B4-BE49-F238E27FC236}">
                  <ns2:creationId id="{F502C0C5-F842-1D1B-8BA2-BE6ADC8351CD}"/>
                </a:ext>
              </a:extLst>
            </p:cNvPr>
            <p:cNvSpPr txBox="1"/>
            <p:nvPr/>
          </p:nvSpPr>
          <p:spPr>
            <a:xfrm>
              <a:off x="2166033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5" name="テキスト ボックス 114">
              <a:extLst>
                <a:ext uri="{FF2B5EF4-FFF2-40B4-BE49-F238E27FC236}">
                  <ns2:creationId id="{B8020519-A387-94B2-67A7-CB9241ED00A3}"/>
                </a:ext>
              </a:extLst>
            </p:cNvPr>
            <p:cNvSpPr txBox="1"/>
            <p:nvPr/>
          </p:nvSpPr>
          <p:spPr>
            <a:xfrm>
              <a:off x="4249299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B33F5978-3A7A-CD55-0593-E7D918673899}"/>
                </a:ext>
              </a:extLst>
            </p:cNvPr>
            <p:cNvSpPr txBox="1"/>
            <p:nvPr/>
          </p:nvSpPr>
          <p:spPr>
            <a:xfrm>
              <a:off x="6332565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8" name="テキスト ボックス 117">
              <a:extLst>
                <a:ext uri="{FF2B5EF4-FFF2-40B4-BE49-F238E27FC236}">
                  <ns2:creationId id="{18AAE627-382D-6E06-430C-9EAA4CB4B4B9}"/>
                </a:ext>
              </a:extLst>
            </p:cNvPr>
            <p:cNvSpPr txBox="1"/>
            <p:nvPr/>
          </p:nvSpPr>
          <p:spPr>
            <a:xfrm>
              <a:off x="8415831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9" name="テキスト ボックス 118">
              <a:extLst>
                <a:ext uri="{FF2B5EF4-FFF2-40B4-BE49-F238E27FC236}">
                  <ns2:creationId id="{18DADF0E-01FA-68D3-4F4D-F2334CC5725A}"/>
                </a:ext>
              </a:extLst>
            </p:cNvPr>
            <p:cNvSpPr txBox="1"/>
            <p:nvPr/>
          </p:nvSpPr>
          <p:spPr>
            <a:xfrm>
              <a:off x="10499097" y="2038841"/>
              <a:ext cx="612000" cy="180000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kumimoji="1" lang="en-US" altLang="ja-JP" sz="120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endPara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0" name="楕円 119">
              <a:extLst>
                <a:ext uri="{FF2B5EF4-FFF2-40B4-BE49-F238E27FC236}">
                  <ns2:creationId id="{567AD6D9-6C66-323E-C48D-640F16172D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36033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1" name="楕円 120">
              <a:extLst>
                <a:ext uri="{FF2B5EF4-FFF2-40B4-BE49-F238E27FC236}">
                  <ns2:creationId id="{F73BC443-B2DF-DC78-3801-5167BDFD5F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9299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楕円 121">
              <a:extLst>
                <a:ext uri="{FF2B5EF4-FFF2-40B4-BE49-F238E27FC236}">
                  <ns2:creationId id="{6EC2EE9D-64D8-44EB-7A57-7E5E7C3E50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2565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楕円 122">
              <a:extLst>
                <a:ext uri="{FF2B5EF4-FFF2-40B4-BE49-F238E27FC236}">
                  <ns2:creationId id="{B64245FF-AB9D-609A-D20F-8E8880A62D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85831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4" name="楕円 123">
              <a:extLst>
                <a:ext uri="{FF2B5EF4-FFF2-40B4-BE49-F238E27FC236}">
                  <ns2:creationId id="{5C35269D-2BFC-6254-EFCB-5557725119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69097" y="1981208"/>
              <a:ext cx="72000" cy="72000"/>
            </a:xfrm>
            <a:prstGeom prst="ellipse">
              <a:avLst/>
            </a:prstGeom>
            <a:solidFill>
              <a:schemeClr val="tx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26" name="直線矢印コネクタ 125">
              <a:extLst>
                <a:ext uri="{FF2B5EF4-FFF2-40B4-BE49-F238E27FC236}">
                  <ns2:creationId id="{496E28AC-18B7-5DCF-227B-33B63DE3CFCC}"/>
                </a:ext>
              </a:extLst>
            </p:cNvPr>
            <p:cNvCxnSpPr>
              <a:cxnSpLocks/>
            </p:cNvCxnSpPr>
            <p:nvPr/>
          </p:nvCxnSpPr>
          <p:spPr>
            <a:xfrm>
              <a:off x="1428033" y="2757343"/>
              <a:ext cx="1036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楕円 128">
              <a:extLst>
                <a:ext uri="{FF2B5EF4-FFF2-40B4-BE49-F238E27FC236}">
                  <ns2:creationId id="{601CF92C-8A75-C6CC-288E-62E072BD4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09159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0" name="楕円 129">
              <a:extLst>
                <a:ext uri="{FF2B5EF4-FFF2-40B4-BE49-F238E27FC236}">
                  <ns2:creationId id="{6C7897F3-8D23-CF34-48DB-6F1951A115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44419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楕円 130">
              <a:extLst>
                <a:ext uri="{FF2B5EF4-FFF2-40B4-BE49-F238E27FC236}">
                  <ns2:creationId id="{78D5895C-95F4-817F-C145-0A5DF9451C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05654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2" name="楕円 131">
              <a:extLst>
                <a:ext uri="{FF2B5EF4-FFF2-40B4-BE49-F238E27FC236}">
                  <ns2:creationId id="{0C2D4DE4-303C-7AB7-9FD7-A859F20C82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04280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楕円 132">
              <a:extLst>
                <a:ext uri="{FF2B5EF4-FFF2-40B4-BE49-F238E27FC236}">
                  <ns2:creationId id="{6FF4AE61-CD25-472C-AC98-A97CD26656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55159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楕円 133">
              <a:extLst>
                <a:ext uri="{FF2B5EF4-FFF2-40B4-BE49-F238E27FC236}">
                  <ns2:creationId id="{750543AD-3325-7AD1-6384-6405A44557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72068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5" name="楕円 134">
              <a:extLst>
                <a:ext uri="{FF2B5EF4-FFF2-40B4-BE49-F238E27FC236}">
                  <ns2:creationId id="{5A2F9D46-DCE2-5D4C-CA4A-571173BC41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5980" y="2698541"/>
              <a:ext cx="108000" cy="108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6" name="テキスト ボックス 135">
              <a:extLst>
                <a:ext uri="{FF2B5EF4-FFF2-40B4-BE49-F238E27FC236}">
                  <ns2:creationId id="{4133687C-F1D4-F47C-8371-C3D4D0B63CC0}"/>
                </a:ext>
              </a:extLst>
            </p:cNvPr>
            <p:cNvSpPr txBox="1"/>
            <p:nvPr/>
          </p:nvSpPr>
          <p:spPr>
            <a:xfrm>
              <a:off x="2291256" y="2417377"/>
              <a:ext cx="1152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7" name="テキスト ボックス 136">
              <a:extLst>
                <a:ext uri="{FF2B5EF4-FFF2-40B4-BE49-F238E27FC236}">
                  <ns2:creationId id="{0C069F04-E73A-573C-E511-3261C8F8BBA0}"/>
                </a:ext>
              </a:extLst>
            </p:cNvPr>
            <p:cNvSpPr txBox="1"/>
            <p:nvPr/>
          </p:nvSpPr>
          <p:spPr>
            <a:xfrm>
              <a:off x="3548121" y="2417377"/>
              <a:ext cx="684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ns2:creationId id="{D3112771-B944-FC19-AC8A-7EBB76078B32}"/>
                </a:ext>
              </a:extLst>
            </p:cNvPr>
            <p:cNvSpPr txBox="1"/>
            <p:nvPr/>
          </p:nvSpPr>
          <p:spPr>
            <a:xfrm>
              <a:off x="4816204" y="2417377"/>
              <a:ext cx="684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9" name="テキスト ボックス 138">
              <a:extLst>
                <a:ext uri="{FF2B5EF4-FFF2-40B4-BE49-F238E27FC236}">
                  <ns2:creationId id="{C9F0B56D-9A8D-CDE7-A208-A5B7846D3DF7}"/>
                </a:ext>
              </a:extLst>
            </p:cNvPr>
            <p:cNvSpPr txBox="1"/>
            <p:nvPr/>
          </p:nvSpPr>
          <p:spPr>
            <a:xfrm>
              <a:off x="5553974" y="2417377"/>
              <a:ext cx="1080000" cy="252000"/>
            </a:xfrm>
            <a:prstGeom prst="rect">
              <a:avLst/>
            </a:prstGeom>
            <a:noFill/>
          </p:spPr>
          <p:txBody>
            <a:bodyPr wrap="none" tIns="3600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0" name="テキスト ボックス 139">
              <a:extLst>
                <a:ext uri="{FF2B5EF4-FFF2-40B4-BE49-F238E27FC236}">
                  <ns2:creationId id="{4A74A933-A391-465F-BE51-2730A65D9FC6}"/>
                </a:ext>
              </a:extLst>
            </p:cNvPr>
            <p:cNvSpPr txBox="1"/>
            <p:nvPr/>
          </p:nvSpPr>
          <p:spPr>
            <a:xfrm>
              <a:off x="6867159" y="2417377"/>
              <a:ext cx="684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テキスト ボックス 140">
              <a:extLst>
                <a:ext uri="{FF2B5EF4-FFF2-40B4-BE49-F238E27FC236}">
                  <ns2:creationId id="{1F657365-F644-F3F7-2B74-09B78C907EC2}"/>
                </a:ext>
              </a:extLst>
            </p:cNvPr>
            <p:cNvSpPr txBox="1"/>
            <p:nvPr/>
          </p:nvSpPr>
          <p:spPr>
            <a:xfrm>
              <a:off x="7572731" y="2417377"/>
              <a:ext cx="972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2" name="テキスト ボックス 141">
              <a:extLst>
                <a:ext uri="{FF2B5EF4-FFF2-40B4-BE49-F238E27FC236}">
                  <ns2:creationId id="{5A52359E-9DDB-31CB-46BC-2C1A6929548E}"/>
                </a:ext>
              </a:extLst>
            </p:cNvPr>
            <p:cNvSpPr txBox="1"/>
            <p:nvPr/>
          </p:nvSpPr>
          <p:spPr>
            <a:xfrm>
              <a:off x="9584068" y="2417377"/>
              <a:ext cx="684000" cy="252000"/>
            </a:xfrm>
            <a:prstGeom prst="rect">
              <a:avLst/>
            </a:prstGeom>
            <a:noFill/>
          </p:spPr>
          <p:txBody>
            <a:bodyPr wrap="none" tIns="3600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3" name="直線矢印コネクタ 142">
              <a:extLst>
                <a:ext uri="{FF2B5EF4-FFF2-40B4-BE49-F238E27FC236}">
                  <ns2:creationId id="{CC74C30A-8CEA-3004-732B-F84599D5FF64}"/>
                </a:ext>
              </a:extLst>
            </p:cNvPr>
            <p:cNvCxnSpPr>
              <a:cxnSpLocks/>
            </p:cNvCxnSpPr>
            <p:nvPr/>
          </p:nvCxnSpPr>
          <p:spPr>
            <a:xfrm>
              <a:off x="1428033" y="3440252"/>
              <a:ext cx="1036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矢印コネクタ 143">
              <a:extLst>
                <a:ext uri="{FF2B5EF4-FFF2-40B4-BE49-F238E27FC236}">
                  <ns2:creationId id="{8C9563EA-9229-1089-5DEF-8343A77DDD96}"/>
                </a:ext>
              </a:extLst>
            </p:cNvPr>
            <p:cNvCxnSpPr>
              <a:cxnSpLocks/>
            </p:cNvCxnSpPr>
            <p:nvPr/>
          </p:nvCxnSpPr>
          <p:spPr>
            <a:xfrm>
              <a:off x="1428033" y="4175975"/>
              <a:ext cx="1036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oval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四角形: 角を丸くする 144">
              <a:extLst>
                <a:ext uri="{FF2B5EF4-FFF2-40B4-BE49-F238E27FC236}">
                  <ns2:creationId id="{FAC940BB-DE21-5902-FE9B-FF1436E7062C}"/>
                </a:ext>
              </a:extLst>
            </p:cNvPr>
            <p:cNvSpPr/>
            <p:nvPr/>
          </p:nvSpPr>
          <p:spPr>
            <a:xfrm>
              <a:off x="397633" y="5157249"/>
              <a:ext cx="864000" cy="252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6" name="ホームベース 51">
              <a:extLst>
                <a:ext uri="{FF2B5EF4-FFF2-40B4-BE49-F238E27FC236}">
                  <ns2:creationId id="{FA7772D8-3BD2-9ACB-96CD-82B8FFC14E01}"/>
                </a:ext>
              </a:extLst>
            </p:cNvPr>
            <p:cNvSpPr/>
            <p:nvPr/>
          </p:nvSpPr>
          <p:spPr>
            <a:xfrm>
              <a:off x="2468547" y="4602554"/>
              <a:ext cx="1044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7" name="ホームベース 51">
              <a:extLst>
                <a:ext uri="{FF2B5EF4-FFF2-40B4-BE49-F238E27FC236}">
                  <ns2:creationId id="{180A14F7-88EC-FE44-2667-482A0AD7CC4E}"/>
                </a:ext>
              </a:extLst>
            </p:cNvPr>
            <p:cNvSpPr/>
            <p:nvPr/>
          </p:nvSpPr>
          <p:spPr>
            <a:xfrm>
              <a:off x="3522378" y="4602554"/>
              <a:ext cx="57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8" name="ホームベース 51">
              <a:extLst>
                <a:ext uri="{FF2B5EF4-FFF2-40B4-BE49-F238E27FC236}">
                  <ns2:creationId id="{82D2A8DD-1BCB-4478-AF89-85598105DAD9}"/>
                </a:ext>
              </a:extLst>
            </p:cNvPr>
            <p:cNvSpPr/>
            <p:nvPr/>
          </p:nvSpPr>
          <p:spPr>
            <a:xfrm>
              <a:off x="4108738" y="4442919"/>
              <a:ext cx="147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9" name="ホームベース 51">
              <a:extLst>
                <a:ext uri="{FF2B5EF4-FFF2-40B4-BE49-F238E27FC236}">
                  <ns2:creationId id="{632DA8FD-9E5A-7D55-CD98-66F249DF7308}"/>
                </a:ext>
              </a:extLst>
            </p:cNvPr>
            <p:cNvSpPr/>
            <p:nvPr/>
          </p:nvSpPr>
          <p:spPr>
            <a:xfrm>
              <a:off x="2468547" y="5167533"/>
              <a:ext cx="1152000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0" name="ホームベース 51">
              <a:extLst>
                <a:ext uri="{FF2B5EF4-FFF2-40B4-BE49-F238E27FC236}">
                  <ns2:creationId id="{FAF6AEC6-DC41-274B-93F3-E21563CB79CC}"/>
                </a:ext>
              </a:extLst>
            </p:cNvPr>
            <p:cNvSpPr/>
            <p:nvPr/>
          </p:nvSpPr>
          <p:spPr>
            <a:xfrm>
              <a:off x="3639219" y="5167533"/>
              <a:ext cx="756000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1" name="ホームベース 51">
              <a:extLst>
                <a:ext uri="{FF2B5EF4-FFF2-40B4-BE49-F238E27FC236}">
                  <ns2:creationId id="{C8DD9ECD-9105-E9D7-01DB-453FD9DD7571}"/>
                </a:ext>
              </a:extLst>
            </p:cNvPr>
            <p:cNvSpPr/>
            <p:nvPr/>
          </p:nvSpPr>
          <p:spPr>
            <a:xfrm>
              <a:off x="5594565" y="4602554"/>
              <a:ext cx="1080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ホームベース 51">
              <a:extLst>
                <a:ext uri="{FF2B5EF4-FFF2-40B4-BE49-F238E27FC236}">
                  <ns2:creationId id="{A9BEB35F-E623-173D-AAD0-FC7782442FA0}"/>
                </a:ext>
              </a:extLst>
            </p:cNvPr>
            <p:cNvSpPr/>
            <p:nvPr/>
          </p:nvSpPr>
          <p:spPr>
            <a:xfrm>
              <a:off x="4108738" y="4779943"/>
              <a:ext cx="147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ホームベース 51">
              <a:extLst>
                <a:ext uri="{FF2B5EF4-FFF2-40B4-BE49-F238E27FC236}">
                  <ns2:creationId id="{115E15E7-3B91-798B-94BF-8D06008A124D}"/>
                </a:ext>
              </a:extLst>
            </p:cNvPr>
            <p:cNvSpPr/>
            <p:nvPr/>
          </p:nvSpPr>
          <p:spPr>
            <a:xfrm>
              <a:off x="6685075" y="4602554"/>
              <a:ext cx="97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４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ホームベース 51">
              <a:extLst>
                <a:ext uri="{FF2B5EF4-FFF2-40B4-BE49-F238E27FC236}">
                  <ns2:creationId id="{3C51DA65-EF07-B9DC-9798-8C75A3738BD7}"/>
                </a:ext>
              </a:extLst>
            </p:cNvPr>
            <p:cNvSpPr/>
            <p:nvPr/>
          </p:nvSpPr>
          <p:spPr>
            <a:xfrm>
              <a:off x="7674242" y="4602554"/>
              <a:ext cx="1044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ホームベース 51">
              <a:extLst>
                <a:ext uri="{FF2B5EF4-FFF2-40B4-BE49-F238E27FC236}">
                  <ns2:creationId id="{154F162B-5762-6DE1-5AD3-394E4CA9E3E6}"/>
                </a:ext>
              </a:extLst>
            </p:cNvPr>
            <p:cNvSpPr/>
            <p:nvPr/>
          </p:nvSpPr>
          <p:spPr>
            <a:xfrm>
              <a:off x="8724917" y="4602554"/>
              <a:ext cx="97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４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ホームベース 51">
              <a:extLst>
                <a:ext uri="{FF2B5EF4-FFF2-40B4-BE49-F238E27FC236}">
                  <ns2:creationId id="{E6031502-56F8-E832-2B48-DD8A4F1B169B}"/>
                </a:ext>
              </a:extLst>
            </p:cNvPr>
            <p:cNvSpPr/>
            <p:nvPr/>
          </p:nvSpPr>
          <p:spPr>
            <a:xfrm>
              <a:off x="9714102" y="4602554"/>
              <a:ext cx="115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7" name="ホームベース 51">
              <a:extLst>
                <a:ext uri="{FF2B5EF4-FFF2-40B4-BE49-F238E27FC236}">
                  <ns2:creationId id="{4236FD9E-4B31-3669-F005-8F796BBCF2FC}"/>
                </a:ext>
              </a:extLst>
            </p:cNvPr>
            <p:cNvSpPr/>
            <p:nvPr/>
          </p:nvSpPr>
          <p:spPr>
            <a:xfrm>
              <a:off x="10883287" y="4602554"/>
              <a:ext cx="972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４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8" name="ホームベース 51">
              <a:extLst>
                <a:ext uri="{FF2B5EF4-FFF2-40B4-BE49-F238E27FC236}">
                  <ns2:creationId id="{1459A28F-E541-9536-D6BC-01D346DABB74}"/>
                </a:ext>
              </a:extLst>
            </p:cNvPr>
            <p:cNvSpPr/>
            <p:nvPr/>
          </p:nvSpPr>
          <p:spPr>
            <a:xfrm>
              <a:off x="4413891" y="5167533"/>
              <a:ext cx="1296000" cy="288000"/>
            </a:xfrm>
            <a:prstGeom prst="homePlate">
              <a:avLst>
                <a:gd name="adj" fmla="val 18206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9" name="ホームベース 51">
              <a:extLst>
                <a:ext uri="{FF2B5EF4-FFF2-40B4-BE49-F238E27FC236}">
                  <ns2:creationId id="{42D48810-B0F4-6879-1837-563BC81D4852}"/>
                </a:ext>
              </a:extLst>
            </p:cNvPr>
            <p:cNvSpPr/>
            <p:nvPr/>
          </p:nvSpPr>
          <p:spPr>
            <a:xfrm>
              <a:off x="5728563" y="5167533"/>
              <a:ext cx="5934284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9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0" name="楕円 159">
              <a:extLst>
                <a:ext uri="{FF2B5EF4-FFF2-40B4-BE49-F238E27FC236}">
                  <ns2:creationId id="{0A4462E5-3E8F-8DD1-E41E-83734F7723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76256" y="3386968"/>
              <a:ext cx="108000" cy="108000"/>
            </a:xfrm>
            <a:prstGeom prst="ellipse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1" name="楕円 160">
              <a:extLst>
                <a:ext uri="{FF2B5EF4-FFF2-40B4-BE49-F238E27FC236}">
                  <ns2:creationId id="{175D8DA4-4D3F-4FC1-2A41-88988351AA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16470" y="3386968"/>
              <a:ext cx="108000" cy="108000"/>
            </a:xfrm>
            <a:prstGeom prst="ellipse">
              <a:avLst/>
            </a:prstGeom>
            <a:solidFill>
              <a:schemeClr val="accent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2" name="楕円 161">
              <a:extLst>
                <a:ext uri="{FF2B5EF4-FFF2-40B4-BE49-F238E27FC236}">
                  <ns2:creationId id="{2B6D61D8-4B36-C1E6-1AD5-9AECF325FE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46388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3" name="楕円 162">
              <a:extLst>
                <a:ext uri="{FF2B5EF4-FFF2-40B4-BE49-F238E27FC236}">
                  <ns2:creationId id="{B4632863-D78A-DDE5-173E-AB6A141FCF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35276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4" name="楕円 163">
              <a:extLst>
                <a:ext uri="{FF2B5EF4-FFF2-40B4-BE49-F238E27FC236}">
                  <ns2:creationId id="{7990A2A1-E63A-4413-86F4-757CDDE8CA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33897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5" name="楕円 164">
              <a:extLst>
                <a:ext uri="{FF2B5EF4-FFF2-40B4-BE49-F238E27FC236}">
                  <ns2:creationId id="{DBAAB96C-2B65-84DA-17CB-9E29F0BFF0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85535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楕円 165">
              <a:extLst>
                <a:ext uri="{FF2B5EF4-FFF2-40B4-BE49-F238E27FC236}">
                  <ns2:creationId id="{EB4BEF81-5B35-B0B1-DBDB-540B0E50A0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9027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7" name="楕円 166">
              <a:extLst>
                <a:ext uri="{FF2B5EF4-FFF2-40B4-BE49-F238E27FC236}">
                  <ns2:creationId id="{C07F60A2-F7E7-E80F-7C37-05ACF5B2EC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60566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楕円 167">
              <a:extLst>
                <a:ext uri="{FF2B5EF4-FFF2-40B4-BE49-F238E27FC236}">
                  <ns2:creationId id="{3DEAB2B2-ACFF-1309-8EDB-8BE8F80C7E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717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楕円 168">
              <a:extLst>
                <a:ext uri="{FF2B5EF4-FFF2-40B4-BE49-F238E27FC236}">
                  <ns2:creationId id="{F903D1E6-BE9B-1647-3E21-3D1D78773B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27889" y="4122692"/>
              <a:ext cx="108000" cy="108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テキスト ボックス 169">
              <a:extLst>
                <a:ext uri="{FF2B5EF4-FFF2-40B4-BE49-F238E27FC236}">
                  <ns2:creationId id="{80A3C86C-CC18-8867-308D-82A49C09909A}"/>
                </a:ext>
              </a:extLst>
            </p:cNvPr>
            <p:cNvSpPr txBox="1"/>
            <p:nvPr/>
          </p:nvSpPr>
          <p:spPr>
            <a:xfrm>
              <a:off x="3410856" y="3099989"/>
              <a:ext cx="648000" cy="252000"/>
            </a:xfrm>
            <a:prstGeom prst="rect">
              <a:avLst/>
            </a:prstGeom>
            <a:noFill/>
            <a:ln w="15875">
              <a:solidFill>
                <a:schemeClr val="accent2"/>
              </a:solidFill>
            </a:ln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1" name="テキスト ボックス 170">
              <a:extLst>
                <a:ext uri="{FF2B5EF4-FFF2-40B4-BE49-F238E27FC236}">
                  <ns2:creationId id="{592218A8-B3CF-AF85-A121-925D815A98AE}"/>
                </a:ext>
              </a:extLst>
            </p:cNvPr>
            <p:cNvSpPr txBox="1"/>
            <p:nvPr/>
          </p:nvSpPr>
          <p:spPr>
            <a:xfrm>
              <a:off x="4646470" y="3099989"/>
              <a:ext cx="648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2" name="テキスト ボックス 171">
              <a:extLst>
                <a:ext uri="{FF2B5EF4-FFF2-40B4-BE49-F238E27FC236}">
                  <ns2:creationId id="{00CA2A33-1FE5-B330-4DDA-7357BFF5C3FA}"/>
                </a:ext>
              </a:extLst>
            </p:cNvPr>
            <p:cNvSpPr txBox="1"/>
            <p:nvPr/>
          </p:nvSpPr>
          <p:spPr>
            <a:xfrm>
              <a:off x="1992613" y="3825796"/>
              <a:ext cx="828000" cy="252000"/>
            </a:xfrm>
            <a:prstGeom prst="rect">
              <a:avLst/>
            </a:prstGeom>
            <a:noFill/>
          </p:spPr>
          <p:txBody>
            <a:bodyPr wrap="none" tIns="0" rtlCol="0" anchor="ctr">
              <a:noAutofit/>
            </a:bodyPr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3" name="テキスト ボックス 172">
              <a:extLst>
                <a:ext uri="{FF2B5EF4-FFF2-40B4-BE49-F238E27FC236}">
                  <ns2:creationId id="{1DDADB53-4652-0CDF-9C38-CE36F23F85AD}"/>
                </a:ext>
              </a:extLst>
            </p:cNvPr>
            <p:cNvSpPr txBox="1"/>
            <p:nvPr/>
          </p:nvSpPr>
          <p:spPr>
            <a:xfrm>
              <a:off x="2868880" y="3594271"/>
              <a:ext cx="828000" cy="483525"/>
            </a:xfrm>
            <a:prstGeom prst="rect">
              <a:avLst/>
            </a:prstGeom>
            <a:noFill/>
          </p:spPr>
          <p:txBody>
            <a:bodyPr wrap="none" lIns="36000" tIns="0" rtlCol="0" anchor="ctr">
              <a:noAutofit/>
            </a:bodyPr>
            <a:lstStyle/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4" name="テキスト ボックス 173">
              <a:extLst>
                <a:ext uri="{FF2B5EF4-FFF2-40B4-BE49-F238E27FC236}">
                  <ns2:creationId id="{473A510F-4C7F-08A2-2255-7725B55DD58E}"/>
                </a:ext>
              </a:extLst>
            </p:cNvPr>
            <p:cNvSpPr txBox="1"/>
            <p:nvPr/>
          </p:nvSpPr>
          <p:spPr>
            <a:xfrm>
              <a:off x="3785345" y="3594271"/>
              <a:ext cx="828000" cy="483525"/>
            </a:xfrm>
            <a:prstGeom prst="rect">
              <a:avLst/>
            </a:prstGeom>
            <a:noFill/>
          </p:spPr>
          <p:txBody>
            <a:bodyPr wrap="none" lIns="180000" tIns="0" rtlCol="0" anchor="ctr">
              <a:noAutofit/>
            </a:bodyPr>
            <a:lstStyle/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右中かっこ 174">
              <a:extLst>
                <a:ext uri="{FF2B5EF4-FFF2-40B4-BE49-F238E27FC236}">
                  <ns2:creationId id="{EDD5A18C-6CA9-17CC-1AE7-018C83466981}"/>
                </a:ext>
              </a:extLst>
            </p:cNvPr>
            <p:cNvSpPr/>
            <p:nvPr/>
          </p:nvSpPr>
          <p:spPr>
            <a:xfrm rot="16200000">
              <a:off x="4153922" y="3750530"/>
              <a:ext cx="108000" cy="648000"/>
            </a:xfrm>
            <a:prstGeom prst="rightBrace">
              <a:avLst/>
            </a:prstGeom>
            <a:ln w="9525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テキスト ボックス 175">
              <a:extLst>
                <a:ext uri="{FF2B5EF4-FFF2-40B4-BE49-F238E27FC236}">
                  <ns2:creationId id="{9B6A5221-9B9D-F5C7-3EF5-4FBF4A567815}"/>
                </a:ext>
              </a:extLst>
            </p:cNvPr>
            <p:cNvSpPr txBox="1"/>
            <p:nvPr/>
          </p:nvSpPr>
          <p:spPr>
            <a:xfrm>
              <a:off x="5639027" y="3825796"/>
              <a:ext cx="828000" cy="252000"/>
            </a:xfrm>
            <a:prstGeom prst="rect">
              <a:avLst/>
            </a:prstGeom>
            <a:noFill/>
          </p:spPr>
          <p:txBody>
            <a:bodyPr wrap="none" lIns="36000" tIns="36000" rtlCol="0" anchor="ctr">
              <a:noAutofit/>
            </a:bodyPr>
            <a:lstStyle/>
            <a:p>
              <a:pPr lvl="0" algn="ctr">
                <a:defRPr/>
              </a:pP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</a:p>
            <a:p>
              <a:pPr lvl="0" algn="ctr">
                <a:defRPr/>
              </a:pP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KGI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テキスト ボックス 176">
              <a:extLst>
                <a:ext uri="{FF2B5EF4-FFF2-40B4-BE49-F238E27FC236}">
                  <ns2:creationId id="{242BB160-538D-D666-C38E-6C7405B49E9A}"/>
                </a:ext>
              </a:extLst>
            </p:cNvPr>
            <p:cNvSpPr txBox="1"/>
            <p:nvPr/>
          </p:nvSpPr>
          <p:spPr>
            <a:xfrm>
              <a:off x="6702139" y="3825796"/>
              <a:ext cx="828000" cy="252000"/>
            </a:xfrm>
            <a:prstGeom prst="rect">
              <a:avLst/>
            </a:prstGeom>
            <a:noFill/>
          </p:spPr>
          <p:txBody>
            <a:bodyPr wrap="none" lIns="36000" tIns="36000" rtlCol="0" anchor="ctr">
              <a:noAutofit/>
            </a:bodyPr>
            <a:lstStyle/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 algn="ctr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6784EBD3-7BDD-D082-42C2-40E28D6D69F8}"/>
                </a:ext>
              </a:extLst>
            </p:cNvPr>
            <p:cNvSpPr txBox="1"/>
            <p:nvPr/>
          </p:nvSpPr>
          <p:spPr>
            <a:xfrm>
              <a:off x="7556301" y="3594271"/>
              <a:ext cx="972000" cy="483525"/>
            </a:xfrm>
            <a:prstGeom prst="rect">
              <a:avLst/>
            </a:prstGeom>
            <a:noFill/>
          </p:spPr>
          <p:txBody>
            <a:bodyPr wrap="none" lIns="36000" tIns="0" rtlCol="0" anchor="ctr">
              <a:noAutofit/>
            </a:bodyPr>
            <a:lstStyle/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lvl="0">
                <a:defRPr/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ホームベース 51">
              <a:extLst>
                <a:ext uri="{FF2B5EF4-FFF2-40B4-BE49-F238E27FC236}">
                  <ns2:creationId id="{68E1ADF8-34F1-E81E-160A-6E450E6775D6}"/>
                </a:ext>
              </a:extLst>
            </p:cNvPr>
            <p:cNvSpPr/>
            <p:nvPr/>
          </p:nvSpPr>
          <p:spPr>
            <a:xfrm>
              <a:off x="8066518" y="4224200"/>
              <a:ext cx="1692000" cy="180000"/>
            </a:xfrm>
            <a:prstGeom prst="homePlate">
              <a:avLst>
                <a:gd name="adj" fmla="val 18206"/>
              </a:avLst>
            </a:prstGeom>
            <a:solidFill>
              <a:srgbClr val="99CCB2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0" name="ホームベース 51">
              <a:extLst>
                <a:ext uri="{FF2B5EF4-FFF2-40B4-BE49-F238E27FC236}">
                  <ns2:creationId id="{2C4214BA-84C8-0A90-4AE8-C00D93F11FAF}"/>
                </a:ext>
              </a:extLst>
            </p:cNvPr>
            <p:cNvSpPr/>
            <p:nvPr/>
          </p:nvSpPr>
          <p:spPr>
            <a:xfrm>
              <a:off x="9771605" y="4224200"/>
              <a:ext cx="1872000" cy="180000"/>
            </a:xfrm>
            <a:prstGeom prst="homePlate">
              <a:avLst>
                <a:gd name="adj" fmla="val 18206"/>
              </a:avLst>
            </a:prstGeom>
            <a:solidFill>
              <a:srgbClr val="99CCB2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" tIns="28800" rIns="28800" bIns="28800" rtlCol="0" anchor="ctr"/>
            <a:lstStyle/>
            <a:p>
              <a:pPr lvl="0" algn="ctr">
                <a:defRPr/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2" name="直線矢印コネクタ 181">
              <a:extLst>
                <a:ext uri="{FF2B5EF4-FFF2-40B4-BE49-F238E27FC236}">
                  <ns2:creationId id="{41550782-34E2-2042-10F7-077426A465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9299" y="4530827"/>
              <a:ext cx="6195068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oval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テキスト ボックス 184">
              <a:extLst>
                <a:ext uri="{FF2B5EF4-FFF2-40B4-BE49-F238E27FC236}">
                  <ns2:creationId id="{6E2B8773-D0C9-543F-DD00-5275E2111A0E}"/>
                </a:ext>
              </a:extLst>
            </p:cNvPr>
            <p:cNvSpPr txBox="1"/>
            <p:nvPr/>
          </p:nvSpPr>
          <p:spPr>
            <a:xfrm>
              <a:off x="8084833" y="4445370"/>
              <a:ext cx="1224000" cy="14400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</a:p>
          </p:txBody>
        </p:sp>
        <p:cxnSp>
          <p:nvCxnSpPr>
            <p:cNvPr id="187" name="コネクタ: カギ線 186">
              <a:extLst>
                <a:ext uri="{FF2B5EF4-FFF2-40B4-BE49-F238E27FC236}">
                  <ns2:creationId id="{0B20CAA8-496F-7D02-61D5-424B00892635}"/>
                </a:ext>
              </a:extLst>
            </p:cNvPr>
            <p:cNvCxnSpPr>
              <a:cxnSpLocks/>
              <a:stCxn id="170" idx="1"/>
            </p:cNvCxnSpPr>
            <p:nvPr/>
          </p:nvCxnSpPr>
          <p:spPr>
            <a:xfrm rot="10800000" flipV="1">
              <a:off x="1874898" y="3225989"/>
              <a:ext cx="1535958" cy="2302454"/>
            </a:xfrm>
            <a:prstGeom prst="bentConnector2">
              <a:avLst/>
            </a:prstGeom>
            <a:ln w="9525"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コネクタ: カギ線 191">
              <a:extLst>
                <a:ext uri="{FF2B5EF4-FFF2-40B4-BE49-F238E27FC236}">
                  <ns2:creationId id="{EA541653-F715-F827-5863-D81039CA839A}"/>
                </a:ext>
              </a:extLst>
            </p:cNvPr>
            <p:cNvCxnSpPr>
              <a:cxnSpLocks/>
              <a:stCxn id="146" idx="1"/>
            </p:cNvCxnSpPr>
            <p:nvPr/>
          </p:nvCxnSpPr>
          <p:spPr>
            <a:xfrm flipH="1">
              <a:off x="1881352" y="4746554"/>
              <a:ext cx="587195" cy="0"/>
            </a:xfrm>
            <a:prstGeom prst="straightConnector1">
              <a:avLst/>
            </a:prstGeom>
            <a:ln w="9525"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1" name="グラフィックス 200" descr="プレゼンテーション (チェックリスト) 単色塗りつぶし">
              <a:extLst>
                <a:ext uri="{FF2B5EF4-FFF2-40B4-BE49-F238E27FC236}">
                  <ns2:creationId id="{2205CCE9-0112-5628-60B9-D9DAC20D88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649633" y="2216101"/>
              <a:ext cx="360000" cy="360000"/>
            </a:xfrm>
            <a:prstGeom prst="rect">
              <a:avLst/>
            </a:prstGeom>
          </p:spPr>
        </p:pic>
        <p:pic>
          <p:nvPicPr>
            <p:cNvPr id="205" name="グラフィックス 204" descr="メガホン 1 単色塗りつぶし">
              <a:extLst>
                <a:ext uri="{FF2B5EF4-FFF2-40B4-BE49-F238E27FC236}">
                  <ns2:creationId id="{3701A440-E6E1-ED48-C409-302CE53902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07895" y="3110231"/>
              <a:ext cx="360000" cy="360000"/>
            </a:xfrm>
            <a:prstGeom prst="rect">
              <a:avLst/>
            </a:prstGeom>
          </p:spPr>
        </p:pic>
        <p:pic>
          <p:nvPicPr>
            <p:cNvPr id="209" name="グラフィックス 208" descr="イラストレーター 単色塗りつぶし">
              <a:extLst>
                <a:ext uri="{FF2B5EF4-FFF2-40B4-BE49-F238E27FC236}">
                  <ns2:creationId id="{B9CF4D69-2021-C18A-7AFB-5C0983BBDD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649633" y="4489649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332253"/>
      </p:ext>
    </p:extLst>
  </p:cSld>
  <p:clrMapOvr>
    <a:masterClrMapping/>
  </p:clrMapOvr>
</p:sld>
</file>

<file path=ppt/slides/slide336.xml><?xml version="1.0" encoding="utf-8"?>
<p:sld xmlns:a="http://schemas.openxmlformats.org/drawingml/2006/main" xmlns:ns2="http://schemas.microsoft.com/office/drawing/2014/main" xmlns:ns3="http://schemas.microsoft.com/office/drawing/2016/SVG/main" xmlns:ns5="http://schemas.openxmlformats.org/drawingml/2006/chart" xmlns:ns6="http://schemas.openxmlformats.org/markup-compatibility/2006" xmlns:ns7="http://schemas.microsoft.com/office/drawing/2014/chartex" xmlns:ns8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57BD83A-5AD4-E38A-2E07-CA43AA868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55B0E-5032-D0E8-4B32-4F5AA6A23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65217038-88D7-F0D3-223A-9CBC72FA6A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ns2:creationId id="{D638851C-A6DA-BB10-63BE-45BCD1CA5734}"/>
              </a:ext>
            </a:extLst>
          </p:cNvPr>
          <p:cNvSpPr/>
          <p:nvPr/>
        </p:nvSpPr>
        <p:spPr>
          <a:xfrm>
            <a:off x="334963" y="1623795"/>
            <a:ext cx="11520000" cy="4684927"/>
          </a:xfrm>
          <a:prstGeom prst="rect">
            <a:avLst/>
          </a:prstGeom>
          <a:noFill/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60" name="グループ化 659">
            <a:extLst>
              <a:ext uri="{FF2B5EF4-FFF2-40B4-BE49-F238E27FC236}">
                <ns2:creationId id="{FA0CC845-01CA-4F8E-57C1-EDC877201950}"/>
              </a:ext>
            </a:extLst>
          </p:cNvPr>
          <p:cNvGrpSpPr/>
          <p:nvPr/>
        </p:nvGrpSpPr>
        <p:grpSpPr>
          <a:xfrm>
            <a:off x="334963" y="1628775"/>
            <a:ext cx="11503379" cy="444897"/>
            <a:chOff x="334963" y="1628775"/>
            <a:chExt cx="11503379" cy="444897"/>
          </a:xfrm>
        </p:grpSpPr>
        <p:sp>
          <p:nvSpPr>
            <p:cNvPr id="26" name="正方形/長方形 25">
              <a:extLst>
                <a:ext uri="{FF2B5EF4-FFF2-40B4-BE49-F238E27FC236}">
                  <ns2:creationId id="{971AD6D9-61EC-496D-89D8-8CCA3D5E58EA}"/>
                </a:ext>
              </a:extLst>
            </p:cNvPr>
            <p:cNvSpPr/>
            <p:nvPr/>
          </p:nvSpPr>
          <p:spPr>
            <a:xfrm>
              <a:off x="334963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F94EB7CA-4D73-20B0-DAAA-923EAE27BCB9}"/>
                </a:ext>
              </a:extLst>
            </p:cNvPr>
            <p:cNvSpPr/>
            <p:nvPr/>
          </p:nvSpPr>
          <p:spPr>
            <a:xfrm>
              <a:off x="38330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</a:p>
            <a:p>
              <a:pPr algn="ctr">
                <a:lnSpc>
                  <a:spcPts val="1050"/>
                </a:lnSpc>
              </a:pP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41D21D97-A027-4D41-7583-B06C8BA5A4FC}"/>
                </a:ext>
              </a:extLst>
            </p:cNvPr>
            <p:cNvSpPr/>
            <p:nvPr/>
          </p:nvSpPr>
          <p:spPr>
            <a:xfrm>
              <a:off x="175584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algn="ctr">
                <a:lnSpc>
                  <a:spcPts val="1200"/>
                </a:lnSpc>
                <a:spcBef>
                  <a:spcPts val="200"/>
                </a:spcBef>
              </a:pPr>
              <a:r>
                <a:rPr kumimoji="1" lang="ja-JP" altLang="en-US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48" name="直線コネクタ 47">
              <a:extLst>
                <a:ext uri="{FF2B5EF4-FFF2-40B4-BE49-F238E27FC236}">
                  <ns2:creationId id="{5BF3E11F-0C3E-A867-D33F-022E379AB6A7}"/>
                </a:ext>
              </a:extLst>
            </p:cNvPr>
            <p:cNvCxnSpPr>
              <a:cxnSpLocks/>
              <a:stCxn id="26" idx="0"/>
              <a:endCxn id="26" idx="2"/>
            </p:cNvCxnSpPr>
            <p:nvPr/>
          </p:nvCxnSpPr>
          <p:spPr>
            <a:xfrm>
              <a:off x="1720963" y="1628775"/>
              <a:ext cx="0" cy="414000"/>
            </a:xfrm>
            <a:prstGeom prst="line">
              <a:avLst/>
            </a:prstGeom>
            <a:ln w="38100">
              <a:noFill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C6947F0D-5264-59C7-5384-B89F2D86F161}"/>
                </a:ext>
              </a:extLst>
            </p:cNvPr>
            <p:cNvSpPr/>
            <p:nvPr/>
          </p:nvSpPr>
          <p:spPr>
            <a:xfrm>
              <a:off x="3245423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091CEAFE-A779-BD20-5C74-629BEC3ECB58}"/>
                </a:ext>
              </a:extLst>
            </p:cNvPr>
            <p:cNvSpPr/>
            <p:nvPr/>
          </p:nvSpPr>
          <p:spPr>
            <a:xfrm>
              <a:off x="329376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050"/>
                </a:lnSpc>
              </a:pP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AC79F9FD-ABA6-0DC3-F73A-992890E5250F}"/>
                </a:ext>
              </a:extLst>
            </p:cNvPr>
            <p:cNvSpPr/>
            <p:nvPr/>
          </p:nvSpPr>
          <p:spPr>
            <a:xfrm>
              <a:off x="466630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7" name="直線コネクタ 56">
              <a:extLst>
                <a:ext uri="{FF2B5EF4-FFF2-40B4-BE49-F238E27FC236}">
                  <ns2:creationId id="{AC86AE6E-025B-F339-12CA-D5A8395EF69E}"/>
                </a:ext>
              </a:extLst>
            </p:cNvPr>
            <p:cNvCxnSpPr>
              <a:cxnSpLocks/>
              <a:stCxn id="53" idx="0"/>
              <a:endCxn id="53" idx="2"/>
            </p:cNvCxnSpPr>
            <p:nvPr/>
          </p:nvCxnSpPr>
          <p:spPr>
            <a:xfrm>
              <a:off x="4631423" y="1628775"/>
              <a:ext cx="0" cy="414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正方形/長方形 58">
              <a:extLst>
                <a:ext uri="{FF2B5EF4-FFF2-40B4-BE49-F238E27FC236}">
                  <ns2:creationId id="{3782681B-8BBB-4997-1AB9-C2F2896527A7}"/>
                </a:ext>
              </a:extLst>
            </p:cNvPr>
            <p:cNvSpPr/>
            <p:nvPr/>
          </p:nvSpPr>
          <p:spPr>
            <a:xfrm>
              <a:off x="6155883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D455DFAF-9DB2-0DCB-2B0D-63CECC01B982}"/>
                </a:ext>
              </a:extLst>
            </p:cNvPr>
            <p:cNvSpPr/>
            <p:nvPr/>
          </p:nvSpPr>
          <p:spPr>
            <a:xfrm>
              <a:off x="620422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C01412B1-2821-4D15-3206-E4FAD7097C3E}"/>
                </a:ext>
              </a:extLst>
            </p:cNvPr>
            <p:cNvSpPr/>
            <p:nvPr/>
          </p:nvSpPr>
          <p:spPr>
            <a:xfrm>
              <a:off x="7576763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200" b="1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3" name="直線コネクタ 62">
              <a:extLst>
                <a:ext uri="{FF2B5EF4-FFF2-40B4-BE49-F238E27FC236}">
                  <ns2:creationId id="{1675FD02-D927-8282-0857-B1911B2E5656}"/>
                </a:ext>
              </a:extLst>
            </p:cNvPr>
            <p:cNvCxnSpPr>
              <a:cxnSpLocks/>
              <a:stCxn id="59" idx="0"/>
              <a:endCxn id="59" idx="2"/>
            </p:cNvCxnSpPr>
            <p:nvPr/>
          </p:nvCxnSpPr>
          <p:spPr>
            <a:xfrm>
              <a:off x="7541883" y="1628775"/>
              <a:ext cx="0" cy="414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正方形/長方形 64">
              <a:extLst>
                <a:ext uri="{FF2B5EF4-FFF2-40B4-BE49-F238E27FC236}">
                  <ns2:creationId id="{E448CAEA-030B-81E6-908F-51FAFAFC6FE0}"/>
                </a:ext>
              </a:extLst>
            </p:cNvPr>
            <p:cNvSpPr/>
            <p:nvPr/>
          </p:nvSpPr>
          <p:spPr>
            <a:xfrm>
              <a:off x="9066342" y="1628775"/>
              <a:ext cx="2772000" cy="414000"/>
            </a:xfrm>
            <a:prstGeom prst="rect">
              <a:avLst/>
            </a:prstGeom>
            <a:solidFill>
              <a:srgbClr val="E2F0D9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F461E99B-4714-B2BB-F00D-46798738366A}"/>
                </a:ext>
              </a:extLst>
            </p:cNvPr>
            <p:cNvSpPr/>
            <p:nvPr/>
          </p:nvSpPr>
          <p:spPr>
            <a:xfrm>
              <a:off x="9114682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10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050"/>
                </a:lnSpc>
              </a:pP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lnSpc>
                  <a:spcPts val="1050"/>
                </a:lnSpc>
              </a:pP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11D76053-DEBF-9A2A-EFFC-E2405258A101}"/>
                </a:ext>
              </a:extLst>
            </p:cNvPr>
            <p:cNvSpPr/>
            <p:nvPr/>
          </p:nvSpPr>
          <p:spPr>
            <a:xfrm>
              <a:off x="10487222" y="1659672"/>
              <a:ext cx="1296000" cy="41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 b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9" name="直線コネクタ 68">
              <a:extLst>
                <a:ext uri="{FF2B5EF4-FFF2-40B4-BE49-F238E27FC236}">
                  <ns2:creationId id="{5BFF7A62-7151-8F5E-F094-78742D98E8D0}"/>
                </a:ext>
              </a:extLst>
            </p:cNvPr>
            <p:cNvCxnSpPr>
              <a:cxnSpLocks/>
              <a:stCxn id="65" idx="0"/>
              <a:endCxn id="65" idx="2"/>
            </p:cNvCxnSpPr>
            <p:nvPr/>
          </p:nvCxnSpPr>
          <p:spPr>
            <a:xfrm>
              <a:off x="10452342" y="1628775"/>
              <a:ext cx="0" cy="414000"/>
            </a:xfrm>
            <a:prstGeom prst="line">
              <a:avLst/>
            </a:prstGeom>
            <a:ln w="38100">
              <a:solidFill>
                <a:srgbClr val="008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0" name="グラフィックス 499" descr="的中 単色塗りつぶし">
              <a:extLst>
                <a:ext uri="{FF2B5EF4-FFF2-40B4-BE49-F238E27FC236}">
                  <ns2:creationId id="{A4965B93-F68C-3AD8-AF8E-337E07E0C3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444112" y="1841461"/>
              <a:ext cx="216000" cy="216000"/>
            </a:xfrm>
            <a:prstGeom prst="rect">
              <a:avLst/>
            </a:prstGeom>
          </p:spPr>
        </p:pic>
        <p:pic>
          <p:nvPicPr>
            <p:cNvPr id="502" name="グラフィックス 501" descr="翼の付いたお金 単色塗りつぶし">
              <a:extLst>
                <a:ext uri="{FF2B5EF4-FFF2-40B4-BE49-F238E27FC236}">
                  <ns2:creationId id="{E01C2437-A57C-DA18-DEB5-96836B5095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357501" y="1841461"/>
              <a:ext cx="216000" cy="216000"/>
            </a:xfrm>
            <a:prstGeom prst="rect">
              <a:avLst/>
            </a:prstGeom>
          </p:spPr>
        </p:pic>
        <p:pic>
          <p:nvPicPr>
            <p:cNvPr id="504" name="グラフィックス 503" descr="砂時計: 終了 単色塗りつぶし">
              <a:extLst>
                <a:ext uri="{FF2B5EF4-FFF2-40B4-BE49-F238E27FC236}">
                  <ns2:creationId id="{EF41288F-B674-E746-DC27-58F50C2594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7270890" y="1841461"/>
              <a:ext cx="216000" cy="216000"/>
            </a:xfrm>
            <a:prstGeom prst="rect">
              <a:avLst/>
            </a:prstGeom>
          </p:spPr>
        </p:pic>
        <p:pic>
          <p:nvPicPr>
            <p:cNvPr id="506" name="グラフィックス 505" descr="事業の成長 単色塗りつぶし">
              <a:extLst>
                <a:ext uri="{FF2B5EF4-FFF2-40B4-BE49-F238E27FC236}">
                  <ns2:creationId id="{4E048A3C-7416-C4F5-0ED8-4EFF17B1B6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184279" y="1841461"/>
              <a:ext cx="216000" cy="216000"/>
            </a:xfrm>
            <a:prstGeom prst="rect">
              <a:avLst/>
            </a:prstGeom>
          </p:spPr>
        </p:pic>
      </p:grpSp>
      <p:sp>
        <p:nvSpPr>
          <p:cNvPr id="70" name="正方形/長方形 69">
            <a:extLst>
              <a:ext uri="{FF2B5EF4-FFF2-40B4-BE49-F238E27FC236}">
                <ns2:creationId id="{91C28B78-D9F1-C12D-1853-BF2783C640F5}"/>
              </a:ext>
            </a:extLst>
          </p:cNvPr>
          <p:cNvSpPr/>
          <p:nvPr/>
        </p:nvSpPr>
        <p:spPr>
          <a:xfrm>
            <a:off x="334962" y="2083070"/>
            <a:ext cx="11520000" cy="252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正方形/長方形 71">
            <a:extLst>
              <a:ext uri="{FF2B5EF4-FFF2-40B4-BE49-F238E27FC236}">
                <ns2:creationId id="{7514F99E-9EB9-30CA-81B8-BDEF4AE675E0}"/>
              </a:ext>
            </a:extLst>
          </p:cNvPr>
          <p:cNvSpPr/>
          <p:nvPr/>
        </p:nvSpPr>
        <p:spPr>
          <a:xfrm>
            <a:off x="346393" y="2362859"/>
            <a:ext cx="1238037" cy="396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2" name="正方形/長方形 121">
            <a:extLst>
              <a:ext uri="{FF2B5EF4-FFF2-40B4-BE49-F238E27FC236}">
                <ns2:creationId id="{4E81D9FE-E02C-742A-7807-BF2304BDA1E1}"/>
              </a:ext>
            </a:extLst>
          </p:cNvPr>
          <p:cNvSpPr/>
          <p:nvPr/>
        </p:nvSpPr>
        <p:spPr>
          <a:xfrm>
            <a:off x="1633140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8" name="正方形/長方形 127">
            <a:extLst>
              <a:ext uri="{FF2B5EF4-FFF2-40B4-BE49-F238E27FC236}">
                <ns2:creationId id="{042B0059-E399-10DA-15EC-03D6793E11CA}"/>
              </a:ext>
            </a:extLst>
          </p:cNvPr>
          <p:cNvSpPr/>
          <p:nvPr/>
        </p:nvSpPr>
        <p:spPr>
          <a:xfrm>
            <a:off x="2848952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4" name="正方形/長方形 133">
            <a:extLst>
              <a:ext uri="{FF2B5EF4-FFF2-40B4-BE49-F238E27FC236}">
                <ns2:creationId id="{EFEAACEE-C999-25AD-D054-8B5C87EDA7D7}"/>
              </a:ext>
            </a:extLst>
          </p:cNvPr>
          <p:cNvSpPr/>
          <p:nvPr/>
        </p:nvSpPr>
        <p:spPr>
          <a:xfrm>
            <a:off x="4068240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0" name="正方形/長方形 139">
            <a:extLst>
              <a:ext uri="{FF2B5EF4-FFF2-40B4-BE49-F238E27FC236}">
                <ns2:creationId id="{FE7383E0-1E54-F6EF-9A56-16C257B57CB7}"/>
              </a:ext>
            </a:extLst>
          </p:cNvPr>
          <p:cNvSpPr/>
          <p:nvPr/>
        </p:nvSpPr>
        <p:spPr>
          <a:xfrm>
            <a:off x="5283401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6" name="正方形/長方形 145">
            <a:extLst>
              <a:ext uri="{FF2B5EF4-FFF2-40B4-BE49-F238E27FC236}">
                <ns2:creationId id="{63850701-35BD-4082-E698-947EC9FCA49F}"/>
              </a:ext>
            </a:extLst>
          </p:cNvPr>
          <p:cNvSpPr/>
          <p:nvPr/>
        </p:nvSpPr>
        <p:spPr>
          <a:xfrm>
            <a:off x="6502744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2" name="正方形/長方形 151">
            <a:extLst>
              <a:ext uri="{FF2B5EF4-FFF2-40B4-BE49-F238E27FC236}">
                <ns2:creationId id="{A855E771-30C9-76CB-B7E2-DAA2537140F9}"/>
              </a:ext>
            </a:extLst>
          </p:cNvPr>
          <p:cNvSpPr/>
          <p:nvPr/>
        </p:nvSpPr>
        <p:spPr>
          <a:xfrm>
            <a:off x="7722032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8" name="正方形/長方形 157">
            <a:extLst>
              <a:ext uri="{FF2B5EF4-FFF2-40B4-BE49-F238E27FC236}">
                <ns2:creationId id="{F23A3704-F221-9470-947F-65AEE91D10AB}"/>
              </a:ext>
            </a:extLst>
          </p:cNvPr>
          <p:cNvSpPr/>
          <p:nvPr/>
        </p:nvSpPr>
        <p:spPr>
          <a:xfrm>
            <a:off x="8941320" y="2362859"/>
            <a:ext cx="1134000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3" name="正方形/長方形 172">
            <a:extLst>
              <a:ext uri="{FF2B5EF4-FFF2-40B4-BE49-F238E27FC236}">
                <ns2:creationId id="{44D4E363-8744-D843-9D8A-77F7846F088F}"/>
              </a:ext>
            </a:extLst>
          </p:cNvPr>
          <p:cNvSpPr/>
          <p:nvPr/>
        </p:nvSpPr>
        <p:spPr>
          <a:xfrm>
            <a:off x="346394" y="2784010"/>
            <a:ext cx="468000" cy="1044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5" name="正方形/長方形 174">
            <a:extLst>
              <a:ext uri="{FF2B5EF4-FFF2-40B4-BE49-F238E27FC236}">
                <ns2:creationId id="{28C9E614-9D7A-EBB8-5D56-B4F0446CD69A}"/>
              </a:ext>
            </a:extLst>
          </p:cNvPr>
          <p:cNvSpPr/>
          <p:nvPr/>
        </p:nvSpPr>
        <p:spPr>
          <a:xfrm>
            <a:off x="838962" y="2794464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7" name="正方形/長方形 176">
            <a:extLst>
              <a:ext uri="{FF2B5EF4-FFF2-40B4-BE49-F238E27FC236}">
                <ns2:creationId id="{CD9EEF7B-EE92-9EB3-BD3F-B1201E8B264B}"/>
              </a:ext>
            </a:extLst>
          </p:cNvPr>
          <p:cNvSpPr/>
          <p:nvPr/>
        </p:nvSpPr>
        <p:spPr>
          <a:xfrm>
            <a:off x="838962" y="3004725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9" name="正方形/長方形 178">
            <a:extLst>
              <a:ext uri="{FF2B5EF4-FFF2-40B4-BE49-F238E27FC236}">
                <ns2:creationId id="{F2AB5D9B-ED19-2EE0-A535-424B6C44D0EA}"/>
              </a:ext>
            </a:extLst>
          </p:cNvPr>
          <p:cNvSpPr/>
          <p:nvPr/>
        </p:nvSpPr>
        <p:spPr>
          <a:xfrm>
            <a:off x="838962" y="3220588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1" name="正方形/長方形 180">
            <a:extLst>
              <a:ext uri="{FF2B5EF4-FFF2-40B4-BE49-F238E27FC236}">
                <ns2:creationId id="{3A7D6A46-3D7A-C938-1461-F4DBF971BD5F}"/>
              </a:ext>
            </a:extLst>
          </p:cNvPr>
          <p:cNvSpPr/>
          <p:nvPr/>
        </p:nvSpPr>
        <p:spPr>
          <a:xfrm>
            <a:off x="838962" y="3434796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3" name="正方形/長方形 182">
            <a:extLst>
              <a:ext uri="{FF2B5EF4-FFF2-40B4-BE49-F238E27FC236}">
                <ns2:creationId id="{30F2A894-ABC9-4771-FBD1-01CE22CC6B1A}"/>
              </a:ext>
            </a:extLst>
          </p:cNvPr>
          <p:cNvSpPr/>
          <p:nvPr/>
        </p:nvSpPr>
        <p:spPr>
          <a:xfrm>
            <a:off x="838962" y="3654903"/>
            <a:ext cx="756000" cy="180000"/>
          </a:xfrm>
          <a:prstGeom prst="rect">
            <a:avLst/>
          </a:prstGeom>
          <a:solidFill>
            <a:srgbClr val="008000">
              <a:alpha val="55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5" name="正方形/長方形 194">
            <a:extLst>
              <a:ext uri="{FF2B5EF4-FFF2-40B4-BE49-F238E27FC236}">
                <ns2:creationId id="{0A1F9C16-1729-DF79-585F-9DB21F640376}"/>
              </a:ext>
            </a:extLst>
          </p:cNvPr>
          <p:cNvSpPr/>
          <p:nvPr/>
        </p:nvSpPr>
        <p:spPr>
          <a:xfrm>
            <a:off x="334962" y="3865164"/>
            <a:ext cx="1260000" cy="180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03" name="正方形/長方形 202">
            <a:extLst>
              <a:ext uri="{FF2B5EF4-FFF2-40B4-BE49-F238E27FC236}">
                <ns2:creationId id="{8EE1DD92-FCBA-30B6-ABD6-6F951E595768}"/>
              </a:ext>
            </a:extLst>
          </p:cNvPr>
          <p:cNvSpPr/>
          <p:nvPr/>
        </p:nvSpPr>
        <p:spPr>
          <a:xfrm>
            <a:off x="838962" y="4082509"/>
            <a:ext cx="75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5" name="正方形/長方形 204">
            <a:extLst>
              <a:ext uri="{FF2B5EF4-FFF2-40B4-BE49-F238E27FC236}">
                <ns2:creationId id="{169441A4-41EB-2433-99B0-F7DBEE56ECAA}"/>
              </a:ext>
            </a:extLst>
          </p:cNvPr>
          <p:cNvSpPr/>
          <p:nvPr/>
        </p:nvSpPr>
        <p:spPr>
          <a:xfrm>
            <a:off x="838962" y="4294498"/>
            <a:ext cx="75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7" name="正方形/長方形 206">
            <a:extLst>
              <a:ext uri="{FF2B5EF4-FFF2-40B4-BE49-F238E27FC236}">
                <ns2:creationId id="{99794F71-B76F-040F-F556-5D4C9DAB4887}"/>
              </a:ext>
            </a:extLst>
          </p:cNvPr>
          <p:cNvSpPr/>
          <p:nvPr/>
        </p:nvSpPr>
        <p:spPr>
          <a:xfrm>
            <a:off x="838962" y="4511423"/>
            <a:ext cx="75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7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9" name="正方形/長方形 208">
            <a:extLst>
              <a:ext uri="{FF2B5EF4-FFF2-40B4-BE49-F238E27FC236}">
                <ns2:creationId id="{AABEBBDA-9BF7-921C-BA3A-1406E6E18B41}"/>
              </a:ext>
            </a:extLst>
          </p:cNvPr>
          <p:cNvSpPr/>
          <p:nvPr/>
        </p:nvSpPr>
        <p:spPr>
          <a:xfrm>
            <a:off x="334962" y="4733521"/>
            <a:ext cx="1260000" cy="180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1" name="正方形/長方形 210">
            <a:extLst>
              <a:ext uri="{FF2B5EF4-FFF2-40B4-BE49-F238E27FC236}">
                <ns2:creationId id="{E86575B9-0156-545B-3393-566BFFB061C5}"/>
              </a:ext>
            </a:extLst>
          </p:cNvPr>
          <p:cNvSpPr/>
          <p:nvPr/>
        </p:nvSpPr>
        <p:spPr>
          <a:xfrm>
            <a:off x="334962" y="4947312"/>
            <a:ext cx="1260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4" name="正方形/長方形 123">
            <a:extLst>
              <a:ext uri="{FF2B5EF4-FFF2-40B4-BE49-F238E27FC236}">
                <ns2:creationId id="{81192476-6BA4-CAC9-46CF-B7733A3D53BE}"/>
              </a:ext>
            </a:extLst>
          </p:cNvPr>
          <p:cNvSpPr/>
          <p:nvPr/>
        </p:nvSpPr>
        <p:spPr>
          <a:xfrm>
            <a:off x="1633140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26" name="正方形/長方形 125">
            <a:extLst>
              <a:ext uri="{FF2B5EF4-FFF2-40B4-BE49-F238E27FC236}">
                <ns2:creationId id="{E8F55497-2BD8-1CF1-16C9-4A6DE8014C32}"/>
              </a:ext>
            </a:extLst>
          </p:cNvPr>
          <p:cNvSpPr/>
          <p:nvPr/>
        </p:nvSpPr>
        <p:spPr>
          <a:xfrm>
            <a:off x="2246348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0" name="正方形/長方形 129">
            <a:extLst>
              <a:ext uri="{FF2B5EF4-FFF2-40B4-BE49-F238E27FC236}">
                <ns2:creationId id="{A2D2881B-3964-96A4-4232-00784E301E5A}"/>
              </a:ext>
            </a:extLst>
          </p:cNvPr>
          <p:cNvSpPr/>
          <p:nvPr/>
        </p:nvSpPr>
        <p:spPr>
          <a:xfrm>
            <a:off x="2851777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2" name="正方形/長方形 131">
            <a:extLst>
              <a:ext uri="{FF2B5EF4-FFF2-40B4-BE49-F238E27FC236}">
                <ns2:creationId id="{42B66740-C8F1-D77D-FEBA-48883B88A2E9}"/>
              </a:ext>
            </a:extLst>
          </p:cNvPr>
          <p:cNvSpPr/>
          <p:nvPr/>
        </p:nvSpPr>
        <p:spPr>
          <a:xfrm>
            <a:off x="3464985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6" name="正方形/長方形 135">
            <a:extLst>
              <a:ext uri="{FF2B5EF4-FFF2-40B4-BE49-F238E27FC236}">
                <ns2:creationId id="{AF6DA5AD-DF92-BD9B-1A4E-55B57E883274}"/>
              </a:ext>
            </a:extLst>
          </p:cNvPr>
          <p:cNvSpPr/>
          <p:nvPr/>
        </p:nvSpPr>
        <p:spPr>
          <a:xfrm>
            <a:off x="4067589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8" name="正方形/長方形 137">
            <a:extLst>
              <a:ext uri="{FF2B5EF4-FFF2-40B4-BE49-F238E27FC236}">
                <ns2:creationId id="{D226947A-0005-64A2-3C1E-4058A7B05B27}"/>
              </a:ext>
            </a:extLst>
          </p:cNvPr>
          <p:cNvSpPr/>
          <p:nvPr/>
        </p:nvSpPr>
        <p:spPr>
          <a:xfrm>
            <a:off x="4680797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2" name="正方形/長方形 141">
            <a:extLst>
              <a:ext uri="{FF2B5EF4-FFF2-40B4-BE49-F238E27FC236}">
                <ns2:creationId id="{FB4EC39F-7D0A-DBC1-1ACA-C5DF3176EB80}"/>
              </a:ext>
            </a:extLst>
          </p:cNvPr>
          <p:cNvSpPr/>
          <p:nvPr/>
        </p:nvSpPr>
        <p:spPr>
          <a:xfrm>
            <a:off x="5286932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4" name="正方形/長方形 143">
            <a:extLst>
              <a:ext uri="{FF2B5EF4-FFF2-40B4-BE49-F238E27FC236}">
                <ns2:creationId id="{49382DCC-7983-40CA-59DD-FA5C6FE87DFE}"/>
              </a:ext>
            </a:extLst>
          </p:cNvPr>
          <p:cNvSpPr/>
          <p:nvPr/>
        </p:nvSpPr>
        <p:spPr>
          <a:xfrm>
            <a:off x="5900140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8" name="正方形/長方形 147">
            <a:extLst>
              <a:ext uri="{FF2B5EF4-FFF2-40B4-BE49-F238E27FC236}">
                <ns2:creationId id="{7076F16B-D44D-79BB-006A-A0DF0EE55D54}"/>
              </a:ext>
            </a:extLst>
          </p:cNvPr>
          <p:cNvSpPr/>
          <p:nvPr/>
        </p:nvSpPr>
        <p:spPr>
          <a:xfrm>
            <a:off x="6505515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0" name="正方形/長方形 149">
            <a:extLst>
              <a:ext uri="{FF2B5EF4-FFF2-40B4-BE49-F238E27FC236}">
                <ns2:creationId id="{58077728-32BC-1A37-A364-01F849E24489}"/>
              </a:ext>
            </a:extLst>
          </p:cNvPr>
          <p:cNvSpPr/>
          <p:nvPr/>
        </p:nvSpPr>
        <p:spPr>
          <a:xfrm>
            <a:off x="7118723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4" name="正方形/長方形 153">
            <a:extLst>
              <a:ext uri="{FF2B5EF4-FFF2-40B4-BE49-F238E27FC236}">
                <ns2:creationId id="{048A20F3-2835-B87E-2B98-21B9D375C591}"/>
              </a:ext>
            </a:extLst>
          </p:cNvPr>
          <p:cNvSpPr/>
          <p:nvPr/>
        </p:nvSpPr>
        <p:spPr>
          <a:xfrm>
            <a:off x="7721327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6" name="正方形/長方形 155">
            <a:extLst>
              <a:ext uri="{FF2B5EF4-FFF2-40B4-BE49-F238E27FC236}">
                <ns2:creationId id="{C68FB171-99B9-6D53-36A1-24DD5E831C65}"/>
              </a:ext>
            </a:extLst>
          </p:cNvPr>
          <p:cNvSpPr/>
          <p:nvPr/>
        </p:nvSpPr>
        <p:spPr>
          <a:xfrm>
            <a:off x="8334535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0" name="正方形/長方形 159">
            <a:extLst>
              <a:ext uri="{FF2B5EF4-FFF2-40B4-BE49-F238E27FC236}">
                <ns2:creationId id="{76FDC1A2-197B-3952-452A-F9F4C4ECA3A3}"/>
              </a:ext>
            </a:extLst>
          </p:cNvPr>
          <p:cNvSpPr/>
          <p:nvPr/>
        </p:nvSpPr>
        <p:spPr>
          <a:xfrm>
            <a:off x="8937139" y="2573945"/>
            <a:ext cx="576000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2" name="正方形/長方形 161">
            <a:extLst>
              <a:ext uri="{FF2B5EF4-FFF2-40B4-BE49-F238E27FC236}">
                <ns2:creationId id="{F9418E1E-F24F-B281-D892-1B6C3C9D5E70}"/>
              </a:ext>
            </a:extLst>
          </p:cNvPr>
          <p:cNvSpPr/>
          <p:nvPr/>
        </p:nvSpPr>
        <p:spPr>
          <a:xfrm>
            <a:off x="9550347" y="2573945"/>
            <a:ext cx="523636" cy="180000"/>
          </a:xfrm>
          <a:prstGeom prst="rect">
            <a:avLst/>
          </a:prstGeom>
          <a:solidFill>
            <a:srgbClr val="008000">
              <a:alpha val="5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14" name="正方形/長方形 213">
            <a:extLst>
              <a:ext uri="{FF2B5EF4-FFF2-40B4-BE49-F238E27FC236}">
                <ns2:creationId id="{5883F7FC-73A8-D132-4ADF-935789D81364}"/>
              </a:ext>
            </a:extLst>
          </p:cNvPr>
          <p:cNvSpPr/>
          <p:nvPr/>
        </p:nvSpPr>
        <p:spPr>
          <a:xfrm>
            <a:off x="1633140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5" name="正方形/長方形 214">
            <a:extLst>
              <a:ext uri="{FF2B5EF4-FFF2-40B4-BE49-F238E27FC236}">
                <ns2:creationId id="{510EEB95-17AF-A7E8-95DA-10C2E64B801D}"/>
              </a:ext>
            </a:extLst>
          </p:cNvPr>
          <p:cNvSpPr/>
          <p:nvPr/>
        </p:nvSpPr>
        <p:spPr>
          <a:xfrm>
            <a:off x="2246348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6" name="正方形/長方形 215">
            <a:extLst>
              <a:ext uri="{FF2B5EF4-FFF2-40B4-BE49-F238E27FC236}">
                <ns2:creationId id="{C7E014F9-4224-1216-01A8-8907BA9F94C3}"/>
              </a:ext>
            </a:extLst>
          </p:cNvPr>
          <p:cNvSpPr/>
          <p:nvPr/>
        </p:nvSpPr>
        <p:spPr>
          <a:xfrm>
            <a:off x="2851777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7" name="正方形/長方形 216">
            <a:extLst>
              <a:ext uri="{FF2B5EF4-FFF2-40B4-BE49-F238E27FC236}">
                <ns2:creationId id="{A7EA112A-C9B5-458C-2779-D8D8B820AEFE}"/>
              </a:ext>
            </a:extLst>
          </p:cNvPr>
          <p:cNvSpPr/>
          <p:nvPr/>
        </p:nvSpPr>
        <p:spPr>
          <a:xfrm>
            <a:off x="3464985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8" name="正方形/長方形 217">
            <a:extLst>
              <a:ext uri="{FF2B5EF4-FFF2-40B4-BE49-F238E27FC236}">
                <ns2:creationId id="{B5C029F8-BF7B-904B-2F0B-63813464B057}"/>
              </a:ext>
            </a:extLst>
          </p:cNvPr>
          <p:cNvSpPr/>
          <p:nvPr/>
        </p:nvSpPr>
        <p:spPr>
          <a:xfrm>
            <a:off x="4067589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9" name="正方形/長方形 218">
            <a:extLst>
              <a:ext uri="{FF2B5EF4-FFF2-40B4-BE49-F238E27FC236}">
                <ns2:creationId id="{490F3A4D-63DE-BC53-6BB8-2C55D27FC7DB}"/>
              </a:ext>
            </a:extLst>
          </p:cNvPr>
          <p:cNvSpPr/>
          <p:nvPr/>
        </p:nvSpPr>
        <p:spPr>
          <a:xfrm>
            <a:off x="4680797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0" name="正方形/長方形 219">
            <a:extLst>
              <a:ext uri="{FF2B5EF4-FFF2-40B4-BE49-F238E27FC236}">
                <ns2:creationId id="{A3916BFC-187B-CCD5-5E51-E730EB259375}"/>
              </a:ext>
            </a:extLst>
          </p:cNvPr>
          <p:cNvSpPr/>
          <p:nvPr/>
        </p:nvSpPr>
        <p:spPr>
          <a:xfrm>
            <a:off x="5286932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980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1" name="正方形/長方形 220">
            <a:extLst>
              <a:ext uri="{FF2B5EF4-FFF2-40B4-BE49-F238E27FC236}">
                <ns2:creationId id="{34152B43-9873-68A6-B58C-B2960542016C}"/>
              </a:ext>
            </a:extLst>
          </p:cNvPr>
          <p:cNvSpPr/>
          <p:nvPr/>
        </p:nvSpPr>
        <p:spPr>
          <a:xfrm>
            <a:off x="5900140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2" name="正方形/長方形 221">
            <a:extLst>
              <a:ext uri="{FF2B5EF4-FFF2-40B4-BE49-F238E27FC236}">
                <ns2:creationId id="{FF653DD9-0CF2-83DB-1520-6476D1999790}"/>
              </a:ext>
            </a:extLst>
          </p:cNvPr>
          <p:cNvSpPr/>
          <p:nvPr/>
        </p:nvSpPr>
        <p:spPr>
          <a:xfrm>
            <a:off x="6505515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3" name="正方形/長方形 222">
            <a:extLst>
              <a:ext uri="{FF2B5EF4-FFF2-40B4-BE49-F238E27FC236}">
                <ns2:creationId id="{AFFFFCBB-D19D-DE56-AA75-D725C81F790A}"/>
              </a:ext>
            </a:extLst>
          </p:cNvPr>
          <p:cNvSpPr/>
          <p:nvPr/>
        </p:nvSpPr>
        <p:spPr>
          <a:xfrm>
            <a:off x="7118723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4" name="正方形/長方形 223">
            <a:extLst>
              <a:ext uri="{FF2B5EF4-FFF2-40B4-BE49-F238E27FC236}">
                <ns2:creationId id="{87FE3264-AEAB-4225-DC6A-7B2C2DBA3170}"/>
              </a:ext>
            </a:extLst>
          </p:cNvPr>
          <p:cNvSpPr/>
          <p:nvPr/>
        </p:nvSpPr>
        <p:spPr>
          <a:xfrm>
            <a:off x="7721327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5" name="正方形/長方形 224">
            <a:extLst>
              <a:ext uri="{FF2B5EF4-FFF2-40B4-BE49-F238E27FC236}">
                <ns2:creationId id="{B142E559-2BDC-CF95-97BF-7BF99BF14BC0}"/>
              </a:ext>
            </a:extLst>
          </p:cNvPr>
          <p:cNvSpPr/>
          <p:nvPr/>
        </p:nvSpPr>
        <p:spPr>
          <a:xfrm>
            <a:off x="8334535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6" name="正方形/長方形 225">
            <a:extLst>
              <a:ext uri="{FF2B5EF4-FFF2-40B4-BE49-F238E27FC236}">
                <ns2:creationId id="{DD385CBE-2B02-345C-C433-F16089A14DE0}"/>
              </a:ext>
            </a:extLst>
          </p:cNvPr>
          <p:cNvSpPr/>
          <p:nvPr/>
        </p:nvSpPr>
        <p:spPr>
          <a:xfrm>
            <a:off x="8937139" y="2785700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7" name="正方形/長方形 226">
            <a:extLst>
              <a:ext uri="{FF2B5EF4-FFF2-40B4-BE49-F238E27FC236}">
                <ns2:creationId id="{F4B2929F-788C-2861-5EFF-5FE944C30CAC}"/>
              </a:ext>
            </a:extLst>
          </p:cNvPr>
          <p:cNvSpPr/>
          <p:nvPr/>
        </p:nvSpPr>
        <p:spPr>
          <a:xfrm>
            <a:off x="9550347" y="2785700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2" name="正方形/長方形 231">
            <a:extLst>
              <a:ext uri="{FF2B5EF4-FFF2-40B4-BE49-F238E27FC236}">
                <ns2:creationId id="{5A516DC9-DF6E-61FD-97ED-D2D5BED28AC9}"/>
              </a:ext>
            </a:extLst>
          </p:cNvPr>
          <p:cNvSpPr/>
          <p:nvPr/>
        </p:nvSpPr>
        <p:spPr>
          <a:xfrm>
            <a:off x="1633140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3" name="正方形/長方形 232">
            <a:extLst>
              <a:ext uri="{FF2B5EF4-FFF2-40B4-BE49-F238E27FC236}">
                <ns2:creationId id="{1CBE8B7C-132F-C424-DE1A-060927017DE0}"/>
              </a:ext>
            </a:extLst>
          </p:cNvPr>
          <p:cNvSpPr/>
          <p:nvPr/>
        </p:nvSpPr>
        <p:spPr>
          <a:xfrm>
            <a:off x="2246348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4" name="正方形/長方形 233">
            <a:extLst>
              <a:ext uri="{FF2B5EF4-FFF2-40B4-BE49-F238E27FC236}">
                <ns2:creationId id="{1623AAB5-700D-38DA-4D24-1E89AE78F8A8}"/>
              </a:ext>
            </a:extLst>
          </p:cNvPr>
          <p:cNvSpPr/>
          <p:nvPr/>
        </p:nvSpPr>
        <p:spPr>
          <a:xfrm>
            <a:off x="2851777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5" name="正方形/長方形 234">
            <a:extLst>
              <a:ext uri="{FF2B5EF4-FFF2-40B4-BE49-F238E27FC236}">
                <ns2:creationId id="{A22ABD1B-CE6D-FFDD-CD85-2E062CB6FA5E}"/>
              </a:ext>
            </a:extLst>
          </p:cNvPr>
          <p:cNvSpPr/>
          <p:nvPr/>
        </p:nvSpPr>
        <p:spPr>
          <a:xfrm>
            <a:off x="3464985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6" name="正方形/長方形 235">
            <a:extLst>
              <a:ext uri="{FF2B5EF4-FFF2-40B4-BE49-F238E27FC236}">
                <ns2:creationId id="{26C52A56-AFEA-4824-3C55-05D7A0AF37FF}"/>
              </a:ext>
            </a:extLst>
          </p:cNvPr>
          <p:cNvSpPr/>
          <p:nvPr/>
        </p:nvSpPr>
        <p:spPr>
          <a:xfrm>
            <a:off x="4067589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7" name="正方形/長方形 236">
            <a:extLst>
              <a:ext uri="{FF2B5EF4-FFF2-40B4-BE49-F238E27FC236}">
                <ns2:creationId id="{77F2C40D-03AA-ADB1-A604-E6AACC418460}"/>
              </a:ext>
            </a:extLst>
          </p:cNvPr>
          <p:cNvSpPr/>
          <p:nvPr/>
        </p:nvSpPr>
        <p:spPr>
          <a:xfrm>
            <a:off x="4680797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8" name="正方形/長方形 237">
            <a:extLst>
              <a:ext uri="{FF2B5EF4-FFF2-40B4-BE49-F238E27FC236}">
                <ns2:creationId id="{1D895727-2F0A-B591-CBA3-73BF922969DA}"/>
              </a:ext>
            </a:extLst>
          </p:cNvPr>
          <p:cNvSpPr/>
          <p:nvPr/>
        </p:nvSpPr>
        <p:spPr>
          <a:xfrm>
            <a:off x="5286932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9" name="正方形/長方形 238">
            <a:extLst>
              <a:ext uri="{FF2B5EF4-FFF2-40B4-BE49-F238E27FC236}">
                <ns2:creationId id="{6CCFCC81-7EDD-ED0F-4002-CC9838B3E8F4}"/>
              </a:ext>
            </a:extLst>
          </p:cNvPr>
          <p:cNvSpPr/>
          <p:nvPr/>
        </p:nvSpPr>
        <p:spPr>
          <a:xfrm>
            <a:off x="5900140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0" name="正方形/長方形 239">
            <a:extLst>
              <a:ext uri="{FF2B5EF4-FFF2-40B4-BE49-F238E27FC236}">
                <ns2:creationId id="{3342DECA-C3CA-8171-E895-5C593076D07E}"/>
              </a:ext>
            </a:extLst>
          </p:cNvPr>
          <p:cNvSpPr/>
          <p:nvPr/>
        </p:nvSpPr>
        <p:spPr>
          <a:xfrm>
            <a:off x="6505515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1" name="正方形/長方形 240">
            <a:extLst>
              <a:ext uri="{FF2B5EF4-FFF2-40B4-BE49-F238E27FC236}">
                <ns2:creationId id="{D8759BAA-74E6-D888-0D6F-578910EF5D52}"/>
              </a:ext>
            </a:extLst>
          </p:cNvPr>
          <p:cNvSpPr/>
          <p:nvPr/>
        </p:nvSpPr>
        <p:spPr>
          <a:xfrm>
            <a:off x="7118723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2" name="正方形/長方形 241">
            <a:extLst>
              <a:ext uri="{FF2B5EF4-FFF2-40B4-BE49-F238E27FC236}">
                <ns2:creationId id="{D6929B8E-BCFD-0A48-0EB1-086165586902}"/>
              </a:ext>
            </a:extLst>
          </p:cNvPr>
          <p:cNvSpPr/>
          <p:nvPr/>
        </p:nvSpPr>
        <p:spPr>
          <a:xfrm>
            <a:off x="7721327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3" name="正方形/長方形 242">
            <a:extLst>
              <a:ext uri="{FF2B5EF4-FFF2-40B4-BE49-F238E27FC236}">
                <ns2:creationId id="{728AAD94-30DE-CEBA-14EF-1F2354A61CD9}"/>
              </a:ext>
            </a:extLst>
          </p:cNvPr>
          <p:cNvSpPr/>
          <p:nvPr/>
        </p:nvSpPr>
        <p:spPr>
          <a:xfrm>
            <a:off x="8334535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4" name="正方形/長方形 243">
            <a:extLst>
              <a:ext uri="{FF2B5EF4-FFF2-40B4-BE49-F238E27FC236}">
                <ns2:creationId id="{3764D97C-ED73-CB72-EEAD-48C56FE327B5}"/>
              </a:ext>
            </a:extLst>
          </p:cNvPr>
          <p:cNvSpPr/>
          <p:nvPr/>
        </p:nvSpPr>
        <p:spPr>
          <a:xfrm>
            <a:off x="8937139" y="301032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5" name="正方形/長方形 244">
            <a:extLst>
              <a:ext uri="{FF2B5EF4-FFF2-40B4-BE49-F238E27FC236}">
                <ns2:creationId id="{10F8282A-C287-C179-A129-402FCF46DC65}"/>
              </a:ext>
            </a:extLst>
          </p:cNvPr>
          <p:cNvSpPr/>
          <p:nvPr/>
        </p:nvSpPr>
        <p:spPr>
          <a:xfrm>
            <a:off x="9550347" y="301032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0" name="正方形/長方形 269">
            <a:extLst>
              <a:ext uri="{FF2B5EF4-FFF2-40B4-BE49-F238E27FC236}">
                <ns2:creationId id="{7A07CDF3-E2F9-1C13-56B7-F76757D9B1E0}"/>
              </a:ext>
            </a:extLst>
          </p:cNvPr>
          <p:cNvSpPr/>
          <p:nvPr/>
        </p:nvSpPr>
        <p:spPr>
          <a:xfrm>
            <a:off x="1633140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240</a:t>
            </a:r>
          </a:p>
        </p:txBody>
      </p:sp>
      <p:sp>
        <p:nvSpPr>
          <p:cNvPr id="271" name="正方形/長方形 270">
            <a:extLst>
              <a:ext uri="{FF2B5EF4-FFF2-40B4-BE49-F238E27FC236}">
                <ns2:creationId id="{003FBAA8-81E8-22C0-225D-93C03C485BB9}"/>
              </a:ext>
            </a:extLst>
          </p:cNvPr>
          <p:cNvSpPr/>
          <p:nvPr/>
        </p:nvSpPr>
        <p:spPr>
          <a:xfrm>
            <a:off x="2246348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2" name="正方形/長方形 271">
            <a:extLst>
              <a:ext uri="{FF2B5EF4-FFF2-40B4-BE49-F238E27FC236}">
                <ns2:creationId id="{677C8F54-2197-BB20-A228-87B739E38E2A}"/>
              </a:ext>
            </a:extLst>
          </p:cNvPr>
          <p:cNvSpPr/>
          <p:nvPr/>
        </p:nvSpPr>
        <p:spPr>
          <a:xfrm>
            <a:off x="2851777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正方形/長方形 272">
            <a:extLst>
              <a:ext uri="{FF2B5EF4-FFF2-40B4-BE49-F238E27FC236}">
                <ns2:creationId id="{65D2CF11-FF63-195D-D1B5-AADBC63D9F6C}"/>
              </a:ext>
            </a:extLst>
          </p:cNvPr>
          <p:cNvSpPr/>
          <p:nvPr/>
        </p:nvSpPr>
        <p:spPr>
          <a:xfrm>
            <a:off x="3464985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4" name="正方形/長方形 273">
            <a:extLst>
              <a:ext uri="{FF2B5EF4-FFF2-40B4-BE49-F238E27FC236}">
                <ns2:creationId id="{93652D92-98C5-4241-5DD8-BD7DCE163293}"/>
              </a:ext>
            </a:extLst>
          </p:cNvPr>
          <p:cNvSpPr/>
          <p:nvPr/>
        </p:nvSpPr>
        <p:spPr>
          <a:xfrm>
            <a:off x="4067589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5" name="正方形/長方形 274">
            <a:extLst>
              <a:ext uri="{FF2B5EF4-FFF2-40B4-BE49-F238E27FC236}">
                <ns2:creationId id="{9B9BE6BD-9668-175D-ED3D-FE500801A76F}"/>
              </a:ext>
            </a:extLst>
          </p:cNvPr>
          <p:cNvSpPr/>
          <p:nvPr/>
        </p:nvSpPr>
        <p:spPr>
          <a:xfrm>
            <a:off x="4680797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6" name="正方形/長方形 275">
            <a:extLst>
              <a:ext uri="{FF2B5EF4-FFF2-40B4-BE49-F238E27FC236}">
                <ns2:creationId id="{411B6807-2145-87BF-5383-F162E221D880}"/>
              </a:ext>
            </a:extLst>
          </p:cNvPr>
          <p:cNvSpPr/>
          <p:nvPr/>
        </p:nvSpPr>
        <p:spPr>
          <a:xfrm>
            <a:off x="5286932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7" name="正方形/長方形 276">
            <a:extLst>
              <a:ext uri="{FF2B5EF4-FFF2-40B4-BE49-F238E27FC236}">
                <ns2:creationId id="{16D06211-F946-78D0-C277-100BA8C76141}"/>
              </a:ext>
            </a:extLst>
          </p:cNvPr>
          <p:cNvSpPr/>
          <p:nvPr/>
        </p:nvSpPr>
        <p:spPr>
          <a:xfrm>
            <a:off x="5900140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8" name="正方形/長方形 277">
            <a:extLst>
              <a:ext uri="{FF2B5EF4-FFF2-40B4-BE49-F238E27FC236}">
                <ns2:creationId id="{A3982F87-63D9-EA7F-CBDF-8FC4FA03BF5F}"/>
              </a:ext>
            </a:extLst>
          </p:cNvPr>
          <p:cNvSpPr/>
          <p:nvPr/>
        </p:nvSpPr>
        <p:spPr>
          <a:xfrm>
            <a:off x="6505515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9" name="正方形/長方形 278">
            <a:extLst>
              <a:ext uri="{FF2B5EF4-FFF2-40B4-BE49-F238E27FC236}">
                <ns2:creationId id="{476956C8-C7AC-7780-46E4-DDAD3FC69066}"/>
              </a:ext>
            </a:extLst>
          </p:cNvPr>
          <p:cNvSpPr/>
          <p:nvPr/>
        </p:nvSpPr>
        <p:spPr>
          <a:xfrm>
            <a:off x="7118723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0" name="正方形/長方形 279">
            <a:extLst>
              <a:ext uri="{FF2B5EF4-FFF2-40B4-BE49-F238E27FC236}">
                <ns2:creationId id="{DEAD5A21-A9B1-66E5-CEDE-85F3E882A85B}"/>
              </a:ext>
            </a:extLst>
          </p:cNvPr>
          <p:cNvSpPr/>
          <p:nvPr/>
        </p:nvSpPr>
        <p:spPr>
          <a:xfrm>
            <a:off x="7721327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1" name="正方形/長方形 280">
            <a:extLst>
              <a:ext uri="{FF2B5EF4-FFF2-40B4-BE49-F238E27FC236}">
                <ns2:creationId id="{526DCA59-2822-C076-A1F3-10CBB116884F}"/>
              </a:ext>
            </a:extLst>
          </p:cNvPr>
          <p:cNvSpPr/>
          <p:nvPr/>
        </p:nvSpPr>
        <p:spPr>
          <a:xfrm>
            <a:off x="8334535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2" name="正方形/長方形 281">
            <a:extLst>
              <a:ext uri="{FF2B5EF4-FFF2-40B4-BE49-F238E27FC236}">
                <ns2:creationId id="{E8315B8F-A6D7-7795-0878-65DB347F055A}"/>
              </a:ext>
            </a:extLst>
          </p:cNvPr>
          <p:cNvSpPr/>
          <p:nvPr/>
        </p:nvSpPr>
        <p:spPr>
          <a:xfrm>
            <a:off x="8937139" y="3224535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3" name="正方形/長方形 282">
            <a:extLst>
              <a:ext uri="{FF2B5EF4-FFF2-40B4-BE49-F238E27FC236}">
                <ns2:creationId id="{BF40E85C-B231-0EC8-BB5A-A4E9F8D0261A}"/>
              </a:ext>
            </a:extLst>
          </p:cNvPr>
          <p:cNvSpPr/>
          <p:nvPr/>
        </p:nvSpPr>
        <p:spPr>
          <a:xfrm>
            <a:off x="9550347" y="3224535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3" name="正方形/長方形 252">
            <a:extLst>
              <a:ext uri="{FF2B5EF4-FFF2-40B4-BE49-F238E27FC236}">
                <ns2:creationId id="{ADCBDD95-C467-03EE-3FBA-F6111B523B67}"/>
              </a:ext>
            </a:extLst>
          </p:cNvPr>
          <p:cNvSpPr/>
          <p:nvPr/>
        </p:nvSpPr>
        <p:spPr>
          <a:xfrm>
            <a:off x="1633140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4" name="正方形/長方形 253">
            <a:extLst>
              <a:ext uri="{FF2B5EF4-FFF2-40B4-BE49-F238E27FC236}">
                <ns2:creationId id="{20C81BE5-0FF1-028E-6260-60B3ACCD2A61}"/>
              </a:ext>
            </a:extLst>
          </p:cNvPr>
          <p:cNvSpPr/>
          <p:nvPr/>
        </p:nvSpPr>
        <p:spPr>
          <a:xfrm>
            <a:off x="2246348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5" name="正方形/長方形 254">
            <a:extLst>
              <a:ext uri="{FF2B5EF4-FFF2-40B4-BE49-F238E27FC236}">
                <ns2:creationId id="{B076998C-EDBC-351A-A141-4D1F35D5B61B}"/>
              </a:ext>
            </a:extLst>
          </p:cNvPr>
          <p:cNvSpPr/>
          <p:nvPr/>
        </p:nvSpPr>
        <p:spPr>
          <a:xfrm>
            <a:off x="2851777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6" name="正方形/長方形 255">
            <a:extLst>
              <a:ext uri="{FF2B5EF4-FFF2-40B4-BE49-F238E27FC236}">
                <ns2:creationId id="{78542C06-181B-07FA-C135-3492F2366085}"/>
              </a:ext>
            </a:extLst>
          </p:cNvPr>
          <p:cNvSpPr/>
          <p:nvPr/>
        </p:nvSpPr>
        <p:spPr>
          <a:xfrm>
            <a:off x="3464985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7" name="正方形/長方形 256">
            <a:extLst>
              <a:ext uri="{FF2B5EF4-FFF2-40B4-BE49-F238E27FC236}">
                <ns2:creationId id="{3C072059-E633-F4A3-2061-4846246DA27A}"/>
              </a:ext>
            </a:extLst>
          </p:cNvPr>
          <p:cNvSpPr/>
          <p:nvPr/>
        </p:nvSpPr>
        <p:spPr>
          <a:xfrm>
            <a:off x="4067589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8" name="正方形/長方形 257">
            <a:extLst>
              <a:ext uri="{FF2B5EF4-FFF2-40B4-BE49-F238E27FC236}">
                <ns2:creationId id="{2917CADA-840F-50C6-CC19-1BE1741470DB}"/>
              </a:ext>
            </a:extLst>
          </p:cNvPr>
          <p:cNvSpPr/>
          <p:nvPr/>
        </p:nvSpPr>
        <p:spPr>
          <a:xfrm>
            <a:off x="4680797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9" name="正方形/長方形 258">
            <a:extLst>
              <a:ext uri="{FF2B5EF4-FFF2-40B4-BE49-F238E27FC236}">
                <ns2:creationId id="{8DE027C4-C4DE-8626-A92B-A1A7EEEF1792}"/>
              </a:ext>
            </a:extLst>
          </p:cNvPr>
          <p:cNvSpPr/>
          <p:nvPr/>
        </p:nvSpPr>
        <p:spPr>
          <a:xfrm>
            <a:off x="5286932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0" name="正方形/長方形 259">
            <a:extLst>
              <a:ext uri="{FF2B5EF4-FFF2-40B4-BE49-F238E27FC236}">
                <ns2:creationId id="{F0FC68BF-1AA1-E5ED-9F37-B8BC56F1963E}"/>
              </a:ext>
            </a:extLst>
          </p:cNvPr>
          <p:cNvSpPr/>
          <p:nvPr/>
        </p:nvSpPr>
        <p:spPr>
          <a:xfrm>
            <a:off x="5900140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1" name="正方形/長方形 260">
            <a:extLst>
              <a:ext uri="{FF2B5EF4-FFF2-40B4-BE49-F238E27FC236}">
                <ns2:creationId id="{62ADB96A-C3EC-D7DD-AF3E-F32B6A66D27C}"/>
              </a:ext>
            </a:extLst>
          </p:cNvPr>
          <p:cNvSpPr/>
          <p:nvPr/>
        </p:nvSpPr>
        <p:spPr>
          <a:xfrm>
            <a:off x="6505515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2" name="正方形/長方形 261">
            <a:extLst>
              <a:ext uri="{FF2B5EF4-FFF2-40B4-BE49-F238E27FC236}">
                <ns2:creationId id="{E1EB7A7C-453B-30CB-E83B-ED5E9F1BFF9F}"/>
              </a:ext>
            </a:extLst>
          </p:cNvPr>
          <p:cNvSpPr/>
          <p:nvPr/>
        </p:nvSpPr>
        <p:spPr>
          <a:xfrm>
            <a:off x="7118723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3" name="正方形/長方形 262">
            <a:extLst>
              <a:ext uri="{FF2B5EF4-FFF2-40B4-BE49-F238E27FC236}">
                <ns2:creationId id="{FC601F57-E90D-7225-5F20-A5713385B871}"/>
              </a:ext>
            </a:extLst>
          </p:cNvPr>
          <p:cNvSpPr/>
          <p:nvPr/>
        </p:nvSpPr>
        <p:spPr>
          <a:xfrm>
            <a:off x="7721327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4" name="正方形/長方形 263">
            <a:extLst>
              <a:ext uri="{FF2B5EF4-FFF2-40B4-BE49-F238E27FC236}">
                <ns2:creationId id="{D44C9CEA-539B-0780-83BA-18423FFA7B9E}"/>
              </a:ext>
            </a:extLst>
          </p:cNvPr>
          <p:cNvSpPr/>
          <p:nvPr/>
        </p:nvSpPr>
        <p:spPr>
          <a:xfrm>
            <a:off x="8334535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5" name="正方形/長方形 264">
            <a:extLst>
              <a:ext uri="{FF2B5EF4-FFF2-40B4-BE49-F238E27FC236}">
                <ns2:creationId id="{9BC0A171-7AF5-A4AC-6B86-F23FB665F6FD}"/>
              </a:ext>
            </a:extLst>
          </p:cNvPr>
          <p:cNvSpPr/>
          <p:nvPr/>
        </p:nvSpPr>
        <p:spPr>
          <a:xfrm>
            <a:off x="8937139" y="344464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6" name="正方形/長方形 265">
            <a:extLst>
              <a:ext uri="{FF2B5EF4-FFF2-40B4-BE49-F238E27FC236}">
                <ns2:creationId id="{ECD0BA82-08D7-0DD9-08FA-158323A3F664}"/>
              </a:ext>
            </a:extLst>
          </p:cNvPr>
          <p:cNvSpPr/>
          <p:nvPr/>
        </p:nvSpPr>
        <p:spPr>
          <a:xfrm>
            <a:off x="9550347" y="344464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8" name="正方形/長方形 287">
            <a:extLst>
              <a:ext uri="{FF2B5EF4-FFF2-40B4-BE49-F238E27FC236}">
                <ns2:creationId id="{13C122C7-1E73-7699-A4D6-F13E8BE469A6}"/>
              </a:ext>
            </a:extLst>
          </p:cNvPr>
          <p:cNvSpPr/>
          <p:nvPr/>
        </p:nvSpPr>
        <p:spPr>
          <a:xfrm>
            <a:off x="1633140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9" name="正方形/長方形 288">
            <a:extLst>
              <a:ext uri="{FF2B5EF4-FFF2-40B4-BE49-F238E27FC236}">
                <ns2:creationId id="{C4AD4E43-B6BD-6DA1-ABFA-8CB27538D9C3}"/>
              </a:ext>
            </a:extLst>
          </p:cNvPr>
          <p:cNvSpPr/>
          <p:nvPr/>
        </p:nvSpPr>
        <p:spPr>
          <a:xfrm>
            <a:off x="2246348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0" name="正方形/長方形 289">
            <a:extLst>
              <a:ext uri="{FF2B5EF4-FFF2-40B4-BE49-F238E27FC236}">
                <ns2:creationId id="{AAD80FCC-9723-98A8-23A0-B6CD9648A371}"/>
              </a:ext>
            </a:extLst>
          </p:cNvPr>
          <p:cNvSpPr/>
          <p:nvPr/>
        </p:nvSpPr>
        <p:spPr>
          <a:xfrm>
            <a:off x="2851777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1" name="正方形/長方形 290">
            <a:extLst>
              <a:ext uri="{FF2B5EF4-FFF2-40B4-BE49-F238E27FC236}">
                <ns2:creationId id="{6A66650C-D198-CA32-17FE-D4ED6E53A491}"/>
              </a:ext>
            </a:extLst>
          </p:cNvPr>
          <p:cNvSpPr/>
          <p:nvPr/>
        </p:nvSpPr>
        <p:spPr>
          <a:xfrm>
            <a:off x="3464985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2" name="正方形/長方形 291">
            <a:extLst>
              <a:ext uri="{FF2B5EF4-FFF2-40B4-BE49-F238E27FC236}">
                <ns2:creationId id="{29EB5C48-A719-AA24-D525-4F3942149505}"/>
              </a:ext>
            </a:extLst>
          </p:cNvPr>
          <p:cNvSpPr/>
          <p:nvPr/>
        </p:nvSpPr>
        <p:spPr>
          <a:xfrm>
            <a:off x="4067589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3" name="正方形/長方形 292">
            <a:extLst>
              <a:ext uri="{FF2B5EF4-FFF2-40B4-BE49-F238E27FC236}">
                <ns2:creationId id="{B9B3CF27-9027-0AEA-AFD9-BABDE09E46A5}"/>
              </a:ext>
            </a:extLst>
          </p:cNvPr>
          <p:cNvSpPr/>
          <p:nvPr/>
        </p:nvSpPr>
        <p:spPr>
          <a:xfrm>
            <a:off x="4680797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</a:p>
        </p:txBody>
      </p:sp>
      <p:sp>
        <p:nvSpPr>
          <p:cNvPr id="294" name="正方形/長方形 293">
            <a:extLst>
              <a:ext uri="{FF2B5EF4-FFF2-40B4-BE49-F238E27FC236}">
                <ns2:creationId id="{0AB64CAD-8051-0A3F-309F-EDE3073EC0D4}"/>
              </a:ext>
            </a:extLst>
          </p:cNvPr>
          <p:cNvSpPr/>
          <p:nvPr/>
        </p:nvSpPr>
        <p:spPr>
          <a:xfrm>
            <a:off x="5286932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5" name="正方形/長方形 294">
            <a:extLst>
              <a:ext uri="{FF2B5EF4-FFF2-40B4-BE49-F238E27FC236}">
                <ns2:creationId id="{6808537B-525A-A012-4520-A1B9463C3DF6}"/>
              </a:ext>
            </a:extLst>
          </p:cNvPr>
          <p:cNvSpPr/>
          <p:nvPr/>
        </p:nvSpPr>
        <p:spPr>
          <a:xfrm>
            <a:off x="5900140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6" name="正方形/長方形 295">
            <a:extLst>
              <a:ext uri="{FF2B5EF4-FFF2-40B4-BE49-F238E27FC236}">
                <ns2:creationId id="{09B73F6F-B4AB-5127-5746-4E5C65D844E8}"/>
              </a:ext>
            </a:extLst>
          </p:cNvPr>
          <p:cNvSpPr/>
          <p:nvPr/>
        </p:nvSpPr>
        <p:spPr>
          <a:xfrm>
            <a:off x="6505515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7" name="正方形/長方形 296">
            <a:extLst>
              <a:ext uri="{FF2B5EF4-FFF2-40B4-BE49-F238E27FC236}">
                <ns2:creationId id="{BD079FE9-C3FC-0F5B-2635-92475FAB7924}"/>
              </a:ext>
            </a:extLst>
          </p:cNvPr>
          <p:cNvSpPr/>
          <p:nvPr/>
        </p:nvSpPr>
        <p:spPr>
          <a:xfrm>
            <a:off x="7118723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8" name="正方形/長方形 297">
            <a:extLst>
              <a:ext uri="{FF2B5EF4-FFF2-40B4-BE49-F238E27FC236}">
                <ns2:creationId id="{02A64B3A-1796-BACA-6438-0889322CDA40}"/>
              </a:ext>
            </a:extLst>
          </p:cNvPr>
          <p:cNvSpPr/>
          <p:nvPr/>
        </p:nvSpPr>
        <p:spPr>
          <a:xfrm>
            <a:off x="7721327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9" name="正方形/長方形 298">
            <a:extLst>
              <a:ext uri="{FF2B5EF4-FFF2-40B4-BE49-F238E27FC236}">
                <ns2:creationId id="{C908937D-02BE-678C-F8F8-CAB26D243C25}"/>
              </a:ext>
            </a:extLst>
          </p:cNvPr>
          <p:cNvSpPr/>
          <p:nvPr/>
        </p:nvSpPr>
        <p:spPr>
          <a:xfrm>
            <a:off x="8334535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0" name="正方形/長方形 299">
            <a:extLst>
              <a:ext uri="{FF2B5EF4-FFF2-40B4-BE49-F238E27FC236}">
                <ns2:creationId id="{F11B99B8-2D05-9979-76EC-3C69D9DAA942}"/>
              </a:ext>
            </a:extLst>
          </p:cNvPr>
          <p:cNvSpPr/>
          <p:nvPr/>
        </p:nvSpPr>
        <p:spPr>
          <a:xfrm>
            <a:off x="8937139" y="365490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1" name="正方形/長方形 300">
            <a:extLst>
              <a:ext uri="{FF2B5EF4-FFF2-40B4-BE49-F238E27FC236}">
                <ns2:creationId id="{5A9ACF7D-45D6-6741-6530-61F884F40970}"/>
              </a:ext>
            </a:extLst>
          </p:cNvPr>
          <p:cNvSpPr/>
          <p:nvPr/>
        </p:nvSpPr>
        <p:spPr>
          <a:xfrm>
            <a:off x="9550347" y="365490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6" name="正方形/長方形 305">
            <a:extLst>
              <a:ext uri="{FF2B5EF4-FFF2-40B4-BE49-F238E27FC236}">
                <ns2:creationId id="{00E99AE2-D07F-A79E-B69C-90004C6151BD}"/>
              </a:ext>
            </a:extLst>
          </p:cNvPr>
          <p:cNvSpPr/>
          <p:nvPr/>
        </p:nvSpPr>
        <p:spPr>
          <a:xfrm>
            <a:off x="1633140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7" name="正方形/長方形 306">
            <a:extLst>
              <a:ext uri="{FF2B5EF4-FFF2-40B4-BE49-F238E27FC236}">
                <ns2:creationId id="{DE7270FB-DB91-5D2F-5884-2C279BDBBB66}"/>
              </a:ext>
            </a:extLst>
          </p:cNvPr>
          <p:cNvSpPr/>
          <p:nvPr/>
        </p:nvSpPr>
        <p:spPr>
          <a:xfrm>
            <a:off x="2246348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8" name="正方形/長方形 307">
            <a:extLst>
              <a:ext uri="{FF2B5EF4-FFF2-40B4-BE49-F238E27FC236}">
                <ns2:creationId id="{0EE62C81-23AF-3158-EDA9-24C039F88812}"/>
              </a:ext>
            </a:extLst>
          </p:cNvPr>
          <p:cNvSpPr/>
          <p:nvPr/>
        </p:nvSpPr>
        <p:spPr>
          <a:xfrm>
            <a:off x="2851777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9" name="正方形/長方形 308">
            <a:extLst>
              <a:ext uri="{FF2B5EF4-FFF2-40B4-BE49-F238E27FC236}">
                <ns2:creationId id="{C46D85E5-396D-9706-9E0B-9ECCE167A098}"/>
              </a:ext>
            </a:extLst>
          </p:cNvPr>
          <p:cNvSpPr/>
          <p:nvPr/>
        </p:nvSpPr>
        <p:spPr>
          <a:xfrm>
            <a:off x="3464985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0" name="正方形/長方形 309">
            <a:extLst>
              <a:ext uri="{FF2B5EF4-FFF2-40B4-BE49-F238E27FC236}">
                <ns2:creationId id="{88BBFB81-18E9-1D75-E145-488008612D7A}"/>
              </a:ext>
            </a:extLst>
          </p:cNvPr>
          <p:cNvSpPr/>
          <p:nvPr/>
        </p:nvSpPr>
        <p:spPr>
          <a:xfrm>
            <a:off x="4067589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正方形/長方形 310">
            <a:extLst>
              <a:ext uri="{FF2B5EF4-FFF2-40B4-BE49-F238E27FC236}">
                <ns2:creationId id="{FF10E736-09C9-6EE3-1761-272C825F3BDF}"/>
              </a:ext>
            </a:extLst>
          </p:cNvPr>
          <p:cNvSpPr/>
          <p:nvPr/>
        </p:nvSpPr>
        <p:spPr>
          <a:xfrm>
            <a:off x="4680797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正方形/長方形 311">
            <a:extLst>
              <a:ext uri="{FF2B5EF4-FFF2-40B4-BE49-F238E27FC236}">
                <ns2:creationId id="{3BE29AA7-5E56-0D87-1226-E0F13F65AF76}"/>
              </a:ext>
            </a:extLst>
          </p:cNvPr>
          <p:cNvSpPr/>
          <p:nvPr/>
        </p:nvSpPr>
        <p:spPr>
          <a:xfrm>
            <a:off x="5286932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3" name="正方形/長方形 312">
            <a:extLst>
              <a:ext uri="{FF2B5EF4-FFF2-40B4-BE49-F238E27FC236}">
                <ns2:creationId id="{E90BA06C-1FD0-1AB1-EAFA-CC051826ED0B}"/>
              </a:ext>
            </a:extLst>
          </p:cNvPr>
          <p:cNvSpPr/>
          <p:nvPr/>
        </p:nvSpPr>
        <p:spPr>
          <a:xfrm>
            <a:off x="5900140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4" name="正方形/長方形 313">
            <a:extLst>
              <a:ext uri="{FF2B5EF4-FFF2-40B4-BE49-F238E27FC236}">
                <ns2:creationId id="{563AF3B7-D8DE-B452-111A-C65AF2AA8525}"/>
              </a:ext>
            </a:extLst>
          </p:cNvPr>
          <p:cNvSpPr/>
          <p:nvPr/>
        </p:nvSpPr>
        <p:spPr>
          <a:xfrm>
            <a:off x="6505515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5" name="正方形/長方形 314">
            <a:extLst>
              <a:ext uri="{FF2B5EF4-FFF2-40B4-BE49-F238E27FC236}">
                <ns2:creationId id="{14531280-E486-50B7-E98B-8C1A81369E07}"/>
              </a:ext>
            </a:extLst>
          </p:cNvPr>
          <p:cNvSpPr/>
          <p:nvPr/>
        </p:nvSpPr>
        <p:spPr>
          <a:xfrm>
            <a:off x="7118723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6" name="正方形/長方形 315">
            <a:extLst>
              <a:ext uri="{FF2B5EF4-FFF2-40B4-BE49-F238E27FC236}">
                <ns2:creationId id="{FE8F746A-FC7C-68E8-76A7-B01061841F11}"/>
              </a:ext>
            </a:extLst>
          </p:cNvPr>
          <p:cNvSpPr/>
          <p:nvPr/>
        </p:nvSpPr>
        <p:spPr>
          <a:xfrm>
            <a:off x="7721327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正方形/長方形 316">
            <a:extLst>
              <a:ext uri="{FF2B5EF4-FFF2-40B4-BE49-F238E27FC236}">
                <ns2:creationId id="{4CF3005E-A945-0F1B-C5A0-80B99F26B52D}"/>
              </a:ext>
            </a:extLst>
          </p:cNvPr>
          <p:cNvSpPr/>
          <p:nvPr/>
        </p:nvSpPr>
        <p:spPr>
          <a:xfrm>
            <a:off x="8334535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正方形/長方形 317">
            <a:extLst>
              <a:ext uri="{FF2B5EF4-FFF2-40B4-BE49-F238E27FC236}">
                <ns2:creationId id="{2A543CA0-4B8A-9C2D-AA4A-F8C1DE20EE2F}"/>
              </a:ext>
            </a:extLst>
          </p:cNvPr>
          <p:cNvSpPr/>
          <p:nvPr/>
        </p:nvSpPr>
        <p:spPr>
          <a:xfrm>
            <a:off x="8937139" y="3872248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770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9" name="正方形/長方形 318">
            <a:extLst>
              <a:ext uri="{FF2B5EF4-FFF2-40B4-BE49-F238E27FC236}">
                <ns2:creationId id="{5550A685-A626-6097-67EF-F17981CF4730}"/>
              </a:ext>
            </a:extLst>
          </p:cNvPr>
          <p:cNvSpPr/>
          <p:nvPr/>
        </p:nvSpPr>
        <p:spPr>
          <a:xfrm>
            <a:off x="9550347" y="3872248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4" name="正方形/長方形 323">
            <a:extLst>
              <a:ext uri="{FF2B5EF4-FFF2-40B4-BE49-F238E27FC236}">
                <ns2:creationId id="{AA9D8854-302F-BEA4-634D-FDB012914510}"/>
              </a:ext>
            </a:extLst>
          </p:cNvPr>
          <p:cNvSpPr/>
          <p:nvPr/>
        </p:nvSpPr>
        <p:spPr>
          <a:xfrm>
            <a:off x="1631906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5" name="正方形/長方形 324">
            <a:extLst>
              <a:ext uri="{FF2B5EF4-FFF2-40B4-BE49-F238E27FC236}">
                <ns2:creationId id="{405ACD0B-61E7-9B94-9967-EA40B42F9F05}"/>
              </a:ext>
            </a:extLst>
          </p:cNvPr>
          <p:cNvSpPr/>
          <p:nvPr/>
        </p:nvSpPr>
        <p:spPr>
          <a:xfrm>
            <a:off x="2245114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6" name="正方形/長方形 325">
            <a:extLst>
              <a:ext uri="{FF2B5EF4-FFF2-40B4-BE49-F238E27FC236}">
                <ns2:creationId id="{E35384F1-77D4-F369-A279-DD381FBAD2B3}"/>
              </a:ext>
            </a:extLst>
          </p:cNvPr>
          <p:cNvSpPr/>
          <p:nvPr/>
        </p:nvSpPr>
        <p:spPr>
          <a:xfrm>
            <a:off x="2850543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7" name="正方形/長方形 326">
            <a:extLst>
              <a:ext uri="{FF2B5EF4-FFF2-40B4-BE49-F238E27FC236}">
                <ns2:creationId id="{09C7E84E-6FFC-6ECA-19EB-0C4B2698C3B8}"/>
              </a:ext>
            </a:extLst>
          </p:cNvPr>
          <p:cNvSpPr/>
          <p:nvPr/>
        </p:nvSpPr>
        <p:spPr>
          <a:xfrm>
            <a:off x="3463751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8" name="正方形/長方形 327">
            <a:extLst>
              <a:ext uri="{FF2B5EF4-FFF2-40B4-BE49-F238E27FC236}">
                <ns2:creationId id="{F2EE16DF-FA1F-E6D9-F894-A7BD135F0375}"/>
              </a:ext>
            </a:extLst>
          </p:cNvPr>
          <p:cNvSpPr/>
          <p:nvPr/>
        </p:nvSpPr>
        <p:spPr>
          <a:xfrm>
            <a:off x="4066355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9" name="正方形/長方形 328">
            <a:extLst>
              <a:ext uri="{FF2B5EF4-FFF2-40B4-BE49-F238E27FC236}">
                <ns2:creationId id="{A5FA877E-1D93-08D6-3EA5-D8244C1B8987}"/>
              </a:ext>
            </a:extLst>
          </p:cNvPr>
          <p:cNvSpPr/>
          <p:nvPr/>
        </p:nvSpPr>
        <p:spPr>
          <a:xfrm>
            <a:off x="4679563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0" name="正方形/長方形 329">
            <a:extLst>
              <a:ext uri="{FF2B5EF4-FFF2-40B4-BE49-F238E27FC236}">
                <ns2:creationId id="{F3CD79B6-AF3F-0C9D-FCBA-4AD9FD0BB0B6}"/>
              </a:ext>
            </a:extLst>
          </p:cNvPr>
          <p:cNvSpPr/>
          <p:nvPr/>
        </p:nvSpPr>
        <p:spPr>
          <a:xfrm>
            <a:off x="5285698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1" name="正方形/長方形 330">
            <a:extLst>
              <a:ext uri="{FF2B5EF4-FFF2-40B4-BE49-F238E27FC236}">
                <ns2:creationId id="{40315C30-946A-1BF6-B422-1AFE8275AA46}"/>
              </a:ext>
            </a:extLst>
          </p:cNvPr>
          <p:cNvSpPr/>
          <p:nvPr/>
        </p:nvSpPr>
        <p:spPr>
          <a:xfrm>
            <a:off x="5898906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2" name="正方形/長方形 331">
            <a:extLst>
              <a:ext uri="{FF2B5EF4-FFF2-40B4-BE49-F238E27FC236}">
                <ns2:creationId id="{12B618BF-26C0-E258-6FCD-DD860903BCF6}"/>
              </a:ext>
            </a:extLst>
          </p:cNvPr>
          <p:cNvSpPr/>
          <p:nvPr/>
        </p:nvSpPr>
        <p:spPr>
          <a:xfrm>
            <a:off x="6504281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3" name="正方形/長方形 332">
            <a:extLst>
              <a:ext uri="{FF2B5EF4-FFF2-40B4-BE49-F238E27FC236}">
                <ns2:creationId id="{82946355-09B2-A829-D79A-C90AF29E0785}"/>
              </a:ext>
            </a:extLst>
          </p:cNvPr>
          <p:cNvSpPr/>
          <p:nvPr/>
        </p:nvSpPr>
        <p:spPr>
          <a:xfrm>
            <a:off x="7117489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4" name="正方形/長方形 333">
            <a:extLst>
              <a:ext uri="{FF2B5EF4-FFF2-40B4-BE49-F238E27FC236}">
                <ns2:creationId id="{136613A4-F9D7-8928-5D7F-A103DDAEBFB0}"/>
              </a:ext>
            </a:extLst>
          </p:cNvPr>
          <p:cNvSpPr/>
          <p:nvPr/>
        </p:nvSpPr>
        <p:spPr>
          <a:xfrm>
            <a:off x="7720093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5" name="正方形/長方形 334">
            <a:extLst>
              <a:ext uri="{FF2B5EF4-FFF2-40B4-BE49-F238E27FC236}">
                <ns2:creationId id="{3D33086A-089E-6EDF-2B97-FAB4ADE118CA}"/>
              </a:ext>
            </a:extLst>
          </p:cNvPr>
          <p:cNvSpPr/>
          <p:nvPr/>
        </p:nvSpPr>
        <p:spPr>
          <a:xfrm>
            <a:off x="8333301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6" name="正方形/長方形 335">
            <a:extLst>
              <a:ext uri="{FF2B5EF4-FFF2-40B4-BE49-F238E27FC236}">
                <ns2:creationId id="{F5B8ADA2-2F17-9A9E-5FEA-3CFC3B2DA665}"/>
              </a:ext>
            </a:extLst>
          </p:cNvPr>
          <p:cNvSpPr/>
          <p:nvPr/>
        </p:nvSpPr>
        <p:spPr>
          <a:xfrm>
            <a:off x="8935905" y="4084237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7" name="正方形/長方形 336">
            <a:extLst>
              <a:ext uri="{FF2B5EF4-FFF2-40B4-BE49-F238E27FC236}">
                <ns2:creationId id="{6390C7B7-14ED-2223-0B09-89975FAA93ED}"/>
              </a:ext>
            </a:extLst>
          </p:cNvPr>
          <p:cNvSpPr/>
          <p:nvPr/>
        </p:nvSpPr>
        <p:spPr>
          <a:xfrm>
            <a:off x="9549113" y="4084237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2" name="正方形/長方形 341">
            <a:extLst>
              <a:ext uri="{FF2B5EF4-FFF2-40B4-BE49-F238E27FC236}">
                <ns2:creationId id="{E0C89DC4-FE34-323F-3A8A-32BD6ABC3F4F}"/>
              </a:ext>
            </a:extLst>
          </p:cNvPr>
          <p:cNvSpPr/>
          <p:nvPr/>
        </p:nvSpPr>
        <p:spPr>
          <a:xfrm>
            <a:off x="1630923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3" name="正方形/長方形 342">
            <a:extLst>
              <a:ext uri="{FF2B5EF4-FFF2-40B4-BE49-F238E27FC236}">
                <ns2:creationId id="{54689280-5CD7-3DC8-0254-8EAE41B1F69E}"/>
              </a:ext>
            </a:extLst>
          </p:cNvPr>
          <p:cNvSpPr/>
          <p:nvPr/>
        </p:nvSpPr>
        <p:spPr>
          <a:xfrm>
            <a:off x="2244131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4" name="正方形/長方形 343">
            <a:extLst>
              <a:ext uri="{FF2B5EF4-FFF2-40B4-BE49-F238E27FC236}">
                <ns2:creationId id="{FFBE66C3-008C-FA5F-D306-308D7DE23FBC}"/>
              </a:ext>
            </a:extLst>
          </p:cNvPr>
          <p:cNvSpPr/>
          <p:nvPr/>
        </p:nvSpPr>
        <p:spPr>
          <a:xfrm>
            <a:off x="2849560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5" name="正方形/長方形 344">
            <a:extLst>
              <a:ext uri="{FF2B5EF4-FFF2-40B4-BE49-F238E27FC236}">
                <ns2:creationId id="{C18FFD78-0207-7066-DC28-004BD84ACD2D}"/>
              </a:ext>
            </a:extLst>
          </p:cNvPr>
          <p:cNvSpPr/>
          <p:nvPr/>
        </p:nvSpPr>
        <p:spPr>
          <a:xfrm>
            <a:off x="3462768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endParaRPr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6" name="正方形/長方形 345">
            <a:extLst>
              <a:ext uri="{FF2B5EF4-FFF2-40B4-BE49-F238E27FC236}">
                <ns2:creationId id="{329C299A-E421-9F23-E43C-1646C50B725F}"/>
              </a:ext>
            </a:extLst>
          </p:cNvPr>
          <p:cNvSpPr/>
          <p:nvPr/>
        </p:nvSpPr>
        <p:spPr>
          <a:xfrm>
            <a:off x="4065372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7" name="正方形/長方形 346">
            <a:extLst>
              <a:ext uri="{FF2B5EF4-FFF2-40B4-BE49-F238E27FC236}">
                <ns2:creationId id="{889251E3-B641-7C31-5C2D-DCEBD2819E1A}"/>
              </a:ext>
            </a:extLst>
          </p:cNvPr>
          <p:cNvSpPr/>
          <p:nvPr/>
        </p:nvSpPr>
        <p:spPr>
          <a:xfrm>
            <a:off x="4678580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8" name="正方形/長方形 347">
            <a:extLst>
              <a:ext uri="{FF2B5EF4-FFF2-40B4-BE49-F238E27FC236}">
                <ns2:creationId id="{EE4DFA2E-1A7C-EAD2-D1F7-83D28CD0ADED}"/>
              </a:ext>
            </a:extLst>
          </p:cNvPr>
          <p:cNvSpPr/>
          <p:nvPr/>
        </p:nvSpPr>
        <p:spPr>
          <a:xfrm>
            <a:off x="5284715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9" name="正方形/長方形 348">
            <a:extLst>
              <a:ext uri="{FF2B5EF4-FFF2-40B4-BE49-F238E27FC236}">
                <ns2:creationId id="{3BC3909E-402B-A939-EFE6-0D85D18BD393}"/>
              </a:ext>
            </a:extLst>
          </p:cNvPr>
          <p:cNvSpPr/>
          <p:nvPr/>
        </p:nvSpPr>
        <p:spPr>
          <a:xfrm>
            <a:off x="5897923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0" name="正方形/長方形 349">
            <a:extLst>
              <a:ext uri="{FF2B5EF4-FFF2-40B4-BE49-F238E27FC236}">
                <ns2:creationId id="{ACC7C22F-BF7D-C16E-B3D5-0CBD0CF5C8EE}"/>
              </a:ext>
            </a:extLst>
          </p:cNvPr>
          <p:cNvSpPr/>
          <p:nvPr/>
        </p:nvSpPr>
        <p:spPr>
          <a:xfrm>
            <a:off x="6503298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1" name="正方形/長方形 350">
            <a:extLst>
              <a:ext uri="{FF2B5EF4-FFF2-40B4-BE49-F238E27FC236}">
                <ns2:creationId id="{C983A153-E179-EF82-383D-076F15CC0F77}"/>
              </a:ext>
            </a:extLst>
          </p:cNvPr>
          <p:cNvSpPr/>
          <p:nvPr/>
        </p:nvSpPr>
        <p:spPr>
          <a:xfrm>
            <a:off x="7116506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2" name="正方形/長方形 351">
            <a:extLst>
              <a:ext uri="{FF2B5EF4-FFF2-40B4-BE49-F238E27FC236}">
                <ns2:creationId id="{C60992DF-9234-E18F-08F6-4946CD42DFD4}"/>
              </a:ext>
            </a:extLst>
          </p:cNvPr>
          <p:cNvSpPr/>
          <p:nvPr/>
        </p:nvSpPr>
        <p:spPr>
          <a:xfrm>
            <a:off x="7719110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3" name="正方形/長方形 352">
            <a:extLst>
              <a:ext uri="{FF2B5EF4-FFF2-40B4-BE49-F238E27FC236}">
                <ns2:creationId id="{FB6AE647-DC4D-2D06-6253-DDC374FB937B}"/>
              </a:ext>
            </a:extLst>
          </p:cNvPr>
          <p:cNvSpPr/>
          <p:nvPr/>
        </p:nvSpPr>
        <p:spPr>
          <a:xfrm>
            <a:off x="8332318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4" name="正方形/長方形 353">
            <a:extLst>
              <a:ext uri="{FF2B5EF4-FFF2-40B4-BE49-F238E27FC236}">
                <ns2:creationId id="{ABBA774B-15E4-9B61-C53A-8B2A8D9490A3}"/>
              </a:ext>
            </a:extLst>
          </p:cNvPr>
          <p:cNvSpPr/>
          <p:nvPr/>
        </p:nvSpPr>
        <p:spPr>
          <a:xfrm>
            <a:off x="8934922" y="4301162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5" name="正方形/長方形 354">
            <a:extLst>
              <a:ext uri="{FF2B5EF4-FFF2-40B4-BE49-F238E27FC236}">
                <ns2:creationId id="{901740A8-39E6-64C1-07F9-B1E32CDD553A}"/>
              </a:ext>
            </a:extLst>
          </p:cNvPr>
          <p:cNvSpPr/>
          <p:nvPr/>
        </p:nvSpPr>
        <p:spPr>
          <a:xfrm>
            <a:off x="9548130" y="4301162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0" name="正方形/長方形 359">
            <a:extLst>
              <a:ext uri="{FF2B5EF4-FFF2-40B4-BE49-F238E27FC236}">
                <ns2:creationId id="{12ED9293-D3FF-567D-CABB-0632BAF7B916}"/>
              </a:ext>
            </a:extLst>
          </p:cNvPr>
          <p:cNvSpPr/>
          <p:nvPr/>
        </p:nvSpPr>
        <p:spPr>
          <a:xfrm>
            <a:off x="1631971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1" name="正方形/長方形 360">
            <a:extLst>
              <a:ext uri="{FF2B5EF4-FFF2-40B4-BE49-F238E27FC236}">
                <ns2:creationId id="{74FA9C25-06CA-0BC7-910D-D4A7DDF8FC52}"/>
              </a:ext>
            </a:extLst>
          </p:cNvPr>
          <p:cNvSpPr/>
          <p:nvPr/>
        </p:nvSpPr>
        <p:spPr>
          <a:xfrm>
            <a:off x="2245179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2" name="正方形/長方形 361">
            <a:extLst>
              <a:ext uri="{FF2B5EF4-FFF2-40B4-BE49-F238E27FC236}">
                <ns2:creationId id="{57D90B7F-3842-3535-7F5C-10BC78E659F5}"/>
              </a:ext>
            </a:extLst>
          </p:cNvPr>
          <p:cNvSpPr/>
          <p:nvPr/>
        </p:nvSpPr>
        <p:spPr>
          <a:xfrm>
            <a:off x="2850608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3" name="正方形/長方形 362">
            <a:extLst>
              <a:ext uri="{FF2B5EF4-FFF2-40B4-BE49-F238E27FC236}">
                <ns2:creationId id="{7A854ECB-B36F-07A4-6E83-60534EC0B6ED}"/>
              </a:ext>
            </a:extLst>
          </p:cNvPr>
          <p:cNvSpPr/>
          <p:nvPr/>
        </p:nvSpPr>
        <p:spPr>
          <a:xfrm>
            <a:off x="3463816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4" name="正方形/長方形 363">
            <a:extLst>
              <a:ext uri="{FF2B5EF4-FFF2-40B4-BE49-F238E27FC236}">
                <ns2:creationId id="{6BCE7003-8368-8BA0-2B34-9EE9FE569CA0}"/>
              </a:ext>
            </a:extLst>
          </p:cNvPr>
          <p:cNvSpPr/>
          <p:nvPr/>
        </p:nvSpPr>
        <p:spPr>
          <a:xfrm>
            <a:off x="4066420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5" name="正方形/長方形 364">
            <a:extLst>
              <a:ext uri="{FF2B5EF4-FFF2-40B4-BE49-F238E27FC236}">
                <ns2:creationId id="{05174AF0-163B-152E-842F-B686BBFD7EBB}"/>
              </a:ext>
            </a:extLst>
          </p:cNvPr>
          <p:cNvSpPr/>
          <p:nvPr/>
        </p:nvSpPr>
        <p:spPr>
          <a:xfrm>
            <a:off x="4679628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6" name="正方形/長方形 365">
            <a:extLst>
              <a:ext uri="{FF2B5EF4-FFF2-40B4-BE49-F238E27FC236}">
                <ns2:creationId id="{A5D11A9B-4159-3AB8-B472-F4C93A724419}"/>
              </a:ext>
            </a:extLst>
          </p:cNvPr>
          <p:cNvSpPr/>
          <p:nvPr/>
        </p:nvSpPr>
        <p:spPr>
          <a:xfrm>
            <a:off x="5285763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7" name="正方形/長方形 366">
            <a:extLst>
              <a:ext uri="{FF2B5EF4-FFF2-40B4-BE49-F238E27FC236}">
                <ns2:creationId id="{2A381B92-BE5B-AA17-C8B2-CFB038C4043E}"/>
              </a:ext>
            </a:extLst>
          </p:cNvPr>
          <p:cNvSpPr/>
          <p:nvPr/>
        </p:nvSpPr>
        <p:spPr>
          <a:xfrm>
            <a:off x="5898971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rgbClr val="ED7D3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8" name="正方形/長方形 367">
            <a:extLst>
              <a:ext uri="{FF2B5EF4-FFF2-40B4-BE49-F238E27FC236}">
                <ns2:creationId id="{A5FD75A0-08C1-691D-B767-433291D6EF16}"/>
              </a:ext>
            </a:extLst>
          </p:cNvPr>
          <p:cNvSpPr/>
          <p:nvPr/>
        </p:nvSpPr>
        <p:spPr>
          <a:xfrm>
            <a:off x="6504346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9" name="正方形/長方形 368">
            <a:extLst>
              <a:ext uri="{FF2B5EF4-FFF2-40B4-BE49-F238E27FC236}">
                <ns2:creationId id="{3FBBDAD0-8971-683C-E968-4652256A165D}"/>
              </a:ext>
            </a:extLst>
          </p:cNvPr>
          <p:cNvSpPr/>
          <p:nvPr/>
        </p:nvSpPr>
        <p:spPr>
          <a:xfrm>
            <a:off x="7117554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0" name="正方形/長方形 369">
            <a:extLst>
              <a:ext uri="{FF2B5EF4-FFF2-40B4-BE49-F238E27FC236}">
                <ns2:creationId id="{A4C4831C-0411-0993-3EFE-A7395818CF25}"/>
              </a:ext>
            </a:extLst>
          </p:cNvPr>
          <p:cNvSpPr/>
          <p:nvPr/>
        </p:nvSpPr>
        <p:spPr>
          <a:xfrm>
            <a:off x="7720158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1" name="正方形/長方形 370">
            <a:extLst>
              <a:ext uri="{FF2B5EF4-FFF2-40B4-BE49-F238E27FC236}">
                <ns2:creationId id="{3E8BBC99-23CC-4BCD-9BC1-ED35A96DE2AC}"/>
              </a:ext>
            </a:extLst>
          </p:cNvPr>
          <p:cNvSpPr/>
          <p:nvPr/>
        </p:nvSpPr>
        <p:spPr>
          <a:xfrm>
            <a:off x="8333366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2" name="正方形/長方形 371">
            <a:extLst>
              <a:ext uri="{FF2B5EF4-FFF2-40B4-BE49-F238E27FC236}">
                <ns2:creationId id="{7A53247B-C30A-E88A-BE8F-93A3B497433B}"/>
              </a:ext>
            </a:extLst>
          </p:cNvPr>
          <p:cNvSpPr/>
          <p:nvPr/>
        </p:nvSpPr>
        <p:spPr>
          <a:xfrm>
            <a:off x="8935970" y="4511423"/>
            <a:ext cx="576000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endParaRPr kumimoji="1" lang="ja-JP" altLang="en-US" sz="9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3" name="正方形/長方形 372">
            <a:extLst>
              <a:ext uri="{FF2B5EF4-FFF2-40B4-BE49-F238E27FC236}">
                <ns2:creationId id="{B2EFA993-FE86-D0B3-D76B-69528437CBC2}"/>
              </a:ext>
            </a:extLst>
          </p:cNvPr>
          <p:cNvSpPr/>
          <p:nvPr/>
        </p:nvSpPr>
        <p:spPr>
          <a:xfrm>
            <a:off x="9549178" y="4511423"/>
            <a:ext cx="523636" cy="180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1" lang="ja-JP" altLang="en-US" sz="90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8" name="正方形/長方形 377">
            <a:extLst>
              <a:ext uri="{FF2B5EF4-FFF2-40B4-BE49-F238E27FC236}">
                <ns2:creationId id="{49BD7D69-7439-BB37-F474-DBD924C01A46}"/>
              </a:ext>
            </a:extLst>
          </p:cNvPr>
          <p:cNvSpPr/>
          <p:nvPr/>
        </p:nvSpPr>
        <p:spPr>
          <a:xfrm>
            <a:off x="1633140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9" name="正方形/長方形 378">
            <a:extLst>
              <a:ext uri="{FF2B5EF4-FFF2-40B4-BE49-F238E27FC236}">
                <ns2:creationId id="{5DCF2E44-5966-4BCF-3FAD-2D5519782372}"/>
              </a:ext>
            </a:extLst>
          </p:cNvPr>
          <p:cNvSpPr/>
          <p:nvPr/>
        </p:nvSpPr>
        <p:spPr>
          <a:xfrm>
            <a:off x="2246348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0" name="正方形/長方形 379">
            <a:extLst>
              <a:ext uri="{FF2B5EF4-FFF2-40B4-BE49-F238E27FC236}">
                <ns2:creationId id="{70FA7937-7190-910A-8ABF-07977780B131}"/>
              </a:ext>
            </a:extLst>
          </p:cNvPr>
          <p:cNvSpPr/>
          <p:nvPr/>
        </p:nvSpPr>
        <p:spPr>
          <a:xfrm>
            <a:off x="2851777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1" name="正方形/長方形 380">
            <a:extLst>
              <a:ext uri="{FF2B5EF4-FFF2-40B4-BE49-F238E27FC236}">
                <ns2:creationId id="{0E0E5E45-4827-A22F-A959-6A4A66A50A83}"/>
              </a:ext>
            </a:extLst>
          </p:cNvPr>
          <p:cNvSpPr/>
          <p:nvPr/>
        </p:nvSpPr>
        <p:spPr>
          <a:xfrm>
            <a:off x="3464985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2" name="正方形/長方形 381">
            <a:extLst>
              <a:ext uri="{FF2B5EF4-FFF2-40B4-BE49-F238E27FC236}">
                <ns2:creationId id="{8AC28A3E-367F-9ACD-25DC-38775CC74ADD}"/>
              </a:ext>
            </a:extLst>
          </p:cNvPr>
          <p:cNvSpPr/>
          <p:nvPr/>
        </p:nvSpPr>
        <p:spPr>
          <a:xfrm>
            <a:off x="4067589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340</a:t>
            </a:r>
          </a:p>
        </p:txBody>
      </p:sp>
      <p:sp>
        <p:nvSpPr>
          <p:cNvPr id="383" name="正方形/長方形 382">
            <a:extLst>
              <a:ext uri="{FF2B5EF4-FFF2-40B4-BE49-F238E27FC236}">
                <ns2:creationId id="{4388B8E3-AA0B-B3CC-1E51-EE71CD8D6C0F}"/>
              </a:ext>
            </a:extLst>
          </p:cNvPr>
          <p:cNvSpPr/>
          <p:nvPr/>
        </p:nvSpPr>
        <p:spPr>
          <a:xfrm>
            <a:off x="4680797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4" name="正方形/長方形 383">
            <a:extLst>
              <a:ext uri="{FF2B5EF4-FFF2-40B4-BE49-F238E27FC236}">
                <ns2:creationId id="{42411538-97F0-562B-D95A-F86EEF8DE593}"/>
              </a:ext>
            </a:extLst>
          </p:cNvPr>
          <p:cNvSpPr/>
          <p:nvPr/>
        </p:nvSpPr>
        <p:spPr>
          <a:xfrm>
            <a:off x="5286932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5" name="正方形/長方形 384">
            <a:extLst>
              <a:ext uri="{FF2B5EF4-FFF2-40B4-BE49-F238E27FC236}">
                <ns2:creationId id="{3E351FFE-93CB-2A61-AF7B-D167134A829D}"/>
              </a:ext>
            </a:extLst>
          </p:cNvPr>
          <p:cNvSpPr/>
          <p:nvPr/>
        </p:nvSpPr>
        <p:spPr>
          <a:xfrm>
            <a:off x="5900140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55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6" name="正方形/長方形 385">
            <a:extLst>
              <a:ext uri="{FF2B5EF4-FFF2-40B4-BE49-F238E27FC236}">
                <ns2:creationId id="{F1A7C4BE-55C7-7A27-5474-F91229FD8767}"/>
              </a:ext>
            </a:extLst>
          </p:cNvPr>
          <p:cNvSpPr/>
          <p:nvPr/>
        </p:nvSpPr>
        <p:spPr>
          <a:xfrm>
            <a:off x="6505515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7" name="正方形/長方形 386">
            <a:extLst>
              <a:ext uri="{FF2B5EF4-FFF2-40B4-BE49-F238E27FC236}">
                <ns2:creationId id="{C2763A9F-6F7C-6F41-8348-A39C2A0526FC}"/>
              </a:ext>
            </a:extLst>
          </p:cNvPr>
          <p:cNvSpPr/>
          <p:nvPr/>
        </p:nvSpPr>
        <p:spPr>
          <a:xfrm>
            <a:off x="7118723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8" name="正方形/長方形 387">
            <a:extLst>
              <a:ext uri="{FF2B5EF4-FFF2-40B4-BE49-F238E27FC236}">
                <ns2:creationId id="{158A79C6-834A-D31B-302A-7D11D0D0E390}"/>
              </a:ext>
            </a:extLst>
          </p:cNvPr>
          <p:cNvSpPr/>
          <p:nvPr/>
        </p:nvSpPr>
        <p:spPr>
          <a:xfrm>
            <a:off x="7721327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9" name="正方形/長方形 388">
            <a:extLst>
              <a:ext uri="{FF2B5EF4-FFF2-40B4-BE49-F238E27FC236}">
                <ns2:creationId id="{CD3E862E-99B8-356F-4509-C2C8751B98C4}"/>
              </a:ext>
            </a:extLst>
          </p:cNvPr>
          <p:cNvSpPr/>
          <p:nvPr/>
        </p:nvSpPr>
        <p:spPr>
          <a:xfrm>
            <a:off x="8334535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0" name="正方形/長方形 389">
            <a:extLst>
              <a:ext uri="{FF2B5EF4-FFF2-40B4-BE49-F238E27FC236}">
                <ns2:creationId id="{3A78B1D5-06E3-44E5-B0E6-263DD441139B}"/>
              </a:ext>
            </a:extLst>
          </p:cNvPr>
          <p:cNvSpPr/>
          <p:nvPr/>
        </p:nvSpPr>
        <p:spPr>
          <a:xfrm>
            <a:off x="8937139" y="4721684"/>
            <a:ext cx="576000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220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1" name="正方形/長方形 390">
            <a:extLst>
              <a:ext uri="{FF2B5EF4-FFF2-40B4-BE49-F238E27FC236}">
                <ns2:creationId id="{98C23571-4EA6-5018-8E90-0976D802162B}"/>
              </a:ext>
            </a:extLst>
          </p:cNvPr>
          <p:cNvSpPr/>
          <p:nvPr/>
        </p:nvSpPr>
        <p:spPr>
          <a:xfrm>
            <a:off x="9550347" y="4721684"/>
            <a:ext cx="523636" cy="180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6" name="正方形/長方形 395">
            <a:extLst>
              <a:ext uri="{FF2B5EF4-FFF2-40B4-BE49-F238E27FC236}">
                <ns2:creationId id="{90F02B5E-2193-4F2D-2F0B-D16C448E71D4}"/>
              </a:ext>
            </a:extLst>
          </p:cNvPr>
          <p:cNvSpPr/>
          <p:nvPr/>
        </p:nvSpPr>
        <p:spPr>
          <a:xfrm>
            <a:off x="1634188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7" name="正方形/長方形 396">
            <a:extLst>
              <a:ext uri="{FF2B5EF4-FFF2-40B4-BE49-F238E27FC236}">
                <ns2:creationId id="{9BEA75CC-F54B-B2D5-2FA3-6D744B4B63F5}"/>
              </a:ext>
            </a:extLst>
          </p:cNvPr>
          <p:cNvSpPr/>
          <p:nvPr/>
        </p:nvSpPr>
        <p:spPr>
          <a:xfrm>
            <a:off x="2247396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8" name="正方形/長方形 397">
            <a:extLst>
              <a:ext uri="{FF2B5EF4-FFF2-40B4-BE49-F238E27FC236}">
                <ns2:creationId id="{B1026AC1-11D6-C275-9AC4-C9882B18E766}"/>
              </a:ext>
            </a:extLst>
          </p:cNvPr>
          <p:cNvSpPr/>
          <p:nvPr/>
        </p:nvSpPr>
        <p:spPr>
          <a:xfrm>
            <a:off x="2852825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9" name="正方形/長方形 398">
            <a:extLst>
              <a:ext uri="{FF2B5EF4-FFF2-40B4-BE49-F238E27FC236}">
                <ns2:creationId id="{599F198D-0E53-B3EE-2EE3-CA920515B045}"/>
              </a:ext>
            </a:extLst>
          </p:cNvPr>
          <p:cNvSpPr/>
          <p:nvPr/>
        </p:nvSpPr>
        <p:spPr>
          <a:xfrm>
            <a:off x="3466033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0" name="正方形/長方形 399">
            <a:extLst>
              <a:ext uri="{FF2B5EF4-FFF2-40B4-BE49-F238E27FC236}">
                <ns2:creationId id="{A2B89BD2-D980-5E31-D909-38D7FDAA4A80}"/>
              </a:ext>
            </a:extLst>
          </p:cNvPr>
          <p:cNvSpPr/>
          <p:nvPr/>
        </p:nvSpPr>
        <p:spPr>
          <a:xfrm>
            <a:off x="4068637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1" name="正方形/長方形 400">
            <a:extLst>
              <a:ext uri="{FF2B5EF4-FFF2-40B4-BE49-F238E27FC236}">
                <ns2:creationId id="{302A3D4D-9EC2-3AD8-B8BC-9F922C9EB459}"/>
              </a:ext>
            </a:extLst>
          </p:cNvPr>
          <p:cNvSpPr/>
          <p:nvPr/>
        </p:nvSpPr>
        <p:spPr>
          <a:xfrm>
            <a:off x="4681845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2" name="正方形/長方形 401">
            <a:extLst>
              <a:ext uri="{FF2B5EF4-FFF2-40B4-BE49-F238E27FC236}">
                <ns2:creationId id="{09B004D2-76ED-9BE8-9C74-41058C7C56D0}"/>
              </a:ext>
            </a:extLst>
          </p:cNvPr>
          <p:cNvSpPr/>
          <p:nvPr/>
        </p:nvSpPr>
        <p:spPr>
          <a:xfrm>
            <a:off x="5287980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3" name="正方形/長方形 402">
            <a:extLst>
              <a:ext uri="{FF2B5EF4-FFF2-40B4-BE49-F238E27FC236}">
                <ns2:creationId id="{97D2FECD-25C4-990E-D82B-F1E2D0E6B6B6}"/>
              </a:ext>
            </a:extLst>
          </p:cNvPr>
          <p:cNvSpPr/>
          <p:nvPr/>
        </p:nvSpPr>
        <p:spPr>
          <a:xfrm>
            <a:off x="5901188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69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4" name="正方形/長方形 403">
            <a:extLst>
              <a:ext uri="{FF2B5EF4-FFF2-40B4-BE49-F238E27FC236}">
                <ns2:creationId id="{86DBC313-4E7E-9D54-570E-EF8566292428}"/>
              </a:ext>
            </a:extLst>
          </p:cNvPr>
          <p:cNvSpPr/>
          <p:nvPr/>
        </p:nvSpPr>
        <p:spPr>
          <a:xfrm>
            <a:off x="6506563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5" name="正方形/長方形 404">
            <a:extLst>
              <a:ext uri="{FF2B5EF4-FFF2-40B4-BE49-F238E27FC236}">
                <ns2:creationId id="{5077761A-747C-03D7-A783-1C5F3F5B9B55}"/>
              </a:ext>
            </a:extLst>
          </p:cNvPr>
          <p:cNvSpPr/>
          <p:nvPr/>
        </p:nvSpPr>
        <p:spPr>
          <a:xfrm>
            <a:off x="7119771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6" name="正方形/長方形 405">
            <a:extLst>
              <a:ext uri="{FF2B5EF4-FFF2-40B4-BE49-F238E27FC236}">
                <ns2:creationId id="{0FE72682-9D0F-6EA1-E7EE-6536777C881C}"/>
              </a:ext>
            </a:extLst>
          </p:cNvPr>
          <p:cNvSpPr/>
          <p:nvPr/>
        </p:nvSpPr>
        <p:spPr>
          <a:xfrm>
            <a:off x="7722375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7" name="正方形/長方形 406">
            <a:extLst>
              <a:ext uri="{FF2B5EF4-FFF2-40B4-BE49-F238E27FC236}">
                <ns2:creationId id="{AEA7758B-A48A-A0CC-B170-507126A10F6F}"/>
              </a:ext>
            </a:extLst>
          </p:cNvPr>
          <p:cNvSpPr/>
          <p:nvPr/>
        </p:nvSpPr>
        <p:spPr>
          <a:xfrm>
            <a:off x="8335583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8" name="正方形/長方形 407">
            <a:extLst>
              <a:ext uri="{FF2B5EF4-FFF2-40B4-BE49-F238E27FC236}">
                <ns2:creationId id="{B169495D-A0F5-FD71-D2E1-7BF3AE1BC231}"/>
              </a:ext>
            </a:extLst>
          </p:cNvPr>
          <p:cNvSpPr/>
          <p:nvPr/>
        </p:nvSpPr>
        <p:spPr>
          <a:xfrm>
            <a:off x="8938187" y="4943785"/>
            <a:ext cx="576000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990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9" name="正方形/長方形 408">
            <a:extLst>
              <a:ext uri="{FF2B5EF4-FFF2-40B4-BE49-F238E27FC236}">
                <ns2:creationId id="{A35AD04A-FA65-3400-0BDB-B10E7C7DF0D0}"/>
              </a:ext>
            </a:extLst>
          </p:cNvPr>
          <p:cNvSpPr/>
          <p:nvPr/>
        </p:nvSpPr>
        <p:spPr>
          <a:xfrm>
            <a:off x="9551395" y="4943785"/>
            <a:ext cx="523636" cy="180000"/>
          </a:xfrm>
          <a:prstGeom prst="rect">
            <a:avLst/>
          </a:prstGeom>
          <a:solidFill>
            <a:srgbClr val="008000">
              <a:alpha val="60000"/>
            </a:srgb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10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61</a:t>
            </a:r>
            <a:endParaRPr kumimoji="1" lang="ja-JP" altLang="en-US" sz="9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59" name="グループ化 658">
            <a:extLst>
              <a:ext uri="{FF2B5EF4-FFF2-40B4-BE49-F238E27FC236}">
                <ns2:creationId id="{B7172F4B-4C07-333D-2130-5A9262D330ED}"/>
              </a:ext>
            </a:extLst>
          </p:cNvPr>
          <p:cNvGrpSpPr/>
          <p:nvPr/>
        </p:nvGrpSpPr>
        <p:grpSpPr>
          <a:xfrm>
            <a:off x="10152073" y="2362859"/>
            <a:ext cx="1706154" cy="2760926"/>
            <a:chOff x="10152073" y="2362859"/>
            <a:chExt cx="1706154" cy="2760926"/>
          </a:xfrm>
        </p:grpSpPr>
        <p:sp>
          <p:nvSpPr>
            <p:cNvPr id="164" name="正方形/長方形 163">
              <a:extLst>
                <a:ext uri="{FF2B5EF4-FFF2-40B4-BE49-F238E27FC236}">
                  <ns2:creationId id="{8EFAF33B-88B6-9D07-A2EA-34D54B8B3098}"/>
                </a:ext>
              </a:extLst>
            </p:cNvPr>
            <p:cNvSpPr/>
            <p:nvPr/>
          </p:nvSpPr>
          <p:spPr>
            <a:xfrm>
              <a:off x="10154290" y="2362859"/>
              <a:ext cx="1692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F7160CAC-DC29-3FFC-361D-D85A19B706D4}"/>
                </a:ext>
              </a:extLst>
            </p:cNvPr>
            <p:cNvSpPr/>
            <p:nvPr/>
          </p:nvSpPr>
          <p:spPr>
            <a:xfrm>
              <a:off x="10154290" y="2573945"/>
              <a:ext cx="576000" cy="180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45E5493E-EC42-6A57-958F-022BF62D17BE}"/>
                </a:ext>
              </a:extLst>
            </p:cNvPr>
            <p:cNvSpPr/>
            <p:nvPr/>
          </p:nvSpPr>
          <p:spPr>
            <a:xfrm>
              <a:off x="10154290" y="2785700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EEBA2074-350E-7685-987E-33A98632CEEE}"/>
                </a:ext>
              </a:extLst>
            </p:cNvPr>
            <p:cNvSpPr/>
            <p:nvPr/>
          </p:nvSpPr>
          <p:spPr>
            <a:xfrm>
              <a:off x="10154290" y="3010327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39FFEA86-302C-1F24-0B43-BA17D3AC2EB1}"/>
                </a:ext>
              </a:extLst>
            </p:cNvPr>
            <p:cNvSpPr/>
            <p:nvPr/>
          </p:nvSpPr>
          <p:spPr>
            <a:xfrm>
              <a:off x="10154290" y="3224535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664BF7DB-6759-D5A4-95E3-85449F183E78}"/>
                </a:ext>
              </a:extLst>
            </p:cNvPr>
            <p:cNvSpPr/>
            <p:nvPr/>
          </p:nvSpPr>
          <p:spPr>
            <a:xfrm>
              <a:off x="10154290" y="3444642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2" name="正方形/長方形 301">
              <a:extLst>
                <a:ext uri="{FF2B5EF4-FFF2-40B4-BE49-F238E27FC236}">
                  <ns2:creationId id="{E916292A-4F82-FFE1-01FE-8BC22A9044F7}"/>
                </a:ext>
              </a:extLst>
            </p:cNvPr>
            <p:cNvSpPr/>
            <p:nvPr/>
          </p:nvSpPr>
          <p:spPr>
            <a:xfrm>
              <a:off x="10154290" y="3654903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0" name="正方形/長方形 319">
              <a:extLst>
                <a:ext uri="{FF2B5EF4-FFF2-40B4-BE49-F238E27FC236}">
                  <ns2:creationId id="{425A9CFF-F836-D7EB-9409-00521C361BA3}"/>
                </a:ext>
              </a:extLst>
            </p:cNvPr>
            <p:cNvSpPr/>
            <p:nvPr/>
          </p:nvSpPr>
          <p:spPr>
            <a:xfrm>
              <a:off x="10154290" y="3872248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8" name="正方形/長方形 337">
              <a:extLst>
                <a:ext uri="{FF2B5EF4-FFF2-40B4-BE49-F238E27FC236}">
                  <ns2:creationId id="{BC35E781-E9F3-60BA-1A6A-9197506FFDD0}"/>
                </a:ext>
              </a:extLst>
            </p:cNvPr>
            <p:cNvSpPr/>
            <p:nvPr/>
          </p:nvSpPr>
          <p:spPr>
            <a:xfrm>
              <a:off x="10153056" y="4084237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6" name="正方形/長方形 355">
              <a:extLst>
                <a:ext uri="{FF2B5EF4-FFF2-40B4-BE49-F238E27FC236}">
                  <ns2:creationId id="{09968212-C40D-1E4B-725E-58765B21ACB0}"/>
                </a:ext>
              </a:extLst>
            </p:cNvPr>
            <p:cNvSpPr/>
            <p:nvPr/>
          </p:nvSpPr>
          <p:spPr>
            <a:xfrm>
              <a:off x="10152073" y="4301162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4" name="正方形/長方形 373">
              <a:extLst>
                <a:ext uri="{FF2B5EF4-FFF2-40B4-BE49-F238E27FC236}">
                  <ns2:creationId id="{2A1E0756-7BB0-8185-0188-7111AAD20B23}"/>
                </a:ext>
              </a:extLst>
            </p:cNvPr>
            <p:cNvSpPr/>
            <p:nvPr/>
          </p:nvSpPr>
          <p:spPr>
            <a:xfrm>
              <a:off x="10153121" y="4511423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2" name="正方形/長方形 391">
              <a:extLst>
                <a:ext uri="{FF2B5EF4-FFF2-40B4-BE49-F238E27FC236}">
                  <ns2:creationId id="{2F08CD65-F5BF-B54C-74D8-ACC879918F72}"/>
                </a:ext>
              </a:extLst>
            </p:cNvPr>
            <p:cNvSpPr/>
            <p:nvPr/>
          </p:nvSpPr>
          <p:spPr>
            <a:xfrm>
              <a:off x="10154290" y="4721684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0" name="正方形/長方形 409">
              <a:extLst>
                <a:ext uri="{FF2B5EF4-FFF2-40B4-BE49-F238E27FC236}">
                  <ns2:creationId id="{3961E567-6C06-C26A-1443-F1F09C366286}"/>
                </a:ext>
              </a:extLst>
            </p:cNvPr>
            <p:cNvSpPr/>
            <p:nvPr/>
          </p:nvSpPr>
          <p:spPr>
            <a:xfrm>
              <a:off x="10155338" y="4943785"/>
              <a:ext cx="576000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648D7236-8918-23F4-F9BB-E96EEA73C5CA}"/>
                </a:ext>
              </a:extLst>
            </p:cNvPr>
            <p:cNvSpPr/>
            <p:nvPr/>
          </p:nvSpPr>
          <p:spPr>
            <a:xfrm>
              <a:off x="10770099" y="2573945"/>
              <a:ext cx="523636" cy="180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0A16894A-7CE3-76C5-1FAC-FF2A53460868}"/>
                </a:ext>
              </a:extLst>
            </p:cNvPr>
            <p:cNvSpPr/>
            <p:nvPr/>
          </p:nvSpPr>
          <p:spPr>
            <a:xfrm>
              <a:off x="10770099" y="2785700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E29F1346-FDEB-9A3E-1621-912AA56CF56B}"/>
                </a:ext>
              </a:extLst>
            </p:cNvPr>
            <p:cNvSpPr/>
            <p:nvPr/>
          </p:nvSpPr>
          <p:spPr>
            <a:xfrm>
              <a:off x="10770099" y="301032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8BE76514-2361-4F6B-AC00-DB233BCEF367}"/>
                </a:ext>
              </a:extLst>
            </p:cNvPr>
            <p:cNvSpPr/>
            <p:nvPr/>
          </p:nvSpPr>
          <p:spPr>
            <a:xfrm>
              <a:off x="10770099" y="322453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BE9F0D55-9D26-944D-9E21-94A64AAB7F5E}"/>
                </a:ext>
              </a:extLst>
            </p:cNvPr>
            <p:cNvSpPr/>
            <p:nvPr/>
          </p:nvSpPr>
          <p:spPr>
            <a:xfrm>
              <a:off x="10770099" y="344464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3" name="正方形/長方形 302">
              <a:extLst>
                <a:ext uri="{FF2B5EF4-FFF2-40B4-BE49-F238E27FC236}">
                  <ns2:creationId id="{4B37B910-97C3-F1C1-F2E8-6D99D5009A5F}"/>
                </a:ext>
              </a:extLst>
            </p:cNvPr>
            <p:cNvSpPr/>
            <p:nvPr/>
          </p:nvSpPr>
          <p:spPr>
            <a:xfrm>
              <a:off x="10770099" y="365490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78706294-AF94-F4BE-D946-AEFCA30F782E}"/>
                </a:ext>
              </a:extLst>
            </p:cNvPr>
            <p:cNvSpPr/>
            <p:nvPr/>
          </p:nvSpPr>
          <p:spPr>
            <a:xfrm>
              <a:off x="10770099" y="3872248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9" name="正方形/長方形 338">
              <a:extLst>
                <a:ext uri="{FF2B5EF4-FFF2-40B4-BE49-F238E27FC236}">
                  <ns2:creationId id="{7A2E4359-C747-3DA1-C9A4-1E01DC6A6EB8}"/>
                </a:ext>
              </a:extLst>
            </p:cNvPr>
            <p:cNvSpPr/>
            <p:nvPr/>
          </p:nvSpPr>
          <p:spPr>
            <a:xfrm>
              <a:off x="10768865" y="408423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7" name="正方形/長方形 356">
              <a:extLst>
                <a:ext uri="{FF2B5EF4-FFF2-40B4-BE49-F238E27FC236}">
                  <ns2:creationId id="{E79A0B79-6623-D7AA-5C11-191B25E23D95}"/>
                </a:ext>
              </a:extLst>
            </p:cNvPr>
            <p:cNvSpPr/>
            <p:nvPr/>
          </p:nvSpPr>
          <p:spPr>
            <a:xfrm>
              <a:off x="10767882" y="430116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5" name="正方形/長方形 374">
              <a:extLst>
                <a:ext uri="{FF2B5EF4-FFF2-40B4-BE49-F238E27FC236}">
                  <ns2:creationId id="{E0BB3CE9-7F30-DCC1-FE8D-BE7605C94ACA}"/>
                </a:ext>
              </a:extLst>
            </p:cNvPr>
            <p:cNvSpPr/>
            <p:nvPr/>
          </p:nvSpPr>
          <p:spPr>
            <a:xfrm>
              <a:off x="10768930" y="451142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3" name="正方形/長方形 392">
              <a:extLst>
                <a:ext uri="{FF2B5EF4-FFF2-40B4-BE49-F238E27FC236}">
                  <ns2:creationId id="{14F2D244-4742-57BC-55D6-92FC4B6387B8}"/>
                </a:ext>
              </a:extLst>
            </p:cNvPr>
            <p:cNvSpPr/>
            <p:nvPr/>
          </p:nvSpPr>
          <p:spPr>
            <a:xfrm>
              <a:off x="10770099" y="4721684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1" name="正方形/長方形 410">
              <a:extLst>
                <a:ext uri="{FF2B5EF4-FFF2-40B4-BE49-F238E27FC236}">
                  <ns2:creationId id="{A7619A76-A30D-B3F0-DE36-486A859DFC2B}"/>
                </a:ext>
              </a:extLst>
            </p:cNvPr>
            <p:cNvSpPr/>
            <p:nvPr/>
          </p:nvSpPr>
          <p:spPr>
            <a:xfrm>
              <a:off x="10771147" y="494378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AADE3D7B-28B9-B691-8C1D-2D176C5FA192}"/>
                </a:ext>
              </a:extLst>
            </p:cNvPr>
            <p:cNvSpPr/>
            <p:nvPr/>
          </p:nvSpPr>
          <p:spPr>
            <a:xfrm>
              <a:off x="11333543" y="2573945"/>
              <a:ext cx="523636" cy="180000"/>
            </a:xfrm>
            <a:prstGeom prst="rect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FE8A3B83-1191-F918-C3A2-28056AA5A851}"/>
                </a:ext>
              </a:extLst>
            </p:cNvPr>
            <p:cNvSpPr/>
            <p:nvPr/>
          </p:nvSpPr>
          <p:spPr>
            <a:xfrm>
              <a:off x="11333543" y="2785700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0DB172DE-E44A-0FAF-D8B6-94847CC45A0E}"/>
                </a:ext>
              </a:extLst>
            </p:cNvPr>
            <p:cNvSpPr/>
            <p:nvPr/>
          </p:nvSpPr>
          <p:spPr>
            <a:xfrm>
              <a:off x="11333543" y="301032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8A07B31A-4FBB-7999-CAAF-724F826916F1}"/>
                </a:ext>
              </a:extLst>
            </p:cNvPr>
            <p:cNvSpPr/>
            <p:nvPr/>
          </p:nvSpPr>
          <p:spPr>
            <a:xfrm>
              <a:off x="11333543" y="322453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6BEE61A4-272C-9FFF-C0BC-27483897B28C}"/>
                </a:ext>
              </a:extLst>
            </p:cNvPr>
            <p:cNvSpPr/>
            <p:nvPr/>
          </p:nvSpPr>
          <p:spPr>
            <a:xfrm>
              <a:off x="11333543" y="344464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4" name="正方形/長方形 303">
              <a:extLst>
                <a:ext uri="{FF2B5EF4-FFF2-40B4-BE49-F238E27FC236}">
                  <ns2:creationId id="{078EF1E7-5D5F-E657-412A-BC439A5DAA2A}"/>
                </a:ext>
              </a:extLst>
            </p:cNvPr>
            <p:cNvSpPr/>
            <p:nvPr/>
          </p:nvSpPr>
          <p:spPr>
            <a:xfrm>
              <a:off x="11333543" y="365490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2" name="正方形/長方形 321">
              <a:extLst>
                <a:ext uri="{FF2B5EF4-FFF2-40B4-BE49-F238E27FC236}">
                  <ns2:creationId id="{7051C3D7-FE11-398E-8C19-D51AC7F891A3}"/>
                </a:ext>
              </a:extLst>
            </p:cNvPr>
            <p:cNvSpPr/>
            <p:nvPr/>
          </p:nvSpPr>
          <p:spPr>
            <a:xfrm>
              <a:off x="11333543" y="3872248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0" name="正方形/長方形 339">
              <a:extLst>
                <a:ext uri="{FF2B5EF4-FFF2-40B4-BE49-F238E27FC236}">
                  <ns2:creationId id="{2FFC86C0-AF92-DC72-3F93-EB04D8C74D7E}"/>
                </a:ext>
              </a:extLst>
            </p:cNvPr>
            <p:cNvSpPr/>
            <p:nvPr/>
          </p:nvSpPr>
          <p:spPr>
            <a:xfrm>
              <a:off x="11332309" y="4084237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8" name="正方形/長方形 357">
              <a:extLst>
                <a:ext uri="{FF2B5EF4-FFF2-40B4-BE49-F238E27FC236}">
                  <ns2:creationId id="{8B612FEF-985A-AAB2-27A5-C12FD44342F0}"/>
                </a:ext>
              </a:extLst>
            </p:cNvPr>
            <p:cNvSpPr/>
            <p:nvPr/>
          </p:nvSpPr>
          <p:spPr>
            <a:xfrm>
              <a:off x="11331326" y="4301162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6" name="正方形/長方形 375">
              <a:extLst>
                <a:ext uri="{FF2B5EF4-FFF2-40B4-BE49-F238E27FC236}">
                  <ns2:creationId id="{77B2AB6C-02A7-61D3-ADE4-CBA478762921}"/>
                </a:ext>
              </a:extLst>
            </p:cNvPr>
            <p:cNvSpPr/>
            <p:nvPr/>
          </p:nvSpPr>
          <p:spPr>
            <a:xfrm>
              <a:off x="11332374" y="4511423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94" name="正方形/長方形 393">
              <a:extLst>
                <a:ext uri="{FF2B5EF4-FFF2-40B4-BE49-F238E27FC236}">
                  <ns2:creationId id="{9D1B0050-8923-099B-6359-A423CC6F129E}"/>
                </a:ext>
              </a:extLst>
            </p:cNvPr>
            <p:cNvSpPr/>
            <p:nvPr/>
          </p:nvSpPr>
          <p:spPr>
            <a:xfrm>
              <a:off x="11333543" y="4721684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12" name="正方形/長方形 411">
              <a:extLst>
                <a:ext uri="{FF2B5EF4-FFF2-40B4-BE49-F238E27FC236}">
                  <ns2:creationId id="{B5A2431A-F173-89E8-22FF-B70045C2B404}"/>
                </a:ext>
              </a:extLst>
            </p:cNvPr>
            <p:cNvSpPr/>
            <p:nvPr/>
          </p:nvSpPr>
          <p:spPr>
            <a:xfrm>
              <a:off x="11334591" y="4943785"/>
              <a:ext cx="523636" cy="18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-</a:t>
              </a:r>
              <a:endParaRPr kumimoji="1" lang="ja-JP" altLang="en-US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36" name="正方形/長方形 35">
            <a:extLst>
              <a:ext uri="{FF2B5EF4-FFF2-40B4-BE49-F238E27FC236}">
                <ns2:creationId id="{2F214F58-C1C1-368F-0220-BA916CC7FF5B}"/>
              </a:ext>
            </a:extLst>
          </p:cNvPr>
          <p:cNvSpPr/>
          <p:nvPr/>
        </p:nvSpPr>
        <p:spPr>
          <a:xfrm>
            <a:off x="332746" y="4097199"/>
            <a:ext cx="468000" cy="594000"/>
          </a:xfrm>
          <a:prstGeom prst="rect">
            <a:avLst/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498" name="グループ化 497">
            <a:extLst>
              <a:ext uri="{FF2B5EF4-FFF2-40B4-BE49-F238E27FC236}">
                <ns2:creationId id="{63E967F7-7A23-2FBD-3E6F-A09210E9DC58}"/>
              </a:ext>
            </a:extLst>
          </p:cNvPr>
          <p:cNvGrpSpPr/>
          <p:nvPr/>
        </p:nvGrpSpPr>
        <p:grpSpPr>
          <a:xfrm>
            <a:off x="1628830" y="2992711"/>
            <a:ext cx="8442180" cy="1504989"/>
            <a:chOff x="1628830" y="3060447"/>
            <a:chExt cx="8442180" cy="1504989"/>
          </a:xfrm>
        </p:grpSpPr>
        <p:grpSp>
          <p:nvGrpSpPr>
            <p:cNvPr id="58" name="グループ化 57">
              <a:extLst>
                <a:ext uri="{FF2B5EF4-FFF2-40B4-BE49-F238E27FC236}">
                  <ns2:creationId id="{2361AFCB-5A31-C0CC-4F29-242A0B17A21B}"/>
                </a:ext>
              </a:extLst>
            </p:cNvPr>
            <p:cNvGrpSpPr/>
            <p:nvPr/>
          </p:nvGrpSpPr>
          <p:grpSpPr>
            <a:xfrm>
              <a:off x="1628830" y="3060447"/>
              <a:ext cx="8442180" cy="0"/>
              <a:chOff x="1633140" y="3060447"/>
              <a:chExt cx="8442180" cy="0"/>
            </a:xfrm>
          </p:grpSpPr>
          <p:cxnSp>
            <p:nvCxnSpPr>
              <p:cNvPr id="45" name="直線コネクタ 44">
                <a:extLst>
                  <a:ext uri="{FF2B5EF4-FFF2-40B4-BE49-F238E27FC236}">
                    <ns2:creationId id="{523E3886-5592-3D36-5D8F-034F52B070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ns2:creationId id="{6F016A74-AD5F-7039-8734-54FA2D9C1A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線コネクタ 48">
                <a:extLst>
                  <a:ext uri="{FF2B5EF4-FFF2-40B4-BE49-F238E27FC236}">
                    <ns2:creationId id="{79008AB0-EEF8-D3BF-6576-84BBF8F03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コネクタ 49">
                <a:extLst>
                  <a:ext uri="{FF2B5EF4-FFF2-40B4-BE49-F238E27FC236}">
                    <ns2:creationId id="{87886D23-E363-8230-3C88-28EF96CDF2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ns2:creationId id="{24EF3625-A0CE-9B0D-1AE0-DCADBF4B82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コネクタ 51">
                <a:extLst>
                  <a:ext uri="{FF2B5EF4-FFF2-40B4-BE49-F238E27FC236}">
                    <ns2:creationId id="{6F395906-73AB-A765-40BE-1C6485A37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コネクタ 55">
                <a:extLst>
                  <a:ext uri="{FF2B5EF4-FFF2-40B4-BE49-F238E27FC236}">
                    <ns2:creationId id="{7AEA60FA-1FA9-5318-D808-F816ED244C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グループ化 61">
              <a:extLst>
                <a:ext uri="{FF2B5EF4-FFF2-40B4-BE49-F238E27FC236}">
                  <ns2:creationId id="{B07A63EE-5D53-671B-2BD0-AB7ADE1027FD}"/>
                </a:ext>
              </a:extLst>
            </p:cNvPr>
            <p:cNvGrpSpPr/>
            <p:nvPr/>
          </p:nvGrpSpPr>
          <p:grpSpPr>
            <a:xfrm>
              <a:off x="1628830" y="3280583"/>
              <a:ext cx="8442180" cy="0"/>
              <a:chOff x="1633140" y="3060447"/>
              <a:chExt cx="8442180" cy="0"/>
            </a:xfrm>
          </p:grpSpPr>
          <p:cxnSp>
            <p:nvCxnSpPr>
              <p:cNvPr id="448" name="直線コネクタ 447">
                <a:extLst>
                  <a:ext uri="{FF2B5EF4-FFF2-40B4-BE49-F238E27FC236}">
                    <ns2:creationId id="{36452139-198C-6DE7-1DA7-7B1168DB34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9" name="直線コネクタ 448">
                <a:extLst>
                  <a:ext uri="{FF2B5EF4-FFF2-40B4-BE49-F238E27FC236}">
                    <ns2:creationId id="{ABC80D01-9E97-910D-3EBA-35E3F1E0DE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0" name="直線コネクタ 449">
                <a:extLst>
                  <a:ext uri="{FF2B5EF4-FFF2-40B4-BE49-F238E27FC236}">
                    <ns2:creationId id="{2C610E5B-E1A0-4E33-B7B3-0C83FD5BCE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直線コネクタ 450">
                <a:extLst>
                  <a:ext uri="{FF2B5EF4-FFF2-40B4-BE49-F238E27FC236}">
                    <ns2:creationId id="{23564783-8E56-FE9D-FD11-C1AC156D53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直線コネクタ 451">
                <a:extLst>
                  <a:ext uri="{FF2B5EF4-FFF2-40B4-BE49-F238E27FC236}">
                    <ns2:creationId id="{AD0A2A51-6F3C-9194-9E4B-8DC119F9AF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直線コネクタ 452">
                <a:extLst>
                  <a:ext uri="{FF2B5EF4-FFF2-40B4-BE49-F238E27FC236}">
                    <ns2:creationId id="{3C9ABD02-D838-E563-51B9-E19D0DB894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直線コネクタ 453">
                <a:extLst>
                  <a:ext uri="{FF2B5EF4-FFF2-40B4-BE49-F238E27FC236}">
                    <ns2:creationId id="{F0B11203-A5A1-EC91-F42F-958A1BE43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5" name="グループ化 454">
              <a:extLst>
                <a:ext uri="{FF2B5EF4-FFF2-40B4-BE49-F238E27FC236}">
                  <ns2:creationId id="{B80981F2-3787-D697-0B1B-94D2E720777B}"/>
                </a:ext>
              </a:extLst>
            </p:cNvPr>
            <p:cNvGrpSpPr/>
            <p:nvPr/>
          </p:nvGrpSpPr>
          <p:grpSpPr>
            <a:xfrm>
              <a:off x="1628830" y="3500712"/>
              <a:ext cx="8442180" cy="0"/>
              <a:chOff x="1633140" y="3060447"/>
              <a:chExt cx="8442180" cy="0"/>
            </a:xfrm>
          </p:grpSpPr>
          <p:cxnSp>
            <p:nvCxnSpPr>
              <p:cNvPr id="456" name="直線コネクタ 455">
                <a:extLst>
                  <a:ext uri="{FF2B5EF4-FFF2-40B4-BE49-F238E27FC236}">
                    <ns2:creationId id="{239D232C-14B9-04FE-F4DF-D54F7F1C88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直線コネクタ 456">
                <a:extLst>
                  <a:ext uri="{FF2B5EF4-FFF2-40B4-BE49-F238E27FC236}">
                    <ns2:creationId id="{C97AD6CD-11DC-DA9D-4711-7FF8BBDCBD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直線コネクタ 457">
                <a:extLst>
                  <a:ext uri="{FF2B5EF4-FFF2-40B4-BE49-F238E27FC236}">
                    <ns2:creationId id="{6828B4F0-730D-85CA-4CD2-2E6D679454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直線コネクタ 458">
                <a:extLst>
                  <a:ext uri="{FF2B5EF4-FFF2-40B4-BE49-F238E27FC236}">
                    <ns2:creationId id="{383B102B-7B5A-0371-E18E-6E76D87BEF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直線コネクタ 459">
                <a:extLst>
                  <a:ext uri="{FF2B5EF4-FFF2-40B4-BE49-F238E27FC236}">
                    <ns2:creationId id="{174D2F62-D53A-74D6-3124-06A969C206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直線コネクタ 460">
                <a:extLst>
                  <a:ext uri="{FF2B5EF4-FFF2-40B4-BE49-F238E27FC236}">
                    <ns2:creationId id="{AE62EA31-A196-126F-2768-7B8C9AF1AE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2" name="直線コネクタ 461">
                <a:extLst>
                  <a:ext uri="{FF2B5EF4-FFF2-40B4-BE49-F238E27FC236}">
                    <ns2:creationId id="{16510621-DC2F-5A41-CDCE-A3BC96BAAF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3" name="グループ化 462">
              <a:extLst>
                <a:ext uri="{FF2B5EF4-FFF2-40B4-BE49-F238E27FC236}">
                  <ns2:creationId id="{884B9653-4EEA-DBBB-402A-F3BC17286599}"/>
                </a:ext>
              </a:extLst>
            </p:cNvPr>
            <p:cNvGrpSpPr/>
            <p:nvPr/>
          </p:nvGrpSpPr>
          <p:grpSpPr>
            <a:xfrm>
              <a:off x="1628830" y="3712381"/>
              <a:ext cx="8442180" cy="0"/>
              <a:chOff x="1633140" y="3060447"/>
              <a:chExt cx="8442180" cy="0"/>
            </a:xfrm>
          </p:grpSpPr>
          <p:cxnSp>
            <p:nvCxnSpPr>
              <p:cNvPr id="464" name="直線コネクタ 463">
                <a:extLst>
                  <a:ext uri="{FF2B5EF4-FFF2-40B4-BE49-F238E27FC236}">
                    <ns2:creationId id="{8597EF7B-7BE8-E1A2-1762-575B0D9158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5" name="直線コネクタ 464">
                <a:extLst>
                  <a:ext uri="{FF2B5EF4-FFF2-40B4-BE49-F238E27FC236}">
                    <ns2:creationId id="{A8D968EF-AF6D-6EB5-CC18-FE29293DC2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6" name="直線コネクタ 465">
                <a:extLst>
                  <a:ext uri="{FF2B5EF4-FFF2-40B4-BE49-F238E27FC236}">
                    <ns2:creationId id="{50728427-BA47-C8F6-9EDA-6C19774C40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7" name="直線コネクタ 466">
                <a:extLst>
                  <a:ext uri="{FF2B5EF4-FFF2-40B4-BE49-F238E27FC236}">
                    <ns2:creationId id="{1EAC9E2C-48A3-AC66-9394-79ADE26D15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直線コネクタ 467">
                <a:extLst>
                  <a:ext uri="{FF2B5EF4-FFF2-40B4-BE49-F238E27FC236}">
                    <ns2:creationId id="{799505CC-3344-E2CF-C627-31F5AC6305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直線コネクタ 468">
                <a:extLst>
                  <a:ext uri="{FF2B5EF4-FFF2-40B4-BE49-F238E27FC236}">
                    <ns2:creationId id="{49E3D4B1-DAC9-9169-3BA4-C8F1755BE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直線コネクタ 469">
                <a:extLst>
                  <a:ext uri="{FF2B5EF4-FFF2-40B4-BE49-F238E27FC236}">
                    <ns2:creationId id="{B424F216-A16E-60E4-1284-0470C896A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1" name="グループ化 480">
              <a:extLst>
                <a:ext uri="{FF2B5EF4-FFF2-40B4-BE49-F238E27FC236}">
                  <ns2:creationId id="{4BDEFE7F-BC8D-CE8D-5C5E-042E00B2F896}"/>
                </a:ext>
              </a:extLst>
            </p:cNvPr>
            <p:cNvGrpSpPr/>
            <p:nvPr/>
          </p:nvGrpSpPr>
          <p:grpSpPr>
            <a:xfrm>
              <a:off x="1628830" y="4353767"/>
              <a:ext cx="8442180" cy="0"/>
              <a:chOff x="1633140" y="3060447"/>
              <a:chExt cx="8442180" cy="0"/>
            </a:xfrm>
          </p:grpSpPr>
          <p:cxnSp>
            <p:nvCxnSpPr>
              <p:cNvPr id="482" name="直線コネクタ 481">
                <a:extLst>
                  <a:ext uri="{FF2B5EF4-FFF2-40B4-BE49-F238E27FC236}">
                    <ns2:creationId id="{C4006D3C-1125-2026-F132-DBF64ECA3F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直線コネクタ 483">
                <a:extLst>
                  <a:ext uri="{FF2B5EF4-FFF2-40B4-BE49-F238E27FC236}">
                    <ns2:creationId id="{40CC528B-0C76-C7A7-A399-705369AFB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5" name="直線コネクタ 484">
                <a:extLst>
                  <a:ext uri="{FF2B5EF4-FFF2-40B4-BE49-F238E27FC236}">
                    <ns2:creationId id="{6AB29573-75CA-C36A-95D8-0488A3416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直線コネクタ 485">
                <a:extLst>
                  <a:ext uri="{FF2B5EF4-FFF2-40B4-BE49-F238E27FC236}">
                    <ns2:creationId id="{5CDDA6E4-BA18-41B8-196D-6C0A4F9FA5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直線コネクタ 486">
                <a:extLst>
                  <a:ext uri="{FF2B5EF4-FFF2-40B4-BE49-F238E27FC236}">
                    <ns2:creationId id="{DF9DCBDB-E3D0-771B-FE10-F4282C7D9F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線コネクタ 487">
                <a:extLst>
                  <a:ext uri="{FF2B5EF4-FFF2-40B4-BE49-F238E27FC236}">
                    <ns2:creationId id="{9852F6AC-6644-70CF-A503-D5BD54C83D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直線コネクタ 488">
                <a:extLst>
                  <a:ext uri="{FF2B5EF4-FFF2-40B4-BE49-F238E27FC236}">
                    <ns2:creationId id="{2750459F-0EF3-8729-3B49-46B0076AA7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0" name="グループ化 489">
              <a:extLst>
                <a:ext uri="{FF2B5EF4-FFF2-40B4-BE49-F238E27FC236}">
                  <ns2:creationId id="{EB22C973-7F09-4BF2-0A2E-5109E38B428A}"/>
                </a:ext>
              </a:extLst>
            </p:cNvPr>
            <p:cNvGrpSpPr/>
            <p:nvPr/>
          </p:nvGrpSpPr>
          <p:grpSpPr>
            <a:xfrm>
              <a:off x="1628830" y="4565436"/>
              <a:ext cx="8442180" cy="0"/>
              <a:chOff x="1633140" y="3060447"/>
              <a:chExt cx="8442180" cy="0"/>
            </a:xfrm>
          </p:grpSpPr>
          <p:cxnSp>
            <p:nvCxnSpPr>
              <p:cNvPr id="491" name="直線コネクタ 490">
                <a:extLst>
                  <a:ext uri="{FF2B5EF4-FFF2-40B4-BE49-F238E27FC236}">
                    <ns2:creationId id="{A22B96FE-0AD9-85EF-20D8-999B3DCC30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14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2" name="直線コネクタ 491">
                <a:extLst>
                  <a:ext uri="{FF2B5EF4-FFF2-40B4-BE49-F238E27FC236}">
                    <ns2:creationId id="{8AE6E228-C147-D753-E397-53855270EA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43878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直線コネクタ 492">
                <a:extLst>
                  <a:ext uri="{FF2B5EF4-FFF2-40B4-BE49-F238E27FC236}">
                    <ns2:creationId id="{48160906-206F-C9BC-A57A-2346081D02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3081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4" name="直線コネクタ 493">
                <a:extLst>
                  <a:ext uri="{FF2B5EF4-FFF2-40B4-BE49-F238E27FC236}">
                    <ns2:creationId id="{D26B161D-702B-CAF7-D49B-CA86C26673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381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5" name="直線コネクタ 494">
                <a:extLst>
                  <a:ext uri="{FF2B5EF4-FFF2-40B4-BE49-F238E27FC236}">
                    <ns2:creationId id="{DED63F03-28EE-F20C-F4C8-785ECB4BA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11379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直線コネクタ 495">
                <a:extLst>
                  <a:ext uri="{FF2B5EF4-FFF2-40B4-BE49-F238E27FC236}">
                    <ns2:creationId id="{451DA976-D04B-D0BF-E841-7DBC71BCBF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30582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7" name="直線コネクタ 496">
                <a:extLst>
                  <a:ext uri="{FF2B5EF4-FFF2-40B4-BE49-F238E27FC236}">
                    <ns2:creationId id="{1F80ACD4-38C5-F46A-AD67-85CBE13F1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1320" y="3060447"/>
                <a:ext cx="113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508" name="グラフィックス 507" descr="フローチャート 単色塗りつぶし">
            <a:extLst>
              <a:ext uri="{FF2B5EF4-FFF2-40B4-BE49-F238E27FC236}">
                <ns2:creationId id="{06EDEC4A-6F7B-A51E-50D6-FF701FC0F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4558303" y="2094531"/>
            <a:ext cx="216000" cy="216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ns2:creationId id="{0128C502-290D-F9D4-4A2F-5D2677A8081E}"/>
              </a:ext>
            </a:extLst>
          </p:cNvPr>
          <p:cNvSpPr txBox="1"/>
          <p:nvPr/>
        </p:nvSpPr>
        <p:spPr>
          <a:xfrm>
            <a:off x="334963" y="6335785"/>
            <a:ext cx="2712027" cy="180000"/>
          </a:xfrm>
          <a:prstGeom prst="rect">
            <a:avLst/>
          </a:prstGeom>
          <a:noFill/>
        </p:spPr>
        <p:txBody>
          <a:bodyPr wrap="square" lIns="36000" tIns="36000" rIns="36000" bIns="36000" rtlCol="0" anchor="ctr" anchorCtr="0">
            <a:noAutofit/>
          </a:bodyPr>
          <a:lstStyle/>
          <a:p>
            <a:r>
              <a:rPr kumimoji="1"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>
              <a:solidFill>
                <a:srgbClr val="7F7F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644" name="グループ化 643">
            <a:extLst>
              <a:ext uri="{FF2B5EF4-FFF2-40B4-BE49-F238E27FC236}">
                <ns2:creationId id="{813E6E4E-1E48-DFBD-C87F-50C5AA97E5B9}"/>
              </a:ext>
            </a:extLst>
          </p:cNvPr>
          <p:cNvGrpSpPr/>
          <p:nvPr/>
        </p:nvGrpSpPr>
        <p:grpSpPr>
          <a:xfrm>
            <a:off x="9985038" y="5187573"/>
            <a:ext cx="1872000" cy="1126597"/>
            <a:chOff x="9985038" y="5187573"/>
            <a:chExt cx="1872000" cy="1126597"/>
          </a:xfrm>
        </p:grpSpPr>
        <p:sp>
          <p:nvSpPr>
            <p:cNvPr id="5" name="正方形/長方形 4">
              <a:extLst>
                <a:ext uri="{FF2B5EF4-FFF2-40B4-BE49-F238E27FC236}">
                  <ns2:creationId id="{797A38E1-6001-BB5D-D0C1-A2F80823ED43}"/>
                </a:ext>
              </a:extLst>
            </p:cNvPr>
            <p:cNvSpPr/>
            <p:nvPr/>
          </p:nvSpPr>
          <p:spPr>
            <a:xfrm>
              <a:off x="9985038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kumimoji="1"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(</a:t>
              </a:r>
              <a:r>
                <a:rPr kumimoji="1"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ns2:creationId id="{6673DB6E-3DD9-D322-8E64-80DB9886BE0E}"/>
                </a:ext>
              </a:extLst>
            </p:cNvPr>
            <p:cNvSpPr/>
            <p:nvPr/>
          </p:nvSpPr>
          <p:spPr>
            <a:xfrm>
              <a:off x="9985038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ns2:creationId id="{6E5D6B96-99D8-E557-BDB2-B57F7D28F88F}"/>
                </a:ext>
              </a:extLst>
            </p:cNvPr>
            <p:cNvCxnSpPr>
              <a:cxnSpLocks/>
            </p:cNvCxnSpPr>
            <p:nvPr/>
          </p:nvCxnSpPr>
          <p:spPr>
            <a:xfrm>
              <a:off x="10063095" y="5869425"/>
              <a:ext cx="1692000" cy="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ns2:creationId id="{DE7F8830-A4AD-021E-7E30-162AB052BDE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09861" y="5481321"/>
              <a:ext cx="0" cy="79200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正方形/長方形 8">
              <a:extLst>
                <a:ext uri="{FF2B5EF4-FFF2-40B4-BE49-F238E27FC236}">
                  <ns2:creationId id="{6F1F2AAC-55B9-8F63-DAA1-C273FF6C1977}"/>
                </a:ext>
              </a:extLst>
            </p:cNvPr>
            <p:cNvSpPr/>
            <p:nvPr/>
          </p:nvSpPr>
          <p:spPr>
            <a:xfrm>
              <a:off x="11360885" y="5896516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正方形/長方形 9">
              <a:extLst>
                <a:ext uri="{FF2B5EF4-FFF2-40B4-BE49-F238E27FC236}">
                  <ns2:creationId id="{CDD4AE79-5F24-AFB8-DE8C-5AEC7A426B5A}"/>
                </a:ext>
              </a:extLst>
            </p:cNvPr>
            <p:cNvSpPr/>
            <p:nvPr/>
          </p:nvSpPr>
          <p:spPr>
            <a:xfrm>
              <a:off x="10004355" y="5896516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ns2:creationId id="{3B2300CD-3D11-CE9B-AA44-927452995E34}"/>
                </a:ext>
              </a:extLst>
            </p:cNvPr>
            <p:cNvSpPr/>
            <p:nvPr/>
          </p:nvSpPr>
          <p:spPr>
            <a:xfrm>
              <a:off x="10941031" y="5454439"/>
              <a:ext cx="648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83D06DB9-D67C-1836-5177-BA939D1064E8}"/>
                </a:ext>
              </a:extLst>
            </p:cNvPr>
            <p:cNvSpPr/>
            <p:nvPr/>
          </p:nvSpPr>
          <p:spPr>
            <a:xfrm>
              <a:off x="10941031" y="6183579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" name="楕円 12">
              <a:extLst>
                <a:ext uri="{FF2B5EF4-FFF2-40B4-BE49-F238E27FC236}">
                  <ns2:creationId id="{60C560B4-4E22-4084-77E1-35A043D40F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29031" y="5578309"/>
              <a:ext cx="144000" cy="144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楕円 13">
              <a:extLst>
                <a:ext uri="{FF2B5EF4-FFF2-40B4-BE49-F238E27FC236}">
                  <ns2:creationId id="{B3C483C9-1D69-1120-D364-D6DD19FE47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5158" y="5952198"/>
              <a:ext cx="144000" cy="144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650F622A-A90E-BC0E-F529-AB667A783427}"/>
                </a:ext>
              </a:extLst>
            </p:cNvPr>
            <p:cNvSpPr/>
            <p:nvPr/>
          </p:nvSpPr>
          <p:spPr>
            <a:xfrm>
              <a:off x="10385108" y="6187869"/>
              <a:ext cx="288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43" name="グループ化 642">
            <a:extLst>
              <a:ext uri="{FF2B5EF4-FFF2-40B4-BE49-F238E27FC236}">
                <ns2:creationId id="{CA3629DD-FD56-24E4-1DBB-66CF2DE6F850}"/>
              </a:ext>
            </a:extLst>
          </p:cNvPr>
          <p:cNvGrpSpPr/>
          <p:nvPr/>
        </p:nvGrpSpPr>
        <p:grpSpPr>
          <a:xfrm>
            <a:off x="8032137" y="5187573"/>
            <a:ext cx="1872000" cy="1126597"/>
            <a:chOff x="8032137" y="5187573"/>
            <a:chExt cx="1872000" cy="1126597"/>
          </a:xfrm>
        </p:grpSpPr>
        <p:sp>
          <p:nvSpPr>
            <p:cNvPr id="17" name="正方形/長方形 16">
              <a:extLst>
                <a:ext uri="{FF2B5EF4-FFF2-40B4-BE49-F238E27FC236}">
                  <ns2:creationId id="{61DABAD2-502B-4C15-0417-76CF940ADAED}"/>
                </a:ext>
              </a:extLst>
            </p:cNvPr>
            <p:cNvSpPr/>
            <p:nvPr/>
          </p:nvSpPr>
          <p:spPr>
            <a:xfrm>
              <a:off x="8032137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7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96A54ED2-8EFD-3823-B598-C91AD97C32AA}"/>
                </a:ext>
              </a:extLst>
            </p:cNvPr>
            <p:cNvSpPr/>
            <p:nvPr/>
          </p:nvSpPr>
          <p:spPr>
            <a:xfrm>
              <a:off x="8032137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F2ED0516-AC8D-C886-C426-E680F26127A8}"/>
                </a:ext>
              </a:extLst>
            </p:cNvPr>
            <p:cNvSpPr/>
            <p:nvPr/>
          </p:nvSpPr>
          <p:spPr>
            <a:xfrm>
              <a:off x="8046680" y="5814401"/>
              <a:ext cx="144000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EB90439B-408A-7F78-3EEB-E78CCF65EE0A}"/>
                </a:ext>
              </a:extLst>
            </p:cNvPr>
            <p:cNvSpPr/>
            <p:nvPr/>
          </p:nvSpPr>
          <p:spPr>
            <a:xfrm>
              <a:off x="8568084" y="6208262"/>
              <a:ext cx="792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1DE6FEF8-2666-59E4-24AF-9756B7E74994}"/>
                </a:ext>
              </a:extLst>
            </p:cNvPr>
            <p:cNvSpPr/>
            <p:nvPr/>
          </p:nvSpPr>
          <p:spPr>
            <a:xfrm>
              <a:off x="8350942" y="5621101"/>
              <a:ext cx="288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B66946A6-ABFA-93C7-88B8-41D00EF5173B}"/>
                </a:ext>
              </a:extLst>
            </p:cNvPr>
            <p:cNvSpPr/>
            <p:nvPr/>
          </p:nvSpPr>
          <p:spPr>
            <a:xfrm>
              <a:off x="9317972" y="5564295"/>
              <a:ext cx="360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楕円 22">
              <a:extLst>
                <a:ext uri="{FF2B5EF4-FFF2-40B4-BE49-F238E27FC236}">
                  <ns2:creationId id="{8109BA6D-44AE-5EEB-CF66-DF1A0FAFBD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9071" y="5639145"/>
              <a:ext cx="252000" cy="252000"/>
            </a:xfrm>
            <a:prstGeom prst="ellipse">
              <a:avLst/>
            </a:prstGeom>
            <a:solidFill>
              <a:srgbClr val="008000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楕円 23">
              <a:extLst>
                <a:ext uri="{FF2B5EF4-FFF2-40B4-BE49-F238E27FC236}">
                  <ns2:creationId id="{3658B616-0612-E7B1-A907-9F64561BFC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69431" y="5773750"/>
              <a:ext cx="288000" cy="288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3FFC58A5-264C-FFF7-07A7-60B8F8AFAA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98654" y="5735078"/>
              <a:ext cx="216000" cy="216000"/>
            </a:xfrm>
            <a:prstGeom prst="ellipse">
              <a:avLst/>
            </a:prstGeom>
            <a:solidFill>
              <a:srgbClr val="008000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" name="楕円 26">
              <a:extLst>
                <a:ext uri="{FF2B5EF4-FFF2-40B4-BE49-F238E27FC236}">
                  <ns2:creationId id="{C5A423E3-4E6C-D47C-7305-D600A401B6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65301" y="5945673"/>
              <a:ext cx="252000" cy="252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8" name="直線矢印コネクタ 27">
              <a:extLst>
                <a:ext uri="{FF2B5EF4-FFF2-40B4-BE49-F238E27FC236}">
                  <ns2:creationId id="{3C2792C2-5CD8-29EB-A51E-3DC123A5BEA1}"/>
                </a:ext>
              </a:extLst>
            </p:cNvPr>
            <p:cNvCxnSpPr>
              <a:cxnSpLocks/>
            </p:cNvCxnSpPr>
            <p:nvPr/>
          </p:nvCxnSpPr>
          <p:spPr>
            <a:xfrm rot="1140000" flipH="1" flipV="1">
              <a:off x="9228382" y="5797379"/>
              <a:ext cx="199622" cy="72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ns2:creationId id="{EEC8F02E-B474-E11A-E333-C97CC2A4B3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518639" y="5855397"/>
              <a:ext cx="130322" cy="163546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2" name="グループ化 641">
            <a:extLst>
              <a:ext uri="{FF2B5EF4-FFF2-40B4-BE49-F238E27FC236}">
                <ns2:creationId id="{31E7EFF7-9E91-3AF2-B51A-713F84012030}"/>
              </a:ext>
            </a:extLst>
          </p:cNvPr>
          <p:cNvGrpSpPr/>
          <p:nvPr/>
        </p:nvGrpSpPr>
        <p:grpSpPr>
          <a:xfrm>
            <a:off x="6089646" y="5187573"/>
            <a:ext cx="1872766" cy="1126597"/>
            <a:chOff x="6089646" y="5187573"/>
            <a:chExt cx="1872766" cy="1126597"/>
          </a:xfrm>
        </p:grpSpPr>
        <p:sp>
          <p:nvSpPr>
            <p:cNvPr id="472" name="正方形/長方形 471">
              <a:extLst>
                <a:ext uri="{FF2B5EF4-FFF2-40B4-BE49-F238E27FC236}">
                  <ns2:creationId id="{535F19DE-3BB3-1438-FD1C-B3A28F3B68EF}"/>
                </a:ext>
              </a:extLst>
            </p:cNvPr>
            <p:cNvSpPr/>
            <p:nvPr/>
          </p:nvSpPr>
          <p:spPr>
            <a:xfrm>
              <a:off x="6090412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aphicFrame>
          <p:nvGraphicFramePr>
            <p:cNvPr id="473" name="グラフ 472">
              <a:extLst>
                <a:ext uri="{FF2B5EF4-FFF2-40B4-BE49-F238E27FC236}">
                  <ns2:creationId id="{B429D0E5-43A8-CE5D-C179-AD04D9FEAD24}"/>
                </a:ext>
              </a:extLst>
            </p:cNvPr>
            <p:cNvGraphicFramePr/>
            <p:nvPr/>
          </p:nvGraphicFramePr>
          <p:xfrm>
            <a:off x="6089646" y="5594341"/>
            <a:ext cx="1764955" cy="702001"/>
          </p:xfrm>
          <a:graphic>
            <a:graphicData uri="http://schemas.openxmlformats.org/drawingml/2006/chart">
              <ns5:chart r:id="rId8"/>
            </a:graphicData>
          </a:graphic>
        </p:graphicFrame>
        <p:cxnSp>
          <p:nvCxnSpPr>
            <p:cNvPr id="474" name="直線矢印コネクタ 473">
              <a:extLst>
                <a:ext uri="{FF2B5EF4-FFF2-40B4-BE49-F238E27FC236}">
                  <ns2:creationId id="{80F9173E-952F-16E4-4AE2-510CCA740F75}"/>
                </a:ext>
              </a:extLst>
            </p:cNvPr>
            <p:cNvCxnSpPr/>
            <p:nvPr/>
          </p:nvCxnSpPr>
          <p:spPr>
            <a:xfrm flipV="1">
              <a:off x="6154068" y="5516055"/>
              <a:ext cx="0" cy="684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直線矢印コネクタ 474">
              <a:extLst>
                <a:ext uri="{FF2B5EF4-FFF2-40B4-BE49-F238E27FC236}">
                  <ns2:creationId id="{D81A5DEF-C2FD-0B41-C7CB-6E5111BC5DC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964615" y="5377583"/>
              <a:ext cx="0" cy="1638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正方形/長方形 475">
              <a:extLst>
                <a:ext uri="{FF2B5EF4-FFF2-40B4-BE49-F238E27FC236}">
                  <ns2:creationId id="{2F1B2B3D-EDCB-EC66-3132-38F5865F0D06}"/>
                </a:ext>
              </a:extLst>
            </p:cNvPr>
            <p:cNvSpPr/>
            <p:nvPr/>
          </p:nvSpPr>
          <p:spPr>
            <a:xfrm>
              <a:off x="6090412" y="5416502"/>
              <a:ext cx="252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5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7" name="正方形/長方形 476">
              <a:extLst>
                <a:ext uri="{FF2B5EF4-FFF2-40B4-BE49-F238E27FC236}">
                  <ns2:creationId id="{E2C4F8E7-4ECB-0A60-7904-E53723280FA6}"/>
                </a:ext>
              </a:extLst>
            </p:cNvPr>
            <p:cNvSpPr/>
            <p:nvPr/>
          </p:nvSpPr>
          <p:spPr>
            <a:xfrm>
              <a:off x="7811345" y="6203289"/>
              <a:ext cx="144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8" name="正方形/長方形 477">
              <a:extLst>
                <a:ext uri="{FF2B5EF4-FFF2-40B4-BE49-F238E27FC236}">
                  <ns2:creationId id="{B66C7573-97F2-E647-EFA7-71B3D3BB7035}"/>
                </a:ext>
              </a:extLst>
            </p:cNvPr>
            <p:cNvSpPr/>
            <p:nvPr/>
          </p:nvSpPr>
          <p:spPr>
            <a:xfrm>
              <a:off x="6090412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40" name="グループ化 639">
            <a:extLst>
              <a:ext uri="{FF2B5EF4-FFF2-40B4-BE49-F238E27FC236}">
                <ns2:creationId id="{4AC1DBC7-CCB7-269D-E5A8-2D5355E03F63}"/>
              </a:ext>
            </a:extLst>
          </p:cNvPr>
          <p:cNvGrpSpPr/>
          <p:nvPr/>
        </p:nvGrpSpPr>
        <p:grpSpPr>
          <a:xfrm>
            <a:off x="332888" y="5187573"/>
            <a:ext cx="3746075" cy="1126597"/>
            <a:chOff x="332888" y="5187573"/>
            <a:chExt cx="3746075" cy="1126597"/>
          </a:xfrm>
        </p:grpSpPr>
        <p:sp>
          <p:nvSpPr>
            <p:cNvPr id="479" name="正方形/長方形 478">
              <a:extLst>
                <a:ext uri="{FF2B5EF4-FFF2-40B4-BE49-F238E27FC236}">
                  <ns2:creationId id="{64349644-2388-C25B-86B8-040B68080D88}"/>
                </a:ext>
              </a:extLst>
            </p:cNvPr>
            <p:cNvSpPr/>
            <p:nvPr/>
          </p:nvSpPr>
          <p:spPr>
            <a:xfrm>
              <a:off x="334963" y="5187573"/>
              <a:ext cx="3744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80" name="正方形/長方形 479">
              <a:extLst>
                <a:ext uri="{FF2B5EF4-FFF2-40B4-BE49-F238E27FC236}">
                  <ns2:creationId id="{CE9A37D7-A960-F386-CED5-4B2A4B76C5EA}"/>
                </a:ext>
              </a:extLst>
            </p:cNvPr>
            <p:cNvSpPr/>
            <p:nvPr/>
          </p:nvSpPr>
          <p:spPr>
            <a:xfrm>
              <a:off x="891950" y="5985883"/>
              <a:ext cx="3168000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700"/>
                </a:lnSpc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3" name="正方形/長方形 482">
              <a:extLst>
                <a:ext uri="{FF2B5EF4-FFF2-40B4-BE49-F238E27FC236}">
                  <ns2:creationId id="{8E4385B8-ED4C-294F-66BB-11B8A8F26E3D}"/>
                </a:ext>
              </a:extLst>
            </p:cNvPr>
            <p:cNvSpPr/>
            <p:nvPr/>
          </p:nvSpPr>
          <p:spPr>
            <a:xfrm>
              <a:off x="380899" y="5985883"/>
              <a:ext cx="504000" cy="288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700"/>
                </a:lnSpc>
              </a:pPr>
              <a:r>
                <a:rPr lang="ja-JP" altLang="en-US" sz="7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99" name="正方形/長方形 498">
              <a:extLst>
                <a:ext uri="{FF2B5EF4-FFF2-40B4-BE49-F238E27FC236}">
                  <ns2:creationId id="{783121BB-FAFB-FE40-1A87-356D3BACAAE2}"/>
                </a:ext>
              </a:extLst>
            </p:cNvPr>
            <p:cNvSpPr/>
            <p:nvPr/>
          </p:nvSpPr>
          <p:spPr>
            <a:xfrm>
              <a:off x="3208946" y="5465366"/>
              <a:ext cx="792000" cy="10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500"/>
                </a:lnSpc>
              </a:pPr>
              <a:r>
                <a:rPr kumimoji="1" lang="ja-JP" altLang="en-US" sz="6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ns6:AlternateContent>
          <ns6:Choice Requires="cx1">
            <p:graphicFrame>
              <p:nvGraphicFramePr>
                <p:cNvPr id="501" name="グラフ 500">
                  <a:extLst>
                    <a:ext uri="{FF2B5EF4-FFF2-40B4-BE49-F238E27FC236}">
                      <ns2:creationId id="{2858518B-7717-4020-42E2-735B1D5C54E3}"/>
                    </a:ext>
                  </a:extLst>
                </p:cNvPr>
                <p:cNvGraphicFramePr/>
                <p:nvPr/>
              </p:nvGraphicFramePr>
              <p:xfrm>
                <a:off x="332888" y="5364997"/>
                <a:ext cx="2717943" cy="578603"/>
              </p:xfrm>
              <a:graphic>
                <a:graphicData uri="http://schemas.microsoft.com/office/drawing/2014/chartex">
                  <ns7:chart r:id="rId9"/>
                </a:graphicData>
              </a:graphic>
            </p:graphicFrame>
          </ns6:Choice>
          <ns6:Fallback>
            <p:pic>
              <p:nvPicPr>
                <p:cNvPr id="501" name="グラフ 500">
                  <a:extLst>
                    <a:ext uri="{FF2B5EF4-FFF2-40B4-BE49-F238E27FC236}">
                      <ns2:creationId id="{2858518B-7717-4020-42E2-735B1D5C54E3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32888" y="5364997"/>
                  <a:ext cx="2717943" cy="578603"/>
                </a:xfrm>
                <a:prstGeom prst="rect">
                  <a:avLst/>
                </a:prstGeom>
              </p:spPr>
            </p:pic>
          </ns6:Fallback>
        </ns6:AlternateContent>
        <p:sp>
          <p:nvSpPr>
            <p:cNvPr id="503" name="正方形/長方形 502">
              <a:extLst>
                <a:ext uri="{FF2B5EF4-FFF2-40B4-BE49-F238E27FC236}">
                  <ns2:creationId id="{EBEA5792-D12D-2D9F-A17B-2D0096030100}"/>
                </a:ext>
              </a:extLst>
            </p:cNvPr>
            <p:cNvSpPr/>
            <p:nvPr/>
          </p:nvSpPr>
          <p:spPr>
            <a:xfrm>
              <a:off x="454209" y="5867043"/>
              <a:ext cx="511202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5" name="正方形/長方形 504">
              <a:extLst>
                <a:ext uri="{FF2B5EF4-FFF2-40B4-BE49-F238E27FC236}">
                  <ns2:creationId id="{B0462776-7A9A-55BD-3B4B-DB3A9479AD65}"/>
                </a:ext>
              </a:extLst>
            </p:cNvPr>
            <p:cNvSpPr/>
            <p:nvPr/>
          </p:nvSpPr>
          <p:spPr>
            <a:xfrm>
              <a:off x="1036963" y="5416912"/>
              <a:ext cx="684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07" name="正方形/長方形 506">
              <a:extLst>
                <a:ext uri="{FF2B5EF4-FFF2-40B4-BE49-F238E27FC236}">
                  <ns2:creationId id="{580CB0A5-5ED3-EDE9-F01B-0031106D0E5E}"/>
                </a:ext>
              </a:extLst>
            </p:cNvPr>
            <p:cNvSpPr/>
            <p:nvPr/>
          </p:nvSpPr>
          <p:spPr>
            <a:xfrm>
              <a:off x="1611843" y="5468271"/>
              <a:ext cx="792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511" name="正方形/長方形 510">
              <a:extLst>
                <a:ext uri="{FF2B5EF4-FFF2-40B4-BE49-F238E27FC236}">
                  <ns2:creationId id="{2B383FF6-AA7F-48CE-F20E-1BC13B3C0D30}"/>
                </a:ext>
              </a:extLst>
            </p:cNvPr>
            <p:cNvSpPr/>
            <p:nvPr/>
          </p:nvSpPr>
          <p:spPr>
            <a:xfrm>
              <a:off x="2323524" y="5867043"/>
              <a:ext cx="684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AC16A580-C3B7-D80B-8E57-2AA61F26AB64}"/>
                </a:ext>
              </a:extLst>
            </p:cNvPr>
            <p:cNvSpPr/>
            <p:nvPr/>
          </p:nvSpPr>
          <p:spPr>
            <a:xfrm>
              <a:off x="3208946" y="5577331"/>
              <a:ext cx="792000" cy="37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71F6C497-9B30-95ED-68E0-71111C530103}"/>
                </a:ext>
              </a:extLst>
            </p:cNvPr>
            <p:cNvSpPr/>
            <p:nvPr/>
          </p:nvSpPr>
          <p:spPr>
            <a:xfrm>
              <a:off x="2787688" y="5463400"/>
              <a:ext cx="360000" cy="858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27" name="コネクタ: カギ線 126">
              <a:extLst>
                <a:ext uri="{FF2B5EF4-FFF2-40B4-BE49-F238E27FC236}">
                  <ns2:creationId id="{51DE2949-D738-8056-2890-CB47083206E1}"/>
                </a:ext>
              </a:extLst>
            </p:cNvPr>
            <p:cNvCxnSpPr>
              <a:cxnSpLocks/>
              <a:endCxn id="82" idx="1"/>
            </p:cNvCxnSpPr>
            <p:nvPr/>
          </p:nvCxnSpPr>
          <p:spPr>
            <a:xfrm rot="5400000" flipH="1" flipV="1">
              <a:off x="2636034" y="5516667"/>
              <a:ext cx="162000" cy="141307"/>
            </a:xfrm>
            <a:prstGeom prst="bentConnector2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正方形/長方形 128">
              <a:extLst>
                <a:ext uri="{FF2B5EF4-FFF2-40B4-BE49-F238E27FC236}">
                  <ns2:creationId id="{4FD8BF0F-7328-0713-DD85-120CC9E731FC}"/>
                </a:ext>
              </a:extLst>
            </p:cNvPr>
            <p:cNvSpPr/>
            <p:nvPr/>
          </p:nvSpPr>
          <p:spPr>
            <a:xfrm>
              <a:off x="334963" y="5388970"/>
              <a:ext cx="3744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endParaRPr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641" name="グループ化 640">
            <a:extLst>
              <a:ext uri="{FF2B5EF4-FFF2-40B4-BE49-F238E27FC236}">
                <ns2:creationId id="{567188B8-BCBF-D3F2-21A3-30AA2EDEB734}"/>
              </a:ext>
            </a:extLst>
          </p:cNvPr>
          <p:cNvGrpSpPr/>
          <p:nvPr/>
        </p:nvGrpSpPr>
        <p:grpSpPr>
          <a:xfrm>
            <a:off x="4148687" y="5187573"/>
            <a:ext cx="1887297" cy="1126597"/>
            <a:chOff x="4148687" y="5187573"/>
            <a:chExt cx="1887297" cy="1126597"/>
          </a:xfrm>
        </p:grpSpPr>
        <p:sp>
          <p:nvSpPr>
            <p:cNvPr id="30" name="正方形/長方形 29">
              <a:extLst>
                <a:ext uri="{FF2B5EF4-FFF2-40B4-BE49-F238E27FC236}">
                  <ns2:creationId id="{F65A838A-04FD-6693-D6F6-5648A2F899B7}"/>
                </a:ext>
              </a:extLst>
            </p:cNvPr>
            <p:cNvSpPr/>
            <p:nvPr/>
          </p:nvSpPr>
          <p:spPr>
            <a:xfrm>
              <a:off x="4148687" y="5187573"/>
              <a:ext cx="1872000" cy="19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</a:pP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E12FDA7C-DF1C-85EE-E98B-089B630831EA}"/>
                </a:ext>
              </a:extLst>
            </p:cNvPr>
            <p:cNvSpPr/>
            <p:nvPr/>
          </p:nvSpPr>
          <p:spPr>
            <a:xfrm>
              <a:off x="5495984" y="5470658"/>
              <a:ext cx="540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600"/>
                </a:lnSpc>
              </a:pP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2" name="グループ化 31">
              <a:extLst>
                <a:ext uri="{FF2B5EF4-FFF2-40B4-BE49-F238E27FC236}">
                  <ns2:creationId id="{C30C3929-53DA-9D37-1C65-0B810E6258F8}"/>
                </a:ext>
              </a:extLst>
            </p:cNvPr>
            <p:cNvGrpSpPr/>
            <p:nvPr/>
          </p:nvGrpSpPr>
          <p:grpSpPr>
            <a:xfrm>
              <a:off x="4148689" y="5516055"/>
              <a:ext cx="1703981" cy="780287"/>
              <a:chOff x="4148689" y="5516055"/>
              <a:chExt cx="1703981" cy="780287"/>
            </a:xfrm>
          </p:grpSpPr>
          <p:graphicFrame>
            <p:nvGraphicFramePr>
              <p:cNvPr id="33" name="グラフ 32">
                <a:extLst>
                  <a:ext uri="{FF2B5EF4-FFF2-40B4-BE49-F238E27FC236}">
                    <ns2:creationId id="{9411FF20-6D78-8FC2-CDF8-D6F753551359}"/>
                  </a:ext>
                </a:extLst>
              </p:cNvPr>
              <p:cNvGraphicFramePr/>
              <p:nvPr/>
            </p:nvGraphicFramePr>
            <p:xfrm>
              <a:off x="4148689" y="5594341"/>
              <a:ext cx="1703981" cy="702001"/>
            </p:xfrm>
            <a:graphic>
              <a:graphicData uri="http://schemas.openxmlformats.org/drawingml/2006/chart">
                <ns5:chart r:id="rId11"/>
              </a:graphicData>
            </a:graphic>
          </p:graphicFrame>
          <p:cxnSp>
            <p:nvCxnSpPr>
              <p:cNvPr id="35" name="直線矢印コネクタ 34">
                <a:extLst>
                  <a:ext uri="{FF2B5EF4-FFF2-40B4-BE49-F238E27FC236}">
                    <ns2:creationId id="{79AA10DF-D3EE-C2EC-759F-9C783EF7329F}"/>
                  </a:ext>
                </a:extLst>
              </p:cNvPr>
              <p:cNvCxnSpPr/>
              <p:nvPr/>
            </p:nvCxnSpPr>
            <p:spPr>
              <a:xfrm flipV="1">
                <a:off x="4203636" y="5516055"/>
                <a:ext cx="0" cy="684000"/>
              </a:xfrm>
              <a:prstGeom prst="straightConnector1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3" name="直線矢印コネクタ 42">
              <a:extLst>
                <a:ext uri="{FF2B5EF4-FFF2-40B4-BE49-F238E27FC236}">
                  <ns2:creationId id="{79325671-91E4-B746-48C1-CC233B2AC97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4978637" y="5422583"/>
              <a:ext cx="0" cy="1548000"/>
            </a:xfrm>
            <a:prstGeom prst="straightConnector1">
              <a:avLst/>
            </a:prstGeom>
            <a:ln w="9525">
              <a:solidFill>
                <a:srgbClr val="000000"/>
              </a:solidFill>
              <a:headEnd type="none" w="med" len="med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正方形/長方形 45">
              <a:extLst>
                <a:ext uri="{FF2B5EF4-FFF2-40B4-BE49-F238E27FC236}">
                  <ns2:creationId id="{D87BE7D8-0262-EE58-B070-4282F7DE8431}"/>
                </a:ext>
              </a:extLst>
            </p:cNvPr>
            <p:cNvSpPr/>
            <p:nvPr/>
          </p:nvSpPr>
          <p:spPr>
            <a:xfrm>
              <a:off x="4148687" y="5416502"/>
              <a:ext cx="216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(%)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1" name="正方形/長方形 470">
              <a:extLst>
                <a:ext uri="{FF2B5EF4-FFF2-40B4-BE49-F238E27FC236}">
                  <ns2:creationId id="{C448B586-A037-F132-8BE7-FB45A4BFDBB9}"/>
                </a:ext>
              </a:extLst>
            </p:cNvPr>
            <p:cNvSpPr/>
            <p:nvPr/>
          </p:nvSpPr>
          <p:spPr>
            <a:xfrm>
              <a:off x="5849952" y="6203289"/>
              <a:ext cx="144000" cy="7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5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3E918FC6-1E7A-A56D-A36E-7444ED678EF5}"/>
                </a:ext>
              </a:extLst>
            </p:cNvPr>
            <p:cNvSpPr/>
            <p:nvPr/>
          </p:nvSpPr>
          <p:spPr>
            <a:xfrm>
              <a:off x="4148687" y="5388970"/>
              <a:ext cx="1872000" cy="9252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8:creationId val="1932819974"/>
      </p:ext>
    </p:extLst>
  </p:cSld>
  <p:clrMapOvr>
    <a:masterClrMapping/>
  </p:clrMapOvr>
</p:sld>
</file>

<file path=ppt/slides/slide33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849FED0-73CF-53ED-1EB6-425C3E56D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6C7A173-74D4-40B5-03D4-6D11301F3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4FB99DCC-94A4-432F-2BC4-FD712E885F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spcBef>
                <a:spcPts val="200"/>
              </a:spcBef>
            </a:pP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lang="en-US" altLang="ja-JP" dirty="0"/>
          </a:p>
        </p:txBody>
      </p:sp>
      <p:sp>
        <p:nvSpPr>
          <p:cNvPr id="139" name="正方形/長方形 138">
            <a:extLst>
              <a:ext uri="{FF2B5EF4-FFF2-40B4-BE49-F238E27FC236}">
                <ns2:creationId id="{2167858A-AE77-906B-8D6E-CF52A2F6DF67}"/>
              </a:ext>
            </a:extLst>
          </p:cNvPr>
          <p:cNvSpPr/>
          <p:nvPr/>
        </p:nvSpPr>
        <p:spPr>
          <a:xfrm>
            <a:off x="334962" y="4495199"/>
            <a:ext cx="5976000" cy="172972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41" name="正方形/長方形 140">
            <a:extLst>
              <a:ext uri="{FF2B5EF4-FFF2-40B4-BE49-F238E27FC236}">
                <ns2:creationId id="{A6B73D4C-CA8A-715E-0DD7-E0CC18E04BC2}"/>
              </a:ext>
            </a:extLst>
          </p:cNvPr>
          <p:cNvSpPr/>
          <p:nvPr/>
        </p:nvSpPr>
        <p:spPr>
          <a:xfrm>
            <a:off x="334962" y="4716922"/>
            <a:ext cx="9224086" cy="18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9" name="正方形/長方形 228">
            <a:extLst>
              <a:ext uri="{FF2B5EF4-FFF2-40B4-BE49-F238E27FC236}">
                <ns2:creationId id="{95AB37E4-BAFB-2538-A4BD-2D12D2E688E1}"/>
              </a:ext>
            </a:extLst>
          </p:cNvPr>
          <p:cNvSpPr/>
          <p:nvPr/>
        </p:nvSpPr>
        <p:spPr>
          <a:xfrm>
            <a:off x="1220880" y="4246246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1" name="正方形/長方形 230">
            <a:extLst>
              <a:ext uri="{FF2B5EF4-FFF2-40B4-BE49-F238E27FC236}">
                <ns2:creationId id="{AC676240-DC88-4276-3610-055A08DFEA09}"/>
              </a:ext>
            </a:extLst>
          </p:cNvPr>
          <p:cNvSpPr/>
          <p:nvPr/>
        </p:nvSpPr>
        <p:spPr>
          <a:xfrm>
            <a:off x="2227855" y="4239808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33" name="正方形/長方形 232">
            <a:extLst>
              <a:ext uri="{FF2B5EF4-FFF2-40B4-BE49-F238E27FC236}">
                <ns2:creationId id="{649912CC-5E27-5D30-FBEB-A0D82E377738}"/>
              </a:ext>
            </a:extLst>
          </p:cNvPr>
          <p:cNvSpPr/>
          <p:nvPr/>
        </p:nvSpPr>
        <p:spPr>
          <a:xfrm>
            <a:off x="3248891" y="4255681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DECA859A-BD63-EEB1-239F-E1BEB7C5D1CF}"/>
              </a:ext>
            </a:extLst>
          </p:cNvPr>
          <p:cNvGrpSpPr/>
          <p:nvPr/>
        </p:nvGrpSpPr>
        <p:grpSpPr>
          <a:xfrm>
            <a:off x="334962" y="1628775"/>
            <a:ext cx="5652000" cy="2582139"/>
            <a:chOff x="334962" y="1628775"/>
            <a:chExt cx="5652000" cy="2582139"/>
          </a:xfrm>
        </p:grpSpPr>
        <p:sp>
          <p:nvSpPr>
            <p:cNvPr id="72" name="正方形/長方形 71">
              <a:extLst>
                <a:ext uri="{FF2B5EF4-FFF2-40B4-BE49-F238E27FC236}">
                  <ns2:creationId id="{59F98878-DB4A-12F0-F2DB-32C70B2E3DFD}"/>
                </a:ext>
              </a:extLst>
            </p:cNvPr>
            <p:cNvSpPr/>
            <p:nvPr/>
          </p:nvSpPr>
          <p:spPr>
            <a:xfrm>
              <a:off x="334962" y="1628775"/>
              <a:ext cx="1296000" cy="216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8C2A9509-ECF3-B221-B2ED-865E913D4BFF}"/>
                </a:ext>
              </a:extLst>
            </p:cNvPr>
            <p:cNvSpPr/>
            <p:nvPr/>
          </p:nvSpPr>
          <p:spPr>
            <a:xfrm>
              <a:off x="334962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DA79B978-8671-6FD6-11D2-D6412F46AB9A}"/>
                </a:ext>
              </a:extLst>
            </p:cNvPr>
            <p:cNvSpPr/>
            <p:nvPr/>
          </p:nvSpPr>
          <p:spPr>
            <a:xfrm>
              <a:off x="517869" y="2473927"/>
              <a:ext cx="1057133" cy="110028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rgbClr val="008000"/>
                </a:solidFill>
                <a:latin typeface="+mn-ea"/>
              </a:endParaRPr>
            </a:p>
            <a:p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E5DDD31-0689-7C02-D980-9ACD05BC227C}"/>
                </a:ext>
              </a:extLst>
            </p:cNvPr>
            <p:cNvSpPr/>
            <p:nvPr/>
          </p:nvSpPr>
          <p:spPr>
            <a:xfrm>
              <a:off x="2120361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7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99D6391A-EA73-DB6E-3F9C-4E9EEBE246F5}"/>
                </a:ext>
              </a:extLst>
            </p:cNvPr>
            <p:cNvSpPr/>
            <p:nvPr/>
          </p:nvSpPr>
          <p:spPr>
            <a:xfrm>
              <a:off x="3838120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600">
                  <a:solidFill>
                    <a:srgbClr val="008000"/>
                  </a:solidFill>
                  <a:latin typeface="+mn-ea"/>
                </a:rPr>
                <a:t>5</a:t>
              </a:r>
              <a:endParaRPr lang="ja-JP" altLang="en-US" sz="16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88" name="四角形: 角を丸くする 87">
              <a:extLst>
                <a:ext uri="{FF2B5EF4-FFF2-40B4-BE49-F238E27FC236}">
                  <ns2:creationId id="{E40719FB-A0B9-094B-88BE-758930C0807E}"/>
                </a:ext>
              </a:extLst>
            </p:cNvPr>
            <p:cNvSpPr/>
            <p:nvPr/>
          </p:nvSpPr>
          <p:spPr>
            <a:xfrm>
              <a:off x="1757907" y="2307026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4CA64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BED05303-BE1A-E3E8-BA05-9D16D4CDD6C2}"/>
                </a:ext>
              </a:extLst>
            </p:cNvPr>
            <p:cNvSpPr/>
            <p:nvPr/>
          </p:nvSpPr>
          <p:spPr>
            <a:xfrm>
              <a:off x="1810762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4" name="四角形: 角を丸くする 143">
              <a:extLst>
                <a:ext uri="{FF2B5EF4-FFF2-40B4-BE49-F238E27FC236}">
                  <ns2:creationId id="{5078C3FD-DC1E-C6F4-A88F-DD68716A34C4}"/>
                </a:ext>
              </a:extLst>
            </p:cNvPr>
            <p:cNvSpPr/>
            <p:nvPr/>
          </p:nvSpPr>
          <p:spPr>
            <a:xfrm>
              <a:off x="1874413" y="316276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46" name="グラフィックス 145" descr="正規分布 単色塗りつぶし">
              <a:extLst>
                <a:ext uri="{FF2B5EF4-FFF2-40B4-BE49-F238E27FC236}">
                  <ns2:creationId id="{E966B450-77BD-90C7-63F4-6ABE1C752884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010076" y="2822022"/>
              <a:ext cx="252000" cy="252000"/>
            </a:xfrm>
            <a:prstGeom prst="rect">
              <a:avLst/>
            </a:prstGeom>
          </p:spPr>
        </p:pic>
        <p:sp>
          <p:nvSpPr>
            <p:cNvPr id="92" name="正方形/長方形 91">
              <a:extLst>
                <a:ext uri="{FF2B5EF4-FFF2-40B4-BE49-F238E27FC236}">
                  <ns2:creationId id="{B6C66C11-CC1F-27F3-5072-6D0CB0EA9E7C}"/>
                </a:ext>
              </a:extLst>
            </p:cNvPr>
            <p:cNvSpPr/>
            <p:nvPr/>
          </p:nvSpPr>
          <p:spPr>
            <a:xfrm>
              <a:off x="2653469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62" name="四角形: 角を丸くする 161">
              <a:extLst>
                <a:ext uri="{FF2B5EF4-FFF2-40B4-BE49-F238E27FC236}">
                  <ns2:creationId id="{52A907D1-57A3-658B-1124-6959E24AA62A}"/>
                </a:ext>
              </a:extLst>
            </p:cNvPr>
            <p:cNvSpPr/>
            <p:nvPr/>
          </p:nvSpPr>
          <p:spPr>
            <a:xfrm>
              <a:off x="270773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63" name="四角形: 角を丸くする 162">
              <a:extLst>
                <a:ext uri="{FF2B5EF4-FFF2-40B4-BE49-F238E27FC236}">
                  <ns2:creationId id="{DAE12843-A8ED-958C-9597-D21664E15FE6}"/>
                </a:ext>
              </a:extLst>
            </p:cNvPr>
            <p:cNvSpPr/>
            <p:nvPr/>
          </p:nvSpPr>
          <p:spPr>
            <a:xfrm>
              <a:off x="270773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5E529034-E4CF-2241-538E-A5AA112E396A}"/>
                </a:ext>
              </a:extLst>
            </p:cNvPr>
            <p:cNvSpPr/>
            <p:nvPr/>
          </p:nvSpPr>
          <p:spPr>
            <a:xfrm>
              <a:off x="5181590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2" name="四角形: 角を丸くする 171">
              <a:extLst>
                <a:ext uri="{FF2B5EF4-FFF2-40B4-BE49-F238E27FC236}">
                  <ns2:creationId id="{68244F14-81FB-251A-BCF5-DD54B96C13B4}"/>
                </a:ext>
              </a:extLst>
            </p:cNvPr>
            <p:cNvSpPr/>
            <p:nvPr/>
          </p:nvSpPr>
          <p:spPr>
            <a:xfrm>
              <a:off x="5254006" y="317646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67" name="正方形/長方形 166">
              <a:extLst>
                <a:ext uri="{FF2B5EF4-FFF2-40B4-BE49-F238E27FC236}">
                  <ns2:creationId id="{94E2BF39-02AD-C53D-9CD6-5E3701ABB3A4}"/>
                </a:ext>
              </a:extLst>
            </p:cNvPr>
            <p:cNvSpPr/>
            <p:nvPr/>
          </p:nvSpPr>
          <p:spPr>
            <a:xfrm>
              <a:off x="4338883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5" name="四角形: 角を丸くする 174">
              <a:extLst>
                <a:ext uri="{FF2B5EF4-FFF2-40B4-BE49-F238E27FC236}">
                  <ns2:creationId id="{0473561D-C072-F23A-4062-C8B267B94959}"/>
                </a:ext>
              </a:extLst>
            </p:cNvPr>
            <p:cNvSpPr/>
            <p:nvPr/>
          </p:nvSpPr>
          <p:spPr>
            <a:xfrm>
              <a:off x="4387312" y="317063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26C31698-5F49-BB94-B969-F72C918EB2D8}"/>
                </a:ext>
              </a:extLst>
            </p:cNvPr>
            <p:cNvSpPr/>
            <p:nvPr/>
          </p:nvSpPr>
          <p:spPr>
            <a:xfrm>
              <a:off x="3496176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7" name="四角形: 角を丸くする 176">
              <a:extLst>
                <a:ext uri="{FF2B5EF4-FFF2-40B4-BE49-F238E27FC236}">
                  <ns2:creationId id="{A7C9D36C-A34A-6C91-83A3-11F3376D22A3}"/>
                </a:ext>
              </a:extLst>
            </p:cNvPr>
            <p:cNvSpPr/>
            <p:nvPr/>
          </p:nvSpPr>
          <p:spPr>
            <a:xfrm>
              <a:off x="3553644" y="317063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EB3A7B42-4EE3-4D93-5866-86AC8D58F6F8}"/>
                </a:ext>
              </a:extLst>
            </p:cNvPr>
            <p:cNvSpPr/>
            <p:nvPr/>
          </p:nvSpPr>
          <p:spPr>
            <a:xfrm>
              <a:off x="1820413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800" baseline="-250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2" name="四角形: 角を丸くする 181">
              <a:extLst>
                <a:ext uri="{FF2B5EF4-FFF2-40B4-BE49-F238E27FC236}">
                  <ns2:creationId id="{6DD4B082-0FD2-2FA7-096E-CB8152974738}"/>
                </a:ext>
              </a:extLst>
            </p:cNvPr>
            <p:cNvSpPr/>
            <p:nvPr/>
          </p:nvSpPr>
          <p:spPr>
            <a:xfrm>
              <a:off x="187136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6799425F-265C-0C7F-7E4E-A00022BC9B9C}"/>
                </a:ext>
              </a:extLst>
            </p:cNvPr>
            <p:cNvSpPr/>
            <p:nvPr/>
          </p:nvSpPr>
          <p:spPr>
            <a:xfrm>
              <a:off x="1871363" y="375281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 baseline="300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6" name="四角形: 角を丸くする 185">
              <a:extLst>
                <a:ext uri="{FF2B5EF4-FFF2-40B4-BE49-F238E27FC236}">
                  <ns2:creationId id="{A895DDFB-6BAA-8152-D8AA-A249F98D97E5}"/>
                </a:ext>
              </a:extLst>
            </p:cNvPr>
            <p:cNvSpPr/>
            <p:nvPr/>
          </p:nvSpPr>
          <p:spPr>
            <a:xfrm>
              <a:off x="187136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E6A5259A-E0EE-766D-675E-1C012743EF69}"/>
                </a:ext>
              </a:extLst>
            </p:cNvPr>
            <p:cNvSpPr/>
            <p:nvPr/>
          </p:nvSpPr>
          <p:spPr>
            <a:xfrm>
              <a:off x="2668076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4" name="四角形: 角を丸くする 203">
              <a:extLst>
                <a:ext uri="{FF2B5EF4-FFF2-40B4-BE49-F238E27FC236}">
                  <ns2:creationId id="{05EE8D15-CDD6-E3D3-815A-A8CA2697883E}"/>
                </a:ext>
              </a:extLst>
            </p:cNvPr>
            <p:cNvSpPr/>
            <p:nvPr/>
          </p:nvSpPr>
          <p:spPr>
            <a:xfrm>
              <a:off x="2715991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05" name="四角形: 角を丸くする 204">
              <a:extLst>
                <a:ext uri="{FF2B5EF4-FFF2-40B4-BE49-F238E27FC236}">
                  <ns2:creationId id="{BED1BDA8-AFB0-6D21-1541-6D80D92948B9}"/>
                </a:ext>
              </a:extLst>
            </p:cNvPr>
            <p:cNvSpPr/>
            <p:nvPr/>
          </p:nvSpPr>
          <p:spPr>
            <a:xfrm>
              <a:off x="2715991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765DE08F-C701-FC53-22E7-C6892372241C}"/>
                </a:ext>
              </a:extLst>
            </p:cNvPr>
            <p:cNvSpPr/>
            <p:nvPr/>
          </p:nvSpPr>
          <p:spPr>
            <a:xfrm>
              <a:off x="3514120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11" name="正方形/長方形 210">
              <a:extLst>
                <a:ext uri="{FF2B5EF4-FFF2-40B4-BE49-F238E27FC236}">
                  <ns2:creationId id="{9DBCA874-BDFF-10B5-BC17-D4F96A367EC9}"/>
                </a:ext>
              </a:extLst>
            </p:cNvPr>
            <p:cNvSpPr/>
            <p:nvPr/>
          </p:nvSpPr>
          <p:spPr>
            <a:xfrm>
              <a:off x="4368908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12" name="四角形: 角を丸くする 211">
              <a:extLst>
                <a:ext uri="{FF2B5EF4-FFF2-40B4-BE49-F238E27FC236}">
                  <ns2:creationId id="{B1B2BE7E-B19C-EE26-2371-BFC99C9C153B}"/>
                </a:ext>
              </a:extLst>
            </p:cNvPr>
            <p:cNvSpPr/>
            <p:nvPr/>
          </p:nvSpPr>
          <p:spPr>
            <a:xfrm>
              <a:off x="441682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3" name="四角形: 角を丸くする 212">
              <a:extLst>
                <a:ext uri="{FF2B5EF4-FFF2-40B4-BE49-F238E27FC236}">
                  <ns2:creationId id="{3F0B3B4B-3B92-C87C-74E8-FC2C9CE03574}"/>
                </a:ext>
              </a:extLst>
            </p:cNvPr>
            <p:cNvSpPr/>
            <p:nvPr/>
          </p:nvSpPr>
          <p:spPr>
            <a:xfrm>
              <a:off x="441682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15" name="四角形: 角を丸くする 214">
              <a:extLst>
                <a:ext uri="{FF2B5EF4-FFF2-40B4-BE49-F238E27FC236}">
                  <ns2:creationId id="{31B7C982-A768-B2A9-C84A-DE1D5AA5C7FD}"/>
                </a:ext>
              </a:extLst>
            </p:cNvPr>
            <p:cNvSpPr/>
            <p:nvPr/>
          </p:nvSpPr>
          <p:spPr>
            <a:xfrm>
              <a:off x="3561487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17" name="四角形: 角を丸くする 216">
              <a:extLst>
                <a:ext uri="{FF2B5EF4-FFF2-40B4-BE49-F238E27FC236}">
                  <ns2:creationId id="{3B15FFB6-14A3-3A25-C60B-8649F42C7B0E}"/>
                </a:ext>
              </a:extLst>
            </p:cNvPr>
            <p:cNvSpPr/>
            <p:nvPr/>
          </p:nvSpPr>
          <p:spPr>
            <a:xfrm>
              <a:off x="3561487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39" name="グラフィックス 238" descr="人と循環 単色塗りつぶし">
              <a:extLst>
                <a:ext uri="{FF2B5EF4-FFF2-40B4-BE49-F238E27FC236}">
                  <ns2:creationId id="{458B7044-824E-0AC7-CFDB-71809BB860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851469" y="2822022"/>
              <a:ext cx="252000" cy="252000"/>
            </a:xfrm>
            <a:prstGeom prst="rect">
              <a:avLst/>
            </a:prstGeom>
          </p:spPr>
        </p:pic>
        <p:pic>
          <p:nvPicPr>
            <p:cNvPr id="241" name="グラフィックス 240" descr="手当て 単色塗りつぶし">
              <a:extLst>
                <a:ext uri="{FF2B5EF4-FFF2-40B4-BE49-F238E27FC236}">
                  <ns2:creationId id="{5AE82411-DD5D-8788-CACA-61996AFE13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691655" y="2822022"/>
              <a:ext cx="252000" cy="252000"/>
            </a:xfrm>
            <a:prstGeom prst="rect">
              <a:avLst/>
            </a:prstGeom>
          </p:spPr>
        </p:pic>
        <p:pic>
          <p:nvPicPr>
            <p:cNvPr id="243" name="グラフィックス 242" descr="ブリーフケース 単色塗りつぶし">
              <a:extLst>
                <a:ext uri="{FF2B5EF4-FFF2-40B4-BE49-F238E27FC236}">
                  <ns2:creationId id="{66C321AE-3FBD-94F0-72A9-003053418A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539324" y="2822022"/>
              <a:ext cx="252000" cy="252000"/>
            </a:xfrm>
            <a:prstGeom prst="rect">
              <a:avLst/>
            </a:prstGeom>
          </p:spPr>
        </p:pic>
        <p:pic>
          <p:nvPicPr>
            <p:cNvPr id="245" name="グラフィックス 244" descr="お金 単色塗りつぶし">
              <a:extLst>
                <a:ext uri="{FF2B5EF4-FFF2-40B4-BE49-F238E27FC236}">
                  <ns2:creationId id="{0EDE2A3A-6A04-F5F3-EC5B-FE32BA8145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76292" y="2822022"/>
              <a:ext cx="252000" cy="252000"/>
            </a:xfrm>
            <a:prstGeom prst="rect">
              <a:avLst/>
            </a:prstGeom>
          </p:spPr>
        </p:pic>
        <p:pic>
          <p:nvPicPr>
            <p:cNvPr id="247" name="グラフィックス 246" descr="種 単色塗りつぶし">
              <a:extLst>
                <a:ext uri="{FF2B5EF4-FFF2-40B4-BE49-F238E27FC236}">
                  <ns2:creationId id="{2B6E67A3-2E22-A366-F98E-B19615EB4A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026305" y="3524469"/>
              <a:ext cx="252000" cy="252000"/>
            </a:xfrm>
            <a:prstGeom prst="rect">
              <a:avLst/>
            </a:prstGeom>
          </p:spPr>
        </p:pic>
        <p:pic>
          <p:nvPicPr>
            <p:cNvPr id="249" name="グラフィックス 248" descr="評価 単色塗りつぶし">
              <a:extLst>
                <a:ext uri="{FF2B5EF4-FFF2-40B4-BE49-F238E27FC236}">
                  <ns2:creationId id="{38BCFDDA-619B-6246-9AEA-BDE284E809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862666" y="3556435"/>
              <a:ext cx="252000" cy="252000"/>
            </a:xfrm>
            <a:prstGeom prst="rect">
              <a:avLst/>
            </a:prstGeom>
          </p:spPr>
        </p:pic>
        <p:pic>
          <p:nvPicPr>
            <p:cNvPr id="251" name="グラフィックス 250" descr="シャッフル 単色塗りつぶし">
              <a:extLst>
                <a:ext uri="{FF2B5EF4-FFF2-40B4-BE49-F238E27FC236}">
                  <ns2:creationId id="{42EA3C8C-875E-6CB8-D2F1-E153EE78C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740768" y="3565179"/>
              <a:ext cx="252000" cy="252000"/>
            </a:xfrm>
            <a:prstGeom prst="rect">
              <a:avLst/>
            </a:prstGeom>
          </p:spPr>
        </p:pic>
        <p:pic>
          <p:nvPicPr>
            <p:cNvPr id="253" name="グラフィックス 252" descr="オンライン会議 単色塗りつぶし">
              <a:extLst>
                <a:ext uri="{FF2B5EF4-FFF2-40B4-BE49-F238E27FC236}">
                  <ns2:creationId id="{9DEAC7BE-644A-2253-F62C-1627670C69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572671" y="3565182"/>
              <a:ext cx="252000" cy="252000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ns2:creationId id="{39E8DE0F-CE2B-C75C-89F4-61B4DAF228B8}"/>
              </a:ext>
            </a:extLst>
          </p:cNvPr>
          <p:cNvGrpSpPr/>
          <p:nvPr/>
        </p:nvGrpSpPr>
        <p:grpSpPr>
          <a:xfrm>
            <a:off x="6214989" y="1628775"/>
            <a:ext cx="5652000" cy="2582139"/>
            <a:chOff x="6214989" y="1628775"/>
            <a:chExt cx="5652000" cy="2582139"/>
          </a:xfrm>
        </p:grpSpPr>
        <p:sp>
          <p:nvSpPr>
            <p:cNvPr id="74" name="正方形/長方形 73">
              <a:extLst>
                <a:ext uri="{FF2B5EF4-FFF2-40B4-BE49-F238E27FC236}">
                  <ns2:creationId id="{EB97EB44-597E-14EA-6BDC-949B1DA8E94D}"/>
                </a:ext>
              </a:extLst>
            </p:cNvPr>
            <p:cNvSpPr/>
            <p:nvPr/>
          </p:nvSpPr>
          <p:spPr>
            <a:xfrm>
              <a:off x="6214989" y="1628775"/>
              <a:ext cx="1296000" cy="216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>
                  <a:solidFill>
                    <a:schemeClr val="bg1"/>
                  </a:solidFill>
                </a:rPr>
                <a:t>XX</a:t>
              </a:r>
              <a:endParaRPr lang="ja-JP" altLang="en-US" sz="1400">
                <a:solidFill>
                  <a:schemeClr val="bg1"/>
                </a:solidFill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8B8E961C-CC5F-C7BE-4E2F-A029BDAA9BD7}"/>
                </a:ext>
              </a:extLst>
            </p:cNvPr>
            <p:cNvSpPr/>
            <p:nvPr/>
          </p:nvSpPr>
          <p:spPr>
            <a:xfrm>
              <a:off x="6214989" y="1907596"/>
              <a:ext cx="5652000" cy="230331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77EA8FB7-F32C-B5F1-BC11-35940F4F463E}"/>
                </a:ext>
              </a:extLst>
            </p:cNvPr>
            <p:cNvSpPr/>
            <p:nvPr/>
          </p:nvSpPr>
          <p:spPr>
            <a:xfrm>
              <a:off x="6425487" y="2619137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E6FCB2CF-A6F6-D338-BC03-2B96D6040873}"/>
                </a:ext>
              </a:extLst>
            </p:cNvPr>
            <p:cNvSpPr/>
            <p:nvPr/>
          </p:nvSpPr>
          <p:spPr>
            <a:xfrm>
              <a:off x="6425485" y="322315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94B6BAAD-6FBA-CB2C-2FEE-F1548D0C70DD}"/>
                </a:ext>
              </a:extLst>
            </p:cNvPr>
            <p:cNvSpPr/>
            <p:nvPr/>
          </p:nvSpPr>
          <p:spPr>
            <a:xfrm>
              <a:off x="6425486" y="382717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3" name="加算記号 112">
              <a:extLst>
                <a:ext uri="{FF2B5EF4-FFF2-40B4-BE49-F238E27FC236}">
                  <ns2:creationId id="{CAD5EF9B-B41E-E3A8-4964-124D8BBDB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85485" y="2960821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A65A72AD-C515-C72F-1A07-D8F813206CBE}"/>
                </a:ext>
              </a:extLst>
            </p:cNvPr>
            <p:cNvSpPr/>
            <p:nvPr/>
          </p:nvSpPr>
          <p:spPr>
            <a:xfrm>
              <a:off x="7772959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4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F00283FB-DEFB-89EB-5953-3FF8747EBCC4}"/>
                </a:ext>
              </a:extLst>
            </p:cNvPr>
            <p:cNvSpPr/>
            <p:nvPr/>
          </p:nvSpPr>
          <p:spPr>
            <a:xfrm>
              <a:off x="9490718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0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37" name="加算記号 236">
              <a:extLst>
                <a:ext uri="{FF2B5EF4-FFF2-40B4-BE49-F238E27FC236}">
                  <ns2:creationId id="{8E23D569-A70D-40BF-F694-5D17E28F44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72434" y="3571062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58" name="四角形: 角を丸くする 257">
              <a:extLst>
                <a:ext uri="{FF2B5EF4-FFF2-40B4-BE49-F238E27FC236}">
                  <ns2:creationId id="{BC2B902D-A520-E2F2-2BCB-BF950B41C00F}"/>
                </a:ext>
              </a:extLst>
            </p:cNvPr>
            <p:cNvSpPr/>
            <p:nvPr/>
          </p:nvSpPr>
          <p:spPr>
            <a:xfrm>
              <a:off x="7600192" y="2327272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D18F7C90-D7CD-50E6-6D4F-35924F4586A9}"/>
                </a:ext>
              </a:extLst>
            </p:cNvPr>
            <p:cNvSpPr/>
            <p:nvPr/>
          </p:nvSpPr>
          <p:spPr>
            <a:xfrm>
              <a:off x="7653047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0" name="四角形: 角を丸くする 259">
              <a:extLst>
                <a:ext uri="{FF2B5EF4-FFF2-40B4-BE49-F238E27FC236}">
                  <ns2:creationId id="{26A55AF0-A0B3-F666-96EA-379D08777FBF}"/>
                </a:ext>
              </a:extLst>
            </p:cNvPr>
            <p:cNvSpPr/>
            <p:nvPr/>
          </p:nvSpPr>
          <p:spPr>
            <a:xfrm>
              <a:off x="7716698" y="318300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61" name="グラフィックス 260" descr="正規分布 単色塗りつぶし">
              <a:extLst>
                <a:ext uri="{FF2B5EF4-FFF2-40B4-BE49-F238E27FC236}">
                  <ns2:creationId id="{C601C05E-0CBB-C756-72BE-367C99F87C69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852361" y="2842268"/>
              <a:ext cx="252000" cy="252000"/>
            </a:xfrm>
            <a:prstGeom prst="rect">
              <a:avLst/>
            </a:prstGeom>
          </p:spPr>
        </p:pic>
        <p:sp>
          <p:nvSpPr>
            <p:cNvPr id="262" name="正方形/長方形 261">
              <a:extLst>
                <a:ext uri="{FF2B5EF4-FFF2-40B4-BE49-F238E27FC236}">
                  <ns2:creationId id="{5F1504F5-5BD3-28C6-7D73-4C453C0289F4}"/>
                </a:ext>
              </a:extLst>
            </p:cNvPr>
            <p:cNvSpPr/>
            <p:nvPr/>
          </p:nvSpPr>
          <p:spPr>
            <a:xfrm>
              <a:off x="8495754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4" name="四角形: 角を丸くする 263">
              <a:extLst>
                <a:ext uri="{FF2B5EF4-FFF2-40B4-BE49-F238E27FC236}">
                  <ns2:creationId id="{2B84922A-6A35-08CB-75D6-959D97380CEA}"/>
                </a:ext>
              </a:extLst>
            </p:cNvPr>
            <p:cNvSpPr/>
            <p:nvPr/>
          </p:nvSpPr>
          <p:spPr>
            <a:xfrm>
              <a:off x="8550019" y="319588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FEFFBFB0-E835-97DB-5240-8C66EB7826EC}"/>
                </a:ext>
              </a:extLst>
            </p:cNvPr>
            <p:cNvSpPr/>
            <p:nvPr/>
          </p:nvSpPr>
          <p:spPr>
            <a:xfrm>
              <a:off x="11023875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E3F3CF39-408E-8870-4AE8-482A508842A4}"/>
                </a:ext>
              </a:extLst>
            </p:cNvPr>
            <p:cNvSpPr/>
            <p:nvPr/>
          </p:nvSpPr>
          <p:spPr>
            <a:xfrm>
              <a:off x="11078705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D0D115D7-93F6-D875-0C95-B358A5A95629}"/>
                </a:ext>
              </a:extLst>
            </p:cNvPr>
            <p:cNvSpPr/>
            <p:nvPr/>
          </p:nvSpPr>
          <p:spPr>
            <a:xfrm>
              <a:off x="10181168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68" name="四角形: 角を丸くする 267">
              <a:extLst>
                <a:ext uri="{FF2B5EF4-FFF2-40B4-BE49-F238E27FC236}">
                  <ns2:creationId id="{D832A533-857C-B2CC-A666-08CC399F47A1}"/>
                </a:ext>
              </a:extLst>
            </p:cNvPr>
            <p:cNvSpPr/>
            <p:nvPr/>
          </p:nvSpPr>
          <p:spPr>
            <a:xfrm>
              <a:off x="10229597" y="31908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5A284BF0-B083-3555-535D-CAD899D91966}"/>
                </a:ext>
              </a:extLst>
            </p:cNvPr>
            <p:cNvSpPr/>
            <p:nvPr/>
          </p:nvSpPr>
          <p:spPr>
            <a:xfrm>
              <a:off x="9338461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EF0C1AE0-019F-D4C3-6CBE-3939B382118F}"/>
                </a:ext>
              </a:extLst>
            </p:cNvPr>
            <p:cNvSpPr/>
            <p:nvPr/>
          </p:nvSpPr>
          <p:spPr>
            <a:xfrm>
              <a:off x="9395929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0C976672-294A-7B02-98F5-259D39F91184}"/>
                </a:ext>
              </a:extLst>
            </p:cNvPr>
            <p:cNvSpPr/>
            <p:nvPr/>
          </p:nvSpPr>
          <p:spPr>
            <a:xfrm>
              <a:off x="7662698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4" name="四角形: 角を丸くする 273">
              <a:extLst>
                <a:ext uri="{FF2B5EF4-FFF2-40B4-BE49-F238E27FC236}">
                  <ns2:creationId id="{A3556520-F36A-98CD-C34F-2E71B45FBE4A}"/>
                </a:ext>
              </a:extLst>
            </p:cNvPr>
            <p:cNvSpPr/>
            <p:nvPr/>
          </p:nvSpPr>
          <p:spPr>
            <a:xfrm>
              <a:off x="771364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 baseline="300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14C9C6D7-7FAA-6083-0AE3-26309D6A178B}"/>
                </a:ext>
              </a:extLst>
            </p:cNvPr>
            <p:cNvSpPr/>
            <p:nvPr/>
          </p:nvSpPr>
          <p:spPr>
            <a:xfrm>
              <a:off x="8510361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7" name="四角形: 角を丸くする 276">
              <a:extLst>
                <a:ext uri="{FF2B5EF4-FFF2-40B4-BE49-F238E27FC236}">
                  <ns2:creationId id="{A18CDC3D-0C22-2516-EC17-D8A74436C0CA}"/>
                </a:ext>
              </a:extLst>
            </p:cNvPr>
            <p:cNvSpPr/>
            <p:nvPr/>
          </p:nvSpPr>
          <p:spPr>
            <a:xfrm>
              <a:off x="8558276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B6C3B28B-6748-E3AF-7316-AE80A5371F2A}"/>
                </a:ext>
              </a:extLst>
            </p:cNvPr>
            <p:cNvSpPr/>
            <p:nvPr/>
          </p:nvSpPr>
          <p:spPr>
            <a:xfrm>
              <a:off x="9356405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D5BC6539-4C98-FCA7-5619-F80C16B5B946}"/>
                </a:ext>
              </a:extLst>
            </p:cNvPr>
            <p:cNvSpPr/>
            <p:nvPr/>
          </p:nvSpPr>
          <p:spPr>
            <a:xfrm>
              <a:off x="10211193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81" name="四角形: 角を丸くする 280">
              <a:extLst>
                <a:ext uri="{FF2B5EF4-FFF2-40B4-BE49-F238E27FC236}">
                  <ns2:creationId id="{CBDE57D5-26A1-2F02-65D4-8FD69970DA31}"/>
                </a:ext>
              </a:extLst>
            </p:cNvPr>
            <p:cNvSpPr/>
            <p:nvPr/>
          </p:nvSpPr>
          <p:spPr>
            <a:xfrm>
              <a:off x="1025910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3" name="四角形: 角を丸くする 282">
              <a:extLst>
                <a:ext uri="{FF2B5EF4-FFF2-40B4-BE49-F238E27FC236}">
                  <ns2:creationId id="{4210716A-6348-08E0-AE99-7F8EED35C841}"/>
                </a:ext>
              </a:extLst>
            </p:cNvPr>
            <p:cNvSpPr/>
            <p:nvPr/>
          </p:nvSpPr>
          <p:spPr>
            <a:xfrm>
              <a:off x="9403772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284" name="グラフィックス 283" descr="人と循環 単色塗りつぶし">
              <a:extLst>
                <a:ext uri="{FF2B5EF4-FFF2-40B4-BE49-F238E27FC236}">
                  <ns2:creationId id="{FB278E62-D4F8-43FA-F21A-181F47922C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93754" y="2842268"/>
              <a:ext cx="252000" cy="252000"/>
            </a:xfrm>
            <a:prstGeom prst="rect">
              <a:avLst/>
            </a:prstGeom>
          </p:spPr>
        </p:pic>
        <p:pic>
          <p:nvPicPr>
            <p:cNvPr id="285" name="グラフィックス 284" descr="手当て 単色塗りつぶし">
              <a:extLst>
                <a:ext uri="{FF2B5EF4-FFF2-40B4-BE49-F238E27FC236}">
                  <ns2:creationId id="{D944EC67-81C6-F686-DAEF-CB23A2CA4C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533940" y="2770554"/>
              <a:ext cx="216000" cy="216000"/>
            </a:xfrm>
            <a:prstGeom prst="rect">
              <a:avLst/>
            </a:prstGeom>
          </p:spPr>
        </p:pic>
        <p:pic>
          <p:nvPicPr>
            <p:cNvPr id="286" name="グラフィックス 285" descr="ブリーフケース 単色塗りつぶし">
              <a:extLst>
                <a:ext uri="{FF2B5EF4-FFF2-40B4-BE49-F238E27FC236}">
                  <ns2:creationId id="{1CEE4B5A-9590-69AF-B760-7074BB68D4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381609" y="2842268"/>
              <a:ext cx="252000" cy="252000"/>
            </a:xfrm>
            <a:prstGeom prst="rect">
              <a:avLst/>
            </a:prstGeom>
          </p:spPr>
        </p:pic>
        <p:pic>
          <p:nvPicPr>
            <p:cNvPr id="287" name="グラフィックス 286" descr="お金 単色塗りつぶし">
              <a:extLst>
                <a:ext uri="{FF2B5EF4-FFF2-40B4-BE49-F238E27FC236}">
                  <ns2:creationId id="{D3152B5A-FF7A-6A17-452C-961CC6FE0F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218577" y="2770554"/>
              <a:ext cx="216000" cy="216000"/>
            </a:xfrm>
            <a:prstGeom prst="rect">
              <a:avLst/>
            </a:prstGeom>
          </p:spPr>
        </p:pic>
        <p:pic>
          <p:nvPicPr>
            <p:cNvPr id="288" name="グラフィックス 287" descr="種 単色塗りつぶし">
              <a:extLst>
                <a:ext uri="{FF2B5EF4-FFF2-40B4-BE49-F238E27FC236}">
                  <ns2:creationId id="{8EF38DE8-CD63-1096-BC9A-8A2A3E677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868590" y="3544715"/>
              <a:ext cx="252000" cy="252000"/>
            </a:xfrm>
            <a:prstGeom prst="rect">
              <a:avLst/>
            </a:prstGeom>
          </p:spPr>
        </p:pic>
        <p:pic>
          <p:nvPicPr>
            <p:cNvPr id="289" name="グラフィックス 288" descr="評価 単色塗りつぶし">
              <a:extLst>
                <a:ext uri="{FF2B5EF4-FFF2-40B4-BE49-F238E27FC236}">
                  <ns2:creationId id="{2AC8B5CF-A552-9E3C-A07A-42497C3ED6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704951" y="3576681"/>
              <a:ext cx="252000" cy="252000"/>
            </a:xfrm>
            <a:prstGeom prst="rect">
              <a:avLst/>
            </a:prstGeom>
          </p:spPr>
        </p:pic>
        <p:pic>
          <p:nvPicPr>
            <p:cNvPr id="290" name="グラフィックス 289" descr="シャッフル 単色塗りつぶし">
              <a:extLst>
                <a:ext uri="{FF2B5EF4-FFF2-40B4-BE49-F238E27FC236}">
                  <ns2:creationId id="{FE492C03-0700-E9CE-0E3E-4A81112E5D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9583053" y="3585425"/>
              <a:ext cx="252000" cy="252000"/>
            </a:xfrm>
            <a:prstGeom prst="rect">
              <a:avLst/>
            </a:prstGeom>
          </p:spPr>
        </p:pic>
        <p:pic>
          <p:nvPicPr>
            <p:cNvPr id="291" name="グラフィックス 290" descr="オンライン会議 単色塗りつぶし">
              <a:extLst>
                <a:ext uri="{FF2B5EF4-FFF2-40B4-BE49-F238E27FC236}">
                  <ns2:creationId id="{2F55C1AD-AB76-6432-397D-3FFA265761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0414956" y="3585428"/>
              <a:ext cx="252000" cy="252000"/>
            </a:xfrm>
            <a:prstGeom prst="rect">
              <a:avLst/>
            </a:prstGeom>
          </p:spPr>
        </p:pic>
        <p:sp>
          <p:nvSpPr>
            <p:cNvPr id="297" name="四角形: 角を丸くする 296">
              <a:extLst>
                <a:ext uri="{FF2B5EF4-FFF2-40B4-BE49-F238E27FC236}">
                  <ns2:creationId id="{C4FAC68A-E7D0-EDA3-E505-996994447B89}"/>
                </a:ext>
              </a:extLst>
            </p:cNvPr>
            <p:cNvSpPr/>
            <p:nvPr/>
          </p:nvSpPr>
          <p:spPr>
            <a:xfrm>
              <a:off x="7718936" y="388649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299" name="四角形: 角を丸くする 298">
              <a:extLst>
                <a:ext uri="{FF2B5EF4-FFF2-40B4-BE49-F238E27FC236}">
                  <ns2:creationId id="{EF6E086E-13E4-24CB-8D94-FF03D005FEC1}"/>
                </a:ext>
              </a:extLst>
            </p:cNvPr>
            <p:cNvSpPr/>
            <p:nvPr/>
          </p:nvSpPr>
          <p:spPr>
            <a:xfrm>
              <a:off x="9393574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301" name="四角形: 角を丸くする 300">
              <a:extLst>
                <a:ext uri="{FF2B5EF4-FFF2-40B4-BE49-F238E27FC236}">
                  <ns2:creationId id="{5CD172AA-287E-E45C-6A1C-430FB0A7CC5F}"/>
                </a:ext>
              </a:extLst>
            </p:cNvPr>
            <p:cNvSpPr/>
            <p:nvPr/>
          </p:nvSpPr>
          <p:spPr>
            <a:xfrm>
              <a:off x="11074577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27" name="グループ化 26">
            <a:extLst>
              <a:ext uri="{FF2B5EF4-FFF2-40B4-BE49-F238E27FC236}">
                <ns2:creationId id="{C3DDC12A-2039-3160-E632-EDD307DF7833}"/>
              </a:ext>
            </a:extLst>
          </p:cNvPr>
          <p:cNvGrpSpPr/>
          <p:nvPr/>
        </p:nvGrpSpPr>
        <p:grpSpPr>
          <a:xfrm>
            <a:off x="334962" y="4947240"/>
            <a:ext cx="11532027" cy="1360635"/>
            <a:chOff x="334962" y="4947240"/>
            <a:chExt cx="11532027" cy="1360635"/>
          </a:xfrm>
        </p:grpSpPr>
        <p:sp>
          <p:nvSpPr>
            <p:cNvPr id="115" name="正方形/長方形 114">
              <a:extLst>
                <a:ext uri="{FF2B5EF4-FFF2-40B4-BE49-F238E27FC236}">
                  <ns2:creationId id="{9F15C97A-A163-A4DE-D359-178D4A6321AD}"/>
                </a:ext>
              </a:extLst>
            </p:cNvPr>
            <p:cNvSpPr/>
            <p:nvPr/>
          </p:nvSpPr>
          <p:spPr>
            <a:xfrm>
              <a:off x="1490818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9608A20E-34DB-9C44-EE81-1BF967836E33}"/>
                </a:ext>
              </a:extLst>
            </p:cNvPr>
            <p:cNvSpPr/>
            <p:nvPr/>
          </p:nvSpPr>
          <p:spPr>
            <a:xfrm>
              <a:off x="1492108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982855A5-3320-1BC8-F8F2-EA3C8E492C91}"/>
                </a:ext>
              </a:extLst>
            </p:cNvPr>
            <p:cNvSpPr/>
            <p:nvPr/>
          </p:nvSpPr>
          <p:spPr>
            <a:xfrm>
              <a:off x="334962" y="5767875"/>
              <a:ext cx="1057132" cy="540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D93069B1-0889-5533-1D40-807DB2F20922}"/>
                </a:ext>
              </a:extLst>
            </p:cNvPr>
            <p:cNvSpPr/>
            <p:nvPr/>
          </p:nvSpPr>
          <p:spPr>
            <a:xfrm>
              <a:off x="334962" y="4947240"/>
              <a:ext cx="1057132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6CBFB07B-AABB-C206-5A5B-F2CEA3563383}"/>
                </a:ext>
              </a:extLst>
            </p:cNvPr>
            <p:cNvSpPr/>
            <p:nvPr/>
          </p:nvSpPr>
          <p:spPr>
            <a:xfrm>
              <a:off x="334962" y="5177558"/>
              <a:ext cx="1057132" cy="540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E499D0C8-3BD6-02FB-991D-5CB29D3512E7}"/>
                </a:ext>
              </a:extLst>
            </p:cNvPr>
            <p:cNvSpPr/>
            <p:nvPr/>
          </p:nvSpPr>
          <p:spPr>
            <a:xfrm>
              <a:off x="4109542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039DC1BB-49F8-5582-0C63-AE433CC23D6F}"/>
                </a:ext>
              </a:extLst>
            </p:cNvPr>
            <p:cNvSpPr/>
            <p:nvPr/>
          </p:nvSpPr>
          <p:spPr>
            <a:xfrm>
              <a:off x="4112121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EA95C502-BF95-9C5B-AEE4-6C1E3EA0737C}"/>
                </a:ext>
              </a:extLst>
            </p:cNvPr>
            <p:cNvSpPr/>
            <p:nvPr/>
          </p:nvSpPr>
          <p:spPr>
            <a:xfrm>
              <a:off x="6728266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0223B2CB-CC7E-F6A3-E702-07E51AB371A3}"/>
                </a:ext>
              </a:extLst>
            </p:cNvPr>
            <p:cNvSpPr/>
            <p:nvPr/>
          </p:nvSpPr>
          <p:spPr>
            <a:xfrm>
              <a:off x="9346989" y="4947240"/>
              <a:ext cx="2520000" cy="180000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8375BCC6-BD9B-DDB4-A151-DD53BB24C73B}"/>
                </a:ext>
              </a:extLst>
            </p:cNvPr>
            <p:cNvSpPr/>
            <p:nvPr/>
          </p:nvSpPr>
          <p:spPr>
            <a:xfrm>
              <a:off x="6732134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6463F21F-1330-5018-3F93-BE408B86EC0A}"/>
                </a:ext>
              </a:extLst>
            </p:cNvPr>
            <p:cNvSpPr/>
            <p:nvPr/>
          </p:nvSpPr>
          <p:spPr>
            <a:xfrm>
              <a:off x="9346989" y="5177558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ns2:creationId id="{58C2FBF9-F90C-CBA8-5D52-25BE2D1E274D}"/>
                </a:ext>
              </a:extLst>
            </p:cNvPr>
            <p:cNvSpPr/>
            <p:nvPr/>
          </p:nvSpPr>
          <p:spPr>
            <a:xfrm>
              <a:off x="1492108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EDD6DB04-3781-A52D-1D5E-529787311D27}"/>
                </a:ext>
              </a:extLst>
            </p:cNvPr>
            <p:cNvSpPr/>
            <p:nvPr/>
          </p:nvSpPr>
          <p:spPr>
            <a:xfrm>
              <a:off x="4112121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282C98EB-98AB-8158-597B-A9AC15EA0741}"/>
                </a:ext>
              </a:extLst>
            </p:cNvPr>
            <p:cNvSpPr/>
            <p:nvPr/>
          </p:nvSpPr>
          <p:spPr>
            <a:xfrm>
              <a:off x="6732134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ns2:creationId id="{3CCA8F58-E26D-23E5-8BA8-7FE158C59239}"/>
                </a:ext>
              </a:extLst>
            </p:cNvPr>
            <p:cNvSpPr/>
            <p:nvPr/>
          </p:nvSpPr>
          <p:spPr>
            <a:xfrm>
              <a:off x="9346989" y="5767875"/>
              <a:ext cx="2520000" cy="54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8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6" name="グラフィックス 25" descr="植物の水やり 単色塗りつぶし">
              <a:extLst>
                <a:ext uri="{FF2B5EF4-FFF2-40B4-BE49-F238E27FC236}">
                  <ns2:creationId id="{87A2008B-1676-2D0A-BC7F-7D83025119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1601916" y="4968322"/>
              <a:ext cx="144000" cy="144000"/>
            </a:xfrm>
            <a:prstGeom prst="rect">
              <a:avLst/>
            </a:prstGeom>
          </p:spPr>
        </p:pic>
        <p:pic>
          <p:nvPicPr>
            <p:cNvPr id="28" name="グラフィックス 27" descr="人と循環 単色塗りつぶし">
              <a:extLst>
                <a:ext uri="{FF2B5EF4-FFF2-40B4-BE49-F238E27FC236}">
                  <ns2:creationId id="{23B2ED57-7121-4CCB-5637-26E6A2A4F9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4220640" y="4968322"/>
              <a:ext cx="144000" cy="144000"/>
            </a:xfrm>
            <a:prstGeom prst="rect">
              <a:avLst/>
            </a:prstGeom>
          </p:spPr>
        </p:pic>
        <p:pic>
          <p:nvPicPr>
            <p:cNvPr id="30" name="グラフィックス 29" descr="評価 単色塗りつぶし">
              <a:extLst>
                <a:ext uri="{FF2B5EF4-FFF2-40B4-BE49-F238E27FC236}">
                  <ns2:creationId id="{A409B466-B094-BA5E-AFA7-0BA1BEDE4B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6839364" y="4968322"/>
              <a:ext cx="144000" cy="144000"/>
            </a:xfrm>
            <a:prstGeom prst="rect">
              <a:avLst/>
            </a:prstGeom>
          </p:spPr>
        </p:pic>
        <p:pic>
          <p:nvPicPr>
            <p:cNvPr id="32" name="グラフィックス 31" descr="繰り返し 単色塗りつぶし">
              <a:extLst>
                <a:ext uri="{FF2B5EF4-FFF2-40B4-BE49-F238E27FC236}">
                  <ns2:creationId id="{0FCDC150-EC35-CA3E-1E5B-E0F86B292F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4"/>
                </a:ext>
              </a:extLst>
            </a:blip>
            <a:srcRect/>
            <a:stretch/>
          </p:blipFill>
          <p:spPr>
            <a:xfrm>
              <a:off x="9559048" y="4968322"/>
              <a:ext cx="144000" cy="144000"/>
            </a:xfrm>
            <a:prstGeom prst="rect">
              <a:avLst/>
            </a:prstGeom>
          </p:spPr>
        </p:pic>
        <p:grpSp>
          <p:nvGrpSpPr>
            <p:cNvPr id="38" name="グループ化 37">
              <a:extLst>
                <a:ext uri="{FF2B5EF4-FFF2-40B4-BE49-F238E27FC236}">
                  <ns2:creationId id="{5DBB097A-D83D-36A0-C115-36825C85BAB2}"/>
                </a:ext>
              </a:extLst>
            </p:cNvPr>
            <p:cNvGrpSpPr/>
            <p:nvPr/>
          </p:nvGrpSpPr>
          <p:grpSpPr>
            <a:xfrm>
              <a:off x="1492108" y="5742271"/>
              <a:ext cx="10374881" cy="0"/>
              <a:chOff x="1492108" y="6355219"/>
              <a:chExt cx="10374881" cy="0"/>
            </a:xfrm>
          </p:grpSpPr>
          <p:cxnSp>
            <p:nvCxnSpPr>
              <p:cNvPr id="34" name="直線コネクタ 33">
                <a:extLst>
                  <a:ext uri="{FF2B5EF4-FFF2-40B4-BE49-F238E27FC236}">
                    <ns2:creationId id="{C03FBD6E-E1A6-A397-CA50-04A5A4A5F1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2108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6F70C8EC-8403-2CA4-4BC7-7B313DBCB5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6989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コネクタ 35">
                <a:extLst>
                  <a:ext uri="{FF2B5EF4-FFF2-40B4-BE49-F238E27FC236}">
                    <ns2:creationId id="{4E0E1D01-D5D9-5E93-0DD5-06D61E0459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10402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457BD527-6184-0AF0-3AB0-7FFAC6E002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8696" y="6355219"/>
                <a:ext cx="25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0" name="加算記号 39">
            <a:extLst>
              <a:ext uri="{FF2B5EF4-FFF2-40B4-BE49-F238E27FC236}">
                <ns2:creationId id="{1C384674-E362-5F5D-F865-0F75EF69631B}"/>
              </a:ext>
            </a:extLst>
          </p:cNvPr>
          <p:cNvSpPr>
            <a:spLocks noChangeAspect="1"/>
          </p:cNvSpPr>
          <p:nvPr/>
        </p:nvSpPr>
        <p:spPr>
          <a:xfrm>
            <a:off x="5970000" y="4177378"/>
            <a:ext cx="252000" cy="252207"/>
          </a:xfrm>
          <a:prstGeom prst="mathPlus">
            <a:avLst>
              <a:gd name="adj1" fmla="val 11265"/>
            </a:avLst>
          </a:prstGeom>
          <a:solidFill>
            <a:srgbClr val="008000"/>
          </a:solidFill>
          <a:ln w="317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A36E53FF-F2E7-73C2-8046-D2BA17500C77}"/>
              </a:ext>
            </a:extLst>
          </p:cNvPr>
          <p:cNvSpPr/>
          <p:nvPr/>
        </p:nvSpPr>
        <p:spPr>
          <a:xfrm>
            <a:off x="347160" y="6347914"/>
            <a:ext cx="8853132" cy="252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800"/>
              </a:lnSpc>
            </a:pP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: </a:t>
            </a:r>
            <a:r>
              <a:rPr lang="en-US" altLang="ja-JP" sz="800" err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>
              <a:solidFill>
                <a:srgbClr val="7F7F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ts val="800"/>
              </a:lnSpc>
              <a:spcBef>
                <a:spcPts val="300"/>
              </a:spcBef>
            </a:pP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>
              <a:solidFill>
                <a:srgbClr val="7F7F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23070362"/>
      </p:ext>
    </p:extLst>
  </p:cSld>
  <p:clrMapOvr>
    <a:masterClrMapping/>
  </p:clrMapOvr>
</p:sld>
</file>

<file path=ppt/slides/slide33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EAF33EC-E7CF-6B4A-F262-F53A7ED61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1">
            <a:extLst>
              <a:ext uri="{FF2B5EF4-FFF2-40B4-BE49-F238E27FC236}">
                <ns2:creationId id="{147816D5-2C9D-0547-508D-A79FC761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/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9" name="テキスト プレースホルダー 2">
            <a:extLst>
              <a:ext uri="{FF2B5EF4-FFF2-40B4-BE49-F238E27FC236}">
                <ns2:creationId id="{E096DCB7-2BA1-97BC-31BA-8FF3013C2A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lang="ja-JP" altLang="en-US" dirty="0"/>
              <a:t>XX</a:t>
            </a:r>
            <a:endParaRPr lang="en-US" altLang="ja-JP" dirty="0"/>
          </a:p>
          <a:p>
            <a:pPr>
              <a:spcBef>
                <a:spcPts val="200"/>
              </a:spcBef>
            </a:pPr>
            <a:r>
              <a:rPr lang="ja-JP" altLang="en-US" dirty="0"/>
              <a:t>「</a:t>
            </a:r>
            <a:r>
              <a:rPr lang="en-US" altLang="ja-JP" dirty="0" err="1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2</a:t>
            </a:r>
            <a:r>
              <a:rPr lang="ja-JP" altLang="en-US" dirty="0"/>
              <a:t>XX</a:t>
            </a:r>
            <a:endParaRPr lang="en-US" altLang="ja-JP" dirty="0"/>
          </a:p>
        </p:txBody>
      </p:sp>
      <p:sp>
        <p:nvSpPr>
          <p:cNvPr id="131" name="正方形/長方形 130">
            <a:extLst>
              <a:ext uri="{FF2B5EF4-FFF2-40B4-BE49-F238E27FC236}">
                <ns2:creationId id="{2E14F259-AC24-1C17-8AA1-F4CEB3A9A617}"/>
              </a:ext>
            </a:extLst>
          </p:cNvPr>
          <p:cNvSpPr/>
          <p:nvPr/>
        </p:nvSpPr>
        <p:spPr>
          <a:xfrm>
            <a:off x="1220880" y="4246246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497A838E-5B71-63C2-D21D-8F347DAF68CF}"/>
              </a:ext>
            </a:extLst>
          </p:cNvPr>
          <p:cNvSpPr/>
          <p:nvPr/>
        </p:nvSpPr>
        <p:spPr>
          <a:xfrm>
            <a:off x="2227855" y="4239808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33" name="正方形/長方形 132">
            <a:extLst>
              <a:ext uri="{FF2B5EF4-FFF2-40B4-BE49-F238E27FC236}">
                <ns2:creationId id="{59FADE30-FC60-A636-A5F0-2FA357AAE8E5}"/>
              </a:ext>
            </a:extLst>
          </p:cNvPr>
          <p:cNvSpPr/>
          <p:nvPr/>
        </p:nvSpPr>
        <p:spPr>
          <a:xfrm>
            <a:off x="3248891" y="4255681"/>
            <a:ext cx="858981" cy="180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5" name="グループ化 14">
            <a:extLst>
              <a:ext uri="{FF2B5EF4-FFF2-40B4-BE49-F238E27FC236}">
                <ns2:creationId id="{A6011458-37E9-7147-2E89-6D3880D1C5AD}"/>
              </a:ext>
            </a:extLst>
          </p:cNvPr>
          <p:cNvGrpSpPr/>
          <p:nvPr/>
        </p:nvGrpSpPr>
        <p:grpSpPr>
          <a:xfrm>
            <a:off x="334962" y="1628775"/>
            <a:ext cx="5652000" cy="2582139"/>
            <a:chOff x="334962" y="1628775"/>
            <a:chExt cx="5652000" cy="2582139"/>
          </a:xfrm>
        </p:grpSpPr>
        <p:sp>
          <p:nvSpPr>
            <p:cNvPr id="118" name="正方形/長方形 117">
              <a:extLst>
                <a:ext uri="{FF2B5EF4-FFF2-40B4-BE49-F238E27FC236}">
                  <ns2:creationId id="{BB7C9CE9-F8D9-83D1-AF03-C912CF2C7CA1}"/>
                </a:ext>
              </a:extLst>
            </p:cNvPr>
            <p:cNvSpPr/>
            <p:nvPr/>
          </p:nvSpPr>
          <p:spPr>
            <a:xfrm>
              <a:off x="334962" y="1628775"/>
              <a:ext cx="1296000" cy="216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2ECDCA17-B669-F6A7-AFE3-E55D64793684}"/>
                </a:ext>
              </a:extLst>
            </p:cNvPr>
            <p:cNvSpPr/>
            <p:nvPr/>
          </p:nvSpPr>
          <p:spPr>
            <a:xfrm>
              <a:off x="334962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1CCD7D2C-4E08-D50B-D69F-313E2757B65B}"/>
                </a:ext>
              </a:extLst>
            </p:cNvPr>
            <p:cNvSpPr/>
            <p:nvPr/>
          </p:nvSpPr>
          <p:spPr>
            <a:xfrm>
              <a:off x="517869" y="2473927"/>
              <a:ext cx="1057133" cy="1100282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+mn-ea"/>
              </a:endParaRPr>
            </a:p>
            <a:p>
              <a:r>
                <a:rPr lang="ja-JP" altLang="en-US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C0376E8F-F72D-3523-3438-885CD36E6668}"/>
                </a:ext>
              </a:extLst>
            </p:cNvPr>
            <p:cNvSpPr/>
            <p:nvPr/>
          </p:nvSpPr>
          <p:spPr>
            <a:xfrm>
              <a:off x="2120361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7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367EA37B-A046-E151-94B7-FA84D4B1BFC8}"/>
                </a:ext>
              </a:extLst>
            </p:cNvPr>
            <p:cNvSpPr/>
            <p:nvPr/>
          </p:nvSpPr>
          <p:spPr>
            <a:xfrm>
              <a:off x="3838120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600">
                  <a:solidFill>
                    <a:srgbClr val="008000"/>
                  </a:solidFill>
                  <a:latin typeface="+mn-ea"/>
                </a:rPr>
                <a:t>5</a:t>
              </a:r>
              <a:endParaRPr lang="ja-JP" altLang="en-US" sz="16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ns2:creationId id="{66E7FD5E-DE20-B9DA-4B49-736614171609}"/>
                </a:ext>
              </a:extLst>
            </p:cNvPr>
            <p:cNvSpPr/>
            <p:nvPr/>
          </p:nvSpPr>
          <p:spPr>
            <a:xfrm>
              <a:off x="1757907" y="2307026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6" name="正方形/長方形 135">
              <a:extLst>
                <a:ext uri="{FF2B5EF4-FFF2-40B4-BE49-F238E27FC236}">
                  <ns2:creationId id="{C6364233-CDF5-706C-3A92-4519627CA900}"/>
                </a:ext>
              </a:extLst>
            </p:cNvPr>
            <p:cNvSpPr/>
            <p:nvPr/>
          </p:nvSpPr>
          <p:spPr>
            <a:xfrm>
              <a:off x="1810762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7" name="四角形: 角を丸くする 136">
              <a:extLst>
                <a:ext uri="{FF2B5EF4-FFF2-40B4-BE49-F238E27FC236}">
                  <ns2:creationId id="{E169E0B5-CED9-044C-F7C0-5F018A1C6D5C}"/>
                </a:ext>
              </a:extLst>
            </p:cNvPr>
            <p:cNvSpPr/>
            <p:nvPr/>
          </p:nvSpPr>
          <p:spPr>
            <a:xfrm>
              <a:off x="1874413" y="316276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38" name="グラフィックス 137" descr="正規分布 単色塗りつぶし">
              <a:extLst>
                <a:ext uri="{FF2B5EF4-FFF2-40B4-BE49-F238E27FC236}">
                  <ns2:creationId id="{2B41EC65-8162-143C-1AC3-C4DAE440A822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010076" y="2822022"/>
              <a:ext cx="252000" cy="252000"/>
            </a:xfrm>
            <a:prstGeom prst="rect">
              <a:avLst/>
            </a:prstGeom>
          </p:spPr>
        </p:pic>
        <p:sp>
          <p:nvSpPr>
            <p:cNvPr id="139" name="正方形/長方形 138">
              <a:extLst>
                <a:ext uri="{FF2B5EF4-FFF2-40B4-BE49-F238E27FC236}">
                  <ns2:creationId id="{4DB3813B-6232-CF37-4CB3-4A912BCF4F4E}"/>
                </a:ext>
              </a:extLst>
            </p:cNvPr>
            <p:cNvSpPr/>
            <p:nvPr/>
          </p:nvSpPr>
          <p:spPr>
            <a:xfrm>
              <a:off x="2653469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0" name="四角形: 角を丸くする 139">
              <a:extLst>
                <a:ext uri="{FF2B5EF4-FFF2-40B4-BE49-F238E27FC236}">
                  <ns2:creationId id="{5E6E718F-8680-6DB5-EC15-332D7E1277D9}"/>
                </a:ext>
              </a:extLst>
            </p:cNvPr>
            <p:cNvSpPr/>
            <p:nvPr/>
          </p:nvSpPr>
          <p:spPr>
            <a:xfrm>
              <a:off x="270773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ns2:creationId id="{15611F1D-9992-5CF9-8FD7-2CC91F62F22F}"/>
                </a:ext>
              </a:extLst>
            </p:cNvPr>
            <p:cNvSpPr/>
            <p:nvPr/>
          </p:nvSpPr>
          <p:spPr>
            <a:xfrm>
              <a:off x="270773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7D6831CB-28E1-59D0-E1A0-45EDB01282C8}"/>
                </a:ext>
              </a:extLst>
            </p:cNvPr>
            <p:cNvSpPr/>
            <p:nvPr/>
          </p:nvSpPr>
          <p:spPr>
            <a:xfrm>
              <a:off x="5181590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3" name="四角形: 角を丸くする 142">
              <a:extLst>
                <a:ext uri="{FF2B5EF4-FFF2-40B4-BE49-F238E27FC236}">
                  <ns2:creationId id="{2B2757E4-2203-0FA9-9A22-E48BD3BDF3C2}"/>
                </a:ext>
              </a:extLst>
            </p:cNvPr>
            <p:cNvSpPr/>
            <p:nvPr/>
          </p:nvSpPr>
          <p:spPr>
            <a:xfrm>
              <a:off x="5254006" y="317646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4" name="正方形/長方形 143">
              <a:extLst>
                <a:ext uri="{FF2B5EF4-FFF2-40B4-BE49-F238E27FC236}">
                  <ns2:creationId id="{4F4AEE0D-6F09-A7CF-AD1E-07855F937EE3}"/>
                </a:ext>
              </a:extLst>
            </p:cNvPr>
            <p:cNvSpPr/>
            <p:nvPr/>
          </p:nvSpPr>
          <p:spPr>
            <a:xfrm>
              <a:off x="4338883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ns2:creationId id="{2FE2E53A-FDA3-DF36-B257-C5E38A29987D}"/>
                </a:ext>
              </a:extLst>
            </p:cNvPr>
            <p:cNvSpPr/>
            <p:nvPr/>
          </p:nvSpPr>
          <p:spPr>
            <a:xfrm>
              <a:off x="4387312" y="317063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83311B7F-F76F-5889-3EC3-2243A3857162}"/>
                </a:ext>
              </a:extLst>
            </p:cNvPr>
            <p:cNvSpPr/>
            <p:nvPr/>
          </p:nvSpPr>
          <p:spPr>
            <a:xfrm>
              <a:off x="3496176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7" name="四角形: 角を丸くする 146">
              <a:extLst>
                <a:ext uri="{FF2B5EF4-FFF2-40B4-BE49-F238E27FC236}">
                  <ns2:creationId id="{5392CA63-2E41-688C-F421-7E24F9E954B2}"/>
                </a:ext>
              </a:extLst>
            </p:cNvPr>
            <p:cNvSpPr/>
            <p:nvPr/>
          </p:nvSpPr>
          <p:spPr>
            <a:xfrm>
              <a:off x="3553644" y="317563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E4AC61ED-3FDC-23BD-1567-AD213386E8D8}"/>
                </a:ext>
              </a:extLst>
            </p:cNvPr>
            <p:cNvSpPr/>
            <p:nvPr/>
          </p:nvSpPr>
          <p:spPr>
            <a:xfrm>
              <a:off x="1820413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9" name="四角形: 角を丸くする 148">
              <a:extLst>
                <a:ext uri="{FF2B5EF4-FFF2-40B4-BE49-F238E27FC236}">
                  <ns2:creationId id="{9301FA0B-5E66-B599-1E3B-B77D26B9C6B6}"/>
                </a:ext>
              </a:extLst>
            </p:cNvPr>
            <p:cNvSpPr/>
            <p:nvPr/>
          </p:nvSpPr>
          <p:spPr>
            <a:xfrm>
              <a:off x="187136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0" name="四角形: 角を丸くする 149">
              <a:extLst>
                <a:ext uri="{FF2B5EF4-FFF2-40B4-BE49-F238E27FC236}">
                  <ns2:creationId id="{12D32DAD-5E6D-C272-9255-7753408ECE29}"/>
                </a:ext>
              </a:extLst>
            </p:cNvPr>
            <p:cNvSpPr/>
            <p:nvPr/>
          </p:nvSpPr>
          <p:spPr>
            <a:xfrm>
              <a:off x="1871363" y="375281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1" name="四角形: 角を丸くする 150">
              <a:extLst>
                <a:ext uri="{FF2B5EF4-FFF2-40B4-BE49-F238E27FC236}">
                  <ns2:creationId id="{435721EF-9A35-22E0-5E1A-38CCB78B470E}"/>
                </a:ext>
              </a:extLst>
            </p:cNvPr>
            <p:cNvSpPr/>
            <p:nvPr/>
          </p:nvSpPr>
          <p:spPr>
            <a:xfrm>
              <a:off x="187136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CA4342DC-FE3F-15CD-2E79-91F519F89428}"/>
                </a:ext>
              </a:extLst>
            </p:cNvPr>
            <p:cNvSpPr/>
            <p:nvPr/>
          </p:nvSpPr>
          <p:spPr>
            <a:xfrm>
              <a:off x="2668076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四角形: 角を丸くする 152">
              <a:extLst>
                <a:ext uri="{FF2B5EF4-FFF2-40B4-BE49-F238E27FC236}">
                  <ns2:creationId id="{52FA4005-BDC9-9BDB-218E-82DACBFE79A1}"/>
                </a:ext>
              </a:extLst>
            </p:cNvPr>
            <p:cNvSpPr/>
            <p:nvPr/>
          </p:nvSpPr>
          <p:spPr>
            <a:xfrm>
              <a:off x="2715991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4" name="四角形: 角を丸くする 153">
              <a:extLst>
                <a:ext uri="{FF2B5EF4-FFF2-40B4-BE49-F238E27FC236}">
                  <ns2:creationId id="{67CC393E-569C-5F12-2B14-7E126D157151}"/>
                </a:ext>
              </a:extLst>
            </p:cNvPr>
            <p:cNvSpPr/>
            <p:nvPr/>
          </p:nvSpPr>
          <p:spPr>
            <a:xfrm>
              <a:off x="2715991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B50E5F5E-F47B-6F1D-C132-BF11A17C860E}"/>
                </a:ext>
              </a:extLst>
            </p:cNvPr>
            <p:cNvSpPr/>
            <p:nvPr/>
          </p:nvSpPr>
          <p:spPr>
            <a:xfrm>
              <a:off x="3514120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67032891-0D28-731D-A1AF-32FD93593F2C}"/>
                </a:ext>
              </a:extLst>
            </p:cNvPr>
            <p:cNvSpPr/>
            <p:nvPr/>
          </p:nvSpPr>
          <p:spPr>
            <a:xfrm>
              <a:off x="4368908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7" name="四角形: 角を丸くする 156">
              <a:extLst>
                <a:ext uri="{FF2B5EF4-FFF2-40B4-BE49-F238E27FC236}">
                  <ns2:creationId id="{BE35ECDD-864C-1A0C-8A13-D7452F48AB2F}"/>
                </a:ext>
              </a:extLst>
            </p:cNvPr>
            <p:cNvSpPr/>
            <p:nvPr/>
          </p:nvSpPr>
          <p:spPr>
            <a:xfrm>
              <a:off x="441682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8" name="四角形: 角を丸くする 157">
              <a:extLst>
                <a:ext uri="{FF2B5EF4-FFF2-40B4-BE49-F238E27FC236}">
                  <ns2:creationId id="{3DED7495-9236-3D1B-C48E-D42941655AAC}"/>
                </a:ext>
              </a:extLst>
            </p:cNvPr>
            <p:cNvSpPr/>
            <p:nvPr/>
          </p:nvSpPr>
          <p:spPr>
            <a:xfrm>
              <a:off x="441682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9" name="四角形: 角を丸くする 158">
              <a:extLst>
                <a:ext uri="{FF2B5EF4-FFF2-40B4-BE49-F238E27FC236}">
                  <ns2:creationId id="{4B02A573-A8E4-DF2C-FE5A-F9B4F9D30517}"/>
                </a:ext>
              </a:extLst>
            </p:cNvPr>
            <p:cNvSpPr/>
            <p:nvPr/>
          </p:nvSpPr>
          <p:spPr>
            <a:xfrm>
              <a:off x="3561487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60" name="四角形: 角を丸くする 159">
              <a:extLst>
                <a:ext uri="{FF2B5EF4-FFF2-40B4-BE49-F238E27FC236}">
                  <ns2:creationId id="{4DA383A2-6D86-B077-00FF-5349D784ABF3}"/>
                </a:ext>
              </a:extLst>
            </p:cNvPr>
            <p:cNvSpPr/>
            <p:nvPr/>
          </p:nvSpPr>
          <p:spPr>
            <a:xfrm>
              <a:off x="3561487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61" name="グラフィックス 160" descr="人と循環 単色塗りつぶし">
              <a:extLst>
                <a:ext uri="{FF2B5EF4-FFF2-40B4-BE49-F238E27FC236}">
                  <ns2:creationId id="{784E2D2A-472A-0950-FA5A-34F268814B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851469" y="2822022"/>
              <a:ext cx="252000" cy="252000"/>
            </a:xfrm>
            <a:prstGeom prst="rect">
              <a:avLst/>
            </a:prstGeom>
          </p:spPr>
        </p:pic>
        <p:pic>
          <p:nvPicPr>
            <p:cNvPr id="162" name="グラフィックス 161" descr="手当て 単色塗りつぶし">
              <a:extLst>
                <a:ext uri="{FF2B5EF4-FFF2-40B4-BE49-F238E27FC236}">
                  <ns2:creationId id="{BA87E024-E6C4-548D-F386-BDA7D7F279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691655" y="2822022"/>
              <a:ext cx="252000" cy="252000"/>
            </a:xfrm>
            <a:prstGeom prst="rect">
              <a:avLst/>
            </a:prstGeom>
          </p:spPr>
        </p:pic>
        <p:pic>
          <p:nvPicPr>
            <p:cNvPr id="163" name="グラフィックス 162" descr="ブリーフケース 単色塗りつぶし">
              <a:extLst>
                <a:ext uri="{FF2B5EF4-FFF2-40B4-BE49-F238E27FC236}">
                  <ns2:creationId id="{49A26868-AA0C-C1BE-4479-36A0F553A4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4539324" y="2822022"/>
              <a:ext cx="252000" cy="252000"/>
            </a:xfrm>
            <a:prstGeom prst="rect">
              <a:avLst/>
            </a:prstGeom>
          </p:spPr>
        </p:pic>
        <p:pic>
          <p:nvPicPr>
            <p:cNvPr id="164" name="グラフィックス 163" descr="お金 単色塗りつぶし">
              <a:extLst>
                <a:ext uri="{FF2B5EF4-FFF2-40B4-BE49-F238E27FC236}">
                  <ns2:creationId id="{15031940-3CDA-A23E-3EB1-604192440A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5376292" y="2822022"/>
              <a:ext cx="252000" cy="252000"/>
            </a:xfrm>
            <a:prstGeom prst="rect">
              <a:avLst/>
            </a:prstGeom>
          </p:spPr>
        </p:pic>
        <p:pic>
          <p:nvPicPr>
            <p:cNvPr id="165" name="グラフィックス 164" descr="種 単色塗りつぶし">
              <a:extLst>
                <a:ext uri="{FF2B5EF4-FFF2-40B4-BE49-F238E27FC236}">
                  <ns2:creationId id="{B915DD55-73EE-77CC-5A70-7C72902484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026305" y="3524469"/>
              <a:ext cx="252000" cy="252000"/>
            </a:xfrm>
            <a:prstGeom prst="rect">
              <a:avLst/>
            </a:prstGeom>
          </p:spPr>
        </p:pic>
        <p:pic>
          <p:nvPicPr>
            <p:cNvPr id="166" name="グラフィックス 165" descr="評価 単色塗りつぶし">
              <a:extLst>
                <a:ext uri="{FF2B5EF4-FFF2-40B4-BE49-F238E27FC236}">
                  <ns2:creationId id="{C380E905-EA46-2883-C7F0-CAA2C09FF5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2862666" y="3556435"/>
              <a:ext cx="252000" cy="252000"/>
            </a:xfrm>
            <a:prstGeom prst="rect">
              <a:avLst/>
            </a:prstGeom>
          </p:spPr>
        </p:pic>
        <p:pic>
          <p:nvPicPr>
            <p:cNvPr id="167" name="グラフィックス 166" descr="シャッフル 単色塗りつぶし">
              <a:extLst>
                <a:ext uri="{FF2B5EF4-FFF2-40B4-BE49-F238E27FC236}">
                  <ns2:creationId id="{5792E925-C9AC-7292-2CA0-37D52ABD6B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3740768" y="3565179"/>
              <a:ext cx="252000" cy="252000"/>
            </a:xfrm>
            <a:prstGeom prst="rect">
              <a:avLst/>
            </a:prstGeom>
          </p:spPr>
        </p:pic>
        <p:pic>
          <p:nvPicPr>
            <p:cNvPr id="168" name="グラフィックス 167" descr="オンライン会議 単色塗りつぶし">
              <a:extLst>
                <a:ext uri="{FF2B5EF4-FFF2-40B4-BE49-F238E27FC236}">
                  <ns2:creationId id="{5EF37F50-6EA3-20EA-7BE2-A93DA8644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4572671" y="3565182"/>
              <a:ext cx="252000" cy="252000"/>
            </a:xfrm>
            <a:prstGeom prst="rect">
              <a:avLst/>
            </a:prstGeom>
          </p:spPr>
        </p:pic>
      </p:grpSp>
      <p:grpSp>
        <p:nvGrpSpPr>
          <p:cNvPr id="17" name="グループ化 16">
            <a:extLst>
              <a:ext uri="{FF2B5EF4-FFF2-40B4-BE49-F238E27FC236}">
                <ns2:creationId id="{AF798078-0213-0E75-9522-D161DA7F630E}"/>
              </a:ext>
            </a:extLst>
          </p:cNvPr>
          <p:cNvGrpSpPr/>
          <p:nvPr/>
        </p:nvGrpSpPr>
        <p:grpSpPr>
          <a:xfrm>
            <a:off x="6214989" y="1628775"/>
            <a:ext cx="5652000" cy="2582139"/>
            <a:chOff x="6214989" y="1628775"/>
            <a:chExt cx="5652000" cy="2582139"/>
          </a:xfrm>
        </p:grpSpPr>
        <p:sp>
          <p:nvSpPr>
            <p:cNvPr id="119" name="正方形/長方形 118">
              <a:extLst>
                <a:ext uri="{FF2B5EF4-FFF2-40B4-BE49-F238E27FC236}">
                  <ns2:creationId id="{1931573B-3FC3-6980-7DED-485F16C5F77E}"/>
                </a:ext>
              </a:extLst>
            </p:cNvPr>
            <p:cNvSpPr/>
            <p:nvPr/>
          </p:nvSpPr>
          <p:spPr>
            <a:xfrm>
              <a:off x="6214989" y="1628775"/>
              <a:ext cx="1296000" cy="216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>
                  <a:solidFill>
                    <a:schemeClr val="bg1"/>
                  </a:solidFill>
                </a:rPr>
                <a:t>XX</a:t>
              </a:r>
              <a:endParaRPr lang="ja-JP" altLang="en-US" sz="1400">
                <a:solidFill>
                  <a:schemeClr val="bg1"/>
                </a:solidFill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0C5F64F7-34FE-7410-996E-60EB0DB1E457}"/>
                </a:ext>
              </a:extLst>
            </p:cNvPr>
            <p:cNvSpPr/>
            <p:nvPr/>
          </p:nvSpPr>
          <p:spPr>
            <a:xfrm>
              <a:off x="6214989" y="1907596"/>
              <a:ext cx="5652000" cy="230331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A4153DF7-48C9-D667-C515-6FDC6F9A32C8}"/>
                </a:ext>
              </a:extLst>
            </p:cNvPr>
            <p:cNvSpPr/>
            <p:nvPr/>
          </p:nvSpPr>
          <p:spPr>
            <a:xfrm>
              <a:off x="6425487" y="2619137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61587E5B-625F-7565-FB3F-259A9F5312ED}"/>
                </a:ext>
              </a:extLst>
            </p:cNvPr>
            <p:cNvSpPr/>
            <p:nvPr/>
          </p:nvSpPr>
          <p:spPr>
            <a:xfrm>
              <a:off x="6425485" y="322315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FEBDC819-C673-0832-6827-F0F846E71B9B}"/>
                </a:ext>
              </a:extLst>
            </p:cNvPr>
            <p:cNvSpPr/>
            <p:nvPr/>
          </p:nvSpPr>
          <p:spPr>
            <a:xfrm>
              <a:off x="6425486" y="382717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加算記号 127">
              <a:extLst>
                <a:ext uri="{FF2B5EF4-FFF2-40B4-BE49-F238E27FC236}">
                  <ns2:creationId id="{EF01E554-101F-7208-7C8F-C74DADB548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85485" y="2960821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4490DA01-AB4E-401F-65BE-791B759FF67B}"/>
                </a:ext>
              </a:extLst>
            </p:cNvPr>
            <p:cNvSpPr/>
            <p:nvPr/>
          </p:nvSpPr>
          <p:spPr>
            <a:xfrm>
              <a:off x="7772959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4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6346CBA8-98DE-C7B7-1101-502CB1563464}"/>
                </a:ext>
              </a:extLst>
            </p:cNvPr>
            <p:cNvSpPr/>
            <p:nvPr/>
          </p:nvSpPr>
          <p:spPr>
            <a:xfrm>
              <a:off x="9490718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手動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0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4" name="加算記号 133">
              <a:extLst>
                <a:ext uri="{FF2B5EF4-FFF2-40B4-BE49-F238E27FC236}">
                  <ns2:creationId id="{0BEE8B7E-E344-CD26-0F14-C6A2F7CDA5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72434" y="3571062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9" name="四角形: 角を丸くする 168">
              <a:extLst>
                <a:ext uri="{FF2B5EF4-FFF2-40B4-BE49-F238E27FC236}">
                  <ns2:creationId id="{BD8DD651-2BFA-28E3-0C00-915970C6C3B8}"/>
                </a:ext>
              </a:extLst>
            </p:cNvPr>
            <p:cNvSpPr/>
            <p:nvPr/>
          </p:nvSpPr>
          <p:spPr>
            <a:xfrm>
              <a:off x="7600192" y="2327272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E9038C3C-F83E-EDA1-E711-3B47301CA7EB}"/>
                </a:ext>
              </a:extLst>
            </p:cNvPr>
            <p:cNvSpPr/>
            <p:nvPr/>
          </p:nvSpPr>
          <p:spPr>
            <a:xfrm>
              <a:off x="7653047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1" name="四角形: 角を丸くする 170">
              <a:extLst>
                <a:ext uri="{FF2B5EF4-FFF2-40B4-BE49-F238E27FC236}">
                  <ns2:creationId id="{E0B40B58-2104-A2A4-5AB3-9DA6E08CEA0B}"/>
                </a:ext>
              </a:extLst>
            </p:cNvPr>
            <p:cNvSpPr/>
            <p:nvPr/>
          </p:nvSpPr>
          <p:spPr>
            <a:xfrm>
              <a:off x="7716698" y="318300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72" name="グラフィックス 171" descr="正規分布 単色塗りつぶし">
              <a:extLst>
                <a:ext uri="{FF2B5EF4-FFF2-40B4-BE49-F238E27FC236}">
                  <ns2:creationId id="{D86EE1E9-AAB9-EBCC-0E3E-9F6DC30F41A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7852361" y="2842268"/>
              <a:ext cx="252000" cy="252000"/>
            </a:xfrm>
            <a:prstGeom prst="rect">
              <a:avLst/>
            </a:prstGeom>
          </p:spPr>
        </p:pic>
        <p:sp>
          <p:nvSpPr>
            <p:cNvPr id="173" name="正方形/長方形 172">
              <a:extLst>
                <a:ext uri="{FF2B5EF4-FFF2-40B4-BE49-F238E27FC236}">
                  <ns2:creationId id="{D312A3C3-FB92-62B9-AC0B-2F5CF6A0DC6B}"/>
                </a:ext>
              </a:extLst>
            </p:cNvPr>
            <p:cNvSpPr/>
            <p:nvPr/>
          </p:nvSpPr>
          <p:spPr>
            <a:xfrm>
              <a:off x="8495754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4" name="四角形: 角を丸くする 173">
              <a:extLst>
                <a:ext uri="{FF2B5EF4-FFF2-40B4-BE49-F238E27FC236}">
                  <ns2:creationId id="{42C22D77-BA3C-3594-6A48-544D0C2F5E0B}"/>
                </a:ext>
              </a:extLst>
            </p:cNvPr>
            <p:cNvSpPr/>
            <p:nvPr/>
          </p:nvSpPr>
          <p:spPr>
            <a:xfrm>
              <a:off x="8550019" y="319588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0E0C84B8-1E6F-4DD4-9717-EFCC57CBB309}"/>
                </a:ext>
              </a:extLst>
            </p:cNvPr>
            <p:cNvSpPr/>
            <p:nvPr/>
          </p:nvSpPr>
          <p:spPr>
            <a:xfrm>
              <a:off x="11023875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AC11F244-EEA8-3967-C42A-8A4EBDE6DE46}"/>
                </a:ext>
              </a:extLst>
            </p:cNvPr>
            <p:cNvSpPr/>
            <p:nvPr/>
          </p:nvSpPr>
          <p:spPr>
            <a:xfrm>
              <a:off x="11078705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BB89AABB-C44F-DD54-6005-0F0996EF4636}"/>
                </a:ext>
              </a:extLst>
            </p:cNvPr>
            <p:cNvSpPr/>
            <p:nvPr/>
          </p:nvSpPr>
          <p:spPr>
            <a:xfrm>
              <a:off x="10181168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78" name="四角形: 角を丸くする 177">
              <a:extLst>
                <a:ext uri="{FF2B5EF4-FFF2-40B4-BE49-F238E27FC236}">
                  <ns2:creationId id="{368B0333-746D-DA60-981A-DD09D4312281}"/>
                </a:ext>
              </a:extLst>
            </p:cNvPr>
            <p:cNvSpPr/>
            <p:nvPr/>
          </p:nvSpPr>
          <p:spPr>
            <a:xfrm>
              <a:off x="10229597" y="31908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5C5E5C66-E1AC-E999-A002-64942FBC7029}"/>
                </a:ext>
              </a:extLst>
            </p:cNvPr>
            <p:cNvSpPr/>
            <p:nvPr/>
          </p:nvSpPr>
          <p:spPr>
            <a:xfrm>
              <a:off x="9338461" y="2629858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95FF2AD9-D9FB-795F-92AD-B47E324DBB10}"/>
                </a:ext>
              </a:extLst>
            </p:cNvPr>
            <p:cNvSpPr/>
            <p:nvPr/>
          </p:nvSpPr>
          <p:spPr>
            <a:xfrm>
              <a:off x="9395929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5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3DFFC332-D0BA-9961-3DC5-046C906C1441}"/>
                </a:ext>
              </a:extLst>
            </p:cNvPr>
            <p:cNvSpPr/>
            <p:nvPr/>
          </p:nvSpPr>
          <p:spPr>
            <a:xfrm>
              <a:off x="7662698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2" name="四角形: 角を丸くする 181">
              <a:extLst>
                <a:ext uri="{FF2B5EF4-FFF2-40B4-BE49-F238E27FC236}">
                  <ns2:creationId id="{52AB27CB-E14C-AC9F-0665-027F18025966}"/>
                </a:ext>
              </a:extLst>
            </p:cNvPr>
            <p:cNvSpPr/>
            <p:nvPr/>
          </p:nvSpPr>
          <p:spPr>
            <a:xfrm>
              <a:off x="771364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8BD65C6B-E830-7112-7A38-7A84AA2E82CA}"/>
                </a:ext>
              </a:extLst>
            </p:cNvPr>
            <p:cNvSpPr/>
            <p:nvPr/>
          </p:nvSpPr>
          <p:spPr>
            <a:xfrm>
              <a:off x="8510361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4" name="四角形: 角を丸くする 183">
              <a:extLst>
                <a:ext uri="{FF2B5EF4-FFF2-40B4-BE49-F238E27FC236}">
                  <ns2:creationId id="{55A0A759-8FEF-F72D-CE2B-0FDC7FD2D848}"/>
                </a:ext>
              </a:extLst>
            </p:cNvPr>
            <p:cNvSpPr/>
            <p:nvPr/>
          </p:nvSpPr>
          <p:spPr>
            <a:xfrm>
              <a:off x="8558276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5" name="正方形/長方形 184">
              <a:extLst>
                <a:ext uri="{FF2B5EF4-FFF2-40B4-BE49-F238E27FC236}">
                  <ns2:creationId id="{232A5FCA-9CDF-4770-046E-6196FD9CE5E7}"/>
                </a:ext>
              </a:extLst>
            </p:cNvPr>
            <p:cNvSpPr/>
            <p:nvPr/>
          </p:nvSpPr>
          <p:spPr>
            <a:xfrm>
              <a:off x="9356405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6" name="正方形/長方形 185">
              <a:extLst>
                <a:ext uri="{FF2B5EF4-FFF2-40B4-BE49-F238E27FC236}">
                  <ns2:creationId id="{829E183A-5C40-D3A4-051E-404B7D626CA7}"/>
                </a:ext>
              </a:extLst>
            </p:cNvPr>
            <p:cNvSpPr/>
            <p:nvPr/>
          </p:nvSpPr>
          <p:spPr>
            <a:xfrm>
              <a:off x="10211193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87" name="四角形: 角を丸くする 186">
              <a:extLst>
                <a:ext uri="{FF2B5EF4-FFF2-40B4-BE49-F238E27FC236}">
                  <ns2:creationId id="{8EBA903A-D555-6755-8C62-222492E05D27}"/>
                </a:ext>
              </a:extLst>
            </p:cNvPr>
            <p:cNvSpPr/>
            <p:nvPr/>
          </p:nvSpPr>
          <p:spPr>
            <a:xfrm>
              <a:off x="1025910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88" name="四角形: 角を丸くする 187">
              <a:extLst>
                <a:ext uri="{FF2B5EF4-FFF2-40B4-BE49-F238E27FC236}">
                  <ns2:creationId id="{9503901E-62F1-3132-DEC3-17487E3DC63C}"/>
                </a:ext>
              </a:extLst>
            </p:cNvPr>
            <p:cNvSpPr/>
            <p:nvPr/>
          </p:nvSpPr>
          <p:spPr>
            <a:xfrm>
              <a:off x="9403772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189" name="グラフィックス 188" descr="人と循環 単色塗りつぶし">
              <a:extLst>
                <a:ext uri="{FF2B5EF4-FFF2-40B4-BE49-F238E27FC236}">
                  <ns2:creationId id="{56997F96-633F-6A18-94E8-8F97801165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8693754" y="2842268"/>
              <a:ext cx="252000" cy="252000"/>
            </a:xfrm>
            <a:prstGeom prst="rect">
              <a:avLst/>
            </a:prstGeom>
          </p:spPr>
        </p:pic>
        <p:pic>
          <p:nvPicPr>
            <p:cNvPr id="190" name="グラフィックス 189" descr="手当て 単色塗りつぶし">
              <a:extLst>
                <a:ext uri="{FF2B5EF4-FFF2-40B4-BE49-F238E27FC236}">
                  <ns2:creationId id="{4D5766A2-0EBC-A8D9-464B-0C4C539AF2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9533940" y="2770554"/>
              <a:ext cx="216000" cy="216000"/>
            </a:xfrm>
            <a:prstGeom prst="rect">
              <a:avLst/>
            </a:prstGeom>
          </p:spPr>
        </p:pic>
        <p:pic>
          <p:nvPicPr>
            <p:cNvPr id="191" name="グラフィックス 190" descr="ブリーフケース 単色塗りつぶし">
              <a:extLst>
                <a:ext uri="{FF2B5EF4-FFF2-40B4-BE49-F238E27FC236}">
                  <ns2:creationId id="{4DC27152-A785-61AD-099D-956E00B235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0381609" y="2842268"/>
              <a:ext cx="252000" cy="252000"/>
            </a:xfrm>
            <a:prstGeom prst="rect">
              <a:avLst/>
            </a:prstGeom>
          </p:spPr>
        </p:pic>
        <p:pic>
          <p:nvPicPr>
            <p:cNvPr id="192" name="グラフィックス 191" descr="お金 単色塗りつぶし">
              <a:extLst>
                <a:ext uri="{FF2B5EF4-FFF2-40B4-BE49-F238E27FC236}">
                  <ns2:creationId id="{55F5642D-1031-02A2-3340-7D6D139CE6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11218577" y="2770554"/>
              <a:ext cx="216000" cy="216000"/>
            </a:xfrm>
            <a:prstGeom prst="rect">
              <a:avLst/>
            </a:prstGeom>
          </p:spPr>
        </p:pic>
        <p:pic>
          <p:nvPicPr>
            <p:cNvPr id="193" name="グラフィックス 192" descr="種 単色塗りつぶし">
              <a:extLst>
                <a:ext uri="{FF2B5EF4-FFF2-40B4-BE49-F238E27FC236}">
                  <ns2:creationId id="{5928866F-2704-47A0-B4FD-4A4296AB34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868590" y="3544715"/>
              <a:ext cx="252000" cy="252000"/>
            </a:xfrm>
            <a:prstGeom prst="rect">
              <a:avLst/>
            </a:prstGeom>
          </p:spPr>
        </p:pic>
        <p:pic>
          <p:nvPicPr>
            <p:cNvPr id="194" name="グラフィックス 193" descr="評価 単色塗りつぶし">
              <a:extLst>
                <a:ext uri="{FF2B5EF4-FFF2-40B4-BE49-F238E27FC236}">
                  <ns2:creationId id="{9F342BB4-AA42-4779-A9A8-D90CEE9929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704951" y="3576681"/>
              <a:ext cx="252000" cy="252000"/>
            </a:xfrm>
            <a:prstGeom prst="rect">
              <a:avLst/>
            </a:prstGeom>
          </p:spPr>
        </p:pic>
        <p:pic>
          <p:nvPicPr>
            <p:cNvPr id="195" name="グラフィックス 194" descr="シャッフル 単色塗りつぶし">
              <a:extLst>
                <a:ext uri="{FF2B5EF4-FFF2-40B4-BE49-F238E27FC236}">
                  <ns2:creationId id="{CBAEB305-0EDE-44FB-BD92-C7BCB37E42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9583053" y="3585425"/>
              <a:ext cx="252000" cy="252000"/>
            </a:xfrm>
            <a:prstGeom prst="rect">
              <a:avLst/>
            </a:prstGeom>
          </p:spPr>
        </p:pic>
        <p:pic>
          <p:nvPicPr>
            <p:cNvPr id="196" name="グラフィックス 195" descr="オンライン会議 単色塗りつぶし">
              <a:extLst>
                <a:ext uri="{FF2B5EF4-FFF2-40B4-BE49-F238E27FC236}">
                  <ns2:creationId id="{9A0FC2F9-5A0B-B59B-3036-AFB5C1564F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10414956" y="3585428"/>
              <a:ext cx="252000" cy="252000"/>
            </a:xfrm>
            <a:prstGeom prst="rect">
              <a:avLst/>
            </a:prstGeom>
          </p:spPr>
        </p:pic>
        <p:sp>
          <p:nvSpPr>
            <p:cNvPr id="197" name="四角形: 角を丸くする 196">
              <a:extLst>
                <a:ext uri="{FF2B5EF4-FFF2-40B4-BE49-F238E27FC236}">
                  <ns2:creationId id="{A29B50D7-CC20-4FA4-E1D5-2539B9B3745D}"/>
                </a:ext>
              </a:extLst>
            </p:cNvPr>
            <p:cNvSpPr/>
            <p:nvPr/>
          </p:nvSpPr>
          <p:spPr>
            <a:xfrm>
              <a:off x="7718936" y="388649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5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98" name="四角形: 角を丸くする 197">
              <a:extLst>
                <a:ext uri="{FF2B5EF4-FFF2-40B4-BE49-F238E27FC236}">
                  <ns2:creationId id="{A6743191-9C95-F510-CE46-6121FF3134CF}"/>
                </a:ext>
              </a:extLst>
            </p:cNvPr>
            <p:cNvSpPr/>
            <p:nvPr/>
          </p:nvSpPr>
          <p:spPr>
            <a:xfrm>
              <a:off x="9393574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99" name="四角形: 角を丸くする 198">
              <a:extLst>
                <a:ext uri="{FF2B5EF4-FFF2-40B4-BE49-F238E27FC236}">
                  <ns2:creationId id="{22B67E1C-D8B4-03AB-1298-6FE5BE1CC93C}"/>
                </a:ext>
              </a:extLst>
            </p:cNvPr>
            <p:cNvSpPr/>
            <p:nvPr/>
          </p:nvSpPr>
          <p:spPr>
            <a:xfrm>
              <a:off x="11074577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12" name="二等辺三角形 11">
            <a:extLst>
              <a:ext uri="{FF2B5EF4-FFF2-40B4-BE49-F238E27FC236}">
                <ns2:creationId id="{205C48DC-E398-2B99-20AA-02567568D86F}"/>
              </a:ext>
            </a:extLst>
          </p:cNvPr>
          <p:cNvSpPr/>
          <p:nvPr/>
        </p:nvSpPr>
        <p:spPr>
          <a:xfrm rot="10800000">
            <a:off x="5690546" y="4248511"/>
            <a:ext cx="828000" cy="216000"/>
          </a:xfrm>
          <a:prstGeom prst="triangle">
            <a:avLst>
              <a:gd name="adj" fmla="val 51342"/>
            </a:avLst>
          </a:prstGeom>
          <a:solidFill>
            <a:srgbClr val="008000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ns2:creationId id="{27087540-EFBE-FA33-CDA8-A81B2CAE6906}"/>
              </a:ext>
            </a:extLst>
          </p:cNvPr>
          <p:cNvGrpSpPr/>
          <p:nvPr/>
        </p:nvGrpSpPr>
        <p:grpSpPr>
          <a:xfrm>
            <a:off x="347160" y="4499609"/>
            <a:ext cx="11510012" cy="2100305"/>
            <a:chOff x="347160" y="4499609"/>
            <a:chExt cx="11510012" cy="2100305"/>
          </a:xfrm>
        </p:grpSpPr>
        <p:sp>
          <p:nvSpPr>
            <p:cNvPr id="73" name="正方形/長方形 72">
              <a:extLst>
                <a:ext uri="{FF2B5EF4-FFF2-40B4-BE49-F238E27FC236}">
                  <ns2:creationId id="{CC14C9F5-DCCA-B2EC-F509-B22A1B168B1B}"/>
                </a:ext>
              </a:extLst>
            </p:cNvPr>
            <p:cNvSpPr/>
            <p:nvPr/>
          </p:nvSpPr>
          <p:spPr>
            <a:xfrm>
              <a:off x="349908" y="4499609"/>
              <a:ext cx="2106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810E3646-A86A-A614-0D01-F41631B44F73}"/>
                </a:ext>
              </a:extLst>
            </p:cNvPr>
            <p:cNvSpPr/>
            <p:nvPr/>
          </p:nvSpPr>
          <p:spPr>
            <a:xfrm>
              <a:off x="2520767" y="4499609"/>
              <a:ext cx="2016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4FF00083-DDB8-8992-96A2-73646C28CAB3}"/>
                </a:ext>
              </a:extLst>
            </p:cNvPr>
            <p:cNvSpPr/>
            <p:nvPr/>
          </p:nvSpPr>
          <p:spPr>
            <a:xfrm>
              <a:off x="4612902" y="4499609"/>
              <a:ext cx="1260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BDF4A441-8473-AEA4-A30F-25FEB56F5FAF}"/>
                </a:ext>
              </a:extLst>
            </p:cNvPr>
            <p:cNvSpPr/>
            <p:nvPr/>
          </p:nvSpPr>
          <p:spPr>
            <a:xfrm>
              <a:off x="5949037" y="4499609"/>
              <a:ext cx="1512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3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6DC29F55-EC22-01AF-5068-BE2DC733F513}"/>
                </a:ext>
              </a:extLst>
            </p:cNvPr>
            <p:cNvSpPr/>
            <p:nvPr/>
          </p:nvSpPr>
          <p:spPr>
            <a:xfrm>
              <a:off x="7530488" y="4499609"/>
              <a:ext cx="4320000" cy="242683"/>
            </a:xfrm>
            <a:prstGeom prst="rect">
              <a:avLst/>
            </a:prstGeom>
            <a:solidFill>
              <a:srgbClr val="7FBF7F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CFFDD820-6C00-5949-AEB4-9A8A1F522691}"/>
                </a:ext>
              </a:extLst>
            </p:cNvPr>
            <p:cNvSpPr/>
            <p:nvPr/>
          </p:nvSpPr>
          <p:spPr>
            <a:xfrm>
              <a:off x="351013" y="4783742"/>
              <a:ext cx="648000" cy="1008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15B2FAAA-D73A-6E6B-22E9-C55769A3DD1A}"/>
                </a:ext>
              </a:extLst>
            </p:cNvPr>
            <p:cNvSpPr/>
            <p:nvPr/>
          </p:nvSpPr>
          <p:spPr>
            <a:xfrm>
              <a:off x="356734" y="5839875"/>
              <a:ext cx="648000" cy="468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F116EC55-AE9B-7F2A-65CA-64EF0CF9C039}"/>
                </a:ext>
              </a:extLst>
            </p:cNvPr>
            <p:cNvSpPr/>
            <p:nvPr/>
          </p:nvSpPr>
          <p:spPr>
            <a:xfrm>
              <a:off x="1040632" y="4783741"/>
              <a:ext cx="1404000" cy="46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E2697B5C-A6CC-AA1C-3175-8BB6AC414A25}"/>
                </a:ext>
              </a:extLst>
            </p:cNvPr>
            <p:cNvSpPr/>
            <p:nvPr/>
          </p:nvSpPr>
          <p:spPr>
            <a:xfrm>
              <a:off x="1040632" y="5293808"/>
              <a:ext cx="1404000" cy="50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49DC139C-FEF6-DBE6-7678-69763E3FDCF6}"/>
                </a:ext>
              </a:extLst>
            </p:cNvPr>
            <p:cNvSpPr/>
            <p:nvPr/>
          </p:nvSpPr>
          <p:spPr>
            <a:xfrm>
              <a:off x="1040632" y="5839875"/>
              <a:ext cx="1404000" cy="46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05D5271C-3FF0-97DC-4F0E-6E70650B5640}"/>
                </a:ext>
              </a:extLst>
            </p:cNvPr>
            <p:cNvSpPr/>
            <p:nvPr/>
          </p:nvSpPr>
          <p:spPr>
            <a:xfrm>
              <a:off x="2520767" y="4783741"/>
              <a:ext cx="2016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1400" b="1">
                  <a:solidFill>
                    <a:srgbClr val="000000"/>
                  </a:solidFill>
                  <a:latin typeface="+mn-ea"/>
                </a:rPr>
                <a:t>XX</a:t>
              </a:r>
              <a:endParaRPr lang="ja-JP" altLang="en-US" sz="14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8B08E1EF-0535-CF05-9EF5-03BFA8306070}"/>
                </a:ext>
              </a:extLst>
            </p:cNvPr>
            <p:cNvSpPr/>
            <p:nvPr/>
          </p:nvSpPr>
          <p:spPr>
            <a:xfrm>
              <a:off x="2520767" y="5293808"/>
              <a:ext cx="2016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b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14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="1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4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09A15D33-8A99-7D3A-2EA3-72AD446941FF}"/>
                </a:ext>
              </a:extLst>
            </p:cNvPr>
            <p:cNvSpPr/>
            <p:nvPr/>
          </p:nvSpPr>
          <p:spPr>
            <a:xfrm>
              <a:off x="2520767" y="5839875"/>
              <a:ext cx="2016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063AEF94-845B-2837-ED0C-0B7150F2D7B6}"/>
                </a:ext>
              </a:extLst>
            </p:cNvPr>
            <p:cNvSpPr/>
            <p:nvPr/>
          </p:nvSpPr>
          <p:spPr>
            <a:xfrm>
              <a:off x="4612902" y="4783741"/>
              <a:ext cx="126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9D728223-697F-E300-72BC-CEB3F7DC85C1}"/>
                </a:ext>
              </a:extLst>
            </p:cNvPr>
            <p:cNvSpPr/>
            <p:nvPr/>
          </p:nvSpPr>
          <p:spPr>
            <a:xfrm>
              <a:off x="4612902" y="5293808"/>
              <a:ext cx="1260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rgbClr val="000000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BAB26CFB-69AB-0C42-FC76-F90A49918956}"/>
                </a:ext>
              </a:extLst>
            </p:cNvPr>
            <p:cNvSpPr/>
            <p:nvPr/>
          </p:nvSpPr>
          <p:spPr>
            <a:xfrm>
              <a:off x="4612902" y="5839875"/>
              <a:ext cx="126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2EF02C5F-DB3C-9CEB-79A7-805AA5BED621}"/>
                </a:ext>
              </a:extLst>
            </p:cNvPr>
            <p:cNvSpPr/>
            <p:nvPr/>
          </p:nvSpPr>
          <p:spPr>
            <a:xfrm>
              <a:off x="5949037" y="4783741"/>
              <a:ext cx="1512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aseline="30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</a:t>
              </a:r>
              <a:endParaRPr lang="ja-JP" altLang="en-US" sz="1400" baseline="30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9B4ECC5E-62D4-5E19-A97D-203640B27FE4}"/>
                </a:ext>
              </a:extLst>
            </p:cNvPr>
            <p:cNvSpPr/>
            <p:nvPr/>
          </p:nvSpPr>
          <p:spPr>
            <a:xfrm>
              <a:off x="5949037" y="5293808"/>
              <a:ext cx="1512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baseline="30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※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1A2928B2-68E0-2ECF-A087-B6B5F28D7D70}"/>
                </a:ext>
              </a:extLst>
            </p:cNvPr>
            <p:cNvSpPr/>
            <p:nvPr/>
          </p:nvSpPr>
          <p:spPr>
            <a:xfrm>
              <a:off x="5949037" y="5839875"/>
              <a:ext cx="1512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6D3451AA-AF35-A346-16A3-2ADA4A2875D6}"/>
                </a:ext>
              </a:extLst>
            </p:cNvPr>
            <p:cNvSpPr/>
            <p:nvPr/>
          </p:nvSpPr>
          <p:spPr>
            <a:xfrm>
              <a:off x="7530488" y="4783741"/>
              <a:ext cx="432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97F11F68-6D8E-13B7-376E-05F83636B716}"/>
                </a:ext>
              </a:extLst>
            </p:cNvPr>
            <p:cNvSpPr/>
            <p:nvPr/>
          </p:nvSpPr>
          <p:spPr>
            <a:xfrm>
              <a:off x="7537172" y="5293808"/>
              <a:ext cx="4320000" cy="50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B1DF425E-5967-7DCF-66E0-0DC1EAA12339}"/>
                </a:ext>
              </a:extLst>
            </p:cNvPr>
            <p:cNvSpPr/>
            <p:nvPr/>
          </p:nvSpPr>
          <p:spPr>
            <a:xfrm>
              <a:off x="7537172" y="5839875"/>
              <a:ext cx="4320000" cy="46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ja-JP" altLang="en-US" sz="11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210" name="グループ化 209">
              <a:extLst>
                <a:ext uri="{FF2B5EF4-FFF2-40B4-BE49-F238E27FC236}">
                  <ns2:creationId id="{18210A6D-41A2-3635-8654-CD83F0F8982D}"/>
                </a:ext>
              </a:extLst>
            </p:cNvPr>
            <p:cNvGrpSpPr/>
            <p:nvPr/>
          </p:nvGrpSpPr>
          <p:grpSpPr>
            <a:xfrm>
              <a:off x="2526888" y="5280316"/>
              <a:ext cx="9330150" cy="0"/>
              <a:chOff x="2536057" y="5280316"/>
              <a:chExt cx="9330150" cy="0"/>
            </a:xfrm>
          </p:grpSpPr>
          <p:cxnSp>
            <p:nvCxnSpPr>
              <p:cNvPr id="201" name="直線コネクタ 200">
                <a:extLst>
                  <a:ext uri="{FF2B5EF4-FFF2-40B4-BE49-F238E27FC236}">
                    <ns2:creationId id="{E522FA3E-D7F8-45CA-C2B9-AF019D4706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36057" y="5280316"/>
                <a:ext cx="20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直線コネクタ 202">
                <a:extLst>
                  <a:ext uri="{FF2B5EF4-FFF2-40B4-BE49-F238E27FC236}">
                    <ns2:creationId id="{6EB70B41-F196-7EF1-D99E-52EEAC549F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22032" y="5280316"/>
                <a:ext cx="126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線コネクタ 203">
                <a:extLst>
                  <a:ext uri="{FF2B5EF4-FFF2-40B4-BE49-F238E27FC236}">
                    <ns2:creationId id="{F1A28FB3-4A02-3C37-2080-9FBC6D8B37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55532" y="5280316"/>
                <a:ext cx="15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線コネクタ 204">
                <a:extLst>
                  <a:ext uri="{FF2B5EF4-FFF2-40B4-BE49-F238E27FC236}">
                    <ns2:creationId id="{87B80828-F9BA-4396-CC5A-0C58151A02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6207" y="5280316"/>
                <a:ext cx="43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1" name="グループ化 210">
              <a:extLst>
                <a:ext uri="{FF2B5EF4-FFF2-40B4-BE49-F238E27FC236}">
                  <ns2:creationId id="{C25CDC5A-BACB-58BD-607C-7798DDC7D24A}"/>
                </a:ext>
              </a:extLst>
            </p:cNvPr>
            <p:cNvGrpSpPr/>
            <p:nvPr/>
          </p:nvGrpSpPr>
          <p:grpSpPr>
            <a:xfrm>
              <a:off x="2526888" y="5820825"/>
              <a:ext cx="9330150" cy="0"/>
              <a:chOff x="2536057" y="5280316"/>
              <a:chExt cx="9330150" cy="0"/>
            </a:xfrm>
          </p:grpSpPr>
          <p:cxnSp>
            <p:nvCxnSpPr>
              <p:cNvPr id="212" name="直線コネクタ 211">
                <a:extLst>
                  <a:ext uri="{FF2B5EF4-FFF2-40B4-BE49-F238E27FC236}">
                    <ns2:creationId id="{ACE04E4A-6614-A8B8-1CD2-5FE1B31ABB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36057" y="5280316"/>
                <a:ext cx="2016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線コネクタ 212">
                <a:extLst>
                  <a:ext uri="{FF2B5EF4-FFF2-40B4-BE49-F238E27FC236}">
                    <ns2:creationId id="{CD4AC04D-C88D-F66E-2D8F-5E3D411D86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22032" y="5280316"/>
                <a:ext cx="126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直線コネクタ 213">
                <a:extLst>
                  <a:ext uri="{FF2B5EF4-FFF2-40B4-BE49-F238E27FC236}">
                    <ns2:creationId id="{9A0AA1D6-0898-E09A-34B4-0014514A52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55532" y="5280316"/>
                <a:ext cx="15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直線コネクタ 214">
                <a:extLst>
                  <a:ext uri="{FF2B5EF4-FFF2-40B4-BE49-F238E27FC236}">
                    <ns2:creationId id="{3DFD098C-2617-58E7-3884-8F852A9D56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6207" y="5280316"/>
                <a:ext cx="4320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正方形/長方形 15">
              <a:extLst>
                <a:ext uri="{FF2B5EF4-FFF2-40B4-BE49-F238E27FC236}">
                  <ns2:creationId id="{76BE3B78-EC7C-E745-79C5-988A1181F530}"/>
                </a:ext>
              </a:extLst>
            </p:cNvPr>
            <p:cNvSpPr/>
            <p:nvPr/>
          </p:nvSpPr>
          <p:spPr>
            <a:xfrm>
              <a:off x="347160" y="6347914"/>
              <a:ext cx="8853132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ts val="800"/>
                </a:lnSpc>
              </a:pP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 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>
                  <a:solidFill>
                    <a:srgbClr val="7F7F7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ns5:creationId val="2397243955"/>
      </p:ext>
    </p:extLst>
  </p:cSld>
  <p:clrMapOvr>
    <a:masterClrMapping/>
  </p:clrMapOvr>
</p:sld>
</file>

<file path=ppt/slides/slide33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2241242-8C06-D0E1-FEBF-F118120B2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ns2:creationId id="{A21EDECF-17EF-76B3-D89E-1BC7FB9F7C9F}"/>
              </a:ext>
            </a:extLst>
          </p:cNvPr>
          <p:cNvGrpSpPr/>
          <p:nvPr/>
        </p:nvGrpSpPr>
        <p:grpSpPr>
          <a:xfrm>
            <a:off x="6214989" y="1628775"/>
            <a:ext cx="5652000" cy="2582139"/>
            <a:chOff x="6214989" y="1628775"/>
            <a:chExt cx="5652000" cy="2582139"/>
          </a:xfrm>
        </p:grpSpPr>
        <p:sp>
          <p:nvSpPr>
            <p:cNvPr id="16" name="正方形/長方形 15">
              <a:extLst>
                <a:ext uri="{FF2B5EF4-FFF2-40B4-BE49-F238E27FC236}">
                  <ns2:creationId id="{5F7F5C8E-7F3B-3362-9AA8-AF622E7D5CA7}"/>
                </a:ext>
              </a:extLst>
            </p:cNvPr>
            <p:cNvSpPr/>
            <p:nvPr/>
          </p:nvSpPr>
          <p:spPr>
            <a:xfrm>
              <a:off x="6214989" y="1628775"/>
              <a:ext cx="1296000" cy="216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en-US" altLang="ja-JP" sz="1400">
                  <a:solidFill>
                    <a:schemeClr val="bg1"/>
                  </a:solidFill>
                </a:rPr>
                <a:t>XX</a:t>
              </a:r>
              <a:endParaRPr lang="ja-JP" altLang="en-US" sz="1400">
                <a:solidFill>
                  <a:schemeClr val="bg1"/>
                </a:solidFill>
              </a:endParaRP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73DC6493-2AC4-DA44-7351-C335BC923310}"/>
                </a:ext>
              </a:extLst>
            </p:cNvPr>
            <p:cNvSpPr/>
            <p:nvPr/>
          </p:nvSpPr>
          <p:spPr>
            <a:xfrm>
              <a:off x="6214989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0F14B6ED-BA5B-6C81-9AA7-FC4ADD0F1538}"/>
                </a:ext>
              </a:extLst>
            </p:cNvPr>
            <p:cNvSpPr/>
            <p:nvPr/>
          </p:nvSpPr>
          <p:spPr>
            <a:xfrm>
              <a:off x="6425487" y="2619137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0E6B0ECF-7F01-4F29-EB39-6E2EF3AF537A}"/>
                </a:ext>
              </a:extLst>
            </p:cNvPr>
            <p:cNvSpPr/>
            <p:nvPr/>
          </p:nvSpPr>
          <p:spPr>
            <a:xfrm>
              <a:off x="6425485" y="322315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367F3F3F-04F8-94EA-8030-6F472F74ABCF}"/>
                </a:ext>
              </a:extLst>
            </p:cNvPr>
            <p:cNvSpPr/>
            <p:nvPr/>
          </p:nvSpPr>
          <p:spPr>
            <a:xfrm>
              <a:off x="6425486" y="3827176"/>
              <a:ext cx="972000" cy="31499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加算記号 35">
              <a:extLst>
                <a:ext uri="{FF2B5EF4-FFF2-40B4-BE49-F238E27FC236}">
                  <ns2:creationId id="{9C7B0F3A-6289-0576-B34D-44D11A09B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85485" y="2960821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F43FB52-6938-F480-71D1-EAC10500E739}"/>
                </a:ext>
              </a:extLst>
            </p:cNvPr>
            <p:cNvSpPr/>
            <p:nvPr/>
          </p:nvSpPr>
          <p:spPr>
            <a:xfrm>
              <a:off x="8482830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>
                  <a:solidFill>
                    <a:srgbClr val="008000"/>
                  </a:solidFill>
                  <a:latin typeface="+mn-ea"/>
                </a:rPr>
                <a:t> 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4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50" name="加算記号 49">
              <a:extLst>
                <a:ext uri="{FF2B5EF4-FFF2-40B4-BE49-F238E27FC236}">
                  <ns2:creationId id="{46EDA143-BAA4-03BA-2DA5-D166B242DC1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72434" y="3571062"/>
              <a:ext cx="252000" cy="252207"/>
            </a:xfrm>
            <a:prstGeom prst="mathPlus">
              <a:avLst>
                <a:gd name="adj1" fmla="val 11265"/>
              </a:avLst>
            </a:prstGeom>
            <a:solidFill>
              <a:srgbClr val="008000"/>
            </a:solidFill>
            <a:ln w="31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7" name="四角形: 角を丸くする 126">
              <a:extLst>
                <a:ext uri="{FF2B5EF4-FFF2-40B4-BE49-F238E27FC236}">
                  <ns2:creationId id="{F1FA997D-CA8E-6D76-7F89-2CAF4CBADECB}"/>
                </a:ext>
              </a:extLst>
            </p:cNvPr>
            <p:cNvSpPr/>
            <p:nvPr/>
          </p:nvSpPr>
          <p:spPr>
            <a:xfrm>
              <a:off x="7600192" y="2327272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A0FFE05F-63C3-0D91-BA2C-6CADD539DFE6}"/>
                </a:ext>
              </a:extLst>
            </p:cNvPr>
            <p:cNvSpPr/>
            <p:nvPr/>
          </p:nvSpPr>
          <p:spPr>
            <a:xfrm>
              <a:off x="7653047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1" name="四角形: 角を丸くする 130">
              <a:extLst>
                <a:ext uri="{FF2B5EF4-FFF2-40B4-BE49-F238E27FC236}">
                  <ns2:creationId id="{4D93C1D3-2EC1-10BA-9E75-05F768B69D2D}"/>
                </a:ext>
              </a:extLst>
            </p:cNvPr>
            <p:cNvSpPr/>
            <p:nvPr/>
          </p:nvSpPr>
          <p:spPr>
            <a:xfrm>
              <a:off x="7716698" y="3183009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pic>
          <p:nvPicPr>
            <p:cNvPr id="132" name="グラフィックス 131" descr="正規分布 単色塗りつぶし">
              <a:extLst>
                <a:ext uri="{FF2B5EF4-FFF2-40B4-BE49-F238E27FC236}">
                  <ns2:creationId id="{9331A7E0-6B4F-EC51-E176-DBB2F4D7E45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852361" y="2842268"/>
              <a:ext cx="252000" cy="252000"/>
            </a:xfrm>
            <a:prstGeom prst="rect">
              <a:avLst/>
            </a:prstGeom>
          </p:spPr>
        </p:pic>
        <p:sp>
          <p:nvSpPr>
            <p:cNvPr id="133" name="正方形/長方形 132">
              <a:extLst>
                <a:ext uri="{FF2B5EF4-FFF2-40B4-BE49-F238E27FC236}">
                  <ns2:creationId id="{7BA909C6-19FF-3C43-708D-DE7D4C5F9271}"/>
                </a:ext>
              </a:extLst>
            </p:cNvPr>
            <p:cNvSpPr/>
            <p:nvPr/>
          </p:nvSpPr>
          <p:spPr>
            <a:xfrm>
              <a:off x="8495754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4" name="四角形: 角を丸くする 133">
              <a:extLst>
                <a:ext uri="{FF2B5EF4-FFF2-40B4-BE49-F238E27FC236}">
                  <ns2:creationId id="{C09293B9-A7F7-AED9-7364-C9AED6CA4392}"/>
                </a:ext>
              </a:extLst>
            </p:cNvPr>
            <p:cNvSpPr/>
            <p:nvPr/>
          </p:nvSpPr>
          <p:spPr>
            <a:xfrm>
              <a:off x="8550019" y="319588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B53BB89C-D800-0514-30DF-A914003303A7}"/>
                </a:ext>
              </a:extLst>
            </p:cNvPr>
            <p:cNvSpPr/>
            <p:nvPr/>
          </p:nvSpPr>
          <p:spPr>
            <a:xfrm>
              <a:off x="11023875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C5A0ADB2-44C1-EAB4-B9E3-A16586A435B0}"/>
                </a:ext>
              </a:extLst>
            </p:cNvPr>
            <p:cNvSpPr/>
            <p:nvPr/>
          </p:nvSpPr>
          <p:spPr>
            <a:xfrm>
              <a:off x="11078705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</a:b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)</a:t>
              </a:r>
            </a:p>
          </p:txBody>
        </p:sp>
        <p:sp>
          <p:nvSpPr>
            <p:cNvPr id="139" name="正方形/長方形 138">
              <a:extLst>
                <a:ext uri="{FF2B5EF4-FFF2-40B4-BE49-F238E27FC236}">
                  <ns2:creationId id="{C9B3FA1D-A42B-6FB8-F51E-502215CE894A}"/>
                </a:ext>
              </a:extLst>
            </p:cNvPr>
            <p:cNvSpPr/>
            <p:nvPr/>
          </p:nvSpPr>
          <p:spPr>
            <a:xfrm>
              <a:off x="10181168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ns2:creationId id="{C962E0B0-1686-BE62-55FD-28E706D645E0}"/>
                </a:ext>
              </a:extLst>
            </p:cNvPr>
            <p:cNvSpPr/>
            <p:nvPr/>
          </p:nvSpPr>
          <p:spPr>
            <a:xfrm>
              <a:off x="10229597" y="31908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42" name="正方形/長方形 141">
              <a:extLst>
                <a:ext uri="{FF2B5EF4-FFF2-40B4-BE49-F238E27FC236}">
                  <ns2:creationId id="{3EFA0EF2-4FB6-68F0-BD81-ADDD7C5C0599}"/>
                </a:ext>
              </a:extLst>
            </p:cNvPr>
            <p:cNvSpPr/>
            <p:nvPr/>
          </p:nvSpPr>
          <p:spPr>
            <a:xfrm>
              <a:off x="9338461" y="2629858"/>
              <a:ext cx="648000" cy="720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23CF6007-ECB3-A9A4-7DEC-1595B723180F}"/>
                </a:ext>
              </a:extLst>
            </p:cNvPr>
            <p:cNvSpPr/>
            <p:nvPr/>
          </p:nvSpPr>
          <p:spPr>
            <a:xfrm>
              <a:off x="9395929" y="3095164"/>
              <a:ext cx="540000" cy="234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"/>
                </a:spcAft>
              </a:pPr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pPr algn="ctr">
                <a:spcAft>
                  <a:spcPts val="100"/>
                </a:spcAft>
              </a:pP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(</a:t>
              </a: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b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</a:br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)</a:t>
              </a: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A4EEC5E6-43E5-475D-0D10-5C7F3242C43B}"/>
                </a:ext>
              </a:extLst>
            </p:cNvPr>
            <p:cNvSpPr/>
            <p:nvPr/>
          </p:nvSpPr>
          <p:spPr>
            <a:xfrm>
              <a:off x="7662698" y="3416316"/>
              <a:ext cx="648000" cy="720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50" name="四角形: 角を丸くする 149">
              <a:extLst>
                <a:ext uri="{FF2B5EF4-FFF2-40B4-BE49-F238E27FC236}">
                  <ns2:creationId id="{D92FEBB7-D404-C84B-556B-FF53A111139B}"/>
                </a:ext>
              </a:extLst>
            </p:cNvPr>
            <p:cNvSpPr/>
            <p:nvPr/>
          </p:nvSpPr>
          <p:spPr>
            <a:xfrm>
              <a:off x="771364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EAD23673-A45A-365C-ABE1-16F689FA2F90}"/>
                </a:ext>
              </a:extLst>
            </p:cNvPr>
            <p:cNvSpPr/>
            <p:nvPr/>
          </p:nvSpPr>
          <p:spPr>
            <a:xfrm>
              <a:off x="8510361" y="3416316"/>
              <a:ext cx="648000" cy="720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四角形: 角を丸くする 152">
              <a:extLst>
                <a:ext uri="{FF2B5EF4-FFF2-40B4-BE49-F238E27FC236}">
                  <ns2:creationId id="{2FA33704-6FF4-1EC8-25E4-F2E8C1C3E6BB}"/>
                </a:ext>
              </a:extLst>
            </p:cNvPr>
            <p:cNvSpPr/>
            <p:nvPr/>
          </p:nvSpPr>
          <p:spPr>
            <a:xfrm>
              <a:off x="8558276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A0CDEA26-A7C9-780C-DEF9-D2CF4F99ACC4}"/>
                </a:ext>
              </a:extLst>
            </p:cNvPr>
            <p:cNvSpPr/>
            <p:nvPr/>
          </p:nvSpPr>
          <p:spPr>
            <a:xfrm>
              <a:off x="9356405" y="3416316"/>
              <a:ext cx="648000" cy="720000"/>
            </a:xfrm>
            <a:prstGeom prst="rect">
              <a:avLst/>
            </a:prstGeom>
            <a:solidFill>
              <a:srgbClr val="EDEDED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6D336647-0D2E-286E-C06C-8B223F8F47BD}"/>
                </a:ext>
              </a:extLst>
            </p:cNvPr>
            <p:cNvSpPr/>
            <p:nvPr/>
          </p:nvSpPr>
          <p:spPr>
            <a:xfrm>
              <a:off x="10211193" y="3416316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56" name="四角形: 角を丸くする 155">
              <a:extLst>
                <a:ext uri="{FF2B5EF4-FFF2-40B4-BE49-F238E27FC236}">
                  <ns2:creationId id="{54BB0DDC-33DE-ACC3-B824-94BE6FC43FA4}"/>
                </a:ext>
              </a:extLst>
            </p:cNvPr>
            <p:cNvSpPr/>
            <p:nvPr/>
          </p:nvSpPr>
          <p:spPr>
            <a:xfrm>
              <a:off x="10259108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57" name="四角形: 角を丸くする 156">
              <a:extLst>
                <a:ext uri="{FF2B5EF4-FFF2-40B4-BE49-F238E27FC236}">
                  <ns2:creationId id="{5A48CA8C-CA8A-A1FF-F483-5BDB0A9EEBA7}"/>
                </a:ext>
              </a:extLst>
            </p:cNvPr>
            <p:cNvSpPr/>
            <p:nvPr/>
          </p:nvSpPr>
          <p:spPr>
            <a:xfrm>
              <a:off x="9403772" y="3994594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pic>
          <p:nvPicPr>
            <p:cNvPr id="158" name="グラフィックス 157" descr="人と循環 単色塗りつぶし">
              <a:extLst>
                <a:ext uri="{FF2B5EF4-FFF2-40B4-BE49-F238E27FC236}">
                  <ns2:creationId id="{96EB62CB-22A8-24ED-0C31-28DB50F6D4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93754" y="2842268"/>
              <a:ext cx="252000" cy="252000"/>
            </a:xfrm>
            <a:prstGeom prst="rect">
              <a:avLst/>
            </a:prstGeom>
          </p:spPr>
        </p:pic>
        <p:pic>
          <p:nvPicPr>
            <p:cNvPr id="159" name="グラフィックス 158" descr="手当て 単色塗りつぶし">
              <a:extLst>
                <a:ext uri="{FF2B5EF4-FFF2-40B4-BE49-F238E27FC236}">
                  <ns2:creationId id="{564C947D-A050-1B0F-612C-810434E0EA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9533940" y="2770554"/>
              <a:ext cx="216000" cy="216000"/>
            </a:xfrm>
            <a:prstGeom prst="rect">
              <a:avLst/>
            </a:prstGeom>
          </p:spPr>
        </p:pic>
        <p:pic>
          <p:nvPicPr>
            <p:cNvPr id="160" name="グラフィックス 159" descr="ブリーフケース 単色塗りつぶし">
              <a:extLst>
                <a:ext uri="{FF2B5EF4-FFF2-40B4-BE49-F238E27FC236}">
                  <ns2:creationId id="{5CE68C2F-53A3-F152-7EF2-12A22AD3E9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10381609" y="2842268"/>
              <a:ext cx="252000" cy="252000"/>
            </a:xfrm>
            <a:prstGeom prst="rect">
              <a:avLst/>
            </a:prstGeom>
          </p:spPr>
        </p:pic>
        <p:pic>
          <p:nvPicPr>
            <p:cNvPr id="161" name="グラフィックス 160" descr="お金 単色塗りつぶし">
              <a:extLst>
                <a:ext uri="{FF2B5EF4-FFF2-40B4-BE49-F238E27FC236}">
                  <ns2:creationId id="{B3B9C439-7123-A4DB-C998-BACCA8C02C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1218577" y="2770554"/>
              <a:ext cx="216000" cy="216000"/>
            </a:xfrm>
            <a:prstGeom prst="rect">
              <a:avLst/>
            </a:prstGeom>
          </p:spPr>
        </p:pic>
        <p:pic>
          <p:nvPicPr>
            <p:cNvPr id="162" name="グラフィックス 161" descr="種 単色塗りつぶし">
              <a:extLst>
                <a:ext uri="{FF2B5EF4-FFF2-40B4-BE49-F238E27FC236}">
                  <ns2:creationId id="{D7197B18-D33E-4852-55DB-475874C551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868590" y="3544715"/>
              <a:ext cx="252000" cy="252000"/>
            </a:xfrm>
            <a:prstGeom prst="rect">
              <a:avLst/>
            </a:prstGeom>
          </p:spPr>
        </p:pic>
        <p:pic>
          <p:nvPicPr>
            <p:cNvPr id="164" name="グラフィックス 163" descr="評価 単色塗りつぶし">
              <a:extLst>
                <a:ext uri="{FF2B5EF4-FFF2-40B4-BE49-F238E27FC236}">
                  <ns2:creationId id="{AC5EA2A8-F394-107B-F405-F69CECC78C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704951" y="3576681"/>
              <a:ext cx="252000" cy="252000"/>
            </a:xfrm>
            <a:prstGeom prst="rect">
              <a:avLst/>
            </a:prstGeom>
          </p:spPr>
        </p:pic>
        <p:pic>
          <p:nvPicPr>
            <p:cNvPr id="166" name="グラフィックス 165" descr="シャッフル 単色塗りつぶし">
              <a:extLst>
                <a:ext uri="{FF2B5EF4-FFF2-40B4-BE49-F238E27FC236}">
                  <ns2:creationId id="{0F6BD4BC-12BB-CDDD-4D5F-A4C871C04C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9583053" y="3585425"/>
              <a:ext cx="252000" cy="252000"/>
            </a:xfrm>
            <a:prstGeom prst="rect">
              <a:avLst/>
            </a:prstGeom>
          </p:spPr>
        </p:pic>
        <p:pic>
          <p:nvPicPr>
            <p:cNvPr id="168" name="グラフィックス 167" descr="オンライン会議 単色塗りつぶし">
              <a:extLst>
                <a:ext uri="{FF2B5EF4-FFF2-40B4-BE49-F238E27FC236}">
                  <ns2:creationId id="{DE26E828-BAED-70C4-0B9E-C452BD81A7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10414956" y="3585428"/>
              <a:ext cx="252000" cy="252000"/>
            </a:xfrm>
            <a:prstGeom prst="rect">
              <a:avLst/>
            </a:prstGeom>
          </p:spPr>
        </p:pic>
        <p:sp>
          <p:nvSpPr>
            <p:cNvPr id="169" name="四角形: 角を丸くする 168">
              <a:extLst>
                <a:ext uri="{FF2B5EF4-FFF2-40B4-BE49-F238E27FC236}">
                  <ns2:creationId id="{41DD7A81-398F-4786-B52F-708449D4CA84}"/>
                </a:ext>
              </a:extLst>
            </p:cNvPr>
            <p:cNvSpPr/>
            <p:nvPr/>
          </p:nvSpPr>
          <p:spPr>
            <a:xfrm>
              <a:off x="7718936" y="388649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71" name="四角形: 角を丸くする 170">
              <a:extLst>
                <a:ext uri="{FF2B5EF4-FFF2-40B4-BE49-F238E27FC236}">
                  <ns2:creationId id="{8997BEB2-C637-21B4-C51C-E2206FAA5238}"/>
                </a:ext>
              </a:extLst>
            </p:cNvPr>
            <p:cNvSpPr/>
            <p:nvPr/>
          </p:nvSpPr>
          <p:spPr>
            <a:xfrm>
              <a:off x="9393574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73" name="四角形: 角を丸くする 172">
              <a:extLst>
                <a:ext uri="{FF2B5EF4-FFF2-40B4-BE49-F238E27FC236}">
                  <ns2:creationId id="{A652F1F7-CCF3-1962-8189-D8DFAD345B66}"/>
                </a:ext>
              </a:extLst>
            </p:cNvPr>
            <p:cNvSpPr/>
            <p:nvPr/>
          </p:nvSpPr>
          <p:spPr>
            <a:xfrm>
              <a:off x="11074577" y="29937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183" name="タイトル 1">
            <a:extLst>
              <a:ext uri="{FF2B5EF4-FFF2-40B4-BE49-F238E27FC236}">
                <ns2:creationId id="{1F5C2869-2A0A-D100-A212-1CEB057FE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45" y="1"/>
            <a:ext cx="11745912" cy="914400"/>
          </a:xfrm>
        </p:spPr>
        <p:txBody>
          <a:bodyPr>
            <a:normAutofit/>
          </a:bodyPr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r>
              <a:rPr lang="en-US" altLang="ja-JP"/>
              <a:t>/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185" name="テキスト プレースホルダー 2">
            <a:extLst>
              <a:ext uri="{FF2B5EF4-FFF2-40B4-BE49-F238E27FC236}">
                <ns2:creationId id="{4C639BA5-F9AA-DE65-24C5-7838A05654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lang="ja-JP" altLang="ja-JP" dirty="0"/>
              <a:t>XX</a:t>
            </a:r>
            <a:r>
              <a:rPr lang="ja-JP" altLang="en-US" dirty="0"/>
              <a:t>XX</a:t>
            </a:r>
            <a:r>
              <a:rPr lang="ja-JP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ja-JP" altLang="ja-JP" dirty="0"/>
              <a:t>XX</a:t>
            </a:r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/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  <p:grpSp>
        <p:nvGrpSpPr>
          <p:cNvPr id="2" name="グループ化 1">
            <a:extLst>
              <a:ext uri="{FF2B5EF4-FFF2-40B4-BE49-F238E27FC236}">
                <ns2:creationId id="{DE5ED51C-AD75-0BE5-3169-CB80308823C8}"/>
              </a:ext>
            </a:extLst>
          </p:cNvPr>
          <p:cNvGrpSpPr/>
          <p:nvPr/>
        </p:nvGrpSpPr>
        <p:grpSpPr>
          <a:xfrm>
            <a:off x="334962" y="1628775"/>
            <a:ext cx="5652000" cy="2582139"/>
            <a:chOff x="334962" y="1628775"/>
            <a:chExt cx="5652000" cy="2582139"/>
          </a:xfrm>
        </p:grpSpPr>
        <p:sp>
          <p:nvSpPr>
            <p:cNvPr id="14" name="正方形/長方形 13">
              <a:extLst>
                <a:ext uri="{FF2B5EF4-FFF2-40B4-BE49-F238E27FC236}">
                  <ns2:creationId id="{8DC13006-F914-6104-BD5A-BA71B68D7C6D}"/>
                </a:ext>
              </a:extLst>
            </p:cNvPr>
            <p:cNvSpPr/>
            <p:nvPr/>
          </p:nvSpPr>
          <p:spPr>
            <a:xfrm>
              <a:off x="334962" y="1628775"/>
              <a:ext cx="1296000" cy="216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ns2:creationId id="{5084E7D3-9C3A-4EC1-90CC-5D03B0D643F1}"/>
                </a:ext>
              </a:extLst>
            </p:cNvPr>
            <p:cNvSpPr/>
            <p:nvPr/>
          </p:nvSpPr>
          <p:spPr>
            <a:xfrm>
              <a:off x="334962" y="1907596"/>
              <a:ext cx="5652000" cy="2303318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6A057AA4-1667-0B28-343D-C1792CC46692}"/>
                </a:ext>
              </a:extLst>
            </p:cNvPr>
            <p:cNvSpPr/>
            <p:nvPr/>
          </p:nvSpPr>
          <p:spPr>
            <a:xfrm>
              <a:off x="517869" y="2473927"/>
              <a:ext cx="1057133" cy="1100282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  <a:p>
              <a:r>
                <a:rPr lang="ja-JP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EC2B1EB9-6F5C-3347-090C-0BDB3998B27F}"/>
                </a:ext>
              </a:extLst>
            </p:cNvPr>
            <p:cNvSpPr/>
            <p:nvPr/>
          </p:nvSpPr>
          <p:spPr>
            <a:xfrm>
              <a:off x="2633705" y="1964674"/>
              <a:ext cx="1116000" cy="28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>
                  <a:solidFill>
                    <a:srgbClr val="008000"/>
                  </a:solidFill>
                  <a:latin typeface="+mn-ea"/>
                </a:rPr>
                <a:t>7</a:t>
              </a:r>
              <a:endParaRPr lang="ja-JP" altLang="en-US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52" name="四角形: 角を丸くする 51">
              <a:extLst>
                <a:ext uri="{FF2B5EF4-FFF2-40B4-BE49-F238E27FC236}">
                  <ns2:creationId id="{48F6B11C-F897-D837-C3CB-6DBB54552724}"/>
                </a:ext>
              </a:extLst>
            </p:cNvPr>
            <p:cNvSpPr/>
            <p:nvPr/>
          </p:nvSpPr>
          <p:spPr>
            <a:xfrm>
              <a:off x="1757907" y="2307026"/>
              <a:ext cx="4104000" cy="252000"/>
            </a:xfrm>
            <a:prstGeom prst="roundRect">
              <a:avLst>
                <a:gd name="adj" fmla="val 19762"/>
              </a:avLst>
            </a:prstGeom>
            <a:solidFill>
              <a:srgbClr val="4CA64C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1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CB1D91F9-E371-A774-805A-0507394D641F}"/>
                </a:ext>
              </a:extLst>
            </p:cNvPr>
            <p:cNvSpPr/>
            <p:nvPr/>
          </p:nvSpPr>
          <p:spPr>
            <a:xfrm>
              <a:off x="1810762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62" name="四角形: 角を丸くする 61">
              <a:extLst>
                <a:ext uri="{FF2B5EF4-FFF2-40B4-BE49-F238E27FC236}">
                  <ns2:creationId id="{DCD6E8F8-4818-4303-39ED-9D5787F69DB2}"/>
                </a:ext>
              </a:extLst>
            </p:cNvPr>
            <p:cNvSpPr/>
            <p:nvPr/>
          </p:nvSpPr>
          <p:spPr>
            <a:xfrm>
              <a:off x="1874413" y="3162763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pic>
          <p:nvPicPr>
            <p:cNvPr id="64" name="グラフィックス 63" descr="正規分布 単色塗りつぶし">
              <a:extLst>
                <a:ext uri="{FF2B5EF4-FFF2-40B4-BE49-F238E27FC236}">
                  <ns2:creationId id="{6E79BE34-6FA3-8DEA-B0B2-62828BEECA71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2010076" y="2822022"/>
              <a:ext cx="252000" cy="252000"/>
            </a:xfrm>
            <a:prstGeom prst="rect">
              <a:avLst/>
            </a:prstGeom>
          </p:spPr>
        </p:pic>
        <p:sp>
          <p:nvSpPr>
            <p:cNvPr id="65" name="正方形/長方形 64">
              <a:extLst>
                <a:ext uri="{FF2B5EF4-FFF2-40B4-BE49-F238E27FC236}">
                  <ns2:creationId id="{5DEF1391-B817-1567-24FF-792CDBF63CB7}"/>
                </a:ext>
              </a:extLst>
            </p:cNvPr>
            <p:cNvSpPr/>
            <p:nvPr/>
          </p:nvSpPr>
          <p:spPr>
            <a:xfrm>
              <a:off x="2653469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67" name="四角形: 角を丸くする 66">
              <a:extLst>
                <a:ext uri="{FF2B5EF4-FFF2-40B4-BE49-F238E27FC236}">
                  <ns2:creationId id="{236EDF79-D0D7-AB3C-3A48-20961747661F}"/>
                </a:ext>
              </a:extLst>
            </p:cNvPr>
            <p:cNvSpPr/>
            <p:nvPr/>
          </p:nvSpPr>
          <p:spPr>
            <a:xfrm>
              <a:off x="270773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68" name="四角形: 角を丸くする 67">
              <a:extLst>
                <a:ext uri="{FF2B5EF4-FFF2-40B4-BE49-F238E27FC236}">
                  <ns2:creationId id="{600F2239-8558-4530-1260-39584D6523EC}"/>
                </a:ext>
              </a:extLst>
            </p:cNvPr>
            <p:cNvSpPr/>
            <p:nvPr/>
          </p:nvSpPr>
          <p:spPr>
            <a:xfrm>
              <a:off x="270773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D9702329-FAB0-CDAC-842C-96839E6AF278}"/>
                </a:ext>
              </a:extLst>
            </p:cNvPr>
            <p:cNvSpPr/>
            <p:nvPr/>
          </p:nvSpPr>
          <p:spPr>
            <a:xfrm>
              <a:off x="5181590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1" name="四角形: 角を丸くする 70">
              <a:extLst>
                <a:ext uri="{FF2B5EF4-FFF2-40B4-BE49-F238E27FC236}">
                  <ns2:creationId id="{17E8D17A-2051-818B-AB89-FDEF8EB67A1C}"/>
                </a:ext>
              </a:extLst>
            </p:cNvPr>
            <p:cNvSpPr/>
            <p:nvPr/>
          </p:nvSpPr>
          <p:spPr>
            <a:xfrm>
              <a:off x="5234550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D3B52077-FEB0-AF7B-0F73-299679E46C64}"/>
                </a:ext>
              </a:extLst>
            </p:cNvPr>
            <p:cNvSpPr/>
            <p:nvPr/>
          </p:nvSpPr>
          <p:spPr>
            <a:xfrm>
              <a:off x="4338883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5" name="四角形: 角を丸くする 74">
              <a:extLst>
                <a:ext uri="{FF2B5EF4-FFF2-40B4-BE49-F238E27FC236}">
                  <ns2:creationId id="{1777C434-09DE-D8CC-FED3-642640557991}"/>
                </a:ext>
              </a:extLst>
            </p:cNvPr>
            <p:cNvSpPr/>
            <p:nvPr/>
          </p:nvSpPr>
          <p:spPr>
            <a:xfrm>
              <a:off x="4387312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D19B3475-5A93-FB29-718C-F5C34D30A74A}"/>
                </a:ext>
              </a:extLst>
            </p:cNvPr>
            <p:cNvSpPr/>
            <p:nvPr/>
          </p:nvSpPr>
          <p:spPr>
            <a:xfrm>
              <a:off x="3496176" y="2609612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78" name="四角形: 角を丸くする 77">
              <a:extLst>
                <a:ext uri="{FF2B5EF4-FFF2-40B4-BE49-F238E27FC236}">
                  <ns2:creationId id="{AD78F790-6CF9-D39F-A494-522D18884702}"/>
                </a:ext>
              </a:extLst>
            </p:cNvPr>
            <p:cNvSpPr/>
            <p:nvPr/>
          </p:nvSpPr>
          <p:spPr>
            <a:xfrm>
              <a:off x="3553644" y="320977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3F285BF2-2C51-7A93-CD0B-264F0FD8D889}"/>
                </a:ext>
              </a:extLst>
            </p:cNvPr>
            <p:cNvSpPr/>
            <p:nvPr/>
          </p:nvSpPr>
          <p:spPr>
            <a:xfrm>
              <a:off x="1820413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8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82" name="四角形: 角を丸くする 81">
              <a:extLst>
                <a:ext uri="{FF2B5EF4-FFF2-40B4-BE49-F238E27FC236}">
                  <ns2:creationId id="{8E4F6F5D-987D-3766-1571-78A68FD06E0B}"/>
                </a:ext>
              </a:extLst>
            </p:cNvPr>
            <p:cNvSpPr/>
            <p:nvPr/>
          </p:nvSpPr>
          <p:spPr>
            <a:xfrm>
              <a:off x="187136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90" name="四角形: 角を丸くする 89">
              <a:extLst>
                <a:ext uri="{FF2B5EF4-FFF2-40B4-BE49-F238E27FC236}">
                  <ns2:creationId id="{845D08AE-3F29-2180-8F1E-DA4ADCBD85E8}"/>
                </a:ext>
              </a:extLst>
            </p:cNvPr>
            <p:cNvSpPr/>
            <p:nvPr/>
          </p:nvSpPr>
          <p:spPr>
            <a:xfrm>
              <a:off x="1871363" y="3752815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94" name="四角形: 角を丸くする 93">
              <a:extLst>
                <a:ext uri="{FF2B5EF4-FFF2-40B4-BE49-F238E27FC236}">
                  <ns2:creationId id="{1B23D7AD-0D66-BF43-1CC7-5EEDD7EE30B6}"/>
                </a:ext>
              </a:extLst>
            </p:cNvPr>
            <p:cNvSpPr/>
            <p:nvPr/>
          </p:nvSpPr>
          <p:spPr>
            <a:xfrm>
              <a:off x="187136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6F0D7CB0-8128-EE11-9395-27DAEC260035}"/>
                </a:ext>
              </a:extLst>
            </p:cNvPr>
            <p:cNvSpPr/>
            <p:nvPr/>
          </p:nvSpPr>
          <p:spPr>
            <a:xfrm>
              <a:off x="2668076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80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8" name="四角形: 角を丸くする 97">
              <a:extLst>
                <a:ext uri="{FF2B5EF4-FFF2-40B4-BE49-F238E27FC236}">
                  <ns2:creationId id="{794E0955-8B80-4A3F-E581-8136EBC6B9C7}"/>
                </a:ext>
              </a:extLst>
            </p:cNvPr>
            <p:cNvSpPr/>
            <p:nvPr/>
          </p:nvSpPr>
          <p:spPr>
            <a:xfrm>
              <a:off x="2715991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99" name="四角形: 角を丸くする 98">
              <a:extLst>
                <a:ext uri="{FF2B5EF4-FFF2-40B4-BE49-F238E27FC236}">
                  <ns2:creationId id="{873D7495-98F7-7633-6171-387175014194}"/>
                </a:ext>
              </a:extLst>
            </p:cNvPr>
            <p:cNvSpPr/>
            <p:nvPr/>
          </p:nvSpPr>
          <p:spPr>
            <a:xfrm>
              <a:off x="2715991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3E59431D-7AD9-1DE4-A7DE-6C13AFA574B5}"/>
                </a:ext>
              </a:extLst>
            </p:cNvPr>
            <p:cNvSpPr/>
            <p:nvPr/>
          </p:nvSpPr>
          <p:spPr>
            <a:xfrm>
              <a:off x="3514120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B7868D81-471C-4078-65E9-861CED17243A}"/>
                </a:ext>
              </a:extLst>
            </p:cNvPr>
            <p:cNvSpPr/>
            <p:nvPr/>
          </p:nvSpPr>
          <p:spPr>
            <a:xfrm>
              <a:off x="4368908" y="3396070"/>
              <a:ext cx="648000" cy="720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00"/>
                </a:lnSpc>
                <a:buClr>
                  <a:schemeClr val="accent1"/>
                </a:buClr>
              </a:pPr>
              <a:r>
                <a:rPr lang="ja-JP" altLang="en-US" sz="70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700">
                <a:solidFill>
                  <a:srgbClr val="008000"/>
                </a:solidFill>
                <a:latin typeface="+mn-ea"/>
              </a:endParaRPr>
            </a:p>
            <a:p>
              <a:pPr algn="ctr">
                <a:buClr>
                  <a:schemeClr val="accent1"/>
                </a:buClr>
              </a:pPr>
              <a:endParaRPr lang="ja-JP" altLang="en-US" sz="80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104" name="四角形: 角を丸くする 103">
              <a:extLst>
                <a:ext uri="{FF2B5EF4-FFF2-40B4-BE49-F238E27FC236}">
                  <ns2:creationId id="{60946B7E-12D3-10A3-422D-433B959254B8}"/>
                </a:ext>
              </a:extLst>
            </p:cNvPr>
            <p:cNvSpPr/>
            <p:nvPr/>
          </p:nvSpPr>
          <p:spPr>
            <a:xfrm>
              <a:off x="4416823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06" name="四角形: 角を丸くする 105">
              <a:extLst>
                <a:ext uri="{FF2B5EF4-FFF2-40B4-BE49-F238E27FC236}">
                  <ns2:creationId id="{8A335F16-17E0-5E53-A328-FA0A34C106B2}"/>
                </a:ext>
              </a:extLst>
            </p:cNvPr>
            <p:cNvSpPr/>
            <p:nvPr/>
          </p:nvSpPr>
          <p:spPr>
            <a:xfrm>
              <a:off x="4416823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08" name="四角形: 角を丸くする 107">
              <a:extLst>
                <a:ext uri="{FF2B5EF4-FFF2-40B4-BE49-F238E27FC236}">
                  <ns2:creationId id="{8E64344B-2BAA-1A78-AAE0-2E5F07197A59}"/>
                </a:ext>
              </a:extLst>
            </p:cNvPr>
            <p:cNvSpPr/>
            <p:nvPr/>
          </p:nvSpPr>
          <p:spPr>
            <a:xfrm>
              <a:off x="3561487" y="3863581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  <a:endParaRPr lang="en-US" altLang="ja-JP" sz="50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endParaRPr>
            </a:p>
          </p:txBody>
        </p:sp>
        <p:sp>
          <p:nvSpPr>
            <p:cNvPr id="110" name="四角形: 角を丸くする 109">
              <a:extLst>
                <a:ext uri="{FF2B5EF4-FFF2-40B4-BE49-F238E27FC236}">
                  <ns2:creationId id="{E745BB15-ED2E-55D5-C344-58D18BD6EA8B}"/>
                </a:ext>
              </a:extLst>
            </p:cNvPr>
            <p:cNvSpPr/>
            <p:nvPr/>
          </p:nvSpPr>
          <p:spPr>
            <a:xfrm>
              <a:off x="3561487" y="3974348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pic>
          <p:nvPicPr>
            <p:cNvPr id="112" name="グラフィックス 111" descr="人と循環 単色塗りつぶし">
              <a:extLst>
                <a:ext uri="{FF2B5EF4-FFF2-40B4-BE49-F238E27FC236}">
                  <ns2:creationId id="{04AB6053-762F-8C1E-4DE1-DD58DD23FB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2851469" y="2822022"/>
              <a:ext cx="252000" cy="252000"/>
            </a:xfrm>
            <a:prstGeom prst="rect">
              <a:avLst/>
            </a:prstGeom>
          </p:spPr>
        </p:pic>
        <p:pic>
          <p:nvPicPr>
            <p:cNvPr id="114" name="グラフィックス 113" descr="手当て 単色塗りつぶし">
              <a:extLst>
                <a:ext uri="{FF2B5EF4-FFF2-40B4-BE49-F238E27FC236}">
                  <ns2:creationId id="{E1E47CCC-C3F5-0C6E-C642-62A2B0C93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691655" y="2822022"/>
              <a:ext cx="252000" cy="252000"/>
            </a:xfrm>
            <a:prstGeom prst="rect">
              <a:avLst/>
            </a:prstGeom>
          </p:spPr>
        </p:pic>
        <p:pic>
          <p:nvPicPr>
            <p:cNvPr id="116" name="グラフィックス 115" descr="ブリーフケース 単色塗りつぶし">
              <a:extLst>
                <a:ext uri="{FF2B5EF4-FFF2-40B4-BE49-F238E27FC236}">
                  <ns2:creationId id="{3ED7872A-A6FC-1594-7262-71D237C83D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539324" y="2822022"/>
              <a:ext cx="252000" cy="252000"/>
            </a:xfrm>
            <a:prstGeom prst="rect">
              <a:avLst/>
            </a:prstGeom>
          </p:spPr>
        </p:pic>
        <p:pic>
          <p:nvPicPr>
            <p:cNvPr id="118" name="グラフィックス 117" descr="お金 単色塗りつぶし">
              <a:extLst>
                <a:ext uri="{FF2B5EF4-FFF2-40B4-BE49-F238E27FC236}">
                  <ns2:creationId id="{92074168-79F7-515D-37A4-07BFA54213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5376292" y="2822022"/>
              <a:ext cx="252000" cy="252000"/>
            </a:xfrm>
            <a:prstGeom prst="rect">
              <a:avLst/>
            </a:prstGeom>
          </p:spPr>
        </p:pic>
        <p:pic>
          <p:nvPicPr>
            <p:cNvPr id="120" name="グラフィックス 119" descr="種 単色塗りつぶし">
              <a:extLst>
                <a:ext uri="{FF2B5EF4-FFF2-40B4-BE49-F238E27FC236}">
                  <ns2:creationId id="{0425FD04-80E0-B9C8-84C7-86A290E7D5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2026305" y="3524469"/>
              <a:ext cx="252000" cy="252000"/>
            </a:xfrm>
            <a:prstGeom prst="rect">
              <a:avLst/>
            </a:prstGeom>
          </p:spPr>
        </p:pic>
        <p:pic>
          <p:nvPicPr>
            <p:cNvPr id="122" name="グラフィックス 121" descr="評価 単色塗りつぶし">
              <a:extLst>
                <a:ext uri="{FF2B5EF4-FFF2-40B4-BE49-F238E27FC236}">
                  <ns2:creationId id="{B6ECC393-C605-7AF3-EBC0-82A9DB442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2862666" y="3556435"/>
              <a:ext cx="252000" cy="252000"/>
            </a:xfrm>
            <a:prstGeom prst="rect">
              <a:avLst/>
            </a:prstGeom>
          </p:spPr>
        </p:pic>
        <p:pic>
          <p:nvPicPr>
            <p:cNvPr id="124" name="グラフィックス 123" descr="シャッフル 単色塗りつぶし">
              <a:extLst>
                <a:ext uri="{FF2B5EF4-FFF2-40B4-BE49-F238E27FC236}">
                  <ns2:creationId id="{FFD27763-048D-3DDE-69A5-CEBE14C3CF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740768" y="3565179"/>
              <a:ext cx="252000" cy="252000"/>
            </a:xfrm>
            <a:prstGeom prst="rect">
              <a:avLst/>
            </a:prstGeom>
          </p:spPr>
        </p:pic>
        <p:pic>
          <p:nvPicPr>
            <p:cNvPr id="126" name="グラフィックス 125" descr="オンライン会議 単色塗りつぶし">
              <a:extLst>
                <a:ext uri="{FF2B5EF4-FFF2-40B4-BE49-F238E27FC236}">
                  <ns2:creationId id="{221AD21F-AEC8-EDBC-5904-B5DB69FE5B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4572671" y="3565182"/>
              <a:ext cx="252000" cy="252000"/>
            </a:xfrm>
            <a:prstGeom prst="rect">
              <a:avLst/>
            </a:prstGeom>
          </p:spPr>
        </p:pic>
        <p:sp>
          <p:nvSpPr>
            <p:cNvPr id="190" name="四角形: 角を丸くする 189">
              <a:extLst>
                <a:ext uri="{FF2B5EF4-FFF2-40B4-BE49-F238E27FC236}">
                  <ns2:creationId id="{917BFD8C-BC34-A0E7-FC11-C61A350B3128}"/>
                </a:ext>
              </a:extLst>
            </p:cNvPr>
            <p:cNvSpPr/>
            <p:nvPr/>
          </p:nvSpPr>
          <p:spPr>
            <a:xfrm>
              <a:off x="3553644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193" name="四角形: 角を丸くする 192">
              <a:extLst>
                <a:ext uri="{FF2B5EF4-FFF2-40B4-BE49-F238E27FC236}">
                  <ns2:creationId id="{E3F0EFE4-0012-9617-8736-6D5341BD149A}"/>
                </a:ext>
              </a:extLst>
            </p:cNvPr>
            <p:cNvSpPr/>
            <p:nvPr/>
          </p:nvSpPr>
          <p:spPr>
            <a:xfrm>
              <a:off x="5234550" y="3092217"/>
              <a:ext cx="540000" cy="900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5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grpSp>
        <p:nvGrpSpPr>
          <p:cNvPr id="4" name="グループ化 3">
            <a:extLst>
              <a:ext uri="{FF2B5EF4-FFF2-40B4-BE49-F238E27FC236}">
                <ns2:creationId id="{7F5344D6-DBD9-1557-6AE4-EC255C45FD6A}"/>
              </a:ext>
            </a:extLst>
          </p:cNvPr>
          <p:cNvGrpSpPr/>
          <p:nvPr/>
        </p:nvGrpSpPr>
        <p:grpSpPr>
          <a:xfrm>
            <a:off x="334962" y="4254392"/>
            <a:ext cx="11532027" cy="2053483"/>
            <a:chOff x="334962" y="4254392"/>
            <a:chExt cx="11532027" cy="2053483"/>
          </a:xfrm>
        </p:grpSpPr>
        <p:sp>
          <p:nvSpPr>
            <p:cNvPr id="196" name="正方形/長方形 195">
              <a:extLst>
                <a:ext uri="{FF2B5EF4-FFF2-40B4-BE49-F238E27FC236}">
                  <ns2:creationId id="{0526092E-B887-A1AB-5B74-A1120BFC860D}"/>
                </a:ext>
              </a:extLst>
            </p:cNvPr>
            <p:cNvSpPr/>
            <p:nvPr/>
          </p:nvSpPr>
          <p:spPr>
            <a:xfrm>
              <a:off x="334962" y="4562285"/>
              <a:ext cx="1800000" cy="1152000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0" name="正方形/長方形 199">
              <a:extLst>
                <a:ext uri="{FF2B5EF4-FFF2-40B4-BE49-F238E27FC236}">
                  <ns2:creationId id="{3F2A9CF5-6BE9-C214-C3BE-7914AD04D3EE}"/>
                </a:ext>
              </a:extLst>
            </p:cNvPr>
            <p:cNvSpPr/>
            <p:nvPr/>
          </p:nvSpPr>
          <p:spPr>
            <a:xfrm>
              <a:off x="334962" y="5767875"/>
              <a:ext cx="1800000" cy="540000"/>
            </a:xfrm>
            <a:prstGeom prst="rect">
              <a:avLst/>
            </a:prstGeom>
            <a:solidFill>
              <a:srgbClr val="EDEDED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7" name="正方形/長方形 206">
              <a:extLst>
                <a:ext uri="{FF2B5EF4-FFF2-40B4-BE49-F238E27FC236}">
                  <ns2:creationId id="{DA188446-AA0C-5512-8BB0-D97166667A6D}"/>
                </a:ext>
              </a:extLst>
            </p:cNvPr>
            <p:cNvSpPr/>
            <p:nvPr/>
          </p:nvSpPr>
          <p:spPr>
            <a:xfrm>
              <a:off x="2186589" y="4254392"/>
              <a:ext cx="9680400" cy="288000"/>
            </a:xfrm>
            <a:prstGeom prst="rect">
              <a:avLst/>
            </a:prstGeom>
            <a:noFill/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0" name="正方形/長方形 209">
              <a:extLst>
                <a:ext uri="{FF2B5EF4-FFF2-40B4-BE49-F238E27FC236}">
                  <ns2:creationId id="{21A64BEA-29A4-5649-F57C-83B17EF9F0B4}"/>
                </a:ext>
              </a:extLst>
            </p:cNvPr>
            <p:cNvSpPr/>
            <p:nvPr/>
          </p:nvSpPr>
          <p:spPr>
            <a:xfrm>
              <a:off x="2186238" y="4567659"/>
              <a:ext cx="9680751" cy="11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						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endParaRPr lang="en-US" altLang="ja-JP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b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endParaRPr kumimoji="1" lang="ja-JP" altLang="en-US" sz="14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2" name="正方形/長方形 211">
              <a:extLst>
                <a:ext uri="{FF2B5EF4-FFF2-40B4-BE49-F238E27FC236}">
                  <ns2:creationId id="{B4AF9D08-4EA8-66BA-F314-67033BBC6542}"/>
                </a:ext>
              </a:extLst>
            </p:cNvPr>
            <p:cNvSpPr/>
            <p:nvPr/>
          </p:nvSpPr>
          <p:spPr>
            <a:xfrm>
              <a:off x="2186589" y="5767875"/>
              <a:ext cx="9680400" cy="54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</a:p>
            <a:p>
              <a:pPr marL="174625" indent="-1746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140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7" name="正方形/長方形 216">
              <a:extLst>
                <a:ext uri="{FF2B5EF4-FFF2-40B4-BE49-F238E27FC236}">
                  <ns2:creationId id="{F6C05B23-3CEE-6917-52B5-A18BCFBB2E85}"/>
                </a:ext>
              </a:extLst>
            </p:cNvPr>
            <p:cNvSpPr/>
            <p:nvPr/>
          </p:nvSpPr>
          <p:spPr>
            <a:xfrm>
              <a:off x="2388344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9" name="正方形/長方形 218">
              <a:extLst>
                <a:ext uri="{FF2B5EF4-FFF2-40B4-BE49-F238E27FC236}">
                  <ns2:creationId id="{A733D4B4-2797-520B-72FF-2EB03FF39E09}"/>
                </a:ext>
              </a:extLst>
            </p:cNvPr>
            <p:cNvSpPr/>
            <p:nvPr/>
          </p:nvSpPr>
          <p:spPr>
            <a:xfrm>
              <a:off x="3734380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3" name="正方形/長方形 222">
              <a:extLst>
                <a:ext uri="{FF2B5EF4-FFF2-40B4-BE49-F238E27FC236}">
                  <ns2:creationId id="{F7288F04-E0E8-D304-1812-18A0175C02A6}"/>
                </a:ext>
              </a:extLst>
            </p:cNvPr>
            <p:cNvSpPr/>
            <p:nvPr/>
          </p:nvSpPr>
          <p:spPr>
            <a:xfrm>
              <a:off x="5080416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D0E55859-99F8-2116-1DF6-FFC9E347566F}"/>
                </a:ext>
              </a:extLst>
            </p:cNvPr>
            <p:cNvSpPr/>
            <p:nvPr/>
          </p:nvSpPr>
          <p:spPr>
            <a:xfrm>
              <a:off x="6426453" y="4812604"/>
              <a:ext cx="1188000" cy="21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2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35" name="直線コネクタ 234">
              <a:extLst>
                <a:ext uri="{FF2B5EF4-FFF2-40B4-BE49-F238E27FC236}">
                  <ns2:creationId id="{6AB966C0-AAAE-3F45-D8DE-6AC5FEE4DAE9}"/>
                </a:ext>
              </a:extLst>
            </p:cNvPr>
            <p:cNvCxnSpPr>
              <a:cxnSpLocks/>
            </p:cNvCxnSpPr>
            <p:nvPr/>
          </p:nvCxnSpPr>
          <p:spPr>
            <a:xfrm>
              <a:off x="2186589" y="5740557"/>
              <a:ext cx="96804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ns2:creationId id="{7BD45B55-E1A4-380A-E97D-13186B53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186589" y="4559880"/>
              <a:ext cx="96804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363115785"/>
      </p:ext>
    </p:extLst>
  </p:cSld>
  <p:clrMapOvr>
    <a:masterClrMapping/>
  </p:clrMapOvr>
</p:sld>
</file>

<file path=ppt/slides/slide34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C5D9BCB-E330-7658-C3B5-96681C93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15D1C7D-C89E-8BC7-2633-94F16403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913A707D-8279-497A-EC3C-864032842A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67" name="グループ化 166">
            <a:extLst>
              <a:ext uri="{FF2B5EF4-FFF2-40B4-BE49-F238E27FC236}">
                <ns2:creationId id="{F1039CF5-8E7B-313F-3105-F98F368BE747}"/>
              </a:ext>
            </a:extLst>
          </p:cNvPr>
          <p:cNvGrpSpPr/>
          <p:nvPr/>
        </p:nvGrpSpPr>
        <p:grpSpPr>
          <a:xfrm>
            <a:off x="334961" y="1628775"/>
            <a:ext cx="5359709" cy="4683929"/>
            <a:chOff x="334961" y="1628775"/>
            <a:chExt cx="5359709" cy="4683929"/>
          </a:xfrm>
        </p:grpSpPr>
        <p:grpSp>
          <p:nvGrpSpPr>
            <p:cNvPr id="59" name="グループ化 58">
              <a:extLst>
                <a:ext uri="{FF2B5EF4-FFF2-40B4-BE49-F238E27FC236}">
                  <ns2:creationId id="{7FA90CB0-FA50-6C16-942D-CB4B9528D36E}"/>
                </a:ext>
              </a:extLst>
            </p:cNvPr>
            <p:cNvGrpSpPr/>
            <p:nvPr/>
          </p:nvGrpSpPr>
          <p:grpSpPr>
            <a:xfrm>
              <a:off x="334961" y="1628775"/>
              <a:ext cx="5359709" cy="359051"/>
              <a:chOff x="334963" y="1628775"/>
              <a:chExt cx="2895254" cy="359051"/>
            </a:xfrm>
          </p:grpSpPr>
          <p:cxnSp>
            <p:nvCxnSpPr>
              <p:cNvPr id="60" name="直線コネクタ 59">
                <a:extLst>
                  <a:ext uri="{FF2B5EF4-FFF2-40B4-BE49-F238E27FC236}">
                    <ns2:creationId id="{D9FAEA66-1EA1-7157-DBE4-66ED8C289EC2}"/>
                  </a:ext>
                </a:extLst>
              </p:cNvPr>
              <p:cNvCxnSpPr/>
              <p:nvPr/>
            </p:nvCxnSpPr>
            <p:spPr>
              <a:xfrm>
                <a:off x="334963" y="1987826"/>
                <a:ext cx="2885315" cy="0"/>
              </a:xfrm>
              <a:prstGeom prst="line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テキスト ボックス 60">
                <a:extLst>
                  <a:ext uri="{FF2B5EF4-FFF2-40B4-BE49-F238E27FC236}">
                    <ns2:creationId id="{5A0B89AD-3C8E-9A2D-7F32-A7ECD8BDA6CA}"/>
                  </a:ext>
                </a:extLst>
              </p:cNvPr>
              <p:cNvSpPr txBox="1"/>
              <p:nvPr/>
            </p:nvSpPr>
            <p:spPr>
              <a:xfrm>
                <a:off x="334963" y="1628775"/>
                <a:ext cx="28952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4" name="フローチャート: データ 153">
              <a:extLst>
                <a:ext uri="{FF2B5EF4-FFF2-40B4-BE49-F238E27FC236}">
                  <ns2:creationId id="{3FEFF551-017F-38F5-74F0-91E160B0E80E}"/>
                </a:ext>
              </a:extLst>
            </p:cNvPr>
            <p:cNvSpPr/>
            <p:nvPr/>
          </p:nvSpPr>
          <p:spPr>
            <a:xfrm>
              <a:off x="334963" y="5363104"/>
              <a:ext cx="1215192" cy="801334"/>
            </a:xfrm>
            <a:prstGeom prst="flowChartInputOutput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5" name="直線矢印コネクタ 24">
              <a:extLst>
                <a:ext uri="{FF2B5EF4-FFF2-40B4-BE49-F238E27FC236}">
                  <ns2:creationId id="{91A9B771-C11A-6CE3-1C76-CDF4BF3DF616}"/>
                </a:ext>
              </a:extLst>
            </p:cNvPr>
            <p:cNvCxnSpPr>
              <a:cxnSpLocks/>
            </p:cNvCxnSpPr>
            <p:nvPr/>
          </p:nvCxnSpPr>
          <p:spPr>
            <a:xfrm>
              <a:off x="1550154" y="2326783"/>
              <a:ext cx="196974" cy="0"/>
            </a:xfrm>
            <a:prstGeom prst="straightConnector1">
              <a:avLst/>
            </a:prstGeom>
            <a:ln w="38100">
              <a:solidFill>
                <a:srgbClr val="BCD6BC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ns2:creationId id="{4DD06052-6F6B-5DC4-7343-83632866C168}"/>
                </a:ext>
              </a:extLst>
            </p:cNvPr>
            <p:cNvCxnSpPr>
              <a:cxnSpLocks/>
              <a:stCxn id="33" idx="5"/>
            </p:cNvCxnSpPr>
            <p:nvPr/>
          </p:nvCxnSpPr>
          <p:spPr>
            <a:xfrm>
              <a:off x="1428635" y="3249206"/>
              <a:ext cx="310103" cy="0"/>
            </a:xfrm>
            <a:prstGeom prst="straightConnector1">
              <a:avLst/>
            </a:prstGeom>
            <a:ln w="38100">
              <a:solidFill>
                <a:srgbClr val="A8D4A8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フローチャート: データ 26">
              <a:extLst>
                <a:ext uri="{FF2B5EF4-FFF2-40B4-BE49-F238E27FC236}">
                  <ns2:creationId id="{C9EBADAA-2741-7A07-97D2-8E8E830CE4B1}"/>
                </a:ext>
              </a:extLst>
            </p:cNvPr>
            <p:cNvSpPr/>
            <p:nvPr/>
          </p:nvSpPr>
          <p:spPr>
            <a:xfrm>
              <a:off x="334963" y="4796267"/>
              <a:ext cx="1215192" cy="801334"/>
            </a:xfrm>
            <a:prstGeom prst="flowChartInputOutput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9" name="フローチャート: データ 28">
              <a:extLst>
                <a:ext uri="{FF2B5EF4-FFF2-40B4-BE49-F238E27FC236}">
                  <ns2:creationId id="{1F1EF35E-4921-193B-F6A2-6F7B5A4F9D43}"/>
                </a:ext>
              </a:extLst>
            </p:cNvPr>
            <p:cNvSpPr/>
            <p:nvPr/>
          </p:nvSpPr>
          <p:spPr>
            <a:xfrm>
              <a:off x="334963" y="4147023"/>
              <a:ext cx="1215192" cy="801334"/>
            </a:xfrm>
            <a:prstGeom prst="flowChartInputOutput">
              <a:avLst/>
            </a:prstGeom>
            <a:solidFill>
              <a:srgbClr val="94CA94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0" name="フローチャート: データ 29">
              <a:extLst>
                <a:ext uri="{FF2B5EF4-FFF2-40B4-BE49-F238E27FC236}">
                  <ns2:creationId id="{5E7ECF5A-0C22-0BDC-83C4-0D3D9C947A03}"/>
                </a:ext>
              </a:extLst>
            </p:cNvPr>
            <p:cNvSpPr/>
            <p:nvPr/>
          </p:nvSpPr>
          <p:spPr>
            <a:xfrm>
              <a:off x="334963" y="3497780"/>
              <a:ext cx="1215192" cy="801334"/>
            </a:xfrm>
            <a:prstGeom prst="flowChartInputOutput">
              <a:avLst/>
            </a:prstGeom>
            <a:solidFill>
              <a:srgbClr val="B1D8B1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3" name="フローチャート: データ 32">
              <a:extLst>
                <a:ext uri="{FF2B5EF4-FFF2-40B4-BE49-F238E27FC236}">
                  <ns2:creationId id="{D96E9A47-E8AE-5232-4852-2262DE502EBD}"/>
                </a:ext>
              </a:extLst>
            </p:cNvPr>
            <p:cNvSpPr/>
            <p:nvPr/>
          </p:nvSpPr>
          <p:spPr>
            <a:xfrm>
              <a:off x="334963" y="2848538"/>
              <a:ext cx="1215192" cy="801334"/>
            </a:xfrm>
            <a:prstGeom prst="flowChartInputOutput">
              <a:avLst/>
            </a:prstGeom>
            <a:solidFill>
              <a:srgbClr val="C5E2C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" name="フローチャート: データ 35">
              <a:extLst>
                <a:ext uri="{FF2B5EF4-FFF2-40B4-BE49-F238E27FC236}">
                  <ns2:creationId id="{4CFA926E-D3C2-8A8C-85E1-0BDE09F8FECA}"/>
                </a:ext>
              </a:extLst>
            </p:cNvPr>
            <p:cNvSpPr/>
            <p:nvPr/>
          </p:nvSpPr>
          <p:spPr>
            <a:xfrm>
              <a:off x="334963" y="2199295"/>
              <a:ext cx="1215192" cy="801334"/>
            </a:xfrm>
            <a:prstGeom prst="flowChartInputOutput">
              <a:avLst/>
            </a:prstGeom>
            <a:solidFill>
              <a:srgbClr val="E5F2E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>
                <a:buClr>
                  <a:schemeClr val="accent1"/>
                </a:buClr>
              </a:pPr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1" name="グループ化 10">
              <a:extLst>
                <a:ext uri="{FF2B5EF4-FFF2-40B4-BE49-F238E27FC236}">
                  <ns2:creationId id="{EF7965B3-90B0-3DA2-3A4D-937EF5554366}"/>
                </a:ext>
              </a:extLst>
            </p:cNvPr>
            <p:cNvGrpSpPr/>
            <p:nvPr/>
          </p:nvGrpSpPr>
          <p:grpSpPr>
            <a:xfrm>
              <a:off x="1746883" y="2112140"/>
              <a:ext cx="3564456" cy="429286"/>
              <a:chOff x="4664506" y="1301184"/>
              <a:chExt cx="7122302" cy="540000"/>
            </a:xfrm>
          </p:grpSpPr>
          <p:sp>
            <p:nvSpPr>
              <p:cNvPr id="12" name="テキスト ボックス 11">
                <a:extLst>
                  <a:ext uri="{FF2B5EF4-FFF2-40B4-BE49-F238E27FC236}">
                    <ns2:creationId id="{AAAE21BD-B5C4-68D1-42B1-C3D00E9B48AC}"/>
                  </a:ext>
                </a:extLst>
              </p:cNvPr>
              <p:cNvSpPr txBox="1"/>
              <p:nvPr/>
            </p:nvSpPr>
            <p:spPr>
              <a:xfrm>
                <a:off x="4668594" y="1301184"/>
                <a:ext cx="7118214" cy="540000"/>
              </a:xfrm>
              <a:prstGeom prst="rect">
                <a:avLst/>
              </a:prstGeom>
              <a:noFill/>
            </p:spPr>
            <p:txBody>
              <a:bodyPr wrap="non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　　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 　　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3" name="直線コネクタ 12">
                <a:extLst>
                  <a:ext uri="{FF2B5EF4-FFF2-40B4-BE49-F238E27FC236}">
                    <ns2:creationId id="{1A13DA15-744C-2BC6-CD4D-A91A6E6ED1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1301184"/>
                <a:ext cx="0" cy="540000"/>
              </a:xfrm>
              <a:prstGeom prst="line">
                <a:avLst/>
              </a:prstGeom>
              <a:ln w="38100">
                <a:solidFill>
                  <a:srgbClr val="BCD6B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線コネクタ 13">
              <a:extLst>
                <a:ext uri="{FF2B5EF4-FFF2-40B4-BE49-F238E27FC236}">
                  <ns2:creationId id="{C941C055-5820-D4EB-EF5D-A2719C235AB1}"/>
                </a:ext>
              </a:extLst>
            </p:cNvPr>
            <p:cNvCxnSpPr>
              <a:cxnSpLocks/>
            </p:cNvCxnSpPr>
            <p:nvPr/>
          </p:nvCxnSpPr>
          <p:spPr>
            <a:xfrm>
              <a:off x="1746883" y="2677376"/>
              <a:ext cx="0" cy="1438695"/>
            </a:xfrm>
            <a:prstGeom prst="line">
              <a:avLst/>
            </a:prstGeom>
            <a:ln w="38100">
              <a:solidFill>
                <a:srgbClr val="A8D4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ns2:creationId id="{3A691042-1E6D-FE2A-7008-6B63EF1D757C}"/>
                </a:ext>
              </a:extLst>
            </p:cNvPr>
            <p:cNvGrpSpPr/>
            <p:nvPr/>
          </p:nvGrpSpPr>
          <p:grpSpPr>
            <a:xfrm>
              <a:off x="1746883" y="4260204"/>
              <a:ext cx="3567966" cy="429286"/>
              <a:chOff x="4664506" y="4159445"/>
              <a:chExt cx="4925729" cy="540000"/>
            </a:xfrm>
          </p:grpSpPr>
          <p:sp>
            <p:nvSpPr>
              <p:cNvPr id="16" name="テキスト ボックス 15">
                <a:extLst>
                  <a:ext uri="{FF2B5EF4-FFF2-40B4-BE49-F238E27FC236}">
                    <ns2:creationId id="{48CD8FEF-0AA9-55F5-1661-F71449A3DD80}"/>
                  </a:ext>
                </a:extLst>
              </p:cNvPr>
              <p:cNvSpPr txBox="1"/>
              <p:nvPr/>
            </p:nvSpPr>
            <p:spPr>
              <a:xfrm>
                <a:off x="4668596" y="4159445"/>
                <a:ext cx="4921639" cy="540000"/>
              </a:xfrm>
              <a:prstGeom prst="rect">
                <a:avLst/>
              </a:prstGeom>
              <a:noFill/>
            </p:spPr>
            <p:txBody>
              <a:bodyPr wrap="non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en-US" altLang="ja-JP" sz="1000" b="0" i="0" u="none" strike="noStrike" kern="1200" cap="none" spc="0" normalizeH="0" baseline="0" noProof="0" err="1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  <a:endParaRPr kumimoji="1" lang="ja-JP" altLang="en-US" sz="10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ns2:creationId id="{1F788620-E12F-3E8C-FBCA-5C0382BF21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159445"/>
                <a:ext cx="0" cy="540000"/>
              </a:xfrm>
              <a:prstGeom prst="line">
                <a:avLst/>
              </a:prstGeom>
              <a:ln w="38100">
                <a:solidFill>
                  <a:srgbClr val="82C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グループ化 17">
              <a:extLst>
                <a:ext uri="{FF2B5EF4-FFF2-40B4-BE49-F238E27FC236}">
                  <ns2:creationId id="{EDC4EE88-A61B-D703-B6DD-01AABE1E4DEC}"/>
                </a:ext>
              </a:extLst>
            </p:cNvPr>
            <p:cNvGrpSpPr/>
            <p:nvPr/>
          </p:nvGrpSpPr>
          <p:grpSpPr>
            <a:xfrm>
              <a:off x="1743377" y="4829369"/>
              <a:ext cx="3567966" cy="429286"/>
              <a:chOff x="4664506" y="4843392"/>
              <a:chExt cx="4925729" cy="540000"/>
            </a:xfrm>
          </p:grpSpPr>
          <p:sp>
            <p:nvSpPr>
              <p:cNvPr id="19" name="テキスト ボックス 18">
                <a:extLst>
                  <a:ext uri="{FF2B5EF4-FFF2-40B4-BE49-F238E27FC236}">
                    <ns2:creationId id="{54E9241D-2E3A-8E63-2BAC-448194C0045E}"/>
                  </a:ext>
                </a:extLst>
              </p:cNvPr>
              <p:cNvSpPr txBox="1"/>
              <p:nvPr/>
            </p:nvSpPr>
            <p:spPr>
              <a:xfrm>
                <a:off x="4668596" y="4843392"/>
                <a:ext cx="4921639" cy="540000"/>
              </a:xfrm>
              <a:prstGeom prst="rect">
                <a:avLst/>
              </a:prstGeom>
              <a:noFill/>
            </p:spPr>
            <p:txBody>
              <a:bodyPr wrap="non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ns2:creationId id="{4B35685A-F8AB-D95D-143E-55821742D7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843392"/>
                <a:ext cx="0" cy="540000"/>
              </a:xfrm>
              <a:prstGeom prst="line">
                <a:avLst/>
              </a:prstGeom>
              <a:ln w="38100">
                <a:solidFill>
                  <a:srgbClr val="63AF6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テキスト ボックス 22">
              <a:extLst>
                <a:ext uri="{FF2B5EF4-FFF2-40B4-BE49-F238E27FC236}">
                  <ns2:creationId id="{D0F61336-4E21-5631-E965-2C4F4A75EF97}"/>
                </a:ext>
              </a:extLst>
            </p:cNvPr>
            <p:cNvSpPr txBox="1"/>
            <p:nvPr/>
          </p:nvSpPr>
          <p:spPr>
            <a:xfrm>
              <a:off x="1749848" y="5325840"/>
              <a:ext cx="3567965" cy="429286"/>
            </a:xfrm>
            <a:prstGeom prst="rect">
              <a:avLst/>
            </a:prstGeom>
            <a:noFill/>
          </p:spPr>
          <p:txBody>
            <a:bodyPr wrap="none" lIns="72000" tIns="36000" rIns="72000" bIns="36000" rtlCol="0" anchor="ctr" anchorCtr="0"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grpSp>
          <p:nvGrpSpPr>
            <p:cNvPr id="39" name="グループ化 38">
              <a:extLst>
                <a:ext uri="{FF2B5EF4-FFF2-40B4-BE49-F238E27FC236}">
                  <ns2:creationId id="{4D51A2BE-B88E-67D6-4B34-7685412C21E7}"/>
                </a:ext>
              </a:extLst>
            </p:cNvPr>
            <p:cNvGrpSpPr/>
            <p:nvPr/>
          </p:nvGrpSpPr>
          <p:grpSpPr>
            <a:xfrm>
              <a:off x="1780511" y="2685559"/>
              <a:ext cx="3547702" cy="1498660"/>
              <a:chOff x="4731702" y="2958141"/>
              <a:chExt cx="7088825" cy="1501402"/>
            </a:xfrm>
          </p:grpSpPr>
          <p:grpSp>
            <p:nvGrpSpPr>
              <p:cNvPr id="48" name="グループ化 47">
                <a:extLst>
                  <a:ext uri="{FF2B5EF4-FFF2-40B4-BE49-F238E27FC236}">
                    <ns2:creationId id="{78F5DE37-7662-6E6F-C691-F28426691B75}"/>
                  </a:ext>
                </a:extLst>
              </p:cNvPr>
              <p:cNvGrpSpPr/>
              <p:nvPr/>
            </p:nvGrpSpPr>
            <p:grpSpPr>
              <a:xfrm>
                <a:off x="5660998" y="2958141"/>
                <a:ext cx="6159529" cy="1497881"/>
                <a:chOff x="5709992" y="2282929"/>
                <a:chExt cx="6219251" cy="1600647"/>
              </a:xfrm>
            </p:grpSpPr>
            <p:sp>
              <p:nvSpPr>
                <p:cNvPr id="49" name="テキスト ボックス 48">
                  <a:extLst>
                    <a:ext uri="{FF2B5EF4-FFF2-40B4-BE49-F238E27FC236}">
                      <ns2:creationId id="{09CCD4CA-4780-4BDF-16B0-CCBE3FE4832F}"/>
                    </a:ext>
                  </a:extLst>
                </p:cNvPr>
                <p:cNvSpPr txBox="1"/>
                <p:nvPr/>
              </p:nvSpPr>
              <p:spPr>
                <a:xfrm>
                  <a:off x="5709994" y="2282929"/>
                  <a:ext cx="6219247" cy="477919"/>
                </a:xfrm>
                <a:prstGeom prst="rect">
                  <a:avLst/>
                </a:prstGeom>
                <a:noFill/>
              </p:spPr>
              <p:txBody>
                <a:bodyPr wrap="none" lIns="72000" tIns="36000" rIns="72000" bIns="36000" rtlCol="0" anchor="t" anchorCtr="0">
                  <a:noAutofit/>
                </a:bodyPr>
                <a:lstStyle/>
                <a:p>
                  <a:r>
                    <a:rPr lang="ja-JP" altLang="en-US" sz="10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0" name="テキスト ボックス 49">
                  <a:extLst>
                    <a:ext uri="{FF2B5EF4-FFF2-40B4-BE49-F238E27FC236}">
                      <ns2:creationId id="{83D7962F-5BB7-6CEE-8A7E-52D04CFF5594}"/>
                    </a:ext>
                  </a:extLst>
                </p:cNvPr>
                <p:cNvSpPr txBox="1"/>
                <p:nvPr/>
              </p:nvSpPr>
              <p:spPr>
                <a:xfrm>
                  <a:off x="5709993" y="2832773"/>
                  <a:ext cx="6219247" cy="454260"/>
                </a:xfrm>
                <a:prstGeom prst="rect">
                  <a:avLst/>
                </a:prstGeom>
                <a:noFill/>
              </p:spPr>
              <p:txBody>
                <a:bodyPr wrap="none" lIns="72000" tIns="36000" rIns="0" bIns="36000" rtlCol="0" anchor="ctr" anchorCtr="0">
                  <a:noAutofit/>
                </a:bodyPr>
                <a:lstStyle/>
                <a:p>
                  <a:r>
                    <a:rPr lang="ja-JP" altLang="en-US" sz="10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51" name="テキスト ボックス 50">
                  <a:extLst>
                    <a:ext uri="{FF2B5EF4-FFF2-40B4-BE49-F238E27FC236}">
                      <ns2:creationId id="{37A465B4-A703-87E0-D73D-83026C1FCC4E}"/>
                    </a:ext>
                  </a:extLst>
                </p:cNvPr>
                <p:cNvSpPr txBox="1"/>
                <p:nvPr/>
              </p:nvSpPr>
              <p:spPr>
                <a:xfrm>
                  <a:off x="5709992" y="3336501"/>
                  <a:ext cx="6219251" cy="547075"/>
                </a:xfrm>
                <a:prstGeom prst="rect">
                  <a:avLst/>
                </a:prstGeom>
                <a:noFill/>
              </p:spPr>
              <p:txBody>
                <a:bodyPr wrap="none" lIns="72000" tIns="36000" rIns="72000" bIns="36000" rtlCol="0" anchor="ctr" anchorCtr="0">
                  <a:noAutofit/>
                </a:bodyPr>
                <a:lstStyle/>
                <a:p>
                  <a:r>
                    <a:rPr lang="ja-JP" altLang="en-US" sz="1000">
                      <a:solidFill>
                        <a:srgbClr val="008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API</a:t>
                  </a:r>
                  <a:r>
                    <a:rPr lang="ja-JP" altLang="en-US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0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41" name="グループ化 40">
                <a:extLst>
                  <a:ext uri="{FF2B5EF4-FFF2-40B4-BE49-F238E27FC236}">
                    <ns2:creationId id="{BC9825AE-6271-7B02-8A05-C8DFEFBBCC49}"/>
                  </a:ext>
                </a:extLst>
              </p:cNvPr>
              <p:cNvGrpSpPr/>
              <p:nvPr/>
            </p:nvGrpSpPr>
            <p:grpSpPr>
              <a:xfrm>
                <a:off x="4731702" y="2958141"/>
                <a:ext cx="900001" cy="1501402"/>
                <a:chOff x="4811604" y="2282929"/>
                <a:chExt cx="900001" cy="1604409"/>
              </a:xfrm>
            </p:grpSpPr>
            <p:sp>
              <p:nvSpPr>
                <p:cNvPr id="43" name="ホームベース 13">
                  <a:extLst>
                    <a:ext uri="{FF2B5EF4-FFF2-40B4-BE49-F238E27FC236}">
                      <ns2:creationId id="{3CB0A3DE-B044-3A3F-3EDE-46884352EEDF}"/>
                    </a:ext>
                  </a:extLst>
                </p:cNvPr>
                <p:cNvSpPr/>
                <p:nvPr/>
              </p:nvSpPr>
              <p:spPr>
                <a:xfrm rot="5400000">
                  <a:off x="4973605" y="2120929"/>
                  <a:ext cx="576000" cy="900000"/>
                </a:xfrm>
                <a:prstGeom prst="homePlate">
                  <a:avLst>
                    <a:gd name="adj" fmla="val 18206"/>
                  </a:avLst>
                </a:prstGeom>
                <a:solidFill>
                  <a:srgbClr val="008000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wrap="none"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en-US" altLang="ja-JP" sz="1000"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00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4" name="山形 14">
                  <a:extLst>
                    <a:ext uri="{FF2B5EF4-FFF2-40B4-BE49-F238E27FC236}">
                      <ns2:creationId id="{A99D5293-9F08-5455-B4DF-39947667A865}"/>
                    </a:ext>
                  </a:extLst>
                </p:cNvPr>
                <p:cNvSpPr/>
                <p:nvPr/>
              </p:nvSpPr>
              <p:spPr>
                <a:xfrm rot="5400000">
                  <a:off x="4973605" y="2635133"/>
                  <a:ext cx="576000" cy="90000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wrap="none"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  <p:sp>
              <p:nvSpPr>
                <p:cNvPr id="45" name="山形 14">
                  <a:extLst>
                    <a:ext uri="{FF2B5EF4-FFF2-40B4-BE49-F238E27FC236}">
                      <ns2:creationId id="{609F2C1B-D486-230F-08FE-49F76F9C8ED2}"/>
                    </a:ext>
                  </a:extLst>
                </p:cNvPr>
                <p:cNvSpPr/>
                <p:nvPr/>
              </p:nvSpPr>
              <p:spPr>
                <a:xfrm rot="5400000">
                  <a:off x="4973604" y="3149338"/>
                  <a:ext cx="576000" cy="900000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000">
                    <a:alpha val="8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wrap="none"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  <a:cs typeface="+mn-cs"/>
                    </a:rPr>
                    <a:t>XX</a:t>
                  </a:r>
                  <a:endParaRPr kumimoji="1" lang="ja-JP" alt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endParaRPr>
                </a:p>
              </p:txBody>
            </p:sp>
          </p:grpSp>
        </p:grpSp>
        <p:cxnSp>
          <p:nvCxnSpPr>
            <p:cNvPr id="52" name="コネクタ: カギ線 51">
              <a:extLst>
                <a:ext uri="{FF2B5EF4-FFF2-40B4-BE49-F238E27FC236}">
                  <ns2:creationId id="{78247263-53DB-B731-C81A-8C4B94DF5C98}"/>
                </a:ext>
              </a:extLst>
            </p:cNvPr>
            <p:cNvCxnSpPr>
              <a:cxnSpLocks/>
              <a:stCxn id="30" idx="5"/>
              <a:endCxn id="16" idx="1"/>
            </p:cNvCxnSpPr>
            <p:nvPr/>
          </p:nvCxnSpPr>
          <p:spPr>
            <a:xfrm>
              <a:off x="1428636" y="3898447"/>
              <a:ext cx="321210" cy="576400"/>
            </a:xfrm>
            <a:prstGeom prst="bentConnector3">
              <a:avLst>
                <a:gd name="adj1" fmla="val 50000"/>
              </a:avLst>
            </a:prstGeom>
            <a:ln w="38100">
              <a:solidFill>
                <a:srgbClr val="82C08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コネクタ: カギ線 52">
              <a:extLst>
                <a:ext uri="{FF2B5EF4-FFF2-40B4-BE49-F238E27FC236}">
                  <ns2:creationId id="{340B7BA1-A483-22BA-7708-DC27516CA325}"/>
                </a:ext>
              </a:extLst>
            </p:cNvPr>
            <p:cNvCxnSpPr>
              <a:cxnSpLocks/>
              <a:stCxn id="29" idx="5"/>
              <a:endCxn id="19" idx="1"/>
            </p:cNvCxnSpPr>
            <p:nvPr/>
          </p:nvCxnSpPr>
          <p:spPr>
            <a:xfrm>
              <a:off x="1428636" y="4547690"/>
              <a:ext cx="317703" cy="496322"/>
            </a:xfrm>
            <a:prstGeom prst="bentConnector3">
              <a:avLst/>
            </a:prstGeom>
            <a:ln w="38100">
              <a:solidFill>
                <a:srgbClr val="63AF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5" name="グループ化 154">
              <a:extLst>
                <a:ext uri="{FF2B5EF4-FFF2-40B4-BE49-F238E27FC236}">
                  <ns2:creationId id="{BC5F815D-E1BC-0205-B868-290423727C2C}"/>
                </a:ext>
              </a:extLst>
            </p:cNvPr>
            <p:cNvGrpSpPr/>
            <p:nvPr/>
          </p:nvGrpSpPr>
          <p:grpSpPr>
            <a:xfrm>
              <a:off x="1428636" y="5196934"/>
              <a:ext cx="321212" cy="558192"/>
              <a:chOff x="1467545" y="5423972"/>
              <a:chExt cx="332640" cy="598532"/>
            </a:xfrm>
          </p:grpSpPr>
          <p:cxnSp>
            <p:nvCxnSpPr>
              <p:cNvPr id="24" name="直線コネクタ 23">
                <a:extLst>
                  <a:ext uri="{FF2B5EF4-FFF2-40B4-BE49-F238E27FC236}">
                    <ns2:creationId id="{680291EF-F357-DDC3-6C34-3B44E1C3F1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7114" y="5562194"/>
                <a:ext cx="0" cy="46031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コネクタ: カギ線 53">
                <a:extLst>
                  <a:ext uri="{FF2B5EF4-FFF2-40B4-BE49-F238E27FC236}">
                    <ns2:creationId id="{493E0C37-0082-5561-230D-7A03B07E97D7}"/>
                  </a:ext>
                </a:extLst>
              </p:cNvPr>
              <p:cNvCxnSpPr>
                <a:cxnSpLocks/>
                <a:stCxn id="27" idx="5"/>
                <a:endCxn id="23" idx="1"/>
              </p:cNvCxnSpPr>
              <p:nvPr/>
            </p:nvCxnSpPr>
            <p:spPr>
              <a:xfrm>
                <a:off x="1467545" y="5423972"/>
                <a:ext cx="332640" cy="368377"/>
              </a:xfrm>
              <a:prstGeom prst="bentConnector3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グループ化 155">
              <a:extLst>
                <a:ext uri="{FF2B5EF4-FFF2-40B4-BE49-F238E27FC236}">
                  <ns2:creationId id="{94166833-3C81-C6FD-F055-97D02BF96690}"/>
                </a:ext>
              </a:extLst>
            </p:cNvPr>
            <p:cNvGrpSpPr/>
            <p:nvPr/>
          </p:nvGrpSpPr>
          <p:grpSpPr>
            <a:xfrm>
              <a:off x="1428636" y="5750533"/>
              <a:ext cx="321212" cy="558192"/>
              <a:chOff x="1467545" y="5423972"/>
              <a:chExt cx="332640" cy="598532"/>
            </a:xfrm>
          </p:grpSpPr>
          <p:cxnSp>
            <p:nvCxnSpPr>
              <p:cNvPr id="157" name="直線コネクタ 156">
                <a:extLst>
                  <a:ext uri="{FF2B5EF4-FFF2-40B4-BE49-F238E27FC236}">
                    <ns2:creationId id="{EFE58364-D2D8-B2D0-9855-F694FB5615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7114" y="5562194"/>
                <a:ext cx="0" cy="46031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コネクタ: カギ線 157">
                <a:extLst>
                  <a:ext uri="{FF2B5EF4-FFF2-40B4-BE49-F238E27FC236}">
                    <ns2:creationId id="{85CE674D-EC65-B0F6-BA52-C58BE4403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545" y="5423972"/>
                <a:ext cx="332640" cy="368377"/>
              </a:xfrm>
              <a:prstGeom prst="bentConnector3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1" name="テキスト ボックス 160">
              <a:extLst>
                <a:ext uri="{FF2B5EF4-FFF2-40B4-BE49-F238E27FC236}">
                  <ns2:creationId id="{CBD9ADFE-B5CA-5F7C-B4D1-F1ABD5920C30}"/>
                </a:ext>
              </a:extLst>
            </p:cNvPr>
            <p:cNvSpPr txBox="1"/>
            <p:nvPr/>
          </p:nvSpPr>
          <p:spPr>
            <a:xfrm>
              <a:off x="1749848" y="5879439"/>
              <a:ext cx="3567965" cy="429286"/>
            </a:xfrm>
            <a:prstGeom prst="rect">
              <a:avLst/>
            </a:prstGeom>
            <a:noFill/>
          </p:spPr>
          <p:txBody>
            <a:bodyPr wrap="none" lIns="72000" tIns="36000" rIns="72000" bIns="36000" rtlCol="0" anchor="ctr" anchorCtr="0"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AED48399-079E-D44B-9E42-AD31206A7BE0}"/>
                </a:ext>
              </a:extLst>
            </p:cNvPr>
            <p:cNvGrpSpPr/>
            <p:nvPr/>
          </p:nvGrpSpPr>
          <p:grpSpPr>
            <a:xfrm>
              <a:off x="5306956" y="2065119"/>
              <a:ext cx="360000" cy="4247585"/>
              <a:chOff x="5306956" y="2065119"/>
              <a:chExt cx="360000" cy="4247585"/>
            </a:xfrm>
          </p:grpSpPr>
          <p:cxnSp>
            <p:nvCxnSpPr>
              <p:cNvPr id="177" name="直線矢印コネクタ 176">
                <a:extLst>
                  <a:ext uri="{FF2B5EF4-FFF2-40B4-BE49-F238E27FC236}">
                    <ns2:creationId id="{FCB6C282-7445-D04C-EDC5-D0D1E78856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2065119"/>
                <a:ext cx="0" cy="2016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直線矢印コネクタ 180">
                <a:extLst>
                  <a:ext uri="{FF2B5EF4-FFF2-40B4-BE49-F238E27FC236}">
                    <ns2:creationId id="{CD4878C5-85BD-D2B5-6479-48966D9DCC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4104919"/>
                <a:ext cx="0" cy="1224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矢印コネクタ 183">
                <a:extLst>
                  <a:ext uri="{FF2B5EF4-FFF2-40B4-BE49-F238E27FC236}">
                    <ns2:creationId id="{3C45F5C8-840C-AAB7-788B-B4775E565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5373759"/>
                <a:ext cx="0" cy="576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" name="テキスト ボックス 185">
                <a:extLst>
                  <a:ext uri="{FF2B5EF4-FFF2-40B4-BE49-F238E27FC236}">
                    <ns2:creationId id="{7A6C7B10-C0E1-AD17-26F8-AFFB46D3DA77}"/>
                  </a:ext>
                </a:extLst>
              </p:cNvPr>
              <p:cNvSpPr txBox="1"/>
              <p:nvPr/>
            </p:nvSpPr>
            <p:spPr>
              <a:xfrm>
                <a:off x="5306956" y="5607759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7" name="テキスト ボックス 186">
                <a:extLst>
                  <a:ext uri="{FF2B5EF4-FFF2-40B4-BE49-F238E27FC236}">
                    <ns2:creationId id="{C3C4C9B5-84A1-B8DA-5F26-0F0737D2840B}"/>
                  </a:ext>
                </a:extLst>
              </p:cNvPr>
              <p:cNvSpPr txBox="1"/>
              <p:nvPr/>
            </p:nvSpPr>
            <p:spPr>
              <a:xfrm>
                <a:off x="5306956" y="4662919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8" name="テキスト ボックス 187">
                <a:extLst>
                  <a:ext uri="{FF2B5EF4-FFF2-40B4-BE49-F238E27FC236}">
                    <ns2:creationId id="{1B6573E2-32B7-4189-C67E-B795521448E5}"/>
                  </a:ext>
                </a:extLst>
              </p:cNvPr>
              <p:cNvSpPr txBox="1"/>
              <p:nvPr/>
            </p:nvSpPr>
            <p:spPr>
              <a:xfrm>
                <a:off x="5306956" y="3019119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1A1EA884-FCBE-80A9-CDB2-2E63753EC7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77616" y="5952704"/>
                <a:ext cx="0" cy="360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テキスト ボックス 92">
                <a:extLst>
                  <a:ext uri="{FF2B5EF4-FFF2-40B4-BE49-F238E27FC236}">
                    <ns2:creationId id="{8F357A07-EB3E-A267-7BD6-99731BDF21C0}"/>
                  </a:ext>
                </a:extLst>
              </p:cNvPr>
              <p:cNvSpPr txBox="1"/>
              <p:nvPr/>
            </p:nvSpPr>
            <p:spPr>
              <a:xfrm>
                <a:off x="5306956" y="6078704"/>
                <a:ext cx="360000" cy="1080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 anchor="ctr">
                <a:noAutofit/>
              </a:bodyPr>
              <a:lstStyle/>
              <a:p>
                <a:pPr algn="ctr"/>
                <a:r>
                  <a:rPr kumimoji="1" lang="en-US" altLang="ja-JP" sz="10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grpSp>
        <p:nvGrpSpPr>
          <p:cNvPr id="166" name="グループ化 165">
            <a:extLst>
              <a:ext uri="{FF2B5EF4-FFF2-40B4-BE49-F238E27FC236}">
                <ns2:creationId id="{008E0403-F03F-0B30-2C2A-B1A98F3275D3}"/>
              </a:ext>
            </a:extLst>
          </p:cNvPr>
          <p:cNvGrpSpPr/>
          <p:nvPr/>
        </p:nvGrpSpPr>
        <p:grpSpPr>
          <a:xfrm>
            <a:off x="5744674" y="1627437"/>
            <a:ext cx="3981696" cy="4673637"/>
            <a:chOff x="5744674" y="1627437"/>
            <a:chExt cx="3981696" cy="4673637"/>
          </a:xfrm>
        </p:grpSpPr>
        <p:sp>
          <p:nvSpPr>
            <p:cNvPr id="84" name="テキスト ボックス 83">
              <a:extLst>
                <a:ext uri="{FF2B5EF4-FFF2-40B4-BE49-F238E27FC236}">
                  <ns2:creationId id="{25698EE5-15ED-FFEB-36D9-EC156FB8D485}"/>
                </a:ext>
              </a:extLst>
            </p:cNvPr>
            <p:cNvSpPr txBox="1"/>
            <p:nvPr/>
          </p:nvSpPr>
          <p:spPr>
            <a:xfrm>
              <a:off x="5744674" y="1627437"/>
              <a:ext cx="3949271" cy="33855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AB5F0319-2E4E-EB49-D891-CCC516F28048}"/>
                </a:ext>
              </a:extLst>
            </p:cNvPr>
            <p:cNvSpPr/>
            <p:nvPr/>
          </p:nvSpPr>
          <p:spPr>
            <a:xfrm>
              <a:off x="6933934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652B587F-A230-312B-179C-5A0031A60546}"/>
                </a:ext>
              </a:extLst>
            </p:cNvPr>
            <p:cNvSpPr/>
            <p:nvPr/>
          </p:nvSpPr>
          <p:spPr>
            <a:xfrm>
              <a:off x="7634228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2B2369C8-2532-45EA-C20C-960A74D88A3E}"/>
                </a:ext>
              </a:extLst>
            </p:cNvPr>
            <p:cNvSpPr/>
            <p:nvPr/>
          </p:nvSpPr>
          <p:spPr>
            <a:xfrm>
              <a:off x="8334522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2802E5E1-2D94-D639-1601-0B7DB1E6E3EA}"/>
                </a:ext>
              </a:extLst>
            </p:cNvPr>
            <p:cNvSpPr/>
            <p:nvPr/>
          </p:nvSpPr>
          <p:spPr>
            <a:xfrm>
              <a:off x="9034817" y="1974142"/>
              <a:ext cx="658212" cy="214643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ns2:creationId id="{25ABEDAD-A96F-8005-1F83-93634D8D2AD7}"/>
                </a:ext>
              </a:extLst>
            </p:cNvPr>
            <p:cNvSpPr/>
            <p:nvPr/>
          </p:nvSpPr>
          <p:spPr>
            <a:xfrm>
              <a:off x="5744674" y="2208917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FE7640AD-A5BE-A34A-3BCD-5E3E8F80C79E}"/>
                </a:ext>
              </a:extLst>
            </p:cNvPr>
            <p:cNvSpPr/>
            <p:nvPr/>
          </p:nvSpPr>
          <p:spPr>
            <a:xfrm>
              <a:off x="5744674" y="2840122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95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5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ns2:creationId id="{8B528BAD-6FE4-9F7F-4FF8-6DCFA7988F96}"/>
                </a:ext>
              </a:extLst>
            </p:cNvPr>
            <p:cNvSpPr/>
            <p:nvPr/>
          </p:nvSpPr>
          <p:spPr>
            <a:xfrm>
              <a:off x="5744674" y="3471327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" name="四角形: 角を丸くする 31">
              <a:extLst>
                <a:ext uri="{FF2B5EF4-FFF2-40B4-BE49-F238E27FC236}">
                  <ns2:creationId id="{02B88A89-A1F0-5608-3A25-E45B973113EB}"/>
                </a:ext>
              </a:extLst>
            </p:cNvPr>
            <p:cNvSpPr/>
            <p:nvPr/>
          </p:nvSpPr>
          <p:spPr>
            <a:xfrm>
              <a:off x="5744674" y="4102532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API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" name="四角形: 角を丸くする 33">
              <a:extLst>
                <a:ext uri="{FF2B5EF4-FFF2-40B4-BE49-F238E27FC236}">
                  <ns2:creationId id="{D322900A-5537-1948-22AE-E11543E7FDF5}"/>
                </a:ext>
              </a:extLst>
            </p:cNvPr>
            <p:cNvSpPr/>
            <p:nvPr/>
          </p:nvSpPr>
          <p:spPr>
            <a:xfrm>
              <a:off x="5744674" y="4733737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" name="四角形: 角を丸くする 34">
              <a:extLst>
                <a:ext uri="{FF2B5EF4-FFF2-40B4-BE49-F238E27FC236}">
                  <ns2:creationId id="{B586A560-B144-1684-075F-19D078DD8F6E}"/>
                </a:ext>
              </a:extLst>
            </p:cNvPr>
            <p:cNvSpPr/>
            <p:nvPr/>
          </p:nvSpPr>
          <p:spPr>
            <a:xfrm>
              <a:off x="5744674" y="5364942"/>
              <a:ext cx="1177853" cy="612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Bef>
                  <a:spcPts val="200"/>
                </a:spcBef>
              </a:pP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7" name="四角形: 角を丸くする 36">
              <a:extLst>
                <a:ext uri="{FF2B5EF4-FFF2-40B4-BE49-F238E27FC236}">
                  <ns2:creationId id="{794017E8-D3F2-D65D-265D-EE6BA0612BE0}"/>
                </a:ext>
              </a:extLst>
            </p:cNvPr>
            <p:cNvSpPr/>
            <p:nvPr/>
          </p:nvSpPr>
          <p:spPr>
            <a:xfrm>
              <a:off x="6933934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300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600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8" name="四角形: 角を丸くする 37">
              <a:extLst>
                <a:ext uri="{FF2B5EF4-FFF2-40B4-BE49-F238E27FC236}">
                  <ns2:creationId id="{A484360F-7BDC-4270-70D9-6C230139447B}"/>
                </a:ext>
              </a:extLst>
            </p:cNvPr>
            <p:cNvSpPr/>
            <p:nvPr/>
          </p:nvSpPr>
          <p:spPr>
            <a:xfrm>
              <a:off x="7634228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0" name="四角形: 角を丸くする 39">
              <a:extLst>
                <a:ext uri="{FF2B5EF4-FFF2-40B4-BE49-F238E27FC236}">
                  <ns2:creationId id="{9D985E61-289C-8C5E-0937-7D60EAB40DF3}"/>
                </a:ext>
              </a:extLst>
            </p:cNvPr>
            <p:cNvSpPr/>
            <p:nvPr/>
          </p:nvSpPr>
          <p:spPr>
            <a:xfrm>
              <a:off x="8334522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四角形: 角を丸くする 41">
              <a:extLst>
                <a:ext uri="{FF2B5EF4-FFF2-40B4-BE49-F238E27FC236}">
                  <ns2:creationId id="{856C07CB-9531-6101-8A6D-C36A534C1245}"/>
                </a:ext>
              </a:extLst>
            </p:cNvPr>
            <p:cNvSpPr/>
            <p:nvPr/>
          </p:nvSpPr>
          <p:spPr>
            <a:xfrm>
              <a:off x="9034817" y="2208916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60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9E866C6B-4782-590C-F55C-19A0A6E69AF5}"/>
                </a:ext>
              </a:extLst>
            </p:cNvPr>
            <p:cNvSpPr/>
            <p:nvPr/>
          </p:nvSpPr>
          <p:spPr>
            <a:xfrm>
              <a:off x="6933934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900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16828EA1-3698-4CA4-126A-7367D301E535}"/>
                </a:ext>
              </a:extLst>
            </p:cNvPr>
            <p:cNvSpPr/>
            <p:nvPr/>
          </p:nvSpPr>
          <p:spPr>
            <a:xfrm>
              <a:off x="7634228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5" name="四角形: 角を丸くする 54">
              <a:extLst>
                <a:ext uri="{FF2B5EF4-FFF2-40B4-BE49-F238E27FC236}">
                  <ns2:creationId id="{DCB08F08-4E0F-07FC-B56A-022B8C590A82}"/>
                </a:ext>
              </a:extLst>
            </p:cNvPr>
            <p:cNvSpPr/>
            <p:nvPr/>
          </p:nvSpPr>
          <p:spPr>
            <a:xfrm>
              <a:off x="8334522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四角形: 角を丸くする 55">
              <a:extLst>
                <a:ext uri="{FF2B5EF4-FFF2-40B4-BE49-F238E27FC236}">
                  <ns2:creationId id="{02816E38-E8E0-5D00-D31D-F773DDF182F0}"/>
                </a:ext>
              </a:extLst>
            </p:cNvPr>
            <p:cNvSpPr/>
            <p:nvPr/>
          </p:nvSpPr>
          <p:spPr>
            <a:xfrm>
              <a:off x="9034817" y="2841747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7" name="四角形: 角を丸くする 56">
              <a:extLst>
                <a:ext uri="{FF2B5EF4-FFF2-40B4-BE49-F238E27FC236}">
                  <ns2:creationId id="{91DAC60B-6F3A-8FD4-B33E-5624812A20C3}"/>
                </a:ext>
              </a:extLst>
            </p:cNvPr>
            <p:cNvSpPr/>
            <p:nvPr/>
          </p:nvSpPr>
          <p:spPr>
            <a:xfrm>
              <a:off x="6933934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300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600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四角形: 角を丸くする 57">
              <a:extLst>
                <a:ext uri="{FF2B5EF4-FFF2-40B4-BE49-F238E27FC236}">
                  <ns2:creationId id="{AF0E58E4-8A04-97D6-F304-3796753A6BBF}"/>
                </a:ext>
              </a:extLst>
            </p:cNvPr>
            <p:cNvSpPr/>
            <p:nvPr/>
          </p:nvSpPr>
          <p:spPr>
            <a:xfrm>
              <a:off x="7634228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E8418B8E-DE88-7872-1C8B-466FCAA5523C}"/>
                </a:ext>
              </a:extLst>
            </p:cNvPr>
            <p:cNvSpPr/>
            <p:nvPr/>
          </p:nvSpPr>
          <p:spPr>
            <a:xfrm>
              <a:off x="8334522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6" name="四角形: 角を丸くする 65">
              <a:extLst>
                <a:ext uri="{FF2B5EF4-FFF2-40B4-BE49-F238E27FC236}">
                  <ns2:creationId id="{21B6697D-856F-0A1C-0B7F-9A6D82645123}"/>
                </a:ext>
              </a:extLst>
            </p:cNvPr>
            <p:cNvSpPr/>
            <p:nvPr/>
          </p:nvSpPr>
          <p:spPr>
            <a:xfrm>
              <a:off x="9034817" y="3474578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6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lang="en-US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r>
                <a:rPr lang="ja-JP" altLang="ja-JP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7" name="四角形: 角を丸くする 66">
              <a:extLst>
                <a:ext uri="{FF2B5EF4-FFF2-40B4-BE49-F238E27FC236}">
                  <ns2:creationId id="{87669AEC-27BC-340A-547B-BFED7E580E84}"/>
                </a:ext>
              </a:extLst>
            </p:cNvPr>
            <p:cNvSpPr/>
            <p:nvPr/>
          </p:nvSpPr>
          <p:spPr>
            <a:xfrm>
              <a:off x="6933934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739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8" name="四角形: 角を丸くする 67">
              <a:extLst>
                <a:ext uri="{FF2B5EF4-FFF2-40B4-BE49-F238E27FC236}">
                  <ns2:creationId id="{C71DFB91-D3E6-D080-FBDF-8DD24EA3946F}"/>
                </a:ext>
              </a:extLst>
            </p:cNvPr>
            <p:cNvSpPr/>
            <p:nvPr/>
          </p:nvSpPr>
          <p:spPr>
            <a:xfrm>
              <a:off x="7634228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四角形: 角を丸くする 68">
              <a:extLst>
                <a:ext uri="{FF2B5EF4-FFF2-40B4-BE49-F238E27FC236}">
                  <ns2:creationId id="{16C88133-0136-1CF4-7AFD-41DA2DA03B38}"/>
                </a:ext>
              </a:extLst>
            </p:cNvPr>
            <p:cNvSpPr/>
            <p:nvPr/>
          </p:nvSpPr>
          <p:spPr>
            <a:xfrm>
              <a:off x="8334522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ja-JP" sz="9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0" name="四角形: 角を丸くする 69">
              <a:extLst>
                <a:ext uri="{FF2B5EF4-FFF2-40B4-BE49-F238E27FC236}">
                  <ns2:creationId id="{9D7563BC-E278-703E-1A7C-54CA59BCE221}"/>
                </a:ext>
              </a:extLst>
            </p:cNvPr>
            <p:cNvSpPr/>
            <p:nvPr/>
          </p:nvSpPr>
          <p:spPr>
            <a:xfrm>
              <a:off x="9034817" y="4107409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5</a:t>
              </a:r>
              <a:r>
                <a:rPr lang="ja-JP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defTabSz="179388"/>
              <a:r>
                <a:rPr lang="en-US" altLang="ja-JP" sz="650">
                  <a:solidFill>
                    <a:schemeClr val="accent5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※ 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tabLst>
                  <a:tab pos="87313" algn="l"/>
                </a:tabLst>
              </a:pP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	 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	 </a:t>
              </a:r>
              <a:r>
                <a:rPr lang="ja-JP" altLang="en-US" sz="65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5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四角形: 角を丸くする 70">
              <a:extLst>
                <a:ext uri="{FF2B5EF4-FFF2-40B4-BE49-F238E27FC236}">
                  <ns2:creationId id="{1B9390D5-C25C-FD11-31FB-F4E387FDAFF4}"/>
                </a:ext>
              </a:extLst>
            </p:cNvPr>
            <p:cNvSpPr/>
            <p:nvPr/>
          </p:nvSpPr>
          <p:spPr>
            <a:xfrm>
              <a:off x="6933934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四角形: 角を丸くする 71">
              <a:extLst>
                <a:ext uri="{FF2B5EF4-FFF2-40B4-BE49-F238E27FC236}">
                  <ns2:creationId id="{BFFFC65B-403D-E508-45DA-9B2209F649BD}"/>
                </a:ext>
              </a:extLst>
            </p:cNvPr>
            <p:cNvSpPr/>
            <p:nvPr/>
          </p:nvSpPr>
          <p:spPr>
            <a:xfrm>
              <a:off x="7634228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3" name="四角形: 角を丸くする 72">
              <a:extLst>
                <a:ext uri="{FF2B5EF4-FFF2-40B4-BE49-F238E27FC236}">
                  <ns2:creationId id="{A8ACE25B-3F37-25A1-D6A0-1719D340DC14}"/>
                </a:ext>
              </a:extLst>
            </p:cNvPr>
            <p:cNvSpPr/>
            <p:nvPr/>
          </p:nvSpPr>
          <p:spPr>
            <a:xfrm>
              <a:off x="8334522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ja-JP" sz="9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4" name="四角形: 角を丸くする 73">
              <a:extLst>
                <a:ext uri="{FF2B5EF4-FFF2-40B4-BE49-F238E27FC236}">
                  <ns2:creationId id="{A8F10871-D421-B686-8D13-10128DED95D4}"/>
                </a:ext>
              </a:extLst>
            </p:cNvPr>
            <p:cNvSpPr/>
            <p:nvPr/>
          </p:nvSpPr>
          <p:spPr>
            <a:xfrm>
              <a:off x="9034817" y="4740240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5" name="四角形: 角を丸くする 74">
              <a:extLst>
                <a:ext uri="{FF2B5EF4-FFF2-40B4-BE49-F238E27FC236}">
                  <ns2:creationId id="{73703DBA-A607-708F-2B41-FDD798F08939}"/>
                </a:ext>
              </a:extLst>
            </p:cNvPr>
            <p:cNvSpPr/>
            <p:nvPr/>
          </p:nvSpPr>
          <p:spPr>
            <a:xfrm>
              <a:off x="6933934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r>
                <a:rPr lang="ja-JP" altLang="en-US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00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6" name="四角形: 角を丸くする 75">
              <a:extLst>
                <a:ext uri="{FF2B5EF4-FFF2-40B4-BE49-F238E27FC236}">
                  <ns2:creationId id="{C8E0C27D-904B-4438-7E34-A36C246AB501}"/>
                </a:ext>
              </a:extLst>
            </p:cNvPr>
            <p:cNvSpPr/>
            <p:nvPr/>
          </p:nvSpPr>
          <p:spPr>
            <a:xfrm>
              <a:off x="7634228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endParaRPr lang="en-US" altLang="ja-JP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algn="ctr"/>
              <a:r>
                <a:rPr lang="en-US" altLang="ja-JP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7" name="四角形: 角を丸くする 76">
              <a:extLst>
                <a:ext uri="{FF2B5EF4-FFF2-40B4-BE49-F238E27FC236}">
                  <ns2:creationId id="{994636A3-CE13-AFCF-587F-5F179468B76E}"/>
                </a:ext>
              </a:extLst>
            </p:cNvPr>
            <p:cNvSpPr/>
            <p:nvPr/>
          </p:nvSpPr>
          <p:spPr>
            <a:xfrm>
              <a:off x="8334522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8" name="四角形: 角を丸くする 77">
              <a:extLst>
                <a:ext uri="{FF2B5EF4-FFF2-40B4-BE49-F238E27FC236}">
                  <ns2:creationId id="{80F3E299-1D4E-E7E1-9A09-10AD37EB55F3}"/>
                </a:ext>
              </a:extLst>
            </p:cNvPr>
            <p:cNvSpPr/>
            <p:nvPr/>
          </p:nvSpPr>
          <p:spPr>
            <a:xfrm>
              <a:off x="9034817" y="5373071"/>
              <a:ext cx="658212" cy="61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5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5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50">
                <a:solidFill>
                  <a:srgbClr val="1F1F1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850">
                  <a:solidFill>
                    <a:srgbClr val="1F1F1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85" name="直線コネクタ 84">
              <a:extLst>
                <a:ext uri="{FF2B5EF4-FFF2-40B4-BE49-F238E27FC236}">
                  <ns2:creationId id="{FEABD868-1A2A-1074-4F04-627F31150E80}"/>
                </a:ext>
              </a:extLst>
            </p:cNvPr>
            <p:cNvCxnSpPr>
              <a:cxnSpLocks/>
            </p:cNvCxnSpPr>
            <p:nvPr/>
          </p:nvCxnSpPr>
          <p:spPr>
            <a:xfrm>
              <a:off x="9726370" y="2197074"/>
              <a:ext cx="0" cy="410400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" name="グループ化 102">
              <a:extLst>
                <a:ext uri="{FF2B5EF4-FFF2-40B4-BE49-F238E27FC236}">
                  <ns2:creationId id="{6B01FC48-E16D-6455-3DEC-BCCD721AD479}"/>
                </a:ext>
              </a:extLst>
            </p:cNvPr>
            <p:cNvGrpSpPr/>
            <p:nvPr/>
          </p:nvGrpSpPr>
          <p:grpSpPr>
            <a:xfrm>
              <a:off x="6933934" y="2829612"/>
              <a:ext cx="2759095" cy="3164737"/>
              <a:chOff x="6740829" y="2829612"/>
              <a:chExt cx="2867194" cy="3164737"/>
            </a:xfrm>
          </p:grpSpPr>
          <p:cxnSp>
            <p:nvCxnSpPr>
              <p:cNvPr id="95" name="直線コネクタ 94">
                <a:extLst>
                  <a:ext uri="{FF2B5EF4-FFF2-40B4-BE49-F238E27FC236}">
                    <ns2:creationId id="{0AAACF21-EA44-0EA0-869F-CD4528887E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2829612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直線コネクタ 97">
                <a:extLst>
                  <a:ext uri="{FF2B5EF4-FFF2-40B4-BE49-F238E27FC236}">
                    <ns2:creationId id="{66D3E774-1B8E-05FC-65EF-950F341D05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3462559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線コネクタ 98">
                <a:extLst>
                  <a:ext uri="{FF2B5EF4-FFF2-40B4-BE49-F238E27FC236}">
                    <ns2:creationId id="{78886CA3-DA4F-3C80-3D9B-40E576391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4095506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線コネクタ 99">
                <a:extLst>
                  <a:ext uri="{FF2B5EF4-FFF2-40B4-BE49-F238E27FC236}">
                    <ns2:creationId id="{646BAC3B-C542-EA9B-1DB8-6ED17A7846B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4728453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線コネクタ 100">
                <a:extLst>
                  <a:ext uri="{FF2B5EF4-FFF2-40B4-BE49-F238E27FC236}">
                    <ns2:creationId id="{E84DCB87-D76A-2760-8E6C-E5494C8DAB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5361400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線コネクタ 101">
                <a:extLst>
                  <a:ext uri="{FF2B5EF4-FFF2-40B4-BE49-F238E27FC236}">
                    <ns2:creationId id="{C15D9D21-922F-2144-4FC8-EDD8429DC5E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40829" y="5994349"/>
                <a:ext cx="2867194" cy="0"/>
              </a:xfrm>
              <a:prstGeom prst="line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6" name="グループ化 135">
              <a:extLst>
                <a:ext uri="{FF2B5EF4-FFF2-40B4-BE49-F238E27FC236}">
                  <ns2:creationId id="{EA6C3528-45B4-3446-B1E1-0DE26B3D8B8D}"/>
                </a:ext>
              </a:extLst>
            </p:cNvPr>
            <p:cNvGrpSpPr/>
            <p:nvPr/>
          </p:nvGrpSpPr>
          <p:grpSpPr>
            <a:xfrm>
              <a:off x="6932641" y="2186389"/>
              <a:ext cx="2760388" cy="0"/>
              <a:chOff x="6739485" y="2186389"/>
              <a:chExt cx="2868538" cy="0"/>
            </a:xfrm>
          </p:grpSpPr>
          <p:cxnSp>
            <p:nvCxnSpPr>
              <p:cNvPr id="125" name="直線コネクタ 124">
                <a:extLst>
                  <a:ext uri="{FF2B5EF4-FFF2-40B4-BE49-F238E27FC236}">
                    <ns2:creationId id="{A83F1D7B-8FCB-FA85-77A5-69490EF89F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39485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ns2:creationId id="{C011EF14-272C-60E8-C952-B32A1A1224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7664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直線コネクタ 130">
                <a:extLst>
                  <a:ext uri="{FF2B5EF4-FFF2-40B4-BE49-F238E27FC236}">
                    <ns2:creationId id="{ADC49028-7607-9DBA-50B3-4730FCE440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5843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ns2:creationId id="{4D7843E8-C69B-B77B-33B0-D3835031A4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24023" y="2186389"/>
                <a:ext cx="684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65" name="グループ化 164">
            <a:extLst>
              <a:ext uri="{FF2B5EF4-FFF2-40B4-BE49-F238E27FC236}">
                <ns2:creationId id="{7101826C-9E71-B9E5-2215-A28C541DF670}"/>
              </a:ext>
            </a:extLst>
          </p:cNvPr>
          <p:cNvGrpSpPr/>
          <p:nvPr/>
        </p:nvGrpSpPr>
        <p:grpSpPr>
          <a:xfrm>
            <a:off x="9741067" y="1628775"/>
            <a:ext cx="2119529" cy="4665360"/>
            <a:chOff x="9741067" y="1628775"/>
            <a:chExt cx="2119529" cy="4665360"/>
          </a:xfrm>
        </p:grpSpPr>
        <p:cxnSp>
          <p:nvCxnSpPr>
            <p:cNvPr id="109" name="直線コネクタ 108">
              <a:extLst>
                <a:ext uri="{FF2B5EF4-FFF2-40B4-BE49-F238E27FC236}">
                  <ns2:creationId id="{F667D280-34A9-36C6-66F2-100AF8B0B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1067" y="5361400"/>
              <a:ext cx="210974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ns2:creationId id="{A4B21556-FB35-00D0-796D-6BAA0F05EF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1067" y="5994349"/>
              <a:ext cx="210974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テキスト ボックス 63">
              <a:extLst>
                <a:ext uri="{FF2B5EF4-FFF2-40B4-BE49-F238E27FC236}">
                  <ns2:creationId id="{10B069EE-BCD9-BDEB-5225-087B2FD85EF4}"/>
                </a:ext>
              </a:extLst>
            </p:cNvPr>
            <p:cNvSpPr txBox="1"/>
            <p:nvPr/>
          </p:nvSpPr>
          <p:spPr>
            <a:xfrm>
              <a:off x="9768869" y="1628775"/>
              <a:ext cx="2082756" cy="338554"/>
            </a:xfrm>
            <a:prstGeom prst="rect">
              <a:avLst/>
            </a:prstGeom>
            <a:solidFill>
              <a:srgbClr val="008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6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07" name="直線コネクタ 106">
              <a:extLst>
                <a:ext uri="{FF2B5EF4-FFF2-40B4-BE49-F238E27FC236}">
                  <ns2:creationId id="{50F3D0C2-8E82-9577-F75B-A7184E67DD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1387" y="4095506"/>
              <a:ext cx="2083875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四角形: 角を丸くする 89">
              <a:extLst>
                <a:ext uri="{FF2B5EF4-FFF2-40B4-BE49-F238E27FC236}">
                  <ns2:creationId id="{0E2572A9-9869-CBF4-E8C6-0E416696A3DF}"/>
                </a:ext>
              </a:extLst>
            </p:cNvPr>
            <p:cNvSpPr/>
            <p:nvPr/>
          </p:nvSpPr>
          <p:spPr>
            <a:xfrm>
              <a:off x="9992863" y="3475187"/>
              <a:ext cx="228023" cy="252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sz="1100">
                  <a:solidFill>
                    <a:schemeClr val="accent3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endParaRPr kumimoji="1" lang="ja-JP" altLang="en-US" sz="11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四角形: 角を丸くする 111">
              <a:extLst>
                <a:ext uri="{FF2B5EF4-FFF2-40B4-BE49-F238E27FC236}">
                  <ns2:creationId id="{975C4FAE-A4FD-A001-E3B0-0606E95D8869}"/>
                </a:ext>
              </a:extLst>
            </p:cNvPr>
            <p:cNvSpPr/>
            <p:nvPr/>
          </p:nvSpPr>
          <p:spPr>
            <a:xfrm>
              <a:off x="10283112" y="5679071"/>
              <a:ext cx="834589" cy="252000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3" name="四角形: 角を丸くする 62">
              <a:extLst>
                <a:ext uri="{FF2B5EF4-FFF2-40B4-BE49-F238E27FC236}">
                  <ns2:creationId id="{05AEF348-C5FD-E342-8187-23E7A10F3618}"/>
                </a:ext>
              </a:extLst>
            </p:cNvPr>
            <p:cNvSpPr/>
            <p:nvPr/>
          </p:nvSpPr>
          <p:spPr>
            <a:xfrm>
              <a:off x="10323912" y="2528144"/>
              <a:ext cx="874387" cy="252000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1" name="四角形: 角を丸くする 80">
              <a:extLst>
                <a:ext uri="{FF2B5EF4-FFF2-40B4-BE49-F238E27FC236}">
                  <ns2:creationId id="{8962A0F6-41C6-56B6-6E84-C6D166FDDE5D}"/>
                </a:ext>
              </a:extLst>
            </p:cNvPr>
            <p:cNvSpPr/>
            <p:nvPr/>
          </p:nvSpPr>
          <p:spPr>
            <a:xfrm>
              <a:off x="10092940" y="4324605"/>
              <a:ext cx="1767656" cy="260281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739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2" name="四角形: 角を丸くする 81">
              <a:extLst>
                <a:ext uri="{FF2B5EF4-FFF2-40B4-BE49-F238E27FC236}">
                  <ns2:creationId id="{0FF3AB6F-74F5-F2F1-255B-4B294F9EDC23}"/>
                </a:ext>
              </a:extLst>
            </p:cNvPr>
            <p:cNvSpPr/>
            <p:nvPr/>
          </p:nvSpPr>
          <p:spPr>
            <a:xfrm>
              <a:off x="10283112" y="4926325"/>
              <a:ext cx="834592" cy="252000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7" name="四角形: 角を丸くする 86">
              <a:extLst>
                <a:ext uri="{FF2B5EF4-FFF2-40B4-BE49-F238E27FC236}">
                  <ns2:creationId id="{56834044-629A-F700-15D4-DDAF387383F6}"/>
                </a:ext>
              </a:extLst>
            </p:cNvPr>
            <p:cNvSpPr/>
            <p:nvPr/>
          </p:nvSpPr>
          <p:spPr>
            <a:xfrm>
              <a:off x="10008104" y="5402388"/>
              <a:ext cx="559640" cy="260281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0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4" name="四角形: 角を丸くする 103">
              <a:extLst>
                <a:ext uri="{FF2B5EF4-FFF2-40B4-BE49-F238E27FC236}">
                  <ns2:creationId id="{8B543994-CEA2-E280-E1C5-96E51ADC9D3B}"/>
                </a:ext>
              </a:extLst>
            </p:cNvPr>
            <p:cNvSpPr/>
            <p:nvPr/>
          </p:nvSpPr>
          <p:spPr>
            <a:xfrm>
              <a:off x="10283112" y="6028105"/>
              <a:ext cx="834589" cy="252000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～</a:t>
              </a:r>
              <a:b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9" name="四角形: 角を丸くする 78">
              <a:extLst>
                <a:ext uri="{FF2B5EF4-FFF2-40B4-BE49-F238E27FC236}">
                  <ns2:creationId id="{A5AC6322-1510-DC9F-51F8-BFAF51BD472E}"/>
                </a:ext>
              </a:extLst>
            </p:cNvPr>
            <p:cNvSpPr/>
            <p:nvPr/>
          </p:nvSpPr>
          <p:spPr>
            <a:xfrm>
              <a:off x="9795067" y="2199296"/>
              <a:ext cx="184078" cy="909697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8" name="四角形: 角を丸くする 107">
              <a:extLst>
                <a:ext uri="{FF2B5EF4-FFF2-40B4-BE49-F238E27FC236}">
                  <ns2:creationId id="{16527C9F-8AEB-A612-819A-349534331CA9}"/>
                </a:ext>
              </a:extLst>
            </p:cNvPr>
            <p:cNvSpPr/>
            <p:nvPr/>
          </p:nvSpPr>
          <p:spPr>
            <a:xfrm>
              <a:off x="9795067" y="3146339"/>
              <a:ext cx="184078" cy="909697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6" name="四角形: 角を丸くする 125">
              <a:extLst>
                <a:ext uri="{FF2B5EF4-FFF2-40B4-BE49-F238E27FC236}">
                  <ns2:creationId id="{F6F9A7EE-7E81-E681-3BC0-E0ABF6E5F212}"/>
                </a:ext>
              </a:extLst>
            </p:cNvPr>
            <p:cNvSpPr/>
            <p:nvPr/>
          </p:nvSpPr>
          <p:spPr>
            <a:xfrm>
              <a:off x="9795067" y="4151123"/>
              <a:ext cx="184078" cy="567406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8" name="四角形: 角を丸くする 127">
              <a:extLst>
                <a:ext uri="{FF2B5EF4-FFF2-40B4-BE49-F238E27FC236}">
                  <ns2:creationId id="{EBD5C17A-B919-F70D-5E37-5986A11B9809}"/>
                </a:ext>
              </a:extLst>
            </p:cNvPr>
            <p:cNvSpPr/>
            <p:nvPr/>
          </p:nvSpPr>
          <p:spPr>
            <a:xfrm>
              <a:off x="9795067" y="4744362"/>
              <a:ext cx="184078" cy="567406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7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3" name="四角形: 角を丸くする 132">
              <a:extLst>
                <a:ext uri="{FF2B5EF4-FFF2-40B4-BE49-F238E27FC236}">
                  <ns2:creationId id="{484276CE-FE1A-ECED-A613-C9DA1257EC8C}"/>
                </a:ext>
              </a:extLst>
            </p:cNvPr>
            <p:cNvSpPr/>
            <p:nvPr/>
          </p:nvSpPr>
          <p:spPr>
            <a:xfrm>
              <a:off x="9795067" y="5397890"/>
              <a:ext cx="184078" cy="272894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5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4" name="四角形: 角を丸くする 133">
              <a:extLst>
                <a:ext uri="{FF2B5EF4-FFF2-40B4-BE49-F238E27FC236}">
                  <ns2:creationId id="{6BEB381F-741C-158E-EC8B-37A4FE2C50B5}"/>
                </a:ext>
              </a:extLst>
            </p:cNvPr>
            <p:cNvSpPr/>
            <p:nvPr/>
          </p:nvSpPr>
          <p:spPr>
            <a:xfrm>
              <a:off x="9795067" y="5681986"/>
              <a:ext cx="184078" cy="272894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br>
                <a:rPr kumimoji="1" lang="en-US" altLang="ja-JP" sz="5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endParaRPr kumimoji="1" lang="ja-JP" altLang="en-US" sz="5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ns2:creationId id="{CC909370-D874-5CDE-CF39-44C34FB193C7}"/>
                </a:ext>
              </a:extLst>
            </p:cNvPr>
            <p:cNvSpPr/>
            <p:nvPr/>
          </p:nvSpPr>
          <p:spPr>
            <a:xfrm>
              <a:off x="9795067" y="6021241"/>
              <a:ext cx="184078" cy="272894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5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4" name="四角形: 角を丸くする 143">
              <a:extLst>
                <a:ext uri="{FF2B5EF4-FFF2-40B4-BE49-F238E27FC236}">
                  <ns2:creationId id="{59FAEDB9-5CDF-2772-102B-0311263E30B8}"/>
                </a:ext>
              </a:extLst>
            </p:cNvPr>
            <p:cNvSpPr/>
            <p:nvPr/>
          </p:nvSpPr>
          <p:spPr>
            <a:xfrm>
              <a:off x="10224633" y="1974230"/>
              <a:ext cx="807347" cy="176168"/>
            </a:xfrm>
            <a:prstGeom prst="roundRect">
              <a:avLst>
                <a:gd name="adj" fmla="val 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ns2:creationId id="{D4404395-C24D-0963-0F0B-BAD54B7A0A66}"/>
                </a:ext>
              </a:extLst>
            </p:cNvPr>
            <p:cNvSpPr/>
            <p:nvPr/>
          </p:nvSpPr>
          <p:spPr>
            <a:xfrm>
              <a:off x="11043462" y="1974230"/>
              <a:ext cx="807347" cy="176168"/>
            </a:xfrm>
            <a:prstGeom prst="roundRect">
              <a:avLst>
                <a:gd name="adj" fmla="val 0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6" name="四角形: 角を丸くする 145">
              <a:extLst>
                <a:ext uri="{FF2B5EF4-FFF2-40B4-BE49-F238E27FC236}">
                  <ns2:creationId id="{AD211EAD-C53D-E150-52EE-6216787E9B60}"/>
                </a:ext>
              </a:extLst>
            </p:cNvPr>
            <p:cNvSpPr/>
            <p:nvPr/>
          </p:nvSpPr>
          <p:spPr>
            <a:xfrm>
              <a:off x="9768053" y="1973907"/>
              <a:ext cx="414379" cy="176168"/>
            </a:xfrm>
            <a:prstGeom prst="roundRect">
              <a:avLst>
                <a:gd name="adj" fmla="val 0"/>
              </a:avLst>
            </a:prstGeom>
            <a:noFill/>
            <a:ln w="127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</a:t>
              </a:r>
              <a:endParaRPr kumimoji="1" lang="ja-JP" altLang="en-US" sz="8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8" name="グラフィックス 147" descr="税額 単色塗りつぶし">
              <a:extLst>
                <a:ext uri="{FF2B5EF4-FFF2-40B4-BE49-F238E27FC236}">
                  <ns2:creationId id="{78D6D4B9-485A-ECD1-C389-9310B770DB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0359390" y="1989654"/>
              <a:ext cx="144000" cy="144000"/>
            </a:xfrm>
            <a:prstGeom prst="rect">
              <a:avLst/>
            </a:prstGeom>
          </p:spPr>
        </p:pic>
        <p:pic>
          <p:nvPicPr>
            <p:cNvPr id="150" name="グラフィックス 149" descr="硬貨 単色塗りつぶし">
              <a:extLst>
                <a:ext uri="{FF2B5EF4-FFF2-40B4-BE49-F238E27FC236}">
                  <ns2:creationId id="{E1EC1995-8EB5-59C7-D424-858E336730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1159117" y="1983054"/>
              <a:ext cx="144000" cy="144000"/>
            </a:xfrm>
            <a:prstGeom prst="rect">
              <a:avLst/>
            </a:prstGeom>
          </p:spPr>
        </p:pic>
        <p:pic>
          <p:nvPicPr>
            <p:cNvPr id="151" name="グラフィックス 150" descr="税額 単色塗りつぶし">
              <a:extLst>
                <a:ext uri="{FF2B5EF4-FFF2-40B4-BE49-F238E27FC236}">
                  <ns2:creationId id="{E264BAFD-C1E6-1C8A-B305-9578197AC1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815106" y="2582144"/>
              <a:ext cx="144000" cy="144000"/>
            </a:xfrm>
            <a:prstGeom prst="rect">
              <a:avLst/>
            </a:prstGeom>
          </p:spPr>
        </p:pic>
        <p:pic>
          <p:nvPicPr>
            <p:cNvPr id="152" name="グラフィックス 151" descr="税額 単色塗りつぶし">
              <a:extLst>
                <a:ext uri="{FF2B5EF4-FFF2-40B4-BE49-F238E27FC236}">
                  <ns2:creationId id="{54724254-B3C9-88FA-E0FF-1EB09D831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815106" y="4362826"/>
              <a:ext cx="144000" cy="144000"/>
            </a:xfrm>
            <a:prstGeom prst="rect">
              <a:avLst/>
            </a:prstGeom>
          </p:spPr>
        </p:pic>
        <p:pic>
          <p:nvPicPr>
            <p:cNvPr id="153" name="グラフィックス 152" descr="税額 単色塗りつぶし">
              <a:extLst>
                <a:ext uri="{FF2B5EF4-FFF2-40B4-BE49-F238E27FC236}">
                  <ns2:creationId id="{6978092F-2359-6D49-9711-1752D6FC83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9815106" y="5460528"/>
              <a:ext cx="144000" cy="144000"/>
            </a:xfrm>
            <a:prstGeom prst="rect">
              <a:avLst/>
            </a:prstGeom>
          </p:spPr>
        </p:pic>
        <p:pic>
          <p:nvPicPr>
            <p:cNvPr id="159" name="グラフィックス 158" descr="硬貨 単色塗りつぶし">
              <a:extLst>
                <a:ext uri="{FF2B5EF4-FFF2-40B4-BE49-F238E27FC236}">
                  <ns2:creationId id="{3705BAB9-2A77-D716-A4C8-08A9654D94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3529187"/>
              <a:ext cx="144000" cy="144000"/>
            </a:xfrm>
            <a:prstGeom prst="rect">
              <a:avLst/>
            </a:prstGeom>
          </p:spPr>
        </p:pic>
        <p:pic>
          <p:nvPicPr>
            <p:cNvPr id="160" name="グラフィックス 159" descr="硬貨 単色塗りつぶし">
              <a:extLst>
                <a:ext uri="{FF2B5EF4-FFF2-40B4-BE49-F238E27FC236}">
                  <ns2:creationId id="{8C8F3183-84D1-ECDB-0B64-DF99E5AE63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4953525"/>
              <a:ext cx="144000" cy="144000"/>
            </a:xfrm>
            <a:prstGeom prst="rect">
              <a:avLst/>
            </a:prstGeom>
          </p:spPr>
        </p:pic>
        <p:pic>
          <p:nvPicPr>
            <p:cNvPr id="162" name="グラフィックス 161" descr="硬貨 単色塗りつぶし">
              <a:extLst>
                <a:ext uri="{FF2B5EF4-FFF2-40B4-BE49-F238E27FC236}">
                  <ns2:creationId id="{52F8CBF0-9A9D-A800-703E-2BA25B6E21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5746433"/>
              <a:ext cx="144000" cy="144000"/>
            </a:xfrm>
            <a:prstGeom prst="rect">
              <a:avLst/>
            </a:prstGeom>
          </p:spPr>
        </p:pic>
        <p:pic>
          <p:nvPicPr>
            <p:cNvPr id="164" name="グラフィックス 163" descr="硬貨 単色塗りつぶし">
              <a:extLst>
                <a:ext uri="{FF2B5EF4-FFF2-40B4-BE49-F238E27FC236}">
                  <ns2:creationId id="{1C921C23-753F-4A05-E5CF-0FF7F63E41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815106" y="6085688"/>
              <a:ext cx="144000" cy="144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648412579"/>
      </p:ext>
    </p:extLst>
  </p:cSld>
  <p:clrMapOvr>
    <a:masterClrMapping/>
  </p:clrMapOvr>
</p:sld>
</file>

<file path=ppt/slides/slide34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979D81E8-1A1F-FD25-BB7A-46D92E0C8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 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B49CC10-6376-D03E-5929-7EDC9A2F54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ns2:creationId id="{2276DAA8-33B7-AA7A-F47F-C040688A8772}"/>
              </a:ext>
            </a:extLst>
          </p:cNvPr>
          <p:cNvGrpSpPr/>
          <p:nvPr/>
        </p:nvGrpSpPr>
        <p:grpSpPr>
          <a:xfrm>
            <a:off x="345440" y="5109667"/>
            <a:ext cx="11501120" cy="272198"/>
            <a:chOff x="345440" y="5109667"/>
            <a:chExt cx="11501120" cy="272198"/>
          </a:xfrm>
        </p:grpSpPr>
        <p:cxnSp>
          <p:nvCxnSpPr>
            <p:cNvPr id="10" name="直線コネクタ 31">
              <a:extLst>
                <a:ext uri="{FF2B5EF4-FFF2-40B4-BE49-F238E27FC236}">
                  <ns2:creationId id="{4FFFD29A-5C5D-D65E-56C9-B000A1D89E55}"/>
                </a:ext>
              </a:extLst>
            </p:cNvPr>
            <p:cNvCxnSpPr>
              <a:cxnSpLocks/>
            </p:cNvCxnSpPr>
            <p:nvPr/>
          </p:nvCxnSpPr>
          <p:spPr>
            <a:xfrm>
              <a:off x="345440" y="5245766"/>
              <a:ext cx="1150112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円/楕円 32">
              <a:extLst>
                <a:ext uri="{FF2B5EF4-FFF2-40B4-BE49-F238E27FC236}">
                  <ns2:creationId id="{86C5011D-1D84-484D-B9FE-91B6EDF813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9901" y="5109667"/>
              <a:ext cx="272198" cy="272198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2" name="グラフィックス 111" descr="キャレットを下へ 枠線">
              <a:extLst>
                <a:ext uri="{FF2B5EF4-FFF2-40B4-BE49-F238E27FC236}">
                  <ns2:creationId id="{3FA9FB9C-CFD0-AD8A-C4D2-DF851A0D1C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959901" y="5109667"/>
              <a:ext cx="272198" cy="272198"/>
            </a:xfrm>
            <a:prstGeom prst="rect">
              <a:avLst/>
            </a:prstGeom>
          </p:spPr>
        </p:pic>
      </p:grpSp>
      <p:grpSp>
        <p:nvGrpSpPr>
          <p:cNvPr id="34" name="グループ化 33">
            <a:extLst>
              <a:ext uri="{FF2B5EF4-FFF2-40B4-BE49-F238E27FC236}">
                <ns2:creationId id="{71D59A0A-F300-AD29-9E3D-CAFFF8C67C79}"/>
              </a:ext>
            </a:extLst>
          </p:cNvPr>
          <p:cNvGrpSpPr/>
          <p:nvPr/>
        </p:nvGrpSpPr>
        <p:grpSpPr>
          <a:xfrm>
            <a:off x="345440" y="3247057"/>
            <a:ext cx="11501120" cy="272198"/>
            <a:chOff x="345440" y="3247057"/>
            <a:chExt cx="11501120" cy="272198"/>
          </a:xfrm>
        </p:grpSpPr>
        <p:cxnSp>
          <p:nvCxnSpPr>
            <p:cNvPr id="43" name="直線コネクタ 31">
              <a:extLst>
                <a:ext uri="{FF2B5EF4-FFF2-40B4-BE49-F238E27FC236}">
                  <ns2:creationId id="{030DC566-23DA-D1D1-F4ED-ECEDBE2911C6}"/>
                </a:ext>
              </a:extLst>
            </p:cNvPr>
            <p:cNvCxnSpPr>
              <a:cxnSpLocks/>
            </p:cNvCxnSpPr>
            <p:nvPr/>
          </p:nvCxnSpPr>
          <p:spPr>
            <a:xfrm>
              <a:off x="345440" y="3383156"/>
              <a:ext cx="1150112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円/楕円 32">
              <a:extLst>
                <a:ext uri="{FF2B5EF4-FFF2-40B4-BE49-F238E27FC236}">
                  <ns2:creationId id="{64DE17CA-F822-4C7F-714E-10CA56D3E5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9901" y="3247057"/>
              <a:ext cx="272198" cy="272198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45" name="グラフィックス 111" descr="キャレットを下へ 枠線">
              <a:extLst>
                <a:ext uri="{FF2B5EF4-FFF2-40B4-BE49-F238E27FC236}">
                  <ns2:creationId id="{7333BB7F-C7E8-1610-2820-3A957ACD65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5959901" y="3247057"/>
              <a:ext cx="272198" cy="272198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ns2:creationId id="{D292F858-5D8B-BF7C-E727-74E2E25ABA65}"/>
              </a:ext>
            </a:extLst>
          </p:cNvPr>
          <p:cNvGrpSpPr/>
          <p:nvPr/>
        </p:nvGrpSpPr>
        <p:grpSpPr>
          <a:xfrm>
            <a:off x="334963" y="1628776"/>
            <a:ext cx="7442517" cy="1509001"/>
            <a:chOff x="3187212" y="6176634"/>
            <a:chExt cx="2772001" cy="2413745"/>
          </a:xfrm>
        </p:grpSpPr>
        <p:sp>
          <p:nvSpPr>
            <p:cNvPr id="7" name="Rectangle: Rounded Corners 30">
              <a:extLst>
                <a:ext uri="{FF2B5EF4-FFF2-40B4-BE49-F238E27FC236}">
                  <ns2:creationId id="{88AB2A1F-6BF3-B23B-5329-433A0CF99F82}"/>
                </a:ext>
              </a:extLst>
            </p:cNvPr>
            <p:cNvSpPr/>
            <p:nvPr/>
          </p:nvSpPr>
          <p:spPr>
            <a:xfrm>
              <a:off x="3187213" y="6176634"/>
              <a:ext cx="2772000" cy="360000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 </a:t>
              </a:r>
              <a:r>
                <a: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" name="Rectangle: Rounded Corners 30">
              <a:extLst>
                <a:ext uri="{FF2B5EF4-FFF2-40B4-BE49-F238E27FC236}">
                  <ns2:creationId id="{831E2794-6FBA-2D93-7F81-EAC84CE49E69}"/>
                </a:ext>
              </a:extLst>
            </p:cNvPr>
            <p:cNvSpPr/>
            <p:nvPr/>
          </p:nvSpPr>
          <p:spPr>
            <a:xfrm>
              <a:off x="3187212" y="6536632"/>
              <a:ext cx="2772001" cy="2053747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36000" rtlCol="0" anchor="t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05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sp>
        <p:nvSpPr>
          <p:cNvPr id="90" name="ホームベース 51">
            <a:extLst>
              <a:ext uri="{FF2B5EF4-FFF2-40B4-BE49-F238E27FC236}">
                <ns2:creationId id="{C212F374-D44F-E14B-1ABA-032E29380C61}"/>
              </a:ext>
            </a:extLst>
          </p:cNvPr>
          <p:cNvSpPr/>
          <p:nvPr/>
        </p:nvSpPr>
        <p:spPr>
          <a:xfrm>
            <a:off x="452120" y="2187431"/>
            <a:ext cx="2299782" cy="205372"/>
          </a:xfrm>
          <a:prstGeom prst="homePlate">
            <a:avLst>
              <a:gd name="adj" fmla="val 18206"/>
            </a:avLst>
          </a:prstGeom>
          <a:solidFill>
            <a:srgbClr val="008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7200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25</a:t>
            </a:r>
            <a:r>
              <a:rPr lang="ja-JP" altLang="en-US" sz="7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1" name="山形 52">
            <a:extLst>
              <a:ext uri="{FF2B5EF4-FFF2-40B4-BE49-F238E27FC236}">
                <ns2:creationId id="{51D7FE3D-12D9-2D44-2338-F7B3FC876ABF}"/>
              </a:ext>
            </a:extLst>
          </p:cNvPr>
          <p:cNvSpPr/>
          <p:nvPr/>
        </p:nvSpPr>
        <p:spPr>
          <a:xfrm>
            <a:off x="2775778" y="2187431"/>
            <a:ext cx="2507540" cy="205372"/>
          </a:xfrm>
          <a:prstGeom prst="chevron">
            <a:avLst>
              <a:gd name="adj" fmla="val 18094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7200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26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2" name="山形 53">
            <a:extLst>
              <a:ext uri="{FF2B5EF4-FFF2-40B4-BE49-F238E27FC236}">
                <ns2:creationId id="{D8E63CD3-B726-54BF-B28C-C8F83DAADB94}"/>
              </a:ext>
            </a:extLst>
          </p:cNvPr>
          <p:cNvSpPr/>
          <p:nvPr/>
        </p:nvSpPr>
        <p:spPr>
          <a:xfrm>
            <a:off x="5307194" y="2187431"/>
            <a:ext cx="2299782" cy="205372"/>
          </a:xfrm>
          <a:prstGeom prst="chevron">
            <a:avLst>
              <a:gd name="adj" fmla="val 18094"/>
            </a:avLst>
          </a:prstGeom>
          <a:solidFill>
            <a:srgbClr val="008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7200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27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: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3" name="ホームベース 51">
            <a:extLst>
              <a:ext uri="{FF2B5EF4-FFF2-40B4-BE49-F238E27FC236}">
                <ns2:creationId id="{D85699B0-7A96-58ED-4575-9702DA0F96F7}"/>
              </a:ext>
            </a:extLst>
          </p:cNvPr>
          <p:cNvSpPr/>
          <p:nvPr/>
        </p:nvSpPr>
        <p:spPr>
          <a:xfrm>
            <a:off x="452123" y="2408289"/>
            <a:ext cx="2271313" cy="701682"/>
          </a:xfrm>
          <a:prstGeom prst="roundRect">
            <a:avLst>
              <a:gd name="adj" fmla="val 0"/>
            </a:avLst>
          </a:prstGeom>
          <a:noFill/>
        </p:spPr>
        <p:txBody>
          <a:bodyPr wrap="square" lIns="72000" tIns="0" rIns="72000" bIns="0" rtlCol="0" anchor="t" anchorCtr="0">
            <a:noAutofit/>
          </a:bodyPr>
          <a:lstStyle/>
          <a:p>
            <a:pPr>
              <a:buClr>
                <a:schemeClr val="accent1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94" name="山形 52">
            <a:extLst>
              <a:ext uri="{FF2B5EF4-FFF2-40B4-BE49-F238E27FC236}">
                <ns2:creationId id="{F8442B46-0857-AB52-969D-B1ED6DECFDE0}"/>
              </a:ext>
            </a:extLst>
          </p:cNvPr>
          <p:cNvSpPr/>
          <p:nvPr/>
        </p:nvSpPr>
        <p:spPr>
          <a:xfrm>
            <a:off x="2777068" y="2408289"/>
            <a:ext cx="2476498" cy="701682"/>
          </a:xfrm>
          <a:prstGeom prst="roundRect">
            <a:avLst>
              <a:gd name="adj" fmla="val 0"/>
            </a:avLst>
          </a:prstGeom>
          <a:noFill/>
        </p:spPr>
        <p:txBody>
          <a:bodyPr wrap="square" lIns="72000" tIns="0" rIns="72000" bIns="0" rtlCol="0" anchor="t" anchorCtr="0">
            <a:noAutofit/>
          </a:bodyPr>
          <a:lstStyle/>
          <a:p>
            <a:pPr>
              <a:buClr>
                <a:schemeClr val="accent1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AI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</a:p>
        </p:txBody>
      </p:sp>
      <p:sp>
        <p:nvSpPr>
          <p:cNvPr id="95" name="山形 53">
            <a:extLst>
              <a:ext uri="{FF2B5EF4-FFF2-40B4-BE49-F238E27FC236}">
                <ns2:creationId id="{67715E3B-050E-D16A-F20B-102873344877}"/>
              </a:ext>
            </a:extLst>
          </p:cNvPr>
          <p:cNvSpPr/>
          <p:nvPr/>
        </p:nvSpPr>
        <p:spPr>
          <a:xfrm>
            <a:off x="5307194" y="2408289"/>
            <a:ext cx="2271313" cy="701682"/>
          </a:xfrm>
          <a:prstGeom prst="roundRect">
            <a:avLst>
              <a:gd name="adj" fmla="val 0"/>
            </a:avLst>
          </a:prstGeom>
          <a:noFill/>
        </p:spPr>
        <p:txBody>
          <a:bodyPr wrap="square" lIns="72000" tIns="0" rIns="72000" bIns="0" rtlCol="0" anchor="t" anchorCtr="0">
            <a:noAutofit/>
          </a:bodyPr>
          <a:lstStyle/>
          <a:p>
            <a:pPr>
              <a:buClr>
                <a:schemeClr val="accent1"/>
              </a:buClr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/ 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(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) 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grpSp>
        <p:nvGrpSpPr>
          <p:cNvPr id="115" name="Group 114">
            <a:extLst>
              <a:ext uri="{FF2B5EF4-FFF2-40B4-BE49-F238E27FC236}">
                <ns2:creationId id="{7E705E12-97BC-963D-91E8-29FB2091EC21}"/>
              </a:ext>
            </a:extLst>
          </p:cNvPr>
          <p:cNvGrpSpPr/>
          <p:nvPr/>
        </p:nvGrpSpPr>
        <p:grpSpPr>
          <a:xfrm>
            <a:off x="334963" y="5491146"/>
            <a:ext cx="11562398" cy="817583"/>
            <a:chOff x="334963" y="5491146"/>
            <a:chExt cx="11562398" cy="817583"/>
          </a:xfrm>
        </p:grpSpPr>
        <p:grpSp>
          <p:nvGrpSpPr>
            <p:cNvPr id="13" name="Group 12">
              <a:extLst>
                <a:ext uri="{FF2B5EF4-FFF2-40B4-BE49-F238E27FC236}">
                  <ns2:creationId id="{246977EB-8F90-7CE7-1485-2D4303A56658}"/>
                </a:ext>
              </a:extLst>
            </p:cNvPr>
            <p:cNvGrpSpPr/>
            <p:nvPr/>
          </p:nvGrpSpPr>
          <p:grpSpPr>
            <a:xfrm>
              <a:off x="334963" y="5491146"/>
              <a:ext cx="11522076" cy="817583"/>
              <a:chOff x="8101667" y="4970358"/>
              <a:chExt cx="9372126" cy="540001"/>
            </a:xfrm>
          </p:grpSpPr>
          <p:sp>
            <p:nvSpPr>
              <p:cNvPr id="14" name="Rectangle: Rounded Corners 30">
                <a:extLst>
                  <a:ext uri="{FF2B5EF4-FFF2-40B4-BE49-F238E27FC236}">
                    <ns2:creationId id="{2DFA868D-F0B0-4A52-1892-DD2A91A8D4A8}"/>
                  </a:ext>
                </a:extLst>
              </p:cNvPr>
              <p:cNvSpPr/>
              <p:nvPr/>
            </p:nvSpPr>
            <p:spPr>
              <a:xfrm rot="16200000">
                <a:off x="8271866" y="4800160"/>
                <a:ext cx="540000" cy="880397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0" tIns="0" rIns="324000" bIns="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1" lang="ja-JP" altLang="en-US" sz="105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Rectangle: Rounded Corners 30">
                <a:extLst>
                  <a:ext uri="{FF2B5EF4-FFF2-40B4-BE49-F238E27FC236}">
                    <ns2:creationId id="{4BBE1BB5-E900-0E4C-8CED-B4B93B8C7CDF}"/>
                  </a:ext>
                </a:extLst>
              </p:cNvPr>
              <p:cNvSpPr/>
              <p:nvPr/>
            </p:nvSpPr>
            <p:spPr>
              <a:xfrm rot="16200000">
                <a:off x="12957929" y="994493"/>
                <a:ext cx="540000" cy="8491729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lIns="72000" tIns="144000" rIns="72000" bIns="0" rtlCol="0" anchor="t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b="1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ns2:creationId id="{4134F499-0FC9-4548-6D9A-FCCFA9A9DD4E}"/>
                </a:ext>
              </a:extLst>
            </p:cNvPr>
            <p:cNvSpPr txBox="1"/>
            <p:nvPr/>
          </p:nvSpPr>
          <p:spPr>
            <a:xfrm>
              <a:off x="1470660" y="5804421"/>
              <a:ext cx="3273745" cy="430887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marL="171450" lvl="0" indent="-171450"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ROIC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ns2:creationId id="{7E2F1D8D-D3C3-3E6A-6D6E-FB420A4EF25B}"/>
                </a:ext>
              </a:extLst>
            </p:cNvPr>
            <p:cNvSpPr txBox="1"/>
            <p:nvPr/>
          </p:nvSpPr>
          <p:spPr>
            <a:xfrm>
              <a:off x="5425441" y="5543324"/>
              <a:ext cx="6471920" cy="713220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marL="171450" lvl="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AI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  <a:p>
              <a:pPr marL="171450" lvl="0" indent="-17145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lang="ja-JP" altLang="en-US" sz="105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2" name="Rectangle: Rounded Corners 30">
              <a:extLst>
                <a:ext uri="{FF2B5EF4-FFF2-40B4-BE49-F238E27FC236}">
                  <ns2:creationId id="{EC652DE6-F4E3-FF5F-4B40-5A03271DACA6}"/>
                </a:ext>
              </a:extLst>
            </p:cNvPr>
            <p:cNvSpPr/>
            <p:nvPr/>
          </p:nvSpPr>
          <p:spPr>
            <a:xfrm rot="5400000">
              <a:off x="4916801" y="5826121"/>
              <a:ext cx="412444" cy="147634"/>
            </a:xfrm>
            <a:prstGeom prst="triangl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sz="900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pic>
          <p:nvPicPr>
            <p:cNvPr id="103" name="Graphic 102" descr="Compass with solid fill">
              <a:extLst>
                <a:ext uri="{FF2B5EF4-FFF2-40B4-BE49-F238E27FC236}">
                  <ns2:creationId id="{AC7ED6CA-5C31-1C51-8733-F2126789E6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05356" y="5553460"/>
              <a:ext cx="341572" cy="341572"/>
            </a:xfrm>
            <a:prstGeom prst="rect">
              <a:avLst/>
            </a:prstGeom>
          </p:spPr>
        </p:pic>
      </p:grpSp>
      <p:grpSp>
        <p:nvGrpSpPr>
          <p:cNvPr id="38" name="グループ化 37">
            <a:extLst>
              <a:ext uri="{FF2B5EF4-FFF2-40B4-BE49-F238E27FC236}">
                <ns2:creationId id="{3FD39D1C-AB17-6155-D9FE-5ACC734BE40C}"/>
              </a:ext>
            </a:extLst>
          </p:cNvPr>
          <p:cNvGrpSpPr/>
          <p:nvPr/>
        </p:nvGrpSpPr>
        <p:grpSpPr>
          <a:xfrm>
            <a:off x="334964" y="3628535"/>
            <a:ext cx="3338512" cy="1371849"/>
            <a:chOff x="334964" y="3628535"/>
            <a:chExt cx="3338512" cy="1371849"/>
          </a:xfrm>
        </p:grpSpPr>
        <p:grpSp>
          <p:nvGrpSpPr>
            <p:cNvPr id="46" name="Group 45">
              <a:extLst>
                <a:ext uri="{FF2B5EF4-FFF2-40B4-BE49-F238E27FC236}">
                  <ns2:creationId id="{2ACA752F-9DF2-30EC-A373-D4F0554F105D}"/>
                </a:ext>
              </a:extLst>
            </p:cNvPr>
            <p:cNvGrpSpPr/>
            <p:nvPr/>
          </p:nvGrpSpPr>
          <p:grpSpPr>
            <a:xfrm>
              <a:off x="334964" y="3628535"/>
              <a:ext cx="3338512" cy="1371849"/>
              <a:chOff x="3187212" y="6176634"/>
              <a:chExt cx="2772001" cy="2194363"/>
            </a:xfrm>
          </p:grpSpPr>
          <p:sp>
            <p:nvSpPr>
              <p:cNvPr id="47" name="Rectangle: Rounded Corners 30">
                <a:extLst>
                  <a:ext uri="{FF2B5EF4-FFF2-40B4-BE49-F238E27FC236}">
                    <ns2:creationId id="{344F7520-7A11-BAD2-9166-C6701760AB42}"/>
                  </a:ext>
                </a:extLst>
              </p:cNvPr>
              <p:cNvSpPr/>
              <p:nvPr/>
            </p:nvSpPr>
            <p:spPr>
              <a:xfrm>
                <a:off x="3187213" y="6176634"/>
                <a:ext cx="2772000" cy="36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100" b="1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100" b="1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Rectangle: Rounded Corners 30">
                <a:extLst>
                  <a:ext uri="{FF2B5EF4-FFF2-40B4-BE49-F238E27FC236}">
                    <ns2:creationId id="{24EA8EE8-7F47-33EE-9547-CBF73887BB36}"/>
                  </a:ext>
                </a:extLst>
              </p:cNvPr>
              <p:cNvSpPr/>
              <p:nvPr/>
            </p:nvSpPr>
            <p:spPr>
              <a:xfrm>
                <a:off x="3187212" y="6536634"/>
                <a:ext cx="2772001" cy="18343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144000" bIns="36000" rtlCol="0" anchor="ctr">
                <a:noAutofit/>
              </a:bodyPr>
              <a:lstStyle/>
              <a:p>
                <a:pPr marL="171450" indent="-82550">
                  <a:lnSpc>
                    <a:spcPct val="12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KPI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KPI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pic>
          <p:nvPicPr>
            <p:cNvPr id="109" name="Graphic 108" descr="Lightbulb and pencil with solid fill">
              <a:extLst>
                <a:ext uri="{FF2B5EF4-FFF2-40B4-BE49-F238E27FC236}">
                  <ns2:creationId id="{79ED8F63-F7C2-3AE2-4C90-17CAA7EDCF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65880" y="3641430"/>
              <a:ext cx="199270" cy="199270"/>
            </a:xfrm>
            <a:prstGeom prst="rect">
              <a:avLst/>
            </a:prstGeom>
          </p:spPr>
        </p:pic>
      </p:grpSp>
      <p:pic>
        <p:nvPicPr>
          <p:cNvPr id="113" name="Graphic 112" descr="Bullseye with solid fill">
            <a:extLst>
              <a:ext uri="{FF2B5EF4-FFF2-40B4-BE49-F238E27FC236}">
                <ns2:creationId id="{3940A91F-3225-2ECA-BED0-19DE80ED6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371027" y="1641672"/>
            <a:ext cx="199270" cy="199270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ns2:creationId id="{48296ECB-B8E1-886D-5D14-5E592C84F54A}"/>
              </a:ext>
            </a:extLst>
          </p:cNvPr>
          <p:cNvGrpSpPr/>
          <p:nvPr/>
        </p:nvGrpSpPr>
        <p:grpSpPr>
          <a:xfrm>
            <a:off x="7919720" y="1628775"/>
            <a:ext cx="3937319" cy="1508997"/>
            <a:chOff x="7919720" y="1628775"/>
            <a:chExt cx="3937319" cy="1508997"/>
          </a:xfrm>
        </p:grpSpPr>
        <p:grpSp>
          <p:nvGrpSpPr>
            <p:cNvPr id="26" name="Group 25">
              <a:extLst>
                <a:ext uri="{FF2B5EF4-FFF2-40B4-BE49-F238E27FC236}">
                  <ns2:creationId id="{94D88218-445B-4316-0510-C3CFEEF552B7}"/>
                </a:ext>
              </a:extLst>
            </p:cNvPr>
            <p:cNvGrpSpPr/>
            <p:nvPr/>
          </p:nvGrpSpPr>
          <p:grpSpPr>
            <a:xfrm>
              <a:off x="7919720" y="1628775"/>
              <a:ext cx="3937319" cy="1508997"/>
              <a:chOff x="3187212" y="6176634"/>
              <a:chExt cx="2772001" cy="2413739"/>
            </a:xfrm>
          </p:grpSpPr>
          <p:sp>
            <p:nvSpPr>
              <p:cNvPr id="27" name="Rectangle: Rounded Corners 30">
                <a:extLst>
                  <a:ext uri="{FF2B5EF4-FFF2-40B4-BE49-F238E27FC236}">
                    <ns2:creationId id="{2E10C092-DF77-7DB9-EB92-5976CA888E40}"/>
                  </a:ext>
                </a:extLst>
              </p:cNvPr>
              <p:cNvSpPr/>
              <p:nvPr/>
            </p:nvSpPr>
            <p:spPr>
              <a:xfrm>
                <a:off x="3187213" y="6176634"/>
                <a:ext cx="2772000" cy="360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0" tIns="36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KGI</a:t>
                </a:r>
                <a:r>
                  <a:rPr lang="ja-JP" altLang="en-US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100" b="1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8" name="Rectangle: Rounded Corners 30">
                <a:extLst>
                  <a:ext uri="{FF2B5EF4-FFF2-40B4-BE49-F238E27FC236}">
                    <ns2:creationId id="{452FC2C4-9695-B6CD-F9D3-170CD6EA4AC8}"/>
                  </a:ext>
                </a:extLst>
              </p:cNvPr>
              <p:cNvSpPr/>
              <p:nvPr/>
            </p:nvSpPr>
            <p:spPr>
              <a:xfrm>
                <a:off x="3187212" y="6536632"/>
                <a:ext cx="2772001" cy="2053741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30" name="正方形/長方形 21">
              <a:extLst>
                <a:ext uri="{FF2B5EF4-FFF2-40B4-BE49-F238E27FC236}">
                  <ns2:creationId id="{949034E9-D1CA-22CF-0593-189EADCDAD83}"/>
                </a:ext>
              </a:extLst>
            </p:cNvPr>
            <p:cNvSpPr/>
            <p:nvPr/>
          </p:nvSpPr>
          <p:spPr>
            <a:xfrm>
              <a:off x="8068483" y="1931297"/>
              <a:ext cx="429167" cy="4258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KGI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1" name="正方形/長方形 21">
              <a:extLst>
                <a:ext uri="{FF2B5EF4-FFF2-40B4-BE49-F238E27FC236}">
                  <ns2:creationId id="{F220C427-D943-A1BA-A382-12B71553EE87}"/>
                </a:ext>
              </a:extLst>
            </p:cNvPr>
            <p:cNvSpPr/>
            <p:nvPr/>
          </p:nvSpPr>
          <p:spPr>
            <a:xfrm>
              <a:off x="8575040" y="1931297"/>
              <a:ext cx="3230880" cy="4258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36" name="正方形/長方形 21">
              <a:extLst>
                <a:ext uri="{FF2B5EF4-FFF2-40B4-BE49-F238E27FC236}">
                  <ns2:creationId id="{319FA7A4-DE0B-09FA-0DEA-B8EB7436CC47}"/>
                </a:ext>
              </a:extLst>
            </p:cNvPr>
            <p:cNvSpPr/>
            <p:nvPr/>
          </p:nvSpPr>
          <p:spPr>
            <a:xfrm>
              <a:off x="8068483" y="2408817"/>
              <a:ext cx="429167" cy="5782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  <a:endPara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7" name="正方形/長方形 21">
              <a:extLst>
                <a:ext uri="{FF2B5EF4-FFF2-40B4-BE49-F238E27FC236}">
                  <ns2:creationId id="{3176DA6A-A8D2-572D-C753-505250C4F3C6}"/>
                </a:ext>
              </a:extLst>
            </p:cNvPr>
            <p:cNvSpPr/>
            <p:nvPr/>
          </p:nvSpPr>
          <p:spPr>
            <a:xfrm>
              <a:off x="8575040" y="2408817"/>
              <a:ext cx="3230880" cy="5782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228600" indent="-228600">
                <a:spcAft>
                  <a:spcPts val="300"/>
                </a:spcAft>
                <a:buClr>
                  <a:srgbClr val="008000"/>
                </a:buClr>
                <a:buFont typeface="+mj-ea"/>
                <a:buAutoNum type="circleNumDbPlain"/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228600" indent="-228600">
                <a:spcAft>
                  <a:spcPts val="300"/>
                </a:spcAft>
                <a:buClr>
                  <a:srgbClr val="008000"/>
                </a:buClr>
                <a:buFont typeface="+mj-ea"/>
                <a:buAutoNum type="circleNumDbPlain"/>
              </a:pP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/ 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111" name="Graphic 110" descr="Signal with solid fill">
              <a:extLst>
                <a:ext uri="{FF2B5EF4-FFF2-40B4-BE49-F238E27FC236}">
                  <ns2:creationId id="{8E9E6C30-D3D7-AE83-9324-F18EC19D9C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7947181" y="1641671"/>
              <a:ext cx="199270" cy="199270"/>
            </a:xfrm>
            <a:prstGeom prst="rect">
              <a:avLst/>
            </a:prstGeom>
          </p:spPr>
        </p:pic>
        <p:cxnSp>
          <p:nvCxnSpPr>
            <p:cNvPr id="18" name="直線コネクタ 17">
              <a:extLst>
                <a:ext uri="{FF2B5EF4-FFF2-40B4-BE49-F238E27FC236}">
                  <ns2:creationId id="{D9DF62AD-B32C-2DCE-FD87-323593B0CB36}"/>
                </a:ext>
              </a:extLst>
            </p:cNvPr>
            <p:cNvCxnSpPr>
              <a:cxnSpLocks/>
            </p:cNvCxnSpPr>
            <p:nvPr/>
          </p:nvCxnSpPr>
          <p:spPr>
            <a:xfrm>
              <a:off x="8573120" y="2382969"/>
              <a:ext cx="32328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Rectangle: Rounded Corners 30">
            <a:extLst>
              <a:ext uri="{FF2B5EF4-FFF2-40B4-BE49-F238E27FC236}">
                <ns2:creationId id="{82C8EE45-472A-19FF-B5F8-AB1B04FFFC31}"/>
              </a:ext>
            </a:extLst>
          </p:cNvPr>
          <p:cNvSpPr/>
          <p:nvPr/>
        </p:nvSpPr>
        <p:spPr>
          <a:xfrm>
            <a:off x="7606978" y="3628534"/>
            <a:ext cx="4250060" cy="225061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008000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rIns="36000" bIns="36000" rtlCol="0" anchor="ctr">
            <a:noAutofit/>
          </a:bodyPr>
          <a:lstStyle/>
          <a:p>
            <a:pPr>
              <a:buClr>
                <a:schemeClr val="accent1"/>
              </a:buClr>
            </a:pPr>
            <a:r>
              <a:rPr lang="ja-JP" altLang="en-US" sz="1100" b="1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57" name="Rectangle: Rounded Corners 30">
            <a:extLst>
              <a:ext uri="{FF2B5EF4-FFF2-40B4-BE49-F238E27FC236}">
                <ns2:creationId id="{443A868C-9CB1-CFCF-5EF6-664262426128}"/>
              </a:ext>
            </a:extLst>
          </p:cNvPr>
          <p:cNvSpPr/>
          <p:nvPr/>
        </p:nvSpPr>
        <p:spPr>
          <a:xfrm>
            <a:off x="7606976" y="3853595"/>
            <a:ext cx="4250062" cy="1146789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1"/>
          </a:solidFill>
          <a:ln w="9525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72000" rIns="36000" bIns="36000" rtlCol="0" anchor="ctr">
            <a:noAutofit/>
          </a:bodyPr>
          <a:lstStyle/>
          <a:p>
            <a:pPr marL="171450" indent="-171450"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ja-JP" altLang="en-US" sz="900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3" name="正方形/長方形 21">
            <a:extLst>
              <a:ext uri="{FF2B5EF4-FFF2-40B4-BE49-F238E27FC236}">
                <ns2:creationId id="{3C39252F-D081-1658-279C-E2C0792DAF5D}"/>
              </a:ext>
            </a:extLst>
          </p:cNvPr>
          <p:cNvSpPr/>
          <p:nvPr/>
        </p:nvSpPr>
        <p:spPr>
          <a:xfrm>
            <a:off x="8166100" y="4388260"/>
            <a:ext cx="746125" cy="29818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46294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1" name="正方形/長方形 21">
            <a:extLst>
              <a:ext uri="{FF2B5EF4-FFF2-40B4-BE49-F238E27FC236}">
                <ns2:creationId id="{F2AD6578-66FA-3615-66B3-6F80ADD20587}"/>
              </a:ext>
            </a:extLst>
          </p:cNvPr>
          <p:cNvSpPr/>
          <p:nvPr/>
        </p:nvSpPr>
        <p:spPr>
          <a:xfrm>
            <a:off x="8969923" y="4388260"/>
            <a:ext cx="2777577" cy="298188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72000" rIns="36000" bIns="36000" rtlCol="0" anchor="ctr">
            <a:noAutofit/>
          </a:bodyPr>
          <a:lstStyle/>
          <a:p>
            <a:pPr>
              <a:spcAft>
                <a:spcPts val="300"/>
              </a:spcAft>
              <a:buClr>
                <a:srgbClr val="008000"/>
              </a:buClr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AI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79" name="正方形/長方形 21">
            <a:extLst>
              <a:ext uri="{FF2B5EF4-FFF2-40B4-BE49-F238E27FC236}">
                <ns2:creationId id="{0C6280D8-94B1-9FB5-B846-DA6FB188A444}"/>
              </a:ext>
            </a:extLst>
          </p:cNvPr>
          <p:cNvSpPr/>
          <p:nvPr/>
        </p:nvSpPr>
        <p:spPr>
          <a:xfrm>
            <a:off x="7698191" y="4715285"/>
            <a:ext cx="429167" cy="193412"/>
          </a:xfrm>
          <a:prstGeom prst="roundRect">
            <a:avLst>
              <a:gd name="adj" fmla="val 3432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buClr>
                <a:srgbClr val="046294"/>
              </a:buClr>
              <a:defRPr/>
            </a:pP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900" b="0" i="0" u="none" strike="noStrike" kern="1200" cap="none" spc="0" normalizeH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8" name="正方形/長方形 21">
            <a:extLst>
              <a:ext uri="{FF2B5EF4-FFF2-40B4-BE49-F238E27FC236}">
                <ns2:creationId id="{1E849C98-F13D-07C3-E075-AC44FC681C66}"/>
              </a:ext>
            </a:extLst>
          </p:cNvPr>
          <p:cNvSpPr/>
          <p:nvPr/>
        </p:nvSpPr>
        <p:spPr>
          <a:xfrm>
            <a:off x="8166101" y="4715285"/>
            <a:ext cx="3581400" cy="193412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72000" rIns="36000" bIns="36000" rtlCol="0" anchor="ctr">
            <a:noAutofit/>
          </a:bodyPr>
          <a:lstStyle/>
          <a:p>
            <a:pPr>
              <a:spcAft>
                <a:spcPts val="300"/>
              </a:spcAft>
              <a:buClr>
                <a:srgbClr val="008000"/>
              </a:buClr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ja-JP" altLang="en-US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2" name="正方形/長方形 21">
            <a:extLst>
              <a:ext uri="{FF2B5EF4-FFF2-40B4-BE49-F238E27FC236}">
                <ns2:creationId id="{88270F9E-F404-83F3-D5A9-E2E008DBC79A}"/>
              </a:ext>
            </a:extLst>
          </p:cNvPr>
          <p:cNvSpPr/>
          <p:nvPr/>
        </p:nvSpPr>
        <p:spPr>
          <a:xfrm>
            <a:off x="7698191" y="3925979"/>
            <a:ext cx="429167" cy="737124"/>
          </a:xfrm>
          <a:prstGeom prst="roundRect">
            <a:avLst>
              <a:gd name="adj" fmla="val 3432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>
              <a:buClr>
                <a:srgbClr val="046294"/>
              </a:buClr>
              <a:defRPr/>
            </a:pPr>
            <a:r>
              <a: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900" b="0" i="0" u="none" strike="noStrike" kern="1200" cap="none" spc="0" normalizeH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3" name="正方形/長方形 21">
            <a:extLst>
              <a:ext uri="{FF2B5EF4-FFF2-40B4-BE49-F238E27FC236}">
                <ns2:creationId id="{89C349F7-ADFF-B568-221C-14D38BAF1F86}"/>
              </a:ext>
            </a:extLst>
          </p:cNvPr>
          <p:cNvSpPr/>
          <p:nvPr/>
        </p:nvSpPr>
        <p:spPr>
          <a:xfrm>
            <a:off x="8166100" y="3925979"/>
            <a:ext cx="746125" cy="425823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wrap="square" lIns="36000" tIns="36000" rIns="36000" bIns="36000" rtlCol="0" anchor="ctr">
            <a:noAutofit/>
          </a:bodyPr>
          <a:lstStyle/>
          <a:p>
            <a:pPr algn="ctr">
              <a:buClr>
                <a:srgbClr val="046294"/>
              </a:buClr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4" name="正方形/長方形 21">
            <a:extLst>
              <a:ext uri="{FF2B5EF4-FFF2-40B4-BE49-F238E27FC236}">
                <ns2:creationId id="{A6112D53-4904-503A-1741-8B526B3A4CDB}"/>
              </a:ext>
            </a:extLst>
          </p:cNvPr>
          <p:cNvSpPr/>
          <p:nvPr/>
        </p:nvSpPr>
        <p:spPr>
          <a:xfrm>
            <a:off x="8969923" y="3925979"/>
            <a:ext cx="2777577" cy="425823"/>
          </a:xfrm>
          <a:prstGeom prst="roundRect">
            <a:avLst>
              <a:gd name="adj" fmla="val 0"/>
            </a:avLst>
          </a:prstGeom>
          <a:noFill/>
        </p:spPr>
        <p:txBody>
          <a:bodyPr wrap="square" lIns="36000" tIns="36000" rIns="36000" bIns="36000" rtlCol="0" anchor="ctr">
            <a:noAutofit/>
          </a:bodyPr>
          <a:lstStyle/>
          <a:p>
            <a:pPr marL="228600" indent="-228600">
              <a:spcAft>
                <a:spcPts val="300"/>
              </a:spcAft>
              <a:buClr>
                <a:srgbClr val="008000"/>
              </a:buClr>
              <a:buFont typeface="+mj-ea"/>
              <a:buAutoNum type="circleNumDbPlain"/>
            </a:pP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10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lang="en-US" altLang="ja-JP" sz="9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228600" indent="-228600">
              <a:spcAft>
                <a:spcPts val="300"/>
              </a:spcAft>
              <a:buClr>
                <a:srgbClr val="008000"/>
              </a:buClr>
              <a:buFont typeface="+mj-ea"/>
              <a:buAutoNum type="circleNumDbPlain"/>
            </a:pP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9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9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pic>
        <p:nvPicPr>
          <p:cNvPr id="118" name="Graphic 117" descr="Checkbox Ticked with solid fill">
            <a:extLst>
              <a:ext uri="{FF2B5EF4-FFF2-40B4-BE49-F238E27FC236}">
                <ns2:creationId id="{7F15C570-0105-F07A-2534-3E2817A52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rcRect/>
          <a:stretch/>
        </p:blipFill>
        <p:spPr>
          <a:xfrm>
            <a:off x="7648321" y="3641430"/>
            <a:ext cx="199270" cy="199270"/>
          </a:xfrm>
          <a:prstGeom prst="rect">
            <a:avLst/>
          </a:prstGeom>
        </p:spPr>
      </p:pic>
      <p:cxnSp>
        <p:nvCxnSpPr>
          <p:cNvPr id="21" name="直線コネクタ 20">
            <a:extLst>
              <a:ext uri="{FF2B5EF4-FFF2-40B4-BE49-F238E27FC236}">
                <ns2:creationId id="{12501094-65C5-74BC-016E-FE423200902E}"/>
              </a:ext>
            </a:extLst>
          </p:cNvPr>
          <p:cNvCxnSpPr>
            <a:cxnSpLocks/>
          </p:cNvCxnSpPr>
          <p:nvPr/>
        </p:nvCxnSpPr>
        <p:spPr>
          <a:xfrm>
            <a:off x="8968300" y="4370031"/>
            <a:ext cx="27792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グループ化 24">
            <a:extLst>
              <a:ext uri="{FF2B5EF4-FFF2-40B4-BE49-F238E27FC236}">
                <ns2:creationId id="{641F8AB8-EA6B-C3D1-066F-293FB0BBDFEB}"/>
              </a:ext>
            </a:extLst>
          </p:cNvPr>
          <p:cNvGrpSpPr/>
          <p:nvPr/>
        </p:nvGrpSpPr>
        <p:grpSpPr>
          <a:xfrm>
            <a:off x="3827922" y="3628537"/>
            <a:ext cx="3624608" cy="1371849"/>
            <a:chOff x="3827922" y="3628537"/>
            <a:chExt cx="3624608" cy="1371849"/>
          </a:xfrm>
        </p:grpSpPr>
        <p:sp>
          <p:nvSpPr>
            <p:cNvPr id="50" name="Rectangle: Rounded Corners 30">
              <a:extLst>
                <a:ext uri="{FF2B5EF4-FFF2-40B4-BE49-F238E27FC236}">
                  <ns2:creationId id="{0C4CAAA9-7CD8-E7A2-40CD-ECB48A68AB69}"/>
                </a:ext>
              </a:extLst>
            </p:cNvPr>
            <p:cNvSpPr/>
            <p:nvPr/>
          </p:nvSpPr>
          <p:spPr>
            <a:xfrm>
              <a:off x="3827923" y="3628537"/>
              <a:ext cx="3624607" cy="2250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b="1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1100" b="1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 </a:t>
              </a:r>
              <a:r>
                <a:rPr lang="ja-JP" altLang="en-US" sz="1100" b="1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100" b="1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lang="ja-JP" altLang="en-US" sz="1100" b="1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" name="Rectangle: Rounded Corners 30">
              <a:extLst>
                <a:ext uri="{FF2B5EF4-FFF2-40B4-BE49-F238E27FC236}">
                  <ns2:creationId id="{0B8BEE80-3F04-02BF-0B00-7630715B63FD}"/>
                </a:ext>
              </a:extLst>
            </p:cNvPr>
            <p:cNvSpPr/>
            <p:nvPr/>
          </p:nvSpPr>
          <p:spPr>
            <a:xfrm>
              <a:off x="3827922" y="3853597"/>
              <a:ext cx="3624608" cy="1146789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72000" rIns="36000" bIns="36000" rtlCol="0" anchor="ctr">
              <a:noAutofit/>
            </a:bodyPr>
            <a:lstStyle/>
            <a:p>
              <a:pPr marL="171450" indent="-171450"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endParaRPr lang="ja-JP" altLang="en-US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3" name="正方形/長方形 21">
              <a:extLst>
                <a:ext uri="{FF2B5EF4-FFF2-40B4-BE49-F238E27FC236}">
                  <ns2:creationId id="{4A3F9FD9-B4D0-5F3D-82AE-3D5D3E22A9B2}"/>
                </a:ext>
              </a:extLst>
            </p:cNvPr>
            <p:cNvSpPr/>
            <p:nvPr/>
          </p:nvSpPr>
          <p:spPr>
            <a:xfrm>
              <a:off x="3911600" y="3961539"/>
              <a:ext cx="349330" cy="4258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4" name="正方形/長方形 21">
              <a:extLst>
                <a:ext uri="{FF2B5EF4-FFF2-40B4-BE49-F238E27FC236}">
                  <ns2:creationId id="{C3F9CE76-D655-07F7-A7EE-8666E9F6829E}"/>
                </a:ext>
              </a:extLst>
            </p:cNvPr>
            <p:cNvSpPr/>
            <p:nvPr/>
          </p:nvSpPr>
          <p:spPr>
            <a:xfrm>
              <a:off x="4338320" y="3961539"/>
              <a:ext cx="2987210" cy="4258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87" name="正方形/長方形 21">
              <a:extLst>
                <a:ext uri="{FF2B5EF4-FFF2-40B4-BE49-F238E27FC236}">
                  <ns2:creationId id="{B3ECDAF5-24E0-7BC5-A2C1-07A0FE44943F}"/>
                </a:ext>
              </a:extLst>
            </p:cNvPr>
            <p:cNvSpPr/>
            <p:nvPr/>
          </p:nvSpPr>
          <p:spPr>
            <a:xfrm>
              <a:off x="3911600" y="4433979"/>
              <a:ext cx="349330" cy="425823"/>
            </a:xfrm>
            <a:prstGeom prst="roundRect">
              <a:avLst>
                <a:gd name="adj" fmla="val 3432"/>
              </a:avLst>
            </a:prstGeom>
            <a:solidFill>
              <a:srgbClr val="008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rgbClr val="046294"/>
                </a:buClr>
              </a:pP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88" name="正方形/長方形 21">
              <a:extLst>
                <a:ext uri="{FF2B5EF4-FFF2-40B4-BE49-F238E27FC236}">
                  <ns2:creationId id="{25DC1E1C-1F3D-5369-08C0-EB967414F806}"/>
                </a:ext>
              </a:extLst>
            </p:cNvPr>
            <p:cNvSpPr/>
            <p:nvPr/>
          </p:nvSpPr>
          <p:spPr>
            <a:xfrm>
              <a:off x="4338320" y="4433979"/>
              <a:ext cx="2987210" cy="425823"/>
            </a:xfrm>
            <a:prstGeom prst="roundRect">
              <a:avLst>
                <a:gd name="adj" fmla="val 0"/>
              </a:avLst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>
                <a:buClr>
                  <a:srgbClr val="046294"/>
                </a:buClr>
              </a:pPr>
              <a:r>
                <a:rPr lang="ja-JP" altLang="en-US" sz="900" dirty="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pic>
          <p:nvPicPr>
            <p:cNvPr id="107" name="Graphic 106" descr="Business Growth with solid fill">
              <a:extLst>
                <a:ext uri="{FF2B5EF4-FFF2-40B4-BE49-F238E27FC236}">
                  <ns2:creationId id="{50C61DE1-A1E3-CCF6-8DB5-CBFDB4E1EB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3872187" y="3641430"/>
              <a:ext cx="199270" cy="199270"/>
            </a:xfrm>
            <a:prstGeom prst="rect">
              <a:avLst/>
            </a:prstGeom>
          </p:spPr>
        </p:pic>
        <p:cxnSp>
          <p:nvCxnSpPr>
            <p:cNvPr id="23" name="直線コネクタ 22">
              <a:extLst>
                <a:ext uri="{FF2B5EF4-FFF2-40B4-BE49-F238E27FC236}">
                  <ns2:creationId id="{7406CF48-3E3F-E9F1-FC91-18FAF9FA0F6A}"/>
                </a:ext>
              </a:extLst>
            </p:cNvPr>
            <p:cNvCxnSpPr>
              <a:cxnSpLocks/>
            </p:cNvCxnSpPr>
            <p:nvPr/>
          </p:nvCxnSpPr>
          <p:spPr>
            <a:xfrm>
              <a:off x="4338320" y="4410670"/>
              <a:ext cx="2988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255433594"/>
      </p:ext>
    </p:extLst>
  </p:cSld>
  <p:clrMapOvr>
    <a:masterClrMapping/>
  </p:clrMapOvr>
</p:sld>
</file>

<file path=ppt/slides/slide34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06DD0D5-A836-63D0-7F33-DC088989F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37D05B1-2D70-17B5-7012-84057E51AF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</a:p>
          <a:p>
            <a:pPr marL="0" indent="0">
              <a:buNone/>
            </a:pPr>
            <a:endParaRPr kumimoji="1" lang="ja-JP" altLang="en-US" dirty="0"/>
          </a:p>
        </p:txBody>
      </p:sp>
      <p:grpSp>
        <p:nvGrpSpPr>
          <p:cNvPr id="89" name="グループ化 88">
            <a:extLst>
              <a:ext uri="{FF2B5EF4-FFF2-40B4-BE49-F238E27FC236}">
                <ns2:creationId id="{298FA48F-3F67-FCC9-BA23-296DF82D915E}"/>
              </a:ext>
            </a:extLst>
          </p:cNvPr>
          <p:cNvGrpSpPr/>
          <p:nvPr/>
        </p:nvGrpSpPr>
        <p:grpSpPr>
          <a:xfrm>
            <a:off x="354396" y="2531070"/>
            <a:ext cx="3763084" cy="3780299"/>
            <a:chOff x="354396" y="2531070"/>
            <a:chExt cx="3763084" cy="3780299"/>
          </a:xfrm>
        </p:grpSpPr>
        <p:sp>
          <p:nvSpPr>
            <p:cNvPr id="27" name="正方形/長方形 26">
              <a:extLst>
                <a:ext uri="{FF2B5EF4-FFF2-40B4-BE49-F238E27FC236}">
                  <ns2:creationId id="{C2DDB379-7746-8697-8F8F-4A5D7A9E5882}"/>
                </a:ext>
              </a:extLst>
            </p:cNvPr>
            <p:cNvSpPr/>
            <p:nvPr/>
          </p:nvSpPr>
          <p:spPr>
            <a:xfrm>
              <a:off x="803707" y="2531070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850" dirty="0">
                <a:solidFill>
                  <a:schemeClr val="tx1"/>
                </a:solidFill>
                <a:latin typeface="+mn-ea"/>
              </a:endParaRPr>
            </a:p>
            <a:p>
              <a:pPr marL="357188" indent="-177800">
                <a:spcAft>
                  <a:spcPts val="100"/>
                </a:spcAft>
                <a:buClr>
                  <a:srgbClr val="008000"/>
                </a:buClr>
              </a:pP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API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8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8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8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16" name="グループ化 15">
              <a:extLst>
                <a:ext uri="{FF2B5EF4-FFF2-40B4-BE49-F238E27FC236}">
                  <ns2:creationId id="{935AA371-6136-EADC-F4B8-AEABEECFEB4E}"/>
                </a:ext>
              </a:extLst>
            </p:cNvPr>
            <p:cNvGrpSpPr/>
            <p:nvPr/>
          </p:nvGrpSpPr>
          <p:grpSpPr>
            <a:xfrm>
              <a:off x="354396" y="2711070"/>
              <a:ext cx="540000" cy="540000"/>
              <a:chOff x="-91493" y="2733111"/>
              <a:chExt cx="540000" cy="540000"/>
            </a:xfrm>
          </p:grpSpPr>
          <p:sp>
            <p:nvSpPr>
              <p:cNvPr id="36" name="楕円 35">
                <a:extLst>
                  <a:ext uri="{FF2B5EF4-FFF2-40B4-BE49-F238E27FC236}">
                    <ns2:creationId id="{D510B024-9666-2061-268E-15A7BA370D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91493" y="2733111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9" name="グラフィックス 28" descr="環状の矢印 単色塗りつぶし">
                <a:extLst>
                  <a:ext uri="{FF2B5EF4-FFF2-40B4-BE49-F238E27FC236}">
                    <ns2:creationId id="{6DEAA20A-80B2-CAE6-C8B1-C40FDF2D66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-19493" y="2805111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40" name="正方形/長方形 39">
              <a:extLst>
                <a:ext uri="{FF2B5EF4-FFF2-40B4-BE49-F238E27FC236}">
                  <ns2:creationId id="{255A5D65-790D-FDF5-1286-FEF7D7AEEEC7}"/>
                </a:ext>
              </a:extLst>
            </p:cNvPr>
            <p:cNvSpPr/>
            <p:nvPr/>
          </p:nvSpPr>
          <p:spPr>
            <a:xfrm>
              <a:off x="803707" y="3491170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26" name="グループ化 25">
              <a:extLst>
                <a:ext uri="{FF2B5EF4-FFF2-40B4-BE49-F238E27FC236}">
                  <ns2:creationId id="{2666754D-513C-C55B-EBB3-81EBFA12D0D2}"/>
                </a:ext>
              </a:extLst>
            </p:cNvPr>
            <p:cNvGrpSpPr/>
            <p:nvPr/>
          </p:nvGrpSpPr>
          <p:grpSpPr>
            <a:xfrm>
              <a:off x="354396" y="3671170"/>
              <a:ext cx="540000" cy="540000"/>
              <a:chOff x="25029" y="3747721"/>
              <a:chExt cx="540000" cy="540000"/>
            </a:xfrm>
          </p:grpSpPr>
          <p:sp>
            <p:nvSpPr>
              <p:cNvPr id="42" name="楕円 41">
                <a:extLst>
                  <a:ext uri="{FF2B5EF4-FFF2-40B4-BE49-F238E27FC236}">
                    <ns2:creationId id="{773CB969-9C56-D612-561A-C3BFEA689D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5029" y="3747721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ローチャート 単色塗りつぶし">
                <a:extLst>
                  <a:ext uri="{FF2B5EF4-FFF2-40B4-BE49-F238E27FC236}">
                    <ns2:creationId id="{6589C48A-47A9-20A3-6667-3CB6230AB6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97029" y="3819721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52" name="正方形/長方形 51">
              <a:extLst>
                <a:ext uri="{FF2B5EF4-FFF2-40B4-BE49-F238E27FC236}">
                  <ns2:creationId id="{7987F750-6563-6D94-4AE3-A3AC9C84440D}"/>
                </a:ext>
              </a:extLst>
            </p:cNvPr>
            <p:cNvSpPr/>
            <p:nvPr/>
          </p:nvSpPr>
          <p:spPr>
            <a:xfrm>
              <a:off x="803707" y="4451270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6973F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it-IT" altLang="ja-JP" sz="9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28" name="グループ化 27">
              <a:extLst>
                <a:ext uri="{FF2B5EF4-FFF2-40B4-BE49-F238E27FC236}">
                  <ns2:creationId id="{4953BE65-D92C-5335-E7EA-149DF741D793}"/>
                </a:ext>
              </a:extLst>
            </p:cNvPr>
            <p:cNvGrpSpPr/>
            <p:nvPr/>
          </p:nvGrpSpPr>
          <p:grpSpPr>
            <a:xfrm>
              <a:off x="354396" y="4631270"/>
              <a:ext cx="540000" cy="540000"/>
              <a:chOff x="-32969" y="4516099"/>
              <a:chExt cx="540000" cy="540000"/>
            </a:xfrm>
          </p:grpSpPr>
          <p:sp>
            <p:nvSpPr>
              <p:cNvPr id="54" name="楕円 53">
                <a:extLst>
                  <a:ext uri="{FF2B5EF4-FFF2-40B4-BE49-F238E27FC236}">
                    <ns2:creationId id="{1E37F71E-6824-55D3-E679-9739E85F89B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32969" y="4516099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1" name="グラフィックス 30" descr="線付きの円 単色塗りつぶし">
                <a:extLst>
                  <a:ext uri="{FF2B5EF4-FFF2-40B4-BE49-F238E27FC236}">
                    <ns2:creationId id="{AD08461D-C5D5-4020-3CF3-1A0DD202D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39031" y="4588099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57" name="正方形/長方形 56">
              <a:extLst>
                <a:ext uri="{FF2B5EF4-FFF2-40B4-BE49-F238E27FC236}">
                  <ns2:creationId id="{D0462F8D-059D-0DEB-2399-0AA9BD417273}"/>
                </a:ext>
              </a:extLst>
            </p:cNvPr>
            <p:cNvSpPr/>
            <p:nvPr/>
          </p:nvSpPr>
          <p:spPr>
            <a:xfrm>
              <a:off x="803707" y="5411369"/>
              <a:ext cx="3313773" cy="90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+mn-ea"/>
                </a:rPr>
                <a:t>BI</a:t>
              </a:r>
              <a:r>
                <a:rPr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7EFC156B-E90F-DBD9-8FBD-24B34FDA6E60}"/>
                </a:ext>
              </a:extLst>
            </p:cNvPr>
            <p:cNvGrpSpPr/>
            <p:nvPr/>
          </p:nvGrpSpPr>
          <p:grpSpPr>
            <a:xfrm>
              <a:off x="354396" y="5591369"/>
              <a:ext cx="540000" cy="540000"/>
              <a:chOff x="-54431" y="5458087"/>
              <a:chExt cx="540000" cy="540000"/>
            </a:xfrm>
          </p:grpSpPr>
          <p:sp>
            <p:nvSpPr>
              <p:cNvPr id="59" name="楕円 58">
                <a:extLst>
                  <a:ext uri="{FF2B5EF4-FFF2-40B4-BE49-F238E27FC236}">
                    <ns2:creationId id="{F67FCB1B-F145-53C2-7A9A-5363DC901E8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54431" y="5458087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19050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5" name="グラフィックス 34" descr="プレゼンテーション (円グラフ) 単色塗りつぶし">
                <a:extLst>
                  <a:ext uri="{FF2B5EF4-FFF2-40B4-BE49-F238E27FC236}">
                    <ns2:creationId id="{3353AD1C-E615-5AC1-E168-FE6546450C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7569" y="5530087"/>
                <a:ext cx="396000" cy="396000"/>
              </a:xfrm>
              <a:prstGeom prst="rect">
                <a:avLst/>
              </a:prstGeom>
            </p:spPr>
          </p:pic>
        </p:grpSp>
      </p:grpSp>
      <p:sp>
        <p:nvSpPr>
          <p:cNvPr id="10" name="テキスト ボックス 9">
            <a:extLst>
              <a:ext uri="{FF2B5EF4-FFF2-40B4-BE49-F238E27FC236}">
                <ns2:creationId id="{34406D90-DFF4-01D7-9C6C-4A9D6D9F9E98}"/>
              </a:ext>
            </a:extLst>
          </p:cNvPr>
          <p:cNvSpPr txBox="1"/>
          <p:nvPr/>
        </p:nvSpPr>
        <p:spPr>
          <a:xfrm>
            <a:off x="4196166" y="1959540"/>
            <a:ext cx="3757375" cy="540000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r>
              <a:rPr lang="en-US" altLang="ja-JP" sz="1050" dirty="0">
                <a:latin typeface="+mn-ea"/>
              </a:rPr>
              <a:t>3</a:t>
            </a:r>
            <a:r>
              <a:rPr lang="ja-JP" altLang="en-US" sz="1050" dirty="0">
                <a:latin typeface="+mn-ea"/>
              </a:rPr>
              <a:t>XX</a:t>
            </a:r>
            <a:br>
              <a:rPr lang="it-IT" altLang="ja-JP" sz="1050" dirty="0">
                <a:latin typeface="+mn-ea"/>
              </a:rPr>
            </a:br>
            <a:r>
              <a:rPr lang="ja-JP" altLang="en-US" sz="1050" dirty="0">
                <a:latin typeface="+mn-ea"/>
              </a:rPr>
              <a:t>XX</a:t>
            </a:r>
            <a:r>
              <a:rPr lang="en-US" altLang="ja-JP" sz="1050" dirty="0">
                <a:latin typeface="+mn-ea"/>
              </a:rPr>
              <a:t>XX</a:t>
            </a:r>
            <a:r>
              <a:rPr lang="ja-JP" altLang="en-US" sz="1050" dirty="0">
                <a:latin typeface="+mn-ea"/>
              </a:rPr>
              <a:t>XX</a:t>
            </a:r>
            <a:br>
              <a:rPr lang="it-IT" altLang="ja-JP" sz="1050" dirty="0">
                <a:latin typeface="+mn-ea"/>
              </a:rPr>
            </a:br>
            <a:r>
              <a:rPr lang="ja-JP" altLang="en-US" sz="1050" dirty="0">
                <a:latin typeface="+mn-ea"/>
              </a:rPr>
              <a:t>XX</a:t>
            </a:r>
            <a:endParaRPr kumimoji="1" lang="ja-JP" altLang="en-US" sz="1050" dirty="0"/>
          </a:p>
        </p:txBody>
      </p:sp>
      <p:sp>
        <p:nvSpPr>
          <p:cNvPr id="6" name="山形 52">
            <a:extLst>
              <a:ext uri="{FF2B5EF4-FFF2-40B4-BE49-F238E27FC236}">
                <ns2:creationId id="{BB6E2C2D-B509-95E1-0582-DA079CF6F96F}"/>
              </a:ext>
            </a:extLst>
          </p:cNvPr>
          <p:cNvSpPr/>
          <p:nvPr/>
        </p:nvSpPr>
        <p:spPr>
          <a:xfrm>
            <a:off x="4196347" y="1635540"/>
            <a:ext cx="3816000" cy="324000"/>
          </a:xfrm>
          <a:prstGeom prst="chevron">
            <a:avLst>
              <a:gd name="adj" fmla="val 18094"/>
            </a:avLst>
          </a:prstGeom>
          <a:solidFill>
            <a:srgbClr val="008000"/>
          </a:solidFill>
          <a:ln>
            <a:solidFill>
              <a:srgbClr val="009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>
            <a:noAutofit/>
          </a:bodyPr>
          <a:lstStyle/>
          <a:p>
            <a:pPr lvl="0" algn="ctr">
              <a:buClr>
                <a:srgbClr val="046294"/>
              </a:buClr>
              <a:defRPr/>
            </a:pPr>
            <a:r>
              <a:rPr kumimoji="0" lang="ja-JP" altLang="en-US" sz="1200" dirty="0">
                <a:latin typeface="+mn-ea"/>
              </a:rPr>
              <a:t>XX</a:t>
            </a:r>
            <a:endParaRPr kumimoji="0" lang="ja-JP" altLang="en-US" sz="12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pic>
        <p:nvPicPr>
          <p:cNvPr id="13" name="グラフィックス 12" descr="ブロックチェーン 単色塗りつぶし">
            <a:extLst>
              <a:ext uri="{FF2B5EF4-FFF2-40B4-BE49-F238E27FC236}">
                <ns2:creationId id="{DC7813FD-122C-939E-0BB4-B58B7B41D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4818397" y="1635540"/>
            <a:ext cx="324000" cy="324000"/>
          </a:xfrm>
          <a:prstGeom prst="rect">
            <a:avLst/>
          </a:prstGeom>
        </p:spPr>
      </p:pic>
      <p:sp>
        <p:nvSpPr>
          <p:cNvPr id="21" name="楕円 20">
            <a:extLst>
              <a:ext uri="{FF2B5EF4-FFF2-40B4-BE49-F238E27FC236}">
                <ns2:creationId id="{C5311481-06E7-0240-1270-1E8F16C0D839}"/>
              </a:ext>
            </a:extLst>
          </p:cNvPr>
          <p:cNvSpPr>
            <a:spLocks noChangeAspect="1"/>
          </p:cNvSpPr>
          <p:nvPr/>
        </p:nvSpPr>
        <p:spPr>
          <a:xfrm>
            <a:off x="4179267" y="1533096"/>
            <a:ext cx="252000" cy="252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0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endParaRPr kumimoji="0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ns2:creationId id="{FAFC1E66-86F3-A6D5-A355-5DAFF23291B2}"/>
              </a:ext>
            </a:extLst>
          </p:cNvPr>
          <p:cNvSpPr txBox="1">
            <a:spLocks/>
          </p:cNvSpPr>
          <p:nvPr/>
        </p:nvSpPr>
        <p:spPr>
          <a:xfrm>
            <a:off x="8038298" y="1959540"/>
            <a:ext cx="3757375" cy="540000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r>
              <a:rPr lang="ja-JP" altLang="en-US" sz="1050" dirty="0">
                <a:latin typeface="+mn-ea"/>
              </a:rPr>
              <a:t>XX</a:t>
            </a:r>
            <a:r>
              <a:rPr lang="en-US" altLang="ja-JP" sz="1050" dirty="0">
                <a:latin typeface="+mn-ea"/>
              </a:rPr>
              <a:t>XX</a:t>
            </a:r>
            <a:r>
              <a:rPr lang="ja-JP" altLang="en-US" sz="1050" dirty="0">
                <a:latin typeface="+mn-ea"/>
              </a:rPr>
              <a:t>XX</a:t>
            </a:r>
            <a:endParaRPr kumimoji="1" lang="ja-JP" altLang="en-US" sz="1050" dirty="0"/>
          </a:p>
        </p:txBody>
      </p:sp>
      <p:sp>
        <p:nvSpPr>
          <p:cNvPr id="7" name="山形 53">
            <a:extLst>
              <a:ext uri="{FF2B5EF4-FFF2-40B4-BE49-F238E27FC236}">
                <ns2:creationId id="{1D80EAD8-007A-6E78-8115-E74DF8E24FB8}"/>
              </a:ext>
            </a:extLst>
          </p:cNvPr>
          <p:cNvSpPr/>
          <p:nvPr/>
        </p:nvSpPr>
        <p:spPr>
          <a:xfrm>
            <a:off x="8038298" y="1635540"/>
            <a:ext cx="3816000" cy="324000"/>
          </a:xfrm>
          <a:prstGeom prst="chevron">
            <a:avLst>
              <a:gd name="adj" fmla="val 18094"/>
            </a:avLst>
          </a:prstGeom>
          <a:solidFill>
            <a:srgbClr val="008000"/>
          </a:solidFill>
          <a:ln>
            <a:solidFill>
              <a:srgbClr val="009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>
            <a:noAutofit/>
          </a:bodyPr>
          <a:lstStyle/>
          <a:p>
            <a:pPr lvl="0" algn="ctr">
              <a:buClr>
                <a:srgbClr val="046294"/>
              </a:buClr>
              <a:defRPr/>
            </a:pPr>
            <a:r>
              <a:rPr lang="ja-JP" altLang="en-US" sz="1200" dirty="0">
                <a:latin typeface="+mn-ea"/>
              </a:rPr>
              <a:t>XX</a:t>
            </a:r>
            <a:endParaRPr kumimoji="1" lang="ja-JP" altLang="en-US" sz="12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pic>
        <p:nvPicPr>
          <p:cNvPr id="15" name="グラフィックス 14" descr="サーバー 単色塗りつぶし">
            <a:extLst>
              <a:ext uri="{FF2B5EF4-FFF2-40B4-BE49-F238E27FC236}">
                <ns2:creationId id="{D41685EF-AA87-4677-48C8-D94930909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8898473" y="1635540"/>
            <a:ext cx="324000" cy="324000"/>
          </a:xfrm>
          <a:prstGeom prst="rect">
            <a:avLst/>
          </a:prstGeom>
        </p:spPr>
      </p:pic>
      <p:sp>
        <p:nvSpPr>
          <p:cNvPr id="22" name="楕円 21">
            <a:extLst>
              <a:ext uri="{FF2B5EF4-FFF2-40B4-BE49-F238E27FC236}">
                <ns2:creationId id="{02024892-4A74-1E48-DCF8-903C9982AAF2}"/>
              </a:ext>
            </a:extLst>
          </p:cNvPr>
          <p:cNvSpPr>
            <a:spLocks noChangeAspect="1"/>
          </p:cNvSpPr>
          <p:nvPr/>
        </p:nvSpPr>
        <p:spPr>
          <a:xfrm>
            <a:off x="8021218" y="1533096"/>
            <a:ext cx="252000" cy="252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0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endParaRPr kumimoji="0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ns2:creationId id="{FAE35CDF-5B3D-C483-46D4-C859A6320320}"/>
              </a:ext>
            </a:extLst>
          </p:cNvPr>
          <p:cNvSpPr txBox="1"/>
          <p:nvPr/>
        </p:nvSpPr>
        <p:spPr>
          <a:xfrm>
            <a:off x="354396" y="1959540"/>
            <a:ext cx="3757013" cy="540000"/>
          </a:xfrm>
          <a:prstGeom prst="rect">
            <a:avLst/>
          </a:prstGeom>
          <a:noFill/>
        </p:spPr>
        <p:txBody>
          <a:bodyPr wrap="square" lIns="36000" rIns="36000" rtlCol="0">
            <a:noAutofit/>
          </a:bodyPr>
          <a:lstStyle/>
          <a:p>
            <a:r>
              <a:rPr lang="ja-JP" altLang="en-US" sz="1050" dirty="0">
                <a:latin typeface="+mn-ea"/>
              </a:rPr>
              <a:t>XX</a:t>
            </a:r>
            <a:endParaRPr kumimoji="1" lang="ja-JP" altLang="en-US" sz="1050" dirty="0"/>
          </a:p>
        </p:txBody>
      </p:sp>
      <p:sp>
        <p:nvSpPr>
          <p:cNvPr id="5" name="ホームベース 51">
            <a:extLst>
              <a:ext uri="{FF2B5EF4-FFF2-40B4-BE49-F238E27FC236}">
                <ns2:creationId id="{702A74FB-2D2C-B4CF-E5E5-A0CD8B2BA5ED}"/>
              </a:ext>
            </a:extLst>
          </p:cNvPr>
          <p:cNvSpPr/>
          <p:nvPr/>
        </p:nvSpPr>
        <p:spPr>
          <a:xfrm>
            <a:off x="354396" y="1635540"/>
            <a:ext cx="3816000" cy="324000"/>
          </a:xfrm>
          <a:prstGeom prst="homePlate">
            <a:avLst>
              <a:gd name="adj" fmla="val 18206"/>
            </a:avLst>
          </a:prstGeom>
          <a:solidFill>
            <a:srgbClr val="008000"/>
          </a:solidFill>
          <a:ln>
            <a:solidFill>
              <a:srgbClr val="00933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28800" rIns="28800" bIns="28800" rtlCol="0" anchor="ctr">
            <a:noAutofit/>
          </a:bodyPr>
          <a:lstStyle/>
          <a:p>
            <a:pPr lvl="0" algn="ctr">
              <a:buClr>
                <a:srgbClr val="046294"/>
              </a:buClr>
              <a:defRPr/>
            </a:pPr>
            <a:r>
              <a:rPr kumimoji="0" lang="ja-JP" altLang="ja-JP" sz="1200" dirty="0"/>
              <a:t>XX</a:t>
            </a:r>
            <a:endParaRPr kumimoji="0" lang="ja-JP" altLang="en-US" sz="12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pic>
        <p:nvPicPr>
          <p:cNvPr id="17" name="グラフィックス 16" descr="データベース 単色塗りつぶし">
            <a:extLst>
              <a:ext uri="{FF2B5EF4-FFF2-40B4-BE49-F238E27FC236}">
                <ns2:creationId id="{C39703DB-6342-4D79-8C00-9D9F7C6D3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700221" y="1635540"/>
            <a:ext cx="324000" cy="324000"/>
          </a:xfrm>
          <a:prstGeom prst="rect">
            <a:avLst/>
          </a:prstGeom>
        </p:spPr>
      </p:pic>
      <p:sp>
        <p:nvSpPr>
          <p:cNvPr id="8" name="楕円 7">
            <a:extLst>
              <a:ext uri="{FF2B5EF4-FFF2-40B4-BE49-F238E27FC236}">
                <ns2:creationId id="{35C92EC5-4BA9-9C55-4374-B94F714E0F7E}"/>
              </a:ext>
            </a:extLst>
          </p:cNvPr>
          <p:cNvSpPr>
            <a:spLocks noChangeAspect="1"/>
          </p:cNvSpPr>
          <p:nvPr/>
        </p:nvSpPr>
        <p:spPr>
          <a:xfrm>
            <a:off x="337316" y="1533096"/>
            <a:ext cx="252000" cy="252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0" lang="en-US" altLang="ja-JP" sz="14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endParaRPr kumimoji="0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87" name="グループ化 86">
            <a:extLst>
              <a:ext uri="{FF2B5EF4-FFF2-40B4-BE49-F238E27FC236}">
                <ns2:creationId id="{3B1779A5-31ED-7ECC-62CA-287920149C13}"/>
              </a:ext>
            </a:extLst>
          </p:cNvPr>
          <p:cNvGrpSpPr/>
          <p:nvPr/>
        </p:nvGrpSpPr>
        <p:grpSpPr>
          <a:xfrm>
            <a:off x="8038298" y="2531070"/>
            <a:ext cx="3757376" cy="3780299"/>
            <a:chOff x="8038298" y="2531070"/>
            <a:chExt cx="3757376" cy="3780299"/>
          </a:xfrm>
        </p:grpSpPr>
        <p:sp>
          <p:nvSpPr>
            <p:cNvPr id="134" name="テキスト ボックス 133">
              <a:extLst>
                <a:ext uri="{FF2B5EF4-FFF2-40B4-BE49-F238E27FC236}">
                  <ns2:creationId id="{CCE41FA6-D444-EFCB-5EFD-DFBD6E771A41}"/>
                </a:ext>
              </a:extLst>
            </p:cNvPr>
            <p:cNvSpPr txBox="1"/>
            <p:nvPr/>
          </p:nvSpPr>
          <p:spPr>
            <a:xfrm>
              <a:off x="8772545" y="2531070"/>
              <a:ext cx="3023128" cy="900000"/>
            </a:xfrm>
            <a:prstGeom prst="rect">
              <a:avLst/>
            </a:prstGeom>
            <a:noFill/>
          </p:spPr>
          <p:txBody>
            <a:bodyPr wrap="square" lIns="7200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135" name="正方形/長方形 134">
              <a:extLst>
                <a:ext uri="{FF2B5EF4-FFF2-40B4-BE49-F238E27FC236}">
                  <ns2:creationId id="{68BF23EB-AE5C-1EF7-D64C-5EF19FA0B5F0}"/>
                </a:ext>
              </a:extLst>
            </p:cNvPr>
            <p:cNvSpPr>
              <a:spLocks/>
            </p:cNvSpPr>
            <p:nvPr/>
          </p:nvSpPr>
          <p:spPr>
            <a:xfrm>
              <a:off x="8038298" y="2531070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6" name="グラフィックス 145" descr="慈善 単色塗りつぶし">
              <a:extLst>
                <a:ext uri="{FF2B5EF4-FFF2-40B4-BE49-F238E27FC236}">
                  <ns2:creationId id="{9B79E1EC-4EAD-0214-0D3C-EBF5C5585A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189422" y="2765070"/>
              <a:ext cx="432000" cy="432000"/>
            </a:xfrm>
            <a:prstGeom prst="rect">
              <a:avLst/>
            </a:prstGeom>
          </p:spPr>
        </p:pic>
        <p:sp>
          <p:nvSpPr>
            <p:cNvPr id="136" name="正方形/長方形 135">
              <a:extLst>
                <a:ext uri="{FF2B5EF4-FFF2-40B4-BE49-F238E27FC236}">
                  <ns2:creationId id="{01B92F6A-B79D-360A-2DB9-2D00160A0A4D}"/>
                </a:ext>
              </a:extLst>
            </p:cNvPr>
            <p:cNvSpPr>
              <a:spLocks/>
            </p:cNvSpPr>
            <p:nvPr/>
          </p:nvSpPr>
          <p:spPr>
            <a:xfrm>
              <a:off x="8038298" y="3491170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4" name="グラフィックス 143" descr="箱 単色塗りつぶし">
              <a:extLst>
                <a:ext uri="{FF2B5EF4-FFF2-40B4-BE49-F238E27FC236}">
                  <ns2:creationId id="{E8AAD022-1785-6FC0-1FE6-414D6DE9CE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tretch>
              <a:fillRect/>
            </a:stretch>
          </p:blipFill>
          <p:spPr>
            <a:xfrm>
              <a:off x="8189422" y="3725170"/>
              <a:ext cx="432000" cy="432000"/>
            </a:xfrm>
            <a:prstGeom prst="rect">
              <a:avLst/>
            </a:prstGeom>
          </p:spPr>
        </p:pic>
        <p:sp>
          <p:nvSpPr>
            <p:cNvPr id="138" name="正方形/長方形 137">
              <a:extLst>
                <a:ext uri="{FF2B5EF4-FFF2-40B4-BE49-F238E27FC236}">
                  <ns2:creationId id="{FB1C2365-C1D9-08A1-3110-5449E29DA7CD}"/>
                </a:ext>
              </a:extLst>
            </p:cNvPr>
            <p:cNvSpPr>
              <a:spLocks/>
            </p:cNvSpPr>
            <p:nvPr/>
          </p:nvSpPr>
          <p:spPr>
            <a:xfrm>
              <a:off x="8038298" y="5411369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8" name="グラフィックス 147" descr="ツール 単色塗りつぶし">
              <a:extLst>
                <a:ext uri="{FF2B5EF4-FFF2-40B4-BE49-F238E27FC236}">
                  <ns2:creationId id="{CF278EFC-6A52-35AB-577C-795A771F4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tretch>
              <a:fillRect/>
            </a:stretch>
          </p:blipFill>
          <p:spPr>
            <a:xfrm>
              <a:off x="8189420" y="5645369"/>
              <a:ext cx="432000" cy="432000"/>
            </a:xfrm>
            <a:prstGeom prst="rect">
              <a:avLst/>
            </a:prstGeom>
          </p:spPr>
        </p:pic>
        <p:sp>
          <p:nvSpPr>
            <p:cNvPr id="155" name="テキスト ボックス 154">
              <a:extLst>
                <a:ext uri="{FF2B5EF4-FFF2-40B4-BE49-F238E27FC236}">
                  <ns2:creationId id="{434BFA0B-3DFB-986D-DD0B-B7F3FCACE1C5}"/>
                </a:ext>
              </a:extLst>
            </p:cNvPr>
            <p:cNvSpPr txBox="1"/>
            <p:nvPr/>
          </p:nvSpPr>
          <p:spPr>
            <a:xfrm>
              <a:off x="8772546" y="5411369"/>
              <a:ext cx="3023128" cy="900000"/>
            </a:xfrm>
            <a:prstGeom prst="rect">
              <a:avLst/>
            </a:prstGeom>
            <a:noFill/>
          </p:spPr>
          <p:txBody>
            <a:bodyPr wrap="square" lIns="7200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137" name="正方形/長方形 136">
              <a:extLst>
                <a:ext uri="{FF2B5EF4-FFF2-40B4-BE49-F238E27FC236}">
                  <ns2:creationId id="{C8CD09E9-D1B2-869B-4B6B-4844DECAAA13}"/>
                </a:ext>
              </a:extLst>
            </p:cNvPr>
            <p:cNvSpPr>
              <a:spLocks/>
            </p:cNvSpPr>
            <p:nvPr/>
          </p:nvSpPr>
          <p:spPr>
            <a:xfrm>
              <a:off x="8038298" y="4451270"/>
              <a:ext cx="734247" cy="900000"/>
            </a:xfrm>
            <a:prstGeom prst="rect">
              <a:avLst/>
            </a:prstGeom>
            <a:solidFill>
              <a:srgbClr val="008000">
                <a:alpha val="65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42" name="グラフィックス 141" descr="ノート PC 単色塗りつぶし">
              <a:extLst>
                <a:ext uri="{FF2B5EF4-FFF2-40B4-BE49-F238E27FC236}">
                  <ns2:creationId id="{7D7D7C2C-C72D-7E7B-1E5E-23F05DEC14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8189422" y="4685270"/>
              <a:ext cx="432000" cy="432000"/>
            </a:xfrm>
            <a:prstGeom prst="rect">
              <a:avLst/>
            </a:prstGeom>
          </p:spPr>
        </p:pic>
        <p:sp>
          <p:nvSpPr>
            <p:cNvPr id="153" name="テキスト ボックス 152">
              <a:extLst>
                <a:ext uri="{FF2B5EF4-FFF2-40B4-BE49-F238E27FC236}">
                  <ns2:creationId id="{0F8DA6FF-A90C-8A3D-71EE-A26C5C09FA78}"/>
                </a:ext>
              </a:extLst>
            </p:cNvPr>
            <p:cNvSpPr txBox="1"/>
            <p:nvPr/>
          </p:nvSpPr>
          <p:spPr>
            <a:xfrm>
              <a:off x="8772546" y="3491170"/>
              <a:ext cx="3023128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sp>
          <p:nvSpPr>
            <p:cNvPr id="156" name="テキスト ボックス 155">
              <a:extLst>
                <a:ext uri="{FF2B5EF4-FFF2-40B4-BE49-F238E27FC236}">
                  <ns2:creationId id="{7E2BCBB4-D356-F5FE-97F4-E6F2668B016C}"/>
                </a:ext>
              </a:extLst>
            </p:cNvPr>
            <p:cNvSpPr txBox="1"/>
            <p:nvPr/>
          </p:nvSpPr>
          <p:spPr>
            <a:xfrm>
              <a:off x="8772546" y="4451270"/>
              <a:ext cx="3023128" cy="900000"/>
            </a:xfrm>
            <a:prstGeom prst="rect">
              <a:avLst/>
            </a:prstGeom>
            <a:noFill/>
          </p:spPr>
          <p:txBody>
            <a:bodyPr wrap="square" lIns="72000" rtlCol="0" anchor="ctr">
              <a:noAutofit/>
            </a:bodyPr>
            <a:lstStyle/>
            <a:p>
              <a:pPr>
                <a:spcAft>
                  <a:spcPts val="100"/>
                </a:spcAft>
              </a:pPr>
              <a:r>
                <a:rPr lang="ja-JP" altLang="en-US" sz="850" dirty="0">
                  <a:solidFill>
                    <a:srgbClr val="008000"/>
                  </a:solidFill>
                  <a:latin typeface="+mn-ea"/>
                </a:rPr>
                <a:t>「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85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spcAft>
                  <a:spcPts val="1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en-US" altLang="ja-JP" sz="900" dirty="0">
                  <a:latin typeface="+mn-ea"/>
                </a:rPr>
                <a:t>(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) </a:t>
              </a:r>
              <a:r>
                <a:rPr lang="ja-JP" altLang="en-US" sz="900" dirty="0">
                  <a:latin typeface="+mn-ea"/>
                </a:rPr>
                <a:t>XX</a:t>
              </a:r>
              <a:r>
                <a:rPr lang="en-US" altLang="ja-JP" sz="900" dirty="0">
                  <a:latin typeface="+mn-ea"/>
                </a:rPr>
                <a:t>XX</a:t>
              </a:r>
              <a:r>
                <a:rPr lang="ja-JP" altLang="en-US" sz="900" dirty="0">
                  <a:latin typeface="+mn-ea"/>
                </a:rPr>
                <a:t>XX</a:t>
              </a:r>
              <a:br>
                <a:rPr lang="it-IT" altLang="ja-JP" sz="900" dirty="0">
                  <a:latin typeface="+mn-ea"/>
                </a:rPr>
              </a:br>
              <a:r>
                <a:rPr lang="ja-JP" altLang="en-US" sz="900" dirty="0">
                  <a:latin typeface="+mn-ea"/>
                </a:rPr>
                <a:t>XX</a:t>
              </a:r>
            </a:p>
          </p:txBody>
        </p:sp>
        <p:cxnSp>
          <p:nvCxnSpPr>
            <p:cNvPr id="32" name="直線コネクタ 31">
              <a:extLst>
                <a:ext uri="{FF2B5EF4-FFF2-40B4-BE49-F238E27FC236}">
                  <ns2:creationId id="{DE693B07-E426-AE76-C3B4-B4D49D26FDCC}"/>
                </a:ext>
              </a:extLst>
            </p:cNvPr>
            <p:cNvCxnSpPr>
              <a:cxnSpLocks/>
            </p:cNvCxnSpPr>
            <p:nvPr/>
          </p:nvCxnSpPr>
          <p:spPr>
            <a:xfrm>
              <a:off x="8772546" y="3461120"/>
              <a:ext cx="30231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ns2:creationId id="{A5D1C0A8-ED8D-5F2B-CEF5-8BAD2CD44282}"/>
                </a:ext>
              </a:extLst>
            </p:cNvPr>
            <p:cNvCxnSpPr>
              <a:cxnSpLocks/>
            </p:cNvCxnSpPr>
            <p:nvPr/>
          </p:nvCxnSpPr>
          <p:spPr>
            <a:xfrm>
              <a:off x="8772544" y="4421220"/>
              <a:ext cx="30231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ns2:creationId id="{F01760FE-6B91-F2BA-FE8A-AE03746DCE4E}"/>
                </a:ext>
              </a:extLst>
            </p:cNvPr>
            <p:cNvCxnSpPr>
              <a:cxnSpLocks/>
            </p:cNvCxnSpPr>
            <p:nvPr/>
          </p:nvCxnSpPr>
          <p:spPr>
            <a:xfrm>
              <a:off x="8772546" y="5381320"/>
              <a:ext cx="3023128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グループ化 85">
            <a:extLst>
              <a:ext uri="{FF2B5EF4-FFF2-40B4-BE49-F238E27FC236}">
                <ns2:creationId id="{BC2480CB-93EA-E16A-E8D8-C47DE39BF8A8}"/>
              </a:ext>
            </a:extLst>
          </p:cNvPr>
          <p:cNvGrpSpPr/>
          <p:nvPr/>
        </p:nvGrpSpPr>
        <p:grpSpPr>
          <a:xfrm>
            <a:off x="3512994" y="2531070"/>
            <a:ext cx="4440549" cy="3780299"/>
            <a:chOff x="3512994" y="2531070"/>
            <a:chExt cx="4440549" cy="3780299"/>
          </a:xfrm>
        </p:grpSpPr>
        <p:sp>
          <p:nvSpPr>
            <p:cNvPr id="78" name="テキスト ボックス 77">
              <a:extLst>
                <a:ext uri="{FF2B5EF4-FFF2-40B4-BE49-F238E27FC236}">
                  <ns2:creationId id="{7C51C477-B70D-EFF3-8E41-4FA397E1B146}"/>
                </a:ext>
              </a:extLst>
            </p:cNvPr>
            <p:cNvSpPr txBox="1"/>
            <p:nvPr/>
          </p:nvSpPr>
          <p:spPr>
            <a:xfrm>
              <a:off x="5461657" y="5411369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/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en-US" altLang="ja-JP" sz="850" dirty="0">
                  <a:latin typeface="+mn-ea"/>
                </a:rPr>
                <a:t>12</a:t>
              </a: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r>
                <a:rPr lang="en-US" altLang="ja-JP" sz="850" dirty="0">
                  <a:latin typeface="+mn-ea"/>
                </a:rPr>
                <a:t>XX</a:t>
              </a:r>
              <a:r>
                <a:rPr lang="ja-JP" altLang="en-US" sz="850" dirty="0">
                  <a:latin typeface="+mn-ea"/>
                </a:rPr>
                <a:t>XX</a:t>
              </a:r>
              <a:r>
                <a:rPr lang="en-US" altLang="ja-JP" sz="850" dirty="0">
                  <a:latin typeface="+mn-ea"/>
                </a:rPr>
                <a:t>1</a:t>
              </a: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867C19C2-1D6E-8337-1781-28054679E98F}"/>
                </a:ext>
              </a:extLst>
            </p:cNvPr>
            <p:cNvGrpSpPr/>
            <p:nvPr/>
          </p:nvGrpSpPr>
          <p:grpSpPr>
            <a:xfrm>
              <a:off x="5098162" y="5663369"/>
              <a:ext cx="396000" cy="396000"/>
              <a:chOff x="4939913" y="5623550"/>
              <a:chExt cx="540000" cy="540000"/>
            </a:xfrm>
          </p:grpSpPr>
          <p:sp>
            <p:nvSpPr>
              <p:cNvPr id="76" name="楕円 75">
                <a:extLst>
                  <a:ext uri="{FF2B5EF4-FFF2-40B4-BE49-F238E27FC236}">
                    <ns2:creationId id="{5735AC10-AC8A-4817-4636-F112D24F427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5623550"/>
                <a:ext cx="540000" cy="540000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4" name="グラフィックス 93" descr="ブラウザー ウィンドウ 単色塗りつぶし">
                <a:extLst>
                  <a:ext uri="{FF2B5EF4-FFF2-40B4-BE49-F238E27FC236}">
                    <ns2:creationId id="{CEB6313F-1538-3325-0387-815138F22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5011913" y="5695550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82" name="テキスト ボックス 81">
              <a:extLst>
                <a:ext uri="{FF2B5EF4-FFF2-40B4-BE49-F238E27FC236}">
                  <ns2:creationId id="{E49F63C9-89E1-D8B9-D7D4-AE48187D1D8F}"/>
                </a:ext>
              </a:extLst>
            </p:cNvPr>
            <p:cNvSpPr txBox="1"/>
            <p:nvPr/>
          </p:nvSpPr>
          <p:spPr>
            <a:xfrm>
              <a:off x="5461656" y="4451270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</a:p>
          </p:txBody>
        </p:sp>
        <p:grpSp>
          <p:nvGrpSpPr>
            <p:cNvPr id="45" name="グループ化 44">
              <a:extLst>
                <a:ext uri="{FF2B5EF4-FFF2-40B4-BE49-F238E27FC236}">
                  <ns2:creationId id="{597A5528-27E3-4707-7977-A0FCF9A7C639}"/>
                </a:ext>
              </a:extLst>
            </p:cNvPr>
            <p:cNvGrpSpPr/>
            <p:nvPr/>
          </p:nvGrpSpPr>
          <p:grpSpPr>
            <a:xfrm>
              <a:off x="5098160" y="4703270"/>
              <a:ext cx="396000" cy="396000"/>
              <a:chOff x="4939913" y="4812657"/>
              <a:chExt cx="540000" cy="540000"/>
            </a:xfrm>
          </p:grpSpPr>
          <p:sp>
            <p:nvSpPr>
              <p:cNvPr id="75" name="楕円 74">
                <a:extLst>
                  <a:ext uri="{FF2B5EF4-FFF2-40B4-BE49-F238E27FC236}">
                    <ns2:creationId id="{3DA4E9C2-2C89-A604-6B05-7A9642FDE9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4812657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6" name="グラフィックス 95" descr="ダブルタップ ジェスチャ 単色塗りつぶし">
                <a:extLst>
                  <a:ext uri="{FF2B5EF4-FFF2-40B4-BE49-F238E27FC236}">
                    <ns2:creationId id="{A165159A-0920-2093-9542-043950FD4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tretch>
                <a:fillRect/>
              </a:stretch>
            </p:blipFill>
            <p:spPr>
              <a:xfrm>
                <a:off x="5011913" y="4884657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88" name="テキスト ボックス 87">
              <a:extLst>
                <a:ext uri="{FF2B5EF4-FFF2-40B4-BE49-F238E27FC236}">
                  <ns2:creationId id="{07E60F56-B359-1647-3B7F-52C5DC378C32}"/>
                </a:ext>
              </a:extLst>
            </p:cNvPr>
            <p:cNvSpPr txBox="1"/>
            <p:nvPr/>
          </p:nvSpPr>
          <p:spPr>
            <a:xfrm>
              <a:off x="5461656" y="2531070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50" dirty="0">
                  <a:latin typeface="+mn-ea"/>
                </a:rPr>
                <a:t>XX</a:t>
              </a:r>
              <a:br>
                <a:rPr lang="it-IT" altLang="ja-JP" sz="850" dirty="0">
                  <a:latin typeface="+mn-ea"/>
                </a:rPr>
              </a:br>
              <a:r>
                <a:rPr lang="ja-JP" altLang="en-US" sz="850" dirty="0">
                  <a:latin typeface="+mn-ea"/>
                </a:rPr>
                <a:t>XX</a:t>
              </a:r>
              <a:endParaRPr lang="en-US" altLang="ja-JP" sz="850" dirty="0">
                <a:latin typeface="+mn-ea"/>
              </a:endParaRPr>
            </a:p>
          </p:txBody>
        </p:sp>
        <p:grpSp>
          <p:nvGrpSpPr>
            <p:cNvPr id="41" name="グループ化 40">
              <a:extLst>
                <a:ext uri="{FF2B5EF4-FFF2-40B4-BE49-F238E27FC236}">
                  <ns2:creationId id="{6AA8BAA3-DBD6-AA2A-105F-22D23E1A9B71}"/>
                </a:ext>
              </a:extLst>
            </p:cNvPr>
            <p:cNvGrpSpPr/>
            <p:nvPr/>
          </p:nvGrpSpPr>
          <p:grpSpPr>
            <a:xfrm>
              <a:off x="5098160" y="2783070"/>
              <a:ext cx="396000" cy="396000"/>
              <a:chOff x="4939913" y="2931111"/>
              <a:chExt cx="540000" cy="540000"/>
            </a:xfrm>
          </p:grpSpPr>
          <p:sp>
            <p:nvSpPr>
              <p:cNvPr id="73" name="楕円 72">
                <a:extLst>
                  <a:ext uri="{FF2B5EF4-FFF2-40B4-BE49-F238E27FC236}">
                    <ns2:creationId id="{DF74A8C6-EB22-0E54-8384-005AB19B22B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2931111"/>
                <a:ext cx="540000" cy="540000"/>
              </a:xfrm>
              <a:prstGeom prst="ellipse">
                <a:avLst/>
              </a:prstGeom>
              <a:solidFill>
                <a:srgbClr val="008000"/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8" name="グラフィックス 97" descr="ツール 単色塗りつぶし">
                <a:extLst>
                  <a:ext uri="{FF2B5EF4-FFF2-40B4-BE49-F238E27FC236}">
                    <ns2:creationId id="{B47498EF-6D0F-3C25-A293-4ACA3CEBE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5011913" y="3003111"/>
                <a:ext cx="396000" cy="396000"/>
              </a:xfrm>
              <a:prstGeom prst="rect">
                <a:avLst/>
              </a:prstGeom>
            </p:spPr>
          </p:pic>
        </p:grpSp>
        <p:sp>
          <p:nvSpPr>
            <p:cNvPr id="79" name="テキスト ボックス 78">
              <a:extLst>
                <a:ext uri="{FF2B5EF4-FFF2-40B4-BE49-F238E27FC236}">
                  <ns2:creationId id="{C3F68C28-1A06-25BC-75FF-686C49D63DA1}"/>
                </a:ext>
              </a:extLst>
            </p:cNvPr>
            <p:cNvSpPr txBox="1"/>
            <p:nvPr/>
          </p:nvSpPr>
          <p:spPr>
            <a:xfrm>
              <a:off x="5461656" y="3491170"/>
              <a:ext cx="2491886" cy="900000"/>
            </a:xfrm>
            <a:prstGeom prst="rect">
              <a:avLst/>
            </a:prstGeom>
            <a:noFill/>
          </p:spPr>
          <p:txBody>
            <a:bodyPr wrap="square" lIns="72000" rIns="0" rtlCol="0" anchor="ctr">
              <a:noAutofit/>
            </a:bodyPr>
            <a:lstStyle/>
            <a:p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dirty="0">
                  <a:solidFill>
                    <a:srgbClr val="008000"/>
                  </a:solidFill>
                  <a:latin typeface="+mn-ea"/>
                </a:rPr>
                <a:t>) </a:t>
              </a: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10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1000" dirty="0">
                  <a:solidFill>
                    <a:srgbClr val="008000"/>
                  </a:solidFill>
                  <a:latin typeface="+mn-ea"/>
                </a:rPr>
                <a:t>XX</a:t>
              </a:r>
              <a:endParaRPr lang="en-US" altLang="ja-JP" sz="1000" dirty="0">
                <a:solidFill>
                  <a:srgbClr val="008000"/>
                </a:solidFill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latin typeface="+mn-ea"/>
                </a:rPr>
                <a:t>XX</a:t>
              </a:r>
              <a:br>
                <a:rPr lang="it-IT" altLang="ja-JP" sz="800" dirty="0">
                  <a:latin typeface="+mn-ea"/>
                </a:rPr>
              </a:br>
              <a:r>
                <a:rPr lang="ja-JP" altLang="en-US" sz="800" dirty="0">
                  <a:latin typeface="+mn-ea"/>
                </a:rPr>
                <a:t>XX</a:t>
              </a:r>
              <a:endParaRPr lang="en-US" altLang="ja-JP" sz="800" dirty="0">
                <a:latin typeface="+mn-ea"/>
              </a:endParaRPr>
            </a:p>
            <a:p>
              <a:pPr marL="171450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latin typeface="+mn-ea"/>
                </a:rPr>
                <a:t>XX</a:t>
              </a:r>
              <a:r>
                <a:rPr lang="ja-JP" altLang="en-US" sz="800" dirty="0">
                  <a:solidFill>
                    <a:srgbClr val="008000"/>
                  </a:solidFill>
                  <a:latin typeface="+mn-ea"/>
                </a:rPr>
                <a:t>XX</a:t>
              </a:r>
              <a:br>
                <a:rPr lang="it-IT" altLang="ja-JP" sz="800" dirty="0">
                  <a:solidFill>
                    <a:srgbClr val="008000"/>
                  </a:solidFill>
                  <a:latin typeface="+mn-ea"/>
                </a:rPr>
              </a:br>
              <a:r>
                <a:rPr lang="ja-JP" altLang="en-US" sz="800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800" dirty="0">
                  <a:latin typeface="+mn-ea"/>
                </a:rPr>
                <a:t>XX</a:t>
              </a:r>
              <a:br>
                <a:rPr lang="it-IT" altLang="ja-JP" sz="800" dirty="0">
                  <a:latin typeface="+mn-ea"/>
                </a:rPr>
              </a:br>
              <a:r>
                <a:rPr lang="ja-JP" altLang="en-US" sz="800" dirty="0">
                  <a:latin typeface="+mn-ea"/>
                </a:rPr>
                <a:t>XX</a:t>
              </a:r>
            </a:p>
          </p:txBody>
        </p:sp>
        <p:grpSp>
          <p:nvGrpSpPr>
            <p:cNvPr id="43" name="グループ化 42">
              <a:extLst>
                <a:ext uri="{FF2B5EF4-FFF2-40B4-BE49-F238E27FC236}">
                  <ns2:creationId id="{FC489C60-0983-7E45-F14A-5572F6BD7543}"/>
                </a:ext>
              </a:extLst>
            </p:cNvPr>
            <p:cNvGrpSpPr/>
            <p:nvPr/>
          </p:nvGrpSpPr>
          <p:grpSpPr>
            <a:xfrm>
              <a:off x="5098161" y="3743170"/>
              <a:ext cx="396000" cy="396000"/>
              <a:chOff x="4939913" y="3870908"/>
              <a:chExt cx="540000" cy="540000"/>
            </a:xfrm>
          </p:grpSpPr>
          <p:sp>
            <p:nvSpPr>
              <p:cNvPr id="74" name="楕円 73">
                <a:extLst>
                  <a:ext uri="{FF2B5EF4-FFF2-40B4-BE49-F238E27FC236}">
                    <ns2:creationId id="{6CE1A9DC-C5D8-8773-EABE-742A5F80D9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39913" y="3870908"/>
                <a:ext cx="540000" cy="540000"/>
              </a:xfrm>
              <a:prstGeom prst="ellipse">
                <a:avLst/>
              </a:prstGeom>
              <a:solidFill>
                <a:srgbClr val="008000">
                  <a:alpha val="70000"/>
                </a:srgbClr>
              </a:solidFill>
              <a:ln w="317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00" name="グラフィックス 99" descr="電球と歯車 単色塗りつぶし">
                <a:extLst>
                  <a:ext uri="{FF2B5EF4-FFF2-40B4-BE49-F238E27FC236}">
                    <ns2:creationId id="{86BC01BC-FEA4-5A39-1685-770802E53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tretch>
                <a:fillRect/>
              </a:stretch>
            </p:blipFill>
            <p:spPr>
              <a:xfrm>
                <a:off x="5011913" y="3942908"/>
                <a:ext cx="396000" cy="396000"/>
              </a:xfrm>
              <a:prstGeom prst="rect">
                <a:avLst/>
              </a:prstGeom>
            </p:spPr>
          </p:pic>
        </p:grpSp>
        <p:cxnSp>
          <p:nvCxnSpPr>
            <p:cNvPr id="48" name="Straight Connector 35">
              <a:extLst>
                <a:ext uri="{FF2B5EF4-FFF2-40B4-BE49-F238E27FC236}">
                  <ns2:creationId id="{4C5141E6-A9AC-F594-CFFA-F4D7709AA1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00249" y="4421765"/>
              <a:ext cx="700197" cy="1439604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30">
              <a:extLst>
                <a:ext uri="{FF2B5EF4-FFF2-40B4-BE49-F238E27FC236}">
                  <ns2:creationId id="{3D60438E-7D60-CED5-2E14-7B770C6EA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00249" y="2980134"/>
              <a:ext cx="689931" cy="1442723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33">
              <a:extLst>
                <a:ext uri="{FF2B5EF4-FFF2-40B4-BE49-F238E27FC236}">
                  <ns2:creationId id="{639421BB-C55D-4CC2-F156-2C488656FD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77541" y="4901270"/>
              <a:ext cx="41924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34">
              <a:extLst>
                <a:ext uri="{FF2B5EF4-FFF2-40B4-BE49-F238E27FC236}">
                  <ns2:creationId id="{85667EE1-94E2-EF82-5BF6-3D78E341DB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77540" y="3941170"/>
              <a:ext cx="41924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31">
              <a:extLst>
                <a:ext uri="{FF2B5EF4-FFF2-40B4-BE49-F238E27FC236}">
                  <ns2:creationId id="{B357D637-1895-6162-0F35-23FE0B2137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91687" y="2981070"/>
              <a:ext cx="205101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32">
              <a:extLst>
                <a:ext uri="{FF2B5EF4-FFF2-40B4-BE49-F238E27FC236}">
                  <ns2:creationId id="{239F1210-1DC4-05A9-FA40-A85069719D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91688" y="5861369"/>
              <a:ext cx="205101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楕円 2">
              <a:extLst>
                <a:ext uri="{FF2B5EF4-FFF2-40B4-BE49-F238E27FC236}">
                  <ns2:creationId id="{BF9577B9-988A-EDEF-EA73-BA4F9B9D24FE}"/>
                </a:ext>
              </a:extLst>
            </p:cNvPr>
            <p:cNvSpPr/>
            <p:nvPr/>
          </p:nvSpPr>
          <p:spPr>
            <a:xfrm>
              <a:off x="3512994" y="3731120"/>
              <a:ext cx="1380200" cy="1380200"/>
            </a:xfrm>
            <a:prstGeom prst="arc">
              <a:avLst>
                <a:gd name="adj1" fmla="val 16200000"/>
                <a:gd name="adj2" fmla="val 5407509"/>
              </a:avLst>
            </a:prstGeom>
            <a:solidFill>
              <a:schemeClr val="bg1"/>
            </a:solidFill>
            <a:ln w="254000">
              <a:solidFill>
                <a:srgbClr val="B2D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66" name="Freeform 44">
              <a:extLst>
                <a:ext uri="{FF2B5EF4-FFF2-40B4-BE49-F238E27FC236}">
                  <ns2:creationId id="{8C03471E-266F-37E4-D309-43FA1FF1086F}"/>
                </a:ext>
              </a:extLst>
            </p:cNvPr>
            <p:cNvSpPr/>
            <p:nvPr/>
          </p:nvSpPr>
          <p:spPr>
            <a:xfrm>
              <a:off x="4200249" y="3774332"/>
              <a:ext cx="646888" cy="1293776"/>
            </a:xfrm>
            <a:custGeom>
              <a:avLst/>
              <a:gdLst>
                <a:gd name="connsiteX0" fmla="*/ 0 w 1800000"/>
                <a:gd name="connsiteY0" fmla="*/ 0 h 3600000"/>
                <a:gd name="connsiteX1" fmla="*/ 1800000 w 1800000"/>
                <a:gd name="connsiteY1" fmla="*/ 1800000 h 3600000"/>
                <a:gd name="connsiteX2" fmla="*/ 0 w 1800000"/>
                <a:gd name="connsiteY2" fmla="*/ 360000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0000" h="3600000">
                  <a:moveTo>
                    <a:pt x="0" y="0"/>
                  </a:moveTo>
                  <a:cubicBezTo>
                    <a:pt x="994113" y="0"/>
                    <a:pt x="1800000" y="805887"/>
                    <a:pt x="1800000" y="1800000"/>
                  </a:cubicBezTo>
                  <a:cubicBezTo>
                    <a:pt x="1800000" y="2794113"/>
                    <a:pt x="994113" y="3600000"/>
                    <a:pt x="0" y="3600000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70" name="楕円 3">
              <a:extLst>
                <a:ext uri="{FF2B5EF4-FFF2-40B4-BE49-F238E27FC236}">
                  <ns2:creationId id="{79287F20-AE40-8E78-9F02-F70C1B5F04B2}"/>
                </a:ext>
              </a:extLst>
            </p:cNvPr>
            <p:cNvSpPr/>
            <p:nvPr/>
          </p:nvSpPr>
          <p:spPr>
            <a:xfrm>
              <a:off x="3709412" y="3928290"/>
              <a:ext cx="985857" cy="985857"/>
            </a:xfrm>
            <a:prstGeom prst="pie">
              <a:avLst>
                <a:gd name="adj1" fmla="val 16205533"/>
                <a:gd name="adj2" fmla="val 5412291"/>
              </a:avLst>
            </a:prstGeom>
            <a:solidFill>
              <a:srgbClr val="0080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68000" tIns="1368000" rIns="36000" bIns="36000" rtlCol="0" anchor="t"/>
            <a:lstStyle/>
            <a:p>
              <a:pPr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pic>
          <p:nvPicPr>
            <p:cNvPr id="72" name="Graphic 18" descr="Open hand with plant with solid fill">
              <a:extLst>
                <a:ext uri="{FF2B5EF4-FFF2-40B4-BE49-F238E27FC236}">
                  <ns2:creationId id="{19CCD309-F40A-2C8A-A419-6BB72B8B06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6"/>
                </a:ext>
              </a:extLst>
            </a:blip>
            <a:stretch>
              <a:fillRect/>
            </a:stretch>
          </p:blipFill>
          <p:spPr>
            <a:xfrm>
              <a:off x="4256752" y="4256909"/>
              <a:ext cx="328619" cy="328619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2516324527"/>
      </p:ext>
    </p:extLst>
  </p:cSld>
  <p:clrMapOvr>
    <a:masterClrMapping/>
  </p:clrMapOvr>
</p:sld>
</file>

<file path=ppt/slides/slide34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B5F59EB-A4E9-366F-E8A9-92064E76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4B621C9-8CC1-5510-BE31-C6FB08338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98A28FA-03CC-F6B2-778A-C5AFE99578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01" name="グループ化 100">
            <a:extLst>
              <a:ext uri="{FF2B5EF4-FFF2-40B4-BE49-F238E27FC236}">
                <ns2:creationId id="{FA8C142F-C5CD-7022-0D69-58E86A202051}"/>
              </a:ext>
            </a:extLst>
          </p:cNvPr>
          <p:cNvGrpSpPr/>
          <p:nvPr/>
        </p:nvGrpSpPr>
        <p:grpSpPr>
          <a:xfrm>
            <a:off x="334962" y="1630936"/>
            <a:ext cx="2857599" cy="4676819"/>
            <a:chOff x="334962" y="1630936"/>
            <a:chExt cx="2857599" cy="4676819"/>
          </a:xfrm>
        </p:grpSpPr>
        <p:sp>
          <p:nvSpPr>
            <p:cNvPr id="13" name="四角形: 角を丸くする 12">
              <a:extLst>
                <a:ext uri="{FF2B5EF4-FFF2-40B4-BE49-F238E27FC236}">
                  <ns2:creationId id="{46BE3720-57AD-DF6B-7235-186E6DA619E6}"/>
                </a:ext>
              </a:extLst>
            </p:cNvPr>
            <p:cNvSpPr/>
            <p:nvPr/>
          </p:nvSpPr>
          <p:spPr>
            <a:xfrm>
              <a:off x="341698" y="2176043"/>
              <a:ext cx="2850863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" name="四角形: 角を丸くする 14">
              <a:extLst>
                <a:ext uri="{FF2B5EF4-FFF2-40B4-BE49-F238E27FC236}">
                  <ns2:creationId id="{C57BFB0D-2107-D1EF-2661-49EBA3334A02}"/>
                </a:ext>
              </a:extLst>
            </p:cNvPr>
            <p:cNvSpPr/>
            <p:nvPr/>
          </p:nvSpPr>
          <p:spPr>
            <a:xfrm>
              <a:off x="341699" y="3253675"/>
              <a:ext cx="2850862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r>
                <a:rPr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0AD3C62E-6F5B-7D4A-22AD-1A3AF39CAD6A}"/>
                </a:ext>
              </a:extLst>
            </p:cNvPr>
            <p:cNvSpPr/>
            <p:nvPr/>
          </p:nvSpPr>
          <p:spPr>
            <a:xfrm>
              <a:off x="341698" y="2714859"/>
              <a:ext cx="2850862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" name="四角形: 角を丸くする 16">
              <a:extLst>
                <a:ext uri="{FF2B5EF4-FFF2-40B4-BE49-F238E27FC236}">
                  <ns2:creationId id="{E3D77745-1201-CC0F-C97D-CDFF0432063E}"/>
                </a:ext>
              </a:extLst>
            </p:cNvPr>
            <p:cNvSpPr/>
            <p:nvPr/>
          </p:nvSpPr>
          <p:spPr>
            <a:xfrm>
              <a:off x="341698" y="3792491"/>
              <a:ext cx="2850862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" name="四角形: 角を丸くする 17">
              <a:extLst>
                <a:ext uri="{FF2B5EF4-FFF2-40B4-BE49-F238E27FC236}">
                  <ns2:creationId id="{99EB5F3A-1AD8-BE6D-886E-E30CE0538934}"/>
                </a:ext>
              </a:extLst>
            </p:cNvPr>
            <p:cNvSpPr/>
            <p:nvPr/>
          </p:nvSpPr>
          <p:spPr>
            <a:xfrm>
              <a:off x="341698" y="4331307"/>
              <a:ext cx="2850863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26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CB8A8747-BA1B-D3A1-B341-F777680E5D4C}"/>
                </a:ext>
              </a:extLst>
            </p:cNvPr>
            <p:cNvSpPr/>
            <p:nvPr/>
          </p:nvSpPr>
          <p:spPr>
            <a:xfrm>
              <a:off x="341698" y="4870123"/>
              <a:ext cx="2850863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0" name="四角形: 角を丸くする 19">
              <a:extLst>
                <a:ext uri="{FF2B5EF4-FFF2-40B4-BE49-F238E27FC236}">
                  <ns2:creationId id="{3B3AB56C-F194-B00D-B31E-9FDE50FE99A8}"/>
                </a:ext>
              </a:extLst>
            </p:cNvPr>
            <p:cNvSpPr/>
            <p:nvPr/>
          </p:nvSpPr>
          <p:spPr>
            <a:xfrm>
              <a:off x="341698" y="5408939"/>
              <a:ext cx="2850863" cy="360000"/>
            </a:xfrm>
            <a:prstGeom prst="roundRect">
              <a:avLst>
                <a:gd name="adj" fmla="val 0"/>
              </a:avLst>
            </a:prstGeom>
            <a:solidFill>
              <a:srgbClr val="E2F0D9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1" name="四角形: 角を丸くする 20">
              <a:extLst>
                <a:ext uri="{FF2B5EF4-FFF2-40B4-BE49-F238E27FC236}">
                  <ns2:creationId id="{EE48E0BE-3831-2ABA-38D6-968144982173}"/>
                </a:ext>
              </a:extLst>
            </p:cNvPr>
            <p:cNvSpPr/>
            <p:nvPr/>
          </p:nvSpPr>
          <p:spPr>
            <a:xfrm>
              <a:off x="341698" y="5947755"/>
              <a:ext cx="2850863" cy="360000"/>
            </a:xfrm>
            <a:prstGeom prst="roundRect">
              <a:avLst>
                <a:gd name="adj" fmla="val 0"/>
              </a:avLst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88" name="グループ化 87">
              <a:extLst>
                <a:ext uri="{FF2B5EF4-FFF2-40B4-BE49-F238E27FC236}">
                  <ns2:creationId id="{8488C870-A7A8-045F-96E9-1AB60382B28E}"/>
                </a:ext>
              </a:extLst>
            </p:cNvPr>
            <p:cNvGrpSpPr/>
            <p:nvPr/>
          </p:nvGrpSpPr>
          <p:grpSpPr>
            <a:xfrm>
              <a:off x="334962" y="1630936"/>
              <a:ext cx="2850863" cy="360000"/>
              <a:chOff x="334962" y="1630936"/>
              <a:chExt cx="2850863" cy="360000"/>
            </a:xfrm>
          </p:grpSpPr>
          <p:sp>
            <p:nvSpPr>
              <p:cNvPr id="7" name="四角形: 角を丸くする 6">
                <a:extLst>
                  <a:ext uri="{FF2B5EF4-FFF2-40B4-BE49-F238E27FC236}">
                    <ns2:creationId id="{5E9662C2-A8DA-5918-17B7-E198CBF694C3}"/>
                  </a:ext>
                </a:extLst>
              </p:cNvPr>
              <p:cNvSpPr/>
              <p:nvPr/>
            </p:nvSpPr>
            <p:spPr>
              <a:xfrm>
                <a:off x="334962" y="1630936"/>
                <a:ext cx="2850863" cy="360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85" name="グラフィックス 84" descr="プレゼンテーション (棒グラフ) 単色塗りつぶし">
                <a:extLst>
                  <a:ext uri="{FF2B5EF4-FFF2-40B4-BE49-F238E27FC236}">
                    <ns2:creationId id="{EC91C690-80A8-A4CC-8FEE-463E011CB7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408149" y="1666936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102" name="グループ化 101">
            <a:extLst>
              <a:ext uri="{FF2B5EF4-FFF2-40B4-BE49-F238E27FC236}">
                <ns2:creationId id="{A043ADF0-F92A-CC16-883E-488F2DB5B715}"/>
              </a:ext>
            </a:extLst>
          </p:cNvPr>
          <p:cNvGrpSpPr/>
          <p:nvPr/>
        </p:nvGrpSpPr>
        <p:grpSpPr>
          <a:xfrm>
            <a:off x="3399709" y="1630936"/>
            <a:ext cx="8455107" cy="4684692"/>
            <a:chOff x="3399709" y="1630936"/>
            <a:chExt cx="8455107" cy="4684692"/>
          </a:xfrm>
        </p:grpSpPr>
        <p:grpSp>
          <p:nvGrpSpPr>
            <p:cNvPr id="89" name="グループ化 88">
              <a:extLst>
                <a:ext uri="{FF2B5EF4-FFF2-40B4-BE49-F238E27FC236}">
                  <ns2:creationId id="{32E0F583-7D49-0CEB-622B-677541B80886}"/>
                </a:ext>
              </a:extLst>
            </p:cNvPr>
            <p:cNvGrpSpPr/>
            <p:nvPr/>
          </p:nvGrpSpPr>
          <p:grpSpPr>
            <a:xfrm>
              <a:off x="3399709" y="1630936"/>
              <a:ext cx="8454639" cy="360000"/>
              <a:chOff x="3399709" y="1630936"/>
              <a:chExt cx="8454639" cy="360000"/>
            </a:xfrm>
          </p:grpSpPr>
          <p:sp>
            <p:nvSpPr>
              <p:cNvPr id="11" name="四角形: 角を丸くする 10">
                <a:extLst>
                  <a:ext uri="{FF2B5EF4-FFF2-40B4-BE49-F238E27FC236}">
                    <ns2:creationId id="{0653594A-6073-10C9-17D4-B17B9C9649BD}"/>
                  </a:ext>
                </a:extLst>
              </p:cNvPr>
              <p:cNvSpPr/>
              <p:nvPr/>
            </p:nvSpPr>
            <p:spPr>
              <a:xfrm>
                <a:off x="3399709" y="1630936"/>
                <a:ext cx="8454639" cy="360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3" name="グラフィックス 82" descr="計算機 単色塗りつぶし">
                <a:extLst>
                  <a:ext uri="{FF2B5EF4-FFF2-40B4-BE49-F238E27FC236}">
                    <ns2:creationId id="{6A13357B-CBF6-4B2D-EC83-E0B2162DA4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624319" y="1666936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00" name="グループ化 99">
              <a:extLst>
                <a:ext uri="{FF2B5EF4-FFF2-40B4-BE49-F238E27FC236}">
                  <ns2:creationId id="{DD8399AA-64EE-0C1D-34EE-B36CE32B9289}"/>
                </a:ext>
              </a:extLst>
            </p:cNvPr>
            <p:cNvGrpSpPr/>
            <p:nvPr/>
          </p:nvGrpSpPr>
          <p:grpSpPr>
            <a:xfrm>
              <a:off x="3405495" y="2022303"/>
              <a:ext cx="8449321" cy="4293325"/>
              <a:chOff x="3405495" y="2022303"/>
              <a:chExt cx="8449321" cy="4293325"/>
            </a:xfrm>
          </p:grpSpPr>
          <p:grpSp>
            <p:nvGrpSpPr>
              <p:cNvPr id="96" name="グループ化 95">
                <a:extLst>
                  <a:ext uri="{FF2B5EF4-FFF2-40B4-BE49-F238E27FC236}">
                    <ns2:creationId id="{246F041D-09D7-C884-39B1-3618A9EECACD}"/>
                  </a:ext>
                </a:extLst>
              </p:cNvPr>
              <p:cNvGrpSpPr/>
              <p:nvPr/>
            </p:nvGrpSpPr>
            <p:grpSpPr>
              <a:xfrm>
                <a:off x="4417821" y="2022303"/>
                <a:ext cx="2448000" cy="4293325"/>
                <a:chOff x="4417821" y="2022303"/>
                <a:chExt cx="2448000" cy="4293325"/>
              </a:xfrm>
            </p:grpSpPr>
            <p:sp>
              <p:nvSpPr>
                <p:cNvPr id="28" name="四角形: 角を丸くする 27">
                  <a:extLst>
                    <a:ext uri="{FF2B5EF4-FFF2-40B4-BE49-F238E27FC236}">
                      <ns2:creationId id="{DBF4C406-C764-C229-3F31-C8F6EC4AF3F8}"/>
                    </a:ext>
                  </a:extLst>
                </p:cNvPr>
                <p:cNvSpPr/>
                <p:nvPr/>
              </p:nvSpPr>
              <p:spPr>
                <a:xfrm>
                  <a:off x="4417821" y="2443538"/>
                  <a:ext cx="2448000" cy="828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alpha val="5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50000"/>
                    </a:lnSpc>
                    <a:defRPr/>
                  </a:pP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9" name="四角形: 角を丸くする 28">
                  <a:extLst>
                    <a:ext uri="{FF2B5EF4-FFF2-40B4-BE49-F238E27FC236}">
                      <ns2:creationId id="{ACA336D3-1B33-7FE0-E33A-856D187419C7}"/>
                    </a:ext>
                  </a:extLst>
                </p:cNvPr>
                <p:cNvSpPr/>
                <p:nvPr/>
              </p:nvSpPr>
              <p:spPr>
                <a:xfrm>
                  <a:off x="4417821" y="3319927"/>
                  <a:ext cx="2448000" cy="7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 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0" name="四角形: 角を丸くする 29">
                  <a:extLst>
                    <a:ext uri="{FF2B5EF4-FFF2-40B4-BE49-F238E27FC236}">
                      <ns2:creationId id="{A0286978-8606-A1ED-4269-BC2A485C6DC7}"/>
                    </a:ext>
                  </a:extLst>
                </p:cNvPr>
                <p:cNvSpPr/>
                <p:nvPr/>
              </p:nvSpPr>
              <p:spPr>
                <a:xfrm>
                  <a:off x="4417821" y="4092452"/>
                  <a:ext cx="2448000" cy="16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179388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12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1" name="四角形: 角を丸くする 30">
                  <a:extLst>
                    <a:ext uri="{FF2B5EF4-FFF2-40B4-BE49-F238E27FC236}">
                      <ns2:creationId id="{6A570EBD-7C84-BD72-BF8B-7E418E5EACFC}"/>
                    </a:ext>
                  </a:extLst>
                </p:cNvPr>
                <p:cNvSpPr/>
                <p:nvPr/>
              </p:nvSpPr>
              <p:spPr>
                <a:xfrm>
                  <a:off x="4417821" y="5775628"/>
                  <a:ext cx="2448000" cy="54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ns2:creationId id="{7D979A0F-CCB1-1436-14F1-A3497AB89662}"/>
                    </a:ext>
                  </a:extLst>
                </p:cNvPr>
                <p:cNvGrpSpPr/>
                <p:nvPr/>
              </p:nvGrpSpPr>
              <p:grpSpPr>
                <a:xfrm>
                  <a:off x="4417821" y="2022303"/>
                  <a:ext cx="2448000" cy="360000"/>
                  <a:chOff x="4417821" y="2022303"/>
                  <a:chExt cx="2448000" cy="360000"/>
                </a:xfrm>
              </p:grpSpPr>
              <p:sp>
                <p:nvSpPr>
                  <p:cNvPr id="25" name="四角形: 角を丸くする 24">
                    <a:extLst>
                      <a:ext uri="{FF2B5EF4-FFF2-40B4-BE49-F238E27FC236}">
                        <ns2:creationId id="{57A4E3D7-DE28-E62C-ED16-5B03267873A9}"/>
                      </a:ext>
                    </a:extLst>
                  </p:cNvPr>
                  <p:cNvSpPr/>
                  <p:nvPr/>
                </p:nvSpPr>
                <p:spPr>
                  <a:xfrm>
                    <a:off x="4417821" y="2022303"/>
                    <a:ext cx="2448000" cy="360000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defRPr/>
                    </a:pPr>
                    <a:r>
                      <a:rPr lang="ja-JP" altLang="en-US" sz="12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40" name="background">
                    <a:extLst>
                      <a:ext uri="{FF2B5EF4-FFF2-40B4-BE49-F238E27FC236}">
                        <ns2:creationId id="{B20BEC84-FA92-72BB-2A59-29C584FF8EBE}"/>
                      </a:ext>
                    </a:extLst>
                  </p:cNvPr>
                  <p:cNvSpPr>
                    <a:spLocks noChangeAspect="1"/>
                  </p:cNvSpPr>
                  <p:nvPr>
                    <p:custDataLst>
                      <p:tags r:id="rId3"/>
                    </p:custDataLst>
                  </p:nvPr>
                </p:nvSpPr>
                <p:spPr>
                  <a:xfrm>
                    <a:off x="4464179" y="2058303"/>
                    <a:ext cx="288000" cy="288000"/>
                  </a:xfrm>
                  <a:prstGeom prst="ellipse">
                    <a:avLst/>
                  </a:prstGeom>
                  <a:solidFill>
                    <a:srgbClr val="008D2E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14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iriam" panose="020F0502020204030204" pitchFamily="34" charset="-79"/>
                      </a:rPr>
                      <a:t>1</a:t>
                    </a:r>
                    <a:endParaRPr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endParaRPr>
                  </a:p>
                </p:txBody>
              </p:sp>
            </p:grpSp>
            <p:cxnSp>
              <p:nvCxnSpPr>
                <p:cNvPr id="76" name="直線コネクタ 75">
                  <a:extLst>
                    <a:ext uri="{FF2B5EF4-FFF2-40B4-BE49-F238E27FC236}">
                      <ns2:creationId id="{7357ECEF-75BE-5671-49A6-FAED891522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17821" y="406250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直線コネクタ 76">
                  <a:extLst>
                    <a:ext uri="{FF2B5EF4-FFF2-40B4-BE49-F238E27FC236}">
                      <ns2:creationId id="{61B2E4A1-02DD-CCB0-87F8-C5AB40A8BF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17821" y="5742213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7" name="グループ化 96">
                <a:extLst>
                  <a:ext uri="{FF2B5EF4-FFF2-40B4-BE49-F238E27FC236}">
                    <ns2:creationId id="{14BA1FFE-7B8A-B16D-72F2-2EC7053C5EC8}"/>
                  </a:ext>
                </a:extLst>
              </p:cNvPr>
              <p:cNvGrpSpPr/>
              <p:nvPr/>
            </p:nvGrpSpPr>
            <p:grpSpPr>
              <a:xfrm>
                <a:off x="6912318" y="2022303"/>
                <a:ext cx="2448000" cy="4293325"/>
                <a:chOff x="6912319" y="2022303"/>
                <a:chExt cx="2448000" cy="4293325"/>
              </a:xfrm>
            </p:grpSpPr>
            <p:sp>
              <p:nvSpPr>
                <p:cNvPr id="32" name="四角形: 角を丸くする 31">
                  <a:extLst>
                    <a:ext uri="{FF2B5EF4-FFF2-40B4-BE49-F238E27FC236}">
                      <ns2:creationId id="{59BE98EF-C1DD-70D7-D225-1B17CE7CA846}"/>
                    </a:ext>
                  </a:extLst>
                </p:cNvPr>
                <p:cNvSpPr/>
                <p:nvPr/>
              </p:nvSpPr>
              <p:spPr>
                <a:xfrm>
                  <a:off x="6912319" y="2443538"/>
                  <a:ext cx="2448000" cy="828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alpha val="5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ct val="150000"/>
                    </a:lnSpc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3" name="四角形: 角を丸くする 32">
                  <a:extLst>
                    <a:ext uri="{FF2B5EF4-FFF2-40B4-BE49-F238E27FC236}">
                      <ns2:creationId id="{E7210567-CB4E-1EE9-B01D-6DEF9264C3FF}"/>
                    </a:ext>
                  </a:extLst>
                </p:cNvPr>
                <p:cNvSpPr/>
                <p:nvPr/>
              </p:nvSpPr>
              <p:spPr>
                <a:xfrm>
                  <a:off x="6912319" y="3319927"/>
                  <a:ext cx="2448000" cy="7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26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12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26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zh-TW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zh-TW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4" name="四角形: 角を丸くする 33">
                  <a:extLst>
                    <a:ext uri="{FF2B5EF4-FFF2-40B4-BE49-F238E27FC236}">
                      <ns2:creationId id="{0DEE7669-7807-CEA7-1485-5B9280BAE645}"/>
                    </a:ext>
                  </a:extLst>
                </p:cNvPr>
                <p:cNvSpPr/>
                <p:nvPr/>
              </p:nvSpPr>
              <p:spPr>
                <a:xfrm>
                  <a:off x="6912319" y="4092452"/>
                  <a:ext cx="2448000" cy="16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12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5" name="四角形: 角を丸くする 34">
                  <a:extLst>
                    <a:ext uri="{FF2B5EF4-FFF2-40B4-BE49-F238E27FC236}">
                      <ns2:creationId id="{5EE556E7-2B3B-61F9-C726-274E258FA1D8}"/>
                    </a:ext>
                  </a:extLst>
                </p:cNvPr>
                <p:cNvSpPr/>
                <p:nvPr/>
              </p:nvSpPr>
              <p:spPr>
                <a:xfrm>
                  <a:off x="6912319" y="5775628"/>
                  <a:ext cx="2448000" cy="54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2" name="グループ化 71">
                  <a:extLst>
                    <a:ext uri="{FF2B5EF4-FFF2-40B4-BE49-F238E27FC236}">
                      <ns2:creationId id="{E5DAFA8A-069D-4838-39DA-79A3F3C7694D}"/>
                    </a:ext>
                  </a:extLst>
                </p:cNvPr>
                <p:cNvGrpSpPr/>
                <p:nvPr/>
              </p:nvGrpSpPr>
              <p:grpSpPr>
                <a:xfrm>
                  <a:off x="6912319" y="2022303"/>
                  <a:ext cx="2448000" cy="360000"/>
                  <a:chOff x="6912319" y="2022303"/>
                  <a:chExt cx="2448000" cy="360000"/>
                </a:xfrm>
              </p:grpSpPr>
              <p:sp>
                <p:nvSpPr>
                  <p:cNvPr id="26" name="四角形: 角を丸くする 25">
                    <a:extLst>
                      <a:ext uri="{FF2B5EF4-FFF2-40B4-BE49-F238E27FC236}">
                        <ns2:creationId id="{4750FDF6-9224-9B45-CF70-E4E9D9DD2572}"/>
                      </a:ext>
                    </a:extLst>
                  </p:cNvPr>
                  <p:cNvSpPr/>
                  <p:nvPr/>
                </p:nvSpPr>
                <p:spPr>
                  <a:xfrm>
                    <a:off x="6912319" y="2022303"/>
                    <a:ext cx="2448000" cy="360000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defRPr/>
                    </a:pPr>
                    <a:r>
                      <a:rPr kumimoji="1" lang="en-US" altLang="ja-JP" sz="120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4</a:t>
                    </a:r>
                    <a:r>
                      <a:rPr kumimoji="1" lang="ja-JP" altLang="en-US" sz="120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  <a:endPara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70" name="background">
                    <a:extLst>
                      <a:ext uri="{FF2B5EF4-FFF2-40B4-BE49-F238E27FC236}">
                        <ns2:creationId id="{841650C4-91B0-FF14-52A7-4511EE81AB86}"/>
                      </a:ext>
                    </a:extLst>
                  </p:cNvPr>
                  <p:cNvSpPr>
                    <a:spLocks noChangeAspect="1"/>
                  </p:cNvSpPr>
                  <p:nvPr>
                    <p:custDataLst>
                      <p:tags r:id="rId2"/>
                    </p:custDataLst>
                  </p:nvPr>
                </p:nvSpPr>
                <p:spPr>
                  <a:xfrm>
                    <a:off x="6985517" y="2058303"/>
                    <a:ext cx="288000" cy="288000"/>
                  </a:xfrm>
                  <a:prstGeom prst="ellipse">
                    <a:avLst/>
                  </a:prstGeom>
                  <a:solidFill>
                    <a:srgbClr val="008D2E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14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iriam" panose="020F0502020204030204" pitchFamily="34" charset="-79"/>
                      </a:rPr>
                      <a:t>2</a:t>
                    </a:r>
                    <a:endParaRPr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endParaRPr>
                  </a:p>
                </p:txBody>
              </p:sp>
            </p:grpSp>
            <p:cxnSp>
              <p:nvCxnSpPr>
                <p:cNvPr id="78" name="直線コネクタ 77">
                  <a:extLst>
                    <a:ext uri="{FF2B5EF4-FFF2-40B4-BE49-F238E27FC236}">
                      <ns2:creationId id="{4067E0C2-E140-761D-B222-D7E2E86875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2319" y="406250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線コネクタ 78">
                  <a:extLst>
                    <a:ext uri="{FF2B5EF4-FFF2-40B4-BE49-F238E27FC236}">
                      <ns2:creationId id="{98C893BA-0DA1-AFBB-1B77-70F96CB5A6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2319" y="5742213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" name="グループ化 97">
                <a:extLst>
                  <a:ext uri="{FF2B5EF4-FFF2-40B4-BE49-F238E27FC236}">
                    <ns2:creationId id="{722F8FE7-0B8B-E48C-0D37-40BEFD8A5930}"/>
                  </a:ext>
                </a:extLst>
              </p:cNvPr>
              <p:cNvGrpSpPr/>
              <p:nvPr/>
            </p:nvGrpSpPr>
            <p:grpSpPr>
              <a:xfrm>
                <a:off x="9406816" y="2022303"/>
                <a:ext cx="2448000" cy="4293325"/>
                <a:chOff x="9406816" y="2022303"/>
                <a:chExt cx="2448000" cy="4293325"/>
              </a:xfrm>
            </p:grpSpPr>
            <p:sp>
              <p:nvSpPr>
                <p:cNvPr id="36" name="四角形: 角を丸くする 35">
                  <a:extLst>
                    <a:ext uri="{FF2B5EF4-FFF2-40B4-BE49-F238E27FC236}">
                      <ns2:creationId id="{223C154B-3F03-804E-38CE-F902BC748378}"/>
                    </a:ext>
                  </a:extLst>
                </p:cNvPr>
                <p:cNvSpPr/>
                <p:nvPr/>
              </p:nvSpPr>
              <p:spPr>
                <a:xfrm>
                  <a:off x="9406816" y="2443538"/>
                  <a:ext cx="2448000" cy="828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alpha val="50000"/>
                  </a:schemeClr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3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7" name="四角形: 角を丸くする 36">
                  <a:extLst>
                    <a:ext uri="{FF2B5EF4-FFF2-40B4-BE49-F238E27FC236}">
                      <ns2:creationId id="{E7712A19-13DC-E9F3-A447-64A130EE33DA}"/>
                    </a:ext>
                  </a:extLst>
                </p:cNvPr>
                <p:cNvSpPr/>
                <p:nvPr/>
              </p:nvSpPr>
              <p:spPr>
                <a:xfrm>
                  <a:off x="9406816" y="3319927"/>
                  <a:ext cx="2448000" cy="7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26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+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8" name="四角形: 角を丸くする 37">
                  <a:extLst>
                    <a:ext uri="{FF2B5EF4-FFF2-40B4-BE49-F238E27FC236}">
                      <ns2:creationId id="{C8018689-37FD-A0A6-B11F-DA9F79352595}"/>
                    </a:ext>
                  </a:extLst>
                </p:cNvPr>
                <p:cNvSpPr/>
                <p:nvPr/>
              </p:nvSpPr>
              <p:spPr>
                <a:xfrm>
                  <a:off x="9406816" y="4092452"/>
                  <a:ext cx="2448000" cy="162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4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>
                    <a:tabLst>
                      <a:tab pos="360363" algn="l"/>
                    </a:tabLst>
                    <a:defRPr/>
                  </a:pP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12</a:t>
                  </a:r>
                  <a:r>
                    <a:rPr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	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39" name="四角形: 角を丸くする 38">
                  <a:extLst>
                    <a:ext uri="{FF2B5EF4-FFF2-40B4-BE49-F238E27FC236}">
                      <ns2:creationId id="{7F2BA5C0-7EF9-B58A-40C4-C5807E5FE357}"/>
                    </a:ext>
                  </a:extLst>
                </p:cNvPr>
                <p:cNvSpPr/>
                <p:nvPr/>
              </p:nvSpPr>
              <p:spPr>
                <a:xfrm>
                  <a:off x="9406816" y="5775628"/>
                  <a:ext cx="2448000" cy="540000"/>
                </a:xfrm>
                <a:prstGeom prst="roundRect">
                  <a:avLst>
                    <a:gd name="adj" fmla="val 0"/>
                  </a:avLst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defRPr/>
                  </a:pP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4" name="グループ化 73">
                  <a:extLst>
                    <a:ext uri="{FF2B5EF4-FFF2-40B4-BE49-F238E27FC236}">
                      <ns2:creationId id="{0E89EF09-5830-AC3F-3B0D-1D93902CE6EB}"/>
                    </a:ext>
                  </a:extLst>
                </p:cNvPr>
                <p:cNvGrpSpPr/>
                <p:nvPr/>
              </p:nvGrpSpPr>
              <p:grpSpPr>
                <a:xfrm>
                  <a:off x="9406816" y="2022303"/>
                  <a:ext cx="2448000" cy="360000"/>
                  <a:chOff x="9406816" y="2022303"/>
                  <a:chExt cx="2448000" cy="360000"/>
                </a:xfrm>
              </p:grpSpPr>
              <p:sp>
                <p:nvSpPr>
                  <p:cNvPr id="27" name="四角形: 角を丸くする 26">
                    <a:extLst>
                      <a:ext uri="{FF2B5EF4-FFF2-40B4-BE49-F238E27FC236}">
                        <ns2:creationId id="{2C674346-BF6E-7362-B122-ABC9AF49ADCE}"/>
                      </a:ext>
                    </a:extLst>
                  </p:cNvPr>
                  <p:cNvSpPr/>
                  <p:nvPr/>
                </p:nvSpPr>
                <p:spPr>
                  <a:xfrm>
                    <a:off x="9406816" y="2022303"/>
                    <a:ext cx="2448000" cy="360000"/>
                  </a:xfrm>
                  <a:prstGeom prst="roundRect">
                    <a:avLst>
                      <a:gd name="adj" fmla="val 0"/>
                    </a:avLst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252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defRPr/>
                    </a:pPr>
                    <a:r>
                      <a:rPr lang="en-US" altLang="ja-JP" sz="12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4</a:t>
                    </a:r>
                    <a:r>
                      <a:rPr lang="ja-JP" altLang="en-US" sz="120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71" name="background">
                    <a:extLst>
                      <a:ext uri="{FF2B5EF4-FFF2-40B4-BE49-F238E27FC236}">
                        <ns2:creationId id="{F636C7C7-2226-6B2A-4958-A33ACCE3AD23}"/>
                      </a:ext>
                    </a:extLst>
                  </p:cNvPr>
                  <p:cNvSpPr>
                    <a:spLocks noChangeAspect="1"/>
                  </p:cNvSpPr>
                  <p:nvPr>
                    <p:custDataLst>
                      <p:tags r:id="rId1"/>
                    </p:custDataLst>
                  </p:nvPr>
                </p:nvSpPr>
                <p:spPr>
                  <a:xfrm>
                    <a:off x="9491535" y="2058303"/>
                    <a:ext cx="288000" cy="288000"/>
                  </a:xfrm>
                  <a:prstGeom prst="ellipse">
                    <a:avLst/>
                  </a:prstGeom>
                  <a:solidFill>
                    <a:srgbClr val="008D2E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lang="en-US" altLang="ja-JP" sz="14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  <a:cs typeface="Miriam" panose="020F0502020204030204" pitchFamily="34" charset="-79"/>
                      </a:rPr>
                      <a:t>3</a:t>
                    </a:r>
                    <a:endParaRPr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endParaRPr>
                  </a:p>
                </p:txBody>
              </p:sp>
            </p:grpSp>
            <p:cxnSp>
              <p:nvCxnSpPr>
                <p:cNvPr id="80" name="直線コネクタ 79">
                  <a:extLst>
                    <a:ext uri="{FF2B5EF4-FFF2-40B4-BE49-F238E27FC236}">
                      <ns2:creationId id="{29C2B839-8897-FAC7-A7D5-5AC41A676B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06816" y="4062500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直線コネクタ 80">
                  <a:extLst>
                    <a:ext uri="{FF2B5EF4-FFF2-40B4-BE49-F238E27FC236}">
                      <ns2:creationId id="{43219261-3EF5-6D0F-D267-6C209CA1F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06816" y="5742213"/>
                  <a:ext cx="2448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" name="グループ化 98">
                <a:extLst>
                  <a:ext uri="{FF2B5EF4-FFF2-40B4-BE49-F238E27FC236}">
                    <ns2:creationId id="{35A0F057-C121-678C-89F6-982393B92920}"/>
                  </a:ext>
                </a:extLst>
              </p:cNvPr>
              <p:cNvGrpSpPr/>
              <p:nvPr/>
            </p:nvGrpSpPr>
            <p:grpSpPr>
              <a:xfrm>
                <a:off x="3405495" y="3319927"/>
                <a:ext cx="930531" cy="2995701"/>
                <a:chOff x="3405495" y="3319927"/>
                <a:chExt cx="930531" cy="2995701"/>
              </a:xfrm>
            </p:grpSpPr>
            <p:sp>
              <p:nvSpPr>
                <p:cNvPr id="22" name="四角形: 角を丸くする 21">
                  <a:extLst>
                    <a:ext uri="{FF2B5EF4-FFF2-40B4-BE49-F238E27FC236}">
                      <ns2:creationId id="{FFF2572B-240E-B6ED-E059-E2BA5486B24F}"/>
                    </a:ext>
                  </a:extLst>
                </p:cNvPr>
                <p:cNvSpPr/>
                <p:nvPr/>
              </p:nvSpPr>
              <p:spPr>
                <a:xfrm>
                  <a:off x="3405496" y="3319927"/>
                  <a:ext cx="930530" cy="72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3" name="四角形: 角を丸くする 22">
                  <a:extLst>
                    <a:ext uri="{FF2B5EF4-FFF2-40B4-BE49-F238E27FC236}">
                      <ns2:creationId id="{0B516F7F-2D70-21B1-9949-8FCB0A7934F6}"/>
                    </a:ext>
                  </a:extLst>
                </p:cNvPr>
                <p:cNvSpPr/>
                <p:nvPr/>
              </p:nvSpPr>
              <p:spPr>
                <a:xfrm>
                  <a:off x="3405496" y="4092452"/>
                  <a:ext cx="930530" cy="162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504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 dirty="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4" name="四角形: 角を丸くする 23">
                  <a:extLst>
                    <a:ext uri="{FF2B5EF4-FFF2-40B4-BE49-F238E27FC236}">
                      <ns2:creationId id="{828CF240-F42D-3FEE-0112-803694FBCFCB}"/>
                    </a:ext>
                  </a:extLst>
                </p:cNvPr>
                <p:cNvSpPr/>
                <p:nvPr/>
              </p:nvSpPr>
              <p:spPr>
                <a:xfrm>
                  <a:off x="3405495" y="5775628"/>
                  <a:ext cx="930530" cy="54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rgbClr val="008D2E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91" name="グラフィックス 90" descr="山形の矢印 単色塗りつぶし">
                  <a:extLst>
                    <a:ext uri="{FF2B5EF4-FFF2-40B4-BE49-F238E27FC236}">
                      <ns2:creationId id="{93F8E55E-02E1-DEAE-AADF-3A34F7971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26760" y="5983755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93" name="グラフィックス 92" descr="計算機 単色塗りつぶし">
                  <a:extLst>
                    <a:ext uri="{FF2B5EF4-FFF2-40B4-BE49-F238E27FC236}">
                      <ns2:creationId id="{48018F06-8B81-6C51-3A6B-0F35920009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26761" y="3609146"/>
                  <a:ext cx="288000" cy="288000"/>
                </a:xfrm>
                <a:prstGeom prst="rect">
                  <a:avLst/>
                </a:prstGeom>
              </p:spPr>
            </p:pic>
            <p:pic>
              <p:nvPicPr>
                <p:cNvPr id="95" name="グラフィックス 94" descr="数学 単色塗りつぶし">
                  <a:extLst>
                    <a:ext uri="{FF2B5EF4-FFF2-40B4-BE49-F238E27FC236}">
                      <ns2:creationId id="{4B73979D-4CED-5D64-71D0-FD22D394B5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26761" y="4902058"/>
                  <a:ext cx="288000" cy="288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2525507316"/>
      </p:ext>
    </p:extLst>
  </p:cSld>
  <p:clrMapOvr>
    <a:masterClrMapping/>
  </p:clrMapOvr>
</p:sld>
</file>

<file path=ppt/slides/slide34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4772127-5543-1746-9D73-82340C38D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1F152CD-9EB3-B289-CB94-33D133577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1E276A3-42CE-BA43-21A2-1CF50F147F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1" name="グループ化 10">
            <a:extLst>
              <a:ext uri="{FF2B5EF4-FFF2-40B4-BE49-F238E27FC236}">
                <ns2:creationId id="{C27C979C-19A0-2509-3BF0-199F83BB0B62}"/>
              </a:ext>
            </a:extLst>
          </p:cNvPr>
          <p:cNvGrpSpPr/>
          <p:nvPr/>
        </p:nvGrpSpPr>
        <p:grpSpPr>
          <a:xfrm>
            <a:off x="8647609" y="1628775"/>
            <a:ext cx="356400" cy="4681729"/>
            <a:chOff x="8647609" y="1628775"/>
            <a:chExt cx="356400" cy="4681729"/>
          </a:xfrm>
        </p:grpSpPr>
        <p:cxnSp>
          <p:nvCxnSpPr>
            <p:cNvPr id="112" name="直線コネクタ 111">
              <a:extLst>
                <a:ext uri="{FF2B5EF4-FFF2-40B4-BE49-F238E27FC236}">
                  <ns2:creationId id="{88459BA8-BE34-39CC-664C-D2543E3513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25809" y="1628775"/>
              <a:ext cx="0" cy="468172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グループ化 8">
              <a:extLst>
                <a:ext uri="{FF2B5EF4-FFF2-40B4-BE49-F238E27FC236}">
                  <ns2:creationId id="{7C2551EE-53C5-D2F3-83EE-C11F9EDC42DC}"/>
                </a:ext>
              </a:extLst>
            </p:cNvPr>
            <p:cNvGrpSpPr/>
            <p:nvPr/>
          </p:nvGrpSpPr>
          <p:grpSpPr>
            <a:xfrm>
              <a:off x="8647609" y="3791440"/>
              <a:ext cx="356400" cy="356400"/>
              <a:chOff x="8647609" y="3794499"/>
              <a:chExt cx="356400" cy="356400"/>
            </a:xfrm>
          </p:grpSpPr>
          <p:sp>
            <p:nvSpPr>
              <p:cNvPr id="114" name="円/楕円 8">
                <a:extLst>
                  <a:ext uri="{FF2B5EF4-FFF2-40B4-BE49-F238E27FC236}">
                    <ns2:creationId id="{2339C75E-376B-2B9B-0DEC-FA379C0AEC8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8681810" y="3828700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40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5" name="グラフィックス 114">
                <a:extLst>
                  <a:ext uri="{FF2B5EF4-FFF2-40B4-BE49-F238E27FC236}">
                    <ns2:creationId id="{EF3C7EA1-C492-0D7D-22B5-106B7885DA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 rot="16200000">
                <a:off x="8647609" y="3794499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147" name="グループ化 146">
            <a:extLst>
              <a:ext uri="{FF2B5EF4-FFF2-40B4-BE49-F238E27FC236}">
                <ns2:creationId id="{9C5B5B61-864D-E25F-E9DC-5F85F9123A2C}"/>
              </a:ext>
            </a:extLst>
          </p:cNvPr>
          <p:cNvGrpSpPr/>
          <p:nvPr/>
        </p:nvGrpSpPr>
        <p:grpSpPr>
          <a:xfrm>
            <a:off x="9025461" y="1634894"/>
            <a:ext cx="2832751" cy="4675610"/>
            <a:chOff x="9025461" y="1633115"/>
            <a:chExt cx="2832751" cy="4675610"/>
          </a:xfrm>
        </p:grpSpPr>
        <p:sp>
          <p:nvSpPr>
            <p:cNvPr id="118" name="正方形/長方形 117">
              <a:extLst>
                <a:ext uri="{FF2B5EF4-FFF2-40B4-BE49-F238E27FC236}">
                  <ns2:creationId id="{B9D5DEF2-1512-4391-A2E6-03255CEBCC30}"/>
                </a:ext>
              </a:extLst>
            </p:cNvPr>
            <p:cNvSpPr/>
            <p:nvPr/>
          </p:nvSpPr>
          <p:spPr>
            <a:xfrm>
              <a:off x="9026635" y="1633115"/>
              <a:ext cx="2831577" cy="36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105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25" name="グループ化 124">
              <a:extLst>
                <a:ext uri="{FF2B5EF4-FFF2-40B4-BE49-F238E27FC236}">
                  <ns2:creationId id="{02F1B3A5-B4F5-9EA1-DDAC-99FB74880F0A}"/>
                </a:ext>
              </a:extLst>
            </p:cNvPr>
            <p:cNvGrpSpPr/>
            <p:nvPr/>
          </p:nvGrpSpPr>
          <p:grpSpPr>
            <a:xfrm>
              <a:off x="9025461" y="2013684"/>
              <a:ext cx="2831577" cy="1870029"/>
              <a:chOff x="9025461" y="2013684"/>
              <a:chExt cx="2831577" cy="1870029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C7F5286E-F2D5-7F01-1D10-B2B7A92F3E2E}"/>
                  </a:ext>
                </a:extLst>
              </p:cNvPr>
              <p:cNvSpPr/>
              <p:nvPr/>
            </p:nvSpPr>
            <p:spPr>
              <a:xfrm>
                <a:off x="9025461" y="2013684"/>
                <a:ext cx="2831577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19" name="正方形/長方形 118">
                <a:extLst>
                  <a:ext uri="{FF2B5EF4-FFF2-40B4-BE49-F238E27FC236}">
                    <ns2:creationId id="{D72BFAA9-6615-B51C-AEB7-D4DFC1043192}"/>
                  </a:ext>
                </a:extLst>
              </p:cNvPr>
              <p:cNvSpPr/>
              <p:nvPr/>
            </p:nvSpPr>
            <p:spPr>
              <a:xfrm>
                <a:off x="9025461" y="2959350"/>
                <a:ext cx="2831577" cy="55952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br>
                  <a:rPr lang="en-US" altLang="ja-JP" sz="105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B0767BBA-ADD5-9D52-4F77-9EA78062AA21}"/>
                  </a:ext>
                </a:extLst>
              </p:cNvPr>
              <p:cNvSpPr/>
              <p:nvPr/>
            </p:nvSpPr>
            <p:spPr>
              <a:xfrm>
                <a:off x="9025461" y="2378517"/>
                <a:ext cx="2831577" cy="576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05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2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ns2:creationId id="{F6EC2BDE-D551-0E29-10D7-1C7469882A03}"/>
                  </a:ext>
                </a:extLst>
              </p:cNvPr>
              <p:cNvSpPr/>
              <p:nvPr/>
            </p:nvSpPr>
            <p:spPr>
              <a:xfrm>
                <a:off x="9025461" y="3523713"/>
                <a:ext cx="2831577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 typeface="Wingdings" panose="05000000000000000000" pitchFamily="2" charset="2"/>
                  <a:buChar char="Ø"/>
                  <a:tabLst/>
                  <a:defRPr/>
                </a:pP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05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136" name="グループ化 135">
              <a:extLst>
                <a:ext uri="{FF2B5EF4-FFF2-40B4-BE49-F238E27FC236}">
                  <ns2:creationId id="{CF1B1AC2-FAFA-E0E5-1F1A-FDD82E566B8A}"/>
                </a:ext>
              </a:extLst>
            </p:cNvPr>
            <p:cNvGrpSpPr/>
            <p:nvPr/>
          </p:nvGrpSpPr>
          <p:grpSpPr>
            <a:xfrm>
              <a:off x="9025461" y="3947033"/>
              <a:ext cx="2831577" cy="2361692"/>
              <a:chOff x="9025461" y="3947033"/>
              <a:chExt cx="2831577" cy="2361692"/>
            </a:xfrm>
          </p:grpSpPr>
          <p:sp>
            <p:nvSpPr>
              <p:cNvPr id="135" name="正方形/長方形 134">
                <a:extLst>
                  <a:ext uri="{FF2B5EF4-FFF2-40B4-BE49-F238E27FC236}">
                    <ns2:creationId id="{DF793A0A-658E-D426-1A5D-284A731ADDDB}"/>
                  </a:ext>
                </a:extLst>
              </p:cNvPr>
              <p:cNvSpPr/>
              <p:nvPr/>
            </p:nvSpPr>
            <p:spPr>
              <a:xfrm>
                <a:off x="9025461" y="3947033"/>
                <a:ext cx="2831577" cy="2361692"/>
              </a:xfrm>
              <a:prstGeom prst="rect">
                <a:avLst/>
              </a:prstGeom>
              <a:solidFill>
                <a:schemeClr val="bg2">
                  <a:alpha val="5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34" name="グループ化 133">
                <a:extLst>
                  <a:ext uri="{FF2B5EF4-FFF2-40B4-BE49-F238E27FC236}">
                    <ns2:creationId id="{16D38AE4-6FDC-CCD6-9F3C-A2F1A3B05E02}"/>
                  </a:ext>
                </a:extLst>
              </p:cNvPr>
              <p:cNvGrpSpPr/>
              <p:nvPr/>
            </p:nvGrpSpPr>
            <p:grpSpPr>
              <a:xfrm>
                <a:off x="9025461" y="3947033"/>
                <a:ext cx="2831577" cy="2325438"/>
                <a:chOff x="9025461" y="3912849"/>
                <a:chExt cx="2831577" cy="2325438"/>
              </a:xfrm>
            </p:grpSpPr>
            <p:sp>
              <p:nvSpPr>
                <p:cNvPr id="126" name="正方形/長方形 125">
                  <a:extLst>
                    <a:ext uri="{FF2B5EF4-FFF2-40B4-BE49-F238E27FC236}">
                      <ns2:creationId id="{7AF51C69-786C-E0DB-4733-C2BC9C5127A1}"/>
                    </a:ext>
                  </a:extLst>
                </p:cNvPr>
                <p:cNvSpPr/>
                <p:nvPr/>
              </p:nvSpPr>
              <p:spPr>
                <a:xfrm>
                  <a:off x="9025461" y="3912849"/>
                  <a:ext cx="2831577" cy="356401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ns2:creationId id="{4E5AFBE4-BF4E-F38A-A646-0E9E294E51E8}"/>
                    </a:ext>
                  </a:extLst>
                </p:cNvPr>
                <p:cNvSpPr/>
                <p:nvPr/>
              </p:nvSpPr>
              <p:spPr>
                <a:xfrm>
                  <a:off x="9025461" y="4274798"/>
                  <a:ext cx="2831577" cy="309725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=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×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×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)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8" name="正方形/長方形 127">
                  <a:extLst>
                    <a:ext uri="{FF2B5EF4-FFF2-40B4-BE49-F238E27FC236}">
                      <ns2:creationId id="{9E5038E4-B256-D36A-5A91-2ECB18FA31E6}"/>
                    </a:ext>
                  </a:extLst>
                </p:cNvPr>
                <p:cNvSpPr/>
                <p:nvPr/>
              </p:nvSpPr>
              <p:spPr>
                <a:xfrm>
                  <a:off x="9025461" y="4590071"/>
                  <a:ext cx="2831577" cy="180000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29" name="正方形/長方形 128">
                  <a:extLst>
                    <a:ext uri="{FF2B5EF4-FFF2-40B4-BE49-F238E27FC236}">
                      <ns2:creationId id="{9D9BCB72-FBCA-C832-7652-71CB788129AD}"/>
                    </a:ext>
                  </a:extLst>
                </p:cNvPr>
                <p:cNvSpPr/>
                <p:nvPr/>
              </p:nvSpPr>
              <p:spPr>
                <a:xfrm>
                  <a:off x="9025461" y="4775619"/>
                  <a:ext cx="2831577" cy="2624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 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0" name="正方形/長方形 129">
                  <a:extLst>
                    <a:ext uri="{FF2B5EF4-FFF2-40B4-BE49-F238E27FC236}">
                      <ns2:creationId id="{6CF5BA82-8971-BFEC-BF83-762B29EB161A}"/>
                    </a:ext>
                  </a:extLst>
                </p:cNvPr>
                <p:cNvSpPr/>
                <p:nvPr/>
              </p:nvSpPr>
              <p:spPr>
                <a:xfrm>
                  <a:off x="9025461" y="5043616"/>
                  <a:ext cx="2831577" cy="2624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ns2:creationId id="{3815584A-0F21-13E9-E538-E32AFF597E57}"/>
                    </a:ext>
                  </a:extLst>
                </p:cNvPr>
                <p:cNvSpPr/>
                <p:nvPr/>
              </p:nvSpPr>
              <p:spPr>
                <a:xfrm>
                  <a:off x="9025461" y="5311613"/>
                  <a:ext cx="2831577" cy="180000"/>
                </a:xfrm>
                <a:prstGeom prst="rect">
                  <a:avLst/>
                </a:prstGeom>
                <a:solidFill>
                  <a:srgbClr val="008D2E">
                    <a:alpha val="1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2" name="正方形/長方形 131">
                  <a:extLst>
                    <a:ext uri="{FF2B5EF4-FFF2-40B4-BE49-F238E27FC236}">
                      <ns2:creationId id="{2CD441A6-307B-9D06-DA99-F51DE5A70E01}"/>
                    </a:ext>
                  </a:extLst>
                </p:cNvPr>
                <p:cNvSpPr/>
                <p:nvPr/>
              </p:nvSpPr>
              <p:spPr>
                <a:xfrm>
                  <a:off x="9025461" y="5497161"/>
                  <a:ext cx="2831577" cy="26244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133" name="正方形/長方形 132">
                  <a:extLst>
                    <a:ext uri="{FF2B5EF4-FFF2-40B4-BE49-F238E27FC236}">
                      <ns2:creationId id="{E784A1E0-7BE3-903E-6AB6-3F585A7C81C8}"/>
                    </a:ext>
                  </a:extLst>
                </p:cNvPr>
                <p:cNvSpPr/>
                <p:nvPr/>
              </p:nvSpPr>
              <p:spPr>
                <a:xfrm>
                  <a:off x="9025461" y="5765157"/>
                  <a:ext cx="2831577" cy="47313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 </a:t>
                  </a:r>
                  <a:b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700" b="0" i="0" u="none" strike="noStrike" kern="1200" cap="none" spc="0" normalizeH="0" baseline="0" noProof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</p:grpSp>
      <p:grpSp>
        <p:nvGrpSpPr>
          <p:cNvPr id="158" name="グループ化 157">
            <a:extLst>
              <a:ext uri="{FF2B5EF4-FFF2-40B4-BE49-F238E27FC236}">
                <ns2:creationId id="{6E2C5E25-5C16-C40D-B304-C42833F36E2D}"/>
              </a:ext>
            </a:extLst>
          </p:cNvPr>
          <p:cNvGrpSpPr/>
          <p:nvPr/>
        </p:nvGrpSpPr>
        <p:grpSpPr>
          <a:xfrm>
            <a:off x="327140" y="1632749"/>
            <a:ext cx="8291195" cy="2371146"/>
            <a:chOff x="334962" y="1632749"/>
            <a:chExt cx="8291195" cy="2371146"/>
          </a:xfrm>
        </p:grpSpPr>
        <p:grpSp>
          <p:nvGrpSpPr>
            <p:cNvPr id="148" name="グループ化 147">
              <a:extLst>
                <a:ext uri="{FF2B5EF4-FFF2-40B4-BE49-F238E27FC236}">
                  <ns2:creationId id="{803A27F2-FD80-50DA-2944-F4ECE60407E2}"/>
                </a:ext>
              </a:extLst>
            </p:cNvPr>
            <p:cNvGrpSpPr/>
            <p:nvPr/>
          </p:nvGrpSpPr>
          <p:grpSpPr>
            <a:xfrm>
              <a:off x="344795" y="1992149"/>
              <a:ext cx="8281362" cy="2011746"/>
              <a:chOff x="344795" y="1992149"/>
              <a:chExt cx="8281362" cy="2011746"/>
            </a:xfrm>
          </p:grpSpPr>
          <p:sp>
            <p:nvSpPr>
              <p:cNvPr id="7" name="四角形: 角を丸くする 6">
                <a:extLst>
                  <a:ext uri="{FF2B5EF4-FFF2-40B4-BE49-F238E27FC236}">
                    <ns2:creationId id="{98376183-F5F6-14EA-D720-82E2D1A8A9BF}"/>
                  </a:ext>
                </a:extLst>
              </p:cNvPr>
              <p:cNvSpPr/>
              <p:nvPr/>
            </p:nvSpPr>
            <p:spPr>
              <a:xfrm>
                <a:off x="344795" y="2395049"/>
                <a:ext cx="801420" cy="720000"/>
              </a:xfrm>
              <a:prstGeom prst="roundRect">
                <a:avLst>
                  <a:gd name="adj" fmla="val 0"/>
                </a:avLst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" name="四角形: 角を丸くする 9">
                <a:extLst>
                  <a:ext uri="{FF2B5EF4-FFF2-40B4-BE49-F238E27FC236}">
                    <ns2:creationId id="{D68970A8-2698-E1CE-46FF-0053C37D3735}"/>
                  </a:ext>
                </a:extLst>
              </p:cNvPr>
              <p:cNvSpPr/>
              <p:nvPr/>
            </p:nvSpPr>
            <p:spPr>
              <a:xfrm>
                <a:off x="344795" y="3175895"/>
                <a:ext cx="801420" cy="828000"/>
              </a:xfrm>
              <a:prstGeom prst="roundRect">
                <a:avLst>
                  <a:gd name="adj" fmla="val 0"/>
                </a:avLst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" name="四角形: 角を丸くする 12">
                <a:extLst>
                  <a:ext uri="{FF2B5EF4-FFF2-40B4-BE49-F238E27FC236}">
                    <ns2:creationId id="{1EB71EDA-0DBA-EE7B-D23F-8D6B7748E533}"/>
                  </a:ext>
                </a:extLst>
              </p:cNvPr>
              <p:cNvSpPr/>
              <p:nvPr/>
            </p:nvSpPr>
            <p:spPr>
              <a:xfrm>
                <a:off x="1189162" y="2395049"/>
                <a:ext cx="2448000" cy="720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defRPr/>
                </a:pP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ns2:creationId id="{CE671ED8-8CC5-B174-976A-642B668FA4F6}"/>
                  </a:ext>
                </a:extLst>
              </p:cNvPr>
              <p:cNvSpPr/>
              <p:nvPr/>
            </p:nvSpPr>
            <p:spPr>
              <a:xfrm>
                <a:off x="3683660" y="2395049"/>
                <a:ext cx="2448000" cy="720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defRPr/>
                </a:pP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8" name="四角形: 角を丸くする 17">
                <a:extLst>
                  <a:ext uri="{FF2B5EF4-FFF2-40B4-BE49-F238E27FC236}">
                    <ns2:creationId id="{9B965C71-5F10-C0CB-09BC-477FD6ECE911}"/>
                  </a:ext>
                </a:extLst>
              </p:cNvPr>
              <p:cNvSpPr/>
              <p:nvPr/>
            </p:nvSpPr>
            <p:spPr>
              <a:xfrm>
                <a:off x="3683660" y="3175895"/>
                <a:ext cx="2448000" cy="828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tabLst>
                    <a:tab pos="360363" algn="l"/>
                  </a:tabLst>
                  <a:defRPr/>
                </a:pP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四角形: 角を丸くする 20">
                <a:extLst>
                  <a:ext uri="{FF2B5EF4-FFF2-40B4-BE49-F238E27FC236}">
                    <ns2:creationId id="{0ED3CAE2-434A-7F06-9527-BBD522402176}"/>
                  </a:ext>
                </a:extLst>
              </p:cNvPr>
              <p:cNvSpPr/>
              <p:nvPr/>
            </p:nvSpPr>
            <p:spPr>
              <a:xfrm>
                <a:off x="6178157" y="2395049"/>
                <a:ext cx="2448000" cy="720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defRPr/>
                </a:pP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F292A2C1-7D63-9517-3180-0A7244F0946C}"/>
                  </a:ext>
                </a:extLst>
              </p:cNvPr>
              <p:cNvSpPr/>
              <p:nvPr/>
            </p:nvSpPr>
            <p:spPr>
              <a:xfrm>
                <a:off x="6178157" y="3175895"/>
                <a:ext cx="2448000" cy="828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tabLst>
                    <a:tab pos="360363" algn="l"/>
                  </a:tabLst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>
                  <a:tabLst>
                    <a:tab pos="360363" algn="l"/>
                  </a:tabLst>
                  <a:defRPr/>
                </a:pP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122" name="グループ化 121">
                <a:extLst>
                  <a:ext uri="{FF2B5EF4-FFF2-40B4-BE49-F238E27FC236}">
                    <ns2:creationId id="{ECD03AF6-7FC3-7C61-1368-127ADA989F17}"/>
                  </a:ext>
                </a:extLst>
              </p:cNvPr>
              <p:cNvGrpSpPr/>
              <p:nvPr/>
            </p:nvGrpSpPr>
            <p:grpSpPr>
              <a:xfrm>
                <a:off x="1189162" y="1992149"/>
                <a:ext cx="2448000" cy="360000"/>
                <a:chOff x="1189162" y="2020142"/>
                <a:chExt cx="2448000" cy="360000"/>
              </a:xfrm>
            </p:grpSpPr>
            <p:sp>
              <p:nvSpPr>
                <p:cNvPr id="25" name="四角形: 角を丸くする 24">
                  <a:extLst>
                    <a:ext uri="{FF2B5EF4-FFF2-40B4-BE49-F238E27FC236}">
                      <ns2:creationId id="{5E8609AB-CD49-2BC8-EB47-C0DB0C0C5D74}"/>
                    </a:ext>
                  </a:extLst>
                </p:cNvPr>
                <p:cNvSpPr/>
                <p:nvPr/>
              </p:nvSpPr>
              <p:spPr>
                <a:xfrm>
                  <a:off x="1189162" y="2020142"/>
                  <a:ext cx="2448000" cy="36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6" name="background">
                  <a:extLst>
                    <a:ext uri="{FF2B5EF4-FFF2-40B4-BE49-F238E27FC236}">
                      <ns2:creationId id="{88D678BC-8EB9-C19D-8D60-CD785F9BDFC8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1235520" y="2056142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rPr>
                    <a:t>1</a:t>
                  </a:r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iriam" panose="020F0502020204030204" pitchFamily="34" charset="-79"/>
                  </a:endParaRPr>
                </a:p>
              </p:txBody>
            </p:sp>
          </p:grpSp>
          <p:grpSp>
            <p:nvGrpSpPr>
              <p:cNvPr id="123" name="グループ化 122">
                <a:extLst>
                  <a:ext uri="{FF2B5EF4-FFF2-40B4-BE49-F238E27FC236}">
                    <ns2:creationId id="{2441194B-14E5-8F62-5363-8D7AF0AD8E41}"/>
                  </a:ext>
                </a:extLst>
              </p:cNvPr>
              <p:cNvGrpSpPr/>
              <p:nvPr/>
            </p:nvGrpSpPr>
            <p:grpSpPr>
              <a:xfrm>
                <a:off x="3683660" y="1992149"/>
                <a:ext cx="2448000" cy="360000"/>
                <a:chOff x="3683660" y="2020142"/>
                <a:chExt cx="2448000" cy="360000"/>
              </a:xfrm>
            </p:grpSpPr>
            <p:sp>
              <p:nvSpPr>
                <p:cNvPr id="28" name="四角形: 角を丸くする 27">
                  <a:extLst>
                    <a:ext uri="{FF2B5EF4-FFF2-40B4-BE49-F238E27FC236}">
                      <ns2:creationId id="{E694EA23-36A2-F793-7230-0F14AE9F5B0F}"/>
                    </a:ext>
                  </a:extLst>
                </p:cNvPr>
                <p:cNvSpPr/>
                <p:nvPr/>
              </p:nvSpPr>
              <p:spPr>
                <a:xfrm>
                  <a:off x="3683660" y="2020142"/>
                  <a:ext cx="2448000" cy="36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:</a:t>
                  </a:r>
                  <a:r>
                    <a:rPr lang="ja-JP" altLang="en-US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 spc="-1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200" spc="-1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9" name="background">
                  <a:extLst>
                    <a:ext uri="{FF2B5EF4-FFF2-40B4-BE49-F238E27FC236}">
                      <ns2:creationId id="{9C1FA69D-C0EA-AAF7-9C9C-79AAA832A86A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3756858" y="2056142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rPr>
                    <a:t>2</a:t>
                  </a:r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iriam" panose="020F0502020204030204" pitchFamily="34" charset="-79"/>
                  </a:endParaRPr>
                </a:p>
              </p:txBody>
            </p:sp>
          </p:grpSp>
          <p:grpSp>
            <p:nvGrpSpPr>
              <p:cNvPr id="124" name="グループ化 123">
                <a:extLst>
                  <a:ext uri="{FF2B5EF4-FFF2-40B4-BE49-F238E27FC236}">
                    <ns2:creationId id="{EA5E5F3D-7172-5436-D986-5645E6192130}"/>
                  </a:ext>
                </a:extLst>
              </p:cNvPr>
              <p:cNvGrpSpPr/>
              <p:nvPr/>
            </p:nvGrpSpPr>
            <p:grpSpPr>
              <a:xfrm>
                <a:off x="6178157" y="1992149"/>
                <a:ext cx="2448000" cy="360000"/>
                <a:chOff x="6178157" y="2020142"/>
                <a:chExt cx="2448000" cy="360000"/>
              </a:xfrm>
            </p:grpSpPr>
            <p:sp>
              <p:nvSpPr>
                <p:cNvPr id="31" name="四角形: 角を丸くする 30">
                  <a:extLst>
                    <a:ext uri="{FF2B5EF4-FFF2-40B4-BE49-F238E27FC236}">
                      <ns2:creationId id="{54140B79-1C5A-E3A9-16B6-C6C840487FF1}"/>
                    </a:ext>
                  </a:extLst>
                </p:cNvPr>
                <p:cNvSpPr/>
                <p:nvPr/>
              </p:nvSpPr>
              <p:spPr>
                <a:xfrm>
                  <a:off x="6178157" y="2020142"/>
                  <a:ext cx="2448000" cy="3600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2F0D9">
                    <a:alpha val="5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defRPr/>
                  </a:pP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32" name="background">
                  <a:extLst>
                    <a:ext uri="{FF2B5EF4-FFF2-40B4-BE49-F238E27FC236}">
                      <ns2:creationId id="{FF74DDF7-DD49-2717-CC94-A14A185E9BC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6262876" y="2056142"/>
                  <a:ext cx="288000" cy="288000"/>
                </a:xfrm>
                <a:prstGeom prst="ellipse">
                  <a:avLst/>
                </a:prstGeom>
                <a:solidFill>
                  <a:srgbClr val="008D2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  <a:cs typeface="Miriam" panose="020F0502020204030204" pitchFamily="34" charset="-79"/>
                    </a:rPr>
                    <a:t>3</a:t>
                  </a:r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Miriam" panose="020F0502020204030204" pitchFamily="34" charset="-79"/>
                  </a:endParaRPr>
                </a:p>
              </p:txBody>
            </p:sp>
          </p:grpSp>
          <p:cxnSp>
            <p:nvCxnSpPr>
              <p:cNvPr id="33" name="直線コネクタ 32">
                <a:extLst>
                  <a:ext uri="{FF2B5EF4-FFF2-40B4-BE49-F238E27FC236}">
                    <ns2:creationId id="{A08D2F9D-60C9-9D6B-B5EC-7FB5CDA565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9162" y="3145943"/>
                <a:ext cx="2448000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線コネクタ 34">
                <a:extLst>
                  <a:ext uri="{FF2B5EF4-FFF2-40B4-BE49-F238E27FC236}">
                    <ns2:creationId id="{876E4656-CD8F-A9B8-CBFA-7DCF732FCD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83660" y="3145943"/>
                <a:ext cx="2448000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ns2:creationId id="{8D38F88A-53EE-60EF-A7F7-C891D4C32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78157" y="3145943"/>
                <a:ext cx="2448000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四角形: 角を丸くする 74">
                <a:extLst>
                  <a:ext uri="{FF2B5EF4-FFF2-40B4-BE49-F238E27FC236}">
                    <ns2:creationId id="{2F951C0B-BA71-F0C6-C226-4984BB1A79CD}"/>
                  </a:ext>
                </a:extLst>
              </p:cNvPr>
              <p:cNvSpPr/>
              <p:nvPr/>
            </p:nvSpPr>
            <p:spPr>
              <a:xfrm>
                <a:off x="1189162" y="3175895"/>
                <a:ext cx="2448000" cy="828000"/>
              </a:xfrm>
              <a:prstGeom prst="roundRect">
                <a:avLst>
                  <a:gd name="adj" fmla="val 0"/>
                </a:avLst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tabLst>
                    <a:tab pos="360363" algn="l"/>
                  </a:tabLst>
                  <a:defRPr/>
                </a:pP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%</a:t>
                </a:r>
                <a:r>
                  <a:rPr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8" name="グラフィックス 137" descr="リサーチ 単色塗りつぶし">
                <a:extLst>
                  <a:ext uri="{FF2B5EF4-FFF2-40B4-BE49-F238E27FC236}">
                    <ns2:creationId id="{AC0A4C9D-3663-9E74-A618-13FE2124BA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601505" y="2682904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0" name="グラフィックス 139" descr="電球と歯車 単色塗りつぶし">
                <a:extLst>
                  <a:ext uri="{FF2B5EF4-FFF2-40B4-BE49-F238E27FC236}">
                    <ns2:creationId id="{B6A77139-1C59-D396-A680-BE8B27F0B1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601505" y="3515745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145" name="グループ化 144">
              <a:extLst>
                <a:ext uri="{FF2B5EF4-FFF2-40B4-BE49-F238E27FC236}">
                  <ns2:creationId id="{DA6C7326-0568-6D17-41D8-9E0B7C4A2238}"/>
                </a:ext>
              </a:extLst>
            </p:cNvPr>
            <p:cNvGrpSpPr/>
            <p:nvPr/>
          </p:nvGrpSpPr>
          <p:grpSpPr>
            <a:xfrm>
              <a:off x="334962" y="1632749"/>
              <a:ext cx="8291195" cy="296021"/>
              <a:chOff x="334962" y="1632749"/>
              <a:chExt cx="8291195" cy="296021"/>
            </a:xfrm>
          </p:grpSpPr>
          <p:sp>
            <p:nvSpPr>
              <p:cNvPr id="40" name="四角形: 角を丸くする 39">
                <a:extLst>
                  <a:ext uri="{FF2B5EF4-FFF2-40B4-BE49-F238E27FC236}">
                    <ns2:creationId id="{BB2D91F1-BB58-1C02-DC3C-AEB06F7F1E5C}"/>
                  </a:ext>
                </a:extLst>
              </p:cNvPr>
              <p:cNvSpPr/>
              <p:nvPr/>
            </p:nvSpPr>
            <p:spPr>
              <a:xfrm>
                <a:off x="334962" y="1632749"/>
                <a:ext cx="8291195" cy="288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42" name="グラフィックス 141" descr="カスタマー レビュー 単色塗りつぶし">
                <a:extLst>
                  <a:ext uri="{FF2B5EF4-FFF2-40B4-BE49-F238E27FC236}">
                    <ns2:creationId id="{C0A5E36C-8EAC-B496-7A67-67ECC5BE18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798692" y="1640770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159" name="グループ化 158">
            <a:extLst>
              <a:ext uri="{FF2B5EF4-FFF2-40B4-BE49-F238E27FC236}">
                <ns2:creationId id="{67F61783-3BA5-F774-F468-588C6045222C}"/>
              </a:ext>
            </a:extLst>
          </p:cNvPr>
          <p:cNvGrpSpPr/>
          <p:nvPr/>
        </p:nvGrpSpPr>
        <p:grpSpPr>
          <a:xfrm>
            <a:off x="335605" y="5513053"/>
            <a:ext cx="8291196" cy="801207"/>
            <a:chOff x="334962" y="4099468"/>
            <a:chExt cx="8291196" cy="801207"/>
          </a:xfrm>
        </p:grpSpPr>
        <p:grpSp>
          <p:nvGrpSpPr>
            <p:cNvPr id="149" name="グループ化 148">
              <a:extLst>
                <a:ext uri="{FF2B5EF4-FFF2-40B4-BE49-F238E27FC236}">
                  <ns2:creationId id="{36ABBE17-9CF0-5254-02D5-9CE3DE1A3E03}"/>
                </a:ext>
              </a:extLst>
            </p:cNvPr>
            <p:cNvGrpSpPr/>
            <p:nvPr/>
          </p:nvGrpSpPr>
          <p:grpSpPr>
            <a:xfrm>
              <a:off x="344795" y="4448998"/>
              <a:ext cx="8281363" cy="451677"/>
              <a:chOff x="344795" y="4448998"/>
              <a:chExt cx="8281363" cy="451677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E7C8B673-858D-2F22-1BD6-D8A248FEC584}"/>
                  </a:ext>
                </a:extLst>
              </p:cNvPr>
              <p:cNvSpPr/>
              <p:nvPr/>
            </p:nvSpPr>
            <p:spPr>
              <a:xfrm>
                <a:off x="1627896" y="4448998"/>
                <a:ext cx="6998262" cy="451677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R="0" lvl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77" name="四角形: 角を丸くする 76">
                <a:extLst>
                  <a:ext uri="{FF2B5EF4-FFF2-40B4-BE49-F238E27FC236}">
                    <ns2:creationId id="{6C02FFA7-A833-04C4-E47E-2DAF7EE3B097}"/>
                  </a:ext>
                </a:extLst>
              </p:cNvPr>
              <p:cNvSpPr/>
              <p:nvPr/>
            </p:nvSpPr>
            <p:spPr>
              <a:xfrm>
                <a:off x="344795" y="4448998"/>
                <a:ext cx="1176434" cy="451677"/>
              </a:xfrm>
              <a:prstGeom prst="roundRect">
                <a:avLst>
                  <a:gd name="adj" fmla="val 0"/>
                </a:avLst>
              </a:prstGeom>
              <a:solidFill>
                <a:srgbClr val="E2F0D9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46" name="グループ化 145">
              <a:extLst>
                <a:ext uri="{FF2B5EF4-FFF2-40B4-BE49-F238E27FC236}">
                  <ns2:creationId id="{ED7CD793-C4D1-48CE-CF0B-EAF58BD59A0B}"/>
                </a:ext>
              </a:extLst>
            </p:cNvPr>
            <p:cNvGrpSpPr/>
            <p:nvPr/>
          </p:nvGrpSpPr>
          <p:grpSpPr>
            <a:xfrm>
              <a:off x="334962" y="4099468"/>
              <a:ext cx="8291196" cy="288000"/>
              <a:chOff x="334962" y="4099468"/>
              <a:chExt cx="8291196" cy="288000"/>
            </a:xfrm>
          </p:grpSpPr>
          <p:sp>
            <p:nvSpPr>
              <p:cNvPr id="76" name="四角形: 角を丸くする 75">
                <a:extLst>
                  <a:ext uri="{FF2B5EF4-FFF2-40B4-BE49-F238E27FC236}">
                    <ns2:creationId id="{9E67E72A-43E6-9F07-7C34-BF2A800A5A0D}"/>
                  </a:ext>
                </a:extLst>
              </p:cNvPr>
              <p:cNvSpPr/>
              <p:nvPr/>
            </p:nvSpPr>
            <p:spPr>
              <a:xfrm>
                <a:off x="334962" y="4099468"/>
                <a:ext cx="8291196" cy="288000"/>
              </a:xfrm>
              <a:prstGeom prst="roundRect">
                <a:avLst>
                  <a:gd name="adj" fmla="val 21200"/>
                </a:avLst>
              </a:prstGeom>
              <a:solidFill>
                <a:schemeClr val="accent5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44" name="グラフィックス 143" descr="グループでのブレーンストーミング 単色塗りつぶし">
                <a:extLst>
                  <a:ext uri="{FF2B5EF4-FFF2-40B4-BE49-F238E27FC236}">
                    <ns2:creationId id="{D3D14344-53E4-C923-1317-90EB8A6B28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2745395" y="4099468"/>
                <a:ext cx="288000" cy="288000"/>
              </a:xfrm>
              <a:prstGeom prst="rect">
                <a:avLst/>
              </a:prstGeom>
            </p:spPr>
          </p:pic>
        </p:grpSp>
      </p:grpSp>
      <p:grpSp>
        <p:nvGrpSpPr>
          <p:cNvPr id="160" name="グループ化 159">
            <a:extLst>
              <a:ext uri="{FF2B5EF4-FFF2-40B4-BE49-F238E27FC236}">
                <ns2:creationId id="{847D8FE9-3EE8-210A-5952-48EFC51A3C21}"/>
              </a:ext>
            </a:extLst>
          </p:cNvPr>
          <p:cNvGrpSpPr/>
          <p:nvPr/>
        </p:nvGrpSpPr>
        <p:grpSpPr>
          <a:xfrm>
            <a:off x="708350" y="4127012"/>
            <a:ext cx="7545707" cy="1185183"/>
            <a:chOff x="789427" y="5127467"/>
            <a:chExt cx="7545707" cy="1185183"/>
          </a:xfrm>
        </p:grpSpPr>
        <p:grpSp>
          <p:nvGrpSpPr>
            <p:cNvPr id="99" name="グループ化 98">
              <a:extLst>
                <a:ext uri="{FF2B5EF4-FFF2-40B4-BE49-F238E27FC236}">
                  <ns2:creationId id="{F4D02707-8DDF-F4F9-C06A-F9C9C3F2B275}"/>
                </a:ext>
              </a:extLst>
            </p:cNvPr>
            <p:cNvGrpSpPr/>
            <p:nvPr/>
          </p:nvGrpSpPr>
          <p:grpSpPr>
            <a:xfrm>
              <a:off x="789427" y="5127467"/>
              <a:ext cx="7545707" cy="1185183"/>
              <a:chOff x="334961" y="5127467"/>
              <a:chExt cx="7545707" cy="1185183"/>
            </a:xfrm>
          </p:grpSpPr>
          <p:grpSp>
            <p:nvGrpSpPr>
              <p:cNvPr id="94" name="グループ化 93">
                <a:extLst>
                  <a:ext uri="{FF2B5EF4-FFF2-40B4-BE49-F238E27FC236}">
                    <ns2:creationId id="{6B485442-0124-2455-D0F7-E6FDA9856537}"/>
                  </a:ext>
                </a:extLst>
              </p:cNvPr>
              <p:cNvGrpSpPr/>
              <p:nvPr/>
            </p:nvGrpSpPr>
            <p:grpSpPr>
              <a:xfrm>
                <a:off x="334961" y="5127467"/>
                <a:ext cx="1449834" cy="1185183"/>
                <a:chOff x="334961" y="5121020"/>
                <a:chExt cx="1449834" cy="1185183"/>
              </a:xfrm>
            </p:grpSpPr>
            <p:sp>
              <p:nvSpPr>
                <p:cNvPr id="78" name="正方形/長方形 77">
                  <a:extLst>
                    <a:ext uri="{FF2B5EF4-FFF2-40B4-BE49-F238E27FC236}">
                      <ns2:creationId id="{6AEAEB91-6E58-16C7-4E1B-C2073FB5E183}"/>
                    </a:ext>
                  </a:extLst>
                </p:cNvPr>
                <p:cNvSpPr/>
                <p:nvPr/>
              </p:nvSpPr>
              <p:spPr>
                <a:xfrm>
                  <a:off x="334961" y="5121020"/>
                  <a:ext cx="1440000" cy="36000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79" name="正方形/長方形 78">
                  <a:extLst>
                    <a:ext uri="{FF2B5EF4-FFF2-40B4-BE49-F238E27FC236}">
                      <ns2:creationId id="{1318B37A-336F-1125-B6E3-44496E3DF08B}"/>
                    </a:ext>
                  </a:extLst>
                </p:cNvPr>
                <p:cNvSpPr/>
                <p:nvPr/>
              </p:nvSpPr>
              <p:spPr>
                <a:xfrm>
                  <a:off x="334961" y="5533612"/>
                  <a:ext cx="1440000" cy="360000"/>
                </a:xfrm>
                <a:prstGeom prst="rect">
                  <a:avLst/>
                </a:prstGeom>
                <a:solidFill>
                  <a:srgbClr val="EDEDED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0" name="正方形/長方形 79">
                  <a:extLst>
                    <a:ext uri="{FF2B5EF4-FFF2-40B4-BE49-F238E27FC236}">
                      <ns2:creationId id="{B9853337-6F48-5C75-2A1D-979FE231DC07}"/>
                    </a:ext>
                  </a:extLst>
                </p:cNvPr>
                <p:cNvSpPr/>
                <p:nvPr/>
              </p:nvSpPr>
              <p:spPr>
                <a:xfrm>
                  <a:off x="344795" y="5946203"/>
                  <a:ext cx="1440000" cy="360000"/>
                </a:xfrm>
                <a:prstGeom prst="rect">
                  <a:avLst/>
                </a:prstGeom>
                <a:solidFill>
                  <a:srgbClr val="EDEDED"/>
                </a:solidFill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</p:grpSp>
          <p:grpSp>
            <p:nvGrpSpPr>
              <p:cNvPr id="95" name="グループ化 94">
                <a:extLst>
                  <a:ext uri="{FF2B5EF4-FFF2-40B4-BE49-F238E27FC236}">
                    <ns2:creationId id="{297D7648-B518-7382-5D75-1446685C975F}"/>
                  </a:ext>
                </a:extLst>
              </p:cNvPr>
              <p:cNvGrpSpPr/>
              <p:nvPr/>
            </p:nvGrpSpPr>
            <p:grpSpPr>
              <a:xfrm>
                <a:off x="1858929" y="5127467"/>
                <a:ext cx="1449834" cy="1185183"/>
                <a:chOff x="1875587" y="5127467"/>
                <a:chExt cx="1449834" cy="1185183"/>
              </a:xfrm>
            </p:grpSpPr>
            <p:sp>
              <p:nvSpPr>
                <p:cNvPr id="81" name="正方形/長方形 80">
                  <a:extLst>
                    <a:ext uri="{FF2B5EF4-FFF2-40B4-BE49-F238E27FC236}">
                      <ns2:creationId id="{CBEEBE61-B3BF-08BA-87EA-19EDED49F15E}"/>
                    </a:ext>
                  </a:extLst>
                </p:cNvPr>
                <p:cNvSpPr/>
                <p:nvPr/>
              </p:nvSpPr>
              <p:spPr>
                <a:xfrm>
                  <a:off x="1875587" y="5127467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zh-TW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zh-TW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zh-TW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zh-TW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/</a:t>
                  </a:r>
                  <a:r>
                    <a:rPr kumimoji="1" lang="zh-TW" altLang="en-US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zh-TW" sz="1050" dirty="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zh-TW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CC599AA6-1D73-EB0B-8AAC-55619AAD2FAE}"/>
                    </a:ext>
                  </a:extLst>
                </p:cNvPr>
                <p:cNvSpPr/>
                <p:nvPr/>
              </p:nvSpPr>
              <p:spPr>
                <a:xfrm>
                  <a:off x="1875587" y="5540059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84FED802-424A-89ED-AC55-8C4BCA8A56BD}"/>
                    </a:ext>
                  </a:extLst>
                </p:cNvPr>
                <p:cNvSpPr/>
                <p:nvPr/>
              </p:nvSpPr>
              <p:spPr>
                <a:xfrm>
                  <a:off x="1885421" y="5952650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96" name="グループ化 95">
                <a:extLst>
                  <a:ext uri="{FF2B5EF4-FFF2-40B4-BE49-F238E27FC236}">
                    <ns2:creationId id="{E296990A-A0E0-8AD6-D030-63C2303690F3}"/>
                  </a:ext>
                </a:extLst>
              </p:cNvPr>
              <p:cNvGrpSpPr/>
              <p:nvPr/>
            </p:nvGrpSpPr>
            <p:grpSpPr>
              <a:xfrm>
                <a:off x="3382897" y="5127467"/>
                <a:ext cx="1449834" cy="1185183"/>
                <a:chOff x="3365489" y="5112595"/>
                <a:chExt cx="1449834" cy="1185183"/>
              </a:xfrm>
            </p:grpSpPr>
            <p:sp>
              <p:nvSpPr>
                <p:cNvPr id="84" name="正方形/長方形 83">
                  <a:extLst>
                    <a:ext uri="{FF2B5EF4-FFF2-40B4-BE49-F238E27FC236}">
                      <ns2:creationId id="{C3CD2FDA-6982-05E0-199E-9054084BECDE}"/>
                    </a:ext>
                  </a:extLst>
                </p:cNvPr>
                <p:cNvSpPr/>
                <p:nvPr/>
              </p:nvSpPr>
              <p:spPr>
                <a:xfrm>
                  <a:off x="3365489" y="5112595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6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5" name="正方形/長方形 84">
                  <a:extLst>
                    <a:ext uri="{FF2B5EF4-FFF2-40B4-BE49-F238E27FC236}">
                      <ns2:creationId id="{7CDFC1B1-FEA5-7FAE-9C91-4BE3F758D4EF}"/>
                    </a:ext>
                  </a:extLst>
                </p:cNvPr>
                <p:cNvSpPr/>
                <p:nvPr/>
              </p:nvSpPr>
              <p:spPr>
                <a:xfrm>
                  <a:off x="3365489" y="5525187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F9943B51-CF45-EEAB-278D-332B693340F9}"/>
                    </a:ext>
                  </a:extLst>
                </p:cNvPr>
                <p:cNvSpPr/>
                <p:nvPr/>
              </p:nvSpPr>
              <p:spPr>
                <a:xfrm>
                  <a:off x="3375323" y="5937778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97" name="グループ化 96">
                <a:extLst>
                  <a:ext uri="{FF2B5EF4-FFF2-40B4-BE49-F238E27FC236}">
                    <ns2:creationId id="{9F4611BC-C77C-693A-6DBA-960FF665C939}"/>
                  </a:ext>
                </a:extLst>
              </p:cNvPr>
              <p:cNvGrpSpPr/>
              <p:nvPr/>
            </p:nvGrpSpPr>
            <p:grpSpPr>
              <a:xfrm>
                <a:off x="4906865" y="5127467"/>
                <a:ext cx="1449834" cy="1185183"/>
                <a:chOff x="4906115" y="5119042"/>
                <a:chExt cx="1449834" cy="1185183"/>
              </a:xfrm>
            </p:grpSpPr>
            <p:sp>
              <p:nvSpPr>
                <p:cNvPr id="87" name="正方形/長方形 86">
                  <a:extLst>
                    <a:ext uri="{FF2B5EF4-FFF2-40B4-BE49-F238E27FC236}">
                      <ns2:creationId id="{C0D4ACAA-D49A-E248-F97E-16BD569B4CE6}"/>
                    </a:ext>
                  </a:extLst>
                </p:cNvPr>
                <p:cNvSpPr/>
                <p:nvPr/>
              </p:nvSpPr>
              <p:spPr>
                <a:xfrm>
                  <a:off x="4906115" y="5119042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b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(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)</a:t>
                  </a:r>
                  <a:endParaRPr kumimoji="1" lang="ja-JP" altLang="en-US" sz="105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88" name="正方形/長方形 87">
                  <a:extLst>
                    <a:ext uri="{FF2B5EF4-FFF2-40B4-BE49-F238E27FC236}">
                      <ns2:creationId id="{A2E16867-E7F8-EFCC-D971-630081AA398C}"/>
                    </a:ext>
                  </a:extLst>
                </p:cNvPr>
                <p:cNvSpPr/>
                <p:nvPr/>
              </p:nvSpPr>
              <p:spPr>
                <a:xfrm>
                  <a:off x="4906115" y="5531634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9" name="正方形/長方形 88">
                  <a:extLst>
                    <a:ext uri="{FF2B5EF4-FFF2-40B4-BE49-F238E27FC236}">
                      <ns2:creationId id="{604E1D09-3A79-9B63-A476-95F4A0BDB75C}"/>
                    </a:ext>
                  </a:extLst>
                </p:cNvPr>
                <p:cNvSpPr/>
                <p:nvPr/>
              </p:nvSpPr>
              <p:spPr>
                <a:xfrm>
                  <a:off x="4915949" y="5944225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grpSp>
            <p:nvGrpSpPr>
              <p:cNvPr id="98" name="グループ化 97">
                <a:extLst>
                  <a:ext uri="{FF2B5EF4-FFF2-40B4-BE49-F238E27FC236}">
                    <ns2:creationId id="{EF24A6D6-6B7A-3C8A-0086-439F809E5DF7}"/>
                  </a:ext>
                </a:extLst>
              </p:cNvPr>
              <p:cNvGrpSpPr/>
              <p:nvPr/>
            </p:nvGrpSpPr>
            <p:grpSpPr>
              <a:xfrm>
                <a:off x="6430834" y="5127467"/>
                <a:ext cx="1449834" cy="1185183"/>
                <a:chOff x="6430834" y="5113220"/>
                <a:chExt cx="1449834" cy="1185183"/>
              </a:xfrm>
            </p:grpSpPr>
            <p:sp>
              <p:nvSpPr>
                <p:cNvPr id="90" name="正方形/長方形 89">
                  <a:extLst>
                    <a:ext uri="{FF2B5EF4-FFF2-40B4-BE49-F238E27FC236}">
                      <ns2:creationId id="{A11E4030-239C-EB95-C295-BDB3E2A8A9B9}"/>
                    </a:ext>
                  </a:extLst>
                </p:cNvPr>
                <p:cNvSpPr/>
                <p:nvPr/>
              </p:nvSpPr>
              <p:spPr>
                <a:xfrm>
                  <a:off x="6430834" y="5113220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th-TH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1" name="正方形/長方形 90">
                  <a:extLst>
                    <a:ext uri="{FF2B5EF4-FFF2-40B4-BE49-F238E27FC236}">
                      <ns2:creationId id="{A27CD92D-04BB-3912-EE86-E5B875E23B6C}"/>
                    </a:ext>
                  </a:extLst>
                </p:cNvPr>
                <p:cNvSpPr/>
                <p:nvPr/>
              </p:nvSpPr>
              <p:spPr>
                <a:xfrm>
                  <a:off x="6430834" y="5525812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2" name="正方形/長方形 91">
                  <a:extLst>
                    <a:ext uri="{FF2B5EF4-FFF2-40B4-BE49-F238E27FC236}">
                      <ns2:creationId id="{B041719A-925F-B383-71A5-8146CF7E8555}"/>
                    </a:ext>
                  </a:extLst>
                </p:cNvPr>
                <p:cNvSpPr/>
                <p:nvPr/>
              </p:nvSpPr>
              <p:spPr>
                <a:xfrm>
                  <a:off x="6440668" y="5938403"/>
                  <a:ext cx="1440000" cy="360000"/>
                </a:xfrm>
                <a:prstGeom prst="rect">
                  <a:avLst/>
                </a:prstGeom>
                <a:noFill/>
                <a:ln w="9525">
                  <a:noFill/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cxnSp>
          <p:nvCxnSpPr>
            <p:cNvPr id="102" name="直線コネクタ 101">
              <a:extLst>
                <a:ext uri="{FF2B5EF4-FFF2-40B4-BE49-F238E27FC236}">
                  <ns2:creationId id="{78C557F1-2262-600A-7EAF-5B324072AD2A}"/>
                </a:ext>
              </a:extLst>
            </p:cNvPr>
            <p:cNvCxnSpPr>
              <a:cxnSpLocks/>
            </p:cNvCxnSpPr>
            <p:nvPr/>
          </p:nvCxnSpPr>
          <p:spPr>
            <a:xfrm>
              <a:off x="2313397" y="5928422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C64086D2-8279-0F6C-81A1-CCB3B4BF0D2A}"/>
                </a:ext>
              </a:extLst>
            </p:cNvPr>
            <p:cNvCxnSpPr>
              <a:cxnSpLocks/>
            </p:cNvCxnSpPr>
            <p:nvPr/>
          </p:nvCxnSpPr>
          <p:spPr>
            <a:xfrm>
              <a:off x="3837365" y="5928422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878AFE0F-0C0B-713C-F317-608700A41015}"/>
                </a:ext>
              </a:extLst>
            </p:cNvPr>
            <p:cNvCxnSpPr>
              <a:cxnSpLocks/>
            </p:cNvCxnSpPr>
            <p:nvPr/>
          </p:nvCxnSpPr>
          <p:spPr>
            <a:xfrm>
              <a:off x="5361333" y="5928422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B8A1F9C2-A0FC-E3CE-E21A-F2F00F1D6D1E}"/>
                </a:ext>
              </a:extLst>
            </p:cNvPr>
            <p:cNvCxnSpPr>
              <a:cxnSpLocks/>
            </p:cNvCxnSpPr>
            <p:nvPr/>
          </p:nvCxnSpPr>
          <p:spPr>
            <a:xfrm>
              <a:off x="6885300" y="5928070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コネクタ 152">
              <a:extLst>
                <a:ext uri="{FF2B5EF4-FFF2-40B4-BE49-F238E27FC236}">
                  <ns2:creationId id="{7599FC73-57F5-6CE3-35BB-1753A2DCF52D}"/>
                </a:ext>
              </a:extLst>
            </p:cNvPr>
            <p:cNvCxnSpPr>
              <a:cxnSpLocks/>
            </p:cNvCxnSpPr>
            <p:nvPr/>
          </p:nvCxnSpPr>
          <p:spPr>
            <a:xfrm>
              <a:off x="2323229" y="5487467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コネクタ 153">
              <a:extLst>
                <a:ext uri="{FF2B5EF4-FFF2-40B4-BE49-F238E27FC236}">
                  <ns2:creationId id="{15ED0E6B-6381-250E-26BA-50B68C9DE667}"/>
                </a:ext>
              </a:extLst>
            </p:cNvPr>
            <p:cNvCxnSpPr>
              <a:cxnSpLocks/>
            </p:cNvCxnSpPr>
            <p:nvPr/>
          </p:nvCxnSpPr>
          <p:spPr>
            <a:xfrm>
              <a:off x="3847197" y="5487467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直線コネクタ 154">
              <a:extLst>
                <a:ext uri="{FF2B5EF4-FFF2-40B4-BE49-F238E27FC236}">
                  <ns2:creationId id="{F9133BBC-A632-C71E-EBC6-30D0C9A0060C}"/>
                </a:ext>
              </a:extLst>
            </p:cNvPr>
            <p:cNvCxnSpPr>
              <a:cxnSpLocks/>
            </p:cNvCxnSpPr>
            <p:nvPr/>
          </p:nvCxnSpPr>
          <p:spPr>
            <a:xfrm>
              <a:off x="5371165" y="5487467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ns2:creationId id="{5C923511-4D41-6D8A-09C1-22C5B81D017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32" y="5487115"/>
              <a:ext cx="1440000" cy="0"/>
            </a:xfrm>
            <a:prstGeom prst="line">
              <a:avLst/>
            </a:prstGeom>
            <a:ln w="9525">
              <a:solidFill>
                <a:schemeClr val="tx1">
                  <a:lumMod val="85000"/>
                  <a:lumOff val="15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746544949"/>
      </p:ext>
    </p:extLst>
  </p:cSld>
  <p:clrMapOvr>
    <a:masterClrMapping/>
  </p:clrMapOvr>
</p:sld>
</file>

<file path=ppt/slides/slide34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E40A704-415D-C9E7-3081-6BC725945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08F89F6-FBFC-4442-B27C-AC55A828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F567EC04-D2B4-7DE9-BD4F-793AAAC143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>
                <a:solidFill>
                  <a:srgbClr val="008D2E"/>
                </a:solidFill>
              </a:rPr>
              <a:t>XX</a:t>
            </a:r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4" name="Text Placeholder 7">
            <a:extLst>
              <a:ext uri="{FF2B5EF4-FFF2-40B4-BE49-F238E27FC236}">
                <ns2:creationId id="{3165E4B2-2ECD-3C18-D1C9-D0326FC47E60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339333" y="1874087"/>
            <a:ext cx="2816617" cy="1934838"/>
          </a:xfrm>
          <a:prstGeom prst="rect">
            <a:avLst/>
          </a:prstGeom>
          <a:ln w="9525" cmpd="sng">
            <a:solidFill>
              <a:srgbClr val="008D2E"/>
            </a:solidFill>
            <a:prstDash val="solid"/>
          </a:ln>
        </p:spPr>
        <p:txBody>
          <a:bodyPr vert="horz" lIns="180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" name="Rechteck 19">
            <a:extLst>
              <a:ext uri="{FF2B5EF4-FFF2-40B4-BE49-F238E27FC236}">
                <ns2:creationId id="{10D9EB67-302F-FFDF-2F84-13BD58CB8F87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339332" y="1628775"/>
            <a:ext cx="2816617" cy="245312"/>
          </a:xfrm>
          <a:prstGeom prst="rect">
            <a:avLst/>
          </a:prstGeom>
          <a:solidFill>
            <a:srgbClr val="008D2E"/>
          </a:solidFill>
          <a:ln w="9525" cmpd="sng">
            <a:solidFill>
              <a:srgbClr val="008D2E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6" name="Text Placeholder 7">
            <a:extLst>
              <a:ext uri="{FF2B5EF4-FFF2-40B4-BE49-F238E27FC236}">
                <ns2:creationId id="{CF5D6BB7-CB67-BC8D-B5EC-B1097674FD3B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377214" y="3271807"/>
            <a:ext cx="576000" cy="468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7" name="Text Placeholder 7">
            <a:extLst>
              <a:ext uri="{FF2B5EF4-FFF2-40B4-BE49-F238E27FC236}">
                <ns2:creationId id="{0DDBA5C4-F23B-7EE0-5BF2-82665D2B6467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377214" y="2249275"/>
            <a:ext cx="576000" cy="468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8" name="Text Placeholder 7">
            <a:extLst>
              <a:ext uri="{FF2B5EF4-FFF2-40B4-BE49-F238E27FC236}">
                <ns2:creationId id="{E6A516F4-6F5D-4A2F-21C4-650AB2240437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339332" y="4376305"/>
            <a:ext cx="2816617" cy="1934838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180000" tIns="72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 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9" name="Rechteck 19">
            <a:extLst>
              <a:ext uri="{FF2B5EF4-FFF2-40B4-BE49-F238E27FC236}">
                <ns2:creationId id="{CB7C3FFE-54A3-1B6E-7848-CCCC34F1621C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339331" y="4130993"/>
            <a:ext cx="2816617" cy="245312"/>
          </a:xfrm>
          <a:prstGeom prst="rect">
            <a:avLst/>
          </a:prstGeom>
          <a:solidFill>
            <a:srgbClr val="7F7F7F"/>
          </a:solidFill>
          <a:ln w="9525" cmpd="sng">
            <a:solidFill>
              <a:srgbClr val="7F7F7F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1" name="ホームベース 51">
            <a:extLst>
              <a:ext uri="{FF2B5EF4-FFF2-40B4-BE49-F238E27FC236}">
                <ns2:creationId id="{474FB15C-850F-128B-0828-54D96D142D3C}"/>
              </a:ext>
            </a:extLst>
          </p:cNvPr>
          <p:cNvSpPr/>
          <p:nvPr/>
        </p:nvSpPr>
        <p:spPr>
          <a:xfrm>
            <a:off x="3751385" y="1628775"/>
            <a:ext cx="1728000" cy="288000"/>
          </a:xfrm>
          <a:prstGeom prst="homePlate">
            <a:avLst>
              <a:gd name="adj" fmla="val 18206"/>
            </a:avLst>
          </a:prstGeom>
          <a:solidFill>
            <a:srgbClr val="7F7F7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2" name="山形 52">
            <a:extLst>
              <a:ext uri="{FF2B5EF4-FFF2-40B4-BE49-F238E27FC236}">
                <ns2:creationId id="{062557BA-D0CC-BAE5-FC90-D4417F8D8021}"/>
              </a:ext>
            </a:extLst>
          </p:cNvPr>
          <p:cNvSpPr/>
          <p:nvPr/>
        </p:nvSpPr>
        <p:spPr>
          <a:xfrm>
            <a:off x="5491837" y="1628775"/>
            <a:ext cx="3168000" cy="288000"/>
          </a:xfrm>
          <a:prstGeom prst="chevron">
            <a:avLst>
              <a:gd name="adj" fmla="val 18094"/>
            </a:avLst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3" name="山形 53">
            <a:extLst>
              <a:ext uri="{FF2B5EF4-FFF2-40B4-BE49-F238E27FC236}">
                <ns2:creationId id="{29F90526-6111-BC0B-B0F1-DBC7DE883E6F}"/>
              </a:ext>
            </a:extLst>
          </p:cNvPr>
          <p:cNvSpPr/>
          <p:nvPr/>
        </p:nvSpPr>
        <p:spPr>
          <a:xfrm>
            <a:off x="8672290" y="1628775"/>
            <a:ext cx="3184748" cy="288000"/>
          </a:xfrm>
          <a:prstGeom prst="chevron">
            <a:avLst>
              <a:gd name="adj" fmla="val 18094"/>
            </a:avLst>
          </a:prstGeom>
          <a:solidFill>
            <a:srgbClr val="008D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" tIns="28800" rIns="28800" bIns="288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5" name="Text Placeholder 7">
            <a:extLst>
              <a:ext uri="{FF2B5EF4-FFF2-40B4-BE49-F238E27FC236}">
                <ns2:creationId id="{DF15E0FE-2B99-C613-B3E5-F243D89FA427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>
          <a:xfrm>
            <a:off x="8672291" y="2236615"/>
            <a:ext cx="3132637" cy="1980000"/>
          </a:xfrm>
          <a:prstGeom prst="rect">
            <a:avLst/>
          </a:prstGeom>
          <a:ln w="9525" cmpd="sng">
            <a:solidFill>
              <a:srgbClr val="008D2E"/>
            </a:solidFill>
            <a:prstDash val="solid"/>
          </a:ln>
        </p:spPr>
        <p:txBody>
          <a:bodyPr vert="horz" lIns="36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6" name="Rechteck 19">
            <a:extLst>
              <a:ext uri="{FF2B5EF4-FFF2-40B4-BE49-F238E27FC236}">
                <ns2:creationId id="{A8F08CF2-E2E0-498C-1491-882ABAAF5602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8672292" y="1991303"/>
            <a:ext cx="3132635" cy="245312"/>
          </a:xfrm>
          <a:prstGeom prst="rect">
            <a:avLst/>
          </a:prstGeom>
          <a:solidFill>
            <a:srgbClr val="008D2E"/>
          </a:solidFill>
          <a:ln w="9525" cmpd="sng">
            <a:solidFill>
              <a:srgbClr val="008D2E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7" name="Text Placeholder 7">
            <a:extLst>
              <a:ext uri="{FF2B5EF4-FFF2-40B4-BE49-F238E27FC236}">
                <ns2:creationId id="{37A102A1-231E-D798-2963-616CF1E05C49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>
          <a:xfrm>
            <a:off x="8672291" y="4564495"/>
            <a:ext cx="3132637" cy="1743811"/>
          </a:xfrm>
          <a:prstGeom prst="rect">
            <a:avLst/>
          </a:prstGeom>
          <a:ln w="9525" cmpd="sng">
            <a:solidFill>
              <a:srgbClr val="008D2E"/>
            </a:solidFill>
            <a:prstDash val="solid"/>
          </a:ln>
        </p:spPr>
        <p:txBody>
          <a:bodyPr vert="horz" lIns="36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8" name="Rechteck 19">
            <a:extLst>
              <a:ext uri="{FF2B5EF4-FFF2-40B4-BE49-F238E27FC236}">
                <ns2:creationId id="{1A01CA33-5739-D652-3D92-9EDF282D9CE7}"/>
              </a:ext>
            </a:extLst>
          </p:cNvPr>
          <p:cNvSpPr/>
          <p:nvPr>
            <p:custDataLst>
              <p:tags r:id="rId10"/>
            </p:custDataLst>
          </p:nvPr>
        </p:nvSpPr>
        <p:spPr bwMode="auto">
          <a:xfrm>
            <a:off x="8672291" y="4321220"/>
            <a:ext cx="3132637" cy="245312"/>
          </a:xfrm>
          <a:prstGeom prst="rect">
            <a:avLst/>
          </a:prstGeom>
          <a:solidFill>
            <a:srgbClr val="008D2E"/>
          </a:solidFill>
          <a:ln w="9525" cmpd="sng">
            <a:solidFill>
              <a:srgbClr val="008D2E"/>
            </a:solidFill>
            <a:prstDash val="solid"/>
            <a:miter lim="800000"/>
            <a:headEnd/>
            <a:tailEnd/>
          </a:ln>
          <a:effectLst/>
        </p:spPr>
        <p:txBody>
          <a:bodyPr lIns="36000" tIns="36000" rIns="36000" bIns="36000" anchor="ctr">
            <a:no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9" name="Text Placeholder 7">
            <a:extLst>
              <a:ext uri="{FF2B5EF4-FFF2-40B4-BE49-F238E27FC236}">
                <ns2:creationId id="{510D959F-8D95-8114-756D-F3A2F263E8C3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>
          <a:xfrm>
            <a:off x="5671071" y="2092217"/>
            <a:ext cx="2916000" cy="1980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180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lang="en-US" altLang="ja-JP" sz="1200" b="1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42" name="Text Placeholder 7">
            <a:extLst>
              <a:ext uri="{FF2B5EF4-FFF2-40B4-BE49-F238E27FC236}">
                <ns2:creationId id="{834A2A05-C74C-8713-6601-6A0E143C2135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>
          <a:xfrm>
            <a:off x="3751385" y="3412496"/>
            <a:ext cx="1692000" cy="1152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36000" tIns="72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92075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5A0E0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4" name="Text Placeholder 7">
            <a:extLst>
              <a:ext uri="{FF2B5EF4-FFF2-40B4-BE49-F238E27FC236}">
                <ns2:creationId id="{5D78FE2D-133F-C2CA-7B86-1EB204471E75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377214" y="2760541"/>
            <a:ext cx="576000" cy="468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5" name="Text Placeholder 7">
            <a:extLst>
              <a:ext uri="{FF2B5EF4-FFF2-40B4-BE49-F238E27FC236}">
                <ns2:creationId id="{CAB64328-01EB-407A-7D21-E475ED04CA52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967660" y="3271807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6" name="Text Placeholder 7">
            <a:extLst>
              <a:ext uri="{FF2B5EF4-FFF2-40B4-BE49-F238E27FC236}">
                <ns2:creationId id="{3EA618FA-6CF4-E6AC-AF83-4837177F2482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>
          <a:xfrm>
            <a:off x="967660" y="2249275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7" name="Text Placeholder 7">
            <a:extLst>
              <a:ext uri="{FF2B5EF4-FFF2-40B4-BE49-F238E27FC236}">
                <ns2:creationId id="{544839D1-B216-027F-A4D9-4B33323B7F2B}"/>
              </a:ext>
            </a:extLst>
          </p:cNvPr>
          <p:cNvSpPr txBox="1">
            <a:spLocks/>
          </p:cNvSpPr>
          <p:nvPr>
            <p:custDataLst>
              <p:tags r:id="rId16"/>
            </p:custDataLst>
          </p:nvPr>
        </p:nvSpPr>
        <p:spPr>
          <a:xfrm>
            <a:off x="967660" y="2760541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8" name="Text Placeholder 7">
            <a:extLst>
              <a:ext uri="{FF2B5EF4-FFF2-40B4-BE49-F238E27FC236}">
                <ns2:creationId id="{604AA4F9-CB7D-04EF-3392-E8E9FEA77DE0}"/>
              </a:ext>
            </a:extLst>
          </p:cNvPr>
          <p:cNvSpPr txBox="1">
            <a:spLocks/>
          </p:cNvSpPr>
          <p:nvPr>
            <p:custDataLst>
              <p:tags r:id="rId17"/>
            </p:custDataLst>
          </p:nvPr>
        </p:nvSpPr>
        <p:spPr>
          <a:xfrm>
            <a:off x="3751385" y="2195297"/>
            <a:ext cx="1692000" cy="929781"/>
          </a:xfrm>
          <a:prstGeom prst="rect">
            <a:avLst/>
          </a:prstGeom>
          <a:ln w="9525" cmpd="sng">
            <a:noFill/>
            <a:prstDash val="solid"/>
          </a:ln>
        </p:spPr>
        <p:txBody>
          <a:bodyPr vert="horz" lIns="0" tIns="36000" rIns="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『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』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0" name="Text Placeholder 7">
            <a:extLst>
              <a:ext uri="{FF2B5EF4-FFF2-40B4-BE49-F238E27FC236}">
                <ns2:creationId id="{DAD5F890-91DC-1940-2E34-B719481482DE}"/>
              </a:ext>
            </a:extLst>
          </p:cNvPr>
          <p:cNvSpPr txBox="1">
            <a:spLocks/>
          </p:cNvSpPr>
          <p:nvPr>
            <p:custDataLst>
              <p:tags r:id="rId18"/>
            </p:custDataLst>
          </p:nvPr>
        </p:nvSpPr>
        <p:spPr>
          <a:xfrm>
            <a:off x="3751385" y="4774572"/>
            <a:ext cx="1692000" cy="1152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36000" tIns="72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00" b="1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92075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1" name="円/楕円 34">
            <a:extLst>
              <a:ext uri="{FF2B5EF4-FFF2-40B4-BE49-F238E27FC236}">
                <ns2:creationId id="{8875438E-6E2F-8513-2325-F267AB52F2A4}"/>
              </a:ext>
            </a:extLst>
          </p:cNvPr>
          <p:cNvSpPr>
            <a:spLocks noChangeAspect="1"/>
          </p:cNvSpPr>
          <p:nvPr/>
        </p:nvSpPr>
        <p:spPr>
          <a:xfrm>
            <a:off x="5544051" y="1950244"/>
            <a:ext cx="252000" cy="252000"/>
          </a:xfrm>
          <a:prstGeom prst="ellipse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</a:t>
            </a:r>
          </a:p>
        </p:txBody>
      </p:sp>
      <p:sp>
        <p:nvSpPr>
          <p:cNvPr id="53" name="Text Placeholder 7">
            <a:extLst>
              <a:ext uri="{FF2B5EF4-FFF2-40B4-BE49-F238E27FC236}">
                <ns2:creationId id="{687AEBC4-BA72-C1A0-C8AC-9F5930B754C7}"/>
              </a:ext>
            </a:extLst>
          </p:cNvPr>
          <p:cNvSpPr txBox="1">
            <a:spLocks/>
          </p:cNvSpPr>
          <p:nvPr>
            <p:custDataLst>
              <p:tags r:id="rId19"/>
            </p:custDataLst>
          </p:nvPr>
        </p:nvSpPr>
        <p:spPr>
          <a:xfrm>
            <a:off x="5757691" y="2515708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4" name="Text Placeholder 7">
            <a:extLst>
              <a:ext uri="{FF2B5EF4-FFF2-40B4-BE49-F238E27FC236}">
                <ns2:creationId id="{489B9376-3A81-911B-D5BB-0DB14BD7E8D1}"/>
              </a:ext>
            </a:extLst>
          </p:cNvPr>
          <p:cNvSpPr txBox="1">
            <a:spLocks/>
          </p:cNvSpPr>
          <p:nvPr>
            <p:custDataLst>
              <p:tags r:id="rId20"/>
            </p:custDataLst>
          </p:nvPr>
        </p:nvSpPr>
        <p:spPr>
          <a:xfrm>
            <a:off x="5757691" y="3313419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108000" tIns="36000" rIns="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5" name="Text Placeholder 7">
            <a:extLst>
              <a:ext uri="{FF2B5EF4-FFF2-40B4-BE49-F238E27FC236}">
                <ns2:creationId id="{FC67F796-AD86-CA93-999C-2579B8BAA8DD}"/>
              </a:ext>
            </a:extLst>
          </p:cNvPr>
          <p:cNvSpPr txBox="1">
            <a:spLocks/>
          </p:cNvSpPr>
          <p:nvPr>
            <p:custDataLst>
              <p:tags r:id="rId21"/>
            </p:custDataLst>
          </p:nvPr>
        </p:nvSpPr>
        <p:spPr>
          <a:xfrm>
            <a:off x="6540183" y="2515708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6" name="Text Placeholder 7">
            <a:extLst>
              <a:ext uri="{FF2B5EF4-FFF2-40B4-BE49-F238E27FC236}">
                <ns2:creationId id="{FFEA5A8F-4118-EE12-6049-DDB7B71AFACA}"/>
              </a:ext>
            </a:extLst>
          </p:cNvPr>
          <p:cNvSpPr txBox="1">
            <a:spLocks/>
          </p:cNvSpPr>
          <p:nvPr>
            <p:custDataLst>
              <p:tags r:id="rId22"/>
            </p:custDataLst>
          </p:nvPr>
        </p:nvSpPr>
        <p:spPr>
          <a:xfrm>
            <a:off x="6540183" y="3313419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2" name="Text Placeholder 7">
            <a:extLst>
              <a:ext uri="{FF2B5EF4-FFF2-40B4-BE49-F238E27FC236}">
                <ns2:creationId id="{69EC8128-FBA7-E267-2492-C5362F548A0C}"/>
              </a:ext>
            </a:extLst>
          </p:cNvPr>
          <p:cNvSpPr txBox="1">
            <a:spLocks/>
          </p:cNvSpPr>
          <p:nvPr>
            <p:custDataLst>
              <p:tags r:id="rId23"/>
            </p:custDataLst>
          </p:nvPr>
        </p:nvSpPr>
        <p:spPr>
          <a:xfrm>
            <a:off x="5671071" y="4321219"/>
            <a:ext cx="2916000" cy="1980000"/>
          </a:xfrm>
          <a:prstGeom prst="rect">
            <a:avLst/>
          </a:prstGeom>
          <a:ln w="9525" cmpd="sng">
            <a:solidFill>
              <a:srgbClr val="7F7F7F"/>
            </a:solidFill>
            <a:prstDash val="solid"/>
          </a:ln>
        </p:spPr>
        <p:txBody>
          <a:bodyPr vert="horz" lIns="180000" tIns="36000" rIns="36000" bIns="3600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lang="en-US" altLang="ja-JP" sz="1200" b="1">
                <a:solidFill>
                  <a:srgbClr val="7F7F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63" name="Text Placeholder 7">
            <a:extLst>
              <a:ext uri="{FF2B5EF4-FFF2-40B4-BE49-F238E27FC236}">
                <ns2:creationId id="{A12EB56D-AA6D-5B91-76D6-10FAB530946B}"/>
              </a:ext>
            </a:extLst>
          </p:cNvPr>
          <p:cNvSpPr txBox="1">
            <a:spLocks/>
          </p:cNvSpPr>
          <p:nvPr>
            <p:custDataLst>
              <p:tags r:id="rId24"/>
            </p:custDataLst>
          </p:nvPr>
        </p:nvSpPr>
        <p:spPr>
          <a:xfrm>
            <a:off x="5757691" y="4729003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19050" cmpd="sng">
            <a:noFill/>
            <a:prstDash val="solid"/>
          </a:ln>
        </p:spPr>
        <p:txBody>
          <a:bodyPr vert="horz" wrap="square" lIns="108000" tIns="36000" rIns="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4" name="Text Placeholder 7">
            <a:extLst>
              <a:ext uri="{FF2B5EF4-FFF2-40B4-BE49-F238E27FC236}">
                <ns2:creationId id="{018D147E-D8B5-9DE3-0AF8-1A7D1A9391DE}"/>
              </a:ext>
            </a:extLst>
          </p:cNvPr>
          <p:cNvSpPr txBox="1">
            <a:spLocks/>
          </p:cNvSpPr>
          <p:nvPr>
            <p:custDataLst>
              <p:tags r:id="rId25"/>
            </p:custDataLst>
          </p:nvPr>
        </p:nvSpPr>
        <p:spPr>
          <a:xfrm>
            <a:off x="5757691" y="5526714"/>
            <a:ext cx="756000" cy="684000"/>
          </a:xfrm>
          <a:prstGeom prst="rect">
            <a:avLst/>
          </a:prstGeom>
          <a:solidFill>
            <a:srgbClr val="7F7F7F">
              <a:alpha val="30000"/>
            </a:srgbClr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5" name="Text Placeholder 7">
            <a:extLst>
              <a:ext uri="{FF2B5EF4-FFF2-40B4-BE49-F238E27FC236}">
                <ns2:creationId id="{556E4342-AA00-BD4B-6591-9D53AC30A7E6}"/>
              </a:ext>
            </a:extLst>
          </p:cNvPr>
          <p:cNvSpPr txBox="1">
            <a:spLocks/>
          </p:cNvSpPr>
          <p:nvPr>
            <p:custDataLst>
              <p:tags r:id="rId26"/>
            </p:custDataLst>
          </p:nvPr>
        </p:nvSpPr>
        <p:spPr>
          <a:xfrm>
            <a:off x="6535071" y="4729003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6" name="Text Placeholder 7">
            <a:extLst>
              <a:ext uri="{FF2B5EF4-FFF2-40B4-BE49-F238E27FC236}">
                <ns2:creationId id="{25B902E4-5AB8-7CF2-47E8-1909F83C7663}"/>
              </a:ext>
            </a:extLst>
          </p:cNvPr>
          <p:cNvSpPr txBox="1">
            <a:spLocks/>
          </p:cNvSpPr>
          <p:nvPr>
            <p:custDataLst>
              <p:tags r:id="rId27"/>
            </p:custDataLst>
          </p:nvPr>
        </p:nvSpPr>
        <p:spPr>
          <a:xfrm>
            <a:off x="6535071" y="5526714"/>
            <a:ext cx="2052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67" name="円/楕円 34">
            <a:extLst>
              <a:ext uri="{FF2B5EF4-FFF2-40B4-BE49-F238E27FC236}">
                <ns2:creationId id="{5DEC1482-BBB3-1004-154B-D95B9DF08BD2}"/>
              </a:ext>
            </a:extLst>
          </p:cNvPr>
          <p:cNvSpPr>
            <a:spLocks noChangeAspect="1"/>
          </p:cNvSpPr>
          <p:nvPr/>
        </p:nvSpPr>
        <p:spPr>
          <a:xfrm>
            <a:off x="8755350" y="2637576"/>
            <a:ext cx="324000" cy="324000"/>
          </a:xfrm>
          <a:prstGeom prst="rect">
            <a:avLst/>
          </a:prstGeom>
          <a:solidFill>
            <a:srgbClr val="E2F0D9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</a:t>
            </a:r>
          </a:p>
        </p:txBody>
      </p:sp>
      <p:sp>
        <p:nvSpPr>
          <p:cNvPr id="68" name="円/楕円 34">
            <a:extLst>
              <a:ext uri="{FF2B5EF4-FFF2-40B4-BE49-F238E27FC236}">
                <ns2:creationId id="{58A5F486-897F-C663-A6C5-2EB08A8A41A6}"/>
              </a:ext>
            </a:extLst>
          </p:cNvPr>
          <p:cNvSpPr>
            <a:spLocks noChangeAspect="1"/>
          </p:cNvSpPr>
          <p:nvPr/>
        </p:nvSpPr>
        <p:spPr>
          <a:xfrm>
            <a:off x="8755350" y="3156663"/>
            <a:ext cx="324000" cy="324000"/>
          </a:xfrm>
          <a:prstGeom prst="rect">
            <a:avLst/>
          </a:prstGeom>
          <a:solidFill>
            <a:srgbClr val="E2F0D9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9" name="円/楕円 34">
            <a:extLst>
              <a:ext uri="{FF2B5EF4-FFF2-40B4-BE49-F238E27FC236}">
                <ns2:creationId id="{D64D85B4-2771-986C-9E8D-6F0A039E8E30}"/>
              </a:ext>
            </a:extLst>
          </p:cNvPr>
          <p:cNvSpPr>
            <a:spLocks noChangeAspect="1"/>
          </p:cNvSpPr>
          <p:nvPr/>
        </p:nvSpPr>
        <p:spPr>
          <a:xfrm>
            <a:off x="8755350" y="3739611"/>
            <a:ext cx="324000" cy="324000"/>
          </a:xfrm>
          <a:prstGeom prst="rect">
            <a:avLst/>
          </a:prstGeom>
          <a:solidFill>
            <a:srgbClr val="E2F0D9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1" name="Text Placeholder 7">
            <a:extLst>
              <a:ext uri="{FF2B5EF4-FFF2-40B4-BE49-F238E27FC236}">
                <ns2:creationId id="{1454627E-5746-D4E3-274E-72EAA1700C9E}"/>
              </a:ext>
            </a:extLst>
          </p:cNvPr>
          <p:cNvSpPr txBox="1">
            <a:spLocks/>
          </p:cNvSpPr>
          <p:nvPr>
            <p:custDataLst>
              <p:tags r:id="rId28"/>
            </p:custDataLst>
          </p:nvPr>
        </p:nvSpPr>
        <p:spPr>
          <a:xfrm>
            <a:off x="9116563" y="2516827"/>
            <a:ext cx="2698221" cy="50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92075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3" name="Text Placeholder 7">
            <a:extLst>
              <a:ext uri="{FF2B5EF4-FFF2-40B4-BE49-F238E27FC236}">
                <ns2:creationId id="{FD84B4B9-577A-9926-016D-541B2130226E}"/>
              </a:ext>
            </a:extLst>
          </p:cNvPr>
          <p:cNvSpPr txBox="1">
            <a:spLocks/>
          </p:cNvSpPr>
          <p:nvPr>
            <p:custDataLst>
              <p:tags r:id="rId29"/>
            </p:custDataLst>
          </p:nvPr>
        </p:nvSpPr>
        <p:spPr>
          <a:xfrm>
            <a:off x="9116563" y="3080697"/>
            <a:ext cx="2699203" cy="50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92075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4" name="Text Placeholder 7">
            <a:extLst>
              <a:ext uri="{FF2B5EF4-FFF2-40B4-BE49-F238E27FC236}">
                <ns2:creationId id="{9C4E34F7-F41B-1C7B-BA29-FBC74CF87FB3}"/>
              </a:ext>
            </a:extLst>
          </p:cNvPr>
          <p:cNvSpPr txBox="1">
            <a:spLocks/>
          </p:cNvSpPr>
          <p:nvPr>
            <p:custDataLst>
              <p:tags r:id="rId30"/>
            </p:custDataLst>
          </p:nvPr>
        </p:nvSpPr>
        <p:spPr>
          <a:xfrm>
            <a:off x="9116563" y="3649611"/>
            <a:ext cx="2699203" cy="50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92075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2" name="円/楕円 34">
            <a:extLst>
              <a:ext uri="{FF2B5EF4-FFF2-40B4-BE49-F238E27FC236}">
                <ns2:creationId id="{2E13E644-0B60-B0D4-02B7-D6F9DAFC7867}"/>
              </a:ext>
            </a:extLst>
          </p:cNvPr>
          <p:cNvSpPr>
            <a:spLocks noChangeAspect="1"/>
          </p:cNvSpPr>
          <p:nvPr/>
        </p:nvSpPr>
        <p:spPr>
          <a:xfrm>
            <a:off x="5551893" y="4188325"/>
            <a:ext cx="252000" cy="252000"/>
          </a:xfrm>
          <a:prstGeom prst="ellipse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75" name="Text Placeholder 7">
            <a:extLst>
              <a:ext uri="{FF2B5EF4-FFF2-40B4-BE49-F238E27FC236}">
                <ns2:creationId id="{9E4B4A6D-016A-783E-85F0-4332A66610CA}"/>
              </a:ext>
            </a:extLst>
          </p:cNvPr>
          <p:cNvSpPr txBox="1">
            <a:spLocks/>
          </p:cNvSpPr>
          <p:nvPr>
            <p:custDataLst>
              <p:tags r:id="rId31"/>
            </p:custDataLst>
          </p:nvPr>
        </p:nvSpPr>
        <p:spPr>
          <a:xfrm>
            <a:off x="377214" y="5813959"/>
            <a:ext cx="576000" cy="468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6" name="Text Placeholder 7">
            <a:extLst>
              <a:ext uri="{FF2B5EF4-FFF2-40B4-BE49-F238E27FC236}">
                <ns2:creationId id="{35D93114-3BD8-56B6-D1B2-2482E4342643}"/>
              </a:ext>
            </a:extLst>
          </p:cNvPr>
          <p:cNvSpPr txBox="1">
            <a:spLocks/>
          </p:cNvSpPr>
          <p:nvPr>
            <p:custDataLst>
              <p:tags r:id="rId32"/>
            </p:custDataLst>
          </p:nvPr>
        </p:nvSpPr>
        <p:spPr>
          <a:xfrm>
            <a:off x="377214" y="4791427"/>
            <a:ext cx="576000" cy="468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108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7" name="Text Placeholder 7">
            <a:extLst>
              <a:ext uri="{FF2B5EF4-FFF2-40B4-BE49-F238E27FC236}">
                <ns2:creationId id="{C9611FB7-43FE-A624-F022-3422A5A2D597}"/>
              </a:ext>
            </a:extLst>
          </p:cNvPr>
          <p:cNvSpPr txBox="1">
            <a:spLocks/>
          </p:cNvSpPr>
          <p:nvPr>
            <p:custDataLst>
              <p:tags r:id="rId33"/>
            </p:custDataLst>
          </p:nvPr>
        </p:nvSpPr>
        <p:spPr>
          <a:xfrm>
            <a:off x="377214" y="5302693"/>
            <a:ext cx="576000" cy="468000"/>
          </a:xfrm>
          <a:prstGeom prst="rect">
            <a:avLst/>
          </a:prstGeom>
          <a:solidFill>
            <a:srgbClr val="7F7F7F">
              <a:alpha val="30000"/>
            </a:srgbClr>
          </a:solidFill>
          <a:ln w="9525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8" name="Text Placeholder 7">
            <a:extLst>
              <a:ext uri="{FF2B5EF4-FFF2-40B4-BE49-F238E27FC236}">
                <ns2:creationId id="{90B762CD-278F-72E8-D326-1C7DBFED4B3F}"/>
              </a:ext>
            </a:extLst>
          </p:cNvPr>
          <p:cNvSpPr txBox="1">
            <a:spLocks/>
          </p:cNvSpPr>
          <p:nvPr>
            <p:custDataLst>
              <p:tags r:id="rId34"/>
            </p:custDataLst>
          </p:nvPr>
        </p:nvSpPr>
        <p:spPr>
          <a:xfrm>
            <a:off x="967661" y="5813959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79" name="Text Placeholder 7">
            <a:extLst>
              <a:ext uri="{FF2B5EF4-FFF2-40B4-BE49-F238E27FC236}">
                <ns2:creationId id="{ABDE2088-EC38-45D3-3174-23DB8FA58062}"/>
              </a:ext>
            </a:extLst>
          </p:cNvPr>
          <p:cNvSpPr txBox="1">
            <a:spLocks/>
          </p:cNvSpPr>
          <p:nvPr>
            <p:custDataLst>
              <p:tags r:id="rId35"/>
            </p:custDataLst>
          </p:nvPr>
        </p:nvSpPr>
        <p:spPr>
          <a:xfrm>
            <a:off x="967661" y="4791427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、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0" name="Text Placeholder 7">
            <a:extLst>
              <a:ext uri="{FF2B5EF4-FFF2-40B4-BE49-F238E27FC236}">
                <ns2:creationId id="{CD17E29F-5077-6831-89D9-2260D38948FE}"/>
              </a:ext>
            </a:extLst>
          </p:cNvPr>
          <p:cNvSpPr txBox="1">
            <a:spLocks/>
          </p:cNvSpPr>
          <p:nvPr>
            <p:custDataLst>
              <p:tags r:id="rId36"/>
            </p:custDataLst>
          </p:nvPr>
        </p:nvSpPr>
        <p:spPr>
          <a:xfrm>
            <a:off x="967661" y="5302693"/>
            <a:ext cx="2188288" cy="468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82" name="直線矢印コネクタ 81">
            <a:extLst>
              <a:ext uri="{FF2B5EF4-FFF2-40B4-BE49-F238E27FC236}">
                <ns2:creationId id="{0B4A8993-AD9E-39BD-5C36-861E0489B4A6}"/>
              </a:ext>
            </a:extLst>
          </p:cNvPr>
          <p:cNvCxnSpPr>
            <a:stCxn id="14" idx="2"/>
            <a:endCxn id="29" idx="0"/>
          </p:cNvCxnSpPr>
          <p:nvPr/>
        </p:nvCxnSpPr>
        <p:spPr>
          <a:xfrm flipH="1">
            <a:off x="1747640" y="3808925"/>
            <a:ext cx="2" cy="322068"/>
          </a:xfrm>
          <a:prstGeom prst="straightConnector1">
            <a:avLst/>
          </a:prstGeom>
          <a:ln w="9525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矢印コネクタ 83">
            <a:extLst>
              <a:ext uri="{FF2B5EF4-FFF2-40B4-BE49-F238E27FC236}">
                <ns2:creationId id="{518D278D-864D-D4CC-F735-92C39AF2EB94}"/>
              </a:ext>
            </a:extLst>
          </p:cNvPr>
          <p:cNvCxnSpPr>
            <a:cxnSpLocks/>
          </p:cNvCxnSpPr>
          <p:nvPr/>
        </p:nvCxnSpPr>
        <p:spPr>
          <a:xfrm>
            <a:off x="1747640" y="3966286"/>
            <a:ext cx="2003745" cy="0"/>
          </a:xfrm>
          <a:prstGeom prst="straightConnector1">
            <a:avLst/>
          </a:prstGeom>
          <a:ln w="9525">
            <a:solidFill>
              <a:srgbClr val="00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正方形/長方形 85">
            <a:extLst>
              <a:ext uri="{FF2B5EF4-FFF2-40B4-BE49-F238E27FC236}">
                <ns2:creationId id="{CA28DADB-E2CE-A85D-7A7D-0685BA14429E}"/>
              </a:ext>
            </a:extLst>
          </p:cNvPr>
          <p:cNvSpPr/>
          <p:nvPr/>
        </p:nvSpPr>
        <p:spPr>
          <a:xfrm>
            <a:off x="3197988" y="3679554"/>
            <a:ext cx="504000" cy="216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8" name="Text Placeholder 7">
            <a:extLst>
              <a:ext uri="{FF2B5EF4-FFF2-40B4-BE49-F238E27FC236}">
                <ns2:creationId id="{CEAD30BF-A3B9-A834-7EC1-A3A970F35CD7}"/>
              </a:ext>
            </a:extLst>
          </p:cNvPr>
          <p:cNvSpPr txBox="1">
            <a:spLocks/>
          </p:cNvSpPr>
          <p:nvPr>
            <p:custDataLst>
              <p:tags r:id="rId37"/>
            </p:custDataLst>
          </p:nvPr>
        </p:nvSpPr>
        <p:spPr>
          <a:xfrm>
            <a:off x="8816979" y="4819440"/>
            <a:ext cx="756000" cy="684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72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89" name="Text Placeholder 7">
            <a:extLst>
              <a:ext uri="{FF2B5EF4-FFF2-40B4-BE49-F238E27FC236}">
                <ns2:creationId id="{CE2A3EED-96D6-6C18-D054-08EE8EACFD3B}"/>
              </a:ext>
            </a:extLst>
          </p:cNvPr>
          <p:cNvSpPr txBox="1">
            <a:spLocks/>
          </p:cNvSpPr>
          <p:nvPr>
            <p:custDataLst>
              <p:tags r:id="rId38"/>
            </p:custDataLst>
          </p:nvPr>
        </p:nvSpPr>
        <p:spPr>
          <a:xfrm>
            <a:off x="8816979" y="5550476"/>
            <a:ext cx="756000" cy="684000"/>
          </a:xfrm>
          <a:prstGeom prst="rect">
            <a:avLst/>
          </a:prstGeom>
          <a:solidFill>
            <a:srgbClr val="E2F0D9"/>
          </a:solidFill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0" name="Text Placeholder 7">
            <a:extLst>
              <a:ext uri="{FF2B5EF4-FFF2-40B4-BE49-F238E27FC236}">
                <ns2:creationId id="{8467FDCF-E473-CE46-9529-DF592464BAEB}"/>
              </a:ext>
            </a:extLst>
          </p:cNvPr>
          <p:cNvSpPr txBox="1">
            <a:spLocks/>
          </p:cNvSpPr>
          <p:nvPr>
            <p:custDataLst>
              <p:tags r:id="rId39"/>
            </p:custDataLst>
          </p:nvPr>
        </p:nvSpPr>
        <p:spPr>
          <a:xfrm>
            <a:off x="9619151" y="4819440"/>
            <a:ext cx="2196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91" name="Text Placeholder 7">
            <a:extLst>
              <a:ext uri="{FF2B5EF4-FFF2-40B4-BE49-F238E27FC236}">
                <ns2:creationId id="{0E385CAB-0F56-A285-FC65-3A8679099DA3}"/>
              </a:ext>
            </a:extLst>
          </p:cNvPr>
          <p:cNvSpPr txBox="1">
            <a:spLocks/>
          </p:cNvSpPr>
          <p:nvPr>
            <p:custDataLst>
              <p:tags r:id="rId40"/>
            </p:custDataLst>
          </p:nvPr>
        </p:nvSpPr>
        <p:spPr>
          <a:xfrm>
            <a:off x="9619151" y="5550476"/>
            <a:ext cx="2196000" cy="684000"/>
          </a:xfrm>
          <a:prstGeom prst="rect">
            <a:avLst/>
          </a:prstGeom>
          <a:noFill/>
          <a:ln w="19050" cmpd="sng">
            <a:noFill/>
            <a:prstDash val="solid"/>
          </a:ln>
        </p:spPr>
        <p:txBody>
          <a:bodyPr vert="horz" lIns="36000" tIns="3600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1" sz="1800" b="0" i="0" kern="1200">
                <a:solidFill>
                  <a:schemeClr val="accent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176400" marR="0" indent="-1764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2pPr>
            <a:lvl3pPr marL="356400" indent="-1778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3pPr>
            <a:lvl4pPr marL="536400" indent="-1764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4pPr>
            <a:lvl5pPr marL="7128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50000"/>
              <a:buFont typeface="Symbol" panose="05050102010706020507" pitchFamily="18" charset="2"/>
              <a:buChar char="-"/>
              <a:defRPr kumimoji="1" sz="1400" b="0" i="0" kern="1200">
                <a:solidFill>
                  <a:schemeClr val="tx1"/>
                </a:solidFill>
                <a:latin typeface="+mn-lt"/>
                <a:ea typeface="Meiryo" panose="020B0604030504040204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ct val="50000"/>
              <a:buFont typeface="Symbol" panose="05050102010706020507" pitchFamily="18" charset="2"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4:creationId val="2451262478"/>
      </p:ext>
    </p:extLst>
  </p:cSld>
  <p:clrMapOvr>
    <a:masterClrMapping/>
  </p:clrMapOvr>
</p:sld>
</file>

<file path=ppt/slides/slide34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DBB46CE-806B-E2C9-F3B4-0B52727C8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ns2:creationId id="{ED3EED6D-5D0D-4CF8-3443-AD6511CBC22E}"/>
              </a:ext>
            </a:extLst>
          </p:cNvPr>
          <p:cNvSpPr/>
          <p:nvPr/>
        </p:nvSpPr>
        <p:spPr>
          <a:xfrm>
            <a:off x="349338" y="5191743"/>
            <a:ext cx="11507698" cy="1116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A7427FFE-F6DE-EC97-790D-C17439E6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FC9331A1-6A71-D53F-47BE-5826FDC725F3}"/>
              </a:ext>
            </a:extLst>
          </p:cNvPr>
          <p:cNvSpPr/>
          <p:nvPr/>
        </p:nvSpPr>
        <p:spPr>
          <a:xfrm>
            <a:off x="334963" y="2035696"/>
            <a:ext cx="1296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4" name="正方形/長方形 13">
            <a:extLst>
              <a:ext uri="{FF2B5EF4-FFF2-40B4-BE49-F238E27FC236}">
                <ns2:creationId id="{0A6F181F-17B2-6032-B318-F941639EC199}"/>
              </a:ext>
            </a:extLst>
          </p:cNvPr>
          <p:cNvSpPr/>
          <p:nvPr/>
        </p:nvSpPr>
        <p:spPr>
          <a:xfrm>
            <a:off x="334963" y="2638897"/>
            <a:ext cx="1296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5" name="正方形/長方形 14">
            <a:extLst>
              <a:ext uri="{FF2B5EF4-FFF2-40B4-BE49-F238E27FC236}">
                <ns2:creationId id="{9C1489DF-4C39-ACDC-1BE0-1DD35E144284}"/>
              </a:ext>
            </a:extLst>
          </p:cNvPr>
          <p:cNvSpPr/>
          <p:nvPr/>
        </p:nvSpPr>
        <p:spPr>
          <a:xfrm>
            <a:off x="334963" y="3242100"/>
            <a:ext cx="1296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6" name="正方形/長方形 15">
            <a:extLst>
              <a:ext uri="{FF2B5EF4-FFF2-40B4-BE49-F238E27FC236}">
                <ns2:creationId id="{A22072E7-71F5-F697-995E-D5FFA3A5D808}"/>
              </a:ext>
            </a:extLst>
          </p:cNvPr>
          <p:cNvSpPr/>
          <p:nvPr/>
        </p:nvSpPr>
        <p:spPr>
          <a:xfrm>
            <a:off x="334963" y="3845302"/>
            <a:ext cx="1296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EF3E73AE-D407-88C0-72F9-36CD4A2090CA}"/>
              </a:ext>
            </a:extLst>
          </p:cNvPr>
          <p:cNvSpPr/>
          <p:nvPr/>
        </p:nvSpPr>
        <p:spPr>
          <a:xfrm>
            <a:off x="1789338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ns2:creationId id="{6986425F-0D60-E63E-1B96-49B0865E89C3}"/>
              </a:ext>
            </a:extLst>
          </p:cNvPr>
          <p:cNvSpPr/>
          <p:nvPr/>
        </p:nvSpPr>
        <p:spPr>
          <a:xfrm>
            <a:off x="4344430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ns2:creationId id="{2801014B-3897-7FCE-B849-E4DCBB821685}"/>
              </a:ext>
            </a:extLst>
          </p:cNvPr>
          <p:cNvSpPr/>
          <p:nvPr/>
        </p:nvSpPr>
        <p:spPr>
          <a:xfrm>
            <a:off x="6899522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181A8E7D-E66B-B666-CDC9-705A44C10616}"/>
              </a:ext>
            </a:extLst>
          </p:cNvPr>
          <p:cNvSpPr/>
          <p:nvPr/>
        </p:nvSpPr>
        <p:spPr>
          <a:xfrm>
            <a:off x="9454615" y="1637763"/>
            <a:ext cx="2412000" cy="378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ns2:creationId id="{1A9091FD-27D1-2A40-91B0-F34B75C48495}"/>
              </a:ext>
            </a:extLst>
          </p:cNvPr>
          <p:cNvSpPr/>
          <p:nvPr/>
        </p:nvSpPr>
        <p:spPr>
          <a:xfrm>
            <a:off x="1789338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7BCC23F8-3467-29D1-70D3-6FF49B362C8E}"/>
              </a:ext>
            </a:extLst>
          </p:cNvPr>
          <p:cNvSpPr/>
          <p:nvPr/>
        </p:nvSpPr>
        <p:spPr>
          <a:xfrm>
            <a:off x="4344430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1F74FE0F-AD2A-B46C-198C-C8649A1524E8}"/>
              </a:ext>
            </a:extLst>
          </p:cNvPr>
          <p:cNvSpPr/>
          <p:nvPr/>
        </p:nvSpPr>
        <p:spPr>
          <a:xfrm>
            <a:off x="6899522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D60CB0D5-4573-7B76-E24D-BD891A50741C}"/>
              </a:ext>
            </a:extLst>
          </p:cNvPr>
          <p:cNvSpPr/>
          <p:nvPr/>
        </p:nvSpPr>
        <p:spPr>
          <a:xfrm>
            <a:off x="9454615" y="204485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80975" marR="0" lvl="0" indent="-180975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ns2:creationId id="{B1D44234-EA92-F189-35F0-FDD6258DC1B8}"/>
              </a:ext>
            </a:extLst>
          </p:cNvPr>
          <p:cNvSpPr/>
          <p:nvPr/>
        </p:nvSpPr>
        <p:spPr>
          <a:xfrm>
            <a:off x="1789338" y="2636425"/>
            <a:ext cx="7524000" cy="540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5B6ED31E-1954-CC07-BC93-11C11306CD37}"/>
              </a:ext>
            </a:extLst>
          </p:cNvPr>
          <p:cNvSpPr/>
          <p:nvPr/>
        </p:nvSpPr>
        <p:spPr>
          <a:xfrm>
            <a:off x="9454615" y="2636424"/>
            <a:ext cx="2412000" cy="605675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1A521881-C77A-693E-31A8-F1A1C7DCF89B}"/>
              </a:ext>
            </a:extLst>
          </p:cNvPr>
          <p:cNvSpPr/>
          <p:nvPr/>
        </p:nvSpPr>
        <p:spPr>
          <a:xfrm>
            <a:off x="1789338" y="325290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0" name="正方形/長方形 39">
            <a:extLst>
              <a:ext uri="{FF2B5EF4-FFF2-40B4-BE49-F238E27FC236}">
                <ns2:creationId id="{974DA4DC-7929-EDA5-83DD-D89A6B0CEE70}"/>
              </a:ext>
            </a:extLst>
          </p:cNvPr>
          <p:cNvSpPr/>
          <p:nvPr/>
        </p:nvSpPr>
        <p:spPr>
          <a:xfrm>
            <a:off x="1789338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例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: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ns2:creationId id="{2A9EB7BB-7B78-658D-2F7D-B3407854A668}"/>
              </a:ext>
            </a:extLst>
          </p:cNvPr>
          <p:cNvSpPr/>
          <p:nvPr/>
        </p:nvSpPr>
        <p:spPr>
          <a:xfrm>
            <a:off x="4344430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EF39B310-C0A4-193A-5265-40734521AE88}"/>
              </a:ext>
            </a:extLst>
          </p:cNvPr>
          <p:cNvSpPr/>
          <p:nvPr/>
        </p:nvSpPr>
        <p:spPr>
          <a:xfrm>
            <a:off x="6899522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3" name="正方形/長方形 42">
            <a:extLst>
              <a:ext uri="{FF2B5EF4-FFF2-40B4-BE49-F238E27FC236}">
                <ns2:creationId id="{65E8FDAB-61CB-16D1-C644-65802FEB8419}"/>
              </a:ext>
            </a:extLst>
          </p:cNvPr>
          <p:cNvSpPr/>
          <p:nvPr/>
        </p:nvSpPr>
        <p:spPr>
          <a:xfrm>
            <a:off x="9454615" y="3866252"/>
            <a:ext cx="2412000" cy="97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4" name="正方形/長方形 43">
            <a:extLst>
              <a:ext uri="{FF2B5EF4-FFF2-40B4-BE49-F238E27FC236}">
                <ns2:creationId id="{1396C1E4-903F-50D4-C81A-1F60DCFEBDA4}"/>
              </a:ext>
            </a:extLst>
          </p:cNvPr>
          <p:cNvSpPr/>
          <p:nvPr/>
        </p:nvSpPr>
        <p:spPr>
          <a:xfrm>
            <a:off x="334963" y="1637104"/>
            <a:ext cx="1296000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6" name="正方形/長方形 45">
            <a:extLst>
              <a:ext uri="{FF2B5EF4-FFF2-40B4-BE49-F238E27FC236}">
                <ns2:creationId id="{1EEC98BC-9A96-8062-2B14-7F0C9E5262C8}"/>
              </a:ext>
            </a:extLst>
          </p:cNvPr>
          <p:cNvSpPr/>
          <p:nvPr/>
        </p:nvSpPr>
        <p:spPr>
          <a:xfrm>
            <a:off x="4344430" y="325290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ns2:creationId id="{CBAB03B6-9CC9-27DC-7EF2-DF283D6CD74C}"/>
              </a:ext>
            </a:extLst>
          </p:cNvPr>
          <p:cNvSpPr/>
          <p:nvPr/>
        </p:nvSpPr>
        <p:spPr>
          <a:xfrm>
            <a:off x="6899522" y="3252901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8" name="正方形/長方形 47">
            <a:extLst>
              <a:ext uri="{FF2B5EF4-FFF2-40B4-BE49-F238E27FC236}">
                <ns2:creationId id="{C5152B0B-59F2-4852-2DA6-B181D0516001}"/>
              </a:ext>
            </a:extLst>
          </p:cNvPr>
          <p:cNvSpPr/>
          <p:nvPr/>
        </p:nvSpPr>
        <p:spPr>
          <a:xfrm>
            <a:off x="9446088" y="3260267"/>
            <a:ext cx="2412000" cy="54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ns2:creationId id="{6F444023-2C36-5B9F-5020-B006B836DD0C}"/>
              </a:ext>
            </a:extLst>
          </p:cNvPr>
          <p:cNvSpPr/>
          <p:nvPr/>
        </p:nvSpPr>
        <p:spPr>
          <a:xfrm>
            <a:off x="1412465" y="5287921"/>
            <a:ext cx="1980000" cy="93600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「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5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20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例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)】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ns2:creationId id="{10542B1F-12C3-755B-FC0F-C78B092497FC}"/>
              </a:ext>
            </a:extLst>
          </p:cNvPr>
          <p:cNvSpPr/>
          <p:nvPr/>
        </p:nvSpPr>
        <p:spPr>
          <a:xfrm>
            <a:off x="3459342" y="5287921"/>
            <a:ext cx="2304000" cy="93600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3" name="正方形/長方形 52">
            <a:extLst>
              <a:ext uri="{FF2B5EF4-FFF2-40B4-BE49-F238E27FC236}">
                <ns2:creationId id="{E9587082-748A-7B4D-8A13-89130E259892}"/>
              </a:ext>
            </a:extLst>
          </p:cNvPr>
          <p:cNvSpPr/>
          <p:nvPr/>
        </p:nvSpPr>
        <p:spPr>
          <a:xfrm>
            <a:off x="334963" y="5287921"/>
            <a:ext cx="1008000" cy="93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54" name="正方形/長方形 53">
            <a:extLst>
              <a:ext uri="{FF2B5EF4-FFF2-40B4-BE49-F238E27FC236}">
                <ns2:creationId id="{171BB2A5-D4CF-1531-9AA9-3C44DC892283}"/>
              </a:ext>
            </a:extLst>
          </p:cNvPr>
          <p:cNvSpPr/>
          <p:nvPr/>
        </p:nvSpPr>
        <p:spPr>
          <a:xfrm>
            <a:off x="7782175" y="5291586"/>
            <a:ext cx="3984745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ERP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ERP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GCP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0A7B0E36-9850-DAFC-7779-620579F2A448}"/>
              </a:ext>
            </a:extLst>
          </p:cNvPr>
          <p:cNvSpPr/>
          <p:nvPr/>
        </p:nvSpPr>
        <p:spPr>
          <a:xfrm>
            <a:off x="7782176" y="5714501"/>
            <a:ext cx="3984744" cy="50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24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ERP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57" name="正方形/長方形 56">
            <a:extLst>
              <a:ext uri="{FF2B5EF4-FFF2-40B4-BE49-F238E27FC236}">
                <ns2:creationId id="{F8724E83-D4F3-6890-60FF-C24491B4B351}"/>
              </a:ext>
            </a:extLst>
          </p:cNvPr>
          <p:cNvSpPr/>
          <p:nvPr/>
        </p:nvSpPr>
        <p:spPr>
          <a:xfrm>
            <a:off x="6135018" y="5287921"/>
            <a:ext cx="5670000" cy="93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ns2:creationId id="{DBAD8800-0A74-E3EE-E394-EF77A8507A31}"/>
              </a:ext>
            </a:extLst>
          </p:cNvPr>
          <p:cNvSpPr/>
          <p:nvPr/>
        </p:nvSpPr>
        <p:spPr>
          <a:xfrm>
            <a:off x="5830218" y="5287921"/>
            <a:ext cx="1584000" cy="93600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9" name="円/楕円 34">
            <a:extLst>
              <a:ext uri="{FF2B5EF4-FFF2-40B4-BE49-F238E27FC236}">
                <ns2:creationId id="{6E50643F-0ED6-88F2-3388-9A5DBBA27623}"/>
              </a:ext>
            </a:extLst>
          </p:cNvPr>
          <p:cNvSpPr>
            <a:spLocks noChangeAspect="1"/>
          </p:cNvSpPr>
          <p:nvPr/>
        </p:nvSpPr>
        <p:spPr>
          <a:xfrm>
            <a:off x="7527245" y="5381587"/>
            <a:ext cx="180000" cy="180000"/>
          </a:xfrm>
          <a:prstGeom prst="rect">
            <a:avLst/>
          </a:prstGeom>
          <a:solidFill>
            <a:schemeClr val="bg1"/>
          </a:solidFill>
          <a:ln w="9525">
            <a:solidFill>
              <a:srgbClr val="008D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</a:t>
            </a:r>
          </a:p>
        </p:txBody>
      </p:sp>
      <p:sp>
        <p:nvSpPr>
          <p:cNvPr id="60" name="円/楕円 34">
            <a:extLst>
              <a:ext uri="{FF2B5EF4-FFF2-40B4-BE49-F238E27FC236}">
                <ns2:creationId id="{66442F5C-C478-F57F-C3DA-9274239573CF}"/>
              </a:ext>
            </a:extLst>
          </p:cNvPr>
          <p:cNvSpPr>
            <a:spLocks noChangeAspect="1"/>
          </p:cNvSpPr>
          <p:nvPr/>
        </p:nvSpPr>
        <p:spPr>
          <a:xfrm>
            <a:off x="7527245" y="5835600"/>
            <a:ext cx="180000" cy="180000"/>
          </a:xfrm>
          <a:prstGeom prst="rect">
            <a:avLst/>
          </a:prstGeom>
          <a:solidFill>
            <a:schemeClr val="bg1"/>
          </a:solidFill>
          <a:ln w="9525">
            <a:solidFill>
              <a:srgbClr val="008D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JP" altLang="en-US" sz="10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62" name="直線コネクタ 61">
            <a:extLst>
              <a:ext uri="{FF2B5EF4-FFF2-40B4-BE49-F238E27FC236}">
                <ns2:creationId id="{D5AD6D46-D997-2FD1-6F75-9D79F905144D}"/>
              </a:ext>
            </a:extLst>
          </p:cNvPr>
          <p:cNvCxnSpPr>
            <a:cxnSpLocks/>
          </p:cNvCxnSpPr>
          <p:nvPr/>
        </p:nvCxnSpPr>
        <p:spPr>
          <a:xfrm>
            <a:off x="1337872" y="5191743"/>
            <a:ext cx="0" cy="1116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正方形/長方形 62">
            <a:extLst>
              <a:ext uri="{FF2B5EF4-FFF2-40B4-BE49-F238E27FC236}">
                <ns2:creationId id="{8A05D0FC-915D-D116-58CB-852A555F57D2}"/>
              </a:ext>
            </a:extLst>
          </p:cNvPr>
          <p:cNvSpPr/>
          <p:nvPr/>
        </p:nvSpPr>
        <p:spPr>
          <a:xfrm>
            <a:off x="356708" y="4883262"/>
            <a:ext cx="2772000" cy="252000"/>
          </a:xfrm>
          <a:prstGeom prst="rect">
            <a:avLst/>
          </a:prstGeom>
          <a:solidFill>
            <a:srgbClr val="008D2E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C109183E-955B-51CF-7432-80AA61C41BE6}"/>
              </a:ext>
            </a:extLst>
          </p:cNvPr>
          <p:cNvSpPr/>
          <p:nvPr/>
        </p:nvSpPr>
        <p:spPr>
          <a:xfrm>
            <a:off x="3162422" y="4883262"/>
            <a:ext cx="8676000" cy="25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[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] 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([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]) 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cxnSp>
        <p:nvCxnSpPr>
          <p:cNvPr id="65" name="直線コネクタ 64">
            <a:extLst>
              <a:ext uri="{FF2B5EF4-FFF2-40B4-BE49-F238E27FC236}">
                <ns2:creationId id="{B5BA3D9F-8050-822F-417B-DA1FFF74559E}"/>
              </a:ext>
            </a:extLst>
          </p:cNvPr>
          <p:cNvCxnSpPr>
            <a:cxnSpLocks/>
          </p:cNvCxnSpPr>
          <p:nvPr/>
        </p:nvCxnSpPr>
        <p:spPr>
          <a:xfrm>
            <a:off x="1654092" y="1656813"/>
            <a:ext cx="0" cy="36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>
            <a:extLst>
              <a:ext uri="{FF2B5EF4-FFF2-40B4-BE49-F238E27FC236}">
                <ns2:creationId id="{1AAAF169-24CF-AF5E-5D0B-0213BA53DBFF}"/>
              </a:ext>
            </a:extLst>
          </p:cNvPr>
          <p:cNvCxnSpPr>
            <a:cxnSpLocks/>
          </p:cNvCxnSpPr>
          <p:nvPr/>
        </p:nvCxnSpPr>
        <p:spPr>
          <a:xfrm>
            <a:off x="1654092" y="2044851"/>
            <a:ext cx="0" cy="54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コネクタ 66">
            <a:extLst>
              <a:ext uri="{FF2B5EF4-FFF2-40B4-BE49-F238E27FC236}">
                <ns2:creationId id="{18F22FFA-85A0-C1E3-F776-8E76298A355D}"/>
              </a:ext>
            </a:extLst>
          </p:cNvPr>
          <p:cNvCxnSpPr>
            <a:cxnSpLocks/>
          </p:cNvCxnSpPr>
          <p:nvPr/>
        </p:nvCxnSpPr>
        <p:spPr>
          <a:xfrm>
            <a:off x="1654092" y="2636425"/>
            <a:ext cx="0" cy="54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コネクタ 67">
            <a:extLst>
              <a:ext uri="{FF2B5EF4-FFF2-40B4-BE49-F238E27FC236}">
                <ns2:creationId id="{1617C3A8-9D6D-41D5-EA88-2D9449ADBD73}"/>
              </a:ext>
            </a:extLst>
          </p:cNvPr>
          <p:cNvCxnSpPr>
            <a:cxnSpLocks/>
          </p:cNvCxnSpPr>
          <p:nvPr/>
        </p:nvCxnSpPr>
        <p:spPr>
          <a:xfrm>
            <a:off x="1654092" y="3252901"/>
            <a:ext cx="0" cy="540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コネクタ 68">
            <a:extLst>
              <a:ext uri="{FF2B5EF4-FFF2-40B4-BE49-F238E27FC236}">
                <ns2:creationId id="{5ABB2FEA-E9E4-F39B-33AF-93488BE497B5}"/>
              </a:ext>
            </a:extLst>
          </p:cNvPr>
          <p:cNvCxnSpPr>
            <a:cxnSpLocks/>
          </p:cNvCxnSpPr>
          <p:nvPr/>
        </p:nvCxnSpPr>
        <p:spPr>
          <a:xfrm>
            <a:off x="1654092" y="3842755"/>
            <a:ext cx="0" cy="972000"/>
          </a:xfrm>
          <a:prstGeom prst="line">
            <a:avLst/>
          </a:prstGeom>
          <a:ln w="38100">
            <a:solidFill>
              <a:srgbClr val="008D2E">
                <a:alpha val="50000"/>
              </a:srgb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グループ化 5">
            <a:extLst>
              <a:ext uri="{FF2B5EF4-FFF2-40B4-BE49-F238E27FC236}">
                <ns2:creationId id="{D350CFDF-5349-4B1A-F018-7ADA79602AC6}"/>
              </a:ext>
            </a:extLst>
          </p:cNvPr>
          <p:cNvGrpSpPr/>
          <p:nvPr/>
        </p:nvGrpSpPr>
        <p:grpSpPr>
          <a:xfrm>
            <a:off x="1894268" y="1656813"/>
            <a:ext cx="8025277" cy="360000"/>
            <a:chOff x="1894268" y="1656813"/>
            <a:chExt cx="8025277" cy="360000"/>
          </a:xfrm>
        </p:grpSpPr>
        <p:pic>
          <p:nvPicPr>
            <p:cNvPr id="71" name="グラフィックス 70" descr="お金 単色塗りつぶし">
              <a:extLst>
                <a:ext uri="{FF2B5EF4-FFF2-40B4-BE49-F238E27FC236}">
                  <ns2:creationId id="{459624C9-E2B3-81B9-4136-7AF975FC2D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1894268" y="1656813"/>
              <a:ext cx="360000" cy="360000"/>
            </a:xfrm>
            <a:prstGeom prst="rect">
              <a:avLst/>
            </a:prstGeom>
          </p:spPr>
        </p:pic>
        <p:pic>
          <p:nvPicPr>
            <p:cNvPr id="72" name="グラフィックス 71" descr="優良在庫 単色塗りつぶし">
              <a:extLst>
                <a:ext uri="{FF2B5EF4-FFF2-40B4-BE49-F238E27FC236}">
                  <ns2:creationId id="{1286F817-E1AF-AEB1-B5AD-7008E9D0FA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4449360" y="1656813"/>
              <a:ext cx="360000" cy="360000"/>
            </a:xfrm>
            <a:prstGeom prst="rect">
              <a:avLst/>
            </a:prstGeom>
          </p:spPr>
        </p:pic>
        <p:pic>
          <p:nvPicPr>
            <p:cNvPr id="73" name="グラフィックス 72" descr="人と循環 単色塗りつぶし">
              <a:extLst>
                <a:ext uri="{FF2B5EF4-FFF2-40B4-BE49-F238E27FC236}">
                  <ns2:creationId id="{8BB2AE00-B311-AF70-C798-D48DAAF150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04452" y="1656813"/>
              <a:ext cx="360000" cy="360000"/>
            </a:xfrm>
            <a:prstGeom prst="rect">
              <a:avLst/>
            </a:prstGeom>
          </p:spPr>
        </p:pic>
        <p:pic>
          <p:nvPicPr>
            <p:cNvPr id="74" name="グラフィックス 73" descr="数学 単色塗りつぶし">
              <a:extLst>
                <a:ext uri="{FF2B5EF4-FFF2-40B4-BE49-F238E27FC236}">
                  <ns2:creationId id="{A7AF34E5-AA49-21FF-8029-DED43D84FE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9559545" y="1656813"/>
              <a:ext cx="360000" cy="360000"/>
            </a:xfrm>
            <a:prstGeom prst="rect">
              <a:avLst/>
            </a:prstGeom>
          </p:spPr>
        </p:pic>
      </p:grpSp>
      <p:grpSp>
        <p:nvGrpSpPr>
          <p:cNvPr id="80" name="グループ化 79">
            <a:extLst>
              <a:ext uri="{FF2B5EF4-FFF2-40B4-BE49-F238E27FC236}">
                <ns2:creationId id="{03331606-1FAE-E4E6-4EBF-40E974BAE48F}"/>
              </a:ext>
            </a:extLst>
          </p:cNvPr>
          <p:cNvGrpSpPr/>
          <p:nvPr/>
        </p:nvGrpSpPr>
        <p:grpSpPr>
          <a:xfrm>
            <a:off x="1789338" y="3823127"/>
            <a:ext cx="10058835" cy="0"/>
            <a:chOff x="1789338" y="3823127"/>
            <a:chExt cx="10058835" cy="0"/>
          </a:xfrm>
        </p:grpSpPr>
        <p:cxnSp>
          <p:nvCxnSpPr>
            <p:cNvPr id="70" name="直線コネクタ 69">
              <a:extLst>
                <a:ext uri="{FF2B5EF4-FFF2-40B4-BE49-F238E27FC236}">
                  <ns2:creationId id="{8AC35F50-3284-913A-2CE0-E3456496A6FF}"/>
                </a:ext>
              </a:extLst>
            </p:cNvPr>
            <p:cNvCxnSpPr>
              <a:cxnSpLocks/>
            </p:cNvCxnSpPr>
            <p:nvPr/>
          </p:nvCxnSpPr>
          <p:spPr>
            <a:xfrm>
              <a:off x="1789338" y="3823127"/>
              <a:ext cx="2412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ns2:creationId id="{EB02E42A-DE7D-2B9B-3B2B-87E84E5A02CB}"/>
                </a:ext>
              </a:extLst>
            </p:cNvPr>
            <p:cNvCxnSpPr>
              <a:cxnSpLocks/>
            </p:cNvCxnSpPr>
            <p:nvPr/>
          </p:nvCxnSpPr>
          <p:spPr>
            <a:xfrm>
              <a:off x="4342038" y="3823127"/>
              <a:ext cx="2412000" cy="0"/>
            </a:xfrm>
            <a:prstGeom prst="line">
              <a:avLst/>
            </a:prstGeom>
            <a:ln w="9525">
              <a:solidFill>
                <a:srgbClr val="000000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9" name="グループ化 78">
              <a:extLst>
                <a:ext uri="{FF2B5EF4-FFF2-40B4-BE49-F238E27FC236}">
                  <ns2:creationId id="{6836C98F-9DD9-EF90-CA3F-5F6EA29D2998}"/>
                </a:ext>
              </a:extLst>
            </p:cNvPr>
            <p:cNvGrpSpPr/>
            <p:nvPr/>
          </p:nvGrpSpPr>
          <p:grpSpPr>
            <a:xfrm>
              <a:off x="6883473" y="3823127"/>
              <a:ext cx="4964700" cy="0"/>
              <a:chOff x="1941738" y="3975527"/>
              <a:chExt cx="4964700" cy="0"/>
            </a:xfrm>
          </p:grpSpPr>
          <p:cxnSp>
            <p:nvCxnSpPr>
              <p:cNvPr id="77" name="直線コネクタ 76">
                <a:extLst>
                  <a:ext uri="{FF2B5EF4-FFF2-40B4-BE49-F238E27FC236}">
                    <ns2:creationId id="{DE0DD89F-8B2F-7529-A98E-0457AEFDFA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1738" y="3975527"/>
                <a:ext cx="24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コネクタ 77">
                <a:extLst>
                  <a:ext uri="{FF2B5EF4-FFF2-40B4-BE49-F238E27FC236}">
                    <ns2:creationId id="{04AB64FD-4A56-BB3B-656F-E0F7DEEE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94438" y="3975527"/>
                <a:ext cx="2412000" cy="0"/>
              </a:xfrm>
              <a:prstGeom prst="line">
                <a:avLst/>
              </a:prstGeom>
              <a:ln w="9525">
                <a:solidFill>
                  <a:srgbClr val="000000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正方形/長方形 10">
            <a:extLst>
              <a:ext uri="{FF2B5EF4-FFF2-40B4-BE49-F238E27FC236}">
                <ns2:creationId id="{B3034D5C-B09E-509A-F1AE-868468C9AB0A}"/>
              </a:ext>
            </a:extLst>
          </p:cNvPr>
          <p:cNvSpPr/>
          <p:nvPr/>
        </p:nvSpPr>
        <p:spPr>
          <a:xfrm>
            <a:off x="227430" y="946782"/>
            <a:ext cx="11746800" cy="684000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66700" marR="0" lvl="0" indent="-26670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lang="en-US" altLang="ja-JP" sz="160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※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</p:spTree>
    <p:extLst>
      <p:ext uri="{BB962C8B-B14F-4D97-AF65-F5344CB8AC3E}">
        <ns5:creationId val="1174490780"/>
      </p:ext>
    </p:extLst>
  </p:cSld>
  <p:clrMapOvr>
    <a:masterClrMapping/>
  </p:clrMapOvr>
</p:sld>
</file>

<file path=ppt/slides/slide34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AABE39E-50DE-BB23-AB82-C62B4765D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A259D63-BE8B-2B4D-7148-E33A02F72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rgbClr val="000000"/>
                </a:solidFill>
              </a:rPr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BF43463-C55A-CD23-1F96-9C77910529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  <a:tabLst>
                <a:tab pos="7000875" algn="l"/>
              </a:tabLst>
            </a:pPr>
            <a:r>
              <a:rPr lang="ja-JP" altLang="en-US" sz="1800">
                <a:solidFill>
                  <a:srgbClr val="008D2E"/>
                </a:solidFill>
              </a:rPr>
              <a:t>XX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～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r>
              <a:rPr lang="en-US" altLang="ja-JP" sz="1800"/>
              <a:t>(</a:t>
            </a:r>
            <a:r>
              <a:rPr lang="ja-JP" altLang="en-US" sz="1800"/>
              <a:t>XX</a:t>
            </a:r>
            <a:r>
              <a:rPr lang="en-US" altLang="ja-JP" sz="1800"/>
              <a:t>)</a:t>
            </a:r>
            <a:r>
              <a:rPr lang="ja-JP" altLang="en-US" sz="1800"/>
              <a:t>XX</a:t>
            </a:r>
            <a:r>
              <a:rPr lang="en-US" altLang="ja-JP" sz="1800"/>
              <a:t>XX</a:t>
            </a:r>
            <a:r>
              <a:rPr lang="ja-JP" altLang="en-US" sz="1800"/>
              <a:t>～</a:t>
            </a:r>
            <a:r>
              <a:rPr lang="en-US" altLang="ja-JP" sz="1800"/>
              <a:t>XX</a:t>
            </a:r>
            <a:r>
              <a:rPr lang="ja-JP" altLang="en-US" sz="1800"/>
              <a:t>XX</a:t>
            </a:r>
            <a:r>
              <a:rPr lang="en-US" altLang="ja-JP" sz="1800"/>
              <a:t>(</a:t>
            </a:r>
            <a:r>
              <a:rPr lang="ja-JP" altLang="en-US" sz="1800"/>
              <a:t>XX</a:t>
            </a:r>
            <a:r>
              <a:rPr lang="en-US" altLang="ja-JP" sz="1800"/>
              <a:t>) </a:t>
            </a:r>
            <a:r>
              <a:rPr lang="ja-JP" altLang="en-US" sz="1800"/>
              <a:t>XX</a:t>
            </a:r>
            <a:endParaRPr kumimoji="1" lang="ja-JP" altLang="en-US" sz="1800"/>
          </a:p>
        </p:txBody>
      </p:sp>
      <p:sp>
        <p:nvSpPr>
          <p:cNvPr id="11" name="正方形/長方形 10">
            <a:extLst>
              <a:ext uri="{FF2B5EF4-FFF2-40B4-BE49-F238E27FC236}">
                <ns2:creationId id="{8D57448D-C8BC-80CB-0493-29268466C997}"/>
              </a:ext>
            </a:extLst>
          </p:cNvPr>
          <p:cNvSpPr/>
          <p:nvPr/>
        </p:nvSpPr>
        <p:spPr>
          <a:xfrm>
            <a:off x="334962" y="1628776"/>
            <a:ext cx="5580000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ns2:creationId id="{1C02E0F9-9544-3E52-8BDF-64EC02C8BE64}"/>
              </a:ext>
            </a:extLst>
          </p:cNvPr>
          <p:cNvSpPr/>
          <p:nvPr/>
        </p:nvSpPr>
        <p:spPr>
          <a:xfrm>
            <a:off x="6275736" y="1628774"/>
            <a:ext cx="5580000" cy="36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3" name="正方形/長方形 12">
            <a:extLst>
              <a:ext uri="{FF2B5EF4-FFF2-40B4-BE49-F238E27FC236}">
                <ns2:creationId id="{9BD5516B-E35B-33A3-6879-21136903CEE2}"/>
              </a:ext>
            </a:extLst>
          </p:cNvPr>
          <p:cNvSpPr/>
          <p:nvPr/>
        </p:nvSpPr>
        <p:spPr>
          <a:xfrm>
            <a:off x="322424" y="2047338"/>
            <a:ext cx="5580000" cy="32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ns2:creationId id="{79115ADC-035A-BFC8-9BD6-24ACDBF8A399}"/>
              </a:ext>
            </a:extLst>
          </p:cNvPr>
          <p:cNvSpPr/>
          <p:nvPr/>
        </p:nvSpPr>
        <p:spPr>
          <a:xfrm>
            <a:off x="6274084" y="2047338"/>
            <a:ext cx="5580000" cy="32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ns2:creationId id="{663A4B6C-6B68-8915-E420-01735ED41601}"/>
              </a:ext>
            </a:extLst>
          </p:cNvPr>
          <p:cNvSpPr/>
          <p:nvPr/>
        </p:nvSpPr>
        <p:spPr>
          <a:xfrm>
            <a:off x="2062409" y="2476599"/>
            <a:ext cx="3888000" cy="288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7" name="正方形/長方形 16">
            <a:extLst>
              <a:ext uri="{FF2B5EF4-FFF2-40B4-BE49-F238E27FC236}">
                <ns2:creationId id="{8CC33C38-CEEA-D199-E322-E160452184DB}"/>
              </a:ext>
            </a:extLst>
          </p:cNvPr>
          <p:cNvSpPr/>
          <p:nvPr/>
        </p:nvSpPr>
        <p:spPr>
          <a:xfrm>
            <a:off x="341474" y="2798023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8" name="正方形/長方形 17">
            <a:extLst>
              <a:ext uri="{FF2B5EF4-FFF2-40B4-BE49-F238E27FC236}">
                <ns2:creationId id="{098C0BF8-1F9A-E721-9A83-51D3ADDBE188}"/>
              </a:ext>
            </a:extLst>
          </p:cNvPr>
          <p:cNvSpPr/>
          <p:nvPr/>
        </p:nvSpPr>
        <p:spPr>
          <a:xfrm>
            <a:off x="341474" y="3695185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0251B5B1-BDEE-B98F-08B5-2C25091AA06F}"/>
              </a:ext>
            </a:extLst>
          </p:cNvPr>
          <p:cNvSpPr/>
          <p:nvPr/>
        </p:nvSpPr>
        <p:spPr>
          <a:xfrm>
            <a:off x="341474" y="4592347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0" name="正方形/長方形 19">
            <a:extLst>
              <a:ext uri="{FF2B5EF4-FFF2-40B4-BE49-F238E27FC236}">
                <ns2:creationId id="{455E6C98-85C5-6D9E-448D-2A3BEE86D003}"/>
              </a:ext>
            </a:extLst>
          </p:cNvPr>
          <p:cNvSpPr/>
          <p:nvPr/>
        </p:nvSpPr>
        <p:spPr>
          <a:xfrm>
            <a:off x="341474" y="5489510"/>
            <a:ext cx="1260000" cy="792000"/>
          </a:xfrm>
          <a:prstGeom prst="rect">
            <a:avLst/>
          </a:prstGeom>
          <a:solidFill>
            <a:srgbClr val="008D2E"/>
          </a:solidFill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9B8FE845-40B6-CF98-A25D-14FD3BE409F1}"/>
              </a:ext>
            </a:extLst>
          </p:cNvPr>
          <p:cNvSpPr/>
          <p:nvPr/>
        </p:nvSpPr>
        <p:spPr>
          <a:xfrm>
            <a:off x="2062409" y="2798023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84DC3F61-59E5-4286-39D8-C45B446C792E}"/>
              </a:ext>
            </a:extLst>
          </p:cNvPr>
          <p:cNvSpPr/>
          <p:nvPr/>
        </p:nvSpPr>
        <p:spPr>
          <a:xfrm>
            <a:off x="2062409" y="3695185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EAAF3316-8A12-5400-7B57-A155946B17DC}"/>
              </a:ext>
            </a:extLst>
          </p:cNvPr>
          <p:cNvSpPr/>
          <p:nvPr/>
        </p:nvSpPr>
        <p:spPr>
          <a:xfrm>
            <a:off x="2062409" y="4592347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4" name="正方形/長方形 23">
            <a:extLst>
              <a:ext uri="{FF2B5EF4-FFF2-40B4-BE49-F238E27FC236}">
                <ns2:creationId id="{79C9E0CE-E9BD-19C0-DA17-A3D5D65238B0}"/>
              </a:ext>
            </a:extLst>
          </p:cNvPr>
          <p:cNvSpPr/>
          <p:nvPr/>
        </p:nvSpPr>
        <p:spPr>
          <a:xfrm>
            <a:off x="2062409" y="5489510"/>
            <a:ext cx="3888000" cy="79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6" name="ホームベース 13">
            <a:extLst>
              <a:ext uri="{FF2B5EF4-FFF2-40B4-BE49-F238E27FC236}">
                <ns2:creationId id="{FC1C1989-BD7C-A3C8-6F3A-142AD0339B24}"/>
              </a:ext>
            </a:extLst>
          </p:cNvPr>
          <p:cNvSpPr/>
          <p:nvPr/>
        </p:nvSpPr>
        <p:spPr>
          <a:xfrm rot="5400000">
            <a:off x="6672145" y="2116599"/>
            <a:ext cx="360000" cy="1080000"/>
          </a:xfrm>
          <a:prstGeom prst="homePlate">
            <a:avLst>
              <a:gd name="adj" fmla="val 18206"/>
            </a:avLst>
          </a:prstGeom>
          <a:solidFill>
            <a:srgbClr val="008D2E">
              <a:alpha val="70000"/>
            </a:srgb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7" name="山形 14">
            <a:extLst>
              <a:ext uri="{FF2B5EF4-FFF2-40B4-BE49-F238E27FC236}">
                <ns2:creationId id="{932D6DC7-8EFF-C6DA-951F-D85FE9E69BA5}"/>
              </a:ext>
            </a:extLst>
          </p:cNvPr>
          <p:cNvSpPr/>
          <p:nvPr/>
        </p:nvSpPr>
        <p:spPr>
          <a:xfrm rot="5400000">
            <a:off x="6672145" y="2472319"/>
            <a:ext cx="360000" cy="1080000"/>
          </a:xfrm>
          <a:prstGeom prst="chevron">
            <a:avLst>
              <a:gd name="adj" fmla="val 18094"/>
            </a:avLst>
          </a:prstGeom>
          <a:solidFill>
            <a:srgbClr val="008D2E">
              <a:alpha val="85000"/>
            </a:srgbClr>
          </a:solidFill>
          <a:ln w="9525">
            <a:solidFill>
              <a:srgbClr val="008D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28" name="正方形/長方形 27">
            <a:extLst>
              <a:ext uri="{FF2B5EF4-FFF2-40B4-BE49-F238E27FC236}">
                <ns2:creationId id="{36FDEBCE-7DFE-1925-D9D3-65F88EC531EF}"/>
              </a:ext>
            </a:extLst>
          </p:cNvPr>
          <p:cNvSpPr/>
          <p:nvPr/>
        </p:nvSpPr>
        <p:spPr>
          <a:xfrm>
            <a:off x="6274084" y="3250776"/>
            <a:ext cx="1152000" cy="864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88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95EF647C-AC12-F388-4574-0D8BB9D761BD}"/>
              </a:ext>
            </a:extLst>
          </p:cNvPr>
          <p:cNvSpPr/>
          <p:nvPr/>
        </p:nvSpPr>
        <p:spPr>
          <a:xfrm>
            <a:off x="6266540" y="4197736"/>
            <a:ext cx="1152000" cy="2088000"/>
          </a:xfrm>
          <a:prstGeom prst="rect">
            <a:avLst/>
          </a:prstGeom>
          <a:solidFill>
            <a:srgbClr val="E2F0D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500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b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ns2:creationId id="{0AB4DCCD-DBA6-A50F-0843-B2518CAF4F43}"/>
              </a:ext>
            </a:extLst>
          </p:cNvPr>
          <p:cNvSpPr/>
          <p:nvPr/>
        </p:nvSpPr>
        <p:spPr>
          <a:xfrm>
            <a:off x="7458790" y="3250776"/>
            <a:ext cx="4392000" cy="86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9388" marR="0" lvl="1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9388" marR="0" lvl="1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9388" marR="0" lvl="1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10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95911DA3-6B81-16A6-AA6B-4154F4DB242B}"/>
              </a:ext>
            </a:extLst>
          </p:cNvPr>
          <p:cNvSpPr/>
          <p:nvPr/>
        </p:nvSpPr>
        <p:spPr>
          <a:xfrm>
            <a:off x="7458790" y="4182917"/>
            <a:ext cx="4392000" cy="20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71450" marR="0" lvl="1" indent="-809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500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 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  <a:p>
            <a:pPr marL="266700" marR="0" lvl="2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Meiryo UI" panose="020B0604030504040204" pitchFamily="50" charset="-128"/>
              <a:buChar char="-"/>
              <a:tabLst>
                <a:tab pos="174625" algn="l"/>
                <a:tab pos="631825" algn="l"/>
              </a:tabLst>
              <a:defRPr/>
            </a:pP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66700" marR="0" lvl="2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Meiryo UI" panose="020B0604030504040204" pitchFamily="50" charset="-128"/>
              <a:buChar char="-"/>
              <a:tabLst>
                <a:tab pos="271463" algn="l"/>
              </a:tabLst>
              <a:defRPr/>
            </a:pP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: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171450" marR="0" lvl="1" indent="-809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>
                <a:tab pos="174625" algn="l"/>
              </a:tabLst>
              <a:defRPr/>
            </a:pP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: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100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050" b="0" i="0" u="none" strike="noStrike" kern="1200" cap="none" spc="0" normalizeH="0" baseline="0" noProof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66700" marR="0" lvl="2" indent="-88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buClr>
                <a:srgbClr val="008D2E"/>
              </a:buClr>
              <a:buSzTx/>
              <a:buFont typeface="Meiryo UI" panose="020B0604030504040204" pitchFamily="50" charset="-128"/>
              <a:buChar char="-"/>
              <a:tabLst>
                <a:tab pos="266700" algn="l"/>
              </a:tabLst>
              <a:defRPr/>
            </a:pP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RPA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、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BI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、</a:t>
            </a:r>
            <a:r>
              <a: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GCP</a:t>
            </a:r>
            <a:r>
              <a: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2" name="四角形: 角を丸くする 31">
            <a:extLst>
              <a:ext uri="{FF2B5EF4-FFF2-40B4-BE49-F238E27FC236}">
                <ns2:creationId id="{14086997-158F-79B1-FEA0-50C2FCB84EA0}"/>
              </a:ext>
            </a:extLst>
          </p:cNvPr>
          <p:cNvSpPr/>
          <p:nvPr/>
        </p:nvSpPr>
        <p:spPr>
          <a:xfrm>
            <a:off x="6339962" y="3333208"/>
            <a:ext cx="1008000" cy="244699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solidFill>
                  <a:srgbClr val="008D2E"/>
                </a:solidFill>
              </a:ln>
              <a:noFill/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3" name="四角形: 角を丸くする 32">
            <a:extLst>
              <a:ext uri="{FF2B5EF4-FFF2-40B4-BE49-F238E27FC236}">
                <ns2:creationId id="{FDB44EA4-BDEA-0C04-B6EE-F0F96237710E}"/>
              </a:ext>
            </a:extLst>
          </p:cNvPr>
          <p:cNvSpPr/>
          <p:nvPr/>
        </p:nvSpPr>
        <p:spPr>
          <a:xfrm>
            <a:off x="6339962" y="4334319"/>
            <a:ext cx="1008000" cy="244699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JP" altLang="en-US" sz="1200" b="0" i="0" u="none" strike="noStrike" kern="1200" cap="none" spc="0" normalizeH="0" baseline="0" noProof="0">
              <a:ln>
                <a:solidFill>
                  <a:srgbClr val="008D2E"/>
                </a:solidFill>
              </a:ln>
              <a:noFill/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09C365D6-2410-200B-5BA9-568BD4405DCC}"/>
              </a:ext>
            </a:extLst>
          </p:cNvPr>
          <p:cNvSpPr/>
          <p:nvPr/>
        </p:nvSpPr>
        <p:spPr>
          <a:xfrm>
            <a:off x="7458790" y="2476599"/>
            <a:ext cx="4392000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2B406E7A-342A-9947-102D-8CC262FEF459}"/>
              </a:ext>
            </a:extLst>
          </p:cNvPr>
          <p:cNvSpPr/>
          <p:nvPr/>
        </p:nvSpPr>
        <p:spPr>
          <a:xfrm>
            <a:off x="7458790" y="2832319"/>
            <a:ext cx="4392000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500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</a:p>
        </p:txBody>
      </p:sp>
      <p:sp>
        <p:nvSpPr>
          <p:cNvPr id="36" name="正方形/長方形 35">
            <a:extLst>
              <a:ext uri="{FF2B5EF4-FFF2-40B4-BE49-F238E27FC236}">
                <ns2:creationId id="{65E27020-5369-8056-0484-EA5FF8A16D22}"/>
              </a:ext>
            </a:extLst>
          </p:cNvPr>
          <p:cNvSpPr/>
          <p:nvPr/>
        </p:nvSpPr>
        <p:spPr>
          <a:xfrm>
            <a:off x="1645102" y="2890610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3FD9C76E-F897-2BBF-0B1F-EEC1FE3DE066}"/>
              </a:ext>
            </a:extLst>
          </p:cNvPr>
          <p:cNvSpPr/>
          <p:nvPr/>
        </p:nvSpPr>
        <p:spPr>
          <a:xfrm>
            <a:off x="1645102" y="3815655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8" name="正方形/長方形 37">
            <a:extLst>
              <a:ext uri="{FF2B5EF4-FFF2-40B4-BE49-F238E27FC236}">
                <ns2:creationId id="{E29BDFA5-CC02-A649-A14F-4F191A15F089}"/>
              </a:ext>
            </a:extLst>
          </p:cNvPr>
          <p:cNvSpPr/>
          <p:nvPr/>
        </p:nvSpPr>
        <p:spPr>
          <a:xfrm>
            <a:off x="1645102" y="4663082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0AF230C2-C918-E8F0-94AE-19B756CB2E76}"/>
              </a:ext>
            </a:extLst>
          </p:cNvPr>
          <p:cNvSpPr/>
          <p:nvPr/>
        </p:nvSpPr>
        <p:spPr>
          <a:xfrm>
            <a:off x="1655482" y="5564047"/>
            <a:ext cx="396000" cy="61175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</a:p>
        </p:txBody>
      </p:sp>
      <p:sp>
        <p:nvSpPr>
          <p:cNvPr id="40" name="正方形/長方形 39">
            <a:extLst>
              <a:ext uri="{FF2B5EF4-FFF2-40B4-BE49-F238E27FC236}">
                <ns2:creationId id="{85D69873-07C3-759E-47CE-FDB658148F5B}"/>
              </a:ext>
            </a:extLst>
          </p:cNvPr>
          <p:cNvSpPr/>
          <p:nvPr/>
        </p:nvSpPr>
        <p:spPr>
          <a:xfrm>
            <a:off x="7735732" y="4757288"/>
            <a:ext cx="1440000" cy="144000"/>
          </a:xfrm>
          <a:prstGeom prst="rect">
            <a:avLst/>
          </a:prstGeom>
          <a:noFill/>
          <a:ln w="9525">
            <a:solidFill>
              <a:srgbClr val="008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solidFill>
                  <a:srgbClr val="008D2E"/>
                </a:solidFill>
              </a:ln>
              <a:noFill/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65" name="グループ化 64">
            <a:extLst>
              <a:ext uri="{FF2B5EF4-FFF2-40B4-BE49-F238E27FC236}">
                <ns2:creationId id="{FCF0A024-B4F4-AE58-309F-605D2FB2E569}"/>
              </a:ext>
            </a:extLst>
          </p:cNvPr>
          <p:cNvGrpSpPr/>
          <p:nvPr/>
        </p:nvGrpSpPr>
        <p:grpSpPr>
          <a:xfrm>
            <a:off x="1146252" y="1648736"/>
            <a:ext cx="6307410" cy="360000"/>
            <a:chOff x="1146252" y="1648736"/>
            <a:chExt cx="6307410" cy="360000"/>
          </a:xfrm>
        </p:grpSpPr>
        <p:pic>
          <p:nvPicPr>
            <p:cNvPr id="42" name="グラフィックス 41" descr="男性のプロフィール 単色塗りつぶし">
              <a:extLst>
                <a:ext uri="{FF2B5EF4-FFF2-40B4-BE49-F238E27FC236}">
                  <ns2:creationId id="{353B1BAB-BE10-7CE7-BB3E-DBEBDA848E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1146252" y="1648736"/>
              <a:ext cx="360000" cy="360000"/>
            </a:xfrm>
            <a:prstGeom prst="rect">
              <a:avLst/>
            </a:prstGeom>
          </p:spPr>
        </p:pic>
        <p:pic>
          <p:nvPicPr>
            <p:cNvPr id="44" name="グラフィックス 43" descr="翼の付いたお金 単色塗りつぶし">
              <a:extLst>
                <a:ext uri="{FF2B5EF4-FFF2-40B4-BE49-F238E27FC236}">
                  <ns2:creationId id="{6BD91C35-BD11-7C90-47C0-A7F399C0CC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7093662" y="1648736"/>
              <a:ext cx="360000" cy="360000"/>
            </a:xfrm>
            <a:prstGeom prst="rect">
              <a:avLst/>
            </a:prstGeom>
          </p:spPr>
        </p:pic>
      </p:grpSp>
      <p:grpSp>
        <p:nvGrpSpPr>
          <p:cNvPr id="49" name="グループ化 48">
            <a:extLst>
              <a:ext uri="{FF2B5EF4-FFF2-40B4-BE49-F238E27FC236}">
                <ns2:creationId id="{EB51C4CE-EEC9-C2B3-667B-5CBEDB109BE5}"/>
              </a:ext>
            </a:extLst>
          </p:cNvPr>
          <p:cNvGrpSpPr/>
          <p:nvPr/>
        </p:nvGrpSpPr>
        <p:grpSpPr>
          <a:xfrm>
            <a:off x="322424" y="2022886"/>
            <a:ext cx="11515828" cy="4866"/>
            <a:chOff x="322424" y="2365786"/>
            <a:chExt cx="11515828" cy="4866"/>
          </a:xfrm>
        </p:grpSpPr>
        <p:cxnSp>
          <p:nvCxnSpPr>
            <p:cNvPr id="46" name="直線コネクタ 45">
              <a:extLst>
                <a:ext uri="{FF2B5EF4-FFF2-40B4-BE49-F238E27FC236}">
                  <ns2:creationId id="{5E7EC9D2-BE96-2E20-0A42-BBEF344F90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24" y="2365786"/>
              <a:ext cx="5580000" cy="4866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ns2:creationId id="{2725C961-A291-2EDD-E5AC-1DB3DC6B02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58252" y="2365786"/>
              <a:ext cx="5580000" cy="4866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1" name="直線コネクタ 50">
            <a:extLst>
              <a:ext uri="{FF2B5EF4-FFF2-40B4-BE49-F238E27FC236}">
                <ns2:creationId id="{1524DDB6-3A8D-0FDD-7915-C563F21A7346}"/>
              </a:ext>
            </a:extLst>
          </p:cNvPr>
          <p:cNvCxnSpPr>
            <a:cxnSpLocks/>
          </p:cNvCxnSpPr>
          <p:nvPr/>
        </p:nvCxnSpPr>
        <p:spPr>
          <a:xfrm>
            <a:off x="2105953" y="3644453"/>
            <a:ext cx="385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ns2:creationId id="{E36D376C-81D1-5038-8657-5D6C62942E33}"/>
              </a:ext>
            </a:extLst>
          </p:cNvPr>
          <p:cNvCxnSpPr>
            <a:cxnSpLocks/>
          </p:cNvCxnSpPr>
          <p:nvPr/>
        </p:nvCxnSpPr>
        <p:spPr>
          <a:xfrm>
            <a:off x="2105953" y="4540529"/>
            <a:ext cx="385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ns2:creationId id="{8F323E48-E5AB-F63F-2885-9787475E82EF}"/>
              </a:ext>
            </a:extLst>
          </p:cNvPr>
          <p:cNvCxnSpPr>
            <a:cxnSpLocks/>
          </p:cNvCxnSpPr>
          <p:nvPr/>
        </p:nvCxnSpPr>
        <p:spPr>
          <a:xfrm>
            <a:off x="2105953" y="5433089"/>
            <a:ext cx="385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コネクタ 56">
            <a:extLst>
              <a:ext uri="{FF2B5EF4-FFF2-40B4-BE49-F238E27FC236}">
                <ns2:creationId id="{77B1FA5C-ADA0-A2CB-7A54-A809FC406589}"/>
              </a:ext>
            </a:extLst>
          </p:cNvPr>
          <p:cNvCxnSpPr>
            <a:cxnSpLocks/>
          </p:cNvCxnSpPr>
          <p:nvPr/>
        </p:nvCxnSpPr>
        <p:spPr>
          <a:xfrm>
            <a:off x="7458742" y="4154192"/>
            <a:ext cx="43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5:creationId val="856502866"/>
      </p:ext>
    </p:extLst>
  </p:cSld>
  <p:clrMapOvr>
    <a:masterClrMapping/>
  </p:clrMapOvr>
</p:sld>
</file>

<file path=ppt/slides/slide350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373B128D-D97B-9CD2-9EE7-EC19FE10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B72C846-3D17-CC86-CB83-921EBCDFE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DX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35A22D0B-C3B0-C81D-C279-2C3A6CCC9E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290" name="table_TWformat_txt_2_1">
            <a:extLst>
              <a:ext uri="{FF2B5EF4-FFF2-40B4-BE49-F238E27FC236}">
                <ns2:creationId id="{776E2B20-44CF-E4E4-26F8-5B379A459B7A}"/>
              </a:ext>
            </a:extLst>
          </p:cNvPr>
          <p:cNvSpPr/>
          <p:nvPr/>
        </p:nvSpPr>
        <p:spPr>
          <a:xfrm>
            <a:off x="2114290" y="1837863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1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88" name="table_TWformat_txt_3_1">
            <a:extLst>
              <a:ext uri="{FF2B5EF4-FFF2-40B4-BE49-F238E27FC236}">
                <ns2:creationId id="{64824C7F-16C8-D6B4-7652-9D2195E7CFE8}"/>
              </a:ext>
            </a:extLst>
          </p:cNvPr>
          <p:cNvSpPr/>
          <p:nvPr/>
        </p:nvSpPr>
        <p:spPr>
          <a:xfrm>
            <a:off x="2114290" y="2046953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 dirty="0">
                <a:solidFill>
                  <a:schemeClr val="tx1"/>
                </a:solidFill>
                <a:latin typeface="+mn-ea"/>
              </a:rPr>
              <a:t>2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84" name="table_TWformat_txt_5_1">
            <a:extLst>
              <a:ext uri="{FF2B5EF4-FFF2-40B4-BE49-F238E27FC236}">
                <ns2:creationId id="{BE6C2598-5251-E57F-EBE9-B474B4D99825}"/>
              </a:ext>
            </a:extLst>
          </p:cNvPr>
          <p:cNvSpPr/>
          <p:nvPr/>
        </p:nvSpPr>
        <p:spPr>
          <a:xfrm>
            <a:off x="2114290" y="2465131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1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82" name="table_TWformat_txt_6_1">
            <a:extLst>
              <a:ext uri="{FF2B5EF4-FFF2-40B4-BE49-F238E27FC236}">
                <ns2:creationId id="{10A30AAE-CB01-AFE3-3887-DDF745A9FE2F}"/>
              </a:ext>
            </a:extLst>
          </p:cNvPr>
          <p:cNvSpPr/>
          <p:nvPr/>
        </p:nvSpPr>
        <p:spPr>
          <a:xfrm>
            <a:off x="2114290" y="2674220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2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8" name="table_TWformat_txt_8_1">
            <a:extLst>
              <a:ext uri="{FF2B5EF4-FFF2-40B4-BE49-F238E27FC236}">
                <ns2:creationId id="{D90E0B29-2112-1FFF-5636-B27B2EF00D95}"/>
              </a:ext>
            </a:extLst>
          </p:cNvPr>
          <p:cNvSpPr/>
          <p:nvPr/>
        </p:nvSpPr>
        <p:spPr>
          <a:xfrm>
            <a:off x="2114290" y="3092397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1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6" name="table_TWformat_txt_9_1">
            <a:extLst>
              <a:ext uri="{FF2B5EF4-FFF2-40B4-BE49-F238E27FC236}">
                <ns2:creationId id="{7CB8BCC3-E066-8FEA-8833-6DA8D28398ED}"/>
              </a:ext>
            </a:extLst>
          </p:cNvPr>
          <p:cNvSpPr/>
          <p:nvPr/>
        </p:nvSpPr>
        <p:spPr>
          <a:xfrm>
            <a:off x="2114290" y="3301487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2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2" name="table_TWformat_txt_11_1">
            <a:extLst>
              <a:ext uri="{FF2B5EF4-FFF2-40B4-BE49-F238E27FC236}">
                <ns2:creationId id="{08D6F1DD-AFBA-ECA9-6AD9-CC2D85F99E0A}"/>
              </a:ext>
            </a:extLst>
          </p:cNvPr>
          <p:cNvSpPr/>
          <p:nvPr/>
        </p:nvSpPr>
        <p:spPr>
          <a:xfrm>
            <a:off x="2114290" y="3719664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1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70" name="table_TWformat_txt_12_1">
            <a:extLst>
              <a:ext uri="{FF2B5EF4-FFF2-40B4-BE49-F238E27FC236}">
                <ns2:creationId id="{D216195A-953D-01D6-6E90-8ABB08903E1B}"/>
              </a:ext>
            </a:extLst>
          </p:cNvPr>
          <p:cNvSpPr/>
          <p:nvPr/>
        </p:nvSpPr>
        <p:spPr>
          <a:xfrm>
            <a:off x="2114290" y="3928753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2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66" name="table_TWformat_txt_14_1">
            <a:extLst>
              <a:ext uri="{FF2B5EF4-FFF2-40B4-BE49-F238E27FC236}">
                <ns2:creationId id="{E036755F-5334-F5E4-5480-57E94CF99767}"/>
              </a:ext>
            </a:extLst>
          </p:cNvPr>
          <p:cNvSpPr/>
          <p:nvPr/>
        </p:nvSpPr>
        <p:spPr>
          <a:xfrm>
            <a:off x="2114290" y="4346931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1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64" name="table_TWformat_txt_15_1">
            <a:extLst>
              <a:ext uri="{FF2B5EF4-FFF2-40B4-BE49-F238E27FC236}">
                <ns2:creationId id="{3930F53C-F09C-1154-8336-BC327562CC19}"/>
              </a:ext>
            </a:extLst>
          </p:cNvPr>
          <p:cNvSpPr/>
          <p:nvPr/>
        </p:nvSpPr>
        <p:spPr>
          <a:xfrm>
            <a:off x="2114290" y="4556020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2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62" name="table_TWformat_txt_16_1">
            <a:extLst>
              <a:ext uri="{FF2B5EF4-FFF2-40B4-BE49-F238E27FC236}">
                <ns2:creationId id="{81207D19-FA1A-A991-6607-C78EEFDD5847}"/>
              </a:ext>
            </a:extLst>
          </p:cNvPr>
          <p:cNvSpPr/>
          <p:nvPr/>
        </p:nvSpPr>
        <p:spPr>
          <a:xfrm>
            <a:off x="2114290" y="4765109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3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8" name="table_TWformat_txt_18_1">
            <a:extLst>
              <a:ext uri="{FF2B5EF4-FFF2-40B4-BE49-F238E27FC236}">
                <ns2:creationId id="{955C584D-15D4-7D08-8574-B0AADBF7C18C}"/>
              </a:ext>
            </a:extLst>
          </p:cNvPr>
          <p:cNvSpPr/>
          <p:nvPr/>
        </p:nvSpPr>
        <p:spPr>
          <a:xfrm>
            <a:off x="2114290" y="5183287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1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6" name="table_TWformat_txt_19_1">
            <a:extLst>
              <a:ext uri="{FF2B5EF4-FFF2-40B4-BE49-F238E27FC236}">
                <ns2:creationId id="{ACDF3D9E-9431-111F-C8FE-D84BF130DDA0}"/>
              </a:ext>
            </a:extLst>
          </p:cNvPr>
          <p:cNvSpPr/>
          <p:nvPr/>
        </p:nvSpPr>
        <p:spPr>
          <a:xfrm>
            <a:off x="2114290" y="5392375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2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54" name="table_TWformat_txt_20_1">
            <a:extLst>
              <a:ext uri="{FF2B5EF4-FFF2-40B4-BE49-F238E27FC236}">
                <ns2:creationId id="{153A3E38-35E9-2E40-3388-E86B4D13D516}"/>
              </a:ext>
            </a:extLst>
          </p:cNvPr>
          <p:cNvSpPr/>
          <p:nvPr/>
        </p:nvSpPr>
        <p:spPr>
          <a:xfrm>
            <a:off x="2114290" y="5601465"/>
            <a:ext cx="187053" cy="177035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050">
                <a:solidFill>
                  <a:schemeClr val="tx1"/>
                </a:solidFill>
                <a:latin typeface="+mn-ea"/>
              </a:rPr>
              <a:t>3</a:t>
            </a:r>
            <a:endParaRPr kumimoji="1" lang="ja-JP" altLang="en-US" sz="105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E3912875-CCBE-81A8-7781-B45DB2CC0D2F}"/>
              </a:ext>
            </a:extLst>
          </p:cNvPr>
          <p:cNvGrpSpPr/>
          <p:nvPr/>
        </p:nvGrpSpPr>
        <p:grpSpPr>
          <a:xfrm>
            <a:off x="2291691" y="1628775"/>
            <a:ext cx="9565346" cy="4149725"/>
            <a:chOff x="1650692" y="1628775"/>
            <a:chExt cx="10206346" cy="4149725"/>
          </a:xfrm>
        </p:grpSpPr>
        <p:sp>
          <p:nvSpPr>
            <p:cNvPr id="293" name="table_TWformat_txt_1_2">
              <a:extLst>
                <a:ext uri="{FF2B5EF4-FFF2-40B4-BE49-F238E27FC236}">
                  <ns2:creationId id="{4E509E03-404B-13E2-5577-8001B2E68CDF}"/>
                </a:ext>
              </a:extLst>
            </p:cNvPr>
            <p:cNvSpPr/>
            <p:nvPr/>
          </p:nvSpPr>
          <p:spPr>
            <a:xfrm>
              <a:off x="1650692" y="162877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en-US" altLang="ja-JP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1"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91" name="table_TWformat_txt_2_2">
              <a:extLst>
                <a:ext uri="{FF2B5EF4-FFF2-40B4-BE49-F238E27FC236}">
                  <ns2:creationId id="{0438A645-65B0-E607-6AC0-482C07D37915}"/>
                </a:ext>
              </a:extLst>
            </p:cNvPr>
            <p:cNvSpPr/>
            <p:nvPr/>
          </p:nvSpPr>
          <p:spPr>
            <a:xfrm>
              <a:off x="1650692" y="1837863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9" name="table_TWformat_txt_3_2">
              <a:extLst>
                <a:ext uri="{FF2B5EF4-FFF2-40B4-BE49-F238E27FC236}">
                  <ns2:creationId id="{FC730CCE-11B8-6F54-CAF0-DF0EB39577D0}"/>
                </a:ext>
              </a:extLst>
            </p:cNvPr>
            <p:cNvSpPr/>
            <p:nvPr/>
          </p:nvSpPr>
          <p:spPr>
            <a:xfrm>
              <a:off x="1650692" y="2046953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7" name="table_TWformat_txt_4_2">
              <a:extLst>
                <a:ext uri="{FF2B5EF4-FFF2-40B4-BE49-F238E27FC236}">
                  <ns2:creationId id="{C866B810-78F8-124C-FBAB-DCFD025FB847}"/>
                </a:ext>
              </a:extLst>
            </p:cNvPr>
            <p:cNvSpPr/>
            <p:nvPr/>
          </p:nvSpPr>
          <p:spPr>
            <a:xfrm>
              <a:off x="1650692" y="2256041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1000" b="1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rgbClr val="008000"/>
                </a:solidFill>
                <a:latin typeface="+mn-ea"/>
              </a:endParaRPr>
            </a:p>
          </p:txBody>
        </p:sp>
        <p:cxnSp>
          <p:nvCxnSpPr>
            <p:cNvPr id="221" name="table_TWformat_line_4_2">
              <a:extLst>
                <a:ext uri="{FF2B5EF4-FFF2-40B4-BE49-F238E27FC236}">
                  <ns2:creationId id="{75CC6DF5-881F-BF7B-DED1-2F7601299DA7}"/>
                </a:ext>
              </a:extLst>
            </p:cNvPr>
            <p:cNvCxnSpPr/>
            <p:nvPr/>
          </p:nvCxnSpPr>
          <p:spPr>
            <a:xfrm>
              <a:off x="1650692" y="2240015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" name="table_TWformat_txt_5_2">
              <a:extLst>
                <a:ext uri="{FF2B5EF4-FFF2-40B4-BE49-F238E27FC236}">
                  <ns2:creationId id="{F9427848-5EB3-03EB-9BBA-47A668B88378}"/>
                </a:ext>
              </a:extLst>
            </p:cNvPr>
            <p:cNvSpPr/>
            <p:nvPr/>
          </p:nvSpPr>
          <p:spPr>
            <a:xfrm>
              <a:off x="1650692" y="2465131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3" name="table_TWformat_txt_6_2">
              <a:extLst>
                <a:ext uri="{FF2B5EF4-FFF2-40B4-BE49-F238E27FC236}">
                  <ns2:creationId id="{EC8CF7D1-A864-B987-9ED1-CBCFBCA1E60E}"/>
                </a:ext>
              </a:extLst>
            </p:cNvPr>
            <p:cNvSpPr/>
            <p:nvPr/>
          </p:nvSpPr>
          <p:spPr>
            <a:xfrm>
              <a:off x="1650692" y="2674220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1" name="table_TWformat_txt_7_2">
              <a:extLst>
                <a:ext uri="{FF2B5EF4-FFF2-40B4-BE49-F238E27FC236}">
                  <ns2:creationId id="{C48DBA5E-7683-B484-4DD2-183ADC74722F}"/>
                </a:ext>
              </a:extLst>
            </p:cNvPr>
            <p:cNvSpPr/>
            <p:nvPr/>
          </p:nvSpPr>
          <p:spPr>
            <a:xfrm>
              <a:off x="1650692" y="2883309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(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)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)</a:t>
              </a: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9" name="table_TWformat_txt_8_2">
              <a:extLst>
                <a:ext uri="{FF2B5EF4-FFF2-40B4-BE49-F238E27FC236}">
                  <ns2:creationId id="{AF0F62CF-314A-2CC7-4B4B-A4405C558B12}"/>
                </a:ext>
              </a:extLst>
            </p:cNvPr>
            <p:cNvSpPr/>
            <p:nvPr/>
          </p:nvSpPr>
          <p:spPr>
            <a:xfrm>
              <a:off x="1650692" y="309239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7" name="table_TWformat_txt_9_2">
              <a:extLst>
                <a:ext uri="{FF2B5EF4-FFF2-40B4-BE49-F238E27FC236}">
                  <ns2:creationId id="{D2A675E5-F7C6-0176-A0FC-71CC23225BE7}"/>
                </a:ext>
              </a:extLst>
            </p:cNvPr>
            <p:cNvSpPr/>
            <p:nvPr/>
          </p:nvSpPr>
          <p:spPr>
            <a:xfrm>
              <a:off x="1650692" y="330148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lang="ja-JP" altLang="en-US" sz="7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5" name="table_TWformat_txt_10_2">
              <a:extLst>
                <a:ext uri="{FF2B5EF4-FFF2-40B4-BE49-F238E27FC236}">
                  <ns2:creationId id="{764EC9F1-F585-1820-71AA-556978BCCE6C}"/>
                </a:ext>
              </a:extLst>
            </p:cNvPr>
            <p:cNvSpPr/>
            <p:nvPr/>
          </p:nvSpPr>
          <p:spPr>
            <a:xfrm>
              <a:off x="1650692" y="351057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33" name="table_TWformat_line_10_2">
              <a:extLst>
                <a:ext uri="{FF2B5EF4-FFF2-40B4-BE49-F238E27FC236}">
                  <ns2:creationId id="{34A10FF2-C4B4-A3A3-0002-FC9A99B7DBFE}"/>
                </a:ext>
              </a:extLst>
            </p:cNvPr>
            <p:cNvCxnSpPr/>
            <p:nvPr/>
          </p:nvCxnSpPr>
          <p:spPr>
            <a:xfrm>
              <a:off x="1650692" y="3494549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able_TWformat_txt_11_2">
              <a:extLst>
                <a:ext uri="{FF2B5EF4-FFF2-40B4-BE49-F238E27FC236}">
                  <ns2:creationId id="{6F5425EB-3387-7220-DE34-73DEF8A9F51A}"/>
                </a:ext>
              </a:extLst>
            </p:cNvPr>
            <p:cNvSpPr/>
            <p:nvPr/>
          </p:nvSpPr>
          <p:spPr>
            <a:xfrm>
              <a:off x="1650692" y="3719664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1" name="table_TWformat_txt_12_2">
              <a:extLst>
                <a:ext uri="{FF2B5EF4-FFF2-40B4-BE49-F238E27FC236}">
                  <ns2:creationId id="{9A4B4A21-1D14-A258-EFBE-6BFE1FCF6105}"/>
                </a:ext>
              </a:extLst>
            </p:cNvPr>
            <p:cNvSpPr/>
            <p:nvPr/>
          </p:nvSpPr>
          <p:spPr>
            <a:xfrm>
              <a:off x="1650692" y="3928753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table_TWformat_txt_13_2">
              <a:extLst>
                <a:ext uri="{FF2B5EF4-FFF2-40B4-BE49-F238E27FC236}">
                  <ns2:creationId id="{829247EC-3044-A648-3381-6B016FB6D9EC}"/>
                </a:ext>
              </a:extLst>
            </p:cNvPr>
            <p:cNvSpPr/>
            <p:nvPr/>
          </p:nvSpPr>
          <p:spPr>
            <a:xfrm>
              <a:off x="1650692" y="4137842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239" name="table_TWformat_line_13_2">
              <a:extLst>
                <a:ext uri="{FF2B5EF4-FFF2-40B4-BE49-F238E27FC236}">
                  <ns2:creationId id="{95760297-1E29-BA47-6D5B-1F0E29701F5F}"/>
                </a:ext>
              </a:extLst>
            </p:cNvPr>
            <p:cNvCxnSpPr/>
            <p:nvPr/>
          </p:nvCxnSpPr>
          <p:spPr>
            <a:xfrm>
              <a:off x="1650692" y="4121815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7" name="table_TWformat_txt_14_2">
              <a:extLst>
                <a:ext uri="{FF2B5EF4-FFF2-40B4-BE49-F238E27FC236}">
                  <ns2:creationId id="{4294D6B5-E14C-A489-3977-ADD83DE9A342}"/>
                </a:ext>
              </a:extLst>
            </p:cNvPr>
            <p:cNvSpPr/>
            <p:nvPr/>
          </p:nvSpPr>
          <p:spPr>
            <a:xfrm>
              <a:off x="1650692" y="4346931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table_TWformat_txt_15_2">
              <a:extLst>
                <a:ext uri="{FF2B5EF4-FFF2-40B4-BE49-F238E27FC236}">
                  <ns2:creationId id="{1F947BBF-75B2-E63C-2D3F-DD5964999DAB}"/>
                </a:ext>
              </a:extLst>
            </p:cNvPr>
            <p:cNvSpPr/>
            <p:nvPr/>
          </p:nvSpPr>
          <p:spPr>
            <a:xfrm>
              <a:off x="1650692" y="4556020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3" name="table_TWformat_txt_16_2">
              <a:extLst>
                <a:ext uri="{FF2B5EF4-FFF2-40B4-BE49-F238E27FC236}">
                  <ns2:creationId id="{5EB0AF78-8F63-B4C4-C5D5-8E64A7609446}"/>
                </a:ext>
              </a:extLst>
            </p:cNvPr>
            <p:cNvSpPr/>
            <p:nvPr/>
          </p:nvSpPr>
          <p:spPr>
            <a:xfrm>
              <a:off x="1650692" y="4765109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table_TWformat_txt_17_2">
              <a:extLst>
                <a:ext uri="{FF2B5EF4-FFF2-40B4-BE49-F238E27FC236}">
                  <ns2:creationId id="{060FD3E5-9F0E-A22D-27BC-D8C28F1259DE}"/>
                </a:ext>
              </a:extLst>
            </p:cNvPr>
            <p:cNvSpPr/>
            <p:nvPr/>
          </p:nvSpPr>
          <p:spPr>
            <a:xfrm>
              <a:off x="1650692" y="497419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ja-JP" altLang="en-US" sz="1000" b="1">
                  <a:solidFill>
                    <a:srgbClr val="008000"/>
                  </a:solidFill>
                  <a:latin typeface="+mn-ea"/>
                </a:rPr>
                <a:t>XX</a:t>
              </a:r>
              <a:endParaRPr lang="ja-JP" altLang="en-US" sz="1000" b="1" dirty="0">
                <a:solidFill>
                  <a:srgbClr val="008000"/>
                </a:solidFill>
                <a:latin typeface="+mn-ea"/>
              </a:endParaRPr>
            </a:p>
          </p:txBody>
        </p:sp>
        <p:cxnSp>
          <p:nvCxnSpPr>
            <p:cNvPr id="247" name="table_TWformat_line_17_2">
              <a:extLst>
                <a:ext uri="{FF2B5EF4-FFF2-40B4-BE49-F238E27FC236}">
                  <ns2:creationId id="{10CC7161-A9AA-0129-FC75-D6B6033C46DD}"/>
                </a:ext>
              </a:extLst>
            </p:cNvPr>
            <p:cNvCxnSpPr/>
            <p:nvPr/>
          </p:nvCxnSpPr>
          <p:spPr>
            <a:xfrm>
              <a:off x="1650692" y="4958171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9" name="table_TWformat_txt_18_2">
              <a:extLst>
                <a:ext uri="{FF2B5EF4-FFF2-40B4-BE49-F238E27FC236}">
                  <ns2:creationId id="{D185F026-16AA-8B53-4B4C-B77E9CEB37A2}"/>
                </a:ext>
              </a:extLst>
            </p:cNvPr>
            <p:cNvSpPr/>
            <p:nvPr/>
          </p:nvSpPr>
          <p:spPr>
            <a:xfrm>
              <a:off x="1650692" y="5183287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ROI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7" name="table_TWformat_txt_19_2">
              <a:extLst>
                <a:ext uri="{FF2B5EF4-FFF2-40B4-BE49-F238E27FC236}">
                  <ns2:creationId id="{1919A353-48EF-E0EE-A31B-722941C39755}"/>
                </a:ext>
              </a:extLst>
            </p:cNvPr>
            <p:cNvSpPr/>
            <p:nvPr/>
          </p:nvSpPr>
          <p:spPr>
            <a:xfrm>
              <a:off x="1650692" y="539237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DX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5" name="table_TWformat_txt_20_2">
              <a:extLst>
                <a:ext uri="{FF2B5EF4-FFF2-40B4-BE49-F238E27FC236}">
                  <ns2:creationId id="{4EFFC9E7-DAAE-7C5C-01BD-5D918104B554}"/>
                </a:ext>
              </a:extLst>
            </p:cNvPr>
            <p:cNvSpPr/>
            <p:nvPr/>
          </p:nvSpPr>
          <p:spPr>
            <a:xfrm>
              <a:off x="1650692" y="5601465"/>
              <a:ext cx="10206346" cy="177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kumimoji="1"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endParaRPr kumimoji="1" lang="ja-JP" altLang="en-US" sz="900" dirty="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297" name="table_TWformat_line_8_2">
              <a:extLst>
                <a:ext uri="{FF2B5EF4-FFF2-40B4-BE49-F238E27FC236}">
                  <ns2:creationId id="{C9785345-8B61-BAB6-B00C-783DE43ACA5A}"/>
                </a:ext>
              </a:extLst>
            </p:cNvPr>
            <p:cNvCxnSpPr/>
            <p:nvPr/>
          </p:nvCxnSpPr>
          <p:spPr>
            <a:xfrm>
              <a:off x="1650692" y="2867282"/>
              <a:ext cx="10206346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グループ化 4">
            <a:extLst>
              <a:ext uri="{FF2B5EF4-FFF2-40B4-BE49-F238E27FC236}">
                <ns2:creationId id="{B64C95EA-7DBD-CA7F-FCC9-757697FE610C}"/>
              </a:ext>
            </a:extLst>
          </p:cNvPr>
          <p:cNvGrpSpPr/>
          <p:nvPr/>
        </p:nvGrpSpPr>
        <p:grpSpPr>
          <a:xfrm>
            <a:off x="334961" y="1640017"/>
            <a:ext cx="1758243" cy="4138479"/>
            <a:chOff x="334962" y="1640017"/>
            <a:chExt cx="1067118" cy="4138479"/>
          </a:xfrm>
        </p:grpSpPr>
        <p:grpSp>
          <p:nvGrpSpPr>
            <p:cNvPr id="339" name="Group 338">
              <a:extLst>
                <a:ext uri="{FF2B5EF4-FFF2-40B4-BE49-F238E27FC236}">
                  <ns2:creationId id="{ED06507A-E4A0-4BAB-B3AA-D2F13BD79F8E}"/>
                </a:ext>
              </a:extLst>
            </p:cNvPr>
            <p:cNvGrpSpPr/>
            <p:nvPr/>
          </p:nvGrpSpPr>
          <p:grpSpPr>
            <a:xfrm>
              <a:off x="334962" y="1640017"/>
              <a:ext cx="1067118" cy="4138479"/>
              <a:chOff x="334962" y="1639596"/>
              <a:chExt cx="1303338" cy="3983434"/>
            </a:xfrm>
          </p:grpSpPr>
          <p:sp>
            <p:nvSpPr>
              <p:cNvPr id="327" name="Freeform: Shape 326">
                <a:extLst>
                  <a:ext uri="{FF2B5EF4-FFF2-40B4-BE49-F238E27FC236}">
                    <ns2:creationId id="{96B71803-E6D3-2895-077C-FE1862E23A61}"/>
                  </a:ext>
                </a:extLst>
              </p:cNvPr>
              <p:cNvSpPr/>
              <p:nvPr/>
            </p:nvSpPr>
            <p:spPr>
              <a:xfrm>
                <a:off x="334962" y="1639596"/>
                <a:ext cx="1303338" cy="554283"/>
              </a:xfrm>
              <a:custGeom>
                <a:avLst/>
                <a:gdLst>
                  <a:gd name="csX0" fmla="*/ 0 w 1303338"/>
                  <a:gd name="csY0" fmla="*/ 0 h 554283"/>
                  <a:gd name="csX1" fmla="*/ 1303338 w 1303338"/>
                  <a:gd name="csY1" fmla="*/ 0 h 554283"/>
                  <a:gd name="csX2" fmla="*/ 1121982 w 1303338"/>
                  <a:gd name="csY2" fmla="*/ 554283 h 554283"/>
                  <a:gd name="csX3" fmla="*/ 0 w 1303338"/>
                  <a:gd name="csY3" fmla="*/ 554283 h 554283"/>
                  <a:gd name="csX4" fmla="*/ 0 w 1303338"/>
                  <a:gd name="csY4" fmla="*/ 0 h 5542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03338" h="554283">
                    <a:moveTo>
                      <a:pt x="0" y="0"/>
                    </a:moveTo>
                    <a:lnTo>
                      <a:pt x="1303338" y="0"/>
                    </a:lnTo>
                    <a:lnTo>
                      <a:pt x="1121982" y="554283"/>
                    </a:lnTo>
                    <a:lnTo>
                      <a:pt x="0" y="5542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ns2:creationId id="{332DCB01-0417-A4C7-C5E0-89C92E0F1A32}"/>
                  </a:ext>
                </a:extLst>
              </p:cNvPr>
              <p:cNvSpPr/>
              <p:nvPr/>
            </p:nvSpPr>
            <p:spPr>
              <a:xfrm>
                <a:off x="334962" y="2240351"/>
                <a:ext cx="1106777" cy="557296"/>
              </a:xfrm>
              <a:custGeom>
                <a:avLst/>
                <a:gdLst>
                  <a:gd name="csX0" fmla="*/ 0 w 1106777"/>
                  <a:gd name="csY0" fmla="*/ 0 h 557296"/>
                  <a:gd name="csX1" fmla="*/ 1106777 w 1106777"/>
                  <a:gd name="csY1" fmla="*/ 0 h 557296"/>
                  <a:gd name="csX2" fmla="*/ 924436 w 1106777"/>
                  <a:gd name="csY2" fmla="*/ 557296 h 557296"/>
                  <a:gd name="csX3" fmla="*/ 0 w 1106777"/>
                  <a:gd name="csY3" fmla="*/ 557296 h 557296"/>
                  <a:gd name="csX4" fmla="*/ 0 w 1106777"/>
                  <a:gd name="csY4" fmla="*/ 0 h 5572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06777" h="557296">
                    <a:moveTo>
                      <a:pt x="0" y="0"/>
                    </a:moveTo>
                    <a:lnTo>
                      <a:pt x="1106777" y="0"/>
                    </a:lnTo>
                    <a:lnTo>
                      <a:pt x="924436" y="557296"/>
                    </a:lnTo>
                    <a:lnTo>
                      <a:pt x="0" y="5572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ns2:creationId id="{6B42A42D-855D-FBF3-CE25-67DE4C060AC4}"/>
                  </a:ext>
                </a:extLst>
              </p:cNvPr>
              <p:cNvSpPr/>
              <p:nvPr/>
            </p:nvSpPr>
            <p:spPr>
              <a:xfrm>
                <a:off x="334962" y="2844119"/>
                <a:ext cx="909231" cy="557294"/>
              </a:xfrm>
              <a:custGeom>
                <a:avLst/>
                <a:gdLst>
                  <a:gd name="csX0" fmla="*/ 0 w 909231"/>
                  <a:gd name="csY0" fmla="*/ 0 h 557294"/>
                  <a:gd name="csX1" fmla="*/ 909231 w 909231"/>
                  <a:gd name="csY1" fmla="*/ 0 h 557294"/>
                  <a:gd name="csX2" fmla="*/ 726890 w 909231"/>
                  <a:gd name="csY2" fmla="*/ 557294 h 557294"/>
                  <a:gd name="csX3" fmla="*/ 0 w 909231"/>
                  <a:gd name="csY3" fmla="*/ 557294 h 557294"/>
                  <a:gd name="csX4" fmla="*/ 0 w 909231"/>
                  <a:gd name="csY4" fmla="*/ 0 h 5572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09231" h="557294">
                    <a:moveTo>
                      <a:pt x="0" y="0"/>
                    </a:moveTo>
                    <a:lnTo>
                      <a:pt x="909231" y="0"/>
                    </a:lnTo>
                    <a:lnTo>
                      <a:pt x="726890" y="557294"/>
                    </a:lnTo>
                    <a:lnTo>
                      <a:pt x="0" y="5572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ns2:creationId id="{242B8D13-0418-C52C-1A32-B893D6967A9C}"/>
                  </a:ext>
                </a:extLst>
              </p:cNvPr>
              <p:cNvSpPr/>
              <p:nvPr/>
            </p:nvSpPr>
            <p:spPr>
              <a:xfrm>
                <a:off x="334962" y="3447885"/>
                <a:ext cx="711685" cy="557294"/>
              </a:xfrm>
              <a:custGeom>
                <a:avLst/>
                <a:gdLst>
                  <a:gd name="csX0" fmla="*/ 0 w 711685"/>
                  <a:gd name="csY0" fmla="*/ 0 h 557294"/>
                  <a:gd name="csX1" fmla="*/ 711685 w 711685"/>
                  <a:gd name="csY1" fmla="*/ 0 h 557294"/>
                  <a:gd name="csX2" fmla="*/ 529344 w 711685"/>
                  <a:gd name="csY2" fmla="*/ 557294 h 557294"/>
                  <a:gd name="csX3" fmla="*/ 0 w 711685"/>
                  <a:gd name="csY3" fmla="*/ 557294 h 557294"/>
                  <a:gd name="csX4" fmla="*/ 0 w 711685"/>
                  <a:gd name="csY4" fmla="*/ 0 h 5572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11685" h="557294">
                    <a:moveTo>
                      <a:pt x="0" y="0"/>
                    </a:moveTo>
                    <a:lnTo>
                      <a:pt x="711685" y="0"/>
                    </a:lnTo>
                    <a:lnTo>
                      <a:pt x="529344" y="557294"/>
                    </a:lnTo>
                    <a:lnTo>
                      <a:pt x="0" y="5572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ns2:creationId id="{1173ACB2-ABFF-482D-508A-850824657496}"/>
                  </a:ext>
                </a:extLst>
              </p:cNvPr>
              <p:cNvSpPr/>
              <p:nvPr/>
            </p:nvSpPr>
            <p:spPr>
              <a:xfrm>
                <a:off x="334962" y="4051651"/>
                <a:ext cx="514139" cy="758551"/>
              </a:xfrm>
              <a:custGeom>
                <a:avLst/>
                <a:gdLst>
                  <a:gd name="csX0" fmla="*/ 0 w 514139"/>
                  <a:gd name="csY0" fmla="*/ 0 h 758551"/>
                  <a:gd name="csX1" fmla="*/ 514139 w 514139"/>
                  <a:gd name="csY1" fmla="*/ 0 h 758551"/>
                  <a:gd name="csX2" fmla="*/ 265949 w 514139"/>
                  <a:gd name="csY2" fmla="*/ 758551 h 758551"/>
                  <a:gd name="csX3" fmla="*/ 0 w 514139"/>
                  <a:gd name="csY3" fmla="*/ 758551 h 758551"/>
                  <a:gd name="csX4" fmla="*/ 0 w 514139"/>
                  <a:gd name="csY4" fmla="*/ 0 h 7585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14139" h="758551">
                    <a:moveTo>
                      <a:pt x="0" y="0"/>
                    </a:moveTo>
                    <a:lnTo>
                      <a:pt x="514139" y="0"/>
                    </a:lnTo>
                    <a:lnTo>
                      <a:pt x="265949" y="758551"/>
                    </a:lnTo>
                    <a:lnTo>
                      <a:pt x="0" y="7585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ns2:creationId id="{B1060205-93E8-D7B1-8DDF-017607DC6FE3}"/>
                  </a:ext>
                </a:extLst>
              </p:cNvPr>
              <p:cNvSpPr/>
              <p:nvPr/>
            </p:nvSpPr>
            <p:spPr>
              <a:xfrm>
                <a:off x="334962" y="4856674"/>
                <a:ext cx="250744" cy="766356"/>
              </a:xfrm>
              <a:custGeom>
                <a:avLst/>
                <a:gdLst>
                  <a:gd name="csX0" fmla="*/ 0 w 250744"/>
                  <a:gd name="csY0" fmla="*/ 0 h 766356"/>
                  <a:gd name="csX1" fmla="*/ 250744 w 250744"/>
                  <a:gd name="csY1" fmla="*/ 0 h 766356"/>
                  <a:gd name="csX2" fmla="*/ 0 w 250744"/>
                  <a:gd name="csY2" fmla="*/ 766356 h 766356"/>
                  <a:gd name="csX3" fmla="*/ 0 w 250744"/>
                  <a:gd name="csY3" fmla="*/ 0 h 7663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0744" h="766356">
                    <a:moveTo>
                      <a:pt x="0" y="0"/>
                    </a:moveTo>
                    <a:lnTo>
                      <a:pt x="250744" y="0"/>
                    </a:lnTo>
                    <a:lnTo>
                      <a:pt x="0" y="7663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333" name="table_TWformat_txt_1_2">
              <a:extLst>
                <a:ext uri="{FF2B5EF4-FFF2-40B4-BE49-F238E27FC236}">
                  <ns2:creationId id="{7F0B8367-0B13-68CE-6D1E-6CEFC13E9E1D}"/>
                </a:ext>
              </a:extLst>
            </p:cNvPr>
            <p:cNvSpPr/>
            <p:nvPr/>
          </p:nvSpPr>
          <p:spPr>
            <a:xfrm>
              <a:off x="334963" y="1734884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1</a:t>
              </a:r>
              <a:r>
                <a:rPr lang="ja-JP" altLang="en-US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4" name="table_TWformat_txt_1_2">
              <a:extLst>
                <a:ext uri="{FF2B5EF4-FFF2-40B4-BE49-F238E27FC236}">
                  <ns2:creationId id="{D3256BC8-D984-562E-2357-5BCB245C9AF0}"/>
                </a:ext>
              </a:extLst>
            </p:cNvPr>
            <p:cNvSpPr/>
            <p:nvPr/>
          </p:nvSpPr>
          <p:spPr>
            <a:xfrm>
              <a:off x="334963" y="2360587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2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5" name="table_TWformat_txt_1_2">
              <a:extLst>
                <a:ext uri="{FF2B5EF4-FFF2-40B4-BE49-F238E27FC236}">
                  <ns2:creationId id="{D98AC995-7E51-369C-D808-2E26D957167E}"/>
                </a:ext>
              </a:extLst>
            </p:cNvPr>
            <p:cNvSpPr/>
            <p:nvPr/>
          </p:nvSpPr>
          <p:spPr>
            <a:xfrm>
              <a:off x="334963" y="2987854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3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6" name="table_TWformat_txt_1_2">
              <a:extLst>
                <a:ext uri="{FF2B5EF4-FFF2-40B4-BE49-F238E27FC236}">
                  <ns2:creationId id="{3C388239-99F4-1E1A-42AC-134A2C9C7F08}"/>
                </a:ext>
              </a:extLst>
            </p:cNvPr>
            <p:cNvSpPr/>
            <p:nvPr/>
          </p:nvSpPr>
          <p:spPr>
            <a:xfrm>
              <a:off x="334963" y="3615120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4</a:t>
              </a:r>
            </a:p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00" b="1" dirty="0">
                  <a:solidFill>
                    <a:schemeClr val="bg1"/>
                  </a:solidFill>
                  <a:latin typeface="+mn-ea"/>
                </a:rPr>
              </a:br>
              <a:r>
                <a:rPr lang="en-US" altLang="ja-JP" sz="10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7" name="table_TWformat_txt_1_2">
              <a:extLst>
                <a:ext uri="{FF2B5EF4-FFF2-40B4-BE49-F238E27FC236}">
                  <ns2:creationId id="{0956DAFF-4DA0-8E09-0311-64A3D000C4FE}"/>
                </a:ext>
              </a:extLst>
            </p:cNvPr>
            <p:cNvSpPr/>
            <p:nvPr/>
          </p:nvSpPr>
          <p:spPr>
            <a:xfrm>
              <a:off x="334963" y="4346930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900" b="1" dirty="0">
                  <a:solidFill>
                    <a:schemeClr val="bg1"/>
                  </a:solidFill>
                  <a:latin typeface="+mn-ea"/>
                </a:rPr>
                <a:t>5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900" b="1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900" b="1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900" b="1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ja-JP" altLang="en-US" sz="900" b="1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38" name="table_TWformat_txt_1_2">
              <a:extLst>
                <a:ext uri="{FF2B5EF4-FFF2-40B4-BE49-F238E27FC236}">
                  <ns2:creationId id="{56479BC3-D033-24A3-8D7F-029D623C76F2}"/>
                </a:ext>
              </a:extLst>
            </p:cNvPr>
            <p:cNvSpPr/>
            <p:nvPr/>
          </p:nvSpPr>
          <p:spPr>
            <a:xfrm>
              <a:off x="334963" y="5187342"/>
              <a:ext cx="798512" cy="386124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chemeClr val="accent1"/>
                  </a:solidFill>
                </ns3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buClr>
                  <a:schemeClr val="accent1"/>
                </a:buClr>
              </a:pPr>
              <a:r>
                <a:rPr lang="en-US" altLang="ja-JP" sz="1000" b="1" dirty="0">
                  <a:solidFill>
                    <a:srgbClr val="008000"/>
                  </a:solidFill>
                  <a:latin typeface="+mn-ea"/>
                </a:rPr>
                <a:t>6</a:t>
              </a:r>
            </a:p>
            <a:p>
              <a:pPr>
                <a:buClr>
                  <a:schemeClr val="accent1"/>
                </a:buClr>
              </a:pPr>
              <a:r>
                <a:rPr lang="ja-JP" altLang="en-US" sz="1000" b="1" dirty="0">
                  <a:solidFill>
                    <a:srgbClr val="008000"/>
                  </a:solidFill>
                  <a:latin typeface="+mn-ea"/>
                </a:rPr>
                <a:t>XX</a:t>
              </a:r>
              <a:endParaRPr kumimoji="1" lang="ja-JP" altLang="en-US" sz="1000" b="1" dirty="0">
                <a:solidFill>
                  <a:srgbClr val="008000"/>
                </a:solidFill>
                <a:latin typeface="+mn-ea"/>
              </a:endParaRPr>
            </a:p>
          </p:txBody>
        </p:sp>
      </p:grpSp>
      <p:grpSp>
        <p:nvGrpSpPr>
          <p:cNvPr id="348" name="Group 347">
            <a:extLst>
              <a:ext uri="{FF2B5EF4-FFF2-40B4-BE49-F238E27FC236}">
                <ns2:creationId id="{2C3BDCD3-760C-BE69-40B3-1FD2B767D3DA}"/>
              </a:ext>
            </a:extLst>
          </p:cNvPr>
          <p:cNvGrpSpPr/>
          <p:nvPr/>
        </p:nvGrpSpPr>
        <p:grpSpPr>
          <a:xfrm>
            <a:off x="334961" y="5862950"/>
            <a:ext cx="11522077" cy="445777"/>
            <a:chOff x="8101667" y="4970358"/>
            <a:chExt cx="4034815" cy="540001"/>
          </a:xfrm>
        </p:grpSpPr>
        <p:sp>
          <p:nvSpPr>
            <p:cNvPr id="349" name="Rectangle: Rounded Corners 30">
              <a:extLst>
                <a:ext uri="{FF2B5EF4-FFF2-40B4-BE49-F238E27FC236}">
                  <ns2:creationId id="{B8E46340-3B3D-AF71-0A47-019C99F1C39A}"/>
                </a:ext>
              </a:extLst>
            </p:cNvPr>
            <p:cNvSpPr/>
            <p:nvPr/>
          </p:nvSpPr>
          <p:spPr>
            <a:xfrm rot="16200000">
              <a:off x="8284947" y="4787079"/>
              <a:ext cx="540000" cy="906560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8000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0" rIns="0" bIns="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ja-JP" altLang="en-US" sz="1200" dirty="0">
                  <a:latin typeface="+mn-ea"/>
                </a:rPr>
                <a:t>XX</a:t>
              </a:r>
              <a:br>
                <a:rPr lang="en-US" altLang="ja-JP" sz="1200" dirty="0">
                  <a:latin typeface="+mn-ea"/>
                </a:rPr>
              </a:br>
              <a:r>
                <a:rPr lang="ja-JP" altLang="en-US" sz="1200" dirty="0">
                  <a:latin typeface="+mn-ea"/>
                </a:rPr>
                <a:t>XX</a:t>
              </a:r>
              <a:r>
                <a:rPr lang="en-US" altLang="ja-JP" sz="1200" dirty="0">
                  <a:latin typeface="+mn-ea"/>
                </a:rPr>
                <a:t>XX</a:t>
              </a:r>
              <a:r>
                <a:rPr lang="ja-JP" altLang="en-US" sz="1200" dirty="0">
                  <a:latin typeface="+mn-ea"/>
                </a:rPr>
                <a:t>XX</a:t>
              </a:r>
              <a:endParaRPr kumimoji="1" lang="ja-JP" altLang="en-US" sz="1200" dirty="0">
                <a:latin typeface="+mn-ea"/>
              </a:endParaRPr>
            </a:p>
          </p:txBody>
        </p:sp>
        <p:sp>
          <p:nvSpPr>
            <p:cNvPr id="350" name="Rectangle: Rounded Corners 30">
              <a:extLst>
                <a:ext uri="{FF2B5EF4-FFF2-40B4-BE49-F238E27FC236}">
                  <ns2:creationId id="{8F26893A-5EA3-F43A-2B6F-88FC2843EC23}"/>
                </a:ext>
              </a:extLst>
            </p:cNvPr>
            <p:cNvSpPr/>
            <p:nvPr/>
          </p:nvSpPr>
          <p:spPr>
            <a:xfrm rot="16200000">
              <a:off x="10302355" y="3676231"/>
              <a:ext cx="540000" cy="3128254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lIns="0" tIns="180000" rIns="0" bIns="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</a:b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) </a:t>
              </a: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+mn-ea"/>
                </a:rPr>
                <a:t>XX</a:t>
              </a:r>
              <a:endParaRPr kumimoji="1" lang="ja-JP" altLang="en-US" sz="1200" dirty="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4:creationId val="3989591564"/>
      </p:ext>
    </p:extLst>
  </p:cSld>
  <p:clrMapOvr>
    <a:masterClrMapping/>
  </p:clrMapOvr>
</p:sld>
</file>

<file path=ppt/slides/slide35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44F6DFD-B94D-1299-DD22-83B2C5D9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8063C1E-B296-EA9D-F958-F5A976A61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13" name="ホームベース 64">
            <a:extLst>
              <a:ext uri="{FF2B5EF4-FFF2-40B4-BE49-F238E27FC236}">
                <ns2:creationId id="{AE46A13D-42C6-8C8B-D227-DB4459828198}"/>
              </a:ext>
            </a:extLst>
          </p:cNvPr>
          <p:cNvSpPr/>
          <p:nvPr/>
        </p:nvSpPr>
        <p:spPr>
          <a:xfrm>
            <a:off x="334964" y="2087588"/>
            <a:ext cx="1965600" cy="1692000"/>
          </a:xfrm>
          <a:prstGeom prst="homePlate">
            <a:avLst>
              <a:gd name="adj" fmla="val 12681"/>
            </a:avLst>
          </a:prstGeom>
          <a:solidFill>
            <a:srgbClr val="008000">
              <a:alpha val="10000"/>
            </a:srgb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44000" rIns="36000" bIns="36000" rtlCol="0" anchor="ctr" anchorCtr="0"/>
          <a:lstStyle/>
          <a:p>
            <a:pPr>
              <a:buClr>
                <a:schemeClr val="accent1"/>
              </a:buClr>
            </a:pP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rgbClr val="ED7D3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AA74F55F-50EA-8C28-EE91-86BAF0506687}"/>
              </a:ext>
            </a:extLst>
          </p:cNvPr>
          <p:cNvSpPr/>
          <p:nvPr/>
        </p:nvSpPr>
        <p:spPr>
          <a:xfrm>
            <a:off x="4560571" y="2032724"/>
            <a:ext cx="7296468" cy="46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2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ns2:creationId id="{4AD03A57-5AE7-4FC6-4E69-FE246B0624ED}"/>
              </a:ext>
            </a:extLst>
          </p:cNvPr>
          <p:cNvSpPr/>
          <p:nvPr/>
        </p:nvSpPr>
        <p:spPr>
          <a:xfrm>
            <a:off x="2368182" y="2087588"/>
            <a:ext cx="1965603" cy="16920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5200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1000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ns2:creationId id="{EBC425C5-71CE-495C-9183-1BE51D705BFC}"/>
              </a:ext>
            </a:extLst>
          </p:cNvPr>
          <p:cNvSpPr/>
          <p:nvPr/>
        </p:nvSpPr>
        <p:spPr>
          <a:xfrm>
            <a:off x="334963" y="4104595"/>
            <a:ext cx="3998823" cy="1476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288000" rIns="36000" bIns="3600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7BFE7FA3-83EF-B7D0-7AA7-05E7E7B76EC8}"/>
              </a:ext>
            </a:extLst>
          </p:cNvPr>
          <p:cNvSpPr/>
          <p:nvPr/>
        </p:nvSpPr>
        <p:spPr>
          <a:xfrm>
            <a:off x="9049037" y="4352310"/>
            <a:ext cx="2808000" cy="11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spcAft>
                <a:spcPts val="400"/>
              </a:spcAft>
            </a:pPr>
            <a:r>
              <a:rPr lang="ja-JP" altLang="en-US" sz="105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5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3663" lvl="3" indent="-93663">
              <a:spcAft>
                <a:spcPts val="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3663" lvl="3" indent="-93663">
              <a:spcAft>
                <a:spcPts val="2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71B159F0-D6F6-2342-29BC-E802AF8AC246}"/>
              </a:ext>
            </a:extLst>
          </p:cNvPr>
          <p:cNvSpPr/>
          <p:nvPr/>
        </p:nvSpPr>
        <p:spPr>
          <a:xfrm>
            <a:off x="4560571" y="2905205"/>
            <a:ext cx="2340000" cy="158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spcAft>
                <a:spcPts val="400"/>
              </a:spcAft>
            </a:pP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lvl="3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75" name="グループ化 74">
            <a:extLst>
              <a:ext uri="{FF2B5EF4-FFF2-40B4-BE49-F238E27FC236}">
                <ns2:creationId id="{B1DB1DC4-D32A-798C-D816-0A5FB64FEC06}"/>
              </a:ext>
            </a:extLst>
          </p:cNvPr>
          <p:cNvGrpSpPr>
            <a:grpSpLocks noChangeAspect="1"/>
          </p:cNvGrpSpPr>
          <p:nvPr/>
        </p:nvGrpSpPr>
        <p:grpSpPr>
          <a:xfrm>
            <a:off x="6505257" y="3064404"/>
            <a:ext cx="2443737" cy="2231999"/>
            <a:chOff x="6973676" y="3064404"/>
            <a:chExt cx="2321841" cy="2120663"/>
          </a:xfrm>
        </p:grpSpPr>
        <p:sp>
          <p:nvSpPr>
            <p:cNvPr id="67" name="楕円 66">
              <a:extLst>
                <a:ext uri="{FF2B5EF4-FFF2-40B4-BE49-F238E27FC236}">
                  <ns2:creationId id="{10D9AA62-1F1E-FFF9-D505-D662BEF99E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48044" y="3436921"/>
              <a:ext cx="1620000" cy="1620000"/>
            </a:xfrm>
            <a:prstGeom prst="ellipse">
              <a:avLst/>
            </a:prstGeom>
            <a:noFill/>
            <a:ln w="76200">
              <a:solidFill>
                <a:schemeClr val="bg1">
                  <a:lumMod val="85000"/>
                </a:schemeClr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4" name="グループ化 53">
              <a:extLst>
                <a:ext uri="{FF2B5EF4-FFF2-40B4-BE49-F238E27FC236}">
                  <ns2:creationId id="{0F13730A-40B5-ADA0-32CA-291421FCB14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73676" y="3064404"/>
              <a:ext cx="2321841" cy="2120663"/>
              <a:chOff x="3973619" y="1955493"/>
              <a:chExt cx="4244770" cy="3876979"/>
            </a:xfrm>
          </p:grpSpPr>
          <p:sp>
            <p:nvSpPr>
              <p:cNvPr id="39" name="Oval 5">
                <a:extLst>
                  <a:ext uri="{FF2B5EF4-FFF2-40B4-BE49-F238E27FC236}">
                    <ns2:creationId id="{91504DD4-EE1C-6F47-BF00-57834CB0E30A}"/>
                  </a:ext>
                </a:extLst>
              </p:cNvPr>
              <p:cNvSpPr/>
              <p:nvPr/>
            </p:nvSpPr>
            <p:spPr>
              <a:xfrm>
                <a:off x="5268004" y="1955493"/>
                <a:ext cx="1656000" cy="1656000"/>
              </a:xfrm>
              <a:prstGeom prst="ellipse">
                <a:avLst/>
              </a:prstGeom>
              <a:solidFill>
                <a:srgbClr val="3399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ja-JP" altLang="en-US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40" name="Oval 7">
                <a:extLst>
                  <a:ext uri="{FF2B5EF4-FFF2-40B4-BE49-F238E27FC236}">
                    <ns2:creationId id="{2E64B403-B223-7BDE-5F35-D448CA9775DB}"/>
                  </a:ext>
                </a:extLst>
              </p:cNvPr>
              <p:cNvSpPr/>
              <p:nvPr/>
            </p:nvSpPr>
            <p:spPr>
              <a:xfrm>
                <a:off x="3973619" y="4176472"/>
                <a:ext cx="1656000" cy="165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ja-JP" altLang="en-US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sp>
            <p:nvSpPr>
              <p:cNvPr id="41" name="Oval 8">
                <a:extLst>
                  <a:ext uri="{FF2B5EF4-FFF2-40B4-BE49-F238E27FC236}">
                    <ns2:creationId id="{CA553010-D38F-119C-C3C1-A1DBCD956315}"/>
                  </a:ext>
                </a:extLst>
              </p:cNvPr>
              <p:cNvSpPr/>
              <p:nvPr/>
            </p:nvSpPr>
            <p:spPr>
              <a:xfrm>
                <a:off x="6562389" y="4176472"/>
                <a:ext cx="1656000" cy="1656000"/>
              </a:xfrm>
              <a:prstGeom prst="ellipse">
                <a:avLst/>
              </a:prstGeom>
              <a:solidFill>
                <a:srgbClr val="4CA64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bIns="137160" rtlCol="0" anchor="b"/>
              <a:lstStyle/>
              <a:p>
                <a:pPr algn="ctr">
                  <a:defRPr/>
                </a:pPr>
                <a:endParaRPr kumimoji="0" lang="ja-JP" altLang="en-US" sz="1400">
                  <a:solidFill>
                    <a:prstClr val="white"/>
                  </a:solidFill>
                  <a:latin typeface="Trebuchet MS" panose="020B0603020202020204" pitchFamily="34" charset="0"/>
                  <a:ea typeface="+mj-ea"/>
                </a:endParaRPr>
              </a:p>
            </p:txBody>
          </p:sp>
          <p:pic>
            <p:nvPicPr>
              <p:cNvPr id="51" name="グラフィックス 33" descr="サーバー 単色塗りつぶし">
                <a:extLst>
                  <a:ext uri="{FF2B5EF4-FFF2-40B4-BE49-F238E27FC236}">
                    <ns2:creationId id="{B1B6D6A3-93C6-7603-DCC1-A6C43358D6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610628" y="2283028"/>
                <a:ext cx="987224" cy="987223"/>
              </a:xfrm>
              <a:prstGeom prst="rect">
                <a:avLst/>
              </a:prstGeom>
            </p:spPr>
          </p:pic>
          <p:pic>
            <p:nvPicPr>
              <p:cNvPr id="52" name="グラフィックス 36" descr="ワークフロー 単色塗りつぶし">
                <a:extLst>
                  <a:ext uri="{FF2B5EF4-FFF2-40B4-BE49-F238E27FC236}">
                    <ns2:creationId id="{4FC04E78-E643-BB9A-0022-815D4B22F4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6898047" y="4521629"/>
                <a:ext cx="987224" cy="987223"/>
              </a:xfrm>
              <a:prstGeom prst="rect">
                <a:avLst/>
              </a:prstGeom>
            </p:spPr>
          </p:pic>
          <p:pic>
            <p:nvPicPr>
              <p:cNvPr id="53" name="グラフィックス 38" descr="手のひらと植物 単色塗りつぶし">
                <a:extLst>
                  <a:ext uri="{FF2B5EF4-FFF2-40B4-BE49-F238E27FC236}">
                    <ns2:creationId id="{E50D6721-4F44-2477-B7B3-5B4A7D2577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309275" y="4514664"/>
                <a:ext cx="987224" cy="987223"/>
              </a:xfrm>
              <a:prstGeom prst="rect">
                <a:avLst/>
              </a:prstGeom>
            </p:spPr>
          </p:pic>
        </p:grpSp>
      </p:grpSp>
      <p:pic>
        <p:nvPicPr>
          <p:cNvPr id="58" name="グラフィックス 33" descr="教師 単色塗りつぶし">
            <a:extLst>
              <a:ext uri="{FF2B5EF4-FFF2-40B4-BE49-F238E27FC236}">
                <ns2:creationId id="{AD54C903-70ED-C7E5-B888-973CA638B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rcRect/>
          <a:stretch/>
        </p:blipFill>
        <p:spPr>
          <a:xfrm>
            <a:off x="3206983" y="2124933"/>
            <a:ext cx="288000" cy="288001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ns2:creationId id="{31D2B4CC-67FC-6E70-EAB6-15DEA9AE3D1C}"/>
              </a:ext>
            </a:extLst>
          </p:cNvPr>
          <p:cNvGrpSpPr/>
          <p:nvPr/>
        </p:nvGrpSpPr>
        <p:grpSpPr>
          <a:xfrm>
            <a:off x="2046375" y="3824883"/>
            <a:ext cx="576000" cy="576000"/>
            <a:chOff x="2042236" y="3824883"/>
            <a:chExt cx="576000" cy="576000"/>
          </a:xfrm>
        </p:grpSpPr>
        <p:sp>
          <p:nvSpPr>
            <p:cNvPr id="59" name="Oval 7">
              <a:extLst>
                <a:ext uri="{FF2B5EF4-FFF2-40B4-BE49-F238E27FC236}">
                  <ns2:creationId id="{720DC067-C7B7-38AA-DF1B-B798F6BAA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42236" y="3824883"/>
              <a:ext cx="576000" cy="576000"/>
            </a:xfrm>
            <a:prstGeom prst="ellipse">
              <a:avLst/>
            </a:prstGeom>
            <a:solidFill>
              <a:srgbClr val="008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137160" rtlCol="0" anchor="b"/>
            <a:lstStyle/>
            <a:p>
              <a:pPr algn="ctr">
                <a:defRPr/>
              </a:pPr>
              <a:endParaRPr kumimoji="0" lang="ja-JP" altLang="en-US" sz="1400">
                <a:solidFill>
                  <a:prstClr val="white"/>
                </a:solidFill>
                <a:latin typeface="Trebuchet MS" panose="020B0603020202020204" pitchFamily="34" charset="0"/>
                <a:ea typeface="+mj-ea"/>
              </a:endParaRPr>
            </a:p>
          </p:txBody>
        </p:sp>
        <p:pic>
          <p:nvPicPr>
            <p:cNvPr id="62" name="グラフィックス 38" descr="オンライン会議 単色塗りつぶし">
              <a:extLst>
                <a:ext uri="{FF2B5EF4-FFF2-40B4-BE49-F238E27FC236}">
                  <ns2:creationId id="{09D6DA08-BEF8-FE4B-B097-1E0CC8F5E1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2114236" y="3896883"/>
              <a:ext cx="432000" cy="432000"/>
            </a:xfrm>
            <a:prstGeom prst="rect">
              <a:avLst/>
            </a:prstGeom>
          </p:spPr>
        </p:pic>
      </p:grpSp>
      <p:grpSp>
        <p:nvGrpSpPr>
          <p:cNvPr id="10" name="グループ化 9">
            <a:extLst>
              <a:ext uri="{FF2B5EF4-FFF2-40B4-BE49-F238E27FC236}">
                <ns2:creationId id="{83EE496A-B50D-E13C-C5D5-C73E4C64BB7D}"/>
              </a:ext>
            </a:extLst>
          </p:cNvPr>
          <p:cNvGrpSpPr/>
          <p:nvPr/>
        </p:nvGrpSpPr>
        <p:grpSpPr>
          <a:xfrm>
            <a:off x="334963" y="5771325"/>
            <a:ext cx="11522074" cy="543090"/>
            <a:chOff x="334963" y="5771325"/>
            <a:chExt cx="11522074" cy="543090"/>
          </a:xfrm>
        </p:grpSpPr>
        <p:sp>
          <p:nvSpPr>
            <p:cNvPr id="17" name="正方形/長方形 16">
              <a:extLst>
                <a:ext uri="{FF2B5EF4-FFF2-40B4-BE49-F238E27FC236}">
                  <ns2:creationId id="{505939B2-9D3D-50BF-33A8-C4D7CB5EDF95}"/>
                </a:ext>
              </a:extLst>
            </p:cNvPr>
            <p:cNvSpPr/>
            <p:nvPr/>
          </p:nvSpPr>
          <p:spPr>
            <a:xfrm>
              <a:off x="334963" y="5771325"/>
              <a:ext cx="11522074" cy="54309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 w="2857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1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1600"/>
                </a:lnSpc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63" name="グラフィックス 33" descr="握手 単色塗りつぶし">
              <a:extLst>
                <a:ext uri="{FF2B5EF4-FFF2-40B4-BE49-F238E27FC236}">
                  <ns2:creationId id="{D84EB4B5-9491-7348-54BB-CB5C55CBE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rcRect/>
            <a:stretch/>
          </p:blipFill>
          <p:spPr>
            <a:xfrm>
              <a:off x="1480144" y="5772870"/>
              <a:ext cx="539999" cy="540000"/>
            </a:xfrm>
            <a:prstGeom prst="rect">
              <a:avLst/>
            </a:prstGeom>
          </p:spPr>
        </p:pic>
      </p:grpSp>
      <p:sp>
        <p:nvSpPr>
          <p:cNvPr id="56" name="正方形/長方形 55">
            <a:extLst>
              <a:ext uri="{FF2B5EF4-FFF2-40B4-BE49-F238E27FC236}">
                <ns2:creationId id="{1EE8C882-C03E-5DC6-2A4D-E50F142C0AB5}"/>
              </a:ext>
            </a:extLst>
          </p:cNvPr>
          <p:cNvSpPr/>
          <p:nvPr/>
        </p:nvSpPr>
        <p:spPr>
          <a:xfrm>
            <a:off x="9049037" y="2561114"/>
            <a:ext cx="2808000" cy="1125765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lvl="2" algn="ctr">
              <a:spcAft>
                <a:spcPts val="400"/>
              </a:spcAft>
            </a:pP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11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lvl="3"/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65B01D23-50D5-897B-9895-928B20E44E77}"/>
              </a:ext>
            </a:extLst>
          </p:cNvPr>
          <p:cNvSpPr/>
          <p:nvPr/>
        </p:nvSpPr>
        <p:spPr>
          <a:xfrm>
            <a:off x="9049037" y="3645305"/>
            <a:ext cx="2808000" cy="432000"/>
          </a:xfrm>
          <a:prstGeom prst="rect">
            <a:avLst/>
          </a:prstGeom>
          <a:noFill/>
          <a:ln w="9525">
            <a:solidFill>
              <a:srgbClr val="008000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3" algn="ctr">
              <a:lnSpc>
                <a:spcPts val="1400"/>
              </a:lnSpc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API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4" name="グループ化 13">
            <a:extLst>
              <a:ext uri="{FF2B5EF4-FFF2-40B4-BE49-F238E27FC236}">
                <ns2:creationId id="{895429FE-A58D-2235-99BB-3D89D06865BA}"/>
              </a:ext>
            </a:extLst>
          </p:cNvPr>
          <p:cNvGrpSpPr/>
          <p:nvPr/>
        </p:nvGrpSpPr>
        <p:grpSpPr>
          <a:xfrm>
            <a:off x="4560570" y="1628775"/>
            <a:ext cx="7296467" cy="427038"/>
            <a:chOff x="4560570" y="1628775"/>
            <a:chExt cx="7296467" cy="427038"/>
          </a:xfrm>
        </p:grpSpPr>
        <p:sp>
          <p:nvSpPr>
            <p:cNvPr id="11" name="正方形/長方形 10">
              <a:extLst>
                <a:ext uri="{FF2B5EF4-FFF2-40B4-BE49-F238E27FC236}">
                  <ns2:creationId id="{F7415238-24E7-110E-34F4-8960DB0CA5CF}"/>
                </a:ext>
              </a:extLst>
            </p:cNvPr>
            <p:cNvSpPr/>
            <p:nvPr/>
          </p:nvSpPr>
          <p:spPr>
            <a:xfrm>
              <a:off x="4560570" y="1628775"/>
              <a:ext cx="7296467" cy="427038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68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65" name="グラフィックス 33" descr="月毎カレンダー 単色塗りつぶし">
              <a:extLst>
                <a:ext uri="{FF2B5EF4-FFF2-40B4-BE49-F238E27FC236}">
                  <ns2:creationId id="{8DB79A37-C35B-99D5-673D-C81BFFF481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6493827" y="1662294"/>
              <a:ext cx="359999" cy="360000"/>
            </a:xfrm>
            <a:prstGeom prst="rect">
              <a:avLst/>
            </a:prstGeom>
          </p:spPr>
        </p:pic>
      </p:grpSp>
      <p:sp>
        <p:nvSpPr>
          <p:cNvPr id="3" name="テキスト プレースホルダー 2">
            <a:extLst>
              <a:ext uri="{FF2B5EF4-FFF2-40B4-BE49-F238E27FC236}">
                <ns2:creationId id="{8CC950C9-F8D2-55DB-4975-D2E2F028F0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endParaRPr kumimoji="1" lang="ja-JP" altLang="en-US" dirty="0"/>
          </a:p>
        </p:txBody>
      </p:sp>
      <p:grpSp>
        <p:nvGrpSpPr>
          <p:cNvPr id="9" name="グループ化 8">
            <a:extLst>
              <a:ext uri="{FF2B5EF4-FFF2-40B4-BE49-F238E27FC236}">
                <ns2:creationId id="{EA5CCF36-B325-5105-9168-F24A4D73B643}"/>
              </a:ext>
            </a:extLst>
          </p:cNvPr>
          <p:cNvGrpSpPr/>
          <p:nvPr/>
        </p:nvGrpSpPr>
        <p:grpSpPr>
          <a:xfrm>
            <a:off x="344041" y="1628775"/>
            <a:ext cx="3989745" cy="289235"/>
            <a:chOff x="344041" y="1628775"/>
            <a:chExt cx="3989745" cy="289235"/>
          </a:xfrm>
        </p:grpSpPr>
        <p:pic>
          <p:nvPicPr>
            <p:cNvPr id="57" name="グラフィックス 33" descr="右向き指示マーク 単色塗りつぶし">
              <a:extLst>
                <a:ext uri="{FF2B5EF4-FFF2-40B4-BE49-F238E27FC236}">
                  <ns2:creationId id="{27C7DC37-5499-A2F2-69EF-66E25DC746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1764928" y="1628775"/>
              <a:ext cx="287999" cy="288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ns2:creationId id="{BBA6CEC1-F3B1-52ED-9D86-92145D3E5583}"/>
                </a:ext>
              </a:extLst>
            </p:cNvPr>
            <p:cNvSpPr/>
            <p:nvPr/>
          </p:nvSpPr>
          <p:spPr>
            <a:xfrm>
              <a:off x="346361" y="1630010"/>
              <a:ext cx="3987424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2"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" name="直線コネクタ 5">
              <a:extLst>
                <a:ext uri="{FF2B5EF4-FFF2-40B4-BE49-F238E27FC236}">
                  <ns2:creationId id="{132CAEB7-FB10-7002-2192-703ADCD6797A}"/>
                </a:ext>
              </a:extLst>
            </p:cNvPr>
            <p:cNvCxnSpPr>
              <a:cxnSpLocks/>
            </p:cNvCxnSpPr>
            <p:nvPr/>
          </p:nvCxnSpPr>
          <p:spPr>
            <a:xfrm>
              <a:off x="344041" y="1917624"/>
              <a:ext cx="3989745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823415788"/>
      </p:ext>
    </p:extLst>
  </p:cSld>
  <p:clrMapOvr>
    <a:masterClrMapping/>
  </p:clrMapOvr>
</p:sld>
</file>

<file path=ppt/slides/slide35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FF258B8-6A6F-FDD3-A809-28F165B5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4146A5B3-3918-6510-2FDE-8C749B021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16" y="372382"/>
            <a:ext cx="11449050" cy="414335"/>
          </a:xfrm>
        </p:spPr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ns2:creationId id="{9BB5401C-FCC0-825C-A956-A00CD0B96F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353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09EE577F-E28D-66A3-3665-A895A09B61D6}"/>
              </a:ext>
            </a:extLst>
          </p:cNvPr>
          <p:cNvSpPr txBox="1">
            <a:spLocks/>
          </p:cNvSpPr>
          <p:nvPr/>
        </p:nvSpPr>
        <p:spPr>
          <a:xfrm>
            <a:off x="375415" y="795338"/>
            <a:ext cx="11449051" cy="360000"/>
          </a:xfrm>
          <a:prstGeom prst="rect">
            <a:avLst/>
          </a:prstGeom>
        </p:spPr>
        <p:txBody>
          <a:bodyPr vert="horz" lIns="72000" tIns="36000" rIns="72000" bIns="36000" rtlCol="0" anchor="ctr" anchorCtr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3050" marR="0" lvl="0" indent="-2730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 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grpSp>
        <p:nvGrpSpPr>
          <p:cNvPr id="33" name="グループ化 32">
            <a:extLst>
              <a:ext uri="{FF2B5EF4-FFF2-40B4-BE49-F238E27FC236}">
                <ns2:creationId id="{A8657260-28DE-FC1D-7046-E97B2CE77155}"/>
              </a:ext>
            </a:extLst>
          </p:cNvPr>
          <p:cNvGrpSpPr/>
          <p:nvPr/>
        </p:nvGrpSpPr>
        <p:grpSpPr>
          <a:xfrm>
            <a:off x="381631" y="1126518"/>
            <a:ext cx="11442835" cy="5001030"/>
            <a:chOff x="381631" y="1126518"/>
            <a:chExt cx="11442835" cy="5001030"/>
          </a:xfrm>
        </p:grpSpPr>
        <p:sp>
          <p:nvSpPr>
            <p:cNvPr id="6" name="テキスト ボックス 5">
              <a:extLst>
                <a:ext uri="{FF2B5EF4-FFF2-40B4-BE49-F238E27FC236}">
                  <ns2:creationId id="{9DF60144-12C5-9A17-E746-B8AC68C58F63}"/>
                </a:ext>
              </a:extLst>
            </p:cNvPr>
            <p:cNvSpPr txBox="1"/>
            <p:nvPr/>
          </p:nvSpPr>
          <p:spPr>
            <a:xfrm>
              <a:off x="381631" y="1911330"/>
              <a:ext cx="2014376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66" name="グループ化 65">
              <a:extLst>
                <a:ext uri="{FF2B5EF4-FFF2-40B4-BE49-F238E27FC236}">
                  <ns2:creationId id="{5AA3176F-E55A-9248-BAE8-8E941007EC24}"/>
                </a:ext>
              </a:extLst>
            </p:cNvPr>
            <p:cNvGrpSpPr/>
            <p:nvPr/>
          </p:nvGrpSpPr>
          <p:grpSpPr>
            <a:xfrm>
              <a:off x="5660997" y="2547089"/>
              <a:ext cx="6159528" cy="1547564"/>
              <a:chOff x="5709992" y="2282929"/>
              <a:chExt cx="6219249" cy="1547564"/>
            </a:xfrm>
          </p:grpSpPr>
          <p:sp>
            <p:nvSpPr>
              <p:cNvPr id="21" name="テキスト ボックス 20">
                <a:extLst>
                  <a:ext uri="{FF2B5EF4-FFF2-40B4-BE49-F238E27FC236}">
                    <ns2:creationId id="{45937BF5-B9AD-D00D-6126-63786DDB3050}"/>
                  </a:ext>
                </a:extLst>
              </p:cNvPr>
              <p:cNvSpPr txBox="1"/>
              <p:nvPr/>
            </p:nvSpPr>
            <p:spPr>
              <a:xfrm>
                <a:off x="5709993" y="3235322"/>
                <a:ext cx="2637371" cy="180000"/>
              </a:xfrm>
              <a:prstGeom prst="rect">
                <a:avLst/>
              </a:prstGeom>
              <a:solidFill>
                <a:srgbClr val="EBEDEA"/>
              </a:solidFill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ns2:creationId id="{8C90312E-40C3-EA2F-78E2-E7F5A97E8162}"/>
                  </a:ext>
                </a:extLst>
              </p:cNvPr>
              <p:cNvSpPr txBox="1"/>
              <p:nvPr/>
            </p:nvSpPr>
            <p:spPr>
              <a:xfrm>
                <a:off x="5709993" y="2576883"/>
                <a:ext cx="2637371" cy="180000"/>
              </a:xfrm>
              <a:prstGeom prst="rect">
                <a:avLst/>
              </a:prstGeom>
              <a:solidFill>
                <a:srgbClr val="EBEDEA"/>
              </a:solidFill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65" name="グループ化 64">
                <a:extLst>
                  <a:ext uri="{FF2B5EF4-FFF2-40B4-BE49-F238E27FC236}">
                    <ns2:creationId id="{876C5C27-49E1-F7EB-4B57-33042EA096DF}"/>
                  </a:ext>
                </a:extLst>
              </p:cNvPr>
              <p:cNvGrpSpPr/>
              <p:nvPr/>
            </p:nvGrpSpPr>
            <p:grpSpPr>
              <a:xfrm>
                <a:off x="5709992" y="2282929"/>
                <a:ext cx="6219249" cy="1547564"/>
                <a:chOff x="5709992" y="2282929"/>
                <a:chExt cx="6219249" cy="1547564"/>
              </a:xfrm>
            </p:grpSpPr>
            <p:sp>
              <p:nvSpPr>
                <p:cNvPr id="14" name="テキスト ボックス 13">
                  <a:extLst>
                    <a:ext uri="{FF2B5EF4-FFF2-40B4-BE49-F238E27FC236}">
                      <ns2:creationId id="{CF74ECD4-2563-B574-2099-3C434101526E}"/>
                    </a:ext>
                  </a:extLst>
                </p:cNvPr>
                <p:cNvSpPr txBox="1"/>
                <p:nvPr/>
              </p:nvSpPr>
              <p:spPr>
                <a:xfrm>
                  <a:off x="5709993" y="2282929"/>
                  <a:ext cx="6219248" cy="360000"/>
                </a:xfrm>
                <a:prstGeom prst="rect">
                  <a:avLst/>
                </a:prstGeom>
                <a:noFill/>
              </p:spPr>
              <p:txBody>
                <a:bodyPr wrap="square" lIns="72000" tIns="36000" rIns="72000" bIns="36000" rtlCol="0" anchor="t" anchorCtr="0"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 </a:t>
                  </a:r>
                  <a: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12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ns2:creationId id="{14632B32-945F-A8A5-8A82-01F852CF67FD}"/>
                    </a:ext>
                  </a:extLst>
                </p:cNvPr>
                <p:cNvSpPr txBox="1"/>
                <p:nvPr/>
              </p:nvSpPr>
              <p:spPr>
                <a:xfrm>
                  <a:off x="5709993" y="2779691"/>
                  <a:ext cx="6219247" cy="454260"/>
                </a:xfrm>
                <a:prstGeom prst="rect">
                  <a:avLst/>
                </a:prstGeom>
                <a:noFill/>
              </p:spPr>
              <p:txBody>
                <a:bodyPr wrap="square" lIns="72000" tIns="36000" rIns="0" bIns="36000" rtlCol="0" anchor="ctr" anchorCtr="0"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12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2" name="テキスト ボックス 21">
                  <a:extLst>
                    <a:ext uri="{FF2B5EF4-FFF2-40B4-BE49-F238E27FC236}">
                      <ns2:creationId id="{43A83DD5-2431-08A7-E4E3-0ADFA507F704}"/>
                    </a:ext>
                  </a:extLst>
                </p:cNvPr>
                <p:cNvSpPr txBox="1"/>
                <p:nvPr/>
              </p:nvSpPr>
              <p:spPr>
                <a:xfrm>
                  <a:off x="5709992" y="3409905"/>
                  <a:ext cx="6219248" cy="420588"/>
                </a:xfrm>
                <a:prstGeom prst="rect">
                  <a:avLst/>
                </a:prstGeom>
                <a:noFill/>
              </p:spPr>
              <p:txBody>
                <a:bodyPr wrap="square" lIns="72000" tIns="36000" rIns="72000" bIns="36000" rtlCol="0" anchor="ctr" anchorCtr="0">
                  <a:noAutofit/>
                </a:bodyPr>
                <a:lstStyle/>
                <a:p>
                  <a:r>
                    <a:rPr lang="ja-JP" altLang="en-US" sz="14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14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API</a:t>
                  </a:r>
                  <a:r>
                    <a:rPr lang="ja-JP" altLang="en-US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1200" dirty="0">
                      <a:solidFill>
                        <a:schemeClr val="tx1">
                          <a:lumMod val="75000"/>
                        </a:schemeClr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lang="ja-JP" altLang="en-US" sz="12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</p:grpSp>
        </p:grpSp>
        <p:sp>
          <p:nvSpPr>
            <p:cNvPr id="26" name="テキスト ボックス 25">
              <a:extLst>
                <a:ext uri="{FF2B5EF4-FFF2-40B4-BE49-F238E27FC236}">
                  <ns2:creationId id="{011D2335-A640-C225-D07A-58CDD97388B0}"/>
                </a:ext>
              </a:extLst>
            </p:cNvPr>
            <p:cNvSpPr txBox="1"/>
            <p:nvPr/>
          </p:nvSpPr>
          <p:spPr>
            <a:xfrm>
              <a:off x="381631" y="4361382"/>
              <a:ext cx="1714457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ns2:creationId id="{1AD1AE88-3887-EEFE-9756-8DD969346B52}"/>
                </a:ext>
              </a:extLst>
            </p:cNvPr>
            <p:cNvSpPr txBox="1"/>
            <p:nvPr/>
          </p:nvSpPr>
          <p:spPr>
            <a:xfrm>
              <a:off x="381631" y="5178068"/>
              <a:ext cx="1714457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grpSp>
          <p:nvGrpSpPr>
            <p:cNvPr id="59" name="グループ化 58">
              <a:extLst>
                <a:ext uri="{FF2B5EF4-FFF2-40B4-BE49-F238E27FC236}">
                  <ns2:creationId id="{370B36A9-7757-22DC-F71A-9B1A73FE1736}"/>
                </a:ext>
              </a:extLst>
            </p:cNvPr>
            <p:cNvGrpSpPr/>
            <p:nvPr/>
          </p:nvGrpSpPr>
          <p:grpSpPr>
            <a:xfrm>
              <a:off x="4664506" y="1545024"/>
              <a:ext cx="5904256" cy="540000"/>
              <a:chOff x="4664506" y="1301184"/>
              <a:chExt cx="5904256" cy="540000"/>
            </a:xfrm>
          </p:grpSpPr>
          <p:sp>
            <p:nvSpPr>
              <p:cNvPr id="11" name="テキスト ボックス 10">
                <a:extLst>
                  <a:ext uri="{FF2B5EF4-FFF2-40B4-BE49-F238E27FC236}">
                    <ns2:creationId id="{3C8E1C5A-70F4-BF47-F387-C2CA0368DF2C}"/>
                  </a:ext>
                </a:extLst>
              </p:cNvPr>
              <p:cNvSpPr txBox="1"/>
              <p:nvPr/>
            </p:nvSpPr>
            <p:spPr>
              <a:xfrm>
                <a:off x="4668596" y="1301184"/>
                <a:ext cx="5900166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  <a:p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lang="ja-JP" altLang="en-US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3" name="直線コネクタ 52">
                <a:extLst>
                  <a:ext uri="{FF2B5EF4-FFF2-40B4-BE49-F238E27FC236}">
                    <ns2:creationId id="{EC11F3B7-EA41-EF55-D24D-A59D2AA2EF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1301184"/>
                <a:ext cx="0" cy="540000"/>
              </a:xfrm>
              <a:prstGeom prst="line">
                <a:avLst/>
              </a:prstGeom>
              <a:ln w="38100">
                <a:solidFill>
                  <a:srgbClr val="BCD6B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グループ化 59">
              <a:extLst>
                <a:ext uri="{FF2B5EF4-FFF2-40B4-BE49-F238E27FC236}">
                  <ns2:creationId id="{166F862E-591C-F9AA-E633-06D395291186}"/>
                </a:ext>
              </a:extLst>
            </p:cNvPr>
            <p:cNvGrpSpPr/>
            <p:nvPr/>
          </p:nvGrpSpPr>
          <p:grpSpPr>
            <a:xfrm>
              <a:off x="4664506" y="2256037"/>
              <a:ext cx="4925729" cy="1809739"/>
              <a:chOff x="4664506" y="1991877"/>
              <a:chExt cx="4925729" cy="1809739"/>
            </a:xfrm>
          </p:grpSpPr>
          <p:sp>
            <p:nvSpPr>
              <p:cNvPr id="13" name="テキスト ボックス 12">
                <a:extLst>
                  <a:ext uri="{FF2B5EF4-FFF2-40B4-BE49-F238E27FC236}">
                    <ns2:creationId id="{F799076B-052D-57E0-CB95-1401AAE3B3B5}"/>
                  </a:ext>
                </a:extLst>
              </p:cNvPr>
              <p:cNvSpPr txBox="1"/>
              <p:nvPr/>
            </p:nvSpPr>
            <p:spPr>
              <a:xfrm>
                <a:off x="4668596" y="1991877"/>
                <a:ext cx="4921639" cy="288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※</a:t>
                </a:r>
                <a:r>
                  <a:rPr lang="ja-JP" altLang="en-US" sz="12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54" name="直線コネクタ 53">
                <a:extLst>
                  <a:ext uri="{FF2B5EF4-FFF2-40B4-BE49-F238E27FC236}">
                    <ns2:creationId id="{29C4D9EE-C57A-53A8-2B4F-D5CFF6BB15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1991877"/>
                <a:ext cx="0" cy="1809739"/>
              </a:xfrm>
              <a:prstGeom prst="line">
                <a:avLst/>
              </a:prstGeom>
              <a:ln w="38100">
                <a:solidFill>
                  <a:srgbClr val="A8D4A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グループ化 60">
              <a:extLst>
                <a:ext uri="{FF2B5EF4-FFF2-40B4-BE49-F238E27FC236}">
                  <ns2:creationId id="{9A510D16-7931-C330-4633-6AA0DF0F670B}"/>
                </a:ext>
              </a:extLst>
            </p:cNvPr>
            <p:cNvGrpSpPr/>
            <p:nvPr/>
          </p:nvGrpSpPr>
          <p:grpSpPr>
            <a:xfrm>
              <a:off x="4664507" y="4247081"/>
              <a:ext cx="7129314" cy="540000"/>
              <a:chOff x="4664506" y="4159445"/>
              <a:chExt cx="4925729" cy="540000"/>
            </a:xfrm>
          </p:grpSpPr>
          <p:sp>
            <p:nvSpPr>
              <p:cNvPr id="24" name="テキスト ボックス 23">
                <a:extLst>
                  <a:ext uri="{FF2B5EF4-FFF2-40B4-BE49-F238E27FC236}">
                    <ns2:creationId id="{1D32EC87-E2BA-A0B6-E0F9-9C8C918A907D}"/>
                  </a:ext>
                </a:extLst>
              </p:cNvPr>
              <p:cNvSpPr txBox="1"/>
              <p:nvPr/>
            </p:nvSpPr>
            <p:spPr>
              <a:xfrm>
                <a:off x="4668596" y="4159445"/>
                <a:ext cx="4921639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56" name="直線コネクタ 55">
                <a:extLst>
                  <a:ext uri="{FF2B5EF4-FFF2-40B4-BE49-F238E27FC236}">
                    <ns2:creationId id="{FEF85BB4-7A6A-E37E-5BB1-2C97C15D65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159445"/>
                <a:ext cx="0" cy="540000"/>
              </a:xfrm>
              <a:prstGeom prst="line">
                <a:avLst/>
              </a:prstGeom>
              <a:ln w="38100">
                <a:solidFill>
                  <a:srgbClr val="82C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グループ化 61">
              <a:extLst>
                <a:ext uri="{FF2B5EF4-FFF2-40B4-BE49-F238E27FC236}">
                  <ns2:creationId id="{2328F8CA-9A84-4264-EA8B-4A5DE9C87BFD}"/>
                </a:ext>
              </a:extLst>
            </p:cNvPr>
            <p:cNvGrpSpPr/>
            <p:nvPr/>
          </p:nvGrpSpPr>
          <p:grpSpPr>
            <a:xfrm>
              <a:off x="4657503" y="4963035"/>
              <a:ext cx="7129313" cy="540000"/>
              <a:chOff x="4664506" y="4843392"/>
              <a:chExt cx="4925729" cy="540000"/>
            </a:xfrm>
          </p:grpSpPr>
          <p:sp>
            <p:nvSpPr>
              <p:cNvPr id="28" name="テキスト ボックス 27">
                <a:extLst>
                  <a:ext uri="{FF2B5EF4-FFF2-40B4-BE49-F238E27FC236}">
                    <ns2:creationId id="{7F0571A1-38DE-8A5C-94D3-24C9845FC294}"/>
                  </a:ext>
                </a:extLst>
              </p:cNvPr>
              <p:cNvSpPr txBox="1"/>
              <p:nvPr/>
            </p:nvSpPr>
            <p:spPr>
              <a:xfrm>
                <a:off x="4668596" y="4843392"/>
                <a:ext cx="4921639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  <a:p>
                <a:r>
                  <a:rPr lang="en-US" altLang="ja-JP" sz="140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/</a:t>
                </a: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7" name="直線コネクタ 56">
                <a:extLst>
                  <a:ext uri="{FF2B5EF4-FFF2-40B4-BE49-F238E27FC236}">
                    <ns2:creationId id="{36FD82BB-5065-BBAA-2B02-A09C767AA8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4843392"/>
                <a:ext cx="0" cy="540000"/>
              </a:xfrm>
              <a:prstGeom prst="line">
                <a:avLst/>
              </a:prstGeom>
              <a:ln w="38100">
                <a:solidFill>
                  <a:srgbClr val="63AF6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グループ化 62">
              <a:extLst>
                <a:ext uri="{FF2B5EF4-FFF2-40B4-BE49-F238E27FC236}">
                  <ns2:creationId id="{5073C73B-83C0-BB5F-A200-3E1EA8522E48}"/>
                </a:ext>
              </a:extLst>
            </p:cNvPr>
            <p:cNvGrpSpPr/>
            <p:nvPr/>
          </p:nvGrpSpPr>
          <p:grpSpPr>
            <a:xfrm>
              <a:off x="4664506" y="5587548"/>
              <a:ext cx="7135238" cy="540000"/>
              <a:chOff x="4664506" y="5587548"/>
              <a:chExt cx="4925729" cy="540000"/>
            </a:xfrm>
          </p:grpSpPr>
          <p:sp>
            <p:nvSpPr>
              <p:cNvPr id="30" name="テキスト ボックス 29">
                <a:extLst>
                  <a:ext uri="{FF2B5EF4-FFF2-40B4-BE49-F238E27FC236}">
                    <ns2:creationId id="{55269D24-399C-E753-1F5B-42C0EEF96674}"/>
                  </a:ext>
                </a:extLst>
              </p:cNvPr>
              <p:cNvSpPr txBox="1"/>
              <p:nvPr/>
            </p:nvSpPr>
            <p:spPr>
              <a:xfrm>
                <a:off x="4668596" y="5587548"/>
                <a:ext cx="4921639" cy="540000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ctr" anchorCtr="0">
                <a:noAutofit/>
              </a:bodyPr>
              <a:lstStyle/>
              <a:p>
                <a: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4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r>
                  <a:rPr lang="en-US" altLang="ja-JP" sz="14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lang="ja-JP" altLang="en-US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40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  <p:cxnSp>
            <p:nvCxnSpPr>
              <p:cNvPr id="58" name="直線コネクタ 57">
                <a:extLst>
                  <a:ext uri="{FF2B5EF4-FFF2-40B4-BE49-F238E27FC236}">
                    <ns2:creationId id="{02DB9476-BCB8-06C1-B49B-52DE8A64E0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4506" y="5587548"/>
                <a:ext cx="0" cy="54000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グループ化 63">
              <a:extLst>
                <a:ext uri="{FF2B5EF4-FFF2-40B4-BE49-F238E27FC236}">
                  <ns2:creationId id="{19A0537C-696E-214A-7F4D-83A8ECA60BDD}"/>
                </a:ext>
              </a:extLst>
            </p:cNvPr>
            <p:cNvGrpSpPr/>
            <p:nvPr/>
          </p:nvGrpSpPr>
          <p:grpSpPr>
            <a:xfrm>
              <a:off x="4731702" y="2547089"/>
              <a:ext cx="900001" cy="1604409"/>
              <a:chOff x="4811604" y="2282929"/>
              <a:chExt cx="900001" cy="1604409"/>
            </a:xfrm>
          </p:grpSpPr>
          <p:sp>
            <p:nvSpPr>
              <p:cNvPr id="16" name="ホームベース 13">
                <a:extLst>
                  <a:ext uri="{FF2B5EF4-FFF2-40B4-BE49-F238E27FC236}">
                    <ns2:creationId id="{FA1C71AD-B29D-8CA1-BD84-C3FD959B260C}"/>
                  </a:ext>
                </a:extLst>
              </p:cNvPr>
              <p:cNvSpPr/>
              <p:nvPr/>
            </p:nvSpPr>
            <p:spPr>
              <a:xfrm rot="5400000">
                <a:off x="4973605" y="2120929"/>
                <a:ext cx="576000" cy="90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2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山形 14">
                <a:extLst>
                  <a:ext uri="{FF2B5EF4-FFF2-40B4-BE49-F238E27FC236}">
                    <ns2:creationId id="{98144A92-8E17-75DA-45C7-A7DA3AB777A1}"/>
                  </a:ext>
                </a:extLst>
              </p:cNvPr>
              <p:cNvSpPr/>
              <p:nvPr/>
            </p:nvSpPr>
            <p:spPr>
              <a:xfrm rot="5400000">
                <a:off x="4973605" y="2635133"/>
                <a:ext cx="576000" cy="90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8" name="山形 14">
                <a:extLst>
                  <a:ext uri="{FF2B5EF4-FFF2-40B4-BE49-F238E27FC236}">
                    <ns2:creationId id="{94B3EE07-A559-2381-D9EC-5615BB5419C1}"/>
                  </a:ext>
                </a:extLst>
              </p:cNvPr>
              <p:cNvSpPr/>
              <p:nvPr/>
            </p:nvSpPr>
            <p:spPr>
              <a:xfrm rot="5400000">
                <a:off x="4973604" y="3149338"/>
                <a:ext cx="576000" cy="90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  <p:cxnSp>
          <p:nvCxnSpPr>
            <p:cNvPr id="68" name="直線矢印コネクタ 67">
              <a:extLst>
                <a:ext uri="{FF2B5EF4-FFF2-40B4-BE49-F238E27FC236}">
                  <ns2:creationId id="{6BC12520-9F4D-634E-E88D-4C401256BA18}"/>
                </a:ext>
              </a:extLst>
            </p:cNvPr>
            <p:cNvCxnSpPr>
              <a:cxnSpLocks/>
            </p:cNvCxnSpPr>
            <p:nvPr/>
          </p:nvCxnSpPr>
          <p:spPr>
            <a:xfrm>
              <a:off x="4296878" y="1815024"/>
              <a:ext cx="367628" cy="0"/>
            </a:xfrm>
            <a:prstGeom prst="straightConnector1">
              <a:avLst/>
            </a:prstGeom>
            <a:ln w="38100">
              <a:solidFill>
                <a:srgbClr val="BCD6BC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ns2:creationId id="{2666D230-9753-B610-8A1F-1008D5BCF1CA}"/>
                </a:ext>
              </a:extLst>
            </p:cNvPr>
            <p:cNvCxnSpPr>
              <a:cxnSpLocks/>
              <a:stCxn id="47" idx="5"/>
            </p:cNvCxnSpPr>
            <p:nvPr/>
          </p:nvCxnSpPr>
          <p:spPr>
            <a:xfrm>
              <a:off x="4070078" y="2975342"/>
              <a:ext cx="578768" cy="0"/>
            </a:xfrm>
            <a:prstGeom prst="straightConnector1">
              <a:avLst/>
            </a:prstGeom>
            <a:ln w="38100">
              <a:solidFill>
                <a:srgbClr val="A8D4A8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フローチャート: データ 49">
              <a:extLst>
                <a:ext uri="{FF2B5EF4-FFF2-40B4-BE49-F238E27FC236}">
                  <ns2:creationId id="{1683E670-ECD4-4338-159D-0AF5C85EC281}"/>
                </a:ext>
              </a:extLst>
            </p:cNvPr>
            <p:cNvSpPr/>
            <p:nvPr/>
          </p:nvSpPr>
          <p:spPr>
            <a:xfrm>
              <a:off x="2028878" y="4921396"/>
              <a:ext cx="2268000" cy="1008000"/>
            </a:xfrm>
            <a:prstGeom prst="flowChartInputOutput">
              <a:avLst/>
            </a:prstGeom>
            <a:solidFill>
              <a:srgbClr val="7FC07F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9" name="フローチャート: データ 48">
              <a:extLst>
                <a:ext uri="{FF2B5EF4-FFF2-40B4-BE49-F238E27FC236}">
                  <ns2:creationId id="{10F989E9-8805-37E5-9DCC-00C5C3288235}"/>
                </a:ext>
              </a:extLst>
            </p:cNvPr>
            <p:cNvSpPr/>
            <p:nvPr/>
          </p:nvSpPr>
          <p:spPr>
            <a:xfrm>
              <a:off x="2028878" y="4104710"/>
              <a:ext cx="2268000" cy="1008000"/>
            </a:xfrm>
            <a:prstGeom prst="flowChartInputOutput">
              <a:avLst/>
            </a:prstGeom>
            <a:solidFill>
              <a:srgbClr val="94CA94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8" name="フローチャート: データ 47">
              <a:extLst>
                <a:ext uri="{FF2B5EF4-FFF2-40B4-BE49-F238E27FC236}">
                  <ns2:creationId id="{A19CD1C7-7B2E-F243-58B3-67E2DE533ACA}"/>
                </a:ext>
              </a:extLst>
            </p:cNvPr>
            <p:cNvSpPr/>
            <p:nvPr/>
          </p:nvSpPr>
          <p:spPr>
            <a:xfrm>
              <a:off x="2028878" y="3288026"/>
              <a:ext cx="2268000" cy="1008000"/>
            </a:xfrm>
            <a:prstGeom prst="flowChartInputOutput">
              <a:avLst/>
            </a:prstGeom>
            <a:solidFill>
              <a:srgbClr val="B1D8B1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7" name="フローチャート: データ 46">
              <a:extLst>
                <a:ext uri="{FF2B5EF4-FFF2-40B4-BE49-F238E27FC236}">
                  <ns2:creationId id="{3FBDF657-BB58-FCD3-BA2B-72D638710D1D}"/>
                </a:ext>
              </a:extLst>
            </p:cNvPr>
            <p:cNvSpPr/>
            <p:nvPr/>
          </p:nvSpPr>
          <p:spPr>
            <a:xfrm>
              <a:off x="2028878" y="2471342"/>
              <a:ext cx="2268000" cy="1008000"/>
            </a:xfrm>
            <a:prstGeom prst="flowChartInputOutput">
              <a:avLst/>
            </a:prstGeom>
            <a:solidFill>
              <a:srgbClr val="C5E2C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44" name="フローチャート: データ 43">
              <a:extLst>
                <a:ext uri="{FF2B5EF4-FFF2-40B4-BE49-F238E27FC236}">
                  <ns2:creationId id="{68A82385-E93C-46BF-D726-1EA5A7996263}"/>
                </a:ext>
              </a:extLst>
            </p:cNvPr>
            <p:cNvSpPr/>
            <p:nvPr/>
          </p:nvSpPr>
          <p:spPr>
            <a:xfrm>
              <a:off x="2028878" y="1654658"/>
              <a:ext cx="2268000" cy="1008000"/>
            </a:xfrm>
            <a:prstGeom prst="flowChartInputOutput">
              <a:avLst/>
            </a:prstGeom>
            <a:solidFill>
              <a:srgbClr val="E5F2E5"/>
            </a:solidFill>
            <a:ln>
              <a:noFill/>
            </a:ln>
            <a:effectLst>
              <a:outerShdw blurRad="50800" dist="127000" dir="2700000" algn="tl" rotWithShape="0">
                <a:srgbClr val="108310">
                  <a:alpha val="94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grpSp>
          <p:nvGrpSpPr>
            <p:cNvPr id="91" name="グループ化 90">
              <a:extLst>
                <a:ext uri="{FF2B5EF4-FFF2-40B4-BE49-F238E27FC236}">
                  <ns2:creationId id="{A021259D-3770-AD94-E24E-4849BDAD87D6}"/>
                </a:ext>
              </a:extLst>
            </p:cNvPr>
            <p:cNvGrpSpPr/>
            <p:nvPr/>
          </p:nvGrpSpPr>
          <p:grpSpPr>
            <a:xfrm>
              <a:off x="381631" y="1126518"/>
              <a:ext cx="11442835" cy="360000"/>
              <a:chOff x="381631" y="1126518"/>
              <a:chExt cx="11745912" cy="360000"/>
            </a:xfrm>
          </p:grpSpPr>
          <p:sp>
            <p:nvSpPr>
              <p:cNvPr id="81" name="テキスト プレースホルダー 2">
                <a:extLst>
                  <a:ext uri="{FF2B5EF4-FFF2-40B4-BE49-F238E27FC236}">
                    <ns2:creationId id="{E2A7A780-ADDD-9202-BB64-A8B72EC3F1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1631" y="1166802"/>
                <a:ext cx="11745912" cy="279432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vert="horz" lIns="540000" tIns="36000" rIns="72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altLang="ja-JP" sz="180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80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90" name="グラフィックス 89" descr="山形の矢印 単色塗りつぶし">
                <a:extLst>
                  <a:ext uri="{FF2B5EF4-FFF2-40B4-BE49-F238E27FC236}">
                    <ns2:creationId id="{F117A985-B090-E847-680C-629B8D51A0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518160" y="1126518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10" name="テキスト ボックス 9">
              <a:extLst>
                <a:ext uri="{FF2B5EF4-FFF2-40B4-BE49-F238E27FC236}">
                  <ns2:creationId id="{A49DC4D3-3EA5-CED0-0F4B-A59CD75586BF}"/>
                </a:ext>
              </a:extLst>
            </p:cNvPr>
            <p:cNvSpPr txBox="1"/>
            <p:nvPr/>
          </p:nvSpPr>
          <p:spPr>
            <a:xfrm>
              <a:off x="381631" y="2728014"/>
              <a:ext cx="2230294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0DDD7E75-6674-FD4C-6AA6-7726F488BB9B}"/>
                </a:ext>
              </a:extLst>
            </p:cNvPr>
            <p:cNvSpPr txBox="1"/>
            <p:nvPr/>
          </p:nvSpPr>
          <p:spPr>
            <a:xfrm>
              <a:off x="381631" y="3544698"/>
              <a:ext cx="2268000" cy="33855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noAutofit/>
            </a:bodyPr>
            <a:lstStyle/>
            <a:p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60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ja-JP" altLang="en-US" sz="1600" dirty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" name="吹き出し: 角を丸めた四角形 4">
              <a:extLst>
                <a:ext uri="{FF2B5EF4-FFF2-40B4-BE49-F238E27FC236}">
                  <ns2:creationId id="{8DA5E584-1E27-7250-EAB4-0D56E6D210BB}"/>
                </a:ext>
              </a:extLst>
            </p:cNvPr>
            <p:cNvSpPr/>
            <p:nvPr/>
          </p:nvSpPr>
          <p:spPr>
            <a:xfrm>
              <a:off x="9174015" y="2907089"/>
              <a:ext cx="2196581" cy="380937"/>
            </a:xfrm>
            <a:prstGeom prst="wedgeRoundRectCallout">
              <a:avLst>
                <a:gd name="adj1" fmla="val -56869"/>
                <a:gd name="adj2" fmla="val 23091"/>
                <a:gd name="adj3" fmla="val 16667"/>
              </a:avLst>
            </a:prstGeom>
            <a:noFill/>
            <a:ln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40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8" name="コネクタ: カギ線 7">
              <a:extLst>
                <a:ext uri="{FF2B5EF4-FFF2-40B4-BE49-F238E27FC236}">
                  <ns2:creationId id="{8FF9A37D-5570-DC37-7F7A-8592CDF27337}"/>
                </a:ext>
              </a:extLst>
            </p:cNvPr>
            <p:cNvCxnSpPr>
              <a:cxnSpLocks/>
              <a:stCxn id="48" idx="5"/>
              <a:endCxn id="24" idx="1"/>
            </p:cNvCxnSpPr>
            <p:nvPr/>
          </p:nvCxnSpPr>
          <p:spPr>
            <a:xfrm>
              <a:off x="4070078" y="3792026"/>
              <a:ext cx="600349" cy="725055"/>
            </a:xfrm>
            <a:prstGeom prst="bentConnector3">
              <a:avLst>
                <a:gd name="adj1" fmla="val 50000"/>
              </a:avLst>
            </a:prstGeom>
            <a:ln w="38100">
              <a:solidFill>
                <a:srgbClr val="82C08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コネクタ: カギ線 14">
              <a:extLst>
                <a:ext uri="{FF2B5EF4-FFF2-40B4-BE49-F238E27FC236}">
                  <ns2:creationId id="{97350F9C-061F-7FBC-EC8A-CB529A458D5C}"/>
                </a:ext>
              </a:extLst>
            </p:cNvPr>
            <p:cNvCxnSpPr>
              <a:stCxn id="49" idx="5"/>
              <a:endCxn id="28" idx="1"/>
            </p:cNvCxnSpPr>
            <p:nvPr/>
          </p:nvCxnSpPr>
          <p:spPr>
            <a:xfrm>
              <a:off x="4070078" y="4608710"/>
              <a:ext cx="593345" cy="624325"/>
            </a:xfrm>
            <a:prstGeom prst="bentConnector3">
              <a:avLst/>
            </a:prstGeom>
            <a:ln w="38100">
              <a:solidFill>
                <a:srgbClr val="63AF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コネクタ: カギ線 28">
              <a:extLst>
                <a:ext uri="{FF2B5EF4-FFF2-40B4-BE49-F238E27FC236}">
                  <ns2:creationId id="{CA6BDFDB-8A22-B47D-BD87-FD28B19242AA}"/>
                </a:ext>
              </a:extLst>
            </p:cNvPr>
            <p:cNvCxnSpPr>
              <a:stCxn id="50" idx="5"/>
              <a:endCxn id="30" idx="1"/>
            </p:cNvCxnSpPr>
            <p:nvPr/>
          </p:nvCxnSpPr>
          <p:spPr>
            <a:xfrm>
              <a:off x="4070078" y="5425396"/>
              <a:ext cx="600353" cy="432152"/>
            </a:xfrm>
            <a:prstGeom prst="bentConnector3">
              <a:avLst/>
            </a:prstGeom>
            <a:ln w="38100">
              <a:solidFill>
                <a:srgbClr val="47A2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2259397612"/>
      </p:ext>
    </p:extLst>
  </p:cSld>
  <p:clrMapOvr>
    <a:masterClrMapping/>
  </p:clrMapOvr>
</p:sld>
</file>

<file path=ppt/slides/slide35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9C23C75-FA2A-F5E9-613B-5D2E69BC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7D55060-68CB-1B7B-8E57-07ABB8CC7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83DD3ACF-52DB-24D8-12DA-3D362FE27B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354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4" name="テキスト プレースホルダー 2">
            <a:extLst>
              <a:ext uri="{FF2B5EF4-FFF2-40B4-BE49-F238E27FC236}">
                <ns2:creationId id="{04AD2BAA-0427-FA79-F410-8D2A7A12EA3D}"/>
              </a:ext>
            </a:extLst>
          </p:cNvPr>
          <p:cNvSpPr txBox="1">
            <a:spLocks/>
          </p:cNvSpPr>
          <p:nvPr/>
        </p:nvSpPr>
        <p:spPr>
          <a:xfrm>
            <a:off x="381523" y="786716"/>
            <a:ext cx="11439002" cy="720000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8000"/>
              </a:buClr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b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en-US" altLang="ja-JP" sz="1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5" name="グループ化 4">
            <a:extLst>
              <a:ext uri="{FF2B5EF4-FFF2-40B4-BE49-F238E27FC236}">
                <ns2:creationId id="{799F8ED3-9061-3467-3BA5-49E8D5AFAF11}"/>
              </a:ext>
            </a:extLst>
          </p:cNvPr>
          <p:cNvGrpSpPr/>
          <p:nvPr/>
        </p:nvGrpSpPr>
        <p:grpSpPr>
          <a:xfrm>
            <a:off x="-323798" y="1365746"/>
            <a:ext cx="12144324" cy="4766477"/>
            <a:chOff x="-323798" y="1365746"/>
            <a:chExt cx="12144324" cy="4766477"/>
          </a:xfrm>
        </p:grpSpPr>
        <p:grpSp>
          <p:nvGrpSpPr>
            <p:cNvPr id="13" name="グループ化 12">
              <a:extLst>
                <a:ext uri="{FF2B5EF4-FFF2-40B4-BE49-F238E27FC236}">
                  <ns2:creationId id="{6A8E2ED3-C41D-5479-6575-EB2C7B674453}"/>
                </a:ext>
              </a:extLst>
            </p:cNvPr>
            <p:cNvGrpSpPr/>
            <p:nvPr/>
          </p:nvGrpSpPr>
          <p:grpSpPr>
            <a:xfrm>
              <a:off x="-323798" y="1557746"/>
              <a:ext cx="5714477" cy="4496480"/>
              <a:chOff x="357139" y="1635570"/>
              <a:chExt cx="5714477" cy="4496480"/>
            </a:xfrm>
          </p:grpSpPr>
          <p:graphicFrame>
            <p:nvGraphicFramePr>
              <p:cNvPr id="8" name="グラフ 7">
                <a:extLst>
                  <a:ext uri="{FF2B5EF4-FFF2-40B4-BE49-F238E27FC236}">
                    <ns2:creationId id="{1C3A65EB-286C-6B4E-0B16-1F595DA6CCD1}"/>
                  </a:ext>
                </a:extLst>
              </p:cNvPr>
              <p:cNvGraphicFramePr/>
              <p:nvPr/>
            </p:nvGraphicFramePr>
            <p:xfrm>
              <a:off x="357139" y="1635570"/>
              <a:ext cx="5714477" cy="4496480"/>
            </p:xfrm>
            <a:graphic>
              <a:graphicData uri="http://schemas.openxmlformats.org/drawingml/2006/chart">
                <ns3:chart r:id="rId2"/>
              </a:graphicData>
            </a:graphic>
          </p:graphicFrame>
          <p:sp>
            <p:nvSpPr>
              <p:cNvPr id="10" name="テキスト ボックス 9">
                <a:extLst>
                  <a:ext uri="{FF2B5EF4-FFF2-40B4-BE49-F238E27FC236}">
                    <ns2:creationId id="{AB9A9E59-C64C-689F-5AE1-5E73027F57A7}"/>
                  </a:ext>
                </a:extLst>
              </p:cNvPr>
              <p:cNvSpPr txBox="1"/>
              <p:nvPr/>
            </p:nvSpPr>
            <p:spPr>
              <a:xfrm>
                <a:off x="2147483" y="2070102"/>
                <a:ext cx="2235382" cy="253916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>
                <a:noAutofit/>
              </a:bodyPr>
              <a:lstStyle/>
              <a:p>
                <a:r>
                  <a:rPr kumimoji="1" lang="en-US" altLang="ja-JP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14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140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ns2:creationId id="{6DF58032-4C72-2908-1963-B5308680C587}"/>
                  </a:ext>
                </a:extLst>
              </p:cNvPr>
              <p:cNvSpPr txBox="1"/>
              <p:nvPr/>
            </p:nvSpPr>
            <p:spPr>
              <a:xfrm>
                <a:off x="4015646" y="3400817"/>
                <a:ext cx="1411605" cy="535578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>
                <a:noAutofit/>
              </a:bodyPr>
              <a:lstStyle/>
              <a:p>
                <a:pPr marL="215900" indent="-215900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ns2:creationId id="{066343CB-D5F6-EF60-3127-08A5FD913383}"/>
                  </a:ext>
                </a:extLst>
              </p:cNvPr>
              <p:cNvSpPr txBox="1"/>
              <p:nvPr/>
            </p:nvSpPr>
            <p:spPr>
              <a:xfrm>
                <a:off x="1108769" y="3400817"/>
                <a:ext cx="1411605" cy="535578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>
                <a:noAutofit/>
              </a:bodyPr>
              <a:lstStyle/>
              <a:p>
                <a:pPr marL="215900" indent="-215900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ns2:creationId id="{ED5EC759-AA56-1EFC-65E9-DDC096787DCE}"/>
                </a:ext>
              </a:extLst>
            </p:cNvPr>
            <p:cNvSpPr txBox="1"/>
            <p:nvPr/>
          </p:nvSpPr>
          <p:spPr>
            <a:xfrm>
              <a:off x="1698211" y="2251841"/>
              <a:ext cx="2235382" cy="535578"/>
            </a:xfrm>
            <a:prstGeom prst="rect">
              <a:avLst/>
            </a:prstGeom>
            <a:noFill/>
          </p:spPr>
          <p:txBody>
            <a:bodyPr wrap="square" lIns="72000" tIns="36000" rIns="72000" bIns="36000">
              <a:noAutofit/>
            </a:bodyPr>
            <a:lstStyle/>
            <a:p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lang="ja-JP" altLang="en-US">
                <a:solidFill>
                  <a:schemeClr val="bg1"/>
                </a:solidFill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ns2:creationId id="{C50064B3-F1E9-5A3E-84FC-4FD6768BE0DF}"/>
                </a:ext>
              </a:extLst>
            </p:cNvPr>
            <p:cNvSpPr txBox="1"/>
            <p:nvPr/>
          </p:nvSpPr>
          <p:spPr>
            <a:xfrm>
              <a:off x="3321061" y="3805987"/>
              <a:ext cx="1198379" cy="1129384"/>
            </a:xfrm>
            <a:prstGeom prst="rect">
              <a:avLst/>
            </a:prstGeom>
            <a:noFill/>
          </p:spPr>
          <p:txBody>
            <a:bodyPr wrap="square" lIns="72000" tIns="36000" rIns="72000" bIns="36000">
              <a:noAutofit/>
            </a:bodyPr>
            <a:lstStyle/>
            <a:p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lang="ja-JP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ns2:creationId id="{F2CD8B2F-50B1-70F0-D79A-7102B0DDE6EB}"/>
                </a:ext>
              </a:extLst>
            </p:cNvPr>
            <p:cNvSpPr txBox="1"/>
            <p:nvPr/>
          </p:nvSpPr>
          <p:spPr>
            <a:xfrm>
              <a:off x="573036" y="3805987"/>
              <a:ext cx="1121195" cy="1129384"/>
            </a:xfrm>
            <a:prstGeom prst="rect">
              <a:avLst/>
            </a:prstGeom>
            <a:noFill/>
          </p:spPr>
          <p:txBody>
            <a:bodyPr wrap="square" lIns="72000" tIns="36000" rIns="72000" bIns="36000">
              <a:noAutofit/>
            </a:bodyPr>
            <a:lstStyle/>
            <a:p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lang="ja-JP" altLang="en-US">
                <a:solidFill>
                  <a:schemeClr val="bg1"/>
                </a:solidFill>
              </a:endParaRPr>
            </a:p>
          </p:txBody>
        </p:sp>
        <p:grpSp>
          <p:nvGrpSpPr>
            <p:cNvPr id="30" name="グループ化 29">
              <a:extLst>
                <a:ext uri="{FF2B5EF4-FFF2-40B4-BE49-F238E27FC236}">
                  <ns2:creationId id="{2838B792-97B8-77C7-C2AE-AB2E6108761A}"/>
                </a:ext>
              </a:extLst>
            </p:cNvPr>
            <p:cNvGrpSpPr/>
            <p:nvPr/>
          </p:nvGrpSpPr>
          <p:grpSpPr>
            <a:xfrm>
              <a:off x="4808306" y="1365746"/>
              <a:ext cx="7012220" cy="1620000"/>
              <a:chOff x="4808306" y="1365746"/>
              <a:chExt cx="7012220" cy="1620000"/>
            </a:xfrm>
          </p:grpSpPr>
          <p:sp>
            <p:nvSpPr>
              <p:cNvPr id="21" name="テキスト ボックス 20">
                <a:extLst>
                  <a:ext uri="{FF2B5EF4-FFF2-40B4-BE49-F238E27FC236}">
                    <ns2:creationId id="{48010A88-D69F-BC71-6382-A2F447BA6D4E}"/>
                  </a:ext>
                </a:extLst>
              </p:cNvPr>
              <p:cNvSpPr txBox="1"/>
              <p:nvPr/>
            </p:nvSpPr>
            <p:spPr>
              <a:xfrm>
                <a:off x="4893013" y="1365746"/>
                <a:ext cx="6927513" cy="1620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</p:spPr>
            <p:txBody>
              <a:bodyPr wrap="square" lIns="72000" tIns="36000" rIns="72000" bIns="36000" anchor="ctr" anchorCtr="0">
                <a:noAutofit/>
              </a:bodyPr>
              <a:lstStyle/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0" marR="0" lvl="1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>
                    <a:tab pos="174625" algn="l"/>
                  </a:tabLst>
                  <a:defRPr/>
                </a:pP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	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	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	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900" dirty="0"/>
              </a:p>
            </p:txBody>
          </p:sp>
          <p:cxnSp>
            <p:nvCxnSpPr>
              <p:cNvPr id="27" name="直線コネクタ 26">
                <a:extLst>
                  <a:ext uri="{FF2B5EF4-FFF2-40B4-BE49-F238E27FC236}">
                    <ns2:creationId id="{4A1096D0-8614-31FB-F276-7F5919A2B9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8306" y="1365746"/>
                <a:ext cx="0" cy="1620000"/>
              </a:xfrm>
              <a:prstGeom prst="line">
                <a:avLst/>
              </a:prstGeom>
              <a:ln w="38100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グループ化 30">
              <a:extLst>
                <a:ext uri="{FF2B5EF4-FFF2-40B4-BE49-F238E27FC236}">
                  <ns2:creationId id="{8C9098E6-E777-CEEF-8A46-2B94A9DFA7CC}"/>
                </a:ext>
              </a:extLst>
            </p:cNvPr>
            <p:cNvGrpSpPr/>
            <p:nvPr/>
          </p:nvGrpSpPr>
          <p:grpSpPr>
            <a:xfrm>
              <a:off x="4808306" y="3046984"/>
              <a:ext cx="7012219" cy="1224000"/>
              <a:chOff x="4808306" y="3059346"/>
              <a:chExt cx="7012219" cy="1224000"/>
            </a:xfrm>
          </p:grpSpPr>
          <p:sp>
            <p:nvSpPr>
              <p:cNvPr id="23" name="テキスト ボックス 22">
                <a:extLst>
                  <a:ext uri="{FF2B5EF4-FFF2-40B4-BE49-F238E27FC236}">
                    <ns2:creationId id="{A06E0C0C-1FA3-CC87-8461-3EECC30AAA6F}"/>
                  </a:ext>
                </a:extLst>
              </p:cNvPr>
              <p:cNvSpPr txBox="1"/>
              <p:nvPr/>
            </p:nvSpPr>
            <p:spPr>
              <a:xfrm>
                <a:off x="4893013" y="3059346"/>
                <a:ext cx="6927512" cy="1224000"/>
              </a:xfrm>
              <a:prstGeom prst="rect">
                <a:avLst/>
              </a:prstGeom>
              <a:solidFill>
                <a:srgbClr val="47A247">
                  <a:alpha val="10000"/>
                </a:srgbClr>
              </a:solidFill>
            </p:spPr>
            <p:txBody>
              <a:bodyPr wrap="square" lIns="72000" tIns="36000" rIns="72000" bIns="36000" anchor="ctr" anchorCtr="0">
                <a:noAutofit/>
              </a:bodyPr>
              <a:lstStyle/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lang="ja-JP" altLang="en-US" sz="900"/>
              </a:p>
            </p:txBody>
          </p:sp>
          <p:cxnSp>
            <p:nvCxnSpPr>
              <p:cNvPr id="28" name="直線コネクタ 27">
                <a:extLst>
                  <a:ext uri="{FF2B5EF4-FFF2-40B4-BE49-F238E27FC236}">
                    <ns2:creationId id="{18C39667-56B8-26F3-BD24-B59C04AB31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8306" y="3059346"/>
                <a:ext cx="0" cy="1224000"/>
              </a:xfrm>
              <a:prstGeom prst="line">
                <a:avLst/>
              </a:prstGeom>
              <a:ln w="38100">
                <a:solidFill>
                  <a:srgbClr val="47A247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グループ化 31">
              <a:extLst>
                <a:ext uri="{FF2B5EF4-FFF2-40B4-BE49-F238E27FC236}">
                  <ns2:creationId id="{0425FAF4-DD47-8B15-BA4E-CAF8A72A7B45}"/>
                </a:ext>
              </a:extLst>
            </p:cNvPr>
            <p:cNvGrpSpPr/>
            <p:nvPr/>
          </p:nvGrpSpPr>
          <p:grpSpPr>
            <a:xfrm>
              <a:off x="4814007" y="4332223"/>
              <a:ext cx="7006518" cy="1800000"/>
              <a:chOff x="4814007" y="4332223"/>
              <a:chExt cx="7006518" cy="1800000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A6585A1F-AE7C-9AC0-D017-684679B02AAA}"/>
                  </a:ext>
                </a:extLst>
              </p:cNvPr>
              <p:cNvSpPr txBox="1"/>
              <p:nvPr/>
            </p:nvSpPr>
            <p:spPr>
              <a:xfrm>
                <a:off x="4893013" y="4332223"/>
                <a:ext cx="6927512" cy="1800000"/>
              </a:xfrm>
              <a:prstGeom prst="rect">
                <a:avLst/>
              </a:prstGeom>
              <a:solidFill>
                <a:srgbClr val="82C082">
                  <a:alpha val="10000"/>
                </a:srgbClr>
              </a:solidFill>
            </p:spPr>
            <p:txBody>
              <a:bodyPr wrap="square">
                <a:spAutoFit/>
              </a:bodyPr>
              <a:lstStyle/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/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174625" marR="0" lvl="1" indent="-174625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br>
                  <a:rPr lang="en-US" altLang="ja-JP" sz="90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CSV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29" name="直線コネクタ 28">
                <a:extLst>
                  <a:ext uri="{FF2B5EF4-FFF2-40B4-BE49-F238E27FC236}">
                    <ns2:creationId id="{E9397498-6BE9-6A87-3C90-BB5AA0F153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14007" y="4332223"/>
                <a:ext cx="0" cy="1800000"/>
              </a:xfrm>
              <a:prstGeom prst="line">
                <a:avLst/>
              </a:prstGeom>
              <a:ln w="38100">
                <a:solidFill>
                  <a:srgbClr val="82C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5" name="直線矢印コネクタ 44">
              <a:extLst>
                <a:ext uri="{FF2B5EF4-FFF2-40B4-BE49-F238E27FC236}">
                  <ns2:creationId id="{7365A7AB-22DF-C892-D4C6-1A56EDA83D7D}"/>
                </a:ext>
              </a:extLst>
            </p:cNvPr>
            <p:cNvCxnSpPr>
              <a:cxnSpLocks/>
            </p:cNvCxnSpPr>
            <p:nvPr/>
          </p:nvCxnSpPr>
          <p:spPr>
            <a:xfrm>
              <a:off x="4585648" y="3249038"/>
              <a:ext cx="222658" cy="0"/>
            </a:xfrm>
            <a:prstGeom prst="straightConnector1">
              <a:avLst/>
            </a:prstGeom>
            <a:ln w="25400">
              <a:solidFill>
                <a:srgbClr val="47A247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コネクタ: カギ線 49">
              <a:extLst>
                <a:ext uri="{FF2B5EF4-FFF2-40B4-BE49-F238E27FC236}">
                  <ns2:creationId id="{FD4405BA-5292-0FC9-F78A-938B14857F72}"/>
                </a:ext>
              </a:extLst>
            </p:cNvPr>
            <p:cNvCxnSpPr>
              <a:cxnSpLocks/>
            </p:cNvCxnSpPr>
            <p:nvPr/>
          </p:nvCxnSpPr>
          <p:spPr>
            <a:xfrm>
              <a:off x="849932" y="5091911"/>
              <a:ext cx="3958374" cy="936000"/>
            </a:xfrm>
            <a:prstGeom prst="bentConnector3">
              <a:avLst>
                <a:gd name="adj1" fmla="val 113"/>
              </a:avLst>
            </a:prstGeom>
            <a:ln w="25400">
              <a:solidFill>
                <a:srgbClr val="82C082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ns2:creationId id="{F2AD2B20-B42B-E568-0F70-C6155F7EEAB6}"/>
                </a:ext>
              </a:extLst>
            </p:cNvPr>
            <p:cNvCxnSpPr>
              <a:cxnSpLocks/>
            </p:cNvCxnSpPr>
            <p:nvPr/>
          </p:nvCxnSpPr>
          <p:spPr>
            <a:xfrm>
              <a:off x="3862316" y="2119236"/>
              <a:ext cx="945990" cy="0"/>
            </a:xfrm>
            <a:prstGeom prst="straightConnector1">
              <a:avLst/>
            </a:prstGeom>
            <a:ln w="25400">
              <a:solidFill>
                <a:srgbClr val="008000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857198633"/>
      </p:ext>
    </p:extLst>
  </p:cSld>
  <p:clrMapOvr>
    <a:masterClrMapping/>
  </p:clrMapOvr>
</p:sld>
</file>

<file path=ppt/slides/slide35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C92248C-A85F-2221-CE00-22516871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74F06CD-3B4E-2662-602E-B17F76BD7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ns2:creationId id="{A2F14643-4CE1-089E-6EFE-78A285FB91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355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CF9B8E7D-8B8A-4122-EAAE-177794024852}"/>
              </a:ext>
            </a:extLst>
          </p:cNvPr>
          <p:cNvGrpSpPr/>
          <p:nvPr/>
        </p:nvGrpSpPr>
        <p:grpSpPr>
          <a:xfrm>
            <a:off x="371475" y="1160463"/>
            <a:ext cx="11654126" cy="4959147"/>
            <a:chOff x="371475" y="1160463"/>
            <a:chExt cx="11654126" cy="4959147"/>
          </a:xfrm>
        </p:grpSpPr>
        <p:sp>
          <p:nvSpPr>
            <p:cNvPr id="5" name="山形 65">
              <a:extLst>
                <a:ext uri="{FF2B5EF4-FFF2-40B4-BE49-F238E27FC236}">
                  <ns2:creationId id="{C8F1410F-8F6B-B7E2-1A4C-38089E418BD3}"/>
                </a:ext>
              </a:extLst>
            </p:cNvPr>
            <p:cNvSpPr/>
            <p:nvPr/>
          </p:nvSpPr>
          <p:spPr>
            <a:xfrm>
              <a:off x="2657259" y="1160463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6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6" name="グラフィックス 5" descr="ターゲット 単色塗りつぶし">
              <a:extLst>
                <a:ext uri="{FF2B5EF4-FFF2-40B4-BE49-F238E27FC236}">
                  <ns2:creationId id="{F220AD79-721E-B647-FD1F-43414BEC44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6015893" y="1160463"/>
              <a:ext cx="288000" cy="288000"/>
            </a:xfrm>
            <a:prstGeom prst="rect">
              <a:avLst/>
            </a:prstGeom>
          </p:spPr>
        </p:pic>
        <p:sp>
          <p:nvSpPr>
            <p:cNvPr id="8" name="山形 66">
              <a:extLst>
                <a:ext uri="{FF2B5EF4-FFF2-40B4-BE49-F238E27FC236}">
                  <ns2:creationId id="{D671C3A9-7BAC-87A4-D0F7-FB29F66AB17D}"/>
                </a:ext>
              </a:extLst>
            </p:cNvPr>
            <p:cNvSpPr/>
            <p:nvPr/>
          </p:nvSpPr>
          <p:spPr>
            <a:xfrm>
              <a:off x="4943043" y="1169232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7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pic>
          <p:nvPicPr>
            <p:cNvPr id="9" name="グラフィックス 8" descr="フローチャート 単色塗りつぶし">
              <a:extLst>
                <a:ext uri="{FF2B5EF4-FFF2-40B4-BE49-F238E27FC236}">
                  <ns2:creationId id="{BFCAC144-24DC-5C9E-FAD6-CDB27790C8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8420516" y="1160463"/>
              <a:ext cx="288000" cy="288000"/>
            </a:xfrm>
            <a:prstGeom prst="rect">
              <a:avLst/>
            </a:prstGeom>
          </p:spPr>
        </p:pic>
        <p:sp>
          <p:nvSpPr>
            <p:cNvPr id="11" name="ホームベース 64">
              <a:extLst>
                <a:ext uri="{FF2B5EF4-FFF2-40B4-BE49-F238E27FC236}">
                  <ns2:creationId id="{2156242C-60E9-9FAE-072C-022A60199BFC}"/>
                </a:ext>
              </a:extLst>
            </p:cNvPr>
            <p:cNvSpPr/>
            <p:nvPr/>
          </p:nvSpPr>
          <p:spPr>
            <a:xfrm>
              <a:off x="371475" y="1160463"/>
              <a:ext cx="2304000" cy="288000"/>
            </a:xfrm>
            <a:prstGeom prst="homePlate">
              <a:avLst>
                <a:gd name="adj" fmla="val 18206"/>
              </a:avLst>
            </a:prstGeom>
            <a:solidFill>
              <a:srgbClr val="008D2E">
                <a:alpha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" name="山形 66">
              <a:extLst>
                <a:ext uri="{FF2B5EF4-FFF2-40B4-BE49-F238E27FC236}">
                  <ns2:creationId id="{3396901E-3D2B-BCAC-699C-52EEFC4A19FD}"/>
                </a:ext>
              </a:extLst>
            </p:cNvPr>
            <p:cNvSpPr/>
            <p:nvPr/>
          </p:nvSpPr>
          <p:spPr>
            <a:xfrm>
              <a:off x="7228827" y="1169232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4" name="山形 66">
              <a:extLst>
                <a:ext uri="{FF2B5EF4-FFF2-40B4-BE49-F238E27FC236}">
                  <ns2:creationId id="{EDDC302D-6DED-33E5-1AAF-A24460FAB0E2}"/>
                </a:ext>
              </a:extLst>
            </p:cNvPr>
            <p:cNvSpPr/>
            <p:nvPr/>
          </p:nvSpPr>
          <p:spPr>
            <a:xfrm>
              <a:off x="9514610" y="1169232"/>
              <a:ext cx="2304000" cy="288000"/>
            </a:xfrm>
            <a:prstGeom prst="chevron">
              <a:avLst>
                <a:gd name="adj" fmla="val 18094"/>
              </a:avLst>
            </a:prstGeom>
            <a:solidFill>
              <a:srgbClr val="008D2E">
                <a:alpha val="9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180000" tIns="36000" rIns="7200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ns2:creationId id="{F8BBDB52-29E6-4F26-4A2E-D3013FF8F8A0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643973"/>
              <a:ext cx="11449050" cy="0"/>
            </a:xfrm>
            <a:prstGeom prst="straightConnector1">
              <a:avLst/>
            </a:prstGeom>
            <a:ln w="38100">
              <a:solidFill>
                <a:srgbClr val="008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background">
              <a:extLst>
                <a:ext uri="{FF2B5EF4-FFF2-40B4-BE49-F238E27FC236}">
                  <ns2:creationId id="{10DA0F2F-944A-102E-86A5-3D0D75789C00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371475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1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7" name="background">
              <a:extLst>
                <a:ext uri="{FF2B5EF4-FFF2-40B4-BE49-F238E27FC236}">
                  <ns2:creationId id="{66A33738-464C-7EF8-6C64-350E0805E701}"/>
                </a:ext>
              </a:extLst>
            </p:cNvPr>
            <p:cNvSpPr>
              <a:spLocks noChangeAspect="1"/>
            </p:cNvSpPr>
            <p:nvPr>
              <p:custDataLst>
                <p:tags r:id="rId2"/>
              </p:custDataLst>
            </p:nvPr>
          </p:nvSpPr>
          <p:spPr>
            <a:xfrm>
              <a:off x="2657259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8" name="background">
              <a:extLst>
                <a:ext uri="{FF2B5EF4-FFF2-40B4-BE49-F238E27FC236}">
                  <ns2:creationId id="{28C05464-5409-6533-1BA6-3E2CF73829A8}"/>
                </a:ext>
              </a:extLst>
            </p:cNvPr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4943043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" name="background">
              <a:extLst>
                <a:ext uri="{FF2B5EF4-FFF2-40B4-BE49-F238E27FC236}">
                  <ns2:creationId id="{4E34A03E-18F5-231A-8372-F32A91EBD2D1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7228827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4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0" name="background">
              <a:extLst>
                <a:ext uri="{FF2B5EF4-FFF2-40B4-BE49-F238E27FC236}">
                  <ns2:creationId id="{9B71BF8C-4DD9-9559-0DA9-979BC63C6982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9514610" y="1479910"/>
              <a:ext cx="361950" cy="361950"/>
            </a:xfrm>
            <a:prstGeom prst="ellipse">
              <a:avLst/>
            </a:prstGeom>
            <a:solidFill>
              <a:srgbClr val="00800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5</a:t>
              </a:r>
              <a:endParaRPr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ns2:creationId id="{A5848144-EF17-8A34-29F2-200EE928D99A}"/>
                </a:ext>
              </a:extLst>
            </p:cNvPr>
            <p:cNvCxnSpPr>
              <a:cxnSpLocks/>
            </p:cNvCxnSpPr>
            <p:nvPr/>
          </p:nvCxnSpPr>
          <p:spPr>
            <a:xfrm>
              <a:off x="552450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ns2:creationId id="{6002A89D-E5F8-F2A5-9F5F-821568570632}"/>
                </a:ext>
              </a:extLst>
            </p:cNvPr>
            <p:cNvCxnSpPr>
              <a:cxnSpLocks/>
            </p:cNvCxnSpPr>
            <p:nvPr/>
          </p:nvCxnSpPr>
          <p:spPr>
            <a:xfrm>
              <a:off x="2838234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78457DBA-1C29-E080-2D3D-4CE0576AEC3D}"/>
                </a:ext>
              </a:extLst>
            </p:cNvPr>
            <p:cNvCxnSpPr>
              <a:cxnSpLocks/>
            </p:cNvCxnSpPr>
            <p:nvPr/>
          </p:nvCxnSpPr>
          <p:spPr>
            <a:xfrm>
              <a:off x="5124018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E23D34E9-8659-E09B-2A51-70336EFACFCC}"/>
                </a:ext>
              </a:extLst>
            </p:cNvPr>
            <p:cNvCxnSpPr>
              <a:cxnSpLocks/>
            </p:cNvCxnSpPr>
            <p:nvPr/>
          </p:nvCxnSpPr>
          <p:spPr>
            <a:xfrm>
              <a:off x="7409802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03E118EC-6401-1A35-B713-C4D8BE6A8C1A}"/>
                </a:ext>
              </a:extLst>
            </p:cNvPr>
            <p:cNvCxnSpPr>
              <a:cxnSpLocks/>
            </p:cNvCxnSpPr>
            <p:nvPr/>
          </p:nvCxnSpPr>
          <p:spPr>
            <a:xfrm>
              <a:off x="9695585" y="1832132"/>
              <a:ext cx="0" cy="4287478"/>
            </a:xfrm>
            <a:prstGeom prst="line">
              <a:avLst/>
            </a:prstGeom>
            <a:ln w="25400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>
              <a:extLst>
                <a:ext uri="{FF2B5EF4-FFF2-40B4-BE49-F238E27FC236}">
                  <ns2:creationId id="{D49D4A65-2479-7A48-F3A5-A2BF01475F3E}"/>
                </a:ext>
              </a:extLst>
            </p:cNvPr>
            <p:cNvSpPr txBox="1"/>
            <p:nvPr/>
          </p:nvSpPr>
          <p:spPr>
            <a:xfrm>
              <a:off x="733425" y="1874293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4428AC1C-3C65-E097-1D9E-0238D82A76F4}"/>
                </a:ext>
              </a:extLst>
            </p:cNvPr>
            <p:cNvSpPr txBox="1"/>
            <p:nvPr/>
          </p:nvSpPr>
          <p:spPr>
            <a:xfrm>
              <a:off x="1021425" y="1889894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</a:p>
          </p:txBody>
        </p:sp>
        <p:cxnSp>
          <p:nvCxnSpPr>
            <p:cNvPr id="62" name="直線矢印コネクタ 61">
              <a:extLst>
                <a:ext uri="{FF2B5EF4-FFF2-40B4-BE49-F238E27FC236}">
                  <ns2:creationId id="{E52BF6F2-9ED9-D6D0-6A2B-15382827B706}"/>
                </a:ext>
              </a:extLst>
            </p:cNvPr>
            <p:cNvCxnSpPr>
              <a:endCxn id="55" idx="1"/>
            </p:cNvCxnSpPr>
            <p:nvPr/>
          </p:nvCxnSpPr>
          <p:spPr>
            <a:xfrm>
              <a:off x="552450" y="1978411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テキスト ボックス 63">
              <a:extLst>
                <a:ext uri="{FF2B5EF4-FFF2-40B4-BE49-F238E27FC236}">
                  <ns2:creationId id="{12CCA02C-211F-69F5-397E-43473D1AE96C}"/>
                </a:ext>
              </a:extLst>
            </p:cNvPr>
            <p:cNvSpPr txBox="1"/>
            <p:nvPr/>
          </p:nvSpPr>
          <p:spPr>
            <a:xfrm>
              <a:off x="733425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lang="en-US" altLang="ja-JP" sz="7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65" name="テキスト ボックス 64">
              <a:extLst>
                <a:ext uri="{FF2B5EF4-FFF2-40B4-BE49-F238E27FC236}">
                  <ns2:creationId id="{86A31382-0B30-0062-579E-8CD36711EBC3}"/>
                </a:ext>
              </a:extLst>
            </p:cNvPr>
            <p:cNvSpPr txBox="1"/>
            <p:nvPr/>
          </p:nvSpPr>
          <p:spPr>
            <a:xfrm>
              <a:off x="733425" y="3333948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6" name="テキスト ボックス 65">
              <a:extLst>
                <a:ext uri="{FF2B5EF4-FFF2-40B4-BE49-F238E27FC236}">
                  <ns2:creationId id="{B431EEFC-6167-C9DE-4017-912C5D668AC1}"/>
                </a:ext>
              </a:extLst>
            </p:cNvPr>
            <p:cNvSpPr txBox="1"/>
            <p:nvPr/>
          </p:nvSpPr>
          <p:spPr>
            <a:xfrm>
              <a:off x="1021425" y="3349549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67" name="直線矢印コネクタ 66">
              <a:extLst>
                <a:ext uri="{FF2B5EF4-FFF2-40B4-BE49-F238E27FC236}">
                  <ns2:creationId id="{42D8B534-1C77-1D4E-81A8-DA8ED147A4E7}"/>
                </a:ext>
              </a:extLst>
            </p:cNvPr>
            <p:cNvCxnSpPr>
              <a:endCxn id="65" idx="1"/>
            </p:cNvCxnSpPr>
            <p:nvPr/>
          </p:nvCxnSpPr>
          <p:spPr>
            <a:xfrm>
              <a:off x="552450" y="3438066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テキスト ボックス 67">
              <a:extLst>
                <a:ext uri="{FF2B5EF4-FFF2-40B4-BE49-F238E27FC236}">
                  <ns2:creationId id="{0552F09E-B671-723C-E08F-78D06C67BE27}"/>
                </a:ext>
              </a:extLst>
            </p:cNvPr>
            <p:cNvSpPr txBox="1"/>
            <p:nvPr/>
          </p:nvSpPr>
          <p:spPr>
            <a:xfrm>
              <a:off x="733425" y="3612774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9" name="テキスト ボックス 68">
              <a:extLst>
                <a:ext uri="{FF2B5EF4-FFF2-40B4-BE49-F238E27FC236}">
                  <ns2:creationId id="{FD9F0083-E36E-F257-D8C2-2387217ADA20}"/>
                </a:ext>
              </a:extLst>
            </p:cNvPr>
            <p:cNvSpPr txBox="1"/>
            <p:nvPr/>
          </p:nvSpPr>
          <p:spPr>
            <a:xfrm>
              <a:off x="733425" y="4963730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ns2:creationId id="{4A5E04AA-F35E-F800-B1CA-7D9B50CB3EB9}"/>
                </a:ext>
              </a:extLst>
            </p:cNvPr>
            <p:cNvSpPr txBox="1"/>
            <p:nvPr/>
          </p:nvSpPr>
          <p:spPr>
            <a:xfrm>
              <a:off x="1021425" y="4979331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1" name="直線矢印コネクタ 70">
              <a:extLst>
                <a:ext uri="{FF2B5EF4-FFF2-40B4-BE49-F238E27FC236}">
                  <ns2:creationId id="{3A9D0318-E50E-DF4C-BC16-FFFFEEEC6698}"/>
                </a:ext>
              </a:extLst>
            </p:cNvPr>
            <p:cNvCxnSpPr>
              <a:endCxn id="69" idx="1"/>
            </p:cNvCxnSpPr>
            <p:nvPr/>
          </p:nvCxnSpPr>
          <p:spPr>
            <a:xfrm>
              <a:off x="552450" y="5067848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テキスト ボックス 71">
              <a:extLst>
                <a:ext uri="{FF2B5EF4-FFF2-40B4-BE49-F238E27FC236}">
                  <ns2:creationId id="{98434282-E4C3-C006-763A-74CE497A09B2}"/>
                </a:ext>
              </a:extLst>
            </p:cNvPr>
            <p:cNvSpPr txBox="1"/>
            <p:nvPr/>
          </p:nvSpPr>
          <p:spPr>
            <a:xfrm>
              <a:off x="733425" y="524255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ns2:creationId id="{AB3CCE1B-370E-3A8E-2A72-0BB654D5549C}"/>
                </a:ext>
              </a:extLst>
            </p:cNvPr>
            <p:cNvSpPr txBox="1"/>
            <p:nvPr/>
          </p:nvSpPr>
          <p:spPr>
            <a:xfrm>
              <a:off x="3019207" y="1874293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8" name="テキスト ボックス 77">
              <a:extLst>
                <a:ext uri="{FF2B5EF4-FFF2-40B4-BE49-F238E27FC236}">
                  <ns2:creationId id="{03E1FF9C-DF19-04AA-76B3-A4F67FAC5B7C}"/>
                </a:ext>
              </a:extLst>
            </p:cNvPr>
            <p:cNvSpPr txBox="1"/>
            <p:nvPr/>
          </p:nvSpPr>
          <p:spPr>
            <a:xfrm>
              <a:off x="3307207" y="1889894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79" name="直線矢印コネクタ 78">
              <a:extLst>
                <a:ext uri="{FF2B5EF4-FFF2-40B4-BE49-F238E27FC236}">
                  <ns2:creationId id="{7A166526-27F5-7F50-9534-12BAF99494FE}"/>
                </a:ext>
              </a:extLst>
            </p:cNvPr>
            <p:cNvCxnSpPr>
              <a:endCxn id="77" idx="1"/>
            </p:cNvCxnSpPr>
            <p:nvPr/>
          </p:nvCxnSpPr>
          <p:spPr>
            <a:xfrm>
              <a:off x="2838232" y="1978411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テキスト ボックス 79">
              <a:extLst>
                <a:ext uri="{FF2B5EF4-FFF2-40B4-BE49-F238E27FC236}">
                  <ns2:creationId id="{7F6E7CEA-CDD1-C91F-3D09-651D7AF7D22B}"/>
                </a:ext>
              </a:extLst>
            </p:cNvPr>
            <p:cNvSpPr txBox="1"/>
            <p:nvPr/>
          </p:nvSpPr>
          <p:spPr>
            <a:xfrm>
              <a:off x="3019207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82" name="テキスト ボックス 81">
              <a:extLst>
                <a:ext uri="{FF2B5EF4-FFF2-40B4-BE49-F238E27FC236}">
                  <ns2:creationId id="{4F321BA0-E2BE-4EDB-13F3-720B211DD10A}"/>
                </a:ext>
              </a:extLst>
            </p:cNvPr>
            <p:cNvSpPr txBox="1"/>
            <p:nvPr/>
          </p:nvSpPr>
          <p:spPr>
            <a:xfrm>
              <a:off x="3019207" y="3333948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ns2:creationId id="{72BD7B6A-6EB2-F071-1786-4441D3DD7F05}"/>
                </a:ext>
              </a:extLst>
            </p:cNvPr>
            <p:cNvSpPr txBox="1"/>
            <p:nvPr/>
          </p:nvSpPr>
          <p:spPr>
            <a:xfrm>
              <a:off x="3307207" y="3349549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84" name="直線矢印コネクタ 83">
              <a:extLst>
                <a:ext uri="{FF2B5EF4-FFF2-40B4-BE49-F238E27FC236}">
                  <ns2:creationId id="{CDD87D67-A186-CB3B-952C-6DCBF96EBF3F}"/>
                </a:ext>
              </a:extLst>
            </p:cNvPr>
            <p:cNvCxnSpPr>
              <a:endCxn id="82" idx="1"/>
            </p:cNvCxnSpPr>
            <p:nvPr/>
          </p:nvCxnSpPr>
          <p:spPr>
            <a:xfrm>
              <a:off x="2838232" y="3438066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テキスト ボックス 84">
              <a:extLst>
                <a:ext uri="{FF2B5EF4-FFF2-40B4-BE49-F238E27FC236}">
                  <ns2:creationId id="{61238DAF-6907-F86D-6174-993F5764AF8D}"/>
                </a:ext>
              </a:extLst>
            </p:cNvPr>
            <p:cNvSpPr txBox="1"/>
            <p:nvPr/>
          </p:nvSpPr>
          <p:spPr>
            <a:xfrm>
              <a:off x="3019207" y="3612773"/>
              <a:ext cx="2104805" cy="1244185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/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PDF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87" name="テキスト ボックス 86">
              <a:extLst>
                <a:ext uri="{FF2B5EF4-FFF2-40B4-BE49-F238E27FC236}">
                  <ns2:creationId id="{953A5046-0A6C-F83F-3F5F-6F67AA52C118}"/>
                </a:ext>
              </a:extLst>
            </p:cNvPr>
            <p:cNvSpPr txBox="1"/>
            <p:nvPr/>
          </p:nvSpPr>
          <p:spPr>
            <a:xfrm>
              <a:off x="3019207" y="4963730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2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88" name="テキスト ボックス 87">
              <a:extLst>
                <a:ext uri="{FF2B5EF4-FFF2-40B4-BE49-F238E27FC236}">
                  <ns2:creationId id="{CD78F3B6-F07E-F5D0-3D60-3D0EB94C6D02}"/>
                </a:ext>
              </a:extLst>
            </p:cNvPr>
            <p:cNvSpPr txBox="1"/>
            <p:nvPr/>
          </p:nvSpPr>
          <p:spPr>
            <a:xfrm>
              <a:off x="3307207" y="4979331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89" name="直線矢印コネクタ 88">
              <a:extLst>
                <a:ext uri="{FF2B5EF4-FFF2-40B4-BE49-F238E27FC236}">
                  <ns2:creationId id="{7514362F-D18E-0798-24DF-C4B59FE3D4A3}"/>
                </a:ext>
              </a:extLst>
            </p:cNvPr>
            <p:cNvCxnSpPr>
              <a:endCxn id="87" idx="1"/>
            </p:cNvCxnSpPr>
            <p:nvPr/>
          </p:nvCxnSpPr>
          <p:spPr>
            <a:xfrm>
              <a:off x="2838232" y="5067848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テキスト ボックス 89">
              <a:extLst>
                <a:ext uri="{FF2B5EF4-FFF2-40B4-BE49-F238E27FC236}">
                  <ns2:creationId id="{E3A0F56C-6281-9109-FD09-3C7F71319470}"/>
                </a:ext>
              </a:extLst>
            </p:cNvPr>
            <p:cNvSpPr txBox="1"/>
            <p:nvPr/>
          </p:nvSpPr>
          <p:spPr>
            <a:xfrm>
              <a:off x="3019207" y="524255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ERP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92" name="テキスト ボックス 91">
              <a:extLst>
                <a:ext uri="{FF2B5EF4-FFF2-40B4-BE49-F238E27FC236}">
                  <ns2:creationId id="{AEE75BA6-335B-1746-B601-48A3DE4D4145}"/>
                </a:ext>
              </a:extLst>
            </p:cNvPr>
            <p:cNvSpPr txBox="1"/>
            <p:nvPr/>
          </p:nvSpPr>
          <p:spPr>
            <a:xfrm>
              <a:off x="5304987" y="1874293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93" name="テキスト ボックス 92">
              <a:extLst>
                <a:ext uri="{FF2B5EF4-FFF2-40B4-BE49-F238E27FC236}">
                  <ns2:creationId id="{5FEBB2BF-F1EE-8259-71F9-4BFA0436DFAF}"/>
                </a:ext>
              </a:extLst>
            </p:cNvPr>
            <p:cNvSpPr txBox="1"/>
            <p:nvPr/>
          </p:nvSpPr>
          <p:spPr>
            <a:xfrm>
              <a:off x="5592987" y="1889894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94" name="直線矢印コネクタ 93">
              <a:extLst>
                <a:ext uri="{FF2B5EF4-FFF2-40B4-BE49-F238E27FC236}">
                  <ns2:creationId id="{B88DDED4-407E-AB4C-9998-9CF141C09279}"/>
                </a:ext>
              </a:extLst>
            </p:cNvPr>
            <p:cNvCxnSpPr>
              <a:endCxn id="92" idx="1"/>
            </p:cNvCxnSpPr>
            <p:nvPr/>
          </p:nvCxnSpPr>
          <p:spPr>
            <a:xfrm>
              <a:off x="5124012" y="1978411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テキスト ボックス 94">
              <a:extLst>
                <a:ext uri="{FF2B5EF4-FFF2-40B4-BE49-F238E27FC236}">
                  <ns2:creationId id="{A2A067CF-D77F-A474-C727-FE301AD60592}"/>
                </a:ext>
              </a:extLst>
            </p:cNvPr>
            <p:cNvSpPr txBox="1"/>
            <p:nvPr/>
          </p:nvSpPr>
          <p:spPr>
            <a:xfrm>
              <a:off x="5304987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</a:p>
          </p:txBody>
        </p:sp>
        <p:sp>
          <p:nvSpPr>
            <p:cNvPr id="97" name="テキスト ボックス 96">
              <a:extLst>
                <a:ext uri="{FF2B5EF4-FFF2-40B4-BE49-F238E27FC236}">
                  <ns2:creationId id="{83088084-5D71-193E-D026-B0354919905A}"/>
                </a:ext>
              </a:extLst>
            </p:cNvPr>
            <p:cNvSpPr txBox="1"/>
            <p:nvPr/>
          </p:nvSpPr>
          <p:spPr>
            <a:xfrm>
              <a:off x="5304987" y="3333948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98" name="テキスト ボックス 97">
              <a:extLst>
                <a:ext uri="{FF2B5EF4-FFF2-40B4-BE49-F238E27FC236}">
                  <ns2:creationId id="{19868A6D-44C6-AD75-6593-25E1089CD657}"/>
                </a:ext>
              </a:extLst>
            </p:cNvPr>
            <p:cNvSpPr txBox="1"/>
            <p:nvPr/>
          </p:nvSpPr>
          <p:spPr>
            <a:xfrm>
              <a:off x="5592987" y="3349549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99" name="直線矢印コネクタ 98">
              <a:extLst>
                <a:ext uri="{FF2B5EF4-FFF2-40B4-BE49-F238E27FC236}">
                  <ns2:creationId id="{24C5A233-2B0B-EC0C-FA23-91C12D6CBC21}"/>
                </a:ext>
              </a:extLst>
            </p:cNvPr>
            <p:cNvCxnSpPr>
              <a:endCxn id="97" idx="1"/>
            </p:cNvCxnSpPr>
            <p:nvPr/>
          </p:nvCxnSpPr>
          <p:spPr>
            <a:xfrm>
              <a:off x="5124012" y="3438066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テキスト ボックス 99">
              <a:extLst>
                <a:ext uri="{FF2B5EF4-FFF2-40B4-BE49-F238E27FC236}">
                  <ns2:creationId id="{0F199EB4-DDA6-1B2C-A738-D75D9E217E23}"/>
                </a:ext>
              </a:extLst>
            </p:cNvPr>
            <p:cNvSpPr txBox="1"/>
            <p:nvPr/>
          </p:nvSpPr>
          <p:spPr>
            <a:xfrm>
              <a:off x="5304987" y="3612774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en-US" altLang="ja-JP" sz="700" b="0" i="0" u="none" strike="noStrike" kern="120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02" name="テキスト ボックス 101">
              <a:extLst>
                <a:ext uri="{FF2B5EF4-FFF2-40B4-BE49-F238E27FC236}">
                  <ns2:creationId id="{371E2B8B-541D-1370-7AE8-779A047EF72E}"/>
                </a:ext>
              </a:extLst>
            </p:cNvPr>
            <p:cNvSpPr txBox="1"/>
            <p:nvPr/>
          </p:nvSpPr>
          <p:spPr>
            <a:xfrm>
              <a:off x="7590767" y="1884281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4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3" name="テキスト ボックス 102">
              <a:extLst>
                <a:ext uri="{FF2B5EF4-FFF2-40B4-BE49-F238E27FC236}">
                  <ns2:creationId id="{E90F0006-21DB-B78D-5C84-1334B1430F77}"/>
                </a:ext>
              </a:extLst>
            </p:cNvPr>
            <p:cNvSpPr txBox="1"/>
            <p:nvPr/>
          </p:nvSpPr>
          <p:spPr>
            <a:xfrm>
              <a:off x="7878767" y="1899882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04" name="直線矢印コネクタ 103">
              <a:extLst>
                <a:ext uri="{FF2B5EF4-FFF2-40B4-BE49-F238E27FC236}">
                  <ns2:creationId id="{9E37976D-B511-D460-D7D8-7BAF7E08CD1B}"/>
                </a:ext>
              </a:extLst>
            </p:cNvPr>
            <p:cNvCxnSpPr>
              <a:endCxn id="102" idx="1"/>
            </p:cNvCxnSpPr>
            <p:nvPr/>
          </p:nvCxnSpPr>
          <p:spPr>
            <a:xfrm>
              <a:off x="7409792" y="1988399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テキスト ボックス 104">
              <a:extLst>
                <a:ext uri="{FF2B5EF4-FFF2-40B4-BE49-F238E27FC236}">
                  <ns2:creationId id="{51FBDE85-3FED-2B40-823D-C5FD9A787AF4}"/>
                </a:ext>
              </a:extLst>
            </p:cNvPr>
            <p:cNvSpPr txBox="1"/>
            <p:nvPr/>
          </p:nvSpPr>
          <p:spPr>
            <a:xfrm>
              <a:off x="7590767" y="2147506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</a:p>
          </p:txBody>
        </p:sp>
        <p:sp>
          <p:nvSpPr>
            <p:cNvPr id="107" name="テキスト ボックス 106">
              <a:extLst>
                <a:ext uri="{FF2B5EF4-FFF2-40B4-BE49-F238E27FC236}">
                  <ns2:creationId id="{3E8B62E5-0296-38E0-75DB-82770AFF25D9}"/>
                </a:ext>
              </a:extLst>
            </p:cNvPr>
            <p:cNvSpPr txBox="1"/>
            <p:nvPr/>
          </p:nvSpPr>
          <p:spPr>
            <a:xfrm>
              <a:off x="7590767" y="3343936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4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8" name="テキスト ボックス 107">
              <a:extLst>
                <a:ext uri="{FF2B5EF4-FFF2-40B4-BE49-F238E27FC236}">
                  <ns2:creationId id="{D1007DD0-1E5A-3488-BA0B-C1E6FEF0EE95}"/>
                </a:ext>
              </a:extLst>
            </p:cNvPr>
            <p:cNvSpPr txBox="1"/>
            <p:nvPr/>
          </p:nvSpPr>
          <p:spPr>
            <a:xfrm>
              <a:off x="7878767" y="3359537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109" name="直線矢印コネクタ 108">
              <a:extLst>
                <a:ext uri="{FF2B5EF4-FFF2-40B4-BE49-F238E27FC236}">
                  <ns2:creationId id="{CF460BA8-64F3-4CE6-A89C-4D736836A11E}"/>
                </a:ext>
              </a:extLst>
            </p:cNvPr>
            <p:cNvCxnSpPr>
              <a:endCxn id="107" idx="1"/>
            </p:cNvCxnSpPr>
            <p:nvPr/>
          </p:nvCxnSpPr>
          <p:spPr>
            <a:xfrm>
              <a:off x="7409792" y="3448054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テキスト ボックス 109">
              <a:extLst>
                <a:ext uri="{FF2B5EF4-FFF2-40B4-BE49-F238E27FC236}">
                  <ns2:creationId id="{A60E4A11-BCCA-B789-8101-A240CBFAB353}"/>
                </a:ext>
              </a:extLst>
            </p:cNvPr>
            <p:cNvSpPr txBox="1"/>
            <p:nvPr/>
          </p:nvSpPr>
          <p:spPr>
            <a:xfrm>
              <a:off x="7590767" y="3622762"/>
              <a:ext cx="2104805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12" name="テキスト ボックス 111">
              <a:extLst>
                <a:ext uri="{FF2B5EF4-FFF2-40B4-BE49-F238E27FC236}">
                  <ns2:creationId id="{D969E1D9-70C5-17D0-F6FE-3A3A590CA015}"/>
                </a:ext>
              </a:extLst>
            </p:cNvPr>
            <p:cNvSpPr txBox="1"/>
            <p:nvPr/>
          </p:nvSpPr>
          <p:spPr>
            <a:xfrm>
              <a:off x="9876547" y="1868680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5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3" name="テキスト ボックス 112">
              <a:extLst>
                <a:ext uri="{FF2B5EF4-FFF2-40B4-BE49-F238E27FC236}">
                  <ns2:creationId id="{3FFE5810-071C-A851-C4BC-A56601292239}"/>
                </a:ext>
              </a:extLst>
            </p:cNvPr>
            <p:cNvSpPr txBox="1"/>
            <p:nvPr/>
          </p:nvSpPr>
          <p:spPr>
            <a:xfrm>
              <a:off x="10164547" y="1884281"/>
              <a:ext cx="1861054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14" name="直線矢印コネクタ 113">
              <a:extLst>
                <a:ext uri="{FF2B5EF4-FFF2-40B4-BE49-F238E27FC236}">
                  <ns2:creationId id="{7D84AFB9-ACA4-99D1-C4A0-2001C2E1BD84}"/>
                </a:ext>
              </a:extLst>
            </p:cNvPr>
            <p:cNvCxnSpPr>
              <a:endCxn id="112" idx="1"/>
            </p:cNvCxnSpPr>
            <p:nvPr/>
          </p:nvCxnSpPr>
          <p:spPr>
            <a:xfrm>
              <a:off x="9695572" y="1972798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テキスト ボックス 114">
              <a:extLst>
                <a:ext uri="{FF2B5EF4-FFF2-40B4-BE49-F238E27FC236}">
                  <ns2:creationId id="{CF6AC9FE-AD72-7688-8C4E-267573725A81}"/>
                </a:ext>
              </a:extLst>
            </p:cNvPr>
            <p:cNvSpPr txBox="1"/>
            <p:nvPr/>
          </p:nvSpPr>
          <p:spPr>
            <a:xfrm>
              <a:off x="9876548" y="2147506"/>
              <a:ext cx="1943978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7781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8416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17" name="テキスト ボックス 116">
              <a:extLst>
                <a:ext uri="{FF2B5EF4-FFF2-40B4-BE49-F238E27FC236}">
                  <ns2:creationId id="{89C069EA-A23B-B492-C339-8229A62B7460}"/>
                </a:ext>
              </a:extLst>
            </p:cNvPr>
            <p:cNvSpPr txBox="1"/>
            <p:nvPr/>
          </p:nvSpPr>
          <p:spPr>
            <a:xfrm>
              <a:off x="9876547" y="3328335"/>
              <a:ext cx="288000" cy="211203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wrap="square" lIns="36000" tIns="36000" rIns="36000" bIns="36000" anchor="ctr" anchorCtr="0">
              <a:spAutoFit/>
            </a:bodyPr>
            <a:lstStyle/>
            <a:p>
              <a:pPr algn="ctr"/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5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lang="ja-JP" altLang="en-US" dirty="0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8" name="テキスト ボックス 117">
              <a:extLst>
                <a:ext uri="{FF2B5EF4-FFF2-40B4-BE49-F238E27FC236}">
                  <ns2:creationId id="{A1733A24-AD29-F095-9CF6-8C4A773777ED}"/>
                </a:ext>
              </a:extLst>
            </p:cNvPr>
            <p:cNvSpPr txBox="1"/>
            <p:nvPr/>
          </p:nvSpPr>
          <p:spPr>
            <a:xfrm>
              <a:off x="10164547" y="3343936"/>
              <a:ext cx="1655978" cy="313350"/>
            </a:xfrm>
            <a:prstGeom prst="rect">
              <a:avLst/>
            </a:prstGeom>
            <a:noFill/>
          </p:spPr>
          <p:txBody>
            <a:bodyPr wrap="square" lIns="36000" tIns="0" rIns="36000" bIns="36000">
              <a:noAutofit/>
            </a:bodyPr>
            <a:lstStyle/>
            <a:p>
              <a:pPr marL="0"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cxnSp>
          <p:nvCxnSpPr>
            <p:cNvPr id="119" name="直線矢印コネクタ 118">
              <a:extLst>
                <a:ext uri="{FF2B5EF4-FFF2-40B4-BE49-F238E27FC236}">
                  <ns2:creationId id="{DD6E72BC-A5C5-A04A-F86B-337B234F442B}"/>
                </a:ext>
              </a:extLst>
            </p:cNvPr>
            <p:cNvCxnSpPr>
              <a:endCxn id="117" idx="1"/>
            </p:cNvCxnSpPr>
            <p:nvPr/>
          </p:nvCxnSpPr>
          <p:spPr>
            <a:xfrm>
              <a:off x="9695572" y="3432453"/>
              <a:ext cx="180975" cy="1484"/>
            </a:xfrm>
            <a:prstGeom prst="straightConnector1">
              <a:avLst/>
            </a:prstGeom>
            <a:ln w="9525">
              <a:solidFill>
                <a:srgbClr val="008000"/>
              </a:solidFill>
              <a:prstDash val="sysDot"/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テキスト ボックス 119">
              <a:extLst>
                <a:ext uri="{FF2B5EF4-FFF2-40B4-BE49-F238E27FC236}">
                  <ns2:creationId id="{E3D5531F-7B0C-ECE1-E12F-272976C9ACD5}"/>
                </a:ext>
              </a:extLst>
            </p:cNvPr>
            <p:cNvSpPr txBox="1"/>
            <p:nvPr/>
          </p:nvSpPr>
          <p:spPr>
            <a:xfrm>
              <a:off x="9876548" y="3607161"/>
              <a:ext cx="1943978" cy="8397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noAutofit/>
            </a:bodyPr>
            <a:lstStyle/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8416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66700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(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0" marR="0" lvl="2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>
                  <a:tab pos="284163" algn="l"/>
                </a:tabLst>
                <a:defRPr/>
              </a:pP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	</a:t>
              </a:r>
              <a:r>
                <a: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</p:grpSp>
    </p:spTree>
    <p:extLst>
      <p:ext uri="{BB962C8B-B14F-4D97-AF65-F5344CB8AC3E}">
        <ns5:creationId val="3619706335"/>
      </p:ext>
    </p:extLst>
  </p:cSld>
  <p:clrMapOvr>
    <a:masterClrMapping/>
  </p:clrMapOvr>
</p:sld>
</file>

<file path=ppt/slides/slide35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CEBCD31-8532-CCB2-8817-6BB39599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C9511EA-7387-33EC-7E5B-D535DDD69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ns2:creationId id="{2C981B36-55E3-893D-6321-6F7A498FAA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356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234" name="グループ化 233">
            <a:extLst>
              <a:ext uri="{FF2B5EF4-FFF2-40B4-BE49-F238E27FC236}">
                <ns2:creationId id="{A9AD6C06-C42D-9FC3-FB0C-21B56EE9F810}"/>
              </a:ext>
            </a:extLst>
          </p:cNvPr>
          <p:cNvGrpSpPr/>
          <p:nvPr/>
        </p:nvGrpSpPr>
        <p:grpSpPr>
          <a:xfrm>
            <a:off x="399370" y="979389"/>
            <a:ext cx="11421155" cy="360000"/>
            <a:chOff x="371475" y="1163133"/>
            <a:chExt cx="11421155" cy="360000"/>
          </a:xfrm>
        </p:grpSpPr>
        <p:sp>
          <p:nvSpPr>
            <p:cNvPr id="4" name="テキスト プレースホルダー 2">
              <a:extLst>
                <a:ext uri="{FF2B5EF4-FFF2-40B4-BE49-F238E27FC236}">
                  <ns2:creationId id="{61C10838-248F-C3DF-7DBC-DEC036FD2A22}"/>
                </a:ext>
              </a:extLst>
            </p:cNvPr>
            <p:cNvSpPr txBox="1">
              <a:spLocks/>
            </p:cNvSpPr>
            <p:nvPr/>
          </p:nvSpPr>
          <p:spPr>
            <a:xfrm>
              <a:off x="371475" y="1163133"/>
              <a:ext cx="11421155" cy="360000"/>
            </a:xfrm>
            <a:prstGeom prst="rect">
              <a:avLst/>
            </a:prstGeom>
            <a:noFill/>
            <a:ln>
              <a:solidFill>
                <a:srgbClr val="008000"/>
              </a:solidFill>
            </a:ln>
          </p:spPr>
          <p:txBody>
            <a:bodyPr vert="horz" lIns="1440000" tIns="36000" rIns="72000" bIns="3600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lang="ja-JP" altLang="en-US" sz="1800" dirty="0">
                <a:solidFill>
                  <a:srgbClr val="10831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" name="テキスト プレースホルダー 2">
              <a:extLst>
                <a:ext uri="{FF2B5EF4-FFF2-40B4-BE49-F238E27FC236}">
                  <ns2:creationId id="{05CEA55C-BA1A-F218-4503-883F01ADC2F0}"/>
                </a:ext>
              </a:extLst>
            </p:cNvPr>
            <p:cNvSpPr txBox="1">
              <a:spLocks/>
            </p:cNvSpPr>
            <p:nvPr/>
          </p:nvSpPr>
          <p:spPr>
            <a:xfrm>
              <a:off x="418084" y="1199133"/>
              <a:ext cx="1260000" cy="288000"/>
            </a:xfrm>
            <a:prstGeom prst="rect">
              <a:avLst/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txBody>
            <a:bodyPr vert="horz" lIns="36000" tIns="36000" rIns="36000" bIns="36000" rtlCol="0" anchor="ctr" anchorCtr="0">
              <a:noAutofit/>
            </a:bodyPr>
            <a:lstStyle>
              <a:lvl1pPr marL="342900" indent="-3429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8000"/>
                </a:buClr>
                <a:buFont typeface="Wingdings" panose="05000000000000000000" pitchFamily="2" charset="2"/>
                <a:buChar char="n"/>
                <a:defRPr kumimoji="1" sz="2000" kern="12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altLang="ja-JP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800" dirty="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</p:grpSp>
      <p:sp>
        <p:nvSpPr>
          <p:cNvPr id="216" name="Rectangle: Rounded Corners 66">
            <a:extLst>
              <a:ext uri="{FF2B5EF4-FFF2-40B4-BE49-F238E27FC236}">
                <ns2:creationId id="{0F7F6BB1-EF59-0238-D731-86665FDF1EF4}"/>
              </a:ext>
            </a:extLst>
          </p:cNvPr>
          <p:cNvSpPr/>
          <p:nvPr/>
        </p:nvSpPr>
        <p:spPr>
          <a:xfrm>
            <a:off x="11010523" y="1360122"/>
            <a:ext cx="1149488" cy="242011"/>
          </a:xfrm>
          <a:prstGeom prst="roundRect">
            <a:avLst>
              <a:gd name="adj" fmla="val 12747"/>
            </a:avLst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Tx/>
              <a:buNone/>
              <a:tabLst/>
              <a:defRPr/>
            </a:pPr>
            <a:r>
              <a:rPr kumimoji="0" lang="en-US" altLang="ja-JP" sz="10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0" lang="ja-JP" altLang="en-US" sz="10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0" lang="en-US" altLang="ja-JP" sz="1000" kern="0">
              <a:solidFill>
                <a:schemeClr val="tx1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224" name="グループ化 223">
            <a:extLst>
              <a:ext uri="{FF2B5EF4-FFF2-40B4-BE49-F238E27FC236}">
                <ns2:creationId id="{0D123D4D-1CC3-9C6D-9982-39713390DC7B}"/>
              </a:ext>
            </a:extLst>
          </p:cNvPr>
          <p:cNvGrpSpPr/>
          <p:nvPr/>
        </p:nvGrpSpPr>
        <p:grpSpPr>
          <a:xfrm>
            <a:off x="371475" y="1435722"/>
            <a:ext cx="11493440" cy="4693616"/>
            <a:chOff x="371475" y="1435722"/>
            <a:chExt cx="11493440" cy="4693616"/>
          </a:xfrm>
        </p:grpSpPr>
        <p:grpSp>
          <p:nvGrpSpPr>
            <p:cNvPr id="187" name="グループ化 186">
              <a:extLst>
                <a:ext uri="{FF2B5EF4-FFF2-40B4-BE49-F238E27FC236}">
                  <ns2:creationId id="{292F816C-5161-1CF4-85B0-7C28256E3F27}"/>
                </a:ext>
              </a:extLst>
            </p:cNvPr>
            <p:cNvGrpSpPr/>
            <p:nvPr/>
          </p:nvGrpSpPr>
          <p:grpSpPr>
            <a:xfrm>
              <a:off x="7135903" y="3749823"/>
              <a:ext cx="4390708" cy="627463"/>
              <a:chOff x="6816725" y="2934730"/>
              <a:chExt cx="4390708" cy="627463"/>
            </a:xfrm>
          </p:grpSpPr>
          <p:sp>
            <p:nvSpPr>
              <p:cNvPr id="188" name="Rectangle: Rounded Corners 66">
                <a:extLst>
                  <a:ext uri="{FF2B5EF4-FFF2-40B4-BE49-F238E27FC236}">
                    <ns2:creationId id="{78325FFB-DA4B-EB2D-B1D0-4E2D2D4AD92D}"/>
                  </a:ext>
                </a:extLst>
              </p:cNvPr>
              <p:cNvSpPr/>
              <p:nvPr/>
            </p:nvSpPr>
            <p:spPr>
              <a:xfrm flipV="1">
                <a:off x="6816725" y="3102856"/>
                <a:ext cx="4390708" cy="459337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endPara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89" name="Rectangle: Rounded Corners 66">
                <a:extLst>
                  <a:ext uri="{FF2B5EF4-FFF2-40B4-BE49-F238E27FC236}">
                    <ns2:creationId id="{0245381B-3807-5861-E5E0-4E6CB8934BA8}"/>
                  </a:ext>
                </a:extLst>
              </p:cNvPr>
              <p:cNvSpPr/>
              <p:nvPr/>
            </p:nvSpPr>
            <p:spPr>
              <a:xfrm>
                <a:off x="6816725" y="2934730"/>
                <a:ext cx="4390708" cy="172009"/>
              </a:xfrm>
              <a:prstGeom prst="roundRect">
                <a:avLst>
                  <a:gd name="adj" fmla="val 0"/>
                </a:avLst>
              </a:prstGeom>
              <a:solidFill>
                <a:srgbClr val="4CA64C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86" name="グループ化 185">
              <a:extLst>
                <a:ext uri="{FF2B5EF4-FFF2-40B4-BE49-F238E27FC236}">
                  <ns2:creationId id="{79EC5C91-703D-5605-F9D6-2FEB66030A47}"/>
                </a:ext>
              </a:extLst>
            </p:cNvPr>
            <p:cNvGrpSpPr/>
            <p:nvPr/>
          </p:nvGrpSpPr>
          <p:grpSpPr>
            <a:xfrm>
              <a:off x="7135903" y="2918390"/>
              <a:ext cx="4390708" cy="652430"/>
              <a:chOff x="6816725" y="2909764"/>
              <a:chExt cx="4390708" cy="652430"/>
            </a:xfrm>
          </p:grpSpPr>
          <p:sp>
            <p:nvSpPr>
              <p:cNvPr id="184" name="Rectangle: Rounded Corners 66">
                <a:extLst>
                  <a:ext uri="{FF2B5EF4-FFF2-40B4-BE49-F238E27FC236}">
                    <ns2:creationId id="{18E030FE-A661-BB08-16A9-83BAD89AD64F}"/>
                  </a:ext>
                </a:extLst>
              </p:cNvPr>
              <p:cNvSpPr/>
              <p:nvPr/>
            </p:nvSpPr>
            <p:spPr>
              <a:xfrm flipV="1">
                <a:off x="6816725" y="3102874"/>
                <a:ext cx="4390708" cy="45932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endPara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85" name="Rectangle: Rounded Corners 66">
                <a:extLst>
                  <a:ext uri="{FF2B5EF4-FFF2-40B4-BE49-F238E27FC236}">
                    <ns2:creationId id="{6737C93C-2DF7-5981-511C-EF872AE6E150}"/>
                  </a:ext>
                </a:extLst>
              </p:cNvPr>
              <p:cNvSpPr/>
              <p:nvPr/>
            </p:nvSpPr>
            <p:spPr>
              <a:xfrm>
                <a:off x="6816725" y="2909764"/>
                <a:ext cx="4390708" cy="196975"/>
              </a:xfrm>
              <a:prstGeom prst="roundRect">
                <a:avLst>
                  <a:gd name="adj" fmla="val 0"/>
                </a:avLst>
              </a:prstGeom>
              <a:solidFill>
                <a:srgbClr val="4CA64C"/>
              </a:solidFill>
              <a:ln w="19050" cap="flat" cmpd="sng" algn="ctr">
                <a:solidFill>
                  <a:srgbClr val="4CA64C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sp>
          <p:nvSpPr>
            <p:cNvPr id="10" name="正方形/長方形 9">
              <a:extLst>
                <a:ext uri="{FF2B5EF4-FFF2-40B4-BE49-F238E27FC236}">
                  <ns2:creationId id="{5C7C14A6-E30A-D7D3-18F3-47CF48414370}"/>
                </a:ext>
              </a:extLst>
            </p:cNvPr>
            <p:cNvSpPr/>
            <p:nvPr/>
          </p:nvSpPr>
          <p:spPr>
            <a:xfrm>
              <a:off x="371475" y="1996719"/>
              <a:ext cx="412296" cy="4132619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1" name="Rectangle 5">
              <a:extLst>
                <a:ext uri="{FF2B5EF4-FFF2-40B4-BE49-F238E27FC236}">
                  <ns2:creationId id="{95CF981D-6423-0EE0-D515-9A128612582B}"/>
                </a:ext>
              </a:extLst>
            </p:cNvPr>
            <p:cNvSpPr/>
            <p:nvPr/>
          </p:nvSpPr>
          <p:spPr>
            <a:xfrm>
              <a:off x="1724976" y="1701892"/>
              <a:ext cx="5040000" cy="288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lang="ja-JP" altLang="en-US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fr-FR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" name="Rectangle 5">
              <a:extLst>
                <a:ext uri="{FF2B5EF4-FFF2-40B4-BE49-F238E27FC236}">
                  <ns2:creationId id="{CB45A345-2871-3F79-C157-E5583B22C431}"/>
                </a:ext>
              </a:extLst>
            </p:cNvPr>
            <p:cNvSpPr/>
            <p:nvPr/>
          </p:nvSpPr>
          <p:spPr>
            <a:xfrm>
              <a:off x="6782221" y="1701892"/>
              <a:ext cx="5040000" cy="28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0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１</a:t>
              </a:r>
              <a:r>
                <a:rPr lang="en-US" altLang="ja-JP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fr-FR" sz="1000" b="0" i="0" u="none" strike="noStrike" kern="1200" cap="none" spc="0" normalizeH="0" baseline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10412FD4-5452-8842-1DCB-888CF6A4E69E}"/>
                </a:ext>
              </a:extLst>
            </p:cNvPr>
            <p:cNvSpPr/>
            <p:nvPr/>
          </p:nvSpPr>
          <p:spPr>
            <a:xfrm>
              <a:off x="871522" y="1989139"/>
              <a:ext cx="766360" cy="109161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lang="en-US" altLang="ja-JP" sz="8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8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8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8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D65A1809-4ABE-FA77-108B-CC3BF7E97B42}"/>
                </a:ext>
              </a:extLst>
            </p:cNvPr>
            <p:cNvSpPr/>
            <p:nvPr/>
          </p:nvSpPr>
          <p:spPr>
            <a:xfrm>
              <a:off x="871522" y="3167004"/>
              <a:ext cx="766360" cy="1868079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lang="en-US" altLang="ja-JP" sz="9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prstClr val="whit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9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A38F68CE-D61E-95C2-BD3D-56E846AD8E1C}"/>
                </a:ext>
              </a:extLst>
            </p:cNvPr>
            <p:cNvSpPr/>
            <p:nvPr/>
          </p:nvSpPr>
          <p:spPr>
            <a:xfrm>
              <a:off x="871522" y="5121338"/>
              <a:ext cx="766360" cy="1008000"/>
            </a:xfrm>
            <a:prstGeom prst="rect">
              <a:avLst/>
            </a:prstGeom>
            <a:solidFill>
              <a:srgbClr val="168A16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lang="en-US" altLang="ja-JP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en-US" altLang="ja-JP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r>
                <a:rPr lang="ja-JP" altLang="en-US" sz="8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8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6" name="Straight Connector 171">
              <a:extLst>
                <a:ext uri="{FF2B5EF4-FFF2-40B4-BE49-F238E27FC236}">
                  <ns2:creationId id="{A8017C6A-3273-5194-BB05-465984B2CEA6}"/>
                </a:ext>
              </a:extLst>
            </p:cNvPr>
            <p:cNvCxnSpPr>
              <a:cxnSpLocks/>
            </p:cNvCxnSpPr>
            <p:nvPr/>
          </p:nvCxnSpPr>
          <p:spPr>
            <a:xfrm>
              <a:off x="1641415" y="5068850"/>
              <a:ext cx="10223500" cy="0"/>
            </a:xfrm>
            <a:prstGeom prst="line">
              <a:avLst/>
            </a:prstGeom>
            <a:noFill/>
            <a:ln w="6350" cap="flat" cmpd="sng" algn="ctr">
              <a:solidFill>
                <a:sysClr val="window" lastClr="FFFFFF">
                  <a:lumMod val="50000"/>
                </a:sysClr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8" name="Rectangle: Rounded Corners 66">
              <a:extLst>
                <a:ext uri="{FF2B5EF4-FFF2-40B4-BE49-F238E27FC236}">
                  <ns2:creationId id="{6CABA18A-F1F8-9599-47EA-E80D039984D0}"/>
                </a:ext>
              </a:extLst>
            </p:cNvPr>
            <p:cNvSpPr/>
            <p:nvPr/>
          </p:nvSpPr>
          <p:spPr>
            <a:xfrm>
              <a:off x="1724976" y="224627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【</a:t>
              </a:r>
              <a:r>
                <a: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】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fr-FR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9" name="Rectangle: Rounded Corners 66">
              <a:extLst>
                <a:ext uri="{FF2B5EF4-FFF2-40B4-BE49-F238E27FC236}">
                  <ns2:creationId id="{70B1E1AD-AED4-11C8-C1D6-6647CE315CCB}"/>
                </a:ext>
              </a:extLst>
            </p:cNvPr>
            <p:cNvSpPr/>
            <p:nvPr/>
          </p:nvSpPr>
          <p:spPr>
            <a:xfrm>
              <a:off x="3078058" y="224627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8" name="Rectangle: Rounded Corners 66">
              <a:extLst>
                <a:ext uri="{FF2B5EF4-FFF2-40B4-BE49-F238E27FC236}">
                  <ns2:creationId id="{6F8963A9-9DCB-1CAA-8EF9-28E6FCD0C08F}"/>
                </a:ext>
              </a:extLst>
            </p:cNvPr>
            <p:cNvSpPr/>
            <p:nvPr/>
          </p:nvSpPr>
          <p:spPr>
            <a:xfrm>
              <a:off x="3078058" y="3806153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D2E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39" name="Rectangle: Rounded Corners 66">
              <a:extLst>
                <a:ext uri="{FF2B5EF4-FFF2-40B4-BE49-F238E27FC236}">
                  <ns2:creationId id="{5E8F6E5A-292C-A792-E2CC-BC054A5CD854}"/>
                </a:ext>
              </a:extLst>
            </p:cNvPr>
            <p:cNvSpPr/>
            <p:nvPr/>
          </p:nvSpPr>
          <p:spPr>
            <a:xfrm>
              <a:off x="3078058" y="450391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7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6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6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6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grpSp>
          <p:nvGrpSpPr>
            <p:cNvPr id="63" name="グループ化 62">
              <a:extLst>
                <a:ext uri="{FF2B5EF4-FFF2-40B4-BE49-F238E27FC236}">
                  <ns2:creationId id="{6E9EF128-830A-1269-4359-687C70358E64}"/>
                </a:ext>
              </a:extLst>
            </p:cNvPr>
            <p:cNvGrpSpPr/>
            <p:nvPr/>
          </p:nvGrpSpPr>
          <p:grpSpPr>
            <a:xfrm>
              <a:off x="1724976" y="4215912"/>
              <a:ext cx="1008000" cy="828000"/>
              <a:chOff x="1799660" y="4130266"/>
              <a:chExt cx="1008000" cy="828000"/>
            </a:xfrm>
          </p:grpSpPr>
          <p:sp>
            <p:nvSpPr>
              <p:cNvPr id="47" name="Rectangle: Rounded Corners 66">
                <a:extLst>
                  <a:ext uri="{FF2B5EF4-FFF2-40B4-BE49-F238E27FC236}">
                    <ns2:creationId id="{DDB3831F-54A9-2899-EA51-F04DB739B64F}"/>
                  </a:ext>
                </a:extLst>
              </p:cNvPr>
              <p:cNvSpPr/>
              <p:nvPr/>
            </p:nvSpPr>
            <p:spPr>
              <a:xfrm>
                <a:off x="1799660" y="4130266"/>
                <a:ext cx="1008000" cy="828000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40" name="グラフィックス 39" descr="データベース 単色塗りつぶし">
                <a:extLst>
                  <a:ext uri="{FF2B5EF4-FFF2-40B4-BE49-F238E27FC236}">
                    <ns2:creationId id="{2F1B49D8-C1E9-EE82-F5FD-F7785F8AAA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2033660" y="4130266"/>
                <a:ext cx="540000" cy="540000"/>
              </a:xfrm>
              <a:prstGeom prst="rect">
                <a:avLst/>
              </a:prstGeom>
            </p:spPr>
          </p:pic>
        </p:grpSp>
        <p:sp>
          <p:nvSpPr>
            <p:cNvPr id="48" name="円柱 47">
              <a:extLst>
                <a:ext uri="{FF2B5EF4-FFF2-40B4-BE49-F238E27FC236}">
                  <ns2:creationId id="{DA1F5F09-6B93-118B-9A64-5D87B8B81355}"/>
                </a:ext>
              </a:extLst>
            </p:cNvPr>
            <p:cNvSpPr/>
            <p:nvPr/>
          </p:nvSpPr>
          <p:spPr>
            <a:xfrm>
              <a:off x="3078058" y="3157849"/>
              <a:ext cx="1008000" cy="489395"/>
            </a:xfrm>
            <a:prstGeom prst="can">
              <a:avLst/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・</a:t>
              </a: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0" name="Rectangle: Rounded Corners 66">
              <a:extLst>
                <a:ext uri="{FF2B5EF4-FFF2-40B4-BE49-F238E27FC236}">
                  <ns2:creationId id="{BC7C3BBE-1D2E-D2C3-BF2A-436C4633A0A4}"/>
                </a:ext>
              </a:extLst>
            </p:cNvPr>
            <p:cNvSpPr/>
            <p:nvPr/>
          </p:nvSpPr>
          <p:spPr>
            <a:xfrm>
              <a:off x="4501944" y="3159000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51" name="円柱 50">
              <a:extLst>
                <a:ext uri="{FF2B5EF4-FFF2-40B4-BE49-F238E27FC236}">
                  <ns2:creationId id="{9F90942A-D172-4632-EC6E-2D266AADAA4D}"/>
                </a:ext>
              </a:extLst>
            </p:cNvPr>
            <p:cNvSpPr/>
            <p:nvPr/>
          </p:nvSpPr>
          <p:spPr>
            <a:xfrm>
              <a:off x="4501944" y="2239182"/>
              <a:ext cx="1008000" cy="489395"/>
            </a:xfrm>
            <a:prstGeom prst="can">
              <a:avLst/>
            </a:prstGeom>
            <a:solidFill>
              <a:srgbClr val="008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・</a:t>
              </a:r>
              <a:r>
                <a:rPr kumimoji="1" lang="en-US" altLang="ja-JP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1" lang="ja-JP" altLang="en-US" sz="900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52" name="Rectangle: Rounded Corners 66">
              <a:extLst>
                <a:ext uri="{FF2B5EF4-FFF2-40B4-BE49-F238E27FC236}">
                  <ns2:creationId id="{2DDE308C-51E4-AB85-DA10-6420D9274CF4}"/>
                </a:ext>
              </a:extLst>
            </p:cNvPr>
            <p:cNvSpPr/>
            <p:nvPr/>
          </p:nvSpPr>
          <p:spPr>
            <a:xfrm>
              <a:off x="4501944" y="450391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58" name="Rectangle: Rounded Corners 66">
              <a:extLst>
                <a:ext uri="{FF2B5EF4-FFF2-40B4-BE49-F238E27FC236}">
                  <ns2:creationId id="{2A943C35-8CBC-25A6-6081-E26DE46C5516}"/>
                </a:ext>
              </a:extLst>
            </p:cNvPr>
            <p:cNvSpPr/>
            <p:nvPr/>
          </p:nvSpPr>
          <p:spPr>
            <a:xfrm>
              <a:off x="3006058" y="5355338"/>
              <a:ext cx="1152000" cy="540000"/>
            </a:xfrm>
            <a:prstGeom prst="roundRect">
              <a:avLst>
                <a:gd name="adj" fmla="val 12747"/>
              </a:avLst>
            </a:prstGeom>
            <a:solidFill>
              <a:srgbClr val="8AC48A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0" name="Rectangle: Rounded Corners 66">
              <a:extLst>
                <a:ext uri="{FF2B5EF4-FFF2-40B4-BE49-F238E27FC236}">
                  <ns2:creationId id="{D08F1EAF-8D1D-98AA-7DE0-AEA1471DA4DE}"/>
                </a:ext>
              </a:extLst>
            </p:cNvPr>
            <p:cNvSpPr/>
            <p:nvPr/>
          </p:nvSpPr>
          <p:spPr>
            <a:xfrm>
              <a:off x="4501944" y="5355338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8AC48A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1" name="ひし形 60">
              <a:extLst>
                <a:ext uri="{FF2B5EF4-FFF2-40B4-BE49-F238E27FC236}">
                  <ns2:creationId id="{8FBC8A7D-840B-516D-63FF-A19448F76FE3}"/>
                </a:ext>
              </a:extLst>
            </p:cNvPr>
            <p:cNvSpPr/>
            <p:nvPr/>
          </p:nvSpPr>
          <p:spPr>
            <a:xfrm>
              <a:off x="4891880" y="3828877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62" name="ひし形 61">
              <a:extLst>
                <a:ext uri="{FF2B5EF4-FFF2-40B4-BE49-F238E27FC236}">
                  <ns2:creationId id="{4D0128E7-CB36-72F1-09FE-1DC0CED4AE21}"/>
                </a:ext>
              </a:extLst>
            </p:cNvPr>
            <p:cNvSpPr/>
            <p:nvPr/>
          </p:nvSpPr>
          <p:spPr>
            <a:xfrm>
              <a:off x="5808725" y="3828877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54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5" name="Straight Connector 171">
              <a:extLst>
                <a:ext uri="{FF2B5EF4-FFF2-40B4-BE49-F238E27FC236}">
                  <ns2:creationId id="{8F369FD4-5717-302A-D268-1C3F38860B6E}"/>
                </a:ext>
              </a:extLst>
            </p:cNvPr>
            <p:cNvCxnSpPr>
              <a:cxnSpLocks/>
            </p:cNvCxnSpPr>
            <p:nvPr/>
          </p:nvCxnSpPr>
          <p:spPr>
            <a:xfrm>
              <a:off x="1641415" y="3119377"/>
              <a:ext cx="10223500" cy="0"/>
            </a:xfrm>
            <a:prstGeom prst="line">
              <a:avLst/>
            </a:prstGeom>
            <a:noFill/>
            <a:ln w="6350" cap="flat" cmpd="sng" algn="ctr">
              <a:solidFill>
                <a:sysClr val="window" lastClr="FFFFFF">
                  <a:lumMod val="50000"/>
                </a:sysClr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cxnSp>
          <p:nvCxnSpPr>
            <p:cNvPr id="69" name="直線矢印コネクタ 68">
              <a:extLst>
                <a:ext uri="{FF2B5EF4-FFF2-40B4-BE49-F238E27FC236}">
                  <ns2:creationId id="{E47949BE-BDF5-A974-478D-97FCAF8F5E7C}"/>
                </a:ext>
              </a:extLst>
            </p:cNvPr>
            <p:cNvCxnSpPr>
              <a:stCxn id="28" idx="3"/>
              <a:endCxn id="29" idx="1"/>
            </p:cNvCxnSpPr>
            <p:nvPr/>
          </p:nvCxnSpPr>
          <p:spPr>
            <a:xfrm>
              <a:off x="2732976" y="2516272"/>
              <a:ext cx="345082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ns2:creationId id="{4F077EDB-F922-0BC3-2F9B-D6DEE8F15897}"/>
                </a:ext>
              </a:extLst>
            </p:cNvPr>
            <p:cNvCxnSpPr>
              <a:stCxn id="29" idx="3"/>
            </p:cNvCxnSpPr>
            <p:nvPr/>
          </p:nvCxnSpPr>
          <p:spPr>
            <a:xfrm>
              <a:off x="4086058" y="2516272"/>
              <a:ext cx="432000" cy="0"/>
            </a:xfrm>
            <a:prstGeom prst="straightConnector1">
              <a:avLst/>
            </a:prstGeom>
            <a:ln w="9525">
              <a:solidFill>
                <a:srgbClr val="008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ns2:creationId id="{E7405591-A8B1-9674-5ED7-0DA0CC6C822C}"/>
                </a:ext>
              </a:extLst>
            </p:cNvPr>
            <p:cNvCxnSpPr>
              <a:stCxn id="51" idx="3"/>
              <a:endCxn id="50" idx="0"/>
            </p:cNvCxnSpPr>
            <p:nvPr/>
          </p:nvCxnSpPr>
          <p:spPr>
            <a:xfrm>
              <a:off x="5005944" y="2728577"/>
              <a:ext cx="0" cy="430423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ns2:creationId id="{8F19A758-A28B-82DE-741B-7224CF69872F}"/>
                </a:ext>
              </a:extLst>
            </p:cNvPr>
            <p:cNvCxnSpPr/>
            <p:nvPr/>
          </p:nvCxnSpPr>
          <p:spPr>
            <a:xfrm>
              <a:off x="3590432" y="2786272"/>
              <a:ext cx="0" cy="430423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ectangle: Rounded Corners 66">
              <a:extLst>
                <a:ext uri="{FF2B5EF4-FFF2-40B4-BE49-F238E27FC236}">
                  <ns2:creationId id="{8E10FCB3-52F6-5CF6-1671-F590542AB6F0}"/>
                </a:ext>
              </a:extLst>
            </p:cNvPr>
            <p:cNvSpPr/>
            <p:nvPr/>
          </p:nvSpPr>
          <p:spPr>
            <a:xfrm>
              <a:off x="3507451" y="2851840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77" name="コネクタ: カギ線 76">
              <a:extLst>
                <a:ext uri="{FF2B5EF4-FFF2-40B4-BE49-F238E27FC236}">
                  <ns2:creationId id="{0DF334E7-CE33-AA67-AC35-C0B1820D06E0}"/>
                </a:ext>
              </a:extLst>
            </p:cNvPr>
            <p:cNvCxnSpPr>
              <a:stCxn id="47" idx="0"/>
              <a:endCxn id="48" idx="2"/>
            </p:cNvCxnSpPr>
            <p:nvPr/>
          </p:nvCxnSpPr>
          <p:spPr>
            <a:xfrm rot="5400000" flipH="1" flipV="1">
              <a:off x="2246835" y="3384689"/>
              <a:ext cx="813365" cy="849082"/>
            </a:xfrm>
            <a:prstGeom prst="bentConnector2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: Rounded Corners 66">
              <a:extLst>
                <a:ext uri="{FF2B5EF4-FFF2-40B4-BE49-F238E27FC236}">
                  <ns2:creationId id="{E41B193E-2AD6-3EB5-5D07-34C9F194B5F2}"/>
                </a:ext>
              </a:extLst>
            </p:cNvPr>
            <p:cNvSpPr/>
            <p:nvPr/>
          </p:nvSpPr>
          <p:spPr>
            <a:xfrm>
              <a:off x="2394849" y="3159820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79" name="直線矢印コネクタ 78">
              <a:extLst>
                <a:ext uri="{FF2B5EF4-FFF2-40B4-BE49-F238E27FC236}">
                  <ns2:creationId id="{D5753C6A-4266-0DF6-1864-8EA9CD197369}"/>
                </a:ext>
              </a:extLst>
            </p:cNvPr>
            <p:cNvCxnSpPr/>
            <p:nvPr/>
          </p:nvCxnSpPr>
          <p:spPr>
            <a:xfrm>
              <a:off x="3581553" y="3632605"/>
              <a:ext cx="0" cy="18000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コネクタ: カギ線 80">
              <a:extLst>
                <a:ext uri="{FF2B5EF4-FFF2-40B4-BE49-F238E27FC236}">
                  <ns2:creationId id="{C9DE5859-A4A1-1F81-18B0-DFAF38BD0FC1}"/>
                </a:ext>
              </a:extLst>
            </p:cNvPr>
            <p:cNvCxnSpPr>
              <a:stCxn id="38" idx="3"/>
              <a:endCxn id="50" idx="1"/>
            </p:cNvCxnSpPr>
            <p:nvPr/>
          </p:nvCxnSpPr>
          <p:spPr>
            <a:xfrm flipV="1">
              <a:off x="4086058" y="3429000"/>
              <a:ext cx="415886" cy="647153"/>
            </a:xfrm>
            <a:prstGeom prst="bentConnector3">
              <a:avLst/>
            </a:prstGeom>
            <a:ln w="9525">
              <a:solidFill>
                <a:schemeClr val="tx1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ns2:creationId id="{6D3D4D7A-BC9B-E982-0840-F6041F9AD646}"/>
                </a:ext>
              </a:extLst>
            </p:cNvPr>
            <p:cNvCxnSpPr>
              <a:cxnSpLocks/>
            </p:cNvCxnSpPr>
            <p:nvPr/>
          </p:nvCxnSpPr>
          <p:spPr>
            <a:xfrm>
              <a:off x="2732976" y="4773912"/>
              <a:ext cx="345082" cy="0"/>
            </a:xfrm>
            <a:prstGeom prst="straightConnector1">
              <a:avLst/>
            </a:prstGeom>
            <a:ln w="9525">
              <a:solidFill>
                <a:srgbClr val="008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tangle: Rounded Corners 66">
              <a:extLst>
                <a:ext uri="{FF2B5EF4-FFF2-40B4-BE49-F238E27FC236}">
                  <ns2:creationId id="{D3C4AB5F-8878-E175-1268-47C333CC9B77}"/>
                </a:ext>
              </a:extLst>
            </p:cNvPr>
            <p:cNvSpPr/>
            <p:nvPr/>
          </p:nvSpPr>
          <p:spPr>
            <a:xfrm>
              <a:off x="2641472" y="4547403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85" name="直線矢印コネクタ 84">
              <a:extLst>
                <a:ext uri="{FF2B5EF4-FFF2-40B4-BE49-F238E27FC236}">
                  <ns2:creationId id="{D9B46A6D-AE83-69DA-F736-985B086C699C}"/>
                </a:ext>
              </a:extLst>
            </p:cNvPr>
            <p:cNvCxnSpPr>
              <a:cxnSpLocks/>
            </p:cNvCxnSpPr>
            <p:nvPr/>
          </p:nvCxnSpPr>
          <p:spPr>
            <a:xfrm>
              <a:off x="4121460" y="4773912"/>
              <a:ext cx="345082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: Rounded Corners 66">
              <a:extLst>
                <a:ext uri="{FF2B5EF4-FFF2-40B4-BE49-F238E27FC236}">
                  <ns2:creationId id="{F94DBB34-D0B9-F726-0C2A-D79C8DA2ABDE}"/>
                </a:ext>
              </a:extLst>
            </p:cNvPr>
            <p:cNvSpPr/>
            <p:nvPr/>
          </p:nvSpPr>
          <p:spPr>
            <a:xfrm>
              <a:off x="4041608" y="4547403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</a:p>
          </p:txBody>
        </p:sp>
        <p:cxnSp>
          <p:nvCxnSpPr>
            <p:cNvPr id="88" name="コネクタ: カギ線 87">
              <a:extLst>
                <a:ext uri="{FF2B5EF4-FFF2-40B4-BE49-F238E27FC236}">
                  <ns2:creationId id="{355E07BA-73AB-B6EC-C37D-22136FF0FAFC}"/>
                </a:ext>
              </a:extLst>
            </p:cNvPr>
            <p:cNvCxnSpPr>
              <a:cxnSpLocks/>
              <a:endCxn id="61" idx="2"/>
            </p:cNvCxnSpPr>
            <p:nvPr/>
          </p:nvCxnSpPr>
          <p:spPr>
            <a:xfrm flipV="1">
              <a:off x="4041608" y="4116877"/>
              <a:ext cx="994272" cy="160526"/>
            </a:xfrm>
            <a:prstGeom prst="bentConnector2">
              <a:avLst/>
            </a:prstGeom>
            <a:ln w="6350">
              <a:solidFill>
                <a:schemeClr val="tx1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ns2:creationId id="{5917A4B0-BD53-8612-4F91-5BE5CEF1C548}"/>
                </a:ext>
              </a:extLst>
            </p:cNvPr>
            <p:cNvCxnSpPr>
              <a:cxnSpLocks/>
            </p:cNvCxnSpPr>
            <p:nvPr/>
          </p:nvCxnSpPr>
          <p:spPr>
            <a:xfrm>
              <a:off x="5179880" y="3964663"/>
              <a:ext cx="62884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ns2:creationId id="{F1EE306B-6A41-E8B8-0C3F-FA18F51D2620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964663"/>
              <a:ext cx="994913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: Rounded Corners 66">
              <a:extLst>
                <a:ext uri="{FF2B5EF4-FFF2-40B4-BE49-F238E27FC236}">
                  <ns2:creationId id="{99B4E02F-2E69-D30A-A630-EC90F31B2E67}"/>
                </a:ext>
              </a:extLst>
            </p:cNvPr>
            <p:cNvSpPr/>
            <p:nvPr/>
          </p:nvSpPr>
          <p:spPr>
            <a:xfrm>
              <a:off x="4794060" y="3657658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0" name="Rectangle: Rounded Corners 66">
              <a:extLst>
                <a:ext uri="{FF2B5EF4-FFF2-40B4-BE49-F238E27FC236}">
                  <ns2:creationId id="{7BA0C6C4-2EED-DFF2-82A4-8A2794680DBB}"/>
                </a:ext>
              </a:extLst>
            </p:cNvPr>
            <p:cNvSpPr/>
            <p:nvPr/>
          </p:nvSpPr>
          <p:spPr>
            <a:xfrm>
              <a:off x="5197132" y="3841759"/>
              <a:ext cx="501018" cy="246844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1" name="Rectangle: Rounded Corners 66">
              <a:extLst>
                <a:ext uri="{FF2B5EF4-FFF2-40B4-BE49-F238E27FC236}">
                  <ns2:creationId id="{8287D65F-3DA7-01C9-AF85-FE36544D2FF3}"/>
                </a:ext>
              </a:extLst>
            </p:cNvPr>
            <p:cNvSpPr/>
            <p:nvPr/>
          </p:nvSpPr>
          <p:spPr>
            <a:xfrm>
              <a:off x="6187061" y="3841759"/>
              <a:ext cx="501018" cy="246844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cxnSp>
          <p:nvCxnSpPr>
            <p:cNvPr id="103" name="コネクタ: カギ線 102">
              <a:extLst>
                <a:ext uri="{FF2B5EF4-FFF2-40B4-BE49-F238E27FC236}">
                  <ns2:creationId id="{DDF77485-BD31-A7F2-51E0-047C89B85EBE}"/>
                </a:ext>
              </a:extLst>
            </p:cNvPr>
            <p:cNvCxnSpPr>
              <a:stCxn id="62" idx="2"/>
              <a:endCxn id="39" idx="0"/>
            </p:cNvCxnSpPr>
            <p:nvPr/>
          </p:nvCxnSpPr>
          <p:spPr>
            <a:xfrm rot="5400000">
              <a:off x="4573875" y="3125061"/>
              <a:ext cx="387035" cy="2370667"/>
            </a:xfrm>
            <a:prstGeom prst="bentConnector3">
              <a:avLst>
                <a:gd name="adj1" fmla="val 67831"/>
              </a:avLst>
            </a:prstGeom>
            <a:ln w="6350">
              <a:solidFill>
                <a:schemeClr val="tx1">
                  <a:lumMod val="75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Rectangle: Rounded Corners 66">
              <a:extLst>
                <a:ext uri="{FF2B5EF4-FFF2-40B4-BE49-F238E27FC236}">
                  <ns2:creationId id="{F124DAC6-25C2-4B6C-B564-9DAE35A5C22C}"/>
                </a:ext>
              </a:extLst>
            </p:cNvPr>
            <p:cNvSpPr/>
            <p:nvPr/>
          </p:nvSpPr>
          <p:spPr>
            <a:xfrm>
              <a:off x="5556224" y="4099264"/>
              <a:ext cx="859885" cy="174060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07" name="直線矢印コネクタ 106">
              <a:extLst>
                <a:ext uri="{FF2B5EF4-FFF2-40B4-BE49-F238E27FC236}">
                  <ns2:creationId id="{7EE47711-824F-21D6-B6C2-AD9BDD3EBF23}"/>
                </a:ext>
              </a:extLst>
            </p:cNvPr>
            <p:cNvCxnSpPr>
              <a:stCxn id="52" idx="3"/>
            </p:cNvCxnSpPr>
            <p:nvPr/>
          </p:nvCxnSpPr>
          <p:spPr>
            <a:xfrm>
              <a:off x="5509944" y="4773912"/>
              <a:ext cx="298781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" name="グループ化 235">
              <a:extLst>
                <a:ext uri="{FF2B5EF4-FFF2-40B4-BE49-F238E27FC236}">
                  <ns2:creationId id="{1A5820C2-B1FE-19E2-C6B1-38714263B0A9}"/>
                </a:ext>
              </a:extLst>
            </p:cNvPr>
            <p:cNvGrpSpPr/>
            <p:nvPr/>
          </p:nvGrpSpPr>
          <p:grpSpPr>
            <a:xfrm>
              <a:off x="5808725" y="4215912"/>
              <a:ext cx="1008000" cy="828000"/>
              <a:chOff x="5808725" y="4215912"/>
              <a:chExt cx="1008000" cy="828000"/>
            </a:xfrm>
          </p:grpSpPr>
          <p:sp>
            <p:nvSpPr>
              <p:cNvPr id="66" name="Rectangle: Rounded Corners 66">
                <a:extLst>
                  <a:ext uri="{FF2B5EF4-FFF2-40B4-BE49-F238E27FC236}">
                    <ns2:creationId id="{4D274F95-F348-494B-2A44-01BADA6A6B15}"/>
                  </a:ext>
                </a:extLst>
              </p:cNvPr>
              <p:cNvSpPr/>
              <p:nvPr/>
            </p:nvSpPr>
            <p:spPr>
              <a:xfrm>
                <a:off x="5808725" y="4215912"/>
                <a:ext cx="1008000" cy="828000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67" name="グラフィックス 66" descr="データベース 単色塗りつぶし">
                <a:extLst>
                  <a:ext uri="{FF2B5EF4-FFF2-40B4-BE49-F238E27FC236}">
                    <ns2:creationId id="{0D91163F-7142-4171-324A-773CEDB9E7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6042725" y="4215912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09" name="グラフィックス 108" descr="チェックマークの付いた盾 単色塗りつぶし">
                <a:extLst>
                  <a:ext uri="{FF2B5EF4-FFF2-40B4-BE49-F238E27FC236}">
                    <ns2:creationId id="{C00F6367-A761-8B9A-7AFA-55B6C2A7C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416109" y="4469769"/>
                <a:ext cx="288000" cy="288000"/>
              </a:xfrm>
              <a:prstGeom prst="rect">
                <a:avLst/>
              </a:prstGeom>
            </p:spPr>
          </p:pic>
        </p:grpSp>
        <p:pic>
          <p:nvPicPr>
            <p:cNvPr id="113" name="グラフィックス 112" descr="サーバー 単色塗りつぶし">
              <a:extLst>
                <a:ext uri="{FF2B5EF4-FFF2-40B4-BE49-F238E27FC236}">
                  <ns2:creationId id="{642F211B-0EF5-6451-B296-76CBC2390D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2326675" y="4455355"/>
              <a:ext cx="288000" cy="288000"/>
            </a:xfrm>
            <a:prstGeom prst="rect">
              <a:avLst/>
            </a:prstGeom>
          </p:spPr>
        </p:pic>
        <p:cxnSp>
          <p:nvCxnSpPr>
            <p:cNvPr id="115" name="直線矢印コネクタ 114">
              <a:extLst>
                <a:ext uri="{FF2B5EF4-FFF2-40B4-BE49-F238E27FC236}">
                  <ns2:creationId id="{F4FFEFFA-E44E-5871-10A1-9D55DB26550C}"/>
                </a:ext>
              </a:extLst>
            </p:cNvPr>
            <p:cNvCxnSpPr>
              <a:endCxn id="58" idx="0"/>
            </p:cNvCxnSpPr>
            <p:nvPr/>
          </p:nvCxnSpPr>
          <p:spPr>
            <a:xfrm>
              <a:off x="3581553" y="5068850"/>
              <a:ext cx="505" cy="286488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ひし形 115">
              <a:extLst>
                <a:ext uri="{FF2B5EF4-FFF2-40B4-BE49-F238E27FC236}">
                  <ns2:creationId id="{51268148-7786-7E44-4921-461BC4395B1A}"/>
                </a:ext>
              </a:extLst>
            </p:cNvPr>
            <p:cNvSpPr/>
            <p:nvPr/>
          </p:nvSpPr>
          <p:spPr>
            <a:xfrm>
              <a:off x="4202900" y="5068095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54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18" name="コネクタ: カギ線 117">
              <a:extLst>
                <a:ext uri="{FF2B5EF4-FFF2-40B4-BE49-F238E27FC236}">
                  <ns2:creationId id="{89B03F3A-7DFB-7709-5A2B-707DEDB735EA}"/>
                </a:ext>
              </a:extLst>
            </p:cNvPr>
            <p:cNvCxnSpPr>
              <a:cxnSpLocks/>
              <a:stCxn id="52" idx="2"/>
              <a:endCxn id="116" idx="3"/>
            </p:cNvCxnSpPr>
            <p:nvPr/>
          </p:nvCxnSpPr>
          <p:spPr>
            <a:xfrm rot="5400000">
              <a:off x="4664331" y="4870481"/>
              <a:ext cx="168183" cy="515044"/>
            </a:xfrm>
            <a:prstGeom prst="bentConnector2">
              <a:avLst/>
            </a:prstGeom>
            <a:ln w="9525">
              <a:solidFill>
                <a:schemeClr val="tx1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矢印コネクタ 120">
              <a:extLst>
                <a:ext uri="{FF2B5EF4-FFF2-40B4-BE49-F238E27FC236}">
                  <ns2:creationId id="{9BD5D44E-42E7-EFC9-048E-6EC3BC3DD179}"/>
                </a:ext>
              </a:extLst>
            </p:cNvPr>
            <p:cNvCxnSpPr>
              <a:cxnSpLocks/>
            </p:cNvCxnSpPr>
            <p:nvPr/>
          </p:nvCxnSpPr>
          <p:spPr>
            <a:xfrm>
              <a:off x="4158058" y="5633672"/>
              <a:ext cx="343886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Rectangle: Rounded Corners 66">
              <a:extLst>
                <a:ext uri="{FF2B5EF4-FFF2-40B4-BE49-F238E27FC236}">
                  <ns2:creationId id="{94AEDA66-7B3D-A7B5-69FF-03E4945CC50B}"/>
                </a:ext>
              </a:extLst>
            </p:cNvPr>
            <p:cNvSpPr/>
            <p:nvPr/>
          </p:nvSpPr>
          <p:spPr>
            <a:xfrm>
              <a:off x="4188626" y="5363082"/>
              <a:ext cx="483640" cy="246845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3" name="楕円 122">
              <a:extLst>
                <a:ext uri="{FF2B5EF4-FFF2-40B4-BE49-F238E27FC236}">
                  <ns2:creationId id="{184029CF-0814-C331-E33C-BBBFCF83D968}"/>
                </a:ext>
              </a:extLst>
            </p:cNvPr>
            <p:cNvSpPr/>
            <p:nvPr/>
          </p:nvSpPr>
          <p:spPr>
            <a:xfrm>
              <a:off x="5880000" y="5519743"/>
              <a:ext cx="216000" cy="216000"/>
            </a:xfrm>
            <a:prstGeom prst="ellipse">
              <a:avLst/>
            </a:prstGeom>
            <a:solidFill>
              <a:srgbClr val="8AC48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24" name="直線矢印コネクタ 123">
              <a:extLst>
                <a:ext uri="{FF2B5EF4-FFF2-40B4-BE49-F238E27FC236}">
                  <ns2:creationId id="{E318FB2A-56C9-CDAD-B648-F731E33019CD}"/>
                </a:ext>
              </a:extLst>
            </p:cNvPr>
            <p:cNvCxnSpPr>
              <a:cxnSpLocks/>
            </p:cNvCxnSpPr>
            <p:nvPr/>
          </p:nvCxnSpPr>
          <p:spPr>
            <a:xfrm>
              <a:off x="5528870" y="5633672"/>
              <a:ext cx="338559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Rectangle: Rounded Corners 66">
              <a:extLst>
                <a:ext uri="{FF2B5EF4-FFF2-40B4-BE49-F238E27FC236}">
                  <ns2:creationId id="{4C86D333-5E98-24A4-6B44-CE5E97C5872D}"/>
                </a:ext>
              </a:extLst>
            </p:cNvPr>
            <p:cNvSpPr/>
            <p:nvPr/>
          </p:nvSpPr>
          <p:spPr>
            <a:xfrm>
              <a:off x="7211897" y="3169638"/>
              <a:ext cx="1008000" cy="357362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2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28" name="Rectangle: Rounded Corners 66">
              <a:extLst>
                <a:ext uri="{FF2B5EF4-FFF2-40B4-BE49-F238E27FC236}">
                  <ns2:creationId id="{96045EB0-BEAD-F833-F739-BFA5BB9D855E}"/>
                </a:ext>
              </a:extLst>
            </p:cNvPr>
            <p:cNvSpPr/>
            <p:nvPr/>
          </p:nvSpPr>
          <p:spPr>
            <a:xfrm>
              <a:off x="6892719" y="4485202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D2E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sp>
          <p:nvSpPr>
            <p:cNvPr id="129" name="Rectangle: Rounded Corners 66">
              <a:extLst>
                <a:ext uri="{FF2B5EF4-FFF2-40B4-BE49-F238E27FC236}">
                  <ns2:creationId id="{375686D4-33FA-5A5D-0BB1-724252BDCEDF}"/>
                </a:ext>
              </a:extLst>
            </p:cNvPr>
            <p:cNvSpPr/>
            <p:nvPr/>
          </p:nvSpPr>
          <p:spPr>
            <a:xfrm>
              <a:off x="6892719" y="5362967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rgbClr val="8AC48A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30" name="直線矢印コネクタ 129">
              <a:extLst>
                <a:ext uri="{FF2B5EF4-FFF2-40B4-BE49-F238E27FC236}">
                  <ns2:creationId id="{F99665CC-4AB6-FC7E-6FA2-C27F4A327F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17803" y="5628569"/>
              <a:ext cx="774916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: Rounded Corners 66">
              <a:extLst>
                <a:ext uri="{FF2B5EF4-FFF2-40B4-BE49-F238E27FC236}">
                  <ns2:creationId id="{11804012-9809-7497-B1BA-C441707889EF}"/>
                </a:ext>
              </a:extLst>
            </p:cNvPr>
            <p:cNvSpPr/>
            <p:nvPr/>
          </p:nvSpPr>
          <p:spPr>
            <a:xfrm>
              <a:off x="6055041" y="5373068"/>
              <a:ext cx="837678" cy="252261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34" name="Rectangle: Rounded Corners 66">
              <a:extLst>
                <a:ext uri="{FF2B5EF4-FFF2-40B4-BE49-F238E27FC236}">
                  <ns2:creationId id="{7A6055E8-885E-88CA-D36D-0BAC6A119061}"/>
                </a:ext>
              </a:extLst>
            </p:cNvPr>
            <p:cNvSpPr/>
            <p:nvPr/>
          </p:nvSpPr>
          <p:spPr>
            <a:xfrm>
              <a:off x="9185942" y="5362967"/>
              <a:ext cx="1008000" cy="540000"/>
            </a:xfrm>
            <a:prstGeom prst="roundRect">
              <a:avLst>
                <a:gd name="adj" fmla="val 12747"/>
              </a:avLst>
            </a:prstGeom>
            <a:solidFill>
              <a:schemeClr val="bg1">
                <a:lumMod val="95000"/>
              </a:scheme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【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35" name="楕円 134">
              <a:extLst>
                <a:ext uri="{FF2B5EF4-FFF2-40B4-BE49-F238E27FC236}">
                  <ns2:creationId id="{AA444AD3-7787-3630-8776-6103EE1D0345}"/>
                </a:ext>
              </a:extLst>
            </p:cNvPr>
            <p:cNvSpPr/>
            <p:nvPr/>
          </p:nvSpPr>
          <p:spPr>
            <a:xfrm>
              <a:off x="10671037" y="5519743"/>
              <a:ext cx="216000" cy="216000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37" name="直線矢印コネクタ 136">
              <a:extLst>
                <a:ext uri="{FF2B5EF4-FFF2-40B4-BE49-F238E27FC236}">
                  <ns2:creationId id="{A850AAA3-6CAB-E24D-6CF4-316865991621}"/>
                </a:ext>
              </a:extLst>
            </p:cNvPr>
            <p:cNvCxnSpPr>
              <a:stCxn id="129" idx="3"/>
              <a:endCxn id="134" idx="1"/>
            </p:cNvCxnSpPr>
            <p:nvPr/>
          </p:nvCxnSpPr>
          <p:spPr>
            <a:xfrm>
              <a:off x="7900719" y="5632967"/>
              <a:ext cx="1285223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線矢印コネクタ 138">
              <a:extLst>
                <a:ext uri="{FF2B5EF4-FFF2-40B4-BE49-F238E27FC236}">
                  <ns2:creationId id="{A69B1585-13A6-7E62-59EA-11BC6447DE98}"/>
                </a:ext>
              </a:extLst>
            </p:cNvPr>
            <p:cNvCxnSpPr>
              <a:stCxn id="134" idx="3"/>
              <a:endCxn id="135" idx="2"/>
            </p:cNvCxnSpPr>
            <p:nvPr/>
          </p:nvCxnSpPr>
          <p:spPr>
            <a:xfrm flipV="1">
              <a:off x="10193942" y="5627743"/>
              <a:ext cx="47709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矢印コネクタ 139">
              <a:extLst>
                <a:ext uri="{FF2B5EF4-FFF2-40B4-BE49-F238E27FC236}">
                  <ns2:creationId id="{53A28A33-371B-32AE-640A-ECE5BA7025A5}"/>
                </a:ext>
              </a:extLst>
            </p:cNvPr>
            <p:cNvCxnSpPr/>
            <p:nvPr/>
          </p:nvCxnSpPr>
          <p:spPr>
            <a:xfrm>
              <a:off x="6593938" y="4755202"/>
              <a:ext cx="298781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線矢印コネクタ 140">
              <a:extLst>
                <a:ext uri="{FF2B5EF4-FFF2-40B4-BE49-F238E27FC236}">
                  <ns2:creationId id="{B0E2AE5F-F270-4FF4-469E-ADC302528560}"/>
                </a:ext>
              </a:extLst>
            </p:cNvPr>
            <p:cNvCxnSpPr/>
            <p:nvPr/>
          </p:nvCxnSpPr>
          <p:spPr>
            <a:xfrm>
              <a:off x="7900719" y="4764457"/>
              <a:ext cx="298781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: Rounded Corners 66">
              <a:extLst>
                <a:ext uri="{FF2B5EF4-FFF2-40B4-BE49-F238E27FC236}">
                  <ns2:creationId id="{7065AC7B-63F5-5242-B27A-0B9FE7A76FE3}"/>
                </a:ext>
              </a:extLst>
            </p:cNvPr>
            <p:cNvSpPr/>
            <p:nvPr/>
          </p:nvSpPr>
          <p:spPr>
            <a:xfrm>
              <a:off x="8451024" y="4479361"/>
              <a:ext cx="1099504" cy="540000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pic>
          <p:nvPicPr>
            <p:cNvPr id="144" name="グラフィックス 143" descr="ドキュメント 単色塗りつぶし">
              <a:extLst>
                <a:ext uri="{FF2B5EF4-FFF2-40B4-BE49-F238E27FC236}">
                  <ns2:creationId id="{7CBED3CC-51CE-F124-7859-5A1400704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8153710" y="4530156"/>
              <a:ext cx="432000" cy="432000"/>
            </a:xfrm>
            <a:prstGeom prst="rect">
              <a:avLst/>
            </a:prstGeom>
          </p:spPr>
        </p:pic>
        <p:sp>
          <p:nvSpPr>
            <p:cNvPr id="127" name="Rectangle: Rounded Corners 66">
              <a:extLst>
                <a:ext uri="{FF2B5EF4-FFF2-40B4-BE49-F238E27FC236}">
                  <ns2:creationId id="{9A50BF40-AD1C-A942-DEDB-8A06D3E7AA64}"/>
                </a:ext>
              </a:extLst>
            </p:cNvPr>
            <p:cNvSpPr/>
            <p:nvPr/>
          </p:nvSpPr>
          <p:spPr>
            <a:xfrm>
              <a:off x="7211897" y="3929007"/>
              <a:ext cx="1008000" cy="432224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2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】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cxnSp>
          <p:nvCxnSpPr>
            <p:cNvPr id="148" name="直線矢印コネクタ 147">
              <a:extLst>
                <a:ext uri="{FF2B5EF4-FFF2-40B4-BE49-F238E27FC236}">
                  <ns2:creationId id="{C2EFE617-3624-8C8C-4498-4EA2C9957C8D}"/>
                </a:ext>
              </a:extLst>
            </p:cNvPr>
            <p:cNvCxnSpPr>
              <a:cxnSpLocks/>
              <a:stCxn id="127" idx="2"/>
            </p:cNvCxnSpPr>
            <p:nvPr/>
          </p:nvCxnSpPr>
          <p:spPr>
            <a:xfrm>
              <a:off x="7715897" y="4361231"/>
              <a:ext cx="0" cy="132597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矢印コネクタ 149">
              <a:extLst>
                <a:ext uri="{FF2B5EF4-FFF2-40B4-BE49-F238E27FC236}">
                  <ns2:creationId id="{D504A45D-66AF-C822-20A1-1DA5C027CA7B}"/>
                </a:ext>
              </a:extLst>
            </p:cNvPr>
            <p:cNvCxnSpPr>
              <a:cxnSpLocks/>
              <a:stCxn id="127" idx="0"/>
              <a:endCxn id="126" idx="2"/>
            </p:cNvCxnSpPr>
            <p:nvPr/>
          </p:nvCxnSpPr>
          <p:spPr>
            <a:xfrm flipV="1">
              <a:off x="7715897" y="3527000"/>
              <a:ext cx="0" cy="402007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ひし形 152">
              <a:extLst>
                <a:ext uri="{FF2B5EF4-FFF2-40B4-BE49-F238E27FC236}">
                  <ns2:creationId id="{E984B853-5D94-0C1A-E99B-0E1E73C7707A}"/>
                </a:ext>
              </a:extLst>
            </p:cNvPr>
            <p:cNvSpPr/>
            <p:nvPr/>
          </p:nvSpPr>
          <p:spPr>
            <a:xfrm>
              <a:off x="8652247" y="3201194"/>
              <a:ext cx="288000" cy="288000"/>
            </a:xfrm>
            <a:prstGeom prst="diamond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54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en-US" altLang="ja-JP"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55" name="直線矢印コネクタ 154">
              <a:extLst>
                <a:ext uri="{FF2B5EF4-FFF2-40B4-BE49-F238E27FC236}">
                  <ns2:creationId id="{879E0D64-7C9C-A186-EA2D-DCA9482B1FF7}"/>
                </a:ext>
              </a:extLst>
            </p:cNvPr>
            <p:cNvCxnSpPr>
              <a:cxnSpLocks/>
              <a:stCxn id="126" idx="3"/>
              <a:endCxn id="153" idx="1"/>
            </p:cNvCxnSpPr>
            <p:nvPr/>
          </p:nvCxnSpPr>
          <p:spPr>
            <a:xfrm flipV="1">
              <a:off x="8219897" y="3345194"/>
              <a:ext cx="432350" cy="3125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直線矢印コネクタ 156">
              <a:extLst>
                <a:ext uri="{FF2B5EF4-FFF2-40B4-BE49-F238E27FC236}">
                  <ns2:creationId id="{C3DD1B56-A7EB-BF98-D9F3-A013B4D76DE5}"/>
                </a:ext>
              </a:extLst>
            </p:cNvPr>
            <p:cNvCxnSpPr>
              <a:cxnSpLocks/>
              <a:endCxn id="151" idx="1"/>
            </p:cNvCxnSpPr>
            <p:nvPr/>
          </p:nvCxnSpPr>
          <p:spPr>
            <a:xfrm>
              <a:off x="8904888" y="3348319"/>
              <a:ext cx="1495907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Rectangle: Rounded Corners 66">
              <a:extLst>
                <a:ext uri="{FF2B5EF4-FFF2-40B4-BE49-F238E27FC236}">
                  <ns2:creationId id="{F72424EA-D839-6CE4-C434-9217A0F7C311}"/>
                </a:ext>
              </a:extLst>
            </p:cNvPr>
            <p:cNvSpPr/>
            <p:nvPr/>
          </p:nvSpPr>
          <p:spPr>
            <a:xfrm>
              <a:off x="9254611" y="3217456"/>
              <a:ext cx="501018" cy="246844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en-US" altLang="ja-JP" sz="900" kern="0" dirty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59" name="Rectangle: Rounded Corners 66">
              <a:extLst>
                <a:ext uri="{FF2B5EF4-FFF2-40B4-BE49-F238E27FC236}">
                  <ns2:creationId id="{317E81B3-9CDC-2731-84D4-22E03EC8CECC}"/>
                </a:ext>
              </a:extLst>
            </p:cNvPr>
            <p:cNvSpPr/>
            <p:nvPr/>
          </p:nvSpPr>
          <p:spPr>
            <a:xfrm>
              <a:off x="8280111" y="3386340"/>
              <a:ext cx="980181" cy="205709"/>
            </a:xfrm>
            <a:prstGeom prst="roundRect">
              <a:avLst>
                <a:gd name="adj" fmla="val 12747"/>
              </a:avLst>
            </a:prstGeom>
            <a:noFill/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/</a:t>
              </a:r>
              <a:r>
                <a:rPr kumimoji="0" lang="ja-JP" altLang="en-US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63" name="コネクタ: カギ線 162">
              <a:extLst>
                <a:ext uri="{FF2B5EF4-FFF2-40B4-BE49-F238E27FC236}">
                  <ns2:creationId id="{88A98792-9804-5C5E-71A4-9A1E44AE742D}"/>
                </a:ext>
              </a:extLst>
            </p:cNvPr>
            <p:cNvCxnSpPr>
              <a:cxnSpLocks/>
              <a:stCxn id="151" idx="2"/>
              <a:endCxn id="62" idx="0"/>
            </p:cNvCxnSpPr>
            <p:nvPr/>
          </p:nvCxnSpPr>
          <p:spPr>
            <a:xfrm rot="5400000">
              <a:off x="8277822" y="1201903"/>
              <a:ext cx="301877" cy="495207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Rectangle: Rounded Corners 66">
              <a:extLst>
                <a:ext uri="{FF2B5EF4-FFF2-40B4-BE49-F238E27FC236}">
                  <ns2:creationId id="{2004EAF9-8E59-EF1B-575B-E590AFBFDD1C}"/>
                </a:ext>
              </a:extLst>
            </p:cNvPr>
            <p:cNvSpPr/>
            <p:nvPr/>
          </p:nvSpPr>
          <p:spPr>
            <a:xfrm>
              <a:off x="8995361" y="3600745"/>
              <a:ext cx="1869454" cy="129633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C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77" name="Rectangle: Rounded Corners 66">
              <a:extLst>
                <a:ext uri="{FF2B5EF4-FFF2-40B4-BE49-F238E27FC236}">
                  <ns2:creationId id="{65C73004-7299-BD70-2FA1-0A15B979C092}"/>
                </a:ext>
              </a:extLst>
            </p:cNvPr>
            <p:cNvSpPr/>
            <p:nvPr/>
          </p:nvSpPr>
          <p:spPr>
            <a:xfrm>
              <a:off x="5659334" y="3425376"/>
              <a:ext cx="980181" cy="209232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(</a:t>
              </a:r>
              <a:r>
                <a:rPr kumimoji="0" lang="ja-JP" altLang="en-US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</a:t>
              </a:r>
            </a:p>
          </p:txBody>
        </p:sp>
        <p:cxnSp>
          <p:nvCxnSpPr>
            <p:cNvPr id="179" name="コネクタ: カギ線 178">
              <a:extLst>
                <a:ext uri="{FF2B5EF4-FFF2-40B4-BE49-F238E27FC236}">
                  <ns2:creationId id="{FF41101F-3596-ACDC-9C13-72444C88E40B}"/>
                </a:ext>
              </a:extLst>
            </p:cNvPr>
            <p:cNvCxnSpPr>
              <a:cxnSpLocks/>
              <a:stCxn id="127" idx="3"/>
              <a:endCxn id="159" idx="2"/>
            </p:cNvCxnSpPr>
            <p:nvPr/>
          </p:nvCxnSpPr>
          <p:spPr>
            <a:xfrm flipV="1">
              <a:off x="8219897" y="3592049"/>
              <a:ext cx="550305" cy="553070"/>
            </a:xfrm>
            <a:prstGeom prst="bentConnector2">
              <a:avLst/>
            </a:prstGeom>
            <a:ln w="6350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コネクタ: カギ線 181">
              <a:extLst>
                <a:ext uri="{FF2B5EF4-FFF2-40B4-BE49-F238E27FC236}">
                  <ns2:creationId id="{CE6F3BC7-F25B-548F-F667-81FAC0CE53A0}"/>
                </a:ext>
              </a:extLst>
            </p:cNvPr>
            <p:cNvCxnSpPr>
              <a:stCxn id="126" idx="0"/>
              <a:endCxn id="153" idx="0"/>
            </p:cNvCxnSpPr>
            <p:nvPr/>
          </p:nvCxnSpPr>
          <p:spPr>
            <a:xfrm rot="16200000" flipH="1">
              <a:off x="8240294" y="2645241"/>
              <a:ext cx="31556" cy="1080350"/>
            </a:xfrm>
            <a:prstGeom prst="bentConnector3">
              <a:avLst>
                <a:gd name="adj1" fmla="val -451058"/>
              </a:avLst>
            </a:prstGeom>
            <a:ln w="952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: Rounded Corners 66">
              <a:extLst>
                <a:ext uri="{FF2B5EF4-FFF2-40B4-BE49-F238E27FC236}">
                  <ns2:creationId id="{4210EE15-F574-688E-418A-301BC9DC53FC}"/>
                </a:ext>
              </a:extLst>
            </p:cNvPr>
            <p:cNvSpPr/>
            <p:nvPr/>
          </p:nvSpPr>
          <p:spPr>
            <a:xfrm>
              <a:off x="10400795" y="3169638"/>
              <a:ext cx="1008000" cy="357362"/>
            </a:xfrm>
            <a:prstGeom prst="roundRect">
              <a:avLst>
                <a:gd name="adj" fmla="val 12747"/>
              </a:avLst>
            </a:prstGeom>
            <a:solidFill>
              <a:srgbClr val="008D2E">
                <a:alpha val="2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6" name="Rectangle: Rounded Corners 66">
              <a:extLst>
                <a:ext uri="{FF2B5EF4-FFF2-40B4-BE49-F238E27FC236}">
                  <ns2:creationId id="{04F71A9B-D0AA-2BF7-D5A3-30604DD26327}"/>
                </a:ext>
              </a:extLst>
            </p:cNvPr>
            <p:cNvSpPr/>
            <p:nvPr/>
          </p:nvSpPr>
          <p:spPr>
            <a:xfrm>
              <a:off x="9046528" y="2099167"/>
              <a:ext cx="766360" cy="357362"/>
            </a:xfrm>
            <a:prstGeom prst="roundRect">
              <a:avLst>
                <a:gd name="adj" fmla="val 12747"/>
              </a:avLst>
            </a:prstGeom>
            <a:solidFill>
              <a:srgbClr val="008000">
                <a:alpha val="10000"/>
              </a:srgbClr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7" name="Rectangle: Rounded Corners 66">
              <a:extLst>
                <a:ext uri="{FF2B5EF4-FFF2-40B4-BE49-F238E27FC236}">
                  <ns2:creationId id="{05DB2D12-9DAA-6F8B-7AC9-B8EA3E3248D7}"/>
                </a:ext>
              </a:extLst>
            </p:cNvPr>
            <p:cNvSpPr/>
            <p:nvPr/>
          </p:nvSpPr>
          <p:spPr>
            <a:xfrm>
              <a:off x="9966783" y="2099167"/>
              <a:ext cx="766360" cy="357362"/>
            </a:xfrm>
            <a:prstGeom prst="roundRect">
              <a:avLst>
                <a:gd name="adj" fmla="val 12747"/>
              </a:avLst>
            </a:prstGeom>
            <a:solidFill>
              <a:srgbClr val="E5F2E5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CSV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00" name="Rectangle: Rounded Corners 66">
              <a:extLst>
                <a:ext uri="{FF2B5EF4-FFF2-40B4-BE49-F238E27FC236}">
                  <ns2:creationId id="{A12041CF-61A1-7C2B-9F39-79A74B939713}"/>
                </a:ext>
              </a:extLst>
            </p:cNvPr>
            <p:cNvSpPr/>
            <p:nvPr/>
          </p:nvSpPr>
          <p:spPr>
            <a:xfrm>
              <a:off x="10887037" y="2099167"/>
              <a:ext cx="766360" cy="357362"/>
            </a:xfrm>
            <a:prstGeom prst="roundRect">
              <a:avLst>
                <a:gd name="adj" fmla="val 12747"/>
              </a:avLst>
            </a:prstGeom>
            <a:solidFill>
              <a:srgbClr val="E5F2E5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en-US" altLang="ja-JP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API</a:t>
              </a:r>
              <a:r>
                <a:rPr kumimoji="0" lang="ja-JP" altLang="en-US" sz="900" kern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202" name="直線矢印コネクタ 201">
              <a:extLst>
                <a:ext uri="{FF2B5EF4-FFF2-40B4-BE49-F238E27FC236}">
                  <ns2:creationId id="{930E7C2C-1C84-B04C-98C9-ACF041083861}"/>
                </a:ext>
              </a:extLst>
            </p:cNvPr>
            <p:cNvCxnSpPr>
              <a:cxnSpLocks/>
            </p:cNvCxnSpPr>
            <p:nvPr/>
          </p:nvCxnSpPr>
          <p:spPr>
            <a:xfrm>
              <a:off x="9812888" y="2262060"/>
              <a:ext cx="15389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矢印コネクタ 202">
              <a:extLst>
                <a:ext uri="{FF2B5EF4-FFF2-40B4-BE49-F238E27FC236}">
                  <ns2:creationId id="{41539178-4B2E-C904-CAA9-764CB83900D4}"/>
                </a:ext>
              </a:extLst>
            </p:cNvPr>
            <p:cNvCxnSpPr>
              <a:cxnSpLocks/>
            </p:cNvCxnSpPr>
            <p:nvPr/>
          </p:nvCxnSpPr>
          <p:spPr>
            <a:xfrm>
              <a:off x="10733142" y="2262060"/>
              <a:ext cx="153895" cy="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コネクタ: カギ線 204">
              <a:extLst>
                <a:ext uri="{FF2B5EF4-FFF2-40B4-BE49-F238E27FC236}">
                  <ns2:creationId id="{5CC1999D-4927-F60F-B541-319DC504AD48}"/>
                </a:ext>
              </a:extLst>
            </p:cNvPr>
            <p:cNvCxnSpPr>
              <a:cxnSpLocks/>
              <a:stCxn id="196" idx="2"/>
              <a:endCxn id="200" idx="2"/>
            </p:cNvCxnSpPr>
            <p:nvPr/>
          </p:nvCxnSpPr>
          <p:spPr>
            <a:xfrm rot="16200000" flipH="1">
              <a:off x="10349962" y="1536274"/>
              <a:ext cx="12700" cy="1840509"/>
            </a:xfrm>
            <a:prstGeom prst="bentConnector3">
              <a:avLst>
                <a:gd name="adj1" fmla="val 1800000"/>
              </a:avLst>
            </a:prstGeom>
            <a:ln w="635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矢印コネクタ 207">
              <a:extLst>
                <a:ext uri="{FF2B5EF4-FFF2-40B4-BE49-F238E27FC236}">
                  <ns2:creationId id="{A1811775-8B5D-D206-B32F-703F8408D3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53066" y="2450177"/>
              <a:ext cx="0" cy="701320"/>
            </a:xfrm>
            <a:prstGeom prst="straightConnector1">
              <a:avLst/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コネクタ: カギ線 209">
              <a:extLst>
                <a:ext uri="{FF2B5EF4-FFF2-40B4-BE49-F238E27FC236}">
                  <ns2:creationId id="{F342D4A5-BEDB-114C-FC70-99E03A0D79B4}"/>
                </a:ext>
              </a:extLst>
            </p:cNvPr>
            <p:cNvCxnSpPr>
              <a:stCxn id="200" idx="3"/>
              <a:endCxn id="151" idx="3"/>
            </p:cNvCxnSpPr>
            <p:nvPr/>
          </p:nvCxnSpPr>
          <p:spPr>
            <a:xfrm flipH="1">
              <a:off x="11408795" y="2277848"/>
              <a:ext cx="244602" cy="1070471"/>
            </a:xfrm>
            <a:prstGeom prst="bentConnector3">
              <a:avLst>
                <a:gd name="adj1" fmla="val -26450"/>
              </a:avLst>
            </a:prstGeom>
            <a:ln w="9525">
              <a:solidFill>
                <a:schemeClr val="tx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Rectangle: Rounded Corners 66">
              <a:extLst>
                <a:ext uri="{FF2B5EF4-FFF2-40B4-BE49-F238E27FC236}">
                  <ns2:creationId id="{D3326FAA-4206-2B2E-5A2E-59AD33A531F8}"/>
                </a:ext>
              </a:extLst>
            </p:cNvPr>
            <p:cNvSpPr/>
            <p:nvPr/>
          </p:nvSpPr>
          <p:spPr>
            <a:xfrm>
              <a:off x="6792453" y="1639654"/>
              <a:ext cx="5028072" cy="2796058"/>
            </a:xfrm>
            <a:prstGeom prst="roundRect">
              <a:avLst>
                <a:gd name="adj" fmla="val 0"/>
              </a:avLst>
            </a:prstGeom>
            <a:noFill/>
            <a:ln w="38100" cap="flat" cmpd="sng" algn="ctr">
              <a:solidFill>
                <a:srgbClr val="008000"/>
              </a:solidFill>
              <a:prstDash val="sysDot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235" name="Rectangle: Rounded Corners 66">
              <a:extLst>
                <a:ext uri="{FF2B5EF4-FFF2-40B4-BE49-F238E27FC236}">
                  <ns2:creationId id="{73A49B53-DBF4-8971-2D02-05FB9CC964A3}"/>
                </a:ext>
              </a:extLst>
            </p:cNvPr>
            <p:cNvSpPr/>
            <p:nvPr/>
          </p:nvSpPr>
          <p:spPr>
            <a:xfrm>
              <a:off x="10887037" y="1435722"/>
              <a:ext cx="396018" cy="112768"/>
            </a:xfrm>
            <a:prstGeom prst="roundRect">
              <a:avLst>
                <a:gd name="adj" fmla="val 0"/>
              </a:avLst>
            </a:prstGeom>
            <a:noFill/>
            <a:ln w="38100" cap="flat" cmpd="sng" algn="ctr">
              <a:solidFill>
                <a:srgbClr val="008000"/>
              </a:solidFill>
              <a:prstDash val="sysDot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Tx/>
                <a:buNone/>
                <a:tabLst/>
                <a:defRPr/>
              </a:pPr>
              <a:endParaRPr kumimoji="0" lang="en-US" altLang="ja-JP" sz="900" kern="0">
                <a:solidFill>
                  <a:schemeClr val="tx1">
                    <a:lumMod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5" name="コネクタ: カギ線 4">
              <a:extLst>
                <a:ext uri="{FF2B5EF4-FFF2-40B4-BE49-F238E27FC236}">
                  <ns2:creationId id="{9152918D-1376-ADEA-1EB7-0F12DC5129B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5509945" y="4169320"/>
              <a:ext cx="1625959" cy="1224000"/>
            </a:xfrm>
            <a:prstGeom prst="bentConnector3">
              <a:avLst>
                <a:gd name="adj1" fmla="val 22721"/>
              </a:avLst>
            </a:prstGeom>
            <a:ln w="19050">
              <a:solidFill>
                <a:srgbClr val="C0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: Rounded Corners 66">
              <a:extLst>
                <a:ext uri="{FF2B5EF4-FFF2-40B4-BE49-F238E27FC236}">
                  <ns2:creationId id="{D0D56EE9-99EB-344F-8DA1-B5AB91E86CE9}"/>
                </a:ext>
              </a:extLst>
            </p:cNvPr>
            <p:cNvSpPr/>
            <p:nvPr/>
          </p:nvSpPr>
          <p:spPr>
            <a:xfrm>
              <a:off x="5635334" y="5161014"/>
              <a:ext cx="980181" cy="209232"/>
            </a:xfrm>
            <a:prstGeom prst="roundRect">
              <a:avLst>
                <a:gd name="adj" fmla="val 12747"/>
              </a:avLst>
            </a:prstGeom>
            <a:solidFill>
              <a:schemeClr val="bg1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buClr>
                  <a:srgbClr val="008D2E"/>
                </a:buClr>
              </a:pPr>
              <a:r>
                <a:rPr kumimoji="0" lang="ja-JP" altLang="en-US" sz="900" kern="0" dirty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0" lang="en-US" altLang="ja-JP" sz="900" kern="0" dirty="0">
                <a:solidFill>
                  <a:srgbClr val="C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</p:grpSp>
    </p:spTree>
    <p:extLst>
      <p:ext uri="{BB962C8B-B14F-4D97-AF65-F5344CB8AC3E}">
        <ns5:creationId val="3469427088"/>
      </p:ext>
    </p:extLst>
  </p:cSld>
  <p:clrMapOvr>
    <a:masterClrMapping/>
  </p:clrMapOvr>
</p:sld>
</file>

<file path=ppt/slides/slide35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8D60AF2-1A6B-F147-813A-5324FE59F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416B3B9-B068-56A6-3B19-8985ABDE3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B738485C-9FAC-6037-3A49-93758929DF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357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68" name="グループ化 67">
            <a:extLst>
              <a:ext uri="{FF2B5EF4-FFF2-40B4-BE49-F238E27FC236}">
                <ns2:creationId id="{935CD67E-1970-3307-F82E-0B73DA295620}"/>
              </a:ext>
            </a:extLst>
          </p:cNvPr>
          <p:cNvGrpSpPr/>
          <p:nvPr/>
        </p:nvGrpSpPr>
        <p:grpSpPr>
          <a:xfrm>
            <a:off x="370671" y="979389"/>
            <a:ext cx="11451482" cy="5148646"/>
            <a:chOff x="370671" y="979389"/>
            <a:chExt cx="11451482" cy="5148646"/>
          </a:xfrm>
        </p:grpSpPr>
        <p:grpSp>
          <p:nvGrpSpPr>
            <p:cNvPr id="67" name="グループ化 66">
              <a:extLst>
                <a:ext uri="{FF2B5EF4-FFF2-40B4-BE49-F238E27FC236}">
                  <ns2:creationId id="{B61BD5CC-A463-75FB-70EB-6E68515846DC}"/>
                </a:ext>
              </a:extLst>
            </p:cNvPr>
            <p:cNvGrpSpPr/>
            <p:nvPr/>
          </p:nvGrpSpPr>
          <p:grpSpPr>
            <a:xfrm>
              <a:off x="399370" y="979389"/>
              <a:ext cx="11421155" cy="360000"/>
              <a:chOff x="399370" y="979389"/>
              <a:chExt cx="11421155" cy="360000"/>
            </a:xfrm>
          </p:grpSpPr>
          <p:sp>
            <p:nvSpPr>
              <p:cNvPr id="6" name="テキスト プレースホルダー 2">
                <a:extLst>
                  <a:ext uri="{FF2B5EF4-FFF2-40B4-BE49-F238E27FC236}">
                    <ns2:creationId id="{F0D1F10F-35B0-3243-249D-69C46B46CAE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9370" y="979389"/>
                <a:ext cx="11421155" cy="360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vert="horz" lIns="4320000" tIns="36000" rIns="72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ja-JP" altLang="en-US" sz="180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7" name="テキスト プレースホルダー 2">
                <a:extLst>
                  <a:ext uri="{FF2B5EF4-FFF2-40B4-BE49-F238E27FC236}">
                    <ns2:creationId id="{AB3E3B48-4599-036B-0D93-2B95598E31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5979" y="1015389"/>
                <a:ext cx="3899879" cy="288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vert="horz" lIns="180000" tIns="36000" rIns="36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altLang="ja-JP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en-US" altLang="ja-JP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lang="ja-JP" altLang="en-US" sz="1800" dirty="0">
                    <a:solidFill>
                      <a:srgbClr val="10831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ns2:creationId id="{1AE885B8-12A4-5907-833B-91F05F39E2F5}"/>
                </a:ext>
              </a:extLst>
            </p:cNvPr>
            <p:cNvGrpSpPr/>
            <p:nvPr/>
          </p:nvGrpSpPr>
          <p:grpSpPr>
            <a:xfrm>
              <a:off x="7820573" y="1381613"/>
              <a:ext cx="4001580" cy="568337"/>
              <a:chOff x="7820573" y="1381613"/>
              <a:chExt cx="4001580" cy="568337"/>
            </a:xfrm>
          </p:grpSpPr>
          <p:sp>
            <p:nvSpPr>
              <p:cNvPr id="160" name="Rectangle: Rounded Corners 66">
                <a:extLst>
                  <a:ext uri="{FF2B5EF4-FFF2-40B4-BE49-F238E27FC236}">
                    <ns2:creationId id="{8C5C8E0B-B9D5-B01E-EEB7-DDF17C922000}"/>
                  </a:ext>
                </a:extLst>
              </p:cNvPr>
              <p:cNvSpPr/>
              <p:nvPr/>
            </p:nvSpPr>
            <p:spPr>
              <a:xfrm>
                <a:off x="8386325" y="1381613"/>
                <a:ext cx="3435828" cy="568337"/>
              </a:xfrm>
              <a:prstGeom prst="roundRect">
                <a:avLst>
                  <a:gd name="adj" fmla="val 0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buClr>
                    <a:srgbClr val="008D2E"/>
                  </a:buClr>
                  <a:tabLst>
                    <a:tab pos="1611313" algn="l"/>
                  </a:tabLst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	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1" name="四角形: 角を丸くする 160">
                <a:extLst>
                  <a:ext uri="{FF2B5EF4-FFF2-40B4-BE49-F238E27FC236}">
                    <ns2:creationId id="{28D22355-BAEE-D058-FE85-46D19486998E}"/>
                  </a:ext>
                </a:extLst>
              </p:cNvPr>
              <p:cNvSpPr/>
              <p:nvPr/>
            </p:nvSpPr>
            <p:spPr>
              <a:xfrm>
                <a:off x="7820574" y="1434131"/>
                <a:ext cx="648000" cy="18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四角形: 角を丸くする 161">
                <a:extLst>
                  <a:ext uri="{FF2B5EF4-FFF2-40B4-BE49-F238E27FC236}">
                    <ns2:creationId id="{FDFB8224-8671-ADE6-0B7F-8F7CBFAE224E}"/>
                  </a:ext>
                </a:extLst>
              </p:cNvPr>
              <p:cNvSpPr/>
              <p:nvPr/>
            </p:nvSpPr>
            <p:spPr>
              <a:xfrm>
                <a:off x="7820573" y="1715849"/>
                <a:ext cx="648000" cy="180721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3" name="四角形: 角を丸くする 162">
                <a:extLst>
                  <a:ext uri="{FF2B5EF4-FFF2-40B4-BE49-F238E27FC236}">
                    <ns2:creationId id="{45A07432-F0E8-462D-1312-6ABB5EEE9BEF}"/>
                  </a:ext>
                </a:extLst>
              </p:cNvPr>
              <p:cNvSpPr/>
              <p:nvPr/>
            </p:nvSpPr>
            <p:spPr>
              <a:xfrm>
                <a:off x="9454050" y="1441781"/>
                <a:ext cx="648000" cy="180000"/>
              </a:xfrm>
              <a:prstGeom prst="roundRect">
                <a:avLst>
                  <a:gd name="adj" fmla="val 5256"/>
                </a:avLst>
              </a:prstGeom>
              <a:solidFill>
                <a:srgbClr val="FFFFFF"/>
              </a:solidFill>
              <a:ln w="1905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4" name="Rectangle 17">
                <a:extLst>
                  <a:ext uri="{FF2B5EF4-FFF2-40B4-BE49-F238E27FC236}">
                    <ns2:creationId id="{CE6C7BC3-D674-498C-BA62-C9ABAFFEDE18}"/>
                  </a:ext>
                </a:extLst>
              </p:cNvPr>
              <p:cNvSpPr/>
              <p:nvPr/>
            </p:nvSpPr>
            <p:spPr>
              <a:xfrm>
                <a:off x="9454050" y="1716507"/>
                <a:ext cx="648000" cy="180000"/>
              </a:xfrm>
              <a:prstGeom prst="rect">
                <a:avLst/>
              </a:prstGeom>
              <a:solidFill>
                <a:srgbClr val="E5F2E5">
                  <a:alpha val="50000"/>
                </a:srgbClr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altLang="ja-JP" sz="1400" b="0" i="0" u="none" strike="noStrike" kern="0" cap="none" spc="0" normalizeH="0" baseline="0" noProof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ns2:creationId id="{586B0F5F-F9E3-D0DC-EAA8-91FB1D581B56}"/>
                </a:ext>
              </a:extLst>
            </p:cNvPr>
            <p:cNvGrpSpPr/>
            <p:nvPr/>
          </p:nvGrpSpPr>
          <p:grpSpPr>
            <a:xfrm>
              <a:off x="370671" y="1989138"/>
              <a:ext cx="11450657" cy="4138897"/>
              <a:chOff x="370671" y="1989138"/>
              <a:chExt cx="11450657" cy="4138897"/>
            </a:xfrm>
          </p:grpSpPr>
          <p:grpSp>
            <p:nvGrpSpPr>
              <p:cNvPr id="10" name="グループ化 9">
                <a:extLst>
                  <a:ext uri="{FF2B5EF4-FFF2-40B4-BE49-F238E27FC236}">
                    <ns2:creationId id="{C2256684-A4F2-898C-BFA0-D67CC787422F}"/>
                  </a:ext>
                </a:extLst>
              </p:cNvPr>
              <p:cNvGrpSpPr/>
              <p:nvPr/>
            </p:nvGrpSpPr>
            <p:grpSpPr>
              <a:xfrm>
                <a:off x="370673" y="1989138"/>
                <a:ext cx="5617171" cy="2055640"/>
                <a:chOff x="370674" y="1989138"/>
                <a:chExt cx="5400000" cy="2055640"/>
              </a:xfrm>
            </p:grpSpPr>
            <p:sp>
              <p:nvSpPr>
                <p:cNvPr id="8" name="Rectangle 17">
                  <a:extLst>
                    <a:ext uri="{FF2B5EF4-FFF2-40B4-BE49-F238E27FC236}">
                      <ns2:creationId id="{43BAF854-F3C2-7252-0772-989D86757BAD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9" name="Rectangle 17">
                  <a:extLst>
                    <a:ext uri="{FF2B5EF4-FFF2-40B4-BE49-F238E27FC236}">
                      <ns2:creationId id="{A4D322D6-EEC4-3BFA-BA75-1FE0000116EB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4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1" name="グループ化 10">
                <a:extLst>
                  <a:ext uri="{FF2B5EF4-FFF2-40B4-BE49-F238E27FC236}">
                    <ns2:creationId id="{325A2FA1-FD4C-52BA-44AC-2D6C42B33756}"/>
                  </a:ext>
                </a:extLst>
              </p:cNvPr>
              <p:cNvGrpSpPr/>
              <p:nvPr/>
            </p:nvGrpSpPr>
            <p:grpSpPr>
              <a:xfrm>
                <a:off x="6204157" y="1989138"/>
                <a:ext cx="5617171" cy="2055600"/>
                <a:chOff x="370674" y="1989138"/>
                <a:chExt cx="5400000" cy="2055600"/>
              </a:xfrm>
            </p:grpSpPr>
            <p:sp>
              <p:nvSpPr>
                <p:cNvPr id="12" name="Rectangle 17">
                  <a:extLst>
                    <a:ext uri="{FF2B5EF4-FFF2-40B4-BE49-F238E27FC236}">
                      <ns2:creationId id="{7E735B95-A56C-C269-46CA-CD463A1AA3F3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3" name="Rectangle 17">
                  <a:extLst>
                    <a:ext uri="{FF2B5EF4-FFF2-40B4-BE49-F238E27FC236}">
                      <ns2:creationId id="{07775CFE-2F59-2BC9-1D34-83A0013F9EC3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00"/>
                </a:xfrm>
                <a:prstGeom prst="rect">
                  <a:avLst/>
                </a:prstGeom>
                <a:solidFill>
                  <a:srgbClr val="E5F2E5">
                    <a:alpha val="50000"/>
                  </a:srgbClr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7" name="グループ化 16">
                <a:extLst>
                  <a:ext uri="{FF2B5EF4-FFF2-40B4-BE49-F238E27FC236}">
                    <ns2:creationId id="{8B8073C3-4B6D-ADBF-2EB6-E9E55E3C0A89}"/>
                  </a:ext>
                </a:extLst>
              </p:cNvPr>
              <p:cNvGrpSpPr/>
              <p:nvPr/>
            </p:nvGrpSpPr>
            <p:grpSpPr>
              <a:xfrm>
                <a:off x="370671" y="4044476"/>
                <a:ext cx="5617172" cy="2081630"/>
                <a:chOff x="370671" y="4044476"/>
                <a:chExt cx="5617172" cy="2081630"/>
              </a:xfrm>
            </p:grpSpPr>
            <p:sp>
              <p:nvSpPr>
                <p:cNvPr id="15" name="Rectangle 17">
                  <a:extLst>
                    <a:ext uri="{FF2B5EF4-FFF2-40B4-BE49-F238E27FC236}">
                      <ns2:creationId id="{6055A96A-1916-7FDA-03AA-8E7BD0BFC38A}"/>
                    </a:ext>
                  </a:extLst>
                </p:cNvPr>
                <p:cNvSpPr/>
                <p:nvPr/>
              </p:nvSpPr>
              <p:spPr>
                <a:xfrm>
                  <a:off x="370671" y="5838106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6" name="Rectangle 17">
                  <a:extLst>
                    <a:ext uri="{FF2B5EF4-FFF2-40B4-BE49-F238E27FC236}">
                      <ns2:creationId id="{AF1707BC-C5E2-5CC7-D4E9-26EE1BD43F30}"/>
                    </a:ext>
                  </a:extLst>
                </p:cNvPr>
                <p:cNvSpPr/>
                <p:nvPr/>
              </p:nvSpPr>
              <p:spPr>
                <a:xfrm>
                  <a:off x="370672" y="4044476"/>
                  <a:ext cx="5617171" cy="1800000"/>
                </a:xfrm>
                <a:prstGeom prst="rect">
                  <a:avLst/>
                </a:prstGeom>
                <a:solidFill>
                  <a:srgbClr val="F2F8F2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" name="グループ化 17">
                <a:extLst>
                  <a:ext uri="{FF2B5EF4-FFF2-40B4-BE49-F238E27FC236}">
                    <ns2:creationId id="{ED067C7A-CA10-26D9-A9C9-9FF67F7892E1}"/>
                  </a:ext>
                </a:extLst>
              </p:cNvPr>
              <p:cNvGrpSpPr/>
              <p:nvPr/>
            </p:nvGrpSpPr>
            <p:grpSpPr>
              <a:xfrm>
                <a:off x="6204156" y="4044476"/>
                <a:ext cx="5617172" cy="2083559"/>
                <a:chOff x="370671" y="4052379"/>
                <a:chExt cx="5617172" cy="2083559"/>
              </a:xfrm>
            </p:grpSpPr>
            <p:sp>
              <p:nvSpPr>
                <p:cNvPr id="19" name="Rectangle 17">
                  <a:extLst>
                    <a:ext uri="{FF2B5EF4-FFF2-40B4-BE49-F238E27FC236}">
                      <ns2:creationId id="{00F7E3B6-FF0B-E4FA-CA49-0B5E355F53DD}"/>
                    </a:ext>
                  </a:extLst>
                </p:cNvPr>
                <p:cNvSpPr/>
                <p:nvPr/>
              </p:nvSpPr>
              <p:spPr>
                <a:xfrm>
                  <a:off x="370671" y="5847938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4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Rectangle 17">
                  <a:extLst>
                    <a:ext uri="{FF2B5EF4-FFF2-40B4-BE49-F238E27FC236}">
                      <ns2:creationId id="{32BF1C0F-381C-521C-32D6-AC77210AD0FB}"/>
                    </a:ext>
                  </a:extLst>
                </p:cNvPr>
                <p:cNvSpPr/>
                <p:nvPr/>
              </p:nvSpPr>
              <p:spPr>
                <a:xfrm>
                  <a:off x="370672" y="4052379"/>
                  <a:ext cx="5617171" cy="180000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sp>
            <p:nvSpPr>
              <p:cNvPr id="21" name="四角形: 角を丸くする 20">
                <a:extLst>
                  <a:ext uri="{FF2B5EF4-FFF2-40B4-BE49-F238E27FC236}">
                    <ns2:creationId id="{6D0CEE73-1C92-6046-D2F5-B31329FC0C86}"/>
                  </a:ext>
                </a:extLst>
              </p:cNvPr>
              <p:cNvSpPr/>
              <p:nvPr/>
            </p:nvSpPr>
            <p:spPr>
              <a:xfrm>
                <a:off x="452388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 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58382C49-399F-C1F9-02E5-138A5213F34E}"/>
                  </a:ext>
                </a:extLst>
              </p:cNvPr>
              <p:cNvSpPr/>
              <p:nvPr/>
            </p:nvSpPr>
            <p:spPr>
              <a:xfrm>
                <a:off x="2446037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6B5BAB91-0DB3-226B-F370-17C9E9008619}"/>
                  </a:ext>
                </a:extLst>
              </p:cNvPr>
              <p:cNvSpPr/>
              <p:nvPr/>
            </p:nvSpPr>
            <p:spPr>
              <a:xfrm>
                <a:off x="4439686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4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4" name="四角形: 角を丸くする 23">
                <a:extLst>
                  <a:ext uri="{FF2B5EF4-FFF2-40B4-BE49-F238E27FC236}">
                    <ns2:creationId id="{796CE9AA-B67A-E9AE-7FF3-FF588EAA738A}"/>
                  </a:ext>
                </a:extLst>
              </p:cNvPr>
              <p:cNvSpPr/>
              <p:nvPr/>
            </p:nvSpPr>
            <p:spPr>
              <a:xfrm>
                <a:off x="1367662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自動</a:t>
                </a: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5" name="四角形: 角を丸くする 24">
                <a:extLst>
                  <a:ext uri="{FF2B5EF4-FFF2-40B4-BE49-F238E27FC236}">
                    <ns2:creationId id="{DFD18327-0867-5544-F6C1-42969A43400C}"/>
                  </a:ext>
                </a:extLst>
              </p:cNvPr>
              <p:cNvSpPr/>
              <p:nvPr/>
            </p:nvSpPr>
            <p:spPr>
              <a:xfrm>
                <a:off x="3604037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lang="ja-JP" altLang="en-US" sz="90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5CD9AB7E-FC8D-7A07-EC16-2086EE442A2A}"/>
                  </a:ext>
                </a:extLst>
              </p:cNvPr>
              <p:cNvCxnSpPr>
                <a:stCxn id="21" idx="2"/>
                <a:endCxn id="24" idx="0"/>
              </p:cNvCxnSpPr>
              <p:nvPr/>
            </p:nvCxnSpPr>
            <p:spPr>
              <a:xfrm rot="16200000" flipH="1">
                <a:off x="1393598" y="2666412"/>
                <a:ext cx="472854" cy="915274"/>
              </a:xfrm>
              <a:prstGeom prst="bentConnector3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矢印コネクタ 29">
                <a:extLst>
                  <a:ext uri="{FF2B5EF4-FFF2-40B4-BE49-F238E27FC236}">
                    <ns2:creationId id="{EBF978C5-FEEF-F726-580A-AB0493ABEF85}"/>
                  </a:ext>
                </a:extLst>
              </p:cNvPr>
              <p:cNvCxnSpPr/>
              <p:nvPr/>
            </p:nvCxnSpPr>
            <p:spPr>
              <a:xfrm>
                <a:off x="2566219" y="2887621"/>
                <a:ext cx="0" cy="472855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コネクタ: カギ線 31">
                <a:extLst>
                  <a:ext uri="{FF2B5EF4-FFF2-40B4-BE49-F238E27FC236}">
                    <ns2:creationId id="{87994CEE-3547-C852-0333-C7807AE39F15}"/>
                  </a:ext>
                </a:extLst>
              </p:cNvPr>
              <p:cNvCxnSpPr>
                <a:stCxn id="23" idx="2"/>
              </p:cNvCxnSpPr>
              <p:nvPr/>
            </p:nvCxnSpPr>
            <p:spPr>
              <a:xfrm rot="5400000">
                <a:off x="3782765" y="1671079"/>
                <a:ext cx="160378" cy="2593465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矢印コネクタ 33">
                <a:extLst>
                  <a:ext uri="{FF2B5EF4-FFF2-40B4-BE49-F238E27FC236}">
                    <ns2:creationId id="{12DCF86C-BC9A-4B9F-1752-1F8504B5F7C5}"/>
                  </a:ext>
                </a:extLst>
              </p:cNvPr>
              <p:cNvCxnSpPr>
                <a:stCxn id="24" idx="3"/>
                <a:endCxn id="25" idx="1"/>
              </p:cNvCxnSpPr>
              <p:nvPr/>
            </p:nvCxnSpPr>
            <p:spPr>
              <a:xfrm>
                <a:off x="2807662" y="3630476"/>
                <a:ext cx="796375" cy="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四角形: 角を丸くする 34">
                <a:extLst>
                  <a:ext uri="{FF2B5EF4-FFF2-40B4-BE49-F238E27FC236}">
                    <ns2:creationId id="{57A9D214-B5E9-37B4-C5DF-E1C7DD287E1A}"/>
                  </a:ext>
                </a:extLst>
              </p:cNvPr>
              <p:cNvSpPr/>
              <p:nvPr/>
            </p:nvSpPr>
            <p:spPr>
              <a:xfrm>
                <a:off x="1367662" y="4467010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DE537918-53B8-7942-535C-D446895E316B}"/>
                  </a:ext>
                </a:extLst>
              </p:cNvPr>
              <p:cNvSpPr/>
              <p:nvPr/>
            </p:nvSpPr>
            <p:spPr>
              <a:xfrm>
                <a:off x="1367662" y="521423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7BDB1BF4-14DE-FEBE-06EE-5B27EA717D47}"/>
                  </a:ext>
                </a:extLst>
              </p:cNvPr>
              <p:cNvSpPr/>
              <p:nvPr/>
            </p:nvSpPr>
            <p:spPr>
              <a:xfrm>
                <a:off x="3220115" y="447080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8" name="四角形: 角を丸くする 37">
                <a:extLst>
                  <a:ext uri="{FF2B5EF4-FFF2-40B4-BE49-F238E27FC236}">
                    <ns2:creationId id="{F266B007-5515-9E6C-916C-1D9B7B97ADE2}"/>
                  </a:ext>
                </a:extLst>
              </p:cNvPr>
              <p:cNvSpPr/>
              <p:nvPr/>
            </p:nvSpPr>
            <p:spPr>
              <a:xfrm>
                <a:off x="3215751" y="521423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rgbClr val="FFFFFF"/>
              </a:solidFill>
              <a:ln w="1905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9" name="ひし形 38">
                <a:extLst>
                  <a:ext uri="{FF2B5EF4-FFF2-40B4-BE49-F238E27FC236}">
                    <ns2:creationId id="{09461406-ADF3-381D-3113-57BC758FE70A}"/>
                  </a:ext>
                </a:extLst>
              </p:cNvPr>
              <p:cNvSpPr/>
              <p:nvPr/>
            </p:nvSpPr>
            <p:spPr>
              <a:xfrm>
                <a:off x="3679510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0" name="ひし形 39">
                <a:extLst>
                  <a:ext uri="{FF2B5EF4-FFF2-40B4-BE49-F238E27FC236}">
                    <ns2:creationId id="{BC185052-1485-D009-1824-D1BDB3818B22}"/>
                  </a:ext>
                </a:extLst>
              </p:cNvPr>
              <p:cNvSpPr/>
              <p:nvPr/>
            </p:nvSpPr>
            <p:spPr>
              <a:xfrm>
                <a:off x="4596355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1" name="Rectangle: Rounded Corners 66">
                <a:extLst>
                  <a:ext uri="{FF2B5EF4-FFF2-40B4-BE49-F238E27FC236}">
                    <ns2:creationId id="{636F3588-F042-FD36-77C8-A9486AE4DD40}"/>
                  </a:ext>
                </a:extLst>
              </p:cNvPr>
              <p:cNvSpPr/>
              <p:nvPr/>
            </p:nvSpPr>
            <p:spPr>
              <a:xfrm>
                <a:off x="3984762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42" name="Rectangle: Rounded Corners 66">
                <a:extLst>
                  <a:ext uri="{FF2B5EF4-FFF2-40B4-BE49-F238E27FC236}">
                    <ns2:creationId id="{66EC64F6-2CCA-F72F-7393-002D7719E0F8}"/>
                  </a:ext>
                </a:extLst>
              </p:cNvPr>
              <p:cNvSpPr/>
              <p:nvPr/>
            </p:nvSpPr>
            <p:spPr>
              <a:xfrm>
                <a:off x="4974691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grpSp>
            <p:nvGrpSpPr>
              <p:cNvPr id="43" name="グループ化 42">
                <a:extLst>
                  <a:ext uri="{FF2B5EF4-FFF2-40B4-BE49-F238E27FC236}">
                    <ns2:creationId id="{21337FB2-ACC3-F26B-68B9-29CC64BF815B}"/>
                  </a:ext>
                </a:extLst>
              </p:cNvPr>
              <p:cNvGrpSpPr/>
              <p:nvPr/>
            </p:nvGrpSpPr>
            <p:grpSpPr>
              <a:xfrm>
                <a:off x="4765831" y="4386232"/>
                <a:ext cx="1008000" cy="828000"/>
                <a:chOff x="5808725" y="4215912"/>
                <a:chExt cx="1008000" cy="828000"/>
              </a:xfrm>
            </p:grpSpPr>
            <p:sp>
              <p:nvSpPr>
                <p:cNvPr id="44" name="Rectangle: Rounded Corners 66">
                  <a:extLst>
                    <a:ext uri="{FF2B5EF4-FFF2-40B4-BE49-F238E27FC236}">
                      <ns2:creationId id="{9B83A95D-A4CA-67B2-39E6-19C50A24C029}"/>
                    </a:ext>
                  </a:extLst>
                </p:cNvPr>
                <p:cNvSpPr/>
                <p:nvPr/>
              </p:nvSpPr>
              <p:spPr>
                <a:xfrm>
                  <a:off x="5808725" y="4215912"/>
                  <a:ext cx="1008000" cy="828000"/>
                </a:xfrm>
                <a:prstGeom prst="roundRect">
                  <a:avLst>
                    <a:gd name="adj" fmla="val 12747"/>
                  </a:avLst>
                </a:prstGeom>
                <a:noFill/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D2E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ja-JP" altLang="en-US" sz="900" kern="0" dirty="0">
                      <a:solidFill>
                        <a:srgbClr val="008D2E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kumimoji="0" lang="en-US" altLang="ja-JP" sz="900" kern="0" dirty="0">
                      <a:solidFill>
                        <a:srgbClr val="008D2E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kumimoji="0" lang="ja-JP" altLang="en-US" sz="900" kern="0" dirty="0">
                      <a:solidFill>
                        <a:srgbClr val="008D2E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0" lang="en-US" altLang="ja-JP" sz="900" kern="0" dirty="0">
                    <a:solidFill>
                      <a:srgbClr val="008D2E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45" name="グラフィックス 44" descr="データベース 単色塗りつぶし">
                  <a:extLst>
                    <a:ext uri="{FF2B5EF4-FFF2-40B4-BE49-F238E27FC236}">
                      <ns2:creationId id="{FC45693D-58F4-8578-24BD-AA6C4A1FD80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042725" y="4215912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46" name="グラフィックス 45" descr="チェックマークの付いた盾 単色塗りつぶし">
                  <a:extLst>
                    <a:ext uri="{FF2B5EF4-FFF2-40B4-BE49-F238E27FC236}">
                      <ns2:creationId id="{C35F25E3-2FEE-E49B-8359-6379745CAB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16109" y="4469769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7" name="楕円 46">
                <a:extLst>
                  <a:ext uri="{FF2B5EF4-FFF2-40B4-BE49-F238E27FC236}">
                    <ns2:creationId id="{67679ADB-B89C-BC5D-BCEA-868B4878644E}"/>
                  </a:ext>
                </a:extLst>
              </p:cNvPr>
              <p:cNvSpPr/>
              <p:nvPr/>
            </p:nvSpPr>
            <p:spPr>
              <a:xfrm>
                <a:off x="4888799" y="5370509"/>
                <a:ext cx="216000" cy="216000"/>
              </a:xfrm>
              <a:prstGeom prst="ellipse">
                <a:avLst/>
              </a:prstGeom>
              <a:solidFill>
                <a:srgbClr val="8AC48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Rectangle: Rounded Corners 66">
                <a:extLst>
                  <a:ext uri="{FF2B5EF4-FFF2-40B4-BE49-F238E27FC236}">
                    <ns2:creationId id="{5EE04E0A-982E-B101-48F6-1F3969ED3955}"/>
                  </a:ext>
                </a:extLst>
              </p:cNvPr>
              <p:cNvSpPr/>
              <p:nvPr/>
            </p:nvSpPr>
            <p:spPr>
              <a:xfrm>
                <a:off x="4839483" y="5282952"/>
                <a:ext cx="837678" cy="252261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9" name="ひし形 48">
                <a:extLst>
                  <a:ext uri="{FF2B5EF4-FFF2-40B4-BE49-F238E27FC236}">
                    <ns2:creationId id="{81044201-A26B-2EE4-3B2E-BAAF64520440}"/>
                  </a:ext>
                </a:extLst>
              </p:cNvPr>
              <p:cNvSpPr/>
              <p:nvPr/>
            </p:nvSpPr>
            <p:spPr>
              <a:xfrm>
                <a:off x="2879975" y="500808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Rectangle: Rounded Corners 66">
                <a:extLst>
                  <a:ext uri="{FF2B5EF4-FFF2-40B4-BE49-F238E27FC236}">
                    <ns2:creationId id="{2DB5955B-14D3-0B39-D8B0-EE7EFDD528F2}"/>
                  </a:ext>
                </a:extLst>
              </p:cNvPr>
              <p:cNvSpPr/>
              <p:nvPr/>
            </p:nvSpPr>
            <p:spPr>
              <a:xfrm>
                <a:off x="2748166" y="5352132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52" name="直線矢印コネクタ 51">
                <a:extLst>
                  <a:ext uri="{FF2B5EF4-FFF2-40B4-BE49-F238E27FC236}">
                    <ns2:creationId id="{AA4402B9-A130-39BD-408E-29F2D71E4A47}"/>
                  </a:ext>
                </a:extLst>
              </p:cNvPr>
              <p:cNvCxnSpPr>
                <a:cxnSpLocks/>
                <a:stCxn id="36" idx="3"/>
                <a:endCxn id="38" idx="1"/>
              </p:cNvCxnSpPr>
              <p:nvPr/>
            </p:nvCxnSpPr>
            <p:spPr>
              <a:xfrm>
                <a:off x="2807662" y="5484232"/>
                <a:ext cx="40808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ns2:creationId id="{1CB2E230-AB61-2FF2-A9BF-A0A54F8F6154}"/>
                  </a:ext>
                </a:extLst>
              </p:cNvPr>
              <p:cNvCxnSpPr>
                <a:stCxn id="35" idx="2"/>
                <a:endCxn id="36" idx="0"/>
              </p:cNvCxnSpPr>
              <p:nvPr/>
            </p:nvCxnSpPr>
            <p:spPr>
              <a:xfrm>
                <a:off x="2087662" y="5007010"/>
                <a:ext cx="0" cy="207222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Rectangle: Rounded Corners 66">
                <a:extLst>
                  <a:ext uri="{FF2B5EF4-FFF2-40B4-BE49-F238E27FC236}">
                    <ns2:creationId id="{BFF82A67-C792-CDC6-AFFB-CAC3E9B1A472}"/>
                  </a:ext>
                </a:extLst>
              </p:cNvPr>
              <p:cNvSpPr/>
              <p:nvPr/>
            </p:nvSpPr>
            <p:spPr>
              <a:xfrm>
                <a:off x="3581690" y="3978274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58" name="コネクタ: カギ線 57">
                <a:extLst>
                  <a:ext uri="{FF2B5EF4-FFF2-40B4-BE49-F238E27FC236}">
                    <ns2:creationId id="{56394AA8-B542-01F5-2ACA-2F5F169FC395}"/>
                  </a:ext>
                </a:extLst>
              </p:cNvPr>
              <p:cNvCxnSpPr>
                <a:endCxn id="24" idx="1"/>
              </p:cNvCxnSpPr>
              <p:nvPr/>
            </p:nvCxnSpPr>
            <p:spPr>
              <a:xfrm rot="16200000" flipH="1">
                <a:off x="718803" y="2981617"/>
                <a:ext cx="742856" cy="554862"/>
              </a:xfrm>
              <a:prstGeom prst="bentConnector2">
                <a:avLst/>
              </a:prstGeom>
              <a:ln w="95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コネクタ: カギ線 59">
                <a:extLst>
                  <a:ext uri="{FF2B5EF4-FFF2-40B4-BE49-F238E27FC236}">
                    <ns2:creationId id="{0564E3D9-E1D3-BA16-A6B7-4D1E4B37CC34}"/>
                  </a:ext>
                </a:extLst>
              </p:cNvPr>
              <p:cNvCxnSpPr>
                <a:endCxn id="39" idx="1"/>
              </p:cNvCxnSpPr>
              <p:nvPr/>
            </p:nvCxnSpPr>
            <p:spPr>
              <a:xfrm>
                <a:off x="609600" y="3630476"/>
                <a:ext cx="3069910" cy="656547"/>
              </a:xfrm>
              <a:prstGeom prst="bentConnector3">
                <a:avLst>
                  <a:gd name="adj1" fmla="val 357"/>
                </a:avLst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線矢印コネクタ 62">
                <a:extLst>
                  <a:ext uri="{FF2B5EF4-FFF2-40B4-BE49-F238E27FC236}">
                    <ns2:creationId id="{719956F1-658A-993A-EFDB-DC041860CC9F}"/>
                  </a:ext>
                </a:extLst>
              </p:cNvPr>
              <p:cNvCxnSpPr>
                <a:cxnSpLocks/>
                <a:stCxn id="39" idx="3"/>
                <a:endCxn id="40" idx="1"/>
              </p:cNvCxnSpPr>
              <p:nvPr/>
            </p:nvCxnSpPr>
            <p:spPr>
              <a:xfrm>
                <a:off x="3967510" y="4287023"/>
                <a:ext cx="628845" cy="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ns2:creationId id="{C13B37C1-6321-6A79-25E8-8E324A5F7EB1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884355" y="4287023"/>
                <a:ext cx="1319801" cy="0"/>
              </a:xfrm>
              <a:prstGeom prst="straightConnector1">
                <a:avLst/>
              </a:prstGeom>
              <a:ln w="9525">
                <a:solidFill>
                  <a:srgbClr val="C00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コネクタ: カギ線 68">
                <a:extLst>
                  <a:ext uri="{FF2B5EF4-FFF2-40B4-BE49-F238E27FC236}">
                    <ns2:creationId id="{CF87C365-24FF-128A-0F2B-6D5BFF3175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03527" y="4514897"/>
                <a:ext cx="1500631" cy="747531"/>
              </a:xfrm>
              <a:prstGeom prst="bentConnector3">
                <a:avLst>
                  <a:gd name="adj1" fmla="val 76864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矢印コネクタ 81">
                <a:extLst>
                  <a:ext uri="{FF2B5EF4-FFF2-40B4-BE49-F238E27FC236}">
                    <ns2:creationId id="{92CA34C5-60FA-E6F7-7603-97A634E5636A}"/>
                  </a:ext>
                </a:extLst>
              </p:cNvPr>
              <p:cNvCxnSpPr>
                <a:stCxn id="38" idx="3"/>
                <a:endCxn id="47" idx="2"/>
              </p:cNvCxnSpPr>
              <p:nvPr/>
            </p:nvCxnSpPr>
            <p:spPr>
              <a:xfrm flipV="1">
                <a:off x="4655751" y="5478509"/>
                <a:ext cx="233048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矢印コネクタ 82">
                <a:extLst>
                  <a:ext uri="{FF2B5EF4-FFF2-40B4-BE49-F238E27FC236}">
                    <ns2:creationId id="{A9D1FC9A-08FD-96D6-7A69-BEAA1542484B}"/>
                  </a:ext>
                </a:extLst>
              </p:cNvPr>
              <p:cNvCxnSpPr>
                <a:cxnSpLocks/>
                <a:stCxn id="47" idx="6"/>
                <a:endCxn id="113" idx="1"/>
              </p:cNvCxnSpPr>
              <p:nvPr/>
            </p:nvCxnSpPr>
            <p:spPr>
              <a:xfrm flipV="1">
                <a:off x="5104799" y="5475554"/>
                <a:ext cx="1396980" cy="2955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Rectangle: Rounded Corners 66">
                <a:extLst>
                  <a:ext uri="{FF2B5EF4-FFF2-40B4-BE49-F238E27FC236}">
                    <ns2:creationId id="{F840AD0D-9237-F575-7F72-FF8EB99A9493}"/>
                  </a:ext>
                </a:extLst>
              </p:cNvPr>
              <p:cNvSpPr/>
              <p:nvPr/>
            </p:nvSpPr>
            <p:spPr>
              <a:xfrm>
                <a:off x="4873831" y="5169006"/>
                <a:ext cx="792000" cy="180000"/>
              </a:xfrm>
              <a:prstGeom prst="roundRect">
                <a:avLst>
                  <a:gd name="adj" fmla="val 12747"/>
                </a:avLst>
              </a:prstGeom>
              <a:solidFill>
                <a:srgbClr val="F2F8F2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srgbClr val="C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86" name="Rectangle: Rounded Corners 66">
                <a:extLst>
                  <a:ext uri="{FF2B5EF4-FFF2-40B4-BE49-F238E27FC236}">
                    <ns2:creationId id="{5EA60F4F-4A62-4583-9179-BEFC30D1F3D0}"/>
                  </a:ext>
                </a:extLst>
              </p:cNvPr>
              <p:cNvSpPr/>
              <p:nvPr/>
            </p:nvSpPr>
            <p:spPr>
              <a:xfrm>
                <a:off x="5081756" y="3805247"/>
                <a:ext cx="856654" cy="167406"/>
              </a:xfrm>
              <a:prstGeom prst="roundRect">
                <a:avLst>
                  <a:gd name="adj" fmla="val 12747"/>
                </a:avLst>
              </a:prstGeom>
              <a:solidFill>
                <a:schemeClr val="bg1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  <p:cxnSp>
            <p:nvCxnSpPr>
              <p:cNvPr id="89" name="コネクタ: カギ線 88">
                <a:extLst>
                  <a:ext uri="{FF2B5EF4-FFF2-40B4-BE49-F238E27FC236}">
                    <ns2:creationId id="{A4FB1FF5-1641-3ED9-3D84-8CA45DEF4222}"/>
                  </a:ext>
                </a:extLst>
              </p:cNvPr>
              <p:cNvCxnSpPr>
                <a:cxnSpLocks/>
                <a:stCxn id="37" idx="2"/>
                <a:endCxn id="49" idx="3"/>
              </p:cNvCxnSpPr>
              <p:nvPr/>
            </p:nvCxnSpPr>
            <p:spPr>
              <a:xfrm rot="5400000">
                <a:off x="3483405" y="4695372"/>
                <a:ext cx="141281" cy="772140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Rectangle: Rounded Corners 66">
                <a:extLst>
                  <a:ext uri="{FF2B5EF4-FFF2-40B4-BE49-F238E27FC236}">
                    <ns2:creationId id="{A4183560-A756-1149-A116-016CBC1665F8}"/>
                  </a:ext>
                </a:extLst>
              </p:cNvPr>
              <p:cNvSpPr/>
              <p:nvPr/>
            </p:nvSpPr>
            <p:spPr>
              <a:xfrm>
                <a:off x="3888308" y="4976268"/>
                <a:ext cx="871457" cy="24781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A3E1D3C2-EC66-037F-04C7-989C0647C8DB}"/>
                  </a:ext>
                </a:extLst>
              </p:cNvPr>
              <p:cNvCxnSpPr>
                <a:cxnSpLocks/>
                <a:stCxn id="35" idx="3"/>
                <a:endCxn id="37" idx="1"/>
              </p:cNvCxnSpPr>
              <p:nvPr/>
            </p:nvCxnSpPr>
            <p:spPr>
              <a:xfrm>
                <a:off x="2807662" y="4737010"/>
                <a:ext cx="412453" cy="3792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線矢印コネクタ 92">
                <a:extLst>
                  <a:ext uri="{FF2B5EF4-FFF2-40B4-BE49-F238E27FC236}">
                    <ns2:creationId id="{F47AD9E5-86C5-B357-AE86-2F3E1B84C2F9}"/>
                  </a:ext>
                </a:extLst>
              </p:cNvPr>
              <p:cNvCxnSpPr>
                <a:cxnSpLocks/>
                <a:stCxn id="37" idx="3"/>
              </p:cNvCxnSpPr>
              <p:nvPr/>
            </p:nvCxnSpPr>
            <p:spPr>
              <a:xfrm>
                <a:off x="4660115" y="4740802"/>
                <a:ext cx="403725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四角形: 角を丸くする 93">
                <a:extLst>
                  <a:ext uri="{FF2B5EF4-FFF2-40B4-BE49-F238E27FC236}">
                    <ns2:creationId id="{DCCC0FCE-FAE4-2593-FB57-265E06321F3D}"/>
                  </a:ext>
                </a:extLst>
              </p:cNvPr>
              <p:cNvSpPr/>
              <p:nvPr/>
            </p:nvSpPr>
            <p:spPr>
              <a:xfrm>
                <a:off x="7427843" y="2346855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5" name="円柱 94">
                <a:extLst>
                  <a:ext uri="{FF2B5EF4-FFF2-40B4-BE49-F238E27FC236}">
                    <ns2:creationId id="{7C968F6B-CCBC-65CE-7AB7-ECF7EFB6A4DC}"/>
                  </a:ext>
                </a:extLst>
              </p:cNvPr>
              <p:cNvSpPr/>
              <p:nvPr/>
            </p:nvSpPr>
            <p:spPr>
              <a:xfrm>
                <a:off x="9587529" y="2372158"/>
                <a:ext cx="1008000" cy="489395"/>
              </a:xfrm>
              <a:prstGeom prst="can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・</a:t>
                </a:r>
                <a:r>
                  <a:rPr kumimoji="1" lang="en-US" altLang="ja-JP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1" lang="ja-JP" altLang="en-US" sz="900"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</a:p>
            </p:txBody>
          </p:sp>
          <p:sp>
            <p:nvSpPr>
              <p:cNvPr id="96" name="四角形: 角を丸くする 95">
                <a:extLst>
                  <a:ext uri="{FF2B5EF4-FFF2-40B4-BE49-F238E27FC236}">
                    <ns2:creationId id="{7A6B3199-0458-2B60-52FD-A4F925B18A87}"/>
                  </a:ext>
                </a:extLst>
              </p:cNvPr>
              <p:cNvSpPr/>
              <p:nvPr/>
            </p:nvSpPr>
            <p:spPr>
              <a:xfrm>
                <a:off x="6485284" y="3360477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7" name="四角形: 角を丸くする 96">
                <a:extLst>
                  <a:ext uri="{FF2B5EF4-FFF2-40B4-BE49-F238E27FC236}">
                    <ns2:creationId id="{F125F1C6-5A6F-3C86-6E0F-4ACF813126B7}"/>
                  </a:ext>
                </a:extLst>
              </p:cNvPr>
              <p:cNvSpPr/>
              <p:nvPr/>
            </p:nvSpPr>
            <p:spPr>
              <a:xfrm>
                <a:off x="8662050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ns2:creationId id="{61C3AFB9-B2F1-658B-C8D6-44C9984192E9}"/>
                  </a:ext>
                </a:extLst>
              </p:cNvPr>
              <p:cNvCxnSpPr>
                <a:cxnSpLocks/>
                <a:stCxn id="25" idx="3"/>
                <a:endCxn id="96" idx="1"/>
              </p:cNvCxnSpPr>
              <p:nvPr/>
            </p:nvCxnSpPr>
            <p:spPr>
              <a:xfrm>
                <a:off x="5044037" y="3630476"/>
                <a:ext cx="1441247" cy="1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コネクタ: カギ線 100">
                <a:extLst>
                  <a:ext uri="{FF2B5EF4-FFF2-40B4-BE49-F238E27FC236}">
                    <ns2:creationId id="{758AABAC-6C05-C6D9-993C-8B56D2B2C7F3}"/>
                  </a:ext>
                </a:extLst>
              </p:cNvPr>
              <p:cNvCxnSpPr>
                <a:stCxn id="94" idx="2"/>
                <a:endCxn id="97" idx="1"/>
              </p:cNvCxnSpPr>
              <p:nvPr/>
            </p:nvCxnSpPr>
            <p:spPr>
              <a:xfrm rot="16200000" flipH="1">
                <a:off x="8033136" y="3001561"/>
                <a:ext cx="743621" cy="514207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矢印コネクタ 102">
                <a:extLst>
                  <a:ext uri="{FF2B5EF4-FFF2-40B4-BE49-F238E27FC236}">
                    <ns2:creationId id="{EBD39180-18B1-DD62-4D04-5F70ECB67E5B}"/>
                  </a:ext>
                </a:extLst>
              </p:cNvPr>
              <p:cNvCxnSpPr/>
              <p:nvPr/>
            </p:nvCxnSpPr>
            <p:spPr>
              <a:xfrm flipV="1">
                <a:off x="7610168" y="2871418"/>
                <a:ext cx="0" cy="49660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コネクタ: カギ線 104">
                <a:extLst>
                  <a:ext uri="{FF2B5EF4-FFF2-40B4-BE49-F238E27FC236}">
                    <ns2:creationId id="{12256AD6-E68D-591F-E397-4D6F3B69D740}"/>
                  </a:ext>
                </a:extLst>
              </p:cNvPr>
              <p:cNvCxnSpPr>
                <a:cxnSpLocks/>
                <a:stCxn id="40" idx="0"/>
                <a:endCxn id="97" idx="2"/>
              </p:cNvCxnSpPr>
              <p:nvPr/>
            </p:nvCxnSpPr>
            <p:spPr>
              <a:xfrm rot="5400000" flipH="1" flipV="1">
                <a:off x="6939929" y="1700903"/>
                <a:ext cx="242547" cy="4641695"/>
              </a:xfrm>
              <a:prstGeom prst="bentConnector3">
                <a:avLst>
                  <a:gd name="adj1" fmla="val 56733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四角形: 角を丸くする 112">
                <a:extLst>
                  <a:ext uri="{FF2B5EF4-FFF2-40B4-BE49-F238E27FC236}">
                    <ns2:creationId id="{41176A23-2453-343A-9A72-DC759A7DE354}"/>
                  </a:ext>
                </a:extLst>
              </p:cNvPr>
              <p:cNvSpPr/>
              <p:nvPr/>
            </p:nvSpPr>
            <p:spPr>
              <a:xfrm>
                <a:off x="6501779" y="5205554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CDFA0836-2811-2E3D-BCE8-EA8553C0ED46}"/>
                  </a:ext>
                </a:extLst>
              </p:cNvPr>
              <p:cNvSpPr/>
              <p:nvPr/>
            </p:nvSpPr>
            <p:spPr>
              <a:xfrm>
                <a:off x="6499476" y="4463028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ns2:creationId id="{AE2BCAC2-A0A3-8632-A8F1-B73820AE0905}"/>
                  </a:ext>
                </a:extLst>
              </p:cNvPr>
              <p:cNvSpPr/>
              <p:nvPr/>
            </p:nvSpPr>
            <p:spPr>
              <a:xfrm>
                <a:off x="9330981" y="5205554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117" name="直線矢印コネクタ 116">
                <a:extLst>
                  <a:ext uri="{FF2B5EF4-FFF2-40B4-BE49-F238E27FC236}">
                    <ns2:creationId id="{29D441CF-9390-E9EB-9D96-B947CEA786CB}"/>
                  </a:ext>
                </a:extLst>
              </p:cNvPr>
              <p:cNvCxnSpPr>
                <a:cxnSpLocks/>
                <a:stCxn id="113" idx="3"/>
                <a:endCxn id="115" idx="1"/>
              </p:cNvCxnSpPr>
              <p:nvPr/>
            </p:nvCxnSpPr>
            <p:spPr>
              <a:xfrm>
                <a:off x="7941779" y="5475554"/>
                <a:ext cx="1389202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Rectangle: Rounded Corners 66">
                <a:extLst>
                  <a:ext uri="{FF2B5EF4-FFF2-40B4-BE49-F238E27FC236}">
                    <ns2:creationId id="{DE58549E-9A68-C057-3061-5C1B2120225B}"/>
                  </a:ext>
                </a:extLst>
              </p:cNvPr>
              <p:cNvSpPr/>
              <p:nvPr/>
            </p:nvSpPr>
            <p:spPr>
              <a:xfrm>
                <a:off x="8543384" y="4451653"/>
                <a:ext cx="1099504" cy="540000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  <p:pic>
            <p:nvPicPr>
              <p:cNvPr id="119" name="グラフィックス 118" descr="ドキュメント 単色塗りつぶし">
                <a:extLst>
                  <a:ext uri="{FF2B5EF4-FFF2-40B4-BE49-F238E27FC236}">
                    <ns2:creationId id="{87BB5556-12EA-A962-AD54-E9B9E4CE1D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246070" y="4502448"/>
                <a:ext cx="432000" cy="432000"/>
              </a:xfrm>
              <a:prstGeom prst="rect">
                <a:avLst/>
              </a:prstGeom>
            </p:spPr>
          </p:pic>
          <p:cxnSp>
            <p:nvCxnSpPr>
              <p:cNvPr id="120" name="直線矢印コネクタ 119">
                <a:extLst>
                  <a:ext uri="{FF2B5EF4-FFF2-40B4-BE49-F238E27FC236}">
                    <ns2:creationId id="{DB715DE3-6E7C-C6DB-A4C5-EE9C429AAB68}"/>
                  </a:ext>
                </a:extLst>
              </p:cNvPr>
              <p:cNvCxnSpPr>
                <a:cxnSpLocks/>
                <a:stCxn id="114" idx="3"/>
              </p:cNvCxnSpPr>
              <p:nvPr/>
            </p:nvCxnSpPr>
            <p:spPr>
              <a:xfrm>
                <a:off x="7939476" y="4733028"/>
                <a:ext cx="352236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Rectangle: Rounded Corners 66">
                <a:extLst>
                  <a:ext uri="{FF2B5EF4-FFF2-40B4-BE49-F238E27FC236}">
                    <ns2:creationId id="{138EE644-9FD6-E7B8-5003-EB8FE43F6EE0}"/>
                  </a:ext>
                </a:extLst>
              </p:cNvPr>
              <p:cNvSpPr/>
              <p:nvPr/>
            </p:nvSpPr>
            <p:spPr>
              <a:xfrm>
                <a:off x="6476114" y="4986163"/>
                <a:ext cx="1463362" cy="215929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64FBD307-7705-8934-E80A-FCE0C6C6B24A}"/>
                  </a:ext>
                </a:extLst>
              </p:cNvPr>
              <p:cNvSpPr/>
              <p:nvPr/>
            </p:nvSpPr>
            <p:spPr>
              <a:xfrm>
                <a:off x="11320080" y="5367554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cxnSp>
            <p:nvCxnSpPr>
              <p:cNvPr id="125" name="直線矢印コネクタ 124">
                <a:extLst>
                  <a:ext uri="{FF2B5EF4-FFF2-40B4-BE49-F238E27FC236}">
                    <ns2:creationId id="{D42BFDED-DC5E-661F-7AE4-0507925380A5}"/>
                  </a:ext>
                </a:extLst>
              </p:cNvPr>
              <p:cNvCxnSpPr>
                <a:cxnSpLocks/>
                <a:stCxn id="115" idx="3"/>
                <a:endCxn id="124" idx="2"/>
              </p:cNvCxnSpPr>
              <p:nvPr/>
            </p:nvCxnSpPr>
            <p:spPr>
              <a:xfrm>
                <a:off x="10770981" y="5475554"/>
                <a:ext cx="54909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線矢印コネクタ 128">
                <a:extLst>
                  <a:ext uri="{FF2B5EF4-FFF2-40B4-BE49-F238E27FC236}">
                    <ns2:creationId id="{2DEDB248-3E23-F2E5-CE1D-6F34C5CC1076}"/>
                  </a:ext>
                </a:extLst>
              </p:cNvPr>
              <p:cNvCxnSpPr>
                <a:cxnSpLocks/>
                <a:stCxn id="94" idx="3"/>
                <a:endCxn id="95" idx="2"/>
              </p:cNvCxnSpPr>
              <p:nvPr/>
            </p:nvCxnSpPr>
            <p:spPr>
              <a:xfrm>
                <a:off x="8867843" y="2616855"/>
                <a:ext cx="719686" cy="1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Rectangle: Rounded Corners 66">
                <a:extLst>
                  <a:ext uri="{FF2B5EF4-FFF2-40B4-BE49-F238E27FC236}">
                    <ns2:creationId id="{27F79A5F-1A6D-4AA9-5C68-0A876FBB8D9A}"/>
                  </a:ext>
                </a:extLst>
              </p:cNvPr>
              <p:cNvSpPr/>
              <p:nvPr/>
            </p:nvSpPr>
            <p:spPr>
              <a:xfrm>
                <a:off x="6757982" y="4097215"/>
                <a:ext cx="2032719" cy="362077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:</a:t>
                </a: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33" name="グラフィックス 132" descr="チェックマークの付いた盾 単色塗りつぶし">
                <a:extLst>
                  <a:ext uri="{FF2B5EF4-FFF2-40B4-BE49-F238E27FC236}">
                    <ns2:creationId id="{9E0F3DDB-8647-B105-FA05-0EFD0980A4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583349" y="4097929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5" name="グラフィックス 134" descr="プログラマー男性 単色塗りつぶし">
                <a:extLst>
                  <a:ext uri="{FF2B5EF4-FFF2-40B4-BE49-F238E27FC236}">
                    <ns2:creationId id="{7CECD97C-B4DD-8398-0BD3-8DCD34BD74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028388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7" name="グラフィックス 136" descr="クラウド コンピューティング 単色塗りつぶし">
                <a:extLst>
                  <a:ext uri="{FF2B5EF4-FFF2-40B4-BE49-F238E27FC236}">
                    <ns2:creationId id="{0328C5A3-FF55-EC06-0D25-8A655281C8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022037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5" name="グラフィックス 144" descr="継続的改善 単色塗りつぶし">
                <a:extLst>
                  <a:ext uri="{FF2B5EF4-FFF2-40B4-BE49-F238E27FC236}">
                    <ns2:creationId id="{F08C10F2-5C53-CF2D-D7CD-060B5A1000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5015686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1" name="グラフィックス 150" descr="クリップボード 単色塗りつぶし">
                <a:extLst>
                  <a:ext uri="{FF2B5EF4-FFF2-40B4-BE49-F238E27FC236}">
                    <ns2:creationId id="{0DDD78E7-8219-3BC7-AA4A-9E10F3EDD4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1398010" y="3486476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9" name="グラフィックス 148" descr="リサーチ 単色塗りつぶし">
                <a:extLst>
                  <a:ext uri="{FF2B5EF4-FFF2-40B4-BE49-F238E27FC236}">
                    <ns2:creationId id="{62004EE7-01BC-CA94-2680-49C8B99B74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398010" y="4593010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3" name="グラフィックス 152" descr="クリップボード: チェックマーク 単色塗りつぶし">
                <a:extLst>
                  <a:ext uri="{FF2B5EF4-FFF2-40B4-BE49-F238E27FC236}">
                    <ns2:creationId id="{81E55171-8FB7-57FF-26DA-BACF1278DB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3250830" y="4596802"/>
                <a:ext cx="288000" cy="288000"/>
              </a:xfrm>
              <a:prstGeom prst="rect">
                <a:avLst/>
              </a:prstGeom>
            </p:spPr>
          </p:pic>
          <p:sp>
            <p:nvSpPr>
              <p:cNvPr id="157" name="Rectangle: Rounded Corners 66">
                <a:extLst>
                  <a:ext uri="{FF2B5EF4-FFF2-40B4-BE49-F238E27FC236}">
                    <ns2:creationId id="{E9647356-26A2-D825-1EC8-ECA2A70733EB}"/>
                  </a:ext>
                </a:extLst>
              </p:cNvPr>
              <p:cNvSpPr/>
              <p:nvPr/>
            </p:nvSpPr>
            <p:spPr>
              <a:xfrm>
                <a:off x="7647898" y="2863104"/>
                <a:ext cx="654537" cy="207929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API</a:t>
                </a:r>
              </a:p>
            </p:txBody>
          </p:sp>
          <p:sp>
            <p:nvSpPr>
              <p:cNvPr id="158" name="Rectangle: Rounded Corners 66">
                <a:extLst>
                  <a:ext uri="{FF2B5EF4-FFF2-40B4-BE49-F238E27FC236}">
                    <ns2:creationId id="{7488B545-5652-D9AF-00D8-5DF815975CE4}"/>
                  </a:ext>
                </a:extLst>
              </p:cNvPr>
              <p:cNvSpPr/>
              <p:nvPr/>
            </p:nvSpPr>
            <p:spPr>
              <a:xfrm>
                <a:off x="6249076" y="2689283"/>
                <a:ext cx="1045977" cy="197572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>
                    <a:solidFill>
                      <a:schemeClr val="tx1">
                        <a:lumMod val="75000"/>
                      </a:scheme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>
                  <a:solidFill>
                    <a:schemeClr val="tx1">
                      <a:lumMod val="75000"/>
                    </a:schemeClr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66" name="Rectangle: Rounded Corners 66">
                <a:extLst>
                  <a:ext uri="{FF2B5EF4-FFF2-40B4-BE49-F238E27FC236}">
                    <ns2:creationId id="{A33C7AB9-7E9A-57F3-17D7-785B6E820252}"/>
                  </a:ext>
                </a:extLst>
              </p:cNvPr>
              <p:cNvSpPr/>
              <p:nvPr/>
            </p:nvSpPr>
            <p:spPr>
              <a:xfrm>
                <a:off x="5367275" y="2615925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9525" cap="flat" cmpd="sng" algn="ctr">
                <a:solidFill>
                  <a:srgbClr val="82C082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ERP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3" name="Rectangle: Rounded Corners 66">
                <a:extLst>
                  <a:ext uri="{FF2B5EF4-FFF2-40B4-BE49-F238E27FC236}">
                    <ns2:creationId id="{65901498-8F40-DF14-943C-BD1684FFA30F}"/>
                  </a:ext>
                </a:extLst>
              </p:cNvPr>
              <p:cNvSpPr/>
              <p:nvPr/>
            </p:nvSpPr>
            <p:spPr>
              <a:xfrm>
                <a:off x="4303326" y="4396487"/>
                <a:ext cx="828000" cy="24684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5:creationId val="3481191025"/>
      </p:ext>
    </p:extLst>
  </p:cSld>
  <p:clrMapOvr>
    <a:masterClrMapping/>
  </p:clrMapOvr>
</p:sld>
</file>

<file path=ppt/slides/slide35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A2D17E9-1243-0F0C-8F42-FD29D1C95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A7DDA9A-9EA5-D66E-1303-BC903ECA6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63955623-5116-BCEA-3C28-1BA8B2E45A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358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74" name="グループ化 73">
            <a:extLst>
              <a:ext uri="{FF2B5EF4-FFF2-40B4-BE49-F238E27FC236}">
                <ns2:creationId id="{4C71F551-5333-0635-2B57-4561EB4427FC}"/>
              </a:ext>
            </a:extLst>
          </p:cNvPr>
          <p:cNvGrpSpPr/>
          <p:nvPr/>
        </p:nvGrpSpPr>
        <p:grpSpPr>
          <a:xfrm>
            <a:off x="370671" y="979389"/>
            <a:ext cx="11603783" cy="5148646"/>
            <a:chOff x="370671" y="979389"/>
            <a:chExt cx="11603783" cy="5148646"/>
          </a:xfrm>
        </p:grpSpPr>
        <p:grpSp>
          <p:nvGrpSpPr>
            <p:cNvPr id="72" name="グループ化 71">
              <a:extLst>
                <a:ext uri="{FF2B5EF4-FFF2-40B4-BE49-F238E27FC236}">
                  <ns2:creationId id="{2399A1CC-6FE0-688C-1259-17C67EEC35BA}"/>
                </a:ext>
              </a:extLst>
            </p:cNvPr>
            <p:cNvGrpSpPr/>
            <p:nvPr/>
          </p:nvGrpSpPr>
          <p:grpSpPr>
            <a:xfrm>
              <a:off x="399370" y="979389"/>
              <a:ext cx="11421155" cy="360000"/>
              <a:chOff x="399370" y="979389"/>
              <a:chExt cx="11421155" cy="360000"/>
            </a:xfrm>
          </p:grpSpPr>
          <p:sp>
            <p:nvSpPr>
              <p:cNvPr id="6" name="テキスト プレースホルダー 2">
                <a:extLst>
                  <a:ext uri="{FF2B5EF4-FFF2-40B4-BE49-F238E27FC236}">
                    <ns2:creationId id="{50372AD4-D5B9-6C45-3996-31605F7BA3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9370" y="979389"/>
                <a:ext cx="11421155" cy="36000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vert="horz" lIns="4320000" tIns="36000" rIns="72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None/>
                  <a:tabLst/>
                  <a:defRPr/>
                </a:pPr>
                <a:r>
                  <a: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lang="en-US" altLang="ja-JP" sz="1800">
                  <a:solidFill>
                    <a:srgbClr val="108310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7" name="テキスト プレースホルダー 2">
                <a:extLst>
                  <a:ext uri="{FF2B5EF4-FFF2-40B4-BE49-F238E27FC236}">
                    <ns2:creationId id="{10C8F738-90E0-6186-9AA3-33AB291591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5979" y="1015389"/>
                <a:ext cx="3899879" cy="288000"/>
              </a:xfrm>
              <a:prstGeom prst="rect">
                <a:avLst/>
              </a:prstGeom>
              <a:solidFill>
                <a:srgbClr val="008000">
                  <a:alpha val="10000"/>
                </a:srgbClr>
              </a:solidFill>
              <a:ln>
                <a:noFill/>
              </a:ln>
            </p:spPr>
            <p:txBody>
              <a:bodyPr vert="horz" lIns="180000" tIns="36000" rIns="36000" bIns="36000" rtlCol="0" anchor="ctr" anchorCtr="0">
                <a:noAutofit/>
              </a:bodyPr>
              <a:lstStyle>
                <a:lvl1pPr marL="342900" indent="-3429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008000"/>
                  </a:buClr>
                  <a:buFont typeface="Wingdings" panose="05000000000000000000" pitchFamily="2" charset="2"/>
                  <a:buChar char="n"/>
                  <a:defRPr kumimoji="1" sz="2000" kern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Wingdings" panose="05000000000000000000" pitchFamily="2" charset="2"/>
                  <a:buNone/>
                  <a:tabLst/>
                  <a:defRPr/>
                </a:pPr>
                <a:r>
                  <a:rPr kumimoji="1" lang="en-US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0831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73" name="グループ化 72">
              <a:extLst>
                <a:ext uri="{FF2B5EF4-FFF2-40B4-BE49-F238E27FC236}">
                  <ns2:creationId id="{94D0F84E-88FD-ECE0-3DC4-6DB50574063E}"/>
                </a:ext>
              </a:extLst>
            </p:cNvPr>
            <p:cNvGrpSpPr/>
            <p:nvPr/>
          </p:nvGrpSpPr>
          <p:grpSpPr>
            <a:xfrm>
              <a:off x="7820573" y="1381613"/>
              <a:ext cx="4153881" cy="568337"/>
              <a:chOff x="7820573" y="1381613"/>
              <a:chExt cx="4153881" cy="568337"/>
            </a:xfrm>
          </p:grpSpPr>
          <p:sp>
            <p:nvSpPr>
              <p:cNvPr id="160" name="Rectangle: Rounded Corners 66">
                <a:extLst>
                  <a:ext uri="{FF2B5EF4-FFF2-40B4-BE49-F238E27FC236}">
                    <ns2:creationId id="{6DC94E44-976C-8014-4F5E-8FBBF781702A}"/>
                  </a:ext>
                </a:extLst>
              </p:cNvPr>
              <p:cNvSpPr/>
              <p:nvPr/>
            </p:nvSpPr>
            <p:spPr>
              <a:xfrm>
                <a:off x="8386325" y="1381613"/>
                <a:ext cx="3435828" cy="568337"/>
              </a:xfrm>
              <a:prstGeom prst="roundRect">
                <a:avLst>
                  <a:gd name="adj" fmla="val 0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18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>
                    <a:tab pos="1968500" algn="l"/>
                  </a:tabLst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	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	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	</a:t>
                </a:r>
              </a:p>
            </p:txBody>
          </p:sp>
          <p:sp>
            <p:nvSpPr>
              <p:cNvPr id="161" name="四角形: 角を丸くする 160">
                <a:extLst>
                  <a:ext uri="{FF2B5EF4-FFF2-40B4-BE49-F238E27FC236}">
                    <ns2:creationId id="{4AE40B94-D0BA-5C88-6480-34A5E1A47E56}"/>
                  </a:ext>
                </a:extLst>
              </p:cNvPr>
              <p:cNvSpPr/>
              <p:nvPr/>
            </p:nvSpPr>
            <p:spPr>
              <a:xfrm>
                <a:off x="7820574" y="1434131"/>
                <a:ext cx="648000" cy="18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四角形: 角を丸くする 161">
                <a:extLst>
                  <a:ext uri="{FF2B5EF4-FFF2-40B4-BE49-F238E27FC236}">
                    <ns2:creationId id="{97BCED6B-4BFC-925B-F2B5-00BD2F0E3C17}"/>
                  </a:ext>
                </a:extLst>
              </p:cNvPr>
              <p:cNvSpPr/>
              <p:nvPr/>
            </p:nvSpPr>
            <p:spPr>
              <a:xfrm>
                <a:off x="7820573" y="1715849"/>
                <a:ext cx="648000" cy="180721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1" name="四角形: 角を丸くする 60">
                <a:extLst>
                  <a:ext uri="{FF2B5EF4-FFF2-40B4-BE49-F238E27FC236}">
                    <ns2:creationId id="{8C6313B6-AA39-59E2-91BC-4EE6276AF041}"/>
                  </a:ext>
                </a:extLst>
              </p:cNvPr>
              <p:cNvSpPr/>
              <p:nvPr/>
            </p:nvSpPr>
            <p:spPr>
              <a:xfrm>
                <a:off x="9767529" y="1434131"/>
                <a:ext cx="648000" cy="180721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chemeClr val="tx1">
                    <a:lumMod val="75000"/>
                  </a:schemeClr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2" name="角丸四角形 11">
                <a:extLst>
                  <a:ext uri="{FF2B5EF4-FFF2-40B4-BE49-F238E27FC236}">
                    <ns2:creationId id="{BB75B4C5-2D7A-38B7-3D90-A45313A54B15}"/>
                  </a:ext>
                </a:extLst>
              </p:cNvPr>
              <p:cNvSpPr/>
              <p:nvPr/>
            </p:nvSpPr>
            <p:spPr>
              <a:xfrm>
                <a:off x="11097706" y="1388134"/>
                <a:ext cx="876748" cy="252020"/>
              </a:xfrm>
              <a:prstGeom prst="roundRect">
                <a:avLst>
                  <a:gd name="adj" fmla="val 11656"/>
                </a:avLst>
              </a:prstGeom>
              <a:noFill/>
              <a:ln w="38100" cap="rnd" cmpd="sng" algn="ctr">
                <a:solidFill>
                  <a:srgbClr val="FF40FF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  <a:sym typeface="Trebuchet MS" panose="020B0603020202020204" pitchFamily="34" charset="0"/>
                </a:endParaRPr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ns2:creationId id="{81AFAEFE-FBF4-0425-42C2-FC5AE26716CC}"/>
                </a:ext>
              </a:extLst>
            </p:cNvPr>
            <p:cNvGrpSpPr/>
            <p:nvPr/>
          </p:nvGrpSpPr>
          <p:grpSpPr>
            <a:xfrm>
              <a:off x="370671" y="1989138"/>
              <a:ext cx="11450657" cy="4138897"/>
              <a:chOff x="370671" y="1989138"/>
              <a:chExt cx="11450657" cy="4138897"/>
            </a:xfrm>
          </p:grpSpPr>
          <p:grpSp>
            <p:nvGrpSpPr>
              <p:cNvPr id="10" name="グループ化 9">
                <a:extLst>
                  <a:ext uri="{FF2B5EF4-FFF2-40B4-BE49-F238E27FC236}">
                    <ns2:creationId id="{CE87D11F-CB73-2222-74E5-3FA64120949A}"/>
                  </a:ext>
                </a:extLst>
              </p:cNvPr>
              <p:cNvGrpSpPr/>
              <p:nvPr/>
            </p:nvGrpSpPr>
            <p:grpSpPr>
              <a:xfrm>
                <a:off x="370673" y="1989138"/>
                <a:ext cx="5617171" cy="2055600"/>
                <a:chOff x="370674" y="1989138"/>
                <a:chExt cx="5400000" cy="2055600"/>
              </a:xfrm>
            </p:grpSpPr>
            <p:sp>
              <p:nvSpPr>
                <p:cNvPr id="8" name="Rectangle 17">
                  <a:extLst>
                    <a:ext uri="{FF2B5EF4-FFF2-40B4-BE49-F238E27FC236}">
                      <ns2:creationId id="{D63676E8-6087-55C4-CBB0-9EB7CE10312D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en-US" altLang="ja-JP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【</a:t>
                  </a:r>
                  <a:r>
                    <a:rPr kumimoji="0" lang="ja-JP" altLang="en-US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en-US" altLang="ja-JP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ja-JP" altLang="en-US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kumimoji="0" lang="en-US" altLang="ja-JP" sz="900" kern="0">
                      <a:solidFill>
                        <a:srgbClr val="FFFFFF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0" lang="fr-FR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9" name="Rectangle 17">
                  <a:extLst>
                    <a:ext uri="{FF2B5EF4-FFF2-40B4-BE49-F238E27FC236}">
                      <ns2:creationId id="{09498396-45C2-C0D6-A099-75715CFFED05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0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1" name="グループ化 10">
                <a:extLst>
                  <a:ext uri="{FF2B5EF4-FFF2-40B4-BE49-F238E27FC236}">
                    <ns2:creationId id="{CCBD8C04-9638-ABF7-EEED-58DE96AFC445}"/>
                  </a:ext>
                </a:extLst>
              </p:cNvPr>
              <p:cNvGrpSpPr/>
              <p:nvPr/>
            </p:nvGrpSpPr>
            <p:grpSpPr>
              <a:xfrm>
                <a:off x="6204157" y="1989138"/>
                <a:ext cx="5617171" cy="2055600"/>
                <a:chOff x="370674" y="1989138"/>
                <a:chExt cx="5400000" cy="2055600"/>
              </a:xfrm>
            </p:grpSpPr>
            <p:sp>
              <p:nvSpPr>
                <p:cNvPr id="12" name="Rectangle 17">
                  <a:extLst>
                    <a:ext uri="{FF2B5EF4-FFF2-40B4-BE49-F238E27FC236}">
                      <ns2:creationId id="{C4F2E0A2-8D8B-6D36-CF6E-367906B333C7}"/>
                    </a:ext>
                  </a:extLst>
                </p:cNvPr>
                <p:cNvSpPr/>
                <p:nvPr/>
              </p:nvSpPr>
              <p:spPr>
                <a:xfrm>
                  <a:off x="370674" y="1989138"/>
                  <a:ext cx="5400000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(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【</a:t>
                  </a:r>
                  <a:r>
                    <a:rPr kumimoji="0" lang="ja-JP" altLang="en-US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 </a:t>
                  </a:r>
                  <a:r>
                    <a:rPr kumimoji="0" lang="en-US" altLang="ja-JP" sz="9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3" name="Rectangle 17">
                  <a:extLst>
                    <a:ext uri="{FF2B5EF4-FFF2-40B4-BE49-F238E27FC236}">
                      <ns2:creationId id="{5BD5EBCE-9710-7396-D20F-9A345CCC3B4E}"/>
                    </a:ext>
                  </a:extLst>
                </p:cNvPr>
                <p:cNvSpPr/>
                <p:nvPr/>
              </p:nvSpPr>
              <p:spPr>
                <a:xfrm>
                  <a:off x="370674" y="2277138"/>
                  <a:ext cx="5400000" cy="1767600"/>
                </a:xfrm>
                <a:prstGeom prst="rect">
                  <a:avLst/>
                </a:prstGeom>
                <a:solidFill>
                  <a:schemeClr val="bg1">
                    <a:alpha val="50000"/>
                  </a:schemeClr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7" name="グループ化 16">
                <a:extLst>
                  <a:ext uri="{FF2B5EF4-FFF2-40B4-BE49-F238E27FC236}">
                    <ns2:creationId id="{77F295DE-A721-7F1E-40BC-338D77BF4A22}"/>
                  </a:ext>
                </a:extLst>
              </p:cNvPr>
              <p:cNvGrpSpPr/>
              <p:nvPr/>
            </p:nvGrpSpPr>
            <p:grpSpPr>
              <a:xfrm>
                <a:off x="370671" y="4044476"/>
                <a:ext cx="5617172" cy="2081630"/>
                <a:chOff x="370671" y="4044476"/>
                <a:chExt cx="5617172" cy="2081630"/>
              </a:xfrm>
            </p:grpSpPr>
            <p:sp>
              <p:nvSpPr>
                <p:cNvPr id="15" name="Rectangle 17">
                  <a:extLst>
                    <a:ext uri="{FF2B5EF4-FFF2-40B4-BE49-F238E27FC236}">
                      <ns2:creationId id="{495C36A6-874A-952D-EE66-2A5614E77CDA}"/>
                    </a:ext>
                  </a:extLst>
                </p:cNvPr>
                <p:cNvSpPr/>
                <p:nvPr/>
              </p:nvSpPr>
              <p:spPr>
                <a:xfrm>
                  <a:off x="370671" y="5838106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6" name="Rectangle 17">
                  <a:extLst>
                    <a:ext uri="{FF2B5EF4-FFF2-40B4-BE49-F238E27FC236}">
                      <ns2:creationId id="{4CCAB19F-EBF8-6BD4-12F7-FDDD60A1961F}"/>
                    </a:ext>
                  </a:extLst>
                </p:cNvPr>
                <p:cNvSpPr/>
                <p:nvPr/>
              </p:nvSpPr>
              <p:spPr>
                <a:xfrm>
                  <a:off x="370672" y="4044476"/>
                  <a:ext cx="5617171" cy="1800000"/>
                </a:xfrm>
                <a:prstGeom prst="rect">
                  <a:avLst/>
                </a:prstGeom>
                <a:solidFill>
                  <a:schemeClr val="bg1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" name="グループ化 17">
                <a:extLst>
                  <a:ext uri="{FF2B5EF4-FFF2-40B4-BE49-F238E27FC236}">
                    <ns2:creationId id="{EFA0EEFE-38D3-06BA-F43F-98028B8D9B0B}"/>
                  </a:ext>
                </a:extLst>
              </p:cNvPr>
              <p:cNvGrpSpPr/>
              <p:nvPr/>
            </p:nvGrpSpPr>
            <p:grpSpPr>
              <a:xfrm>
                <a:off x="6204156" y="4036573"/>
                <a:ext cx="5617172" cy="2091462"/>
                <a:chOff x="370671" y="4044476"/>
                <a:chExt cx="5617172" cy="2091462"/>
              </a:xfrm>
            </p:grpSpPr>
            <p:sp>
              <p:nvSpPr>
                <p:cNvPr id="19" name="Rectangle 17">
                  <a:extLst>
                    <a:ext uri="{FF2B5EF4-FFF2-40B4-BE49-F238E27FC236}">
                      <ns2:creationId id="{381C8FDE-3F75-3EAA-8D2F-DF71047F9DD3}"/>
                    </a:ext>
                  </a:extLst>
                </p:cNvPr>
                <p:cNvSpPr/>
                <p:nvPr/>
              </p:nvSpPr>
              <p:spPr>
                <a:xfrm>
                  <a:off x="370671" y="5847938"/>
                  <a:ext cx="5617171" cy="288000"/>
                </a:xfrm>
                <a:prstGeom prst="rect">
                  <a:avLst/>
                </a:prstGeom>
                <a:solidFill>
                  <a:srgbClr val="008000"/>
                </a:solidFill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ja-JP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4</a:t>
                  </a:r>
                  <a:r>
                    <a:rPr kumimoji="0" lang="ja-JP" altLang="en-US" sz="12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fr-FR" altLang="ja-JP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Rectangle 17">
                  <a:extLst>
                    <a:ext uri="{FF2B5EF4-FFF2-40B4-BE49-F238E27FC236}">
                      <ns2:creationId id="{96D03527-A9ED-55AC-4091-1F9973AC0803}"/>
                    </a:ext>
                  </a:extLst>
                </p:cNvPr>
                <p:cNvSpPr/>
                <p:nvPr/>
              </p:nvSpPr>
              <p:spPr>
                <a:xfrm>
                  <a:off x="370672" y="4044476"/>
                  <a:ext cx="5617171" cy="1800000"/>
                </a:xfrm>
                <a:prstGeom prst="rect">
                  <a:avLst/>
                </a:prstGeom>
                <a:noFill/>
                <a:ln w="9525" cap="flat" cmpd="sng" algn="ctr">
                  <a:solidFill>
                    <a:srgbClr val="008000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72000" tIns="72000" rIns="72000" bIns="36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altLang="ja-JP" sz="1400" b="0" i="0" u="none" strike="noStrike" kern="0" cap="none" spc="0" normalizeH="0" baseline="0" noProof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</p:grpSp>
          <p:sp>
            <p:nvSpPr>
              <p:cNvPr id="21" name="四角形: 角を丸くする 20">
                <a:extLst>
                  <a:ext uri="{FF2B5EF4-FFF2-40B4-BE49-F238E27FC236}">
                    <ns2:creationId id="{A4A484E0-0AE6-8348-4B6E-05023FBEB980}"/>
                  </a:ext>
                </a:extLst>
              </p:cNvPr>
              <p:cNvSpPr/>
              <p:nvPr/>
            </p:nvSpPr>
            <p:spPr>
              <a:xfrm>
                <a:off x="452388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１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E416F45E-1475-874C-ED8E-4ABE2A17EC78}"/>
                  </a:ext>
                </a:extLst>
              </p:cNvPr>
              <p:cNvSpPr/>
              <p:nvPr/>
            </p:nvSpPr>
            <p:spPr>
              <a:xfrm>
                <a:off x="2446037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CSV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2F0D2AF3-AE52-330B-02EA-49EFB1E0E13C}"/>
                  </a:ext>
                </a:extLst>
              </p:cNvPr>
              <p:cNvSpPr/>
              <p:nvPr/>
            </p:nvSpPr>
            <p:spPr>
              <a:xfrm>
                <a:off x="4439686" y="234762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4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24" name="四角形: 角を丸くする 23">
                <a:extLst>
                  <a:ext uri="{FF2B5EF4-FFF2-40B4-BE49-F238E27FC236}">
                    <ns2:creationId id="{EC18A68F-4404-8C37-A3AC-FD09E2D5A690}"/>
                  </a:ext>
                </a:extLst>
              </p:cNvPr>
              <p:cNvSpPr/>
              <p:nvPr/>
            </p:nvSpPr>
            <p:spPr>
              <a:xfrm>
                <a:off x="1367662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自動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5" name="四角形: 角を丸くする 24">
                <a:extLst>
                  <a:ext uri="{FF2B5EF4-FFF2-40B4-BE49-F238E27FC236}">
                    <ns2:creationId id="{99F8A5DA-4014-EF20-7B18-CC87FED62ACE}"/>
                  </a:ext>
                </a:extLst>
              </p:cNvPr>
              <p:cNvSpPr/>
              <p:nvPr/>
            </p:nvSpPr>
            <p:spPr>
              <a:xfrm>
                <a:off x="3604037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28" name="コネクタ: カギ線 27">
                <a:extLst>
                  <a:ext uri="{FF2B5EF4-FFF2-40B4-BE49-F238E27FC236}">
                    <ns2:creationId id="{BC9C1356-E5F0-5843-4229-915A045A0795}"/>
                  </a:ext>
                </a:extLst>
              </p:cNvPr>
              <p:cNvCxnSpPr>
                <a:stCxn id="21" idx="2"/>
                <a:endCxn id="24" idx="0"/>
              </p:cNvCxnSpPr>
              <p:nvPr/>
            </p:nvCxnSpPr>
            <p:spPr>
              <a:xfrm rot="16200000" flipH="1">
                <a:off x="1393598" y="2666412"/>
                <a:ext cx="472854" cy="915274"/>
              </a:xfrm>
              <a:prstGeom prst="bentConnector3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矢印コネクタ 29">
                <a:extLst>
                  <a:ext uri="{FF2B5EF4-FFF2-40B4-BE49-F238E27FC236}">
                    <ns2:creationId id="{6C9919F1-D201-937A-18A8-A98C274D8582}"/>
                  </a:ext>
                </a:extLst>
              </p:cNvPr>
              <p:cNvCxnSpPr/>
              <p:nvPr/>
            </p:nvCxnSpPr>
            <p:spPr>
              <a:xfrm>
                <a:off x="2566219" y="2887621"/>
                <a:ext cx="0" cy="472855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コネクタ: カギ線 31">
                <a:extLst>
                  <a:ext uri="{FF2B5EF4-FFF2-40B4-BE49-F238E27FC236}">
                    <ns2:creationId id="{59177500-6603-9E4F-3438-898D3E3DC2CC}"/>
                  </a:ext>
                </a:extLst>
              </p:cNvPr>
              <p:cNvCxnSpPr>
                <a:stCxn id="23" idx="2"/>
              </p:cNvCxnSpPr>
              <p:nvPr/>
            </p:nvCxnSpPr>
            <p:spPr>
              <a:xfrm rot="5400000">
                <a:off x="3782765" y="1671079"/>
                <a:ext cx="160378" cy="2593465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矢印コネクタ 33">
                <a:extLst>
                  <a:ext uri="{FF2B5EF4-FFF2-40B4-BE49-F238E27FC236}">
                    <ns2:creationId id="{4097E778-38A0-2AC0-B412-B141FEEC30A9}"/>
                  </a:ext>
                </a:extLst>
              </p:cNvPr>
              <p:cNvCxnSpPr>
                <a:stCxn id="24" idx="3"/>
                <a:endCxn id="25" idx="1"/>
              </p:cNvCxnSpPr>
              <p:nvPr/>
            </p:nvCxnSpPr>
            <p:spPr>
              <a:xfrm>
                <a:off x="2807662" y="3630476"/>
                <a:ext cx="796375" cy="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四角形: 角を丸くする 34">
                <a:extLst>
                  <a:ext uri="{FF2B5EF4-FFF2-40B4-BE49-F238E27FC236}">
                    <ns2:creationId id="{1FAA7136-A7E4-8160-A3BF-0B1DFA5B21B3}"/>
                  </a:ext>
                </a:extLst>
              </p:cNvPr>
              <p:cNvSpPr/>
              <p:nvPr/>
            </p:nvSpPr>
            <p:spPr>
              <a:xfrm>
                <a:off x="1367662" y="4467010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912D126E-A22B-E907-52BA-5E56807370B3}"/>
                  </a:ext>
                </a:extLst>
              </p:cNvPr>
              <p:cNvSpPr/>
              <p:nvPr/>
            </p:nvSpPr>
            <p:spPr>
              <a:xfrm>
                <a:off x="1367662" y="5170334"/>
                <a:ext cx="1440000" cy="621222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5CDF173C-A129-8570-BE67-81D9497FF6F6}"/>
                  </a:ext>
                </a:extLst>
              </p:cNvPr>
              <p:cNvSpPr/>
              <p:nvPr/>
            </p:nvSpPr>
            <p:spPr>
              <a:xfrm>
                <a:off x="3220115" y="447080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ysDot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ja-JP" alt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8" name="四角形: 角を丸くする 37">
                <a:extLst>
                  <a:ext uri="{FF2B5EF4-FFF2-40B4-BE49-F238E27FC236}">
                    <ns2:creationId id="{E768B27E-F361-CD07-5CC7-4CAC8583906A}"/>
                  </a:ext>
                </a:extLst>
              </p:cNvPr>
              <p:cNvSpPr/>
              <p:nvPr/>
            </p:nvSpPr>
            <p:spPr>
              <a:xfrm>
                <a:off x="3215751" y="5214232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rgbClr val="FFFFFF"/>
              </a:solidFill>
              <a:ln w="25400" cap="flat" cmpd="sng" algn="ctr">
                <a:solidFill>
                  <a:schemeClr val="tx1">
                    <a:lumMod val="75000"/>
                  </a:schemeClr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】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900" kern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ja-JP" altLang="en-US" sz="900" b="0" i="0" u="none" strike="noStrike" kern="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9" name="ひし形 38">
                <a:extLst>
                  <a:ext uri="{FF2B5EF4-FFF2-40B4-BE49-F238E27FC236}">
                    <ns2:creationId id="{D61FE11D-91BF-8537-1185-746C0A9C1100}"/>
                  </a:ext>
                </a:extLst>
              </p:cNvPr>
              <p:cNvSpPr/>
              <p:nvPr/>
            </p:nvSpPr>
            <p:spPr>
              <a:xfrm>
                <a:off x="3679510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0" name="ひし形 39">
                <a:extLst>
                  <a:ext uri="{FF2B5EF4-FFF2-40B4-BE49-F238E27FC236}">
                    <ns2:creationId id="{9332A636-B4D9-4511-08AC-E44B1EF67FF4}"/>
                  </a:ext>
                </a:extLst>
              </p:cNvPr>
              <p:cNvSpPr/>
              <p:nvPr/>
            </p:nvSpPr>
            <p:spPr>
              <a:xfrm>
                <a:off x="4596355" y="414302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1" name="Rectangle: Rounded Corners 66">
                <a:extLst>
                  <a:ext uri="{FF2B5EF4-FFF2-40B4-BE49-F238E27FC236}">
                    <ns2:creationId id="{CD3FB287-EBB4-3AED-5087-B1EDAD41AA58}"/>
                  </a:ext>
                </a:extLst>
              </p:cNvPr>
              <p:cNvSpPr/>
              <p:nvPr/>
            </p:nvSpPr>
            <p:spPr>
              <a:xfrm>
                <a:off x="3984762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42" name="Rectangle: Rounded Corners 66">
                <a:extLst>
                  <a:ext uri="{FF2B5EF4-FFF2-40B4-BE49-F238E27FC236}">
                    <ns2:creationId id="{526C3083-66D7-4C9E-DF3A-74345369D4CC}"/>
                  </a:ext>
                </a:extLst>
              </p:cNvPr>
              <p:cNvSpPr/>
              <p:nvPr/>
            </p:nvSpPr>
            <p:spPr>
              <a:xfrm>
                <a:off x="4974691" y="4155905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grpSp>
            <p:nvGrpSpPr>
              <p:cNvPr id="43" name="グループ化 42">
                <a:extLst>
                  <a:ext uri="{FF2B5EF4-FFF2-40B4-BE49-F238E27FC236}">
                    <ns2:creationId id="{A66048B5-6E1D-BB0F-FD37-8350829A4351}"/>
                  </a:ext>
                </a:extLst>
              </p:cNvPr>
              <p:cNvGrpSpPr/>
              <p:nvPr/>
            </p:nvGrpSpPr>
            <p:grpSpPr>
              <a:xfrm>
                <a:off x="4765831" y="4386232"/>
                <a:ext cx="1008000" cy="828000"/>
                <a:chOff x="5808725" y="4215912"/>
                <a:chExt cx="1008000" cy="828000"/>
              </a:xfrm>
            </p:grpSpPr>
            <p:sp>
              <p:nvSpPr>
                <p:cNvPr id="44" name="Rectangle: Rounded Corners 66">
                  <a:extLst>
                    <a:ext uri="{FF2B5EF4-FFF2-40B4-BE49-F238E27FC236}">
                      <ns2:creationId id="{76A4464A-E4F8-6867-2812-CF6228D65B18}"/>
                    </a:ext>
                  </a:extLst>
                </p:cNvPr>
                <p:cNvSpPr/>
                <p:nvPr/>
              </p:nvSpPr>
              <p:spPr>
                <a:xfrm>
                  <a:off x="5808725" y="4215912"/>
                  <a:ext cx="1008000" cy="828000"/>
                </a:xfrm>
                <a:prstGeom prst="roundRect">
                  <a:avLst>
                    <a:gd name="adj" fmla="val 12747"/>
                  </a:avLst>
                </a:prstGeom>
                <a:noFill/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36000" rIns="0" bIns="3600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D2E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ja-JP" altLang="en-US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br>
                    <a:rPr kumimoji="0" lang="en-US" altLang="ja-JP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</a:br>
                  <a:r>
                    <a:rPr kumimoji="0" lang="ja-JP" altLang="en-US" sz="9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Meiryo UI" panose="020B0604030504040204" pitchFamily="34" charset="-128"/>
                      <a:ea typeface="Meiryo UI" panose="020B0604030504040204" pitchFamily="34" charset="-128"/>
                      <a:cs typeface="+mn-cs"/>
                    </a:rPr>
                    <a:t>XX</a:t>
                  </a:r>
                  <a:endPara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pic>
              <p:nvPicPr>
                <p:cNvPr id="45" name="グラフィックス 44" descr="データベース 単色塗りつぶし">
                  <a:extLst>
                    <a:ext uri="{FF2B5EF4-FFF2-40B4-BE49-F238E27FC236}">
                      <ns2:creationId id="{F459F43E-E42C-504A-B14D-2832C3242E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042725" y="4215912"/>
                  <a:ext cx="540000" cy="540000"/>
                </a:xfrm>
                <a:prstGeom prst="rect">
                  <a:avLst/>
                </a:prstGeom>
              </p:spPr>
            </p:pic>
            <p:pic>
              <p:nvPicPr>
                <p:cNvPr id="46" name="グラフィックス 45" descr="チェックマークの付いた盾 単色塗りつぶし">
                  <a:extLst>
                    <a:ext uri="{FF2B5EF4-FFF2-40B4-BE49-F238E27FC236}">
                      <ns2:creationId id="{8CE9D61A-46E6-6C94-A9D3-0091597C1F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16109" y="4469769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7" name="楕円 46">
                <a:extLst>
                  <a:ext uri="{FF2B5EF4-FFF2-40B4-BE49-F238E27FC236}">
                    <ns2:creationId id="{261984BB-2658-4490-E26B-301DFC2241E2}"/>
                  </a:ext>
                </a:extLst>
              </p:cNvPr>
              <p:cNvSpPr/>
              <p:nvPr/>
            </p:nvSpPr>
            <p:spPr>
              <a:xfrm>
                <a:off x="4888799" y="5370509"/>
                <a:ext cx="216000" cy="216000"/>
              </a:xfrm>
              <a:prstGeom prst="ellipse">
                <a:avLst/>
              </a:prstGeom>
              <a:solidFill>
                <a:srgbClr val="8AC48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Rectangle: Rounded Corners 66">
                <a:extLst>
                  <a:ext uri="{FF2B5EF4-FFF2-40B4-BE49-F238E27FC236}">
                    <ns2:creationId id="{7F4BFB70-54D4-0642-1551-8B1FBB255834}"/>
                  </a:ext>
                </a:extLst>
              </p:cNvPr>
              <p:cNvSpPr/>
              <p:nvPr/>
            </p:nvSpPr>
            <p:spPr>
              <a:xfrm>
                <a:off x="4839483" y="5282952"/>
                <a:ext cx="837678" cy="252261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9" name="ひし形 48">
                <a:extLst>
                  <a:ext uri="{FF2B5EF4-FFF2-40B4-BE49-F238E27FC236}">
                    <ns2:creationId id="{8734D148-AB43-562C-2B2E-14E3EED70056}"/>
                  </a:ext>
                </a:extLst>
              </p:cNvPr>
              <p:cNvSpPr/>
              <p:nvPr/>
            </p:nvSpPr>
            <p:spPr>
              <a:xfrm>
                <a:off x="2879975" y="5008083"/>
                <a:ext cx="288000" cy="288000"/>
              </a:xfrm>
              <a:prstGeom prst="diamond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36000" bIns="5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50" name="Rectangle: Rounded Corners 66">
                <a:extLst>
                  <a:ext uri="{FF2B5EF4-FFF2-40B4-BE49-F238E27FC236}">
                    <ns2:creationId id="{15820B15-6048-0A43-12A3-BF35660F8A03}"/>
                  </a:ext>
                </a:extLst>
              </p:cNvPr>
              <p:cNvSpPr/>
              <p:nvPr/>
            </p:nvSpPr>
            <p:spPr>
              <a:xfrm>
                <a:off x="2748166" y="5352132"/>
                <a:ext cx="501018" cy="246844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52" name="直線矢印コネクタ 51">
                <a:extLst>
                  <a:ext uri="{FF2B5EF4-FFF2-40B4-BE49-F238E27FC236}">
                    <ns2:creationId id="{43800CA4-FF49-C647-239E-06504DC5C118}"/>
                  </a:ext>
                </a:extLst>
              </p:cNvPr>
              <p:cNvCxnSpPr>
                <a:cxnSpLocks/>
                <a:stCxn id="36" idx="3"/>
                <a:endCxn id="38" idx="1"/>
              </p:cNvCxnSpPr>
              <p:nvPr/>
            </p:nvCxnSpPr>
            <p:spPr>
              <a:xfrm>
                <a:off x="2807662" y="5480945"/>
                <a:ext cx="408089" cy="3287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ns2:creationId id="{2852196C-97BD-1C9B-0E60-9BB83DB8126F}"/>
                  </a:ext>
                </a:extLst>
              </p:cNvPr>
              <p:cNvCxnSpPr>
                <a:cxnSpLocks/>
                <a:stCxn id="35" idx="2"/>
                <a:endCxn id="36" idx="0"/>
              </p:cNvCxnSpPr>
              <p:nvPr/>
            </p:nvCxnSpPr>
            <p:spPr>
              <a:xfrm>
                <a:off x="2087662" y="5007010"/>
                <a:ext cx="0" cy="163324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Rectangle: Rounded Corners 66">
                <a:extLst>
                  <a:ext uri="{FF2B5EF4-FFF2-40B4-BE49-F238E27FC236}">
                    <ns2:creationId id="{71A2EC17-A56A-2774-1849-81B1D994FC6A}"/>
                  </a:ext>
                </a:extLst>
              </p:cNvPr>
              <p:cNvSpPr/>
              <p:nvPr/>
            </p:nvSpPr>
            <p:spPr>
              <a:xfrm>
                <a:off x="3581690" y="3978274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58" name="コネクタ: カギ線 57">
                <a:extLst>
                  <a:ext uri="{FF2B5EF4-FFF2-40B4-BE49-F238E27FC236}">
                    <ns2:creationId id="{53943E17-B82B-CBED-C22C-A8E5D6E6B20F}"/>
                  </a:ext>
                </a:extLst>
              </p:cNvPr>
              <p:cNvCxnSpPr>
                <a:endCxn id="24" idx="1"/>
              </p:cNvCxnSpPr>
              <p:nvPr/>
            </p:nvCxnSpPr>
            <p:spPr>
              <a:xfrm rot="16200000" flipH="1">
                <a:off x="718803" y="2981617"/>
                <a:ext cx="742856" cy="554862"/>
              </a:xfrm>
              <a:prstGeom prst="bentConnector2">
                <a:avLst/>
              </a:prstGeom>
              <a:ln w="9525">
                <a:solidFill>
                  <a:srgbClr val="C00000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コネクタ: カギ線 59">
                <a:extLst>
                  <a:ext uri="{FF2B5EF4-FFF2-40B4-BE49-F238E27FC236}">
                    <ns2:creationId id="{8511A835-8358-8089-40F5-582B5C76646E}"/>
                  </a:ext>
                </a:extLst>
              </p:cNvPr>
              <p:cNvCxnSpPr>
                <a:endCxn id="39" idx="1"/>
              </p:cNvCxnSpPr>
              <p:nvPr/>
            </p:nvCxnSpPr>
            <p:spPr>
              <a:xfrm>
                <a:off x="609600" y="3630476"/>
                <a:ext cx="3069910" cy="656547"/>
              </a:xfrm>
              <a:prstGeom prst="bentConnector3">
                <a:avLst>
                  <a:gd name="adj1" fmla="val 357"/>
                </a:avLst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直線矢印コネクタ 62">
                <a:extLst>
                  <a:ext uri="{FF2B5EF4-FFF2-40B4-BE49-F238E27FC236}">
                    <ns2:creationId id="{E5AE76C5-F21F-59F5-47C6-3D6890BDB965}"/>
                  </a:ext>
                </a:extLst>
              </p:cNvPr>
              <p:cNvCxnSpPr>
                <a:cxnSpLocks/>
                <a:stCxn id="39" idx="3"/>
                <a:endCxn id="40" idx="1"/>
              </p:cNvCxnSpPr>
              <p:nvPr/>
            </p:nvCxnSpPr>
            <p:spPr>
              <a:xfrm>
                <a:off x="3967510" y="4287023"/>
                <a:ext cx="628845" cy="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ns2:creationId id="{B279CC03-C509-CB53-6CA5-FF0D17AB208C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884355" y="4287023"/>
                <a:ext cx="1319801" cy="0"/>
              </a:xfrm>
              <a:prstGeom prst="straightConnector1">
                <a:avLst/>
              </a:prstGeom>
              <a:ln w="9525">
                <a:solidFill>
                  <a:srgbClr val="C00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コネクタ: カギ線 68">
                <a:extLst>
                  <a:ext uri="{FF2B5EF4-FFF2-40B4-BE49-F238E27FC236}">
                    <ns2:creationId id="{2FEDBCFD-8AF2-788B-704B-684DA51827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03527" y="4514897"/>
                <a:ext cx="1500631" cy="747531"/>
              </a:xfrm>
              <a:prstGeom prst="bentConnector3">
                <a:avLst>
                  <a:gd name="adj1" fmla="val 76864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矢印コネクタ 81">
                <a:extLst>
                  <a:ext uri="{FF2B5EF4-FFF2-40B4-BE49-F238E27FC236}">
                    <ns2:creationId id="{5B0FF03C-BD34-A596-166C-D4D2AA5415B7}"/>
                  </a:ext>
                </a:extLst>
              </p:cNvPr>
              <p:cNvCxnSpPr>
                <a:stCxn id="38" idx="3"/>
                <a:endCxn id="47" idx="2"/>
              </p:cNvCxnSpPr>
              <p:nvPr/>
            </p:nvCxnSpPr>
            <p:spPr>
              <a:xfrm flipV="1">
                <a:off x="4655751" y="5478509"/>
                <a:ext cx="233048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線矢印コネクタ 82">
                <a:extLst>
                  <a:ext uri="{FF2B5EF4-FFF2-40B4-BE49-F238E27FC236}">
                    <ns2:creationId id="{B9727332-6098-1D03-84CC-167D0EE48AD9}"/>
                  </a:ext>
                </a:extLst>
              </p:cNvPr>
              <p:cNvCxnSpPr>
                <a:cxnSpLocks/>
                <a:stCxn id="47" idx="6"/>
                <a:endCxn id="113" idx="1"/>
              </p:cNvCxnSpPr>
              <p:nvPr/>
            </p:nvCxnSpPr>
            <p:spPr>
              <a:xfrm flipV="1">
                <a:off x="5104799" y="5475554"/>
                <a:ext cx="1396980" cy="2955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コネクタ: カギ線 88">
                <a:extLst>
                  <a:ext uri="{FF2B5EF4-FFF2-40B4-BE49-F238E27FC236}">
                    <ns2:creationId id="{C36AD550-A53B-9C4C-6056-9887638585EF}"/>
                  </a:ext>
                </a:extLst>
              </p:cNvPr>
              <p:cNvCxnSpPr>
                <a:cxnSpLocks/>
                <a:stCxn id="37" idx="2"/>
                <a:endCxn id="49" idx="3"/>
              </p:cNvCxnSpPr>
              <p:nvPr/>
            </p:nvCxnSpPr>
            <p:spPr>
              <a:xfrm rot="5400000">
                <a:off x="3483405" y="4695372"/>
                <a:ext cx="141281" cy="772140"/>
              </a:xfrm>
              <a:prstGeom prst="bentConnector2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Rectangle: Rounded Corners 66">
                <a:extLst>
                  <a:ext uri="{FF2B5EF4-FFF2-40B4-BE49-F238E27FC236}">
                    <ns2:creationId id="{903297AD-3A65-35E6-15AA-E6131DE7DE9F}"/>
                  </a:ext>
                </a:extLst>
              </p:cNvPr>
              <p:cNvSpPr/>
              <p:nvPr/>
            </p:nvSpPr>
            <p:spPr>
              <a:xfrm>
                <a:off x="3888308" y="4976268"/>
                <a:ext cx="871457" cy="247815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92" name="直線矢印コネクタ 91">
                <a:extLst>
                  <a:ext uri="{FF2B5EF4-FFF2-40B4-BE49-F238E27FC236}">
                    <ns2:creationId id="{0AF1CBD1-388F-1B28-5880-7487D188109C}"/>
                  </a:ext>
                </a:extLst>
              </p:cNvPr>
              <p:cNvCxnSpPr>
                <a:cxnSpLocks/>
                <a:stCxn id="35" idx="3"/>
                <a:endCxn id="37" idx="1"/>
              </p:cNvCxnSpPr>
              <p:nvPr/>
            </p:nvCxnSpPr>
            <p:spPr>
              <a:xfrm>
                <a:off x="2807662" y="4737010"/>
                <a:ext cx="412453" cy="3792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線矢印コネクタ 92">
                <a:extLst>
                  <a:ext uri="{FF2B5EF4-FFF2-40B4-BE49-F238E27FC236}">
                    <ns2:creationId id="{5CF6AC47-84F6-0F35-555D-3FC9731E3120}"/>
                  </a:ext>
                </a:extLst>
              </p:cNvPr>
              <p:cNvCxnSpPr>
                <a:cxnSpLocks/>
                <a:stCxn id="37" idx="3"/>
              </p:cNvCxnSpPr>
              <p:nvPr/>
            </p:nvCxnSpPr>
            <p:spPr>
              <a:xfrm flipV="1">
                <a:off x="4660115" y="4738906"/>
                <a:ext cx="403725" cy="1896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四角形: 角を丸くする 93">
                <a:extLst>
                  <a:ext uri="{FF2B5EF4-FFF2-40B4-BE49-F238E27FC236}">
                    <ns2:creationId id="{B93E07F4-C527-EB91-30F2-1336338FA17B}"/>
                  </a:ext>
                </a:extLst>
              </p:cNvPr>
              <p:cNvSpPr/>
              <p:nvPr/>
            </p:nvSpPr>
            <p:spPr>
              <a:xfrm>
                <a:off x="7427843" y="2346854"/>
                <a:ext cx="1742120" cy="799305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 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/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5" name="円柱 94">
                <a:extLst>
                  <a:ext uri="{FF2B5EF4-FFF2-40B4-BE49-F238E27FC236}">
                    <ns2:creationId id="{6D547B01-4FE3-18AC-725A-BF767B1FC187}"/>
                  </a:ext>
                </a:extLst>
              </p:cNvPr>
              <p:cNvSpPr/>
              <p:nvPr/>
            </p:nvSpPr>
            <p:spPr>
              <a:xfrm>
                <a:off x="9704538" y="2501809"/>
                <a:ext cx="1008000" cy="489395"/>
              </a:xfrm>
              <a:prstGeom prst="can">
                <a:avLst/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・</a:t>
                </a: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96" name="四角形: 角を丸くする 95">
                <a:extLst>
                  <a:ext uri="{FF2B5EF4-FFF2-40B4-BE49-F238E27FC236}">
                    <ns2:creationId id="{3F5406A7-134E-698A-A70B-4A98E466FFBE}"/>
                  </a:ext>
                </a:extLst>
              </p:cNvPr>
              <p:cNvSpPr/>
              <p:nvPr/>
            </p:nvSpPr>
            <p:spPr>
              <a:xfrm>
                <a:off x="6486493" y="3295454"/>
                <a:ext cx="1440000" cy="610581"/>
              </a:xfrm>
              <a:prstGeom prst="roundRect">
                <a:avLst>
                  <a:gd name="adj" fmla="val 5256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97" name="四角形: 角を丸くする 96">
                <a:extLst>
                  <a:ext uri="{FF2B5EF4-FFF2-40B4-BE49-F238E27FC236}">
                    <ns2:creationId id="{C13D89DB-C1AB-0D2D-697B-AB95B5F67605}"/>
                  </a:ext>
                </a:extLst>
              </p:cNvPr>
              <p:cNvSpPr/>
              <p:nvPr/>
            </p:nvSpPr>
            <p:spPr>
              <a:xfrm>
                <a:off x="8662050" y="3360476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kern="0" dirty="0">
                  <a:solidFill>
                    <a:prstClr val="black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ns2:creationId id="{108B32B4-FF25-ECC6-94CF-4A1946D0B96E}"/>
                  </a:ext>
                </a:extLst>
              </p:cNvPr>
              <p:cNvCxnSpPr>
                <a:cxnSpLocks/>
                <a:stCxn id="25" idx="3"/>
              </p:cNvCxnSpPr>
              <p:nvPr/>
            </p:nvCxnSpPr>
            <p:spPr>
              <a:xfrm>
                <a:off x="5044037" y="3630476"/>
                <a:ext cx="1442456" cy="0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コネクタ: カギ線 100">
                <a:extLst>
                  <a:ext uri="{FF2B5EF4-FFF2-40B4-BE49-F238E27FC236}">
                    <ns2:creationId id="{D034D6DE-ED8B-FACE-84A6-5E7B2F3926C6}"/>
                  </a:ext>
                </a:extLst>
              </p:cNvPr>
              <p:cNvCxnSpPr>
                <a:cxnSpLocks/>
                <a:stCxn id="94" idx="2"/>
                <a:endCxn id="97" idx="1"/>
              </p:cNvCxnSpPr>
              <p:nvPr/>
            </p:nvCxnSpPr>
            <p:spPr>
              <a:xfrm rot="16200000" flipH="1">
                <a:off x="8238318" y="3206743"/>
                <a:ext cx="484317" cy="363147"/>
              </a:xfrm>
              <a:prstGeom prst="bentConnector2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線矢印コネクタ 102">
                <a:extLst>
                  <a:ext uri="{FF2B5EF4-FFF2-40B4-BE49-F238E27FC236}">
                    <ns2:creationId id="{6549534F-6CDF-80CC-DC83-7850F81DCD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10168" y="3124048"/>
                <a:ext cx="0" cy="171406"/>
              </a:xfrm>
              <a:prstGeom prst="straightConnector1">
                <a:avLst/>
              </a:prstGeom>
              <a:ln w="25400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コネクタ: カギ線 104">
                <a:extLst>
                  <a:ext uri="{FF2B5EF4-FFF2-40B4-BE49-F238E27FC236}">
                    <ns2:creationId id="{65F63580-CD8F-5EE1-5255-E78A496EDEA0}"/>
                  </a:ext>
                </a:extLst>
              </p:cNvPr>
              <p:cNvCxnSpPr>
                <a:cxnSpLocks/>
                <a:stCxn id="40" idx="0"/>
                <a:endCxn id="97" idx="2"/>
              </p:cNvCxnSpPr>
              <p:nvPr/>
            </p:nvCxnSpPr>
            <p:spPr>
              <a:xfrm rot="5400000" flipH="1" flipV="1">
                <a:off x="6939929" y="1700903"/>
                <a:ext cx="242547" cy="4641695"/>
              </a:xfrm>
              <a:prstGeom prst="bentConnector3">
                <a:avLst>
                  <a:gd name="adj1" fmla="val 56401"/>
                </a:avLst>
              </a:prstGeom>
              <a:ln w="9525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四角形: 角を丸くする 112">
                <a:extLst>
                  <a:ext uri="{FF2B5EF4-FFF2-40B4-BE49-F238E27FC236}">
                    <ns2:creationId id="{375953F9-8B6E-868C-6CD7-46C7F366A123}"/>
                  </a:ext>
                </a:extLst>
              </p:cNvPr>
              <p:cNvSpPr/>
              <p:nvPr/>
            </p:nvSpPr>
            <p:spPr>
              <a:xfrm>
                <a:off x="6501779" y="5205554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(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</a:p>
            </p:txBody>
          </p:sp>
          <p:sp>
            <p:nvSpPr>
              <p:cNvPr id="114" name="四角形: 角を丸くする 113">
                <a:extLst>
                  <a:ext uri="{FF2B5EF4-FFF2-40B4-BE49-F238E27FC236}">
                    <ns2:creationId id="{69780282-2425-B502-5BEC-B1EC622B99A6}"/>
                  </a:ext>
                </a:extLst>
              </p:cNvPr>
              <p:cNvSpPr/>
              <p:nvPr/>
            </p:nvSpPr>
            <p:spPr>
              <a:xfrm>
                <a:off x="6499476" y="4463028"/>
                <a:ext cx="1440000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ns2:creationId id="{78349C23-380B-4279-2292-A86F0AB315E4}"/>
                  </a:ext>
                </a:extLst>
              </p:cNvPr>
              <p:cNvSpPr/>
              <p:nvPr/>
            </p:nvSpPr>
            <p:spPr>
              <a:xfrm>
                <a:off x="9190188" y="5205554"/>
                <a:ext cx="1580793" cy="540000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chemeClr val="tx1">
                    <a:lumMod val="75000"/>
                  </a:schemeClr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kern="0" dirty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117" name="直線矢印コネクタ 116">
                <a:extLst>
                  <a:ext uri="{FF2B5EF4-FFF2-40B4-BE49-F238E27FC236}">
                    <ns2:creationId id="{49473D2F-7C94-0622-2640-7FDF60EE9684}"/>
                  </a:ext>
                </a:extLst>
              </p:cNvPr>
              <p:cNvCxnSpPr>
                <a:cxnSpLocks/>
                <a:stCxn id="113" idx="3"/>
                <a:endCxn id="115" idx="1"/>
              </p:cNvCxnSpPr>
              <p:nvPr/>
            </p:nvCxnSpPr>
            <p:spPr>
              <a:xfrm>
                <a:off x="7941779" y="5475554"/>
                <a:ext cx="124840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Rectangle: Rounded Corners 66">
                <a:extLst>
                  <a:ext uri="{FF2B5EF4-FFF2-40B4-BE49-F238E27FC236}">
                    <ns2:creationId id="{4D465EE7-2B54-9BE4-B468-096BC553A04A}"/>
                  </a:ext>
                </a:extLst>
              </p:cNvPr>
              <p:cNvSpPr/>
              <p:nvPr/>
            </p:nvSpPr>
            <p:spPr>
              <a:xfrm>
                <a:off x="8646025" y="4451652"/>
                <a:ext cx="1456026" cy="644725"/>
              </a:xfrm>
              <a:prstGeom prst="roundRect">
                <a:avLst>
                  <a:gd name="adj" fmla="val 1274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25400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pic>
            <p:nvPicPr>
              <p:cNvPr id="119" name="グラフィックス 118" descr="ドキュメント 単色塗りつぶし">
                <a:extLst>
                  <a:ext uri="{FF2B5EF4-FFF2-40B4-BE49-F238E27FC236}">
                    <ns2:creationId id="{45BEBBAB-7FB6-F7F2-B28F-D6BE39445B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8246070" y="4502448"/>
                <a:ext cx="432000" cy="432000"/>
              </a:xfrm>
              <a:prstGeom prst="rect">
                <a:avLst/>
              </a:prstGeom>
            </p:spPr>
          </p:pic>
          <p:cxnSp>
            <p:nvCxnSpPr>
              <p:cNvPr id="120" name="直線矢印コネクタ 119">
                <a:extLst>
                  <a:ext uri="{FF2B5EF4-FFF2-40B4-BE49-F238E27FC236}">
                    <ns2:creationId id="{5BEE5977-92EB-D188-8E96-70E531FE23C9}"/>
                  </a:ext>
                </a:extLst>
              </p:cNvPr>
              <p:cNvCxnSpPr>
                <a:cxnSpLocks/>
                <a:stCxn id="114" idx="3"/>
              </p:cNvCxnSpPr>
              <p:nvPr/>
            </p:nvCxnSpPr>
            <p:spPr>
              <a:xfrm>
                <a:off x="7939476" y="4733028"/>
                <a:ext cx="352236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Rectangle: Rounded Corners 66">
                <a:extLst>
                  <a:ext uri="{FF2B5EF4-FFF2-40B4-BE49-F238E27FC236}">
                    <ns2:creationId id="{693B1BBE-CBFC-A09B-BB15-004623BBE2E2}"/>
                  </a:ext>
                </a:extLst>
              </p:cNvPr>
              <p:cNvSpPr/>
              <p:nvPr/>
            </p:nvSpPr>
            <p:spPr>
              <a:xfrm>
                <a:off x="6476114" y="4986163"/>
                <a:ext cx="1463362" cy="215929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124" name="楕円 123">
                <a:extLst>
                  <a:ext uri="{FF2B5EF4-FFF2-40B4-BE49-F238E27FC236}">
                    <ns2:creationId id="{A06A0654-C6B2-2A4E-BA71-B3D0AE04191A}"/>
                  </a:ext>
                </a:extLst>
              </p:cNvPr>
              <p:cNvSpPr/>
              <p:nvPr/>
            </p:nvSpPr>
            <p:spPr>
              <a:xfrm>
                <a:off x="11320080" y="5367554"/>
                <a:ext cx="216000" cy="216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cxnSp>
            <p:nvCxnSpPr>
              <p:cNvPr id="125" name="直線矢印コネクタ 124">
                <a:extLst>
                  <a:ext uri="{FF2B5EF4-FFF2-40B4-BE49-F238E27FC236}">
                    <ns2:creationId id="{D7403CBA-47BC-45BE-0322-F62042A2DDED}"/>
                  </a:ext>
                </a:extLst>
              </p:cNvPr>
              <p:cNvCxnSpPr>
                <a:cxnSpLocks/>
                <a:stCxn id="115" idx="3"/>
                <a:endCxn id="124" idx="2"/>
              </p:cNvCxnSpPr>
              <p:nvPr/>
            </p:nvCxnSpPr>
            <p:spPr>
              <a:xfrm>
                <a:off x="10770981" y="5475554"/>
                <a:ext cx="549099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線矢印コネクタ 128">
                <a:extLst>
                  <a:ext uri="{FF2B5EF4-FFF2-40B4-BE49-F238E27FC236}">
                    <ns2:creationId id="{A9457E9A-6EB7-D9B6-0AE7-2F124DA99C37}"/>
                  </a:ext>
                </a:extLst>
              </p:cNvPr>
              <p:cNvCxnSpPr>
                <a:cxnSpLocks/>
                <a:stCxn id="94" idx="3"/>
                <a:endCxn id="95" idx="2"/>
              </p:cNvCxnSpPr>
              <p:nvPr/>
            </p:nvCxnSpPr>
            <p:spPr>
              <a:xfrm>
                <a:off x="9169963" y="2746507"/>
                <a:ext cx="534575" cy="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Rectangle: Rounded Corners 66">
                <a:extLst>
                  <a:ext uri="{FF2B5EF4-FFF2-40B4-BE49-F238E27FC236}">
                    <ns2:creationId id="{FD7FC8DC-6878-43A0-C8A9-31AD8DFBF612}"/>
                  </a:ext>
                </a:extLst>
              </p:cNvPr>
              <p:cNvSpPr/>
              <p:nvPr/>
            </p:nvSpPr>
            <p:spPr>
              <a:xfrm>
                <a:off x="6757982" y="4097215"/>
                <a:ext cx="2032719" cy="362077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ja-JP" altLang="en-US" sz="9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endParaRPr kumimoji="0" lang="en-US" altLang="ja-JP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pic>
            <p:nvPicPr>
              <p:cNvPr id="133" name="グラフィックス 132" descr="チェックマークの付いた盾 単色塗りつぶし">
                <a:extLst>
                  <a:ext uri="{FF2B5EF4-FFF2-40B4-BE49-F238E27FC236}">
                    <ns2:creationId id="{59DDF327-65E2-DF0E-0348-C37F981085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583349" y="4097929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5" name="グラフィックス 134" descr="プログラマー男性 単色塗りつぶし">
                <a:extLst>
                  <a:ext uri="{FF2B5EF4-FFF2-40B4-BE49-F238E27FC236}">
                    <ns2:creationId id="{58467298-D4CD-3F9D-F7E7-B61252C394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028388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37" name="グラフィックス 136" descr="クラウド コンピューティング 単色塗りつぶし">
                <a:extLst>
                  <a:ext uri="{FF2B5EF4-FFF2-40B4-BE49-F238E27FC236}">
                    <ns2:creationId id="{63730269-9B7E-C6CC-2DAE-69F3A599D2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022037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5" name="グラフィックス 144" descr="継続的改善 単色塗りつぶし">
                <a:extLst>
                  <a:ext uri="{FF2B5EF4-FFF2-40B4-BE49-F238E27FC236}">
                    <ns2:creationId id="{C598E49B-29ED-2AAB-AEFB-29A41050A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5015686" y="2557512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1" name="グラフィックス 150" descr="クリップボード 単色塗りつぶし">
                <a:extLst>
                  <a:ext uri="{FF2B5EF4-FFF2-40B4-BE49-F238E27FC236}">
                    <ns2:creationId id="{E88A9B21-8C47-2847-B403-D80EEF62E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1398010" y="3486476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49" name="グラフィックス 148" descr="リサーチ 単色塗りつぶし">
                <a:extLst>
                  <a:ext uri="{FF2B5EF4-FFF2-40B4-BE49-F238E27FC236}">
                    <ns2:creationId id="{ABD8E0B5-7D5C-275B-E6A9-77F0918765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1398010" y="4593010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153" name="グラフィックス 152" descr="クリップボード: チェックマーク 単色塗りつぶし">
                <a:extLst>
                  <a:ext uri="{FF2B5EF4-FFF2-40B4-BE49-F238E27FC236}">
                    <ns2:creationId id="{0C2D3F28-5CE3-46B1-D178-0442E607BD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3250830" y="4596802"/>
                <a:ext cx="288000" cy="288000"/>
              </a:xfrm>
              <a:prstGeom prst="rect">
                <a:avLst/>
              </a:prstGeom>
            </p:spPr>
          </p:pic>
          <p:sp>
            <p:nvSpPr>
              <p:cNvPr id="157" name="Rectangle: Rounded Corners 66">
                <a:extLst>
                  <a:ext uri="{FF2B5EF4-FFF2-40B4-BE49-F238E27FC236}">
                    <ns2:creationId id="{764B8153-5507-B90F-843A-FB2EECFB3761}"/>
                  </a:ext>
                </a:extLst>
              </p:cNvPr>
              <p:cNvSpPr/>
              <p:nvPr/>
            </p:nvSpPr>
            <p:spPr>
              <a:xfrm>
                <a:off x="7926493" y="3152378"/>
                <a:ext cx="372410" cy="244336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API</a:t>
                </a:r>
              </a:p>
            </p:txBody>
          </p:sp>
          <p:sp>
            <p:nvSpPr>
              <p:cNvPr id="158" name="Rectangle: Rounded Corners 66">
                <a:extLst>
                  <a:ext uri="{FF2B5EF4-FFF2-40B4-BE49-F238E27FC236}">
                    <ns2:creationId id="{32664985-C524-2FFA-DA5F-F8CCE56CA280}"/>
                  </a:ext>
                </a:extLst>
              </p:cNvPr>
              <p:cNvSpPr/>
              <p:nvPr/>
            </p:nvSpPr>
            <p:spPr>
              <a:xfrm>
                <a:off x="6249076" y="2689283"/>
                <a:ext cx="1045977" cy="197572"/>
              </a:xfrm>
              <a:prstGeom prst="roundRect">
                <a:avLst>
                  <a:gd name="adj" fmla="val 12747"/>
                </a:avLst>
              </a:prstGeom>
              <a:noFill/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5" name="Rectangle: Rounded Corners 66">
                <a:extLst>
                  <a:ext uri="{FF2B5EF4-FFF2-40B4-BE49-F238E27FC236}">
                    <ns2:creationId id="{E551B0D9-6289-1545-D046-32CA48E1DC0A}"/>
                  </a:ext>
                </a:extLst>
              </p:cNvPr>
              <p:cNvSpPr/>
              <p:nvPr/>
            </p:nvSpPr>
            <p:spPr>
              <a:xfrm>
                <a:off x="5367275" y="2612772"/>
                <a:ext cx="483640" cy="246845"/>
              </a:xfrm>
              <a:prstGeom prst="roundRect">
                <a:avLst>
                  <a:gd name="adj" fmla="val 12747"/>
                </a:avLst>
              </a:prstGeom>
              <a:noFill/>
              <a:ln w="9525" cap="flat" cmpd="sng" algn="ctr">
                <a:solidFill>
                  <a:srgbClr val="82C082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D2E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ja-JP" sz="900" kern="0">
                    <a:solidFill>
                      <a:srgbClr val="575757">
                        <a:lumMod val="75000"/>
                      </a:srgbClr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ERP</a:t>
                </a:r>
                <a:endParaRPr kumimoji="0" lang="en-US" altLang="ja-JP" sz="900" b="0" i="0" u="none" strike="noStrike" kern="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9" name="四角形: 角を丸くする 28">
                <a:extLst>
                  <a:ext uri="{FF2B5EF4-FFF2-40B4-BE49-F238E27FC236}">
                    <ns2:creationId id="{2669A979-F730-BEED-F570-C371DF901658}"/>
                  </a:ext>
                </a:extLst>
              </p:cNvPr>
              <p:cNvSpPr/>
              <p:nvPr/>
            </p:nvSpPr>
            <p:spPr>
              <a:xfrm>
                <a:off x="10154476" y="4143023"/>
                <a:ext cx="1646567" cy="644724"/>
              </a:xfrm>
              <a:prstGeom prst="roundRect">
                <a:avLst>
                  <a:gd name="adj" fmla="val 5256"/>
                </a:avLst>
              </a:prstGeom>
              <a:solidFill>
                <a:schemeClr val="bg1"/>
              </a:solidFill>
              <a:ln w="25400" cap="flat" cmpd="sng" algn="ctr">
                <a:solidFill>
                  <a:srgbClr val="008000"/>
                </a:solidFill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【</a:t>
                </a:r>
                <a:r>
                  <a:rPr kumimoji="0" lang="ja-JP" altLang="en-US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】</a:t>
                </a:r>
                <a:br>
                  <a:rPr kumimoji="0" lang="en-US" altLang="ja-JP" sz="9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0" lang="ja-JP" altLang="en-US" sz="9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  <a:b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ja-JP" altLang="en-US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kumimoji="0" lang="en-US" altLang="ja-JP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ja-JP" altLang="en-US" sz="800" kern="0">
                    <a:solidFill>
                      <a:prstClr val="black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0" lang="en-US" altLang="ja-JP" sz="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26" name="Rectangle: Rounded Corners 66">
                <a:extLst>
                  <a:ext uri="{FF2B5EF4-FFF2-40B4-BE49-F238E27FC236}">
                    <ns2:creationId id="{0EA471E3-B61A-E217-92EC-C703492C07E8}"/>
                  </a:ext>
                </a:extLst>
              </p:cNvPr>
              <p:cNvSpPr/>
              <p:nvPr/>
            </p:nvSpPr>
            <p:spPr>
              <a:xfrm>
                <a:off x="5081756" y="3805247"/>
                <a:ext cx="856654" cy="167406"/>
              </a:xfrm>
              <a:prstGeom prst="roundRect">
                <a:avLst>
                  <a:gd name="adj" fmla="val 12747"/>
                </a:avLst>
              </a:prstGeom>
              <a:solidFill>
                <a:schemeClr val="bg1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buClr>
                    <a:srgbClr val="008D2E"/>
                  </a:buClr>
                </a:pP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(</a:t>
                </a:r>
                <a:r>
                  <a:rPr kumimoji="0" lang="ja-JP" altLang="en-US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r>
                  <a:rPr kumimoji="0" lang="en-US" altLang="ja-JP" sz="900" kern="0" dirty="0">
                    <a:solidFill>
                      <a:srgbClr val="C00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)</a:t>
                </a:r>
              </a:p>
            </p:txBody>
          </p:sp>
        </p:grpSp>
      </p:grpSp>
      <p:sp>
        <p:nvSpPr>
          <p:cNvPr id="33" name="Rectangle: Rounded Corners 66">
            <a:extLst>
              <a:ext uri="{FF2B5EF4-FFF2-40B4-BE49-F238E27FC236}">
                <ns2:creationId id="{9C29F6EE-6985-B350-E79F-1B5CA4867124}"/>
              </a:ext>
            </a:extLst>
          </p:cNvPr>
          <p:cNvSpPr/>
          <p:nvPr/>
        </p:nvSpPr>
        <p:spPr>
          <a:xfrm>
            <a:off x="4303326" y="4396487"/>
            <a:ext cx="828000" cy="246845"/>
          </a:xfrm>
          <a:prstGeom prst="roundRect">
            <a:avLst>
              <a:gd name="adj" fmla="val 12747"/>
            </a:avLst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Tx/>
              <a:buNone/>
              <a:tabLst/>
              <a:defRPr/>
            </a:pPr>
            <a:r>
              <a:rPr kumimoji="0" lang="en-US" altLang="ja-JP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0" lang="ja-JP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0" lang="en-US" altLang="ja-JP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/</a:t>
            </a:r>
            <a:r>
              <a:rPr kumimoji="0" lang="ja-JP" altLang="en-US" sz="900" b="0" i="0" u="none" strike="noStrike" kern="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0" lang="en-US" altLang="ja-JP" sz="900" b="0" i="0" u="none" strike="noStrike" kern="0" cap="none" spc="0" normalizeH="0" baseline="0" noProof="0" dirty="0">
              <a:ln>
                <a:noFill/>
              </a:ln>
              <a:solidFill>
                <a:srgbClr val="575757">
                  <a:lumMod val="75000"/>
                </a:srgbClr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51" name="Rectangle: Rounded Corners 66">
            <a:extLst>
              <a:ext uri="{FF2B5EF4-FFF2-40B4-BE49-F238E27FC236}">
                <ns2:creationId id="{74AD79B0-0E15-1881-765B-A72097C086E7}"/>
              </a:ext>
            </a:extLst>
          </p:cNvPr>
          <p:cNvSpPr/>
          <p:nvPr/>
        </p:nvSpPr>
        <p:spPr>
          <a:xfrm>
            <a:off x="4873831" y="5169006"/>
            <a:ext cx="792000" cy="180000"/>
          </a:xfrm>
          <a:prstGeom prst="roundRect">
            <a:avLst>
              <a:gd name="adj" fmla="val 12747"/>
            </a:avLst>
          </a:prstGeom>
          <a:solidFill>
            <a:schemeClr val="bg1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buClr>
                <a:srgbClr val="008D2E"/>
              </a:buClr>
            </a:pPr>
            <a:r>
              <a:rPr kumimoji="0" lang="ja-JP" altLang="en-US" sz="900" kern="0" dirty="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0" lang="en-US" altLang="ja-JP" sz="900" kern="0" dirty="0">
              <a:solidFill>
                <a:srgbClr val="C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3221034715"/>
      </p:ext>
    </p:extLst>
  </p:cSld>
  <p:clrMapOvr>
    <a:masterClrMapping/>
  </p:clrMapOvr>
</p:sld>
</file>

<file path=ppt/slides/slide35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A4EBF67-37DB-5E41-0DB4-7267447E8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05CA31D-F0CC-E904-DAE0-83875AE35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en-US" altLang="ja-JP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XX</a:t>
            </a:r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例</a:t>
            </a:r>
            <a:endParaRPr kumimoji="1" lang="ja-JP" altLang="en-US"/>
          </a:p>
        </p:txBody>
      </p:sp>
      <p:sp>
        <p:nvSpPr>
          <p:cNvPr id="3" name="Slide Number Placeholder 2">
            <a:extLst>
              <a:ext uri="{FF2B5EF4-FFF2-40B4-BE49-F238E27FC236}">
                <ns2:creationId id="{C705D0ED-FFEF-A212-2A9E-143EB324A8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51635" y="6169920"/>
            <a:ext cx="568890" cy="1440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884680-B901-7B4E-B61D-104198092958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359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rgbClr val="7F7F7F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123" name="グループ化 122">
            <a:extLst>
              <a:ext uri="{FF2B5EF4-FFF2-40B4-BE49-F238E27FC236}">
                <ns2:creationId id="{C207F06D-95E7-D439-B1DA-12C98B6A5D88}"/>
              </a:ext>
            </a:extLst>
          </p:cNvPr>
          <p:cNvGrpSpPr/>
          <p:nvPr/>
        </p:nvGrpSpPr>
        <p:grpSpPr>
          <a:xfrm>
            <a:off x="368539" y="1160398"/>
            <a:ext cx="11451987" cy="4963173"/>
            <a:chOff x="368539" y="1160398"/>
            <a:chExt cx="11451987" cy="4963173"/>
          </a:xfrm>
        </p:grpSpPr>
        <p:sp>
          <p:nvSpPr>
            <p:cNvPr id="4" name="四角形: 角を丸くする 6">
              <a:extLst>
                <a:ext uri="{FF2B5EF4-FFF2-40B4-BE49-F238E27FC236}">
                  <ns2:creationId id="{C45E1B0E-E907-CB21-D6FB-BE564C86585A}"/>
                </a:ext>
              </a:extLst>
            </p:cNvPr>
            <p:cNvSpPr/>
            <p:nvPr/>
          </p:nvSpPr>
          <p:spPr>
            <a:xfrm>
              <a:off x="375415" y="1323188"/>
              <a:ext cx="1584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" name="四角形: 角を丸くする 6">
              <a:extLst>
                <a:ext uri="{FF2B5EF4-FFF2-40B4-BE49-F238E27FC236}">
                  <ns2:creationId id="{491118EB-BEEE-1534-7292-06E6CCC6943F}"/>
                </a:ext>
              </a:extLst>
            </p:cNvPr>
            <p:cNvSpPr/>
            <p:nvPr/>
          </p:nvSpPr>
          <p:spPr>
            <a:xfrm>
              <a:off x="375415" y="2211778"/>
              <a:ext cx="1584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9" name="四角形: 角を丸くする 6">
              <a:extLst>
                <a:ext uri="{FF2B5EF4-FFF2-40B4-BE49-F238E27FC236}">
                  <ns2:creationId id="{90A3D50B-F850-7584-BBF6-13B84E66DCA2}"/>
                </a:ext>
              </a:extLst>
            </p:cNvPr>
            <p:cNvSpPr/>
            <p:nvPr/>
          </p:nvSpPr>
          <p:spPr>
            <a:xfrm>
              <a:off x="375415" y="4413460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0" name="四角形: 角を丸くする 6">
              <a:extLst>
                <a:ext uri="{FF2B5EF4-FFF2-40B4-BE49-F238E27FC236}">
                  <ns2:creationId id="{8BF4656D-A018-B69E-2CCC-AAC9E5512C16}"/>
                </a:ext>
              </a:extLst>
            </p:cNvPr>
            <p:cNvSpPr/>
            <p:nvPr/>
          </p:nvSpPr>
          <p:spPr>
            <a:xfrm>
              <a:off x="368539" y="3516125"/>
              <a:ext cx="1584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2" name="四角形: 角を丸くする 6">
              <a:extLst>
                <a:ext uri="{FF2B5EF4-FFF2-40B4-BE49-F238E27FC236}">
                  <ns2:creationId id="{3A14C9B0-A032-D434-F21C-6D11862007E0}"/>
                </a:ext>
              </a:extLst>
            </p:cNvPr>
            <p:cNvSpPr/>
            <p:nvPr/>
          </p:nvSpPr>
          <p:spPr>
            <a:xfrm>
              <a:off x="2512474" y="116039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5" name="四角形: 角を丸くする 6">
              <a:extLst>
                <a:ext uri="{FF2B5EF4-FFF2-40B4-BE49-F238E27FC236}">
                  <ns2:creationId id="{81CE5391-8A7F-0624-C279-83149BAEA7C8}"/>
                </a:ext>
              </a:extLst>
            </p:cNvPr>
            <p:cNvSpPr/>
            <p:nvPr/>
          </p:nvSpPr>
          <p:spPr>
            <a:xfrm>
              <a:off x="4492473" y="116039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CSV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Excel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6" name="四角形: 角を丸くする 6">
              <a:extLst>
                <a:ext uri="{FF2B5EF4-FFF2-40B4-BE49-F238E27FC236}">
                  <ns2:creationId id="{A496F608-1D72-DBCD-1D58-E0AD4F7AA4B3}"/>
                </a:ext>
              </a:extLst>
            </p:cNvPr>
            <p:cNvSpPr/>
            <p:nvPr/>
          </p:nvSpPr>
          <p:spPr>
            <a:xfrm>
              <a:off x="2512473" y="134187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7" name="四角形: 角を丸くする 6">
              <a:extLst>
                <a:ext uri="{FF2B5EF4-FFF2-40B4-BE49-F238E27FC236}">
                  <ns2:creationId id="{1858D4C5-ED61-4DFB-ED06-CD6FF238ED83}"/>
                </a:ext>
              </a:extLst>
            </p:cNvPr>
            <p:cNvSpPr/>
            <p:nvPr/>
          </p:nvSpPr>
          <p:spPr>
            <a:xfrm>
              <a:off x="4492472" y="134187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8" name="四角形: 角を丸くする 6">
              <a:extLst>
                <a:ext uri="{FF2B5EF4-FFF2-40B4-BE49-F238E27FC236}">
                  <ns2:creationId id="{1D6ECC84-CFC9-5EDB-796E-2B35E686AF7E}"/>
                </a:ext>
              </a:extLst>
            </p:cNvPr>
            <p:cNvSpPr/>
            <p:nvPr/>
          </p:nvSpPr>
          <p:spPr>
            <a:xfrm>
              <a:off x="2512476" y="152335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9" name="四角形: 角を丸くする 6">
              <a:extLst>
                <a:ext uri="{FF2B5EF4-FFF2-40B4-BE49-F238E27FC236}">
                  <ns2:creationId id="{F9A1D571-B2A5-5A9A-9A4B-0941A7318397}"/>
                </a:ext>
              </a:extLst>
            </p:cNvPr>
            <p:cNvSpPr/>
            <p:nvPr/>
          </p:nvSpPr>
          <p:spPr>
            <a:xfrm>
              <a:off x="4492475" y="152335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0" name="四角形: 角を丸くする 6">
              <a:extLst>
                <a:ext uri="{FF2B5EF4-FFF2-40B4-BE49-F238E27FC236}">
                  <ns2:creationId id="{8ED46347-FA2D-BB5B-760F-323D2EA15C2E}"/>
                </a:ext>
              </a:extLst>
            </p:cNvPr>
            <p:cNvSpPr/>
            <p:nvPr/>
          </p:nvSpPr>
          <p:spPr>
            <a:xfrm>
              <a:off x="2512475" y="170482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1" name="四角形: 角を丸くする 6">
              <a:extLst>
                <a:ext uri="{FF2B5EF4-FFF2-40B4-BE49-F238E27FC236}">
                  <ns2:creationId id="{C7BDDF3C-0B9A-2600-7B50-AA243889893E}"/>
                </a:ext>
              </a:extLst>
            </p:cNvPr>
            <p:cNvSpPr/>
            <p:nvPr/>
          </p:nvSpPr>
          <p:spPr>
            <a:xfrm>
              <a:off x="4492474" y="170482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2" name="四角形: 角を丸くする 6">
              <a:extLst>
                <a:ext uri="{FF2B5EF4-FFF2-40B4-BE49-F238E27FC236}">
                  <ns2:creationId id="{1C7A7926-0B69-1AE5-DF18-10802AE220B7}"/>
                </a:ext>
              </a:extLst>
            </p:cNvPr>
            <p:cNvSpPr/>
            <p:nvPr/>
          </p:nvSpPr>
          <p:spPr>
            <a:xfrm>
              <a:off x="2512471" y="188630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3" name="四角形: 角を丸くする 6">
              <a:extLst>
                <a:ext uri="{FF2B5EF4-FFF2-40B4-BE49-F238E27FC236}">
                  <ns2:creationId id="{451268D5-3992-831E-3CF2-6C2975DB55DD}"/>
                </a:ext>
              </a:extLst>
            </p:cNvPr>
            <p:cNvSpPr/>
            <p:nvPr/>
          </p:nvSpPr>
          <p:spPr>
            <a:xfrm>
              <a:off x="4492470" y="188630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4" name="四角形: 角を丸くする 6">
              <a:extLst>
                <a:ext uri="{FF2B5EF4-FFF2-40B4-BE49-F238E27FC236}">
                  <ns2:creationId id="{011024A6-5AEE-C601-F45C-027F71A2A384}"/>
                </a:ext>
              </a:extLst>
            </p:cNvPr>
            <p:cNvSpPr/>
            <p:nvPr/>
          </p:nvSpPr>
          <p:spPr>
            <a:xfrm>
              <a:off x="2512470" y="206777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5" name="四角形: 角を丸くする 6">
              <a:extLst>
                <a:ext uri="{FF2B5EF4-FFF2-40B4-BE49-F238E27FC236}">
                  <ns2:creationId id="{071406D1-6B3A-A9D3-3EBA-967B26C02A97}"/>
                </a:ext>
              </a:extLst>
            </p:cNvPr>
            <p:cNvSpPr/>
            <p:nvPr/>
          </p:nvSpPr>
          <p:spPr>
            <a:xfrm>
              <a:off x="4492469" y="206777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6" name="四角形: 角を丸くする 6">
              <a:extLst>
                <a:ext uri="{FF2B5EF4-FFF2-40B4-BE49-F238E27FC236}">
                  <ns2:creationId id="{79479214-4063-8AC5-002D-FA43282B026D}"/>
                </a:ext>
              </a:extLst>
            </p:cNvPr>
            <p:cNvSpPr/>
            <p:nvPr/>
          </p:nvSpPr>
          <p:spPr>
            <a:xfrm>
              <a:off x="2512473" y="224925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7" name="四角形: 角を丸くする 6">
              <a:extLst>
                <a:ext uri="{FF2B5EF4-FFF2-40B4-BE49-F238E27FC236}">
                  <ns2:creationId id="{F3CF1766-A9DB-DA87-717D-FD8C852A667C}"/>
                </a:ext>
              </a:extLst>
            </p:cNvPr>
            <p:cNvSpPr/>
            <p:nvPr/>
          </p:nvSpPr>
          <p:spPr>
            <a:xfrm>
              <a:off x="4492472" y="224925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8" name="四角形: 角を丸くする 6">
              <a:extLst>
                <a:ext uri="{FF2B5EF4-FFF2-40B4-BE49-F238E27FC236}">
                  <ns2:creationId id="{A2A7EAF6-4ED5-0A26-FF6B-8982348539BE}"/>
                </a:ext>
              </a:extLst>
            </p:cNvPr>
            <p:cNvSpPr/>
            <p:nvPr/>
          </p:nvSpPr>
          <p:spPr>
            <a:xfrm>
              <a:off x="2512472" y="243073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29" name="四角形: 角を丸くする 6">
              <a:extLst>
                <a:ext uri="{FF2B5EF4-FFF2-40B4-BE49-F238E27FC236}">
                  <ns2:creationId id="{5C952747-F0CB-1A4F-1BBB-12B1D86D80CE}"/>
                </a:ext>
              </a:extLst>
            </p:cNvPr>
            <p:cNvSpPr/>
            <p:nvPr/>
          </p:nvSpPr>
          <p:spPr>
            <a:xfrm>
              <a:off x="4492471" y="243073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、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0" name="四角形: 角を丸くする 6">
              <a:extLst>
                <a:ext uri="{FF2B5EF4-FFF2-40B4-BE49-F238E27FC236}">
                  <ns2:creationId id="{27BE6114-FCC8-0EBD-C5FE-4DBCF7374F8D}"/>
                </a:ext>
              </a:extLst>
            </p:cNvPr>
            <p:cNvSpPr/>
            <p:nvPr/>
          </p:nvSpPr>
          <p:spPr>
            <a:xfrm>
              <a:off x="2512474" y="261220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1" name="四角形: 角を丸くする 6">
              <a:extLst>
                <a:ext uri="{FF2B5EF4-FFF2-40B4-BE49-F238E27FC236}">
                  <ns2:creationId id="{C7409206-04E9-23E7-CFB2-F476F5A35D5E}"/>
                </a:ext>
              </a:extLst>
            </p:cNvPr>
            <p:cNvSpPr/>
            <p:nvPr/>
          </p:nvSpPr>
          <p:spPr>
            <a:xfrm>
              <a:off x="4492473" y="261220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2" name="四角形: 角を丸くする 6">
              <a:extLst>
                <a:ext uri="{FF2B5EF4-FFF2-40B4-BE49-F238E27FC236}">
                  <ns2:creationId id="{7DFF4C13-6238-506D-32CF-F642EFCC7C20}"/>
                </a:ext>
              </a:extLst>
            </p:cNvPr>
            <p:cNvSpPr/>
            <p:nvPr/>
          </p:nvSpPr>
          <p:spPr>
            <a:xfrm>
              <a:off x="2512473" y="279368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3" name="四角形: 角を丸くする 6">
              <a:extLst>
                <a:ext uri="{FF2B5EF4-FFF2-40B4-BE49-F238E27FC236}">
                  <ns2:creationId id="{2ACA3FBC-1CFC-F9A3-481A-E785CAA78C2C}"/>
                </a:ext>
              </a:extLst>
            </p:cNvPr>
            <p:cNvSpPr/>
            <p:nvPr/>
          </p:nvSpPr>
          <p:spPr>
            <a:xfrm>
              <a:off x="4492472" y="279368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4" name="四角形: 角を丸くする 6">
              <a:extLst>
                <a:ext uri="{FF2B5EF4-FFF2-40B4-BE49-F238E27FC236}">
                  <ns2:creationId id="{614296A1-3359-9FCC-00CF-27AAB66F770E}"/>
                </a:ext>
              </a:extLst>
            </p:cNvPr>
            <p:cNvSpPr/>
            <p:nvPr/>
          </p:nvSpPr>
          <p:spPr>
            <a:xfrm>
              <a:off x="2512476" y="297515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5" name="四角形: 角を丸くする 6">
              <a:extLst>
                <a:ext uri="{FF2B5EF4-FFF2-40B4-BE49-F238E27FC236}">
                  <ns2:creationId id="{C35115C6-8CE3-A5CB-60F0-F2BBD1FC157F}"/>
                </a:ext>
              </a:extLst>
            </p:cNvPr>
            <p:cNvSpPr/>
            <p:nvPr/>
          </p:nvSpPr>
          <p:spPr>
            <a:xfrm>
              <a:off x="4492475" y="297515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770" b="0" i="0" u="none" strike="noStrike" kern="1200" cap="none" spc="0" normalizeH="0" noProof="0" dirty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770" b="0" i="0" u="none" strike="noStrike" kern="1200" cap="none" spc="0" normalizeH="0" noProof="0" dirty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770" b="0" i="0" u="none" strike="noStrike" kern="1200" cap="none" spc="0" normalizeH="0" noProof="0" dirty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6" name="四角形: 角を丸くする 6">
              <a:extLst>
                <a:ext uri="{FF2B5EF4-FFF2-40B4-BE49-F238E27FC236}">
                  <ns2:creationId id="{660E657B-819F-7E31-A4FD-B159CBA1491B}"/>
                </a:ext>
              </a:extLst>
            </p:cNvPr>
            <p:cNvSpPr/>
            <p:nvPr/>
          </p:nvSpPr>
          <p:spPr>
            <a:xfrm>
              <a:off x="2512475" y="315663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7" name="四角形: 角を丸くする 6">
              <a:extLst>
                <a:ext uri="{FF2B5EF4-FFF2-40B4-BE49-F238E27FC236}">
                  <ns2:creationId id="{86BB7EF3-AFF6-808C-F71B-9A09FA9880F3}"/>
                </a:ext>
              </a:extLst>
            </p:cNvPr>
            <p:cNvSpPr/>
            <p:nvPr/>
          </p:nvSpPr>
          <p:spPr>
            <a:xfrm>
              <a:off x="4492474" y="315663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8" name="四角形: 角を丸くする 6">
              <a:extLst>
                <a:ext uri="{FF2B5EF4-FFF2-40B4-BE49-F238E27FC236}">
                  <ns2:creationId id="{6F483F76-DAC9-49CE-A323-DFD8B187B2EE}"/>
                </a:ext>
              </a:extLst>
            </p:cNvPr>
            <p:cNvSpPr/>
            <p:nvPr/>
          </p:nvSpPr>
          <p:spPr>
            <a:xfrm>
              <a:off x="2512474" y="333811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39" name="四角形: 角を丸くする 6">
              <a:extLst>
                <a:ext uri="{FF2B5EF4-FFF2-40B4-BE49-F238E27FC236}">
                  <ns2:creationId id="{FD5815A4-5CCF-70F0-8BF3-BCCD12978186}"/>
                </a:ext>
              </a:extLst>
            </p:cNvPr>
            <p:cNvSpPr/>
            <p:nvPr/>
          </p:nvSpPr>
          <p:spPr>
            <a:xfrm>
              <a:off x="4492473" y="333811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0" name="四角形: 角を丸くする 6">
              <a:extLst>
                <a:ext uri="{FF2B5EF4-FFF2-40B4-BE49-F238E27FC236}">
                  <ns2:creationId id="{D9B31A99-5A7B-7608-056B-2E8B0EE9C590}"/>
                </a:ext>
              </a:extLst>
            </p:cNvPr>
            <p:cNvSpPr/>
            <p:nvPr/>
          </p:nvSpPr>
          <p:spPr>
            <a:xfrm>
              <a:off x="2512473" y="351958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1" name="四角形: 角を丸くする 6">
              <a:extLst>
                <a:ext uri="{FF2B5EF4-FFF2-40B4-BE49-F238E27FC236}">
                  <ns2:creationId id="{B7BB8B3D-4609-2390-B9B0-5EF9A982D698}"/>
                </a:ext>
              </a:extLst>
            </p:cNvPr>
            <p:cNvSpPr/>
            <p:nvPr/>
          </p:nvSpPr>
          <p:spPr>
            <a:xfrm>
              <a:off x="4492472" y="351958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2" name="四角形: 角を丸くする 6">
              <a:extLst>
                <a:ext uri="{FF2B5EF4-FFF2-40B4-BE49-F238E27FC236}">
                  <ns2:creationId id="{D3F4759E-0A91-2099-82D0-63A1FB726A2E}"/>
                </a:ext>
              </a:extLst>
            </p:cNvPr>
            <p:cNvSpPr/>
            <p:nvPr/>
          </p:nvSpPr>
          <p:spPr>
            <a:xfrm>
              <a:off x="2512476" y="370106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3" name="四角形: 角を丸くする 6">
              <a:extLst>
                <a:ext uri="{FF2B5EF4-FFF2-40B4-BE49-F238E27FC236}">
                  <ns2:creationId id="{EE3CC2CC-D318-E942-C672-FE72D5696BA1}"/>
                </a:ext>
              </a:extLst>
            </p:cNvPr>
            <p:cNvSpPr/>
            <p:nvPr/>
          </p:nvSpPr>
          <p:spPr>
            <a:xfrm>
              <a:off x="4492475" y="370106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4" name="四角形: 角を丸くする 6">
              <a:extLst>
                <a:ext uri="{FF2B5EF4-FFF2-40B4-BE49-F238E27FC236}">
                  <ns2:creationId id="{530CCCAD-2DE0-5C96-E91F-E04ED4E642A1}"/>
                </a:ext>
              </a:extLst>
            </p:cNvPr>
            <p:cNvSpPr/>
            <p:nvPr/>
          </p:nvSpPr>
          <p:spPr>
            <a:xfrm>
              <a:off x="2512475" y="3882538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5" name="四角形: 角を丸くする 6">
              <a:extLst>
                <a:ext uri="{FF2B5EF4-FFF2-40B4-BE49-F238E27FC236}">
                  <ns2:creationId id="{0E285FD9-A399-FA6B-50B6-05BB4D4FC1DA}"/>
                </a:ext>
              </a:extLst>
            </p:cNvPr>
            <p:cNvSpPr/>
            <p:nvPr/>
          </p:nvSpPr>
          <p:spPr>
            <a:xfrm>
              <a:off x="4492474" y="3882538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6" name="四角形: 角を丸くする 6">
              <a:extLst>
                <a:ext uri="{FF2B5EF4-FFF2-40B4-BE49-F238E27FC236}">
                  <ns2:creationId id="{CD062D06-0F25-976D-DC52-BB0B0ADC2B8D}"/>
                </a:ext>
              </a:extLst>
            </p:cNvPr>
            <p:cNvSpPr/>
            <p:nvPr/>
          </p:nvSpPr>
          <p:spPr>
            <a:xfrm>
              <a:off x="2512474" y="4064014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7" name="四角形: 角を丸くする 6">
              <a:extLst>
                <a:ext uri="{FF2B5EF4-FFF2-40B4-BE49-F238E27FC236}">
                  <ns2:creationId id="{8EB36BBA-151F-A23B-B46A-02DED2704342}"/>
                </a:ext>
              </a:extLst>
            </p:cNvPr>
            <p:cNvSpPr/>
            <p:nvPr/>
          </p:nvSpPr>
          <p:spPr>
            <a:xfrm>
              <a:off x="4492473" y="4064014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8" name="四角形: 角を丸くする 6">
              <a:extLst>
                <a:ext uri="{FF2B5EF4-FFF2-40B4-BE49-F238E27FC236}">
                  <ns2:creationId id="{011BCDC8-39A6-C1EC-D2DD-1D3E944EF015}"/>
                </a:ext>
              </a:extLst>
            </p:cNvPr>
            <p:cNvSpPr/>
            <p:nvPr/>
          </p:nvSpPr>
          <p:spPr>
            <a:xfrm>
              <a:off x="2512473" y="4245490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49" name="四角形: 角を丸くする 6">
              <a:extLst>
                <a:ext uri="{FF2B5EF4-FFF2-40B4-BE49-F238E27FC236}">
                  <ns2:creationId id="{F7CCE74C-9A3A-9768-06FE-4673429983FD}"/>
                </a:ext>
              </a:extLst>
            </p:cNvPr>
            <p:cNvSpPr/>
            <p:nvPr/>
          </p:nvSpPr>
          <p:spPr>
            <a:xfrm>
              <a:off x="4492472" y="4245490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0" name="四角形: 角を丸くする 6">
              <a:extLst>
                <a:ext uri="{FF2B5EF4-FFF2-40B4-BE49-F238E27FC236}">
                  <ns2:creationId id="{34086892-7FC3-CD9A-1FF8-A3641014A2E4}"/>
                </a:ext>
              </a:extLst>
            </p:cNvPr>
            <p:cNvSpPr/>
            <p:nvPr/>
          </p:nvSpPr>
          <p:spPr>
            <a:xfrm>
              <a:off x="2512476" y="4426966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1" name="四角形: 角を丸くする 6">
              <a:extLst>
                <a:ext uri="{FF2B5EF4-FFF2-40B4-BE49-F238E27FC236}">
                  <ns2:creationId id="{25FA2A90-25C5-BFC9-F66C-2DABA52AE99D}"/>
                </a:ext>
              </a:extLst>
            </p:cNvPr>
            <p:cNvSpPr/>
            <p:nvPr/>
          </p:nvSpPr>
          <p:spPr>
            <a:xfrm>
              <a:off x="4492475" y="4426966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2" name="四角形: 角を丸くする 6">
              <a:extLst>
                <a:ext uri="{FF2B5EF4-FFF2-40B4-BE49-F238E27FC236}">
                  <ns2:creationId id="{CD6C093B-5EA3-4F85-7692-C67C011272BE}"/>
                </a:ext>
              </a:extLst>
            </p:cNvPr>
            <p:cNvSpPr/>
            <p:nvPr/>
          </p:nvSpPr>
          <p:spPr>
            <a:xfrm>
              <a:off x="2512475" y="4608442"/>
              <a:ext cx="1980000" cy="1440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3" name="四角形: 角を丸くする 6">
              <a:extLst>
                <a:ext uri="{FF2B5EF4-FFF2-40B4-BE49-F238E27FC236}">
                  <ns2:creationId id="{636DC0DA-5829-BD60-39D5-D5B802084414}"/>
                </a:ext>
              </a:extLst>
            </p:cNvPr>
            <p:cNvSpPr/>
            <p:nvPr/>
          </p:nvSpPr>
          <p:spPr>
            <a:xfrm>
              <a:off x="4492474" y="4608442"/>
              <a:ext cx="7328051" cy="1440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4" name="四角形: 角を丸くする 6">
              <a:extLst>
                <a:ext uri="{FF2B5EF4-FFF2-40B4-BE49-F238E27FC236}">
                  <ns2:creationId id="{AE803368-C072-0E84-B628-AFF4378D2FA7}"/>
                </a:ext>
              </a:extLst>
            </p:cNvPr>
            <p:cNvSpPr/>
            <p:nvPr/>
          </p:nvSpPr>
          <p:spPr>
            <a:xfrm>
              <a:off x="2512474" y="4789918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1000" b="0" i="0" u="none" strike="noStrike" kern="1200" cap="none" spc="0" normalizeH="0" noProof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55" name="四角形: 角を丸くする 6">
              <a:extLst>
                <a:ext uri="{FF2B5EF4-FFF2-40B4-BE49-F238E27FC236}">
                  <ns2:creationId id="{022C24A8-17FB-A1C8-1221-1147A0F3A0F0}"/>
                </a:ext>
              </a:extLst>
            </p:cNvPr>
            <p:cNvSpPr/>
            <p:nvPr/>
          </p:nvSpPr>
          <p:spPr>
            <a:xfrm>
              <a:off x="4492473" y="4789918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6" name="四角形: 角を丸くする 6">
              <a:extLst>
                <a:ext uri="{FF2B5EF4-FFF2-40B4-BE49-F238E27FC236}">
                  <ns2:creationId id="{AF366165-5B62-B310-2A95-4D25277F81DB}"/>
                </a:ext>
              </a:extLst>
            </p:cNvPr>
            <p:cNvSpPr/>
            <p:nvPr/>
          </p:nvSpPr>
          <p:spPr>
            <a:xfrm>
              <a:off x="2512473" y="4985794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7" name="四角形: 角を丸くする 6">
              <a:extLst>
                <a:ext uri="{FF2B5EF4-FFF2-40B4-BE49-F238E27FC236}">
                  <ns2:creationId id="{D7C3B006-0E2C-00E5-A5BB-B7F3A753BF23}"/>
                </a:ext>
              </a:extLst>
            </p:cNvPr>
            <p:cNvSpPr/>
            <p:nvPr/>
          </p:nvSpPr>
          <p:spPr>
            <a:xfrm>
              <a:off x="4492472" y="4985794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8" name="四角形: 角を丸くする 6">
              <a:extLst>
                <a:ext uri="{FF2B5EF4-FFF2-40B4-BE49-F238E27FC236}">
                  <ns2:creationId id="{AC7B1F4E-8C76-1E71-FCE4-C439FB005DB0}"/>
                </a:ext>
              </a:extLst>
            </p:cNvPr>
            <p:cNvSpPr/>
            <p:nvPr/>
          </p:nvSpPr>
          <p:spPr>
            <a:xfrm>
              <a:off x="2512476" y="5181670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59" name="四角形: 角を丸くする 6">
              <a:extLst>
                <a:ext uri="{FF2B5EF4-FFF2-40B4-BE49-F238E27FC236}">
                  <ns2:creationId id="{38E57B10-DDA3-C559-EBA1-1FC489A9E5E5}"/>
                </a:ext>
              </a:extLst>
            </p:cNvPr>
            <p:cNvSpPr/>
            <p:nvPr/>
          </p:nvSpPr>
          <p:spPr>
            <a:xfrm>
              <a:off x="4492475" y="5181670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CSV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0" name="四角形: 角を丸くする 6">
              <a:extLst>
                <a:ext uri="{FF2B5EF4-FFF2-40B4-BE49-F238E27FC236}">
                  <ns2:creationId id="{7768EACE-BC27-D692-442B-077F92BB8F14}"/>
                </a:ext>
              </a:extLst>
            </p:cNvPr>
            <p:cNvSpPr/>
            <p:nvPr/>
          </p:nvSpPr>
          <p:spPr>
            <a:xfrm>
              <a:off x="2512475" y="5377546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1" name="四角形: 角を丸くする 6">
              <a:extLst>
                <a:ext uri="{FF2B5EF4-FFF2-40B4-BE49-F238E27FC236}">
                  <ns2:creationId id="{C157EE0F-6293-4363-87BF-2D89182E4FE5}"/>
                </a:ext>
              </a:extLst>
            </p:cNvPr>
            <p:cNvSpPr/>
            <p:nvPr/>
          </p:nvSpPr>
          <p:spPr>
            <a:xfrm>
              <a:off x="4492474" y="5377546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2" name="四角形: 角を丸くする 6">
              <a:extLst>
                <a:ext uri="{FF2B5EF4-FFF2-40B4-BE49-F238E27FC236}">
                  <ns2:creationId id="{D904CA8E-CBA3-22D2-6E1C-628895844D87}"/>
                </a:ext>
              </a:extLst>
            </p:cNvPr>
            <p:cNvSpPr/>
            <p:nvPr/>
          </p:nvSpPr>
          <p:spPr>
            <a:xfrm>
              <a:off x="2512470" y="5573422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3" name="四角形: 角を丸くする 6">
              <a:extLst>
                <a:ext uri="{FF2B5EF4-FFF2-40B4-BE49-F238E27FC236}">
                  <ns2:creationId id="{5D93FDE5-CD55-EBCE-EC5D-9E1D078E0C90}"/>
                </a:ext>
              </a:extLst>
            </p:cNvPr>
            <p:cNvSpPr/>
            <p:nvPr/>
          </p:nvSpPr>
          <p:spPr>
            <a:xfrm>
              <a:off x="4492469" y="5573422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4" name="四角形: 角を丸くする 6">
              <a:extLst>
                <a:ext uri="{FF2B5EF4-FFF2-40B4-BE49-F238E27FC236}">
                  <ns2:creationId id="{6B48F3BE-96DB-E03F-C599-D65D764FF375}"/>
                </a:ext>
              </a:extLst>
            </p:cNvPr>
            <p:cNvSpPr/>
            <p:nvPr/>
          </p:nvSpPr>
          <p:spPr>
            <a:xfrm>
              <a:off x="2512469" y="5769298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5" name="四角形: 角を丸くする 6">
              <a:extLst>
                <a:ext uri="{FF2B5EF4-FFF2-40B4-BE49-F238E27FC236}">
                  <ns2:creationId id="{7F3FC39B-03AD-BC02-FEA9-FA1AC0DB3242}"/>
                </a:ext>
              </a:extLst>
            </p:cNvPr>
            <p:cNvSpPr/>
            <p:nvPr/>
          </p:nvSpPr>
          <p:spPr>
            <a:xfrm>
              <a:off x="4492468" y="5769298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6" name="四角形: 角を丸くする 6">
              <a:extLst>
                <a:ext uri="{FF2B5EF4-FFF2-40B4-BE49-F238E27FC236}">
                  <ns2:creationId id="{ECA87E45-5840-B003-66D3-6415B906C733}"/>
                </a:ext>
              </a:extLst>
            </p:cNvPr>
            <p:cNvSpPr/>
            <p:nvPr/>
          </p:nvSpPr>
          <p:spPr>
            <a:xfrm>
              <a:off x="2512475" y="5965171"/>
              <a:ext cx="1980000" cy="158400"/>
            </a:xfrm>
            <a:prstGeom prst="rect">
              <a:avLst/>
            </a:prstGeom>
            <a:solidFill>
              <a:srgbClr val="E5F2E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67" name="四角形: 角を丸くする 6">
              <a:extLst>
                <a:ext uri="{FF2B5EF4-FFF2-40B4-BE49-F238E27FC236}">
                  <ns2:creationId id="{71A49B00-5321-ABD1-10E0-5A81B7277DC7}"/>
                </a:ext>
              </a:extLst>
            </p:cNvPr>
            <p:cNvSpPr/>
            <p:nvPr/>
          </p:nvSpPr>
          <p:spPr>
            <a:xfrm>
              <a:off x="4492474" y="5965171"/>
              <a:ext cx="7328051" cy="158400"/>
            </a:xfrm>
            <a:prstGeom prst="rect">
              <a:avLst/>
            </a:prstGeom>
            <a:solidFill>
              <a:srgbClr val="F2F8F2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noProof="0">
                  <a:ln>
                    <a:noFill/>
                  </a:ln>
                  <a:solidFill>
                    <a:schemeClr val="tx1">
                      <a:lumMod val="75000"/>
                    </a:schemeClr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cxnSp>
          <p:nvCxnSpPr>
            <p:cNvPr id="71" name="コネクタ: カギ線 70">
              <a:extLst>
                <a:ext uri="{FF2B5EF4-FFF2-40B4-BE49-F238E27FC236}">
                  <ns2:creationId id="{45F16320-3D0A-C16D-0061-CB1D5FB2AECE}"/>
                </a:ext>
              </a:extLst>
            </p:cNvPr>
            <p:cNvCxnSpPr>
              <a:stCxn id="12" idx="1"/>
              <a:endCxn id="18" idx="1"/>
            </p:cNvCxnSpPr>
            <p:nvPr/>
          </p:nvCxnSpPr>
          <p:spPr>
            <a:xfrm rot="10800000" flipH="1" flipV="1">
              <a:off x="2512474" y="1232398"/>
              <a:ext cx="2" cy="362952"/>
            </a:xfrm>
            <a:prstGeom prst="bentConnector3">
              <a:avLst>
                <a:gd name="adj1" fmla="val -11430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ns2:creationId id="{E02D8BFB-14A7-C0FB-8FFE-D075E1037326}"/>
                </a:ext>
              </a:extLst>
            </p:cNvPr>
            <p:cNvCxnSpPr>
              <a:cxnSpLocks/>
              <a:stCxn id="16" idx="1"/>
              <a:endCxn id="4" idx="3"/>
            </p:cNvCxnSpPr>
            <p:nvPr/>
          </p:nvCxnSpPr>
          <p:spPr>
            <a:xfrm flipH="1" flipV="1">
              <a:off x="1959415" y="1413188"/>
              <a:ext cx="553058" cy="686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コネクタ: カギ線 78">
              <a:extLst>
                <a:ext uri="{FF2B5EF4-FFF2-40B4-BE49-F238E27FC236}">
                  <ns2:creationId id="{360A17BC-E79F-5A40-08C0-2D13D288488A}"/>
                </a:ext>
              </a:extLst>
            </p:cNvPr>
            <p:cNvCxnSpPr>
              <a:stCxn id="20" idx="1"/>
              <a:endCxn id="32" idx="1"/>
            </p:cNvCxnSpPr>
            <p:nvPr/>
          </p:nvCxnSpPr>
          <p:spPr>
            <a:xfrm rot="10800000" flipV="1">
              <a:off x="2512473" y="1776826"/>
              <a:ext cx="2" cy="1088856"/>
            </a:xfrm>
            <a:prstGeom prst="bentConnector3">
              <a:avLst>
                <a:gd name="adj1" fmla="val 114301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ns2:creationId id="{2FF58513-F62C-D88E-152E-0D6CAE3401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47894" y="2302283"/>
              <a:ext cx="558737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コネクタ: カギ線 83">
              <a:extLst>
                <a:ext uri="{FF2B5EF4-FFF2-40B4-BE49-F238E27FC236}">
                  <ns2:creationId id="{F1C9D097-8B31-D348-2A7E-68D10FDD2B8A}"/>
                </a:ext>
              </a:extLst>
            </p:cNvPr>
            <p:cNvCxnSpPr>
              <a:stCxn id="34" idx="1"/>
              <a:endCxn id="46" idx="1"/>
            </p:cNvCxnSpPr>
            <p:nvPr/>
          </p:nvCxnSpPr>
          <p:spPr>
            <a:xfrm rot="10800000" flipV="1">
              <a:off x="2512474" y="3047158"/>
              <a:ext cx="2" cy="1088856"/>
            </a:xfrm>
            <a:prstGeom prst="bentConnector3">
              <a:avLst>
                <a:gd name="adj1" fmla="val 114301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コネクタ 84">
              <a:extLst>
                <a:ext uri="{FF2B5EF4-FFF2-40B4-BE49-F238E27FC236}">
                  <ns2:creationId id="{99386EAF-652B-E2D7-9F3D-8DB82636CA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52909" y="3603106"/>
              <a:ext cx="558737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コネクタ: カギ線 86">
              <a:extLst>
                <a:ext uri="{FF2B5EF4-FFF2-40B4-BE49-F238E27FC236}">
                  <ns2:creationId id="{3AAAB0B5-FDBC-ABCB-47DD-72BD9CDF24A4}"/>
                </a:ext>
              </a:extLst>
            </p:cNvPr>
            <p:cNvCxnSpPr>
              <a:stCxn id="48" idx="1"/>
              <a:endCxn id="52" idx="1"/>
            </p:cNvCxnSpPr>
            <p:nvPr/>
          </p:nvCxnSpPr>
          <p:spPr>
            <a:xfrm rot="10800000" flipH="1" flipV="1">
              <a:off x="2512473" y="4317490"/>
              <a:ext cx="2" cy="362952"/>
            </a:xfrm>
            <a:prstGeom prst="bentConnector3">
              <a:avLst>
                <a:gd name="adj1" fmla="val -11430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7E7BE7BE-772B-C652-2C9C-0DAF08539E91}"/>
                </a:ext>
              </a:extLst>
            </p:cNvPr>
            <p:cNvCxnSpPr>
              <a:cxnSpLocks/>
              <a:stCxn id="50" idx="1"/>
              <a:endCxn id="9" idx="3"/>
            </p:cNvCxnSpPr>
            <p:nvPr/>
          </p:nvCxnSpPr>
          <p:spPr>
            <a:xfrm flipH="1">
              <a:off x="1995415" y="4498966"/>
              <a:ext cx="517061" cy="4494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DAF3DC8B-F864-5F6B-3E13-58A02011AA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6291" y="4886498"/>
              <a:ext cx="5472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ns2:creationId id="{92763C0F-5D05-3CD9-790E-9A17AF7FA7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6847" y="5267525"/>
              <a:ext cx="5472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コネクタ: カギ線 93">
              <a:extLst>
                <a:ext uri="{FF2B5EF4-FFF2-40B4-BE49-F238E27FC236}">
                  <ns2:creationId id="{E37A8C43-0D75-8499-46C8-84670780FC08}"/>
                </a:ext>
              </a:extLst>
            </p:cNvPr>
            <p:cNvCxnSpPr>
              <a:stCxn id="56" idx="1"/>
              <a:endCxn id="60" idx="1"/>
            </p:cNvCxnSpPr>
            <p:nvPr/>
          </p:nvCxnSpPr>
          <p:spPr>
            <a:xfrm rot="10800000" flipH="1" flipV="1">
              <a:off x="2512473" y="5064994"/>
              <a:ext cx="2" cy="391752"/>
            </a:xfrm>
            <a:prstGeom prst="bentConnector3">
              <a:avLst>
                <a:gd name="adj1" fmla="val -11430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2E167E86-BE78-8E34-272C-9F4DA3837B59}"/>
                </a:ext>
              </a:extLst>
            </p:cNvPr>
            <p:cNvCxnSpPr>
              <a:stCxn id="62" idx="1"/>
              <a:endCxn id="66" idx="1"/>
            </p:cNvCxnSpPr>
            <p:nvPr/>
          </p:nvCxnSpPr>
          <p:spPr>
            <a:xfrm rot="10800000" flipH="1" flipV="1">
              <a:off x="2512469" y="5652621"/>
              <a:ext cx="5" cy="391749"/>
            </a:xfrm>
            <a:prstGeom prst="bentConnector3">
              <a:avLst>
                <a:gd name="adj1" fmla="val -4572000000"/>
              </a:avLst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コネクタ 96">
              <a:extLst>
                <a:ext uri="{FF2B5EF4-FFF2-40B4-BE49-F238E27FC236}">
                  <ns2:creationId id="{C94C7A58-CA36-0EE1-5465-485153CCF0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7129" y="5848495"/>
              <a:ext cx="5472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ns2:creationId id="{823F5CDF-5C28-11B9-E724-6C164D1418F2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1958302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ns2:creationId id="{6EF2256C-409C-CCD9-169E-7C2F64642FF9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2139778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ns2:creationId id="{49515761-F4F6-C89C-BCCD-9BC7C6DD6437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2502730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ns2:creationId id="{646F49CB-9DA9-34E5-3127-45BCD7519953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2684206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ns2:creationId id="{26F81656-460F-26A0-875C-225385EF3AAE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228525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コネクタ 106">
              <a:extLst>
                <a:ext uri="{FF2B5EF4-FFF2-40B4-BE49-F238E27FC236}">
                  <ns2:creationId id="{1D364381-B5DB-C7B0-F9A2-7862E30D85B2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410110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3024074A-D5D2-6E3C-BAD6-4EA930A957F7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776262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A91D5241-CD9D-2DE9-04D2-3F7E3B3AF264}"/>
                </a:ext>
              </a:extLst>
            </p:cNvPr>
            <p:cNvCxnSpPr>
              <a:cxnSpLocks/>
            </p:cNvCxnSpPr>
            <p:nvPr/>
          </p:nvCxnSpPr>
          <p:spPr>
            <a:xfrm>
              <a:off x="2279606" y="3955601"/>
              <a:ext cx="234000" cy="0"/>
            </a:xfrm>
            <a:prstGeom prst="line">
              <a:avLst/>
            </a:prstGeom>
            <a:ln w="9525">
              <a:solidFill>
                <a:srgbClr val="008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四角形: 角を丸くする 6">
              <a:extLst>
                <a:ext uri="{FF2B5EF4-FFF2-40B4-BE49-F238E27FC236}">
                  <ns2:creationId id="{771F7576-9BA0-5397-8881-D69E2D8353B2}"/>
                </a:ext>
              </a:extLst>
            </p:cNvPr>
            <p:cNvSpPr/>
            <p:nvPr/>
          </p:nvSpPr>
          <p:spPr>
            <a:xfrm>
              <a:off x="375415" y="5760207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7" name="四角形: 角を丸くする 6">
              <a:extLst>
                <a:ext uri="{FF2B5EF4-FFF2-40B4-BE49-F238E27FC236}">
                  <ns2:creationId id="{8AE3AEF6-CDAD-FE8C-B491-9F0423F8CEAA}"/>
                </a:ext>
              </a:extLst>
            </p:cNvPr>
            <p:cNvSpPr/>
            <p:nvPr/>
          </p:nvSpPr>
          <p:spPr>
            <a:xfrm>
              <a:off x="375415" y="5179785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8" name="四角形: 角を丸くする 6">
              <a:extLst>
                <a:ext uri="{FF2B5EF4-FFF2-40B4-BE49-F238E27FC236}">
                  <ns2:creationId id="{31819522-409D-23EE-9C2C-26D9E2E57105}"/>
                </a:ext>
              </a:extLst>
            </p:cNvPr>
            <p:cNvSpPr/>
            <p:nvPr/>
          </p:nvSpPr>
          <p:spPr>
            <a:xfrm>
              <a:off x="375415" y="4798495"/>
              <a:ext cx="1620000" cy="180000"/>
            </a:xfrm>
            <a:prstGeom prst="rect">
              <a:avLst/>
            </a:prstGeom>
            <a:solidFill>
              <a:srgbClr val="008D2E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b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pic>
          <p:nvPicPr>
            <p:cNvPr id="116" name="グラフィックス 115" descr="ブリーフケース 単色塗りつぶし">
              <a:extLst>
                <a:ext uri="{FF2B5EF4-FFF2-40B4-BE49-F238E27FC236}">
                  <ns2:creationId id="{AFE7259A-97B5-5745-32F1-CE32F4DC29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441599" y="3516125"/>
              <a:ext cx="180000" cy="180000"/>
            </a:xfrm>
            <a:prstGeom prst="rect">
              <a:avLst/>
            </a:prstGeom>
          </p:spPr>
        </p:pic>
        <p:pic>
          <p:nvPicPr>
            <p:cNvPr id="117" name="グラフィックス 116" descr="データベース 単色塗りつぶし">
              <a:extLst>
                <a:ext uri="{FF2B5EF4-FFF2-40B4-BE49-F238E27FC236}">
                  <ns2:creationId id="{320F8FA4-C01C-B69D-55EC-9CBFD93DBC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42473" y="1323188"/>
              <a:ext cx="180000" cy="180000"/>
            </a:xfrm>
            <a:prstGeom prst="rect">
              <a:avLst/>
            </a:prstGeom>
          </p:spPr>
        </p:pic>
        <p:pic>
          <p:nvPicPr>
            <p:cNvPr id="118" name="グラフィックス 117" descr="硬貨 単色塗りつぶし">
              <a:extLst>
                <a:ext uri="{FF2B5EF4-FFF2-40B4-BE49-F238E27FC236}">
                  <ns2:creationId id="{07E75B41-44ED-0572-2028-A67AAE8025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441599" y="4798495"/>
              <a:ext cx="180000" cy="180000"/>
            </a:xfrm>
            <a:prstGeom prst="rect">
              <a:avLst/>
            </a:prstGeom>
          </p:spPr>
        </p:pic>
        <p:pic>
          <p:nvPicPr>
            <p:cNvPr id="119" name="グラフィックス 118" descr="モノのインターネット 単色塗りつぶし">
              <a:extLst>
                <a:ext uri="{FF2B5EF4-FFF2-40B4-BE49-F238E27FC236}">
                  <ns2:creationId id="{B653D9D3-4457-2618-510C-9B8AABE58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436107" y="4413460"/>
              <a:ext cx="190984" cy="180000"/>
            </a:xfrm>
            <a:prstGeom prst="rect">
              <a:avLst/>
            </a:prstGeom>
          </p:spPr>
        </p:pic>
        <p:pic>
          <p:nvPicPr>
            <p:cNvPr id="120" name="グラフィックス 119" descr="リモートでの作業 単色塗りつぶし">
              <a:extLst>
                <a:ext uri="{FF2B5EF4-FFF2-40B4-BE49-F238E27FC236}">
                  <ns2:creationId id="{E8B29818-F4CE-6DEC-1BD5-23C64D07A2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41599" y="5760207"/>
              <a:ext cx="180000" cy="180000"/>
            </a:xfrm>
            <a:prstGeom prst="rect">
              <a:avLst/>
            </a:prstGeom>
          </p:spPr>
        </p:pic>
        <p:pic>
          <p:nvPicPr>
            <p:cNvPr id="121" name="グラフィックス 120" descr="リスト 単色塗りつぶし">
              <a:extLst>
                <a:ext uri="{FF2B5EF4-FFF2-40B4-BE49-F238E27FC236}">
                  <ns2:creationId id="{07E86E0B-C9FC-E916-8C0B-27ADC571BE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436408" y="5179785"/>
              <a:ext cx="190382" cy="180000"/>
            </a:xfrm>
            <a:prstGeom prst="rect">
              <a:avLst/>
            </a:prstGeom>
          </p:spPr>
        </p:pic>
        <p:pic>
          <p:nvPicPr>
            <p:cNvPr id="122" name="Graphic 106" descr="Coins with solid fill">
              <a:extLst>
                <a:ext uri="{FF2B5EF4-FFF2-40B4-BE49-F238E27FC236}">
                  <ns2:creationId id="{127BC0A9-82EC-929E-7167-9E11C1BCE7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441599" y="2217773"/>
              <a:ext cx="180000" cy="18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711719639"/>
      </p:ext>
    </p:extLst>
  </p:cSld>
  <p:clrMapOvr>
    <a:masterClrMapping/>
  </p:clrMapOvr>
</p:sld>
</file>

<file path=ppt/slides/slide36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87F7C05-19CF-7DFE-8733-7E9AD6D48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587E366-F360-A283-95B3-D45389AAA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A783CB1-9ADF-71DC-B27D-74E723A4FC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59" name="二等辺三角形 58">
            <a:extLst>
              <a:ext uri="{FF2B5EF4-FFF2-40B4-BE49-F238E27FC236}">
                <ns2:creationId id="{47105D35-71CB-E92A-3194-F660476D2233}"/>
              </a:ext>
            </a:extLst>
          </p:cNvPr>
          <p:cNvSpPr/>
          <p:nvPr/>
        </p:nvSpPr>
        <p:spPr>
          <a:xfrm rot="5400000">
            <a:off x="4661341" y="2823498"/>
            <a:ext cx="1121697" cy="204570"/>
          </a:xfrm>
          <a:prstGeom prst="triangle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二等辺三角形 59">
            <a:extLst>
              <a:ext uri="{FF2B5EF4-FFF2-40B4-BE49-F238E27FC236}">
                <ns2:creationId id="{D2EFD107-3B93-801F-4496-60104BD86634}"/>
              </a:ext>
            </a:extLst>
          </p:cNvPr>
          <p:cNvSpPr/>
          <p:nvPr/>
        </p:nvSpPr>
        <p:spPr>
          <a:xfrm rot="5400000">
            <a:off x="4661341" y="4186219"/>
            <a:ext cx="1121697" cy="204570"/>
          </a:xfrm>
          <a:prstGeom prst="triangle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1" name="二等辺三角形 60">
            <a:extLst>
              <a:ext uri="{FF2B5EF4-FFF2-40B4-BE49-F238E27FC236}">
                <ns2:creationId id="{1DEDC7E1-6AF7-4C18-A4BF-63509EBD6920}"/>
              </a:ext>
            </a:extLst>
          </p:cNvPr>
          <p:cNvSpPr/>
          <p:nvPr/>
        </p:nvSpPr>
        <p:spPr>
          <a:xfrm rot="5400000">
            <a:off x="4661341" y="5548939"/>
            <a:ext cx="1121697" cy="204570"/>
          </a:xfrm>
          <a:prstGeom prst="triangle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17" name="グループ化 16">
            <a:extLst>
              <a:ext uri="{FF2B5EF4-FFF2-40B4-BE49-F238E27FC236}">
                <ns2:creationId id="{A11557DB-2DCE-595B-51E3-B2ADC6171792}"/>
              </a:ext>
            </a:extLst>
          </p:cNvPr>
          <p:cNvGrpSpPr/>
          <p:nvPr/>
        </p:nvGrpSpPr>
        <p:grpSpPr>
          <a:xfrm>
            <a:off x="334962" y="1628774"/>
            <a:ext cx="4700325" cy="4679952"/>
            <a:chOff x="334962" y="1628774"/>
            <a:chExt cx="4700325" cy="4679952"/>
          </a:xfrm>
        </p:grpSpPr>
        <p:sp>
          <p:nvSpPr>
            <p:cNvPr id="28" name="矢印: 五方向 27">
              <a:extLst>
                <a:ext uri="{FF2B5EF4-FFF2-40B4-BE49-F238E27FC236}">
                  <ns2:creationId id="{4A5C6843-5BF0-5C2F-802E-F2451C663B61}"/>
                </a:ext>
              </a:extLst>
            </p:cNvPr>
            <p:cNvSpPr/>
            <p:nvPr/>
          </p:nvSpPr>
          <p:spPr>
            <a:xfrm>
              <a:off x="1339428" y="2017199"/>
              <a:ext cx="1231953" cy="251077"/>
            </a:xfrm>
            <a:prstGeom prst="homePlate">
              <a:avLst>
                <a:gd name="adj" fmla="val 25289"/>
              </a:avLst>
            </a:prstGeom>
            <a:solidFill>
              <a:schemeClr val="bg1">
                <a:lumMod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29" name="矢印: 山形 28">
              <a:extLst>
                <a:ext uri="{FF2B5EF4-FFF2-40B4-BE49-F238E27FC236}">
                  <ns2:creationId id="{CB0CF4E8-8E20-2EDF-52DE-E7F29437E449}"/>
                </a:ext>
              </a:extLst>
            </p:cNvPr>
            <p:cNvSpPr/>
            <p:nvPr/>
          </p:nvSpPr>
          <p:spPr>
            <a:xfrm>
              <a:off x="2571381" y="2017199"/>
              <a:ext cx="123195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30" name="矢印: 山形 29">
              <a:extLst>
                <a:ext uri="{FF2B5EF4-FFF2-40B4-BE49-F238E27FC236}">
                  <ns2:creationId id="{8D042A2E-3AD2-D60F-D55E-FE99B6B34591}"/>
                </a:ext>
              </a:extLst>
            </p:cNvPr>
            <p:cNvSpPr/>
            <p:nvPr/>
          </p:nvSpPr>
          <p:spPr>
            <a:xfrm>
              <a:off x="3803334" y="2017199"/>
              <a:ext cx="123195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0" name="直線コネクタ 9">
              <a:extLst>
                <a:ext uri="{FF2B5EF4-FFF2-40B4-BE49-F238E27FC236}">
                  <ns2:creationId id="{DB262792-13CA-37AE-3557-6751A1A45075}"/>
                </a:ext>
              </a:extLst>
            </p:cNvPr>
            <p:cNvCxnSpPr/>
            <p:nvPr/>
          </p:nvCxnSpPr>
          <p:spPr>
            <a:xfrm>
              <a:off x="1339428" y="1981200"/>
              <a:ext cx="3695858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ns2:creationId id="{50B2A784-252F-65F9-57E5-A2ADC1AECDFF}"/>
                </a:ext>
              </a:extLst>
            </p:cNvPr>
            <p:cNvSpPr txBox="1"/>
            <p:nvPr/>
          </p:nvSpPr>
          <p:spPr>
            <a:xfrm>
              <a:off x="1339428" y="1628774"/>
              <a:ext cx="3695858" cy="352425"/>
            </a:xfrm>
            <a:prstGeom prst="rect">
              <a:avLst/>
            </a:prstGeom>
            <a:noFill/>
          </p:spPr>
          <p:txBody>
            <a:bodyPr wrap="square" bIns="36000" rtlCol="0" anchor="b" anchorCtr="0">
              <a:noAutofit/>
            </a:bodyPr>
            <a:lstStyle/>
            <a:p>
              <a:pPr algn="ctr"/>
              <a:r>
                <a:rPr lang="en-US" altLang="ja-JP" sz="1600" dirty="0"/>
                <a:t>XX</a:t>
              </a:r>
              <a:endParaRPr kumimoji="1" lang="ja-JP" altLang="en-US" sz="1600" dirty="0"/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74451A79-BDD6-C1BF-79A4-FAE9495D8C19}"/>
                </a:ext>
              </a:extLst>
            </p:cNvPr>
            <p:cNvSpPr/>
            <p:nvPr/>
          </p:nvSpPr>
          <p:spPr>
            <a:xfrm>
              <a:off x="334962" y="2268278"/>
              <a:ext cx="960165" cy="1315008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576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19" name="グラフィックス 18" descr="評価 単色塗りつぶし">
              <a:extLst>
                <a:ext uri="{FF2B5EF4-FFF2-40B4-BE49-F238E27FC236}">
                  <ns2:creationId id="{FDED6EE7-EB87-224C-A6B4-F5071AF4BE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rcRect/>
            <a:stretch/>
          </p:blipFill>
          <p:spPr>
            <a:xfrm>
              <a:off x="610473" y="2567645"/>
              <a:ext cx="409144" cy="435097"/>
            </a:xfrm>
            <a:prstGeom prst="rect">
              <a:avLst/>
            </a:prstGeom>
          </p:spPr>
        </p:pic>
        <p:sp>
          <p:nvSpPr>
            <p:cNvPr id="32" name="正方形/長方形 31">
              <a:extLst>
                <a:ext uri="{FF2B5EF4-FFF2-40B4-BE49-F238E27FC236}">
                  <ns2:creationId id="{DD9ACC13-6C9B-47C4-B37E-3A9961973E9C}"/>
                </a:ext>
              </a:extLst>
            </p:cNvPr>
            <p:cNvSpPr/>
            <p:nvPr/>
          </p:nvSpPr>
          <p:spPr>
            <a:xfrm>
              <a:off x="334962" y="3630998"/>
              <a:ext cx="960165" cy="1315008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576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36" name="グラフィックス 35" descr="硬貨 単色塗りつぶし">
              <a:extLst>
                <a:ext uri="{FF2B5EF4-FFF2-40B4-BE49-F238E27FC236}">
                  <ns2:creationId id="{2D818907-B96D-D1F1-022E-9782D6F7C1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610473" y="3946404"/>
              <a:ext cx="409144" cy="435097"/>
            </a:xfrm>
            <a:prstGeom prst="rect">
              <a:avLst/>
            </a:prstGeom>
          </p:spPr>
        </p:pic>
        <p:sp>
          <p:nvSpPr>
            <p:cNvPr id="35" name="正方形/長方形 34">
              <a:extLst>
                <a:ext uri="{FF2B5EF4-FFF2-40B4-BE49-F238E27FC236}">
                  <ns2:creationId id="{1CE09A8F-6140-D000-0C97-F29549DDF6C9}"/>
                </a:ext>
              </a:extLst>
            </p:cNvPr>
            <p:cNvSpPr/>
            <p:nvPr/>
          </p:nvSpPr>
          <p:spPr>
            <a:xfrm>
              <a:off x="334962" y="4993718"/>
              <a:ext cx="960165" cy="1315008"/>
            </a:xfrm>
            <a:prstGeom prst="rect">
              <a:avLst/>
            </a:prstGeom>
            <a:solidFill>
              <a:srgbClr val="008D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576000" rtlCol="0" anchor="ctr"/>
            <a:lstStyle/>
            <a:p>
              <a:pPr algn="ctr"/>
              <a:r>
                <a:rPr lang="en-US" altLang="ja-JP" sz="14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37" name="グラフィックス 36" descr="トラック 単色塗りつぶし">
              <a:extLst>
                <a:ext uri="{FF2B5EF4-FFF2-40B4-BE49-F238E27FC236}">
                  <ns2:creationId id="{6362FEF7-6FCB-BAC9-4B79-ADD1263E3B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610473" y="5261412"/>
              <a:ext cx="409144" cy="435097"/>
            </a:xfrm>
            <a:prstGeom prst="rect">
              <a:avLst/>
            </a:prstGeom>
          </p:spPr>
        </p:pic>
        <p:sp>
          <p:nvSpPr>
            <p:cNvPr id="39" name="正方形/長方形 38">
              <a:extLst>
                <a:ext uri="{FF2B5EF4-FFF2-40B4-BE49-F238E27FC236}">
                  <ns2:creationId id="{B2EEE766-E4BE-F59C-E9BA-F5191999817C}"/>
                </a:ext>
              </a:extLst>
            </p:cNvPr>
            <p:cNvSpPr/>
            <p:nvPr/>
          </p:nvSpPr>
          <p:spPr>
            <a:xfrm>
              <a:off x="1339428" y="226827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36000" rIns="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正方形/長方形 39">
              <a:extLst>
                <a:ext uri="{FF2B5EF4-FFF2-40B4-BE49-F238E27FC236}">
                  <ns2:creationId id="{73C1FB98-FABA-F0CC-BC32-406DAE7DABCA}"/>
                </a:ext>
              </a:extLst>
            </p:cNvPr>
            <p:cNvSpPr/>
            <p:nvPr/>
          </p:nvSpPr>
          <p:spPr>
            <a:xfrm>
              <a:off x="2571381" y="226827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ns2:creationId id="{38025E83-9EB3-923B-EC87-0E74C4F32A69}"/>
                </a:ext>
              </a:extLst>
            </p:cNvPr>
            <p:cNvSpPr/>
            <p:nvPr/>
          </p:nvSpPr>
          <p:spPr>
            <a:xfrm>
              <a:off x="3803334" y="2268277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KPI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ns2:creationId id="{B606317E-7A29-D4C3-7A38-73100E35ED23}"/>
                </a:ext>
              </a:extLst>
            </p:cNvPr>
            <p:cNvSpPr/>
            <p:nvPr/>
          </p:nvSpPr>
          <p:spPr>
            <a:xfrm>
              <a:off x="1339428" y="363099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1BAAFDDB-1BD9-7A93-4A87-4D9AD577B13D}"/>
                </a:ext>
              </a:extLst>
            </p:cNvPr>
            <p:cNvSpPr/>
            <p:nvPr/>
          </p:nvSpPr>
          <p:spPr>
            <a:xfrm>
              <a:off x="2571381" y="363099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、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、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Excel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671807C7-6EE7-3552-D7CE-09EAA1D941C7}"/>
                </a:ext>
              </a:extLst>
            </p:cNvPr>
            <p:cNvSpPr/>
            <p:nvPr/>
          </p:nvSpPr>
          <p:spPr>
            <a:xfrm>
              <a:off x="3803334" y="363099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/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226B913A-D95D-C956-9A98-B9508D7E4AFD}"/>
                </a:ext>
              </a:extLst>
            </p:cNvPr>
            <p:cNvSpPr/>
            <p:nvPr/>
          </p:nvSpPr>
          <p:spPr>
            <a:xfrm>
              <a:off x="1339428" y="5369724"/>
              <a:ext cx="1153853" cy="9390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36000" rIns="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5074415C-2DB7-D98A-9FB2-96C577116673}"/>
                </a:ext>
              </a:extLst>
            </p:cNvPr>
            <p:cNvSpPr/>
            <p:nvPr/>
          </p:nvSpPr>
          <p:spPr>
            <a:xfrm>
              <a:off x="2571381" y="499371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D16963C0-5D7D-239F-748D-890B4C46B796}"/>
                </a:ext>
              </a:extLst>
            </p:cNvPr>
            <p:cNvSpPr/>
            <p:nvPr/>
          </p:nvSpPr>
          <p:spPr>
            <a:xfrm>
              <a:off x="3803334" y="4993718"/>
              <a:ext cx="1153853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ctr" anchorCtr="1"/>
            <a:lstStyle/>
            <a:p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en-US" altLang="ja-JP" sz="1000" dirty="0">
                  <a:solidFill>
                    <a:schemeClr val="tx1"/>
                  </a:solidFill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 (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直線コネクタ 49">
              <a:extLst>
                <a:ext uri="{FF2B5EF4-FFF2-40B4-BE49-F238E27FC236}">
                  <ns2:creationId id="{53494698-8AFC-88FC-BC57-EFC5FBCCF18D}"/>
                </a:ext>
              </a:extLst>
            </p:cNvPr>
            <p:cNvCxnSpPr/>
            <p:nvPr/>
          </p:nvCxnSpPr>
          <p:spPr>
            <a:xfrm>
              <a:off x="1339428" y="360714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ns2:creationId id="{8F0501E6-C6A9-2721-BD52-82CF89CE2C79}"/>
                </a:ext>
              </a:extLst>
            </p:cNvPr>
            <p:cNvCxnSpPr/>
            <p:nvPr/>
          </p:nvCxnSpPr>
          <p:spPr>
            <a:xfrm>
              <a:off x="1339428" y="496986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ns2:creationId id="{820F9633-076B-F667-7266-4017F7016489}"/>
                </a:ext>
              </a:extLst>
            </p:cNvPr>
            <p:cNvCxnSpPr/>
            <p:nvPr/>
          </p:nvCxnSpPr>
          <p:spPr>
            <a:xfrm>
              <a:off x="2571381" y="360714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ns2:creationId id="{DB60DA5B-2548-E9DE-ADB2-6EC036A37ED5}"/>
                </a:ext>
              </a:extLst>
            </p:cNvPr>
            <p:cNvCxnSpPr/>
            <p:nvPr/>
          </p:nvCxnSpPr>
          <p:spPr>
            <a:xfrm>
              <a:off x="2571381" y="496986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ns2:creationId id="{97797D0E-C75A-2FE5-F2A9-EA0EB8F4DCEC}"/>
                </a:ext>
              </a:extLst>
            </p:cNvPr>
            <p:cNvCxnSpPr/>
            <p:nvPr/>
          </p:nvCxnSpPr>
          <p:spPr>
            <a:xfrm>
              <a:off x="3803335" y="360714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ns2:creationId id="{C137E741-AD33-264C-EE58-7F344DF43F04}"/>
                </a:ext>
              </a:extLst>
            </p:cNvPr>
            <p:cNvCxnSpPr/>
            <p:nvPr/>
          </p:nvCxnSpPr>
          <p:spPr>
            <a:xfrm>
              <a:off x="3803335" y="4969863"/>
              <a:ext cx="115385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ns2:creationId id="{8C41BCFE-259E-382F-551D-0DC9688CC76C}"/>
                </a:ext>
              </a:extLst>
            </p:cNvPr>
            <p:cNvSpPr/>
            <p:nvPr/>
          </p:nvSpPr>
          <p:spPr>
            <a:xfrm>
              <a:off x="1350653" y="5012531"/>
              <a:ext cx="1153853" cy="33575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0" tIns="36000" rIns="0" bIns="36000" rtlCol="0" anchor="ctr" anchorCtr="1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en-US" altLang="ja-JP" sz="10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ns2:creationId id="{5F08986A-2BA0-BA4A-62EF-B1A4393CA595}"/>
              </a:ext>
            </a:extLst>
          </p:cNvPr>
          <p:cNvGrpSpPr/>
          <p:nvPr/>
        </p:nvGrpSpPr>
        <p:grpSpPr>
          <a:xfrm>
            <a:off x="5410200" y="1628774"/>
            <a:ext cx="6446838" cy="4679953"/>
            <a:chOff x="5410200" y="1628774"/>
            <a:chExt cx="6446838" cy="4679953"/>
          </a:xfrm>
        </p:grpSpPr>
        <p:grpSp>
          <p:nvGrpSpPr>
            <p:cNvPr id="23" name="グループ化 22">
              <a:extLst>
                <a:ext uri="{FF2B5EF4-FFF2-40B4-BE49-F238E27FC236}">
                  <ns2:creationId id="{0E3FB523-4E7A-7259-EAE0-774D16F88A60}"/>
                </a:ext>
              </a:extLst>
            </p:cNvPr>
            <p:cNvGrpSpPr/>
            <p:nvPr/>
          </p:nvGrpSpPr>
          <p:grpSpPr>
            <a:xfrm>
              <a:off x="5410200" y="1628774"/>
              <a:ext cx="6446838" cy="352426"/>
              <a:chOff x="6096000" y="1628774"/>
              <a:chExt cx="5761039" cy="352426"/>
            </a:xfrm>
          </p:grpSpPr>
          <p:cxnSp>
            <p:nvCxnSpPr>
              <p:cNvPr id="14" name="直線コネクタ 13">
                <a:extLst>
                  <a:ext uri="{FF2B5EF4-FFF2-40B4-BE49-F238E27FC236}">
                    <ns2:creationId id="{4D072D1E-AEE0-2BD5-0804-9DB224465184}"/>
                  </a:ext>
                </a:extLst>
              </p:cNvPr>
              <p:cNvCxnSpPr/>
              <p:nvPr/>
            </p:nvCxnSpPr>
            <p:spPr>
              <a:xfrm>
                <a:off x="6096000" y="1981200"/>
                <a:ext cx="576103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テキスト ボックス 14">
                <a:extLst>
                  <a:ext uri="{FF2B5EF4-FFF2-40B4-BE49-F238E27FC236}">
                    <ns2:creationId id="{42D3C081-AE14-622F-CF3F-50FEB60CF92C}"/>
                  </a:ext>
                </a:extLst>
              </p:cNvPr>
              <p:cNvSpPr txBox="1"/>
              <p:nvPr/>
            </p:nvSpPr>
            <p:spPr>
              <a:xfrm>
                <a:off x="6096000" y="1628774"/>
                <a:ext cx="5761039" cy="352425"/>
              </a:xfrm>
              <a:prstGeom prst="rect">
                <a:avLst/>
              </a:prstGeom>
              <a:noFill/>
            </p:spPr>
            <p:txBody>
              <a:bodyPr wrap="square" bIns="36000" rtlCol="0" anchor="b" anchorCtr="0">
                <a:noAutofit/>
              </a:bodyPr>
              <a:lstStyle/>
              <a:p>
                <a:pPr algn="ctr"/>
                <a:r>
                  <a:rPr kumimoji="1" lang="ja-JP" altLang="en-US" sz="1600" dirty="0"/>
                  <a:t>XX</a:t>
                </a:r>
                <a:r>
                  <a:rPr kumimoji="1" lang="en-US" altLang="ja-JP" sz="1600" dirty="0"/>
                  <a:t>(</a:t>
                </a:r>
                <a:r>
                  <a:rPr kumimoji="1" lang="ja-JP" altLang="en-US" sz="1600" dirty="0"/>
                  <a:t>XX</a:t>
                </a:r>
                <a:r>
                  <a:rPr lang="en-US" altLang="ja-JP" sz="1600" dirty="0"/>
                  <a:t>)</a:t>
                </a:r>
                <a:r>
                  <a:rPr lang="ja-JP" altLang="en-US" sz="1600" dirty="0"/>
                  <a:t> </a:t>
                </a:r>
                <a:r>
                  <a:rPr kumimoji="1" lang="ja-JP" altLang="en-US" sz="1600" dirty="0"/>
                  <a:t>XX</a:t>
                </a:r>
              </a:p>
            </p:txBody>
          </p:sp>
        </p:grpSp>
        <p:sp>
          <p:nvSpPr>
            <p:cNvPr id="63" name="矢印: 山形 62">
              <a:extLst>
                <a:ext uri="{FF2B5EF4-FFF2-40B4-BE49-F238E27FC236}">
                  <ns2:creationId id="{A2653C23-5A03-1BC5-8BDA-264EE10919DF}"/>
                </a:ext>
              </a:extLst>
            </p:cNvPr>
            <p:cNvSpPr/>
            <p:nvPr/>
          </p:nvSpPr>
          <p:spPr>
            <a:xfrm>
              <a:off x="8383410" y="2017200"/>
              <a:ext cx="173681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62" name="矢印: 五方向 61">
              <a:extLst>
                <a:ext uri="{FF2B5EF4-FFF2-40B4-BE49-F238E27FC236}">
                  <ns2:creationId id="{421930A5-F58F-DF2B-BCE8-1C6A9821FC3F}"/>
                </a:ext>
              </a:extLst>
            </p:cNvPr>
            <p:cNvSpPr/>
            <p:nvPr/>
          </p:nvSpPr>
          <p:spPr>
            <a:xfrm>
              <a:off x="6646597" y="2017200"/>
              <a:ext cx="1736813" cy="251077"/>
            </a:xfrm>
            <a:prstGeom prst="homePlate">
              <a:avLst>
                <a:gd name="adj" fmla="val 25289"/>
              </a:avLst>
            </a:prstGeom>
            <a:solidFill>
              <a:schemeClr val="bg1">
                <a:lumMod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64" name="矢印: 山形 63">
              <a:extLst>
                <a:ext uri="{FF2B5EF4-FFF2-40B4-BE49-F238E27FC236}">
                  <ns2:creationId id="{CEDBAF85-E0C3-4674-1958-30702CA9E54F}"/>
                </a:ext>
              </a:extLst>
            </p:cNvPr>
            <p:cNvSpPr/>
            <p:nvPr/>
          </p:nvSpPr>
          <p:spPr>
            <a:xfrm>
              <a:off x="10120225" y="2017200"/>
              <a:ext cx="1736813" cy="251077"/>
            </a:xfrm>
            <a:prstGeom prst="chevron">
              <a:avLst>
                <a:gd name="adj" fmla="val 25289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tIns="46800" rtlCol="0" anchor="ctr"/>
            <a:lstStyle/>
            <a:p>
              <a:pPr algn="ctr"/>
              <a:r>
                <a:rPr lang="ja-JP" altLang="en-US" sz="1200" dirty="0">
                  <a:solidFill>
                    <a:schemeClr val="bg1"/>
                  </a:solidFill>
                </a:rPr>
                <a:t>XX</a:t>
              </a:r>
              <a:endParaRPr lang="en-US" altLang="ja-JP" sz="1200" dirty="0">
                <a:solidFill>
                  <a:schemeClr val="bg1"/>
                </a:solidFill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ns2:creationId id="{CD699096-E6CE-B5D5-4003-572844C5309B}"/>
                </a:ext>
              </a:extLst>
            </p:cNvPr>
            <p:cNvSpPr/>
            <p:nvPr/>
          </p:nvSpPr>
          <p:spPr>
            <a:xfrm>
              <a:off x="5410200" y="2268279"/>
              <a:ext cx="1178431" cy="1315008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endParaRPr lang="en-US" altLang="ja-JP" sz="1100" dirty="0">
                <a:solidFill>
                  <a:schemeClr val="bg1"/>
                </a:solidFill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D0B59492-9ADE-ECD8-ADFF-66F8A91C2AA6}"/>
                </a:ext>
              </a:extLst>
            </p:cNvPr>
            <p:cNvSpPr/>
            <p:nvPr/>
          </p:nvSpPr>
          <p:spPr>
            <a:xfrm>
              <a:off x="5410200" y="3630999"/>
              <a:ext cx="1178431" cy="1315008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</a:rPr>
                <a:t>(</a:t>
              </a: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r>
                <a:rPr lang="en-US" altLang="ja-JP" sz="1100" dirty="0">
                  <a:solidFill>
                    <a:schemeClr val="bg1"/>
                  </a:solidFill>
                </a:rPr>
                <a:t>)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33DFFEA4-36B5-57C0-D145-1FA0004CC1E5}"/>
                </a:ext>
              </a:extLst>
            </p:cNvPr>
            <p:cNvSpPr/>
            <p:nvPr/>
          </p:nvSpPr>
          <p:spPr>
            <a:xfrm>
              <a:off x="5410200" y="4993719"/>
              <a:ext cx="1178431" cy="1315008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br>
                <a:rPr lang="en-US" altLang="ja-JP" sz="1100" dirty="0">
                  <a:solidFill>
                    <a:schemeClr val="bg1"/>
                  </a:solidFill>
                </a:rPr>
              </a:br>
              <a:r>
                <a:rPr lang="ja-JP" altLang="en-US" sz="1100" dirty="0">
                  <a:solidFill>
                    <a:schemeClr val="bg1"/>
                  </a:solidFill>
                </a:rPr>
                <a:t>XX</a:t>
              </a:r>
              <a:endParaRPr lang="en-US" altLang="ja-JP" sz="1100" dirty="0">
                <a:solidFill>
                  <a:schemeClr val="bg1"/>
                </a:solidFill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35198C13-388F-0244-058A-26E1965740F4}"/>
                </a:ext>
              </a:extLst>
            </p:cNvPr>
            <p:cNvSpPr/>
            <p:nvPr/>
          </p:nvSpPr>
          <p:spPr>
            <a:xfrm>
              <a:off x="6646598" y="2268280"/>
              <a:ext cx="1644778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0" bIns="36000" rtlCol="0" anchor="t" anchorCtr="0"/>
            <a:lstStyle/>
            <a:p>
              <a:pPr>
                <a:spcAft>
                  <a:spcPts val="600"/>
                </a:spcAft>
              </a:pPr>
              <a:r>
                <a:rPr lang="ja-JP" altLang="en-US" sz="9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6" name="正方形/長方形 75">
              <a:extLst>
                <a:ext uri="{FF2B5EF4-FFF2-40B4-BE49-F238E27FC236}">
                  <ns2:creationId id="{B3BFE8C6-DF33-47E7-6360-1B01061AB41C}"/>
                </a:ext>
              </a:extLst>
            </p:cNvPr>
            <p:cNvSpPr/>
            <p:nvPr/>
          </p:nvSpPr>
          <p:spPr>
            <a:xfrm>
              <a:off x="8383410" y="2268278"/>
              <a:ext cx="1644778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t" anchorCtr="0"/>
            <a:lstStyle/>
            <a:p>
              <a:r>
                <a:rPr lang="ja-JP" altLang="en-US" sz="8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8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8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8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r>
                <a:rPr lang="en-US" altLang="ja-JP" sz="680" dirty="0">
                  <a:solidFill>
                    <a:schemeClr val="tx1"/>
                  </a:solidFill>
                </a:rPr>
                <a:t>XX</a:t>
              </a: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  <a:br>
                <a:rPr lang="en-US" altLang="ja-JP" sz="680" dirty="0">
                  <a:solidFill>
                    <a:schemeClr val="tx1"/>
                  </a:solidFill>
                </a:rPr>
              </a:br>
              <a:r>
                <a:rPr lang="ja-JP" altLang="en-US" sz="68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0354A4CC-6872-7B71-1124-352A975D72B6}"/>
                </a:ext>
              </a:extLst>
            </p:cNvPr>
            <p:cNvSpPr/>
            <p:nvPr/>
          </p:nvSpPr>
          <p:spPr>
            <a:xfrm>
              <a:off x="10120225" y="2268280"/>
              <a:ext cx="1644778" cy="131500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36000" rIns="36000" bIns="36000" rtlCol="0" anchor="t" anchorCtr="0"/>
            <a:lstStyle/>
            <a:p>
              <a:pPr>
                <a:spcAft>
                  <a:spcPts val="600"/>
                </a:spcAft>
              </a:pPr>
              <a:r>
                <a:rPr lang="ja-JP" altLang="en-US" sz="9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KPI</a:t>
              </a:r>
              <a:r>
                <a:rPr lang="ja-JP" altLang="en-US" sz="800" dirty="0">
                  <a:solidFill>
                    <a:schemeClr val="tx1"/>
                  </a:solidFill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  <a:p>
              <a:pPr marL="108000" indent="-108000">
                <a:spcAft>
                  <a:spcPts val="6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05432137-6427-6960-201C-419998A242B0}"/>
                </a:ext>
              </a:extLst>
            </p:cNvPr>
            <p:cNvSpPr/>
            <p:nvPr/>
          </p:nvSpPr>
          <p:spPr>
            <a:xfrm>
              <a:off x="6646598" y="3630999"/>
              <a:ext cx="1644778" cy="31540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FBD988F1-1431-56E2-D0D6-07B203C95D9C}"/>
                </a:ext>
              </a:extLst>
            </p:cNvPr>
            <p:cNvSpPr/>
            <p:nvPr/>
          </p:nvSpPr>
          <p:spPr>
            <a:xfrm>
              <a:off x="8383410" y="3630999"/>
              <a:ext cx="1644778" cy="31540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</a:rPr>
                <a:t>XX</a:t>
              </a:r>
              <a:endParaRPr lang="ja-JP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ns2:creationId id="{9F60B4D0-88EE-F148-1B85-E1E1C2D6ED3B}"/>
                </a:ext>
              </a:extLst>
            </p:cNvPr>
            <p:cNvSpPr/>
            <p:nvPr/>
          </p:nvSpPr>
          <p:spPr>
            <a:xfrm>
              <a:off x="10120225" y="3631000"/>
              <a:ext cx="1644778" cy="31540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</a:rPr>
              </a:br>
              <a:r>
                <a:rPr lang="ja-JP" altLang="en-US" sz="1000" dirty="0">
                  <a:solidFill>
                    <a:schemeClr val="tx1"/>
                  </a:solidFill>
                </a:rPr>
                <a:t>XX</a:t>
              </a:r>
              <a:endParaRPr lang="ja-JP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9" name="二等辺三角形 88">
              <a:extLst>
                <a:ext uri="{FF2B5EF4-FFF2-40B4-BE49-F238E27FC236}">
                  <ns2:creationId id="{D94EEC9F-1A5C-C72E-3F97-A29A863A670B}"/>
                </a:ext>
              </a:extLst>
            </p:cNvPr>
            <p:cNvSpPr/>
            <p:nvPr/>
          </p:nvSpPr>
          <p:spPr>
            <a:xfrm flipV="1">
              <a:off x="8522354" y="4011801"/>
              <a:ext cx="1458928" cy="165021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2BD9FB99-33E3-9A03-0F55-BF7A1ACCB5F9}"/>
                </a:ext>
              </a:extLst>
            </p:cNvPr>
            <p:cNvSpPr/>
            <p:nvPr/>
          </p:nvSpPr>
          <p:spPr>
            <a:xfrm>
              <a:off x="6646598" y="4242220"/>
              <a:ext cx="5210440" cy="703787"/>
            </a:xfrm>
            <a:prstGeom prst="rect">
              <a:avLst/>
            </a:prstGeom>
            <a:solidFill>
              <a:schemeClr val="accent5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46800" rIns="36000" rtlCol="0" anchor="ctr" anchorCtr="1"/>
            <a:lstStyle/>
            <a:p>
              <a:endParaRPr lang="en-US" altLang="ja-JP" sz="1100" dirty="0">
                <a:solidFill>
                  <a:schemeClr val="tx1"/>
                </a:solidFill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ns2:creationId id="{9892EBBF-C7BF-578A-5363-5004374ACE06}"/>
                </a:ext>
              </a:extLst>
            </p:cNvPr>
            <p:cNvSpPr/>
            <p:nvPr/>
          </p:nvSpPr>
          <p:spPr>
            <a:xfrm>
              <a:off x="8429428" y="4011801"/>
              <a:ext cx="1644778" cy="1437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 algn="ctr"/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73AF20E8-94B3-52FD-3D81-C84D6F6F69C0}"/>
                </a:ext>
              </a:extLst>
            </p:cNvPr>
            <p:cNvSpPr/>
            <p:nvPr/>
          </p:nvSpPr>
          <p:spPr>
            <a:xfrm>
              <a:off x="6738632" y="4303224"/>
              <a:ext cx="2485491" cy="5888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algn="ctr"/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)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en-US" altLang="ja-JP" sz="800" dirty="0">
                  <a:solidFill>
                    <a:schemeClr val="accent5"/>
                  </a:solidFill>
                </a:rPr>
                <a:t>※</a:t>
              </a:r>
              <a:r>
                <a:rPr lang="en-US" altLang="ja-JP" sz="800" dirty="0">
                  <a:solidFill>
                    <a:schemeClr val="tx1"/>
                  </a:solidFill>
                </a:rPr>
                <a:t> 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6C0FAA71-7F56-ACD0-EBD1-A9C5404ADB42}"/>
                </a:ext>
              </a:extLst>
            </p:cNvPr>
            <p:cNvSpPr/>
            <p:nvPr/>
          </p:nvSpPr>
          <p:spPr>
            <a:xfrm>
              <a:off x="9279510" y="4303224"/>
              <a:ext cx="2485491" cy="5888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0" rtlCol="0" anchor="ctr" anchorCtr="0"/>
            <a:lstStyle/>
            <a:p>
              <a:pPr algn="ctr"/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algn="ctr"/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en-US" altLang="ja-JP" sz="700" dirty="0">
                  <a:solidFill>
                    <a:schemeClr val="tx1"/>
                  </a:solidFill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</a:rPr>
                <a:t>20</a:t>
              </a:r>
              <a:r>
                <a:rPr lang="ja-JP" altLang="en-US" sz="700" dirty="0">
                  <a:solidFill>
                    <a:schemeClr val="tx1"/>
                  </a:solidFill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</a:rPr>
                <a:t>)</a:t>
              </a:r>
              <a:endParaRPr lang="ja-JP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5663942E-2D44-0C09-1987-EC9B8B9CB7F2}"/>
                </a:ext>
              </a:extLst>
            </p:cNvPr>
            <p:cNvSpPr/>
            <p:nvPr/>
          </p:nvSpPr>
          <p:spPr>
            <a:xfrm>
              <a:off x="6646598" y="4993719"/>
              <a:ext cx="1644778" cy="7246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>
                <a:spcAft>
                  <a:spcPts val="300"/>
                </a:spcAft>
              </a:pPr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: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96891EC0-1277-939F-D9A2-93503DEE2965}"/>
                </a:ext>
              </a:extLst>
            </p:cNvPr>
            <p:cNvSpPr/>
            <p:nvPr/>
          </p:nvSpPr>
          <p:spPr>
            <a:xfrm>
              <a:off x="8383410" y="4993719"/>
              <a:ext cx="1644778" cy="7246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>
                <a:spcAft>
                  <a:spcPts val="300"/>
                </a:spcAft>
              </a:pPr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840D9EDF-6DEF-AF2C-7226-2035B745C6B5}"/>
                </a:ext>
              </a:extLst>
            </p:cNvPr>
            <p:cNvSpPr/>
            <p:nvPr/>
          </p:nvSpPr>
          <p:spPr>
            <a:xfrm>
              <a:off x="10120225" y="4993719"/>
              <a:ext cx="1644778" cy="7246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36000" tIns="0" rIns="36000" bIns="36000" rtlCol="0" anchor="t" anchorCtr="0"/>
            <a:lstStyle/>
            <a:p>
              <a:pPr>
                <a:spcAft>
                  <a:spcPts val="300"/>
                </a:spcAft>
              </a:pPr>
              <a:r>
                <a:rPr lang="ja-JP" altLang="en-US" sz="1000" dirty="0">
                  <a:solidFill>
                    <a:schemeClr val="accent5"/>
                  </a:solidFill>
                </a:rPr>
                <a:t>XX</a:t>
              </a:r>
            </a:p>
            <a:p>
              <a:pPr marL="108000" indent="-108000">
                <a:spcAft>
                  <a:spcPts val="3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</a:rPr>
                <a:t>API</a:t>
              </a: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</a:rPr>
              </a:br>
              <a:r>
                <a:rPr lang="ja-JP" altLang="en-US" sz="800" dirty="0">
                  <a:solidFill>
                    <a:schemeClr val="tx1"/>
                  </a:solidFill>
                </a:rPr>
                <a:t>XX</a:t>
              </a:r>
            </a:p>
          </p:txBody>
        </p:sp>
        <p:grpSp>
          <p:nvGrpSpPr>
            <p:cNvPr id="9" name="グループ化 8">
              <a:extLst>
                <a:ext uri="{FF2B5EF4-FFF2-40B4-BE49-F238E27FC236}">
                  <ns2:creationId id="{46C7A44E-1A45-76BE-A9FF-C817C6A44D17}"/>
                </a:ext>
              </a:extLst>
            </p:cNvPr>
            <p:cNvGrpSpPr/>
            <p:nvPr/>
          </p:nvGrpSpPr>
          <p:grpSpPr>
            <a:xfrm>
              <a:off x="6646597" y="6057649"/>
              <a:ext cx="5210440" cy="251078"/>
              <a:chOff x="6646597" y="5937877"/>
              <a:chExt cx="5210440" cy="370850"/>
            </a:xfrm>
          </p:grpSpPr>
          <p:sp>
            <p:nvSpPr>
              <p:cNvPr id="98" name="正方形/長方形 97">
                <a:extLst>
                  <a:ext uri="{FF2B5EF4-FFF2-40B4-BE49-F238E27FC236}">
                    <ns2:creationId id="{281DB2C9-A984-62ED-9556-A02FF460CA21}"/>
                  </a:ext>
                </a:extLst>
              </p:cNvPr>
              <p:cNvSpPr/>
              <p:nvPr/>
            </p:nvSpPr>
            <p:spPr>
              <a:xfrm>
                <a:off x="6646597" y="5937877"/>
                <a:ext cx="5210440" cy="370850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46800" rIns="36000" rtlCol="0" anchor="ctr" anchorCtr="1"/>
              <a:lstStyle/>
              <a:p>
                <a:endParaRPr lang="en-US" altLang="ja-JP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ns2:creationId id="{254D3AA2-5956-5DC3-DE8A-212C1DA234A8}"/>
                  </a:ext>
                </a:extLst>
              </p:cNvPr>
              <p:cNvSpPr/>
              <p:nvPr/>
            </p:nvSpPr>
            <p:spPr>
              <a:xfrm>
                <a:off x="6738634" y="5986702"/>
                <a:ext cx="1638532" cy="2732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0" rtlCol="0" anchor="ctr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ns2:creationId id="{9061240F-F4FA-4650-C1E2-97D2F74F596E}"/>
                  </a:ext>
                </a:extLst>
              </p:cNvPr>
              <p:cNvSpPr/>
              <p:nvPr/>
            </p:nvSpPr>
            <p:spPr>
              <a:xfrm>
                <a:off x="8432552" y="5986701"/>
                <a:ext cx="1638532" cy="2732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0" rtlCol="0" anchor="ctr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  <p:sp>
            <p:nvSpPr>
              <p:cNvPr id="101" name="正方形/長方形 100">
                <a:extLst>
                  <a:ext uri="{FF2B5EF4-FFF2-40B4-BE49-F238E27FC236}">
                    <ns2:creationId id="{3EA7A898-6366-76AD-8897-7B607A929B23}"/>
                  </a:ext>
                </a:extLst>
              </p:cNvPr>
              <p:cNvSpPr/>
              <p:nvPr/>
            </p:nvSpPr>
            <p:spPr>
              <a:xfrm>
                <a:off x="10126471" y="5986701"/>
                <a:ext cx="1638532" cy="2732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0" rtlCol="0" anchor="ctr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ns2:creationId id="{56E5BA0C-EA68-4C65-86FC-E314029F7C78}"/>
                </a:ext>
              </a:extLst>
            </p:cNvPr>
            <p:cNvGrpSpPr/>
            <p:nvPr/>
          </p:nvGrpSpPr>
          <p:grpSpPr>
            <a:xfrm>
              <a:off x="8429428" y="5785304"/>
              <a:ext cx="1644778" cy="223965"/>
              <a:chOff x="8515246" y="5672842"/>
              <a:chExt cx="1603597" cy="160148"/>
            </a:xfrm>
          </p:grpSpPr>
          <p:sp>
            <p:nvSpPr>
              <p:cNvPr id="104" name="二等辺三角形 103">
                <a:extLst>
                  <a:ext uri="{FF2B5EF4-FFF2-40B4-BE49-F238E27FC236}">
                    <ns2:creationId id="{1D295623-DB13-D834-C3FD-D987001673C4}"/>
                  </a:ext>
                </a:extLst>
              </p:cNvPr>
              <p:cNvSpPr/>
              <p:nvPr/>
            </p:nvSpPr>
            <p:spPr>
              <a:xfrm flipV="1">
                <a:off x="8605846" y="5672842"/>
                <a:ext cx="1422400" cy="160148"/>
              </a:xfrm>
              <a:prstGeom prst="triangl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ns2:creationId id="{0B55A711-66DB-6EAB-1035-DBD789D3CD7C}"/>
                  </a:ext>
                </a:extLst>
              </p:cNvPr>
              <p:cNvSpPr/>
              <p:nvPr/>
            </p:nvSpPr>
            <p:spPr>
              <a:xfrm>
                <a:off x="8515246" y="5678286"/>
                <a:ext cx="1603597" cy="1395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36000" tIns="0" rIns="36000" bIns="36000" rtlCol="0" anchor="t" anchorCtr="0"/>
              <a:lstStyle/>
              <a:p>
                <a:pPr algn="ctr"/>
                <a:r>
                  <a:rPr lang="ja-JP" altLang="en-US" sz="1000" dirty="0">
                    <a:solidFill>
                      <a:schemeClr val="accent5"/>
                    </a:solidFill>
                  </a:rPr>
                  <a:t>XX</a:t>
                </a:r>
              </a:p>
            </p:txBody>
          </p:sp>
        </p:grpSp>
        <p:grpSp>
          <p:nvGrpSpPr>
            <p:cNvPr id="110" name="グループ化 109">
              <a:extLst>
                <a:ext uri="{FF2B5EF4-FFF2-40B4-BE49-F238E27FC236}">
                  <ns2:creationId id="{9E586720-D722-9B13-C436-DB38B1BFD2B7}"/>
                </a:ext>
              </a:extLst>
            </p:cNvPr>
            <p:cNvGrpSpPr/>
            <p:nvPr/>
          </p:nvGrpSpPr>
          <p:grpSpPr>
            <a:xfrm>
              <a:off x="6646598" y="3607144"/>
              <a:ext cx="5118406" cy="0"/>
              <a:chOff x="6777054" y="3686926"/>
              <a:chExt cx="4990254" cy="0"/>
            </a:xfrm>
          </p:grpSpPr>
          <p:cxnSp>
            <p:nvCxnSpPr>
              <p:cNvPr id="107" name="直線コネクタ 106">
                <a:extLst>
                  <a:ext uri="{FF2B5EF4-FFF2-40B4-BE49-F238E27FC236}">
                    <ns2:creationId id="{A69FC5C4-49FE-A6AC-81BE-E835B06EF089}"/>
                  </a:ext>
                </a:extLst>
              </p:cNvPr>
              <p:cNvCxnSpPr/>
              <p:nvPr/>
            </p:nvCxnSpPr>
            <p:spPr>
              <a:xfrm>
                <a:off x="6777054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線コネクタ 107">
                <a:extLst>
                  <a:ext uri="{FF2B5EF4-FFF2-40B4-BE49-F238E27FC236}">
                    <ns2:creationId id="{7A0032F6-F97C-293C-618C-24E92B314D0B}"/>
                  </a:ext>
                </a:extLst>
              </p:cNvPr>
              <p:cNvCxnSpPr/>
              <p:nvPr/>
            </p:nvCxnSpPr>
            <p:spPr>
              <a:xfrm>
                <a:off x="847038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線コネクタ 108">
                <a:extLst>
                  <a:ext uri="{FF2B5EF4-FFF2-40B4-BE49-F238E27FC236}">
                    <ns2:creationId id="{56864EBC-CE44-BC43-A819-D86D6CF51E75}"/>
                  </a:ext>
                </a:extLst>
              </p:cNvPr>
              <p:cNvCxnSpPr/>
              <p:nvPr/>
            </p:nvCxnSpPr>
            <p:spPr>
              <a:xfrm>
                <a:off x="1016371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グループ化 110">
              <a:extLst>
                <a:ext uri="{FF2B5EF4-FFF2-40B4-BE49-F238E27FC236}">
                  <ns2:creationId id="{631B71B4-D0C5-7200-EE1C-1B0918AEF83B}"/>
                </a:ext>
              </a:extLst>
            </p:cNvPr>
            <p:cNvGrpSpPr/>
            <p:nvPr/>
          </p:nvGrpSpPr>
          <p:grpSpPr>
            <a:xfrm>
              <a:off x="6646598" y="4969864"/>
              <a:ext cx="5118406" cy="0"/>
              <a:chOff x="6777054" y="3686926"/>
              <a:chExt cx="4990254" cy="0"/>
            </a:xfrm>
          </p:grpSpPr>
          <p:cxnSp>
            <p:nvCxnSpPr>
              <p:cNvPr id="112" name="直線コネクタ 111">
                <a:extLst>
                  <a:ext uri="{FF2B5EF4-FFF2-40B4-BE49-F238E27FC236}">
                    <ns2:creationId id="{930F696D-EC58-145D-2D75-566B2CE9FA45}"/>
                  </a:ext>
                </a:extLst>
              </p:cNvPr>
              <p:cNvCxnSpPr/>
              <p:nvPr/>
            </p:nvCxnSpPr>
            <p:spPr>
              <a:xfrm>
                <a:off x="6777054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線コネクタ 112">
                <a:extLst>
                  <a:ext uri="{FF2B5EF4-FFF2-40B4-BE49-F238E27FC236}">
                    <ns2:creationId id="{D414B884-13DC-21A6-8E5E-44D50CB0EBE2}"/>
                  </a:ext>
                </a:extLst>
              </p:cNvPr>
              <p:cNvCxnSpPr/>
              <p:nvPr/>
            </p:nvCxnSpPr>
            <p:spPr>
              <a:xfrm>
                <a:off x="847038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コネクタ 113">
                <a:extLst>
                  <a:ext uri="{FF2B5EF4-FFF2-40B4-BE49-F238E27FC236}">
                    <ns2:creationId id="{43A6B802-7ADB-C718-72D4-F0BD50F22AF0}"/>
                  </a:ext>
                </a:extLst>
              </p:cNvPr>
              <p:cNvCxnSpPr/>
              <p:nvPr/>
            </p:nvCxnSpPr>
            <p:spPr>
              <a:xfrm>
                <a:off x="10163711" y="3686926"/>
                <a:ext cx="1603597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ns5:creationId val="2393600686"/>
      </p:ext>
    </p:extLst>
  </p:cSld>
  <p:clrMapOvr>
    <a:masterClrMapping/>
  </p:clrMapOvr>
</p:sld>
</file>

<file path=ppt/slides/slide367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D9F3C72-E999-2312-37E3-C0FA0F3C9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8A9BAC8-3329-54AF-9FFC-407F48E81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0A24BFC-63F7-5832-5832-E146730B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46" name="グループ化 145">
            <a:extLst>
              <a:ext uri="{FF2B5EF4-FFF2-40B4-BE49-F238E27FC236}">
                <ns2:creationId id="{FD96AEDF-64EC-0766-98B2-8F6DF39F8697}"/>
              </a:ext>
            </a:extLst>
          </p:cNvPr>
          <p:cNvGrpSpPr/>
          <p:nvPr/>
        </p:nvGrpSpPr>
        <p:grpSpPr>
          <a:xfrm>
            <a:off x="703002" y="5868295"/>
            <a:ext cx="374469" cy="440430"/>
            <a:chOff x="703002" y="5868295"/>
            <a:chExt cx="374469" cy="440430"/>
          </a:xfrm>
        </p:grpSpPr>
        <p:sp>
          <p:nvSpPr>
            <p:cNvPr id="54" name="正方形/長方形 53">
              <a:extLst>
                <a:ext uri="{FF2B5EF4-FFF2-40B4-BE49-F238E27FC236}">
                  <ns2:creationId id="{0FB7CA7B-63C6-8433-F5C4-090D5303C375}"/>
                </a:ext>
              </a:extLst>
            </p:cNvPr>
            <p:cNvSpPr/>
            <p:nvPr/>
          </p:nvSpPr>
          <p:spPr>
            <a:xfrm>
              <a:off x="703002" y="5868295"/>
              <a:ext cx="374469" cy="20785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7A4FA430-F77F-8EBF-70A8-1BB607045187}"/>
                </a:ext>
              </a:extLst>
            </p:cNvPr>
            <p:cNvSpPr/>
            <p:nvPr/>
          </p:nvSpPr>
          <p:spPr>
            <a:xfrm>
              <a:off x="703002" y="6100873"/>
              <a:ext cx="374469" cy="207852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61" name="正方形/長方形 60">
            <a:extLst>
              <a:ext uri="{FF2B5EF4-FFF2-40B4-BE49-F238E27FC236}">
                <ns2:creationId id="{9186987F-7E80-71FF-D092-7EA0B5D7D197}"/>
              </a:ext>
            </a:extLst>
          </p:cNvPr>
          <p:cNvSpPr/>
          <p:nvPr/>
        </p:nvSpPr>
        <p:spPr>
          <a:xfrm>
            <a:off x="334962" y="5868295"/>
            <a:ext cx="328676" cy="440430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ns2:creationId id="{C061FD79-09F4-DA92-735F-A710DCC5E4B7}"/>
              </a:ext>
            </a:extLst>
          </p:cNvPr>
          <p:cNvSpPr/>
          <p:nvPr/>
        </p:nvSpPr>
        <p:spPr>
          <a:xfrm>
            <a:off x="334962" y="1635124"/>
            <a:ext cx="742509" cy="360000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1" name="ホームベース 51">
            <a:extLst>
              <a:ext uri="{FF2B5EF4-FFF2-40B4-BE49-F238E27FC236}">
                <ns2:creationId id="{7D460F1F-AD3E-CA95-DFE9-627C6763ED42}"/>
              </a:ext>
            </a:extLst>
          </p:cNvPr>
          <p:cNvSpPr/>
          <p:nvPr/>
        </p:nvSpPr>
        <p:spPr>
          <a:xfrm>
            <a:off x="1116837" y="1635124"/>
            <a:ext cx="1339963" cy="360000"/>
          </a:xfrm>
          <a:prstGeom prst="homePlate">
            <a:avLst>
              <a:gd name="adj" fmla="val 18206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2" name="山形 52">
            <a:extLst>
              <a:ext uri="{FF2B5EF4-FFF2-40B4-BE49-F238E27FC236}">
                <ns2:creationId id="{D3A89FA5-7FB3-3FC3-E485-0D24DFAA8366}"/>
              </a:ext>
            </a:extLst>
          </p:cNvPr>
          <p:cNvSpPr/>
          <p:nvPr/>
        </p:nvSpPr>
        <p:spPr>
          <a:xfrm>
            <a:off x="2459728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山形 52">
            <a:extLst>
              <a:ext uri="{FF2B5EF4-FFF2-40B4-BE49-F238E27FC236}">
                <ns2:creationId id="{3FC6EC22-3AB8-A036-336B-7C60D43179F8}"/>
              </a:ext>
            </a:extLst>
          </p:cNvPr>
          <p:cNvSpPr/>
          <p:nvPr/>
        </p:nvSpPr>
        <p:spPr>
          <a:xfrm>
            <a:off x="3802619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b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山形 52">
            <a:extLst>
              <a:ext uri="{FF2B5EF4-FFF2-40B4-BE49-F238E27FC236}">
                <ns2:creationId id="{1C46A081-833C-EBE6-04EC-02860AD1E69A}"/>
              </a:ext>
            </a:extLst>
          </p:cNvPr>
          <p:cNvSpPr/>
          <p:nvPr/>
        </p:nvSpPr>
        <p:spPr>
          <a:xfrm>
            <a:off x="5145510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b="1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山形 52">
            <a:extLst>
              <a:ext uri="{FF2B5EF4-FFF2-40B4-BE49-F238E27FC236}">
                <ns2:creationId id="{2F00D3C0-7039-3A93-5417-EBC5F99740A5}"/>
              </a:ext>
            </a:extLst>
          </p:cNvPr>
          <p:cNvSpPr/>
          <p:nvPr/>
        </p:nvSpPr>
        <p:spPr>
          <a:xfrm>
            <a:off x="6488401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山形 52">
            <a:extLst>
              <a:ext uri="{FF2B5EF4-FFF2-40B4-BE49-F238E27FC236}">
                <ns2:creationId id="{565B12D8-F7DB-3C56-5FA8-15BF4ADF9553}"/>
              </a:ext>
            </a:extLst>
          </p:cNvPr>
          <p:cNvSpPr/>
          <p:nvPr/>
        </p:nvSpPr>
        <p:spPr>
          <a:xfrm>
            <a:off x="7831292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山形 52">
            <a:extLst>
              <a:ext uri="{FF2B5EF4-FFF2-40B4-BE49-F238E27FC236}">
                <ns2:creationId id="{11FD28B9-BE10-73DE-681A-77E4666E63BD}"/>
              </a:ext>
            </a:extLst>
          </p:cNvPr>
          <p:cNvSpPr/>
          <p:nvPr/>
        </p:nvSpPr>
        <p:spPr>
          <a:xfrm>
            <a:off x="9174183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山形 52">
            <a:extLst>
              <a:ext uri="{FF2B5EF4-FFF2-40B4-BE49-F238E27FC236}">
                <ns2:creationId id="{BB176A46-5555-9C30-C238-A4523E4BCFB1}"/>
              </a:ext>
            </a:extLst>
          </p:cNvPr>
          <p:cNvSpPr/>
          <p:nvPr/>
        </p:nvSpPr>
        <p:spPr>
          <a:xfrm>
            <a:off x="10517073" y="1635124"/>
            <a:ext cx="1339963" cy="360000"/>
          </a:xfrm>
          <a:prstGeom prst="chevron">
            <a:avLst>
              <a:gd name="adj" fmla="val 18094"/>
            </a:avLst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>
            <a:noAutofit/>
          </a:bodyPr>
          <a:lstStyle/>
          <a:p>
            <a:pPr algn="ctr">
              <a:buClr>
                <a:schemeClr val="accent1"/>
              </a:buClr>
            </a:pP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pic>
        <p:nvPicPr>
          <p:cNvPr id="7" name="Picture 6" hidden="1">
            <a:extLst>
              <a:ext uri="{FF2B5EF4-FFF2-40B4-BE49-F238E27FC236}">
                <ns2:creationId id="{2CF1A21D-AC3C-CE84-1650-F91F5C44EE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ns4:useLocalDpi val="0"/>
              </a:ext>
            </a:extLst>
          </a:blip>
          <a:stretch>
            <a:fillRect/>
          </a:stretch>
        </p:blipFill>
        <p:spPr>
          <a:xfrm>
            <a:off x="-5687690" y="129282"/>
            <a:ext cx="5486081" cy="3998890"/>
          </a:xfrm>
          <a:prstGeom prst="rect">
            <a:avLst/>
          </a:prstGeom>
        </p:spPr>
      </p:pic>
      <p:sp>
        <p:nvSpPr>
          <p:cNvPr id="63" name="正方形/長方形 62">
            <a:extLst>
              <a:ext uri="{FF2B5EF4-FFF2-40B4-BE49-F238E27FC236}">
                <ns2:creationId id="{E1364610-7F1D-7161-190C-B5C134145EA4}"/>
              </a:ext>
            </a:extLst>
          </p:cNvPr>
          <p:cNvSpPr/>
          <p:nvPr/>
        </p:nvSpPr>
        <p:spPr>
          <a:xfrm>
            <a:off x="1116837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4" name="正方形/長方形 63">
            <a:extLst>
              <a:ext uri="{FF2B5EF4-FFF2-40B4-BE49-F238E27FC236}">
                <ns2:creationId id="{40F505DC-96FD-7F35-4EA7-C53F3B8CEC67}"/>
              </a:ext>
            </a:extLst>
          </p:cNvPr>
          <p:cNvSpPr/>
          <p:nvPr/>
        </p:nvSpPr>
        <p:spPr>
          <a:xfrm>
            <a:off x="1116837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6" name="正方形/長方形 65">
            <a:extLst>
              <a:ext uri="{FF2B5EF4-FFF2-40B4-BE49-F238E27FC236}">
                <ns2:creationId id="{FD142AB9-691A-0AF6-9344-5E6BB434ECD7}"/>
              </a:ext>
            </a:extLst>
          </p:cNvPr>
          <p:cNvSpPr/>
          <p:nvPr/>
        </p:nvSpPr>
        <p:spPr>
          <a:xfrm>
            <a:off x="2479506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7" name="正方形/長方形 66">
            <a:extLst>
              <a:ext uri="{FF2B5EF4-FFF2-40B4-BE49-F238E27FC236}">
                <ns2:creationId id="{79BFFDD8-5235-5038-BA58-3ADCBEA1B718}"/>
              </a:ext>
            </a:extLst>
          </p:cNvPr>
          <p:cNvSpPr/>
          <p:nvPr/>
        </p:nvSpPr>
        <p:spPr>
          <a:xfrm>
            <a:off x="2479506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9" name="正方形/長方形 68">
            <a:extLst>
              <a:ext uri="{FF2B5EF4-FFF2-40B4-BE49-F238E27FC236}">
                <ns2:creationId id="{26E42E7D-ED5E-68AD-FE4E-BDBD42515772}"/>
              </a:ext>
            </a:extLst>
          </p:cNvPr>
          <p:cNvSpPr/>
          <p:nvPr/>
        </p:nvSpPr>
        <p:spPr>
          <a:xfrm>
            <a:off x="3842175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0" name="正方形/長方形 69">
            <a:extLst>
              <a:ext uri="{FF2B5EF4-FFF2-40B4-BE49-F238E27FC236}">
                <ns2:creationId id="{C3E91825-A3EA-E6A1-1D3F-10AB7E0BD228}"/>
              </a:ext>
            </a:extLst>
          </p:cNvPr>
          <p:cNvSpPr/>
          <p:nvPr/>
        </p:nvSpPr>
        <p:spPr>
          <a:xfrm>
            <a:off x="3842175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2" name="正方形/長方形 71">
            <a:extLst>
              <a:ext uri="{FF2B5EF4-FFF2-40B4-BE49-F238E27FC236}">
                <ns2:creationId id="{35A1B7B4-B79F-C7A2-84EB-06B37009ACD2}"/>
              </a:ext>
            </a:extLst>
          </p:cNvPr>
          <p:cNvSpPr/>
          <p:nvPr/>
        </p:nvSpPr>
        <p:spPr>
          <a:xfrm>
            <a:off x="5204844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accent5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3" name="正方形/長方形 72">
            <a:extLst>
              <a:ext uri="{FF2B5EF4-FFF2-40B4-BE49-F238E27FC236}">
                <ns2:creationId id="{43EEB1F7-94FE-2E67-204B-FE9781CDE302}"/>
              </a:ext>
            </a:extLst>
          </p:cNvPr>
          <p:cNvSpPr/>
          <p:nvPr/>
        </p:nvSpPr>
        <p:spPr>
          <a:xfrm>
            <a:off x="5204844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5" name="正方形/長方形 74">
            <a:extLst>
              <a:ext uri="{FF2B5EF4-FFF2-40B4-BE49-F238E27FC236}">
                <ns2:creationId id="{A6CC4ACE-2ED1-41B3-9852-5E7340C6FA1A}"/>
              </a:ext>
            </a:extLst>
          </p:cNvPr>
          <p:cNvSpPr/>
          <p:nvPr/>
        </p:nvSpPr>
        <p:spPr>
          <a:xfrm>
            <a:off x="6567513" y="5894495"/>
            <a:ext cx="127756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6" name="正方形/長方形 75">
            <a:extLst>
              <a:ext uri="{FF2B5EF4-FFF2-40B4-BE49-F238E27FC236}">
                <ns2:creationId id="{3FE6EAF1-1691-F3E4-6F3A-5ECB7221427D}"/>
              </a:ext>
            </a:extLst>
          </p:cNvPr>
          <p:cNvSpPr/>
          <p:nvPr/>
        </p:nvSpPr>
        <p:spPr>
          <a:xfrm>
            <a:off x="6567513" y="6130244"/>
            <a:ext cx="127756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8" name="正方形/長方形 77">
            <a:extLst>
              <a:ext uri="{FF2B5EF4-FFF2-40B4-BE49-F238E27FC236}">
                <ns2:creationId id="{1F4D1406-E948-505E-9D63-457CD0C986E2}"/>
              </a:ext>
            </a:extLst>
          </p:cNvPr>
          <p:cNvSpPr/>
          <p:nvPr/>
        </p:nvSpPr>
        <p:spPr>
          <a:xfrm>
            <a:off x="7878010" y="5894495"/>
            <a:ext cx="128779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79" name="正方形/長方形 78">
            <a:extLst>
              <a:ext uri="{FF2B5EF4-FFF2-40B4-BE49-F238E27FC236}">
                <ns2:creationId id="{87D2BD82-609F-57E9-1B2A-FC823DD664FE}"/>
              </a:ext>
            </a:extLst>
          </p:cNvPr>
          <p:cNvSpPr/>
          <p:nvPr/>
        </p:nvSpPr>
        <p:spPr>
          <a:xfrm>
            <a:off x="7878010" y="6130244"/>
            <a:ext cx="1287790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1" name="正方形/長方形 80">
            <a:extLst>
              <a:ext uri="{FF2B5EF4-FFF2-40B4-BE49-F238E27FC236}">
                <ns2:creationId id="{70C49324-616F-4B0B-6EC2-FF7789BE6320}"/>
              </a:ext>
            </a:extLst>
          </p:cNvPr>
          <p:cNvSpPr/>
          <p:nvPr/>
        </p:nvSpPr>
        <p:spPr>
          <a:xfrm>
            <a:off x="9198737" y="5894495"/>
            <a:ext cx="1295634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2" name="正方形/長方形 81">
            <a:extLst>
              <a:ext uri="{FF2B5EF4-FFF2-40B4-BE49-F238E27FC236}">
                <ns2:creationId id="{37EDE08D-762A-3B1B-9CE6-9024E56D9014}"/>
              </a:ext>
            </a:extLst>
          </p:cNvPr>
          <p:cNvSpPr/>
          <p:nvPr/>
        </p:nvSpPr>
        <p:spPr>
          <a:xfrm>
            <a:off x="9198737" y="6130244"/>
            <a:ext cx="1295634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4" name="正方形/長方形 83">
            <a:extLst>
              <a:ext uri="{FF2B5EF4-FFF2-40B4-BE49-F238E27FC236}">
                <ns2:creationId id="{FF7112D7-735B-0E36-7230-147A503D1E41}"/>
              </a:ext>
            </a:extLst>
          </p:cNvPr>
          <p:cNvSpPr/>
          <p:nvPr/>
        </p:nvSpPr>
        <p:spPr>
          <a:xfrm>
            <a:off x="10527305" y="5894495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5" name="正方形/長方形 84">
            <a:extLst>
              <a:ext uri="{FF2B5EF4-FFF2-40B4-BE49-F238E27FC236}">
                <ns2:creationId id="{C2130A0E-5F4E-83CE-8211-46C371E745DC}"/>
              </a:ext>
            </a:extLst>
          </p:cNvPr>
          <p:cNvSpPr/>
          <p:nvPr/>
        </p:nvSpPr>
        <p:spPr>
          <a:xfrm>
            <a:off x="10527305" y="6130244"/>
            <a:ext cx="1329732" cy="178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grpSp>
        <p:nvGrpSpPr>
          <p:cNvPr id="19" name="Group 18">
            <a:extLst>
              <a:ext uri="{FF2B5EF4-FFF2-40B4-BE49-F238E27FC236}">
                <ns2:creationId id="{4B2FD622-19CB-B14E-C480-5C243B358AD9}"/>
              </a:ext>
            </a:extLst>
          </p:cNvPr>
          <p:cNvGrpSpPr/>
          <p:nvPr/>
        </p:nvGrpSpPr>
        <p:grpSpPr>
          <a:xfrm>
            <a:off x="1136072" y="5868295"/>
            <a:ext cx="10720964" cy="99215"/>
            <a:chOff x="1096574" y="5725994"/>
            <a:chExt cx="11330462" cy="0"/>
          </a:xfrm>
        </p:grpSpPr>
        <p:cxnSp>
          <p:nvCxnSpPr>
            <p:cNvPr id="10" name="直線コネクタ 26">
              <a:extLst>
                <a:ext uri="{FF2B5EF4-FFF2-40B4-BE49-F238E27FC236}">
                  <ns2:creationId id="{A2D0046A-13FB-E867-5888-19FEC7C5BBB7}"/>
                </a:ext>
              </a:extLst>
            </p:cNvPr>
            <p:cNvCxnSpPr>
              <a:cxnSpLocks/>
            </p:cNvCxnSpPr>
            <p:nvPr/>
          </p:nvCxnSpPr>
          <p:spPr>
            <a:xfrm>
              <a:off x="1096574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26">
              <a:extLst>
                <a:ext uri="{FF2B5EF4-FFF2-40B4-BE49-F238E27FC236}">
                  <ns2:creationId id="{41243B56-7E26-572A-C043-C0AED75B6DED}"/>
                </a:ext>
              </a:extLst>
            </p:cNvPr>
            <p:cNvCxnSpPr>
              <a:cxnSpLocks/>
            </p:cNvCxnSpPr>
            <p:nvPr/>
          </p:nvCxnSpPr>
          <p:spPr>
            <a:xfrm>
              <a:off x="2519607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26">
              <a:extLst>
                <a:ext uri="{FF2B5EF4-FFF2-40B4-BE49-F238E27FC236}">
                  <ns2:creationId id="{23B4F7FD-A00B-3120-CB5D-0F50D79EE950}"/>
                </a:ext>
              </a:extLst>
            </p:cNvPr>
            <p:cNvCxnSpPr>
              <a:cxnSpLocks/>
            </p:cNvCxnSpPr>
            <p:nvPr/>
          </p:nvCxnSpPr>
          <p:spPr>
            <a:xfrm>
              <a:off x="3942640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26">
              <a:extLst>
                <a:ext uri="{FF2B5EF4-FFF2-40B4-BE49-F238E27FC236}">
                  <ns2:creationId id="{C9B00F60-2BFA-0698-A2DC-F21AE651F0FD}"/>
                </a:ext>
              </a:extLst>
            </p:cNvPr>
            <p:cNvCxnSpPr>
              <a:cxnSpLocks/>
            </p:cNvCxnSpPr>
            <p:nvPr/>
          </p:nvCxnSpPr>
          <p:spPr>
            <a:xfrm>
              <a:off x="5365673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26">
              <a:extLst>
                <a:ext uri="{FF2B5EF4-FFF2-40B4-BE49-F238E27FC236}">
                  <ns2:creationId id="{AE4C0E92-D8D3-9CAB-A837-C0E915E8FDB2}"/>
                </a:ext>
              </a:extLst>
            </p:cNvPr>
            <p:cNvCxnSpPr>
              <a:cxnSpLocks/>
            </p:cNvCxnSpPr>
            <p:nvPr/>
          </p:nvCxnSpPr>
          <p:spPr>
            <a:xfrm>
              <a:off x="6788706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26">
              <a:extLst>
                <a:ext uri="{FF2B5EF4-FFF2-40B4-BE49-F238E27FC236}">
                  <ns2:creationId id="{A4042441-FA43-5C48-301F-8D9058D61263}"/>
                </a:ext>
              </a:extLst>
            </p:cNvPr>
            <p:cNvCxnSpPr>
              <a:cxnSpLocks/>
            </p:cNvCxnSpPr>
            <p:nvPr/>
          </p:nvCxnSpPr>
          <p:spPr>
            <a:xfrm>
              <a:off x="8211739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26">
              <a:extLst>
                <a:ext uri="{FF2B5EF4-FFF2-40B4-BE49-F238E27FC236}">
                  <ns2:creationId id="{497D918B-3FB6-875E-1F89-1156777257F1}"/>
                </a:ext>
              </a:extLst>
            </p:cNvPr>
            <p:cNvCxnSpPr>
              <a:cxnSpLocks/>
            </p:cNvCxnSpPr>
            <p:nvPr/>
          </p:nvCxnSpPr>
          <p:spPr>
            <a:xfrm>
              <a:off x="9634772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26">
              <a:extLst>
                <a:ext uri="{FF2B5EF4-FFF2-40B4-BE49-F238E27FC236}">
                  <ns2:creationId id="{EE5CC1A4-157F-BF83-7BDE-2C585F0D536A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806" y="5725994"/>
              <a:ext cx="136923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線コネクタ 26">
            <a:extLst>
              <a:ext uri="{FF2B5EF4-FFF2-40B4-BE49-F238E27FC236}">
                <ns2:creationId id="{39834DCE-7C9F-6906-7EB3-474DA256ED5D}"/>
              </a:ext>
            </a:extLst>
          </p:cNvPr>
          <p:cNvCxnSpPr>
            <a:cxnSpLocks/>
          </p:cNvCxnSpPr>
          <p:nvPr/>
        </p:nvCxnSpPr>
        <p:spPr>
          <a:xfrm>
            <a:off x="1136072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6">
            <a:extLst>
              <a:ext uri="{FF2B5EF4-FFF2-40B4-BE49-F238E27FC236}">
                <ns2:creationId id="{8304A262-4D50-C888-1503-8A100DCBF7FE}"/>
              </a:ext>
            </a:extLst>
          </p:cNvPr>
          <p:cNvCxnSpPr>
            <a:cxnSpLocks/>
          </p:cNvCxnSpPr>
          <p:nvPr/>
        </p:nvCxnSpPr>
        <p:spPr>
          <a:xfrm>
            <a:off x="2482556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6">
            <a:extLst>
              <a:ext uri="{FF2B5EF4-FFF2-40B4-BE49-F238E27FC236}">
                <ns2:creationId id="{E1693DE9-643D-3AFD-8723-473ED38FB436}"/>
              </a:ext>
            </a:extLst>
          </p:cNvPr>
          <p:cNvCxnSpPr>
            <a:cxnSpLocks/>
          </p:cNvCxnSpPr>
          <p:nvPr/>
        </p:nvCxnSpPr>
        <p:spPr>
          <a:xfrm>
            <a:off x="3829040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6">
            <a:extLst>
              <a:ext uri="{FF2B5EF4-FFF2-40B4-BE49-F238E27FC236}">
                <ns2:creationId id="{869AD4C5-12D0-6CD9-A0CD-E35877FE291B}"/>
              </a:ext>
            </a:extLst>
          </p:cNvPr>
          <p:cNvCxnSpPr>
            <a:cxnSpLocks/>
          </p:cNvCxnSpPr>
          <p:nvPr/>
        </p:nvCxnSpPr>
        <p:spPr>
          <a:xfrm>
            <a:off x="5175524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6">
            <a:extLst>
              <a:ext uri="{FF2B5EF4-FFF2-40B4-BE49-F238E27FC236}">
                <ns2:creationId id="{2717D122-191D-6C24-A6C0-8D304FA3BA74}"/>
              </a:ext>
            </a:extLst>
          </p:cNvPr>
          <p:cNvCxnSpPr>
            <a:cxnSpLocks/>
          </p:cNvCxnSpPr>
          <p:nvPr/>
        </p:nvCxnSpPr>
        <p:spPr>
          <a:xfrm>
            <a:off x="6522008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6">
            <a:extLst>
              <a:ext uri="{FF2B5EF4-FFF2-40B4-BE49-F238E27FC236}">
                <ns2:creationId id="{4990DB88-6173-3533-E612-06E471BA1954}"/>
              </a:ext>
            </a:extLst>
          </p:cNvPr>
          <p:cNvCxnSpPr>
            <a:cxnSpLocks/>
          </p:cNvCxnSpPr>
          <p:nvPr/>
        </p:nvCxnSpPr>
        <p:spPr>
          <a:xfrm>
            <a:off x="7868492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ns2:creationId id="{AF57935A-AA7C-9B3F-15C2-AA76555BCB56}"/>
              </a:ext>
            </a:extLst>
          </p:cNvPr>
          <p:cNvCxnSpPr>
            <a:cxnSpLocks/>
          </p:cNvCxnSpPr>
          <p:nvPr/>
        </p:nvCxnSpPr>
        <p:spPr>
          <a:xfrm>
            <a:off x="9214976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6">
            <a:extLst>
              <a:ext uri="{FF2B5EF4-FFF2-40B4-BE49-F238E27FC236}">
                <ns2:creationId id="{F0E7F9BC-0BC3-A80F-E043-C173FA34B21C}"/>
              </a:ext>
            </a:extLst>
          </p:cNvPr>
          <p:cNvCxnSpPr>
            <a:cxnSpLocks/>
          </p:cNvCxnSpPr>
          <p:nvPr/>
        </p:nvCxnSpPr>
        <p:spPr>
          <a:xfrm>
            <a:off x="10561461" y="6093461"/>
            <a:ext cx="129557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正方形/長方形 59">
            <a:extLst>
              <a:ext uri="{FF2B5EF4-FFF2-40B4-BE49-F238E27FC236}">
                <ns2:creationId id="{F97C8253-B7D2-5FDB-C38C-5A9C1AE6195E}"/>
              </a:ext>
            </a:extLst>
          </p:cNvPr>
          <p:cNvSpPr/>
          <p:nvPr/>
        </p:nvSpPr>
        <p:spPr>
          <a:xfrm>
            <a:off x="334962" y="2036745"/>
            <a:ext cx="748938" cy="3806033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" name="正方形/長方形 5">
            <a:extLst>
              <a:ext uri="{FF2B5EF4-FFF2-40B4-BE49-F238E27FC236}">
                <ns2:creationId id="{7AB21A5A-7E98-3A1C-3FBC-8A9B7DA0DBD7}"/>
              </a:ext>
            </a:extLst>
          </p:cNvPr>
          <p:cNvSpPr/>
          <p:nvPr/>
        </p:nvSpPr>
        <p:spPr>
          <a:xfrm>
            <a:off x="1168026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8900" lvl="1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1" name="正方形/長方形 58">
            <a:extLst>
              <a:ext uri="{FF2B5EF4-FFF2-40B4-BE49-F238E27FC236}">
                <ns2:creationId id="{5649CA2F-07F1-3573-74B0-80F7001F9464}"/>
              </a:ext>
            </a:extLst>
          </p:cNvPr>
          <p:cNvSpPr/>
          <p:nvPr/>
        </p:nvSpPr>
        <p:spPr>
          <a:xfrm>
            <a:off x="1168026" y="4897236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2" name="正方形/長方形 58">
            <a:extLst>
              <a:ext uri="{FF2B5EF4-FFF2-40B4-BE49-F238E27FC236}">
                <ns2:creationId id="{C0C30FE3-F39E-BF66-C3AB-4040CFF2E4E2}"/>
              </a:ext>
            </a:extLst>
          </p:cNvPr>
          <p:cNvSpPr/>
          <p:nvPr/>
        </p:nvSpPr>
        <p:spPr>
          <a:xfrm>
            <a:off x="2510917" y="2990242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3" name="正方形/長方形 58">
            <a:extLst>
              <a:ext uri="{FF2B5EF4-FFF2-40B4-BE49-F238E27FC236}">
                <ns2:creationId id="{3A42382F-748F-9E4F-BF59-7BD87F8E8AF5}"/>
              </a:ext>
            </a:extLst>
          </p:cNvPr>
          <p:cNvSpPr/>
          <p:nvPr/>
        </p:nvSpPr>
        <p:spPr>
          <a:xfrm>
            <a:off x="2510917" y="2036745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48" name="正方形/長方形 58">
            <a:extLst>
              <a:ext uri="{FF2B5EF4-FFF2-40B4-BE49-F238E27FC236}">
                <ns2:creationId id="{087981E5-86BD-FB23-71C3-8A97775B3744}"/>
              </a:ext>
            </a:extLst>
          </p:cNvPr>
          <p:cNvSpPr/>
          <p:nvPr/>
        </p:nvSpPr>
        <p:spPr>
          <a:xfrm>
            <a:off x="5196700" y="5192541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2" name="正方形/長方形 58">
            <a:extLst>
              <a:ext uri="{FF2B5EF4-FFF2-40B4-BE49-F238E27FC236}">
                <ns2:creationId id="{763B368F-6881-514F-38B4-82473239F7CE}"/>
              </a:ext>
            </a:extLst>
          </p:cNvPr>
          <p:cNvSpPr/>
          <p:nvPr/>
        </p:nvSpPr>
        <p:spPr>
          <a:xfrm>
            <a:off x="2510917" y="3943739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53" name="正方形/長方形 58">
            <a:extLst>
              <a:ext uri="{FF2B5EF4-FFF2-40B4-BE49-F238E27FC236}">
                <ns2:creationId id="{F0128829-FDE9-CE30-626D-9A28A6BF1D4D}"/>
              </a:ext>
            </a:extLst>
          </p:cNvPr>
          <p:cNvSpPr/>
          <p:nvPr/>
        </p:nvSpPr>
        <p:spPr>
          <a:xfrm>
            <a:off x="2510917" y="4897236"/>
            <a:ext cx="1237584" cy="144000"/>
          </a:xfrm>
          <a:prstGeom prst="rect">
            <a:avLst/>
          </a:prstGeom>
          <a:solidFill>
            <a:schemeClr val="accent5">
              <a:alpha val="2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7" name="正方形/長方形 58">
            <a:extLst>
              <a:ext uri="{FF2B5EF4-FFF2-40B4-BE49-F238E27FC236}">
                <ns2:creationId id="{2003B535-3398-B9C0-1727-544685BD9C9C}"/>
              </a:ext>
            </a:extLst>
          </p:cNvPr>
          <p:cNvSpPr/>
          <p:nvPr/>
        </p:nvSpPr>
        <p:spPr>
          <a:xfrm>
            <a:off x="6577121" y="2036745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8" name="正方形/長方形 58">
            <a:extLst>
              <a:ext uri="{FF2B5EF4-FFF2-40B4-BE49-F238E27FC236}">
                <ns2:creationId id="{C0A2C255-6DDD-B057-F312-4370839C3449}"/>
              </a:ext>
            </a:extLst>
          </p:cNvPr>
          <p:cNvSpPr/>
          <p:nvPr/>
        </p:nvSpPr>
        <p:spPr>
          <a:xfrm>
            <a:off x="6586321" y="2990242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89" name="正方形/長方形 58">
            <a:extLst>
              <a:ext uri="{FF2B5EF4-FFF2-40B4-BE49-F238E27FC236}">
                <ns2:creationId id="{952FCACF-790B-DE5B-D5BE-756ABD040246}"/>
              </a:ext>
            </a:extLst>
          </p:cNvPr>
          <p:cNvSpPr/>
          <p:nvPr/>
        </p:nvSpPr>
        <p:spPr>
          <a:xfrm>
            <a:off x="6586321" y="3800775"/>
            <a:ext cx="1237584" cy="286964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正方形/長方形 58">
            <a:extLst>
              <a:ext uri="{FF2B5EF4-FFF2-40B4-BE49-F238E27FC236}">
                <ns2:creationId id="{B5740AB8-86C6-CEB6-55D4-7973F9E9A0AC}"/>
              </a:ext>
            </a:extLst>
          </p:cNvPr>
          <p:cNvSpPr/>
          <p:nvPr/>
        </p:nvSpPr>
        <p:spPr>
          <a:xfrm>
            <a:off x="6586321" y="4897236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1" name="正方形/長方形 58">
            <a:extLst>
              <a:ext uri="{FF2B5EF4-FFF2-40B4-BE49-F238E27FC236}">
                <ns2:creationId id="{248F0250-FBF4-A8BD-BC0C-C13BB5473045}"/>
              </a:ext>
            </a:extLst>
          </p:cNvPr>
          <p:cNvSpPr/>
          <p:nvPr/>
        </p:nvSpPr>
        <p:spPr>
          <a:xfrm>
            <a:off x="7911696" y="2036745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2" name="正方形/長方形 58">
            <a:extLst>
              <a:ext uri="{FF2B5EF4-FFF2-40B4-BE49-F238E27FC236}">
                <ns2:creationId id="{F118549F-D36E-DE7F-C73E-7BBE6541AF23}"/>
              </a:ext>
            </a:extLst>
          </p:cNvPr>
          <p:cNvSpPr/>
          <p:nvPr/>
        </p:nvSpPr>
        <p:spPr>
          <a:xfrm>
            <a:off x="7926483" y="2990242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3" name="正方形/長方形 58">
            <a:extLst>
              <a:ext uri="{FF2B5EF4-FFF2-40B4-BE49-F238E27FC236}">
                <ns2:creationId id="{D86FBFC8-CFF7-8009-AAE1-B9C79658A076}"/>
              </a:ext>
            </a:extLst>
          </p:cNvPr>
          <p:cNvSpPr/>
          <p:nvPr/>
        </p:nvSpPr>
        <p:spPr>
          <a:xfrm>
            <a:off x="7918345" y="3943739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4" name="正方形/長方形 58">
            <a:extLst>
              <a:ext uri="{FF2B5EF4-FFF2-40B4-BE49-F238E27FC236}">
                <ns2:creationId id="{AC473860-3C0B-B5DA-4D28-A724B1A6F7A5}"/>
              </a:ext>
            </a:extLst>
          </p:cNvPr>
          <p:cNvSpPr/>
          <p:nvPr/>
        </p:nvSpPr>
        <p:spPr>
          <a:xfrm>
            <a:off x="7918345" y="4897236"/>
            <a:ext cx="1237584" cy="144000"/>
          </a:xfrm>
          <a:prstGeom prst="rect">
            <a:avLst/>
          </a:prstGeom>
          <a:solidFill>
            <a:schemeClr val="accent5">
              <a:alpha val="3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7" name="正方形/長方形 58">
            <a:extLst>
              <a:ext uri="{FF2B5EF4-FFF2-40B4-BE49-F238E27FC236}">
                <ns2:creationId id="{52B527C6-EBA3-4FF8-98F7-1BCEC337DACD}"/>
              </a:ext>
            </a:extLst>
          </p:cNvPr>
          <p:cNvSpPr/>
          <p:nvPr/>
        </p:nvSpPr>
        <p:spPr>
          <a:xfrm>
            <a:off x="9225372" y="2036745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8" name="正方形/長方形 58">
            <a:extLst>
              <a:ext uri="{FF2B5EF4-FFF2-40B4-BE49-F238E27FC236}">
                <ns2:creationId id="{46D02DB2-28B2-60AE-680B-DDEC72DE26D1}"/>
              </a:ext>
            </a:extLst>
          </p:cNvPr>
          <p:cNvSpPr/>
          <p:nvPr/>
        </p:nvSpPr>
        <p:spPr>
          <a:xfrm>
            <a:off x="9225372" y="2990242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99" name="正方形/長方形 58">
            <a:extLst>
              <a:ext uri="{FF2B5EF4-FFF2-40B4-BE49-F238E27FC236}">
                <ns2:creationId id="{62E09DC3-957F-4ACD-14A5-98158BF64A4B}"/>
              </a:ext>
            </a:extLst>
          </p:cNvPr>
          <p:cNvSpPr/>
          <p:nvPr/>
        </p:nvSpPr>
        <p:spPr>
          <a:xfrm>
            <a:off x="9225372" y="4897236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0" name="正方形/長方形 58">
            <a:extLst>
              <a:ext uri="{FF2B5EF4-FFF2-40B4-BE49-F238E27FC236}">
                <ns2:creationId id="{2F23EBF7-68BC-89AC-3CEA-106872CE3EBC}"/>
              </a:ext>
            </a:extLst>
          </p:cNvPr>
          <p:cNvSpPr/>
          <p:nvPr/>
        </p:nvSpPr>
        <p:spPr>
          <a:xfrm>
            <a:off x="9225372" y="3943739"/>
            <a:ext cx="1237584" cy="144000"/>
          </a:xfrm>
          <a:prstGeom prst="rect">
            <a:avLst/>
          </a:prstGeom>
          <a:solidFill>
            <a:schemeClr val="accent5">
              <a:alpha val="5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8" name="正方形/長方形 58">
            <a:extLst>
              <a:ext uri="{FF2B5EF4-FFF2-40B4-BE49-F238E27FC236}">
                <ns2:creationId id="{697056FD-03D6-A01F-51DA-3B4D27DA0899}"/>
              </a:ext>
            </a:extLst>
          </p:cNvPr>
          <p:cNvSpPr/>
          <p:nvPr/>
        </p:nvSpPr>
        <p:spPr>
          <a:xfrm>
            <a:off x="3853809" y="2036745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09" name="正方形/長方形 58">
            <a:extLst>
              <a:ext uri="{FF2B5EF4-FFF2-40B4-BE49-F238E27FC236}">
                <ns2:creationId id="{0913BE74-4A43-FCA2-04DF-C77CC256F37C}"/>
              </a:ext>
            </a:extLst>
          </p:cNvPr>
          <p:cNvSpPr/>
          <p:nvPr/>
        </p:nvSpPr>
        <p:spPr>
          <a:xfrm>
            <a:off x="3853809" y="2734044"/>
            <a:ext cx="1237584" cy="400198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0" name="正方形/長方形 58">
            <a:extLst>
              <a:ext uri="{FF2B5EF4-FFF2-40B4-BE49-F238E27FC236}">
                <ns2:creationId id="{E2A21581-2618-E910-4414-465DB77A749D}"/>
              </a:ext>
            </a:extLst>
          </p:cNvPr>
          <p:cNvSpPr/>
          <p:nvPr/>
        </p:nvSpPr>
        <p:spPr>
          <a:xfrm>
            <a:off x="3853809" y="4151418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1" name="正方形/長方形 58">
            <a:extLst>
              <a:ext uri="{FF2B5EF4-FFF2-40B4-BE49-F238E27FC236}">
                <ns2:creationId id="{7EB51A68-5CF5-704C-0C5B-67D723C78EE0}"/>
              </a:ext>
            </a:extLst>
          </p:cNvPr>
          <p:cNvSpPr/>
          <p:nvPr/>
        </p:nvSpPr>
        <p:spPr>
          <a:xfrm>
            <a:off x="3853809" y="4897236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2" name="正方形/長方形 58">
            <a:extLst>
              <a:ext uri="{FF2B5EF4-FFF2-40B4-BE49-F238E27FC236}">
                <ns2:creationId id="{847E09B7-1CE8-6E0D-28DF-5F6EC8126A3C}"/>
              </a:ext>
            </a:extLst>
          </p:cNvPr>
          <p:cNvSpPr/>
          <p:nvPr/>
        </p:nvSpPr>
        <p:spPr>
          <a:xfrm>
            <a:off x="5196700" y="2036745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3" name="正方形/長方形 58">
            <a:extLst>
              <a:ext uri="{FF2B5EF4-FFF2-40B4-BE49-F238E27FC236}">
                <ns2:creationId id="{A28F2405-DF13-D0FB-8D95-DB160645BFFF}"/>
              </a:ext>
            </a:extLst>
          </p:cNvPr>
          <p:cNvSpPr/>
          <p:nvPr/>
        </p:nvSpPr>
        <p:spPr>
          <a:xfrm>
            <a:off x="5196699" y="2990242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4" name="正方形/長方形 58">
            <a:extLst>
              <a:ext uri="{FF2B5EF4-FFF2-40B4-BE49-F238E27FC236}">
                <ns2:creationId id="{5A550ED5-5639-9E3E-0133-3AB0CF3BF74A}"/>
              </a:ext>
            </a:extLst>
          </p:cNvPr>
          <p:cNvSpPr/>
          <p:nvPr/>
        </p:nvSpPr>
        <p:spPr>
          <a:xfrm>
            <a:off x="5196699" y="3800775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15" name="正方形/長方形 58">
            <a:extLst>
              <a:ext uri="{FF2B5EF4-FFF2-40B4-BE49-F238E27FC236}">
                <ns2:creationId id="{EFE08FE5-0FD9-E310-AEE8-C7873317535F}"/>
              </a:ext>
            </a:extLst>
          </p:cNvPr>
          <p:cNvSpPr/>
          <p:nvPr/>
        </p:nvSpPr>
        <p:spPr>
          <a:xfrm>
            <a:off x="5196700" y="4496658"/>
            <a:ext cx="1237584" cy="144000"/>
          </a:xfrm>
          <a:prstGeom prst="rect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29" name="正方形/長方形 58">
            <a:extLst>
              <a:ext uri="{FF2B5EF4-FFF2-40B4-BE49-F238E27FC236}">
                <ns2:creationId id="{A3F65D99-6328-1075-81E2-1BE37881B029}"/>
              </a:ext>
            </a:extLst>
          </p:cNvPr>
          <p:cNvSpPr/>
          <p:nvPr/>
        </p:nvSpPr>
        <p:spPr>
          <a:xfrm>
            <a:off x="1168026" y="2036745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chemeClr val="accent5"/>
              </a:buClr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8" name="正方形/長方形 58">
            <a:extLst>
              <a:ext uri="{FF2B5EF4-FFF2-40B4-BE49-F238E27FC236}">
                <ns2:creationId id="{FEA8A5E0-B904-CEAE-9DF8-28735492C90C}"/>
              </a:ext>
            </a:extLst>
          </p:cNvPr>
          <p:cNvSpPr/>
          <p:nvPr/>
        </p:nvSpPr>
        <p:spPr>
          <a:xfrm>
            <a:off x="1168026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8900" lvl="1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8900" lvl="1" indent="-88900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正方形/長方形 58">
            <a:extLst>
              <a:ext uri="{FF2B5EF4-FFF2-40B4-BE49-F238E27FC236}">
                <ns2:creationId id="{242AF092-24B7-0ED5-E4BE-21A4018CAC78}"/>
              </a:ext>
            </a:extLst>
          </p:cNvPr>
          <p:cNvSpPr/>
          <p:nvPr/>
        </p:nvSpPr>
        <p:spPr>
          <a:xfrm>
            <a:off x="1168026" y="2990242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0" name="正方形/長方形 58">
            <a:extLst>
              <a:ext uri="{FF2B5EF4-FFF2-40B4-BE49-F238E27FC236}">
                <ns2:creationId id="{88F35984-1CD7-4E74-A600-556329DE236B}"/>
              </a:ext>
            </a:extLst>
          </p:cNvPr>
          <p:cNvSpPr/>
          <p:nvPr/>
        </p:nvSpPr>
        <p:spPr>
          <a:xfrm>
            <a:off x="1168026" y="3134242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正方形/長方形 58">
            <a:extLst>
              <a:ext uri="{FF2B5EF4-FFF2-40B4-BE49-F238E27FC236}">
                <ns2:creationId id="{CA1EA208-C723-74C8-656A-7158183A1627}"/>
              </a:ext>
            </a:extLst>
          </p:cNvPr>
          <p:cNvSpPr/>
          <p:nvPr/>
        </p:nvSpPr>
        <p:spPr>
          <a:xfrm>
            <a:off x="1168026" y="3943739"/>
            <a:ext cx="1237584" cy="144000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2" name="正方形/長方形 58">
            <a:extLst>
              <a:ext uri="{FF2B5EF4-FFF2-40B4-BE49-F238E27FC236}">
                <ns2:creationId id="{57B9AB63-0176-CF0D-3778-053AA726880C}"/>
              </a:ext>
            </a:extLst>
          </p:cNvPr>
          <p:cNvSpPr/>
          <p:nvPr/>
        </p:nvSpPr>
        <p:spPr>
          <a:xfrm>
            <a:off x="1168026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5" name="正方形/長方形 58">
            <a:extLst>
              <a:ext uri="{FF2B5EF4-FFF2-40B4-BE49-F238E27FC236}">
                <ns2:creationId id="{69A1371B-CF4A-F63F-A551-88737B5F5140}"/>
              </a:ext>
            </a:extLst>
          </p:cNvPr>
          <p:cNvSpPr/>
          <p:nvPr/>
        </p:nvSpPr>
        <p:spPr>
          <a:xfrm>
            <a:off x="2510917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6" name="正方形/長方形 58">
            <a:extLst>
              <a:ext uri="{FF2B5EF4-FFF2-40B4-BE49-F238E27FC236}">
                <ns2:creationId id="{77E40CBD-153E-49D8-1881-35848226F3E0}"/>
              </a:ext>
            </a:extLst>
          </p:cNvPr>
          <p:cNvSpPr/>
          <p:nvPr/>
        </p:nvSpPr>
        <p:spPr>
          <a:xfrm>
            <a:off x="2510917" y="3134242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7" name="正方形/長方形 58">
            <a:extLst>
              <a:ext uri="{FF2B5EF4-FFF2-40B4-BE49-F238E27FC236}">
                <ns2:creationId id="{158751B4-3AAC-D2AD-C15F-BFAA54D56BD4}"/>
              </a:ext>
            </a:extLst>
          </p:cNvPr>
          <p:cNvSpPr/>
          <p:nvPr/>
        </p:nvSpPr>
        <p:spPr>
          <a:xfrm>
            <a:off x="2510917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59" name="正方形/長方形 58">
            <a:extLst>
              <a:ext uri="{FF2B5EF4-FFF2-40B4-BE49-F238E27FC236}">
                <ns2:creationId id="{D591E1DA-14C1-F343-8BD5-3D104D0C847D}"/>
              </a:ext>
            </a:extLst>
          </p:cNvPr>
          <p:cNvSpPr/>
          <p:nvPr/>
        </p:nvSpPr>
        <p:spPr>
          <a:xfrm>
            <a:off x="2510917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0" name="正方形/長方形 58">
            <a:extLst>
              <a:ext uri="{FF2B5EF4-FFF2-40B4-BE49-F238E27FC236}">
                <ns2:creationId id="{BEE79C99-83C9-29CF-F99F-376C99537D63}"/>
              </a:ext>
            </a:extLst>
          </p:cNvPr>
          <p:cNvSpPr/>
          <p:nvPr/>
        </p:nvSpPr>
        <p:spPr>
          <a:xfrm>
            <a:off x="3853809" y="2180745"/>
            <a:ext cx="1237584" cy="553299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1" name="正方形/長方形 58">
            <a:extLst>
              <a:ext uri="{FF2B5EF4-FFF2-40B4-BE49-F238E27FC236}">
                <ns2:creationId id="{E42AA164-C594-7ADB-ACC7-AB294AC3CA7F}"/>
              </a:ext>
            </a:extLst>
          </p:cNvPr>
          <p:cNvSpPr/>
          <p:nvPr/>
        </p:nvSpPr>
        <p:spPr>
          <a:xfrm>
            <a:off x="3853809" y="3134242"/>
            <a:ext cx="1237584" cy="1017176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2" name="正方形/長方形 58">
            <a:extLst>
              <a:ext uri="{FF2B5EF4-FFF2-40B4-BE49-F238E27FC236}">
                <ns2:creationId id="{D2B9F1E6-9349-1A60-A3FB-43EA2C395916}"/>
              </a:ext>
            </a:extLst>
          </p:cNvPr>
          <p:cNvSpPr/>
          <p:nvPr/>
        </p:nvSpPr>
        <p:spPr>
          <a:xfrm>
            <a:off x="3853809" y="4295419"/>
            <a:ext cx="1237584" cy="60181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3" name="正方形/長方形 58">
            <a:extLst>
              <a:ext uri="{FF2B5EF4-FFF2-40B4-BE49-F238E27FC236}">
                <ns2:creationId id="{F3CCF763-68F1-D4E7-B17F-DA77718856EC}"/>
              </a:ext>
            </a:extLst>
          </p:cNvPr>
          <p:cNvSpPr/>
          <p:nvPr/>
        </p:nvSpPr>
        <p:spPr>
          <a:xfrm>
            <a:off x="3853809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4" name="正方形/長方形 58">
            <a:extLst>
              <a:ext uri="{FF2B5EF4-FFF2-40B4-BE49-F238E27FC236}">
                <ns2:creationId id="{D4A8A588-9532-34CC-B725-72E8CF8C08CB}"/>
              </a:ext>
            </a:extLst>
          </p:cNvPr>
          <p:cNvSpPr/>
          <p:nvPr/>
        </p:nvSpPr>
        <p:spPr>
          <a:xfrm>
            <a:off x="5196700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5" name="正方形/長方形 58">
            <a:extLst>
              <a:ext uri="{FF2B5EF4-FFF2-40B4-BE49-F238E27FC236}">
                <ns2:creationId id="{BCCF770B-84CC-6759-4CAB-CFCBA1D7C22A}"/>
              </a:ext>
            </a:extLst>
          </p:cNvPr>
          <p:cNvSpPr/>
          <p:nvPr/>
        </p:nvSpPr>
        <p:spPr>
          <a:xfrm>
            <a:off x="5196699" y="3134242"/>
            <a:ext cx="1237584" cy="66653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6" name="正方形/長方形 58">
            <a:extLst>
              <a:ext uri="{FF2B5EF4-FFF2-40B4-BE49-F238E27FC236}">
                <ns2:creationId id="{4F764468-F4F7-C368-94E8-4869F5197ACD}"/>
              </a:ext>
            </a:extLst>
          </p:cNvPr>
          <p:cNvSpPr/>
          <p:nvPr/>
        </p:nvSpPr>
        <p:spPr>
          <a:xfrm>
            <a:off x="5196699" y="3944776"/>
            <a:ext cx="1237584" cy="55188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7" name="正方形/長方形 58">
            <a:extLst>
              <a:ext uri="{FF2B5EF4-FFF2-40B4-BE49-F238E27FC236}">
                <ns2:creationId id="{1EE7B793-5071-F236-8C33-E25CE388C3F4}"/>
              </a:ext>
            </a:extLst>
          </p:cNvPr>
          <p:cNvSpPr/>
          <p:nvPr/>
        </p:nvSpPr>
        <p:spPr>
          <a:xfrm>
            <a:off x="5196700" y="4640659"/>
            <a:ext cx="1237584" cy="551882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8" name="正方形/長方形 58">
            <a:extLst>
              <a:ext uri="{FF2B5EF4-FFF2-40B4-BE49-F238E27FC236}">
                <ns2:creationId id="{4762878C-E532-842A-5299-7AC08D2C504A}"/>
              </a:ext>
            </a:extLst>
          </p:cNvPr>
          <p:cNvSpPr/>
          <p:nvPr/>
        </p:nvSpPr>
        <p:spPr>
          <a:xfrm>
            <a:off x="5196700" y="5336541"/>
            <a:ext cx="1237584" cy="474481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69" name="正方形/長方形 58">
            <a:extLst>
              <a:ext uri="{FF2B5EF4-FFF2-40B4-BE49-F238E27FC236}">
                <ns2:creationId id="{7BF56750-FD39-35B7-57D0-E7A3828794F5}"/>
              </a:ext>
            </a:extLst>
          </p:cNvPr>
          <p:cNvSpPr/>
          <p:nvPr/>
        </p:nvSpPr>
        <p:spPr>
          <a:xfrm>
            <a:off x="6577121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0" name="正方形/長方形 58">
            <a:extLst>
              <a:ext uri="{FF2B5EF4-FFF2-40B4-BE49-F238E27FC236}">
                <ns2:creationId id="{F242DB52-18C1-C0B5-659A-A98BE8114953}"/>
              </a:ext>
            </a:extLst>
          </p:cNvPr>
          <p:cNvSpPr/>
          <p:nvPr/>
        </p:nvSpPr>
        <p:spPr>
          <a:xfrm>
            <a:off x="6586322" y="3134243"/>
            <a:ext cx="1237584" cy="6757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1" name="正方形/長方形 58">
            <a:extLst>
              <a:ext uri="{FF2B5EF4-FFF2-40B4-BE49-F238E27FC236}">
                <ns2:creationId id="{E1F6E680-BB05-B0B8-77C5-F30C0A611F52}"/>
              </a:ext>
            </a:extLst>
          </p:cNvPr>
          <p:cNvSpPr/>
          <p:nvPr/>
        </p:nvSpPr>
        <p:spPr>
          <a:xfrm>
            <a:off x="6586322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2" name="正方形/長方形 58">
            <a:extLst>
              <a:ext uri="{FF2B5EF4-FFF2-40B4-BE49-F238E27FC236}">
                <ns2:creationId id="{D8770B3E-C690-3FB0-6FF6-95E265634B97}"/>
              </a:ext>
            </a:extLst>
          </p:cNvPr>
          <p:cNvSpPr/>
          <p:nvPr/>
        </p:nvSpPr>
        <p:spPr>
          <a:xfrm>
            <a:off x="6586322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ROI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3" name="正方形/長方形 58">
            <a:extLst>
              <a:ext uri="{FF2B5EF4-FFF2-40B4-BE49-F238E27FC236}">
                <ns2:creationId id="{1A123C66-8D62-BF2B-9AA4-37EF77A10081}"/>
              </a:ext>
            </a:extLst>
          </p:cNvPr>
          <p:cNvSpPr/>
          <p:nvPr/>
        </p:nvSpPr>
        <p:spPr>
          <a:xfrm>
            <a:off x="7911697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4" name="正方形/長方形 58">
            <a:extLst>
              <a:ext uri="{FF2B5EF4-FFF2-40B4-BE49-F238E27FC236}">
                <ns2:creationId id="{9A2E98A3-2BFC-AE66-353F-C1D207266EEB}"/>
              </a:ext>
            </a:extLst>
          </p:cNvPr>
          <p:cNvSpPr/>
          <p:nvPr/>
        </p:nvSpPr>
        <p:spPr>
          <a:xfrm>
            <a:off x="7911697" y="3134242"/>
            <a:ext cx="1237584" cy="6757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5" name="正方形/長方形 58">
            <a:extLst>
              <a:ext uri="{FF2B5EF4-FFF2-40B4-BE49-F238E27FC236}">
                <ns2:creationId id="{DD5A7212-329E-7AB0-46CB-97C71CE1A481}"/>
              </a:ext>
            </a:extLst>
          </p:cNvPr>
          <p:cNvSpPr/>
          <p:nvPr/>
        </p:nvSpPr>
        <p:spPr>
          <a:xfrm>
            <a:off x="7911697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 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6" name="正方形/長方形 58">
            <a:extLst>
              <a:ext uri="{FF2B5EF4-FFF2-40B4-BE49-F238E27FC236}">
                <ns2:creationId id="{DB05B4EC-50C5-1786-D0D5-6D320707BBB8}"/>
              </a:ext>
            </a:extLst>
          </p:cNvPr>
          <p:cNvSpPr/>
          <p:nvPr/>
        </p:nvSpPr>
        <p:spPr>
          <a:xfrm>
            <a:off x="7918346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79" name="正方形/長方形 58">
            <a:extLst>
              <a:ext uri="{FF2B5EF4-FFF2-40B4-BE49-F238E27FC236}">
                <ns2:creationId id="{C1174962-1BEC-B8C1-FBF1-CF980F4126B6}"/>
              </a:ext>
            </a:extLst>
          </p:cNvPr>
          <p:cNvSpPr/>
          <p:nvPr/>
        </p:nvSpPr>
        <p:spPr>
          <a:xfrm>
            <a:off x="9225372" y="2180745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447675" algn="l"/>
              </a:tabLst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  <a:tabLst>
                <a:tab pos="447675" algn="l"/>
              </a:tabLst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0" name="正方形/長方形 58">
            <a:extLst>
              <a:ext uri="{FF2B5EF4-FFF2-40B4-BE49-F238E27FC236}">
                <ns2:creationId id="{7EB29CC4-B523-E746-E9C8-5A98E9B0C3C0}"/>
              </a:ext>
            </a:extLst>
          </p:cNvPr>
          <p:cNvSpPr/>
          <p:nvPr/>
        </p:nvSpPr>
        <p:spPr>
          <a:xfrm>
            <a:off x="9225372" y="3134242"/>
            <a:ext cx="1237584" cy="67574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3" name="正方形/長方形 58">
            <a:extLst>
              <a:ext uri="{FF2B5EF4-FFF2-40B4-BE49-F238E27FC236}">
                <ns2:creationId id="{2B0A5A2D-83A2-C10C-B261-FAC07430752D}"/>
              </a:ext>
            </a:extLst>
          </p:cNvPr>
          <p:cNvSpPr/>
          <p:nvPr/>
        </p:nvSpPr>
        <p:spPr>
          <a:xfrm>
            <a:off x="9222048" y="4087739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184" name="正方形/長方形 58">
            <a:extLst>
              <a:ext uri="{FF2B5EF4-FFF2-40B4-BE49-F238E27FC236}">
                <ns2:creationId id="{E6A5ECF9-9139-E428-D90C-D7C174982104}"/>
              </a:ext>
            </a:extLst>
          </p:cNvPr>
          <p:cNvSpPr/>
          <p:nvPr/>
        </p:nvSpPr>
        <p:spPr>
          <a:xfrm>
            <a:off x="9228697" y="5041236"/>
            <a:ext cx="1237584" cy="80949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  <a:p>
            <a:pPr marL="85725" lvl="1" indent="-85725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br>
              <a:rPr lang="fr-FR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426" name="グループ化 425">
            <a:extLst>
              <a:ext uri="{FF2B5EF4-FFF2-40B4-BE49-F238E27FC236}">
                <ns2:creationId id="{1944380A-E7C4-9139-9DC3-883C15491B8E}"/>
              </a:ext>
            </a:extLst>
          </p:cNvPr>
          <p:cNvGrpSpPr/>
          <p:nvPr/>
        </p:nvGrpSpPr>
        <p:grpSpPr>
          <a:xfrm>
            <a:off x="10554379" y="2036745"/>
            <a:ext cx="1237584" cy="396001"/>
            <a:chOff x="10554379" y="2036745"/>
            <a:chExt cx="1237584" cy="396001"/>
          </a:xfrm>
        </p:grpSpPr>
        <p:sp>
          <p:nvSpPr>
            <p:cNvPr id="101" name="正方形/長方形 58">
              <a:extLst>
                <a:ext uri="{FF2B5EF4-FFF2-40B4-BE49-F238E27FC236}">
                  <ns2:creationId id="{1F7CE49F-3457-CBA7-5863-4B7430B63AFA}"/>
                </a:ext>
              </a:extLst>
            </p:cNvPr>
            <p:cNvSpPr/>
            <p:nvPr/>
          </p:nvSpPr>
          <p:spPr>
            <a:xfrm>
              <a:off x="10554379" y="2036745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5" name="正方形/長方形 58">
              <a:extLst>
                <a:ext uri="{FF2B5EF4-FFF2-40B4-BE49-F238E27FC236}">
                  <ns2:creationId id="{00A8D358-38BA-815D-2C5A-943DC1258BAF}"/>
                </a:ext>
              </a:extLst>
            </p:cNvPr>
            <p:cNvSpPr/>
            <p:nvPr/>
          </p:nvSpPr>
          <p:spPr>
            <a:xfrm>
              <a:off x="10554379" y="2180746"/>
              <a:ext cx="1237584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19" name="グループ化 418">
            <a:extLst>
              <a:ext uri="{FF2B5EF4-FFF2-40B4-BE49-F238E27FC236}">
                <ns2:creationId id="{EFD820B2-9F06-009B-96BD-8F6B1FB0524E}"/>
              </a:ext>
            </a:extLst>
          </p:cNvPr>
          <p:cNvGrpSpPr/>
          <p:nvPr/>
        </p:nvGrpSpPr>
        <p:grpSpPr>
          <a:xfrm>
            <a:off x="10554379" y="2461118"/>
            <a:ext cx="1237584" cy="396000"/>
            <a:chOff x="10554379" y="2480070"/>
            <a:chExt cx="1237584" cy="396000"/>
          </a:xfrm>
        </p:grpSpPr>
        <p:sp>
          <p:nvSpPr>
            <p:cNvPr id="102" name="正方形/長方形 58">
              <a:extLst>
                <a:ext uri="{FF2B5EF4-FFF2-40B4-BE49-F238E27FC236}">
                  <ns2:creationId id="{3E427CAF-A755-A7C3-9885-EDE08A7B08DE}"/>
                </a:ext>
              </a:extLst>
            </p:cNvPr>
            <p:cNvSpPr/>
            <p:nvPr/>
          </p:nvSpPr>
          <p:spPr>
            <a:xfrm>
              <a:off x="10554379" y="2480070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6" name="正方形/長方形 58">
              <a:extLst>
                <a:ext uri="{FF2B5EF4-FFF2-40B4-BE49-F238E27FC236}">
                  <ns2:creationId id="{D7F36F94-5BDF-3AF4-EC8A-85C733CD80CA}"/>
                </a:ext>
              </a:extLst>
            </p:cNvPr>
            <p:cNvSpPr/>
            <p:nvPr/>
          </p:nvSpPr>
          <p:spPr>
            <a:xfrm>
              <a:off x="10554379" y="2624070"/>
              <a:ext cx="1237584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420" name="グループ化 419">
            <a:extLst>
              <a:ext uri="{FF2B5EF4-FFF2-40B4-BE49-F238E27FC236}">
                <ns2:creationId id="{F45751EF-2353-DDD8-6D95-B47353CD5E27}"/>
              </a:ext>
            </a:extLst>
          </p:cNvPr>
          <p:cNvGrpSpPr/>
          <p:nvPr/>
        </p:nvGrpSpPr>
        <p:grpSpPr>
          <a:xfrm>
            <a:off x="10554379" y="2885490"/>
            <a:ext cx="1237584" cy="648001"/>
            <a:chOff x="10554379" y="2923394"/>
            <a:chExt cx="1237584" cy="648001"/>
          </a:xfrm>
        </p:grpSpPr>
        <p:sp>
          <p:nvSpPr>
            <p:cNvPr id="103" name="正方形/長方形 58">
              <a:extLst>
                <a:ext uri="{FF2B5EF4-FFF2-40B4-BE49-F238E27FC236}">
                  <ns2:creationId id="{778F841D-A00C-AE4B-83F2-26A5BB2A1B25}"/>
                </a:ext>
              </a:extLst>
            </p:cNvPr>
            <p:cNvSpPr/>
            <p:nvPr/>
          </p:nvSpPr>
          <p:spPr>
            <a:xfrm>
              <a:off x="10554379" y="2923394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58">
              <a:extLst>
                <a:ext uri="{FF2B5EF4-FFF2-40B4-BE49-F238E27FC236}">
                  <ns2:creationId id="{00077501-985D-C548-508F-765A5CF83C66}"/>
                </a:ext>
              </a:extLst>
            </p:cNvPr>
            <p:cNvSpPr/>
            <p:nvPr/>
          </p:nvSpPr>
          <p:spPr>
            <a:xfrm>
              <a:off x="10554379" y="3067395"/>
              <a:ext cx="1237584" cy="50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21" name="グループ化 420">
            <a:extLst>
              <a:ext uri="{FF2B5EF4-FFF2-40B4-BE49-F238E27FC236}">
                <ns2:creationId id="{B7853194-4D9B-DFAE-11CC-AC9AC77C3F9D}"/>
              </a:ext>
            </a:extLst>
          </p:cNvPr>
          <p:cNvGrpSpPr/>
          <p:nvPr/>
        </p:nvGrpSpPr>
        <p:grpSpPr>
          <a:xfrm>
            <a:off x="10554378" y="3561863"/>
            <a:ext cx="1237585" cy="396000"/>
            <a:chOff x="10554378" y="3614629"/>
            <a:chExt cx="1237585" cy="396000"/>
          </a:xfrm>
        </p:grpSpPr>
        <p:sp>
          <p:nvSpPr>
            <p:cNvPr id="104" name="正方形/長方形 58">
              <a:extLst>
                <a:ext uri="{FF2B5EF4-FFF2-40B4-BE49-F238E27FC236}">
                  <ns2:creationId id="{7E870286-2A4F-4627-4D87-DDD47E98FECF}"/>
                </a:ext>
              </a:extLst>
            </p:cNvPr>
            <p:cNvSpPr/>
            <p:nvPr/>
          </p:nvSpPr>
          <p:spPr>
            <a:xfrm>
              <a:off x="10554379" y="3614629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TW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6" name="正方形/長方形 58">
              <a:extLst>
                <a:ext uri="{FF2B5EF4-FFF2-40B4-BE49-F238E27FC236}">
                  <ns2:creationId id="{65819C81-D204-6FAE-74F6-FF294D7E7C43}"/>
                </a:ext>
              </a:extLst>
            </p:cNvPr>
            <p:cNvSpPr/>
            <p:nvPr/>
          </p:nvSpPr>
          <p:spPr>
            <a:xfrm>
              <a:off x="10554378" y="3758629"/>
              <a:ext cx="1237584" cy="252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25" name="グループ化 424">
            <a:extLst>
              <a:ext uri="{FF2B5EF4-FFF2-40B4-BE49-F238E27FC236}">
                <ns2:creationId id="{FF0CCDB6-A8BA-F06A-8D40-44BF0EEEE726}"/>
              </a:ext>
            </a:extLst>
          </p:cNvPr>
          <p:cNvGrpSpPr/>
          <p:nvPr/>
        </p:nvGrpSpPr>
        <p:grpSpPr>
          <a:xfrm>
            <a:off x="10554379" y="3986235"/>
            <a:ext cx="1237585" cy="503999"/>
            <a:chOff x="10554379" y="3872747"/>
            <a:chExt cx="1237585" cy="503999"/>
          </a:xfrm>
        </p:grpSpPr>
        <p:sp>
          <p:nvSpPr>
            <p:cNvPr id="105" name="正方形/長方形 58">
              <a:extLst>
                <a:ext uri="{FF2B5EF4-FFF2-40B4-BE49-F238E27FC236}">
                  <ns2:creationId id="{DF52F3BF-3B7F-52FD-043E-711937AC0B39}"/>
                </a:ext>
              </a:extLst>
            </p:cNvPr>
            <p:cNvSpPr/>
            <p:nvPr/>
          </p:nvSpPr>
          <p:spPr>
            <a:xfrm>
              <a:off x="10554379" y="3872747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7" name="正方形/長方形 58">
              <a:extLst>
                <a:ext uri="{FF2B5EF4-FFF2-40B4-BE49-F238E27FC236}">
                  <ns2:creationId id="{6D43524A-FD31-D35C-5E93-7ABDDF3E4003}"/>
                </a:ext>
              </a:extLst>
            </p:cNvPr>
            <p:cNvSpPr/>
            <p:nvPr/>
          </p:nvSpPr>
          <p:spPr>
            <a:xfrm>
              <a:off x="10554380" y="4016746"/>
              <a:ext cx="1237584" cy="360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  <p:grpSp>
        <p:nvGrpSpPr>
          <p:cNvPr id="424" name="グループ化 423">
            <a:extLst>
              <a:ext uri="{FF2B5EF4-FFF2-40B4-BE49-F238E27FC236}">
                <ns2:creationId id="{234E5AE0-CC10-E823-AAEA-39DB247D9CE5}"/>
              </a:ext>
            </a:extLst>
          </p:cNvPr>
          <p:cNvGrpSpPr/>
          <p:nvPr/>
        </p:nvGrpSpPr>
        <p:grpSpPr>
          <a:xfrm>
            <a:off x="10554379" y="4518606"/>
            <a:ext cx="1237584" cy="1332128"/>
            <a:chOff x="10554379" y="4376746"/>
            <a:chExt cx="1237584" cy="1332128"/>
          </a:xfrm>
        </p:grpSpPr>
        <p:sp>
          <p:nvSpPr>
            <p:cNvPr id="106" name="正方形/長方形 58">
              <a:extLst>
                <a:ext uri="{FF2B5EF4-FFF2-40B4-BE49-F238E27FC236}">
                  <ns2:creationId id="{9C5D6FFE-4AC6-4373-48DB-7EC66547FE46}"/>
                </a:ext>
              </a:extLst>
            </p:cNvPr>
            <p:cNvSpPr/>
            <p:nvPr/>
          </p:nvSpPr>
          <p:spPr>
            <a:xfrm>
              <a:off x="10554379" y="4376746"/>
              <a:ext cx="1237584" cy="144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18" name="正方形/長方形 58">
              <a:extLst>
                <a:ext uri="{FF2B5EF4-FFF2-40B4-BE49-F238E27FC236}">
                  <ns2:creationId id="{E40D03DA-6A5D-6B79-2DC6-81C0C7338B65}"/>
                </a:ext>
              </a:extLst>
            </p:cNvPr>
            <p:cNvSpPr/>
            <p:nvPr/>
          </p:nvSpPr>
          <p:spPr>
            <a:xfrm>
              <a:off x="10554379" y="4520746"/>
              <a:ext cx="1237584" cy="1188128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5725" lvl="1" indent="-85725"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fr-FR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641340075"/>
      </p:ext>
    </p:extLst>
  </p:cSld>
  <p:clrMapOvr>
    <a:masterClrMapping/>
  </p:clrMapOvr>
</p:sld>
</file>

<file path=ppt/slides/slide36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D9BBF70-6BF3-B0E1-DF2A-700193B9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四角形: 角を丸くする 11">
            <a:extLst>
              <a:ext uri="{FF2B5EF4-FFF2-40B4-BE49-F238E27FC236}">
                <ns2:creationId id="{BB104A51-5B63-0120-46DF-5F1C488A6478}"/>
              </a:ext>
            </a:extLst>
          </p:cNvPr>
          <p:cNvSpPr/>
          <p:nvPr/>
        </p:nvSpPr>
        <p:spPr>
          <a:xfrm>
            <a:off x="8339799" y="2555947"/>
            <a:ext cx="3492000" cy="826971"/>
          </a:xfrm>
          <a:prstGeom prst="roundRect">
            <a:avLst>
              <a:gd name="adj" fmla="val 9627"/>
            </a:avLst>
          </a:prstGeom>
          <a:solidFill>
            <a:srgbClr val="EDEDED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ns2:creationId id="{A6BCB382-22CB-7FD9-29C8-FE8CF69AEC49}"/>
              </a:ext>
            </a:extLst>
          </p:cNvPr>
          <p:cNvSpPr/>
          <p:nvPr/>
        </p:nvSpPr>
        <p:spPr>
          <a:xfrm>
            <a:off x="1400010" y="3522101"/>
            <a:ext cx="1114467" cy="252000"/>
          </a:xfrm>
          <a:prstGeom prst="roundRect">
            <a:avLst/>
          </a:prstGeom>
          <a:solidFill>
            <a:srgbClr val="DBDBDB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16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AI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ns2:creationId id="{57493838-55EB-6DAF-DB0E-4184EA493D6A}"/>
              </a:ext>
            </a:extLst>
          </p:cNvPr>
          <p:cNvSpPr/>
          <p:nvPr/>
        </p:nvSpPr>
        <p:spPr>
          <a:xfrm>
            <a:off x="2968290" y="3522101"/>
            <a:ext cx="1736886" cy="252000"/>
          </a:xfrm>
          <a:prstGeom prst="roundRect">
            <a:avLst/>
          </a:prstGeom>
          <a:solidFill>
            <a:srgbClr val="DBDBDB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ns2:creationId id="{70B9A377-FCB4-C9B2-C036-A82DB62CA05A}"/>
              </a:ext>
            </a:extLst>
          </p:cNvPr>
          <p:cNvSpPr/>
          <p:nvPr/>
        </p:nvSpPr>
        <p:spPr>
          <a:xfrm>
            <a:off x="2234069" y="3031078"/>
            <a:ext cx="2504805" cy="342000"/>
          </a:xfrm>
          <a:prstGeom prst="roundRect">
            <a:avLst/>
          </a:prstGeom>
          <a:solidFill>
            <a:srgbClr val="DBDBDB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B286C245-1E17-3BF7-1162-5B2310C7D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22" name="正方形/長方形 21">
            <a:extLst>
              <a:ext uri="{FF2B5EF4-FFF2-40B4-BE49-F238E27FC236}">
                <ns2:creationId id="{E9E30D5F-EA35-9A3A-6B0B-F6BA6921C52C}"/>
              </a:ext>
            </a:extLst>
          </p:cNvPr>
          <p:cNvSpPr/>
          <p:nvPr/>
        </p:nvSpPr>
        <p:spPr>
          <a:xfrm>
            <a:off x="329906" y="4280702"/>
            <a:ext cx="864000" cy="252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ns2:creationId id="{4E71F1A0-464E-436D-D481-9A5C668EE66A}"/>
              </a:ext>
            </a:extLst>
          </p:cNvPr>
          <p:cNvSpPr/>
          <p:nvPr/>
        </p:nvSpPr>
        <p:spPr>
          <a:xfrm>
            <a:off x="1256399" y="4280702"/>
            <a:ext cx="3492000" cy="252000"/>
          </a:xfrm>
          <a:prstGeom prst="round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ns2:creationId id="{7CF7F124-D019-0F68-2A4E-A0D6D0731AE6}"/>
              </a:ext>
            </a:extLst>
          </p:cNvPr>
          <p:cNvSpPr/>
          <p:nvPr/>
        </p:nvSpPr>
        <p:spPr>
          <a:xfrm>
            <a:off x="4799474" y="4280702"/>
            <a:ext cx="3492000" cy="252000"/>
          </a:xfrm>
          <a:prstGeom prst="round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ns2:creationId id="{731C1762-9A5A-CB6C-8A70-56E5B5275880}"/>
              </a:ext>
            </a:extLst>
          </p:cNvPr>
          <p:cNvSpPr/>
          <p:nvPr/>
        </p:nvSpPr>
        <p:spPr>
          <a:xfrm>
            <a:off x="8342550" y="4280702"/>
            <a:ext cx="3492000" cy="252000"/>
          </a:xfrm>
          <a:prstGeom prst="round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100">
                <a:solidFill>
                  <a:schemeClr val="bg1"/>
                </a:solidFill>
                <a:latin typeface="+mn-ea"/>
              </a:rPr>
              <a:t>Excel</a:t>
            </a:r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29" name="正方形/長方形 28">
            <a:extLst>
              <a:ext uri="{FF2B5EF4-FFF2-40B4-BE49-F238E27FC236}">
                <ns2:creationId id="{3551E5E8-A05E-929F-FB73-336A1996F329}"/>
              </a:ext>
            </a:extLst>
          </p:cNvPr>
          <p:cNvSpPr/>
          <p:nvPr/>
        </p:nvSpPr>
        <p:spPr>
          <a:xfrm>
            <a:off x="329906" y="5899432"/>
            <a:ext cx="864000" cy="108000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6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93EE7EF4-0891-063C-3C4D-F4052739CC31}"/>
              </a:ext>
            </a:extLst>
          </p:cNvPr>
          <p:cNvSpPr/>
          <p:nvPr/>
        </p:nvSpPr>
        <p:spPr>
          <a:xfrm>
            <a:off x="329906" y="6052114"/>
            <a:ext cx="864000" cy="108000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600" dirty="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6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38C2A010-47C1-375F-14FA-DD9A950E07DF}"/>
              </a:ext>
            </a:extLst>
          </p:cNvPr>
          <p:cNvSpPr/>
          <p:nvPr/>
        </p:nvSpPr>
        <p:spPr>
          <a:xfrm>
            <a:off x="329906" y="6204797"/>
            <a:ext cx="864000" cy="108000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600">
                <a:solidFill>
                  <a:schemeClr val="tx1"/>
                </a:solidFill>
                <a:latin typeface="+mn-ea"/>
              </a:rPr>
              <a:t>XX</a:t>
            </a:r>
            <a:endParaRPr lang="ja-JP" altLang="en-US" sz="6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ns2:creationId id="{7E104783-D693-FFF0-5E05-206B623EC1B4}"/>
              </a:ext>
            </a:extLst>
          </p:cNvPr>
          <p:cNvSpPr/>
          <p:nvPr/>
        </p:nvSpPr>
        <p:spPr>
          <a:xfrm>
            <a:off x="329906" y="4577385"/>
            <a:ext cx="864000" cy="396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  <a:br>
              <a:rPr lang="en-US" altLang="ja-JP" sz="800" dirty="0">
                <a:solidFill>
                  <a:schemeClr val="bg1"/>
                </a:solidFill>
                <a:latin typeface="+mn-ea"/>
              </a:rPr>
            </a:br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3" name="正方形/長方形 32">
            <a:extLst>
              <a:ext uri="{FF2B5EF4-FFF2-40B4-BE49-F238E27FC236}">
                <ns2:creationId id="{71DF2012-FA2B-A191-FFE0-FC2A3B5E5C34}"/>
              </a:ext>
            </a:extLst>
          </p:cNvPr>
          <p:cNvSpPr/>
          <p:nvPr/>
        </p:nvSpPr>
        <p:spPr>
          <a:xfrm>
            <a:off x="329906" y="5018068"/>
            <a:ext cx="864000" cy="396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1E9CBB82-BE5C-AD6B-446F-9D2ADB2F22FF}"/>
              </a:ext>
            </a:extLst>
          </p:cNvPr>
          <p:cNvSpPr/>
          <p:nvPr/>
        </p:nvSpPr>
        <p:spPr>
          <a:xfrm>
            <a:off x="329906" y="5458750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bg1"/>
                </a:solidFill>
                <a:latin typeface="+mn-ea"/>
              </a:rPr>
              <a:t>XX</a:t>
            </a:r>
          </a:p>
        </p:txBody>
      </p:sp>
      <p:sp>
        <p:nvSpPr>
          <p:cNvPr id="35" name="正方形/長方形 34">
            <a:extLst>
              <a:ext uri="{FF2B5EF4-FFF2-40B4-BE49-F238E27FC236}">
                <ns2:creationId id="{C9BC933D-D248-D142-9525-C43A7FB55555}"/>
              </a:ext>
            </a:extLst>
          </p:cNvPr>
          <p:cNvSpPr/>
          <p:nvPr/>
        </p:nvSpPr>
        <p:spPr>
          <a:xfrm>
            <a:off x="1256399" y="457738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1000"/>
              </a:lnSpc>
              <a:spcAft>
                <a:spcPts val="100"/>
              </a:spcAft>
            </a:pP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BI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>
              <a:solidFill>
                <a:srgbClr val="008000"/>
              </a:solidFill>
              <a:latin typeface="+mn-ea"/>
            </a:endParaRPr>
          </a:p>
          <a:p>
            <a:pPr>
              <a:lnSpc>
                <a:spcPts val="1000"/>
              </a:lnSpc>
            </a:pP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(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) 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rgbClr val="1F1F1F"/>
                </a:solidFill>
                <a:latin typeface="+mn-ea"/>
              </a:rPr>
              <a:t>BI</a:t>
            </a:r>
            <a:r>
              <a:rPr lang="ja-JP" altLang="en-US" sz="900">
                <a:solidFill>
                  <a:srgbClr val="1F1F1F"/>
                </a:solidFill>
                <a:latin typeface="+mn-ea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9DEF0C87-4373-28CF-ADEA-45047B79C1BF}"/>
              </a:ext>
            </a:extLst>
          </p:cNvPr>
          <p:cNvSpPr/>
          <p:nvPr/>
        </p:nvSpPr>
        <p:spPr>
          <a:xfrm>
            <a:off x="4805776" y="457738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1000"/>
              </a:lnSpc>
              <a:spcAft>
                <a:spcPts val="100"/>
              </a:spcAft>
            </a:pP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)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>
              <a:solidFill>
                <a:srgbClr val="008000"/>
              </a:solidFill>
              <a:latin typeface="+mn-ea"/>
            </a:endParaRPr>
          </a:p>
          <a:p>
            <a:pPr>
              <a:lnSpc>
                <a:spcPts val="10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)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 </a:t>
            </a:r>
            <a:br>
              <a:rPr lang="en-US" altLang="ja-JP" sz="800">
                <a:solidFill>
                  <a:srgbClr val="1F1F1F"/>
                </a:solidFill>
                <a:latin typeface="+mn-ea"/>
              </a:rPr>
            </a:b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BI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DA1FF7F8-7E22-8A97-B8D4-D2FA1340B8F6}"/>
              </a:ext>
            </a:extLst>
          </p:cNvPr>
          <p:cNvSpPr/>
          <p:nvPr/>
        </p:nvSpPr>
        <p:spPr>
          <a:xfrm>
            <a:off x="8355154" y="457738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1000"/>
              </a:lnSpc>
              <a:spcAft>
                <a:spcPts val="100"/>
              </a:spcAft>
            </a:pP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800" b="1">
                <a:solidFill>
                  <a:srgbClr val="008000"/>
                </a:solidFill>
                <a:latin typeface="+mn-ea"/>
              </a:rPr>
              <a:t>Excel</a:t>
            </a:r>
            <a:r>
              <a:rPr lang="ja-JP" altLang="en-US" sz="800" b="1">
                <a:solidFill>
                  <a:srgbClr val="008000"/>
                </a:solidFill>
                <a:latin typeface="+mn-ea"/>
              </a:rPr>
              <a:t>XX</a:t>
            </a:r>
            <a:endParaRPr lang="ja-JP" altLang="en-US" sz="800">
              <a:solidFill>
                <a:srgbClr val="008000"/>
              </a:solidFill>
              <a:latin typeface="+mn-ea"/>
            </a:endParaRPr>
          </a:p>
          <a:p>
            <a:pPr>
              <a:lnSpc>
                <a:spcPts val="10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Excel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br>
              <a:rPr lang="en-US" altLang="ja-JP" sz="800">
                <a:solidFill>
                  <a:srgbClr val="1F1F1F"/>
                </a:solidFill>
                <a:latin typeface="+mn-ea"/>
              </a:rPr>
            </a:b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BI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38" name="正方形/長方形 37">
            <a:extLst>
              <a:ext uri="{FF2B5EF4-FFF2-40B4-BE49-F238E27FC236}">
                <ns2:creationId id="{69B0B53D-47D1-ADDD-7894-FB3369B2BC84}"/>
              </a:ext>
            </a:extLst>
          </p:cNvPr>
          <p:cNvSpPr/>
          <p:nvPr/>
        </p:nvSpPr>
        <p:spPr>
          <a:xfrm>
            <a:off x="1256399" y="5018068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 dirty="0">
              <a:solidFill>
                <a:srgbClr val="1F1F1F"/>
              </a:solidFill>
              <a:latin typeface="+mn-ea"/>
            </a:endParaRP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 dirty="0">
              <a:solidFill>
                <a:srgbClr val="1F1F1F"/>
              </a:solidFill>
              <a:latin typeface="+mn-ea"/>
            </a:endParaRP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578C5F5D-1765-7334-79D7-212AB0CD4F1B}"/>
              </a:ext>
            </a:extLst>
          </p:cNvPr>
          <p:cNvSpPr/>
          <p:nvPr/>
        </p:nvSpPr>
        <p:spPr>
          <a:xfrm>
            <a:off x="4799474" y="5018068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1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API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>
              <a:solidFill>
                <a:srgbClr val="1F1F1F"/>
              </a:solidFill>
              <a:latin typeface="+mn-ea"/>
            </a:endParaRP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800">
              <a:solidFill>
                <a:srgbClr val="1F1F1F"/>
              </a:solidFill>
              <a:latin typeface="+mn-ea"/>
            </a:endParaRP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CF5C15FD-BCB7-11CC-C4DD-90070D886EB7}"/>
              </a:ext>
            </a:extLst>
          </p:cNvPr>
          <p:cNvSpPr/>
          <p:nvPr/>
        </p:nvSpPr>
        <p:spPr>
          <a:xfrm>
            <a:off x="8348852" y="5018068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175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7175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7175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Excel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41" name="正方形/長方形 40">
            <a:extLst>
              <a:ext uri="{FF2B5EF4-FFF2-40B4-BE49-F238E27FC236}">
                <ns2:creationId id="{23761E37-C8A0-5BEC-B88A-D0617B512D51}"/>
              </a:ext>
            </a:extLst>
          </p:cNvPr>
          <p:cNvSpPr/>
          <p:nvPr/>
        </p:nvSpPr>
        <p:spPr>
          <a:xfrm>
            <a:off x="1256399" y="545875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984250">
              <a:lnSpc>
                <a:spcPts val="1100"/>
              </a:lnSpc>
            </a:pPr>
            <a:r>
              <a:rPr lang="en-US" altLang="ja-JP" sz="900" dirty="0">
                <a:solidFill>
                  <a:srgbClr val="1F1F1F"/>
                </a:solidFill>
                <a:latin typeface="+mn-ea"/>
              </a:rPr>
              <a:t>API</a:t>
            </a:r>
            <a:r>
              <a:rPr lang="ja-JP" altLang="en-US" sz="900" dirty="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rgbClr val="1F1F1F"/>
                </a:solidFill>
                <a:latin typeface="+mn-ea"/>
              </a:rPr>
              <a:t>API</a:t>
            </a: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984250">
              <a:lnSpc>
                <a:spcPts val="1100"/>
              </a:lnSpc>
            </a:pPr>
            <a:r>
              <a:rPr lang="ja-JP" altLang="en-US" sz="800" dirty="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42" name="正方形/長方形 41">
            <a:extLst>
              <a:ext uri="{FF2B5EF4-FFF2-40B4-BE49-F238E27FC236}">
                <ns2:creationId id="{94C373C3-488F-C948-3A1F-D7AF056EF702}"/>
              </a:ext>
            </a:extLst>
          </p:cNvPr>
          <p:cNvSpPr/>
          <p:nvPr/>
        </p:nvSpPr>
        <p:spPr>
          <a:xfrm>
            <a:off x="4796251" y="545875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rgbClr val="1F1F1F"/>
                </a:solidFill>
                <a:latin typeface="+mn-ea"/>
              </a:rPr>
              <a:t>/</a:t>
            </a: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  <a:p>
            <a:pPr marL="806450">
              <a:lnSpc>
                <a:spcPts val="1100"/>
              </a:lnSpc>
            </a:pPr>
            <a:r>
              <a:rPr lang="ja-JP" altLang="en-US" sz="800">
                <a:solidFill>
                  <a:srgbClr val="1F1F1F"/>
                </a:solidFill>
                <a:latin typeface="+mn-ea"/>
              </a:rPr>
              <a:t>XX</a:t>
            </a:r>
          </a:p>
        </p:txBody>
      </p:sp>
      <p:sp>
        <p:nvSpPr>
          <p:cNvPr id="43" name="正方形/長方形 42">
            <a:extLst>
              <a:ext uri="{FF2B5EF4-FFF2-40B4-BE49-F238E27FC236}">
                <ns2:creationId id="{EF95DD38-7D07-83EB-4B65-512FEEB1F09C}"/>
              </a:ext>
            </a:extLst>
          </p:cNvPr>
          <p:cNvSpPr/>
          <p:nvPr/>
        </p:nvSpPr>
        <p:spPr>
          <a:xfrm>
            <a:off x="8345629" y="545875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1168400">
              <a:lnSpc>
                <a:spcPts val="1100"/>
              </a:lnSpc>
            </a:pPr>
            <a:r>
              <a:rPr lang="en-US" altLang="ja-JP" sz="750">
                <a:solidFill>
                  <a:srgbClr val="1F1F1F"/>
                </a:solidFill>
                <a:latin typeface="+mn-ea"/>
              </a:rPr>
              <a:t>Excel</a:t>
            </a:r>
            <a:r>
              <a:rPr lang="ja-JP" altLang="en-US" sz="750">
                <a:solidFill>
                  <a:srgbClr val="1F1F1F"/>
                </a:solidFill>
                <a:latin typeface="+mn-ea"/>
              </a:rPr>
              <a:t>XX</a:t>
            </a:r>
          </a:p>
          <a:p>
            <a:pPr indent="1168400">
              <a:lnSpc>
                <a:spcPts val="1100"/>
              </a:lnSpc>
            </a:pPr>
            <a:r>
              <a:rPr lang="ja-JP" altLang="en-US" sz="750">
                <a:solidFill>
                  <a:srgbClr val="1F1F1F"/>
                </a:solidFill>
                <a:latin typeface="+mn-ea"/>
              </a:rPr>
              <a:t>XX</a:t>
            </a:r>
            <a:endParaRPr lang="en-US" altLang="ja-JP" sz="750">
              <a:solidFill>
                <a:srgbClr val="1F1F1F"/>
              </a:solidFill>
              <a:latin typeface="+mn-ea"/>
            </a:endParaRPr>
          </a:p>
          <a:p>
            <a:pPr indent="1168400">
              <a:lnSpc>
                <a:spcPts val="1100"/>
              </a:lnSpc>
            </a:pPr>
            <a:r>
              <a:rPr lang="ja-JP" altLang="en-US" sz="750">
                <a:solidFill>
                  <a:srgbClr val="1F1F1F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5" name="四角形: 角を丸くする 44">
            <a:extLst>
              <a:ext uri="{FF2B5EF4-FFF2-40B4-BE49-F238E27FC236}">
                <ns2:creationId id="{CC68B045-BFEE-F3C6-A8E6-D4BFAFDB47AE}"/>
              </a:ext>
            </a:extLst>
          </p:cNvPr>
          <p:cNvSpPr/>
          <p:nvPr/>
        </p:nvSpPr>
        <p:spPr>
          <a:xfrm>
            <a:off x="4827741" y="5466878"/>
            <a:ext cx="756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7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ns2:creationId id="{5A69A924-5222-AE3B-E1DA-10C1CD00A1B3}"/>
              </a:ext>
            </a:extLst>
          </p:cNvPr>
          <p:cNvSpPr/>
          <p:nvPr/>
        </p:nvSpPr>
        <p:spPr>
          <a:xfrm>
            <a:off x="4827741" y="5603639"/>
            <a:ext cx="756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7" name="四角形: 角を丸くする 46">
            <a:extLst>
              <a:ext uri="{FF2B5EF4-FFF2-40B4-BE49-F238E27FC236}">
                <ns2:creationId id="{FC0072D3-44E9-4B6A-364D-1F5A3B25F871}"/>
              </a:ext>
            </a:extLst>
          </p:cNvPr>
          <p:cNvSpPr/>
          <p:nvPr/>
        </p:nvSpPr>
        <p:spPr>
          <a:xfrm>
            <a:off x="4827741" y="5740400"/>
            <a:ext cx="756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1" name="四角形: 角を丸くする 50">
            <a:extLst>
              <a:ext uri="{FF2B5EF4-FFF2-40B4-BE49-F238E27FC236}">
                <ns2:creationId id="{D01E3F6F-8798-692E-2E6F-13EAFB9000EE}"/>
              </a:ext>
            </a:extLst>
          </p:cNvPr>
          <p:cNvSpPr/>
          <p:nvPr/>
        </p:nvSpPr>
        <p:spPr>
          <a:xfrm>
            <a:off x="4821651" y="5025763"/>
            <a:ext cx="756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7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2" name="四角形: 角を丸くする 51">
            <a:extLst>
              <a:ext uri="{FF2B5EF4-FFF2-40B4-BE49-F238E27FC236}">
                <ns2:creationId id="{DF74D01D-3262-8F4C-3E4B-84057CD9DD28}"/>
              </a:ext>
            </a:extLst>
          </p:cNvPr>
          <p:cNvSpPr/>
          <p:nvPr/>
        </p:nvSpPr>
        <p:spPr>
          <a:xfrm>
            <a:off x="4821651" y="5162524"/>
            <a:ext cx="756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ns2:creationId id="{14B0EA14-058B-0278-1278-BDD13AE9255E}"/>
              </a:ext>
            </a:extLst>
          </p:cNvPr>
          <p:cNvSpPr/>
          <p:nvPr/>
        </p:nvSpPr>
        <p:spPr>
          <a:xfrm>
            <a:off x="4821651" y="5299285"/>
            <a:ext cx="756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ns2:creationId id="{83F9CBED-EA14-3E29-15AA-7B75C61A0A53}"/>
              </a:ext>
            </a:extLst>
          </p:cNvPr>
          <p:cNvSpPr/>
          <p:nvPr/>
        </p:nvSpPr>
        <p:spPr>
          <a:xfrm>
            <a:off x="1262069" y="5025763"/>
            <a:ext cx="972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7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ns2:creationId id="{6295448B-5DCB-F55B-545F-F52C9D8FA353}"/>
              </a:ext>
            </a:extLst>
          </p:cNvPr>
          <p:cNvSpPr/>
          <p:nvPr/>
        </p:nvSpPr>
        <p:spPr>
          <a:xfrm>
            <a:off x="1262069" y="5166132"/>
            <a:ext cx="972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ns2:creationId id="{D059F886-7A0D-F6EA-9E4E-4D7AB0FB2DB3}"/>
              </a:ext>
            </a:extLst>
          </p:cNvPr>
          <p:cNvSpPr/>
          <p:nvPr/>
        </p:nvSpPr>
        <p:spPr>
          <a:xfrm>
            <a:off x="1262069" y="5306068"/>
            <a:ext cx="972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1" name="四角形: 角を丸くする 60">
            <a:extLst>
              <a:ext uri="{FF2B5EF4-FFF2-40B4-BE49-F238E27FC236}">
                <ns2:creationId id="{5B481FD8-7993-FE64-BF00-9540EAF7D9BA}"/>
              </a:ext>
            </a:extLst>
          </p:cNvPr>
          <p:cNvSpPr/>
          <p:nvPr/>
        </p:nvSpPr>
        <p:spPr>
          <a:xfrm>
            <a:off x="1262069" y="5467251"/>
            <a:ext cx="972000" cy="118800"/>
          </a:xfrm>
          <a:prstGeom prst="roundRect">
            <a:avLst>
              <a:gd name="adj" fmla="val 15152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75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2" name="四角形: 角を丸くする 61">
            <a:extLst>
              <a:ext uri="{FF2B5EF4-FFF2-40B4-BE49-F238E27FC236}">
                <ns2:creationId id="{C626EE43-8583-A75C-B19E-896D40C006C3}"/>
              </a:ext>
            </a:extLst>
          </p:cNvPr>
          <p:cNvSpPr/>
          <p:nvPr/>
        </p:nvSpPr>
        <p:spPr>
          <a:xfrm>
            <a:off x="1262069" y="5612400"/>
            <a:ext cx="972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5" name="四角形: 角を丸くする 64">
            <a:extLst>
              <a:ext uri="{FF2B5EF4-FFF2-40B4-BE49-F238E27FC236}">
                <ns2:creationId id="{97171107-67C5-362D-20C8-4A59A9608ECE}"/>
              </a:ext>
            </a:extLst>
          </p:cNvPr>
          <p:cNvSpPr/>
          <p:nvPr/>
        </p:nvSpPr>
        <p:spPr>
          <a:xfrm>
            <a:off x="8355154" y="5025763"/>
            <a:ext cx="684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rgbClr val="008000"/>
                </a:solidFill>
                <a:latin typeface="+mn-ea"/>
              </a:rPr>
              <a:t>XX</a:t>
            </a:r>
            <a:endParaRPr lang="en-US" altLang="ja-JP" sz="750" dirty="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6" name="四角形: 角を丸くする 65">
            <a:extLst>
              <a:ext uri="{FF2B5EF4-FFF2-40B4-BE49-F238E27FC236}">
                <ns2:creationId id="{DD6613B5-6E12-E9D8-7E4F-53A6CDDCE104}"/>
              </a:ext>
            </a:extLst>
          </p:cNvPr>
          <p:cNvSpPr/>
          <p:nvPr/>
        </p:nvSpPr>
        <p:spPr>
          <a:xfrm>
            <a:off x="8355154" y="5167194"/>
            <a:ext cx="684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7" name="四角形: 角を丸くする 66">
            <a:extLst>
              <a:ext uri="{FF2B5EF4-FFF2-40B4-BE49-F238E27FC236}">
                <ns2:creationId id="{B3DF743E-0D50-C8A2-41E9-9E4759F66874}"/>
              </a:ext>
            </a:extLst>
          </p:cNvPr>
          <p:cNvSpPr/>
          <p:nvPr/>
        </p:nvSpPr>
        <p:spPr>
          <a:xfrm>
            <a:off x="8355154" y="5303955"/>
            <a:ext cx="684000" cy="108000"/>
          </a:xfrm>
          <a:prstGeom prst="roundRect">
            <a:avLst>
              <a:gd name="adj" fmla="val 16667"/>
            </a:avLst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rgbClr val="008000"/>
                </a:solidFill>
                <a:latin typeface="+mn-ea"/>
              </a:rPr>
              <a:t>XX</a:t>
            </a:r>
            <a:endParaRPr kumimoji="1" lang="ja-JP" altLang="en-US" sz="75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69" name="四角形: 角を丸くする 68">
            <a:extLst>
              <a:ext uri="{FF2B5EF4-FFF2-40B4-BE49-F238E27FC236}">
                <ns2:creationId id="{AA2DDDEA-2096-8B74-E0DD-1F641FC66DAA}"/>
              </a:ext>
            </a:extLst>
          </p:cNvPr>
          <p:cNvSpPr/>
          <p:nvPr/>
        </p:nvSpPr>
        <p:spPr>
          <a:xfrm>
            <a:off x="8341103" y="5467635"/>
            <a:ext cx="1188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0" name="四角形: 角を丸くする 69">
            <a:extLst>
              <a:ext uri="{FF2B5EF4-FFF2-40B4-BE49-F238E27FC236}">
                <ns2:creationId id="{33824876-275F-B8C8-FFBA-E40EF68219CA}"/>
              </a:ext>
            </a:extLst>
          </p:cNvPr>
          <p:cNvSpPr/>
          <p:nvPr/>
        </p:nvSpPr>
        <p:spPr>
          <a:xfrm>
            <a:off x="8341103" y="5604396"/>
            <a:ext cx="1188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4" name="四角形: 角を丸くする 73">
            <a:extLst>
              <a:ext uri="{FF2B5EF4-FFF2-40B4-BE49-F238E27FC236}">
                <ns2:creationId id="{75C1748F-D0F7-172D-4594-3B8A3EA46FD5}"/>
              </a:ext>
            </a:extLst>
          </p:cNvPr>
          <p:cNvSpPr/>
          <p:nvPr/>
        </p:nvSpPr>
        <p:spPr>
          <a:xfrm>
            <a:off x="8341103" y="5741157"/>
            <a:ext cx="1188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3" name="四角形: 角を丸くする 62">
            <a:extLst>
              <a:ext uri="{FF2B5EF4-FFF2-40B4-BE49-F238E27FC236}">
                <ns2:creationId id="{4461A169-6750-1F7F-9EAF-972AD543E6A0}"/>
              </a:ext>
            </a:extLst>
          </p:cNvPr>
          <p:cNvSpPr/>
          <p:nvPr/>
        </p:nvSpPr>
        <p:spPr>
          <a:xfrm>
            <a:off x="1262069" y="5746750"/>
            <a:ext cx="972000" cy="108000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75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75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49" name="グループ化 248">
            <a:extLst>
              <a:ext uri="{FF2B5EF4-FFF2-40B4-BE49-F238E27FC236}">
                <ns2:creationId id="{74606A87-96D3-F662-5537-08057156955C}"/>
              </a:ext>
            </a:extLst>
          </p:cNvPr>
          <p:cNvGrpSpPr/>
          <p:nvPr/>
        </p:nvGrpSpPr>
        <p:grpSpPr>
          <a:xfrm>
            <a:off x="2518618" y="5898797"/>
            <a:ext cx="967562" cy="413365"/>
            <a:chOff x="2518618" y="5898797"/>
            <a:chExt cx="967562" cy="413365"/>
          </a:xfrm>
        </p:grpSpPr>
        <p:sp>
          <p:nvSpPr>
            <p:cNvPr id="77" name="正方形/長方形 76">
              <a:extLst>
                <a:ext uri="{FF2B5EF4-FFF2-40B4-BE49-F238E27FC236}">
                  <ns2:creationId id="{BA14CFD3-675B-2F36-5684-B2A0B0269740}"/>
                </a:ext>
              </a:extLst>
            </p:cNvPr>
            <p:cNvSpPr/>
            <p:nvPr/>
          </p:nvSpPr>
          <p:spPr>
            <a:xfrm>
              <a:off x="2518618" y="5898797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6DF82E85-7BE8-37D6-662D-A970B7695D73}"/>
                </a:ext>
              </a:extLst>
            </p:cNvPr>
            <p:cNvSpPr/>
            <p:nvPr/>
          </p:nvSpPr>
          <p:spPr>
            <a:xfrm>
              <a:off x="2518618" y="6051480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×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333679F7-D0C5-362D-B414-C628C438E94F}"/>
                </a:ext>
              </a:extLst>
            </p:cNvPr>
            <p:cNvSpPr/>
            <p:nvPr/>
          </p:nvSpPr>
          <p:spPr>
            <a:xfrm>
              <a:off x="2518618" y="6204162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×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A2A8F3F8-8958-1B61-8E62-C659FE88DDE5}"/>
                </a:ext>
              </a:extLst>
            </p:cNvPr>
            <p:cNvSpPr/>
            <p:nvPr/>
          </p:nvSpPr>
          <p:spPr>
            <a:xfrm>
              <a:off x="2874180" y="5898797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en-US" altLang="ja-JP" sz="600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523FC7A9-73DC-1C7D-C73D-6FF967EAFDBE}"/>
                </a:ext>
              </a:extLst>
            </p:cNvPr>
            <p:cNvSpPr/>
            <p:nvPr/>
          </p:nvSpPr>
          <p:spPr>
            <a:xfrm>
              <a:off x="2874180" y="6051480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3C37A3A3-E2E5-08ED-0F46-37C05ED70887}"/>
                </a:ext>
              </a:extLst>
            </p:cNvPr>
            <p:cNvSpPr/>
            <p:nvPr/>
          </p:nvSpPr>
          <p:spPr>
            <a:xfrm>
              <a:off x="2874180" y="6204162"/>
              <a:ext cx="612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</p:grpSp>
      <p:cxnSp>
        <p:nvCxnSpPr>
          <p:cNvPr id="112" name="直線コネクタ 111">
            <a:extLst>
              <a:ext uri="{FF2B5EF4-FFF2-40B4-BE49-F238E27FC236}">
                <ns2:creationId id="{A83A0EA3-BCEC-A6DD-472B-F6D77FA94F32}"/>
              </a:ext>
            </a:extLst>
          </p:cNvPr>
          <p:cNvCxnSpPr>
            <a:cxnSpLocks/>
          </p:cNvCxnSpPr>
          <p:nvPr/>
        </p:nvCxnSpPr>
        <p:spPr>
          <a:xfrm>
            <a:off x="1256399" y="60292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コネクタ 113">
            <a:extLst>
              <a:ext uri="{FF2B5EF4-FFF2-40B4-BE49-F238E27FC236}">
                <ns2:creationId id="{0333C909-B67F-321B-CBC3-794D2A5ADD1F}"/>
              </a:ext>
            </a:extLst>
          </p:cNvPr>
          <p:cNvCxnSpPr>
            <a:cxnSpLocks/>
          </p:cNvCxnSpPr>
          <p:nvPr/>
        </p:nvCxnSpPr>
        <p:spPr>
          <a:xfrm>
            <a:off x="1256399" y="61816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8" name="グループ化 247">
            <a:extLst>
              <a:ext uri="{FF2B5EF4-FFF2-40B4-BE49-F238E27FC236}">
                <ns2:creationId id="{7ACC9EAA-5ABA-AB97-73AD-A4126B8CA296}"/>
              </a:ext>
            </a:extLst>
          </p:cNvPr>
          <p:cNvGrpSpPr/>
          <p:nvPr/>
        </p:nvGrpSpPr>
        <p:grpSpPr>
          <a:xfrm>
            <a:off x="6025693" y="5899432"/>
            <a:ext cx="1039562" cy="413365"/>
            <a:chOff x="6025693" y="5899432"/>
            <a:chExt cx="1039562" cy="413365"/>
          </a:xfrm>
        </p:grpSpPr>
        <p:sp>
          <p:nvSpPr>
            <p:cNvPr id="91" name="正方形/長方形 90">
              <a:extLst>
                <a:ext uri="{FF2B5EF4-FFF2-40B4-BE49-F238E27FC236}">
                  <ns2:creationId id="{D0389E5A-E9F4-9F1C-F002-D39E17EB94E1}"/>
                </a:ext>
              </a:extLst>
            </p:cNvPr>
            <p:cNvSpPr/>
            <p:nvPr/>
          </p:nvSpPr>
          <p:spPr>
            <a:xfrm>
              <a:off x="6025693" y="5899432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E4FA515F-BF24-66E2-A743-65835708E5DE}"/>
                </a:ext>
              </a:extLst>
            </p:cNvPr>
            <p:cNvSpPr/>
            <p:nvPr/>
          </p:nvSpPr>
          <p:spPr>
            <a:xfrm>
              <a:off x="6025693" y="6052115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3" name="正方形/長方形 92">
              <a:extLst>
                <a:ext uri="{FF2B5EF4-FFF2-40B4-BE49-F238E27FC236}">
                  <ns2:creationId id="{03F4ACA2-18E5-F6DC-F720-8B2441B790FC}"/>
                </a:ext>
              </a:extLst>
            </p:cNvPr>
            <p:cNvSpPr/>
            <p:nvPr/>
          </p:nvSpPr>
          <p:spPr>
            <a:xfrm>
              <a:off x="6025693" y="6204797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D47F6CD3-7F79-AB75-5514-8C7D6A388257}"/>
                </a:ext>
              </a:extLst>
            </p:cNvPr>
            <p:cNvSpPr/>
            <p:nvPr/>
          </p:nvSpPr>
          <p:spPr>
            <a:xfrm>
              <a:off x="6381255" y="5899432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en-US" altLang="ja-JP" sz="600" dirty="0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CDC08C84-0F6C-29FC-48A6-96C062210F03}"/>
                </a:ext>
              </a:extLst>
            </p:cNvPr>
            <p:cNvSpPr/>
            <p:nvPr/>
          </p:nvSpPr>
          <p:spPr>
            <a:xfrm>
              <a:off x="6381255" y="6052115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6B417111-8583-1A30-4650-3803B863B66F}"/>
                </a:ext>
              </a:extLst>
            </p:cNvPr>
            <p:cNvSpPr/>
            <p:nvPr/>
          </p:nvSpPr>
          <p:spPr>
            <a:xfrm>
              <a:off x="6381255" y="6204797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>
                  <a:solidFill>
                    <a:srgbClr val="000000"/>
                  </a:solidFill>
                  <a:latin typeface="+mn-ea"/>
                </a:rPr>
                <a:t>)</a:t>
              </a:r>
              <a:endParaRPr lang="ja-JP" altLang="en-US" sz="600">
                <a:solidFill>
                  <a:srgbClr val="000000"/>
                </a:solidFill>
                <a:latin typeface="+mn-ea"/>
              </a:endParaRPr>
            </a:p>
          </p:txBody>
        </p:sp>
      </p:grpSp>
      <p:cxnSp>
        <p:nvCxnSpPr>
          <p:cNvPr id="115" name="直線コネクタ 114">
            <a:extLst>
              <a:ext uri="{FF2B5EF4-FFF2-40B4-BE49-F238E27FC236}">
                <ns2:creationId id="{D685DFDA-DE68-B7CF-6791-E5B9C9A45309}"/>
              </a:ext>
            </a:extLst>
          </p:cNvPr>
          <p:cNvCxnSpPr>
            <a:cxnSpLocks/>
          </p:cNvCxnSpPr>
          <p:nvPr/>
        </p:nvCxnSpPr>
        <p:spPr>
          <a:xfrm>
            <a:off x="4799474" y="60292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線コネクタ 115">
            <a:extLst>
              <a:ext uri="{FF2B5EF4-FFF2-40B4-BE49-F238E27FC236}">
                <ns2:creationId id="{8CFFF319-2690-E827-4F17-D83F07A9BC8C}"/>
              </a:ext>
            </a:extLst>
          </p:cNvPr>
          <p:cNvCxnSpPr>
            <a:cxnSpLocks/>
          </p:cNvCxnSpPr>
          <p:nvPr/>
        </p:nvCxnSpPr>
        <p:spPr>
          <a:xfrm>
            <a:off x="4799474" y="61816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7" name="グループ化 246">
            <a:extLst>
              <a:ext uri="{FF2B5EF4-FFF2-40B4-BE49-F238E27FC236}">
                <ns2:creationId id="{8FF03E89-14C8-EF2D-77EE-6AC58ECCF2D0}"/>
              </a:ext>
            </a:extLst>
          </p:cNvPr>
          <p:cNvGrpSpPr/>
          <p:nvPr/>
        </p:nvGrpSpPr>
        <p:grpSpPr>
          <a:xfrm>
            <a:off x="9568769" y="5895360"/>
            <a:ext cx="1039562" cy="413365"/>
            <a:chOff x="9568769" y="5895360"/>
            <a:chExt cx="1039562" cy="413365"/>
          </a:xfrm>
        </p:grpSpPr>
        <p:sp>
          <p:nvSpPr>
            <p:cNvPr id="99" name="正方形/長方形 98">
              <a:extLst>
                <a:ext uri="{FF2B5EF4-FFF2-40B4-BE49-F238E27FC236}">
                  <ns2:creationId id="{62CD0385-871D-22DC-7F7B-8BBDD6AE58F2}"/>
                </a:ext>
              </a:extLst>
            </p:cNvPr>
            <p:cNvSpPr/>
            <p:nvPr/>
          </p:nvSpPr>
          <p:spPr>
            <a:xfrm>
              <a:off x="9568769" y="5895360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  <a:endParaRPr lang="en-US" altLang="ja-JP" sz="600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65E4EE19-8ABB-B496-A9E5-A87A62CA4A1E}"/>
                </a:ext>
              </a:extLst>
            </p:cNvPr>
            <p:cNvSpPr/>
            <p:nvPr/>
          </p:nvSpPr>
          <p:spPr>
            <a:xfrm>
              <a:off x="9568769" y="6048043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E7EF6C9C-140E-3A18-124F-249D355F4B87}"/>
                </a:ext>
              </a:extLst>
            </p:cNvPr>
            <p:cNvSpPr/>
            <p:nvPr/>
          </p:nvSpPr>
          <p:spPr>
            <a:xfrm>
              <a:off x="9568769" y="6200725"/>
              <a:ext cx="32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>
                  <a:solidFill>
                    <a:srgbClr val="000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2EB1F158-27B2-B3F5-0051-21AFB1315960}"/>
                </a:ext>
              </a:extLst>
            </p:cNvPr>
            <p:cNvSpPr/>
            <p:nvPr/>
          </p:nvSpPr>
          <p:spPr>
            <a:xfrm>
              <a:off x="9924331" y="5895360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en-US" altLang="ja-JP" sz="600" dirty="0" err="1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81BF82DA-D2A5-B7BD-57D8-A3378E157CC7}"/>
                </a:ext>
              </a:extLst>
            </p:cNvPr>
            <p:cNvSpPr/>
            <p:nvPr/>
          </p:nvSpPr>
          <p:spPr>
            <a:xfrm>
              <a:off x="9924331" y="6048043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79C954F1-1B86-709E-CF8F-8C9CE0114EDD}"/>
                </a:ext>
              </a:extLst>
            </p:cNvPr>
            <p:cNvSpPr/>
            <p:nvPr/>
          </p:nvSpPr>
          <p:spPr>
            <a:xfrm>
              <a:off x="9924331" y="6200725"/>
              <a:ext cx="684000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rgbClr val="000000"/>
                  </a:solidFill>
                  <a:latin typeface="+mn-ea"/>
                </a:rPr>
                <a:t>)</a:t>
              </a:r>
              <a:endParaRPr lang="ja-JP" altLang="en-US" sz="600" dirty="0">
                <a:solidFill>
                  <a:srgbClr val="000000"/>
                </a:solidFill>
                <a:latin typeface="+mn-ea"/>
              </a:endParaRPr>
            </a:p>
          </p:txBody>
        </p:sp>
      </p:grpSp>
      <p:cxnSp>
        <p:nvCxnSpPr>
          <p:cNvPr id="120" name="直線コネクタ 119">
            <a:extLst>
              <a:ext uri="{FF2B5EF4-FFF2-40B4-BE49-F238E27FC236}">
                <ns2:creationId id="{E880DE19-5105-3CEA-18F6-834E40D15601}"/>
              </a:ext>
            </a:extLst>
          </p:cNvPr>
          <p:cNvCxnSpPr>
            <a:cxnSpLocks/>
          </p:cNvCxnSpPr>
          <p:nvPr/>
        </p:nvCxnSpPr>
        <p:spPr>
          <a:xfrm>
            <a:off x="8342550" y="60292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コネクタ 120">
            <a:extLst>
              <a:ext uri="{FF2B5EF4-FFF2-40B4-BE49-F238E27FC236}">
                <ns2:creationId id="{93334AA6-3D0F-6834-F279-227113E6F851}"/>
              </a:ext>
            </a:extLst>
          </p:cNvPr>
          <p:cNvCxnSpPr>
            <a:cxnSpLocks/>
          </p:cNvCxnSpPr>
          <p:nvPr/>
        </p:nvCxnSpPr>
        <p:spPr>
          <a:xfrm>
            <a:off x="8342550" y="6181680"/>
            <a:ext cx="3492000" cy="0"/>
          </a:xfrm>
          <a:prstGeom prst="line">
            <a:avLst/>
          </a:prstGeom>
          <a:ln w="9525">
            <a:solidFill>
              <a:srgbClr val="000000"/>
            </a:solidFill>
            <a:prstDash val="sysDot"/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ns2:creationId id="{A738D230-FCFE-6003-2FDB-86E19864C6A9}"/>
              </a:ext>
            </a:extLst>
          </p:cNvPr>
          <p:cNvSpPr/>
          <p:nvPr/>
        </p:nvSpPr>
        <p:spPr>
          <a:xfrm>
            <a:off x="334962" y="1640204"/>
            <a:ext cx="2952000" cy="180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00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00">
                <a:solidFill>
                  <a:srgbClr val="008000"/>
                </a:solidFill>
                <a:latin typeface="+mn-ea"/>
              </a:rPr>
              <a:t>(</a:t>
            </a:r>
            <a:r>
              <a:rPr lang="ja-JP" altLang="en-US" sz="100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00">
                <a:solidFill>
                  <a:srgbClr val="008000"/>
                </a:solidFill>
                <a:latin typeface="+mn-ea"/>
              </a:rPr>
              <a:t>XX</a:t>
            </a:r>
            <a:r>
              <a:rPr lang="ja-JP" altLang="en-US" sz="1000">
                <a:solidFill>
                  <a:srgbClr val="008000"/>
                </a:solidFill>
                <a:latin typeface="+mn-ea"/>
              </a:rPr>
              <a:t>XX</a:t>
            </a:r>
            <a:r>
              <a:rPr lang="en-US" altLang="ja-JP" sz="1000">
                <a:solidFill>
                  <a:srgbClr val="008000"/>
                </a:solidFill>
                <a:latin typeface="+mn-ea"/>
              </a:rPr>
              <a:t>)</a:t>
            </a:r>
            <a:endParaRPr kumimoji="1" lang="ja-JP" altLang="en-US" sz="100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125" name="正方形/長方形 124">
            <a:extLst>
              <a:ext uri="{FF2B5EF4-FFF2-40B4-BE49-F238E27FC236}">
                <ns2:creationId id="{667DF6EE-F016-4E50-3107-DCB86785835B}"/>
              </a:ext>
            </a:extLst>
          </p:cNvPr>
          <p:cNvSpPr/>
          <p:nvPr/>
        </p:nvSpPr>
        <p:spPr>
          <a:xfrm>
            <a:off x="334963" y="1838004"/>
            <a:ext cx="864000" cy="252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rgbClr val="008000"/>
                </a:solidFill>
                <a:latin typeface="+mn-ea"/>
              </a:rPr>
              <a:t>XX</a:t>
            </a:r>
            <a:br>
              <a:rPr kumimoji="1" lang="en-US" altLang="ja-JP" sz="800" dirty="0">
                <a:solidFill>
                  <a:srgbClr val="008000"/>
                </a:solidFill>
                <a:latin typeface="+mn-ea"/>
              </a:rPr>
            </a:br>
            <a:r>
              <a:rPr kumimoji="1" lang="ja-JP" altLang="en-US" sz="8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29" name="正方形/長方形 128">
            <a:extLst>
              <a:ext uri="{FF2B5EF4-FFF2-40B4-BE49-F238E27FC236}">
                <ns2:creationId id="{5F4DDD0E-498C-F6E8-67CA-B82C846CE3EF}"/>
              </a:ext>
            </a:extLst>
          </p:cNvPr>
          <p:cNvSpPr/>
          <p:nvPr/>
        </p:nvSpPr>
        <p:spPr>
          <a:xfrm>
            <a:off x="334283" y="2124975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30" name="正方形/長方形 129">
            <a:extLst>
              <a:ext uri="{FF2B5EF4-FFF2-40B4-BE49-F238E27FC236}">
                <ns2:creationId id="{A967B466-4F22-D3A8-93D4-8E6BB60CADB8}"/>
              </a:ext>
            </a:extLst>
          </p:cNvPr>
          <p:cNvSpPr/>
          <p:nvPr/>
        </p:nvSpPr>
        <p:spPr>
          <a:xfrm>
            <a:off x="334283" y="2555946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ns2:creationId id="{71607ABC-4694-56CB-05EA-D6F806FC2169}"/>
              </a:ext>
            </a:extLst>
          </p:cNvPr>
          <p:cNvSpPr/>
          <p:nvPr/>
        </p:nvSpPr>
        <p:spPr>
          <a:xfrm>
            <a:off x="334283" y="2986917"/>
            <a:ext cx="864000" cy="396000"/>
          </a:xfrm>
          <a:prstGeom prst="rect">
            <a:avLst/>
          </a:prstGeom>
          <a:solidFill>
            <a:schemeClr val="accent3">
              <a:lumMod val="60000"/>
              <a:lumOff val="40000"/>
              <a:alpha val="80000"/>
            </a:scheme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900">
                <a:solidFill>
                  <a:schemeClr val="tx1"/>
                </a:solidFill>
                <a:latin typeface="+mn-ea"/>
              </a:rPr>
            </a:br>
            <a:r>
              <a:rPr lang="ja-JP" altLang="en-US" sz="9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9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ns2:creationId id="{663FBCE6-033D-D0FB-C095-3A3743DC255D}"/>
              </a:ext>
            </a:extLst>
          </p:cNvPr>
          <p:cNvSpPr/>
          <p:nvPr/>
        </p:nvSpPr>
        <p:spPr>
          <a:xfrm>
            <a:off x="334283" y="3417888"/>
            <a:ext cx="864000" cy="396000"/>
          </a:xfrm>
          <a:prstGeom prst="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900" dirty="0">
                <a:solidFill>
                  <a:schemeClr val="bg1"/>
                </a:solidFill>
                <a:latin typeface="+mn-ea"/>
              </a:rPr>
              <a:t>XX</a:t>
            </a:r>
            <a:endParaRPr kumimoji="1" lang="en-US" altLang="ja-JP" sz="900" dirty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ja-JP" sz="900" dirty="0">
                <a:solidFill>
                  <a:schemeClr val="bg1"/>
                </a:solidFill>
                <a:latin typeface="+mn-ea"/>
              </a:rPr>
              <a:t>(</a:t>
            </a:r>
            <a:r>
              <a:rPr lang="ja-JP" altLang="en-US" sz="900" dirty="0">
                <a:solidFill>
                  <a:schemeClr val="bg1"/>
                </a:solidFill>
                <a:latin typeface="+mn-ea"/>
              </a:rPr>
              <a:t>XX</a:t>
            </a:r>
            <a:r>
              <a:rPr lang="en-US" altLang="ja-JP" sz="900" dirty="0">
                <a:solidFill>
                  <a:schemeClr val="bg1"/>
                </a:solidFill>
                <a:latin typeface="+mn-ea"/>
              </a:rPr>
              <a:t>)</a:t>
            </a:r>
            <a:endParaRPr kumimoji="1" lang="ja-JP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ns2:creationId id="{37BBB108-637E-5D27-6C15-F781FF97BAAD}"/>
              </a:ext>
            </a:extLst>
          </p:cNvPr>
          <p:cNvSpPr/>
          <p:nvPr/>
        </p:nvSpPr>
        <p:spPr>
          <a:xfrm>
            <a:off x="334283" y="3848858"/>
            <a:ext cx="864000" cy="396000"/>
          </a:xfrm>
          <a:prstGeom prst="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900">
                <a:solidFill>
                  <a:schemeClr val="bg1"/>
                </a:solidFill>
                <a:latin typeface="+mn-ea"/>
              </a:rPr>
              <a:t>BI</a:t>
            </a:r>
            <a:endParaRPr kumimoji="1" lang="en-US" altLang="ja-JP" sz="9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6" name="正方形/長方形 125">
            <a:extLst>
              <a:ext uri="{FF2B5EF4-FFF2-40B4-BE49-F238E27FC236}">
                <ns2:creationId id="{DFCE26B0-116E-3DD6-4B01-DFC55E54A3AB}"/>
              </a:ext>
            </a:extLst>
          </p:cNvPr>
          <p:cNvSpPr/>
          <p:nvPr/>
        </p:nvSpPr>
        <p:spPr>
          <a:xfrm>
            <a:off x="1251242" y="1838004"/>
            <a:ext cx="3492000" cy="252000"/>
          </a:xfrm>
          <a:prstGeom prst="rect">
            <a:avLst/>
          </a:prstGeom>
          <a:solidFill>
            <a:srgbClr val="008000">
              <a:alpha val="8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chemeClr val="bg1"/>
                </a:solidFill>
                <a:latin typeface="+mn-ea"/>
              </a:rPr>
              <a:t>XX</a:t>
            </a:r>
            <a:r>
              <a:rPr kumimoji="1" lang="en-US" altLang="ja-JP" sz="1100">
                <a:solidFill>
                  <a:schemeClr val="bg1"/>
                </a:solidFill>
                <a:latin typeface="+mn-ea"/>
              </a:rPr>
              <a:t>1</a:t>
            </a:r>
            <a:endParaRPr kumimoji="1" lang="ja-JP" altLang="en-US" sz="11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6" name="四角形: 角を丸くする 135">
            <a:extLst>
              <a:ext uri="{FF2B5EF4-FFF2-40B4-BE49-F238E27FC236}">
                <ns2:creationId id="{9F896ADA-F504-6ED7-F938-9161ADDAF8A4}"/>
              </a:ext>
            </a:extLst>
          </p:cNvPr>
          <p:cNvSpPr/>
          <p:nvPr/>
        </p:nvSpPr>
        <p:spPr>
          <a:xfrm>
            <a:off x="1251242" y="2555946"/>
            <a:ext cx="3492000" cy="396000"/>
          </a:xfrm>
          <a:prstGeom prst="roundRect">
            <a:avLst/>
          </a:prstGeom>
          <a:solidFill>
            <a:srgbClr val="CCCCCC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>
                <a:solidFill>
                  <a:schemeClr val="tx1"/>
                </a:solidFill>
                <a:latin typeface="+mn-ea"/>
              </a:rPr>
            </a:br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)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ns2:creationId id="{BEE91ECB-BB5F-AB83-6B65-9B75D30FD782}"/>
              </a:ext>
            </a:extLst>
          </p:cNvPr>
          <p:cNvSpPr/>
          <p:nvPr/>
        </p:nvSpPr>
        <p:spPr>
          <a:xfrm>
            <a:off x="1251242" y="2965962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8" name="正方形/長方形 137">
            <a:extLst>
              <a:ext uri="{FF2B5EF4-FFF2-40B4-BE49-F238E27FC236}">
                <ns2:creationId id="{A17ED88E-4DA6-0E66-F2D3-269ABD318A83}"/>
              </a:ext>
            </a:extLst>
          </p:cNvPr>
          <p:cNvSpPr/>
          <p:nvPr/>
        </p:nvSpPr>
        <p:spPr>
          <a:xfrm>
            <a:off x="1251242" y="3379445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51" name="グラフィックス 150" descr="データベース 単色塗りつぶし">
            <a:extLst>
              <a:ext uri="{FF2B5EF4-FFF2-40B4-BE49-F238E27FC236}">
                <ns2:creationId id="{F47B56F8-3E83-1B8F-2A73-2A0E38FB19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1790217" y="2142975"/>
            <a:ext cx="180000" cy="180000"/>
          </a:xfrm>
          <a:prstGeom prst="rect">
            <a:avLst/>
          </a:prstGeom>
        </p:spPr>
      </p:pic>
      <p:pic>
        <p:nvPicPr>
          <p:cNvPr id="152" name="グラフィックス 151" descr="世界 単色塗りつぶし">
            <a:extLst>
              <a:ext uri="{FF2B5EF4-FFF2-40B4-BE49-F238E27FC236}">
                <ns2:creationId id="{FEEE5B0D-0872-8D11-D466-BAB322AD4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1970217" y="2142975"/>
            <a:ext cx="180000" cy="180000"/>
          </a:xfrm>
          <a:prstGeom prst="rect">
            <a:avLst/>
          </a:prstGeom>
        </p:spPr>
      </p:pic>
      <p:sp>
        <p:nvSpPr>
          <p:cNvPr id="153" name="正方形/長方形 152">
            <a:extLst>
              <a:ext uri="{FF2B5EF4-FFF2-40B4-BE49-F238E27FC236}">
                <ns2:creationId id="{BA1DAF5E-1BE5-6329-BED6-D1D339C0C791}"/>
              </a:ext>
            </a:extLst>
          </p:cNvPr>
          <p:cNvSpPr/>
          <p:nvPr/>
        </p:nvSpPr>
        <p:spPr>
          <a:xfrm>
            <a:off x="2184154" y="2124975"/>
            <a:ext cx="201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54" name="直線矢印コネクタ 153">
            <a:extLst>
              <a:ext uri="{FF2B5EF4-FFF2-40B4-BE49-F238E27FC236}">
                <ns2:creationId id="{D8697F9D-8257-AA91-59AA-0FDB8DC6B0CB}"/>
              </a:ext>
            </a:extLst>
          </p:cNvPr>
          <p:cNvCxnSpPr>
            <a:cxnSpLocks/>
            <a:stCxn id="153" idx="2"/>
            <a:endCxn id="136" idx="0"/>
          </p:cNvCxnSpPr>
          <p:nvPr/>
        </p:nvCxnSpPr>
        <p:spPr>
          <a:xfrm flipH="1">
            <a:off x="2997242" y="2340975"/>
            <a:ext cx="0" cy="214971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正方形/長方形 154">
            <a:extLst>
              <a:ext uri="{FF2B5EF4-FFF2-40B4-BE49-F238E27FC236}">
                <ns2:creationId id="{BA8B073F-3118-C06C-1486-932CC1E21B48}"/>
              </a:ext>
            </a:extLst>
          </p:cNvPr>
          <p:cNvSpPr/>
          <p:nvPr/>
        </p:nvSpPr>
        <p:spPr>
          <a:xfrm>
            <a:off x="3118926" y="2394461"/>
            <a:ext cx="972000" cy="10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API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56" name="グラフィックス 155" descr="データベース 単色塗りつぶし">
            <a:extLst>
              <a:ext uri="{FF2B5EF4-FFF2-40B4-BE49-F238E27FC236}">
                <ns2:creationId id="{497F0F5B-8A35-A484-6981-EFB538AE40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2788290" y="3060552"/>
            <a:ext cx="180000" cy="180000"/>
          </a:xfrm>
          <a:prstGeom prst="rect">
            <a:avLst/>
          </a:prstGeom>
        </p:spPr>
      </p:pic>
      <p:pic>
        <p:nvPicPr>
          <p:cNvPr id="157" name="グラフィックス 156" descr="データベース 単色塗りつぶし">
            <a:extLst>
              <a:ext uri="{FF2B5EF4-FFF2-40B4-BE49-F238E27FC236}">
                <ns2:creationId id="{843F4DEF-4CCC-0964-6C4A-FF22A3372C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3776876" y="3060552"/>
            <a:ext cx="180000" cy="180000"/>
          </a:xfrm>
          <a:prstGeom prst="rect">
            <a:avLst/>
          </a:prstGeom>
        </p:spPr>
      </p:pic>
      <p:pic>
        <p:nvPicPr>
          <p:cNvPr id="159" name="グラフィックス 158" descr="同期中のクラウド 単色塗りつぶし">
            <a:extLst>
              <a:ext uri="{FF2B5EF4-FFF2-40B4-BE49-F238E27FC236}">
                <ns2:creationId id="{30302B28-751E-0AA1-0BB8-65FEEF390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rcRect/>
          <a:stretch/>
        </p:blipFill>
        <p:spPr>
          <a:xfrm>
            <a:off x="1563912" y="3060552"/>
            <a:ext cx="180000" cy="180000"/>
          </a:xfrm>
          <a:prstGeom prst="rect">
            <a:avLst/>
          </a:prstGeom>
        </p:spPr>
      </p:pic>
      <p:sp>
        <p:nvSpPr>
          <p:cNvPr id="160" name="正方形/長方形 159">
            <a:extLst>
              <a:ext uri="{FF2B5EF4-FFF2-40B4-BE49-F238E27FC236}">
                <ns2:creationId id="{F4362932-3CDA-EE64-295B-69A3CE71420B}"/>
              </a:ext>
            </a:extLst>
          </p:cNvPr>
          <p:cNvSpPr/>
          <p:nvPr/>
        </p:nvSpPr>
        <p:spPr>
          <a:xfrm>
            <a:off x="1252132" y="3232406"/>
            <a:ext cx="792000" cy="12512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ns2:creationId id="{FCAC9534-7D02-C9AC-0E50-CF2916537453}"/>
              </a:ext>
            </a:extLst>
          </p:cNvPr>
          <p:cNvSpPr/>
          <p:nvPr/>
        </p:nvSpPr>
        <p:spPr>
          <a:xfrm>
            <a:off x="2317207" y="3232406"/>
            <a:ext cx="1116000" cy="12512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2" name="正方形/長方形 161">
            <a:extLst>
              <a:ext uri="{FF2B5EF4-FFF2-40B4-BE49-F238E27FC236}">
                <ns2:creationId id="{E1547963-565D-1E17-B398-2BB39129CF31}"/>
              </a:ext>
            </a:extLst>
          </p:cNvPr>
          <p:cNvSpPr/>
          <p:nvPr/>
        </p:nvSpPr>
        <p:spPr>
          <a:xfrm>
            <a:off x="3706282" y="3232406"/>
            <a:ext cx="324000" cy="125121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3" name="正方形/長方形 162">
            <a:extLst>
              <a:ext uri="{FF2B5EF4-FFF2-40B4-BE49-F238E27FC236}">
                <ns2:creationId id="{8BA330C0-3B25-B21E-4B82-824E0FF1D4B8}"/>
              </a:ext>
            </a:extLst>
          </p:cNvPr>
          <p:cNvSpPr/>
          <p:nvPr/>
        </p:nvSpPr>
        <p:spPr>
          <a:xfrm>
            <a:off x="4057176" y="3109798"/>
            <a:ext cx="648000" cy="25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 dirty="0">
                <a:solidFill>
                  <a:schemeClr val="tx1"/>
                </a:solidFill>
                <a:latin typeface="+mn-ea"/>
              </a:rPr>
            </a:b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65" name="グラフィックス 164" descr="プロセッサ 単色塗りつぶし">
            <a:extLst>
              <a:ext uri="{FF2B5EF4-FFF2-40B4-BE49-F238E27FC236}">
                <ns2:creationId id="{3401E105-B657-7484-1A7D-22A3E9F6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rcRect/>
          <a:stretch/>
        </p:blipFill>
        <p:spPr>
          <a:xfrm>
            <a:off x="1442050" y="3566184"/>
            <a:ext cx="180000" cy="180000"/>
          </a:xfrm>
          <a:prstGeom prst="rect">
            <a:avLst/>
          </a:prstGeom>
        </p:spPr>
      </p:pic>
      <p:pic>
        <p:nvPicPr>
          <p:cNvPr id="168" name="グラフィックス 167" descr="警告 単色塗りつぶし">
            <a:extLst>
              <a:ext uri="{FF2B5EF4-FFF2-40B4-BE49-F238E27FC236}">
                <ns2:creationId id="{72C25FEE-E149-C865-B22C-661A4EAC9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rcRect/>
          <a:stretch/>
        </p:blipFill>
        <p:spPr>
          <a:xfrm>
            <a:off x="3042227" y="3558101"/>
            <a:ext cx="180000" cy="180000"/>
          </a:xfrm>
          <a:prstGeom prst="rect">
            <a:avLst/>
          </a:prstGeom>
        </p:spPr>
      </p:pic>
      <p:sp>
        <p:nvSpPr>
          <p:cNvPr id="170" name="正方形/長方形 169">
            <a:extLst>
              <a:ext uri="{FF2B5EF4-FFF2-40B4-BE49-F238E27FC236}">
                <ns2:creationId id="{E61309ED-8E50-051A-17B0-4CC6A455F349}"/>
              </a:ext>
            </a:extLst>
          </p:cNvPr>
          <p:cNvSpPr/>
          <p:nvPr/>
        </p:nvSpPr>
        <p:spPr>
          <a:xfrm>
            <a:off x="3102916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34" name="正方形/長方形 133">
            <a:extLst>
              <a:ext uri="{FF2B5EF4-FFF2-40B4-BE49-F238E27FC236}">
                <ns2:creationId id="{651E8F3E-2585-F60A-E7E6-5026A5BC82DC}"/>
              </a:ext>
            </a:extLst>
          </p:cNvPr>
          <p:cNvSpPr/>
          <p:nvPr/>
        </p:nvSpPr>
        <p:spPr>
          <a:xfrm>
            <a:off x="1462590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</a:p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39" name="正方形/長方形 138">
            <a:extLst>
              <a:ext uri="{FF2B5EF4-FFF2-40B4-BE49-F238E27FC236}">
                <ns2:creationId id="{1CFEA723-5CA1-6FA4-4961-E3D3D3791789}"/>
              </a:ext>
            </a:extLst>
          </p:cNvPr>
          <p:cNvSpPr/>
          <p:nvPr/>
        </p:nvSpPr>
        <p:spPr>
          <a:xfrm>
            <a:off x="1251242" y="3824301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US" altLang="ja-JP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7" name="正方形/長方形 126">
            <a:extLst>
              <a:ext uri="{FF2B5EF4-FFF2-40B4-BE49-F238E27FC236}">
                <ns2:creationId id="{493C1FCA-5EB9-18EF-43F0-80DBBD493A59}"/>
              </a:ext>
            </a:extLst>
          </p:cNvPr>
          <p:cNvSpPr/>
          <p:nvPr/>
        </p:nvSpPr>
        <p:spPr>
          <a:xfrm>
            <a:off x="4795521" y="1838004"/>
            <a:ext cx="3492000" cy="252000"/>
          </a:xfrm>
          <a:prstGeom prst="rect">
            <a:avLst/>
          </a:prstGeom>
          <a:solidFill>
            <a:srgbClr val="008000">
              <a:alpha val="6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rgbClr val="FFFFFF"/>
                </a:solidFill>
                <a:latin typeface="+mn-ea"/>
              </a:rPr>
              <a:t>XX</a:t>
            </a:r>
            <a:r>
              <a:rPr kumimoji="1" lang="en-US" altLang="ja-JP" sz="1100">
                <a:solidFill>
                  <a:srgbClr val="FFFFFF"/>
                </a:solidFill>
                <a:latin typeface="+mn-ea"/>
              </a:rPr>
              <a:t>2</a:t>
            </a:r>
            <a:endParaRPr kumimoji="1" lang="ja-JP" altLang="en-US" sz="1100">
              <a:solidFill>
                <a:srgbClr val="FFFFFF"/>
              </a:solidFill>
              <a:latin typeface="+mn-ea"/>
            </a:endParaRPr>
          </a:p>
        </p:txBody>
      </p:sp>
      <p:sp>
        <p:nvSpPr>
          <p:cNvPr id="141" name="四角形: 角を丸くする 140">
            <a:extLst>
              <a:ext uri="{FF2B5EF4-FFF2-40B4-BE49-F238E27FC236}">
                <ns2:creationId id="{F2287AF7-7620-C054-4628-B206CDECDA7A}"/>
              </a:ext>
            </a:extLst>
          </p:cNvPr>
          <p:cNvSpPr/>
          <p:nvPr/>
        </p:nvSpPr>
        <p:spPr>
          <a:xfrm>
            <a:off x="4795521" y="2555946"/>
            <a:ext cx="3492000" cy="396000"/>
          </a:xfrm>
          <a:prstGeom prst="roundRect">
            <a:avLst/>
          </a:prstGeom>
          <a:solidFill>
            <a:srgbClr val="008000">
              <a:alpha val="4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  <a:br>
              <a:rPr kumimoji="1" lang="en-US" altLang="ja-JP" sz="800">
                <a:solidFill>
                  <a:schemeClr val="tx1"/>
                </a:solidFill>
                <a:latin typeface="+mn-ea"/>
              </a:rPr>
            </a:br>
            <a:r>
              <a:rPr lang="en-US" altLang="ja-JP" sz="800">
                <a:solidFill>
                  <a:srgbClr val="000000"/>
                </a:solidFill>
                <a:latin typeface="+mn-ea"/>
              </a:rPr>
              <a:t>XX</a:t>
            </a:r>
            <a:r>
              <a:rPr lang="ja-JP" altLang="en-US" sz="800">
                <a:solidFill>
                  <a:srgbClr val="000000"/>
                </a:solidFill>
                <a:latin typeface="+mn-ea"/>
              </a:rPr>
              <a:t>XX</a:t>
            </a:r>
            <a:r>
              <a:rPr lang="en-US" altLang="ja-JP" sz="800">
                <a:solidFill>
                  <a:schemeClr val="tx1"/>
                </a:solidFill>
                <a:latin typeface="+mn-ea"/>
              </a:rPr>
              <a:t>)</a:t>
            </a:r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2" name="正方形/長方形 141">
            <a:extLst>
              <a:ext uri="{FF2B5EF4-FFF2-40B4-BE49-F238E27FC236}">
                <ns2:creationId id="{8EC20BA1-49AF-AB58-C48B-1F7E28377A7E}"/>
              </a:ext>
            </a:extLst>
          </p:cNvPr>
          <p:cNvSpPr/>
          <p:nvPr/>
        </p:nvSpPr>
        <p:spPr>
          <a:xfrm>
            <a:off x="4795521" y="2965962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3" name="正方形/長方形 142">
            <a:extLst>
              <a:ext uri="{FF2B5EF4-FFF2-40B4-BE49-F238E27FC236}">
                <ns2:creationId id="{54BECECD-00EA-051B-6DBF-FA4765CE4042}"/>
              </a:ext>
            </a:extLst>
          </p:cNvPr>
          <p:cNvSpPr/>
          <p:nvPr/>
        </p:nvSpPr>
        <p:spPr>
          <a:xfrm>
            <a:off x="4795521" y="3506869"/>
            <a:ext cx="3492000" cy="252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1258888" indent="-968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800">
              <a:solidFill>
                <a:schemeClr val="tx1"/>
              </a:solidFill>
              <a:latin typeface="+mn-ea"/>
            </a:endParaRPr>
          </a:p>
          <a:p>
            <a:pPr marL="1258888" indent="-96838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72" name="グラフィックス 171" descr="データベース 単色塗りつぶし">
            <a:extLst>
              <a:ext uri="{FF2B5EF4-FFF2-40B4-BE49-F238E27FC236}">
                <ns2:creationId id="{698DBF87-B65D-8B6F-52AB-8F550BFE58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5314394" y="2142975"/>
            <a:ext cx="180000" cy="180000"/>
          </a:xfrm>
          <a:prstGeom prst="rect">
            <a:avLst/>
          </a:prstGeom>
        </p:spPr>
      </p:pic>
      <p:pic>
        <p:nvPicPr>
          <p:cNvPr id="173" name="グラフィックス 172" descr="世界 単色塗りつぶし">
            <a:extLst>
              <a:ext uri="{FF2B5EF4-FFF2-40B4-BE49-F238E27FC236}">
                <ns2:creationId id="{14429DF4-ABD4-BC50-E3A1-0D18997FF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5494394" y="2142975"/>
            <a:ext cx="180000" cy="180000"/>
          </a:xfrm>
          <a:prstGeom prst="rect">
            <a:avLst/>
          </a:prstGeom>
        </p:spPr>
      </p:pic>
      <p:sp>
        <p:nvSpPr>
          <p:cNvPr id="174" name="正方形/長方形 173">
            <a:extLst>
              <a:ext uri="{FF2B5EF4-FFF2-40B4-BE49-F238E27FC236}">
                <ns2:creationId id="{C451A1FF-02EE-7B16-03BE-D2FE74E534A9}"/>
              </a:ext>
            </a:extLst>
          </p:cNvPr>
          <p:cNvSpPr/>
          <p:nvPr/>
        </p:nvSpPr>
        <p:spPr>
          <a:xfrm>
            <a:off x="5708331" y="2124975"/>
            <a:ext cx="201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175" name="直線矢印コネクタ 174">
            <a:extLst>
              <a:ext uri="{FF2B5EF4-FFF2-40B4-BE49-F238E27FC236}">
                <ns2:creationId id="{C1B65776-5F1D-BE12-9EBF-9A5370EF1934}"/>
              </a:ext>
            </a:extLst>
          </p:cNvPr>
          <p:cNvCxnSpPr>
            <a:cxnSpLocks/>
            <a:stCxn id="174" idx="2"/>
            <a:endCxn id="141" idx="0"/>
          </p:cNvCxnSpPr>
          <p:nvPr/>
        </p:nvCxnSpPr>
        <p:spPr>
          <a:xfrm flipH="1">
            <a:off x="6541521" y="2340975"/>
            <a:ext cx="0" cy="214971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正方形/長方形 175">
            <a:extLst>
              <a:ext uri="{FF2B5EF4-FFF2-40B4-BE49-F238E27FC236}">
                <ns2:creationId id="{7FE2BBC4-083F-8596-37C2-BD5AF5795F7A}"/>
              </a:ext>
            </a:extLst>
          </p:cNvPr>
          <p:cNvSpPr/>
          <p:nvPr/>
        </p:nvSpPr>
        <p:spPr>
          <a:xfrm>
            <a:off x="6599442" y="2349232"/>
            <a:ext cx="129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18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ja-JP" altLang="en-US" sz="700" dirty="0">
                <a:solidFill>
                  <a:srgbClr val="000000"/>
                </a:solidFill>
                <a:latin typeface="+mn-ea"/>
              </a:rPr>
              <a:t>XX</a:t>
            </a:r>
            <a:br>
              <a:rPr kumimoji="1" lang="en-US" altLang="ja-JP" sz="700" dirty="0">
                <a:solidFill>
                  <a:srgbClr val="000000"/>
                </a:solidFill>
                <a:latin typeface="+mn-ea"/>
              </a:rPr>
            </a:br>
            <a:r>
              <a:rPr kumimoji="1" lang="en-US" altLang="ja-JP" sz="700" dirty="0">
                <a:solidFill>
                  <a:srgbClr val="000000"/>
                </a:solidFill>
                <a:latin typeface="+mn-ea"/>
              </a:rPr>
              <a:t>(</a:t>
            </a:r>
            <a:r>
              <a:rPr lang="en-US" altLang="ja-JP" sz="700" dirty="0">
                <a:solidFill>
                  <a:srgbClr val="000000"/>
                </a:solidFill>
                <a:latin typeface="+mn-ea"/>
              </a:rPr>
              <a:t>XX</a:t>
            </a:r>
            <a:r>
              <a:rPr lang="ja-JP" altLang="en-US" sz="700" dirty="0">
                <a:solidFill>
                  <a:srgbClr val="000000"/>
                </a:solidFill>
                <a:latin typeface="+mn-ea"/>
              </a:rPr>
              <a:t>XX</a:t>
            </a:r>
            <a:r>
              <a:rPr kumimoji="1" lang="en-US" altLang="ja-JP" sz="700" dirty="0">
                <a:solidFill>
                  <a:schemeClr val="tx1"/>
                </a:solidFill>
                <a:latin typeface="+mn-ea"/>
              </a:rPr>
              <a:t>)</a:t>
            </a:r>
            <a:endParaRPr kumimoji="1" lang="ja-JP" altLang="en-US" sz="7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7" name="正方形/長方形 176">
            <a:extLst>
              <a:ext uri="{FF2B5EF4-FFF2-40B4-BE49-F238E27FC236}">
                <ns2:creationId id="{2E7DC82F-215B-83DF-14FA-71265891203E}"/>
              </a:ext>
            </a:extLst>
          </p:cNvPr>
          <p:cNvSpPr/>
          <p:nvPr/>
        </p:nvSpPr>
        <p:spPr>
          <a:xfrm>
            <a:off x="7243521" y="2961792"/>
            <a:ext cx="1044000" cy="216000"/>
          </a:xfrm>
          <a:prstGeom prst="rect">
            <a:avLst/>
          </a:prstGeom>
          <a:noFill/>
          <a:ln w="9525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700" dirty="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700" dirty="0">
                <a:solidFill>
                  <a:srgbClr val="008000"/>
                </a:solidFill>
                <a:latin typeface="+mn-ea"/>
              </a:rPr>
              <a:t>2</a:t>
            </a:r>
            <a:r>
              <a:rPr kumimoji="1" lang="ja-JP" altLang="en-US" sz="700" dirty="0">
                <a:solidFill>
                  <a:srgbClr val="008000"/>
                </a:solidFill>
                <a:latin typeface="+mn-ea"/>
              </a:rPr>
              <a:t>XX</a:t>
            </a:r>
            <a:br>
              <a:rPr kumimoji="1" lang="en-US" altLang="ja-JP" sz="700" dirty="0">
                <a:solidFill>
                  <a:srgbClr val="008000"/>
                </a:solidFill>
                <a:latin typeface="+mn-ea"/>
              </a:rPr>
            </a:br>
            <a:r>
              <a:rPr kumimoji="1" lang="ja-JP" altLang="en-US" sz="700" dirty="0">
                <a:solidFill>
                  <a:srgbClr val="008000"/>
                </a:solidFill>
                <a:latin typeface="+mn-ea"/>
              </a:rPr>
              <a:t>XX</a:t>
            </a:r>
          </a:p>
        </p:txBody>
      </p:sp>
      <p:sp>
        <p:nvSpPr>
          <p:cNvPr id="178" name="四角形: 角を丸くする 177">
            <a:extLst>
              <a:ext uri="{FF2B5EF4-FFF2-40B4-BE49-F238E27FC236}">
                <ns2:creationId id="{7FA95C17-FD7E-E153-AF18-67E8B6B1A968}"/>
              </a:ext>
            </a:extLst>
          </p:cNvPr>
          <p:cNvSpPr/>
          <p:nvPr/>
        </p:nvSpPr>
        <p:spPr>
          <a:xfrm>
            <a:off x="5238893" y="3187637"/>
            <a:ext cx="1080000" cy="180000"/>
          </a:xfrm>
          <a:prstGeom prst="roundRect">
            <a:avLst/>
          </a:prstGeom>
          <a:solidFill>
            <a:srgbClr val="008000">
              <a:alpha val="5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79" name="四角形: 角を丸くする 178">
            <a:extLst>
              <a:ext uri="{FF2B5EF4-FFF2-40B4-BE49-F238E27FC236}">
                <ns2:creationId id="{48ECBCD3-B8CD-F9AF-80CA-3981C7DA49D5}"/>
              </a:ext>
            </a:extLst>
          </p:cNvPr>
          <p:cNvSpPr/>
          <p:nvPr/>
        </p:nvSpPr>
        <p:spPr>
          <a:xfrm>
            <a:off x="6762265" y="3187637"/>
            <a:ext cx="1080000" cy="180000"/>
          </a:xfrm>
          <a:prstGeom prst="roundRect">
            <a:avLst/>
          </a:prstGeom>
          <a:solidFill>
            <a:srgbClr val="99CC99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pic>
        <p:nvPicPr>
          <p:cNvPr id="182" name="グラフィックス 181" descr="Web デザイン 単色塗りつぶし">
            <a:extLst>
              <a:ext uri="{FF2B5EF4-FFF2-40B4-BE49-F238E27FC236}">
                <ns2:creationId id="{6F0B6600-69A6-85C6-DA36-5A46F9CE0D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rcRect/>
          <a:stretch/>
        </p:blipFill>
        <p:spPr>
          <a:xfrm>
            <a:off x="5040090" y="3993252"/>
            <a:ext cx="180000" cy="180000"/>
          </a:xfrm>
          <a:prstGeom prst="rect">
            <a:avLst/>
          </a:prstGeom>
        </p:spPr>
      </p:pic>
      <p:grpSp>
        <p:nvGrpSpPr>
          <p:cNvPr id="214" name="グループ化 213">
            <a:extLst>
              <a:ext uri="{FF2B5EF4-FFF2-40B4-BE49-F238E27FC236}">
                <ns2:creationId id="{16A6473D-4D4C-AD03-4CDF-3329E7507119}"/>
              </a:ext>
            </a:extLst>
          </p:cNvPr>
          <p:cNvGrpSpPr/>
          <p:nvPr/>
        </p:nvGrpSpPr>
        <p:grpSpPr>
          <a:xfrm>
            <a:off x="4795521" y="3824301"/>
            <a:ext cx="3492000" cy="402951"/>
            <a:chOff x="4791953" y="3824301"/>
            <a:chExt cx="3492000" cy="402951"/>
          </a:xfrm>
        </p:grpSpPr>
        <p:sp>
          <p:nvSpPr>
            <p:cNvPr id="144" name="正方形/長方形 143">
              <a:extLst>
                <a:ext uri="{FF2B5EF4-FFF2-40B4-BE49-F238E27FC236}">
                  <ns2:creationId id="{100DEA02-871D-9685-8D2A-47EFEA7E2586}"/>
                </a:ext>
              </a:extLst>
            </p:cNvPr>
            <p:cNvSpPr/>
            <p:nvPr/>
          </p:nvSpPr>
          <p:spPr>
            <a:xfrm>
              <a:off x="4791953" y="3824301"/>
              <a:ext cx="3492000" cy="39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altLang="ja-JP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3243CA6C-A8E1-B1BD-A405-ED92810436FE}"/>
                </a:ext>
              </a:extLst>
            </p:cNvPr>
            <p:cNvSpPr/>
            <p:nvPr/>
          </p:nvSpPr>
          <p:spPr>
            <a:xfrm>
              <a:off x="4997610" y="3939252"/>
              <a:ext cx="1428978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34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85725" indent="-85725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183" name="グループ化 182">
              <a:extLst>
                <a:ext uri="{FF2B5EF4-FFF2-40B4-BE49-F238E27FC236}">
                  <ns2:creationId id="{D5C48762-4BD1-052F-C1C7-473C38A67A14}"/>
                </a:ext>
              </a:extLst>
            </p:cNvPr>
            <p:cNvGrpSpPr/>
            <p:nvPr/>
          </p:nvGrpSpPr>
          <p:grpSpPr>
            <a:xfrm>
              <a:off x="6637936" y="3939252"/>
              <a:ext cx="1428978" cy="288000"/>
              <a:chOff x="6637936" y="3986877"/>
              <a:chExt cx="1428978" cy="288000"/>
            </a:xfrm>
          </p:grpSpPr>
          <p:sp>
            <p:nvSpPr>
              <p:cNvPr id="184" name="正方形/長方形 183">
                <a:extLst>
                  <a:ext uri="{FF2B5EF4-FFF2-40B4-BE49-F238E27FC236}">
                    <ns2:creationId id="{5A159D31-93BC-AE58-506E-7FD247447CE0}"/>
                  </a:ext>
                </a:extLst>
              </p:cNvPr>
              <p:cNvSpPr/>
              <p:nvPr/>
            </p:nvSpPr>
            <p:spPr>
              <a:xfrm>
                <a:off x="6637936" y="3986877"/>
                <a:ext cx="1428978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34000" tIns="36000" rIns="18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5725" indent="-85725"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pic>
            <p:nvPicPr>
              <p:cNvPr id="185" name="グラフィックス 184" descr="会議 単色塗りつぶし">
                <a:extLst>
                  <a:ext uri="{FF2B5EF4-FFF2-40B4-BE49-F238E27FC236}">
                    <ns2:creationId id="{E27F8C9D-6C22-FB71-EA19-08AD37119F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6676848" y="4023557"/>
                <a:ext cx="180000" cy="180000"/>
              </a:xfrm>
              <a:prstGeom prst="rect">
                <a:avLst/>
              </a:prstGeom>
            </p:spPr>
          </p:pic>
        </p:grpSp>
      </p:grpSp>
      <p:sp>
        <p:nvSpPr>
          <p:cNvPr id="128" name="正方形/長方形 127">
            <a:extLst>
              <a:ext uri="{FF2B5EF4-FFF2-40B4-BE49-F238E27FC236}">
                <ns2:creationId id="{98B1B0A7-1E4E-8FC0-DFFA-25E04905F2B7}"/>
              </a:ext>
            </a:extLst>
          </p:cNvPr>
          <p:cNvSpPr/>
          <p:nvPr/>
        </p:nvSpPr>
        <p:spPr>
          <a:xfrm>
            <a:off x="8343230" y="1838004"/>
            <a:ext cx="3492000" cy="252000"/>
          </a:xfrm>
          <a:prstGeom prst="rect">
            <a:avLst/>
          </a:prstGeom>
          <a:solidFill>
            <a:srgbClr val="008000">
              <a:alpha val="4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1100">
                <a:solidFill>
                  <a:srgbClr val="008000"/>
                </a:solidFill>
                <a:latin typeface="+mn-ea"/>
              </a:rPr>
              <a:t>XX</a:t>
            </a:r>
            <a:r>
              <a:rPr kumimoji="1" lang="en-US" altLang="ja-JP" sz="1100">
                <a:solidFill>
                  <a:srgbClr val="008000"/>
                </a:solidFill>
                <a:latin typeface="+mn-ea"/>
              </a:rPr>
              <a:t>3</a:t>
            </a:r>
            <a:endParaRPr kumimoji="1" lang="ja-JP" altLang="en-US" sz="1100">
              <a:solidFill>
                <a:srgbClr val="008000"/>
              </a:solidFill>
              <a:latin typeface="+mn-ea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ns2:creationId id="{65F6B639-6BFC-FE63-7DF5-054BB8C58301}"/>
              </a:ext>
            </a:extLst>
          </p:cNvPr>
          <p:cNvSpPr/>
          <p:nvPr/>
        </p:nvSpPr>
        <p:spPr>
          <a:xfrm>
            <a:off x="8339799" y="2117990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80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8" name="四角形: 角を丸くする 147">
            <a:extLst>
              <a:ext uri="{FF2B5EF4-FFF2-40B4-BE49-F238E27FC236}">
                <ns2:creationId id="{E5EB98B3-2A82-C0C9-2151-7A4DD0FFF4FD}"/>
              </a:ext>
            </a:extLst>
          </p:cNvPr>
          <p:cNvSpPr/>
          <p:nvPr/>
        </p:nvSpPr>
        <p:spPr>
          <a:xfrm>
            <a:off x="8339799" y="3522573"/>
            <a:ext cx="3492000" cy="252000"/>
          </a:xfrm>
          <a:prstGeom prst="roundRect">
            <a:avLst/>
          </a:prstGeom>
          <a:solidFill>
            <a:srgbClr val="EDEDED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  <a:latin typeface="+mn-ea"/>
              </a:rPr>
              <a:t>Excel</a:t>
            </a:r>
            <a:r>
              <a:rPr kumimoji="1" lang="ja-JP" altLang="en-US" sz="80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149" name="正方形/長方形 148">
            <a:extLst>
              <a:ext uri="{FF2B5EF4-FFF2-40B4-BE49-F238E27FC236}">
                <ns2:creationId id="{87EE7A08-D603-90B2-C8C7-60826290A34F}"/>
              </a:ext>
            </a:extLst>
          </p:cNvPr>
          <p:cNvSpPr/>
          <p:nvPr/>
        </p:nvSpPr>
        <p:spPr>
          <a:xfrm>
            <a:off x="8339799" y="3824301"/>
            <a:ext cx="3492000" cy="39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en-US" altLang="ja-JP" sz="80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87" name="グラフィックス 186" descr="データベース 単色塗りつぶし">
            <a:extLst>
              <a:ext uri="{FF2B5EF4-FFF2-40B4-BE49-F238E27FC236}">
                <ns2:creationId id="{C854F183-BE52-E0F2-E333-87E5CCE606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rcRect/>
          <a:stretch/>
        </p:blipFill>
        <p:spPr>
          <a:xfrm>
            <a:off x="8884179" y="2142975"/>
            <a:ext cx="180000" cy="180000"/>
          </a:xfrm>
          <a:prstGeom prst="rect">
            <a:avLst/>
          </a:prstGeom>
        </p:spPr>
      </p:pic>
      <p:pic>
        <p:nvPicPr>
          <p:cNvPr id="188" name="グラフィックス 187" descr="世界 単色塗りつぶし">
            <a:extLst>
              <a:ext uri="{FF2B5EF4-FFF2-40B4-BE49-F238E27FC236}">
                <ns2:creationId id="{C8906B98-B413-5E6F-BEC5-2E001C9D3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rcRect/>
          <a:stretch/>
        </p:blipFill>
        <p:spPr>
          <a:xfrm>
            <a:off x="9064179" y="2142975"/>
            <a:ext cx="180000" cy="180000"/>
          </a:xfrm>
          <a:prstGeom prst="rect">
            <a:avLst/>
          </a:prstGeom>
        </p:spPr>
      </p:pic>
      <p:sp>
        <p:nvSpPr>
          <p:cNvPr id="189" name="正方形/長方形 188">
            <a:extLst>
              <a:ext uri="{FF2B5EF4-FFF2-40B4-BE49-F238E27FC236}">
                <ns2:creationId id="{3A595B98-4FE4-D91A-D6A7-BC565C8DF35B}"/>
              </a:ext>
            </a:extLst>
          </p:cNvPr>
          <p:cNvSpPr/>
          <p:nvPr/>
        </p:nvSpPr>
        <p:spPr>
          <a:xfrm>
            <a:off x="9278116" y="2124975"/>
            <a:ext cx="2016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91" name="正方形/長方形 190">
            <a:extLst>
              <a:ext uri="{FF2B5EF4-FFF2-40B4-BE49-F238E27FC236}">
                <ns2:creationId id="{7B4B376B-D0E2-9A24-01E2-FE70E9CBB767}"/>
              </a:ext>
            </a:extLst>
          </p:cNvPr>
          <p:cNvSpPr/>
          <p:nvPr/>
        </p:nvSpPr>
        <p:spPr>
          <a:xfrm>
            <a:off x="10073819" y="2340461"/>
            <a:ext cx="1008000" cy="216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18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190" name="直線矢印コネクタ 189">
            <a:extLst>
              <a:ext uri="{FF2B5EF4-FFF2-40B4-BE49-F238E27FC236}">
                <ns2:creationId id="{4512B7AB-BA41-A935-2279-724BC465E14B}"/>
              </a:ext>
            </a:extLst>
          </p:cNvPr>
          <p:cNvCxnSpPr>
            <a:cxnSpLocks/>
            <a:stCxn id="189" idx="2"/>
            <a:endCxn id="12" idx="0"/>
          </p:cNvCxnSpPr>
          <p:nvPr/>
        </p:nvCxnSpPr>
        <p:spPr>
          <a:xfrm flipH="1">
            <a:off x="10085799" y="2340975"/>
            <a:ext cx="0" cy="214972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グループ化 232">
            <a:extLst>
              <a:ext uri="{FF2B5EF4-FFF2-40B4-BE49-F238E27FC236}">
                <ns2:creationId id="{BB0CBB32-0969-6BFA-F95B-76E6619C50D1}"/>
              </a:ext>
            </a:extLst>
          </p:cNvPr>
          <p:cNvGrpSpPr/>
          <p:nvPr/>
        </p:nvGrpSpPr>
        <p:grpSpPr>
          <a:xfrm>
            <a:off x="8795914" y="2645946"/>
            <a:ext cx="1260000" cy="216000"/>
            <a:chOff x="8699195" y="2597001"/>
            <a:chExt cx="1260000" cy="216000"/>
          </a:xfrm>
        </p:grpSpPr>
        <p:pic>
          <p:nvPicPr>
            <p:cNvPr id="193" name="グラフィックス 192" descr="ユーザー 単色塗りつぶし">
              <a:extLst>
                <a:ext uri="{FF2B5EF4-FFF2-40B4-BE49-F238E27FC236}">
                  <ns2:creationId id="{272833F6-D37D-4836-7A73-B19132E6AE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8699195" y="2615001"/>
              <a:ext cx="180000" cy="180000"/>
            </a:xfrm>
            <a:prstGeom prst="rect">
              <a:avLst/>
            </a:prstGeom>
          </p:spPr>
        </p:pic>
        <p:sp>
          <p:nvSpPr>
            <p:cNvPr id="194" name="正方形/長方形 193">
              <a:extLst>
                <a:ext uri="{FF2B5EF4-FFF2-40B4-BE49-F238E27FC236}">
                  <ns2:creationId id="{2910CB08-620F-86D5-D5D7-3CC25B96239E}"/>
                </a:ext>
              </a:extLst>
            </p:cNvPr>
            <p:cNvSpPr/>
            <p:nvPr/>
          </p:nvSpPr>
          <p:spPr>
            <a:xfrm>
              <a:off x="8699195" y="2597001"/>
              <a:ext cx="126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+mn-ea"/>
                </a:rPr>
                <a:t>Excel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195" name="四角形: 角を丸くする 194">
            <a:extLst>
              <a:ext uri="{FF2B5EF4-FFF2-40B4-BE49-F238E27FC236}">
                <ns2:creationId id="{2326C861-1FC8-F3CD-ADF5-A5248CC2DA45}"/>
              </a:ext>
            </a:extLst>
          </p:cNvPr>
          <p:cNvSpPr/>
          <p:nvPr/>
        </p:nvSpPr>
        <p:spPr>
          <a:xfrm>
            <a:off x="10295682" y="3076917"/>
            <a:ext cx="1080000" cy="216000"/>
          </a:xfrm>
          <a:prstGeom prst="roundRect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endParaRPr kumimoji="1" lang="ja-JP" altLang="en-US" sz="8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38" name="グループ化 237">
            <a:extLst>
              <a:ext uri="{FF2B5EF4-FFF2-40B4-BE49-F238E27FC236}">
                <ns2:creationId id="{61460E5E-E675-2787-6CB8-11743D33FFA7}"/>
              </a:ext>
            </a:extLst>
          </p:cNvPr>
          <p:cNvGrpSpPr/>
          <p:nvPr/>
        </p:nvGrpSpPr>
        <p:grpSpPr>
          <a:xfrm>
            <a:off x="8795914" y="3076917"/>
            <a:ext cx="1476000" cy="216000"/>
            <a:chOff x="8760994" y="3055133"/>
            <a:chExt cx="1476000" cy="216000"/>
          </a:xfrm>
        </p:grpSpPr>
        <p:pic>
          <p:nvPicPr>
            <p:cNvPr id="197" name="グラフィックス 196" descr="開いたフォルダー 単色塗りつぶし">
              <a:extLst>
                <a:ext uri="{FF2B5EF4-FFF2-40B4-BE49-F238E27FC236}">
                  <ns2:creationId id="{6750914E-D517-E1AF-FBDD-63B37D6663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8760994" y="3073133"/>
              <a:ext cx="180000" cy="180000"/>
            </a:xfrm>
            <a:prstGeom prst="rect">
              <a:avLst/>
            </a:prstGeom>
          </p:spPr>
        </p:pic>
        <p:sp>
          <p:nvSpPr>
            <p:cNvPr id="199" name="正方形/長方形 198">
              <a:extLst>
                <a:ext uri="{FF2B5EF4-FFF2-40B4-BE49-F238E27FC236}">
                  <ns2:creationId id="{F7B33DBA-BE2D-E7FD-63D6-F9F5C99F9368}"/>
                </a:ext>
              </a:extLst>
            </p:cNvPr>
            <p:cNvSpPr/>
            <p:nvPr/>
          </p:nvSpPr>
          <p:spPr>
            <a:xfrm>
              <a:off x="8760994" y="3055133"/>
              <a:ext cx="1476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237" name="グループ化 236">
            <a:extLst>
              <a:ext uri="{FF2B5EF4-FFF2-40B4-BE49-F238E27FC236}">
                <ns2:creationId id="{005ABC05-95AA-8EAF-FEEB-A67E090C2E92}"/>
              </a:ext>
            </a:extLst>
          </p:cNvPr>
          <p:cNvGrpSpPr/>
          <p:nvPr/>
        </p:nvGrpSpPr>
        <p:grpSpPr>
          <a:xfrm>
            <a:off x="10295682" y="2645946"/>
            <a:ext cx="720000" cy="216000"/>
            <a:chOff x="10326329" y="2645946"/>
            <a:chExt cx="720000" cy="216000"/>
          </a:xfrm>
        </p:grpSpPr>
        <p:sp>
          <p:nvSpPr>
            <p:cNvPr id="200" name="正方形/長方形 199">
              <a:extLst>
                <a:ext uri="{FF2B5EF4-FFF2-40B4-BE49-F238E27FC236}">
                  <ns2:creationId id="{7517B51C-9769-5DEA-65C6-DD02DDF391A7}"/>
                </a:ext>
              </a:extLst>
            </p:cNvPr>
            <p:cNvSpPr/>
            <p:nvPr/>
          </p:nvSpPr>
          <p:spPr>
            <a:xfrm>
              <a:off x="10326329" y="2645946"/>
              <a:ext cx="720000" cy="216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16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8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201" name="図 200">
              <a:extLst>
                <a:ext uri="{FF2B5EF4-FFF2-40B4-BE49-F238E27FC236}">
                  <ns2:creationId id="{63B5923B-7854-6A00-DA2A-EE9FD82CE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326329" y="2686607"/>
              <a:ext cx="144000" cy="134678"/>
            </a:xfrm>
            <a:prstGeom prst="rect">
              <a:avLst/>
            </a:prstGeom>
          </p:spPr>
        </p:pic>
      </p:grpSp>
      <p:sp>
        <p:nvSpPr>
          <p:cNvPr id="202" name="正方形/長方形 201">
            <a:extLst>
              <a:ext uri="{FF2B5EF4-FFF2-40B4-BE49-F238E27FC236}">
                <ns2:creationId id="{940A1783-4A6F-0F96-2F43-124F62EEC457}"/>
              </a:ext>
            </a:extLst>
          </p:cNvPr>
          <p:cNvSpPr/>
          <p:nvPr/>
        </p:nvSpPr>
        <p:spPr>
          <a:xfrm>
            <a:off x="10146637" y="3395534"/>
            <a:ext cx="1687248" cy="144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kumimoji="1"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03" name="正方形/長方形 202">
            <a:extLst>
              <a:ext uri="{FF2B5EF4-FFF2-40B4-BE49-F238E27FC236}">
                <ns2:creationId id="{BF1E471E-DD15-F245-B94A-E7184B7A547D}"/>
              </a:ext>
            </a:extLst>
          </p:cNvPr>
          <p:cNvSpPr/>
          <p:nvPr/>
        </p:nvSpPr>
        <p:spPr>
          <a:xfrm>
            <a:off x="8622964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endParaRPr lang="en-US" altLang="ja-JP" sz="800" dirty="0">
              <a:solidFill>
                <a:schemeClr val="tx1"/>
              </a:solidFill>
              <a:latin typeface="+mn-ea"/>
            </a:endParaRPr>
          </a:p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Excel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sp>
        <p:nvSpPr>
          <p:cNvPr id="204" name="正方形/長方形 203">
            <a:extLst>
              <a:ext uri="{FF2B5EF4-FFF2-40B4-BE49-F238E27FC236}">
                <ns2:creationId id="{057F73A6-73D9-3997-8596-EAB05A438A14}"/>
              </a:ext>
            </a:extLst>
          </p:cNvPr>
          <p:cNvSpPr/>
          <p:nvPr/>
        </p:nvSpPr>
        <p:spPr>
          <a:xfrm>
            <a:off x="10263290" y="3936046"/>
            <a:ext cx="1428978" cy="288000"/>
          </a:xfrm>
          <a:prstGeom prst="rect">
            <a:avLst/>
          </a:prstGeom>
          <a:noFill/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" tIns="0" rIns="18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87313" indent="-87313"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en-US" altLang="ja-JP" sz="800" dirty="0">
                <a:solidFill>
                  <a:schemeClr val="tx1"/>
                </a:solidFill>
                <a:latin typeface="+mn-ea"/>
              </a:rPr>
              <a:t>XX</a:t>
            </a:r>
            <a:r>
              <a:rPr lang="ja-JP" altLang="en-US" sz="800" dirty="0">
                <a:solidFill>
                  <a:schemeClr val="tx1"/>
                </a:solidFill>
                <a:latin typeface="+mn-ea"/>
              </a:rPr>
              <a:t>XX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ns2:creationId id="{9E2D605E-1BBA-7C69-E1C1-63FAEC6030D3}"/>
              </a:ext>
            </a:extLst>
          </p:cNvPr>
          <p:cNvCxnSpPr>
            <a:cxnSpLocks/>
          </p:cNvCxnSpPr>
          <p:nvPr/>
        </p:nvCxnSpPr>
        <p:spPr>
          <a:xfrm>
            <a:off x="2997242" y="2951946"/>
            <a:ext cx="0" cy="79132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ns2:creationId id="{0FB73753-2893-E9EE-8DF9-4425C4168181}"/>
              </a:ext>
            </a:extLst>
          </p:cNvPr>
          <p:cNvCxnSpPr>
            <a:cxnSpLocks/>
          </p:cNvCxnSpPr>
          <p:nvPr/>
        </p:nvCxnSpPr>
        <p:spPr>
          <a:xfrm>
            <a:off x="6532432" y="2973993"/>
            <a:ext cx="0" cy="180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ns2:creationId id="{D57E47EB-9E59-CC6B-A8C6-F6FE23D0454F}"/>
              </a:ext>
            </a:extLst>
          </p:cNvPr>
          <p:cNvCxnSpPr>
            <a:cxnSpLocks/>
            <a:stCxn id="12" idx="2"/>
            <a:endCxn id="148" idx="0"/>
          </p:cNvCxnSpPr>
          <p:nvPr/>
        </p:nvCxnSpPr>
        <p:spPr>
          <a:xfrm>
            <a:off x="10085799" y="3382918"/>
            <a:ext cx="0" cy="139655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ns2:creationId id="{8F57C3C6-2457-C725-0A4F-D48BE2DE9671}"/>
              </a:ext>
            </a:extLst>
          </p:cNvPr>
          <p:cNvCxnSpPr>
            <a:cxnSpLocks/>
          </p:cNvCxnSpPr>
          <p:nvPr/>
        </p:nvCxnSpPr>
        <p:spPr>
          <a:xfrm>
            <a:off x="6535267" y="3333222"/>
            <a:ext cx="0" cy="180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コネクタ: カギ線 55">
            <a:extLst>
              <a:ext uri="{FF2B5EF4-FFF2-40B4-BE49-F238E27FC236}">
                <ns2:creationId id="{2C20169A-7EAC-9587-53ED-7DE9FD58C4A0}"/>
              </a:ext>
            </a:extLst>
          </p:cNvPr>
          <p:cNvCxnSpPr>
            <a:stCxn id="162" idx="2"/>
          </p:cNvCxnSpPr>
          <p:nvPr/>
        </p:nvCxnSpPr>
        <p:spPr>
          <a:xfrm rot="5400000">
            <a:off x="2830476" y="2484295"/>
            <a:ext cx="164574" cy="1911038"/>
          </a:xfrm>
          <a:prstGeom prst="bentConnector3">
            <a:avLst>
              <a:gd name="adj1" fmla="val 35753"/>
            </a:avLst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ns2:creationId id="{A687001D-887C-1C28-1622-C3E317130B03}"/>
              </a:ext>
            </a:extLst>
          </p:cNvPr>
          <p:cNvCxnSpPr>
            <a:cxnSpLocks/>
          </p:cNvCxnSpPr>
          <p:nvPr/>
        </p:nvCxnSpPr>
        <p:spPr>
          <a:xfrm>
            <a:off x="4301328" y="3352601"/>
            <a:ext cx="0" cy="144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ns2:creationId id="{38692A20-8B42-5A30-56DB-2D9DF7209B8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733111" y="1400978"/>
            <a:ext cx="72000" cy="5184067"/>
          </a:xfrm>
          <a:prstGeom prst="bentConnector4">
            <a:avLst>
              <a:gd name="adj1" fmla="val -125243"/>
              <a:gd name="adj2" fmla="val 99997"/>
            </a:avLst>
          </a:prstGeom>
          <a:ln w="9525">
            <a:solidFill>
              <a:srgbClr val="008000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コネクタ: カギ線 211">
            <a:extLst>
              <a:ext uri="{FF2B5EF4-FFF2-40B4-BE49-F238E27FC236}">
                <ns2:creationId id="{B60F2650-81E7-DC96-E00D-9B7785635119}"/>
              </a:ext>
            </a:extLst>
          </p:cNvPr>
          <p:cNvCxnSpPr>
            <a:cxnSpLocks/>
            <a:endCxn id="170" idx="0"/>
          </p:cNvCxnSpPr>
          <p:nvPr/>
        </p:nvCxnSpPr>
        <p:spPr>
          <a:xfrm rot="5400000">
            <a:off x="3715755" y="3886258"/>
            <a:ext cx="216000" cy="0"/>
          </a:xfrm>
          <a:prstGeom prst="bentConnector3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コネクタ: カギ線 217">
            <a:extLst>
              <a:ext uri="{FF2B5EF4-FFF2-40B4-BE49-F238E27FC236}">
                <ns2:creationId id="{5EC7C1FC-A1EA-A17B-271F-1CE6561FAE90}"/>
              </a:ext>
            </a:extLst>
          </p:cNvPr>
          <p:cNvCxnSpPr>
            <a:cxnSpLocks/>
            <a:endCxn id="181" idx="0"/>
          </p:cNvCxnSpPr>
          <p:nvPr/>
        </p:nvCxnSpPr>
        <p:spPr>
          <a:xfrm>
            <a:off x="3817405" y="3870314"/>
            <a:ext cx="1898262" cy="108000"/>
          </a:xfrm>
          <a:prstGeom prst="bentConnector2">
            <a:avLst/>
          </a:prstGeom>
          <a:ln w="9525">
            <a:solidFill>
              <a:srgbClr val="008000"/>
            </a:solidFill>
            <a:headEnd type="none" w="med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線矢印コネクタ 228">
            <a:extLst>
              <a:ext uri="{FF2B5EF4-FFF2-40B4-BE49-F238E27FC236}">
                <ns2:creationId id="{38C14E27-CDE3-D0B0-4FB9-B32EC6885819}"/>
              </a:ext>
            </a:extLst>
          </p:cNvPr>
          <p:cNvCxnSpPr>
            <a:cxnSpLocks/>
          </p:cNvCxnSpPr>
          <p:nvPr/>
        </p:nvCxnSpPr>
        <p:spPr>
          <a:xfrm>
            <a:off x="6536301" y="3755296"/>
            <a:ext cx="0" cy="108000"/>
          </a:xfrm>
          <a:prstGeom prst="straightConnector1">
            <a:avLst/>
          </a:prstGeom>
          <a:ln w="9525">
            <a:solidFill>
              <a:srgbClr val="008000"/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テキスト プレースホルダー 2">
            <a:extLst>
              <a:ext uri="{FF2B5EF4-FFF2-40B4-BE49-F238E27FC236}">
                <ns2:creationId id="{F9FA3274-ABEE-C786-5B40-8874757A51A3}"/>
              </a:ext>
            </a:extLst>
          </p:cNvPr>
          <p:cNvSpPr txBox="1">
            <a:spLocks/>
          </p:cNvSpPr>
          <p:nvPr/>
        </p:nvSpPr>
        <p:spPr>
          <a:xfrm>
            <a:off x="375444" y="927318"/>
            <a:ext cx="11745912" cy="4270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8000"/>
              </a:buClr>
              <a:buFont typeface="Wingdings" panose="05000000000000000000" pitchFamily="2" charset="2"/>
              <a:buChar char="n"/>
              <a:defRPr kumimoji="1" sz="2000" kern="12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 UI" panose="020B0604030504040204" pitchFamily="50" charset="-128"/>
              <a:buChar char="▶"/>
            </a:pPr>
            <a:r>
              <a:rPr lang="en-US" altLang="ja-JP" dirty="0"/>
              <a:t>API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 </a:t>
            </a:r>
            <a:r>
              <a:rPr lang="ja-JP" altLang="en-US" dirty="0"/>
              <a:t>XX</a:t>
            </a:r>
            <a:r>
              <a:rPr lang="en-US" altLang="ja-JP" dirty="0"/>
              <a:t>2</a:t>
            </a:r>
            <a:r>
              <a:rPr lang="ja-JP" altLang="en-US" dirty="0"/>
              <a:t>XX</a:t>
            </a:r>
          </a:p>
        </p:txBody>
      </p:sp>
    </p:spTree>
    <p:extLst>
      <p:ext uri="{BB962C8B-B14F-4D97-AF65-F5344CB8AC3E}">
        <ns5:creationId val="23619510"/>
      </p:ext>
    </p:extLst>
  </p:cSld>
  <p:clrMapOvr>
    <a:masterClrMapping/>
  </p:clrMapOvr>
</p:sld>
</file>

<file path=ppt/slides/slide36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15FF040-32E6-8F09-D9F0-69D838F3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3AFD2AB-9BB9-39B1-A9E8-431BAA538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A2B97CC-00DA-8784-1FE2-C8C5A3F8E7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5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(</a:t>
            </a:r>
            <a:r>
              <a:rPr lang="ja-JP" altLang="en-US" dirty="0"/>
              <a:t>XX</a:t>
            </a:r>
            <a:r>
              <a:rPr lang="en-US" altLang="ja-JP" dirty="0"/>
              <a:t>)</a:t>
            </a:r>
            <a:r>
              <a:rPr lang="ja-JP" altLang="en-US" dirty="0"/>
              <a:t>XX</a:t>
            </a:r>
          </a:p>
        </p:txBody>
      </p:sp>
      <p:grpSp>
        <p:nvGrpSpPr>
          <p:cNvPr id="152" name="グループ化 151">
            <a:extLst>
              <a:ext uri="{FF2B5EF4-FFF2-40B4-BE49-F238E27FC236}">
                <ns2:creationId id="{0402064A-318F-14DE-BB0B-81080B26CB76}"/>
              </a:ext>
            </a:extLst>
          </p:cNvPr>
          <p:cNvGrpSpPr/>
          <p:nvPr/>
        </p:nvGrpSpPr>
        <p:grpSpPr>
          <a:xfrm>
            <a:off x="334963" y="1628775"/>
            <a:ext cx="11522075" cy="4679950"/>
            <a:chOff x="334963" y="1628775"/>
            <a:chExt cx="11522075" cy="4679950"/>
          </a:xfrm>
        </p:grpSpPr>
        <p:grpSp>
          <p:nvGrpSpPr>
            <p:cNvPr id="130" name="グループ化 129">
              <a:extLst>
                <a:ext uri="{FF2B5EF4-FFF2-40B4-BE49-F238E27FC236}">
                  <ns2:creationId id="{99EC698B-5072-9F90-013C-2CBBFDC518C4}"/>
                </a:ext>
              </a:extLst>
            </p:cNvPr>
            <p:cNvGrpSpPr/>
            <p:nvPr/>
          </p:nvGrpSpPr>
          <p:grpSpPr>
            <a:xfrm>
              <a:off x="334963" y="3143250"/>
              <a:ext cx="1252537" cy="2271183"/>
              <a:chOff x="334963" y="3143250"/>
              <a:chExt cx="1252537" cy="2271183"/>
            </a:xfrm>
          </p:grpSpPr>
          <p:sp>
            <p:nvSpPr>
              <p:cNvPr id="10" name="正方形/長方形 9">
                <a:extLst>
                  <a:ext uri="{FF2B5EF4-FFF2-40B4-BE49-F238E27FC236}">
                    <ns2:creationId id="{73C7A1F7-2FC9-7C6E-9C83-841B76E55007}"/>
                  </a:ext>
                </a:extLst>
              </p:cNvPr>
              <p:cNvSpPr/>
              <p:nvPr/>
            </p:nvSpPr>
            <p:spPr>
              <a:xfrm>
                <a:off x="334963" y="3143250"/>
                <a:ext cx="1252537" cy="2271183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6" name="グラフィックス 15" descr="羽ペン 単色塗りつぶし">
                <a:extLst>
                  <a:ext uri="{FF2B5EF4-FFF2-40B4-BE49-F238E27FC236}">
                    <ns2:creationId id="{F8D4840D-1963-DF08-EE25-F90E3D1592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1165225" y="4992158"/>
                <a:ext cx="422275" cy="422275"/>
              </a:xfrm>
              <a:prstGeom prst="rect">
                <a:avLst/>
              </a:prstGeom>
            </p:spPr>
          </p:pic>
        </p:grpSp>
        <p:grpSp>
          <p:nvGrpSpPr>
            <p:cNvPr id="131" name="グループ化 130">
              <a:extLst>
                <a:ext uri="{FF2B5EF4-FFF2-40B4-BE49-F238E27FC236}">
                  <ns2:creationId id="{60A96445-4B52-BCFF-B58F-1D26B93D0F2B}"/>
                </a:ext>
              </a:extLst>
            </p:cNvPr>
            <p:cNvGrpSpPr/>
            <p:nvPr/>
          </p:nvGrpSpPr>
          <p:grpSpPr>
            <a:xfrm>
              <a:off x="334963" y="5480050"/>
              <a:ext cx="1252537" cy="828675"/>
              <a:chOff x="334963" y="5480050"/>
              <a:chExt cx="1252537" cy="828675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B8720A66-8C8F-4426-1A3E-7B871C3E283E}"/>
                  </a:ext>
                </a:extLst>
              </p:cNvPr>
              <p:cNvSpPr/>
              <p:nvPr/>
            </p:nvSpPr>
            <p:spPr>
              <a:xfrm>
                <a:off x="334963" y="5480050"/>
                <a:ext cx="1252537" cy="828675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7" name="グラフィックス 16" descr="日毎カレンダー 単色塗りつぶし">
                <a:extLst>
                  <a:ext uri="{FF2B5EF4-FFF2-40B4-BE49-F238E27FC236}">
                    <ns2:creationId id="{0CFA54EC-CF6A-1B77-EB42-BFCB8C454C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1165225" y="5886450"/>
                <a:ext cx="422275" cy="422275"/>
              </a:xfrm>
              <a:prstGeom prst="rect">
                <a:avLst/>
              </a:prstGeom>
            </p:spPr>
          </p:pic>
        </p:grpSp>
        <p:grpSp>
          <p:nvGrpSpPr>
            <p:cNvPr id="127" name="グループ化 126">
              <a:extLst>
                <a:ext uri="{FF2B5EF4-FFF2-40B4-BE49-F238E27FC236}">
                  <ns2:creationId id="{42C895F9-E2DE-E8C4-E7F9-6592CBD25D83}"/>
                </a:ext>
              </a:extLst>
            </p:cNvPr>
            <p:cNvGrpSpPr/>
            <p:nvPr/>
          </p:nvGrpSpPr>
          <p:grpSpPr>
            <a:xfrm>
              <a:off x="334963" y="2289175"/>
              <a:ext cx="1252537" cy="793750"/>
              <a:chOff x="334963" y="2289175"/>
              <a:chExt cx="1252537" cy="793750"/>
            </a:xfrm>
          </p:grpSpPr>
          <p:sp>
            <p:nvSpPr>
              <p:cNvPr id="5" name="正方形/長方形 4">
                <a:extLst>
                  <a:ext uri="{FF2B5EF4-FFF2-40B4-BE49-F238E27FC236}">
                    <ns2:creationId id="{357324FA-4C90-91B1-E200-E7B9EBD285C6}"/>
                  </a:ext>
                </a:extLst>
              </p:cNvPr>
              <p:cNvSpPr/>
              <p:nvPr/>
            </p:nvSpPr>
            <p:spPr>
              <a:xfrm>
                <a:off x="334963" y="2289175"/>
                <a:ext cx="1252537" cy="793750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bg1"/>
                    </a:solidFill>
                  </a:rPr>
                </a:br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8" name="グラフィックス 17" descr="電球と鉛筆 単色塗りつぶし">
                <a:extLst>
                  <a:ext uri="{FF2B5EF4-FFF2-40B4-BE49-F238E27FC236}">
                    <ns2:creationId id="{CB5391B2-1F5C-DC79-3376-34C5B5AC4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1165225" y="2660650"/>
                <a:ext cx="422275" cy="422275"/>
              </a:xfrm>
              <a:prstGeom prst="rect">
                <a:avLst/>
              </a:prstGeom>
            </p:spPr>
          </p:pic>
        </p:grpSp>
        <p:grpSp>
          <p:nvGrpSpPr>
            <p:cNvPr id="126" name="グループ化 125">
              <a:extLst>
                <a:ext uri="{FF2B5EF4-FFF2-40B4-BE49-F238E27FC236}">
                  <ns2:creationId id="{5B73AB36-ED5F-9C38-41F7-4E1694B7F745}"/>
                </a:ext>
              </a:extLst>
            </p:cNvPr>
            <p:cNvGrpSpPr/>
            <p:nvPr/>
          </p:nvGrpSpPr>
          <p:grpSpPr>
            <a:xfrm>
              <a:off x="334963" y="1628775"/>
              <a:ext cx="1252537" cy="600075"/>
              <a:chOff x="334963" y="1628775"/>
              <a:chExt cx="1252537" cy="600075"/>
            </a:xfrm>
          </p:grpSpPr>
          <p:sp>
            <p:nvSpPr>
              <p:cNvPr id="4" name="正方形/長方形 3">
                <a:extLst>
                  <a:ext uri="{FF2B5EF4-FFF2-40B4-BE49-F238E27FC236}">
                    <ns2:creationId id="{E718AD5D-86A7-9FAC-89CD-75D8EF1EE3AE}"/>
                  </a:ext>
                </a:extLst>
              </p:cNvPr>
              <p:cNvSpPr/>
              <p:nvPr/>
            </p:nvSpPr>
            <p:spPr>
              <a:xfrm>
                <a:off x="334963" y="1628775"/>
                <a:ext cx="1252537" cy="600075"/>
              </a:xfrm>
              <a:prstGeom prst="rect">
                <a:avLst/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bg1"/>
                    </a:solidFill>
                  </a:rPr>
                  <a:t>XX</a:t>
                </a:r>
              </a:p>
            </p:txBody>
          </p:sp>
          <p:pic>
            <p:nvPicPr>
              <p:cNvPr id="19" name="グラフィックス 18" descr="ドキュメント 単色塗りつぶし">
                <a:extLst>
                  <a:ext uri="{FF2B5EF4-FFF2-40B4-BE49-F238E27FC236}">
                    <ns2:creationId id="{159AD296-7207-98AD-8412-1B3F5F592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1165225" y="1806575"/>
                <a:ext cx="422275" cy="422275"/>
              </a:xfrm>
              <a:prstGeom prst="rect">
                <a:avLst/>
              </a:prstGeom>
            </p:spPr>
          </p:pic>
        </p:grpSp>
        <p:sp>
          <p:nvSpPr>
            <p:cNvPr id="20" name="正方形/長方形 19">
              <a:extLst>
                <a:ext uri="{FF2B5EF4-FFF2-40B4-BE49-F238E27FC236}">
                  <ns2:creationId id="{F42A13CF-ED97-41C6-8F80-C0AC9CCA3E96}"/>
                </a:ext>
              </a:extLst>
            </p:cNvPr>
            <p:cNvSpPr/>
            <p:nvPr/>
          </p:nvSpPr>
          <p:spPr>
            <a:xfrm>
              <a:off x="1655763" y="1628775"/>
              <a:ext cx="10201274" cy="6000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ns2:creationId id="{0F0B813C-8623-2970-ECD4-59B5B45E2C15}"/>
                </a:ext>
              </a:extLst>
            </p:cNvPr>
            <p:cNvSpPr/>
            <p:nvPr/>
          </p:nvSpPr>
          <p:spPr>
            <a:xfrm>
              <a:off x="1655763" y="2289175"/>
              <a:ext cx="3671887" cy="7937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3CA6BD69-2A98-78DD-A2AA-207D343577E1}"/>
                </a:ext>
              </a:extLst>
            </p:cNvPr>
            <p:cNvSpPr/>
            <p:nvPr/>
          </p:nvSpPr>
          <p:spPr>
            <a:xfrm>
              <a:off x="5503863" y="2289175"/>
              <a:ext cx="2410777" cy="79375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>
                <a:spcAft>
                  <a:spcPts val="3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C8DDBF9F-31DD-A301-88A8-44B036F2E40E}"/>
                </a:ext>
              </a:extLst>
            </p:cNvPr>
            <p:cNvSpPr/>
            <p:nvPr/>
          </p:nvSpPr>
          <p:spPr>
            <a:xfrm>
              <a:off x="8006080" y="2289175"/>
              <a:ext cx="3850957" cy="79375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>
                <a:spcAft>
                  <a:spcPts val="300"/>
                </a:spcAft>
              </a:pP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endParaRPr lang="en-US" altLang="ja-JP" sz="1400" dirty="0">
                <a:solidFill>
                  <a:schemeClr val="accent5"/>
                </a:solidFill>
              </a:endParaRPr>
            </a:p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/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38DF1F31-6D75-49E4-89A8-B8BE23567FA3}"/>
                </a:ext>
              </a:extLst>
            </p:cNvPr>
            <p:cNvGrpSpPr/>
            <p:nvPr/>
          </p:nvGrpSpPr>
          <p:grpSpPr>
            <a:xfrm>
              <a:off x="1655764" y="5480050"/>
              <a:ext cx="10201274" cy="828675"/>
              <a:chOff x="1655764" y="5372100"/>
              <a:chExt cx="10201274" cy="828675"/>
            </a:xfrm>
          </p:grpSpPr>
          <p:sp>
            <p:nvSpPr>
              <p:cNvPr id="28" name="Freeform 5">
                <a:extLst>
                  <a:ext uri="{FF2B5EF4-FFF2-40B4-BE49-F238E27FC236}">
                    <ns2:creationId id="{C82515B6-06A5-22DF-3B2F-90E4B9B1FABD}"/>
                  </a:ext>
                </a:extLst>
              </p:cNvPr>
              <p:cNvSpPr>
                <a:spLocks/>
              </p:cNvSpPr>
              <p:nvPr>
                <p:custDataLst>
                  <p:tags r:id="rId1"/>
                </p:custDataLst>
              </p:nvPr>
            </p:nvSpPr>
            <p:spPr bwMode="gray">
              <a:xfrm>
                <a:off x="1655764" y="5372100"/>
                <a:ext cx="3400425" cy="312420"/>
              </a:xfrm>
              <a:prstGeom prst="homePlate">
                <a:avLst>
                  <a:gd name="adj" fmla="val 31857"/>
                </a:avLst>
              </a:prstGeom>
              <a:solidFill>
                <a:schemeClr val="accent5">
                  <a:alpha val="70000"/>
                </a:scheme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Freeform 5">
                <a:extLst>
                  <a:ext uri="{FF2B5EF4-FFF2-40B4-BE49-F238E27FC236}">
                    <ns2:creationId id="{ACF6C051-853B-5C8C-2E07-25783E978B38}"/>
                  </a:ext>
                </a:extLst>
              </p:cNvPr>
              <p:cNvSpPr>
                <a:spLocks/>
              </p:cNvSpPr>
              <p:nvPr>
                <p:custDataLst>
                  <p:tags r:id="rId2"/>
                </p:custDataLst>
              </p:nvPr>
            </p:nvSpPr>
            <p:spPr bwMode="gray">
              <a:xfrm>
                <a:off x="5056189" y="5372100"/>
                <a:ext cx="3400425" cy="312420"/>
              </a:xfrm>
              <a:prstGeom prst="chevron">
                <a:avLst>
                  <a:gd name="adj" fmla="val 31857"/>
                </a:avLst>
              </a:prstGeom>
              <a:solidFill>
                <a:schemeClr val="accent5">
                  <a:alpha val="85000"/>
                </a:schemeClr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Freeform 5">
                <a:extLst>
                  <a:ext uri="{FF2B5EF4-FFF2-40B4-BE49-F238E27FC236}">
                    <ns2:creationId id="{FF8A22CA-DAE1-0234-DDE9-0FB821DF5E61}"/>
                  </a:ext>
                </a:extLst>
              </p:cNvPr>
              <p:cNvSpPr>
                <a:spLocks/>
              </p:cNvSpPr>
              <p:nvPr>
                <p:custDataLst>
                  <p:tags r:id="rId3"/>
                </p:custDataLst>
              </p:nvPr>
            </p:nvSpPr>
            <p:spPr bwMode="gray">
              <a:xfrm>
                <a:off x="8456613" y="5372100"/>
                <a:ext cx="3400425" cy="312420"/>
              </a:xfrm>
              <a:prstGeom prst="chevron">
                <a:avLst>
                  <a:gd name="adj" fmla="val 31857"/>
                </a:avLst>
              </a:prstGeom>
              <a:solidFill>
                <a:schemeClr val="accent5"/>
              </a:solidFill>
              <a:ln w="9525" cap="flat" cmpd="sng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anchor="ctr"/>
              <a:lstStyle/>
              <a:p>
                <a:pPr algn="ctr"/>
                <a:r>
                  <a:rPr kumimoji="1"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6</a:t>
                </a:r>
                <a:r>
                  <a: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2C281CE0-F6C2-099E-F671-AEEBD7D3B823}"/>
                  </a:ext>
                </a:extLst>
              </p:cNvPr>
              <p:cNvSpPr/>
              <p:nvPr/>
            </p:nvSpPr>
            <p:spPr>
              <a:xfrm>
                <a:off x="1655764" y="5732145"/>
                <a:ext cx="3300897" cy="4686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</a:rPr>
                </a:br>
                <a:r>
                  <a:rPr lang="en-US" altLang="ja-JP" sz="14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)</a:t>
                </a:r>
                <a:endParaRPr lang="ja-JP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C48866ED-8C22-8010-01B9-801C2D7EC4D5}"/>
                  </a:ext>
                </a:extLst>
              </p:cNvPr>
              <p:cNvSpPr/>
              <p:nvPr/>
            </p:nvSpPr>
            <p:spPr>
              <a:xfrm>
                <a:off x="5056189" y="5732145"/>
                <a:ext cx="3300897" cy="4686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1400" dirty="0">
                    <a:solidFill>
                      <a:schemeClr val="tx1"/>
                    </a:solidFill>
                  </a:rPr>
                </a:br>
                <a:r>
                  <a:rPr lang="en-US" altLang="ja-JP" sz="1400" dirty="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)</a:t>
                </a:r>
                <a:endParaRPr lang="ja-JP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16502FFB-A3A1-3A8D-FC45-9C645FB3E34E}"/>
                  </a:ext>
                </a:extLst>
              </p:cNvPr>
              <p:cNvSpPr/>
              <p:nvPr/>
            </p:nvSpPr>
            <p:spPr>
              <a:xfrm>
                <a:off x="8456614" y="5732145"/>
                <a:ext cx="3300897" cy="4686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tIns="4680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(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1400" dirty="0">
                    <a:solidFill>
                      <a:schemeClr val="tx1"/>
                    </a:solidFill>
                  </a:rPr>
                  <a:t>)</a:t>
                </a:r>
                <a:r>
                  <a:rPr lang="ja-JP" altLang="en-US" sz="1400" dirty="0">
                    <a:solidFill>
                      <a:schemeClr val="tx1"/>
                    </a:solidFill>
                  </a:rPr>
                  <a:t>XX</a:t>
                </a:r>
              </a:p>
            </p:txBody>
          </p:sp>
        </p:grpSp>
        <p:sp>
          <p:nvSpPr>
            <p:cNvPr id="39" name="正方形/長方形 38">
              <a:extLst>
                <a:ext uri="{FF2B5EF4-FFF2-40B4-BE49-F238E27FC236}">
                  <ns2:creationId id="{996CD1C5-1C5C-8292-00E1-1E948F73566C}"/>
                </a:ext>
              </a:extLst>
            </p:cNvPr>
            <p:cNvSpPr/>
            <p:nvPr/>
          </p:nvSpPr>
          <p:spPr>
            <a:xfrm>
              <a:off x="1655765" y="3143250"/>
              <a:ext cx="1087435" cy="5423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en-US" altLang="ja-JP" sz="1200" dirty="0">
                  <a:solidFill>
                    <a:schemeClr val="tx1"/>
                  </a:solidFill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</a:rPr>
                <a:t>)</a:t>
              </a:r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1" name="直線コネクタ 40">
              <a:extLst>
                <a:ext uri="{FF2B5EF4-FFF2-40B4-BE49-F238E27FC236}">
                  <ns2:creationId id="{6FEF3FBF-7EDF-63FD-76D5-12E3F303B10F}"/>
                </a:ext>
              </a:extLst>
            </p:cNvPr>
            <p:cNvCxnSpPr/>
            <p:nvPr/>
          </p:nvCxnSpPr>
          <p:spPr>
            <a:xfrm>
              <a:off x="2743200" y="3143250"/>
              <a:ext cx="0" cy="542363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正方形/長方形 43">
              <a:extLst>
                <a:ext uri="{FF2B5EF4-FFF2-40B4-BE49-F238E27FC236}">
                  <ns2:creationId id="{EDC8921F-5654-8916-73FC-7EC96A554170}"/>
                </a:ext>
              </a:extLst>
            </p:cNvPr>
            <p:cNvSpPr/>
            <p:nvPr/>
          </p:nvSpPr>
          <p:spPr>
            <a:xfrm>
              <a:off x="1655765" y="3760738"/>
              <a:ext cx="1087435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cxnSp>
          <p:nvCxnSpPr>
            <p:cNvPr id="45" name="直線コネクタ 44">
              <a:extLst>
                <a:ext uri="{FF2B5EF4-FFF2-40B4-BE49-F238E27FC236}">
                  <ns2:creationId id="{E3DF1491-F0C0-D01D-6FEF-E03FE0DD21ED}"/>
                </a:ext>
              </a:extLst>
            </p:cNvPr>
            <p:cNvCxnSpPr/>
            <p:nvPr/>
          </p:nvCxnSpPr>
          <p:spPr>
            <a:xfrm>
              <a:off x="2743200" y="3760738"/>
              <a:ext cx="0" cy="1028238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正方形/長方形 52">
              <a:extLst>
                <a:ext uri="{FF2B5EF4-FFF2-40B4-BE49-F238E27FC236}">
                  <ns2:creationId id="{96608E2F-1710-9138-013C-D87B164ABD9E}"/>
                </a:ext>
              </a:extLst>
            </p:cNvPr>
            <p:cNvSpPr/>
            <p:nvPr/>
          </p:nvSpPr>
          <p:spPr>
            <a:xfrm>
              <a:off x="1655765" y="4864100"/>
              <a:ext cx="1087435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</a:t>
              </a:r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線コネクタ 54">
              <a:extLst>
                <a:ext uri="{FF2B5EF4-FFF2-40B4-BE49-F238E27FC236}">
                  <ns2:creationId id="{79C00EF1-A5D8-E586-D023-E440D0CD1E12}"/>
                </a:ext>
              </a:extLst>
            </p:cNvPr>
            <p:cNvCxnSpPr/>
            <p:nvPr/>
          </p:nvCxnSpPr>
          <p:spPr>
            <a:xfrm>
              <a:off x="2743200" y="4864100"/>
              <a:ext cx="0" cy="550334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正方形/長方形 55">
              <a:extLst>
                <a:ext uri="{FF2B5EF4-FFF2-40B4-BE49-F238E27FC236}">
                  <ns2:creationId id="{F3D66348-984C-DEA5-9F25-173EC58D6793}"/>
                </a:ext>
              </a:extLst>
            </p:cNvPr>
            <p:cNvSpPr/>
            <p:nvPr/>
          </p:nvSpPr>
          <p:spPr>
            <a:xfrm>
              <a:off x="2870203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8C24A8AB-6ED0-2656-0227-A9FA169F896B}"/>
                </a:ext>
              </a:extLst>
            </p:cNvPr>
            <p:cNvSpPr/>
            <p:nvPr/>
          </p:nvSpPr>
          <p:spPr>
            <a:xfrm>
              <a:off x="5140476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A2B21368-D441-8213-2B81-DBCC44740431}"/>
                </a:ext>
              </a:extLst>
            </p:cNvPr>
            <p:cNvSpPr/>
            <p:nvPr/>
          </p:nvSpPr>
          <p:spPr>
            <a:xfrm>
              <a:off x="7410750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14803EFF-99B9-490E-A5F0-E22102B51EF2}"/>
                </a:ext>
              </a:extLst>
            </p:cNvPr>
            <p:cNvSpPr/>
            <p:nvPr/>
          </p:nvSpPr>
          <p:spPr>
            <a:xfrm>
              <a:off x="9681024" y="3143250"/>
              <a:ext cx="2176013" cy="542363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468000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400" dirty="0">
                  <a:solidFill>
                    <a:schemeClr val="accent5"/>
                  </a:solidFill>
                </a:rPr>
              </a:br>
              <a:r>
                <a:rPr lang="ja-JP" altLang="en-US" sz="1400" dirty="0">
                  <a:solidFill>
                    <a:schemeClr val="accent5"/>
                  </a:solidFill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6B27A277-7F29-92F6-7421-051E155E0581}"/>
                </a:ext>
              </a:extLst>
            </p:cNvPr>
            <p:cNvSpPr/>
            <p:nvPr/>
          </p:nvSpPr>
          <p:spPr>
            <a:xfrm>
              <a:off x="2870203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3D05FC98-09B5-00C9-87AD-D49316BF5D02}"/>
                </a:ext>
              </a:extLst>
            </p:cNvPr>
            <p:cNvSpPr/>
            <p:nvPr/>
          </p:nvSpPr>
          <p:spPr>
            <a:xfrm>
              <a:off x="5140476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C0A43031-2F3D-5011-E542-95882884839B}"/>
                </a:ext>
              </a:extLst>
            </p:cNvPr>
            <p:cNvSpPr/>
            <p:nvPr/>
          </p:nvSpPr>
          <p:spPr>
            <a:xfrm>
              <a:off x="7410750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</a:rPr>
                <a:t>XX</a:t>
              </a:r>
              <a:r>
                <a:rPr lang="ja-JP" altLang="fr-FR" sz="1400">
                  <a:solidFill>
                    <a:schemeClr val="tx1"/>
                  </a:solidFill>
                </a:rPr>
                <a:t> </a:t>
              </a:r>
              <a:r>
                <a:rPr lang="en-US" altLang="ja-JP" sz="1400">
                  <a:solidFill>
                    <a:schemeClr val="tx1"/>
                  </a:solidFill>
                </a:rPr>
                <a:t>(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 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ED115C5E-5874-5F0B-CBDD-4A07E80CC032}"/>
                </a:ext>
              </a:extLst>
            </p:cNvPr>
            <p:cNvSpPr/>
            <p:nvPr/>
          </p:nvSpPr>
          <p:spPr>
            <a:xfrm>
              <a:off x="9681024" y="3760738"/>
              <a:ext cx="2176013" cy="10282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 anchorCtr="1"/>
            <a:lstStyle/>
            <a:p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82" name="正方形/長方形 81">
              <a:extLst>
                <a:ext uri="{FF2B5EF4-FFF2-40B4-BE49-F238E27FC236}">
                  <ns2:creationId id="{8790CF3D-FFB0-4969-A0E3-FC6C0612900E}"/>
                </a:ext>
              </a:extLst>
            </p:cNvPr>
            <p:cNvSpPr/>
            <p:nvPr/>
          </p:nvSpPr>
          <p:spPr>
            <a:xfrm>
              <a:off x="2870203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1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6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/ 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60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2078F14F-95C6-A2C5-2946-84952149543F}"/>
                </a:ext>
              </a:extLst>
            </p:cNvPr>
            <p:cNvSpPr/>
            <p:nvPr/>
          </p:nvSpPr>
          <p:spPr>
            <a:xfrm>
              <a:off x="5140477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/ 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90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06" name="正方形/長方形 105">
              <a:extLst>
                <a:ext uri="{FF2B5EF4-FFF2-40B4-BE49-F238E27FC236}">
                  <ns2:creationId id="{19D2B6FF-6065-3857-1985-D87C66C25435}"/>
                </a:ext>
              </a:extLst>
            </p:cNvPr>
            <p:cNvSpPr/>
            <p:nvPr/>
          </p:nvSpPr>
          <p:spPr>
            <a:xfrm>
              <a:off x="7410751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1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6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/ 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60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16815890-3FDB-7F9F-DE66-6E1DB8231F97}"/>
                </a:ext>
              </a:extLst>
            </p:cNvPr>
            <p:cNvSpPr/>
            <p:nvPr/>
          </p:nvSpPr>
          <p:spPr>
            <a:xfrm>
              <a:off x="9681024" y="4864100"/>
              <a:ext cx="2176013" cy="5503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</a:rPr>
                <a:t>1</a:t>
              </a:r>
              <a:r>
                <a:rPr lang="zh-TW" altLang="en-US" sz="1400" dirty="0">
                  <a:solidFill>
                    <a:schemeClr val="tx1"/>
                  </a:solidFill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</a:rPr>
              </a:b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(</a:t>
              </a:r>
              <a:r>
                <a:rPr lang="ja-JP" altLang="en-US" sz="1400" dirty="0">
                  <a:solidFill>
                    <a:schemeClr val="tx1"/>
                  </a:solidFill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</a:rPr>
                <a:t>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20" name="直線コネクタ 119">
              <a:extLst>
                <a:ext uri="{FF2B5EF4-FFF2-40B4-BE49-F238E27FC236}">
                  <ns2:creationId id="{028B7B2E-0155-ABAB-5C99-CD2719C33C82}"/>
                </a:ext>
              </a:extLst>
            </p:cNvPr>
            <p:cNvCxnSpPr/>
            <p:nvPr/>
          </p:nvCxnSpPr>
          <p:spPr>
            <a:xfrm>
              <a:off x="1655763" y="2259013"/>
              <a:ext cx="1020127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コネクタ 120">
              <a:extLst>
                <a:ext uri="{FF2B5EF4-FFF2-40B4-BE49-F238E27FC236}">
                  <ns2:creationId id="{379C01F2-4BA2-01C7-35C3-52DE6EA37B86}"/>
                </a:ext>
              </a:extLst>
            </p:cNvPr>
            <p:cNvCxnSpPr/>
            <p:nvPr/>
          </p:nvCxnSpPr>
          <p:spPr>
            <a:xfrm>
              <a:off x="1655763" y="3113088"/>
              <a:ext cx="1020127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コネクタ 133">
              <a:extLst>
                <a:ext uri="{FF2B5EF4-FFF2-40B4-BE49-F238E27FC236}">
                  <ns2:creationId id="{45E76786-2787-68C2-487E-137910A92EEB}"/>
                </a:ext>
              </a:extLst>
            </p:cNvPr>
            <p:cNvCxnSpPr/>
            <p:nvPr/>
          </p:nvCxnSpPr>
          <p:spPr>
            <a:xfrm>
              <a:off x="1655763" y="5447242"/>
              <a:ext cx="1020127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コネクタ 136">
              <a:extLst>
                <a:ext uri="{FF2B5EF4-FFF2-40B4-BE49-F238E27FC236}">
                  <ns2:creationId id="{E2B445CD-2088-0FA3-F289-FCB67A3A8AF6}"/>
                </a:ext>
              </a:extLst>
            </p:cNvPr>
            <p:cNvCxnSpPr/>
            <p:nvPr/>
          </p:nvCxnSpPr>
          <p:spPr>
            <a:xfrm>
              <a:off x="2870203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線コネクタ 144">
              <a:extLst>
                <a:ext uri="{FF2B5EF4-FFF2-40B4-BE49-F238E27FC236}">
                  <ns2:creationId id="{21948D08-EBBF-0036-E2CE-E1B970F64848}"/>
                </a:ext>
              </a:extLst>
            </p:cNvPr>
            <p:cNvCxnSpPr/>
            <p:nvPr/>
          </p:nvCxnSpPr>
          <p:spPr>
            <a:xfrm>
              <a:off x="5140477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コネクタ 145">
              <a:extLst>
                <a:ext uri="{FF2B5EF4-FFF2-40B4-BE49-F238E27FC236}">
                  <ns2:creationId id="{583C18B4-87E4-DA0F-F388-7EBDA8D44C26}"/>
                </a:ext>
              </a:extLst>
            </p:cNvPr>
            <p:cNvCxnSpPr/>
            <p:nvPr/>
          </p:nvCxnSpPr>
          <p:spPr>
            <a:xfrm>
              <a:off x="7410751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直線コネクタ 146">
              <a:extLst>
                <a:ext uri="{FF2B5EF4-FFF2-40B4-BE49-F238E27FC236}">
                  <ns2:creationId id="{C534E575-6502-61B8-6179-20938D39257A}"/>
                </a:ext>
              </a:extLst>
            </p:cNvPr>
            <p:cNvCxnSpPr/>
            <p:nvPr/>
          </p:nvCxnSpPr>
          <p:spPr>
            <a:xfrm>
              <a:off x="9681025" y="4826538"/>
              <a:ext cx="2176013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8" name="グラフィックス 147" descr="ネットワーク図 単色塗りつぶし">
              <a:extLst>
                <a:ext uri="{FF2B5EF4-FFF2-40B4-BE49-F238E27FC236}">
                  <ns2:creationId id="{AC1B88B1-5730-34FC-0B39-EDBBE9821B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2933701" y="3203294"/>
              <a:ext cx="422275" cy="422275"/>
            </a:xfrm>
            <a:prstGeom prst="rect">
              <a:avLst/>
            </a:prstGeom>
          </p:spPr>
        </p:pic>
        <p:pic>
          <p:nvPicPr>
            <p:cNvPr id="149" name="グラフィックス 148" descr="在宅勤務デスク 単色塗りつぶし">
              <a:extLst>
                <a:ext uri="{FF2B5EF4-FFF2-40B4-BE49-F238E27FC236}">
                  <ns2:creationId id="{C6CEA43A-EAC1-912E-45F8-8EF982C8B8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5401353" y="3203294"/>
              <a:ext cx="422275" cy="422275"/>
            </a:xfrm>
            <a:prstGeom prst="rect">
              <a:avLst/>
            </a:prstGeom>
          </p:spPr>
        </p:pic>
        <p:pic>
          <p:nvPicPr>
            <p:cNvPr id="150" name="グラフィックス 149" descr="プログラマー男性 単色塗りつぶし">
              <a:extLst>
                <a:ext uri="{FF2B5EF4-FFF2-40B4-BE49-F238E27FC236}">
                  <ns2:creationId id="{D920CE68-A79E-FE5E-CE53-AF05242D0A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rcRect/>
            <a:stretch/>
          </p:blipFill>
          <p:spPr>
            <a:xfrm>
              <a:off x="7640644" y="3203294"/>
              <a:ext cx="422275" cy="422275"/>
            </a:xfrm>
            <a:prstGeom prst="rect">
              <a:avLst/>
            </a:prstGeom>
          </p:spPr>
        </p:pic>
        <p:pic>
          <p:nvPicPr>
            <p:cNvPr id="151" name="グラフィックス 150" descr="小槌 単色塗りつぶし">
              <a:extLst>
                <a:ext uri="{FF2B5EF4-FFF2-40B4-BE49-F238E27FC236}">
                  <ns2:creationId id="{711A97EB-B60D-85F4-E39E-2181A00B2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3"/>
                </a:ext>
              </a:extLst>
            </a:blip>
            <a:srcRect/>
            <a:stretch/>
          </p:blipFill>
          <p:spPr>
            <a:xfrm>
              <a:off x="9707567" y="3203294"/>
              <a:ext cx="422275" cy="422275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440231452"/>
      </p:ext>
    </p:extLst>
  </p:cSld>
  <p:clrMapOvr>
    <a:masterClrMapping/>
  </p:clrMapOvr>
</p:sld>
</file>

<file path=ppt/slides/slide37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077CA52-9C29-2081-8A53-CDBD912B9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F35A00-06D6-ABF9-CF4C-C2281DBCB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AE54378B-FC8A-2374-B9E6-38F3D47519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</a:p>
        </p:txBody>
      </p:sp>
      <p:grpSp>
        <p:nvGrpSpPr>
          <p:cNvPr id="11" name="グループ化 10">
            <a:extLst>
              <a:ext uri="{FF2B5EF4-FFF2-40B4-BE49-F238E27FC236}">
                <ns2:creationId id="{26D0C8C1-E4BF-112A-AF85-33063A8430C2}"/>
              </a:ext>
            </a:extLst>
          </p:cNvPr>
          <p:cNvGrpSpPr/>
          <p:nvPr/>
        </p:nvGrpSpPr>
        <p:grpSpPr>
          <a:xfrm>
            <a:off x="334964" y="5881687"/>
            <a:ext cx="11522074" cy="427039"/>
            <a:chOff x="334963" y="5881687"/>
            <a:chExt cx="11522074" cy="427039"/>
          </a:xfrm>
        </p:grpSpPr>
        <p:sp>
          <p:nvSpPr>
            <p:cNvPr id="6" name="正方形/長方形 5">
              <a:extLst>
                <a:ext uri="{FF2B5EF4-FFF2-40B4-BE49-F238E27FC236}">
                  <ns2:creationId id="{F24BA9D5-A490-243E-DC51-88C693EE286F}"/>
                </a:ext>
              </a:extLst>
            </p:cNvPr>
            <p:cNvSpPr/>
            <p:nvPr/>
          </p:nvSpPr>
          <p:spPr>
            <a:xfrm>
              <a:off x="334963" y="5881687"/>
              <a:ext cx="2023608" cy="427038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EC1EEB9C-F01E-7B23-75EB-7A21732411DD}"/>
                </a:ext>
              </a:extLst>
            </p:cNvPr>
            <p:cNvSpPr/>
            <p:nvPr/>
          </p:nvSpPr>
          <p:spPr>
            <a:xfrm>
              <a:off x="2358571" y="5881687"/>
              <a:ext cx="9498466" cy="427038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600" b="1" spc="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600" b="1" spc="3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1600" b="1" spc="300" dirty="0">
                  <a:solidFill>
                    <a:schemeClr val="accent5"/>
                  </a:solidFill>
                </a:rPr>
                <a:t> </a:t>
              </a:r>
              <a:r>
                <a:rPr lang="en-US" altLang="ja-JP" sz="1600" b="1" spc="300" dirty="0">
                  <a:solidFill>
                    <a:schemeClr val="accent5"/>
                  </a:solidFill>
                </a:rPr>
                <a:t>XX</a:t>
              </a:r>
              <a:r>
                <a:rPr lang="ja-JP" altLang="en-US" sz="1600" b="1" spc="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600" b="1" spc="300" dirty="0">
                  <a:solidFill>
                    <a:schemeClr val="accent5"/>
                  </a:solidFill>
                </a:rPr>
                <a:t>)</a:t>
              </a:r>
              <a:endParaRPr lang="ja-JP" altLang="en-US" sz="1600" b="1" spc="300" dirty="0">
                <a:solidFill>
                  <a:schemeClr val="accent5"/>
                </a:solidFill>
              </a:endParaRPr>
            </a:p>
          </p:txBody>
        </p:sp>
        <p:pic>
          <p:nvPicPr>
            <p:cNvPr id="9" name="グラフィックス 8" descr="右向き指示マーク 単色塗りつぶし">
              <a:extLst>
                <a:ext uri="{FF2B5EF4-FFF2-40B4-BE49-F238E27FC236}">
                  <ns2:creationId id="{CCC519CC-C5EE-FB39-AC07-88EB26329B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617991" y="5881688"/>
              <a:ext cx="427038" cy="427038"/>
            </a:xfrm>
            <a:prstGeom prst="rect">
              <a:avLst/>
            </a:prstGeom>
          </p:spPr>
        </p:pic>
      </p:grpSp>
      <p:grpSp>
        <p:nvGrpSpPr>
          <p:cNvPr id="85" name="グループ化 84">
            <a:extLst>
              <a:ext uri="{FF2B5EF4-FFF2-40B4-BE49-F238E27FC236}">
                <ns2:creationId id="{B0616E74-A0D1-0894-00EE-AE6A85BD9D4E}"/>
              </a:ext>
            </a:extLst>
          </p:cNvPr>
          <p:cNvGrpSpPr/>
          <p:nvPr/>
        </p:nvGrpSpPr>
        <p:grpSpPr>
          <a:xfrm>
            <a:off x="334965" y="5574375"/>
            <a:ext cx="11522074" cy="270408"/>
            <a:chOff x="334965" y="5465332"/>
            <a:chExt cx="11522074" cy="270408"/>
          </a:xfrm>
        </p:grpSpPr>
        <p:cxnSp>
          <p:nvCxnSpPr>
            <p:cNvPr id="12" name="直線コネクタ 11">
              <a:extLst>
                <a:ext uri="{FF2B5EF4-FFF2-40B4-BE49-F238E27FC236}">
                  <ns2:creationId id="{48BCB2B3-B26E-262E-FA47-EB3F96E03E2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096002" y="-165267"/>
              <a:ext cx="0" cy="11522074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グループ化 13">
              <a:extLst>
                <a:ext uri="{FF2B5EF4-FFF2-40B4-BE49-F238E27FC236}">
                  <ns2:creationId id="{36A1A143-01B4-77A7-1F8C-9E0B24E227B8}"/>
                </a:ext>
              </a:extLst>
            </p:cNvPr>
            <p:cNvGrpSpPr/>
            <p:nvPr/>
          </p:nvGrpSpPr>
          <p:grpSpPr>
            <a:xfrm rot="5400000">
              <a:off x="5960311" y="5468818"/>
              <a:ext cx="270408" cy="263436"/>
              <a:chOff x="4481975" y="4552638"/>
              <a:chExt cx="369527" cy="360000"/>
            </a:xfrm>
          </p:grpSpPr>
          <p:sp>
            <p:nvSpPr>
              <p:cNvPr id="15" name="円/楕円 8">
                <a:extLst>
                  <a:ext uri="{FF2B5EF4-FFF2-40B4-BE49-F238E27FC236}">
                    <ns2:creationId id="{518FB5F8-7EF2-6219-D15A-6A3B6B6E175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23" name="グラフィックス 22">
                <a:extLst>
                  <a:ext uri="{FF2B5EF4-FFF2-40B4-BE49-F238E27FC236}">
                    <ns2:creationId id="{D00059CA-A2C1-6708-433A-C313B5D1CA1E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  <p:grpSp>
        <p:nvGrpSpPr>
          <p:cNvPr id="88" name="グループ化 87">
            <a:extLst>
              <a:ext uri="{FF2B5EF4-FFF2-40B4-BE49-F238E27FC236}">
                <ns2:creationId id="{1E301848-6627-2EEE-0EA0-C2B90FD387DB}"/>
              </a:ext>
            </a:extLst>
          </p:cNvPr>
          <p:cNvGrpSpPr/>
          <p:nvPr/>
        </p:nvGrpSpPr>
        <p:grpSpPr>
          <a:xfrm>
            <a:off x="334964" y="5110432"/>
            <a:ext cx="11522074" cy="427040"/>
            <a:chOff x="334964" y="5081542"/>
            <a:chExt cx="11522074" cy="427040"/>
          </a:xfrm>
        </p:grpSpPr>
        <p:sp>
          <p:nvSpPr>
            <p:cNvPr id="26" name="正方形/長方形 25">
              <a:extLst>
                <a:ext uri="{FF2B5EF4-FFF2-40B4-BE49-F238E27FC236}">
                  <ns2:creationId id="{FE9AABB9-E24C-DD5E-4CD8-4088BB3197C4}"/>
                </a:ext>
              </a:extLst>
            </p:cNvPr>
            <p:cNvSpPr/>
            <p:nvPr/>
          </p:nvSpPr>
          <p:spPr>
            <a:xfrm>
              <a:off x="334964" y="5081543"/>
              <a:ext cx="2023608" cy="427039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021FA4A2-5AEA-5113-8F8E-C78015A75EE6}"/>
                </a:ext>
              </a:extLst>
            </p:cNvPr>
            <p:cNvSpPr/>
            <p:nvPr/>
          </p:nvSpPr>
          <p:spPr>
            <a:xfrm>
              <a:off x="2358572" y="5081543"/>
              <a:ext cx="9498466" cy="427039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pic>
          <p:nvPicPr>
            <p:cNvPr id="31" name="グラフィックス 30" descr="リスト 単色塗りつぶし">
              <a:extLst>
                <a:ext uri="{FF2B5EF4-FFF2-40B4-BE49-F238E27FC236}">
                  <ns2:creationId id="{00244446-30AD-80FD-ABC2-C0D08614EC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38163" y="5081543"/>
              <a:ext cx="427038" cy="427038"/>
            </a:xfrm>
            <a:prstGeom prst="rect">
              <a:avLst/>
            </a:prstGeom>
          </p:spPr>
        </p:pic>
        <p:sp>
          <p:nvSpPr>
            <p:cNvPr id="37" name="正方形/長方形 36">
              <a:extLst>
                <a:ext uri="{FF2B5EF4-FFF2-40B4-BE49-F238E27FC236}">
                  <ns2:creationId id="{F1136EA7-B34A-11C8-50F7-FF028BFC80EA}"/>
                </a:ext>
              </a:extLst>
            </p:cNvPr>
            <p:cNvSpPr/>
            <p:nvPr/>
          </p:nvSpPr>
          <p:spPr>
            <a:xfrm>
              <a:off x="2358573" y="5081543"/>
              <a:ext cx="3579826" cy="427039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9B30DA8-3770-E6ED-FA4E-650FF4168246}"/>
                </a:ext>
              </a:extLst>
            </p:cNvPr>
            <p:cNvSpPr/>
            <p:nvPr/>
          </p:nvSpPr>
          <p:spPr>
            <a:xfrm>
              <a:off x="6252634" y="5081542"/>
              <a:ext cx="5604404" cy="427039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300" dirty="0">
                  <a:solidFill>
                    <a:schemeClr val="accent5"/>
                  </a:solidFill>
                </a:rPr>
              </a:b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(</a:t>
              </a:r>
              <a:r>
                <a:rPr lang="ja-JP" altLang="en-US" sz="1300" dirty="0">
                  <a:solidFill>
                    <a:schemeClr val="accent5"/>
                  </a:solidFill>
                </a:rPr>
                <a:t>～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5</a:t>
              </a: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)</a:t>
              </a:r>
            </a:p>
          </p:txBody>
        </p:sp>
        <p:sp>
          <p:nvSpPr>
            <p:cNvPr id="40" name="二等辺三角形 39">
              <a:extLst>
                <a:ext uri="{FF2B5EF4-FFF2-40B4-BE49-F238E27FC236}">
                  <ns2:creationId id="{08AF4542-CB32-97C0-4EB3-203EDCCACC98}"/>
                </a:ext>
              </a:extLst>
            </p:cNvPr>
            <p:cNvSpPr/>
            <p:nvPr/>
          </p:nvSpPr>
          <p:spPr>
            <a:xfrm rot="5400000">
              <a:off x="5921595" y="5192973"/>
              <a:ext cx="347842" cy="204181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86" name="グループ化 85">
            <a:extLst>
              <a:ext uri="{FF2B5EF4-FFF2-40B4-BE49-F238E27FC236}">
                <ns2:creationId id="{1CF52E31-8D1F-D411-94B2-2AE4CD88A0C3}"/>
              </a:ext>
            </a:extLst>
          </p:cNvPr>
          <p:cNvGrpSpPr/>
          <p:nvPr/>
        </p:nvGrpSpPr>
        <p:grpSpPr>
          <a:xfrm>
            <a:off x="334963" y="3825692"/>
            <a:ext cx="4586287" cy="1233348"/>
            <a:chOff x="334963" y="3597894"/>
            <a:chExt cx="4586287" cy="1233348"/>
          </a:xfrm>
        </p:grpSpPr>
        <p:sp>
          <p:nvSpPr>
            <p:cNvPr id="43" name="正方形/長方形 42">
              <a:extLst>
                <a:ext uri="{FF2B5EF4-FFF2-40B4-BE49-F238E27FC236}">
                  <ns2:creationId id="{E2A255D9-C688-B9BB-C22F-946F9D358106}"/>
                </a:ext>
              </a:extLst>
            </p:cNvPr>
            <p:cNvSpPr/>
            <p:nvPr/>
          </p:nvSpPr>
          <p:spPr>
            <a:xfrm>
              <a:off x="334963" y="3597894"/>
              <a:ext cx="4586287" cy="312831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EB7F4215-5E8A-9F72-F59D-7FA2E0A8911C}"/>
                </a:ext>
              </a:extLst>
            </p:cNvPr>
            <p:cNvSpPr/>
            <p:nvPr/>
          </p:nvSpPr>
          <p:spPr>
            <a:xfrm>
              <a:off x="334963" y="3910724"/>
              <a:ext cx="4586287" cy="920518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en-US" altLang="ja-JP" sz="1300" dirty="0">
                  <a:solidFill>
                    <a:schemeClr val="accent5"/>
                  </a:solidFill>
                </a:rPr>
                <a:t>(</a:t>
              </a: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r>
                <a:rPr lang="en-US" altLang="ja-JP" sz="1300" dirty="0">
                  <a:solidFill>
                    <a:schemeClr val="accent5"/>
                  </a:solidFill>
                </a:rPr>
                <a:t>)</a:t>
              </a:r>
              <a:endParaRPr lang="ja-JP" altLang="en-US" sz="1300" dirty="0">
                <a:solidFill>
                  <a:schemeClr val="accent5"/>
                </a:solidFill>
              </a:endParaRPr>
            </a:p>
          </p:txBody>
        </p:sp>
        <p:pic>
          <p:nvPicPr>
            <p:cNvPr id="54" name="グラフィックス 53" descr="的中 単色塗りつぶし">
              <a:extLst>
                <a:ext uri="{FF2B5EF4-FFF2-40B4-BE49-F238E27FC236}">
                  <ns2:creationId id="{533705BD-1EE1-3E06-DAA5-3D31B40AB2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1880277" y="3597894"/>
              <a:ext cx="312831" cy="312831"/>
            </a:xfrm>
            <a:prstGeom prst="rect">
              <a:avLst/>
            </a:prstGeom>
          </p:spPr>
        </p:pic>
      </p:grpSp>
      <p:grpSp>
        <p:nvGrpSpPr>
          <p:cNvPr id="94" name="グループ化 93">
            <a:extLst>
              <a:ext uri="{FF2B5EF4-FFF2-40B4-BE49-F238E27FC236}">
                <ns2:creationId id="{D356AB61-7E49-6801-BE52-5FE75E6A399C}"/>
              </a:ext>
            </a:extLst>
          </p:cNvPr>
          <p:cNvGrpSpPr/>
          <p:nvPr/>
        </p:nvGrpSpPr>
        <p:grpSpPr>
          <a:xfrm>
            <a:off x="334962" y="1628775"/>
            <a:ext cx="11522075" cy="1867191"/>
            <a:chOff x="334962" y="1628775"/>
            <a:chExt cx="11522075" cy="1867191"/>
          </a:xfrm>
        </p:grpSpPr>
        <p:sp>
          <p:nvSpPr>
            <p:cNvPr id="66" name="正方形/長方形 65">
              <a:extLst>
                <a:ext uri="{FF2B5EF4-FFF2-40B4-BE49-F238E27FC236}">
                  <ns2:creationId id="{0DAA4858-6834-BE12-F12D-61B58C833B0C}"/>
                </a:ext>
              </a:extLst>
            </p:cNvPr>
            <p:cNvSpPr/>
            <p:nvPr/>
          </p:nvSpPr>
          <p:spPr>
            <a:xfrm>
              <a:off x="334963" y="1766256"/>
              <a:ext cx="11522074" cy="17297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tIns="46800" rtlCol="0" anchor="ctr"/>
            <a:lstStyle/>
            <a:p>
              <a:pPr algn="ctr">
                <a:spcAft>
                  <a:spcPts val="300"/>
                </a:spcAft>
              </a:pPr>
              <a:endParaRPr lang="ja-JP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65" name="四角形: 角を丸くする 64">
              <a:extLst>
                <a:ext uri="{FF2B5EF4-FFF2-40B4-BE49-F238E27FC236}">
                  <ns2:creationId id="{8EEB7C95-4C54-6FD6-BC4B-1D5B732FF91B}"/>
                </a:ext>
              </a:extLst>
            </p:cNvPr>
            <p:cNvSpPr/>
            <p:nvPr/>
          </p:nvSpPr>
          <p:spPr>
            <a:xfrm>
              <a:off x="617991" y="1628775"/>
              <a:ext cx="1575117" cy="274963"/>
            </a:xfrm>
            <a:prstGeom prst="roundRect">
              <a:avLst>
                <a:gd name="adj" fmla="val 50000"/>
              </a:avLst>
            </a:prstGeom>
            <a:solidFill>
              <a:srgbClr val="008D2E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9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  <a:r>
                <a:rPr lang="en-US" altLang="ja-JP" sz="1600" dirty="0">
                  <a:solidFill>
                    <a:schemeClr val="bg1"/>
                  </a:solidFill>
                </a:rPr>
                <a:t>XX</a:t>
              </a:r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sp>
          <p:nvSpPr>
            <p:cNvPr id="67" name="正方形/長方形 66">
              <a:extLst>
                <a:ext uri="{FF2B5EF4-FFF2-40B4-BE49-F238E27FC236}">
                  <ns2:creationId id="{8C082AE5-0EA4-6E47-6FD3-F9730D87671B}"/>
                </a:ext>
              </a:extLst>
            </p:cNvPr>
            <p:cNvSpPr/>
            <p:nvPr/>
          </p:nvSpPr>
          <p:spPr>
            <a:xfrm>
              <a:off x="334962" y="1940055"/>
              <a:ext cx="5291138" cy="14686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 err="1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 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3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3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68" name="二等辺三角形 67">
              <a:extLst>
                <a:ext uri="{FF2B5EF4-FFF2-40B4-BE49-F238E27FC236}">
                  <ns2:creationId id="{135F8CC4-E2AC-8D9B-FDB6-3F8BF35169C5}"/>
                </a:ext>
              </a:extLst>
            </p:cNvPr>
            <p:cNvSpPr/>
            <p:nvPr/>
          </p:nvSpPr>
          <p:spPr>
            <a:xfrm rot="5400000">
              <a:off x="5161899" y="2638425"/>
              <a:ext cx="1262000" cy="204181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9" name="正方形/長方形 68">
              <a:extLst>
                <a:ext uri="{FF2B5EF4-FFF2-40B4-BE49-F238E27FC236}">
                  <ns2:creationId id="{5471C4AC-77EB-1DAA-2A44-C5B54607D735}"/>
                </a:ext>
              </a:extLst>
            </p:cNvPr>
            <p:cNvSpPr/>
            <p:nvPr/>
          </p:nvSpPr>
          <p:spPr>
            <a:xfrm>
              <a:off x="5959698" y="1940055"/>
              <a:ext cx="2934535" cy="14686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>
                <a:spcAft>
                  <a:spcPts val="200"/>
                </a:spcAft>
                <a:buClr>
                  <a:schemeClr val="accent5"/>
                </a:buClr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endParaRPr lang="en-US" altLang="ja-JP" sz="1300" dirty="0">
                <a:solidFill>
                  <a:schemeClr val="tx1"/>
                </a:solidFill>
              </a:endParaRPr>
            </a:p>
            <a:p>
              <a:pPr marL="177800" indent="-17780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endParaRPr lang="en-US" altLang="ja-JP" sz="1300" dirty="0">
                <a:solidFill>
                  <a:schemeClr val="accent5"/>
                </a:solidFill>
              </a:endParaRPr>
            </a:p>
            <a:p>
              <a:pPr marL="177800" indent="-17780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endParaRPr lang="en-US" altLang="ja-JP" sz="1300" dirty="0">
                <a:solidFill>
                  <a:schemeClr val="accent5"/>
                </a:solidFill>
              </a:endParaRPr>
            </a:p>
            <a:p>
              <a:pPr marL="177800" indent="-17780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endParaRPr lang="en-US" altLang="ja-JP" sz="1300" dirty="0">
                <a:solidFill>
                  <a:schemeClr val="accent5"/>
                </a:solidFill>
              </a:endParaRPr>
            </a:p>
            <a:p>
              <a:pPr>
                <a:spcAft>
                  <a:spcPts val="200"/>
                </a:spcAft>
                <a:buClr>
                  <a:schemeClr val="accent5"/>
                </a:buClr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(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 </a:t>
              </a:r>
              <a:r>
                <a:rPr lang="ja-JP" altLang="en-US" sz="1300" dirty="0">
                  <a:solidFill>
                    <a:schemeClr val="tx1"/>
                  </a:solidFill>
                </a:rPr>
                <a:t>」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  <p:sp>
          <p:nvSpPr>
            <p:cNvPr id="70" name="二等辺三角形 69">
              <a:extLst>
                <a:ext uri="{FF2B5EF4-FFF2-40B4-BE49-F238E27FC236}">
                  <ns2:creationId id="{4DC9CEC2-A7E4-728D-A0FA-1C22E3A683FA}"/>
                </a:ext>
              </a:extLst>
            </p:cNvPr>
            <p:cNvSpPr/>
            <p:nvPr/>
          </p:nvSpPr>
          <p:spPr>
            <a:xfrm rot="5400000">
              <a:off x="8461364" y="2638426"/>
              <a:ext cx="1262000" cy="204181"/>
            </a:xfrm>
            <a:prstGeom prst="triangle">
              <a:avLst/>
            </a:prstGeom>
            <a:solidFill>
              <a:schemeClr val="accent5">
                <a:alpha val="5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46CE25DA-0C2D-E654-0EBB-27BD6B9FF952}"/>
                </a:ext>
              </a:extLst>
            </p:cNvPr>
            <p:cNvSpPr/>
            <p:nvPr/>
          </p:nvSpPr>
          <p:spPr>
            <a:xfrm>
              <a:off x="9237133" y="1940055"/>
              <a:ext cx="2612925" cy="1468625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>
                <a:spcAft>
                  <a:spcPts val="200"/>
                </a:spcAft>
                <a:buClr>
                  <a:schemeClr val="accent5"/>
                </a:buClr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/ 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)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br>
                <a:rPr lang="en-US" altLang="ja-JP" sz="1300" dirty="0">
                  <a:solidFill>
                    <a:schemeClr val="tx1"/>
                  </a:solidFill>
                </a:rPr>
              </a:b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  <a:br>
                <a:rPr lang="en-US" altLang="ja-JP" sz="1300" dirty="0">
                  <a:solidFill>
                    <a:schemeClr val="accent5"/>
                  </a:solidFill>
                </a:rPr>
              </a:br>
              <a:r>
                <a:rPr lang="ja-JP" altLang="en-US" sz="1300" dirty="0">
                  <a:solidFill>
                    <a:schemeClr val="accent5"/>
                  </a:solidFill>
                </a:rPr>
                <a:t>XX</a:t>
              </a:r>
            </a:p>
          </p:txBody>
        </p:sp>
      </p:grpSp>
      <p:grpSp>
        <p:nvGrpSpPr>
          <p:cNvPr id="87" name="グループ化 86">
            <a:extLst>
              <a:ext uri="{FF2B5EF4-FFF2-40B4-BE49-F238E27FC236}">
                <ns2:creationId id="{8DFB7C3E-195C-531E-E706-4D35C92B0580}"/>
              </a:ext>
            </a:extLst>
          </p:cNvPr>
          <p:cNvGrpSpPr/>
          <p:nvPr/>
        </p:nvGrpSpPr>
        <p:grpSpPr>
          <a:xfrm>
            <a:off x="5007022" y="3825692"/>
            <a:ext cx="6850015" cy="1233349"/>
            <a:chOff x="5007022" y="3597894"/>
            <a:chExt cx="6850015" cy="1233349"/>
          </a:xfrm>
        </p:grpSpPr>
        <p:sp>
          <p:nvSpPr>
            <p:cNvPr id="57" name="正方形/長方形 56">
              <a:extLst>
                <a:ext uri="{FF2B5EF4-FFF2-40B4-BE49-F238E27FC236}">
                  <ns2:creationId id="{8BCB0DDB-921A-5272-6332-260A5E34561D}"/>
                </a:ext>
              </a:extLst>
            </p:cNvPr>
            <p:cNvSpPr/>
            <p:nvPr/>
          </p:nvSpPr>
          <p:spPr>
            <a:xfrm>
              <a:off x="5007022" y="3597894"/>
              <a:ext cx="6850015" cy="312831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540000" tIns="46800" rtlCol="0" anchor="ctr"/>
            <a:lstStyle/>
            <a:p>
              <a:pPr algn="ctr"/>
              <a:r>
                <a:rPr lang="ja-JP" altLang="en-US" sz="1600" dirty="0">
                  <a:solidFill>
                    <a:schemeClr val="bg1"/>
                  </a:solidFill>
                </a:rPr>
                <a:t>XX</a:t>
              </a:r>
            </a:p>
          </p:txBody>
        </p:sp>
        <p:pic>
          <p:nvPicPr>
            <p:cNvPr id="62" name="グラフィックス 61" descr="山形の矢印 単色塗りつぶし">
              <a:extLst>
                <a:ext uri="{FF2B5EF4-FFF2-40B4-BE49-F238E27FC236}">
                  <ns2:creationId id="{78A152BD-27A1-19DF-4346-F104AB527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381829" y="3597894"/>
              <a:ext cx="312831" cy="312831"/>
            </a:xfrm>
            <a:prstGeom prst="rect">
              <a:avLst/>
            </a:prstGeom>
          </p:spPr>
        </p:pic>
        <p:sp>
          <p:nvSpPr>
            <p:cNvPr id="83" name="正方形/長方形 82">
              <a:extLst>
                <a:ext uri="{FF2B5EF4-FFF2-40B4-BE49-F238E27FC236}">
                  <ns2:creationId id="{1BBD3E65-1CF4-C63F-6050-631E5D89610D}"/>
                </a:ext>
              </a:extLst>
            </p:cNvPr>
            <p:cNvSpPr/>
            <p:nvPr/>
          </p:nvSpPr>
          <p:spPr>
            <a:xfrm>
              <a:off x="5007022" y="3910725"/>
              <a:ext cx="6850015" cy="920518"/>
            </a:xfrm>
            <a:prstGeom prst="rect">
              <a:avLst/>
            </a:prstGeom>
            <a:noFill/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0000" tIns="46800" rtlCol="0" anchor="ctr" anchorCtr="1"/>
            <a:lstStyle/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25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10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6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5"/>
                </a:buClr>
                <a:buFont typeface="Arial" panose="020B0604020202020204" pitchFamily="34" charset="0"/>
                <a:buChar char="•"/>
              </a:pP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  <a:r>
                <a:rPr lang="en-US" altLang="ja-JP" sz="1300" dirty="0">
                  <a:solidFill>
                    <a:schemeClr val="tx1"/>
                  </a:solidFill>
                </a:rPr>
                <a:t>XX</a:t>
              </a:r>
              <a:r>
                <a:rPr lang="ja-JP" altLang="en-US" sz="1300" dirty="0">
                  <a:solidFill>
                    <a:schemeClr val="tx1"/>
                  </a:solidFill>
                </a:rPr>
                <a:t>XX</a:t>
              </a:r>
            </a:p>
          </p:txBody>
        </p:sp>
      </p:grpSp>
      <p:grpSp>
        <p:nvGrpSpPr>
          <p:cNvPr id="89" name="グループ化 88">
            <a:extLst>
              <a:ext uri="{FF2B5EF4-FFF2-40B4-BE49-F238E27FC236}">
                <ns2:creationId id="{9C561651-5150-9FEA-D160-3CFBE8F181A2}"/>
              </a:ext>
            </a:extLst>
          </p:cNvPr>
          <p:cNvGrpSpPr/>
          <p:nvPr/>
        </p:nvGrpSpPr>
        <p:grpSpPr>
          <a:xfrm>
            <a:off x="334965" y="3525625"/>
            <a:ext cx="11522074" cy="270408"/>
            <a:chOff x="334965" y="5465332"/>
            <a:chExt cx="11522074" cy="270408"/>
          </a:xfrm>
        </p:grpSpPr>
        <p:cxnSp>
          <p:nvCxnSpPr>
            <p:cNvPr id="90" name="直線コネクタ 89">
              <a:extLst>
                <a:ext uri="{FF2B5EF4-FFF2-40B4-BE49-F238E27FC236}">
                  <ns2:creationId id="{E969B4D5-0FBD-891D-3373-DB390400A09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096002" y="-165267"/>
              <a:ext cx="0" cy="11522074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1" name="グループ化 90">
              <a:extLst>
                <a:ext uri="{FF2B5EF4-FFF2-40B4-BE49-F238E27FC236}">
                  <ns2:creationId id="{13629B1B-0FB2-EA1F-5B8A-98E778BF6E83}"/>
                </a:ext>
              </a:extLst>
            </p:cNvPr>
            <p:cNvGrpSpPr/>
            <p:nvPr/>
          </p:nvGrpSpPr>
          <p:grpSpPr>
            <a:xfrm rot="5400000">
              <a:off x="5960311" y="5468818"/>
              <a:ext cx="270408" cy="263436"/>
              <a:chOff x="4481975" y="4552638"/>
              <a:chExt cx="369527" cy="360000"/>
            </a:xfrm>
          </p:grpSpPr>
          <p:sp>
            <p:nvSpPr>
              <p:cNvPr id="92" name="円/楕円 8">
                <a:extLst>
                  <a:ext uri="{FF2B5EF4-FFF2-40B4-BE49-F238E27FC236}">
                    <ns2:creationId id="{99FFC8E2-CDF4-C2F6-17D0-C0F94A5E65B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93" name="グラフィックス 92">
                <a:extLst>
                  <a:ext uri="{FF2B5EF4-FFF2-40B4-BE49-F238E27FC236}">
                    <ns2:creationId id="{2DD48B24-761E-2763-86DB-4E974524FD02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 rot="16200000">
                <a:off x="4491502" y="4552638"/>
                <a:ext cx="360000" cy="360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2859543933"/>
      </p:ext>
    </p:extLst>
  </p:cSld>
  <p:clrMapOvr>
    <a:masterClrMapping/>
  </p:clrMapOvr>
</p:sld>
</file>

<file path=ppt/slides/slide37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5DBBF02-45B0-0B7E-AA7E-183EC04D4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35183F3-FD06-7630-D641-7C0C75BDE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B64EED3-CAC4-A0C5-BC4D-25B9884C44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/>
              <a:t>XX</a:t>
            </a:r>
            <a:r>
              <a:rPr lang="en-US" altLang="ja-JP"/>
              <a:t>3</a:t>
            </a:r>
            <a:r>
              <a:rPr kumimoji="1" lang="ja-JP" altLang="en-US"/>
              <a:t>XX</a:t>
            </a:r>
          </a:p>
        </p:txBody>
      </p:sp>
      <p:grpSp>
        <p:nvGrpSpPr>
          <p:cNvPr id="329" name="グループ化 328">
            <a:extLst>
              <a:ext uri="{FF2B5EF4-FFF2-40B4-BE49-F238E27FC236}">
                <ns2:creationId id="{11ADFC6C-16A1-D544-FF99-39BA9178D49F}"/>
              </a:ext>
            </a:extLst>
          </p:cNvPr>
          <p:cNvGrpSpPr/>
          <p:nvPr/>
        </p:nvGrpSpPr>
        <p:grpSpPr>
          <a:xfrm>
            <a:off x="6143613" y="1628775"/>
            <a:ext cx="5734151" cy="4690971"/>
            <a:chOff x="6143613" y="1628775"/>
            <a:chExt cx="5734151" cy="4690971"/>
          </a:xfrm>
        </p:grpSpPr>
        <p:grpSp>
          <p:nvGrpSpPr>
            <p:cNvPr id="271" name="グループ化 270">
              <a:extLst>
                <a:ext uri="{FF2B5EF4-FFF2-40B4-BE49-F238E27FC236}">
                  <ns2:creationId id="{33F0FA7A-72E2-1D12-78E0-61FC4DA52D03}"/>
                </a:ext>
              </a:extLst>
            </p:cNvPr>
            <p:cNvGrpSpPr/>
            <p:nvPr/>
          </p:nvGrpSpPr>
          <p:grpSpPr>
            <a:xfrm>
              <a:off x="6143615" y="2090011"/>
              <a:ext cx="1988708" cy="279271"/>
              <a:chOff x="6606682" y="2090011"/>
              <a:chExt cx="1988708" cy="279271"/>
            </a:xfrm>
          </p:grpSpPr>
          <p:sp>
            <p:nvSpPr>
              <p:cNvPr id="10" name="table_TWformat_1_1">
                <a:extLst>
                  <a:ext uri="{FF2B5EF4-FFF2-40B4-BE49-F238E27FC236}">
                    <ns2:creationId id="{9FE6687B-3E87-83E9-7590-76AC090EE5AB}"/>
                  </a:ext>
                </a:extLst>
              </p:cNvPr>
              <p:cNvSpPr txBox="1"/>
              <p:nvPr/>
            </p:nvSpPr>
            <p:spPr>
              <a:xfrm>
                <a:off x="6606682" y="2090011"/>
                <a:ext cx="1980000" cy="216479"/>
              </a:xfrm>
              <a:prstGeom prst="rect">
                <a:avLst/>
              </a:prstGeom>
              <a:noFill/>
            </p:spPr>
            <p:txBody>
              <a:bodyPr vert="horz"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1400">
                    <a:solidFill>
                      <a:srgbClr val="41414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defRPr>
                </a:lvl1pPr>
              </a:lstStyle>
              <a:p>
                <a:r>
                  <a:rPr lang="ja-JP" altLang="en-US">
                    <a:solidFill>
                      <a:schemeClr val="tx1"/>
                    </a:solidFill>
                    <a:latin typeface="+mn-ea"/>
                    <a:ea typeface="+mn-ea"/>
                  </a:rPr>
                  <a:t>XX</a:t>
                </a:r>
              </a:p>
            </p:txBody>
          </p:sp>
          <p:cxnSp>
            <p:nvCxnSpPr>
              <p:cNvPr id="11" name="Straight Connector 50">
                <a:extLst>
                  <a:ext uri="{FF2B5EF4-FFF2-40B4-BE49-F238E27FC236}">
                    <ns2:creationId id="{4D54B947-CC48-5903-96C6-2DADD64FF9BA}"/>
                  </a:ext>
                </a:extLst>
              </p:cNvPr>
              <p:cNvCxnSpPr/>
              <p:nvPr/>
            </p:nvCxnSpPr>
            <p:spPr>
              <a:xfrm>
                <a:off x="6615390" y="2369282"/>
                <a:ext cx="1980000" cy="0"/>
              </a:xfrm>
              <a:prstGeom prst="line">
                <a:avLst/>
              </a:prstGeom>
              <a:ln w="9525">
                <a:solidFill>
                  <a:srgbClr val="41414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2" name="グループ化 311">
              <a:extLst>
                <a:ext uri="{FF2B5EF4-FFF2-40B4-BE49-F238E27FC236}">
                  <ns2:creationId id="{B97C1F52-0165-0973-65AA-670FA8C747BA}"/>
                </a:ext>
              </a:extLst>
            </p:cNvPr>
            <p:cNvGrpSpPr/>
            <p:nvPr/>
          </p:nvGrpSpPr>
          <p:grpSpPr>
            <a:xfrm>
              <a:off x="6143615" y="5566914"/>
              <a:ext cx="2016002" cy="752832"/>
              <a:chOff x="6143615" y="5566914"/>
              <a:chExt cx="2016002" cy="752832"/>
            </a:xfrm>
          </p:grpSpPr>
          <p:sp>
            <p:nvSpPr>
              <p:cNvPr id="9" name="table_TWformat_5_1">
                <a:extLst>
                  <a:ext uri="{FF2B5EF4-FFF2-40B4-BE49-F238E27FC236}">
                    <ns2:creationId id="{6C471005-AB22-44A5-9585-F4BA3978584D}"/>
                  </a:ext>
                </a:extLst>
              </p:cNvPr>
              <p:cNvSpPr txBox="1"/>
              <p:nvPr/>
            </p:nvSpPr>
            <p:spPr>
              <a:xfrm>
                <a:off x="6143617" y="5566914"/>
                <a:ext cx="2016000" cy="741839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35" name="table_TWformat_5_1">
                <a:extLst>
                  <a:ext uri="{FF2B5EF4-FFF2-40B4-BE49-F238E27FC236}">
                    <ns2:creationId id="{99140914-B3F1-3419-6B7A-160DC9DD9B73}"/>
                  </a:ext>
                </a:extLst>
              </p:cNvPr>
              <p:cNvSpPr txBox="1"/>
              <p:nvPr/>
            </p:nvSpPr>
            <p:spPr>
              <a:xfrm>
                <a:off x="6143615" y="6053668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lnSpc>
                    <a:spcPct val="90000"/>
                  </a:lnSpc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110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36" name="table_TWformat_3_1">
                <a:extLst>
                  <a:ext uri="{FF2B5EF4-FFF2-40B4-BE49-F238E27FC236}">
                    <ns2:creationId id="{F8BC05EB-25A5-679C-8898-060A685A75D9}"/>
                  </a:ext>
                </a:extLst>
              </p:cNvPr>
              <p:cNvSpPr txBox="1"/>
              <p:nvPr/>
            </p:nvSpPr>
            <p:spPr>
              <a:xfrm>
                <a:off x="6782207" y="5613833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  <p:pic>
            <p:nvPicPr>
              <p:cNvPr id="166" name="グラフィックス 165" descr="ユーザー 単色塗りつぶし">
                <a:extLst>
                  <a:ext uri="{FF2B5EF4-FFF2-40B4-BE49-F238E27FC236}">
                    <ns2:creationId id="{6401983B-3153-C6E7-CC0D-762502C548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251616" y="5668927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310" name="グループ化 309">
              <a:extLst>
                <a:ext uri="{FF2B5EF4-FFF2-40B4-BE49-F238E27FC236}">
                  <ns2:creationId id="{55DC07E6-10E7-8474-FED7-C59275311681}"/>
                </a:ext>
              </a:extLst>
            </p:cNvPr>
            <p:cNvGrpSpPr/>
            <p:nvPr/>
          </p:nvGrpSpPr>
          <p:grpSpPr>
            <a:xfrm>
              <a:off x="6143615" y="4783260"/>
              <a:ext cx="2016000" cy="750705"/>
              <a:chOff x="6143615" y="4783260"/>
              <a:chExt cx="2016000" cy="750705"/>
            </a:xfrm>
          </p:grpSpPr>
          <p:sp>
            <p:nvSpPr>
              <p:cNvPr id="184" name="table_TWformat_5_1">
                <a:extLst>
                  <a:ext uri="{FF2B5EF4-FFF2-40B4-BE49-F238E27FC236}">
                    <ns2:creationId id="{0FAD4270-ACB7-9630-91E0-F1C45E62E20F}"/>
                  </a:ext>
                </a:extLst>
              </p:cNvPr>
              <p:cNvSpPr txBox="1"/>
              <p:nvPr/>
            </p:nvSpPr>
            <p:spPr>
              <a:xfrm>
                <a:off x="6143615" y="4783260"/>
                <a:ext cx="2016000" cy="750409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85" name="table_TWformat_3_1">
                <a:extLst>
                  <a:ext uri="{FF2B5EF4-FFF2-40B4-BE49-F238E27FC236}">
                    <ns2:creationId id="{14DBCCCD-C2BA-76FA-1733-2639E4FAA42C}"/>
                  </a:ext>
                </a:extLst>
              </p:cNvPr>
              <p:cNvSpPr txBox="1"/>
              <p:nvPr/>
            </p:nvSpPr>
            <p:spPr>
              <a:xfrm>
                <a:off x="6782205" y="4834464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  <a:endParaRPr lang="en-US" altLang="ja-JP" sz="1000">
                  <a:latin typeface="+mn-ea"/>
                </a:endParaRPr>
              </a:p>
            </p:txBody>
          </p:sp>
          <p:pic>
            <p:nvPicPr>
              <p:cNvPr id="193" name="グラフィックス 192" descr="ユーザー 単色塗りつぶし">
                <a:extLst>
                  <a:ext uri="{FF2B5EF4-FFF2-40B4-BE49-F238E27FC236}">
                    <ns2:creationId id="{DA403C00-DE2D-B303-ABB8-309AE41A5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251614" y="4844820"/>
                <a:ext cx="396000" cy="396000"/>
              </a:xfrm>
              <a:prstGeom prst="rect">
                <a:avLst/>
              </a:prstGeom>
            </p:spPr>
          </p:pic>
          <p:sp>
            <p:nvSpPr>
              <p:cNvPr id="194" name="table_TWformat_5_1">
                <a:extLst>
                  <a:ext uri="{FF2B5EF4-FFF2-40B4-BE49-F238E27FC236}">
                    <ns2:creationId id="{3C7527E0-D3B5-EEDD-96B5-7A7EA5676D6D}"/>
                  </a:ext>
                </a:extLst>
              </p:cNvPr>
              <p:cNvSpPr txBox="1"/>
              <p:nvPr/>
            </p:nvSpPr>
            <p:spPr>
              <a:xfrm>
                <a:off x="6143615" y="5267887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lnSpc>
                    <a:spcPct val="90000"/>
                  </a:lnSpc>
                  <a:buClr>
                    <a:schemeClr val="accent1"/>
                  </a:buClr>
                </a:pPr>
                <a:r>
                  <a:rPr kumimoji="1" lang="en-US" altLang="ja-JP" sz="1100">
                    <a:solidFill>
                      <a:srgbClr val="008000"/>
                    </a:solidFill>
                    <a:latin typeface="+mn-ea"/>
                  </a:rPr>
                  <a:t>PL</a:t>
                </a:r>
              </a:p>
              <a:p>
                <a:pPr algn="ctr">
                  <a:lnSpc>
                    <a:spcPct val="90000"/>
                  </a:lnSpc>
                  <a:buClr>
                    <a:schemeClr val="accent1"/>
                  </a:buClr>
                </a:pPr>
                <a:r>
                  <a:rPr kumimoji="1" lang="en-US" altLang="ja-JP" sz="6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600">
                  <a:solidFill>
                    <a:srgbClr val="008000"/>
                  </a:solidFill>
                  <a:latin typeface="+mn-ea"/>
                </a:endParaRPr>
              </a:p>
            </p:txBody>
          </p:sp>
        </p:grpSp>
        <p:grpSp>
          <p:nvGrpSpPr>
            <p:cNvPr id="308" name="グループ化 307">
              <a:extLst>
                <a:ext uri="{FF2B5EF4-FFF2-40B4-BE49-F238E27FC236}">
                  <ns2:creationId id="{3FD6A2CD-2727-7AAA-BA1E-E2AB2EDCE1B5}"/>
                </a:ext>
              </a:extLst>
            </p:cNvPr>
            <p:cNvGrpSpPr/>
            <p:nvPr/>
          </p:nvGrpSpPr>
          <p:grpSpPr>
            <a:xfrm>
              <a:off x="6143615" y="3999336"/>
              <a:ext cx="2029618" cy="750475"/>
              <a:chOff x="6143615" y="3999336"/>
              <a:chExt cx="2029618" cy="750475"/>
            </a:xfrm>
          </p:grpSpPr>
          <p:sp>
            <p:nvSpPr>
              <p:cNvPr id="196" name="table_TWformat_5_1">
                <a:extLst>
                  <a:ext uri="{FF2B5EF4-FFF2-40B4-BE49-F238E27FC236}">
                    <ns2:creationId id="{3852779D-C8AB-8DD7-7F05-80533D4AA356}"/>
                  </a:ext>
                </a:extLst>
              </p:cNvPr>
              <p:cNvSpPr txBox="1"/>
              <p:nvPr/>
            </p:nvSpPr>
            <p:spPr>
              <a:xfrm>
                <a:off x="6157233" y="3999336"/>
                <a:ext cx="2016000" cy="750475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4" name="table_TWformat_4_1">
                <a:extLst>
                  <a:ext uri="{FF2B5EF4-FFF2-40B4-BE49-F238E27FC236}">
                    <ns2:creationId id="{9E00AF87-0EFC-6F1C-F458-C9F19F1523E0}"/>
                  </a:ext>
                </a:extLst>
              </p:cNvPr>
              <p:cNvSpPr txBox="1"/>
              <p:nvPr/>
            </p:nvSpPr>
            <p:spPr>
              <a:xfrm>
                <a:off x="6143615" y="4465488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en-US" altLang="ja-JP" sz="10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kumimoji="1" lang="ja-JP" altLang="en-US" sz="1000">
                  <a:solidFill>
                    <a:srgbClr val="008000"/>
                  </a:solidFill>
                  <a:latin typeface="+mn-ea"/>
                </a:endParaRPr>
              </a:p>
            </p:txBody>
          </p:sp>
          <p:pic>
            <p:nvPicPr>
              <p:cNvPr id="197" name="グラフィックス 196" descr="ユーザー 単色塗りつぶし">
                <a:extLst>
                  <a:ext uri="{FF2B5EF4-FFF2-40B4-BE49-F238E27FC236}">
                    <ns2:creationId id="{0A49BF18-EE0F-306E-76FB-EB3BDC9851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251616" y="4069621"/>
                <a:ext cx="396000" cy="396000"/>
              </a:xfrm>
              <a:prstGeom prst="rect">
                <a:avLst/>
              </a:prstGeom>
            </p:spPr>
          </p:pic>
          <p:sp>
            <p:nvSpPr>
              <p:cNvPr id="26" name="table_TWformat_3_1">
                <a:extLst>
                  <a:ext uri="{FF2B5EF4-FFF2-40B4-BE49-F238E27FC236}">
                    <ns2:creationId id="{9121DAB9-2BE5-B986-ABC8-76B35E22F5EF}"/>
                  </a:ext>
                </a:extLst>
              </p:cNvPr>
              <p:cNvSpPr txBox="1"/>
              <p:nvPr/>
            </p:nvSpPr>
            <p:spPr>
              <a:xfrm>
                <a:off x="6795823" y="4066247"/>
                <a:ext cx="1314000" cy="616653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br>
                  <a:rPr lang="en-US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</p:grpSp>
        <p:grpSp>
          <p:nvGrpSpPr>
            <p:cNvPr id="306" name="グループ化 305">
              <a:extLst>
                <a:ext uri="{FF2B5EF4-FFF2-40B4-BE49-F238E27FC236}">
                  <ns2:creationId id="{7F402F2F-C8E7-4C58-7021-F270DAD77AAB}"/>
                </a:ext>
              </a:extLst>
            </p:cNvPr>
            <p:cNvGrpSpPr/>
            <p:nvPr/>
          </p:nvGrpSpPr>
          <p:grpSpPr>
            <a:xfrm>
              <a:off x="6143615" y="3215340"/>
              <a:ext cx="2016000" cy="750613"/>
              <a:chOff x="6143615" y="3215340"/>
              <a:chExt cx="2016000" cy="750613"/>
            </a:xfrm>
          </p:grpSpPr>
          <p:sp>
            <p:nvSpPr>
              <p:cNvPr id="199" name="table_TWformat_5_1">
                <a:extLst>
                  <a:ext uri="{FF2B5EF4-FFF2-40B4-BE49-F238E27FC236}">
                    <ns2:creationId id="{BB4B7C6F-EAC7-B0B2-A9B4-0BE67FAEE6CE}"/>
                  </a:ext>
                </a:extLst>
              </p:cNvPr>
              <p:cNvSpPr txBox="1"/>
              <p:nvPr/>
            </p:nvSpPr>
            <p:spPr>
              <a:xfrm>
                <a:off x="6143615" y="3215340"/>
                <a:ext cx="2016000" cy="750613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13" name="table_TWformat_3_1">
                <a:extLst>
                  <a:ext uri="{FF2B5EF4-FFF2-40B4-BE49-F238E27FC236}">
                    <ns2:creationId id="{EA309FFF-D51B-7DCA-9225-365BFD8CE832}"/>
                  </a:ext>
                </a:extLst>
              </p:cNvPr>
              <p:cNvSpPr txBox="1"/>
              <p:nvPr/>
            </p:nvSpPr>
            <p:spPr>
              <a:xfrm>
                <a:off x="6143615" y="3696327"/>
                <a:ext cx="612000" cy="266078"/>
              </a:xfrm>
              <a:prstGeom prst="rect">
                <a:avLst/>
              </a:prstGeom>
              <a:noFill/>
            </p:spPr>
            <p:txBody>
              <a:bodyPr vert="horz" wrap="square" lIns="0" tIns="0" rIns="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0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01" name="table_TWformat_3_1">
                <a:extLst>
                  <a:ext uri="{FF2B5EF4-FFF2-40B4-BE49-F238E27FC236}">
                    <ns2:creationId id="{9B4F9E89-98CD-603E-4FB9-47CAAC1B7768}"/>
                  </a:ext>
                </a:extLst>
              </p:cNvPr>
              <p:cNvSpPr txBox="1"/>
              <p:nvPr/>
            </p:nvSpPr>
            <p:spPr>
              <a:xfrm>
                <a:off x="6782205" y="3266647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>
                    <a:latin typeface="+mn-ea"/>
                  </a:rPr>
                  <a:t>(</a:t>
                </a:r>
                <a:r>
                  <a:rPr lang="ja-JP" altLang="en-US" sz="1000">
                    <a:latin typeface="+mn-ea"/>
                  </a:rPr>
                  <a:t>XX</a:t>
                </a:r>
                <a:br>
                  <a:rPr lang="fr-FR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  <a:r>
                  <a:rPr lang="en-US" altLang="ja-JP" sz="1000">
                    <a:latin typeface="+mn-ea"/>
                  </a:rPr>
                  <a:t>)</a:t>
                </a:r>
                <a:r>
                  <a:rPr lang="ja-JP" altLang="en-US" sz="1000">
                    <a:latin typeface="+mn-ea"/>
                  </a:rPr>
                  <a:t>XX</a:t>
                </a:r>
                <a:br>
                  <a:rPr lang="fr-FR" altLang="ja-JP" sz="1000">
                    <a:latin typeface="+mn-ea"/>
                  </a:rPr>
                </a:br>
                <a:r>
                  <a:rPr lang="ja-JP" altLang="en-US" sz="1000">
                    <a:latin typeface="+mn-ea"/>
                  </a:rPr>
                  <a:t>XX</a:t>
                </a:r>
              </a:p>
            </p:txBody>
          </p:sp>
          <p:pic>
            <p:nvPicPr>
              <p:cNvPr id="204" name="グラフィックス 203" descr="オフィス ワーカー (男性) 単色塗りつぶし">
                <a:extLst>
                  <a:ext uri="{FF2B5EF4-FFF2-40B4-BE49-F238E27FC236}">
                    <ns2:creationId id="{5ED9333D-59C5-5D29-E429-6E07E3FED1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6251614" y="3271447"/>
                <a:ext cx="396000" cy="396000"/>
              </a:xfrm>
              <a:prstGeom prst="rect">
                <a:avLst/>
              </a:prstGeom>
            </p:spPr>
          </p:pic>
        </p:grpSp>
        <p:grpSp>
          <p:nvGrpSpPr>
            <p:cNvPr id="304" name="グループ化 303">
              <a:extLst>
                <a:ext uri="{FF2B5EF4-FFF2-40B4-BE49-F238E27FC236}">
                  <ns2:creationId id="{57E17342-39D8-59CA-A542-FE3055DCEDE2}"/>
                </a:ext>
              </a:extLst>
            </p:cNvPr>
            <p:cNvGrpSpPr/>
            <p:nvPr/>
          </p:nvGrpSpPr>
          <p:grpSpPr>
            <a:xfrm>
              <a:off x="6143613" y="2440256"/>
              <a:ext cx="2016003" cy="741839"/>
              <a:chOff x="6143613" y="2440256"/>
              <a:chExt cx="2016003" cy="741839"/>
            </a:xfrm>
          </p:grpSpPr>
          <p:sp>
            <p:nvSpPr>
              <p:cNvPr id="206" name="table_TWformat_5_1">
                <a:extLst>
                  <a:ext uri="{FF2B5EF4-FFF2-40B4-BE49-F238E27FC236}">
                    <ns2:creationId id="{5927F4C3-7323-31F6-1F23-415DE34AB63E}"/>
                  </a:ext>
                </a:extLst>
              </p:cNvPr>
              <p:cNvSpPr txBox="1"/>
              <p:nvPr/>
            </p:nvSpPr>
            <p:spPr>
              <a:xfrm>
                <a:off x="6143616" y="2440256"/>
                <a:ext cx="2016000" cy="741839"/>
              </a:xfrm>
              <a:prstGeom prst="rect">
                <a:avLst/>
              </a:prstGeom>
              <a:solidFill>
                <a:srgbClr val="008000">
                  <a:alpha val="11000"/>
                </a:srgbClr>
              </a:solidFill>
            </p:spPr>
            <p:txBody>
              <a:bodyPr vert="horz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100">
                  <a:latin typeface="+mn-ea"/>
                </a:endParaRPr>
              </a:p>
            </p:txBody>
          </p:sp>
          <p:sp>
            <p:nvSpPr>
              <p:cNvPr id="207" name="table_TWformat_3_1">
                <a:extLst>
                  <a:ext uri="{FF2B5EF4-FFF2-40B4-BE49-F238E27FC236}">
                    <ns2:creationId id="{8577EA63-B490-95ED-0C0B-B7C9061E8F3C}"/>
                  </a:ext>
                </a:extLst>
              </p:cNvPr>
              <p:cNvSpPr txBox="1"/>
              <p:nvPr/>
            </p:nvSpPr>
            <p:spPr>
              <a:xfrm>
                <a:off x="6782208" y="2487176"/>
                <a:ext cx="1314000" cy="648000"/>
              </a:xfrm>
              <a:prstGeom prst="roundRect">
                <a:avLst>
                  <a:gd name="adj" fmla="val 7065"/>
                </a:avLst>
              </a:prstGeom>
              <a:solidFill>
                <a:schemeClr val="bg1"/>
              </a:solidFill>
            </p:spPr>
            <p:txBody>
              <a:bodyPr vert="horz" wrap="square" lIns="36000" tIns="36000" rIns="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1000"/>
                  <a:t>XX</a:t>
                </a:r>
                <a:r>
                  <a:rPr lang="ja-JP" altLang="en-US" sz="1000"/>
                  <a:t>XX</a:t>
                </a:r>
                <a:r>
                  <a:rPr lang="en-US" altLang="ja-JP" sz="1000"/>
                  <a:t>XX</a:t>
                </a:r>
                <a:r>
                  <a:rPr lang="ja-JP" altLang="en-US" sz="1000"/>
                  <a:t>XX</a:t>
                </a:r>
                <a:br>
                  <a:rPr lang="en-US" altLang="ja-JP" sz="1000"/>
                </a:br>
                <a:r>
                  <a:rPr lang="ja-JP" altLang="en-US" sz="1000"/>
                  <a:t>XX</a:t>
                </a:r>
                <a:endParaRPr lang="en-US" altLang="ja-JP" sz="1000"/>
              </a:p>
            </p:txBody>
          </p:sp>
          <p:grpSp>
            <p:nvGrpSpPr>
              <p:cNvPr id="303" name="グループ化 302">
                <a:extLst>
                  <a:ext uri="{FF2B5EF4-FFF2-40B4-BE49-F238E27FC236}">
                    <ns2:creationId id="{49AF2065-FE0C-A4FD-84F7-DFE87B373824}"/>
                  </a:ext>
                </a:extLst>
              </p:cNvPr>
              <p:cNvGrpSpPr/>
              <p:nvPr/>
            </p:nvGrpSpPr>
            <p:grpSpPr>
              <a:xfrm>
                <a:off x="6143613" y="2543908"/>
                <a:ext cx="612000" cy="622153"/>
                <a:chOff x="6143613" y="2543908"/>
                <a:chExt cx="612000" cy="622153"/>
              </a:xfrm>
            </p:grpSpPr>
            <p:grpSp>
              <p:nvGrpSpPr>
                <p:cNvPr id="272" name="グループ化 271">
                  <a:extLst>
                    <a:ext uri="{FF2B5EF4-FFF2-40B4-BE49-F238E27FC236}">
                      <ns2:creationId id="{D2D2A525-6449-139C-703C-F8E4BB7CD74D}"/>
                    </a:ext>
                  </a:extLst>
                </p:cNvPr>
                <p:cNvGrpSpPr/>
                <p:nvPr/>
              </p:nvGrpSpPr>
              <p:grpSpPr>
                <a:xfrm>
                  <a:off x="6316659" y="2543908"/>
                  <a:ext cx="265909" cy="299106"/>
                  <a:chOff x="7091964" y="2543908"/>
                  <a:chExt cx="292500" cy="299106"/>
                </a:xfrm>
              </p:grpSpPr>
              <p:sp>
                <p:nvSpPr>
                  <p:cNvPr id="219" name="フリーフォーム: 図形 218">
                    <a:extLst>
                      <a:ext uri="{FF2B5EF4-FFF2-40B4-BE49-F238E27FC236}">
                        <ns2:creationId id="{251198F0-D72F-BFDE-A342-5620F4B914EB}"/>
                      </a:ext>
                    </a:extLst>
                  </p:cNvPr>
                  <p:cNvSpPr/>
                  <p:nvPr/>
                </p:nvSpPr>
                <p:spPr>
                  <a:xfrm>
                    <a:off x="7160214" y="2543908"/>
                    <a:ext cx="156000" cy="145529"/>
                  </a:xfrm>
                  <a:custGeom>
                    <a:avLst/>
                    <a:gdLst>
                      <a:gd name="csX0" fmla="*/ 156000 w 156000"/>
                      <a:gd name="csY0" fmla="*/ 39332 h 145529"/>
                      <a:gd name="csX1" fmla="*/ 107250 w 156000"/>
                      <a:gd name="csY1" fmla="*/ 0 h 145529"/>
                      <a:gd name="csX2" fmla="*/ 48750 w 156000"/>
                      <a:gd name="csY2" fmla="*/ 0 h 145529"/>
                      <a:gd name="csX3" fmla="*/ 0 w 156000"/>
                      <a:gd name="csY3" fmla="*/ 39332 h 145529"/>
                      <a:gd name="csX4" fmla="*/ 0 w 156000"/>
                      <a:gd name="csY4" fmla="*/ 145529 h 145529"/>
                      <a:gd name="csX5" fmla="*/ 156000 w 156000"/>
                      <a:gd name="csY5" fmla="*/ 145529 h 1455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56000" h="145529">
                        <a:moveTo>
                          <a:pt x="156000" y="39332"/>
                        </a:moveTo>
                        <a:cubicBezTo>
                          <a:pt x="156000" y="17610"/>
                          <a:pt x="134174" y="0"/>
                          <a:pt x="107250" y="0"/>
                        </a:cubicBezTo>
                        <a:lnTo>
                          <a:pt x="48750" y="0"/>
                        </a:lnTo>
                        <a:cubicBezTo>
                          <a:pt x="21826" y="0"/>
                          <a:pt x="0" y="17610"/>
                          <a:pt x="0" y="39332"/>
                        </a:cubicBezTo>
                        <a:lnTo>
                          <a:pt x="0" y="145529"/>
                        </a:lnTo>
                        <a:lnTo>
                          <a:pt x="156000" y="145529"/>
                        </a:lnTo>
                        <a:close/>
                      </a:path>
                    </a:pathLst>
                  </a:custGeom>
                  <a:solidFill>
                    <a:srgbClr val="008000"/>
                  </a:solidFill>
                  <a:ln w="4862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20" name="フリーフォーム: 図形 219">
                    <a:extLst>
                      <a:ext uri="{FF2B5EF4-FFF2-40B4-BE49-F238E27FC236}">
                        <ns2:creationId id="{B85ADFD0-AB93-860D-E20A-DF641BE5F301}"/>
                      </a:ext>
                    </a:extLst>
                  </p:cNvPr>
                  <p:cNvSpPr/>
                  <p:nvPr/>
                </p:nvSpPr>
                <p:spPr>
                  <a:xfrm>
                    <a:off x="7091964" y="2642238"/>
                    <a:ext cx="292500" cy="200776"/>
                  </a:xfrm>
                  <a:custGeom>
                    <a:avLst/>
                    <a:gdLst>
                      <a:gd name="csX0" fmla="*/ 277875 w 292500"/>
                      <a:gd name="csY0" fmla="*/ 0 h 200776"/>
                      <a:gd name="csX1" fmla="*/ 253500 w 292500"/>
                      <a:gd name="csY1" fmla="*/ 0 h 200776"/>
                      <a:gd name="csX2" fmla="*/ 238875 w 292500"/>
                      <a:gd name="csY2" fmla="*/ 11800 h 200776"/>
                      <a:gd name="csX3" fmla="*/ 238875 w 292500"/>
                      <a:gd name="csY3" fmla="*/ 11800 h 200776"/>
                      <a:gd name="csX4" fmla="*/ 248625 w 292500"/>
                      <a:gd name="csY4" fmla="*/ 22876 h 200776"/>
                      <a:gd name="csX5" fmla="*/ 248625 w 292500"/>
                      <a:gd name="csY5" fmla="*/ 63101 h 200776"/>
                      <a:gd name="csX6" fmla="*/ 241751 w 292500"/>
                      <a:gd name="csY6" fmla="*/ 72969 h 200776"/>
                      <a:gd name="csX7" fmla="*/ 222646 w 292500"/>
                      <a:gd name="csY7" fmla="*/ 63077 h 200776"/>
                      <a:gd name="csX8" fmla="*/ 69849 w 292500"/>
                      <a:gd name="csY8" fmla="*/ 63077 h 200776"/>
                      <a:gd name="csX9" fmla="*/ 50749 w 292500"/>
                      <a:gd name="csY9" fmla="*/ 72969 h 200776"/>
                      <a:gd name="csX10" fmla="*/ 43875 w 292500"/>
                      <a:gd name="csY10" fmla="*/ 63101 h 200776"/>
                      <a:gd name="csX11" fmla="*/ 43875 w 292500"/>
                      <a:gd name="csY11" fmla="*/ 22876 h 200776"/>
                      <a:gd name="csX12" fmla="*/ 53625 w 292500"/>
                      <a:gd name="csY12" fmla="*/ 11800 h 200776"/>
                      <a:gd name="csX13" fmla="*/ 53625 w 292500"/>
                      <a:gd name="csY13" fmla="*/ 11800 h 200776"/>
                      <a:gd name="csX14" fmla="*/ 39000 w 292500"/>
                      <a:gd name="csY14" fmla="*/ 0 h 200776"/>
                      <a:gd name="csX15" fmla="*/ 14625 w 292500"/>
                      <a:gd name="csY15" fmla="*/ 0 h 200776"/>
                      <a:gd name="csX16" fmla="*/ 0 w 292500"/>
                      <a:gd name="csY16" fmla="*/ 11800 h 200776"/>
                      <a:gd name="csX17" fmla="*/ 0 w 292500"/>
                      <a:gd name="csY17" fmla="*/ 11800 h 200776"/>
                      <a:gd name="csX18" fmla="*/ 14625 w 292500"/>
                      <a:gd name="csY18" fmla="*/ 23599 h 200776"/>
                      <a:gd name="csX19" fmla="*/ 24375 w 292500"/>
                      <a:gd name="csY19" fmla="*/ 23599 h 200776"/>
                      <a:gd name="csX20" fmla="*/ 24375 w 292500"/>
                      <a:gd name="csY20" fmla="*/ 63101 h 200776"/>
                      <a:gd name="csX21" fmla="*/ 51758 w 292500"/>
                      <a:gd name="csY21" fmla="*/ 89945 h 200776"/>
                      <a:gd name="csX22" fmla="*/ 69849 w 292500"/>
                      <a:gd name="csY22" fmla="*/ 98330 h 200776"/>
                      <a:gd name="csX23" fmla="*/ 136500 w 292500"/>
                      <a:gd name="csY23" fmla="*/ 98330 h 200776"/>
                      <a:gd name="csX24" fmla="*/ 136500 w 292500"/>
                      <a:gd name="csY24" fmla="*/ 145529 h 200776"/>
                      <a:gd name="csX25" fmla="*/ 98036 w 292500"/>
                      <a:gd name="csY25" fmla="*/ 145529 h 200776"/>
                      <a:gd name="csX26" fmla="*/ 59821 w 292500"/>
                      <a:gd name="csY26" fmla="*/ 170733 h 200776"/>
                      <a:gd name="csX27" fmla="*/ 50687 w 292500"/>
                      <a:gd name="csY27" fmla="*/ 191727 h 200776"/>
                      <a:gd name="csX28" fmla="*/ 76708 w 292500"/>
                      <a:gd name="csY28" fmla="*/ 199096 h 200776"/>
                      <a:gd name="csX29" fmla="*/ 85842 w 292500"/>
                      <a:gd name="csY29" fmla="*/ 178102 h 200776"/>
                      <a:gd name="csX30" fmla="*/ 79594 w 292500"/>
                      <a:gd name="csY30" fmla="*/ 172110 h 200776"/>
                      <a:gd name="csX31" fmla="*/ 98036 w 292500"/>
                      <a:gd name="csY31" fmla="*/ 161262 h 200776"/>
                      <a:gd name="csX32" fmla="*/ 136500 w 292500"/>
                      <a:gd name="csY32" fmla="*/ 161262 h 200776"/>
                      <a:gd name="csX33" fmla="*/ 136500 w 292500"/>
                      <a:gd name="csY33" fmla="*/ 171311 h 200776"/>
                      <a:gd name="csX34" fmla="*/ 129363 w 292500"/>
                      <a:gd name="csY34" fmla="*/ 192803 h 200776"/>
                      <a:gd name="csX35" fmla="*/ 156000 w 292500"/>
                      <a:gd name="csY35" fmla="*/ 198561 h 200776"/>
                      <a:gd name="csX36" fmla="*/ 163137 w 292500"/>
                      <a:gd name="csY36" fmla="*/ 177070 h 200776"/>
                      <a:gd name="csX37" fmla="*/ 156000 w 292500"/>
                      <a:gd name="csY37" fmla="*/ 171311 h 200776"/>
                      <a:gd name="csX38" fmla="*/ 156000 w 292500"/>
                      <a:gd name="csY38" fmla="*/ 161262 h 200776"/>
                      <a:gd name="csX39" fmla="*/ 195000 w 292500"/>
                      <a:gd name="csY39" fmla="*/ 161262 h 200776"/>
                      <a:gd name="csX40" fmla="*/ 213330 w 292500"/>
                      <a:gd name="csY40" fmla="*/ 171827 h 200776"/>
                      <a:gd name="csX41" fmla="*/ 207869 w 292500"/>
                      <a:gd name="csY41" fmla="*/ 193726 h 200776"/>
                      <a:gd name="csX42" fmla="*/ 235013 w 292500"/>
                      <a:gd name="csY42" fmla="*/ 198132 h 200776"/>
                      <a:gd name="csX43" fmla="*/ 240474 w 292500"/>
                      <a:gd name="csY43" fmla="*/ 176233 h 200776"/>
                      <a:gd name="csX44" fmla="*/ 233269 w 292500"/>
                      <a:gd name="csY44" fmla="*/ 170993 h 200776"/>
                      <a:gd name="csX45" fmla="*/ 195000 w 292500"/>
                      <a:gd name="csY45" fmla="*/ 145529 h 200776"/>
                      <a:gd name="csX46" fmla="*/ 156000 w 292500"/>
                      <a:gd name="csY46" fmla="*/ 145529 h 200776"/>
                      <a:gd name="csX47" fmla="*/ 156000 w 292500"/>
                      <a:gd name="csY47" fmla="*/ 98330 h 200776"/>
                      <a:gd name="csX48" fmla="*/ 222646 w 292500"/>
                      <a:gd name="csY48" fmla="*/ 98330 h 200776"/>
                      <a:gd name="csX49" fmla="*/ 240737 w 292500"/>
                      <a:gd name="csY49" fmla="*/ 89945 h 200776"/>
                      <a:gd name="csX50" fmla="*/ 268125 w 292500"/>
                      <a:gd name="csY50" fmla="*/ 63101 h 200776"/>
                      <a:gd name="csX51" fmla="*/ 268125 w 292500"/>
                      <a:gd name="csY51" fmla="*/ 23599 h 200776"/>
                      <a:gd name="csX52" fmla="*/ 277875 w 292500"/>
                      <a:gd name="csY52" fmla="*/ 23599 h 200776"/>
                      <a:gd name="csX53" fmla="*/ 292500 w 292500"/>
                      <a:gd name="csY53" fmla="*/ 11800 h 200776"/>
                      <a:gd name="csX54" fmla="*/ 292500 w 292500"/>
                      <a:gd name="csY54" fmla="*/ 11800 h 200776"/>
                      <a:gd name="csX55" fmla="*/ 277875 w 292500"/>
                      <a:gd name="csY55" fmla="*/ 0 h 2007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</a:cxnLst>
                    <a:rect l="l" t="t" r="r" b="b"/>
                    <a:pathLst>
                      <a:path w="292500" h="200776">
                        <a:moveTo>
                          <a:pt x="277875" y="0"/>
                        </a:moveTo>
                        <a:lnTo>
                          <a:pt x="253500" y="0"/>
                        </a:lnTo>
                        <a:cubicBezTo>
                          <a:pt x="245423" y="0"/>
                          <a:pt x="238875" y="5283"/>
                          <a:pt x="238875" y="11800"/>
                        </a:cubicBezTo>
                        <a:lnTo>
                          <a:pt x="238875" y="11800"/>
                        </a:lnTo>
                        <a:cubicBezTo>
                          <a:pt x="238886" y="16786"/>
                          <a:pt x="242794" y="21224"/>
                          <a:pt x="248625" y="22876"/>
                        </a:cubicBezTo>
                        <a:lnTo>
                          <a:pt x="248625" y="63101"/>
                        </a:lnTo>
                        <a:cubicBezTo>
                          <a:pt x="248614" y="67130"/>
                          <a:pt x="246012" y="70866"/>
                          <a:pt x="241751" y="72969"/>
                        </a:cubicBezTo>
                        <a:cubicBezTo>
                          <a:pt x="238320" y="66947"/>
                          <a:pt x="230861" y="63085"/>
                          <a:pt x="222646" y="63077"/>
                        </a:cubicBezTo>
                        <a:lnTo>
                          <a:pt x="69849" y="63077"/>
                        </a:lnTo>
                        <a:cubicBezTo>
                          <a:pt x="61636" y="63086"/>
                          <a:pt x="54179" y="66949"/>
                          <a:pt x="50749" y="72969"/>
                        </a:cubicBezTo>
                        <a:cubicBezTo>
                          <a:pt x="46488" y="70866"/>
                          <a:pt x="43886" y="67130"/>
                          <a:pt x="43875" y="63101"/>
                        </a:cubicBezTo>
                        <a:lnTo>
                          <a:pt x="43875" y="22876"/>
                        </a:lnTo>
                        <a:cubicBezTo>
                          <a:pt x="49705" y="21222"/>
                          <a:pt x="53611" y="16785"/>
                          <a:pt x="53625" y="11800"/>
                        </a:cubicBezTo>
                        <a:lnTo>
                          <a:pt x="53625" y="11800"/>
                        </a:lnTo>
                        <a:cubicBezTo>
                          <a:pt x="53625" y="5283"/>
                          <a:pt x="47077" y="0"/>
                          <a:pt x="39000" y="0"/>
                        </a:cubicBezTo>
                        <a:lnTo>
                          <a:pt x="14625" y="0"/>
                        </a:lnTo>
                        <a:cubicBezTo>
                          <a:pt x="6548" y="0"/>
                          <a:pt x="0" y="5283"/>
                          <a:pt x="0" y="11800"/>
                        </a:cubicBezTo>
                        <a:lnTo>
                          <a:pt x="0" y="11800"/>
                        </a:lnTo>
                        <a:cubicBezTo>
                          <a:pt x="0" y="18317"/>
                          <a:pt x="6548" y="23599"/>
                          <a:pt x="14625" y="23599"/>
                        </a:cubicBezTo>
                        <a:lnTo>
                          <a:pt x="24375" y="23599"/>
                        </a:lnTo>
                        <a:lnTo>
                          <a:pt x="24375" y="63101"/>
                        </a:lnTo>
                        <a:cubicBezTo>
                          <a:pt x="24396" y="76173"/>
                          <a:pt x="35861" y="87413"/>
                          <a:pt x="51758" y="89945"/>
                        </a:cubicBezTo>
                        <a:cubicBezTo>
                          <a:pt x="55522" y="95128"/>
                          <a:pt x="62403" y="98317"/>
                          <a:pt x="69849" y="98330"/>
                        </a:cubicBezTo>
                        <a:lnTo>
                          <a:pt x="136500" y="98330"/>
                        </a:lnTo>
                        <a:lnTo>
                          <a:pt x="136500" y="145529"/>
                        </a:lnTo>
                        <a:lnTo>
                          <a:pt x="98036" y="145529"/>
                        </a:lnTo>
                        <a:cubicBezTo>
                          <a:pt x="79499" y="145549"/>
                          <a:pt x="63532" y="156080"/>
                          <a:pt x="59821" y="170733"/>
                        </a:cubicBezTo>
                        <a:cubicBezTo>
                          <a:pt x="50114" y="174495"/>
                          <a:pt x="46024" y="183895"/>
                          <a:pt x="50687" y="191727"/>
                        </a:cubicBezTo>
                        <a:cubicBezTo>
                          <a:pt x="55350" y="199559"/>
                          <a:pt x="67000" y="202859"/>
                          <a:pt x="76708" y="199096"/>
                        </a:cubicBezTo>
                        <a:cubicBezTo>
                          <a:pt x="86415" y="195334"/>
                          <a:pt x="90505" y="185935"/>
                          <a:pt x="85842" y="178102"/>
                        </a:cubicBezTo>
                        <a:cubicBezTo>
                          <a:pt x="84418" y="175712"/>
                          <a:pt x="82270" y="173650"/>
                          <a:pt x="79594" y="172110"/>
                        </a:cubicBezTo>
                        <a:cubicBezTo>
                          <a:pt x="82193" y="165660"/>
                          <a:pt x="89630" y="161285"/>
                          <a:pt x="98036" y="161262"/>
                        </a:cubicBezTo>
                        <a:lnTo>
                          <a:pt x="136500" y="161262"/>
                        </a:lnTo>
                        <a:lnTo>
                          <a:pt x="136500" y="171311"/>
                        </a:lnTo>
                        <a:cubicBezTo>
                          <a:pt x="127173" y="175656"/>
                          <a:pt x="123978" y="185278"/>
                          <a:pt x="129363" y="192803"/>
                        </a:cubicBezTo>
                        <a:cubicBezTo>
                          <a:pt x="134747" y="200328"/>
                          <a:pt x="146673" y="202906"/>
                          <a:pt x="156000" y="198561"/>
                        </a:cubicBezTo>
                        <a:cubicBezTo>
                          <a:pt x="165327" y="194217"/>
                          <a:pt x="168522" y="184595"/>
                          <a:pt x="163137" y="177070"/>
                        </a:cubicBezTo>
                        <a:cubicBezTo>
                          <a:pt x="161426" y="174678"/>
                          <a:pt x="158964" y="172692"/>
                          <a:pt x="156000" y="171311"/>
                        </a:cubicBezTo>
                        <a:lnTo>
                          <a:pt x="156000" y="161262"/>
                        </a:lnTo>
                        <a:lnTo>
                          <a:pt x="195000" y="161262"/>
                        </a:lnTo>
                        <a:cubicBezTo>
                          <a:pt x="203272" y="161281"/>
                          <a:pt x="210625" y="165519"/>
                          <a:pt x="213330" y="171827"/>
                        </a:cubicBezTo>
                        <a:cubicBezTo>
                          <a:pt x="204326" y="176657"/>
                          <a:pt x="201882" y="186462"/>
                          <a:pt x="207869" y="193726"/>
                        </a:cubicBezTo>
                        <a:cubicBezTo>
                          <a:pt x="213856" y="200991"/>
                          <a:pt x="226009" y="202963"/>
                          <a:pt x="235013" y="198132"/>
                        </a:cubicBezTo>
                        <a:cubicBezTo>
                          <a:pt x="244016" y="193302"/>
                          <a:pt x="246461" y="183497"/>
                          <a:pt x="240474" y="176233"/>
                        </a:cubicBezTo>
                        <a:cubicBezTo>
                          <a:pt x="238655" y="174026"/>
                          <a:pt x="236177" y="172224"/>
                          <a:pt x="233269" y="170993"/>
                        </a:cubicBezTo>
                        <a:cubicBezTo>
                          <a:pt x="229689" y="156219"/>
                          <a:pt x="213658" y="145552"/>
                          <a:pt x="195000" y="145529"/>
                        </a:cubicBezTo>
                        <a:lnTo>
                          <a:pt x="156000" y="145529"/>
                        </a:lnTo>
                        <a:lnTo>
                          <a:pt x="156000" y="98330"/>
                        </a:lnTo>
                        <a:lnTo>
                          <a:pt x="222646" y="98330"/>
                        </a:lnTo>
                        <a:cubicBezTo>
                          <a:pt x="230092" y="98318"/>
                          <a:pt x="236974" y="95128"/>
                          <a:pt x="240737" y="89945"/>
                        </a:cubicBezTo>
                        <a:cubicBezTo>
                          <a:pt x="256634" y="87412"/>
                          <a:pt x="268100" y="76173"/>
                          <a:pt x="268125" y="63101"/>
                        </a:cubicBezTo>
                        <a:lnTo>
                          <a:pt x="268125" y="23599"/>
                        </a:lnTo>
                        <a:lnTo>
                          <a:pt x="277875" y="23599"/>
                        </a:lnTo>
                        <a:cubicBezTo>
                          <a:pt x="285952" y="23599"/>
                          <a:pt x="292500" y="18317"/>
                          <a:pt x="292500" y="11800"/>
                        </a:cubicBezTo>
                        <a:lnTo>
                          <a:pt x="292500" y="11800"/>
                        </a:lnTo>
                        <a:cubicBezTo>
                          <a:pt x="292500" y="5283"/>
                          <a:pt x="285952" y="0"/>
                          <a:pt x="277875" y="0"/>
                        </a:cubicBezTo>
                        <a:close/>
                      </a:path>
                    </a:pathLst>
                  </a:custGeom>
                  <a:solidFill>
                    <a:srgbClr val="008000"/>
                  </a:solidFill>
                  <a:ln w="4862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211" name="table_TWformat_2_1">
                  <a:extLst>
                    <a:ext uri="{FF2B5EF4-FFF2-40B4-BE49-F238E27FC236}">
                      <ns2:creationId id="{BBAA4DD0-7B5B-D4B5-02E1-F66D02DE7946}"/>
                    </a:ext>
                  </a:extLst>
                </p:cNvPr>
                <p:cNvSpPr txBox="1"/>
                <p:nvPr/>
              </p:nvSpPr>
              <p:spPr>
                <a:xfrm>
                  <a:off x="6143613" y="2899983"/>
                  <a:ext cx="612000" cy="266078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36000" rtlCol="0" anchor="ctr">
                  <a:noAutofit/>
                </a:bodyPr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kumimoji="1" lang="ja-JP" altLang="en-US" sz="100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sp>
          <p:nvSpPr>
            <p:cNvPr id="29" name="table_TWformat_1_3">
              <a:extLst>
                <a:ext uri="{FF2B5EF4-FFF2-40B4-BE49-F238E27FC236}">
                  <ns2:creationId id="{3504E761-9FCC-4748-FE7D-1C68A6389D9E}"/>
                </a:ext>
              </a:extLst>
            </p:cNvPr>
            <p:cNvSpPr txBox="1"/>
            <p:nvPr/>
          </p:nvSpPr>
          <p:spPr>
            <a:xfrm>
              <a:off x="8195822" y="2090011"/>
              <a:ext cx="3663818" cy="216479"/>
            </a:xfrm>
            <a:prstGeom prst="rect">
              <a:avLst/>
            </a:prstGeom>
            <a:noFill/>
          </p:spPr>
          <p:txBody>
            <a:bodyPr vert="horz"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>
                  <a:latin typeface="+mn-ea"/>
                </a:rPr>
                <a:t>XX</a:t>
              </a:r>
              <a:r>
                <a:rPr kumimoji="1" lang="en-US" altLang="ja-JP" sz="1400">
                  <a:latin typeface="+mn-ea"/>
                </a:rPr>
                <a:t>(</a:t>
              </a:r>
              <a:r>
                <a:rPr kumimoji="1" lang="ja-JP" altLang="en-US" sz="1400">
                  <a:latin typeface="+mn-ea"/>
                </a:rPr>
                <a:t>例</a:t>
              </a:r>
              <a:r>
                <a:rPr kumimoji="1" lang="en-US" altLang="ja-JP" sz="1400">
                  <a:latin typeface="+mn-ea"/>
                </a:rPr>
                <a:t>)</a:t>
              </a:r>
              <a:endParaRPr kumimoji="1" lang="ja-JP" altLang="en-US" sz="1400">
                <a:latin typeface="+mn-ea"/>
              </a:endParaRPr>
            </a:p>
          </p:txBody>
        </p:sp>
        <p:sp>
          <p:nvSpPr>
            <p:cNvPr id="49" name="テキスト ボックス 18">
              <a:extLst>
                <a:ext uri="{FF2B5EF4-FFF2-40B4-BE49-F238E27FC236}">
                  <ns2:creationId id="{B86BBB1C-CA26-010F-49F0-1DB34B052723}"/>
                </a:ext>
              </a:extLst>
            </p:cNvPr>
            <p:cNvSpPr txBox="1"/>
            <p:nvPr/>
          </p:nvSpPr>
          <p:spPr>
            <a:xfrm>
              <a:off x="9202760" y="3999198"/>
              <a:ext cx="2664595" cy="227903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>
                  <a:latin typeface="+mn-ea"/>
                </a:rPr>
                <a:t>XX</a:t>
              </a:r>
              <a:br>
                <a:rPr lang="en-US" altLang="ja-JP" sz="800">
                  <a:latin typeface="+mn-ea"/>
                </a:rPr>
              </a:br>
              <a:r>
                <a:rPr lang="ja-JP" altLang="en-US" sz="800">
                  <a:latin typeface="+mn-ea"/>
                </a:rPr>
                <a:t>XX</a:t>
              </a:r>
            </a:p>
          </p:txBody>
        </p:sp>
        <p:sp>
          <p:nvSpPr>
            <p:cNvPr id="52" name="テキスト ボックス 18">
              <a:extLst>
                <a:ext uri="{FF2B5EF4-FFF2-40B4-BE49-F238E27FC236}">
                  <ns2:creationId id="{BB4463DC-1D03-A41F-61AA-50756103DCFB}"/>
                </a:ext>
              </a:extLst>
            </p:cNvPr>
            <p:cNvSpPr txBox="1"/>
            <p:nvPr/>
          </p:nvSpPr>
          <p:spPr>
            <a:xfrm>
              <a:off x="9202760" y="4260484"/>
              <a:ext cx="2664595" cy="22763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>
                  <a:latin typeface="+mn-ea"/>
                </a:rPr>
                <a:t>XX</a:t>
              </a:r>
              <a:br>
                <a:rPr lang="en-US" altLang="ja-JP" sz="800">
                  <a:latin typeface="+mn-ea"/>
                </a:rPr>
              </a:br>
              <a:r>
                <a:rPr lang="ja-JP" altLang="en-US" sz="800">
                  <a:latin typeface="+mn-ea"/>
                </a:rPr>
                <a:t>XX</a:t>
              </a:r>
            </a:p>
          </p:txBody>
        </p:sp>
        <p:grpSp>
          <p:nvGrpSpPr>
            <p:cNvPr id="307" name="グループ化 306">
              <a:extLst>
                <a:ext uri="{FF2B5EF4-FFF2-40B4-BE49-F238E27FC236}">
                  <ns2:creationId id="{57C3C541-E04D-6728-EAEB-1D729A6C08F9}"/>
                </a:ext>
              </a:extLst>
            </p:cNvPr>
            <p:cNvGrpSpPr/>
            <p:nvPr/>
          </p:nvGrpSpPr>
          <p:grpSpPr>
            <a:xfrm>
              <a:off x="8217857" y="3999336"/>
              <a:ext cx="915954" cy="750475"/>
              <a:chOff x="8217857" y="3999336"/>
              <a:chExt cx="915954" cy="750475"/>
            </a:xfrm>
          </p:grpSpPr>
          <p:sp>
            <p:nvSpPr>
              <p:cNvPr id="47" name="テキスト ボックス 18">
                <a:extLst>
                  <a:ext uri="{FF2B5EF4-FFF2-40B4-BE49-F238E27FC236}">
                    <ns2:creationId id="{266A41A4-ABF4-B908-200A-E191774E35BC}"/>
                  </a:ext>
                </a:extLst>
              </p:cNvPr>
              <p:cNvSpPr txBox="1"/>
              <p:nvPr/>
            </p:nvSpPr>
            <p:spPr>
              <a:xfrm>
                <a:off x="8217857" y="3999336"/>
                <a:ext cx="915954" cy="227903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50" name="テキスト ボックス 18">
                <a:extLst>
                  <a:ext uri="{FF2B5EF4-FFF2-40B4-BE49-F238E27FC236}">
                    <ns2:creationId id="{CF66E015-35E8-50F7-648A-37D0F453CFB2}"/>
                  </a:ext>
                </a:extLst>
              </p:cNvPr>
              <p:cNvSpPr txBox="1"/>
              <p:nvPr/>
            </p:nvSpPr>
            <p:spPr>
              <a:xfrm>
                <a:off x="8217857" y="4260894"/>
                <a:ext cx="915954" cy="22763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3" name="テキスト ボックス 18">
                <a:extLst>
                  <a:ext uri="{FF2B5EF4-FFF2-40B4-BE49-F238E27FC236}">
                    <ns2:creationId id="{DA15A7DE-3795-3112-2934-DE87E2B1C332}"/>
                  </a:ext>
                </a:extLst>
              </p:cNvPr>
              <p:cNvSpPr txBox="1"/>
              <p:nvPr/>
            </p:nvSpPr>
            <p:spPr>
              <a:xfrm>
                <a:off x="8217857" y="4522077"/>
                <a:ext cx="915954" cy="227734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55" name="テキスト ボックス 18">
              <a:extLst>
                <a:ext uri="{FF2B5EF4-FFF2-40B4-BE49-F238E27FC236}">
                  <ns2:creationId id="{CE7F812D-97E4-4612-C6B4-37EE94330847}"/>
                </a:ext>
              </a:extLst>
            </p:cNvPr>
            <p:cNvSpPr txBox="1"/>
            <p:nvPr/>
          </p:nvSpPr>
          <p:spPr>
            <a:xfrm>
              <a:off x="9202760" y="4521770"/>
              <a:ext cx="2664595" cy="227734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>
                  <a:latin typeface="+mn-ea"/>
                </a:rPr>
                <a:t>XX</a:t>
              </a:r>
            </a:p>
          </p:txBody>
        </p:sp>
        <p:sp>
          <p:nvSpPr>
            <p:cNvPr id="58" name="テキスト ボックス 18">
              <a:extLst>
                <a:ext uri="{FF2B5EF4-FFF2-40B4-BE49-F238E27FC236}">
                  <ns2:creationId id="{E3DD075C-E502-E59C-1DDB-A5E738B4E8E4}"/>
                </a:ext>
              </a:extLst>
            </p:cNvPr>
            <p:cNvSpPr txBox="1"/>
            <p:nvPr/>
          </p:nvSpPr>
          <p:spPr>
            <a:xfrm>
              <a:off x="9202760" y="4783056"/>
              <a:ext cx="2664595" cy="227837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br>
                <a:rPr lang="en-US" altLang="ja-JP" sz="800"/>
              </a:br>
              <a:r>
                <a:rPr lang="en-US" altLang="ja-JP" sz="800"/>
                <a:t>3</a:t>
              </a: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sp>
          <p:nvSpPr>
            <p:cNvPr id="61" name="テキスト ボックス 18">
              <a:extLst>
                <a:ext uri="{FF2B5EF4-FFF2-40B4-BE49-F238E27FC236}">
                  <ns2:creationId id="{65E79394-2E0C-52CA-C1D6-565A626B9527}"/>
                </a:ext>
              </a:extLst>
            </p:cNvPr>
            <p:cNvSpPr txBox="1"/>
            <p:nvPr/>
          </p:nvSpPr>
          <p:spPr>
            <a:xfrm>
              <a:off x="9202760" y="5044342"/>
              <a:ext cx="2664595" cy="227940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grpSp>
          <p:nvGrpSpPr>
            <p:cNvPr id="309" name="グループ化 308">
              <a:extLst>
                <a:ext uri="{FF2B5EF4-FFF2-40B4-BE49-F238E27FC236}">
                  <ns2:creationId id="{27E8D338-E38D-21D5-3D42-50F251ACD729}"/>
                </a:ext>
              </a:extLst>
            </p:cNvPr>
            <p:cNvGrpSpPr/>
            <p:nvPr/>
          </p:nvGrpSpPr>
          <p:grpSpPr>
            <a:xfrm>
              <a:off x="8217857" y="4783260"/>
              <a:ext cx="915954" cy="750409"/>
              <a:chOff x="8217857" y="4783260"/>
              <a:chExt cx="915954" cy="750409"/>
            </a:xfrm>
          </p:grpSpPr>
          <p:sp>
            <p:nvSpPr>
              <p:cNvPr id="56" name="テキスト ボックス 18">
                <a:extLst>
                  <a:ext uri="{FF2B5EF4-FFF2-40B4-BE49-F238E27FC236}">
                    <ns2:creationId id="{1A2A4FD0-F2FD-8FFA-2236-E57BB3B03B4D}"/>
                  </a:ext>
                </a:extLst>
              </p:cNvPr>
              <p:cNvSpPr txBox="1"/>
              <p:nvPr/>
            </p:nvSpPr>
            <p:spPr>
              <a:xfrm>
                <a:off x="8217857" y="4783260"/>
                <a:ext cx="915954" cy="22783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59" name="テキスト ボックス 18">
                <a:extLst>
                  <a:ext uri="{FF2B5EF4-FFF2-40B4-BE49-F238E27FC236}">
                    <ns2:creationId id="{91378978-5B74-0527-CF2A-AB0E03113EA0}"/>
                  </a:ext>
                </a:extLst>
              </p:cNvPr>
              <p:cNvSpPr txBox="1"/>
              <p:nvPr/>
            </p:nvSpPr>
            <p:spPr>
              <a:xfrm>
                <a:off x="8217857" y="5044443"/>
                <a:ext cx="915954" cy="227940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en-US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2" name="テキスト ボックス 18">
                <a:extLst>
                  <a:ext uri="{FF2B5EF4-FFF2-40B4-BE49-F238E27FC236}">
                    <ns2:creationId id="{84FD9DD0-007C-EEA2-B62A-B976D368D0BD}"/>
                  </a:ext>
                </a:extLst>
              </p:cNvPr>
              <p:cNvSpPr txBox="1"/>
              <p:nvPr/>
            </p:nvSpPr>
            <p:spPr>
              <a:xfrm>
                <a:off x="8217857" y="5305628"/>
                <a:ext cx="915954" cy="22804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ja-JP" altLang="en-US">
                  <a:solidFill>
                    <a:srgbClr val="000000"/>
                  </a:solidFill>
                  <a:latin typeface="+mn-ea"/>
                </a:endParaRPr>
              </a:p>
            </p:txBody>
          </p:sp>
        </p:grpSp>
        <p:sp>
          <p:nvSpPr>
            <p:cNvPr id="128" name="テキスト ボックス 18">
              <a:extLst>
                <a:ext uri="{FF2B5EF4-FFF2-40B4-BE49-F238E27FC236}">
                  <ns2:creationId id="{D727AA81-DFB8-628A-4E76-5BB1F8502C4F}"/>
                </a:ext>
              </a:extLst>
            </p:cNvPr>
            <p:cNvSpPr txBox="1"/>
            <p:nvPr/>
          </p:nvSpPr>
          <p:spPr>
            <a:xfrm>
              <a:off x="9202760" y="5305628"/>
              <a:ext cx="2664595" cy="22804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sp>
          <p:nvSpPr>
            <p:cNvPr id="131" name="テキスト ボックス 18">
              <a:extLst>
                <a:ext uri="{FF2B5EF4-FFF2-40B4-BE49-F238E27FC236}">
                  <ns2:creationId id="{5B72EB90-C34B-B920-3CD1-4FCF16F2E05A}"/>
                </a:ext>
              </a:extLst>
            </p:cNvPr>
            <p:cNvSpPr txBox="1"/>
            <p:nvPr/>
          </p:nvSpPr>
          <p:spPr>
            <a:xfrm>
              <a:off x="9202760" y="5566914"/>
              <a:ext cx="2664595" cy="354297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grpSp>
          <p:nvGrpSpPr>
            <p:cNvPr id="311" name="グループ化 310">
              <a:extLst>
                <a:ext uri="{FF2B5EF4-FFF2-40B4-BE49-F238E27FC236}">
                  <ns2:creationId id="{099A81BC-5320-8496-F474-7D146A97CCD0}"/>
                </a:ext>
              </a:extLst>
            </p:cNvPr>
            <p:cNvGrpSpPr/>
            <p:nvPr/>
          </p:nvGrpSpPr>
          <p:grpSpPr>
            <a:xfrm>
              <a:off x="8217857" y="5566914"/>
              <a:ext cx="915954" cy="741839"/>
              <a:chOff x="8217857" y="5566914"/>
              <a:chExt cx="915954" cy="741839"/>
            </a:xfrm>
          </p:grpSpPr>
          <p:sp>
            <p:nvSpPr>
              <p:cNvPr id="129" name="テキスト ボックス 18">
                <a:extLst>
                  <a:ext uri="{FF2B5EF4-FFF2-40B4-BE49-F238E27FC236}">
                    <ns2:creationId id="{2A6BCA55-E652-41F7-067B-6661EAAE26EA}"/>
                  </a:ext>
                </a:extLst>
              </p:cNvPr>
              <p:cNvSpPr txBox="1"/>
              <p:nvPr/>
            </p:nvSpPr>
            <p:spPr>
              <a:xfrm>
                <a:off x="8217857" y="5566914"/>
                <a:ext cx="915954" cy="35429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2" name="テキスト ボックス 18">
                <a:extLst>
                  <a:ext uri="{FF2B5EF4-FFF2-40B4-BE49-F238E27FC236}">
                    <ns2:creationId id="{F89BDA68-FDE9-93AA-1FC7-5DF2B796601A}"/>
                  </a:ext>
                </a:extLst>
              </p:cNvPr>
              <p:cNvSpPr txBox="1"/>
              <p:nvPr/>
            </p:nvSpPr>
            <p:spPr>
              <a:xfrm>
                <a:off x="8217857" y="5954457"/>
                <a:ext cx="915954" cy="354296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>
                <a:defPPr>
                  <a:defRPr lang="ja-JP"/>
                </a:defPPr>
                <a:lvl1pPr algn="ctr">
                  <a:buClr>
                    <a:schemeClr val="accent1"/>
                  </a:buClr>
                  <a:defRPr sz="900">
                    <a:solidFill>
                      <a:srgbClr val="008000"/>
                    </a:solidFill>
                  </a:defRPr>
                </a:lvl1pPr>
              </a:lstStyle>
              <a:p>
                <a:r>
                  <a:rPr lang="ja-JP" altLang="en-US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134" name="テキスト ボックス 18">
              <a:extLst>
                <a:ext uri="{FF2B5EF4-FFF2-40B4-BE49-F238E27FC236}">
                  <ns2:creationId id="{762917B8-DBE8-E5AF-6F4F-D0080A2ED25D}"/>
                </a:ext>
              </a:extLst>
            </p:cNvPr>
            <p:cNvSpPr txBox="1"/>
            <p:nvPr/>
          </p:nvSpPr>
          <p:spPr>
            <a:xfrm>
              <a:off x="9190676" y="5954458"/>
              <a:ext cx="2664595" cy="354296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br>
                <a:rPr lang="fr-FR" altLang="ja-JP" sz="800"/>
              </a:br>
              <a:r>
                <a:rPr lang="ja-JP" altLang="en-US" sz="800"/>
                <a:t>XX</a:t>
              </a:r>
              <a:r>
                <a:rPr lang="en-US" altLang="ja-JP" sz="800"/>
                <a:t>AI</a:t>
              </a:r>
              <a:r>
                <a:rPr lang="ja-JP" altLang="en-US" sz="800"/>
                <a:t>XX</a:t>
              </a:r>
              <a:endParaRPr lang="ja-JP" altLang="en-US" sz="800">
                <a:latin typeface="+mn-ea"/>
              </a:endParaRPr>
            </a:p>
          </p:txBody>
        </p:sp>
        <p:sp>
          <p:nvSpPr>
            <p:cNvPr id="39" name="テキスト ボックス 18">
              <a:extLst>
                <a:ext uri="{FF2B5EF4-FFF2-40B4-BE49-F238E27FC236}">
                  <ns2:creationId id="{EC5FA46F-F4F4-C5AC-1C91-078E74C5AB0D}"/>
                </a:ext>
              </a:extLst>
            </p:cNvPr>
            <p:cNvSpPr txBox="1"/>
            <p:nvPr/>
          </p:nvSpPr>
          <p:spPr>
            <a:xfrm>
              <a:off x="9202760" y="3215340"/>
              <a:ext cx="2664595" cy="22804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800"/>
                <a:t>XX</a:t>
              </a:r>
              <a:r>
                <a:rPr lang="ja-JP" altLang="en-US" sz="800"/>
                <a:t>XX</a:t>
              </a:r>
              <a:r>
                <a:rPr lang="en-US" altLang="ja-JP" sz="800"/>
                <a:t>S3</a:t>
              </a:r>
              <a:r>
                <a:rPr lang="ja-JP" altLang="en-US" sz="800"/>
                <a:t>XX</a:t>
              </a:r>
              <a:endParaRPr lang="ja-JP" altLang="en-US" sz="8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2" name="テキスト ボックス 18">
              <a:extLst>
                <a:ext uri="{FF2B5EF4-FFF2-40B4-BE49-F238E27FC236}">
                  <ns2:creationId id="{4636CE87-5E5D-C097-D014-4E5B7A5EBF87}"/>
                </a:ext>
              </a:extLst>
            </p:cNvPr>
            <p:cNvSpPr txBox="1"/>
            <p:nvPr/>
          </p:nvSpPr>
          <p:spPr>
            <a:xfrm>
              <a:off x="9176404" y="3476626"/>
              <a:ext cx="2664595" cy="227869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en-US" altLang="ja-JP" sz="800"/>
                <a:t>S3</a:t>
              </a:r>
              <a:r>
                <a:rPr lang="ja-JP" altLang="en-US" sz="800"/>
                <a:t>XX</a:t>
              </a:r>
              <a:r>
                <a:rPr lang="en-US" altLang="ja-JP" sz="800"/>
                <a:t>(</a:t>
              </a:r>
              <a:r>
                <a:rPr lang="ja-JP" altLang="en-US" sz="800"/>
                <a:t>XX</a:t>
              </a:r>
              <a:endParaRPr lang="ja-JP" altLang="en-US" sz="8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44" name="テキスト ボックス 18">
              <a:extLst>
                <a:ext uri="{FF2B5EF4-FFF2-40B4-BE49-F238E27FC236}">
                  <ns2:creationId id="{CA171003-CDD9-3764-DF4A-2277A42F55CE}"/>
                </a:ext>
              </a:extLst>
            </p:cNvPr>
            <p:cNvSpPr txBox="1"/>
            <p:nvPr/>
          </p:nvSpPr>
          <p:spPr>
            <a:xfrm>
              <a:off x="9202760" y="3737912"/>
              <a:ext cx="2664595" cy="228041"/>
            </a:xfrm>
            <a:prstGeom prst="rect">
              <a:avLst/>
            </a:prstGeom>
            <a:noFill/>
          </p:spPr>
          <p:txBody>
            <a:bodyPr wrap="square" lIns="36000" tIns="54000" rIns="36000" bIns="36000" rtlCol="0" anchor="ctr">
              <a:noAutofit/>
            </a:bodyPr>
            <a:lstStyle/>
            <a:p>
              <a:pPr>
                <a:buClr>
                  <a:schemeClr val="accent1"/>
                </a:buClr>
              </a:pPr>
              <a:r>
                <a:rPr lang="ja-JP" altLang="en-US" sz="800"/>
                <a:t>XX</a:t>
              </a:r>
              <a:br>
                <a:rPr lang="en-US" altLang="ja-JP" sz="800"/>
              </a:br>
              <a:r>
                <a:rPr lang="ja-JP" altLang="en-US" sz="800"/>
                <a:t>XX</a:t>
              </a:r>
              <a:endParaRPr lang="ja-JP" altLang="en-US" sz="800">
                <a:solidFill>
                  <a:schemeClr val="tx1">
                    <a:lumMod val="75000"/>
                  </a:schemeClr>
                </a:solidFill>
                <a:latin typeface="+mn-ea"/>
              </a:endParaRPr>
            </a:p>
          </p:txBody>
        </p:sp>
        <p:grpSp>
          <p:nvGrpSpPr>
            <p:cNvPr id="305" name="グループ化 304">
              <a:extLst>
                <a:ext uri="{FF2B5EF4-FFF2-40B4-BE49-F238E27FC236}">
                  <ns2:creationId id="{0B791790-DE6E-553F-4194-FF38197AF3A0}"/>
                </a:ext>
              </a:extLst>
            </p:cNvPr>
            <p:cNvGrpSpPr/>
            <p:nvPr/>
          </p:nvGrpSpPr>
          <p:grpSpPr>
            <a:xfrm>
              <a:off x="8217857" y="3215340"/>
              <a:ext cx="915954" cy="750613"/>
              <a:chOff x="8217857" y="3215340"/>
              <a:chExt cx="915954" cy="750613"/>
            </a:xfrm>
          </p:grpSpPr>
          <p:sp>
            <p:nvSpPr>
              <p:cNvPr id="37" name="テキスト ボックス 18">
                <a:extLst>
                  <a:ext uri="{FF2B5EF4-FFF2-40B4-BE49-F238E27FC236}">
                    <ns2:creationId id="{BAFAEC7B-8AF0-BBB3-7416-095F894A5A6E}"/>
                  </a:ext>
                </a:extLst>
              </p:cNvPr>
              <p:cNvSpPr txBox="1"/>
              <p:nvPr/>
            </p:nvSpPr>
            <p:spPr>
              <a:xfrm>
                <a:off x="8217857" y="3215340"/>
                <a:ext cx="915954" cy="22804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40" name="テキスト ボックス 18">
                <a:extLst>
                  <a:ext uri="{FF2B5EF4-FFF2-40B4-BE49-F238E27FC236}">
                    <ns2:creationId id="{276722E1-0943-209F-8643-A7D08184F743}"/>
                  </a:ext>
                </a:extLst>
              </p:cNvPr>
              <p:cNvSpPr txBox="1"/>
              <p:nvPr/>
            </p:nvSpPr>
            <p:spPr>
              <a:xfrm>
                <a:off x="8217857" y="3476798"/>
                <a:ext cx="915954" cy="227869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900">
                    <a:solidFill>
                      <a:srgbClr val="000000"/>
                    </a:solidFill>
                  </a:rPr>
                  <a:t>XX</a:t>
                </a:r>
                <a:r>
                  <a:rPr lang="ja-JP" altLang="en-US" sz="900">
                    <a:solidFill>
                      <a:srgbClr val="000000"/>
                    </a:solidFill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137" name="テキスト ボックス 18">
                <a:extLst>
                  <a:ext uri="{FF2B5EF4-FFF2-40B4-BE49-F238E27FC236}">
                    <ns2:creationId id="{5300D2CC-E864-4993-2E17-186EB548A671}"/>
                  </a:ext>
                </a:extLst>
              </p:cNvPr>
              <p:cNvSpPr txBox="1"/>
              <p:nvPr/>
            </p:nvSpPr>
            <p:spPr>
              <a:xfrm>
                <a:off x="8217857" y="3737912"/>
                <a:ext cx="915954" cy="228041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</a:p>
            </p:txBody>
          </p:sp>
        </p:grpSp>
        <p:cxnSp>
          <p:nvCxnSpPr>
            <p:cNvPr id="30" name="Straight Connector 49">
              <a:extLst>
                <a:ext uri="{FF2B5EF4-FFF2-40B4-BE49-F238E27FC236}">
                  <ns2:creationId id="{36ADDD05-99CE-79A0-76CA-2C320760A13F}"/>
                </a:ext>
              </a:extLst>
            </p:cNvPr>
            <p:cNvCxnSpPr/>
            <p:nvPr/>
          </p:nvCxnSpPr>
          <p:spPr>
            <a:xfrm>
              <a:off x="8195822" y="2369282"/>
              <a:ext cx="3663818" cy="0"/>
            </a:xfrm>
            <a:prstGeom prst="line">
              <a:avLst/>
            </a:prstGeom>
            <a:ln w="9525">
              <a:solidFill>
                <a:srgbClr val="41414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2" name="グループ化 301">
              <a:extLst>
                <a:ext uri="{FF2B5EF4-FFF2-40B4-BE49-F238E27FC236}">
                  <ns2:creationId id="{9D6F22A8-A7F4-0057-DD97-143B0ABD3A23}"/>
                </a:ext>
              </a:extLst>
            </p:cNvPr>
            <p:cNvGrpSpPr/>
            <p:nvPr/>
          </p:nvGrpSpPr>
          <p:grpSpPr>
            <a:xfrm>
              <a:off x="8217857" y="2440256"/>
              <a:ext cx="3659907" cy="741839"/>
              <a:chOff x="8217857" y="2440256"/>
              <a:chExt cx="3659907" cy="741839"/>
            </a:xfrm>
          </p:grpSpPr>
          <p:sp>
            <p:nvSpPr>
              <p:cNvPr id="33" name="テキスト ボックス 18">
                <a:extLst>
                  <a:ext uri="{FF2B5EF4-FFF2-40B4-BE49-F238E27FC236}">
                    <ns2:creationId id="{2A5977AD-1BFF-B2D2-81E8-D03EC7E71D30}"/>
                  </a:ext>
                </a:extLst>
              </p:cNvPr>
              <p:cNvSpPr txBox="1"/>
              <p:nvPr/>
            </p:nvSpPr>
            <p:spPr>
              <a:xfrm>
                <a:off x="9202760" y="2440256"/>
                <a:ext cx="2664595" cy="354297"/>
              </a:xfrm>
              <a:prstGeom prst="rect">
                <a:avLst/>
              </a:prstGeom>
              <a:noFill/>
            </p:spPr>
            <p:txBody>
              <a:bodyPr wrap="square" lIns="36000" tIns="54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br>
                  <a:rPr lang="fr-FR" altLang="ja-JP" sz="800"/>
                </a:br>
                <a:r>
                  <a:rPr lang="ja-JP" altLang="en-US" sz="800"/>
                  <a:t>XX</a:t>
                </a:r>
                <a:endParaRPr lang="ja-JP" altLang="en-US" sz="800">
                  <a:solidFill>
                    <a:schemeClr val="tx1">
                      <a:lumMod val="7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31" name="テキスト ボックス 18">
                <a:extLst>
                  <a:ext uri="{FF2B5EF4-FFF2-40B4-BE49-F238E27FC236}">
                    <ns2:creationId id="{3230C21D-7A43-7CE4-836C-F753A673506A}"/>
                  </a:ext>
                </a:extLst>
              </p:cNvPr>
              <p:cNvSpPr txBox="1"/>
              <p:nvPr/>
            </p:nvSpPr>
            <p:spPr>
              <a:xfrm>
                <a:off x="8217857" y="2440256"/>
                <a:ext cx="915954" cy="35429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34" name="テキスト ボックス 18">
                <a:extLst>
                  <a:ext uri="{FF2B5EF4-FFF2-40B4-BE49-F238E27FC236}">
                    <ns2:creationId id="{D42D2649-D65B-3A82-E330-5DC0BB655ADD}"/>
                  </a:ext>
                </a:extLst>
              </p:cNvPr>
              <p:cNvSpPr txBox="1"/>
              <p:nvPr/>
            </p:nvSpPr>
            <p:spPr>
              <a:xfrm>
                <a:off x="8217857" y="2827798"/>
                <a:ext cx="915954" cy="354297"/>
              </a:xfrm>
              <a:prstGeom prst="rect">
                <a:avLst/>
              </a:prstGeom>
              <a:noFill/>
              <a:ln>
                <a:solidFill>
                  <a:srgbClr val="008000"/>
                </a:solidFill>
              </a:ln>
            </p:spPr>
            <p:txBody>
              <a:bodyPr wrap="none" lIns="18000" tIns="54000" rIns="18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9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36" name="テキスト ボックス 18">
                <a:extLst>
                  <a:ext uri="{FF2B5EF4-FFF2-40B4-BE49-F238E27FC236}">
                    <ns2:creationId id="{688AD293-EAE4-D7A6-9CC3-021553BDF453}"/>
                  </a:ext>
                </a:extLst>
              </p:cNvPr>
              <p:cNvSpPr txBox="1"/>
              <p:nvPr/>
            </p:nvSpPr>
            <p:spPr>
              <a:xfrm>
                <a:off x="9202760" y="2827798"/>
                <a:ext cx="2664595" cy="354297"/>
              </a:xfrm>
              <a:prstGeom prst="rect">
                <a:avLst/>
              </a:prstGeom>
              <a:noFill/>
            </p:spPr>
            <p:txBody>
              <a:bodyPr wrap="square" lIns="36000" tIns="54000" rIns="36000" bIns="36000" rtlCol="0" anchor="ctr">
                <a:no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altLang="ja-JP" sz="800"/>
                  <a:t>XX</a:t>
                </a:r>
                <a:r>
                  <a:rPr lang="ja-JP" altLang="en-US" sz="800"/>
                  <a:t>XX</a:t>
                </a:r>
                <a:br>
                  <a:rPr lang="fr-FR" altLang="ja-JP" sz="800"/>
                </a:br>
                <a:r>
                  <a:rPr lang="ja-JP" altLang="en-US" sz="800"/>
                  <a:t>XX</a:t>
                </a:r>
                <a:endParaRPr lang="ja-JP" altLang="en-US" sz="800">
                  <a:solidFill>
                    <a:schemeClr val="tx1">
                      <a:lumMod val="75000"/>
                    </a:schemeClr>
                  </a:solidFill>
                  <a:latin typeface="+mn-ea"/>
                </a:endParaRPr>
              </a:p>
            </p:txBody>
          </p:sp>
          <p:cxnSp>
            <p:nvCxnSpPr>
              <p:cNvPr id="250" name="直線コネクタ 249">
                <a:extLst>
                  <a:ext uri="{FF2B5EF4-FFF2-40B4-BE49-F238E27FC236}">
                    <ns2:creationId id="{0A1EF0C5-DE5B-586A-7707-E165CFFCFE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92352" y="2807655"/>
                <a:ext cx="2685412" cy="7042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グループ化 21">
              <a:extLst>
                <a:ext uri="{FF2B5EF4-FFF2-40B4-BE49-F238E27FC236}">
                  <ns2:creationId id="{64569769-AF94-15EF-3F94-5444264B9BC3}"/>
                </a:ext>
              </a:extLst>
            </p:cNvPr>
            <p:cNvGrpSpPr/>
            <p:nvPr/>
          </p:nvGrpSpPr>
          <p:grpSpPr>
            <a:xfrm>
              <a:off x="6143615" y="1628775"/>
              <a:ext cx="5723740" cy="396000"/>
              <a:chOff x="6143615" y="1628775"/>
              <a:chExt cx="5723740" cy="396000"/>
            </a:xfrm>
          </p:grpSpPr>
          <p:sp>
            <p:nvSpPr>
              <p:cNvPr id="15" name="正方形/長方形 14">
                <a:extLst>
                  <a:ext uri="{FF2B5EF4-FFF2-40B4-BE49-F238E27FC236}">
                    <ns2:creationId id="{325E7B60-C0B3-8C85-1C06-9E2A05ADE536}"/>
                  </a:ext>
                </a:extLst>
              </p:cNvPr>
              <p:cNvSpPr/>
              <p:nvPr/>
            </p:nvSpPr>
            <p:spPr>
              <a:xfrm>
                <a:off x="6143615" y="1628775"/>
                <a:ext cx="5723740" cy="39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>
                    <a:latin typeface="+mn-ea"/>
                  </a:rPr>
                  <a:t>XX</a:t>
                </a:r>
              </a:p>
            </p:txBody>
          </p:sp>
          <p:pic>
            <p:nvPicPr>
              <p:cNvPr id="264" name="グラフィックス 263" descr="性別 単色塗りつぶし">
                <a:extLst>
                  <a:ext uri="{FF2B5EF4-FFF2-40B4-BE49-F238E27FC236}">
                    <ns2:creationId id="{E76B4FE3-EECF-3EAC-641E-938D547439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8275982" y="1649044"/>
                <a:ext cx="360000" cy="360000"/>
              </a:xfrm>
              <a:prstGeom prst="rect">
                <a:avLst/>
              </a:prstGeom>
            </p:spPr>
          </p:pic>
        </p:grpSp>
        <p:cxnSp>
          <p:nvCxnSpPr>
            <p:cNvPr id="290" name="直線コネクタ 289">
              <a:extLst>
                <a:ext uri="{FF2B5EF4-FFF2-40B4-BE49-F238E27FC236}">
                  <ns2:creationId id="{1C2E6F54-B06B-2CA8-0AA0-482F6F83A07D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195197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コネクタ 290">
              <a:extLst>
                <a:ext uri="{FF2B5EF4-FFF2-40B4-BE49-F238E27FC236}">
                  <ns2:creationId id="{1877A67E-9225-E055-E02C-6543A405A915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456482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線コネクタ 291">
              <a:extLst>
                <a:ext uri="{FF2B5EF4-FFF2-40B4-BE49-F238E27FC236}">
                  <ns2:creationId id="{FD1914BD-24D6-3B5D-24C1-140E3D97D04B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717768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線コネクタ 292">
              <a:extLst>
                <a:ext uri="{FF2B5EF4-FFF2-40B4-BE49-F238E27FC236}">
                  <ns2:creationId id="{E35BBFBE-597C-D69A-C122-B011066360AB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3979054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直線コネクタ 293">
              <a:extLst>
                <a:ext uri="{FF2B5EF4-FFF2-40B4-BE49-F238E27FC236}">
                  <ns2:creationId id="{7B4D3163-EAE1-166D-80F2-2B69D9CE5C10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4240340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直線コネクタ 294">
              <a:extLst>
                <a:ext uri="{FF2B5EF4-FFF2-40B4-BE49-F238E27FC236}">
                  <ns2:creationId id="{E30BE794-19A6-259A-20C9-71A997FEA328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4762912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直線コネクタ 295">
              <a:extLst>
                <a:ext uri="{FF2B5EF4-FFF2-40B4-BE49-F238E27FC236}">
                  <ns2:creationId id="{1B18A2A4-7CE2-5F6F-E5E5-4369C214EB26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4501627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直線コネクタ 296">
              <a:extLst>
                <a:ext uri="{FF2B5EF4-FFF2-40B4-BE49-F238E27FC236}">
                  <ns2:creationId id="{ECB57334-053A-3A5D-137E-4200BBE67BA4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024198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直線コネクタ 297">
              <a:extLst>
                <a:ext uri="{FF2B5EF4-FFF2-40B4-BE49-F238E27FC236}">
                  <ns2:creationId id="{3E959535-AC35-4575-00EB-A6DEAB2A8805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285484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線コネクタ 298">
              <a:extLst>
                <a:ext uri="{FF2B5EF4-FFF2-40B4-BE49-F238E27FC236}">
                  <ns2:creationId id="{601C46A7-EABB-AA2C-A363-98E803787422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546770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ns2:creationId id="{8E31BBA9-0A8B-70F2-E373-FE1CBDB9AF7D}"/>
                </a:ext>
              </a:extLst>
            </p:cNvPr>
            <p:cNvCxnSpPr>
              <a:cxnSpLocks/>
            </p:cNvCxnSpPr>
            <p:nvPr/>
          </p:nvCxnSpPr>
          <p:spPr>
            <a:xfrm>
              <a:off x="9192352" y="5934313"/>
              <a:ext cx="2685412" cy="7042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8" name="グループ化 327">
            <a:extLst>
              <a:ext uri="{FF2B5EF4-FFF2-40B4-BE49-F238E27FC236}">
                <ns2:creationId id="{D97F8E4C-6328-FD04-B751-7E966A50B56E}"/>
              </a:ext>
            </a:extLst>
          </p:cNvPr>
          <p:cNvGrpSpPr/>
          <p:nvPr/>
        </p:nvGrpSpPr>
        <p:grpSpPr>
          <a:xfrm>
            <a:off x="334962" y="1628773"/>
            <a:ext cx="5723741" cy="4681461"/>
            <a:chOff x="334962" y="1628773"/>
            <a:chExt cx="5723741" cy="4681461"/>
          </a:xfrm>
        </p:grpSpPr>
        <p:cxnSp>
          <p:nvCxnSpPr>
            <p:cNvPr id="224" name="直線コネクタ 223">
              <a:extLst>
                <a:ext uri="{FF2B5EF4-FFF2-40B4-BE49-F238E27FC236}">
                  <ns2:creationId id="{CE5C11AF-7A66-6155-1F19-BFECA23630FE}"/>
                </a:ext>
              </a:extLst>
            </p:cNvPr>
            <p:cNvCxnSpPr>
              <a:cxnSpLocks/>
              <a:stCxn id="153" idx="0"/>
              <a:endCxn id="139" idx="2"/>
            </p:cNvCxnSpPr>
            <p:nvPr/>
          </p:nvCxnSpPr>
          <p:spPr>
            <a:xfrm flipH="1" flipV="1">
              <a:off x="3064172" y="2603813"/>
              <a:ext cx="5950" cy="1072716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グループ化 16">
              <a:extLst>
                <a:ext uri="{FF2B5EF4-FFF2-40B4-BE49-F238E27FC236}">
                  <ns2:creationId id="{84A95BC5-0CC1-39EE-2493-4D112977E86E}"/>
                </a:ext>
              </a:extLst>
            </p:cNvPr>
            <p:cNvGrpSpPr/>
            <p:nvPr/>
          </p:nvGrpSpPr>
          <p:grpSpPr>
            <a:xfrm>
              <a:off x="2344172" y="2066000"/>
              <a:ext cx="1440000" cy="537813"/>
              <a:chOff x="2596677" y="2142200"/>
              <a:chExt cx="1440000" cy="537813"/>
            </a:xfrm>
          </p:grpSpPr>
          <p:sp>
            <p:nvSpPr>
              <p:cNvPr id="138" name="正方形/長方形 137">
                <a:extLst>
                  <a:ext uri="{FF2B5EF4-FFF2-40B4-BE49-F238E27FC236}">
                    <ns2:creationId id="{5C6A4903-433A-7A31-FB8E-1B10AEA6C3F9}"/>
                  </a:ext>
                </a:extLst>
              </p:cNvPr>
              <p:cNvSpPr/>
              <p:nvPr/>
            </p:nvSpPr>
            <p:spPr>
              <a:xfrm>
                <a:off x="2596677" y="2142200"/>
                <a:ext cx="1440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FB578A73-C764-0BA3-11C4-0023791041E1}"/>
                  </a:ext>
                </a:extLst>
              </p:cNvPr>
              <p:cNvSpPr/>
              <p:nvPr/>
            </p:nvSpPr>
            <p:spPr>
              <a:xfrm>
                <a:off x="2596677" y="2358200"/>
                <a:ext cx="1440000" cy="321813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8" name="グループ化 17">
              <a:extLst>
                <a:ext uri="{FF2B5EF4-FFF2-40B4-BE49-F238E27FC236}">
                  <ns2:creationId id="{EF8C8643-93EE-59B0-54E3-775F7AB021FE}"/>
                </a:ext>
              </a:extLst>
            </p:cNvPr>
            <p:cNvGrpSpPr/>
            <p:nvPr/>
          </p:nvGrpSpPr>
          <p:grpSpPr>
            <a:xfrm>
              <a:off x="2344172" y="2736075"/>
              <a:ext cx="1440000" cy="537813"/>
              <a:chOff x="2596677" y="2786875"/>
              <a:chExt cx="1440000" cy="537813"/>
            </a:xfrm>
          </p:grpSpPr>
          <p:sp>
            <p:nvSpPr>
              <p:cNvPr id="142" name="正方形/長方形 141">
                <a:extLst>
                  <a:ext uri="{FF2B5EF4-FFF2-40B4-BE49-F238E27FC236}">
                    <ns2:creationId id="{242F90D2-C0CC-3509-74C8-83AE16EB2C0C}"/>
                  </a:ext>
                </a:extLst>
              </p:cNvPr>
              <p:cNvSpPr/>
              <p:nvPr/>
            </p:nvSpPr>
            <p:spPr>
              <a:xfrm>
                <a:off x="2596677" y="2786875"/>
                <a:ext cx="1440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3" name="正方形/長方形 142">
                <a:extLst>
                  <a:ext uri="{FF2B5EF4-FFF2-40B4-BE49-F238E27FC236}">
                    <ns2:creationId id="{8CA8D02B-5E60-5C3F-3A38-BC12A4572409}"/>
                  </a:ext>
                </a:extLst>
              </p:cNvPr>
              <p:cNvSpPr/>
              <p:nvPr/>
            </p:nvSpPr>
            <p:spPr>
              <a:xfrm>
                <a:off x="2596677" y="3002875"/>
                <a:ext cx="1440000" cy="321813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ns2:creationId id="{FC2DC56B-AE3E-537B-7F21-ABBFC92542EC}"/>
                </a:ext>
              </a:extLst>
            </p:cNvPr>
            <p:cNvGrpSpPr/>
            <p:nvPr/>
          </p:nvGrpSpPr>
          <p:grpSpPr>
            <a:xfrm>
              <a:off x="4618703" y="2223238"/>
              <a:ext cx="1440000" cy="537813"/>
              <a:chOff x="4733003" y="2377526"/>
              <a:chExt cx="1440000" cy="537813"/>
            </a:xfrm>
          </p:grpSpPr>
          <p:sp>
            <p:nvSpPr>
              <p:cNvPr id="145" name="正方形/長方形 144">
                <a:extLst>
                  <a:ext uri="{FF2B5EF4-FFF2-40B4-BE49-F238E27FC236}">
                    <ns2:creationId id="{31B2662A-67F1-574B-AA3C-D282B58B0159}"/>
                  </a:ext>
                </a:extLst>
              </p:cNvPr>
              <p:cNvSpPr/>
              <p:nvPr/>
            </p:nvSpPr>
            <p:spPr>
              <a:xfrm>
                <a:off x="4733003" y="2377526"/>
                <a:ext cx="1440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6" name="正方形/長方形 145">
                <a:extLst>
                  <a:ext uri="{FF2B5EF4-FFF2-40B4-BE49-F238E27FC236}">
                    <ns2:creationId id="{B692B93D-1819-DBE2-1B64-91797244D0EF}"/>
                  </a:ext>
                </a:extLst>
              </p:cNvPr>
              <p:cNvSpPr/>
              <p:nvPr/>
            </p:nvSpPr>
            <p:spPr>
              <a:xfrm>
                <a:off x="4733003" y="2593526"/>
                <a:ext cx="1440000" cy="321813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en-US" altLang="ja-JP" sz="1050" b="1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ns2:creationId id="{2CD62190-145C-3406-2A45-F7CC50268D72}"/>
                </a:ext>
              </a:extLst>
            </p:cNvPr>
            <p:cNvGrpSpPr/>
            <p:nvPr/>
          </p:nvGrpSpPr>
          <p:grpSpPr>
            <a:xfrm>
              <a:off x="4618703" y="2857101"/>
              <a:ext cx="1440000" cy="641486"/>
              <a:chOff x="4733003" y="3022201"/>
              <a:chExt cx="1440000" cy="641486"/>
            </a:xfrm>
          </p:grpSpPr>
          <p:sp>
            <p:nvSpPr>
              <p:cNvPr id="149" name="正方形/長方形 148">
                <a:extLst>
                  <a:ext uri="{FF2B5EF4-FFF2-40B4-BE49-F238E27FC236}">
                    <ns2:creationId id="{C16D9F1E-66AD-4301-8AAA-1E9793024285}"/>
                  </a:ext>
                </a:extLst>
              </p:cNvPr>
              <p:cNvSpPr/>
              <p:nvPr/>
            </p:nvSpPr>
            <p:spPr>
              <a:xfrm>
                <a:off x="4733003" y="3022201"/>
                <a:ext cx="1440000" cy="257638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50" name="正方形/長方形 149">
                <a:extLst>
                  <a:ext uri="{FF2B5EF4-FFF2-40B4-BE49-F238E27FC236}">
                    <ns2:creationId id="{231FEFFC-0282-1D79-90CE-31B40E0C704A}"/>
                  </a:ext>
                </a:extLst>
              </p:cNvPr>
              <p:cNvSpPr/>
              <p:nvPr/>
            </p:nvSpPr>
            <p:spPr>
              <a:xfrm>
                <a:off x="4733003" y="3279839"/>
                <a:ext cx="1440000" cy="38384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lvl="0" algn="ctr">
                  <a:tabLst>
                    <a:tab pos="1612900" algn="l"/>
                  </a:tabLst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0" lang="ja-JP" altLang="en-US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0" lang="ja-JP" altLang="en-US" sz="1050" b="1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51" name="正方形/長方形 150">
              <a:extLst>
                <a:ext uri="{FF2B5EF4-FFF2-40B4-BE49-F238E27FC236}">
                  <ns2:creationId id="{7735408D-E1F2-53C6-12AA-A2F28A342743}"/>
                </a:ext>
              </a:extLst>
            </p:cNvPr>
            <p:cNvSpPr/>
            <p:nvPr/>
          </p:nvSpPr>
          <p:spPr>
            <a:xfrm>
              <a:off x="939734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ABFD9F57-F446-9D1D-12AA-27BE96AB9836}"/>
                </a:ext>
              </a:extLst>
            </p:cNvPr>
            <p:cNvGrpSpPr/>
            <p:nvPr/>
          </p:nvGrpSpPr>
          <p:grpSpPr>
            <a:xfrm>
              <a:off x="334963" y="4201829"/>
              <a:ext cx="504000" cy="648001"/>
              <a:chOff x="334961" y="4201829"/>
              <a:chExt cx="540000" cy="648001"/>
            </a:xfrm>
          </p:grpSpPr>
          <p:sp>
            <p:nvSpPr>
              <p:cNvPr id="157" name="正方形/長方形 156">
                <a:extLst>
                  <a:ext uri="{FF2B5EF4-FFF2-40B4-BE49-F238E27FC236}">
                    <ns2:creationId id="{8B70012A-816E-DC1A-52A7-DEE1D4395843}"/>
                  </a:ext>
                </a:extLst>
              </p:cNvPr>
              <p:cNvSpPr/>
              <p:nvPr/>
            </p:nvSpPr>
            <p:spPr>
              <a:xfrm>
                <a:off x="334961" y="4201830"/>
                <a:ext cx="540000" cy="6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1100">
                    <a:solidFill>
                      <a:srgbClr val="008000"/>
                    </a:solidFill>
                    <a:latin typeface="+mn-ea"/>
                  </a:rPr>
                  <a:t>PL</a:t>
                </a:r>
                <a:endParaRPr kumimoji="0" lang="ja-JP" altLang="en-US" sz="1100">
                  <a:solidFill>
                    <a:srgbClr val="008000"/>
                  </a:solidFill>
                  <a:latin typeface="+mn-ea"/>
                </a:endParaRPr>
              </a:p>
            </p:txBody>
          </p:sp>
          <p:cxnSp>
            <p:nvCxnSpPr>
              <p:cNvPr id="161" name="直線コネクタ 160">
                <a:extLst>
                  <a:ext uri="{FF2B5EF4-FFF2-40B4-BE49-F238E27FC236}">
                    <ns2:creationId id="{18B6A81A-CC9C-9F62-3343-960E7EFBED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4961" y="4201829"/>
                <a:ext cx="0" cy="648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グループ化 4">
              <a:extLst>
                <a:ext uri="{FF2B5EF4-FFF2-40B4-BE49-F238E27FC236}">
                  <ns2:creationId id="{FFDB6FEF-2BB1-75C5-2983-93AEA14CC7EF}"/>
                </a:ext>
              </a:extLst>
            </p:cNvPr>
            <p:cNvGrpSpPr/>
            <p:nvPr/>
          </p:nvGrpSpPr>
          <p:grpSpPr>
            <a:xfrm>
              <a:off x="334963" y="4935377"/>
              <a:ext cx="504000" cy="648001"/>
              <a:chOff x="334961" y="4935377"/>
              <a:chExt cx="540000" cy="648001"/>
            </a:xfrm>
          </p:grpSpPr>
          <p:sp>
            <p:nvSpPr>
              <p:cNvPr id="158" name="正方形/長方形 157">
                <a:extLst>
                  <a:ext uri="{FF2B5EF4-FFF2-40B4-BE49-F238E27FC236}">
                    <ns2:creationId id="{A0A9D840-9763-6EC0-3118-C2B366EE283F}"/>
                  </a:ext>
                </a:extLst>
              </p:cNvPr>
              <p:cNvSpPr/>
              <p:nvPr/>
            </p:nvSpPr>
            <p:spPr>
              <a:xfrm>
                <a:off x="334961" y="4935377"/>
                <a:ext cx="540000" cy="6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110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kumimoji="0" lang="en-US" altLang="ja-JP" sz="1100">
                    <a:solidFill>
                      <a:srgbClr val="008000"/>
                    </a:solidFill>
                    <a:latin typeface="+mn-ea"/>
                  </a:rPr>
                </a:br>
                <a:r>
                  <a:rPr kumimoji="0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63" name="直線コネクタ 162">
                <a:extLst>
                  <a:ext uri="{FF2B5EF4-FFF2-40B4-BE49-F238E27FC236}">
                    <ns2:creationId id="{ADC7E04D-E017-543B-EEAD-3D431F6129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4961" y="4935378"/>
                <a:ext cx="0" cy="648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グループ化 3">
              <a:extLst>
                <a:ext uri="{FF2B5EF4-FFF2-40B4-BE49-F238E27FC236}">
                  <ns2:creationId id="{669C20F3-F85A-CD30-7CC8-1685B73D6F59}"/>
                </a:ext>
              </a:extLst>
            </p:cNvPr>
            <p:cNvGrpSpPr/>
            <p:nvPr/>
          </p:nvGrpSpPr>
          <p:grpSpPr>
            <a:xfrm>
              <a:off x="334963" y="5662234"/>
              <a:ext cx="504000" cy="648000"/>
              <a:chOff x="334961" y="5662234"/>
              <a:chExt cx="540000" cy="648000"/>
            </a:xfrm>
          </p:grpSpPr>
          <p:sp>
            <p:nvSpPr>
              <p:cNvPr id="159" name="正方形/長方形 158">
                <a:extLst>
                  <a:ext uri="{FF2B5EF4-FFF2-40B4-BE49-F238E27FC236}">
                    <ns2:creationId id="{F4B9B143-CDF9-0927-5001-05792BB7D369}"/>
                  </a:ext>
                </a:extLst>
              </p:cNvPr>
              <p:cNvSpPr/>
              <p:nvPr/>
            </p:nvSpPr>
            <p:spPr>
              <a:xfrm>
                <a:off x="334961" y="5662234"/>
                <a:ext cx="540000" cy="648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en-US" sz="110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164" name="直線コネクタ 163">
                <a:extLst>
                  <a:ext uri="{FF2B5EF4-FFF2-40B4-BE49-F238E27FC236}">
                    <ns2:creationId id="{94C3A0C9-6280-D168-F87F-16783931C0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4961" y="5662234"/>
                <a:ext cx="0" cy="648000"/>
              </a:xfrm>
              <a:prstGeom prst="line">
                <a:avLst/>
              </a:prstGeom>
              <a:ln w="38100">
                <a:solidFill>
                  <a:srgbClr val="008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9" name="正方形/長方形 168">
              <a:extLst>
                <a:ext uri="{FF2B5EF4-FFF2-40B4-BE49-F238E27FC236}">
                  <ns2:creationId id="{B576E8B7-D3A1-615F-C8BB-2369C874257F}"/>
                </a:ext>
              </a:extLst>
            </p:cNvPr>
            <p:cNvSpPr/>
            <p:nvPr/>
          </p:nvSpPr>
          <p:spPr>
            <a:xfrm>
              <a:off x="939734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5" name="正方形/長方形 174">
              <a:extLst>
                <a:ext uri="{FF2B5EF4-FFF2-40B4-BE49-F238E27FC236}">
                  <ns2:creationId id="{B431B064-B81E-041D-48D7-55186CD9510E}"/>
                </a:ext>
              </a:extLst>
            </p:cNvPr>
            <p:cNvSpPr/>
            <p:nvPr/>
          </p:nvSpPr>
          <p:spPr>
            <a:xfrm>
              <a:off x="939734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ns2:creationId id="{D90093A4-1FEE-6C4F-DFA4-CFA288552FAF}"/>
                </a:ext>
              </a:extLst>
            </p:cNvPr>
            <p:cNvSpPr/>
            <p:nvPr/>
          </p:nvSpPr>
          <p:spPr>
            <a:xfrm>
              <a:off x="939734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</a:rPr>
                <a:t>XX</a:t>
              </a:r>
              <a:endParaRPr kumimoji="0" lang="ja-JP" altLang="en-US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2" name="正方形/長方形 151">
              <a:extLst>
                <a:ext uri="{FF2B5EF4-FFF2-40B4-BE49-F238E27FC236}">
                  <ns2:creationId id="{792C298A-BFC5-D407-B491-C78799DC5855}"/>
                </a:ext>
              </a:extLst>
            </p:cNvPr>
            <p:cNvSpPr/>
            <p:nvPr/>
          </p:nvSpPr>
          <p:spPr>
            <a:xfrm>
              <a:off x="1797928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0" name="正方形/長方形 169">
              <a:extLst>
                <a:ext uri="{FF2B5EF4-FFF2-40B4-BE49-F238E27FC236}">
                  <ns2:creationId id="{E6D17375-0BE2-E17C-E3E4-0A6C533E8C5A}"/>
                </a:ext>
              </a:extLst>
            </p:cNvPr>
            <p:cNvSpPr/>
            <p:nvPr/>
          </p:nvSpPr>
          <p:spPr>
            <a:xfrm>
              <a:off x="1797928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6" name="正方形/長方形 175">
              <a:extLst>
                <a:ext uri="{FF2B5EF4-FFF2-40B4-BE49-F238E27FC236}">
                  <ns2:creationId id="{34E4A1D6-6B64-BCB2-8CDD-9EC16C1AF225}"/>
                </a:ext>
              </a:extLst>
            </p:cNvPr>
            <p:cNvSpPr/>
            <p:nvPr/>
          </p:nvSpPr>
          <p:spPr>
            <a:xfrm>
              <a:off x="1797928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2" name="正方形/長方形 181">
              <a:extLst>
                <a:ext uri="{FF2B5EF4-FFF2-40B4-BE49-F238E27FC236}">
                  <ns2:creationId id="{1A25ECF8-91D5-DE79-BB16-5641F6AF1A3D}"/>
                </a:ext>
              </a:extLst>
            </p:cNvPr>
            <p:cNvSpPr/>
            <p:nvPr/>
          </p:nvSpPr>
          <p:spPr>
            <a:xfrm>
              <a:off x="1797928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br>
                <a:rPr lang="fr-FR" altLang="ja-JP" sz="1000">
                  <a:solidFill>
                    <a:srgbClr val="000000"/>
                  </a:solidFill>
                </a:rPr>
              </a:b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kumimoji="0" lang="ja-JP" altLang="en-US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5C7D138E-3CC3-B557-9309-3CCE7E7DC056}"/>
                </a:ext>
              </a:extLst>
            </p:cNvPr>
            <p:cNvSpPr/>
            <p:nvPr/>
          </p:nvSpPr>
          <p:spPr>
            <a:xfrm>
              <a:off x="2656122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1" name="正方形/長方形 170">
              <a:extLst>
                <a:ext uri="{FF2B5EF4-FFF2-40B4-BE49-F238E27FC236}">
                  <ns2:creationId id="{F5F4FDAC-C08E-5973-4BE3-DF2947177364}"/>
                </a:ext>
              </a:extLst>
            </p:cNvPr>
            <p:cNvSpPr/>
            <p:nvPr/>
          </p:nvSpPr>
          <p:spPr>
            <a:xfrm>
              <a:off x="2656122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7" name="正方形/長方形 176">
              <a:extLst>
                <a:ext uri="{FF2B5EF4-FFF2-40B4-BE49-F238E27FC236}">
                  <ns2:creationId id="{1E89F9C6-C528-7546-851E-22702FBC5AF6}"/>
                </a:ext>
              </a:extLst>
            </p:cNvPr>
            <p:cNvSpPr/>
            <p:nvPr/>
          </p:nvSpPr>
          <p:spPr>
            <a:xfrm>
              <a:off x="2656122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50">
                  <a:solidFill>
                    <a:srgbClr val="008000"/>
                  </a:solidFill>
                </a:rPr>
                <a:t>XX</a:t>
              </a:r>
              <a:r>
                <a:rPr lang="en-US" altLang="ja-JP" sz="1050">
                  <a:solidFill>
                    <a:srgbClr val="008000"/>
                  </a:solidFill>
                </a:rPr>
                <a:t>XX</a:t>
              </a: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50">
                  <a:solidFill>
                    <a:srgbClr val="008000"/>
                  </a:solidFill>
                </a:rPr>
                <a:t>XX</a:t>
              </a:r>
              <a:r>
                <a:rPr lang="en-US" altLang="ja-JP" sz="1050">
                  <a:solidFill>
                    <a:srgbClr val="008000"/>
                  </a:solidFill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3" name="正方形/長方形 182">
              <a:extLst>
                <a:ext uri="{FF2B5EF4-FFF2-40B4-BE49-F238E27FC236}">
                  <ns2:creationId id="{924064ED-101E-24BF-B7ED-0173A425A78B}"/>
                </a:ext>
              </a:extLst>
            </p:cNvPr>
            <p:cNvSpPr/>
            <p:nvPr/>
          </p:nvSpPr>
          <p:spPr>
            <a:xfrm>
              <a:off x="2656122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lang="en-US" altLang="ja-JP" sz="1000">
                <a:solidFill>
                  <a:srgbClr val="000000"/>
                </a:solidFill>
              </a:endParaRP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kumimoji="0" lang="ja-JP" altLang="en-US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028AC00D-7048-FF6D-A0C3-EC6FFA93A65A}"/>
                </a:ext>
              </a:extLst>
            </p:cNvPr>
            <p:cNvSpPr/>
            <p:nvPr/>
          </p:nvSpPr>
          <p:spPr>
            <a:xfrm>
              <a:off x="3514316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2" name="正方形/長方形 171">
              <a:extLst>
                <a:ext uri="{FF2B5EF4-FFF2-40B4-BE49-F238E27FC236}">
                  <ns2:creationId id="{8E5E2897-979F-2428-BC90-A2F884489F48}"/>
                </a:ext>
              </a:extLst>
            </p:cNvPr>
            <p:cNvSpPr/>
            <p:nvPr/>
          </p:nvSpPr>
          <p:spPr>
            <a:xfrm>
              <a:off x="3514316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8" name="正方形/長方形 177">
              <a:extLst>
                <a:ext uri="{FF2B5EF4-FFF2-40B4-BE49-F238E27FC236}">
                  <ns2:creationId id="{9EF4EC27-9898-02CC-870F-2582A0EB0B65}"/>
                </a:ext>
              </a:extLst>
            </p:cNvPr>
            <p:cNvSpPr/>
            <p:nvPr/>
          </p:nvSpPr>
          <p:spPr>
            <a:xfrm>
              <a:off x="3514316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7" name="正方形/長方形 186">
              <a:extLst>
                <a:ext uri="{FF2B5EF4-FFF2-40B4-BE49-F238E27FC236}">
                  <ns2:creationId id="{93C928F6-4928-C3C5-B121-CC7B93154547}"/>
                </a:ext>
              </a:extLst>
            </p:cNvPr>
            <p:cNvSpPr/>
            <p:nvPr/>
          </p:nvSpPr>
          <p:spPr>
            <a:xfrm>
              <a:off x="3514316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zh-TW" altLang="en-US" sz="1000">
                  <a:solidFill>
                    <a:srgbClr val="000000"/>
                  </a:solidFill>
                </a:rPr>
                <a:t>XX</a:t>
              </a:r>
              <a:br>
                <a:rPr lang="en-US" altLang="zh-TW" sz="1000">
                  <a:solidFill>
                    <a:srgbClr val="000000"/>
                  </a:solidFill>
                </a:rPr>
              </a:br>
              <a:r>
                <a:rPr lang="zh-TW" altLang="en-US" sz="1000">
                  <a:solidFill>
                    <a:srgbClr val="000000"/>
                  </a:solidFill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5" name="正方形/長方形 154">
              <a:extLst>
                <a:ext uri="{FF2B5EF4-FFF2-40B4-BE49-F238E27FC236}">
                  <ns2:creationId id="{03AEC9A6-300C-7322-F59E-0B49D59EFDF4}"/>
                </a:ext>
              </a:extLst>
            </p:cNvPr>
            <p:cNvSpPr/>
            <p:nvPr/>
          </p:nvSpPr>
          <p:spPr>
            <a:xfrm>
              <a:off x="4372510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35817AF2-3931-E7A5-E715-294510B92696}"/>
                </a:ext>
              </a:extLst>
            </p:cNvPr>
            <p:cNvSpPr/>
            <p:nvPr/>
          </p:nvSpPr>
          <p:spPr>
            <a:xfrm>
              <a:off x="4372509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9" name="正方形/長方形 178">
              <a:extLst>
                <a:ext uri="{FF2B5EF4-FFF2-40B4-BE49-F238E27FC236}">
                  <ns2:creationId id="{3DB7EBAB-032E-700E-DCF7-7B43C2AE632C}"/>
                </a:ext>
              </a:extLst>
            </p:cNvPr>
            <p:cNvSpPr/>
            <p:nvPr/>
          </p:nvSpPr>
          <p:spPr>
            <a:xfrm>
              <a:off x="4372509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8" name="正方形/長方形 187">
              <a:extLst>
                <a:ext uri="{FF2B5EF4-FFF2-40B4-BE49-F238E27FC236}">
                  <ns2:creationId id="{7F475856-347E-FCF5-FB7C-D101E06562A5}"/>
                </a:ext>
              </a:extLst>
            </p:cNvPr>
            <p:cNvSpPr/>
            <p:nvPr/>
          </p:nvSpPr>
          <p:spPr>
            <a:xfrm>
              <a:off x="4372509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r>
                <a:rPr lang="en-US" altLang="ja-JP" sz="1000">
                  <a:solidFill>
                    <a:srgbClr val="000000"/>
                  </a:solidFill>
                </a:rPr>
                <a:t>XX</a:t>
              </a:r>
              <a:r>
                <a:rPr lang="ja-JP" altLang="en-US" sz="1000">
                  <a:solidFill>
                    <a:srgbClr val="000000"/>
                  </a:solidFill>
                </a:rPr>
                <a:t>XX</a:t>
              </a:r>
              <a:endParaRPr kumimoji="0" lang="en-US" altLang="ja-JP" sz="100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6" name="正方形/長方形 155">
              <a:extLst>
                <a:ext uri="{FF2B5EF4-FFF2-40B4-BE49-F238E27FC236}">
                  <ns2:creationId id="{FB96D705-30A9-2315-E499-783527AC9C53}"/>
                </a:ext>
              </a:extLst>
            </p:cNvPr>
            <p:cNvSpPr/>
            <p:nvPr/>
          </p:nvSpPr>
          <p:spPr>
            <a:xfrm>
              <a:off x="5230703" y="3676529"/>
              <a:ext cx="828000" cy="432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正方形/長方形 173">
              <a:extLst>
                <a:ext uri="{FF2B5EF4-FFF2-40B4-BE49-F238E27FC236}">
                  <ns2:creationId id="{E4AED14E-03AA-4C05-71CF-6E0F2BB7B37D}"/>
                </a:ext>
              </a:extLst>
            </p:cNvPr>
            <p:cNvSpPr/>
            <p:nvPr/>
          </p:nvSpPr>
          <p:spPr>
            <a:xfrm>
              <a:off x="5230703" y="4204876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0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0" name="正方形/長方形 179">
              <a:extLst>
                <a:ext uri="{FF2B5EF4-FFF2-40B4-BE49-F238E27FC236}">
                  <ns2:creationId id="{067F5639-4CE8-908E-E67F-4B3413844D02}"/>
                </a:ext>
              </a:extLst>
            </p:cNvPr>
            <p:cNvSpPr/>
            <p:nvPr/>
          </p:nvSpPr>
          <p:spPr>
            <a:xfrm>
              <a:off x="5230703" y="4930121"/>
              <a:ext cx="828000" cy="648001"/>
            </a:xfrm>
            <a:prstGeom prst="rect">
              <a:avLst/>
            </a:prstGeom>
            <a:solidFill>
              <a:srgbClr val="008000">
                <a:alpha val="3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0" lang="en-US" altLang="ja-JP" sz="1050" kern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0" lang="en-US" altLang="ja-JP" sz="1050" kern="0" err="1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5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9" name="正方形/長方形 188">
              <a:extLst>
                <a:ext uri="{FF2B5EF4-FFF2-40B4-BE49-F238E27FC236}">
                  <ns2:creationId id="{78C31CA5-83A8-7FAD-2AA8-26931914AB80}"/>
                </a:ext>
              </a:extLst>
            </p:cNvPr>
            <p:cNvSpPr/>
            <p:nvPr/>
          </p:nvSpPr>
          <p:spPr>
            <a:xfrm>
              <a:off x="5230703" y="5655367"/>
              <a:ext cx="828000" cy="6480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000" kern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 algn="ctr">
                <a:tabLst>
                  <a:tab pos="1612900" algn="l"/>
                </a:tabLst>
                <a:defRPr/>
              </a:pPr>
              <a:r>
                <a:rPr kumimoji="0" lang="en-US" altLang="ja-JP" sz="1000" kern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0" lang="ja-JP" altLang="en-US" sz="1000" kern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0" lang="ja-JP" altLang="en-US" sz="1000" kern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17" name="グループ化 316">
              <a:extLst>
                <a:ext uri="{FF2B5EF4-FFF2-40B4-BE49-F238E27FC236}">
                  <ns2:creationId id="{18988F49-6C7C-250A-87E3-3DA4B93406A5}"/>
                </a:ext>
              </a:extLst>
            </p:cNvPr>
            <p:cNvGrpSpPr/>
            <p:nvPr/>
          </p:nvGrpSpPr>
          <p:grpSpPr>
            <a:xfrm>
              <a:off x="334963" y="2066000"/>
              <a:ext cx="1368000" cy="1207888"/>
              <a:chOff x="334963" y="2066000"/>
              <a:chExt cx="1368000" cy="1207888"/>
            </a:xfrm>
          </p:grpSpPr>
          <p:sp>
            <p:nvSpPr>
              <p:cNvPr id="200" name="正方形/長方形 199">
                <a:extLst>
                  <a:ext uri="{FF2B5EF4-FFF2-40B4-BE49-F238E27FC236}">
                    <ns2:creationId id="{5E814028-B560-1ECE-D408-B0D2F9CF65D6}"/>
                  </a:ext>
                </a:extLst>
              </p:cNvPr>
              <p:cNvSpPr/>
              <p:nvPr/>
            </p:nvSpPr>
            <p:spPr>
              <a:xfrm>
                <a:off x="334963" y="2066000"/>
                <a:ext cx="1368000" cy="216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kumimoji="0" lang="ja-JP" altLang="en-US" sz="1100" b="1" kern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8" name="正方形/長方形 207">
                <a:extLst>
                  <a:ext uri="{FF2B5EF4-FFF2-40B4-BE49-F238E27FC236}">
                    <ns2:creationId id="{14CFA503-F07E-285E-4221-DC8DAB718522}"/>
                  </a:ext>
                </a:extLst>
              </p:cNvPr>
              <p:cNvSpPr/>
              <p:nvPr/>
            </p:nvSpPr>
            <p:spPr>
              <a:xfrm>
                <a:off x="334963" y="2282000"/>
                <a:ext cx="1368000" cy="991888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008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algn="ctr">
                  <a:defRPr/>
                </a:pPr>
                <a:r>
                  <a:rPr kumimoji="0" lang="en-US" altLang="ja-JP" sz="1050" kern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20" name="グループ化 19">
              <a:extLst>
                <a:ext uri="{FF2B5EF4-FFF2-40B4-BE49-F238E27FC236}">
                  <ns2:creationId id="{44226580-6BEF-1D20-F433-DA684ED690A9}"/>
                </a:ext>
              </a:extLst>
            </p:cNvPr>
            <p:cNvGrpSpPr/>
            <p:nvPr/>
          </p:nvGrpSpPr>
          <p:grpSpPr>
            <a:xfrm>
              <a:off x="334962" y="1628773"/>
              <a:ext cx="5723740" cy="396000"/>
              <a:chOff x="334962" y="1628773"/>
              <a:chExt cx="5723740" cy="3960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5937F238-1F05-5CF4-7AC3-6A5F69F26FFA}"/>
                  </a:ext>
                </a:extLst>
              </p:cNvPr>
              <p:cNvSpPr/>
              <p:nvPr/>
            </p:nvSpPr>
            <p:spPr>
              <a:xfrm>
                <a:off x="334962" y="1628773"/>
                <a:ext cx="5723740" cy="39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600">
                    <a:latin typeface="+mn-ea"/>
                  </a:rPr>
                  <a:t>XX</a:t>
                </a:r>
              </a:p>
            </p:txBody>
          </p:sp>
          <p:pic>
            <p:nvPicPr>
              <p:cNvPr id="210" name="グラフィックス 209" descr="フローチャート 単色塗りつぶし">
                <a:extLst>
                  <a:ext uri="{FF2B5EF4-FFF2-40B4-BE49-F238E27FC236}">
                    <ns2:creationId id="{50BADFED-FA90-7B30-EE4F-1CD948EE58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408715" y="1634342"/>
                <a:ext cx="360000" cy="360000"/>
              </a:xfrm>
              <a:prstGeom prst="rect">
                <a:avLst/>
              </a:prstGeom>
            </p:spPr>
          </p:pic>
        </p:grpSp>
        <p:sp>
          <p:nvSpPr>
            <p:cNvPr id="222" name="矢印: 左右 221">
              <a:extLst>
                <a:ext uri="{FF2B5EF4-FFF2-40B4-BE49-F238E27FC236}">
                  <ns2:creationId id="{2CD4DCFD-FE35-5109-E4FE-C272C46673A1}"/>
                </a:ext>
              </a:extLst>
            </p:cNvPr>
            <p:cNvSpPr/>
            <p:nvPr/>
          </p:nvSpPr>
          <p:spPr>
            <a:xfrm>
              <a:off x="1717613" y="2376042"/>
              <a:ext cx="627759" cy="601384"/>
            </a:xfrm>
            <a:prstGeom prst="leftRightArrow">
              <a:avLst>
                <a:gd name="adj1" fmla="val 54224"/>
                <a:gd name="adj2" fmla="val 28882"/>
              </a:avLst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kumimoji="0" lang="ja-JP" altLang="en-US" sz="12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225" name="直線コネクタ 224">
              <a:extLst>
                <a:ext uri="{FF2B5EF4-FFF2-40B4-BE49-F238E27FC236}">
                  <ns2:creationId id="{A79A723B-1F1B-90F0-7E89-4C5E17064E1B}"/>
                </a:ext>
              </a:extLst>
            </p:cNvPr>
            <p:cNvCxnSpPr>
              <a:cxnSpLocks/>
              <a:stCxn id="146" idx="2"/>
              <a:endCxn id="149" idx="0"/>
            </p:cNvCxnSpPr>
            <p:nvPr/>
          </p:nvCxnSpPr>
          <p:spPr>
            <a:xfrm>
              <a:off x="5338703" y="2761051"/>
              <a:ext cx="0" cy="96050"/>
            </a:xfrm>
            <a:prstGeom prst="line">
              <a:avLst/>
            </a:prstGeom>
            <a:ln w="9525"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コネクタ: カギ線 318">
              <a:extLst>
                <a:ext uri="{FF2B5EF4-FFF2-40B4-BE49-F238E27FC236}">
                  <ns2:creationId id="{43398F20-FB74-7BBB-3999-E1F444E56664}"/>
                </a:ext>
              </a:extLst>
            </p:cNvPr>
            <p:cNvCxnSpPr>
              <a:stCxn id="151" idx="0"/>
              <a:endCxn id="155" idx="0"/>
            </p:cNvCxnSpPr>
            <p:nvPr/>
          </p:nvCxnSpPr>
          <p:spPr>
            <a:xfrm rot="5400000" flipH="1" flipV="1">
              <a:off x="3070122" y="1960141"/>
              <a:ext cx="12700" cy="3432776"/>
            </a:xfrm>
            <a:prstGeom prst="bentConnector3">
              <a:avLst>
                <a:gd name="adj1" fmla="val 11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コネクタ: カギ線 320">
              <a:extLst>
                <a:ext uri="{FF2B5EF4-FFF2-40B4-BE49-F238E27FC236}">
                  <ns2:creationId id="{AD05B1A0-79D7-1B72-8BFD-8862AF942EDE}"/>
                </a:ext>
              </a:extLst>
            </p:cNvPr>
            <p:cNvCxnSpPr>
              <a:stCxn id="152" idx="0"/>
              <a:endCxn id="154" idx="0"/>
            </p:cNvCxnSpPr>
            <p:nvPr/>
          </p:nvCxnSpPr>
          <p:spPr>
            <a:xfrm rot="5400000" flipH="1" flipV="1">
              <a:off x="3070122" y="2818335"/>
              <a:ext cx="12700" cy="1716388"/>
            </a:xfrm>
            <a:prstGeom prst="bentConnector3">
              <a:avLst>
                <a:gd name="adj1" fmla="val 11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直線コネクタ 326">
              <a:extLst>
                <a:ext uri="{FF2B5EF4-FFF2-40B4-BE49-F238E27FC236}">
                  <ns2:creationId id="{25AE3DC9-AC56-B9F0-7C0C-14400B61FA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64172" y="3363813"/>
              <a:ext cx="1554531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135056215"/>
      </p:ext>
    </p:extLst>
  </p:cSld>
  <p:clrMapOvr>
    <a:masterClrMapping/>
  </p:clrMapOvr>
</p:sld>
</file>

<file path=ppt/slides/slide37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2C5DD2C-3928-0218-60DB-9757C251B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47DC19C-6D80-D3A5-6FB4-20FF5A153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ja-JP" altLang="en-US"/>
              <a:t>XX</a:t>
            </a:r>
            <a:r>
              <a:rPr kumimoji="1" lang="en-US" altLang="ja-JP"/>
              <a:t>/ </a:t>
            </a:r>
            <a:r>
              <a:rPr kumimoji="1" lang="ja-JP" altLang="en-US"/>
              <a:t>XX</a:t>
            </a:r>
          </a:p>
        </p:txBody>
      </p:sp>
      <p:sp>
        <p:nvSpPr>
          <p:cNvPr id="202" name="テキスト プレースホルダー 2">
            <a:extLst>
              <a:ext uri="{FF2B5EF4-FFF2-40B4-BE49-F238E27FC236}">
                <ns2:creationId id="{4C299365-5243-5DC6-BEE3-D2F051534F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/>
              <a:t>XX</a:t>
            </a:r>
          </a:p>
        </p:txBody>
      </p:sp>
      <p:grpSp>
        <p:nvGrpSpPr>
          <p:cNvPr id="6" name="グループ化 5">
            <a:extLst>
              <a:ext uri="{FF2B5EF4-FFF2-40B4-BE49-F238E27FC236}">
                <ns2:creationId id="{363400F8-4959-179F-07DA-CAD95CEF18EF}"/>
              </a:ext>
            </a:extLst>
          </p:cNvPr>
          <p:cNvGrpSpPr/>
          <p:nvPr/>
        </p:nvGrpSpPr>
        <p:grpSpPr>
          <a:xfrm>
            <a:off x="334962" y="1341437"/>
            <a:ext cx="11540007" cy="287337"/>
            <a:chOff x="334962" y="1341437"/>
            <a:chExt cx="11540007" cy="287337"/>
          </a:xfrm>
        </p:grpSpPr>
        <p:sp>
          <p:nvSpPr>
            <p:cNvPr id="11" name="正方形/長方形 10">
              <a:extLst>
                <a:ext uri="{FF2B5EF4-FFF2-40B4-BE49-F238E27FC236}">
                  <ns2:creationId id="{43A06B0B-0362-FF4A-BBCD-C6261FAC74C3}"/>
                </a:ext>
              </a:extLst>
            </p:cNvPr>
            <p:cNvSpPr/>
            <p:nvPr/>
          </p:nvSpPr>
          <p:spPr>
            <a:xfrm>
              <a:off x="334962" y="1341437"/>
              <a:ext cx="11540007" cy="287337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1200" b="1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0" lang="fr-FR" altLang="ja-JP" sz="1200" b="1">
                  <a:solidFill>
                    <a:srgbClr val="008000"/>
                  </a:solidFill>
                  <a:latin typeface="+mn-ea"/>
                </a:rPr>
                <a:t> </a:t>
              </a:r>
              <a:r>
                <a:rPr kumimoji="0" lang="en-US" altLang="ja-JP" sz="1200" b="1">
                  <a:solidFill>
                    <a:srgbClr val="008000"/>
                  </a:solidFill>
                  <a:latin typeface="+mn-ea"/>
                </a:rPr>
                <a:t>(</a:t>
              </a:r>
              <a:r>
                <a:rPr kumimoji="0" lang="ja-JP" altLang="ja-JP" sz="1200" b="1">
                  <a:solidFill>
                    <a:srgbClr val="008000"/>
                  </a:solidFill>
                  <a:latin typeface="+mn-ea"/>
                </a:rPr>
                <a:t>XX</a:t>
              </a:r>
              <a:r>
                <a:rPr kumimoji="0" lang="en-US" altLang="ja-JP" sz="1200" b="1">
                  <a:solidFill>
                    <a:srgbClr val="008000"/>
                  </a:solidFill>
                  <a:latin typeface="+mn-ea"/>
                </a:rPr>
                <a:t>)</a:t>
              </a:r>
              <a:endParaRPr kumimoji="0" lang="ja-JP" altLang="ja-JP" sz="1200" b="1">
                <a:solidFill>
                  <a:srgbClr val="008000"/>
                </a:solidFill>
                <a:latin typeface="+mn-ea"/>
              </a:endParaRPr>
            </a:p>
          </p:txBody>
        </p:sp>
        <p:pic>
          <p:nvPicPr>
            <p:cNvPr id="5" name="グラフィックス 4" descr="日毎カレンダー 枠線">
              <a:extLst>
                <a:ext uri="{FF2B5EF4-FFF2-40B4-BE49-F238E27FC236}">
                  <ns2:creationId id="{E5434E93-7E2B-E640-2CF3-993BE0D4CA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34962" y="1341437"/>
              <a:ext cx="287337" cy="287337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ns2:creationId id="{7BA3440A-F89D-A195-3219-3CB2C2C06BBE}"/>
              </a:ext>
            </a:extLst>
          </p:cNvPr>
          <p:cNvGrpSpPr/>
          <p:nvPr/>
        </p:nvGrpSpPr>
        <p:grpSpPr>
          <a:xfrm>
            <a:off x="334962" y="1634874"/>
            <a:ext cx="11528736" cy="4674752"/>
            <a:chOff x="334962" y="1634874"/>
            <a:chExt cx="11528736" cy="4674752"/>
          </a:xfrm>
        </p:grpSpPr>
        <p:sp>
          <p:nvSpPr>
            <p:cNvPr id="17" name="正方形/長方形 16">
              <a:extLst>
                <a:ext uri="{FF2B5EF4-FFF2-40B4-BE49-F238E27FC236}">
                  <ns2:creationId id="{B8DFFA02-C5DC-A917-C9D9-848D4116F943}"/>
                </a:ext>
              </a:extLst>
            </p:cNvPr>
            <p:cNvSpPr/>
            <p:nvPr/>
          </p:nvSpPr>
          <p:spPr>
            <a:xfrm>
              <a:off x="334962" y="2391867"/>
              <a:ext cx="1080000" cy="540816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kumimoji="0" lang="fr-FR" altLang="ja-JP" sz="600">
                  <a:solidFill>
                    <a:schemeClr val="bg1"/>
                  </a:solidFill>
                  <a:latin typeface="+mn-ea"/>
                </a:rPr>
              </a:b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ns2:creationId id="{872E5975-6B51-621C-E5EB-61C61CECF188}"/>
                </a:ext>
              </a:extLst>
            </p:cNvPr>
            <p:cNvSpPr/>
            <p:nvPr/>
          </p:nvSpPr>
          <p:spPr>
            <a:xfrm>
              <a:off x="334962" y="2954691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 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kumimoji="0" lang="fr-FR" altLang="ja-JP" sz="600">
                  <a:solidFill>
                    <a:schemeClr val="bg1"/>
                  </a:solidFill>
                  <a:latin typeface="+mn-ea"/>
                </a:rPr>
              </a:b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D35B3476-559E-9E3C-8A35-91FAF2DDF0AC}"/>
                </a:ext>
              </a:extLst>
            </p:cNvPr>
            <p:cNvSpPr/>
            <p:nvPr/>
          </p:nvSpPr>
          <p:spPr>
            <a:xfrm>
              <a:off x="334962" y="3329906"/>
              <a:ext cx="1080000" cy="540816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</a:t>
              </a:r>
              <a:br>
                <a:rPr kumimoji="0" lang="en-US" altLang="ja-JP" sz="600">
                  <a:solidFill>
                    <a:schemeClr val="bg1"/>
                  </a:solidFill>
                  <a:latin typeface="+mn-ea"/>
                </a:rPr>
              </a:b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55960DEB-3DA5-3889-E25B-7833081D98BA}"/>
                </a:ext>
              </a:extLst>
            </p:cNvPr>
            <p:cNvSpPr/>
            <p:nvPr/>
          </p:nvSpPr>
          <p:spPr>
            <a:xfrm>
              <a:off x="334962" y="2016651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9284103D-855A-3A07-F868-A96D4A4E2E9F}"/>
                </a:ext>
              </a:extLst>
            </p:cNvPr>
            <p:cNvSpPr/>
            <p:nvPr/>
          </p:nvSpPr>
          <p:spPr>
            <a:xfrm>
              <a:off x="334962" y="3892731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F4958980-DEE4-8E64-3E23-22C1E78CE3FF}"/>
                </a:ext>
              </a:extLst>
            </p:cNvPr>
            <p:cNvSpPr/>
            <p:nvPr/>
          </p:nvSpPr>
          <p:spPr>
            <a:xfrm>
              <a:off x="334962" y="4455555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ECDA7251-5888-43FA-B053-0A1FD5D9E029}"/>
                </a:ext>
              </a:extLst>
            </p:cNvPr>
            <p:cNvSpPr/>
            <p:nvPr/>
          </p:nvSpPr>
          <p:spPr>
            <a:xfrm>
              <a:off x="334962" y="4643163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ns2:creationId id="{47DF1EE6-6E89-1E78-C19E-7B8232790365}"/>
                </a:ext>
              </a:extLst>
            </p:cNvPr>
            <p:cNvSpPr/>
            <p:nvPr/>
          </p:nvSpPr>
          <p:spPr>
            <a:xfrm>
              <a:off x="334962" y="4080339"/>
              <a:ext cx="1080000" cy="353208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0" name="正方形/長方形 99">
              <a:extLst>
                <a:ext uri="{FF2B5EF4-FFF2-40B4-BE49-F238E27FC236}">
                  <ns2:creationId id="{01D583FE-6077-2B7B-D1CE-8810DE3CD7C8}"/>
                </a:ext>
              </a:extLst>
            </p:cNvPr>
            <p:cNvSpPr/>
            <p:nvPr/>
          </p:nvSpPr>
          <p:spPr>
            <a:xfrm>
              <a:off x="334962" y="5018379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1" name="正方形/長方形 100">
              <a:extLst>
                <a:ext uri="{FF2B5EF4-FFF2-40B4-BE49-F238E27FC236}">
                  <ns2:creationId id="{8AE862BA-A33C-5743-BE12-68E70E11D71F}"/>
                </a:ext>
              </a:extLst>
            </p:cNvPr>
            <p:cNvSpPr/>
            <p:nvPr/>
          </p:nvSpPr>
          <p:spPr>
            <a:xfrm>
              <a:off x="334962" y="5581203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ns2:creationId id="{2C7322F5-55D7-94B1-13A5-1F18EF2D2A21}"/>
                </a:ext>
              </a:extLst>
            </p:cNvPr>
            <p:cNvSpPr/>
            <p:nvPr/>
          </p:nvSpPr>
          <p:spPr>
            <a:xfrm>
              <a:off x="334962" y="5205987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1" name="正方形/長方形 140">
              <a:extLst>
                <a:ext uri="{FF2B5EF4-FFF2-40B4-BE49-F238E27FC236}">
                  <ns2:creationId id="{FBBA2EFE-E79A-6472-ED21-33604A85964A}"/>
                </a:ext>
              </a:extLst>
            </p:cNvPr>
            <p:cNvSpPr/>
            <p:nvPr/>
          </p:nvSpPr>
          <p:spPr>
            <a:xfrm>
              <a:off x="334962" y="5393595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5" name="正方形/長方形 144">
              <a:extLst>
                <a:ext uri="{FF2B5EF4-FFF2-40B4-BE49-F238E27FC236}">
                  <ns2:creationId id="{92EEFB8E-C80B-82C0-E77B-D397C4902AC9}"/>
                </a:ext>
              </a:extLst>
            </p:cNvPr>
            <p:cNvSpPr/>
            <p:nvPr/>
          </p:nvSpPr>
          <p:spPr>
            <a:xfrm>
              <a:off x="334962" y="5768811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 (</a:t>
              </a: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0" lang="en-US" altLang="ja-JP" sz="600">
                  <a:solidFill>
                    <a:schemeClr val="bg1"/>
                  </a:solidFill>
                  <a:latin typeface="+mn-ea"/>
                </a:rPr>
                <a:t>)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6" name="正方形/長方形 145">
              <a:extLst>
                <a:ext uri="{FF2B5EF4-FFF2-40B4-BE49-F238E27FC236}">
                  <ns2:creationId id="{84220D20-F483-C6BD-9E37-8953852F70B6}"/>
                </a:ext>
              </a:extLst>
            </p:cNvPr>
            <p:cNvSpPr/>
            <p:nvPr/>
          </p:nvSpPr>
          <p:spPr>
            <a:xfrm>
              <a:off x="334962" y="5956419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47" name="正方形/長方形 146">
              <a:extLst>
                <a:ext uri="{FF2B5EF4-FFF2-40B4-BE49-F238E27FC236}">
                  <ns2:creationId id="{6DBC5374-D8FD-A8D4-4FD8-E26FBEF9A47E}"/>
                </a:ext>
              </a:extLst>
            </p:cNvPr>
            <p:cNvSpPr/>
            <p:nvPr/>
          </p:nvSpPr>
          <p:spPr>
            <a:xfrm>
              <a:off x="334962" y="6144026"/>
              <a:ext cx="1080000" cy="1656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" tIns="36000" rIns="18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bg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3" name="グループ化 12">
              <a:extLst>
                <a:ext uri="{FF2B5EF4-FFF2-40B4-BE49-F238E27FC236}">
                  <ns2:creationId id="{3876AA9C-C64C-B667-4971-EDDD66F88D68}"/>
                </a:ext>
              </a:extLst>
            </p:cNvPr>
            <p:cNvGrpSpPr/>
            <p:nvPr/>
          </p:nvGrpSpPr>
          <p:grpSpPr>
            <a:xfrm>
              <a:off x="1440361" y="1843891"/>
              <a:ext cx="3455024" cy="4465735"/>
              <a:chOff x="1440361" y="1843891"/>
              <a:chExt cx="3343511" cy="4465735"/>
            </a:xfrm>
          </p:grpSpPr>
          <p:grpSp>
            <p:nvGrpSpPr>
              <p:cNvPr id="10" name="グループ化 9">
                <a:extLst>
                  <a:ext uri="{FF2B5EF4-FFF2-40B4-BE49-F238E27FC236}">
                    <ns2:creationId id="{B2FC91C5-5357-7661-9367-6085B458FA46}"/>
                  </a:ext>
                </a:extLst>
              </p:cNvPr>
              <p:cNvGrpSpPr/>
              <p:nvPr/>
            </p:nvGrpSpPr>
            <p:grpSpPr>
              <a:xfrm>
                <a:off x="1440361" y="1843891"/>
                <a:ext cx="3343511" cy="149667"/>
                <a:chOff x="1290759" y="1872300"/>
                <a:chExt cx="636588" cy="149667"/>
              </a:xfrm>
            </p:grpSpPr>
            <p:sp>
              <p:nvSpPr>
                <p:cNvPr id="7" name="table_TWformat_1_1">
                  <a:extLst>
                    <a:ext uri="{FF2B5EF4-FFF2-40B4-BE49-F238E27FC236}">
                      <ns2:creationId id="{5FB43CA4-E913-2773-76C5-6AF3733735DE}"/>
                    </a:ext>
                  </a:extLst>
                </p:cNvPr>
                <p:cNvSpPr txBox="1"/>
                <p:nvPr/>
              </p:nvSpPr>
              <p:spPr>
                <a:xfrm>
                  <a:off x="1290759" y="1872300"/>
                  <a:ext cx="636588" cy="149667"/>
                </a:xfrm>
                <a:prstGeom prst="rect">
                  <a:avLst/>
                </a:prstGeom>
                <a:noFill/>
              </p:spPr>
              <p:txBody>
                <a:bodyPr vert="horz"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buClr>
                      <a:schemeClr val="accent1"/>
                    </a:buClr>
                    <a:defRPr sz="1400">
                      <a:solidFill>
                        <a:srgbClr val="41414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defRPr>
                  </a:lvl1pPr>
                </a:lstStyle>
                <a:p>
                  <a:r>
                    <a:rPr kumimoji="0" lang="ja-JP" altLang="ja-JP" sz="800">
                      <a:solidFill>
                        <a:schemeClr val="tx1"/>
                      </a:solidFill>
                      <a:latin typeface="+mn-ea"/>
                      <a:ea typeface="+mn-ea"/>
                    </a:rPr>
                    <a:t>XX</a:t>
                  </a:r>
                  <a:endParaRPr lang="ja-JP" altLang="en-US" sz="800">
                    <a:solidFill>
                      <a:schemeClr val="tx1"/>
                    </a:solidFill>
                    <a:latin typeface="+mn-ea"/>
                    <a:ea typeface="+mn-ea"/>
                  </a:endParaRPr>
                </a:p>
              </p:txBody>
            </p:sp>
            <p:cxnSp>
              <p:nvCxnSpPr>
                <p:cNvPr id="8" name="Straight Connector 50">
                  <a:extLst>
                    <a:ext uri="{FF2B5EF4-FFF2-40B4-BE49-F238E27FC236}">
                      <ns2:creationId id="{C6DD0AD9-6758-C06E-8184-E21833FE4DE5}"/>
                    </a:ext>
                  </a:extLst>
                </p:cNvPr>
                <p:cNvCxnSpPr/>
                <p:nvPr/>
              </p:nvCxnSpPr>
              <p:spPr>
                <a:xfrm>
                  <a:off x="1290759" y="2021967"/>
                  <a:ext cx="636588" cy="0"/>
                </a:xfrm>
                <a:prstGeom prst="line">
                  <a:avLst/>
                </a:prstGeom>
                <a:ln w="9525">
                  <a:solidFill>
                    <a:srgbClr val="41414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" name="正方形/長方形 14">
                <a:extLst>
                  <a:ext uri="{FF2B5EF4-FFF2-40B4-BE49-F238E27FC236}">
                    <ns2:creationId id="{2EAC9227-87B8-3DDE-7531-EAB77D4F0BC0}"/>
                  </a:ext>
                </a:extLst>
              </p:cNvPr>
              <p:cNvSpPr/>
              <p:nvPr/>
            </p:nvSpPr>
            <p:spPr>
              <a:xfrm>
                <a:off x="1440361" y="201665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PMO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B7306141-002D-78FD-E3B8-5BEB486ACDC4}"/>
                  </a:ext>
                </a:extLst>
              </p:cNvPr>
              <p:cNvSpPr/>
              <p:nvPr/>
            </p:nvSpPr>
            <p:spPr>
              <a:xfrm>
                <a:off x="1440361" y="220425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PMO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8641A6B9-1276-39EE-3C44-3C690265DA92}"/>
                  </a:ext>
                </a:extLst>
              </p:cNvPr>
              <p:cNvSpPr/>
              <p:nvPr/>
            </p:nvSpPr>
            <p:spPr>
              <a:xfrm>
                <a:off x="1440361" y="239186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ns2:creationId id="{DA66C28B-7823-12FB-07B9-784992F610A5}"/>
                  </a:ext>
                </a:extLst>
              </p:cNvPr>
              <p:cNvSpPr/>
              <p:nvPr/>
            </p:nvSpPr>
            <p:spPr>
              <a:xfrm>
                <a:off x="1440361" y="257947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2F5CE70E-C61B-A8FD-738A-32511B1FEEB5}"/>
                  </a:ext>
                </a:extLst>
              </p:cNvPr>
              <p:cNvSpPr/>
              <p:nvPr/>
            </p:nvSpPr>
            <p:spPr>
              <a:xfrm>
                <a:off x="1440361" y="276708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ns2:creationId id="{B3EFCA75-0719-8855-965B-E4CDA8E278A8}"/>
                  </a:ext>
                </a:extLst>
              </p:cNvPr>
              <p:cNvSpPr/>
              <p:nvPr/>
            </p:nvSpPr>
            <p:spPr>
              <a:xfrm>
                <a:off x="1440361" y="295469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866C23B4-D6C1-804C-28DA-7E7FD4495C78}"/>
                  </a:ext>
                </a:extLst>
              </p:cNvPr>
              <p:cNvSpPr/>
              <p:nvPr/>
            </p:nvSpPr>
            <p:spPr>
              <a:xfrm>
                <a:off x="1440361" y="314229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PMO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D6D395B2-29EB-62E1-BAFE-E2E88DC71971}"/>
                  </a:ext>
                </a:extLst>
              </p:cNvPr>
              <p:cNvSpPr/>
              <p:nvPr/>
            </p:nvSpPr>
            <p:spPr>
              <a:xfrm>
                <a:off x="1440361" y="332990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ns2:creationId id="{9770A604-F1C3-18A5-14C1-8AA0D0D097B2}"/>
                  </a:ext>
                </a:extLst>
              </p:cNvPr>
              <p:cNvSpPr/>
              <p:nvPr/>
            </p:nvSpPr>
            <p:spPr>
              <a:xfrm>
                <a:off x="1440361" y="351751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B4730A49-9D7A-DBC3-3CD4-9924D1AD252F}"/>
                  </a:ext>
                </a:extLst>
              </p:cNvPr>
              <p:cNvSpPr/>
              <p:nvPr/>
            </p:nvSpPr>
            <p:spPr>
              <a:xfrm>
                <a:off x="1440361" y="370512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chemeClr val="tx1"/>
                    </a:solidFill>
                    <a:latin typeface="+mn-ea"/>
                  </a:rPr>
                  <a:t>、</a:t>
                </a:r>
                <a:b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</a:b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0" lang="fr-FR" altLang="ja-JP" sz="500">
                    <a:solidFill>
                      <a:schemeClr val="tx1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ns2:creationId id="{7C0087E5-AE6F-C547-113B-58748A5BD8B9}"/>
                  </a:ext>
                </a:extLst>
              </p:cNvPr>
              <p:cNvSpPr/>
              <p:nvPr/>
            </p:nvSpPr>
            <p:spPr>
              <a:xfrm>
                <a:off x="1440361" y="389273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6B7751CB-DDF2-9492-BC99-7EB190FC6B24}"/>
                  </a:ext>
                </a:extLst>
              </p:cNvPr>
              <p:cNvSpPr/>
              <p:nvPr/>
            </p:nvSpPr>
            <p:spPr>
              <a:xfrm>
                <a:off x="1440361" y="408033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8C0C5418-1D13-9EE4-1B76-FEDC614333F4}"/>
                  </a:ext>
                </a:extLst>
              </p:cNvPr>
              <p:cNvSpPr/>
              <p:nvPr/>
            </p:nvSpPr>
            <p:spPr>
              <a:xfrm>
                <a:off x="1440361" y="426794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ns2:creationId id="{B52DD81C-B5DA-D134-810B-5275C82C8959}"/>
                  </a:ext>
                </a:extLst>
              </p:cNvPr>
              <p:cNvSpPr/>
              <p:nvPr/>
            </p:nvSpPr>
            <p:spPr>
              <a:xfrm>
                <a:off x="1440361" y="445555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F765A2F7-45D0-9E30-E656-428EFA0F2BCB}"/>
                  </a:ext>
                </a:extLst>
              </p:cNvPr>
              <p:cNvSpPr/>
              <p:nvPr/>
            </p:nvSpPr>
            <p:spPr>
              <a:xfrm>
                <a:off x="1440361" y="464316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B4C4BC70-EC60-F192-54F5-4EAF98A67FF4}"/>
                  </a:ext>
                </a:extLst>
              </p:cNvPr>
              <p:cNvSpPr/>
              <p:nvPr/>
            </p:nvSpPr>
            <p:spPr>
              <a:xfrm>
                <a:off x="1440361" y="483077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3D9CEC8A-5FA8-6858-2BEB-6C5058B41EE5}"/>
                  </a:ext>
                </a:extLst>
              </p:cNvPr>
              <p:cNvSpPr/>
              <p:nvPr/>
            </p:nvSpPr>
            <p:spPr>
              <a:xfrm>
                <a:off x="1440361" y="501837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ja-JP" altLang="en-US" sz="6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ns2:creationId id="{A53D3F66-316B-0084-7487-26061FBFD0C6}"/>
                  </a:ext>
                </a:extLst>
              </p:cNvPr>
              <p:cNvSpPr/>
              <p:nvPr/>
            </p:nvSpPr>
            <p:spPr>
              <a:xfrm>
                <a:off x="1440361" y="5205987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: 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fr-FR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ns2:creationId id="{B28265A9-5BED-6F13-57E3-9F88573DE927}"/>
                  </a:ext>
                </a:extLst>
              </p:cNvPr>
              <p:cNvSpPr/>
              <p:nvPr/>
            </p:nvSpPr>
            <p:spPr>
              <a:xfrm>
                <a:off x="1440361" y="5393595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6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6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6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6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ns2:creationId id="{53F36619-E79C-0744-1E90-4E60818707B2}"/>
                  </a:ext>
                </a:extLst>
              </p:cNvPr>
              <p:cNvSpPr/>
              <p:nvPr/>
            </p:nvSpPr>
            <p:spPr>
              <a:xfrm>
                <a:off x="1440361" y="5581203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PMO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b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</a:b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ns2:creationId id="{74EEC622-F53E-134E-1889-620EB153FFA5}"/>
                  </a:ext>
                </a:extLst>
              </p:cNvPr>
              <p:cNvSpPr/>
              <p:nvPr/>
            </p:nvSpPr>
            <p:spPr>
              <a:xfrm>
                <a:off x="1440361" y="5768811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2D9A3480-8C7D-CF09-DC41-E1E0F9F677A8}"/>
                  </a:ext>
                </a:extLst>
              </p:cNvPr>
              <p:cNvSpPr/>
              <p:nvPr/>
            </p:nvSpPr>
            <p:spPr>
              <a:xfrm>
                <a:off x="1440361" y="5956419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PMO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7D4D33B5-9CC3-280F-A3B2-36649F451EE4}"/>
                  </a:ext>
                </a:extLst>
              </p:cNvPr>
              <p:cNvSpPr/>
              <p:nvPr/>
            </p:nvSpPr>
            <p:spPr>
              <a:xfrm>
                <a:off x="1440361" y="6144026"/>
                <a:ext cx="3343511" cy="165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kumimoji="0" lang="ja-JP" altLang="fr-FR" sz="500">
                    <a:solidFill>
                      <a:srgbClr val="000000"/>
                    </a:solidFill>
                    <a:latin typeface="+mn-ea"/>
                  </a:rPr>
                  <a:t>、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 (</a:t>
                </a:r>
                <a:r>
                  <a:rPr kumimoji="0" lang="ja-JP" altLang="ja-JP" sz="5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kumimoji="0" lang="en-US" altLang="ja-JP" sz="500">
                    <a:solidFill>
                      <a:srgbClr val="000000"/>
                    </a:solidFill>
                    <a:latin typeface="+mn-ea"/>
                  </a:rPr>
                  <a:t>)</a:t>
                </a:r>
                <a:endParaRPr kumimoji="0" lang="ja-JP" altLang="ja-JP" sz="500">
                  <a:solidFill>
                    <a:srgbClr val="000000"/>
                  </a:solidFill>
                  <a:latin typeface="+mn-ea"/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ns2:creationId id="{A5334CFB-B088-E3C3-829D-B41673B7BD3D}"/>
                </a:ext>
              </a:extLst>
            </p:cNvPr>
            <p:cNvSpPr/>
            <p:nvPr/>
          </p:nvSpPr>
          <p:spPr>
            <a:xfrm>
              <a:off x="4959349" y="201665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B264657E-52A5-9E48-EB96-C9D7E8A49FB0}"/>
                </a:ext>
              </a:extLst>
            </p:cNvPr>
            <p:cNvSpPr/>
            <p:nvPr/>
          </p:nvSpPr>
          <p:spPr>
            <a:xfrm>
              <a:off x="4959348" y="220425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86E2CA8F-3135-1E30-AB50-692E98E50AB4}"/>
                </a:ext>
              </a:extLst>
            </p:cNvPr>
            <p:cNvSpPr/>
            <p:nvPr/>
          </p:nvSpPr>
          <p:spPr>
            <a:xfrm>
              <a:off x="4959348" y="2391867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D149A522-7023-D466-D539-F7FB2CE8C7D8}"/>
                </a:ext>
              </a:extLst>
            </p:cNvPr>
            <p:cNvSpPr/>
            <p:nvPr/>
          </p:nvSpPr>
          <p:spPr>
            <a:xfrm>
              <a:off x="5304184" y="2579475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257F7AF9-A2FF-015D-874D-98A5C0C66D56}"/>
                </a:ext>
              </a:extLst>
            </p:cNvPr>
            <p:cNvSpPr/>
            <p:nvPr/>
          </p:nvSpPr>
          <p:spPr>
            <a:xfrm>
              <a:off x="5304184" y="2767083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07B02DB9-00A5-207B-C502-1642A5EA911C}"/>
                </a:ext>
              </a:extLst>
            </p:cNvPr>
            <p:cNvSpPr/>
            <p:nvPr/>
          </p:nvSpPr>
          <p:spPr>
            <a:xfrm>
              <a:off x="4959348" y="295469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5BCD2ED2-60DB-FA9E-881D-08B57CF56EBA}"/>
                </a:ext>
              </a:extLst>
            </p:cNvPr>
            <p:cNvSpPr/>
            <p:nvPr/>
          </p:nvSpPr>
          <p:spPr>
            <a:xfrm>
              <a:off x="5649020" y="314229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</a:t>
              </a:r>
              <a:endParaRPr kumimoji="0" lang="ja-JP" altLang="ja-JP" sz="7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ns2:creationId id="{742828EC-F694-E1E7-2B66-50B17015EAEE}"/>
                </a:ext>
              </a:extLst>
            </p:cNvPr>
            <p:cNvSpPr/>
            <p:nvPr/>
          </p:nvSpPr>
          <p:spPr>
            <a:xfrm>
              <a:off x="5993856" y="3329906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1" name="正方形/長方形 60">
              <a:extLst>
                <a:ext uri="{FF2B5EF4-FFF2-40B4-BE49-F238E27FC236}">
                  <ns2:creationId id="{EDA32F98-1DB9-DAB1-8D94-5551CDD858D0}"/>
                </a:ext>
              </a:extLst>
            </p:cNvPr>
            <p:cNvSpPr/>
            <p:nvPr/>
          </p:nvSpPr>
          <p:spPr>
            <a:xfrm>
              <a:off x="5993856" y="3517515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2" name="正方形/長方形 61">
              <a:extLst>
                <a:ext uri="{FF2B5EF4-FFF2-40B4-BE49-F238E27FC236}">
                  <ns2:creationId id="{3D41044D-E764-AC4D-8BCD-886CABD2032D}"/>
                </a:ext>
              </a:extLst>
            </p:cNvPr>
            <p:cNvSpPr/>
            <p:nvPr/>
          </p:nvSpPr>
          <p:spPr>
            <a:xfrm>
              <a:off x="5993857" y="3705123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chemeClr val="tx1"/>
                  </a:solidFill>
                  <a:latin typeface="+mn-ea"/>
                </a:rPr>
                <a:t>) </a:t>
              </a:r>
              <a:r>
                <a:rPr kumimoji="0" lang="ja-JP" altLang="ja-JP" sz="7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6BA3E33A-779B-C1FC-F7A3-11175CC53A70}"/>
                </a:ext>
              </a:extLst>
            </p:cNvPr>
            <p:cNvSpPr/>
            <p:nvPr/>
          </p:nvSpPr>
          <p:spPr>
            <a:xfrm>
              <a:off x="6338692" y="389273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EE65B6D3-4B10-0C7A-833A-32569C8CF938}"/>
                </a:ext>
              </a:extLst>
            </p:cNvPr>
            <p:cNvSpPr/>
            <p:nvPr/>
          </p:nvSpPr>
          <p:spPr>
            <a:xfrm>
              <a:off x="6338692" y="408033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rgbClr val="000000"/>
                  </a:solidFill>
                  <a:latin typeface="+mn-ea"/>
                </a:rPr>
                <a:t> (</a:t>
              </a: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r>
                <a:rPr kumimoji="0" lang="en-US" altLang="ja-JP" sz="700">
                  <a:solidFill>
                    <a:srgbClr val="000000"/>
                  </a:solidFill>
                  <a:latin typeface="+mn-ea"/>
                </a:rPr>
                <a:t>)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B538A300-F1A9-5095-8FDF-59379CC2CA38}"/>
                </a:ext>
              </a:extLst>
            </p:cNvPr>
            <p:cNvSpPr/>
            <p:nvPr/>
          </p:nvSpPr>
          <p:spPr>
            <a:xfrm>
              <a:off x="6683528" y="4267947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0DDADE1A-39FF-5D47-3A13-E16C3CC6C5E6}"/>
                </a:ext>
              </a:extLst>
            </p:cNvPr>
            <p:cNvSpPr/>
            <p:nvPr/>
          </p:nvSpPr>
          <p:spPr>
            <a:xfrm>
              <a:off x="7373201" y="4455555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F18318B8-D402-9C60-AA37-F10FC7631FEC}"/>
                </a:ext>
              </a:extLst>
            </p:cNvPr>
            <p:cNvSpPr/>
            <p:nvPr/>
          </p:nvSpPr>
          <p:spPr>
            <a:xfrm>
              <a:off x="7718036" y="4643163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0156C737-EA98-4E34-C339-22DF5E8ECC08}"/>
                </a:ext>
              </a:extLst>
            </p:cNvPr>
            <p:cNvSpPr/>
            <p:nvPr/>
          </p:nvSpPr>
          <p:spPr>
            <a:xfrm>
              <a:off x="8062872" y="4830771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21D45F07-4830-B4E7-88F0-FEB4D820E4E6}"/>
                </a:ext>
              </a:extLst>
            </p:cNvPr>
            <p:cNvSpPr/>
            <p:nvPr/>
          </p:nvSpPr>
          <p:spPr>
            <a:xfrm>
              <a:off x="8407708" y="5018379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0CD3D915-8AF0-611D-27CA-CEC87EC897B8}"/>
                </a:ext>
              </a:extLst>
            </p:cNvPr>
            <p:cNvSpPr/>
            <p:nvPr/>
          </p:nvSpPr>
          <p:spPr>
            <a:xfrm>
              <a:off x="8370025" y="5205987"/>
              <a:ext cx="2633101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CE1FF1A6-452E-D9EF-4294-449488FDC5B0}"/>
                </a:ext>
              </a:extLst>
            </p:cNvPr>
            <p:cNvSpPr/>
            <p:nvPr/>
          </p:nvSpPr>
          <p:spPr>
            <a:xfrm>
              <a:off x="9379699" y="5393595"/>
              <a:ext cx="2483999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48" name="正方形/長方形 147">
              <a:extLst>
                <a:ext uri="{FF2B5EF4-FFF2-40B4-BE49-F238E27FC236}">
                  <ns2:creationId id="{505E77E5-362A-BA1E-75D3-92EEB5B30E7A}"/>
                </a:ext>
              </a:extLst>
            </p:cNvPr>
            <p:cNvSpPr/>
            <p:nvPr/>
          </p:nvSpPr>
          <p:spPr>
            <a:xfrm>
              <a:off x="9989901" y="5581203"/>
              <a:ext cx="1872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49" name="正方形/長方形 148">
              <a:extLst>
                <a:ext uri="{FF2B5EF4-FFF2-40B4-BE49-F238E27FC236}">
                  <ns2:creationId id="{6A9DE2B3-BA5D-5A89-49B6-46ECBC3A6CB4}"/>
                </a:ext>
              </a:extLst>
            </p:cNvPr>
            <p:cNvSpPr/>
            <p:nvPr/>
          </p:nvSpPr>
          <p:spPr>
            <a:xfrm>
              <a:off x="9413900" y="5768811"/>
              <a:ext cx="2447999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50" name="正方形/長方形 149">
              <a:extLst>
                <a:ext uri="{FF2B5EF4-FFF2-40B4-BE49-F238E27FC236}">
                  <ns2:creationId id="{71646E87-F91B-BB6E-6717-5552C8922F6C}"/>
                </a:ext>
              </a:extLst>
            </p:cNvPr>
            <p:cNvSpPr/>
            <p:nvPr/>
          </p:nvSpPr>
          <p:spPr>
            <a:xfrm>
              <a:off x="9734940" y="5956419"/>
              <a:ext cx="2124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sp>
          <p:nvSpPr>
            <p:cNvPr id="151" name="正方形/長方形 150">
              <a:extLst>
                <a:ext uri="{FF2B5EF4-FFF2-40B4-BE49-F238E27FC236}">
                  <ns2:creationId id="{44C202B3-41BE-A93B-C277-C5016D758E43}"/>
                </a:ext>
              </a:extLst>
            </p:cNvPr>
            <p:cNvSpPr/>
            <p:nvPr/>
          </p:nvSpPr>
          <p:spPr>
            <a:xfrm>
              <a:off x="9374942" y="6144026"/>
              <a:ext cx="2484000" cy="14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0" rIns="3600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700">
                  <a:solidFill>
                    <a:srgbClr val="000000"/>
                  </a:solidFill>
                  <a:latin typeface="+mn-ea"/>
                </a:rPr>
                <a:t>XX</a:t>
              </a:r>
              <a:endParaRPr kumimoji="0" lang="ja-JP" altLang="ja-JP" sz="700" b="1">
                <a:solidFill>
                  <a:srgbClr val="000000"/>
                </a:solidFill>
                <a:latin typeface="+mn-ea"/>
              </a:endParaRPr>
            </a:p>
          </p:txBody>
        </p:sp>
        <p:cxnSp>
          <p:nvCxnSpPr>
            <p:cNvPr id="158" name="直線コネクタ 157">
              <a:extLst>
                <a:ext uri="{FF2B5EF4-FFF2-40B4-BE49-F238E27FC236}">
                  <ns2:creationId id="{F3FB2F66-063C-0B49-9FA1-31CF82461A41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216065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線コネクタ 158">
              <a:extLst>
                <a:ext uri="{FF2B5EF4-FFF2-40B4-BE49-F238E27FC236}">
                  <ns2:creationId id="{574D7881-9184-E4A2-8960-834BDABC7C06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2348259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ns2:creationId id="{3FAB469A-E9E4-E9F5-DE89-135721DFAAD4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2535867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ns2:creationId id="{B46363EB-5220-3C0E-1424-5BF9276DB302}"/>
                </a:ext>
              </a:extLst>
            </p:cNvPr>
            <p:cNvCxnSpPr>
              <a:cxnSpLocks/>
            </p:cNvCxnSpPr>
            <p:nvPr/>
          </p:nvCxnSpPr>
          <p:spPr>
            <a:xfrm>
              <a:off x="5993857" y="3473906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ns2:creationId id="{2A9B598B-EAEF-B886-8071-C3387F4FACC7}"/>
                </a:ext>
              </a:extLst>
            </p:cNvPr>
            <p:cNvCxnSpPr>
              <a:cxnSpLocks/>
            </p:cNvCxnSpPr>
            <p:nvPr/>
          </p:nvCxnSpPr>
          <p:spPr>
            <a:xfrm>
              <a:off x="5304185" y="2911083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線コネクタ 163">
              <a:extLst>
                <a:ext uri="{FF2B5EF4-FFF2-40B4-BE49-F238E27FC236}">
                  <ns2:creationId id="{3E33C4ED-1E41-8780-F011-56400DC867D8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3098691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ns2:creationId id="{8336F421-3758-C591-7E5D-E1E6EB25FFD0}"/>
                </a:ext>
              </a:extLst>
            </p:cNvPr>
            <p:cNvCxnSpPr>
              <a:cxnSpLocks/>
            </p:cNvCxnSpPr>
            <p:nvPr/>
          </p:nvCxnSpPr>
          <p:spPr>
            <a:xfrm>
              <a:off x="5649021" y="3286299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直線コネクタ 165">
              <a:extLst>
                <a:ext uri="{FF2B5EF4-FFF2-40B4-BE49-F238E27FC236}">
                  <ns2:creationId id="{A4A8D7C6-5164-4369-EEFC-0AA9568D3B9D}"/>
                </a:ext>
              </a:extLst>
            </p:cNvPr>
            <p:cNvCxnSpPr>
              <a:cxnSpLocks/>
            </p:cNvCxnSpPr>
            <p:nvPr/>
          </p:nvCxnSpPr>
          <p:spPr>
            <a:xfrm>
              <a:off x="5304185" y="2723475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ns2:creationId id="{EADF1425-A9E0-1BA9-91F2-C98212A5A4EC}"/>
                </a:ext>
              </a:extLst>
            </p:cNvPr>
            <p:cNvCxnSpPr>
              <a:cxnSpLocks/>
            </p:cNvCxnSpPr>
            <p:nvPr/>
          </p:nvCxnSpPr>
          <p:spPr>
            <a:xfrm>
              <a:off x="5993857" y="3661516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E4E263F0-D30F-7B7B-BEFC-D00FC992F95B}"/>
                </a:ext>
              </a:extLst>
            </p:cNvPr>
            <p:cNvCxnSpPr>
              <a:cxnSpLocks/>
            </p:cNvCxnSpPr>
            <p:nvPr/>
          </p:nvCxnSpPr>
          <p:spPr>
            <a:xfrm>
              <a:off x="5993857" y="3849123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34886A59-AD5B-0E1E-0CA0-FD41F1F28AFE}"/>
                </a:ext>
              </a:extLst>
            </p:cNvPr>
            <p:cNvCxnSpPr>
              <a:cxnSpLocks/>
            </p:cNvCxnSpPr>
            <p:nvPr/>
          </p:nvCxnSpPr>
          <p:spPr>
            <a:xfrm>
              <a:off x="6338693" y="403673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52B87947-099F-D2AD-772C-E94B53B173D5}"/>
                </a:ext>
              </a:extLst>
            </p:cNvPr>
            <p:cNvCxnSpPr>
              <a:cxnSpLocks/>
            </p:cNvCxnSpPr>
            <p:nvPr/>
          </p:nvCxnSpPr>
          <p:spPr>
            <a:xfrm>
              <a:off x="6338693" y="4224339"/>
              <a:ext cx="1350599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7B3AB2C0-46B5-B69C-A781-EB2E4646F125}"/>
                </a:ext>
              </a:extLst>
            </p:cNvPr>
            <p:cNvCxnSpPr>
              <a:cxnSpLocks/>
            </p:cNvCxnSpPr>
            <p:nvPr/>
          </p:nvCxnSpPr>
          <p:spPr>
            <a:xfrm>
              <a:off x="6683529" y="4411947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コネクタ 171">
              <a:extLst>
                <a:ext uri="{FF2B5EF4-FFF2-40B4-BE49-F238E27FC236}">
                  <ns2:creationId id="{03B017E4-6DA3-E44C-B0F5-6DE9BF99C512}"/>
                </a:ext>
              </a:extLst>
            </p:cNvPr>
            <p:cNvCxnSpPr>
              <a:cxnSpLocks/>
            </p:cNvCxnSpPr>
            <p:nvPr/>
          </p:nvCxnSpPr>
          <p:spPr>
            <a:xfrm>
              <a:off x="7373201" y="4599555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コネクタ 172">
              <a:extLst>
                <a:ext uri="{FF2B5EF4-FFF2-40B4-BE49-F238E27FC236}">
                  <ns2:creationId id="{D985E51C-BA27-5227-D82F-13D4BCFCF723}"/>
                </a:ext>
              </a:extLst>
            </p:cNvPr>
            <p:cNvCxnSpPr>
              <a:cxnSpLocks/>
            </p:cNvCxnSpPr>
            <p:nvPr/>
          </p:nvCxnSpPr>
          <p:spPr>
            <a:xfrm>
              <a:off x="7718036" y="4787163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293E4BFF-D8F4-53B0-CBAF-F7CBB338BB6A}"/>
                </a:ext>
              </a:extLst>
            </p:cNvPr>
            <p:cNvCxnSpPr>
              <a:cxnSpLocks/>
            </p:cNvCxnSpPr>
            <p:nvPr/>
          </p:nvCxnSpPr>
          <p:spPr>
            <a:xfrm>
              <a:off x="8062872" y="497477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EB8E7F4D-08E7-295B-1EB7-35A547DE3DA7}"/>
                </a:ext>
              </a:extLst>
            </p:cNvPr>
            <p:cNvCxnSpPr>
              <a:cxnSpLocks/>
            </p:cNvCxnSpPr>
            <p:nvPr/>
          </p:nvCxnSpPr>
          <p:spPr>
            <a:xfrm>
              <a:off x="8407708" y="5162379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線コネクタ 175">
              <a:extLst>
                <a:ext uri="{FF2B5EF4-FFF2-40B4-BE49-F238E27FC236}">
                  <ns2:creationId id="{373B228F-E283-E0A0-17C0-10C15D729D84}"/>
                </a:ext>
              </a:extLst>
            </p:cNvPr>
            <p:cNvCxnSpPr>
              <a:cxnSpLocks/>
            </p:cNvCxnSpPr>
            <p:nvPr/>
          </p:nvCxnSpPr>
          <p:spPr>
            <a:xfrm>
              <a:off x="8407708" y="5349987"/>
              <a:ext cx="204027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176">
              <a:extLst>
                <a:ext uri="{FF2B5EF4-FFF2-40B4-BE49-F238E27FC236}">
                  <ns2:creationId id="{CC28D259-3AA4-BA90-D4EC-F5D5A3DDDD24}"/>
                </a:ext>
              </a:extLst>
            </p:cNvPr>
            <p:cNvCxnSpPr>
              <a:cxnSpLocks/>
            </p:cNvCxnSpPr>
            <p:nvPr/>
          </p:nvCxnSpPr>
          <p:spPr>
            <a:xfrm>
              <a:off x="9442216" y="5543475"/>
              <a:ext cx="1005763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コネクタ 177">
              <a:extLst>
                <a:ext uri="{FF2B5EF4-FFF2-40B4-BE49-F238E27FC236}">
                  <ns2:creationId id="{013B4BFF-9F01-8F9A-F8A2-95694AB6F400}"/>
                </a:ext>
              </a:extLst>
            </p:cNvPr>
            <p:cNvCxnSpPr>
              <a:cxnSpLocks/>
            </p:cNvCxnSpPr>
            <p:nvPr/>
          </p:nvCxnSpPr>
          <p:spPr>
            <a:xfrm>
              <a:off x="10476724" y="5725203"/>
              <a:ext cx="660927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線コネクタ 178">
              <a:extLst>
                <a:ext uri="{FF2B5EF4-FFF2-40B4-BE49-F238E27FC236}">
                  <ns2:creationId id="{AB4051BD-B896-139B-4D6D-2E95BF345C03}"/>
                </a:ext>
              </a:extLst>
            </p:cNvPr>
            <p:cNvCxnSpPr>
              <a:cxnSpLocks/>
            </p:cNvCxnSpPr>
            <p:nvPr/>
          </p:nvCxnSpPr>
          <p:spPr>
            <a:xfrm>
              <a:off x="11166397" y="5912811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81AA1595-7F2A-ADC9-5B1E-6A178274828F}"/>
                </a:ext>
              </a:extLst>
            </p:cNvPr>
            <p:cNvCxnSpPr>
              <a:cxnSpLocks/>
            </p:cNvCxnSpPr>
            <p:nvPr/>
          </p:nvCxnSpPr>
          <p:spPr>
            <a:xfrm>
              <a:off x="11166397" y="6100419"/>
              <a:ext cx="316091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線コネクタ 180">
              <a:extLst>
                <a:ext uri="{FF2B5EF4-FFF2-40B4-BE49-F238E27FC236}">
                  <ns2:creationId id="{8426A99D-CE1B-2771-EDB1-2F9A137C9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511241" y="6288026"/>
              <a:ext cx="347700" cy="0"/>
            </a:xfrm>
            <a:prstGeom prst="line">
              <a:avLst/>
            </a:prstGeom>
            <a:ln w="9525">
              <a:solidFill>
                <a:srgbClr val="008000"/>
              </a:solidFill>
              <a:headEnd type="oval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ns2:creationId id="{AAE1239B-5C46-3BEF-618C-E7C4973E4DF6}"/>
                </a:ext>
              </a:extLst>
            </p:cNvPr>
            <p:cNvSpPr/>
            <p:nvPr/>
          </p:nvSpPr>
          <p:spPr>
            <a:xfrm>
              <a:off x="4959349" y="1641224"/>
              <a:ext cx="2385107" cy="10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8DAEF0FB-92F6-C068-CAE5-27AD5276B151}"/>
                </a:ext>
              </a:extLst>
            </p:cNvPr>
            <p:cNvSpPr/>
            <p:nvPr/>
          </p:nvSpPr>
          <p:spPr>
            <a:xfrm>
              <a:off x="7373201" y="1634874"/>
              <a:ext cx="4109286" cy="10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202</a:t>
              </a: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7</a:t>
              </a: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ns2:creationId id="{F9DC30A9-BFA4-8C1D-FB74-9498643CC91F}"/>
                </a:ext>
              </a:extLst>
            </p:cNvPr>
            <p:cNvSpPr/>
            <p:nvPr/>
          </p:nvSpPr>
          <p:spPr>
            <a:xfrm>
              <a:off x="4959349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6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EFE37DC5-DAF3-B789-8729-B2D884EF471B}"/>
                </a:ext>
              </a:extLst>
            </p:cNvPr>
            <p:cNvSpPr/>
            <p:nvPr/>
          </p:nvSpPr>
          <p:spPr>
            <a:xfrm>
              <a:off x="5304185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7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F019FF00-3C70-6F15-710A-76B84B2021F4}"/>
                </a:ext>
              </a:extLst>
            </p:cNvPr>
            <p:cNvSpPr/>
            <p:nvPr/>
          </p:nvSpPr>
          <p:spPr>
            <a:xfrm>
              <a:off x="5649021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8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ns2:creationId id="{F99239A2-7869-7966-C0FC-8AED36C270AB}"/>
                </a:ext>
              </a:extLst>
            </p:cNvPr>
            <p:cNvSpPr/>
            <p:nvPr/>
          </p:nvSpPr>
          <p:spPr>
            <a:xfrm>
              <a:off x="5993857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9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DF28F8B1-176A-FECE-00C4-26E58B020501}"/>
                </a:ext>
              </a:extLst>
            </p:cNvPr>
            <p:cNvSpPr/>
            <p:nvPr/>
          </p:nvSpPr>
          <p:spPr>
            <a:xfrm>
              <a:off x="6338693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10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35847618-E45E-83B7-1C34-468170264D25}"/>
                </a:ext>
              </a:extLst>
            </p:cNvPr>
            <p:cNvSpPr/>
            <p:nvPr/>
          </p:nvSpPr>
          <p:spPr>
            <a:xfrm>
              <a:off x="6683529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11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705161C5-D213-28F4-B7B1-E2B4785F9BEA}"/>
                </a:ext>
              </a:extLst>
            </p:cNvPr>
            <p:cNvSpPr/>
            <p:nvPr/>
          </p:nvSpPr>
          <p:spPr>
            <a:xfrm>
              <a:off x="7028365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7B839AFC-54DF-2C1E-EAD3-69188BF702DE}"/>
                </a:ext>
              </a:extLst>
            </p:cNvPr>
            <p:cNvSpPr/>
            <p:nvPr/>
          </p:nvSpPr>
          <p:spPr>
            <a:xfrm>
              <a:off x="7373201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1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96B41D19-0679-77D6-5CBE-8811A76BE3FA}"/>
                </a:ext>
              </a:extLst>
            </p:cNvPr>
            <p:cNvSpPr/>
            <p:nvPr/>
          </p:nvSpPr>
          <p:spPr>
            <a:xfrm>
              <a:off x="7718037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2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6" name="正方形/長方形 35">
              <a:extLst>
                <a:ext uri="{FF2B5EF4-FFF2-40B4-BE49-F238E27FC236}">
                  <ns2:creationId id="{48BF92D5-D761-F234-969A-256BFFA67FC0}"/>
                </a:ext>
              </a:extLst>
            </p:cNvPr>
            <p:cNvSpPr/>
            <p:nvPr/>
          </p:nvSpPr>
          <p:spPr>
            <a:xfrm>
              <a:off x="8062873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3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7" name="正方形/長方形 36">
              <a:extLst>
                <a:ext uri="{FF2B5EF4-FFF2-40B4-BE49-F238E27FC236}">
                  <ns2:creationId id="{79266BFA-3293-388D-EB72-D29D3DC05E4E}"/>
                </a:ext>
              </a:extLst>
            </p:cNvPr>
            <p:cNvSpPr/>
            <p:nvPr/>
          </p:nvSpPr>
          <p:spPr>
            <a:xfrm>
              <a:off x="8407709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4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39BC78BA-E05F-4BF1-6F5F-46F516B58177}"/>
                </a:ext>
              </a:extLst>
            </p:cNvPr>
            <p:cNvSpPr/>
            <p:nvPr/>
          </p:nvSpPr>
          <p:spPr>
            <a:xfrm>
              <a:off x="8752544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5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97B8A16E-6078-8128-9B0C-8D1ED6464F4D}"/>
                </a:ext>
              </a:extLst>
            </p:cNvPr>
            <p:cNvSpPr/>
            <p:nvPr/>
          </p:nvSpPr>
          <p:spPr>
            <a:xfrm>
              <a:off x="9097380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6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0D84715D-7110-3258-A6EA-4FB4356E08F7}"/>
                </a:ext>
              </a:extLst>
            </p:cNvPr>
            <p:cNvGrpSpPr/>
            <p:nvPr/>
          </p:nvGrpSpPr>
          <p:grpSpPr>
            <a:xfrm>
              <a:off x="9442216" y="1764285"/>
              <a:ext cx="1005763" cy="108000"/>
              <a:chOff x="9106094" y="1764285"/>
              <a:chExt cx="1145476" cy="108000"/>
            </a:xfrm>
          </p:grpSpPr>
          <p:sp>
            <p:nvSpPr>
              <p:cNvPr id="40" name="正方形/長方形 39">
                <a:extLst>
                  <a:ext uri="{FF2B5EF4-FFF2-40B4-BE49-F238E27FC236}">
                    <ns2:creationId id="{8B4E8630-15DE-FBBB-8CCE-10405A4BB63D}"/>
                  </a:ext>
                </a:extLst>
              </p:cNvPr>
              <p:cNvSpPr/>
              <p:nvPr/>
            </p:nvSpPr>
            <p:spPr>
              <a:xfrm>
                <a:off x="9106094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7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63E757D1-A099-18DF-B47B-18A1A43E55E4}"/>
                  </a:ext>
                </a:extLst>
              </p:cNvPr>
              <p:cNvSpPr/>
              <p:nvPr/>
            </p:nvSpPr>
            <p:spPr>
              <a:xfrm>
                <a:off x="9498832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8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113A687C-4560-EF8D-32E9-190E8E4DDA68}"/>
                  </a:ext>
                </a:extLst>
              </p:cNvPr>
              <p:cNvSpPr/>
              <p:nvPr/>
            </p:nvSpPr>
            <p:spPr>
              <a:xfrm>
                <a:off x="9891570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9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88" name="グループ化 87">
              <a:extLst>
                <a:ext uri="{FF2B5EF4-FFF2-40B4-BE49-F238E27FC236}">
                  <ns2:creationId id="{016D64A0-EB79-3AFE-C014-D08DBC778209}"/>
                </a:ext>
              </a:extLst>
            </p:cNvPr>
            <p:cNvGrpSpPr/>
            <p:nvPr/>
          </p:nvGrpSpPr>
          <p:grpSpPr>
            <a:xfrm>
              <a:off x="10476724" y="1764285"/>
              <a:ext cx="660927" cy="108000"/>
              <a:chOff x="10284308" y="1764285"/>
              <a:chExt cx="752738" cy="108000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D54D5253-138F-CF33-6DAA-B3F0BA2E4E6D}"/>
                  </a:ext>
                </a:extLst>
              </p:cNvPr>
              <p:cNvSpPr/>
              <p:nvPr/>
            </p:nvSpPr>
            <p:spPr>
              <a:xfrm>
                <a:off x="10284308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10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4" name="正方形/長方形 43">
                <a:extLst>
                  <a:ext uri="{FF2B5EF4-FFF2-40B4-BE49-F238E27FC236}">
                    <ns2:creationId id="{61685321-2843-A7E0-1F31-1FFB67AC5CB8}"/>
                  </a:ext>
                </a:extLst>
              </p:cNvPr>
              <p:cNvSpPr/>
              <p:nvPr/>
            </p:nvSpPr>
            <p:spPr>
              <a:xfrm>
                <a:off x="10677046" y="1764285"/>
                <a:ext cx="360000" cy="108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ja-JP" sz="600">
                    <a:solidFill>
                      <a:schemeClr val="tx1"/>
                    </a:solidFill>
                    <a:latin typeface="+mn-ea"/>
                  </a:rPr>
                  <a:t>11</a:t>
                </a:r>
                <a:r>
                  <a:rPr kumimoji="0" lang="ja-JP" altLang="en-US" sz="6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0" lang="ja-JP" altLang="ja-JP" sz="60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sp>
          <p:nvSpPr>
            <p:cNvPr id="45" name="正方形/長方形 44">
              <a:extLst>
                <a:ext uri="{FF2B5EF4-FFF2-40B4-BE49-F238E27FC236}">
                  <ns2:creationId id="{6E237224-0177-10AE-F730-A986ACA6809C}"/>
                </a:ext>
              </a:extLst>
            </p:cNvPr>
            <p:cNvSpPr/>
            <p:nvPr/>
          </p:nvSpPr>
          <p:spPr>
            <a:xfrm>
              <a:off x="11166396" y="1764285"/>
              <a:ext cx="316091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9" name="正方形/長方形 88">
              <a:extLst>
                <a:ext uri="{FF2B5EF4-FFF2-40B4-BE49-F238E27FC236}">
                  <ns2:creationId id="{F9087C2A-2103-9E61-348D-61913E140FE2}"/>
                </a:ext>
              </a:extLst>
            </p:cNvPr>
            <p:cNvSpPr/>
            <p:nvPr/>
          </p:nvSpPr>
          <p:spPr>
            <a:xfrm>
              <a:off x="11511240" y="1764285"/>
              <a:ext cx="347700" cy="10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1</a:t>
              </a:r>
              <a:r>
                <a:rPr kumimoji="0" lang="ja-JP" altLang="en-US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ns2:creationId id="{52A47F07-669F-C268-1404-2CDDFCCE547C}"/>
                </a:ext>
              </a:extLst>
            </p:cNvPr>
            <p:cNvSpPr/>
            <p:nvPr/>
          </p:nvSpPr>
          <p:spPr>
            <a:xfrm>
              <a:off x="11511240" y="1635124"/>
              <a:ext cx="347700" cy="10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202</a:t>
              </a:r>
              <a:r>
                <a:rPr kumimoji="0" lang="en-US" altLang="ja-JP" sz="600">
                  <a:solidFill>
                    <a:schemeClr val="tx1"/>
                  </a:solidFill>
                  <a:latin typeface="+mn-ea"/>
                </a:rPr>
                <a:t>8</a:t>
              </a:r>
              <a:r>
                <a:rPr kumimoji="0" lang="ja-JP" altLang="ja-JP" sz="600">
                  <a:solidFill>
                    <a:schemeClr val="tx1"/>
                  </a:solidFill>
                  <a:latin typeface="+mn-ea"/>
                </a:rPr>
                <a:t>XX</a:t>
              </a:r>
              <a:endParaRPr kumimoji="0" lang="ja-JP" altLang="ja-JP" sz="600" b="1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E95D303B-8046-543E-E3E6-DBC289C4D59B}"/>
                </a:ext>
              </a:extLst>
            </p:cNvPr>
            <p:cNvGrpSpPr/>
            <p:nvPr/>
          </p:nvGrpSpPr>
          <p:grpSpPr>
            <a:xfrm>
              <a:off x="6338693" y="1885557"/>
              <a:ext cx="2040271" cy="108000"/>
              <a:chOff x="6338693" y="1885557"/>
              <a:chExt cx="2040271" cy="108000"/>
            </a:xfrm>
          </p:grpSpPr>
          <p:sp>
            <p:nvSpPr>
              <p:cNvPr id="21" name="山形 24">
                <a:extLst>
                  <a:ext uri="{FF2B5EF4-FFF2-40B4-BE49-F238E27FC236}">
                    <ns2:creationId id="{7B1F6F4E-8BB5-68CF-58B9-D1309F64353A}"/>
                  </a:ext>
                </a:extLst>
              </p:cNvPr>
              <p:cNvSpPr/>
              <p:nvPr/>
            </p:nvSpPr>
            <p:spPr>
              <a:xfrm>
                <a:off x="6338693" y="1885557"/>
                <a:ext cx="2040271" cy="108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0" lang="ja-JP" altLang="ja-JP" sz="700">
                    <a:latin typeface="+mn-ea"/>
                  </a:rPr>
                  <a:t>XX</a:t>
                </a:r>
                <a:endParaRPr kumimoji="1" lang="ja-JP" altLang="en-US" sz="7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85" name="グラフィックス 84" descr="ネットワーク図 単色塗りつぶし">
                <a:extLst>
                  <a:ext uri="{FF2B5EF4-FFF2-40B4-BE49-F238E27FC236}">
                    <ns2:creationId id="{DE3A8FF0-005D-50D9-F924-0C4D939D93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6668915" y="1903557"/>
                <a:ext cx="63218" cy="72000"/>
              </a:xfrm>
              <a:prstGeom prst="rect">
                <a:avLst/>
              </a:prstGeom>
            </p:spPr>
          </p:pic>
        </p:grpSp>
        <p:grpSp>
          <p:nvGrpSpPr>
            <p:cNvPr id="157" name="グループ化 156">
              <a:extLst>
                <a:ext uri="{FF2B5EF4-FFF2-40B4-BE49-F238E27FC236}">
                  <ns2:creationId id="{972A919B-6A1F-4E48-CA33-7C15FF26B8C1}"/>
                </a:ext>
              </a:extLst>
            </p:cNvPr>
            <p:cNvGrpSpPr/>
            <p:nvPr/>
          </p:nvGrpSpPr>
          <p:grpSpPr>
            <a:xfrm>
              <a:off x="10476725" y="1885557"/>
              <a:ext cx="1382216" cy="108000"/>
              <a:chOff x="10284309" y="1885557"/>
              <a:chExt cx="1574223" cy="108000"/>
            </a:xfrm>
          </p:grpSpPr>
          <p:sp>
            <p:nvSpPr>
              <p:cNvPr id="22" name="山形 25">
                <a:extLst>
                  <a:ext uri="{FF2B5EF4-FFF2-40B4-BE49-F238E27FC236}">
                    <ns2:creationId id="{54A0D7ED-9235-CA9B-698A-F2975BE409A0}"/>
                  </a:ext>
                </a:extLst>
              </p:cNvPr>
              <p:cNvSpPr/>
              <p:nvPr/>
            </p:nvSpPr>
            <p:spPr>
              <a:xfrm>
                <a:off x="10284309" y="1885557"/>
                <a:ext cx="1574223" cy="108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28800" rIns="28800" bIns="28800" rtlCol="0" anchor="ctr"/>
              <a:lstStyle/>
              <a:p>
                <a:pPr algn="ctr">
                  <a:lnSpc>
                    <a:spcPts val="700"/>
                  </a:lnSpc>
                  <a:buClr>
                    <a:schemeClr val="accent1"/>
                  </a:buClr>
                </a:pPr>
                <a:r>
                  <a:rPr kumimoji="0" lang="ja-JP" altLang="ja-JP" sz="600">
                    <a:latin typeface="+mn-ea"/>
                  </a:rPr>
                  <a:t>XX</a:t>
                </a:r>
                <a:endParaRPr lang="ja-JP" altLang="en-US" sz="60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15" name="グラフィックス 114" descr="最大化 単色塗りつぶし">
                <a:extLst>
                  <a:ext uri="{FF2B5EF4-FFF2-40B4-BE49-F238E27FC236}">
                    <ns2:creationId id="{E6EA806F-9907-6798-25D7-05F35A1D0C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0605585" y="1903557"/>
                <a:ext cx="72000" cy="72000"/>
              </a:xfrm>
              <a:prstGeom prst="rect">
                <a:avLst/>
              </a:prstGeom>
            </p:spPr>
          </p:pic>
        </p:grpSp>
        <p:grpSp>
          <p:nvGrpSpPr>
            <p:cNvPr id="156" name="グループ化 155">
              <a:extLst>
                <a:ext uri="{FF2B5EF4-FFF2-40B4-BE49-F238E27FC236}">
                  <ns2:creationId id="{A03B4194-DFCD-FB8C-ED89-21CB5763DA0E}"/>
                </a:ext>
              </a:extLst>
            </p:cNvPr>
            <p:cNvGrpSpPr/>
            <p:nvPr/>
          </p:nvGrpSpPr>
          <p:grpSpPr>
            <a:xfrm>
              <a:off x="8407708" y="1885557"/>
              <a:ext cx="2040271" cy="108000"/>
              <a:chOff x="7927879" y="1885557"/>
              <a:chExt cx="2323690" cy="108000"/>
            </a:xfrm>
          </p:grpSpPr>
          <p:sp>
            <p:nvSpPr>
              <p:cNvPr id="23" name="山形 24">
                <a:extLst>
                  <a:ext uri="{FF2B5EF4-FFF2-40B4-BE49-F238E27FC236}">
                    <ns2:creationId id="{BCC0C727-6227-6202-2B98-F1A09200231A}"/>
                  </a:ext>
                </a:extLst>
              </p:cNvPr>
              <p:cNvSpPr/>
              <p:nvPr/>
            </p:nvSpPr>
            <p:spPr>
              <a:xfrm>
                <a:off x="7927879" y="1885557"/>
                <a:ext cx="2323690" cy="108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0" lang="ja-JP" altLang="ja-JP" sz="600">
                    <a:latin typeface="+mn-ea"/>
                  </a:rPr>
                  <a:t>XX</a:t>
                </a:r>
              </a:p>
            </p:txBody>
          </p:sp>
          <p:pic>
            <p:nvPicPr>
              <p:cNvPr id="135" name="グラフィックス 134" descr="サーバー 単色塗りつぶし">
                <a:extLst>
                  <a:ext uri="{FF2B5EF4-FFF2-40B4-BE49-F238E27FC236}">
                    <ns2:creationId id="{6D828A59-675B-4801-FB27-7F67A0376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8545821" y="1903557"/>
                <a:ext cx="72000" cy="72000"/>
              </a:xfrm>
              <a:prstGeom prst="rect">
                <a:avLst/>
              </a:prstGeom>
            </p:spPr>
          </p:pic>
        </p:grpSp>
        <p:grpSp>
          <p:nvGrpSpPr>
            <p:cNvPr id="182" name="グループ化 181">
              <a:extLst>
                <a:ext uri="{FF2B5EF4-FFF2-40B4-BE49-F238E27FC236}">
                  <ns2:creationId id="{DA783F3C-42EA-0B56-274B-DA3F7B3C12C0}"/>
                </a:ext>
              </a:extLst>
            </p:cNvPr>
            <p:cNvGrpSpPr/>
            <p:nvPr/>
          </p:nvGrpSpPr>
          <p:grpSpPr>
            <a:xfrm>
              <a:off x="4959349" y="1885558"/>
              <a:ext cx="1350599" cy="108000"/>
              <a:chOff x="4000500" y="1885558"/>
              <a:chExt cx="1538214" cy="108000"/>
            </a:xfrm>
          </p:grpSpPr>
          <p:sp>
            <p:nvSpPr>
              <p:cNvPr id="20" name="ホームベース 23">
                <a:extLst>
                  <a:ext uri="{FF2B5EF4-FFF2-40B4-BE49-F238E27FC236}">
                    <ns2:creationId id="{D9626CDA-6847-E9C9-9B9F-48FBB630361C}"/>
                  </a:ext>
                </a:extLst>
              </p:cNvPr>
              <p:cNvSpPr/>
              <p:nvPr/>
            </p:nvSpPr>
            <p:spPr>
              <a:xfrm>
                <a:off x="4000500" y="1885558"/>
                <a:ext cx="1538214" cy="108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0" lang="ja-JP" altLang="ja-JP" sz="700">
                    <a:solidFill>
                      <a:srgbClr val="FFFFFF"/>
                    </a:solidFill>
                    <a:latin typeface="+mn-ea"/>
                  </a:rPr>
                  <a:t>XX</a:t>
                </a:r>
                <a:endParaRPr kumimoji="1" lang="ja-JP" altLang="en-US" sz="700">
                  <a:solidFill>
                    <a:srgbClr val="FFFFFF"/>
                  </a:solidFill>
                  <a:latin typeface="+mn-ea"/>
                </a:endParaRPr>
              </a:p>
            </p:txBody>
          </p:sp>
          <p:pic>
            <p:nvPicPr>
              <p:cNvPr id="183" name="グラフィックス 182" descr="クリップボード 単色塗りつぶし">
                <a:extLst>
                  <a:ext uri="{FF2B5EF4-FFF2-40B4-BE49-F238E27FC236}">
                    <ns2:creationId id="{17384081-6E19-5D67-C49F-AE38A7C256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203504" y="1903557"/>
                <a:ext cx="72000" cy="72000"/>
              </a:xfrm>
              <a:prstGeom prst="rect">
                <a:avLst/>
              </a:prstGeom>
            </p:spPr>
          </p:pic>
        </p:grpSp>
        <p:cxnSp>
          <p:nvCxnSpPr>
            <p:cNvPr id="90" name="Straight Connector 41">
              <a:extLst>
                <a:ext uri="{FF2B5EF4-FFF2-40B4-BE49-F238E27FC236}">
                  <ns2:creationId id="{6A3436D3-BD44-C505-0EB6-1A0F823AC116}"/>
                </a:ext>
              </a:extLst>
            </p:cNvPr>
            <p:cNvCxnSpPr/>
            <p:nvPr/>
          </p:nvCxnSpPr>
          <p:spPr>
            <a:xfrm>
              <a:off x="4959349" y="2380863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41">
              <a:extLst>
                <a:ext uri="{FF2B5EF4-FFF2-40B4-BE49-F238E27FC236}">
                  <ns2:creationId id="{D3E5D8B2-25A2-D6B3-BB0A-F293916876C3}"/>
                </a:ext>
              </a:extLst>
            </p:cNvPr>
            <p:cNvCxnSpPr/>
            <p:nvPr/>
          </p:nvCxnSpPr>
          <p:spPr>
            <a:xfrm>
              <a:off x="4959349" y="2943687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41">
              <a:extLst>
                <a:ext uri="{FF2B5EF4-FFF2-40B4-BE49-F238E27FC236}">
                  <ns2:creationId id="{B7BC5BDF-5BFB-2C78-DFA0-9ECC7BB13219}"/>
                </a:ext>
              </a:extLst>
            </p:cNvPr>
            <p:cNvCxnSpPr/>
            <p:nvPr/>
          </p:nvCxnSpPr>
          <p:spPr>
            <a:xfrm>
              <a:off x="4959349" y="3318902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41">
              <a:extLst>
                <a:ext uri="{FF2B5EF4-FFF2-40B4-BE49-F238E27FC236}">
                  <ns2:creationId id="{EB4C8A9A-2C1C-4318-FC89-850F1F236D1D}"/>
                </a:ext>
              </a:extLst>
            </p:cNvPr>
            <p:cNvCxnSpPr/>
            <p:nvPr/>
          </p:nvCxnSpPr>
          <p:spPr>
            <a:xfrm>
              <a:off x="4959349" y="3881727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41">
              <a:extLst>
                <a:ext uri="{FF2B5EF4-FFF2-40B4-BE49-F238E27FC236}">
                  <ns2:creationId id="{537ED7F0-8AEC-5D49-6479-ED3C65E1C578}"/>
                </a:ext>
              </a:extLst>
            </p:cNvPr>
            <p:cNvCxnSpPr/>
            <p:nvPr/>
          </p:nvCxnSpPr>
          <p:spPr>
            <a:xfrm>
              <a:off x="4959349" y="4069335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41">
              <a:extLst>
                <a:ext uri="{FF2B5EF4-FFF2-40B4-BE49-F238E27FC236}">
                  <ns2:creationId id="{7600BDA9-E6C4-8AA7-0B3B-DB5D0FBEC071}"/>
                </a:ext>
              </a:extLst>
            </p:cNvPr>
            <p:cNvCxnSpPr/>
            <p:nvPr/>
          </p:nvCxnSpPr>
          <p:spPr>
            <a:xfrm>
              <a:off x="4959349" y="4444551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41">
              <a:extLst>
                <a:ext uri="{FF2B5EF4-FFF2-40B4-BE49-F238E27FC236}">
                  <ns2:creationId id="{CDAF98C3-5975-AAA8-42CB-D36DFABD74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4632159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41">
              <a:extLst>
                <a:ext uri="{FF2B5EF4-FFF2-40B4-BE49-F238E27FC236}">
                  <ns2:creationId id="{895C65AD-CE11-7DA2-8163-334411EC134B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007375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41">
              <a:extLst>
                <a:ext uri="{FF2B5EF4-FFF2-40B4-BE49-F238E27FC236}">
                  <ns2:creationId id="{0B30F54E-83C9-ABB6-E421-23649E78E1D5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382591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41">
              <a:extLst>
                <a:ext uri="{FF2B5EF4-FFF2-40B4-BE49-F238E27FC236}">
                  <ns2:creationId id="{37D6E772-CDB3-013F-3321-2B57E633093E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194983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41">
              <a:extLst>
                <a:ext uri="{FF2B5EF4-FFF2-40B4-BE49-F238E27FC236}">
                  <ns2:creationId id="{738F4D69-59EC-5D61-F8F1-E7D61521FD32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570199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41">
              <a:extLst>
                <a:ext uri="{FF2B5EF4-FFF2-40B4-BE49-F238E27FC236}">
                  <ns2:creationId id="{38E27DF1-AFA5-C6EF-40A0-14B47D992C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757807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41">
              <a:extLst>
                <a:ext uri="{FF2B5EF4-FFF2-40B4-BE49-F238E27FC236}">
                  <ns2:creationId id="{9A24AA5D-3236-2BF8-9E4F-488549677B18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5945415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41">
              <a:extLst>
                <a:ext uri="{FF2B5EF4-FFF2-40B4-BE49-F238E27FC236}">
                  <ns2:creationId id="{7C1CEB41-4EBB-4E24-CD44-F1D873D7090B}"/>
                </a:ext>
              </a:extLst>
            </p:cNvPr>
            <p:cNvCxnSpPr>
              <a:cxnSpLocks/>
            </p:cNvCxnSpPr>
            <p:nvPr/>
          </p:nvCxnSpPr>
          <p:spPr>
            <a:xfrm>
              <a:off x="4959349" y="6133022"/>
              <a:ext cx="6899592" cy="0"/>
            </a:xfrm>
            <a:prstGeom prst="line">
              <a:avLst/>
            </a:prstGeom>
            <a:ln w="9525">
              <a:solidFill>
                <a:schemeClr val="accent3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94881968"/>
      </p:ext>
    </p:extLst>
  </p:cSld>
  <p:clrMapOvr>
    <a:masterClrMapping/>
  </p:clrMapOvr>
</p:sld>
</file>

<file path=ppt/slides/slide373.xml><?xml version="1.0" encoding="utf-8"?>
<p:sld xmlns:a="http://schemas.openxmlformats.org/drawingml/2006/main" xmlns:ns2="http://schemas.microsoft.com/office/drawing/2014/main" xmlns:ns3="http://schemas.microsoft.com/office/drawing/2010/main" xmlns:ns4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69C9DED-0309-6686-9899-A87CF394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255A6AF-F0FD-E5D9-F2FC-98165C3E9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</a:p>
        </p:txBody>
      </p:sp>
      <p:sp>
        <p:nvSpPr>
          <p:cNvPr id="49" name="テキスト プレースホルダー 2">
            <a:extLst>
              <a:ext uri="{FF2B5EF4-FFF2-40B4-BE49-F238E27FC236}">
                <ns2:creationId id="{6191B540-2CE3-230F-B2F2-4E5A7063C6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619416"/>
          </a:xfrm>
        </p:spPr>
        <p:txBody>
          <a:bodyPr wrap="square">
            <a:noAutofit/>
          </a:bodyPr>
          <a:lstStyle/>
          <a:p>
            <a:pPr marL="355600" indent="-355600"/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br>
              <a:rPr lang="en-US" altLang="ja-JP" sz="1800" dirty="0">
                <a:latin typeface="Meiryo UI" panose="020B0604030504040204" pitchFamily="34" charset="-128"/>
                <a:ea typeface="Meiryo UI" panose="020B0604030504040204" pitchFamily="34" charset="-128"/>
              </a:rPr>
            </a:br>
            <a:r>
              <a:rPr lang="ja-JP" altLang="en-US" sz="1800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endParaRPr kumimoji="1" lang="ja-JP" altLang="en-US" sz="18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47" name="グループ化 46">
            <a:extLst>
              <a:ext uri="{FF2B5EF4-FFF2-40B4-BE49-F238E27FC236}">
                <ns2:creationId id="{957B3BC0-B533-02E6-88E8-06B1A00EA527}"/>
              </a:ext>
            </a:extLst>
          </p:cNvPr>
          <p:cNvGrpSpPr/>
          <p:nvPr/>
        </p:nvGrpSpPr>
        <p:grpSpPr>
          <a:xfrm>
            <a:off x="339187" y="1632584"/>
            <a:ext cx="11517850" cy="468000"/>
            <a:chOff x="339187" y="1632584"/>
            <a:chExt cx="11517850" cy="468000"/>
          </a:xfrm>
        </p:grpSpPr>
        <p:sp>
          <p:nvSpPr>
            <p:cNvPr id="106" name="正方形/長方形 105">
              <a:extLst>
                <a:ext uri="{FF2B5EF4-FFF2-40B4-BE49-F238E27FC236}">
                  <ns2:creationId id="{1B630E47-C4EC-A1F0-8184-842485CF4575}"/>
                </a:ext>
              </a:extLst>
            </p:cNvPr>
            <p:cNvSpPr/>
            <p:nvPr/>
          </p:nvSpPr>
          <p:spPr>
            <a:xfrm>
              <a:off x="339187" y="1632584"/>
              <a:ext cx="432000" cy="46800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50" dirty="0">
                  <a:solidFill>
                    <a:srgbClr val="FFFFFF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</a:p>
          </p:txBody>
        </p:sp>
        <p:sp>
          <p:nvSpPr>
            <p:cNvPr id="107" name="正方形/長方形 106">
              <a:extLst>
                <a:ext uri="{FF2B5EF4-FFF2-40B4-BE49-F238E27FC236}">
                  <ns2:creationId id="{8800E618-B677-E8F6-D57C-0C33C87B024C}"/>
                </a:ext>
              </a:extLst>
            </p:cNvPr>
            <p:cNvSpPr/>
            <p:nvPr/>
          </p:nvSpPr>
          <p:spPr>
            <a:xfrm>
              <a:off x="771186" y="1632584"/>
              <a:ext cx="11085851" cy="46800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・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PH" altLang="ja-JP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rgbClr val="008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8" name="正方形/長方形 107">
              <a:extLst>
                <a:ext uri="{FF2B5EF4-FFF2-40B4-BE49-F238E27FC236}">
                  <ns2:creationId id="{42C22012-5251-C1BC-73DF-1FCC0DACC332}"/>
                </a:ext>
              </a:extLst>
            </p:cNvPr>
            <p:cNvSpPr/>
            <p:nvPr/>
          </p:nvSpPr>
          <p:spPr>
            <a:xfrm>
              <a:off x="3185464" y="1638299"/>
              <a:ext cx="8568000" cy="14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1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3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KPI</a:t>
              </a:r>
              <a:r>
                <a:rPr lang="ja-JP" altLang="en-US" sz="105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105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09" name="正方形/長方形 108">
              <a:extLst>
                <a:ext uri="{FF2B5EF4-FFF2-40B4-BE49-F238E27FC236}">
                  <ns2:creationId id="{9274A325-A4A8-D333-F2A7-4AE863A2B373}"/>
                </a:ext>
              </a:extLst>
            </p:cNvPr>
            <p:cNvSpPr/>
            <p:nvPr/>
          </p:nvSpPr>
          <p:spPr>
            <a:xfrm>
              <a:off x="3185464" y="1845800"/>
              <a:ext cx="2700000" cy="23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50"/>
                </a:lnSpc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rgbClr val="000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0" name="正方形/長方形 109">
              <a:extLst>
                <a:ext uri="{FF2B5EF4-FFF2-40B4-BE49-F238E27FC236}">
                  <ns2:creationId id="{2B7697EB-D27E-3C61-3DFA-2C4FBA797115}"/>
                </a:ext>
              </a:extLst>
            </p:cNvPr>
            <p:cNvSpPr/>
            <p:nvPr/>
          </p:nvSpPr>
          <p:spPr>
            <a:xfrm>
              <a:off x="6119464" y="1845800"/>
              <a:ext cx="2700000" cy="23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50"/>
                </a:lnSpc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BA0147AD-2C9C-218D-06CC-2B85D3196E88}"/>
                </a:ext>
              </a:extLst>
            </p:cNvPr>
            <p:cNvSpPr/>
            <p:nvPr/>
          </p:nvSpPr>
          <p:spPr>
            <a:xfrm>
              <a:off x="9053464" y="1845800"/>
              <a:ext cx="2700000" cy="234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ts val="850"/>
                </a:lnSpc>
              </a:pP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b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</a:b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) 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lang="en-US" altLang="ja-JP" sz="9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112" name="直線コネクタ 111">
              <a:extLst>
                <a:ext uri="{FF2B5EF4-FFF2-40B4-BE49-F238E27FC236}">
                  <ns2:creationId id="{4FE2430E-0455-DE1A-1C64-0851FADCB634}"/>
                </a:ext>
              </a:extLst>
            </p:cNvPr>
            <p:cNvCxnSpPr>
              <a:cxnSpLocks/>
            </p:cNvCxnSpPr>
            <p:nvPr/>
          </p:nvCxnSpPr>
          <p:spPr>
            <a:xfrm>
              <a:off x="3081890" y="1650584"/>
              <a:ext cx="0" cy="396000"/>
            </a:xfrm>
            <a:prstGeom prst="line">
              <a:avLst/>
            </a:prstGeom>
            <a:ln w="38100">
              <a:solidFill>
                <a:srgbClr val="008000">
                  <a:alpha val="8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feld 2">
            <a:extLst>
              <a:ext uri="{FF2B5EF4-FFF2-40B4-BE49-F238E27FC236}">
                <ns2:creationId id="{DE7610F1-D243-745D-C951-9EBB0329C457}"/>
              </a:ext>
            </a:extLst>
          </p:cNvPr>
          <p:cNvSpPr txBox="1"/>
          <p:nvPr/>
        </p:nvSpPr>
        <p:spPr bwMode="auto">
          <a:xfrm>
            <a:off x="371474" y="6366279"/>
            <a:ext cx="10559760" cy="22659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  <a:extLst>
            <a:ext uri="{909E8E84-426E-40DD-AFC4-6F175D3DCCD1}">
              <ns3:hiddenFill>
                <a:solidFill>
                  <a:schemeClr val="accent1">
                    <a:lumMod val="100000"/>
                  </a:schemeClr>
                </a:solidFill>
              </ns3:hiddenFill>
            </a:ext>
          </a:extLst>
        </p:spPr>
        <p:txBody>
          <a:bodyPr vert="horz" wrap="square" lIns="36000" tIns="36000" rIns="36000" bIns="36000" numCol="1" rtlCol="0" anchor="b" anchorCtr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046294"/>
              </a:buClr>
              <a:defRPr/>
            </a:pPr>
            <a:r>
              <a:rPr lang="en-US" altLang="ja-JP" sz="1000" dirty="0">
                <a:solidFill>
                  <a:srgbClr val="FFFFFF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Arial" pitchFamily="34" charset="0"/>
              </a:rPr>
              <a:t>※</a:t>
            </a:r>
            <a:r>
              <a:rPr lang="ja-JP" altLang="en-US" sz="1000" dirty="0">
                <a:solidFill>
                  <a:srgbClr val="FFFFFF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Arial" pitchFamily="34" charset="0"/>
              </a:rPr>
              <a:t>XX</a:t>
            </a:r>
            <a:endParaRPr lang="en-PH" sz="1000" dirty="0">
              <a:solidFill>
                <a:srgbClr val="FFFFFF">
                  <a:lumMod val="50000"/>
                </a:srgbClr>
              </a:solidFill>
              <a:latin typeface="Meiryo UI" panose="020B0604030504040204" pitchFamily="34" charset="-128"/>
              <a:ea typeface="Meiryo UI" panose="020B0604030504040204" pitchFamily="34" charset="-128"/>
              <a:cs typeface="Arial" pitchFamily="34" charset="0"/>
            </a:endParaRPr>
          </a:p>
        </p:txBody>
      </p:sp>
      <p:grpSp>
        <p:nvGrpSpPr>
          <p:cNvPr id="48" name="グループ化 47">
            <a:extLst>
              <a:ext uri="{FF2B5EF4-FFF2-40B4-BE49-F238E27FC236}">
                <ns2:creationId id="{83DE36BB-34AB-F2F2-ECEB-7BC4855965C7}"/>
              </a:ext>
            </a:extLst>
          </p:cNvPr>
          <p:cNvGrpSpPr/>
          <p:nvPr/>
        </p:nvGrpSpPr>
        <p:grpSpPr>
          <a:xfrm>
            <a:off x="341184" y="2112035"/>
            <a:ext cx="11512816" cy="4195685"/>
            <a:chOff x="341184" y="2112035"/>
            <a:chExt cx="11512816" cy="4195685"/>
          </a:xfrm>
        </p:grpSpPr>
        <p:sp>
          <p:nvSpPr>
            <p:cNvPr id="68" name="正方形/長方形 67">
              <a:extLst>
                <a:ext uri="{FF2B5EF4-FFF2-40B4-BE49-F238E27FC236}">
                  <ns2:creationId id="{34A6B7DA-C953-7E6E-9447-F3CA7E290847}"/>
                </a:ext>
              </a:extLst>
            </p:cNvPr>
            <p:cNvSpPr/>
            <p:nvPr/>
          </p:nvSpPr>
          <p:spPr>
            <a:xfrm>
              <a:off x="10808877" y="2130035"/>
              <a:ext cx="1044000" cy="21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0" name="正方形/長方形 69">
              <a:extLst>
                <a:ext uri="{FF2B5EF4-FFF2-40B4-BE49-F238E27FC236}">
                  <ns2:creationId id="{75E018E6-A996-28D4-7DE0-A37D55488298}"/>
                </a:ext>
              </a:extLst>
            </p:cNvPr>
            <p:cNvSpPr/>
            <p:nvPr/>
          </p:nvSpPr>
          <p:spPr>
            <a:xfrm>
              <a:off x="10808877" y="3389964"/>
              <a:ext cx="1044000" cy="934381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71" name="正方形/長方形 70">
              <a:extLst>
                <a:ext uri="{FF2B5EF4-FFF2-40B4-BE49-F238E27FC236}">
                  <ns2:creationId id="{E30708E7-C3B6-041B-3CD4-2D8FABC515CE}"/>
                </a:ext>
              </a:extLst>
            </p:cNvPr>
            <p:cNvSpPr/>
            <p:nvPr/>
          </p:nvSpPr>
          <p:spPr>
            <a:xfrm>
              <a:off x="10808877" y="4352710"/>
              <a:ext cx="1044000" cy="93438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100" dirty="0">
                  <a:solidFill>
                    <a:srgbClr val="008000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XX</a:t>
              </a:r>
              <a:endParaRPr kumimoji="1" lang="ja-JP" altLang="en-US" sz="1100" u="sng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cxnSp>
          <p:nvCxnSpPr>
            <p:cNvPr id="80" name="直線コネクタ 79">
              <a:extLst>
                <a:ext uri="{FF2B5EF4-FFF2-40B4-BE49-F238E27FC236}">
                  <ns2:creationId id="{4E0A55BE-F438-861E-AD5A-540A3283059B}"/>
                </a:ext>
              </a:extLst>
            </p:cNvPr>
            <p:cNvCxnSpPr>
              <a:cxnSpLocks/>
            </p:cNvCxnSpPr>
            <p:nvPr/>
          </p:nvCxnSpPr>
          <p:spPr>
            <a:xfrm>
              <a:off x="4382198" y="3378858"/>
              <a:ext cx="6372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3DFFAF4F-FBC8-F479-FF85-1C63F4827183}"/>
                </a:ext>
              </a:extLst>
            </p:cNvPr>
            <p:cNvCxnSpPr>
              <a:cxnSpLocks/>
            </p:cNvCxnSpPr>
            <p:nvPr/>
          </p:nvCxnSpPr>
          <p:spPr>
            <a:xfrm>
              <a:off x="4382198" y="4341603"/>
              <a:ext cx="6372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ns2:creationId id="{83443DF5-F846-8FBF-640C-1B8D701E0F16}"/>
                </a:ext>
              </a:extLst>
            </p:cNvPr>
            <p:cNvCxnSpPr>
              <a:cxnSpLocks/>
            </p:cNvCxnSpPr>
            <p:nvPr/>
          </p:nvCxnSpPr>
          <p:spPr>
            <a:xfrm>
              <a:off x="4382198" y="5304348"/>
              <a:ext cx="6372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ns2:creationId id="{C8CC86DC-2945-793F-95A6-63BD740F20B7}"/>
                </a:ext>
              </a:extLst>
            </p:cNvPr>
            <p:cNvGrpSpPr/>
            <p:nvPr/>
          </p:nvGrpSpPr>
          <p:grpSpPr>
            <a:xfrm>
              <a:off x="743473" y="2112035"/>
              <a:ext cx="2160000" cy="252000"/>
              <a:chOff x="743473" y="2117837"/>
              <a:chExt cx="2160000" cy="252000"/>
            </a:xfrm>
          </p:grpSpPr>
          <p:sp>
            <p:nvSpPr>
              <p:cNvPr id="67" name="四角形: 角を丸くする 66">
                <a:extLst>
                  <a:ext uri="{FF2B5EF4-FFF2-40B4-BE49-F238E27FC236}">
                    <ns2:creationId id="{A7A8293B-3E50-BA54-E5A8-2F9218CF3B2E}"/>
                  </a:ext>
                </a:extLst>
              </p:cNvPr>
              <p:cNvSpPr/>
              <p:nvPr/>
            </p:nvSpPr>
            <p:spPr>
              <a:xfrm>
                <a:off x="743473" y="2135837"/>
                <a:ext cx="2160000" cy="216000"/>
              </a:xfrm>
              <a:prstGeom prst="roundRect">
                <a:avLst>
                  <a:gd name="adj" fmla="val 50000"/>
                </a:avLst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1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lang="en-US" altLang="ja-JP" sz="11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pic>
            <p:nvPicPr>
              <p:cNvPr id="114" name="グラフィックス 113" descr="評価 単色塗りつぶし">
                <a:extLst>
                  <a:ext uri="{FF2B5EF4-FFF2-40B4-BE49-F238E27FC236}">
                    <ns2:creationId id="{26D7E9EE-0E90-0874-3D45-C5B03E97E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4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1050416" y="2117837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4" name="グループ化 13">
              <a:extLst>
                <a:ext uri="{FF2B5EF4-FFF2-40B4-BE49-F238E27FC236}">
                  <ns2:creationId id="{DADC2CC8-7E34-FCCC-6AB4-01F2C572D48B}"/>
                </a:ext>
              </a:extLst>
            </p:cNvPr>
            <p:cNvGrpSpPr/>
            <p:nvPr/>
          </p:nvGrpSpPr>
          <p:grpSpPr>
            <a:xfrm>
              <a:off x="743470" y="2375485"/>
              <a:ext cx="10010725" cy="1044000"/>
              <a:chOff x="743473" y="2369105"/>
              <a:chExt cx="10010725" cy="1044000"/>
            </a:xfrm>
          </p:grpSpPr>
          <p:sp>
            <p:nvSpPr>
              <p:cNvPr id="93" name="ホームベース 13">
                <a:extLst>
                  <a:ext uri="{FF2B5EF4-FFF2-40B4-BE49-F238E27FC236}">
                    <ns2:creationId id="{D6E4FF86-D930-DFD7-2902-1887B4CC5E01}"/>
                  </a:ext>
                </a:extLst>
              </p:cNvPr>
              <p:cNvSpPr/>
              <p:nvPr/>
            </p:nvSpPr>
            <p:spPr>
              <a:xfrm rot="5400000">
                <a:off x="527473" y="2585105"/>
                <a:ext cx="1044000" cy="612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0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3" name="グループ化 12">
                <a:extLst>
                  <a:ext uri="{FF2B5EF4-FFF2-40B4-BE49-F238E27FC236}">
                    <ns2:creationId id="{6477367E-C046-98C6-C777-E352D3DD0A63}"/>
                  </a:ext>
                </a:extLst>
              </p:cNvPr>
              <p:cNvGrpSpPr/>
              <p:nvPr/>
            </p:nvGrpSpPr>
            <p:grpSpPr>
              <a:xfrm>
                <a:off x="1410154" y="2422932"/>
                <a:ext cx="9344044" cy="936346"/>
                <a:chOff x="1410154" y="2368932"/>
                <a:chExt cx="9344044" cy="936346"/>
              </a:xfrm>
            </p:grpSpPr>
            <p:sp>
              <p:nvSpPr>
                <p:cNvPr id="24" name="正方形/長方形 23">
                  <a:extLst>
                    <a:ext uri="{FF2B5EF4-FFF2-40B4-BE49-F238E27FC236}">
                      <ns2:creationId id="{21060C57-CE9E-9BC2-ECF4-C2BEDA17BF2F}"/>
                    </a:ext>
                  </a:extLst>
                </p:cNvPr>
                <p:cNvSpPr/>
                <p:nvPr/>
              </p:nvSpPr>
              <p:spPr>
                <a:xfrm>
                  <a:off x="4382198" y="2729278"/>
                  <a:ext cx="792000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ns2:creationId id="{BD1A8C02-48E5-BCBC-9D44-11F2B7FE26F2}"/>
                    </a:ext>
                  </a:extLst>
                </p:cNvPr>
                <p:cNvSpPr/>
                <p:nvPr/>
              </p:nvSpPr>
              <p:spPr>
                <a:xfrm>
                  <a:off x="4382198" y="2368932"/>
                  <a:ext cx="6372000" cy="3024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「</a:t>
                  </a:r>
                  <a:r>
                    <a:rPr lang="en-US" altLang="ja-JP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12</a:t>
                  </a:r>
                  <a:r>
                    <a:rPr lang="ja-JP" altLang="en-US" sz="9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5E5735B0-0486-76EF-1838-9A9749E55EE3}"/>
                    </a:ext>
                  </a:extLst>
                </p:cNvPr>
                <p:cNvSpPr/>
                <p:nvPr/>
              </p:nvSpPr>
              <p:spPr>
                <a:xfrm>
                  <a:off x="5174198" y="2729278"/>
                  <a:ext cx="5579997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91A057D6-705F-D3F4-789D-49DA2BE9F517}"/>
                    </a:ext>
                  </a:extLst>
                </p:cNvPr>
                <p:cNvSpPr/>
                <p:nvPr/>
              </p:nvSpPr>
              <p:spPr>
                <a:xfrm>
                  <a:off x="4382198" y="3053278"/>
                  <a:ext cx="792000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8" name="正方形/長方形 27">
                  <a:extLst>
                    <a:ext uri="{FF2B5EF4-FFF2-40B4-BE49-F238E27FC236}">
                      <ns2:creationId id="{16D00D93-EB18-9CFA-29E7-0DCF4A9E4653}"/>
                    </a:ext>
                  </a:extLst>
                </p:cNvPr>
                <p:cNvSpPr/>
                <p:nvPr/>
              </p:nvSpPr>
              <p:spPr>
                <a:xfrm>
                  <a:off x="5174198" y="3053278"/>
                  <a:ext cx="5579997" cy="25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1" name="正方形/長方形 20">
                  <a:extLst>
                    <a:ext uri="{FF2B5EF4-FFF2-40B4-BE49-F238E27FC236}">
                      <ns2:creationId id="{4F304EDA-15A7-5604-02DF-1C6417066713}"/>
                    </a:ext>
                  </a:extLst>
                </p:cNvPr>
                <p:cNvSpPr/>
                <p:nvPr/>
              </p:nvSpPr>
              <p:spPr>
                <a:xfrm>
                  <a:off x="3175517" y="2368932"/>
                  <a:ext cx="1152000" cy="3024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ns2:creationId id="{DD5A3DDD-73D4-4F27-0C99-DC6E6B819285}"/>
                    </a:ext>
                  </a:extLst>
                </p:cNvPr>
                <p:cNvSpPr/>
                <p:nvPr/>
              </p:nvSpPr>
              <p:spPr>
                <a:xfrm>
                  <a:off x="3175517" y="2729278"/>
                  <a:ext cx="1152000" cy="576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77" name="直線コネクタ 76">
                  <a:extLst>
                    <a:ext uri="{FF2B5EF4-FFF2-40B4-BE49-F238E27FC236}">
                      <ns2:creationId id="{6C031687-E47D-4EB8-4CAA-3FBA9B33F6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2700305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線コネクタ 78">
                  <a:extLst>
                    <a:ext uri="{FF2B5EF4-FFF2-40B4-BE49-F238E27FC236}">
                      <ns2:creationId id="{0F5DAF95-B502-00EF-8F25-3FF1F58EFD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3017278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線コネクタ 82">
                  <a:extLst>
                    <a:ext uri="{FF2B5EF4-FFF2-40B4-BE49-F238E27FC236}">
                      <ns2:creationId id="{7E0C1849-161C-2971-565A-A67A6DFA7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4198" y="2729278"/>
                  <a:ext cx="0" cy="252000"/>
                </a:xfrm>
                <a:prstGeom prst="line">
                  <a:avLst/>
                </a:prstGeom>
                <a:ln w="38100">
                  <a:solidFill>
                    <a:srgbClr val="008000">
                      <a:alpha val="8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直線コネクタ 84">
                  <a:extLst>
                    <a:ext uri="{FF2B5EF4-FFF2-40B4-BE49-F238E27FC236}">
                      <ns2:creationId id="{5C99C763-0306-42C9-383E-F0FF8B50AD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4198" y="3053278"/>
                  <a:ext cx="0" cy="252000"/>
                </a:xfrm>
                <a:prstGeom prst="line">
                  <a:avLst/>
                </a:prstGeom>
                <a:ln w="38100">
                  <a:solidFill>
                    <a:srgbClr val="008000">
                      <a:alpha val="80000"/>
                    </a:srgbClr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0" name="Freeform 14">
                  <a:extLst>
                    <a:ext uri="{FF2B5EF4-FFF2-40B4-BE49-F238E27FC236}">
                      <ns2:creationId id="{09FC9FA3-C114-6D6F-D2E7-5339D1E03AE4}"/>
                    </a:ext>
                  </a:extLst>
                </p:cNvPr>
                <p:cNvSpPr/>
                <p:nvPr/>
              </p:nvSpPr>
              <p:spPr>
                <a:xfrm rot="10800000">
                  <a:off x="1410155" y="2368932"/>
                  <a:ext cx="648000" cy="936000"/>
                </a:xfrm>
                <a:custGeom>
                  <a:avLst/>
                  <a:gdLst>
                    <a:gd name="connsiteX0" fmla="*/ 633877 w 5480051"/>
                    <a:gd name="connsiteY0" fmla="*/ 0 h 1029039"/>
                    <a:gd name="connsiteX1" fmla="*/ 4846175 w 5480051"/>
                    <a:gd name="connsiteY1" fmla="*/ 0 h 1029039"/>
                    <a:gd name="connsiteX2" fmla="*/ 5480051 w 5480051"/>
                    <a:gd name="connsiteY2" fmla="*/ 1029039 h 1029039"/>
                    <a:gd name="connsiteX3" fmla="*/ 0 w 5480051"/>
                    <a:gd name="connsiteY3" fmla="*/ 1029039 h 1029039"/>
                    <a:gd name="connsiteX4" fmla="*/ 633877 w 5480051"/>
                    <a:gd name="connsiteY4" fmla="*/ 0 h 1029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80051" h="1029039">
                      <a:moveTo>
                        <a:pt x="633877" y="0"/>
                      </a:moveTo>
                      <a:lnTo>
                        <a:pt x="4846175" y="0"/>
                      </a:lnTo>
                      <a:lnTo>
                        <a:pt x="5480051" y="1029039"/>
                      </a:lnTo>
                      <a:lnTo>
                        <a:pt x="0" y="1029039"/>
                      </a:lnTo>
                      <a:lnTo>
                        <a:pt x="633877" y="0"/>
                      </a:lnTo>
                      <a:close/>
                    </a:path>
                  </a:pathLst>
                </a:custGeom>
                <a:solidFill>
                  <a:srgbClr val="008000">
                    <a:alpha val="5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2" name="正方形/長方形 101">
                  <a:extLst>
                    <a:ext uri="{FF2B5EF4-FFF2-40B4-BE49-F238E27FC236}">
                      <ns2:creationId id="{4CC40B6A-7C87-7C31-DE63-0C9B2FF7847A}"/>
                    </a:ext>
                  </a:extLst>
                </p:cNvPr>
                <p:cNvSpPr/>
                <p:nvPr/>
              </p:nvSpPr>
              <p:spPr>
                <a:xfrm>
                  <a:off x="1410154" y="2764932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12</a:t>
                  </a:r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ns2:creationId id="{05A47DBD-1F15-5F6D-DAFA-4EDE29D652C0}"/>
                    </a:ext>
                  </a:extLst>
                </p:cNvPr>
                <p:cNvSpPr/>
                <p:nvPr/>
              </p:nvSpPr>
              <p:spPr>
                <a:xfrm>
                  <a:off x="2112836" y="2369278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18" name="グラフィックス 117" descr="棒グラフ (上昇) 単色塗りつぶし">
                  <a:extLst>
                    <a:ext uri="{FF2B5EF4-FFF2-40B4-BE49-F238E27FC236}">
                      <ns2:creationId id="{ED6DA8CB-DD11-3C8C-45B8-2229310ADA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32836" y="3017278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" name="グループ化 11">
              <a:extLst>
                <a:ext uri="{FF2B5EF4-FFF2-40B4-BE49-F238E27FC236}">
                  <ns2:creationId id="{0CE27E09-D2AF-0C03-3EF6-586A97846658}"/>
                </a:ext>
              </a:extLst>
            </p:cNvPr>
            <p:cNvGrpSpPr/>
            <p:nvPr/>
          </p:nvGrpSpPr>
          <p:grpSpPr>
            <a:xfrm>
              <a:off x="743470" y="3338230"/>
              <a:ext cx="10010725" cy="1044000"/>
              <a:chOff x="743473" y="3336632"/>
              <a:chExt cx="10010725" cy="1044000"/>
            </a:xfrm>
          </p:grpSpPr>
          <p:sp>
            <p:nvSpPr>
              <p:cNvPr id="94" name="山形 14">
                <a:extLst>
                  <a:ext uri="{FF2B5EF4-FFF2-40B4-BE49-F238E27FC236}">
                    <ns2:creationId id="{8E9683EC-D368-FDBF-4162-B5040983DBAE}"/>
                  </a:ext>
                </a:extLst>
              </p:cNvPr>
              <p:cNvSpPr/>
              <p:nvPr/>
            </p:nvSpPr>
            <p:spPr>
              <a:xfrm rot="5400000">
                <a:off x="527473" y="3552632"/>
                <a:ext cx="1044000" cy="612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1</a:t>
                </a: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11" name="グループ化 10">
                <a:extLst>
                  <a:ext uri="{FF2B5EF4-FFF2-40B4-BE49-F238E27FC236}">
                    <ns2:creationId id="{ABFD7D22-18F7-2FE8-5137-1B6374856032}"/>
                  </a:ext>
                </a:extLst>
              </p:cNvPr>
              <p:cNvGrpSpPr/>
              <p:nvPr/>
            </p:nvGrpSpPr>
            <p:grpSpPr>
              <a:xfrm>
                <a:off x="1410154" y="3390632"/>
                <a:ext cx="9344044" cy="936000"/>
                <a:chOff x="1410154" y="3346234"/>
                <a:chExt cx="9344044" cy="93600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ns2:creationId id="{3DEB5E06-C9CD-7689-41D8-F8316B6F7C45}"/>
                    </a:ext>
                  </a:extLst>
                </p:cNvPr>
                <p:cNvSpPr/>
                <p:nvPr/>
              </p:nvSpPr>
              <p:spPr>
                <a:xfrm>
                  <a:off x="4382198" y="3346234"/>
                  <a:ext cx="6372000" cy="43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7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marL="171450" indent="-84138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ns2:creationId id="{8E89F56B-DB26-EB47-31D3-8B6D37DDCDC9}"/>
                    </a:ext>
                  </a:extLst>
                </p:cNvPr>
                <p:cNvSpPr/>
                <p:nvPr/>
              </p:nvSpPr>
              <p:spPr>
                <a:xfrm>
                  <a:off x="4382198" y="3850234"/>
                  <a:ext cx="6372000" cy="432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7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2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・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  <a:p>
                  <a:pPr marL="171450" indent="-84138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」 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2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3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/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ns2:creationId id="{AE305977-B7FD-32F2-BEF5-21B3C080638C}"/>
                    </a:ext>
                  </a:extLst>
                </p:cNvPr>
                <p:cNvSpPr/>
                <p:nvPr/>
              </p:nvSpPr>
              <p:spPr>
                <a:xfrm>
                  <a:off x="3175517" y="3346234"/>
                  <a:ext cx="1152000" cy="432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7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2" name="正方形/長方形 31">
                  <a:extLst>
                    <a:ext uri="{FF2B5EF4-FFF2-40B4-BE49-F238E27FC236}">
                      <ns2:creationId id="{7B70ED31-3A84-89B3-87DD-2EA7689C2881}"/>
                    </a:ext>
                  </a:extLst>
                </p:cNvPr>
                <p:cNvSpPr/>
                <p:nvPr/>
              </p:nvSpPr>
              <p:spPr>
                <a:xfrm>
                  <a:off x="3175517" y="3850234"/>
                  <a:ext cx="1152000" cy="432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86" name="直線コネクタ 85">
                  <a:extLst>
                    <a:ext uri="{FF2B5EF4-FFF2-40B4-BE49-F238E27FC236}">
                      <ns2:creationId id="{29E42D7B-41AB-28A7-BE02-1726738314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3814234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Freeform 15">
                  <a:extLst>
                    <a:ext uri="{FF2B5EF4-FFF2-40B4-BE49-F238E27FC236}">
                      <ns2:creationId id="{5010BBDB-0B71-73D4-C6A7-2D3AE4F73D2F}"/>
                    </a:ext>
                  </a:extLst>
                </p:cNvPr>
                <p:cNvSpPr/>
                <p:nvPr/>
              </p:nvSpPr>
              <p:spPr>
                <a:xfrm rot="10800000">
                  <a:off x="1493169" y="3346234"/>
                  <a:ext cx="481970" cy="936000"/>
                </a:xfrm>
                <a:custGeom>
                  <a:avLst/>
                  <a:gdLst>
                    <a:gd name="connsiteX0" fmla="*/ 633877 w 4075954"/>
                    <a:gd name="connsiteY0" fmla="*/ 0 h 1029041"/>
                    <a:gd name="connsiteX1" fmla="*/ 3442077 w 4075954"/>
                    <a:gd name="connsiteY1" fmla="*/ 0 h 1029041"/>
                    <a:gd name="connsiteX2" fmla="*/ 4075954 w 4075954"/>
                    <a:gd name="connsiteY2" fmla="*/ 1029041 h 1029041"/>
                    <a:gd name="connsiteX3" fmla="*/ 0 w 4075954"/>
                    <a:gd name="connsiteY3" fmla="*/ 1029041 h 1029041"/>
                    <a:gd name="connsiteX4" fmla="*/ 633877 w 4075954"/>
                    <a:gd name="connsiteY4" fmla="*/ 0 h 10290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75954" h="1029041">
                      <a:moveTo>
                        <a:pt x="633877" y="0"/>
                      </a:moveTo>
                      <a:lnTo>
                        <a:pt x="3442077" y="0"/>
                      </a:lnTo>
                      <a:lnTo>
                        <a:pt x="4075954" y="1029041"/>
                      </a:lnTo>
                      <a:lnTo>
                        <a:pt x="0" y="1029041"/>
                      </a:lnTo>
                      <a:lnTo>
                        <a:pt x="633877" y="0"/>
                      </a:lnTo>
                      <a:close/>
                    </a:path>
                  </a:pathLst>
                </a:custGeom>
                <a:solidFill>
                  <a:srgbClr val="008000">
                    <a:alpha val="6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ns2:creationId id="{52B4CB5E-71F3-F339-7903-4AE84DC69CB6}"/>
                    </a:ext>
                  </a:extLst>
                </p:cNvPr>
                <p:cNvSpPr/>
                <p:nvPr/>
              </p:nvSpPr>
              <p:spPr>
                <a:xfrm>
                  <a:off x="1410154" y="3742234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5</a:t>
                  </a:r>
                  <a:r>
                    <a:rPr kumimoji="1" lang="ja-JP" altLang="en-US" sz="120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ns2:creationId id="{650FB83C-5E60-7C08-2F10-7F16E2965684}"/>
                    </a:ext>
                  </a:extLst>
                </p:cNvPr>
                <p:cNvSpPr/>
                <p:nvPr/>
              </p:nvSpPr>
              <p:spPr>
                <a:xfrm>
                  <a:off x="2112836" y="3346234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 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120" name="グラフィックス 119" descr="質問 単色塗りつぶし">
                  <a:extLst>
                    <a:ext uri="{FF2B5EF4-FFF2-40B4-BE49-F238E27FC236}">
                      <ns2:creationId id="{D8BE60CF-2D0B-774D-F2F2-3CAB703573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32836" y="3994234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" name="グループ化 9">
              <a:extLst>
                <a:ext uri="{FF2B5EF4-FFF2-40B4-BE49-F238E27FC236}">
                  <ns2:creationId id="{C9103C12-56B1-32CD-6211-B630C78192F8}"/>
                </a:ext>
              </a:extLst>
            </p:cNvPr>
            <p:cNvGrpSpPr/>
            <p:nvPr/>
          </p:nvGrpSpPr>
          <p:grpSpPr>
            <a:xfrm>
              <a:off x="743473" y="4300975"/>
              <a:ext cx="10010725" cy="1044000"/>
              <a:chOff x="743473" y="4303986"/>
              <a:chExt cx="10010725" cy="1044000"/>
            </a:xfrm>
          </p:grpSpPr>
          <p:sp>
            <p:nvSpPr>
              <p:cNvPr id="95" name="山形 14">
                <a:extLst>
                  <a:ext uri="{FF2B5EF4-FFF2-40B4-BE49-F238E27FC236}">
                    <ns2:creationId id="{6A4BDE76-5A93-AC99-543A-D293D7774CDA}"/>
                  </a:ext>
                </a:extLst>
              </p:cNvPr>
              <p:cNvSpPr/>
              <p:nvPr/>
            </p:nvSpPr>
            <p:spPr>
              <a:xfrm rot="5400000">
                <a:off x="527473" y="4519986"/>
                <a:ext cx="1044000" cy="612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2</a:t>
                </a: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8" name="グループ化 7">
                <a:extLst>
                  <a:ext uri="{FF2B5EF4-FFF2-40B4-BE49-F238E27FC236}">
                    <ns2:creationId id="{C716BB23-FC79-5DEA-75FE-2E7F2FF0F1CA}"/>
                  </a:ext>
                </a:extLst>
              </p:cNvPr>
              <p:cNvGrpSpPr/>
              <p:nvPr/>
            </p:nvGrpSpPr>
            <p:grpSpPr>
              <a:xfrm>
                <a:off x="1410154" y="4357986"/>
                <a:ext cx="9344044" cy="936000"/>
                <a:chOff x="1410154" y="4332869"/>
                <a:chExt cx="9344044" cy="936000"/>
              </a:xfrm>
            </p:grpSpPr>
            <p:sp>
              <p:nvSpPr>
                <p:cNvPr id="38" name="正方形/長方形 37">
                  <a:extLst>
                    <a:ext uri="{FF2B5EF4-FFF2-40B4-BE49-F238E27FC236}">
                      <ns2:creationId id="{0FD7BED7-99F1-5280-838B-DAF0524F72C3}"/>
                    </a:ext>
                  </a:extLst>
                </p:cNvPr>
                <p:cNvSpPr/>
                <p:nvPr/>
              </p:nvSpPr>
              <p:spPr>
                <a:xfrm>
                  <a:off x="4382198" y="4332869"/>
                  <a:ext cx="6372000" cy="28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9" name="正方形/長方形 38">
                  <a:extLst>
                    <a:ext uri="{FF2B5EF4-FFF2-40B4-BE49-F238E27FC236}">
                      <ns2:creationId id="{437227C9-D0F9-E4DF-63CB-F9D5808804B7}"/>
                    </a:ext>
                  </a:extLst>
                </p:cNvPr>
                <p:cNvSpPr/>
                <p:nvPr/>
              </p:nvSpPr>
              <p:spPr>
                <a:xfrm>
                  <a:off x="4382198" y="4656869"/>
                  <a:ext cx="6372000" cy="28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×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『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』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』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lang="en-US" altLang="ja-JP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0" name="正方形/長方形 39">
                  <a:extLst>
                    <a:ext uri="{FF2B5EF4-FFF2-40B4-BE49-F238E27FC236}">
                      <ns2:creationId id="{43D7A6C2-8D2D-F809-71D2-85E6E899A6D3}"/>
                    </a:ext>
                  </a:extLst>
                </p:cNvPr>
                <p:cNvSpPr/>
                <p:nvPr/>
              </p:nvSpPr>
              <p:spPr>
                <a:xfrm>
                  <a:off x="4382198" y="4980869"/>
                  <a:ext cx="6372000" cy="288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ns2:creationId id="{2479E36C-3F65-22D2-4ECC-BF8273E18BC0}"/>
                    </a:ext>
                  </a:extLst>
                </p:cNvPr>
                <p:cNvSpPr/>
                <p:nvPr/>
              </p:nvSpPr>
              <p:spPr>
                <a:xfrm>
                  <a:off x="3175517" y="4656869"/>
                  <a:ext cx="1152000" cy="2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ns2:creationId id="{BFD78C2E-7715-5619-A9EB-BF68D6F1975B}"/>
                    </a:ext>
                  </a:extLst>
                </p:cNvPr>
                <p:cNvSpPr/>
                <p:nvPr/>
              </p:nvSpPr>
              <p:spPr>
                <a:xfrm>
                  <a:off x="3175517" y="4332869"/>
                  <a:ext cx="1152000" cy="2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37" name="正方形/長方形 36">
                  <a:extLst>
                    <a:ext uri="{FF2B5EF4-FFF2-40B4-BE49-F238E27FC236}">
                      <ns2:creationId id="{0AED4CF0-D96A-A432-F655-E22C2620B1B6}"/>
                    </a:ext>
                  </a:extLst>
                </p:cNvPr>
                <p:cNvSpPr/>
                <p:nvPr/>
              </p:nvSpPr>
              <p:spPr>
                <a:xfrm>
                  <a:off x="3175517" y="4980869"/>
                  <a:ext cx="1152000" cy="288000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PH" altLang="ja-JP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cxnSp>
              <p:nvCxnSpPr>
                <p:cNvPr id="88" name="直線コネクタ 87">
                  <a:extLst>
                    <a:ext uri="{FF2B5EF4-FFF2-40B4-BE49-F238E27FC236}">
                      <ns2:creationId id="{AABFA3F6-D7A2-F397-577D-2978289E68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4638869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直線コネクタ 89">
                  <a:extLst>
                    <a:ext uri="{FF2B5EF4-FFF2-40B4-BE49-F238E27FC236}">
                      <ns2:creationId id="{A8F947D2-DAB7-465F-3A4D-5BAC87A41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4962869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Freeform 16">
                  <a:extLst>
                    <a:ext uri="{FF2B5EF4-FFF2-40B4-BE49-F238E27FC236}">
                      <ns2:creationId id="{148456CD-4F3E-AECA-AF2B-3A966D8777A4}"/>
                    </a:ext>
                  </a:extLst>
                </p:cNvPr>
                <p:cNvSpPr/>
                <p:nvPr/>
              </p:nvSpPr>
              <p:spPr>
                <a:xfrm rot="10800000">
                  <a:off x="1576184" y="4332869"/>
                  <a:ext cx="315939" cy="936000"/>
                </a:xfrm>
                <a:custGeom>
                  <a:avLst/>
                  <a:gdLst>
                    <a:gd name="connsiteX0" fmla="*/ 633878 w 2671856"/>
                    <a:gd name="connsiteY0" fmla="*/ 0 h 1029041"/>
                    <a:gd name="connsiteX1" fmla="*/ 2037978 w 2671856"/>
                    <a:gd name="connsiteY1" fmla="*/ 0 h 1029041"/>
                    <a:gd name="connsiteX2" fmla="*/ 2671856 w 2671856"/>
                    <a:gd name="connsiteY2" fmla="*/ 1029041 h 1029041"/>
                    <a:gd name="connsiteX3" fmla="*/ 0 w 2671856"/>
                    <a:gd name="connsiteY3" fmla="*/ 1029041 h 1029041"/>
                    <a:gd name="connsiteX4" fmla="*/ 633878 w 2671856"/>
                    <a:gd name="connsiteY4" fmla="*/ 0 h 10290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71856" h="1029041">
                      <a:moveTo>
                        <a:pt x="633878" y="0"/>
                      </a:moveTo>
                      <a:lnTo>
                        <a:pt x="2037978" y="0"/>
                      </a:lnTo>
                      <a:lnTo>
                        <a:pt x="2671856" y="1029041"/>
                      </a:lnTo>
                      <a:lnTo>
                        <a:pt x="0" y="1029041"/>
                      </a:lnTo>
                      <a:lnTo>
                        <a:pt x="633878" y="0"/>
                      </a:lnTo>
                      <a:close/>
                    </a:path>
                  </a:pathLst>
                </a:custGeom>
                <a:solidFill>
                  <a:srgbClr val="008000">
                    <a:alpha val="80000"/>
                  </a:srgbClr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rgbClr val="FFFFFF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4" name="正方形/長方形 103">
                  <a:extLst>
                    <a:ext uri="{FF2B5EF4-FFF2-40B4-BE49-F238E27FC236}">
                      <ns2:creationId id="{0539B906-E61E-3476-C635-5DB7388DE20A}"/>
                    </a:ext>
                  </a:extLst>
                </p:cNvPr>
                <p:cNvSpPr/>
                <p:nvPr/>
              </p:nvSpPr>
              <p:spPr>
                <a:xfrm>
                  <a:off x="1410154" y="4728869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7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18" name="正方形/長方形 17">
                  <a:extLst>
                    <a:ext uri="{FF2B5EF4-FFF2-40B4-BE49-F238E27FC236}">
                      <ns2:creationId id="{F5B4257B-6553-0754-3F39-BB63100CBB0C}"/>
                    </a:ext>
                  </a:extLst>
                </p:cNvPr>
                <p:cNvSpPr/>
                <p:nvPr/>
              </p:nvSpPr>
              <p:spPr>
                <a:xfrm>
                  <a:off x="2112836" y="4332869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 </a:t>
                  </a:r>
                  <a:r>
                    <a:rPr lang="en-US" altLang="ja-JP" sz="900" baseline="300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※</a:t>
                  </a:r>
                  <a:endParaRPr kumimoji="1" lang="ja-JP" altLang="en-US" sz="900" baseline="300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pic>
              <p:nvPicPr>
                <p:cNvPr id="29" name="グラフィックス 28" descr="チェックマークの付いた盾 単色塗りつぶし">
                  <a:extLst>
                    <a:ext uri="{FF2B5EF4-FFF2-40B4-BE49-F238E27FC236}">
                      <ns2:creationId id="{71CC777C-55B0-2D21-914E-583A4A9A7B9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5"/>
                    </a:ext>
                  </a:extLst>
                </a:blip>
                <a:srcRect/>
                <a:stretch/>
              </p:blipFill>
              <p:spPr>
                <a:xfrm>
                  <a:off x="2832836" y="4980869"/>
                  <a:ext cx="288000" cy="288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9" name="グループ化 8">
              <a:extLst>
                <a:ext uri="{FF2B5EF4-FFF2-40B4-BE49-F238E27FC236}">
                  <ns2:creationId id="{7A788233-1D0D-F8C5-A561-A1113EDE40FA}"/>
                </a:ext>
              </a:extLst>
            </p:cNvPr>
            <p:cNvGrpSpPr/>
            <p:nvPr/>
          </p:nvGrpSpPr>
          <p:grpSpPr>
            <a:xfrm>
              <a:off x="743473" y="5263720"/>
              <a:ext cx="10010725" cy="1044000"/>
              <a:chOff x="743473" y="5263720"/>
              <a:chExt cx="10010725" cy="1044000"/>
            </a:xfrm>
          </p:grpSpPr>
          <p:sp>
            <p:nvSpPr>
              <p:cNvPr id="96" name="山形 14">
                <a:extLst>
                  <a:ext uri="{FF2B5EF4-FFF2-40B4-BE49-F238E27FC236}">
                    <ns2:creationId id="{B8BF02B9-9A38-9E31-CD83-EA32CC8D1E16}"/>
                  </a:ext>
                </a:extLst>
              </p:cNvPr>
              <p:cNvSpPr/>
              <p:nvPr/>
            </p:nvSpPr>
            <p:spPr>
              <a:xfrm rot="5400000">
                <a:off x="527473" y="5479720"/>
                <a:ext cx="1044000" cy="612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wrap="square" lIns="36000" tIns="36000" rIns="36000" bIns="36000" rtlCol="0" anchor="ctr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b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</a:br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rPr>
                  <a:t>XX</a:t>
                </a: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grpSp>
            <p:nvGrpSpPr>
              <p:cNvPr id="7" name="グループ化 6">
                <a:extLst>
                  <a:ext uri="{FF2B5EF4-FFF2-40B4-BE49-F238E27FC236}">
                    <ns2:creationId id="{31F1D173-4EFE-F4F2-46BD-92AB89EE86D0}"/>
                  </a:ext>
                </a:extLst>
              </p:cNvPr>
              <p:cNvGrpSpPr/>
              <p:nvPr/>
            </p:nvGrpSpPr>
            <p:grpSpPr>
              <a:xfrm>
                <a:off x="1410154" y="5317720"/>
                <a:ext cx="9344044" cy="936000"/>
                <a:chOff x="1410154" y="5328952"/>
                <a:chExt cx="9344044" cy="936000"/>
              </a:xfrm>
            </p:grpSpPr>
            <p:sp>
              <p:nvSpPr>
                <p:cNvPr id="41" name="正方形/長方形 40">
                  <a:extLst>
                    <a:ext uri="{FF2B5EF4-FFF2-40B4-BE49-F238E27FC236}">
                      <ns2:creationId id="{E967DD0B-212D-9DE0-7D61-2981E731354E}"/>
                    </a:ext>
                  </a:extLst>
                </p:cNvPr>
                <p:cNvSpPr/>
                <p:nvPr/>
              </p:nvSpPr>
              <p:spPr>
                <a:xfrm>
                  <a:off x="3175517" y="5328952"/>
                  <a:ext cx="1152000" cy="296057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rgbClr val="008000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ns2:creationId id="{2F49560E-870C-859F-62F7-798F23917B6A}"/>
                    </a:ext>
                  </a:extLst>
                </p:cNvPr>
                <p:cNvSpPr/>
                <p:nvPr/>
              </p:nvSpPr>
              <p:spPr>
                <a:xfrm>
                  <a:off x="4382198" y="5328952"/>
                  <a:ext cx="6372000" cy="296057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900" dirty="0">
                    <a:solidFill>
                      <a:schemeClr val="tx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</a:endParaRPr>
                </a:p>
              </p:txBody>
            </p:sp>
            <p:sp>
              <p:nvSpPr>
                <p:cNvPr id="44" name="正方形/長方形 43">
                  <a:extLst>
                    <a:ext uri="{FF2B5EF4-FFF2-40B4-BE49-F238E27FC236}">
                      <ns2:creationId id="{53C1E863-3073-3B77-A815-EE3B74DDD3E3}"/>
                    </a:ext>
                  </a:extLst>
                </p:cNvPr>
                <p:cNvSpPr/>
                <p:nvPr/>
              </p:nvSpPr>
              <p:spPr>
                <a:xfrm>
                  <a:off x="3175518" y="5699887"/>
                  <a:ext cx="7578678" cy="565065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85725" lvl="2" indent="-85725">
                    <a:buClr>
                      <a:srgbClr val="008000"/>
                    </a:buClr>
                    <a:buFont typeface="Arial" panose="020B0604020202020204" pitchFamily="34" charset="0"/>
                    <a:buChar char="•"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2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、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/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cxnSp>
              <p:nvCxnSpPr>
                <p:cNvPr id="92" name="直線コネクタ 91">
                  <a:extLst>
                    <a:ext uri="{FF2B5EF4-FFF2-40B4-BE49-F238E27FC236}">
                      <ns2:creationId id="{27D4B50F-247F-BEDA-A028-1DC2E1834D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82198" y="5662448"/>
                  <a:ext cx="637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Freeform 18">
                  <a:extLst>
                    <a:ext uri="{FF2B5EF4-FFF2-40B4-BE49-F238E27FC236}">
                      <ns2:creationId id="{5FF2D634-4117-7F0B-9600-E2B11EC70213}"/>
                    </a:ext>
                  </a:extLst>
                </p:cNvPr>
                <p:cNvSpPr/>
                <p:nvPr/>
              </p:nvSpPr>
              <p:spPr>
                <a:xfrm rot="10800000">
                  <a:off x="1659200" y="5328952"/>
                  <a:ext cx="149908" cy="936000"/>
                </a:xfrm>
                <a:custGeom>
                  <a:avLst/>
                  <a:gdLst>
                    <a:gd name="connsiteX0" fmla="*/ 633877 w 1267755"/>
                    <a:gd name="connsiteY0" fmla="*/ 0 h 1029041"/>
                    <a:gd name="connsiteX1" fmla="*/ 1267755 w 1267755"/>
                    <a:gd name="connsiteY1" fmla="*/ 1029041 h 1029041"/>
                    <a:gd name="connsiteX2" fmla="*/ 0 w 1267755"/>
                    <a:gd name="connsiteY2" fmla="*/ 1029041 h 1029041"/>
                    <a:gd name="connsiteX3" fmla="*/ 633877 w 1267755"/>
                    <a:gd name="connsiteY3" fmla="*/ 0 h 10290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67755" h="1029041">
                      <a:moveTo>
                        <a:pt x="633877" y="0"/>
                      </a:moveTo>
                      <a:lnTo>
                        <a:pt x="1267755" y="1029041"/>
                      </a:lnTo>
                      <a:lnTo>
                        <a:pt x="0" y="1029041"/>
                      </a:lnTo>
                      <a:lnTo>
                        <a:pt x="633877" y="0"/>
                      </a:lnTo>
                      <a:close/>
                    </a:path>
                  </a:pathLst>
                </a:custGeom>
                <a:solidFill>
                  <a:srgbClr val="008000"/>
                </a:solidFill>
                <a:ln w="9525" cap="flat" cmpd="sng" algn="ctr">
                  <a:noFill/>
                  <a:prstDash val="solid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288000" rIns="72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ja-JP" altLang="en-US" sz="1400">
                    <a:solidFill>
                      <a:schemeClr val="bg1"/>
                    </a:solidFill>
                    <a:latin typeface="Meiryo UI" panose="020B0604030504040204" pitchFamily="34" charset="-128"/>
                    <a:ea typeface="Meiryo UI" panose="020B0604030504040204" pitchFamily="34" charset="-128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105" name="正方形/長方形 104">
                  <a:extLst>
                    <a:ext uri="{FF2B5EF4-FFF2-40B4-BE49-F238E27FC236}">
                      <ns2:creationId id="{E80E56CA-611B-7A2D-6D63-20F2F42F52A0}"/>
                    </a:ext>
                  </a:extLst>
                </p:cNvPr>
                <p:cNvSpPr/>
                <p:nvPr/>
              </p:nvSpPr>
              <p:spPr>
                <a:xfrm>
                  <a:off x="1410154" y="5724952"/>
                  <a:ext cx="648000" cy="14400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2</a:t>
                  </a:r>
                  <a:r>
                    <a:rPr kumimoji="1" lang="ja-JP" altLang="en-US" sz="12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ns2:creationId id="{EC234F64-6BD3-EBF2-3A34-A1272E0B72A3}"/>
                    </a:ext>
                  </a:extLst>
                </p:cNvPr>
                <p:cNvSpPr/>
                <p:nvPr/>
              </p:nvSpPr>
              <p:spPr>
                <a:xfrm>
                  <a:off x="2112836" y="5328952"/>
                  <a:ext cx="1008000" cy="93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)</a:t>
                  </a:r>
                </a:p>
              </p:txBody>
            </p:sp>
            <p:pic>
              <p:nvPicPr>
                <p:cNvPr id="30" name="グラフィックス 29" descr="意思決定図 単色塗りつぶし">
                  <a:extLst>
                    <a:ext uri="{FF2B5EF4-FFF2-40B4-BE49-F238E27FC236}">
                      <ns2:creationId id="{C59DF150-BCFF-A868-F401-F14387BA93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rcRect/>
                <a:stretch/>
              </p:blipFill>
              <p:spPr>
                <a:xfrm>
                  <a:off x="2832836" y="5976952"/>
                  <a:ext cx="288000" cy="28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23" name="正方形/長方形 22">
              <a:extLst>
                <a:ext uri="{FF2B5EF4-FFF2-40B4-BE49-F238E27FC236}">
                  <ns2:creationId id="{270899D4-79CD-BC27-50B1-FD2B2D1E24A4}"/>
                </a:ext>
              </a:extLst>
            </p:cNvPr>
            <p:cNvSpPr/>
            <p:nvPr/>
          </p:nvSpPr>
          <p:spPr>
            <a:xfrm>
              <a:off x="748000" y="4337716"/>
              <a:ext cx="11106000" cy="965019"/>
            </a:xfrm>
            <a:prstGeom prst="rect">
              <a:avLst/>
            </a:prstGeom>
            <a:noFill/>
            <a:ln w="38100">
              <a:solidFill>
                <a:srgbClr val="ED7D3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1400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フリーフォーム: 図形 18">
              <a:extLst>
                <a:ext uri="{FF2B5EF4-FFF2-40B4-BE49-F238E27FC236}">
                  <ns2:creationId id="{ED3ECABB-AC8D-62F2-FE83-B9BB96C03C3F}"/>
                </a:ext>
              </a:extLst>
            </p:cNvPr>
            <p:cNvSpPr>
              <a:spLocks noChangeAspect="1" noChangeArrowheads="1"/>
            </p:cNvSpPr>
            <p:nvPr/>
          </p:nvSpPr>
          <p:spPr bwMode="gray">
            <a:xfrm rot="16200000" flipV="1">
              <a:off x="351087" y="4594322"/>
              <a:ext cx="432000" cy="451806"/>
            </a:xfrm>
            <a:custGeom>
              <a:avLst/>
              <a:gdLst>
                <a:gd name="csX0" fmla="*/ 360000 w 360000"/>
                <a:gd name="csY0" fmla="*/ 376507 h 376507"/>
                <a:gd name="csX1" fmla="*/ 360000 w 360000"/>
                <a:gd name="csY1" fmla="*/ 70507 h 376507"/>
                <a:gd name="csX2" fmla="*/ 213753 w 360000"/>
                <a:gd name="csY2" fmla="*/ 70507 h 376507"/>
                <a:gd name="csX3" fmla="*/ 178499 w 360000"/>
                <a:gd name="csY3" fmla="*/ 0 h 376507"/>
                <a:gd name="csX4" fmla="*/ 143246 w 360000"/>
                <a:gd name="csY4" fmla="*/ 70507 h 376507"/>
                <a:gd name="csX5" fmla="*/ 0 w 360000"/>
                <a:gd name="csY5" fmla="*/ 70507 h 376507"/>
                <a:gd name="csX6" fmla="*/ 0 w 360000"/>
                <a:gd name="csY6" fmla="*/ 376507 h 376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60000" h="376507">
                  <a:moveTo>
                    <a:pt x="360000" y="376507"/>
                  </a:moveTo>
                  <a:lnTo>
                    <a:pt x="360000" y="70507"/>
                  </a:lnTo>
                  <a:lnTo>
                    <a:pt x="213753" y="70507"/>
                  </a:lnTo>
                  <a:lnTo>
                    <a:pt x="178499" y="0"/>
                  </a:lnTo>
                  <a:lnTo>
                    <a:pt x="143246" y="70507"/>
                  </a:lnTo>
                  <a:lnTo>
                    <a:pt x="0" y="70507"/>
                  </a:lnTo>
                  <a:lnTo>
                    <a:pt x="0" y="376507"/>
                  </a:lnTo>
                  <a:close/>
                </a:path>
              </a:pathLst>
            </a:custGeom>
            <a:solidFill>
              <a:srgbClr val="FFFFFF"/>
            </a:solidFill>
            <a:ln w="12700" algn="ctr">
              <a:solidFill>
                <a:srgbClr val="ED7D31"/>
              </a:solidFill>
              <a:miter lim="800000"/>
              <a:headEnd/>
              <a:tailEnd/>
            </a:ln>
          </p:spPr>
          <p:txBody>
            <a:bodyPr rot="10800000" vert="eaVert" wrap="square" lIns="0" tIns="18000" rIns="0" bIns="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ja-JP" sz="1100" b="1" dirty="0">
                  <a:solidFill>
                    <a:srgbClr val="ED7D31"/>
                  </a:solidFill>
                  <a:latin typeface="Meiryo UI" panose="020B0604030504040204" pitchFamily="34" charset="-128"/>
                  <a:ea typeface="Meiryo UI" panose="020B0604030504040204" pitchFamily="34" charset="-128"/>
                  <a:cs typeface="Arial" pitchFamily="34" charset="0"/>
                </a:rPr>
                <a:t>XX</a:t>
              </a:r>
              <a:endParaRPr lang="ja-JP" altLang="en-US" sz="1100" b="1" dirty="0">
                <a:solidFill>
                  <a:srgbClr val="ED7D31"/>
                </a:solidFill>
                <a:latin typeface="Meiryo UI" panose="020B0604030504040204" pitchFamily="34" charset="-128"/>
                <a:ea typeface="Meiryo UI" panose="020B0604030504040204" pitchFamily="34" charset="-128"/>
                <a:cs typeface="Arial" pitchFamily="34" charset="0"/>
              </a:endParaRPr>
            </a:p>
          </p:txBody>
        </p:sp>
        <p:cxnSp>
          <p:nvCxnSpPr>
            <p:cNvPr id="45" name="直線コネクタ 44">
              <a:extLst>
                <a:ext uri="{FF2B5EF4-FFF2-40B4-BE49-F238E27FC236}">
                  <ns2:creationId id="{04144FC1-68EA-6491-FC57-57759D86AC9D}"/>
                </a:ext>
              </a:extLst>
            </p:cNvPr>
            <p:cNvCxnSpPr>
              <a:cxnSpLocks/>
            </p:cNvCxnSpPr>
            <p:nvPr/>
          </p:nvCxnSpPr>
          <p:spPr>
            <a:xfrm>
              <a:off x="10808877" y="2346035"/>
              <a:ext cx="1044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ns2:creationId id="{5F8B2908-6C47-9837-4592-FC815437C33D}"/>
                </a:ext>
              </a:extLst>
            </p:cNvPr>
            <p:cNvCxnSpPr>
              <a:cxnSpLocks/>
            </p:cNvCxnSpPr>
            <p:nvPr/>
          </p:nvCxnSpPr>
          <p:spPr>
            <a:xfrm>
              <a:off x="10808877" y="4338528"/>
              <a:ext cx="104400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6:creationId val="4121109386"/>
      </p:ext>
    </p:extLst>
  </p:cSld>
  <p:clrMapOvr>
    <a:masterClrMapping/>
  </p:clrMapOvr>
</p:sld>
</file>

<file path=ppt/slides/slide37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45D3029B-1118-3D61-F9FF-833DBCE7B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E56AA0C-93CB-5754-0EA9-F80916E3E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3973B51-8897-985B-B717-BA41269BB8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grpSp>
        <p:nvGrpSpPr>
          <p:cNvPr id="11" name="グループ化 10">
            <a:extLst>
              <a:ext uri="{FF2B5EF4-FFF2-40B4-BE49-F238E27FC236}">
                <ns2:creationId id="{993D5AD6-A3DC-3319-4738-DBEEA7AC6DCB}"/>
              </a:ext>
            </a:extLst>
          </p:cNvPr>
          <p:cNvGrpSpPr/>
          <p:nvPr/>
        </p:nvGrpSpPr>
        <p:grpSpPr>
          <a:xfrm>
            <a:off x="3870003" y="5846884"/>
            <a:ext cx="4457068" cy="479425"/>
            <a:chOff x="3907614" y="5829300"/>
            <a:chExt cx="4457068" cy="479425"/>
          </a:xfrm>
        </p:grpSpPr>
        <p:sp>
          <p:nvSpPr>
            <p:cNvPr id="73" name="正方形/長方形 72">
              <a:extLst>
                <a:ext uri="{FF2B5EF4-FFF2-40B4-BE49-F238E27FC236}">
                  <ns2:creationId id="{F0CF26F0-86A5-7244-D1B5-C590AE55BFEB}"/>
                </a:ext>
              </a:extLst>
            </p:cNvPr>
            <p:cNvSpPr/>
            <p:nvPr/>
          </p:nvSpPr>
          <p:spPr>
            <a:xfrm>
              <a:off x="4364183" y="5829300"/>
              <a:ext cx="4000499" cy="479425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1</a:t>
              </a:r>
              <a:r>
                <a: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pic>
          <p:nvPicPr>
            <p:cNvPr id="74" name="グラフィックス 73" descr="事業の成長 単色塗りつぶし">
              <a:extLst>
                <a:ext uri="{FF2B5EF4-FFF2-40B4-BE49-F238E27FC236}">
                  <ns2:creationId id="{9AD71771-2077-3D4D-50AF-B90246B985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rcRect/>
            <a:stretch/>
          </p:blipFill>
          <p:spPr>
            <a:xfrm>
              <a:off x="3907614" y="5829300"/>
              <a:ext cx="456568" cy="479425"/>
            </a:xfrm>
            <a:prstGeom prst="rect">
              <a:avLst/>
            </a:prstGeom>
          </p:spPr>
        </p:pic>
      </p:grpSp>
      <p:grpSp>
        <p:nvGrpSpPr>
          <p:cNvPr id="43" name="グループ化 42">
            <a:extLst>
              <a:ext uri="{FF2B5EF4-FFF2-40B4-BE49-F238E27FC236}">
                <ns2:creationId id="{D172F1AA-B4C2-5149-3DD2-C53AF04532AC}"/>
              </a:ext>
            </a:extLst>
          </p:cNvPr>
          <p:cNvGrpSpPr/>
          <p:nvPr/>
        </p:nvGrpSpPr>
        <p:grpSpPr>
          <a:xfrm>
            <a:off x="334963" y="5500579"/>
            <a:ext cx="11527147" cy="375450"/>
            <a:chOff x="334963" y="5412659"/>
            <a:chExt cx="11527147" cy="37545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CDFDB78D-DB43-366B-D16F-A8F1530E236E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5600385"/>
              <a:ext cx="11527147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グループ化 76">
              <a:extLst>
                <a:ext uri="{FF2B5EF4-FFF2-40B4-BE49-F238E27FC236}">
                  <ns2:creationId id="{A75E1847-B344-03B3-B5C0-73AA4BD3FBC3}"/>
                </a:ext>
              </a:extLst>
            </p:cNvPr>
            <p:cNvGrpSpPr/>
            <p:nvPr/>
          </p:nvGrpSpPr>
          <p:grpSpPr>
            <a:xfrm rot="5400000">
              <a:off x="5910812" y="5419897"/>
              <a:ext cx="375450" cy="360974"/>
              <a:chOff x="4481975" y="4551664"/>
              <a:chExt cx="375450" cy="360974"/>
            </a:xfrm>
            <a:solidFill>
              <a:srgbClr val="008000"/>
            </a:solidFill>
          </p:grpSpPr>
          <p:sp>
            <p:nvSpPr>
              <p:cNvPr id="78" name="円/楕円 8">
                <a:extLst>
                  <a:ext uri="{FF2B5EF4-FFF2-40B4-BE49-F238E27FC236}">
                    <ns2:creationId id="{FFBB3063-2EBA-7CCA-DD08-62E06B6903D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>
                <a:off x="4481975" y="4552638"/>
                <a:ext cx="360000" cy="36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pic>
            <p:nvPicPr>
              <p:cNvPr id="79" name="グラフィックス 78">
                <a:extLst>
                  <a:ext uri="{FF2B5EF4-FFF2-40B4-BE49-F238E27FC236}">
                    <ns2:creationId id="{8F21B4C3-2CC5-0DD0-FE61-965FFD185B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 rot="16200000">
                <a:off x="4501025" y="4551664"/>
                <a:ext cx="356400" cy="356400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ns2:creationId id="{420B991B-B5C6-C83C-2EC2-E75D8F1C2A46}"/>
              </a:ext>
            </a:extLst>
          </p:cNvPr>
          <p:cNvGrpSpPr/>
          <p:nvPr/>
        </p:nvGrpSpPr>
        <p:grpSpPr>
          <a:xfrm>
            <a:off x="334962" y="1628775"/>
            <a:ext cx="11522076" cy="3834505"/>
            <a:chOff x="334962" y="1628775"/>
            <a:chExt cx="11522076" cy="3834505"/>
          </a:xfrm>
        </p:grpSpPr>
        <p:grpSp>
          <p:nvGrpSpPr>
            <p:cNvPr id="31" name="グループ化 30">
              <a:extLst>
                <a:ext uri="{FF2B5EF4-FFF2-40B4-BE49-F238E27FC236}">
                  <ns2:creationId id="{C34ED101-A3C8-66AA-8955-077F01E19D06}"/>
                </a:ext>
              </a:extLst>
            </p:cNvPr>
            <p:cNvGrpSpPr/>
            <p:nvPr/>
          </p:nvGrpSpPr>
          <p:grpSpPr>
            <a:xfrm>
              <a:off x="8464074" y="1643783"/>
              <a:ext cx="1219060" cy="243008"/>
              <a:chOff x="7010900" y="1628775"/>
              <a:chExt cx="1092208" cy="243008"/>
            </a:xfrm>
          </p:grpSpPr>
          <p:sp>
            <p:nvSpPr>
              <p:cNvPr id="26" name="テキスト ボックス 25">
                <a:extLst>
                  <a:ext uri="{FF2B5EF4-FFF2-40B4-BE49-F238E27FC236}">
                    <ns2:creationId id="{C6DC401C-B412-952F-B323-1D489391721D}"/>
                  </a:ext>
                </a:extLst>
              </p:cNvPr>
              <p:cNvSpPr txBox="1"/>
              <p:nvPr/>
            </p:nvSpPr>
            <p:spPr>
              <a:xfrm>
                <a:off x="7010900" y="1628775"/>
                <a:ext cx="1092208" cy="243008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KGI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30" name="直線コネクタ 29">
                <a:extLst>
                  <a:ext uri="{FF2B5EF4-FFF2-40B4-BE49-F238E27FC236}">
                    <ns2:creationId id="{4A2F4672-5F0B-DE43-3B55-A7CE437634EC}"/>
                  </a:ext>
                </a:extLst>
              </p:cNvPr>
              <p:cNvCxnSpPr/>
              <p:nvPr/>
            </p:nvCxnSpPr>
            <p:spPr>
              <a:xfrm>
                <a:off x="7010900" y="1871783"/>
                <a:ext cx="109220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グループ化 33">
              <a:extLst>
                <a:ext uri="{FF2B5EF4-FFF2-40B4-BE49-F238E27FC236}">
                  <ns2:creationId id="{5E24BFCA-7970-F87B-3CD6-F993447F9D38}"/>
                </a:ext>
              </a:extLst>
            </p:cNvPr>
            <p:cNvGrpSpPr/>
            <p:nvPr/>
          </p:nvGrpSpPr>
          <p:grpSpPr>
            <a:xfrm>
              <a:off x="10218420" y="1628775"/>
              <a:ext cx="1638618" cy="243008"/>
              <a:chOff x="8226649" y="1628775"/>
              <a:chExt cx="1832578" cy="243008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9D441BCA-B6FA-9F3D-DD1C-E18CC09301AC}"/>
                  </a:ext>
                </a:extLst>
              </p:cNvPr>
              <p:cNvSpPr txBox="1"/>
              <p:nvPr/>
            </p:nvSpPr>
            <p:spPr>
              <a:xfrm>
                <a:off x="8226649" y="1628775"/>
                <a:ext cx="1832578" cy="243008"/>
              </a:xfrm>
              <a:prstGeom prst="rect">
                <a:avLst/>
              </a:prstGeom>
              <a:noFill/>
            </p:spPr>
            <p:txBody>
              <a:bodyPr wrap="square" lIns="0" tIns="36000" rIns="0" bIns="36000" rtlCol="0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KPI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cxnSp>
            <p:nvCxnSpPr>
              <p:cNvPr id="33" name="直線コネクタ 32">
                <a:extLst>
                  <a:ext uri="{FF2B5EF4-FFF2-40B4-BE49-F238E27FC236}">
                    <ns2:creationId id="{27B3C4D7-CA7F-FF5E-4384-0F545D393A4B}"/>
                  </a:ext>
                </a:extLst>
              </p:cNvPr>
              <p:cNvCxnSpPr/>
              <p:nvPr/>
            </p:nvCxnSpPr>
            <p:spPr>
              <a:xfrm>
                <a:off x="8226649" y="1871783"/>
                <a:ext cx="1832578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グループ化 43">
              <a:extLst>
                <a:ext uri="{FF2B5EF4-FFF2-40B4-BE49-F238E27FC236}">
                  <ns2:creationId id="{6A1C308D-6774-71C1-6327-96F0E5E10BE1}"/>
                </a:ext>
              </a:extLst>
            </p:cNvPr>
            <p:cNvGrpSpPr/>
            <p:nvPr/>
          </p:nvGrpSpPr>
          <p:grpSpPr>
            <a:xfrm>
              <a:off x="3917398" y="1871783"/>
              <a:ext cx="4362276" cy="2913687"/>
              <a:chOff x="3917398" y="1977280"/>
              <a:chExt cx="4362276" cy="2808190"/>
            </a:xfrm>
          </p:grpSpPr>
          <p:sp>
            <p:nvSpPr>
              <p:cNvPr id="13" name="フリーフォーム: 図形 12">
                <a:extLst>
                  <a:ext uri="{FF2B5EF4-FFF2-40B4-BE49-F238E27FC236}">
                    <ns2:creationId id="{64FD05EA-51AA-1B0C-36E2-D77A9D808240}"/>
                  </a:ext>
                </a:extLst>
              </p:cNvPr>
              <p:cNvSpPr/>
              <p:nvPr/>
            </p:nvSpPr>
            <p:spPr>
              <a:xfrm rot="1342632">
                <a:off x="5567285" y="1977280"/>
                <a:ext cx="729124" cy="884258"/>
              </a:xfrm>
              <a:custGeom>
                <a:avLst/>
                <a:gdLst>
                  <a:gd name="csX0" fmla="*/ 517573 w 1035146"/>
                  <a:gd name="csY0" fmla="*/ 0 h 1255391"/>
                  <a:gd name="csX1" fmla="*/ 1035146 w 1035146"/>
                  <a:gd name="csY1" fmla="*/ 1255391 h 1255391"/>
                  <a:gd name="csX2" fmla="*/ 0 w 1035146"/>
                  <a:gd name="csY2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35146" h="1255391">
                    <a:moveTo>
                      <a:pt x="517573" y="0"/>
                    </a:moveTo>
                    <a:lnTo>
                      <a:pt x="103514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5" name="フリーフォーム: 図形 14">
                <a:extLst>
                  <a:ext uri="{FF2B5EF4-FFF2-40B4-BE49-F238E27FC236}">
                    <ns2:creationId id="{1D812146-B9FA-B7A1-B9E4-0B915CE84558}"/>
                  </a:ext>
                </a:extLst>
              </p:cNvPr>
              <p:cNvSpPr/>
              <p:nvPr/>
            </p:nvSpPr>
            <p:spPr>
              <a:xfrm rot="1342632">
                <a:off x="3917398" y="3901212"/>
                <a:ext cx="2444712" cy="884258"/>
              </a:xfrm>
              <a:custGeom>
                <a:avLst/>
                <a:gdLst>
                  <a:gd name="csX0" fmla="*/ 517573 w 3470785"/>
                  <a:gd name="csY0" fmla="*/ 0 h 1255391"/>
                  <a:gd name="csX1" fmla="*/ 2953212 w 3470785"/>
                  <a:gd name="csY1" fmla="*/ 0 h 1255391"/>
                  <a:gd name="csX2" fmla="*/ 3470785 w 3470785"/>
                  <a:gd name="csY2" fmla="*/ 1255391 h 1255391"/>
                  <a:gd name="csX3" fmla="*/ 0 w 3470785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470785" h="1255391">
                    <a:moveTo>
                      <a:pt x="517573" y="0"/>
                    </a:moveTo>
                    <a:lnTo>
                      <a:pt x="2953212" y="0"/>
                    </a:lnTo>
                    <a:lnTo>
                      <a:pt x="3470785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" name="フリーフォーム: 図形 17">
                <a:extLst>
                  <a:ext uri="{FF2B5EF4-FFF2-40B4-BE49-F238E27FC236}">
                    <ns2:creationId id="{10CB9974-75D7-F8D6-D5CE-CCBEB3ADEC9F}"/>
                  </a:ext>
                </a:extLst>
              </p:cNvPr>
              <p:cNvSpPr/>
              <p:nvPr/>
            </p:nvSpPr>
            <p:spPr>
              <a:xfrm rot="1342632">
                <a:off x="4742341" y="2939246"/>
                <a:ext cx="1586919" cy="884258"/>
              </a:xfrm>
              <a:custGeom>
                <a:avLst/>
                <a:gdLst>
                  <a:gd name="csX0" fmla="*/ 517574 w 2252966"/>
                  <a:gd name="csY0" fmla="*/ 0 h 1255391"/>
                  <a:gd name="csX1" fmla="*/ 1735393 w 2252966"/>
                  <a:gd name="csY1" fmla="*/ 0 h 1255391"/>
                  <a:gd name="csX2" fmla="*/ 2252966 w 2252966"/>
                  <a:gd name="csY2" fmla="*/ 1255391 h 1255391"/>
                  <a:gd name="csX3" fmla="*/ 0 w 2252966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2966" h="1255391">
                    <a:moveTo>
                      <a:pt x="517574" y="0"/>
                    </a:moveTo>
                    <a:lnTo>
                      <a:pt x="1735393" y="0"/>
                    </a:lnTo>
                    <a:lnTo>
                      <a:pt x="225296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0" name="フリーフォーム: 図形 19">
                <a:extLst>
                  <a:ext uri="{FF2B5EF4-FFF2-40B4-BE49-F238E27FC236}">
                    <ns2:creationId id="{2FD0B334-DF37-4906-C94F-74892648101D}"/>
                  </a:ext>
                </a:extLst>
              </p:cNvPr>
              <p:cNvSpPr/>
              <p:nvPr/>
            </p:nvSpPr>
            <p:spPr>
              <a:xfrm rot="20257368" flipH="1">
                <a:off x="5899558" y="1977280"/>
                <a:ext cx="729124" cy="884258"/>
              </a:xfrm>
              <a:custGeom>
                <a:avLst/>
                <a:gdLst>
                  <a:gd name="csX0" fmla="*/ 517573 w 1035146"/>
                  <a:gd name="csY0" fmla="*/ 0 h 1255391"/>
                  <a:gd name="csX1" fmla="*/ 1035146 w 1035146"/>
                  <a:gd name="csY1" fmla="*/ 1255391 h 1255391"/>
                  <a:gd name="csX2" fmla="*/ 0 w 1035146"/>
                  <a:gd name="csY2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35146" h="1255391">
                    <a:moveTo>
                      <a:pt x="517573" y="0"/>
                    </a:moveTo>
                    <a:lnTo>
                      <a:pt x="103514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1" name="フリーフォーム: 図形 20">
                <a:extLst>
                  <a:ext uri="{FF2B5EF4-FFF2-40B4-BE49-F238E27FC236}">
                    <ns2:creationId id="{F2EED69C-85A7-B807-1D47-50D111A19A9F}"/>
                  </a:ext>
                </a:extLst>
              </p:cNvPr>
              <p:cNvSpPr/>
              <p:nvPr/>
            </p:nvSpPr>
            <p:spPr>
              <a:xfrm rot="20257368" flipH="1">
                <a:off x="5834962" y="3901212"/>
                <a:ext cx="2444712" cy="884258"/>
              </a:xfrm>
              <a:custGeom>
                <a:avLst/>
                <a:gdLst>
                  <a:gd name="csX0" fmla="*/ 517573 w 3470785"/>
                  <a:gd name="csY0" fmla="*/ 0 h 1255391"/>
                  <a:gd name="csX1" fmla="*/ 2953212 w 3470785"/>
                  <a:gd name="csY1" fmla="*/ 0 h 1255391"/>
                  <a:gd name="csX2" fmla="*/ 3470785 w 3470785"/>
                  <a:gd name="csY2" fmla="*/ 1255391 h 1255391"/>
                  <a:gd name="csX3" fmla="*/ 0 w 3470785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470785" h="1255391">
                    <a:moveTo>
                      <a:pt x="517573" y="0"/>
                    </a:moveTo>
                    <a:lnTo>
                      <a:pt x="2953212" y="0"/>
                    </a:lnTo>
                    <a:lnTo>
                      <a:pt x="3470785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3" name="フリーフォーム: 図形 22">
                <a:extLst>
                  <a:ext uri="{FF2B5EF4-FFF2-40B4-BE49-F238E27FC236}">
                    <ns2:creationId id="{D84CB90B-B6CF-190A-A377-57ABA12E0739}"/>
                  </a:ext>
                </a:extLst>
              </p:cNvPr>
              <p:cNvSpPr/>
              <p:nvPr/>
            </p:nvSpPr>
            <p:spPr>
              <a:xfrm rot="20257368" flipH="1">
                <a:off x="5867260" y="2939246"/>
                <a:ext cx="1586919" cy="884258"/>
              </a:xfrm>
              <a:custGeom>
                <a:avLst/>
                <a:gdLst>
                  <a:gd name="csX0" fmla="*/ 517574 w 2252966"/>
                  <a:gd name="csY0" fmla="*/ 0 h 1255391"/>
                  <a:gd name="csX1" fmla="*/ 1735393 w 2252966"/>
                  <a:gd name="csY1" fmla="*/ 0 h 1255391"/>
                  <a:gd name="csX2" fmla="*/ 2252966 w 2252966"/>
                  <a:gd name="csY2" fmla="*/ 1255391 h 1255391"/>
                  <a:gd name="csX3" fmla="*/ 0 w 2252966"/>
                  <a:gd name="csY3" fmla="*/ 1255391 h 125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2966" h="1255391">
                    <a:moveTo>
                      <a:pt x="517574" y="0"/>
                    </a:moveTo>
                    <a:lnTo>
                      <a:pt x="1735393" y="0"/>
                    </a:lnTo>
                    <a:lnTo>
                      <a:pt x="2252966" y="1255391"/>
                    </a:lnTo>
                    <a:lnTo>
                      <a:pt x="0" y="1255391"/>
                    </a:lnTo>
                    <a:close/>
                  </a:path>
                </a:pathLst>
              </a:cu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ns2:creationId id="{093D717A-8A3E-9082-62C3-6A5192D04476}"/>
                  </a:ext>
                </a:extLst>
              </p:cNvPr>
              <p:cNvSpPr/>
              <p:nvPr/>
            </p:nvSpPr>
            <p:spPr>
              <a:xfrm>
                <a:off x="5218187" y="4394459"/>
                <a:ext cx="1760698" cy="36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7CC8D1CA-40BD-55F4-B641-71B521F451A6}"/>
                  </a:ext>
                </a:extLst>
              </p:cNvPr>
              <p:cNvSpPr/>
              <p:nvPr/>
            </p:nvSpPr>
            <p:spPr>
              <a:xfrm>
                <a:off x="5218188" y="3311777"/>
                <a:ext cx="1760698" cy="31826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)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96336727-BE5E-3AA6-3539-5BA2EF2A76ED}"/>
                  </a:ext>
                </a:extLst>
              </p:cNvPr>
              <p:cNvSpPr/>
              <p:nvPr/>
            </p:nvSpPr>
            <p:spPr>
              <a:xfrm>
                <a:off x="5218188" y="2324642"/>
                <a:ext cx="1760698" cy="31826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zh-TW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000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endParaRPr kumimoji="1" lang="en-US" altLang="zh-TW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</p:grpSp>
        <p:grpSp>
          <p:nvGrpSpPr>
            <p:cNvPr id="19" name="グループ化 18">
              <a:extLst>
                <a:ext uri="{FF2B5EF4-FFF2-40B4-BE49-F238E27FC236}">
                  <ns2:creationId id="{E288B124-D141-5261-6D8B-7C785A3B4EE7}"/>
                </a:ext>
              </a:extLst>
            </p:cNvPr>
            <p:cNvGrpSpPr/>
            <p:nvPr/>
          </p:nvGrpSpPr>
          <p:grpSpPr>
            <a:xfrm>
              <a:off x="334962" y="2939568"/>
              <a:ext cx="3392966" cy="1278056"/>
              <a:chOff x="334962" y="2939568"/>
              <a:chExt cx="3392966" cy="1278056"/>
            </a:xfrm>
          </p:grpSpPr>
          <p:sp>
            <p:nvSpPr>
              <p:cNvPr id="48" name="正方形/長方形 47">
                <a:extLst>
                  <a:ext uri="{FF2B5EF4-FFF2-40B4-BE49-F238E27FC236}">
                    <ns2:creationId id="{09E22AC0-BD1E-0F4C-01C2-7A5104380AEA}"/>
                  </a:ext>
                </a:extLst>
              </p:cNvPr>
              <p:cNvSpPr/>
              <p:nvPr/>
            </p:nvSpPr>
            <p:spPr>
              <a:xfrm>
                <a:off x="334962" y="2939568"/>
                <a:ext cx="3392966" cy="1278056"/>
              </a:xfrm>
              <a:prstGeom prst="rect">
                <a:avLst/>
              </a:prstGeom>
              <a:solidFill>
                <a:srgbClr val="7FBF7F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 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883DE244-8240-D251-0F2A-B6BD060E8B4A}"/>
                  </a:ext>
                </a:extLst>
              </p:cNvPr>
              <p:cNvSpPr/>
              <p:nvPr/>
            </p:nvSpPr>
            <p:spPr>
              <a:xfrm>
                <a:off x="420475" y="3323535"/>
                <a:ext cx="3221941" cy="85677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zh-TW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ns2:creationId id="{3B59BD30-40A1-A11F-F14B-471F8250790F}"/>
                </a:ext>
              </a:extLst>
            </p:cNvPr>
            <p:cNvGrpSpPr/>
            <p:nvPr/>
          </p:nvGrpSpPr>
          <p:grpSpPr>
            <a:xfrm>
              <a:off x="334962" y="1935934"/>
              <a:ext cx="3392966" cy="896312"/>
              <a:chOff x="334962" y="1935934"/>
              <a:chExt cx="3392966" cy="896312"/>
            </a:xfrm>
          </p:grpSpPr>
          <p:sp>
            <p:nvSpPr>
              <p:cNvPr id="49" name="正方形/長方形 48">
                <a:extLst>
                  <a:ext uri="{FF2B5EF4-FFF2-40B4-BE49-F238E27FC236}">
                    <ns2:creationId id="{5C945A38-1E24-19C9-0FC6-972E1E83B79B}"/>
                  </a:ext>
                </a:extLst>
              </p:cNvPr>
              <p:cNvSpPr/>
              <p:nvPr/>
            </p:nvSpPr>
            <p:spPr>
              <a:xfrm>
                <a:off x="334962" y="1935934"/>
                <a:ext cx="3392966" cy="896312"/>
              </a:xfrm>
              <a:prstGeom prst="rect">
                <a:avLst/>
              </a:prstGeom>
              <a:solidFill>
                <a:srgbClr val="CCE6C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9AA6984D-ED60-8E1F-8AEB-2F71D129A826}"/>
                  </a:ext>
                </a:extLst>
              </p:cNvPr>
              <p:cNvSpPr/>
              <p:nvPr/>
            </p:nvSpPr>
            <p:spPr>
              <a:xfrm>
                <a:off x="420475" y="2330521"/>
                <a:ext cx="3221941" cy="454701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7C72F114-6CB6-E7B8-D303-1ED4B023CD60}"/>
                  </a:ext>
                </a:extLst>
              </p:cNvPr>
              <p:cNvSpPr/>
              <p:nvPr/>
            </p:nvSpPr>
            <p:spPr>
              <a:xfrm>
                <a:off x="420475" y="2505187"/>
                <a:ext cx="3221941" cy="28003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2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(</a:t>
                </a: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  <a:p>
                <a:pPr marL="352425" marR="0" lvl="1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8000"/>
                  </a:buClr>
                  <a:buSzTx/>
                  <a:buFont typeface="Meiryo UI" panose="020B0604030504040204" pitchFamily="50" charset="-128"/>
                  <a:buChar char="-"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ns2:creationId id="{4CBE76EA-BD68-484D-7D51-F472F9FB0B8C}"/>
                </a:ext>
              </a:extLst>
            </p:cNvPr>
            <p:cNvGrpSpPr/>
            <p:nvPr/>
          </p:nvGrpSpPr>
          <p:grpSpPr>
            <a:xfrm>
              <a:off x="334962" y="4324946"/>
              <a:ext cx="3392966" cy="1138332"/>
              <a:chOff x="334962" y="4324946"/>
              <a:chExt cx="3392966" cy="1138332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77EA44DE-C736-5C91-AC90-61BD734C8980}"/>
                  </a:ext>
                </a:extLst>
              </p:cNvPr>
              <p:cNvSpPr/>
              <p:nvPr/>
            </p:nvSpPr>
            <p:spPr>
              <a:xfrm>
                <a:off x="334962" y="4324946"/>
                <a:ext cx="3392966" cy="1138332"/>
              </a:xfrm>
              <a:prstGeom prst="rect">
                <a:avLst/>
              </a:prstGeom>
              <a:solidFill>
                <a:srgbClr val="4CA64C">
                  <a:alpha val="3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b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</a:b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ns2:creationId id="{CA39C6AC-4F3A-07B0-345C-1780D00EDF45}"/>
                  </a:ext>
                </a:extLst>
              </p:cNvPr>
              <p:cNvSpPr/>
              <p:nvPr/>
            </p:nvSpPr>
            <p:spPr>
              <a:xfrm>
                <a:off x="420475" y="4727842"/>
                <a:ext cx="3221941" cy="68798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AI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)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BI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r>
                  <a:rPr kumimoji="1" lang="en-US" altLang="ja-JP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BPR</a:t>
                </a: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rgbClr val="00800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</p:grpSp>
        <p:grpSp>
          <p:nvGrpSpPr>
            <p:cNvPr id="28" name="グループ化 27">
              <a:extLst>
                <a:ext uri="{FF2B5EF4-FFF2-40B4-BE49-F238E27FC236}">
                  <ns2:creationId id="{29BEACCB-6D5A-AF35-0FC9-0C2DD1572C94}"/>
                </a:ext>
              </a:extLst>
            </p:cNvPr>
            <p:cNvGrpSpPr/>
            <p:nvPr/>
          </p:nvGrpSpPr>
          <p:grpSpPr>
            <a:xfrm>
              <a:off x="334962" y="1628775"/>
              <a:ext cx="3392966" cy="243008"/>
              <a:chOff x="334962" y="1628775"/>
              <a:chExt cx="3392966" cy="243008"/>
            </a:xfrm>
          </p:grpSpPr>
          <p:grpSp>
            <p:nvGrpSpPr>
              <p:cNvPr id="35" name="グループ化 34">
                <a:extLst>
                  <a:ext uri="{FF2B5EF4-FFF2-40B4-BE49-F238E27FC236}">
                    <ns2:creationId id="{ABF985AC-D3E7-5767-025D-DA57D428D77B}"/>
                  </a:ext>
                </a:extLst>
              </p:cNvPr>
              <p:cNvGrpSpPr/>
              <p:nvPr/>
            </p:nvGrpSpPr>
            <p:grpSpPr>
              <a:xfrm>
                <a:off x="334962" y="1628775"/>
                <a:ext cx="3392966" cy="243008"/>
                <a:chOff x="2866460" y="1628775"/>
                <a:chExt cx="1566111" cy="243008"/>
              </a:xfrm>
            </p:grpSpPr>
            <p:sp>
              <p:nvSpPr>
                <p:cNvPr id="24" name="テキスト ボックス 23">
                  <a:extLst>
                    <a:ext uri="{FF2B5EF4-FFF2-40B4-BE49-F238E27FC236}">
                      <ns2:creationId id="{CCBB0B86-6372-FD68-D9DE-017A25D1AED6}"/>
                    </a:ext>
                  </a:extLst>
                </p:cNvPr>
                <p:cNvSpPr txBox="1"/>
                <p:nvPr/>
              </p:nvSpPr>
              <p:spPr>
                <a:xfrm>
                  <a:off x="2866460" y="1628775"/>
                  <a:ext cx="1566111" cy="243008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 anchorCtr="0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</a:p>
              </p:txBody>
            </p:sp>
            <p:cxnSp>
              <p:nvCxnSpPr>
                <p:cNvPr id="29" name="直線コネクタ 28">
                  <a:extLst>
                    <a:ext uri="{FF2B5EF4-FFF2-40B4-BE49-F238E27FC236}">
                      <ns2:creationId id="{28686C86-691F-AFEB-8D8B-D543E767CBC1}"/>
                    </a:ext>
                  </a:extLst>
                </p:cNvPr>
                <p:cNvCxnSpPr/>
                <p:nvPr/>
              </p:nvCxnSpPr>
              <p:spPr>
                <a:xfrm>
                  <a:off x="2866460" y="1871783"/>
                  <a:ext cx="1566111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" name="グループ化 87">
                <a:extLst>
                  <a:ext uri="{FF2B5EF4-FFF2-40B4-BE49-F238E27FC236}">
                    <ns2:creationId id="{25B53FCE-5A02-4483-94DC-031736AC78B2}"/>
                  </a:ext>
                </a:extLst>
              </p:cNvPr>
              <p:cNvGrpSpPr/>
              <p:nvPr/>
            </p:nvGrpSpPr>
            <p:grpSpPr>
              <a:xfrm>
                <a:off x="2740894" y="1674448"/>
                <a:ext cx="987033" cy="133185"/>
                <a:chOff x="2923922" y="1674448"/>
                <a:chExt cx="987033" cy="133185"/>
              </a:xfrm>
            </p:grpSpPr>
            <p:sp>
              <p:nvSpPr>
                <p:cNvPr id="70" name="正方形/長方形 69">
                  <a:extLst>
                    <a:ext uri="{FF2B5EF4-FFF2-40B4-BE49-F238E27FC236}">
                      <ns2:creationId id="{0B9A0982-1507-A470-3292-73CFD48C0BFD}"/>
                    </a:ext>
                  </a:extLst>
                </p:cNvPr>
                <p:cNvSpPr/>
                <p:nvPr/>
              </p:nvSpPr>
              <p:spPr>
                <a:xfrm>
                  <a:off x="2923922" y="1674448"/>
                  <a:ext cx="259081" cy="133185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8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endParaRPr>
                </a:p>
              </p:txBody>
            </p:sp>
            <p:sp>
              <p:nvSpPr>
                <p:cNvPr id="87" name="正方形/長方形 86">
                  <a:extLst>
                    <a:ext uri="{FF2B5EF4-FFF2-40B4-BE49-F238E27FC236}">
                      <ns2:creationId id="{6304305B-77DF-A7D7-96D4-987CDE634413}"/>
                    </a:ext>
                  </a:extLst>
                </p:cNvPr>
                <p:cNvSpPr/>
                <p:nvPr/>
              </p:nvSpPr>
              <p:spPr>
                <a:xfrm>
                  <a:off x="3219599" y="1674448"/>
                  <a:ext cx="691356" cy="133185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8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Meiryo UI"/>
                      <a:ea typeface="Meiryo UI"/>
                      <a:cs typeface="+mn-cs"/>
                    </a:rPr>
                    <a:t>XX</a:t>
                  </a:r>
                </a:p>
              </p:txBody>
            </p:sp>
          </p:grpSp>
        </p:grpSp>
        <p:sp>
          <p:nvSpPr>
            <p:cNvPr id="89" name="正方形/長方形 88">
              <a:extLst>
                <a:ext uri="{FF2B5EF4-FFF2-40B4-BE49-F238E27FC236}">
                  <ns2:creationId id="{D813E9E6-3A35-D4A6-8C6F-D256860102D0}"/>
                </a:ext>
              </a:extLst>
            </p:cNvPr>
            <p:cNvSpPr/>
            <p:nvPr/>
          </p:nvSpPr>
          <p:spPr>
            <a:xfrm>
              <a:off x="8464074" y="2676372"/>
              <a:ext cx="1219060" cy="1238156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0" name="グループ化 9">
              <a:extLst>
                <a:ext uri="{FF2B5EF4-FFF2-40B4-BE49-F238E27FC236}">
                  <ns2:creationId id="{64D09936-0F20-43E9-3C6A-D20F3EF0B13A}"/>
                </a:ext>
              </a:extLst>
            </p:cNvPr>
            <p:cNvGrpSpPr/>
            <p:nvPr/>
          </p:nvGrpSpPr>
          <p:grpSpPr>
            <a:xfrm>
              <a:off x="10218420" y="4324947"/>
              <a:ext cx="1638618" cy="1138333"/>
              <a:chOff x="10218420" y="3767474"/>
              <a:chExt cx="1638618" cy="1448807"/>
            </a:xfrm>
            <a:solidFill>
              <a:srgbClr val="4CA64C">
                <a:alpha val="30000"/>
              </a:srgbClr>
            </a:solidFill>
          </p:grpSpPr>
          <p:sp>
            <p:nvSpPr>
              <p:cNvPr id="4" name="正方形/長方形 3">
                <a:extLst>
                  <a:ext uri="{FF2B5EF4-FFF2-40B4-BE49-F238E27FC236}">
                    <ns2:creationId id="{B2C3B6A0-CBF3-070E-13BA-12C905529494}"/>
                  </a:ext>
                </a:extLst>
              </p:cNvPr>
              <p:cNvSpPr/>
              <p:nvPr/>
            </p:nvSpPr>
            <p:spPr>
              <a:xfrm>
                <a:off x="10218420" y="3767474"/>
                <a:ext cx="1638618" cy="576755"/>
              </a:xfrm>
              <a:prstGeom prst="rect">
                <a:avLst/>
              </a:prstGeom>
              <a:grp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kumimoji="1"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kumimoji="1"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en-US" altLang="ja-JP" sz="11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ns2:creationId id="{58F45FFA-57BB-35D7-19EB-A6D7D6A1EC76}"/>
                  </a:ext>
                </a:extLst>
              </p:cNvPr>
              <p:cNvSpPr/>
              <p:nvPr/>
            </p:nvSpPr>
            <p:spPr>
              <a:xfrm>
                <a:off x="10218420" y="4418810"/>
                <a:ext cx="1638618" cy="797471"/>
              </a:xfrm>
              <a:prstGeom prst="rect">
                <a:avLst/>
              </a:prstGeom>
              <a:grp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spcAft>
                    <a:spcPts val="3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11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100" dirty="0">
                  <a:solidFill>
                    <a:schemeClr val="tx1"/>
                  </a:solidFill>
                  <a:latin typeface="+mn-ea"/>
                </a:endParaRPr>
              </a:p>
              <a:p>
                <a:pPr marL="171450" indent="-171450">
                  <a:spcAft>
                    <a:spcPts val="300"/>
                  </a:spcAft>
                  <a:buClr>
                    <a:srgbClr val="008D2E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1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sp>
          <p:nvSpPr>
            <p:cNvPr id="6" name="正方形/長方形 5">
              <a:extLst>
                <a:ext uri="{FF2B5EF4-FFF2-40B4-BE49-F238E27FC236}">
                  <ns2:creationId id="{C0BBF7BC-7495-41D4-39F3-BE25DB8AAA65}"/>
                </a:ext>
              </a:extLst>
            </p:cNvPr>
            <p:cNvSpPr/>
            <p:nvPr/>
          </p:nvSpPr>
          <p:spPr>
            <a:xfrm>
              <a:off x="10218420" y="2939568"/>
              <a:ext cx="1638618" cy="1278056"/>
            </a:xfrm>
            <a:prstGeom prst="rect">
              <a:avLst/>
            </a:prstGeom>
            <a:solidFill>
              <a:srgbClr val="7FBF7F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1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ns2:creationId id="{87DD7AFA-1EAB-D975-0584-51D22632EBCA}"/>
                </a:ext>
              </a:extLst>
            </p:cNvPr>
            <p:cNvSpPr/>
            <p:nvPr/>
          </p:nvSpPr>
          <p:spPr>
            <a:xfrm>
              <a:off x="10218420" y="1935934"/>
              <a:ext cx="1638618" cy="896312"/>
            </a:xfrm>
            <a:prstGeom prst="rect">
              <a:avLst/>
            </a:prstGeom>
            <a:solidFill>
              <a:srgbClr val="CCE6CC">
                <a:alpha val="3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+mn-ea"/>
              </a:endParaRPr>
            </a:p>
            <a:p>
              <a:pPr marL="171450" indent="-171450">
                <a:spcAft>
                  <a:spcPts val="300"/>
                </a:spcAft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8" name="コネクタ: カギ線 7">
              <a:extLst>
                <a:ext uri="{FF2B5EF4-FFF2-40B4-BE49-F238E27FC236}">
                  <ns2:creationId id="{0C9E2D62-7D9A-D1AA-D705-D6813C431537}"/>
                </a:ext>
              </a:extLst>
            </p:cNvPr>
            <p:cNvCxnSpPr>
              <a:cxnSpLocks/>
              <a:stCxn id="89" idx="3"/>
              <a:endCxn id="7" idx="1"/>
            </p:cNvCxnSpPr>
            <p:nvPr/>
          </p:nvCxnSpPr>
          <p:spPr>
            <a:xfrm flipV="1">
              <a:off x="9683134" y="2384090"/>
              <a:ext cx="535286" cy="91136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コネクタ: カギ線 11">
              <a:extLst>
                <a:ext uri="{FF2B5EF4-FFF2-40B4-BE49-F238E27FC236}">
                  <ns2:creationId id="{C353602C-8163-5557-2DEF-133A7021753F}"/>
                </a:ext>
              </a:extLst>
            </p:cNvPr>
            <p:cNvCxnSpPr>
              <a:cxnSpLocks/>
              <a:stCxn id="89" idx="3"/>
              <a:endCxn id="6" idx="1"/>
            </p:cNvCxnSpPr>
            <p:nvPr/>
          </p:nvCxnSpPr>
          <p:spPr>
            <a:xfrm>
              <a:off x="9683134" y="3295450"/>
              <a:ext cx="535286" cy="28314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コネクタ: カギ線 16">
              <a:extLst>
                <a:ext uri="{FF2B5EF4-FFF2-40B4-BE49-F238E27FC236}">
                  <ns2:creationId id="{2D911944-FBFF-C80F-27EB-ECB96FB13AE9}"/>
                </a:ext>
              </a:extLst>
            </p:cNvPr>
            <p:cNvCxnSpPr>
              <a:cxnSpLocks/>
              <a:stCxn id="89" idx="3"/>
              <a:endCxn id="4" idx="1"/>
            </p:cNvCxnSpPr>
            <p:nvPr/>
          </p:nvCxnSpPr>
          <p:spPr>
            <a:xfrm>
              <a:off x="9683134" y="3295450"/>
              <a:ext cx="535286" cy="125607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ns2:creationId id="{23718601-829C-D46E-63B2-27F65285D710}"/>
                </a:ext>
              </a:extLst>
            </p:cNvPr>
            <p:cNvCxnSpPr>
              <a:cxnSpLocks/>
              <a:stCxn id="89" idx="3"/>
              <a:endCxn id="5" idx="1"/>
            </p:cNvCxnSpPr>
            <p:nvPr/>
          </p:nvCxnSpPr>
          <p:spPr>
            <a:xfrm>
              <a:off x="9683134" y="3295450"/>
              <a:ext cx="535286" cy="185454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ns2:creationId id="{71741E52-5146-7D9A-C6F2-D5434DF55931}"/>
                </a:ext>
              </a:extLst>
            </p:cNvPr>
            <p:cNvCxnSpPr>
              <a:cxnSpLocks/>
              <a:stCxn id="89" idx="1"/>
            </p:cNvCxnSpPr>
            <p:nvPr/>
          </p:nvCxnSpPr>
          <p:spPr>
            <a:xfrm flipH="1">
              <a:off x="7503160" y="3295450"/>
              <a:ext cx="960914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ns2:creationId id="{23DD7A3C-9A03-A261-9E7F-4126879DBC40}"/>
                </a:ext>
              </a:extLst>
            </p:cNvPr>
            <p:cNvCxnSpPr>
              <a:cxnSpLocks/>
            </p:cNvCxnSpPr>
            <p:nvPr/>
          </p:nvCxnSpPr>
          <p:spPr>
            <a:xfrm>
              <a:off x="3727927" y="2195165"/>
              <a:ext cx="1692167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ns2:creationId id="{EA81A744-CA85-4FAF-51C5-F4CC72621AD2}"/>
                </a:ext>
              </a:extLst>
            </p:cNvPr>
            <p:cNvCxnSpPr>
              <a:cxnSpLocks/>
            </p:cNvCxnSpPr>
            <p:nvPr/>
          </p:nvCxnSpPr>
          <p:spPr>
            <a:xfrm>
              <a:off x="3727927" y="3124516"/>
              <a:ext cx="114887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ns2:creationId id="{094542E6-FEF0-71CD-508D-7B6624F6E97B}"/>
                </a:ext>
              </a:extLst>
            </p:cNvPr>
            <p:cNvCxnSpPr>
              <a:cxnSpLocks/>
            </p:cNvCxnSpPr>
            <p:nvPr/>
          </p:nvCxnSpPr>
          <p:spPr>
            <a:xfrm>
              <a:off x="3727927" y="4758690"/>
              <a:ext cx="114887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3443510874"/>
      </p:ext>
    </p:extLst>
  </p:cSld>
  <p:clrMapOvr>
    <a:masterClrMapping/>
  </p:clrMapOvr>
</p:sld>
</file>

<file path=ppt/slides/slide375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10E46F2-B033-271F-0F27-61EFF3991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ichtungspfeil 1">
            <a:extLst>
              <a:ext uri="{FF2B5EF4-FFF2-40B4-BE49-F238E27FC236}">
                <ns2:creationId id="{DAE26464-CB0A-5623-E4B8-3B9F9336946E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334961" y="2113665"/>
            <a:ext cx="11527485" cy="3542398"/>
          </a:xfrm>
          <a:prstGeom prst="homePlate">
            <a:avLst>
              <a:gd name="adj" fmla="val 1067360"/>
            </a:avLst>
          </a:prstGeom>
          <a:gradFill>
            <a:gsLst>
              <a:gs pos="0">
                <a:schemeClr val="accent5">
                  <a:alpha val="1000"/>
                </a:schemeClr>
              </a:gs>
              <a:gs pos="100000">
                <a:srgbClr val="008D2E">
                  <a:alpha val="75000"/>
                </a:srgbClr>
              </a:gs>
              <a:gs pos="87000">
                <a:schemeClr val="accent5">
                  <a:alpha val="20000"/>
                  <a:lumMod val="100000"/>
                </a:schemeClr>
              </a:gs>
            </a:gsLst>
            <a:lin ang="0" scaled="1"/>
          </a:gradFill>
          <a:ln w="9525" cmpd="sng">
            <a:noFill/>
            <a:prstDash val="solid"/>
            <a:miter lim="800000"/>
            <a:headEnd/>
            <a:tailEnd/>
          </a:ln>
          <a:effectLst/>
        </p:spPr>
        <p:txBody>
          <a:bodyPr lIns="90000" tIns="46800" rIns="90000" bIns="46800" anchor="ctr"/>
          <a:lstStyle/>
          <a:p>
            <a:pPr marL="0" marR="0" lvl="0" indent="3227388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ns2:creationId id="{9643C27E-BD2E-194A-6133-0FFDFF241DAE}"/>
              </a:ext>
            </a:extLst>
          </p:cNvPr>
          <p:cNvSpPr/>
          <p:nvPr/>
        </p:nvSpPr>
        <p:spPr>
          <a:xfrm>
            <a:off x="1746447" y="2113665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19" name="正方形/長方形 18">
            <a:extLst>
              <a:ext uri="{FF2B5EF4-FFF2-40B4-BE49-F238E27FC236}">
                <ns2:creationId id="{3FDAB2E4-B68C-2B20-1898-075ACD76C971}"/>
              </a:ext>
            </a:extLst>
          </p:cNvPr>
          <p:cNvSpPr/>
          <p:nvPr/>
        </p:nvSpPr>
        <p:spPr>
          <a:xfrm>
            <a:off x="342447" y="3850591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21" name="正方形/長方形 20">
            <a:extLst>
              <a:ext uri="{FF2B5EF4-FFF2-40B4-BE49-F238E27FC236}">
                <ns2:creationId id="{EDD67146-E214-977D-FFD2-DEA17A633927}"/>
              </a:ext>
            </a:extLst>
          </p:cNvPr>
          <p:cNvSpPr/>
          <p:nvPr/>
        </p:nvSpPr>
        <p:spPr>
          <a:xfrm>
            <a:off x="1746447" y="3850591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23" name="正方形/長方形 22">
            <a:extLst>
              <a:ext uri="{FF2B5EF4-FFF2-40B4-BE49-F238E27FC236}">
                <ns2:creationId id="{BED08CA4-39F2-B44B-141D-A33A38B1BFA4}"/>
              </a:ext>
            </a:extLst>
          </p:cNvPr>
          <p:cNvSpPr/>
          <p:nvPr/>
        </p:nvSpPr>
        <p:spPr>
          <a:xfrm>
            <a:off x="3132767" y="2113665"/>
            <a:ext cx="291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ns2:creationId id="{CC35001F-A02A-C8EA-07EF-1F81610F6F98}"/>
              </a:ext>
            </a:extLst>
          </p:cNvPr>
          <p:cNvSpPr/>
          <p:nvPr/>
        </p:nvSpPr>
        <p:spPr>
          <a:xfrm>
            <a:off x="3132767" y="3850591"/>
            <a:ext cx="93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ns2:creationId id="{DADE3453-F4DC-4ADB-5A56-1F72FAE8F4B9}"/>
              </a:ext>
            </a:extLst>
          </p:cNvPr>
          <p:cNvSpPr/>
          <p:nvPr/>
        </p:nvSpPr>
        <p:spPr>
          <a:xfrm>
            <a:off x="4131971" y="3850591"/>
            <a:ext cx="93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0" name="正方形/長方形 29">
            <a:extLst>
              <a:ext uri="{FF2B5EF4-FFF2-40B4-BE49-F238E27FC236}">
                <ns2:creationId id="{0B07D07F-FBDC-6984-6521-D304D3C63C7C}"/>
              </a:ext>
            </a:extLst>
          </p:cNvPr>
          <p:cNvSpPr/>
          <p:nvPr/>
        </p:nvSpPr>
        <p:spPr>
          <a:xfrm>
            <a:off x="5112767" y="3850591"/>
            <a:ext cx="936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7" name="正方形/長方形 36">
            <a:extLst>
              <a:ext uri="{FF2B5EF4-FFF2-40B4-BE49-F238E27FC236}">
                <ns2:creationId id="{F92A433C-9E58-A8AA-DBD6-4BA0FAD3EE8F}"/>
              </a:ext>
            </a:extLst>
          </p:cNvPr>
          <p:cNvSpPr/>
          <p:nvPr/>
        </p:nvSpPr>
        <p:spPr>
          <a:xfrm>
            <a:off x="6103087" y="2509665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988359AC-43EE-EF92-4AEB-207073655854}"/>
              </a:ext>
            </a:extLst>
          </p:cNvPr>
          <p:cNvSpPr/>
          <p:nvPr/>
        </p:nvSpPr>
        <p:spPr>
          <a:xfrm>
            <a:off x="6103087" y="4066591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FF2B6846-E196-81B0-95A8-3F77CD240F67}"/>
              </a:ext>
            </a:extLst>
          </p:cNvPr>
          <p:cNvSpPr/>
          <p:nvPr/>
        </p:nvSpPr>
        <p:spPr>
          <a:xfrm>
            <a:off x="9055087" y="4066591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ns2:creationId id="{E2CF0CD4-D7E2-2A44-6BFC-56D3DB0834E1}"/>
              </a:ext>
            </a:extLst>
          </p:cNvPr>
          <p:cNvSpPr/>
          <p:nvPr/>
        </p:nvSpPr>
        <p:spPr>
          <a:xfrm>
            <a:off x="9055087" y="2509665"/>
            <a:ext cx="2808000" cy="1476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ns2:creationId id="{F68A5AF5-423A-D383-1D15-AE682E335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EE073B29-6B17-748C-8FAD-F10C99B13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sp>
        <p:nvSpPr>
          <p:cNvPr id="8" name="正方形/長方形 62">
            <a:extLst>
              <a:ext uri="{FF2B5EF4-FFF2-40B4-BE49-F238E27FC236}">
                <ns2:creationId id="{B3974E19-5EAD-C86F-F146-52D5E8A9F660}"/>
              </a:ext>
            </a:extLst>
          </p:cNvPr>
          <p:cNvSpPr/>
          <p:nvPr/>
        </p:nvSpPr>
        <p:spPr>
          <a:xfrm>
            <a:off x="342447" y="1628775"/>
            <a:ext cx="2736000" cy="4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9" name="正方形/長方形 62">
            <a:extLst>
              <a:ext uri="{FF2B5EF4-FFF2-40B4-BE49-F238E27FC236}">
                <ns2:creationId id="{32B54D66-BA8A-04EC-94FE-10789D98ECDC}"/>
              </a:ext>
            </a:extLst>
          </p:cNvPr>
          <p:cNvSpPr/>
          <p:nvPr/>
        </p:nvSpPr>
        <p:spPr>
          <a:xfrm>
            <a:off x="3132767" y="1628775"/>
            <a:ext cx="2916000" cy="4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0" name="正方形/長方形 62">
            <a:extLst>
              <a:ext uri="{FF2B5EF4-FFF2-40B4-BE49-F238E27FC236}">
                <ns2:creationId id="{498CD491-0DAC-3E39-67F4-84A5FBE6E121}"/>
              </a:ext>
            </a:extLst>
          </p:cNvPr>
          <p:cNvSpPr/>
          <p:nvPr/>
        </p:nvSpPr>
        <p:spPr>
          <a:xfrm>
            <a:off x="6103087" y="1628775"/>
            <a:ext cx="5760000" cy="4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2" name="正方形/長方形 62">
            <a:extLst>
              <a:ext uri="{FF2B5EF4-FFF2-40B4-BE49-F238E27FC236}">
                <ns2:creationId id="{9B302130-9DF1-8344-F146-6D540B3F9430}"/>
              </a:ext>
            </a:extLst>
          </p:cNvPr>
          <p:cNvSpPr/>
          <p:nvPr/>
        </p:nvSpPr>
        <p:spPr>
          <a:xfrm>
            <a:off x="6116276" y="2113665"/>
            <a:ext cx="5868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ns2:creationId id="{D8441BF3-32B6-E069-2EA6-745B8A2C7A83}"/>
              </a:ext>
            </a:extLst>
          </p:cNvPr>
          <p:cNvSpPr/>
          <p:nvPr/>
        </p:nvSpPr>
        <p:spPr>
          <a:xfrm>
            <a:off x="342447" y="5656063"/>
            <a:ext cx="1008000" cy="648000"/>
          </a:xfrm>
          <a:prstGeom prst="rect">
            <a:avLst/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6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4" name="正方形/長方形 33">
            <a:extLst>
              <a:ext uri="{FF2B5EF4-FFF2-40B4-BE49-F238E27FC236}">
                <ns2:creationId id="{7F93545D-E80D-66A8-12A9-6161712B211B}"/>
              </a:ext>
            </a:extLst>
          </p:cNvPr>
          <p:cNvSpPr/>
          <p:nvPr/>
        </p:nvSpPr>
        <p:spPr>
          <a:xfrm>
            <a:off x="1350447" y="5656063"/>
            <a:ext cx="10512000" cy="648000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6B79BFE7-7DEE-D54F-011A-09AFD163A52E}"/>
              </a:ext>
            </a:extLst>
          </p:cNvPr>
          <p:cNvSpPr/>
          <p:nvPr/>
        </p:nvSpPr>
        <p:spPr>
          <a:xfrm>
            <a:off x="6144629" y="3157684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ns2:creationId id="{0E09C165-9BED-5F13-B3D3-00BE7E3D368B}"/>
              </a:ext>
            </a:extLst>
          </p:cNvPr>
          <p:cNvSpPr/>
          <p:nvPr/>
        </p:nvSpPr>
        <p:spPr>
          <a:xfrm>
            <a:off x="6144629" y="3572519"/>
            <a:ext cx="360000" cy="396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ns2:creationId id="{E464A489-510F-CC0C-0E62-15CAF02FE98C}"/>
              </a:ext>
            </a:extLst>
          </p:cNvPr>
          <p:cNvSpPr/>
          <p:nvPr/>
        </p:nvSpPr>
        <p:spPr>
          <a:xfrm>
            <a:off x="6504629" y="3157684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ns2:creationId id="{7B69C343-D714-F0C8-3A62-3EB1F08E058E}"/>
              </a:ext>
            </a:extLst>
          </p:cNvPr>
          <p:cNvSpPr/>
          <p:nvPr/>
        </p:nvSpPr>
        <p:spPr>
          <a:xfrm>
            <a:off x="6504629" y="3572519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ns2:creationId id="{519ABC2B-381C-759B-4222-939A1135D15E}"/>
              </a:ext>
            </a:extLst>
          </p:cNvPr>
          <p:cNvSpPr/>
          <p:nvPr/>
        </p:nvSpPr>
        <p:spPr>
          <a:xfrm>
            <a:off x="6138919" y="4683302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ns2:creationId id="{4D084EBB-AEB2-F226-28AC-48CFCAC954BF}"/>
              </a:ext>
            </a:extLst>
          </p:cNvPr>
          <p:cNvSpPr/>
          <p:nvPr/>
        </p:nvSpPr>
        <p:spPr>
          <a:xfrm>
            <a:off x="6138919" y="5101943"/>
            <a:ext cx="360000" cy="432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CE7E6512-865E-8E6E-550A-7846B29A924F}"/>
              </a:ext>
            </a:extLst>
          </p:cNvPr>
          <p:cNvSpPr/>
          <p:nvPr/>
        </p:nvSpPr>
        <p:spPr>
          <a:xfrm>
            <a:off x="6498919" y="5101943"/>
            <a:ext cx="237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4391662D-C50A-AAD9-422D-EA4BAC6F83D4}"/>
              </a:ext>
            </a:extLst>
          </p:cNvPr>
          <p:cNvSpPr/>
          <p:nvPr/>
        </p:nvSpPr>
        <p:spPr>
          <a:xfrm>
            <a:off x="6498919" y="4683302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ns2:creationId id="{923EFAD7-A706-EE57-EE68-A656E39C3F72}"/>
              </a:ext>
            </a:extLst>
          </p:cNvPr>
          <p:cNvSpPr/>
          <p:nvPr/>
        </p:nvSpPr>
        <p:spPr>
          <a:xfrm>
            <a:off x="9096145" y="4683302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ns2:creationId id="{F01A6D13-C4D1-1438-0D5A-7EB35D040A69}"/>
              </a:ext>
            </a:extLst>
          </p:cNvPr>
          <p:cNvSpPr/>
          <p:nvPr/>
        </p:nvSpPr>
        <p:spPr>
          <a:xfrm>
            <a:off x="9096145" y="5101943"/>
            <a:ext cx="360000" cy="432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4" name="正方形/長方形 53">
            <a:extLst>
              <a:ext uri="{FF2B5EF4-FFF2-40B4-BE49-F238E27FC236}">
                <ns2:creationId id="{84C5E9E0-20FC-BB49-8179-A0E1B1ADCB8C}"/>
              </a:ext>
            </a:extLst>
          </p:cNvPr>
          <p:cNvSpPr/>
          <p:nvPr/>
        </p:nvSpPr>
        <p:spPr>
          <a:xfrm>
            <a:off x="9456144" y="5101943"/>
            <a:ext cx="237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KPI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FD6887E7-B19B-BCFC-4F60-5A2C2B176E91}"/>
              </a:ext>
            </a:extLst>
          </p:cNvPr>
          <p:cNvSpPr/>
          <p:nvPr/>
        </p:nvSpPr>
        <p:spPr>
          <a:xfrm>
            <a:off x="9456144" y="4683302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CMO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ns2:creationId id="{7E10F697-4845-5732-6C15-0F96504BB24F}"/>
              </a:ext>
            </a:extLst>
          </p:cNvPr>
          <p:cNvSpPr/>
          <p:nvPr/>
        </p:nvSpPr>
        <p:spPr>
          <a:xfrm>
            <a:off x="9096144" y="3158543"/>
            <a:ext cx="360000" cy="396000"/>
          </a:xfrm>
          <a:prstGeom prst="rect">
            <a:avLst/>
          </a:prstGeom>
          <a:solidFill>
            <a:schemeClr val="accent3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ns2:creationId id="{BAC46431-BC45-D0EB-1B25-67BA74FDED97}"/>
              </a:ext>
            </a:extLst>
          </p:cNvPr>
          <p:cNvSpPr/>
          <p:nvPr/>
        </p:nvSpPr>
        <p:spPr>
          <a:xfrm>
            <a:off x="9096144" y="3573378"/>
            <a:ext cx="360000" cy="396000"/>
          </a:xfrm>
          <a:prstGeom prst="rect">
            <a:avLst/>
          </a:prstGeom>
          <a:solidFill>
            <a:schemeClr val="accent5"/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ns2:creationId id="{088044BC-8B87-B964-C67B-A51B6AD944C5}"/>
              </a:ext>
            </a:extLst>
          </p:cNvPr>
          <p:cNvSpPr/>
          <p:nvPr/>
        </p:nvSpPr>
        <p:spPr>
          <a:xfrm>
            <a:off x="9456144" y="3158543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ns2:creationId id="{56DB9800-E063-3670-33CD-EA2D869F2970}"/>
              </a:ext>
            </a:extLst>
          </p:cNvPr>
          <p:cNvSpPr/>
          <p:nvPr/>
        </p:nvSpPr>
        <p:spPr>
          <a:xfrm>
            <a:off x="9456144" y="3573378"/>
            <a:ext cx="2376000" cy="39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pic>
        <p:nvPicPr>
          <p:cNvPr id="64" name="グラフィックス 63" descr="ペン 単色塗りつぶし">
            <a:extLst>
              <a:ext uri="{FF2B5EF4-FFF2-40B4-BE49-F238E27FC236}">
                <ns2:creationId id="{5B0BF98E-582E-719A-C2F5-A1AF5C1EB4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3"/>
              </a:ext>
            </a:extLst>
          </a:blip>
          <a:stretch>
            <a:fillRect/>
          </a:stretch>
        </p:blipFill>
        <p:spPr>
          <a:xfrm>
            <a:off x="2742822" y="3489090"/>
            <a:ext cx="288000" cy="288000"/>
          </a:xfrm>
          <a:prstGeom prst="rect">
            <a:avLst/>
          </a:prstGeom>
        </p:spPr>
      </p:pic>
      <p:pic>
        <p:nvPicPr>
          <p:cNvPr id="70" name="グラフィックス 69" descr="クリップボード 単色塗りつぶし">
            <a:extLst>
              <a:ext uri="{FF2B5EF4-FFF2-40B4-BE49-F238E27FC236}">
                <ns2:creationId id="{44F8337A-7606-19AE-4D07-E2857AB507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4"/>
              </a:ext>
            </a:extLst>
          </a:blip>
          <a:stretch>
            <a:fillRect/>
          </a:stretch>
        </p:blipFill>
        <p:spPr>
          <a:xfrm>
            <a:off x="4732347" y="5216491"/>
            <a:ext cx="288000" cy="288000"/>
          </a:xfrm>
          <a:prstGeom prst="rect">
            <a:avLst/>
          </a:prstGeom>
        </p:spPr>
      </p:pic>
      <p:pic>
        <p:nvPicPr>
          <p:cNvPr id="74" name="グラフィックス 73" descr="手のひらと植物 単色塗りつぶし">
            <a:extLst>
              <a:ext uri="{FF2B5EF4-FFF2-40B4-BE49-F238E27FC236}">
                <ns2:creationId id="{35456081-B103-0CF2-3B28-D3FDD9B01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5"/>
              </a:ext>
            </a:extLst>
          </a:blip>
          <a:stretch>
            <a:fillRect/>
          </a:stretch>
        </p:blipFill>
        <p:spPr>
          <a:xfrm>
            <a:off x="7363087" y="4114216"/>
            <a:ext cx="288000" cy="288000"/>
          </a:xfrm>
          <a:prstGeom prst="rect">
            <a:avLst/>
          </a:prstGeom>
        </p:spPr>
      </p:pic>
      <p:pic>
        <p:nvPicPr>
          <p:cNvPr id="76" name="グラフィックス 75" descr="葉 単色塗りつぶし">
            <a:extLst>
              <a:ext uri="{FF2B5EF4-FFF2-40B4-BE49-F238E27FC236}">
                <ns2:creationId id="{8A0C6E5F-F4B7-1416-8F7D-A0725CA44A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6"/>
              </a:ext>
            </a:extLst>
          </a:blip>
          <a:stretch>
            <a:fillRect/>
          </a:stretch>
        </p:blipFill>
        <p:spPr>
          <a:xfrm>
            <a:off x="7363087" y="2557290"/>
            <a:ext cx="288000" cy="288000"/>
          </a:xfrm>
          <a:prstGeom prst="rect">
            <a:avLst/>
          </a:prstGeom>
        </p:spPr>
      </p:pic>
      <p:pic>
        <p:nvPicPr>
          <p:cNvPr id="78" name="グラフィックス 77" descr="ユーザー 単色塗りつぶし">
            <a:extLst>
              <a:ext uri="{FF2B5EF4-FFF2-40B4-BE49-F238E27FC236}">
                <ns2:creationId id="{4F490B1B-6C43-D55B-C2E7-D8AD9E4BF0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7"/>
              </a:ext>
            </a:extLst>
          </a:blip>
          <a:stretch>
            <a:fillRect/>
          </a:stretch>
        </p:blipFill>
        <p:spPr>
          <a:xfrm>
            <a:off x="5713142" y="5216491"/>
            <a:ext cx="288000" cy="288000"/>
          </a:xfrm>
          <a:prstGeom prst="rect">
            <a:avLst/>
          </a:prstGeom>
        </p:spPr>
      </p:pic>
      <p:pic>
        <p:nvPicPr>
          <p:cNvPr id="80" name="グラフィックス 79" descr="キー 単色塗りつぶし">
            <a:extLst>
              <a:ext uri="{FF2B5EF4-FFF2-40B4-BE49-F238E27FC236}">
                <ns2:creationId id="{5782B172-F7B1-A028-AD3E-C5603FFB6B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8"/>
              </a:ext>
            </a:extLst>
          </a:blip>
          <a:stretch>
            <a:fillRect/>
          </a:stretch>
        </p:blipFill>
        <p:spPr>
          <a:xfrm>
            <a:off x="3733143" y="5216491"/>
            <a:ext cx="288000" cy="288000"/>
          </a:xfrm>
          <a:prstGeom prst="rect">
            <a:avLst/>
          </a:prstGeom>
        </p:spPr>
      </p:pic>
      <p:pic>
        <p:nvPicPr>
          <p:cNvPr id="82" name="グラフィックス 81" descr="ロック 単色塗りつぶし">
            <a:extLst>
              <a:ext uri="{FF2B5EF4-FFF2-40B4-BE49-F238E27FC236}">
                <ns2:creationId id="{5EF55190-419C-3B85-1BAC-E1B8A1418E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9"/>
              </a:ext>
            </a:extLst>
          </a:blip>
          <a:stretch>
            <a:fillRect/>
          </a:stretch>
        </p:blipFill>
        <p:spPr>
          <a:xfrm>
            <a:off x="2742822" y="5216491"/>
            <a:ext cx="288000" cy="288000"/>
          </a:xfrm>
          <a:prstGeom prst="rect">
            <a:avLst/>
          </a:prstGeom>
        </p:spPr>
      </p:pic>
      <p:pic>
        <p:nvPicPr>
          <p:cNvPr id="86" name="グラフィックス 85" descr="ブロックチェーン 単色塗りつぶし">
            <a:extLst>
              <a:ext uri="{FF2B5EF4-FFF2-40B4-BE49-F238E27FC236}">
                <ns2:creationId id="{3297163D-8106-A9A2-E14F-BF39CCFFE8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0"/>
              </a:ext>
            </a:extLst>
          </a:blip>
          <a:stretch>
            <a:fillRect/>
          </a:stretch>
        </p:blipFill>
        <p:spPr>
          <a:xfrm>
            <a:off x="1338822" y="5216492"/>
            <a:ext cx="288000" cy="288000"/>
          </a:xfrm>
          <a:prstGeom prst="rect">
            <a:avLst/>
          </a:prstGeom>
        </p:spPr>
      </p:pic>
      <p:pic>
        <p:nvPicPr>
          <p:cNvPr id="88" name="グラフィックス 87" descr="サーバー 単色塗りつぶし">
            <a:extLst>
              <a:ext uri="{FF2B5EF4-FFF2-40B4-BE49-F238E27FC236}">
                <ns2:creationId id="{D49467CA-5926-0071-2605-C18C94B39A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1"/>
              </a:ext>
            </a:extLst>
          </a:blip>
          <a:stretch>
            <a:fillRect/>
          </a:stretch>
        </p:blipFill>
        <p:spPr>
          <a:xfrm>
            <a:off x="10315087" y="4114216"/>
            <a:ext cx="288000" cy="288000"/>
          </a:xfrm>
          <a:prstGeom prst="rect">
            <a:avLst/>
          </a:prstGeom>
        </p:spPr>
      </p:pic>
      <p:pic>
        <p:nvPicPr>
          <p:cNvPr id="92" name="グラフィックス 91" descr="棒グラフ 単色塗りつぶし">
            <a:extLst>
              <a:ext uri="{FF2B5EF4-FFF2-40B4-BE49-F238E27FC236}">
                <ns2:creationId id="{9D00F3F9-4FAC-C847-5EE7-9BF0A52C3D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2"/>
              </a:ext>
            </a:extLst>
          </a:blip>
          <a:stretch>
            <a:fillRect/>
          </a:stretch>
        </p:blipFill>
        <p:spPr>
          <a:xfrm>
            <a:off x="10315087" y="2557290"/>
            <a:ext cx="288000" cy="288000"/>
          </a:xfrm>
          <a:prstGeom prst="rect">
            <a:avLst/>
          </a:prstGeom>
        </p:spPr>
      </p:pic>
      <p:pic>
        <p:nvPicPr>
          <p:cNvPr id="94" name="グラフィックス 93" descr="折り紙 単色塗りつぶし">
            <a:extLst>
              <a:ext uri="{FF2B5EF4-FFF2-40B4-BE49-F238E27FC236}">
                <ns2:creationId id="{304E6D4D-998B-44E6-A4DB-4666694713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3"/>
              </a:ext>
            </a:extLst>
          </a:blip>
          <a:stretch>
            <a:fillRect/>
          </a:stretch>
        </p:blipFill>
        <p:spPr>
          <a:xfrm>
            <a:off x="3300419" y="1682775"/>
            <a:ext cx="324000" cy="324000"/>
          </a:xfrm>
          <a:prstGeom prst="rect">
            <a:avLst/>
          </a:prstGeom>
        </p:spPr>
      </p:pic>
      <p:pic>
        <p:nvPicPr>
          <p:cNvPr id="96" name="グラフィックス 95" descr="世界 単色塗りつぶし">
            <a:extLst>
              <a:ext uri="{FF2B5EF4-FFF2-40B4-BE49-F238E27FC236}">
                <ns2:creationId id="{662A3071-ED43-101E-FE0F-283089B336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4"/>
              </a:ext>
            </a:extLst>
          </a:blip>
          <a:stretch>
            <a:fillRect/>
          </a:stretch>
        </p:blipFill>
        <p:spPr>
          <a:xfrm>
            <a:off x="512899" y="1682775"/>
            <a:ext cx="324000" cy="324000"/>
          </a:xfrm>
          <a:prstGeom prst="rect">
            <a:avLst/>
          </a:prstGeom>
        </p:spPr>
      </p:pic>
      <p:pic>
        <p:nvPicPr>
          <p:cNvPr id="98" name="グラフィックス 97" descr="的中 単色塗りつぶし">
            <a:extLst>
              <a:ext uri="{FF2B5EF4-FFF2-40B4-BE49-F238E27FC236}">
                <ns2:creationId id="{7CA89AE5-6ADB-7334-89FF-2342FC7A2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5"/>
              </a:ext>
            </a:extLst>
          </a:blip>
          <a:stretch>
            <a:fillRect/>
          </a:stretch>
        </p:blipFill>
        <p:spPr>
          <a:xfrm>
            <a:off x="468313" y="5836063"/>
            <a:ext cx="288000" cy="288000"/>
          </a:xfrm>
          <a:prstGeom prst="rect">
            <a:avLst/>
          </a:prstGeom>
        </p:spPr>
      </p:pic>
      <p:pic>
        <p:nvPicPr>
          <p:cNvPr id="100" name="グラフィックス 99" descr="バッジ: チェックマーク 1 単色塗りつぶし">
            <a:extLst>
              <a:ext uri="{FF2B5EF4-FFF2-40B4-BE49-F238E27FC236}">
                <ns2:creationId id="{96C275DC-C57A-E811-ACE3-50DF4E056E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6"/>
              </a:ext>
            </a:extLst>
          </a:blip>
          <a:stretch>
            <a:fillRect/>
          </a:stretch>
        </p:blipFill>
        <p:spPr>
          <a:xfrm>
            <a:off x="5713142" y="3489091"/>
            <a:ext cx="288000" cy="288000"/>
          </a:xfrm>
          <a:prstGeom prst="rect">
            <a:avLst/>
          </a:prstGeom>
        </p:spPr>
      </p:pic>
      <p:pic>
        <p:nvPicPr>
          <p:cNvPr id="102" name="グラフィックス 101" descr="都市 単色塗りつぶし">
            <a:extLst>
              <a:ext uri="{FF2B5EF4-FFF2-40B4-BE49-F238E27FC236}">
                <ns2:creationId id="{1D1485E1-12A4-4D4D-4F5E-0431389CDD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7"/>
              </a:ext>
            </a:extLst>
          </a:blip>
          <a:stretch>
            <a:fillRect/>
          </a:stretch>
        </p:blipFill>
        <p:spPr>
          <a:xfrm>
            <a:off x="6254815" y="1682775"/>
            <a:ext cx="324000" cy="3240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ns2:creationId id="{419AAAC0-8E57-B2F8-A878-C87110C3C90A}"/>
              </a:ext>
            </a:extLst>
          </p:cNvPr>
          <p:cNvSpPr/>
          <p:nvPr/>
        </p:nvSpPr>
        <p:spPr>
          <a:xfrm>
            <a:off x="342447" y="2113665"/>
            <a:ext cx="1332000" cy="1692000"/>
          </a:xfrm>
          <a:prstGeom prst="rect">
            <a:avLst/>
          </a:prstGeom>
          <a:solidFill>
            <a:schemeClr val="accent6">
              <a:alpha val="1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pic>
        <p:nvPicPr>
          <p:cNvPr id="90" name="グラフィックス 89" descr="クラウド コンピューティング 単色塗りつぶし">
            <a:extLst>
              <a:ext uri="{FF2B5EF4-FFF2-40B4-BE49-F238E27FC236}">
                <ns2:creationId id="{505ADC3E-6803-B887-FFB1-3A998094B2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8"/>
              </a:ext>
            </a:extLst>
          </a:blip>
          <a:stretch>
            <a:fillRect/>
          </a:stretch>
        </p:blipFill>
        <p:spPr>
          <a:xfrm>
            <a:off x="1338822" y="3489091"/>
            <a:ext cx="288000" cy="2880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ns2:creationId id="{C71A1C72-70FB-1D80-7AD2-E5440874042A}"/>
              </a:ext>
            </a:extLst>
          </p:cNvPr>
          <p:cNvSpPr/>
          <p:nvPr/>
        </p:nvSpPr>
        <p:spPr>
          <a:xfrm>
            <a:off x="1746447" y="2622200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ns2:creationId id="{E1B05BC7-78B5-033A-9AF5-E5F46E08F0BE}"/>
              </a:ext>
            </a:extLst>
          </p:cNvPr>
          <p:cNvSpPr/>
          <p:nvPr/>
        </p:nvSpPr>
        <p:spPr>
          <a:xfrm>
            <a:off x="342447" y="4344954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ns2:creationId id="{EB59B8B2-21F3-1678-1210-BF1FED1A6C6C}"/>
              </a:ext>
            </a:extLst>
          </p:cNvPr>
          <p:cNvSpPr/>
          <p:nvPr/>
        </p:nvSpPr>
        <p:spPr>
          <a:xfrm>
            <a:off x="1746447" y="4344954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ns2:creationId id="{0EBB9C71-5D06-EBA8-4D19-555E4AC4C7AE}"/>
              </a:ext>
            </a:extLst>
          </p:cNvPr>
          <p:cNvSpPr/>
          <p:nvPr/>
        </p:nvSpPr>
        <p:spPr>
          <a:xfrm>
            <a:off x="3132767" y="2966781"/>
            <a:ext cx="2916000" cy="54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ns2:creationId id="{76DA462C-642D-1439-9655-6F1DD8E38B41}"/>
              </a:ext>
            </a:extLst>
          </p:cNvPr>
          <p:cNvSpPr/>
          <p:nvPr/>
        </p:nvSpPr>
        <p:spPr>
          <a:xfrm>
            <a:off x="3132767" y="4426591"/>
            <a:ext cx="936000" cy="111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ns2:creationId id="{D04E1FF3-729D-9F98-90CF-C2FFC00DE5D4}"/>
              </a:ext>
            </a:extLst>
          </p:cNvPr>
          <p:cNvSpPr/>
          <p:nvPr/>
        </p:nvSpPr>
        <p:spPr>
          <a:xfrm>
            <a:off x="4131971" y="4426591"/>
            <a:ext cx="936000" cy="111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ns2:creationId id="{747274D1-42F8-9D27-CB42-794D5BCBE74E}"/>
              </a:ext>
            </a:extLst>
          </p:cNvPr>
          <p:cNvSpPr/>
          <p:nvPr/>
        </p:nvSpPr>
        <p:spPr>
          <a:xfrm>
            <a:off x="5112767" y="4426591"/>
            <a:ext cx="936000" cy="1116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ns2:creationId id="{12A4F5D8-B99D-0267-3ACB-E392F77FC677}"/>
              </a:ext>
            </a:extLst>
          </p:cNvPr>
          <p:cNvSpPr/>
          <p:nvPr/>
        </p:nvSpPr>
        <p:spPr>
          <a:xfrm>
            <a:off x="342447" y="2622200"/>
            <a:ext cx="1332000" cy="100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</p:spTree>
    <p:extLst>
      <p:ext uri="{BB962C8B-B14F-4D97-AF65-F5344CB8AC3E}">
        <ns5:creationId val="2392127265"/>
      </p:ext>
    </p:extLst>
  </p:cSld>
  <p:clrMapOvr>
    <a:masterClrMapping/>
  </p:clrMapOvr>
</p:sld>
</file>

<file path=ppt/slides/slide376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BC2306D-C0AC-AACF-110E-0A2D79835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6ECF74F-9D78-B623-8CFB-695CE49D7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78383146-E811-CAF9-15C8-FE2EEC68F4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>
                <a:latin typeface="+mn-ea"/>
                <a:ea typeface="+mn-ea"/>
              </a:rPr>
              <a:t>XX</a:t>
            </a:r>
            <a:r>
              <a:rPr kumimoji="1" lang="ja-JP" altLang="en-US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43" name="正方形/長方形 62">
            <a:extLst>
              <a:ext uri="{FF2B5EF4-FFF2-40B4-BE49-F238E27FC236}">
                <ns2:creationId id="{E042563F-9A39-5EF6-C9D8-A85E74FD1E81}"/>
              </a:ext>
            </a:extLst>
          </p:cNvPr>
          <p:cNvSpPr/>
          <p:nvPr/>
        </p:nvSpPr>
        <p:spPr>
          <a:xfrm>
            <a:off x="488489" y="2220917"/>
            <a:ext cx="7776000" cy="151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4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4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endParaRPr kumimoji="1" lang="en-US" altLang="ja-JP" sz="11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4" name="円: 塗りつぶしなし 43">
            <a:extLst>
              <a:ext uri="{FF2B5EF4-FFF2-40B4-BE49-F238E27FC236}">
                <ns2:creationId id="{D1BFC118-2E19-0453-A7F4-7DCF1B006D56}"/>
              </a:ext>
            </a:extLst>
          </p:cNvPr>
          <p:cNvSpPr/>
          <p:nvPr/>
        </p:nvSpPr>
        <p:spPr>
          <a:xfrm rot="2700000">
            <a:off x="3832298" y="2631918"/>
            <a:ext cx="1036689" cy="1037742"/>
          </a:xfrm>
          <a:prstGeom prst="donut">
            <a:avLst>
              <a:gd name="adj" fmla="val 2010"/>
            </a:avLst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8" name="正方形/長方形 62">
            <a:extLst>
              <a:ext uri="{FF2B5EF4-FFF2-40B4-BE49-F238E27FC236}">
                <ns2:creationId id="{44BC0E93-2C60-D345-095F-ECDCC33BE3E8}"/>
              </a:ext>
            </a:extLst>
          </p:cNvPr>
          <p:cNvSpPr/>
          <p:nvPr/>
        </p:nvSpPr>
        <p:spPr>
          <a:xfrm>
            <a:off x="513073" y="3879117"/>
            <a:ext cx="3744000" cy="118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</a:p>
        </p:txBody>
      </p:sp>
      <p:sp>
        <p:nvSpPr>
          <p:cNvPr id="59" name="background">
            <a:extLst>
              <a:ext uri="{FF2B5EF4-FFF2-40B4-BE49-F238E27FC236}">
                <ns2:creationId id="{67673E81-CB81-9951-0C14-4A9F7791C0EF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47663" y="3769837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2" name="正方形/長方形 62">
            <a:extLst>
              <a:ext uri="{FF2B5EF4-FFF2-40B4-BE49-F238E27FC236}">
                <ns2:creationId id="{D893189C-3F33-EAB2-A39A-2C78C69E0CAE}"/>
              </a:ext>
            </a:extLst>
          </p:cNvPr>
          <p:cNvSpPr/>
          <p:nvPr/>
        </p:nvSpPr>
        <p:spPr>
          <a:xfrm>
            <a:off x="513073" y="5197788"/>
            <a:ext cx="7740000" cy="11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3" name="background">
            <a:extLst>
              <a:ext uri="{FF2B5EF4-FFF2-40B4-BE49-F238E27FC236}">
                <ns2:creationId id="{1A3CD3B0-CDB9-A222-DEF8-68C0E9C661A8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347663" y="5124281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4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7" name="正方形/長方形 62">
            <a:extLst>
              <a:ext uri="{FF2B5EF4-FFF2-40B4-BE49-F238E27FC236}">
                <ns2:creationId id="{2ED71E5B-A429-8287-CE35-DFCF907F05A3}"/>
              </a:ext>
            </a:extLst>
          </p:cNvPr>
          <p:cNvSpPr/>
          <p:nvPr/>
        </p:nvSpPr>
        <p:spPr>
          <a:xfrm>
            <a:off x="861350" y="2652067"/>
            <a:ext cx="27720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9" name="正方形/長方形 62">
            <a:extLst>
              <a:ext uri="{FF2B5EF4-FFF2-40B4-BE49-F238E27FC236}">
                <ns2:creationId id="{5EE2BBA4-2760-70B6-2ADD-1C326397ECB7}"/>
              </a:ext>
            </a:extLst>
          </p:cNvPr>
          <p:cNvSpPr/>
          <p:nvPr/>
        </p:nvSpPr>
        <p:spPr>
          <a:xfrm>
            <a:off x="861350" y="3201134"/>
            <a:ext cx="27720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1" name="正方形/長方形 62">
            <a:extLst>
              <a:ext uri="{FF2B5EF4-FFF2-40B4-BE49-F238E27FC236}">
                <ns2:creationId id="{30D71B88-701D-6248-502B-8BA1D7641F8E}"/>
              </a:ext>
            </a:extLst>
          </p:cNvPr>
          <p:cNvSpPr/>
          <p:nvPr/>
        </p:nvSpPr>
        <p:spPr>
          <a:xfrm>
            <a:off x="5006119" y="2652067"/>
            <a:ext cx="3061482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2" name="正方形/長方形 62">
            <a:extLst>
              <a:ext uri="{FF2B5EF4-FFF2-40B4-BE49-F238E27FC236}">
                <ns2:creationId id="{99CA0EF0-4F76-33FB-22E2-3E8C5AC0C124}"/>
              </a:ext>
            </a:extLst>
          </p:cNvPr>
          <p:cNvSpPr/>
          <p:nvPr/>
        </p:nvSpPr>
        <p:spPr>
          <a:xfrm>
            <a:off x="5006119" y="3201134"/>
            <a:ext cx="2772000" cy="46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3" name="正方形/長方形 72">
            <a:extLst>
              <a:ext uri="{FF2B5EF4-FFF2-40B4-BE49-F238E27FC236}">
                <ns2:creationId id="{0B8DA641-83DB-99BA-15CE-4E4E96598B00}"/>
              </a:ext>
            </a:extLst>
          </p:cNvPr>
          <p:cNvSpPr/>
          <p:nvPr/>
        </p:nvSpPr>
        <p:spPr>
          <a:xfrm>
            <a:off x="709029" y="4270701"/>
            <a:ext cx="684000" cy="180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・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</a:t>
            </a:r>
          </a:p>
        </p:txBody>
      </p:sp>
      <p:sp>
        <p:nvSpPr>
          <p:cNvPr id="74" name="正方形/長方形 73">
            <a:extLst>
              <a:ext uri="{FF2B5EF4-FFF2-40B4-BE49-F238E27FC236}">
                <ns2:creationId id="{7EA78541-1274-1812-C6D7-CC3DAE131D4F}"/>
              </a:ext>
            </a:extLst>
          </p:cNvPr>
          <p:cNvSpPr/>
          <p:nvPr/>
        </p:nvSpPr>
        <p:spPr>
          <a:xfrm>
            <a:off x="709029" y="4470868"/>
            <a:ext cx="684000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</a:t>
            </a:r>
          </a:p>
        </p:txBody>
      </p:sp>
      <p:sp>
        <p:nvSpPr>
          <p:cNvPr id="75" name="正方形/長方形 74">
            <a:extLst>
              <a:ext uri="{FF2B5EF4-FFF2-40B4-BE49-F238E27FC236}">
                <ns2:creationId id="{C1061BEC-4294-7CC0-B366-929E1A99E6A9}"/>
              </a:ext>
            </a:extLst>
          </p:cNvPr>
          <p:cNvSpPr/>
          <p:nvPr/>
        </p:nvSpPr>
        <p:spPr>
          <a:xfrm>
            <a:off x="1393029" y="4270701"/>
            <a:ext cx="2808000" cy="18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ns2:creationId id="{34380D20-470B-6B14-B107-BD74908DF5EF}"/>
              </a:ext>
            </a:extLst>
          </p:cNvPr>
          <p:cNvSpPr/>
          <p:nvPr/>
        </p:nvSpPr>
        <p:spPr>
          <a:xfrm>
            <a:off x="1393029" y="4470868"/>
            <a:ext cx="2808000" cy="28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7" name="正方形/長方形 76">
            <a:extLst>
              <a:ext uri="{FF2B5EF4-FFF2-40B4-BE49-F238E27FC236}">
                <ns2:creationId id="{0CBF98EF-AF33-8409-B94F-9DA5A4FA507A}"/>
              </a:ext>
            </a:extLst>
          </p:cNvPr>
          <p:cNvSpPr/>
          <p:nvPr/>
        </p:nvSpPr>
        <p:spPr>
          <a:xfrm>
            <a:off x="718555" y="4777918"/>
            <a:ext cx="3492000" cy="2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Tx/>
              <a:buFont typeface="Yu Gothic" panose="020B0400000000000000" pitchFamily="34" charset="-128"/>
              <a:buChar char="※"/>
              <a:tabLst/>
              <a:defRPr/>
            </a:pP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8" name="正方形/長方形 62">
            <a:extLst>
              <a:ext uri="{FF2B5EF4-FFF2-40B4-BE49-F238E27FC236}">
                <ns2:creationId id="{122DA47D-BE7E-A82F-773A-750C95AC95E4}"/>
              </a:ext>
            </a:extLst>
          </p:cNvPr>
          <p:cNvSpPr/>
          <p:nvPr/>
        </p:nvSpPr>
        <p:spPr>
          <a:xfrm>
            <a:off x="4509073" y="3879117"/>
            <a:ext cx="3744000" cy="118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</a:p>
        </p:txBody>
      </p:sp>
      <p:sp>
        <p:nvSpPr>
          <p:cNvPr id="61" name="background">
            <a:extLst>
              <a:ext uri="{FF2B5EF4-FFF2-40B4-BE49-F238E27FC236}">
                <ns2:creationId id="{67F16494-9152-FF06-FE89-855918EF00F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4324037" y="3769837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79" name="正方形/長方形 78">
            <a:extLst>
              <a:ext uri="{FF2B5EF4-FFF2-40B4-BE49-F238E27FC236}">
                <ns2:creationId id="{0AD15969-68D8-3D34-8915-71F00DB3454B}"/>
              </a:ext>
            </a:extLst>
          </p:cNvPr>
          <p:cNvSpPr/>
          <p:nvPr/>
        </p:nvSpPr>
        <p:spPr>
          <a:xfrm>
            <a:off x="4665796" y="4375386"/>
            <a:ext cx="828000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0" name="正方形/長方形 79">
            <a:extLst>
              <a:ext uri="{FF2B5EF4-FFF2-40B4-BE49-F238E27FC236}">
                <ns2:creationId id="{E3E2AEAC-ED25-4127-9ADE-9A13F58A042F}"/>
              </a:ext>
            </a:extLst>
          </p:cNvPr>
          <p:cNvSpPr/>
          <p:nvPr/>
        </p:nvSpPr>
        <p:spPr>
          <a:xfrm>
            <a:off x="4665796" y="4690491"/>
            <a:ext cx="828000" cy="28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ns2:creationId id="{E33883CD-34DE-1B24-E8D4-0E572536B275}"/>
              </a:ext>
            </a:extLst>
          </p:cNvPr>
          <p:cNvSpPr/>
          <p:nvPr/>
        </p:nvSpPr>
        <p:spPr>
          <a:xfrm>
            <a:off x="5493796" y="4375386"/>
            <a:ext cx="2700000" cy="28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lang="ja-JP" altLang="en-US" sz="900" dirty="0">
                <a:solidFill>
                  <a:prstClr val="black"/>
                </a:solidFill>
                <a:latin typeface="Meiryo UI"/>
                <a:ea typeface="Meiryo UI"/>
              </a:rPr>
              <a:t> 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2" name="正方形/長方形 81">
            <a:extLst>
              <a:ext uri="{FF2B5EF4-FFF2-40B4-BE49-F238E27FC236}">
                <ns2:creationId id="{3ABA84B7-3E02-F5E1-A069-F98091EA6C72}"/>
              </a:ext>
            </a:extLst>
          </p:cNvPr>
          <p:cNvSpPr/>
          <p:nvPr/>
        </p:nvSpPr>
        <p:spPr>
          <a:xfrm>
            <a:off x="5493796" y="4690491"/>
            <a:ext cx="2700000" cy="288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/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96" name="正方形/長方形 62">
            <a:extLst>
              <a:ext uri="{FF2B5EF4-FFF2-40B4-BE49-F238E27FC236}">
                <ns2:creationId id="{C155DC93-B812-F7AA-2659-5403DC871E58}"/>
              </a:ext>
            </a:extLst>
          </p:cNvPr>
          <p:cNvSpPr/>
          <p:nvPr/>
        </p:nvSpPr>
        <p:spPr>
          <a:xfrm>
            <a:off x="513073" y="5197788"/>
            <a:ext cx="2520000" cy="11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97" name="AutoShape 2">
            <a:extLst>
              <a:ext uri="{FF2B5EF4-FFF2-40B4-BE49-F238E27FC236}">
                <ns2:creationId id="{256CE9C8-5EDC-46C2-68D2-54A4E92A0A2B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 rot="10800000" flipH="1">
            <a:off x="8392486" y="3239427"/>
            <a:ext cx="357219" cy="1964705"/>
          </a:xfrm>
          <a:prstGeom prst="homePlate">
            <a:avLst>
              <a:gd name="adj" fmla="val 100000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ns2:creationId id="{8CEA22E8-7564-77C1-140B-3479CCA75782}"/>
              </a:ext>
            </a:extLst>
          </p:cNvPr>
          <p:cNvGrpSpPr/>
          <p:nvPr/>
        </p:nvGrpSpPr>
        <p:grpSpPr>
          <a:xfrm>
            <a:off x="8877703" y="2129768"/>
            <a:ext cx="2963305" cy="4184020"/>
            <a:chOff x="8877703" y="2129768"/>
            <a:chExt cx="2963305" cy="4184020"/>
          </a:xfrm>
        </p:grpSpPr>
        <p:sp>
          <p:nvSpPr>
            <p:cNvPr id="64" name="正方形/長方形 62">
              <a:extLst>
                <a:ext uri="{FF2B5EF4-FFF2-40B4-BE49-F238E27FC236}">
                  <ns2:creationId id="{C87B084C-CCCD-2BBD-3B5B-629597A89A6F}"/>
                </a:ext>
              </a:extLst>
            </p:cNvPr>
            <p:cNvSpPr/>
            <p:nvPr/>
          </p:nvSpPr>
          <p:spPr>
            <a:xfrm>
              <a:off x="8877703" y="2129768"/>
              <a:ext cx="699072" cy="432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65" name="正方形/長方形 62">
              <a:extLst>
                <a:ext uri="{FF2B5EF4-FFF2-40B4-BE49-F238E27FC236}">
                  <ns2:creationId id="{5717F16A-EAD3-BFA7-B24E-04C040B165F9}"/>
                </a:ext>
              </a:extLst>
            </p:cNvPr>
            <p:cNvSpPr/>
            <p:nvPr/>
          </p:nvSpPr>
          <p:spPr>
            <a:xfrm>
              <a:off x="9612775" y="2129768"/>
              <a:ext cx="2228231" cy="432000"/>
            </a:xfrm>
            <a:prstGeom prst="rect">
              <a:avLst/>
            </a:prstGeom>
            <a:solidFill>
              <a:schemeClr val="accent5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8" name="正方形/長方形 62">
              <a:extLst>
                <a:ext uri="{FF2B5EF4-FFF2-40B4-BE49-F238E27FC236}">
                  <ns2:creationId id="{90F3BF5C-1BC3-475A-B8BF-442DEA7C57C7}"/>
                </a:ext>
              </a:extLst>
            </p:cNvPr>
            <p:cNvSpPr/>
            <p:nvPr/>
          </p:nvSpPr>
          <p:spPr>
            <a:xfrm>
              <a:off x="8877704" y="2600220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9" name="正方形/長方形 62">
              <a:extLst>
                <a:ext uri="{FF2B5EF4-FFF2-40B4-BE49-F238E27FC236}">
                  <ns2:creationId id="{234EF001-DF68-F850-2369-8DB3F407DD12}"/>
                </a:ext>
              </a:extLst>
            </p:cNvPr>
            <p:cNvSpPr/>
            <p:nvPr/>
          </p:nvSpPr>
          <p:spPr>
            <a:xfrm>
              <a:off x="9612776" y="2600220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lang="en-US" altLang="zh-TW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zh-TW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00" name="正方形/長方形 62">
              <a:extLst>
                <a:ext uri="{FF2B5EF4-FFF2-40B4-BE49-F238E27FC236}">
                  <ns2:creationId id="{62492E50-10FE-5FAA-DCBE-15176BDC309C}"/>
                </a:ext>
              </a:extLst>
            </p:cNvPr>
            <p:cNvSpPr/>
            <p:nvPr/>
          </p:nvSpPr>
          <p:spPr>
            <a:xfrm>
              <a:off x="8877704" y="3574076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1" name="正方形/長方形 62">
              <a:extLst>
                <a:ext uri="{FF2B5EF4-FFF2-40B4-BE49-F238E27FC236}">
                  <ns2:creationId id="{2F8150F5-EEB9-3BAE-A119-078CA802082F}"/>
                </a:ext>
              </a:extLst>
            </p:cNvPr>
            <p:cNvSpPr/>
            <p:nvPr/>
          </p:nvSpPr>
          <p:spPr>
            <a:xfrm>
              <a:off x="9612776" y="3574076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2" name="正方形/長方形 62">
              <a:extLst>
                <a:ext uri="{FF2B5EF4-FFF2-40B4-BE49-F238E27FC236}">
                  <ns2:creationId id="{70D722A0-A970-9BA1-8CB0-E97ACC4C9160}"/>
                </a:ext>
              </a:extLst>
            </p:cNvPr>
            <p:cNvSpPr/>
            <p:nvPr/>
          </p:nvSpPr>
          <p:spPr>
            <a:xfrm>
              <a:off x="8877704" y="4547932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3" name="正方形/長方形 62">
              <a:extLst>
                <a:ext uri="{FF2B5EF4-FFF2-40B4-BE49-F238E27FC236}">
                  <ns2:creationId id="{CBE1BD96-ABCF-D1A7-3063-C0EB1DF1D16C}"/>
                </a:ext>
              </a:extLst>
            </p:cNvPr>
            <p:cNvSpPr/>
            <p:nvPr/>
          </p:nvSpPr>
          <p:spPr>
            <a:xfrm>
              <a:off x="9612776" y="4547932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br>
                <a:rPr lang="en-US" altLang="ja-JP" sz="1300" dirty="0">
                  <a:solidFill>
                    <a:srgbClr val="008D2E"/>
                  </a:solidFill>
                  <a:latin typeface="Meiryo UI"/>
                  <a:ea typeface="Meiryo UI"/>
                </a:rPr>
              </a:b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4" name="正方形/長方形 62">
              <a:extLst>
                <a:ext uri="{FF2B5EF4-FFF2-40B4-BE49-F238E27FC236}">
                  <ns2:creationId id="{973DD317-F07E-6082-0433-B79C1E06037B}"/>
                </a:ext>
              </a:extLst>
            </p:cNvPr>
            <p:cNvSpPr/>
            <p:nvPr/>
          </p:nvSpPr>
          <p:spPr>
            <a:xfrm>
              <a:off x="8877704" y="5521788"/>
              <a:ext cx="699072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288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05" name="正方形/長方形 62">
              <a:extLst>
                <a:ext uri="{FF2B5EF4-FFF2-40B4-BE49-F238E27FC236}">
                  <ns2:creationId id="{144E21AB-4A9C-BF96-1230-8CF0D7E3FBDE}"/>
                </a:ext>
              </a:extLst>
            </p:cNvPr>
            <p:cNvSpPr/>
            <p:nvPr/>
          </p:nvSpPr>
          <p:spPr>
            <a:xfrm>
              <a:off x="9612776" y="5521788"/>
              <a:ext cx="2228231" cy="792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lang="en-US" altLang="ja-JP" sz="1300" dirty="0">
                <a:solidFill>
                  <a:schemeClr val="tx1"/>
                </a:solidFill>
                <a:latin typeface="Meiryo UI"/>
                <a:ea typeface="Meiryo UI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►"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07" name="直線コネクタ 106">
              <a:extLst>
                <a:ext uri="{FF2B5EF4-FFF2-40B4-BE49-F238E27FC236}">
                  <ns2:creationId id="{B188C40E-B8B1-D156-3946-F11F4464F926}"/>
                </a:ext>
              </a:extLst>
            </p:cNvPr>
            <p:cNvCxnSpPr>
              <a:cxnSpLocks/>
            </p:cNvCxnSpPr>
            <p:nvPr/>
          </p:nvCxnSpPr>
          <p:spPr>
            <a:xfrm>
              <a:off x="9612774" y="3483148"/>
              <a:ext cx="222823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コネクタ 107">
              <a:extLst>
                <a:ext uri="{FF2B5EF4-FFF2-40B4-BE49-F238E27FC236}">
                  <ns2:creationId id="{BD90DD8F-CFD0-926C-D7F0-4077B307041D}"/>
                </a:ext>
              </a:extLst>
            </p:cNvPr>
            <p:cNvCxnSpPr>
              <a:cxnSpLocks/>
            </p:cNvCxnSpPr>
            <p:nvPr/>
          </p:nvCxnSpPr>
          <p:spPr>
            <a:xfrm>
              <a:off x="9612777" y="4457004"/>
              <a:ext cx="222823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ns2:creationId id="{0853920C-69B8-1990-A693-A10F44B0F8D1}"/>
                </a:ext>
              </a:extLst>
            </p:cNvPr>
            <p:cNvCxnSpPr>
              <a:cxnSpLocks/>
            </p:cNvCxnSpPr>
            <p:nvPr/>
          </p:nvCxnSpPr>
          <p:spPr>
            <a:xfrm>
              <a:off x="9612777" y="5430860"/>
              <a:ext cx="2228231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ns2:creationId id="{96CE215D-40CD-1E54-45AC-F67BF0626B9E}"/>
                </a:ext>
              </a:extLst>
            </p:cNvPr>
            <p:cNvCxnSpPr/>
            <p:nvPr/>
          </p:nvCxnSpPr>
          <p:spPr>
            <a:xfrm>
              <a:off x="8877703" y="3483148"/>
              <a:ext cx="6990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ns2:creationId id="{059A980D-244C-90ED-C8EB-38BF2AF2A71C}"/>
                </a:ext>
              </a:extLst>
            </p:cNvPr>
            <p:cNvCxnSpPr/>
            <p:nvPr/>
          </p:nvCxnSpPr>
          <p:spPr>
            <a:xfrm>
              <a:off x="8877703" y="4457004"/>
              <a:ext cx="6990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ns2:creationId id="{E2487961-44D9-45B6-5648-100269CB9FB6}"/>
                </a:ext>
              </a:extLst>
            </p:cNvPr>
            <p:cNvCxnSpPr/>
            <p:nvPr/>
          </p:nvCxnSpPr>
          <p:spPr>
            <a:xfrm>
              <a:off x="8877703" y="5430860"/>
              <a:ext cx="699072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5" name="グラフィックス 114" descr="小槌 単色塗りつぶし">
              <a:extLst>
                <a:ext uri="{FF2B5EF4-FFF2-40B4-BE49-F238E27FC236}">
                  <ns2:creationId id="{60D8B4D3-6A77-0B55-51C1-B56A28DC4A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7"/>
                </a:ext>
              </a:extLst>
            </a:blip>
            <a:stretch>
              <a:fillRect/>
            </a:stretch>
          </p:blipFill>
          <p:spPr>
            <a:xfrm>
              <a:off x="9083239" y="2716576"/>
              <a:ext cx="288000" cy="288000"/>
            </a:xfrm>
            <a:prstGeom prst="rect">
              <a:avLst/>
            </a:prstGeom>
          </p:spPr>
        </p:pic>
        <p:pic>
          <p:nvPicPr>
            <p:cNvPr id="121" name="グラフィックス 120" descr="棒グラフ 単色塗りつぶし">
              <a:extLst>
                <a:ext uri="{FF2B5EF4-FFF2-40B4-BE49-F238E27FC236}">
                  <ns2:creationId id="{CC3D32AB-C177-1BCE-06AE-AE833CE016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8"/>
                </a:ext>
              </a:extLst>
            </a:blip>
            <a:stretch>
              <a:fillRect/>
            </a:stretch>
          </p:blipFill>
          <p:spPr>
            <a:xfrm>
              <a:off x="9083239" y="3709326"/>
              <a:ext cx="288000" cy="288000"/>
            </a:xfrm>
            <a:prstGeom prst="rect">
              <a:avLst/>
            </a:prstGeom>
          </p:spPr>
        </p:pic>
        <p:pic>
          <p:nvPicPr>
            <p:cNvPr id="123" name="グラフィックス 122" descr="基本図形 単色塗りつぶし">
              <a:extLst>
                <a:ext uri="{FF2B5EF4-FFF2-40B4-BE49-F238E27FC236}">
                  <ns2:creationId id="{8B1BE156-4DE7-8568-1AE8-C3337887A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9"/>
                </a:ext>
              </a:extLst>
            </a:blip>
            <a:stretch>
              <a:fillRect/>
            </a:stretch>
          </p:blipFill>
          <p:spPr>
            <a:xfrm>
              <a:off x="9083240" y="5674548"/>
              <a:ext cx="288000" cy="288000"/>
            </a:xfrm>
            <a:prstGeom prst="rect">
              <a:avLst/>
            </a:prstGeom>
          </p:spPr>
        </p:pic>
        <p:pic>
          <p:nvPicPr>
            <p:cNvPr id="127" name="グラフィックス 126" descr="チェックリスト 単色塗りつぶし">
              <a:extLst>
                <a:ext uri="{FF2B5EF4-FFF2-40B4-BE49-F238E27FC236}">
                  <ns2:creationId id="{A4034DE2-556E-15B7-8AA1-0DECF55AE3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0"/>
                </a:ext>
              </a:extLst>
            </a:blip>
            <a:stretch>
              <a:fillRect/>
            </a:stretch>
          </p:blipFill>
          <p:spPr>
            <a:xfrm>
              <a:off x="9083239" y="4658810"/>
              <a:ext cx="288000" cy="288000"/>
            </a:xfrm>
            <a:prstGeom prst="rect">
              <a:avLst/>
            </a:prstGeom>
          </p:spPr>
        </p:pic>
      </p:grpSp>
      <p:grpSp>
        <p:nvGrpSpPr>
          <p:cNvPr id="11" name="グループ化 10">
            <a:extLst>
              <a:ext uri="{FF2B5EF4-FFF2-40B4-BE49-F238E27FC236}">
                <ns2:creationId id="{A4516F2F-A8F0-0401-F5FD-1B7166544320}"/>
              </a:ext>
            </a:extLst>
          </p:cNvPr>
          <p:cNvGrpSpPr/>
          <p:nvPr/>
        </p:nvGrpSpPr>
        <p:grpSpPr>
          <a:xfrm>
            <a:off x="8877703" y="1628775"/>
            <a:ext cx="2963304" cy="432000"/>
            <a:chOff x="8877703" y="1628775"/>
            <a:chExt cx="2963304" cy="432000"/>
          </a:xfrm>
        </p:grpSpPr>
        <p:sp>
          <p:nvSpPr>
            <p:cNvPr id="7" name="正方形/長方形 62">
              <a:extLst>
                <a:ext uri="{FF2B5EF4-FFF2-40B4-BE49-F238E27FC236}">
                  <ns2:creationId id="{42F8324A-B75A-04F8-7B2B-93F0727C95CF}"/>
                </a:ext>
              </a:extLst>
            </p:cNvPr>
            <p:cNvSpPr/>
            <p:nvPr/>
          </p:nvSpPr>
          <p:spPr>
            <a:xfrm>
              <a:off x="8877703" y="1628775"/>
              <a:ext cx="2963304" cy="432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31" name="グラフィックス 130" descr="手当て 単色塗りつぶし">
              <a:extLst>
                <a:ext uri="{FF2B5EF4-FFF2-40B4-BE49-F238E27FC236}">
                  <ns2:creationId id="{45D95F00-9E3F-3023-A338-A6D991670F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1"/>
                </a:ext>
              </a:extLst>
            </a:blip>
            <a:stretch>
              <a:fillRect/>
            </a:stretch>
          </p:blipFill>
          <p:spPr>
            <a:xfrm>
              <a:off x="9013735" y="1664775"/>
              <a:ext cx="360000" cy="360000"/>
            </a:xfrm>
            <a:prstGeom prst="rect">
              <a:avLst/>
            </a:prstGeom>
          </p:spPr>
        </p:pic>
      </p:grpSp>
      <p:grpSp>
        <p:nvGrpSpPr>
          <p:cNvPr id="12" name="グループ化 11">
            <a:extLst>
              <a:ext uri="{FF2B5EF4-FFF2-40B4-BE49-F238E27FC236}">
                <ns2:creationId id="{9BB9832B-93E7-95DD-7048-5B9F8BEBF526}"/>
              </a:ext>
            </a:extLst>
          </p:cNvPr>
          <p:cNvGrpSpPr/>
          <p:nvPr/>
        </p:nvGrpSpPr>
        <p:grpSpPr>
          <a:xfrm>
            <a:off x="342447" y="1628775"/>
            <a:ext cx="7920000" cy="432000"/>
            <a:chOff x="342447" y="1628775"/>
            <a:chExt cx="7920000" cy="432000"/>
          </a:xfrm>
        </p:grpSpPr>
        <p:sp>
          <p:nvSpPr>
            <p:cNvPr id="5" name="正方形/長方形 62">
              <a:extLst>
                <a:ext uri="{FF2B5EF4-FFF2-40B4-BE49-F238E27FC236}">
                  <ns2:creationId id="{D51D286F-4892-1331-AAE3-6D9AC4835334}"/>
                </a:ext>
              </a:extLst>
            </p:cNvPr>
            <p:cNvSpPr/>
            <p:nvPr/>
          </p:nvSpPr>
          <p:spPr>
            <a:xfrm>
              <a:off x="342447" y="1628775"/>
              <a:ext cx="7920000" cy="432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33" name="グラフィックス 132" descr="ペン 単色塗りつぶし">
              <a:extLst>
                <a:ext uri="{FF2B5EF4-FFF2-40B4-BE49-F238E27FC236}">
                  <ns2:creationId id="{BAC663B8-4031-2E21-9274-3AD06A4730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2"/>
                </a:ext>
              </a:extLst>
            </a:blip>
            <a:stretch>
              <a:fillRect/>
            </a:stretch>
          </p:blipFill>
          <p:spPr>
            <a:xfrm>
              <a:off x="488489" y="1664775"/>
              <a:ext cx="360000" cy="360000"/>
            </a:xfrm>
            <a:prstGeom prst="rect">
              <a:avLst/>
            </a:prstGeom>
          </p:spPr>
        </p:pic>
      </p:grpSp>
      <p:pic>
        <p:nvPicPr>
          <p:cNvPr id="137" name="グラフィックス 136" descr="矢印付きの円 単色塗りつぶし">
            <a:extLst>
              <a:ext uri="{FF2B5EF4-FFF2-40B4-BE49-F238E27FC236}">
                <ns2:creationId id="{0D4260D8-8509-640F-70DA-BC557D3B8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13"/>
              </a:ext>
            </a:extLst>
          </a:blip>
          <a:stretch>
            <a:fillRect/>
          </a:stretch>
        </p:blipFill>
        <p:spPr>
          <a:xfrm>
            <a:off x="1171620" y="7102487"/>
            <a:ext cx="288000" cy="288000"/>
          </a:xfrm>
          <a:prstGeom prst="rect">
            <a:avLst/>
          </a:prstGeom>
        </p:spPr>
      </p:pic>
      <p:grpSp>
        <p:nvGrpSpPr>
          <p:cNvPr id="146" name="グループ化 145">
            <a:extLst>
              <a:ext uri="{FF2B5EF4-FFF2-40B4-BE49-F238E27FC236}">
                <ns2:creationId id="{7FC67DC4-3717-6326-1F95-4447FB036956}"/>
              </a:ext>
            </a:extLst>
          </p:cNvPr>
          <p:cNvGrpSpPr/>
          <p:nvPr/>
        </p:nvGrpSpPr>
        <p:grpSpPr>
          <a:xfrm>
            <a:off x="3761457" y="2629227"/>
            <a:ext cx="360000" cy="360000"/>
            <a:chOff x="3786041" y="2629227"/>
            <a:chExt cx="360000" cy="360000"/>
          </a:xfrm>
        </p:grpSpPr>
        <p:sp>
          <p:nvSpPr>
            <p:cNvPr id="49" name="フローチャート: 結合子 48">
              <a:extLst>
                <a:ext uri="{FF2B5EF4-FFF2-40B4-BE49-F238E27FC236}">
                  <ns2:creationId id="{FC115556-844E-8BAF-16E8-30A74DE3B8C0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786041" y="2629227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39" name="グラフィックス 138" descr="教室 単色塗りつぶし">
              <a:extLst>
                <a:ext uri="{FF2B5EF4-FFF2-40B4-BE49-F238E27FC236}">
                  <ns2:creationId id="{9DA628CE-3DA2-D2A9-E321-805334CF62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4"/>
                </a:ext>
              </a:extLst>
            </a:blip>
            <a:stretch>
              <a:fillRect/>
            </a:stretch>
          </p:blipFill>
          <p:spPr>
            <a:xfrm>
              <a:off x="3858040" y="2701226"/>
              <a:ext cx="216000" cy="216000"/>
            </a:xfrm>
            <a:prstGeom prst="rect">
              <a:avLst/>
            </a:prstGeom>
          </p:spPr>
        </p:pic>
      </p:grpSp>
      <p:grpSp>
        <p:nvGrpSpPr>
          <p:cNvPr id="147" name="グループ化 146">
            <a:extLst>
              <a:ext uri="{FF2B5EF4-FFF2-40B4-BE49-F238E27FC236}">
                <ns2:creationId id="{B8C0853D-5AA8-A3ED-BE92-7694DBA3B355}"/>
              </a:ext>
            </a:extLst>
          </p:cNvPr>
          <p:cNvGrpSpPr/>
          <p:nvPr/>
        </p:nvGrpSpPr>
        <p:grpSpPr>
          <a:xfrm>
            <a:off x="3761457" y="3288465"/>
            <a:ext cx="360000" cy="360000"/>
            <a:chOff x="3786041" y="3288465"/>
            <a:chExt cx="360000" cy="360000"/>
          </a:xfrm>
        </p:grpSpPr>
        <p:sp>
          <p:nvSpPr>
            <p:cNvPr id="51" name="フローチャート: 結合子 50">
              <a:extLst>
                <a:ext uri="{FF2B5EF4-FFF2-40B4-BE49-F238E27FC236}">
                  <ns2:creationId id="{2EA95B15-5D6C-6552-84D5-60E67C40120F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786041" y="3288465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41" name="グラフィックス 140" descr="完了 単色塗りつぶし">
              <a:extLst>
                <a:ext uri="{FF2B5EF4-FFF2-40B4-BE49-F238E27FC236}">
                  <ns2:creationId id="{821EE4B6-C7CC-4C34-6678-5B1F5E3C73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5"/>
                </a:ext>
              </a:extLst>
            </a:blip>
            <a:stretch>
              <a:fillRect/>
            </a:stretch>
          </p:blipFill>
          <p:spPr>
            <a:xfrm>
              <a:off x="3858040" y="3360465"/>
              <a:ext cx="216000" cy="216000"/>
            </a:xfrm>
            <a:prstGeom prst="rect">
              <a:avLst/>
            </a:prstGeom>
          </p:spPr>
        </p:pic>
      </p:grpSp>
      <p:grpSp>
        <p:nvGrpSpPr>
          <p:cNvPr id="149" name="グループ化 148">
            <a:extLst>
              <a:ext uri="{FF2B5EF4-FFF2-40B4-BE49-F238E27FC236}">
                <ns2:creationId id="{CDCE7CAA-A13D-0C94-39B7-6766CF64BA83}"/>
              </a:ext>
            </a:extLst>
          </p:cNvPr>
          <p:cNvGrpSpPr/>
          <p:nvPr/>
        </p:nvGrpSpPr>
        <p:grpSpPr>
          <a:xfrm>
            <a:off x="4530331" y="3288464"/>
            <a:ext cx="360000" cy="360000"/>
            <a:chOff x="4554915" y="3288464"/>
            <a:chExt cx="360000" cy="360000"/>
          </a:xfrm>
        </p:grpSpPr>
        <p:sp>
          <p:nvSpPr>
            <p:cNvPr id="47" name="フローチャート: 結合子 46">
              <a:extLst>
                <a:ext uri="{FF2B5EF4-FFF2-40B4-BE49-F238E27FC236}">
                  <ns2:creationId id="{1FBE0FC9-E38B-C4DE-F5B5-DCD895B9E714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4554915" y="3288464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43" name="グラフィックス 142" descr="ホールド ジェスチャ 単色塗りつぶし">
              <a:extLst>
                <a:ext uri="{FF2B5EF4-FFF2-40B4-BE49-F238E27FC236}">
                  <ns2:creationId id="{C3645BAB-710F-4BD8-0EFA-0322890FFD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6"/>
                </a:ext>
              </a:extLst>
            </a:blip>
            <a:stretch>
              <a:fillRect/>
            </a:stretch>
          </p:blipFill>
          <p:spPr>
            <a:xfrm>
              <a:off x="4626914" y="3360464"/>
              <a:ext cx="216000" cy="216000"/>
            </a:xfrm>
            <a:prstGeom prst="rect">
              <a:avLst/>
            </a:prstGeom>
          </p:spPr>
        </p:pic>
      </p:grpSp>
      <p:grpSp>
        <p:nvGrpSpPr>
          <p:cNvPr id="148" name="グループ化 147">
            <a:extLst>
              <a:ext uri="{FF2B5EF4-FFF2-40B4-BE49-F238E27FC236}">
                <ns2:creationId id="{31C32410-570F-0104-F609-C3AEB1FF5AFA}"/>
              </a:ext>
            </a:extLst>
          </p:cNvPr>
          <p:cNvGrpSpPr/>
          <p:nvPr/>
        </p:nvGrpSpPr>
        <p:grpSpPr>
          <a:xfrm>
            <a:off x="4530331" y="2629227"/>
            <a:ext cx="360000" cy="360000"/>
            <a:chOff x="4554915" y="2629227"/>
            <a:chExt cx="360000" cy="360000"/>
          </a:xfrm>
        </p:grpSpPr>
        <p:sp>
          <p:nvSpPr>
            <p:cNvPr id="45" name="フローチャート: 結合子 44">
              <a:extLst>
                <a:ext uri="{FF2B5EF4-FFF2-40B4-BE49-F238E27FC236}">
                  <ns2:creationId id="{F7B75EBF-8239-F8A0-A39E-455F0579285E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4554915" y="2629227"/>
              <a:ext cx="360000" cy="360000"/>
            </a:xfrm>
            <a:prstGeom prst="flowChartConnector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36000" bIns="0" rtlCol="0" anchor="b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45" name="グラフィックス 144" descr="マーケティング 単色塗りつぶし">
              <a:extLst>
                <a:ext uri="{FF2B5EF4-FFF2-40B4-BE49-F238E27FC236}">
                  <ns2:creationId id="{5B40AD8D-E120-FDC4-AB5B-5E6403DA56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4:svgBlip r:embed="rId17"/>
                </a:ext>
              </a:extLst>
            </a:blip>
            <a:stretch>
              <a:fillRect/>
            </a:stretch>
          </p:blipFill>
          <p:spPr>
            <a:xfrm>
              <a:off x="4626914" y="2701227"/>
              <a:ext cx="216000" cy="216000"/>
            </a:xfrm>
            <a:prstGeom prst="rect">
              <a:avLst/>
            </a:prstGeom>
          </p:spPr>
        </p:pic>
      </p:grpSp>
      <p:sp>
        <p:nvSpPr>
          <p:cNvPr id="31" name="background">
            <a:extLst>
              <a:ext uri="{FF2B5EF4-FFF2-40B4-BE49-F238E27FC236}">
                <ns2:creationId id="{483529EB-5949-7F6B-17D8-78FC8294F0C3}"/>
              </a:ext>
            </a:extLst>
          </p:cNvPr>
          <p:cNvSpPr>
            <a:spLocks noChangeAspect="1"/>
          </p:cNvSpPr>
          <p:nvPr>
            <p:custDataLst>
              <p:tags r:id="rId5"/>
            </p:custDataLst>
          </p:nvPr>
        </p:nvSpPr>
        <p:spPr>
          <a:xfrm>
            <a:off x="347663" y="2118835"/>
            <a:ext cx="252000" cy="252000"/>
          </a:xfrm>
          <a:prstGeom prst="ellipse">
            <a:avLst/>
          </a:prstGeom>
          <a:solidFill>
            <a:schemeClr val="bg1"/>
          </a:solidFill>
          <a:ln w="12700" cap="flat" cmpd="sng" algn="ctr">
            <a:solidFill>
              <a:schemeClr val="accent5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75" name="グループ化 174">
            <a:extLst>
              <a:ext uri="{FF2B5EF4-FFF2-40B4-BE49-F238E27FC236}">
                <ns2:creationId id="{8EE8C467-053E-9011-EBEB-4B25759C06F3}"/>
              </a:ext>
            </a:extLst>
          </p:cNvPr>
          <p:cNvGrpSpPr/>
          <p:nvPr/>
        </p:nvGrpSpPr>
        <p:grpSpPr>
          <a:xfrm>
            <a:off x="3133041" y="5380922"/>
            <a:ext cx="4934560" cy="789218"/>
            <a:chOff x="3133041" y="5380922"/>
            <a:chExt cx="4934560" cy="789218"/>
          </a:xfrm>
        </p:grpSpPr>
        <p:sp>
          <p:nvSpPr>
            <p:cNvPr id="83" name="正方形/長方形 82">
              <a:extLst>
                <a:ext uri="{FF2B5EF4-FFF2-40B4-BE49-F238E27FC236}">
                  <ns2:creationId id="{A91B7CA4-2291-078F-1F61-E532E75E070F}"/>
                </a:ext>
              </a:extLst>
            </p:cNvPr>
            <p:cNvSpPr/>
            <p:nvPr/>
          </p:nvSpPr>
          <p:spPr>
            <a:xfrm>
              <a:off x="3133041" y="5380922"/>
              <a:ext cx="828000" cy="360000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BD006923-273B-9F9D-8346-1B7792354AB0}"/>
                </a:ext>
              </a:extLst>
            </p:cNvPr>
            <p:cNvSpPr/>
            <p:nvPr/>
          </p:nvSpPr>
          <p:spPr>
            <a:xfrm>
              <a:off x="3133041" y="5810140"/>
              <a:ext cx="828000" cy="360000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zh-TW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zh-TW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16F828D4-86EB-F87B-D857-53F4AAC13ABB}"/>
                </a:ext>
              </a:extLst>
            </p:cNvPr>
            <p:cNvSpPr/>
            <p:nvPr/>
          </p:nvSpPr>
          <p:spPr>
            <a:xfrm>
              <a:off x="3987528" y="5380922"/>
              <a:ext cx="1296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3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EC09273C-F147-9E15-4608-4E590519AA20}"/>
                </a:ext>
              </a:extLst>
            </p:cNvPr>
            <p:cNvSpPr/>
            <p:nvPr/>
          </p:nvSpPr>
          <p:spPr>
            <a:xfrm>
              <a:off x="5364714" y="5380922"/>
              <a:ext cx="1224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7" name="正方形/長方形 86">
              <a:extLst>
                <a:ext uri="{FF2B5EF4-FFF2-40B4-BE49-F238E27FC236}">
                  <ns2:creationId id="{C078B4D3-8DAB-FE20-ADA8-F2AED942A823}"/>
                </a:ext>
              </a:extLst>
            </p:cNvPr>
            <p:cNvSpPr/>
            <p:nvPr/>
          </p:nvSpPr>
          <p:spPr>
            <a:xfrm>
              <a:off x="6627601" y="5380922"/>
              <a:ext cx="1440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zh-TW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0" name="正方形/長方形 89">
              <a:extLst>
                <a:ext uri="{FF2B5EF4-FFF2-40B4-BE49-F238E27FC236}">
                  <ns2:creationId id="{5C234183-1EC5-A896-25CE-CA2B9836A4C9}"/>
                </a:ext>
              </a:extLst>
            </p:cNvPr>
            <p:cNvSpPr/>
            <p:nvPr/>
          </p:nvSpPr>
          <p:spPr>
            <a:xfrm>
              <a:off x="3987528" y="5810140"/>
              <a:ext cx="1296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3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2" name="正方形/長方形 91">
              <a:extLst>
                <a:ext uri="{FF2B5EF4-FFF2-40B4-BE49-F238E27FC236}">
                  <ns2:creationId id="{9E119BF1-B4E3-FA70-0196-70FD165A5F27}"/>
                </a:ext>
              </a:extLst>
            </p:cNvPr>
            <p:cNvSpPr/>
            <p:nvPr/>
          </p:nvSpPr>
          <p:spPr>
            <a:xfrm>
              <a:off x="5364714" y="5810140"/>
              <a:ext cx="1224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3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5" name="正方形/長方形 94">
              <a:extLst>
                <a:ext uri="{FF2B5EF4-FFF2-40B4-BE49-F238E27FC236}">
                  <ns2:creationId id="{1895A8A1-7859-2AE6-EE43-CE10EBD0A684}"/>
                </a:ext>
              </a:extLst>
            </p:cNvPr>
            <p:cNvSpPr/>
            <p:nvPr/>
          </p:nvSpPr>
          <p:spPr>
            <a:xfrm>
              <a:off x="6602417" y="5810140"/>
              <a:ext cx="1440000" cy="360000"/>
            </a:xfrm>
            <a:prstGeom prst="rect">
              <a:avLst/>
            </a:prstGeom>
            <a:noFill/>
            <a:ln w="9525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3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72" name="直線コネクタ 171">
              <a:extLst>
                <a:ext uri="{FF2B5EF4-FFF2-40B4-BE49-F238E27FC236}">
                  <ns2:creationId id="{C343E6DB-17B9-4FE1-8D70-5F68F62B12AF}"/>
                </a:ext>
              </a:extLst>
            </p:cNvPr>
            <p:cNvCxnSpPr/>
            <p:nvPr/>
          </p:nvCxnSpPr>
          <p:spPr>
            <a:xfrm>
              <a:off x="3987528" y="5775531"/>
              <a:ext cx="1296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コネクタ 172">
              <a:extLst>
                <a:ext uri="{FF2B5EF4-FFF2-40B4-BE49-F238E27FC236}">
                  <ns2:creationId id="{D68EA043-F3C4-82BA-F604-64BF993C5203}"/>
                </a:ext>
              </a:extLst>
            </p:cNvPr>
            <p:cNvCxnSpPr/>
            <p:nvPr/>
          </p:nvCxnSpPr>
          <p:spPr>
            <a:xfrm>
              <a:off x="5364714" y="5775531"/>
              <a:ext cx="1224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138CF921-B7B7-2019-5897-3E79D524ECA7}"/>
                </a:ext>
              </a:extLst>
            </p:cNvPr>
            <p:cNvCxnSpPr/>
            <p:nvPr/>
          </p:nvCxnSpPr>
          <p:spPr>
            <a:xfrm>
              <a:off x="6627601" y="5775531"/>
              <a:ext cx="1440000" cy="0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433194008"/>
      </p:ext>
    </p:extLst>
  </p:cSld>
  <p:clrMapOvr>
    <a:masterClrMapping/>
  </p:clrMapOvr>
</p:sld>
</file>

<file path=ppt/slides/slide377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091C80CC-46FA-84BC-BC6E-B44B70E99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1520ABE-BE0E-F0D1-FEE8-37559DF4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201B2CDB-45EC-9435-7F49-91567AADC3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57" name="Group 156">
            <a:extLst>
              <a:ext uri="{FF2B5EF4-FFF2-40B4-BE49-F238E27FC236}">
                <ns2:creationId id="{DAA831DD-F536-08B7-357F-28962348D44D}"/>
              </a:ext>
            </a:extLst>
          </p:cNvPr>
          <p:cNvGrpSpPr/>
          <p:nvPr/>
        </p:nvGrpSpPr>
        <p:grpSpPr>
          <a:xfrm>
            <a:off x="334963" y="1628775"/>
            <a:ext cx="11522074" cy="4679950"/>
            <a:chOff x="334963" y="1628775"/>
            <a:chExt cx="11522074" cy="4679950"/>
          </a:xfrm>
        </p:grpSpPr>
        <p:sp>
          <p:nvSpPr>
            <p:cNvPr id="154" name="Richtungspfeil 1">
              <a:extLst>
                <a:ext uri="{FF2B5EF4-FFF2-40B4-BE49-F238E27FC236}">
                  <ns2:creationId id="{8AC39542-D7FB-B63D-6579-FC75A22D5B86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379370" y="1905895"/>
              <a:ext cx="5263655" cy="4402823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bg1">
                    <a:lumMod val="85000"/>
                    <a:alpha val="10000"/>
                  </a:schemeClr>
                </a:gs>
                <a:gs pos="100000">
                  <a:schemeClr val="bg1">
                    <a:lumMod val="75000"/>
                  </a:schemeClr>
                </a:gs>
                <a:gs pos="90000">
                  <a:schemeClr val="bg1">
                    <a:lumMod val="85000"/>
                    <a:alpha val="50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55" name="Richtungspfeil 1">
              <a:extLst>
                <a:ext uri="{FF2B5EF4-FFF2-40B4-BE49-F238E27FC236}">
                  <ns2:creationId id="{A5FA797B-65DD-0BA0-4047-4F75E1EB5D07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 rot="10800000">
              <a:off x="6593381" y="1905895"/>
              <a:ext cx="5263655" cy="4402823"/>
            </a:xfrm>
            <a:prstGeom prst="homePlate">
              <a:avLst>
                <a:gd name="adj" fmla="val 1067360"/>
              </a:avLst>
            </a:prstGeom>
            <a:gradFill>
              <a:gsLst>
                <a:gs pos="0">
                  <a:schemeClr val="accent5">
                    <a:alpha val="9000"/>
                  </a:schemeClr>
                </a:gs>
                <a:gs pos="100000">
                  <a:srgbClr val="008D2E">
                    <a:alpha val="75000"/>
                  </a:srgbClr>
                </a:gs>
                <a:gs pos="87000">
                  <a:schemeClr val="accent5">
                    <a:alpha val="30000"/>
                    <a:lumMod val="99000"/>
                  </a:schemeClr>
                </a:gs>
              </a:gsLst>
              <a:lin ang="0" scaled="1"/>
            </a:gradFill>
            <a:ln w="9525" cmpd="sng">
              <a:noFill/>
              <a:prstDash val="solid"/>
              <a:miter lim="800000"/>
              <a:headEnd/>
              <a:tailEnd/>
            </a:ln>
            <a:effectLst/>
          </p:spPr>
          <p:txBody>
            <a:bodyPr lIns="90000" tIns="46800" rIns="90000" bIns="46800" anchor="ctr"/>
            <a:lstStyle/>
            <a:p>
              <a:pPr marL="0" marR="0" lvl="0" indent="3227388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6EE53A80-CE18-9922-758A-A831BB96311F}"/>
                </a:ext>
              </a:extLst>
            </p:cNvPr>
            <p:cNvSpPr/>
            <p:nvPr/>
          </p:nvSpPr>
          <p:spPr>
            <a:xfrm>
              <a:off x="334963" y="1628775"/>
              <a:ext cx="980757" cy="23452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1" name="table_TWformat_txt_2_1">
              <a:extLst>
                <a:ext uri="{FF2B5EF4-FFF2-40B4-BE49-F238E27FC236}">
                  <ns2:creationId id="{5D0B2DB1-35ED-65EE-05EE-1119752C6BAB}"/>
                </a:ext>
              </a:extLst>
            </p:cNvPr>
            <p:cNvSpPr/>
            <p:nvPr/>
          </p:nvSpPr>
          <p:spPr>
            <a:xfrm>
              <a:off x="334963" y="1905895"/>
              <a:ext cx="980757" cy="1068763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504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0" name="table_TWformat_txt_1_2">
              <a:extLst>
                <a:ext uri="{FF2B5EF4-FFF2-40B4-BE49-F238E27FC236}">
                  <ns2:creationId id="{A882C636-29AD-1EDC-6FEE-38D591C8DDD4}"/>
                </a:ext>
              </a:extLst>
            </p:cNvPr>
            <p:cNvSpPr/>
            <p:nvPr/>
          </p:nvSpPr>
          <p:spPr>
            <a:xfrm>
              <a:off x="1375749" y="1628776"/>
              <a:ext cx="1303401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1" name="table_TWformat_txt_2_2">
              <a:extLst>
                <a:ext uri="{FF2B5EF4-FFF2-40B4-BE49-F238E27FC236}">
                  <ns2:creationId id="{74F71106-144E-C5AD-2966-E402AA6FB464}"/>
                </a:ext>
              </a:extLst>
            </p:cNvPr>
            <p:cNvSpPr/>
            <p:nvPr/>
          </p:nvSpPr>
          <p:spPr>
            <a:xfrm>
              <a:off x="1375749" y="1905896"/>
              <a:ext cx="130340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2" name="table_TWformat_txt_3_2">
              <a:extLst>
                <a:ext uri="{FF2B5EF4-FFF2-40B4-BE49-F238E27FC236}">
                  <ns2:creationId id="{68853FE2-A675-4558-D65E-66EE80E107DC}"/>
                </a:ext>
              </a:extLst>
            </p:cNvPr>
            <p:cNvSpPr/>
            <p:nvPr/>
          </p:nvSpPr>
          <p:spPr>
            <a:xfrm>
              <a:off x="1375749" y="3017252"/>
              <a:ext cx="1303401" cy="1068762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3" name="table_TWformat_txt_4_2">
              <a:extLst>
                <a:ext uri="{FF2B5EF4-FFF2-40B4-BE49-F238E27FC236}">
                  <ns2:creationId id="{7BAA1D4D-D9D9-1A40-1D34-B4431EC3BA53}"/>
                </a:ext>
              </a:extLst>
            </p:cNvPr>
            <p:cNvSpPr/>
            <p:nvPr/>
          </p:nvSpPr>
          <p:spPr>
            <a:xfrm>
              <a:off x="1375749" y="4128606"/>
              <a:ext cx="130340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84" name="table_TWformat_txt_5_2">
              <a:extLst>
                <a:ext uri="{FF2B5EF4-FFF2-40B4-BE49-F238E27FC236}">
                  <ns2:creationId id="{D6C45FAC-609F-9587-36EB-6AAE335304B0}"/>
                </a:ext>
              </a:extLst>
            </p:cNvPr>
            <p:cNvSpPr/>
            <p:nvPr/>
          </p:nvSpPr>
          <p:spPr>
            <a:xfrm>
              <a:off x="1375749" y="5239962"/>
              <a:ext cx="130340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86" name="table_TWformat_line_2_2">
              <a:extLst>
                <a:ext uri="{FF2B5EF4-FFF2-40B4-BE49-F238E27FC236}">
                  <ns2:creationId id="{E673E3A7-844F-619E-35DA-5D35B89C0B64}"/>
                </a:ext>
              </a:extLst>
            </p:cNvPr>
            <p:cNvCxnSpPr/>
            <p:nvPr/>
          </p:nvCxnSpPr>
          <p:spPr>
            <a:xfrm>
              <a:off x="1375749" y="1884599"/>
              <a:ext cx="130340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table_TWformat_line_3_2">
              <a:extLst>
                <a:ext uri="{FF2B5EF4-FFF2-40B4-BE49-F238E27FC236}">
                  <ns2:creationId id="{31337823-76FA-E97C-790C-CA0EA9CAB65D}"/>
                </a:ext>
              </a:extLst>
            </p:cNvPr>
            <p:cNvCxnSpPr/>
            <p:nvPr/>
          </p:nvCxnSpPr>
          <p:spPr>
            <a:xfrm>
              <a:off x="1375749" y="2995955"/>
              <a:ext cx="13034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table_TWformat_line_4_2">
              <a:extLst>
                <a:ext uri="{FF2B5EF4-FFF2-40B4-BE49-F238E27FC236}">
                  <ns2:creationId id="{1575CB9F-ED33-B369-1529-CD45184041A7}"/>
                </a:ext>
              </a:extLst>
            </p:cNvPr>
            <p:cNvCxnSpPr/>
            <p:nvPr/>
          </p:nvCxnSpPr>
          <p:spPr>
            <a:xfrm>
              <a:off x="1375749" y="4107309"/>
              <a:ext cx="13034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table_TWformat_line_5_2">
              <a:extLst>
                <a:ext uri="{FF2B5EF4-FFF2-40B4-BE49-F238E27FC236}">
                  <ns2:creationId id="{5452C9AA-FB77-1BC7-B5FD-38B017D04B66}"/>
                </a:ext>
              </a:extLst>
            </p:cNvPr>
            <p:cNvCxnSpPr/>
            <p:nvPr/>
          </p:nvCxnSpPr>
          <p:spPr>
            <a:xfrm>
              <a:off x="1375749" y="5218665"/>
              <a:ext cx="130340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able_TWformat_txt_1_3">
              <a:extLst>
                <a:ext uri="{FF2B5EF4-FFF2-40B4-BE49-F238E27FC236}">
                  <ns2:creationId id="{3B5B6EDE-2C37-2630-DDB8-1A558D7EEA3F}"/>
                </a:ext>
              </a:extLst>
            </p:cNvPr>
            <p:cNvSpPr/>
            <p:nvPr/>
          </p:nvSpPr>
          <p:spPr>
            <a:xfrm>
              <a:off x="2739179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" name="table_TWformat_txt_2_3">
              <a:extLst>
                <a:ext uri="{FF2B5EF4-FFF2-40B4-BE49-F238E27FC236}">
                  <ns2:creationId id="{48839CA7-ABD9-881C-A880-BB8C3F651B44}"/>
                </a:ext>
              </a:extLst>
            </p:cNvPr>
            <p:cNvSpPr/>
            <p:nvPr/>
          </p:nvSpPr>
          <p:spPr>
            <a:xfrm>
              <a:off x="2739179" y="190589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21" name="table_TWformat_txt_3_3">
              <a:extLst>
                <a:ext uri="{FF2B5EF4-FFF2-40B4-BE49-F238E27FC236}">
                  <ns2:creationId id="{C140B06F-CCC2-BAD0-08A7-8B21E4A1FA24}"/>
                </a:ext>
              </a:extLst>
            </p:cNvPr>
            <p:cNvSpPr/>
            <p:nvPr/>
          </p:nvSpPr>
          <p:spPr>
            <a:xfrm>
              <a:off x="2739179" y="3017252"/>
              <a:ext cx="1303402" cy="1068762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9" name="table_TWformat_txt_4_3">
              <a:extLst>
                <a:ext uri="{FF2B5EF4-FFF2-40B4-BE49-F238E27FC236}">
                  <ns2:creationId id="{534CC243-101A-67E2-1662-7CD2F5D5B160}"/>
                </a:ext>
              </a:extLst>
            </p:cNvPr>
            <p:cNvSpPr/>
            <p:nvPr/>
          </p:nvSpPr>
          <p:spPr>
            <a:xfrm>
              <a:off x="2739179" y="412860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20" name="table_TWformat_txt_5_3">
              <a:extLst>
                <a:ext uri="{FF2B5EF4-FFF2-40B4-BE49-F238E27FC236}">
                  <ns2:creationId id="{DF658DEC-9A7C-CA26-57BB-2C2414A19875}"/>
                </a:ext>
              </a:extLst>
            </p:cNvPr>
            <p:cNvSpPr/>
            <p:nvPr/>
          </p:nvSpPr>
          <p:spPr>
            <a:xfrm>
              <a:off x="2739179" y="5239962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64" name="table_TWformat_line_2_3">
              <a:extLst>
                <a:ext uri="{FF2B5EF4-FFF2-40B4-BE49-F238E27FC236}">
                  <ns2:creationId id="{21C7BE13-0BF7-35B2-3110-B798265C793C}"/>
                </a:ext>
              </a:extLst>
            </p:cNvPr>
            <p:cNvCxnSpPr/>
            <p:nvPr/>
          </p:nvCxnSpPr>
          <p:spPr>
            <a:xfrm>
              <a:off x="2739179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table_TWformat_line_3_3">
              <a:extLst>
                <a:ext uri="{FF2B5EF4-FFF2-40B4-BE49-F238E27FC236}">
                  <ns2:creationId id="{EE80896E-EB22-E901-F4AF-F59B98DFCB83}"/>
                </a:ext>
              </a:extLst>
            </p:cNvPr>
            <p:cNvCxnSpPr/>
            <p:nvPr/>
          </p:nvCxnSpPr>
          <p:spPr>
            <a:xfrm>
              <a:off x="2739179" y="299595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table_TWformat_line_4_3">
              <a:extLst>
                <a:ext uri="{FF2B5EF4-FFF2-40B4-BE49-F238E27FC236}">
                  <ns2:creationId id="{4E84A473-DFF0-F381-715F-BEDE501549DF}"/>
                </a:ext>
              </a:extLst>
            </p:cNvPr>
            <p:cNvCxnSpPr/>
            <p:nvPr/>
          </p:nvCxnSpPr>
          <p:spPr>
            <a:xfrm>
              <a:off x="2739179" y="4107309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table_TWformat_line_5_3">
              <a:extLst>
                <a:ext uri="{FF2B5EF4-FFF2-40B4-BE49-F238E27FC236}">
                  <ns2:creationId id="{F1EDF36D-D5DF-9BA1-F898-74AC84491B69}"/>
                </a:ext>
              </a:extLst>
            </p:cNvPr>
            <p:cNvCxnSpPr/>
            <p:nvPr/>
          </p:nvCxnSpPr>
          <p:spPr>
            <a:xfrm>
              <a:off x="2739179" y="521866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able_TWformat_txt_1_4">
              <a:extLst>
                <a:ext uri="{FF2B5EF4-FFF2-40B4-BE49-F238E27FC236}">
                  <ns2:creationId id="{CA729490-1995-9560-AE32-EC1E6C94E0B1}"/>
                </a:ext>
              </a:extLst>
            </p:cNvPr>
            <p:cNvSpPr/>
            <p:nvPr/>
          </p:nvSpPr>
          <p:spPr>
            <a:xfrm>
              <a:off x="4102610" y="1628776"/>
              <a:ext cx="130340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9" name="table_TWformat_line_2_4">
              <a:extLst>
                <a:ext uri="{FF2B5EF4-FFF2-40B4-BE49-F238E27FC236}">
                  <ns2:creationId id="{3C54660B-0293-6116-7786-4D579BDF8240}"/>
                </a:ext>
              </a:extLst>
            </p:cNvPr>
            <p:cNvCxnSpPr/>
            <p:nvPr/>
          </p:nvCxnSpPr>
          <p:spPr>
            <a:xfrm>
              <a:off x="4102610" y="1884599"/>
              <a:ext cx="130340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able_TWformat_txt_2_4">
              <a:extLst>
                <a:ext uri="{FF2B5EF4-FFF2-40B4-BE49-F238E27FC236}">
                  <ns2:creationId id="{76799EB1-144B-4AB1-23C0-6409C67C177F}"/>
                </a:ext>
              </a:extLst>
            </p:cNvPr>
            <p:cNvSpPr/>
            <p:nvPr/>
          </p:nvSpPr>
          <p:spPr>
            <a:xfrm>
              <a:off x="4102610" y="190589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Excel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0" name="table_TWformat_txt_3_4">
              <a:extLst>
                <a:ext uri="{FF2B5EF4-FFF2-40B4-BE49-F238E27FC236}">
                  <ns2:creationId id="{E440BEEA-12AF-51A3-9F51-F3B9E39226A9}"/>
                </a:ext>
              </a:extLst>
            </p:cNvPr>
            <p:cNvSpPr/>
            <p:nvPr/>
          </p:nvSpPr>
          <p:spPr>
            <a:xfrm>
              <a:off x="4102610" y="3017252"/>
              <a:ext cx="1303402" cy="1068762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2" name="table_TWformat_txt_4_4">
              <a:extLst>
                <a:ext uri="{FF2B5EF4-FFF2-40B4-BE49-F238E27FC236}">
                  <ns2:creationId id="{8E59F1A0-ABF2-17DD-B05D-69827A582183}"/>
                </a:ext>
              </a:extLst>
            </p:cNvPr>
            <p:cNvSpPr/>
            <p:nvPr/>
          </p:nvSpPr>
          <p:spPr>
            <a:xfrm>
              <a:off x="4102610" y="4128606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1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34" name="table_TWformat_txt_5_4">
              <a:extLst>
                <a:ext uri="{FF2B5EF4-FFF2-40B4-BE49-F238E27FC236}">
                  <ns2:creationId id="{E0FD9977-482C-688A-AEE2-971F86A4D7BE}"/>
                </a:ext>
              </a:extLst>
            </p:cNvPr>
            <p:cNvSpPr/>
            <p:nvPr/>
          </p:nvSpPr>
          <p:spPr>
            <a:xfrm>
              <a:off x="4102610" y="5239962"/>
              <a:ext cx="1303402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」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31" name="table_TWformat_line_3_4">
              <a:extLst>
                <a:ext uri="{FF2B5EF4-FFF2-40B4-BE49-F238E27FC236}">
                  <ns2:creationId id="{C29C965B-572F-16F1-0CB3-3F08223F811F}"/>
                </a:ext>
              </a:extLst>
            </p:cNvPr>
            <p:cNvCxnSpPr/>
            <p:nvPr/>
          </p:nvCxnSpPr>
          <p:spPr>
            <a:xfrm>
              <a:off x="4102610" y="299595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table_TWformat_line_4_4">
              <a:extLst>
                <a:ext uri="{FF2B5EF4-FFF2-40B4-BE49-F238E27FC236}">
                  <ns2:creationId id="{1F4FE30B-98E1-849C-8D47-A5BE446A74AC}"/>
                </a:ext>
              </a:extLst>
            </p:cNvPr>
            <p:cNvCxnSpPr/>
            <p:nvPr/>
          </p:nvCxnSpPr>
          <p:spPr>
            <a:xfrm>
              <a:off x="4102610" y="4107309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table_TWformat_line_5_4">
              <a:extLst>
                <a:ext uri="{FF2B5EF4-FFF2-40B4-BE49-F238E27FC236}">
                  <ns2:creationId id="{6CA5E921-C82F-D7CA-1A29-CC853D894B93}"/>
                </a:ext>
              </a:extLst>
            </p:cNvPr>
            <p:cNvCxnSpPr/>
            <p:nvPr/>
          </p:nvCxnSpPr>
          <p:spPr>
            <a:xfrm>
              <a:off x="4102610" y="5218665"/>
              <a:ext cx="1303402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able_TWformat_txt_1_5">
              <a:extLst>
                <a:ext uri="{FF2B5EF4-FFF2-40B4-BE49-F238E27FC236}">
                  <ns2:creationId id="{15F5C59E-93CA-68A9-007E-D6CA9C6E7D27}"/>
                </a:ext>
              </a:extLst>
            </p:cNvPr>
            <p:cNvSpPr/>
            <p:nvPr/>
          </p:nvSpPr>
          <p:spPr>
            <a:xfrm>
              <a:off x="5466041" y="1628776"/>
              <a:ext cx="209031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8" name="table_TWformat_line_2_5">
              <a:extLst>
                <a:ext uri="{FF2B5EF4-FFF2-40B4-BE49-F238E27FC236}">
                  <ns2:creationId id="{97B72150-EFAD-3BFE-7A98-514B56FD8A6F}"/>
                </a:ext>
              </a:extLst>
            </p:cNvPr>
            <p:cNvCxnSpPr/>
            <p:nvPr/>
          </p:nvCxnSpPr>
          <p:spPr>
            <a:xfrm>
              <a:off x="5466041" y="1884599"/>
              <a:ext cx="209031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able_TWformat_txt_1_6">
              <a:extLst>
                <a:ext uri="{FF2B5EF4-FFF2-40B4-BE49-F238E27FC236}">
                  <ns2:creationId id="{3D021E5D-C619-100B-7926-F67888E880FB}"/>
                </a:ext>
              </a:extLst>
            </p:cNvPr>
            <p:cNvSpPr/>
            <p:nvPr/>
          </p:nvSpPr>
          <p:spPr>
            <a:xfrm>
              <a:off x="7616382" y="1628776"/>
              <a:ext cx="2090314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47" name="table_TWformat_line_2_6">
              <a:extLst>
                <a:ext uri="{FF2B5EF4-FFF2-40B4-BE49-F238E27FC236}">
                  <ns2:creationId id="{4DC0896C-20AA-720B-DB3E-D6561B5C6017}"/>
                </a:ext>
              </a:extLst>
            </p:cNvPr>
            <p:cNvCxnSpPr/>
            <p:nvPr/>
          </p:nvCxnSpPr>
          <p:spPr>
            <a:xfrm>
              <a:off x="7616382" y="1884599"/>
              <a:ext cx="2090314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able_TWformat_txt_1_7">
              <a:extLst>
                <a:ext uri="{FF2B5EF4-FFF2-40B4-BE49-F238E27FC236}">
                  <ns2:creationId id="{2B742F90-6458-3C2A-A469-3D894DEB9921}"/>
                </a:ext>
              </a:extLst>
            </p:cNvPr>
            <p:cNvSpPr/>
            <p:nvPr/>
          </p:nvSpPr>
          <p:spPr>
            <a:xfrm>
              <a:off x="9766725" y="1628776"/>
              <a:ext cx="2090312" cy="234527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56" name="table_TWformat_line_2_7">
              <a:extLst>
                <a:ext uri="{FF2B5EF4-FFF2-40B4-BE49-F238E27FC236}">
                  <ns2:creationId id="{E76371A3-DDE4-819A-2870-66EF3D1CA8A3}"/>
                </a:ext>
              </a:extLst>
            </p:cNvPr>
            <p:cNvCxnSpPr/>
            <p:nvPr/>
          </p:nvCxnSpPr>
          <p:spPr>
            <a:xfrm>
              <a:off x="9766725" y="1884599"/>
              <a:ext cx="209031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table_TWformat_line_2_2">
              <a:extLst>
                <a:ext uri="{FF2B5EF4-FFF2-40B4-BE49-F238E27FC236}">
                  <ns2:creationId id="{F7F06029-FA74-A561-72D9-5A772AC2DBCB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884599"/>
              <a:ext cx="982662" cy="0"/>
            </a:xfrm>
            <a:prstGeom prst="line">
              <a:avLst/>
            </a:prstGeom>
            <a:ln w="9525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able_TWformat_txt_2_4">
              <a:extLst>
                <a:ext uri="{FF2B5EF4-FFF2-40B4-BE49-F238E27FC236}">
                  <ns2:creationId id="{F995FB76-9362-3E71-46C4-B03AAE35947B}"/>
                </a:ext>
              </a:extLst>
            </p:cNvPr>
            <p:cNvSpPr/>
            <p:nvPr/>
          </p:nvSpPr>
          <p:spPr>
            <a:xfrm>
              <a:off x="5466040" y="2482850"/>
              <a:ext cx="2090311" cy="1595971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18" name="table_TWformat_txt_4_4">
              <a:extLst>
                <a:ext uri="{FF2B5EF4-FFF2-40B4-BE49-F238E27FC236}">
                  <ns2:creationId id="{EBCCACA7-1C67-94DF-25F1-9600BB4E685C}"/>
                </a:ext>
              </a:extLst>
            </p:cNvPr>
            <p:cNvSpPr/>
            <p:nvPr/>
          </p:nvSpPr>
          <p:spPr>
            <a:xfrm>
              <a:off x="5466040" y="4128606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19" name="table_TWformat_txt_5_4">
              <a:extLst>
                <a:ext uri="{FF2B5EF4-FFF2-40B4-BE49-F238E27FC236}">
                  <ns2:creationId id="{37040CFC-D331-C65D-8CF6-C65C418A04F7}"/>
                </a:ext>
              </a:extLst>
            </p:cNvPr>
            <p:cNvSpPr/>
            <p:nvPr/>
          </p:nvSpPr>
          <p:spPr>
            <a:xfrm>
              <a:off x="5466040" y="5239962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21" name="table_TWformat_line_4_4">
              <a:extLst>
                <a:ext uri="{FF2B5EF4-FFF2-40B4-BE49-F238E27FC236}">
                  <ns2:creationId id="{447C9B99-6602-96EA-0225-D9F3233A7796}"/>
                </a:ext>
              </a:extLst>
            </p:cNvPr>
            <p:cNvCxnSpPr/>
            <p:nvPr/>
          </p:nvCxnSpPr>
          <p:spPr>
            <a:xfrm>
              <a:off x="5466040" y="4107309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table_TWformat_line_5_4">
              <a:extLst>
                <a:ext uri="{FF2B5EF4-FFF2-40B4-BE49-F238E27FC236}">
                  <ns2:creationId id="{1C6FCFE4-C321-A4B9-5AB4-CA0730E1ECCE}"/>
                </a:ext>
              </a:extLst>
            </p:cNvPr>
            <p:cNvCxnSpPr/>
            <p:nvPr/>
          </p:nvCxnSpPr>
          <p:spPr>
            <a:xfrm>
              <a:off x="5466040" y="5218665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table_TWformat_txt_2_4">
              <a:extLst>
                <a:ext uri="{FF2B5EF4-FFF2-40B4-BE49-F238E27FC236}">
                  <ns2:creationId id="{FEDCF262-69FC-8081-A818-E67D26661B53}"/>
                </a:ext>
              </a:extLst>
            </p:cNvPr>
            <p:cNvSpPr/>
            <p:nvPr/>
          </p:nvSpPr>
          <p:spPr>
            <a:xfrm>
              <a:off x="7612764" y="2482850"/>
              <a:ext cx="2090311" cy="1595971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Excel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25" name="table_TWformat_txt_4_4">
              <a:extLst>
                <a:ext uri="{FF2B5EF4-FFF2-40B4-BE49-F238E27FC236}">
                  <ns2:creationId id="{E07EE5EE-48BB-AAC5-523D-EDB3ABEF19EA}"/>
                </a:ext>
              </a:extLst>
            </p:cNvPr>
            <p:cNvSpPr/>
            <p:nvPr/>
          </p:nvSpPr>
          <p:spPr>
            <a:xfrm>
              <a:off x="7612764" y="4128606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 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26" name="table_TWformat_txt_5_4">
              <a:extLst>
                <a:ext uri="{FF2B5EF4-FFF2-40B4-BE49-F238E27FC236}">
                  <ns2:creationId id="{0EDE5C88-5239-AA67-7835-F6838CF8AA46}"/>
                </a:ext>
              </a:extLst>
            </p:cNvPr>
            <p:cNvSpPr/>
            <p:nvPr/>
          </p:nvSpPr>
          <p:spPr>
            <a:xfrm>
              <a:off x="7612764" y="5239962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、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、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27" name="table_TWformat_line_4_4">
              <a:extLst>
                <a:ext uri="{FF2B5EF4-FFF2-40B4-BE49-F238E27FC236}">
                  <ns2:creationId id="{812B5EA6-C360-B569-493A-DADD6DF2A947}"/>
                </a:ext>
              </a:extLst>
            </p:cNvPr>
            <p:cNvCxnSpPr/>
            <p:nvPr/>
          </p:nvCxnSpPr>
          <p:spPr>
            <a:xfrm>
              <a:off x="7612764" y="4107309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table_TWformat_line_5_4">
              <a:extLst>
                <a:ext uri="{FF2B5EF4-FFF2-40B4-BE49-F238E27FC236}">
                  <ns2:creationId id="{FC6DEA46-CD82-5BA5-BFB2-3AC611A049F6}"/>
                </a:ext>
              </a:extLst>
            </p:cNvPr>
            <p:cNvCxnSpPr/>
            <p:nvPr/>
          </p:nvCxnSpPr>
          <p:spPr>
            <a:xfrm>
              <a:off x="7612764" y="5218665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able_TWformat_txt_2_4">
              <a:extLst>
                <a:ext uri="{FF2B5EF4-FFF2-40B4-BE49-F238E27FC236}">
                  <ns2:creationId id="{2DE09AC2-955C-864D-F2F9-53DE6734BFCA}"/>
                </a:ext>
              </a:extLst>
            </p:cNvPr>
            <p:cNvSpPr/>
            <p:nvPr/>
          </p:nvSpPr>
          <p:spPr>
            <a:xfrm>
              <a:off x="9766725" y="2482850"/>
              <a:ext cx="2090311" cy="1595971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/>
                <a:tabLst/>
                <a:defRPr/>
              </a:pP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31" name="table_TWformat_txt_4_4">
              <a:extLst>
                <a:ext uri="{FF2B5EF4-FFF2-40B4-BE49-F238E27FC236}">
                  <ns2:creationId id="{2530F334-445A-7F5B-6A6B-8B41CD5AC36C}"/>
                </a:ext>
              </a:extLst>
            </p:cNvPr>
            <p:cNvSpPr/>
            <p:nvPr/>
          </p:nvSpPr>
          <p:spPr>
            <a:xfrm>
              <a:off x="9766725" y="4128606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177800" marR="0" lvl="0" indent="-1778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2"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sp>
          <p:nvSpPr>
            <p:cNvPr id="132" name="table_TWformat_txt_5_4">
              <a:extLst>
                <a:ext uri="{FF2B5EF4-FFF2-40B4-BE49-F238E27FC236}">
                  <ns2:creationId id="{A32D06C3-3636-1894-4FAB-DBA4C497B054}"/>
                </a:ext>
              </a:extLst>
            </p:cNvPr>
            <p:cNvSpPr/>
            <p:nvPr/>
          </p:nvSpPr>
          <p:spPr>
            <a:xfrm>
              <a:off x="9766725" y="5239962"/>
              <a:ext cx="2090311" cy="106876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  <a:extLst>
              <a:ext uri="{909E8E84-426E-40DD-AFC4-6F175D3DCCD1}">
                <ns4:hiddenFill>
                  <a:solidFill>
                    <a:schemeClr val="accent1"/>
                  </a:solidFill>
                </ns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0" bIns="36000" rtlCol="0" anchor="ctr"/>
            <a:lstStyle/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8D2E"/>
                </a:buClr>
                <a:buSzTx/>
                <a:buFont typeface="+mj-ea"/>
                <a:buAutoNum type="circleNumDbPlain" startAt="3"/>
                <a:tabLst/>
                <a:defRPr/>
              </a:pP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AI</a:t>
              </a: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: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33" name="table_TWformat_line_4_4">
              <a:extLst>
                <a:ext uri="{FF2B5EF4-FFF2-40B4-BE49-F238E27FC236}">
                  <ns2:creationId id="{EFDBC39D-867C-0077-0307-C6979DE1E6C1}"/>
                </a:ext>
              </a:extLst>
            </p:cNvPr>
            <p:cNvCxnSpPr/>
            <p:nvPr/>
          </p:nvCxnSpPr>
          <p:spPr>
            <a:xfrm>
              <a:off x="9766725" y="4107309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table_TWformat_line_5_4">
              <a:extLst>
                <a:ext uri="{FF2B5EF4-FFF2-40B4-BE49-F238E27FC236}">
                  <ns2:creationId id="{0C5062D4-CDEC-11F9-E0D4-A61E4639F198}"/>
                </a:ext>
              </a:extLst>
            </p:cNvPr>
            <p:cNvCxnSpPr/>
            <p:nvPr/>
          </p:nvCxnSpPr>
          <p:spPr>
            <a:xfrm>
              <a:off x="9766725" y="5218665"/>
              <a:ext cx="2090311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4" name="Group 143">
              <a:extLst>
                <a:ext uri="{FF2B5EF4-FFF2-40B4-BE49-F238E27FC236}">
                  <ns2:creationId id="{52A70D66-EEB4-5CFF-750A-0FDB38E96273}"/>
                </a:ext>
              </a:extLst>
            </p:cNvPr>
            <p:cNvGrpSpPr/>
            <p:nvPr/>
          </p:nvGrpSpPr>
          <p:grpSpPr>
            <a:xfrm>
              <a:off x="334963" y="5239961"/>
              <a:ext cx="980757" cy="1068763"/>
              <a:chOff x="334963" y="5239961"/>
              <a:chExt cx="980757" cy="1068763"/>
            </a:xfrm>
          </p:grpSpPr>
          <p:sp>
            <p:nvSpPr>
              <p:cNvPr id="94" name="table_TWformat_txt_5_1">
                <a:extLst>
                  <a:ext uri="{FF2B5EF4-FFF2-40B4-BE49-F238E27FC236}">
                    <ns2:creationId id="{C80C27CC-E88E-5349-DA96-DAD769CEC778}"/>
                  </a:ext>
                </a:extLst>
              </p:cNvPr>
              <p:cNvSpPr/>
              <p:nvPr/>
            </p:nvSpPr>
            <p:spPr>
              <a:xfrm>
                <a:off x="334963" y="5239961"/>
                <a:ext cx="980757" cy="1068763"/>
              </a:xfrm>
              <a:prstGeom prst="roundRect">
                <a:avLst>
                  <a:gd name="adj" fmla="val 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504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136" name="Graphic 135" descr="Open hand with plant with solid fill">
                <a:extLst>
                  <a:ext uri="{FF2B5EF4-FFF2-40B4-BE49-F238E27FC236}">
                    <ns2:creationId id="{B589FD4D-C60E-85FE-D8CD-7506805F4C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595891" y="5447450"/>
                <a:ext cx="458900" cy="458900"/>
              </a:xfrm>
              <a:prstGeom prst="rect">
                <a:avLst/>
              </a:prstGeom>
            </p:spPr>
          </p:pic>
        </p:grpSp>
        <p:grpSp>
          <p:nvGrpSpPr>
            <p:cNvPr id="143" name="Group 142">
              <a:extLst>
                <a:ext uri="{FF2B5EF4-FFF2-40B4-BE49-F238E27FC236}">
                  <ns2:creationId id="{3602813A-CD04-CA39-B165-82C86945E2F0}"/>
                </a:ext>
              </a:extLst>
            </p:cNvPr>
            <p:cNvGrpSpPr/>
            <p:nvPr/>
          </p:nvGrpSpPr>
          <p:grpSpPr>
            <a:xfrm>
              <a:off x="334963" y="4128606"/>
              <a:ext cx="980757" cy="1068763"/>
              <a:chOff x="334963" y="4128606"/>
              <a:chExt cx="980757" cy="1068763"/>
            </a:xfrm>
          </p:grpSpPr>
          <p:sp>
            <p:nvSpPr>
              <p:cNvPr id="93" name="table_TWformat_txt_4_1">
                <a:extLst>
                  <a:ext uri="{FF2B5EF4-FFF2-40B4-BE49-F238E27FC236}">
                    <ns2:creationId id="{4CB629DF-E3BF-09B8-E82D-AC4ABCC1AB11}"/>
                  </a:ext>
                </a:extLst>
              </p:cNvPr>
              <p:cNvSpPr/>
              <p:nvPr/>
            </p:nvSpPr>
            <p:spPr>
              <a:xfrm>
                <a:off x="334963" y="4128606"/>
                <a:ext cx="980757" cy="1068763"/>
              </a:xfrm>
              <a:prstGeom prst="roundRect">
                <a:avLst>
                  <a:gd name="adj" fmla="val 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504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138" name="Graphic 137" descr="Document with solid fill">
                <a:extLst>
                  <a:ext uri="{FF2B5EF4-FFF2-40B4-BE49-F238E27FC236}">
                    <ns2:creationId id="{1927C4DF-FC04-0AF2-475B-B69435AA6F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595891" y="4283000"/>
                <a:ext cx="458900" cy="458900"/>
              </a:xfrm>
              <a:prstGeom prst="rect">
                <a:avLst/>
              </a:prstGeom>
            </p:spPr>
          </p:pic>
        </p:grpSp>
        <p:grpSp>
          <p:nvGrpSpPr>
            <p:cNvPr id="145" name="Group 144">
              <a:extLst>
                <a:ext uri="{FF2B5EF4-FFF2-40B4-BE49-F238E27FC236}">
                  <ns2:creationId id="{73C15C1D-DE9F-3A60-A05E-CACA836A9688}"/>
                </a:ext>
              </a:extLst>
            </p:cNvPr>
            <p:cNvGrpSpPr/>
            <p:nvPr/>
          </p:nvGrpSpPr>
          <p:grpSpPr>
            <a:xfrm>
              <a:off x="334963" y="3017251"/>
              <a:ext cx="980757" cy="1068761"/>
              <a:chOff x="334963" y="3017251"/>
              <a:chExt cx="980757" cy="1068761"/>
            </a:xfrm>
          </p:grpSpPr>
          <p:sp>
            <p:nvSpPr>
              <p:cNvPr id="92" name="table_TWformat_txt_3_1">
                <a:extLst>
                  <a:ext uri="{FF2B5EF4-FFF2-40B4-BE49-F238E27FC236}">
                    <ns2:creationId id="{8E589824-2538-4F2C-9300-62A68F47EE17}"/>
                  </a:ext>
                </a:extLst>
              </p:cNvPr>
              <p:cNvSpPr/>
              <p:nvPr/>
            </p:nvSpPr>
            <p:spPr>
              <a:xfrm>
                <a:off x="334963" y="3017251"/>
                <a:ext cx="980757" cy="1068761"/>
              </a:xfrm>
              <a:prstGeom prst="roundRect">
                <a:avLst>
                  <a:gd name="adj" fmla="val 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504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5B9BD5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pic>
            <p:nvPicPr>
              <p:cNvPr id="140" name="Graphic 139" descr="Remote work with solid fill">
                <a:extLst>
                  <a:ext uri="{FF2B5EF4-FFF2-40B4-BE49-F238E27FC236}">
                    <ns2:creationId id="{A67E835E-CCFD-92C6-43D6-B36E94959B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595891" y="3188400"/>
                <a:ext cx="458900" cy="458900"/>
              </a:xfrm>
              <a:prstGeom prst="rect">
                <a:avLst/>
              </a:prstGeom>
            </p:spPr>
          </p:pic>
        </p:grpSp>
        <p:pic>
          <p:nvPicPr>
            <p:cNvPr id="142" name="Graphic 141" descr="Information with solid fill">
              <a:extLst>
                <a:ext uri="{FF2B5EF4-FFF2-40B4-BE49-F238E27FC236}">
                  <ns2:creationId id="{71E67716-3466-E42F-B0E8-3834B2576A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7"/>
                </a:ext>
              </a:extLst>
            </a:blip>
            <a:stretch>
              <a:fillRect/>
            </a:stretch>
          </p:blipFill>
          <p:spPr>
            <a:xfrm>
              <a:off x="595891" y="2068400"/>
              <a:ext cx="458900" cy="458900"/>
            </a:xfrm>
            <a:prstGeom prst="rect">
              <a:avLst/>
            </a:prstGeom>
          </p:spPr>
        </p:pic>
        <p:pic>
          <p:nvPicPr>
            <p:cNvPr id="147" name="Graphic 146" descr="Workflow with solid fill">
              <a:extLst>
                <a:ext uri="{FF2B5EF4-FFF2-40B4-BE49-F238E27FC236}">
                  <ns2:creationId id="{7F4452DA-C946-49F3-BE32-687E5AD39E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8"/>
                </a:ext>
              </a:extLst>
            </a:blip>
            <a:stretch>
              <a:fillRect/>
            </a:stretch>
          </p:blipFill>
          <p:spPr>
            <a:xfrm>
              <a:off x="10458937" y="2005482"/>
              <a:ext cx="705886" cy="705886"/>
            </a:xfrm>
            <a:prstGeom prst="rect">
              <a:avLst/>
            </a:prstGeom>
          </p:spPr>
        </p:pic>
        <p:pic>
          <p:nvPicPr>
            <p:cNvPr id="149" name="Graphic 148" descr="Cycle with people with solid fill">
              <a:extLst>
                <a:ext uri="{FF2B5EF4-FFF2-40B4-BE49-F238E27FC236}">
                  <ns2:creationId id="{4853DC4F-FCB6-23F7-0880-34D884C7E7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8304977" y="2005482"/>
              <a:ext cx="705886" cy="705886"/>
            </a:xfrm>
            <a:prstGeom prst="rect">
              <a:avLst/>
            </a:prstGeom>
          </p:spPr>
        </p:pic>
        <p:grpSp>
          <p:nvGrpSpPr>
            <p:cNvPr id="153" name="Group 152">
              <a:extLst>
                <a:ext uri="{FF2B5EF4-FFF2-40B4-BE49-F238E27FC236}">
                  <ns2:creationId id="{9ADBA412-94F5-4E34-CAB9-08F32C37B7B2}"/>
                </a:ext>
              </a:extLst>
            </p:cNvPr>
            <p:cNvGrpSpPr/>
            <p:nvPr/>
          </p:nvGrpSpPr>
          <p:grpSpPr>
            <a:xfrm>
              <a:off x="6158254" y="2005482"/>
              <a:ext cx="705886" cy="705886"/>
              <a:chOff x="6158254" y="2005482"/>
              <a:chExt cx="705886" cy="705886"/>
            </a:xfrm>
          </p:grpSpPr>
          <p:pic>
            <p:nvPicPr>
              <p:cNvPr id="151" name="Graphic 150" descr="Route (Two Pins With A Path) with solid fill">
                <a:extLst>
                  <a:ext uri="{FF2B5EF4-FFF2-40B4-BE49-F238E27FC236}">
                    <ns2:creationId id="{5609D2B5-DD41-1A9B-165D-D597455B93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6158254" y="2005482"/>
                <a:ext cx="705886" cy="705886"/>
              </a:xfrm>
              <a:prstGeom prst="rect">
                <a:avLst/>
              </a:prstGeom>
            </p:spPr>
          </p:pic>
          <p:sp>
            <p:nvSpPr>
              <p:cNvPr id="152" name="Multiplication Sign 151">
                <a:extLst>
                  <a:ext uri="{FF2B5EF4-FFF2-40B4-BE49-F238E27FC236}">
                    <ns2:creationId id="{D07D4802-A7DB-09C4-4BC8-197D56C53205}"/>
                  </a:ext>
                </a:extLst>
              </p:cNvPr>
              <p:cNvSpPr/>
              <p:nvPr/>
            </p:nvSpPr>
            <p:spPr>
              <a:xfrm>
                <a:off x="6392862" y="2238664"/>
                <a:ext cx="220374" cy="220374"/>
              </a:xfrm>
              <a:prstGeom prst="mathMultiply">
                <a:avLst>
                  <a:gd name="adj1" fmla="val 8379"/>
                </a:avLst>
              </a:prstGeom>
              <a:solidFill>
                <a:srgbClr val="C00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6:creationId val="4182344898"/>
      </p:ext>
    </p:extLst>
  </p:cSld>
  <p:clrMapOvr>
    <a:masterClrMapping/>
  </p:clrMapOvr>
</p:sld>
</file>

<file path=ppt/slides/slide37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D682E34-E2B2-DA47-E97F-EAAC81A99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53E802F8-EEB3-C67B-CB49-2DF81E4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en-US" altLang="ja-JP" dirty="0"/>
              <a:t>XX</a:t>
            </a:r>
            <a:r>
              <a:rPr lang="ja-JP" altLang="en-US" dirty="0"/>
              <a:t>XX</a:t>
            </a:r>
            <a:r>
              <a:rPr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048A2C11-0060-E8E0-AD62-40875A47A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Excel</a:t>
            </a:r>
            <a:r>
              <a:rPr lang="ja-JP" altLang="en-US" dirty="0"/>
              <a:t>XX</a:t>
            </a:r>
          </a:p>
        </p:txBody>
      </p:sp>
      <p:grpSp>
        <p:nvGrpSpPr>
          <p:cNvPr id="6" name="グループ化 5">
            <a:extLst>
              <a:ext uri="{FF2B5EF4-FFF2-40B4-BE49-F238E27FC236}">
                <ns2:creationId id="{DE55FA46-B498-6619-716D-764829701C53}"/>
              </a:ext>
            </a:extLst>
          </p:cNvPr>
          <p:cNvGrpSpPr/>
          <p:nvPr/>
        </p:nvGrpSpPr>
        <p:grpSpPr>
          <a:xfrm>
            <a:off x="394494" y="1641476"/>
            <a:ext cx="756000" cy="432000"/>
            <a:chOff x="5095875" y="3195000"/>
            <a:chExt cx="1224000" cy="468000"/>
          </a:xfrm>
        </p:grpSpPr>
        <p:sp>
          <p:nvSpPr>
            <p:cNvPr id="16" name="テキスト ボックス 18">
              <a:extLst>
                <a:ext uri="{FF2B5EF4-FFF2-40B4-BE49-F238E27FC236}">
                  <ns2:creationId id="{F863F140-2EA2-EC83-740F-D6508EECC84F}"/>
                </a:ext>
              </a:extLst>
            </p:cNvPr>
            <p:cNvSpPr txBox="1"/>
            <p:nvPr/>
          </p:nvSpPr>
          <p:spPr>
            <a:xfrm>
              <a:off x="5095875" y="3195000"/>
              <a:ext cx="1224000" cy="468000"/>
            </a:xfrm>
            <a:prstGeom prst="rect">
              <a:avLst/>
            </a:prstGeom>
            <a:noFill/>
          </p:spPr>
          <p:txBody>
            <a:bodyPr wrap="none" lIns="36000" tIns="36000" rIns="72000" bIns="36000" rtlCol="0" anchor="ctr">
              <a:no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</a:p>
          </p:txBody>
        </p:sp>
        <p:cxnSp>
          <p:nvCxnSpPr>
            <p:cNvPr id="18" name="直線コネクタ 19">
              <a:extLst>
                <a:ext uri="{FF2B5EF4-FFF2-40B4-BE49-F238E27FC236}">
                  <ns2:creationId id="{BD00C7F8-D420-36AA-33D9-146834DF4C09}"/>
                </a:ext>
              </a:extLst>
            </p:cNvPr>
            <p:cNvCxnSpPr>
              <a:cxnSpLocks/>
            </p:cNvCxnSpPr>
            <p:nvPr/>
          </p:nvCxnSpPr>
          <p:spPr>
            <a:xfrm>
              <a:off x="6319875" y="3195000"/>
              <a:ext cx="0" cy="468000"/>
            </a:xfrm>
            <a:prstGeom prst="line">
              <a:avLst/>
            </a:prstGeom>
            <a:ln w="38100">
              <a:solidFill>
                <a:schemeClr val="accent3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ns2:creationId id="{9673E61D-100E-7CC6-0339-124BCEC440C6}"/>
              </a:ext>
            </a:extLst>
          </p:cNvPr>
          <p:cNvGrpSpPr/>
          <p:nvPr/>
        </p:nvGrpSpPr>
        <p:grpSpPr>
          <a:xfrm>
            <a:off x="394494" y="2145365"/>
            <a:ext cx="756000" cy="1728003"/>
            <a:chOff x="5095875" y="3195000"/>
            <a:chExt cx="1224000" cy="468001"/>
          </a:xfrm>
        </p:grpSpPr>
        <p:sp>
          <p:nvSpPr>
            <p:cNvPr id="20" name="テキスト ボックス 18">
              <a:extLst>
                <a:ext uri="{FF2B5EF4-FFF2-40B4-BE49-F238E27FC236}">
                  <ns2:creationId id="{DFAC1156-9448-CB13-E83F-CB74DCF4ED3B}"/>
                </a:ext>
              </a:extLst>
            </p:cNvPr>
            <p:cNvSpPr txBox="1"/>
            <p:nvPr/>
          </p:nvSpPr>
          <p:spPr>
            <a:xfrm>
              <a:off x="5095875" y="3195001"/>
              <a:ext cx="1224000" cy="468000"/>
            </a:xfrm>
            <a:prstGeom prst="rect">
              <a:avLst/>
            </a:prstGeom>
            <a:noFill/>
          </p:spPr>
          <p:txBody>
            <a:bodyPr wrap="none" lIns="36000" tIns="396000" rIns="72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22" name="直線コネクタ 19">
              <a:extLst>
                <a:ext uri="{FF2B5EF4-FFF2-40B4-BE49-F238E27FC236}">
                  <ns2:creationId id="{089EBE30-229B-1E4C-9EDD-60EE2863470C}"/>
                </a:ext>
              </a:extLst>
            </p:cNvPr>
            <p:cNvCxnSpPr>
              <a:cxnSpLocks/>
            </p:cNvCxnSpPr>
            <p:nvPr/>
          </p:nvCxnSpPr>
          <p:spPr>
            <a:xfrm>
              <a:off x="6319875" y="3195000"/>
              <a:ext cx="0" cy="468000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グループ化 25">
            <a:extLst>
              <a:ext uri="{FF2B5EF4-FFF2-40B4-BE49-F238E27FC236}">
                <ns2:creationId id="{F32632FB-B695-E8F7-DD3F-A07AE17D1646}"/>
              </a:ext>
            </a:extLst>
          </p:cNvPr>
          <p:cNvGrpSpPr/>
          <p:nvPr/>
        </p:nvGrpSpPr>
        <p:grpSpPr>
          <a:xfrm>
            <a:off x="394494" y="3945264"/>
            <a:ext cx="756000" cy="1764000"/>
            <a:chOff x="5095875" y="3195000"/>
            <a:chExt cx="1224000" cy="468000"/>
          </a:xfrm>
        </p:grpSpPr>
        <p:sp>
          <p:nvSpPr>
            <p:cNvPr id="28" name="テキスト ボックス 18">
              <a:extLst>
                <a:ext uri="{FF2B5EF4-FFF2-40B4-BE49-F238E27FC236}">
                  <ns2:creationId id="{F5FEB5A2-0A42-D4D5-4A58-B993EB7CCEC6}"/>
                </a:ext>
              </a:extLst>
            </p:cNvPr>
            <p:cNvSpPr txBox="1"/>
            <p:nvPr/>
          </p:nvSpPr>
          <p:spPr>
            <a:xfrm>
              <a:off x="5095875" y="3195000"/>
              <a:ext cx="1224000" cy="468000"/>
            </a:xfrm>
            <a:prstGeom prst="rect">
              <a:avLst/>
            </a:prstGeom>
            <a:noFill/>
          </p:spPr>
          <p:txBody>
            <a:bodyPr wrap="none" lIns="36000" tIns="396000" rIns="72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30" name="直線コネクタ 19">
              <a:extLst>
                <a:ext uri="{FF2B5EF4-FFF2-40B4-BE49-F238E27FC236}">
                  <ns2:creationId id="{4836531E-88D5-4056-DF9A-B40668BF624B}"/>
                </a:ext>
              </a:extLst>
            </p:cNvPr>
            <p:cNvCxnSpPr>
              <a:cxnSpLocks/>
            </p:cNvCxnSpPr>
            <p:nvPr/>
          </p:nvCxnSpPr>
          <p:spPr>
            <a:xfrm>
              <a:off x="6319875" y="3195000"/>
              <a:ext cx="0" cy="468000"/>
            </a:xfrm>
            <a:prstGeom prst="line">
              <a:avLst/>
            </a:prstGeom>
            <a:ln w="38100">
              <a:solidFill>
                <a:schemeClr val="accent5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正方形/長方形 34">
            <a:extLst>
              <a:ext uri="{FF2B5EF4-FFF2-40B4-BE49-F238E27FC236}">
                <ns2:creationId id="{E714F6DA-558C-261C-7D6B-C9AD7D8580F3}"/>
              </a:ext>
            </a:extLst>
          </p:cNvPr>
          <p:cNvSpPr/>
          <p:nvPr/>
        </p:nvSpPr>
        <p:spPr>
          <a:xfrm>
            <a:off x="122757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ns2:creationId id="{2FBBA64B-8C0B-26DD-2368-BD9FB2E1571D}"/>
              </a:ext>
            </a:extLst>
          </p:cNvPr>
          <p:cNvSpPr/>
          <p:nvPr/>
        </p:nvSpPr>
        <p:spPr>
          <a:xfrm>
            <a:off x="409653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ns2:creationId id="{F2A2A4FD-3EFB-2F0B-CA69-6AED70EB5B73}"/>
              </a:ext>
            </a:extLst>
          </p:cNvPr>
          <p:cNvSpPr/>
          <p:nvPr/>
        </p:nvSpPr>
        <p:spPr>
          <a:xfrm>
            <a:off x="696549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ns2:creationId id="{0E06D1BF-18E0-EA82-4713-E750B29A2A28}"/>
              </a:ext>
            </a:extLst>
          </p:cNvPr>
          <p:cNvSpPr/>
          <p:nvPr/>
        </p:nvSpPr>
        <p:spPr>
          <a:xfrm>
            <a:off x="9834458" y="1641476"/>
            <a:ext cx="2016000" cy="43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432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39" name="正方形/長方形 38">
            <a:extLst>
              <a:ext uri="{FF2B5EF4-FFF2-40B4-BE49-F238E27FC236}">
                <ns2:creationId id="{AF3364AC-04CD-F7AD-19C8-F20D9A4C7BB0}"/>
              </a:ext>
            </a:extLst>
          </p:cNvPr>
          <p:cNvSpPr/>
          <p:nvPr/>
        </p:nvSpPr>
        <p:spPr>
          <a:xfrm>
            <a:off x="1227578" y="2147744"/>
            <a:ext cx="2016000" cy="11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ns2:creationId id="{96C25A6F-97FA-A5D7-2CAA-872A909C94B8}"/>
              </a:ext>
            </a:extLst>
          </p:cNvPr>
          <p:cNvSpPr/>
          <p:nvPr/>
        </p:nvSpPr>
        <p:spPr>
          <a:xfrm>
            <a:off x="1227578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ns2:creationId id="{1279E601-6461-0269-B779-C05010447A0D}"/>
              </a:ext>
            </a:extLst>
          </p:cNvPr>
          <p:cNvSpPr/>
          <p:nvPr/>
        </p:nvSpPr>
        <p:spPr>
          <a:xfrm>
            <a:off x="1227578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ns2:creationId id="{3C1F78A0-51D1-8293-CB2C-92288319C32E}"/>
              </a:ext>
            </a:extLst>
          </p:cNvPr>
          <p:cNvSpPr/>
          <p:nvPr/>
        </p:nvSpPr>
        <p:spPr>
          <a:xfrm>
            <a:off x="4096538" y="2147744"/>
            <a:ext cx="2016000" cy="11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ns2:creationId id="{7D256D61-F65F-ED77-26F7-1FFDB2E1B8FA}"/>
              </a:ext>
            </a:extLst>
          </p:cNvPr>
          <p:cNvSpPr/>
          <p:nvPr/>
        </p:nvSpPr>
        <p:spPr>
          <a:xfrm>
            <a:off x="6965498" y="214774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ns2:creationId id="{54C30D54-B0EF-B2AE-1E15-3949582371F3}"/>
              </a:ext>
            </a:extLst>
          </p:cNvPr>
          <p:cNvSpPr/>
          <p:nvPr/>
        </p:nvSpPr>
        <p:spPr>
          <a:xfrm>
            <a:off x="4096538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ns2:creationId id="{7FA9DE42-84D7-562D-69A1-4838F8B2F7BD}"/>
              </a:ext>
            </a:extLst>
          </p:cNvPr>
          <p:cNvSpPr/>
          <p:nvPr/>
        </p:nvSpPr>
        <p:spPr>
          <a:xfrm>
            <a:off x="6965499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</a:p>
        </p:txBody>
      </p:sp>
      <p:sp>
        <p:nvSpPr>
          <p:cNvPr id="49" name="正方形/長方形 48">
            <a:extLst>
              <a:ext uri="{FF2B5EF4-FFF2-40B4-BE49-F238E27FC236}">
                <ns2:creationId id="{E565FDCB-CF07-5486-4A24-BEFA21255187}"/>
              </a:ext>
            </a:extLst>
          </p:cNvPr>
          <p:cNvSpPr/>
          <p:nvPr/>
        </p:nvSpPr>
        <p:spPr>
          <a:xfrm>
            <a:off x="9834458" y="214774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ns2:creationId id="{0D9F1643-0D06-76A4-B257-E155A9CBF60E}"/>
              </a:ext>
            </a:extLst>
          </p:cNvPr>
          <p:cNvSpPr/>
          <p:nvPr/>
        </p:nvSpPr>
        <p:spPr>
          <a:xfrm>
            <a:off x="9834457" y="3443744"/>
            <a:ext cx="2016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ns2:creationId id="{3C97656D-D7B9-A1BE-D311-50F563832507}"/>
              </a:ext>
            </a:extLst>
          </p:cNvPr>
          <p:cNvSpPr/>
          <p:nvPr/>
        </p:nvSpPr>
        <p:spPr>
          <a:xfrm>
            <a:off x="1440643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ns2:creationId id="{5E0785F1-8BCD-9F88-54AE-3AAB761352A1}"/>
              </a:ext>
            </a:extLst>
          </p:cNvPr>
          <p:cNvSpPr/>
          <p:nvPr/>
        </p:nvSpPr>
        <p:spPr>
          <a:xfrm>
            <a:off x="4142581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ns2:creationId id="{D95AEEB5-4FC9-1981-BFA8-9FF1A8E00D59}"/>
              </a:ext>
            </a:extLst>
          </p:cNvPr>
          <p:cNvSpPr/>
          <p:nvPr/>
        </p:nvSpPr>
        <p:spPr>
          <a:xfrm>
            <a:off x="6844519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ns2:creationId id="{52707D09-FA77-FE8A-2D95-751DDFBAEA94}"/>
              </a:ext>
            </a:extLst>
          </p:cNvPr>
          <p:cNvSpPr/>
          <p:nvPr/>
        </p:nvSpPr>
        <p:spPr>
          <a:xfrm>
            <a:off x="9546457" y="5804456"/>
            <a:ext cx="2304000" cy="50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60" name="正方形/長方形 59">
            <a:extLst>
              <a:ext uri="{FF2B5EF4-FFF2-40B4-BE49-F238E27FC236}">
                <ns2:creationId id="{D03450E6-EC04-19EA-0E70-3D2D2CEAA644}"/>
              </a:ext>
            </a:extLst>
          </p:cNvPr>
          <p:cNvSpPr/>
          <p:nvPr/>
        </p:nvSpPr>
        <p:spPr>
          <a:xfrm>
            <a:off x="4096539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ns2:creationId id="{B01D4226-D84C-FE23-94A3-95FAA0296DCD}"/>
              </a:ext>
            </a:extLst>
          </p:cNvPr>
          <p:cNvSpPr/>
          <p:nvPr/>
        </p:nvSpPr>
        <p:spPr>
          <a:xfrm>
            <a:off x="6965499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ns2:creationId id="{761EBD93-F981-5A55-266E-22EF4AE47D9D}"/>
              </a:ext>
            </a:extLst>
          </p:cNvPr>
          <p:cNvSpPr/>
          <p:nvPr/>
        </p:nvSpPr>
        <p:spPr>
          <a:xfrm>
            <a:off x="9834457" y="3945264"/>
            <a:ext cx="2016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ns2:creationId id="{29348070-87EB-8173-D0B7-B403008B1F83}"/>
              </a:ext>
            </a:extLst>
          </p:cNvPr>
          <p:cNvSpPr/>
          <p:nvPr/>
        </p:nvSpPr>
        <p:spPr>
          <a:xfrm>
            <a:off x="1227578" y="4449264"/>
            <a:ext cx="2016000" cy="1152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API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ns2:creationId id="{87055B0A-0FEF-7AF0-1C04-7D1DB14FBD44}"/>
              </a:ext>
            </a:extLst>
          </p:cNvPr>
          <p:cNvSpPr/>
          <p:nvPr/>
        </p:nvSpPr>
        <p:spPr>
          <a:xfrm>
            <a:off x="4096538" y="444926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ISO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ns2:creationId id="{1984FB32-506A-A00C-3DBC-CE8A31C4AEA5}"/>
              </a:ext>
            </a:extLst>
          </p:cNvPr>
          <p:cNvSpPr/>
          <p:nvPr/>
        </p:nvSpPr>
        <p:spPr>
          <a:xfrm>
            <a:off x="6965498" y="444926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。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6" name="正方形/長方形 65">
            <a:extLst>
              <a:ext uri="{FF2B5EF4-FFF2-40B4-BE49-F238E27FC236}">
                <ns2:creationId id="{D1B4F2D9-81A7-4C67-A0D8-7DB78230BC8F}"/>
              </a:ext>
            </a:extLst>
          </p:cNvPr>
          <p:cNvSpPr/>
          <p:nvPr/>
        </p:nvSpPr>
        <p:spPr>
          <a:xfrm>
            <a:off x="9834458" y="4449264"/>
            <a:ext cx="2016000" cy="1260000"/>
          </a:xfrm>
          <a:prstGeom prst="rect">
            <a:avLst/>
          </a:prstGeom>
          <a:noFill/>
          <a:ln w="9525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AI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lang="en-US" altLang="ja-JP" sz="1000" dirty="0">
                <a:solidFill>
                  <a:srgbClr val="008D2E"/>
                </a:solidFill>
                <a:latin typeface="Meiryo UI"/>
                <a:ea typeface="Meiryo UI"/>
              </a:rPr>
            </a:b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(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) </a:t>
            </a: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D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cxnSp>
        <p:nvCxnSpPr>
          <p:cNvPr id="68" name="直線矢印コネクタ 67">
            <a:extLst>
              <a:ext uri="{FF2B5EF4-FFF2-40B4-BE49-F238E27FC236}">
                <ns2:creationId id="{721215EB-CC83-F4BB-B84C-FD069D20BA69}"/>
              </a:ext>
            </a:extLst>
          </p:cNvPr>
          <p:cNvCxnSpPr>
            <a:stCxn id="43" idx="3"/>
            <a:endCxn id="47" idx="1"/>
          </p:cNvCxnSpPr>
          <p:nvPr/>
        </p:nvCxnSpPr>
        <p:spPr>
          <a:xfrm>
            <a:off x="3243578" y="3659744"/>
            <a:ext cx="85296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ns2:creationId id="{C28C5145-EABD-6B7A-0D84-CC6581B55AA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6112538" y="3659744"/>
            <a:ext cx="852961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ns2:creationId id="{485BE146-9407-A79B-D0DB-9A6EFE3DD550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>
            <a:off x="8981499" y="3659744"/>
            <a:ext cx="852958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ns2:creationId id="{6EC29662-3685-C665-9847-DB027EEFB21D}"/>
              </a:ext>
            </a:extLst>
          </p:cNvPr>
          <p:cNvCxnSpPr>
            <a:cxnSpLocks/>
            <a:stCxn id="44" idx="3"/>
            <a:endCxn id="60" idx="1"/>
          </p:cNvCxnSpPr>
          <p:nvPr/>
        </p:nvCxnSpPr>
        <p:spPr>
          <a:xfrm>
            <a:off x="3243578" y="4161264"/>
            <a:ext cx="852961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ns2:creationId id="{53AEBDE7-D62B-ABF1-D7C8-5B9F229E5C78}"/>
              </a:ext>
            </a:extLst>
          </p:cNvPr>
          <p:cNvCxnSpPr>
            <a:cxnSpLocks/>
            <a:stCxn id="60" idx="3"/>
            <a:endCxn id="61" idx="1"/>
          </p:cNvCxnSpPr>
          <p:nvPr/>
        </p:nvCxnSpPr>
        <p:spPr>
          <a:xfrm>
            <a:off x="6112539" y="4161264"/>
            <a:ext cx="852960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矢印コネクタ 76">
            <a:extLst>
              <a:ext uri="{FF2B5EF4-FFF2-40B4-BE49-F238E27FC236}">
                <ns2:creationId id="{08FF72FC-EB6D-DD19-DC40-52F4756EACC5}"/>
              </a:ext>
            </a:extLst>
          </p:cNvPr>
          <p:cNvCxnSpPr>
            <a:cxnSpLocks/>
          </p:cNvCxnSpPr>
          <p:nvPr/>
        </p:nvCxnSpPr>
        <p:spPr>
          <a:xfrm>
            <a:off x="8981499" y="4161264"/>
            <a:ext cx="852958" cy="0"/>
          </a:xfrm>
          <a:prstGeom prst="straightConnector1">
            <a:avLst/>
          </a:prstGeom>
          <a:ln w="952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吹き出し: 角を丸めた四角形 81">
            <a:extLst>
              <a:ext uri="{FF2B5EF4-FFF2-40B4-BE49-F238E27FC236}">
                <ns2:creationId id="{40646491-548B-2D6F-F7C0-F38642E24D1F}"/>
              </a:ext>
            </a:extLst>
          </p:cNvPr>
          <p:cNvSpPr/>
          <p:nvPr/>
        </p:nvSpPr>
        <p:spPr>
          <a:xfrm>
            <a:off x="3310059" y="4385103"/>
            <a:ext cx="720000" cy="864000"/>
          </a:xfrm>
          <a:prstGeom prst="wedgeRoundRectCallout">
            <a:avLst>
              <a:gd name="adj1" fmla="val -22225"/>
              <a:gd name="adj2" fmla="val -67980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API</a:t>
            </a:r>
            <a:endParaRPr kumimoji="1" lang="ja-JP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4" name="吹き出し: 角を丸めた四角形 83">
            <a:extLst>
              <a:ext uri="{FF2B5EF4-FFF2-40B4-BE49-F238E27FC236}">
                <ns2:creationId id="{6A81E677-B4BD-5B3A-ABEE-89BDB5ABFE38}"/>
              </a:ext>
            </a:extLst>
          </p:cNvPr>
          <p:cNvSpPr/>
          <p:nvPr/>
        </p:nvSpPr>
        <p:spPr>
          <a:xfrm>
            <a:off x="6179019" y="4385103"/>
            <a:ext cx="720000" cy="864000"/>
          </a:xfrm>
          <a:prstGeom prst="wedgeRoundRectCallout">
            <a:avLst>
              <a:gd name="adj1" fmla="val -22225"/>
              <a:gd name="adj2" fmla="val -67980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85" name="吹き出し: 角を丸めた四角形 84">
            <a:extLst>
              <a:ext uri="{FF2B5EF4-FFF2-40B4-BE49-F238E27FC236}">
                <ns2:creationId id="{D09DBCC6-5D60-170F-9620-0F337B913891}"/>
              </a:ext>
            </a:extLst>
          </p:cNvPr>
          <p:cNvSpPr/>
          <p:nvPr/>
        </p:nvSpPr>
        <p:spPr>
          <a:xfrm>
            <a:off x="9047978" y="4385103"/>
            <a:ext cx="720000" cy="864000"/>
          </a:xfrm>
          <a:prstGeom prst="wedgeRoundRectCallout">
            <a:avLst>
              <a:gd name="adj1" fmla="val -22225"/>
              <a:gd name="adj2" fmla="val -67980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88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E2F0D9"/>
                </a:highlight>
                <a:uLnTx/>
                <a:uFillTx/>
                <a:latin typeface="Meiryo UI"/>
                <a:ea typeface="Meiryo UI"/>
                <a:cs typeface="+mn-cs"/>
              </a:rPr>
              <a:t>XX</a:t>
            </a:r>
          </a:p>
        </p:txBody>
      </p:sp>
      <p:sp>
        <p:nvSpPr>
          <p:cNvPr id="86" name="吹き出し: 円形 85">
            <a:extLst>
              <a:ext uri="{FF2B5EF4-FFF2-40B4-BE49-F238E27FC236}">
                <ns2:creationId id="{2C1C4BC1-FEA3-DC3E-5E80-E5288ED3CF1D}"/>
              </a:ext>
            </a:extLst>
          </p:cNvPr>
          <p:cNvSpPr/>
          <p:nvPr/>
        </p:nvSpPr>
        <p:spPr>
          <a:xfrm>
            <a:off x="3310058" y="2667787"/>
            <a:ext cx="720000" cy="864000"/>
          </a:xfrm>
          <a:prstGeom prst="wedgeEllipseCallou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5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</a:p>
        </p:txBody>
      </p:sp>
      <p:sp>
        <p:nvSpPr>
          <p:cNvPr id="87" name="吹き出し: 円形 86">
            <a:extLst>
              <a:ext uri="{FF2B5EF4-FFF2-40B4-BE49-F238E27FC236}">
                <ns2:creationId id="{B5954FE5-2008-EE7C-04AE-9D128788DBD8}"/>
              </a:ext>
            </a:extLst>
          </p:cNvPr>
          <p:cNvSpPr/>
          <p:nvPr/>
        </p:nvSpPr>
        <p:spPr>
          <a:xfrm>
            <a:off x="6179018" y="2667787"/>
            <a:ext cx="720000" cy="864000"/>
          </a:xfrm>
          <a:prstGeom prst="wedgeEllipseCallou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5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Excel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88" name="吹き出し: 円形 87">
            <a:extLst>
              <a:ext uri="{FF2B5EF4-FFF2-40B4-BE49-F238E27FC236}">
                <ns2:creationId id="{C4BC3C04-E2D1-89AF-664F-E46558229389}"/>
              </a:ext>
            </a:extLst>
          </p:cNvPr>
          <p:cNvSpPr/>
          <p:nvPr/>
        </p:nvSpPr>
        <p:spPr>
          <a:xfrm>
            <a:off x="9047978" y="2667787"/>
            <a:ext cx="720000" cy="864000"/>
          </a:xfrm>
          <a:prstGeom prst="wedgeEllipseCallout">
            <a:avLst/>
          </a:prstGeom>
          <a:solidFill>
            <a:schemeClr val="accent3">
              <a:lumMod val="20000"/>
              <a:lumOff val="8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252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br>
              <a:rPr kumimoji="1" lang="en-US" altLang="ja-JP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</a:br>
            <a:r>
              <a:rPr kumimoji="1" lang="ja-JP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XX</a:t>
            </a:r>
            <a:endParaRPr kumimoji="1" lang="en-US" altLang="ja-JP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grpSp>
        <p:nvGrpSpPr>
          <p:cNvPr id="137" name="グループ化 136">
            <a:extLst>
              <a:ext uri="{FF2B5EF4-FFF2-40B4-BE49-F238E27FC236}">
                <ns2:creationId id="{B618B61D-C4F5-C51C-8AC4-2DD7FEDF8A83}"/>
              </a:ext>
            </a:extLst>
          </p:cNvPr>
          <p:cNvGrpSpPr/>
          <p:nvPr/>
        </p:nvGrpSpPr>
        <p:grpSpPr>
          <a:xfrm>
            <a:off x="9294457" y="5804457"/>
            <a:ext cx="504000" cy="504000"/>
            <a:chOff x="9453975" y="5804457"/>
            <a:chExt cx="504000" cy="504000"/>
          </a:xfrm>
        </p:grpSpPr>
        <p:sp>
          <p:nvSpPr>
            <p:cNvPr id="58" name="楕円 57">
              <a:extLst>
                <a:ext uri="{FF2B5EF4-FFF2-40B4-BE49-F238E27FC236}">
                  <ns2:creationId id="{3C608B24-099A-A4CD-6F80-6AFCE25537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453975" y="5804457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90" name="グラフィックス 89" descr="硬貨 単色塗りつぶし">
              <a:extLst>
                <a:ext uri="{FF2B5EF4-FFF2-40B4-BE49-F238E27FC236}">
                  <ns2:creationId id="{6ACC2BA2-1D5B-147A-9CDD-A36B0C68B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9561975" y="5912456"/>
              <a:ext cx="288000" cy="288000"/>
            </a:xfrm>
            <a:prstGeom prst="rect">
              <a:avLst/>
            </a:prstGeom>
          </p:spPr>
        </p:pic>
      </p:grpSp>
      <p:grpSp>
        <p:nvGrpSpPr>
          <p:cNvPr id="136" name="グループ化 135">
            <a:extLst>
              <a:ext uri="{FF2B5EF4-FFF2-40B4-BE49-F238E27FC236}">
                <ns2:creationId id="{57AA75CA-968E-6D62-DD92-07D1D8CEDFDB}"/>
              </a:ext>
            </a:extLst>
          </p:cNvPr>
          <p:cNvGrpSpPr/>
          <p:nvPr/>
        </p:nvGrpSpPr>
        <p:grpSpPr>
          <a:xfrm>
            <a:off x="3890581" y="5802965"/>
            <a:ext cx="504000" cy="504000"/>
            <a:chOff x="3940774" y="5802965"/>
            <a:chExt cx="504000" cy="504000"/>
          </a:xfrm>
        </p:grpSpPr>
        <p:sp>
          <p:nvSpPr>
            <p:cNvPr id="54" name="楕円 53">
              <a:extLst>
                <a:ext uri="{FF2B5EF4-FFF2-40B4-BE49-F238E27FC236}">
                  <ns2:creationId id="{0C4C241F-5C87-775D-047B-391D4DEC55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40774" y="5802965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92" name="グラフィックス 91" descr="ブロックチェーン 単色塗りつぶし">
              <a:extLst>
                <a:ext uri="{FF2B5EF4-FFF2-40B4-BE49-F238E27FC236}">
                  <ns2:creationId id="{BE5D2A71-DDA5-A49A-6691-FE25DFFAAC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4048774" y="5910965"/>
              <a:ext cx="288000" cy="288000"/>
            </a:xfrm>
            <a:prstGeom prst="rect">
              <a:avLst/>
            </a:prstGeom>
          </p:spPr>
        </p:pic>
      </p:grpSp>
      <p:pic>
        <p:nvPicPr>
          <p:cNvPr id="94" name="グラフィックス 93" descr="ブログ 単色塗りつぶし">
            <a:extLst>
              <a:ext uri="{FF2B5EF4-FFF2-40B4-BE49-F238E27FC236}">
                <ns2:creationId id="{390B59EB-A25D-B420-B55D-189237D8B5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6395018" y="2772348"/>
            <a:ext cx="288000" cy="288000"/>
          </a:xfrm>
          <a:prstGeom prst="rect">
            <a:avLst/>
          </a:prstGeom>
        </p:spPr>
      </p:pic>
      <p:grpSp>
        <p:nvGrpSpPr>
          <p:cNvPr id="135" name="グループ化 134">
            <a:extLst>
              <a:ext uri="{FF2B5EF4-FFF2-40B4-BE49-F238E27FC236}">
                <ns2:creationId id="{F294489F-039E-4CF6-07B0-ADB15AA0EC3F}"/>
              </a:ext>
            </a:extLst>
          </p:cNvPr>
          <p:cNvGrpSpPr/>
          <p:nvPr/>
        </p:nvGrpSpPr>
        <p:grpSpPr>
          <a:xfrm>
            <a:off x="1227578" y="5802965"/>
            <a:ext cx="504000" cy="504000"/>
            <a:chOff x="1227578" y="5802965"/>
            <a:chExt cx="504000" cy="504000"/>
          </a:xfrm>
        </p:grpSpPr>
        <p:sp>
          <p:nvSpPr>
            <p:cNvPr id="52" name="楕円 51">
              <a:extLst>
                <a:ext uri="{FF2B5EF4-FFF2-40B4-BE49-F238E27FC236}">
                  <ns2:creationId id="{1B5972B0-4406-24CA-1253-0B19EADC08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27578" y="5802965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98" name="グラフィックス 97" descr="クラウド コンピューティング 単色塗りつぶし">
              <a:extLst>
                <a:ext uri="{FF2B5EF4-FFF2-40B4-BE49-F238E27FC236}">
                  <ns2:creationId id="{4EABD739-B896-5411-E1A7-7C5B3130B1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1335578" y="5910966"/>
              <a:ext cx="288000" cy="288000"/>
            </a:xfrm>
            <a:prstGeom prst="rect">
              <a:avLst/>
            </a:prstGeom>
          </p:spPr>
        </p:pic>
      </p:grpSp>
      <p:pic>
        <p:nvPicPr>
          <p:cNvPr id="106" name="グラフィックス 105" descr="数学 単色塗りつぶし">
            <a:extLst>
              <a:ext uri="{FF2B5EF4-FFF2-40B4-BE49-F238E27FC236}">
                <ns2:creationId id="{53D1B0C5-2B8F-2954-7320-48B78B0F1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6395020" y="4514604"/>
            <a:ext cx="288000" cy="288000"/>
          </a:xfrm>
          <a:prstGeom prst="rect">
            <a:avLst/>
          </a:prstGeom>
        </p:spPr>
      </p:pic>
      <p:pic>
        <p:nvPicPr>
          <p:cNvPr id="108" name="グラフィックス 107" descr="熱望 枠線">
            <a:extLst>
              <a:ext uri="{FF2B5EF4-FFF2-40B4-BE49-F238E27FC236}">
                <ns2:creationId id="{FA4B226F-DD31-0167-864D-583D3A1168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10189340" y="1641476"/>
            <a:ext cx="432000" cy="432000"/>
          </a:xfrm>
          <a:prstGeom prst="rect">
            <a:avLst/>
          </a:prstGeom>
        </p:spPr>
      </p:pic>
      <p:pic>
        <p:nvPicPr>
          <p:cNvPr id="110" name="グラフィックス 109" descr="バッジ: チェックマーク 1 枠線">
            <a:extLst>
              <a:ext uri="{FF2B5EF4-FFF2-40B4-BE49-F238E27FC236}">
                <ns2:creationId id="{3C2386E5-494F-25BC-0726-2F75F1A38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9"/>
              </a:ext>
            </a:extLst>
          </a:blip>
          <a:stretch>
            <a:fillRect/>
          </a:stretch>
        </p:blipFill>
        <p:spPr>
          <a:xfrm>
            <a:off x="4311282" y="1641476"/>
            <a:ext cx="432000" cy="432000"/>
          </a:xfrm>
          <a:prstGeom prst="rect">
            <a:avLst/>
          </a:prstGeom>
        </p:spPr>
      </p:pic>
      <p:pic>
        <p:nvPicPr>
          <p:cNvPr id="114" name="グラフィックス 113" descr="原因と結果 単色塗りつぶし">
            <a:extLst>
              <a:ext uri="{FF2B5EF4-FFF2-40B4-BE49-F238E27FC236}">
                <ns2:creationId id="{ECB4E314-43F9-13B2-D20C-90D1EEECC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3526058" y="4514604"/>
            <a:ext cx="288000" cy="288000"/>
          </a:xfrm>
          <a:prstGeom prst="rect">
            <a:avLst/>
          </a:prstGeom>
        </p:spPr>
      </p:pic>
      <p:pic>
        <p:nvPicPr>
          <p:cNvPr id="116" name="グラフィックス 115" descr="クリップボード 単色塗りつぶし">
            <a:extLst>
              <a:ext uri="{FF2B5EF4-FFF2-40B4-BE49-F238E27FC236}">
                <ns2:creationId id="{B5E1F351-E9B9-37AE-55B7-6842FABC6D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1"/>
              </a:ext>
            </a:extLst>
          </a:blip>
          <a:stretch>
            <a:fillRect/>
          </a:stretch>
        </p:blipFill>
        <p:spPr>
          <a:xfrm>
            <a:off x="9263976" y="2772348"/>
            <a:ext cx="288000" cy="288000"/>
          </a:xfrm>
          <a:prstGeom prst="rect">
            <a:avLst/>
          </a:prstGeom>
        </p:spPr>
      </p:pic>
      <p:grpSp>
        <p:nvGrpSpPr>
          <p:cNvPr id="138" name="グループ化 137">
            <a:extLst>
              <a:ext uri="{FF2B5EF4-FFF2-40B4-BE49-F238E27FC236}">
                <ns2:creationId id="{F220C327-48F3-23C2-8256-D7B2EB65FB03}"/>
              </a:ext>
            </a:extLst>
          </p:cNvPr>
          <p:cNvGrpSpPr/>
          <p:nvPr/>
        </p:nvGrpSpPr>
        <p:grpSpPr>
          <a:xfrm>
            <a:off x="6592519" y="5802965"/>
            <a:ext cx="504000" cy="504000"/>
            <a:chOff x="6512905" y="5802965"/>
            <a:chExt cx="504000" cy="504000"/>
          </a:xfrm>
        </p:grpSpPr>
        <p:sp>
          <p:nvSpPr>
            <p:cNvPr id="56" name="楕円 55">
              <a:extLst>
                <a:ext uri="{FF2B5EF4-FFF2-40B4-BE49-F238E27FC236}">
                  <ns2:creationId id="{5F68CC38-522C-B25E-B6F2-1C13E7A010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2905" y="5802965"/>
              <a:ext cx="504000" cy="504000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pic>
          <p:nvPicPr>
            <p:cNvPr id="120" name="グラフィックス 119" descr="クリップボード: チェックマーク 単色塗りつぶし">
              <a:extLst>
                <a:ext uri="{FF2B5EF4-FFF2-40B4-BE49-F238E27FC236}">
                  <ns2:creationId id="{D12A518F-8E86-B749-69DF-CE15A80B3F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2"/>
                </a:ext>
              </a:extLst>
            </a:blip>
            <a:stretch>
              <a:fillRect/>
            </a:stretch>
          </p:blipFill>
          <p:spPr>
            <a:xfrm>
              <a:off x="6620904" y="5910966"/>
              <a:ext cx="288000" cy="288000"/>
            </a:xfrm>
            <a:prstGeom prst="rect">
              <a:avLst/>
            </a:prstGeom>
          </p:spPr>
        </p:pic>
      </p:grpSp>
      <p:pic>
        <p:nvPicPr>
          <p:cNvPr id="122" name="グラフィックス 121" descr="時計 単色塗りつぶし">
            <a:extLst>
              <a:ext uri="{FF2B5EF4-FFF2-40B4-BE49-F238E27FC236}">
                <ns2:creationId id="{D5765D4E-067A-B7FC-6BEC-1E93C4A82D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3"/>
              </a:ext>
            </a:extLst>
          </a:blip>
          <a:stretch>
            <a:fillRect/>
          </a:stretch>
        </p:blipFill>
        <p:spPr>
          <a:xfrm>
            <a:off x="9263976" y="4514604"/>
            <a:ext cx="288000" cy="288000"/>
          </a:xfrm>
          <a:prstGeom prst="rect">
            <a:avLst/>
          </a:prstGeom>
        </p:spPr>
      </p:pic>
      <p:pic>
        <p:nvPicPr>
          <p:cNvPr id="124" name="グラフィックス 123" descr="完了 枠線">
            <a:extLst>
              <a:ext uri="{FF2B5EF4-FFF2-40B4-BE49-F238E27FC236}">
                <ns2:creationId id="{D2F89EF2-0473-2C67-CFEF-9C5E9ECE90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4"/>
              </a:ext>
            </a:extLst>
          </a:blip>
          <a:stretch>
            <a:fillRect/>
          </a:stretch>
        </p:blipFill>
        <p:spPr>
          <a:xfrm>
            <a:off x="1599568" y="1641476"/>
            <a:ext cx="432000" cy="432000"/>
          </a:xfrm>
          <a:prstGeom prst="rect">
            <a:avLst/>
          </a:prstGeom>
        </p:spPr>
      </p:pic>
      <p:pic>
        <p:nvPicPr>
          <p:cNvPr id="126" name="グラフィックス 125" descr="封筒 単色塗りつぶし">
            <a:extLst>
              <a:ext uri="{FF2B5EF4-FFF2-40B4-BE49-F238E27FC236}">
                <ns2:creationId id="{30AB9063-9D7A-5175-E5F6-F718FD2661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5"/>
              </a:ext>
            </a:extLst>
          </a:blip>
          <a:stretch>
            <a:fillRect/>
          </a:stretch>
        </p:blipFill>
        <p:spPr>
          <a:xfrm>
            <a:off x="3526059" y="2772348"/>
            <a:ext cx="288000" cy="288000"/>
          </a:xfrm>
          <a:prstGeom prst="rect">
            <a:avLst/>
          </a:prstGeom>
        </p:spPr>
      </p:pic>
      <p:pic>
        <p:nvPicPr>
          <p:cNvPr id="128" name="グラフィックス 127" descr="目 枠線">
            <a:extLst>
              <a:ext uri="{FF2B5EF4-FFF2-40B4-BE49-F238E27FC236}">
                <ns2:creationId id="{737C4817-8D71-2F69-DFD5-6F1642D0EA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6"/>
              </a:ext>
            </a:extLst>
          </a:blip>
          <a:stretch>
            <a:fillRect/>
          </a:stretch>
        </p:blipFill>
        <p:spPr>
          <a:xfrm>
            <a:off x="7207027" y="1641476"/>
            <a:ext cx="432000" cy="432000"/>
          </a:xfrm>
          <a:prstGeom prst="rect">
            <a:avLst/>
          </a:prstGeom>
        </p:spPr>
      </p:pic>
      <p:pic>
        <p:nvPicPr>
          <p:cNvPr id="142" name="グラフィックス 141" descr="パズルのピース 単色塗りつぶし">
            <a:extLst>
              <a:ext uri="{FF2B5EF4-FFF2-40B4-BE49-F238E27FC236}">
                <ns2:creationId id="{1496E5A8-5A79-19B6-15A3-51E2D515F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7"/>
              </a:ext>
            </a:extLst>
          </a:blip>
          <a:stretch>
            <a:fillRect/>
          </a:stretch>
        </p:blipFill>
        <p:spPr>
          <a:xfrm>
            <a:off x="592494" y="2666463"/>
            <a:ext cx="360000" cy="360000"/>
          </a:xfrm>
          <a:prstGeom prst="rect">
            <a:avLst/>
          </a:prstGeom>
        </p:spPr>
      </p:pic>
      <p:pic>
        <p:nvPicPr>
          <p:cNvPr id="144" name="グラフィックス 143" descr="評価 単色塗りつぶし">
            <a:extLst>
              <a:ext uri="{FF2B5EF4-FFF2-40B4-BE49-F238E27FC236}">
                <ns2:creationId id="{C04FEA69-49A2-C470-6A48-4A6A793A79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18"/>
              </a:ext>
            </a:extLst>
          </a:blip>
          <a:stretch>
            <a:fillRect/>
          </a:stretch>
        </p:blipFill>
        <p:spPr>
          <a:xfrm>
            <a:off x="592494" y="4499223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ns5:creationId val="1590036966"/>
      </p:ext>
    </p:extLst>
  </p:cSld>
  <p:clrMapOvr>
    <a:masterClrMapping/>
  </p:clrMapOvr>
</p:sld>
</file>

<file path=ppt/slides/slide37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822A3740-7C61-4A5B-F837-08F7DA94A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グループ化 22">
            <a:extLst>
              <a:ext uri="{FF2B5EF4-FFF2-40B4-BE49-F238E27FC236}">
                <ns2:creationId id="{E8353C21-CCBC-1601-E6A9-B816DD4F8BE0}"/>
              </a:ext>
            </a:extLst>
          </p:cNvPr>
          <p:cNvGrpSpPr/>
          <p:nvPr/>
        </p:nvGrpSpPr>
        <p:grpSpPr>
          <a:xfrm>
            <a:off x="341470" y="996934"/>
            <a:ext cx="11515568" cy="1010912"/>
            <a:chOff x="341470" y="996933"/>
            <a:chExt cx="11515568" cy="1173605"/>
          </a:xfrm>
        </p:grpSpPr>
        <p:sp>
          <p:nvSpPr>
            <p:cNvPr id="6" name="正方形/長方形 62">
              <a:extLst>
                <a:ext uri="{FF2B5EF4-FFF2-40B4-BE49-F238E27FC236}">
                  <ns2:creationId id="{65680FFF-DDF8-4BE8-833A-81773A2C64E5}"/>
                </a:ext>
              </a:extLst>
            </p:cNvPr>
            <p:cNvSpPr/>
            <p:nvPr/>
          </p:nvSpPr>
          <p:spPr>
            <a:xfrm>
              <a:off x="341470" y="1018608"/>
              <a:ext cx="1433990" cy="11519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077A8D53-C670-66A9-E19D-F2BA71ACA0A9}"/>
                </a:ext>
              </a:extLst>
            </p:cNvPr>
            <p:cNvGrpSpPr/>
            <p:nvPr/>
          </p:nvGrpSpPr>
          <p:grpSpPr>
            <a:xfrm>
              <a:off x="1908285" y="1030921"/>
              <a:ext cx="2387570" cy="1130870"/>
              <a:chOff x="341469" y="1509170"/>
              <a:chExt cx="2387570" cy="792000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93691333-CD9C-909B-E512-ADEB8E8A44F1}"/>
                  </a:ext>
                </a:extLst>
              </p:cNvPr>
              <p:cNvSpPr/>
              <p:nvPr/>
            </p:nvSpPr>
            <p:spPr>
              <a:xfrm>
                <a:off x="341469" y="1509170"/>
                <a:ext cx="2387570" cy="792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ns2:creationId id="{302CC590-BC43-4792-9B3D-7E5BE5F35BB7}"/>
                  </a:ext>
                </a:extLst>
              </p:cNvPr>
              <p:cNvSpPr txBox="1"/>
              <p:nvPr/>
            </p:nvSpPr>
            <p:spPr>
              <a:xfrm>
                <a:off x="967118" y="1567690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ns2:creationId id="{B0DF0C48-4AF6-DC2E-F15F-8814138AA88F}"/>
                  </a:ext>
                </a:extLst>
              </p:cNvPr>
              <p:cNvSpPr txBox="1"/>
              <p:nvPr/>
            </p:nvSpPr>
            <p:spPr>
              <a:xfrm>
                <a:off x="967118" y="1812013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ns2:creationId id="{ED442C9A-6F54-A160-1554-6B652DF9F719}"/>
                  </a:ext>
                </a:extLst>
              </p:cNvPr>
              <p:cNvSpPr txBox="1"/>
              <p:nvPr/>
            </p:nvSpPr>
            <p:spPr>
              <a:xfrm>
                <a:off x="967118" y="2056335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D61FE34D-F568-B917-2E5E-BF68BD50AF04}"/>
                  </a:ext>
                </a:extLst>
              </p:cNvPr>
              <p:cNvSpPr/>
              <p:nvPr/>
            </p:nvSpPr>
            <p:spPr>
              <a:xfrm>
                <a:off x="412321" y="1552848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7D073F0C-F7FD-C6B4-F945-5F9CCA31A67D}"/>
                  </a:ext>
                </a:extLst>
              </p:cNvPr>
              <p:cNvSpPr/>
              <p:nvPr/>
            </p:nvSpPr>
            <p:spPr>
              <a:xfrm>
                <a:off x="412321" y="1797170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48E75A75-7782-845B-539D-2CF010C09FF8}"/>
                  </a:ext>
                </a:extLst>
              </p:cNvPr>
              <p:cNvSpPr/>
              <p:nvPr/>
            </p:nvSpPr>
            <p:spPr>
              <a:xfrm>
                <a:off x="412321" y="2041493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DE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ns2:creationId id="{8EE8D84B-2BA1-7D75-714B-86444F46F41A}"/>
                </a:ext>
              </a:extLst>
            </p:cNvPr>
            <p:cNvGrpSpPr/>
            <p:nvPr/>
          </p:nvGrpSpPr>
          <p:grpSpPr>
            <a:xfrm>
              <a:off x="4428680" y="1019302"/>
              <a:ext cx="2387570" cy="546337"/>
              <a:chOff x="341469" y="2359732"/>
              <a:chExt cx="2387570" cy="546337"/>
            </a:xfrm>
          </p:grpSpPr>
          <p:sp>
            <p:nvSpPr>
              <p:cNvPr id="45" name="正方形/長方形 44">
                <a:extLst>
                  <a:ext uri="{FF2B5EF4-FFF2-40B4-BE49-F238E27FC236}">
                    <ns2:creationId id="{DA79ED39-B56C-206C-D5EE-31D8A9872F2B}"/>
                  </a:ext>
                </a:extLst>
              </p:cNvPr>
              <p:cNvSpPr/>
              <p:nvPr/>
            </p:nvSpPr>
            <p:spPr>
              <a:xfrm>
                <a:off x="341469" y="2359732"/>
                <a:ext cx="2387570" cy="5463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51" name="テキスト ボックス 50">
                <a:extLst>
                  <a:ext uri="{FF2B5EF4-FFF2-40B4-BE49-F238E27FC236}">
                    <ns2:creationId id="{E850B750-5353-4E70-97CD-20C217A5ADCE}"/>
                  </a:ext>
                </a:extLst>
              </p:cNvPr>
              <p:cNvSpPr txBox="1"/>
              <p:nvPr/>
            </p:nvSpPr>
            <p:spPr>
              <a:xfrm>
                <a:off x="967118" y="2568639"/>
                <a:ext cx="1750331" cy="128524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de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de-DE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D3D7F9E4-E729-47C1-42E7-5C5F09B1AC99}"/>
                  </a:ext>
                </a:extLst>
              </p:cNvPr>
              <p:cNvSpPr/>
              <p:nvPr/>
            </p:nvSpPr>
            <p:spPr>
              <a:xfrm>
                <a:off x="412321" y="2381846"/>
                <a:ext cx="614267" cy="149001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BCB142A1-AD2C-E301-BCBB-F326DCD8DDAE}"/>
                  </a:ext>
                </a:extLst>
              </p:cNvPr>
              <p:cNvSpPr/>
              <p:nvPr/>
            </p:nvSpPr>
            <p:spPr>
              <a:xfrm>
                <a:off x="412321" y="2392447"/>
                <a:ext cx="614267" cy="480907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1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ns2:creationId id="{B9CFC57B-9BD1-8B28-793E-0DA328B4B896}"/>
                </a:ext>
              </a:extLst>
            </p:cNvPr>
            <p:cNvGrpSpPr/>
            <p:nvPr/>
          </p:nvGrpSpPr>
          <p:grpSpPr>
            <a:xfrm>
              <a:off x="6949074" y="1001387"/>
              <a:ext cx="2387570" cy="1169151"/>
              <a:chOff x="341469" y="3569530"/>
              <a:chExt cx="2387570" cy="1013849"/>
            </a:xfrm>
          </p:grpSpPr>
          <p:sp>
            <p:nvSpPr>
              <p:cNvPr id="65" name="正方形/長方形 64">
                <a:extLst>
                  <a:ext uri="{FF2B5EF4-FFF2-40B4-BE49-F238E27FC236}">
                    <ns2:creationId id="{3F5E6D8C-F842-3142-07B0-1E1155F835BA}"/>
                  </a:ext>
                </a:extLst>
              </p:cNvPr>
              <p:cNvSpPr/>
              <p:nvPr/>
            </p:nvSpPr>
            <p:spPr>
              <a:xfrm>
                <a:off x="341469" y="3569530"/>
                <a:ext cx="2387570" cy="101384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ns2:creationId id="{EC0367FF-165C-C0F7-2124-86AEEBD84436}"/>
                  </a:ext>
                </a:extLst>
              </p:cNvPr>
              <p:cNvSpPr txBox="1"/>
              <p:nvPr/>
            </p:nvSpPr>
            <p:spPr>
              <a:xfrm>
                <a:off x="967118" y="3723692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de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ns2:creationId id="{B4EDA750-3274-FC2E-4F64-5E96EB43002F}"/>
                  </a:ext>
                </a:extLst>
              </p:cNvPr>
              <p:cNvSpPr txBox="1"/>
              <p:nvPr/>
            </p:nvSpPr>
            <p:spPr>
              <a:xfrm>
                <a:off x="967118" y="4067737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: </a:t>
                </a:r>
                <a:b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72" name="テキスト ボックス 71">
                <a:extLst>
                  <a:ext uri="{FF2B5EF4-FFF2-40B4-BE49-F238E27FC236}">
                    <ns2:creationId id="{11D5C93D-643C-8B9D-6F9B-9DFB3BB8FA5D}"/>
                  </a:ext>
                </a:extLst>
              </p:cNvPr>
              <p:cNvSpPr txBox="1"/>
              <p:nvPr/>
            </p:nvSpPr>
            <p:spPr>
              <a:xfrm>
                <a:off x="967118" y="4312059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ns2:creationId id="{FF58ACF5-B2F3-000A-354C-E36ACF1BC7DF}"/>
                  </a:ext>
                </a:extLst>
              </p:cNvPr>
              <p:cNvSpPr/>
              <p:nvPr/>
            </p:nvSpPr>
            <p:spPr>
              <a:xfrm>
                <a:off x="412321" y="3613209"/>
                <a:ext cx="614267" cy="40728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4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ns2:creationId id="{7DCA73E9-73B1-2E73-6EDF-E5EE64741748}"/>
                  </a:ext>
                </a:extLst>
              </p:cNvPr>
              <p:cNvSpPr/>
              <p:nvPr/>
            </p:nvSpPr>
            <p:spPr>
              <a:xfrm>
                <a:off x="412321" y="4052894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ns2:creationId id="{62E94769-1D47-0ADB-6698-A7015AB9F95D}"/>
                  </a:ext>
                </a:extLst>
              </p:cNvPr>
              <p:cNvSpPr/>
              <p:nvPr/>
            </p:nvSpPr>
            <p:spPr>
              <a:xfrm>
                <a:off x="412321" y="4297217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ns2:creationId id="{3CB47028-E594-6F83-0134-60F07FC42E7A}"/>
                </a:ext>
              </a:extLst>
            </p:cNvPr>
            <p:cNvGrpSpPr/>
            <p:nvPr/>
          </p:nvGrpSpPr>
          <p:grpSpPr>
            <a:xfrm>
              <a:off x="9469468" y="996933"/>
              <a:ext cx="2387570" cy="1169151"/>
              <a:chOff x="341469" y="4641943"/>
              <a:chExt cx="2387570" cy="1059467"/>
            </a:xfrm>
          </p:grpSpPr>
          <p:sp>
            <p:nvSpPr>
              <p:cNvPr id="74" name="正方形/長方形 73">
                <a:extLst>
                  <a:ext uri="{FF2B5EF4-FFF2-40B4-BE49-F238E27FC236}">
                    <ns2:creationId id="{8E9EB4F9-B39F-10AF-F4F0-BDA4D7AA3A65}"/>
                  </a:ext>
                </a:extLst>
              </p:cNvPr>
              <p:cNvSpPr/>
              <p:nvPr/>
            </p:nvSpPr>
            <p:spPr>
              <a:xfrm>
                <a:off x="341469" y="4641943"/>
                <a:ext cx="2387570" cy="105946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ns2:creationId id="{3A66D12B-34E9-9DD7-9BCB-9C187CC912C2}"/>
                  </a:ext>
                </a:extLst>
              </p:cNvPr>
              <p:cNvSpPr txBox="1"/>
              <p:nvPr/>
            </p:nvSpPr>
            <p:spPr>
              <a:xfrm>
                <a:off x="967118" y="4703867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ns2:creationId id="{22EA212D-6EC2-52E2-7753-1CE6657B5E91}"/>
                  </a:ext>
                </a:extLst>
              </p:cNvPr>
              <p:cNvSpPr txBox="1"/>
              <p:nvPr/>
            </p:nvSpPr>
            <p:spPr>
              <a:xfrm>
                <a:off x="967118" y="4948190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Ins="72000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PDF</a:t>
                </a:r>
                <a:r>
                  <a:rPr kumimoji="1" lang="ja-JP" altLang="de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81" name="テキスト ボックス 80">
                <a:extLst>
                  <a:ext uri="{FF2B5EF4-FFF2-40B4-BE49-F238E27FC236}">
                    <ns2:creationId id="{76DA1D70-7EB6-E770-97DA-7113E18EA5A3}"/>
                  </a:ext>
                </a:extLst>
              </p:cNvPr>
              <p:cNvSpPr txBox="1"/>
              <p:nvPr/>
            </p:nvSpPr>
            <p:spPr>
              <a:xfrm>
                <a:off x="967118" y="5192512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Excel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endParaRPr kumimoji="1" lang="ja-JP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83" name="テキスト ボックス 82">
                <a:extLst>
                  <a:ext uri="{FF2B5EF4-FFF2-40B4-BE49-F238E27FC236}">
                    <ns2:creationId id="{D9094260-2E38-0B45-A000-98B2196FBBC1}"/>
                  </a:ext>
                </a:extLst>
              </p:cNvPr>
              <p:cNvSpPr txBox="1"/>
              <p:nvPr/>
            </p:nvSpPr>
            <p:spPr>
              <a:xfrm>
                <a:off x="967118" y="5434093"/>
                <a:ext cx="1750331" cy="186315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078BA932-9757-29D4-C00A-0774C06BD079}"/>
                  </a:ext>
                </a:extLst>
              </p:cNvPr>
              <p:cNvSpPr/>
              <p:nvPr/>
            </p:nvSpPr>
            <p:spPr>
              <a:xfrm>
                <a:off x="412321" y="4689025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24275CE1-B259-E116-01E8-6CA9A6F998DF}"/>
                  </a:ext>
                </a:extLst>
              </p:cNvPr>
              <p:cNvSpPr/>
              <p:nvPr/>
            </p:nvSpPr>
            <p:spPr>
              <a:xfrm>
                <a:off x="412321" y="4933347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ns2:creationId id="{2C685189-FFA0-D17B-5483-3B78605F3021}"/>
                  </a:ext>
                </a:extLst>
              </p:cNvPr>
              <p:cNvSpPr/>
              <p:nvPr/>
            </p:nvSpPr>
            <p:spPr>
              <a:xfrm>
                <a:off x="412321" y="5177670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F1CEB737-6DE7-D474-8F12-059C73A60DB8}"/>
                  </a:ext>
                </a:extLst>
              </p:cNvPr>
              <p:cNvSpPr/>
              <p:nvPr/>
            </p:nvSpPr>
            <p:spPr>
              <a:xfrm>
                <a:off x="412321" y="5419250"/>
                <a:ext cx="614267" cy="21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ns2:creationId id="{1F88BF84-AEE0-EC30-2F70-CBC688B01EE9}"/>
                </a:ext>
              </a:extLst>
            </p:cNvPr>
            <p:cNvGrpSpPr/>
            <p:nvPr/>
          </p:nvGrpSpPr>
          <p:grpSpPr>
            <a:xfrm>
              <a:off x="4428680" y="1624201"/>
              <a:ext cx="2387570" cy="546337"/>
              <a:chOff x="341469" y="2964631"/>
              <a:chExt cx="2387570" cy="546337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BFC04A50-BA8B-EABE-9277-B0D07E73C5D9}"/>
                  </a:ext>
                </a:extLst>
              </p:cNvPr>
              <p:cNvSpPr/>
              <p:nvPr/>
            </p:nvSpPr>
            <p:spPr>
              <a:xfrm>
                <a:off x="341469" y="2964631"/>
                <a:ext cx="2387570" cy="5463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DE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テキスト ボックス 62">
                <a:extLst>
                  <a:ext uri="{FF2B5EF4-FFF2-40B4-BE49-F238E27FC236}">
                    <ns2:creationId id="{A0567C09-271C-15B0-E248-6CF139679C9E}"/>
                  </a:ext>
                </a:extLst>
              </p:cNvPr>
              <p:cNvSpPr txBox="1"/>
              <p:nvPr/>
            </p:nvSpPr>
            <p:spPr>
              <a:xfrm>
                <a:off x="967118" y="3085391"/>
                <a:ext cx="1750331" cy="304817"/>
              </a:xfrm>
              <a:prstGeom prst="rect">
                <a:avLst/>
              </a:prstGeom>
              <a:noFill/>
            </p:spPr>
            <p:txBody>
              <a:bodyPr wrap="square" rIns="36000" rtlCol="0" anchor="ctr" anchorCtr="0">
                <a:noAutofit/>
              </a:bodyPr>
              <a:lstStyle/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(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)</a:t>
                </a: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de-DE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  <a:p>
                <a:pPr marL="99450" marR="0" lvl="0" indent="-99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5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 : </a:t>
                </a:r>
                <a:br>
                  <a:rPr kumimoji="1" lang="en-US" altLang="ja-JP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JP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en-US" altLang="ja-JP" sz="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endParaRPr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ns2:creationId id="{6F99A3EB-23EA-9A2E-1D1A-307671B91B4E}"/>
                  </a:ext>
                </a:extLst>
              </p:cNvPr>
              <p:cNvSpPr/>
              <p:nvPr/>
            </p:nvSpPr>
            <p:spPr>
              <a:xfrm>
                <a:off x="412321" y="2994760"/>
                <a:ext cx="614267" cy="488469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</a:br>
                <a:r>
                  <a:rPr kumimoji="1" lang="ja-DE" altLang="en-US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r>
                  <a:rPr kumimoji="1" lang="de-DE" altLang="ja-DE" sz="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rPr>
                  <a:t>XX</a:t>
                </a:r>
                <a:endPara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  <p:sp>
        <p:nvSpPr>
          <p:cNvPr id="2" name="タイトル 1">
            <a:extLst>
              <a:ext uri="{FF2B5EF4-FFF2-40B4-BE49-F238E27FC236}">
                <ns2:creationId id="{0415D81E-FDB2-575A-0B04-7CF912F48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 : 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en-US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 (</a:t>
            </a:r>
            <a:r>
              <a:rPr lang="ja-JP" altLang="en-US" dirty="0">
                <a:latin typeface="Meiryo UI" panose="020B0604030504040204" pitchFamily="34" charset="-128"/>
                <a:ea typeface="Meiryo UI" panose="020B0604030504040204" pitchFamily="34" charset="-128"/>
              </a:rPr>
              <a:t>XX</a:t>
            </a:r>
            <a:r>
              <a:rPr lang="de-DE" altLang="ja-JP" dirty="0">
                <a:latin typeface="Meiryo UI" panose="020B0604030504040204" pitchFamily="34" charset="-128"/>
                <a:ea typeface="Meiryo UI" panose="020B0604030504040204" pitchFamily="34" charset="-128"/>
              </a:rPr>
              <a:t>)</a:t>
            </a:r>
            <a:endParaRPr kumimoji="1" lang="ja-JP" altLang="en-US" dirty="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9" name="グラフィックス 8" descr="世界 単色塗りつぶし">
            <a:extLst>
              <a:ext uri="{FF2B5EF4-FFF2-40B4-BE49-F238E27FC236}">
                <ns2:creationId id="{12F92344-2181-BA86-7C94-D833EF29E4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512899" y="1340390"/>
            <a:ext cx="324000" cy="324000"/>
          </a:xfrm>
          <a:prstGeom prst="rect">
            <a:avLst/>
          </a:prstGeom>
        </p:spPr>
      </p:pic>
      <p:sp>
        <p:nvSpPr>
          <p:cNvPr id="162" name="正方形/長方形 161">
            <a:extLst>
              <a:ext uri="{FF2B5EF4-FFF2-40B4-BE49-F238E27FC236}">
                <ns2:creationId id="{3BCBABB2-0060-6309-C8F8-D73A7B844A8B}"/>
              </a:ext>
            </a:extLst>
          </p:cNvPr>
          <p:cNvSpPr/>
          <p:nvPr/>
        </p:nvSpPr>
        <p:spPr>
          <a:xfrm>
            <a:off x="4297724" y="2666730"/>
            <a:ext cx="3489591" cy="2194852"/>
          </a:xfrm>
          <a:prstGeom prst="rect">
            <a:avLst/>
          </a:prstGeom>
          <a:solidFill>
            <a:schemeClr val="accent5">
              <a:alpha val="1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grpSp>
        <p:nvGrpSpPr>
          <p:cNvPr id="114" name="グループ化 113">
            <a:extLst>
              <a:ext uri="{FF2B5EF4-FFF2-40B4-BE49-F238E27FC236}">
                <ns2:creationId id="{C3AAFA3F-D7AB-277C-E549-9841772B969A}"/>
              </a:ext>
            </a:extLst>
          </p:cNvPr>
          <p:cNvGrpSpPr/>
          <p:nvPr/>
        </p:nvGrpSpPr>
        <p:grpSpPr>
          <a:xfrm>
            <a:off x="4654980" y="2748073"/>
            <a:ext cx="2916001" cy="598914"/>
            <a:chOff x="3317646" y="2119337"/>
            <a:chExt cx="2817452" cy="791999"/>
          </a:xfrm>
          <a:solidFill>
            <a:srgbClr val="FFFFFF"/>
          </a:solidFill>
        </p:grpSpPr>
        <p:sp>
          <p:nvSpPr>
            <p:cNvPr id="116" name="正方形/長方形 115">
              <a:extLst>
                <a:ext uri="{FF2B5EF4-FFF2-40B4-BE49-F238E27FC236}">
                  <ns2:creationId id="{AE92D8AE-314E-F069-A3C0-AAEF52EEBBDE}"/>
                </a:ext>
              </a:extLst>
            </p:cNvPr>
            <p:cNvSpPr/>
            <p:nvPr/>
          </p:nvSpPr>
          <p:spPr>
            <a:xfrm>
              <a:off x="3317647" y="2364171"/>
              <a:ext cx="2817451" cy="547165"/>
            </a:xfrm>
            <a:prstGeom prst="rect">
              <a:avLst/>
            </a:prstGeom>
            <a:grp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 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B0D59881-E80D-1A51-2291-F20AF797C398}"/>
                </a:ext>
              </a:extLst>
            </p:cNvPr>
            <p:cNvSpPr/>
            <p:nvPr/>
          </p:nvSpPr>
          <p:spPr>
            <a:xfrm>
              <a:off x="3317646" y="2119337"/>
              <a:ext cx="2817451" cy="24483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119" name="グループ化 118">
            <a:extLst>
              <a:ext uri="{FF2B5EF4-FFF2-40B4-BE49-F238E27FC236}">
                <ns2:creationId id="{2F4BDDC4-CB2B-9122-0E22-72E0E2E197B4}"/>
              </a:ext>
            </a:extLst>
          </p:cNvPr>
          <p:cNvGrpSpPr/>
          <p:nvPr/>
        </p:nvGrpSpPr>
        <p:grpSpPr>
          <a:xfrm>
            <a:off x="4654980" y="3478215"/>
            <a:ext cx="2916001" cy="598914"/>
            <a:chOff x="3317646" y="2119337"/>
            <a:chExt cx="2817452" cy="791999"/>
          </a:xfrm>
          <a:solidFill>
            <a:srgbClr val="FFFFFF"/>
          </a:solidFill>
        </p:grpSpPr>
        <p:sp>
          <p:nvSpPr>
            <p:cNvPr id="121" name="正方形/長方形 120">
              <a:extLst>
                <a:ext uri="{FF2B5EF4-FFF2-40B4-BE49-F238E27FC236}">
                  <ns2:creationId id="{D076D335-8C2C-22DC-7962-A2CE2953FCDB}"/>
                </a:ext>
              </a:extLst>
            </p:cNvPr>
            <p:cNvSpPr/>
            <p:nvPr/>
          </p:nvSpPr>
          <p:spPr>
            <a:xfrm>
              <a:off x="3317647" y="2364171"/>
              <a:ext cx="2817451" cy="547165"/>
            </a:xfrm>
            <a:prstGeom prst="rect">
              <a:avLst/>
            </a:prstGeom>
            <a:grp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ISO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6E144551-2C23-9D0D-7B23-F518BB53E424}"/>
                </a:ext>
              </a:extLst>
            </p:cNvPr>
            <p:cNvSpPr/>
            <p:nvPr/>
          </p:nvSpPr>
          <p:spPr>
            <a:xfrm>
              <a:off x="3317646" y="2119337"/>
              <a:ext cx="2817451" cy="24483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「</a:t>
              </a:r>
              <a:r>
                <a: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124" name="グループ化 123">
            <a:extLst>
              <a:ext uri="{FF2B5EF4-FFF2-40B4-BE49-F238E27FC236}">
                <ns2:creationId id="{9282D5CE-0FA4-0DAE-C8BD-EAD904A52F39}"/>
              </a:ext>
            </a:extLst>
          </p:cNvPr>
          <p:cNvGrpSpPr/>
          <p:nvPr/>
        </p:nvGrpSpPr>
        <p:grpSpPr>
          <a:xfrm>
            <a:off x="4654980" y="4208358"/>
            <a:ext cx="2916001" cy="598914"/>
            <a:chOff x="3317646" y="2119337"/>
            <a:chExt cx="2817452" cy="791999"/>
          </a:xfrm>
          <a:solidFill>
            <a:srgbClr val="FFFFFF"/>
          </a:solidFill>
        </p:grpSpPr>
        <p:sp>
          <p:nvSpPr>
            <p:cNvPr id="126" name="正方形/長方形 125">
              <a:extLst>
                <a:ext uri="{FF2B5EF4-FFF2-40B4-BE49-F238E27FC236}">
                  <ns2:creationId id="{870B609C-1115-82D9-5D01-6F9C35C89BFC}"/>
                </a:ext>
              </a:extLst>
            </p:cNvPr>
            <p:cNvSpPr/>
            <p:nvPr/>
          </p:nvSpPr>
          <p:spPr>
            <a:xfrm>
              <a:off x="3317647" y="2364171"/>
              <a:ext cx="2817451" cy="547165"/>
            </a:xfrm>
            <a:prstGeom prst="rect">
              <a:avLst/>
            </a:prstGeom>
            <a:grpFill/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(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AI</a:t>
              </a: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de-DE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</a:p>
            <a:p>
              <a:pPr marL="99450" marR="0" lvl="2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F3F6BEF5-7700-C606-1C12-D6BEED9C5EAD}"/>
                </a:ext>
              </a:extLst>
            </p:cNvPr>
            <p:cNvSpPr/>
            <p:nvPr/>
          </p:nvSpPr>
          <p:spPr>
            <a:xfrm>
              <a:off x="3317646" y="2119337"/>
              <a:ext cx="2817451" cy="24483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sp>
        <p:nvSpPr>
          <p:cNvPr id="136" name="正方形/長方形 135">
            <a:extLst>
              <a:ext uri="{FF2B5EF4-FFF2-40B4-BE49-F238E27FC236}">
                <ns2:creationId id="{FA4E3E94-CB59-B2F2-42F9-BB42786BCA52}"/>
              </a:ext>
            </a:extLst>
          </p:cNvPr>
          <p:cNvSpPr/>
          <p:nvPr/>
        </p:nvSpPr>
        <p:spPr>
          <a:xfrm>
            <a:off x="4654981" y="5628034"/>
            <a:ext cx="2916000" cy="681639"/>
          </a:xfrm>
          <a:prstGeom prst="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endParaRPr kumimoji="1" lang="en-US" altLang="ja-JP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3" name="正方形/長方形 62">
            <a:extLst>
              <a:ext uri="{FF2B5EF4-FFF2-40B4-BE49-F238E27FC236}">
                <ns2:creationId id="{0BD0AFCB-E8D0-8E38-1380-BC596AAC506E}"/>
              </a:ext>
            </a:extLst>
          </p:cNvPr>
          <p:cNvSpPr/>
          <p:nvPr/>
        </p:nvSpPr>
        <p:spPr>
          <a:xfrm>
            <a:off x="588292" y="2232455"/>
            <a:ext cx="2678784" cy="33180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円/楕円 19">
            <a:extLst>
              <a:ext uri="{FF2B5EF4-FFF2-40B4-BE49-F238E27FC236}">
                <ns2:creationId id="{021D8E15-B5DE-FD1D-B196-601995D8C3F1}"/>
              </a:ext>
            </a:extLst>
          </p:cNvPr>
          <p:cNvSpPr/>
          <p:nvPr/>
        </p:nvSpPr>
        <p:spPr>
          <a:xfrm>
            <a:off x="341469" y="2244224"/>
            <a:ext cx="288000" cy="28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de-DE" altLang="ja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86" name="正方形/長方形 85">
            <a:extLst>
              <a:ext uri="{FF2B5EF4-FFF2-40B4-BE49-F238E27FC236}">
                <ns2:creationId id="{58C3D4C9-C70F-C9F6-DDA8-21D3FF1B8D46}"/>
              </a:ext>
            </a:extLst>
          </p:cNvPr>
          <p:cNvSpPr/>
          <p:nvPr/>
        </p:nvSpPr>
        <p:spPr>
          <a:xfrm>
            <a:off x="341471" y="2922681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36000" bIns="10800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ns2:creationId id="{E3502063-9D4D-0977-0C2F-7F6583007386}"/>
              </a:ext>
            </a:extLst>
          </p:cNvPr>
          <p:cNvSpPr/>
          <p:nvPr/>
        </p:nvSpPr>
        <p:spPr>
          <a:xfrm>
            <a:off x="341470" y="2712475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de-DE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91" name="グラフィックス 90" descr="データベース 単色塗りつぶし">
            <a:extLst>
              <a:ext uri="{FF2B5EF4-FFF2-40B4-BE49-F238E27FC236}">
                <ns2:creationId id="{5E040930-46DC-90F3-AAB8-C2FBF509AD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2712475"/>
            <a:ext cx="210207" cy="21020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ns2:creationId id="{D04677F9-D684-117B-92A5-8350F9AA634F}"/>
              </a:ext>
            </a:extLst>
          </p:cNvPr>
          <p:cNvSpPr/>
          <p:nvPr/>
        </p:nvSpPr>
        <p:spPr>
          <a:xfrm>
            <a:off x="341471" y="3652824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97" name="正方形/長方形 96">
            <a:extLst>
              <a:ext uri="{FF2B5EF4-FFF2-40B4-BE49-F238E27FC236}">
                <ns2:creationId id="{221288BB-DFE0-BD94-2005-5A6A0028BAA9}"/>
              </a:ext>
            </a:extLst>
          </p:cNvPr>
          <p:cNvSpPr/>
          <p:nvPr/>
        </p:nvSpPr>
        <p:spPr>
          <a:xfrm>
            <a:off x="341470" y="3442618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95" name="グラフィックス 94">
            <a:extLst>
              <a:ext uri="{FF2B5EF4-FFF2-40B4-BE49-F238E27FC236}">
                <ns2:creationId id="{269B0860-D629-08A7-2BF6-726DA38D3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3442618"/>
            <a:ext cx="210207" cy="210207"/>
          </a:xfrm>
          <a:prstGeom prst="rect">
            <a:avLst/>
          </a:prstGeom>
        </p:spPr>
      </p:pic>
      <p:sp>
        <p:nvSpPr>
          <p:cNvPr id="101" name="正方形/長方形 100">
            <a:extLst>
              <a:ext uri="{FF2B5EF4-FFF2-40B4-BE49-F238E27FC236}">
                <ns2:creationId id="{0EEDB8BC-0C8A-FDE2-C727-42AEFE988683}"/>
              </a:ext>
            </a:extLst>
          </p:cNvPr>
          <p:cNvSpPr/>
          <p:nvPr/>
        </p:nvSpPr>
        <p:spPr>
          <a:xfrm>
            <a:off x="341471" y="4382966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ns2:creationId id="{0A3F2BBA-1180-E3BE-DD64-4D986D5903CC}"/>
              </a:ext>
            </a:extLst>
          </p:cNvPr>
          <p:cNvSpPr/>
          <p:nvPr/>
        </p:nvSpPr>
        <p:spPr>
          <a:xfrm>
            <a:off x="341470" y="4172760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r>
              <a: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) 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00" name="グラフィックス 99">
            <a:extLst>
              <a:ext uri="{FF2B5EF4-FFF2-40B4-BE49-F238E27FC236}">
                <ns2:creationId id="{4E3C2C18-50BB-BD33-898F-894851AD39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4172761"/>
            <a:ext cx="210207" cy="210207"/>
          </a:xfrm>
          <a:prstGeom prst="rect">
            <a:avLst/>
          </a:prstGeom>
        </p:spPr>
      </p:pic>
      <p:sp>
        <p:nvSpPr>
          <p:cNvPr id="106" name="正方形/長方形 105">
            <a:extLst>
              <a:ext uri="{FF2B5EF4-FFF2-40B4-BE49-F238E27FC236}">
                <ns2:creationId id="{E05BB8AB-86B9-95A4-8743-8CE45982B4EA}"/>
              </a:ext>
            </a:extLst>
          </p:cNvPr>
          <p:cNvSpPr/>
          <p:nvPr/>
        </p:nvSpPr>
        <p:spPr>
          <a:xfrm>
            <a:off x="341471" y="5113109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36000" bIns="10800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 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ns2:creationId id="{235DDDA2-3563-2593-F37B-459FF3B2F365}"/>
              </a:ext>
            </a:extLst>
          </p:cNvPr>
          <p:cNvSpPr/>
          <p:nvPr/>
        </p:nvSpPr>
        <p:spPr>
          <a:xfrm>
            <a:off x="341470" y="4902903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05" name="グラフィックス 104">
            <a:extLst>
              <a:ext uri="{FF2B5EF4-FFF2-40B4-BE49-F238E27FC236}">
                <ns2:creationId id="{16531C69-07E6-6CE9-FC8A-5A9C2203E7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/>
        </p:blipFill>
        <p:spPr>
          <a:xfrm>
            <a:off x="1019845" y="4902904"/>
            <a:ext cx="210207" cy="210207"/>
          </a:xfrm>
          <a:prstGeom prst="rect">
            <a:avLst/>
          </a:prstGeom>
        </p:spPr>
      </p:pic>
      <p:sp>
        <p:nvSpPr>
          <p:cNvPr id="111" name="正方形/長方形 110">
            <a:extLst>
              <a:ext uri="{FF2B5EF4-FFF2-40B4-BE49-F238E27FC236}">
                <ns2:creationId id="{0EDB74FD-448C-D468-7868-AFC27DBA5C7D}"/>
              </a:ext>
            </a:extLst>
          </p:cNvPr>
          <p:cNvSpPr/>
          <p:nvPr/>
        </p:nvSpPr>
        <p:spPr>
          <a:xfrm>
            <a:off x="341471" y="5843252"/>
            <a:ext cx="2916000" cy="469776"/>
          </a:xfrm>
          <a:prstGeom prst="rect">
            <a:avLst/>
          </a:prstGeom>
          <a:noFill/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0" rIns="36000" bIns="0" numCol="2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de-DE" altLang="ja-JP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 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PDF 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99450" marR="0" lvl="0" indent="-99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ns2:creationId id="{1439BABC-5257-8204-AB29-ACF1A103B788}"/>
              </a:ext>
            </a:extLst>
          </p:cNvPr>
          <p:cNvSpPr/>
          <p:nvPr/>
        </p:nvSpPr>
        <p:spPr>
          <a:xfrm>
            <a:off x="341470" y="5633046"/>
            <a:ext cx="2916000" cy="2102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1999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10" name="グラフィックス 109" descr="フォルダー 単色塗りつぶし">
            <a:extLst>
              <a:ext uri="{FF2B5EF4-FFF2-40B4-BE49-F238E27FC236}">
                <ns2:creationId id="{778B68D2-0690-B13C-D00D-9CEDA5C01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/>
        </p:blipFill>
        <p:spPr>
          <a:xfrm>
            <a:off x="819579" y="5633046"/>
            <a:ext cx="210207" cy="210207"/>
          </a:xfrm>
          <a:prstGeom prst="rect">
            <a:avLst/>
          </a:prstGeom>
        </p:spPr>
      </p:pic>
      <p:sp>
        <p:nvSpPr>
          <p:cNvPr id="18" name="正方形/長方形 62">
            <a:extLst>
              <a:ext uri="{FF2B5EF4-FFF2-40B4-BE49-F238E27FC236}">
                <ns2:creationId id="{9F33F29F-6516-A8B7-9E9E-A68C2CF52B96}"/>
              </a:ext>
            </a:extLst>
          </p:cNvPr>
          <p:cNvSpPr/>
          <p:nvPr/>
        </p:nvSpPr>
        <p:spPr>
          <a:xfrm>
            <a:off x="8789064" y="2232455"/>
            <a:ext cx="3050964" cy="33180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36000" rIns="36000" bIns="3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(</a:t>
            </a:r>
            <a:r>
              <a: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2" name="円/楕円 21">
            <a:extLst>
              <a:ext uri="{FF2B5EF4-FFF2-40B4-BE49-F238E27FC236}">
                <ns2:creationId id="{FFADEB1F-F894-1C26-3F36-860805B00E8D}"/>
              </a:ext>
            </a:extLst>
          </p:cNvPr>
          <p:cNvSpPr/>
          <p:nvPr/>
        </p:nvSpPr>
        <p:spPr>
          <a:xfrm>
            <a:off x="8542240" y="2244224"/>
            <a:ext cx="288000" cy="28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de-DE" altLang="ja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XX</a:t>
            </a: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ns2:creationId id="{DC2DFB75-6473-0572-5DF8-334AD508E334}"/>
              </a:ext>
            </a:extLst>
          </p:cNvPr>
          <p:cNvSpPr/>
          <p:nvPr/>
        </p:nvSpPr>
        <p:spPr>
          <a:xfrm>
            <a:off x="8924027" y="2704040"/>
            <a:ext cx="2916000" cy="681639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 (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)</a:t>
            </a:r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44" name="円/楕円 143">
            <a:extLst>
              <a:ext uri="{FF2B5EF4-FFF2-40B4-BE49-F238E27FC236}">
                <ns2:creationId id="{06E0FB80-9147-0EF2-F70B-F30A7826D1F9}"/>
              </a:ext>
            </a:extLst>
          </p:cNvPr>
          <p:cNvSpPr/>
          <p:nvPr/>
        </p:nvSpPr>
        <p:spPr>
          <a:xfrm>
            <a:off x="8732608" y="2673468"/>
            <a:ext cx="252141" cy="252141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ns2:creationId id="{54728C7F-999C-C156-DD56-4A711A2A59F5}"/>
              </a:ext>
            </a:extLst>
          </p:cNvPr>
          <p:cNvSpPr/>
          <p:nvPr/>
        </p:nvSpPr>
        <p:spPr>
          <a:xfrm>
            <a:off x="8924027" y="3439263"/>
            <a:ext cx="2916000" cy="681639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1714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46" name="円/楕円 145">
            <a:extLst>
              <a:ext uri="{FF2B5EF4-FFF2-40B4-BE49-F238E27FC236}">
                <ns2:creationId id="{BDF4AE63-07E0-89F7-C809-5997DDD32217}"/>
              </a:ext>
            </a:extLst>
          </p:cNvPr>
          <p:cNvSpPr/>
          <p:nvPr/>
        </p:nvSpPr>
        <p:spPr>
          <a:xfrm>
            <a:off x="8732608" y="3408691"/>
            <a:ext cx="252141" cy="252141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47" name="正方形/長方形 146">
            <a:extLst>
              <a:ext uri="{FF2B5EF4-FFF2-40B4-BE49-F238E27FC236}">
                <ns2:creationId id="{BFABF9A7-5CC6-BE9A-CA79-A51480FC1EC0}"/>
              </a:ext>
            </a:extLst>
          </p:cNvPr>
          <p:cNvSpPr/>
          <p:nvPr/>
        </p:nvSpPr>
        <p:spPr>
          <a:xfrm>
            <a:off x="8924027" y="4164533"/>
            <a:ext cx="2916000" cy="681639"/>
          </a:xfrm>
          <a:prstGeom prst="rect">
            <a:avLst/>
          </a:prstGeom>
          <a:noFill/>
          <a:ln w="9525">
            <a:solidFill>
              <a:schemeClr val="accent5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88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8000"/>
              </a:buClr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008D2E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  <a:p>
            <a:pPr marL="1714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de-DE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r>
              <a: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</a:p>
        </p:txBody>
      </p:sp>
      <p:sp>
        <p:nvSpPr>
          <p:cNvPr id="148" name="円/楕円 147">
            <a:extLst>
              <a:ext uri="{FF2B5EF4-FFF2-40B4-BE49-F238E27FC236}">
                <ns2:creationId id="{4AA2A5D4-B26E-2009-7216-D3FE5A371740}"/>
              </a:ext>
            </a:extLst>
          </p:cNvPr>
          <p:cNvSpPr/>
          <p:nvPr/>
        </p:nvSpPr>
        <p:spPr>
          <a:xfrm>
            <a:off x="8732608" y="4133961"/>
            <a:ext cx="252141" cy="252141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D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3</a:t>
            </a:r>
            <a:endParaRPr kumimoji="1" lang="ja-DE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pic>
        <p:nvPicPr>
          <p:cNvPr id="150" name="グラフィックス 149" descr="バッジ: チェックマーク 単色塗りつぶし">
            <a:extLst>
              <a:ext uri="{FF2B5EF4-FFF2-40B4-BE49-F238E27FC236}">
                <ns2:creationId id="{0DACF7BA-AD5B-4F18-5B81-ABAC89935D20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11497038" y="4473363"/>
            <a:ext cx="360000" cy="360000"/>
          </a:xfrm>
          <a:prstGeom prst="rect">
            <a:avLst/>
          </a:prstGeom>
        </p:spPr>
      </p:pic>
      <p:pic>
        <p:nvPicPr>
          <p:cNvPr id="152" name="グラフィックス 151" descr="在庫検索 単色塗りつぶし">
            <a:extLst>
              <a:ext uri="{FF2B5EF4-FFF2-40B4-BE49-F238E27FC236}">
                <ns2:creationId id="{95935066-45DB-B764-FDFE-CF1D909D83D6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11497038" y="3748093"/>
            <a:ext cx="360000" cy="360000"/>
          </a:xfrm>
          <a:prstGeom prst="rect">
            <a:avLst/>
          </a:prstGeom>
        </p:spPr>
      </p:pic>
      <p:pic>
        <p:nvPicPr>
          <p:cNvPr id="154" name="グラフィックス 153" descr="小槌 単色塗りつぶし">
            <a:extLst>
              <a:ext uri="{FF2B5EF4-FFF2-40B4-BE49-F238E27FC236}">
                <ns2:creationId id="{7CB9AFFC-F1EE-AEE7-766A-5713AB43F43C}"/>
              </a:ext>
            </a:extLst>
          </p:cNvPr>
          <p:cNvPicPr preferRelativeResize="0">
            <a:picLocks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11497038" y="3012870"/>
            <a:ext cx="360000" cy="360000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ns2:creationId id="{A6E9F4C4-1B60-3786-C8E0-8AECF2FB19C6}"/>
              </a:ext>
            </a:extLst>
          </p:cNvPr>
          <p:cNvGrpSpPr/>
          <p:nvPr/>
        </p:nvGrpSpPr>
        <p:grpSpPr>
          <a:xfrm>
            <a:off x="3973780" y="2232455"/>
            <a:ext cx="3891913" cy="331801"/>
            <a:chOff x="3895402" y="2232455"/>
            <a:chExt cx="3891913" cy="331801"/>
          </a:xfrm>
        </p:grpSpPr>
        <p:sp>
          <p:nvSpPr>
            <p:cNvPr id="15" name="正方形/長方形 62">
              <a:extLst>
                <a:ext uri="{FF2B5EF4-FFF2-40B4-BE49-F238E27FC236}">
                  <ns2:creationId id="{B8559815-9184-4756-98FE-15F4B7EEC8E1}"/>
                </a:ext>
              </a:extLst>
            </p:cNvPr>
            <p:cNvSpPr/>
            <p:nvPr/>
          </p:nvSpPr>
          <p:spPr>
            <a:xfrm>
              <a:off x="4085183" y="2232455"/>
              <a:ext cx="3702132" cy="331801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 </a:t>
              </a:r>
              <a:r>
                <a:rPr kumimoji="1" lang="de-DE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r>
                <a:rPr kumimoji="1" lang="de-DE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)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1" name="円/楕円 20">
              <a:extLst>
                <a:ext uri="{FF2B5EF4-FFF2-40B4-BE49-F238E27FC236}">
                  <ns2:creationId id="{17AA52FB-FCFB-738B-F498-6D65E74C75F8}"/>
                </a:ext>
              </a:extLst>
            </p:cNvPr>
            <p:cNvSpPr/>
            <p:nvPr/>
          </p:nvSpPr>
          <p:spPr>
            <a:xfrm>
              <a:off x="3895402" y="2244224"/>
              <a:ext cx="288000" cy="288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540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de-DE" altLang="ja-DE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</p:grpSp>
      <p:grpSp>
        <p:nvGrpSpPr>
          <p:cNvPr id="168" name="グループ化 167">
            <a:extLst>
              <a:ext uri="{FF2B5EF4-FFF2-40B4-BE49-F238E27FC236}">
                <ns2:creationId id="{2317A539-DAB2-7BC6-0327-F3A9E2EE038A}"/>
              </a:ext>
            </a:extLst>
          </p:cNvPr>
          <p:cNvGrpSpPr/>
          <p:nvPr/>
        </p:nvGrpSpPr>
        <p:grpSpPr>
          <a:xfrm>
            <a:off x="4125050" y="2599590"/>
            <a:ext cx="396000" cy="396000"/>
            <a:chOff x="5788290" y="2831351"/>
            <a:chExt cx="650132" cy="650132"/>
          </a:xfrm>
        </p:grpSpPr>
        <p:sp>
          <p:nvSpPr>
            <p:cNvPr id="167" name="円/楕円 166">
              <a:extLst>
                <a:ext uri="{FF2B5EF4-FFF2-40B4-BE49-F238E27FC236}">
                  <ns2:creationId id="{8E1BF2D4-54E1-1D8B-71BF-20E21CAF6058}"/>
                </a:ext>
              </a:extLst>
            </p:cNvPr>
            <p:cNvSpPr/>
            <p:nvPr/>
          </p:nvSpPr>
          <p:spPr>
            <a:xfrm>
              <a:off x="5788290" y="2831351"/>
              <a:ext cx="650132" cy="650132"/>
            </a:xfrm>
            <a:prstGeom prst="ellipse">
              <a:avLst/>
            </a:prstGeom>
            <a:solidFill>
              <a:schemeClr val="accent5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DE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164" name="グラフィックス 163" descr="同期中のクラウド 単色塗りつぶし">
              <a:extLst>
                <a:ext uri="{FF2B5EF4-FFF2-40B4-BE49-F238E27FC236}">
                  <ns2:creationId id="{0E4FC906-1E62-4CC5-B60B-BF4AF29065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5866674" y="2909736"/>
              <a:ext cx="493363" cy="493363"/>
            </a:xfrm>
            <a:prstGeom prst="rect">
              <a:avLst/>
            </a:prstGeom>
          </p:spPr>
        </p:pic>
      </p:grpSp>
      <p:sp>
        <p:nvSpPr>
          <p:cNvPr id="183" name="三角形 182">
            <a:extLst>
              <a:ext uri="{FF2B5EF4-FFF2-40B4-BE49-F238E27FC236}">
                <ns2:creationId id="{20ED5DEE-D937-B4CF-9B09-12FAD09C7189}"/>
              </a:ext>
            </a:extLst>
          </p:cNvPr>
          <p:cNvSpPr/>
          <p:nvPr/>
        </p:nvSpPr>
        <p:spPr>
          <a:xfrm rot="5400000">
            <a:off x="7229151" y="3522660"/>
            <a:ext cx="2242641" cy="466841"/>
          </a:xfrm>
          <a:prstGeom prst="triangle">
            <a:avLst/>
          </a:prstGeom>
          <a:solidFill>
            <a:schemeClr val="accent5">
              <a:alpha val="90000"/>
            </a:schemeClr>
          </a:solidFill>
          <a:ln w="317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84" name="テキスト ボックス 183">
            <a:extLst>
              <a:ext uri="{FF2B5EF4-FFF2-40B4-BE49-F238E27FC236}">
                <ns2:creationId id="{C4130940-E4E2-9F89-4227-62A9F8497284}"/>
              </a:ext>
            </a:extLst>
          </p:cNvPr>
          <p:cNvSpPr txBox="1"/>
          <p:nvPr/>
        </p:nvSpPr>
        <p:spPr>
          <a:xfrm>
            <a:off x="8629675" y="5175701"/>
            <a:ext cx="1920719" cy="52322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marL="177750" marR="0" lvl="0" indent="-177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de-DE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34" charset="-128"/>
              <a:ea typeface="Meiryo UI" panose="020B0604030504040204" pitchFamily="34" charset="-128"/>
              <a:cs typeface="+mn-cs"/>
            </a:endParaRPr>
          </a:p>
          <a:p>
            <a:pPr marL="177750" marR="0" lvl="0" indent="-177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rPr>
              <a:t>XX</a:t>
            </a:r>
            <a:endParaRPr kumimoji="1" lang="ja-DE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cxnSp>
        <p:nvCxnSpPr>
          <p:cNvPr id="186" name="カギ線コネクタ 185">
            <a:extLst>
              <a:ext uri="{FF2B5EF4-FFF2-40B4-BE49-F238E27FC236}">
                <ns2:creationId id="{8B09ECBF-F02F-1EA0-9BCD-2D139BBA739F}"/>
              </a:ext>
            </a:extLst>
          </p:cNvPr>
          <p:cNvCxnSpPr>
            <a:cxnSpLocks/>
            <a:stCxn id="183" idx="5"/>
            <a:endCxn id="184" idx="1"/>
          </p:cNvCxnSpPr>
          <p:nvPr/>
        </p:nvCxnSpPr>
        <p:spPr>
          <a:xfrm rot="16200000" flipH="1">
            <a:off x="7929788" y="4737424"/>
            <a:ext cx="1120570" cy="279204"/>
          </a:xfrm>
          <a:prstGeom prst="bentConnector2">
            <a:avLst/>
          </a:prstGeom>
          <a:ln w="9525">
            <a:solidFill>
              <a:schemeClr val="tx1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グループ化 24">
            <a:extLst>
              <a:ext uri="{FF2B5EF4-FFF2-40B4-BE49-F238E27FC236}">
                <ns2:creationId id="{6D056F58-955C-D8B2-8FEE-39F2E9430405}"/>
              </a:ext>
            </a:extLst>
          </p:cNvPr>
          <p:cNvGrpSpPr/>
          <p:nvPr/>
        </p:nvGrpSpPr>
        <p:grpSpPr>
          <a:xfrm>
            <a:off x="3255619" y="3038321"/>
            <a:ext cx="1389600" cy="3285004"/>
            <a:chOff x="3248144" y="3038321"/>
            <a:chExt cx="1051736" cy="3285004"/>
          </a:xfrm>
        </p:grpSpPr>
        <p:cxnSp>
          <p:nvCxnSpPr>
            <p:cNvPr id="170" name="直線矢印コネクタ 169">
              <a:extLst>
                <a:ext uri="{FF2B5EF4-FFF2-40B4-BE49-F238E27FC236}">
                  <ns2:creationId id="{4C77A7F0-DE60-5637-6340-713480D58C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48144" y="3047530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矢印コネクタ 170">
              <a:extLst>
                <a:ext uri="{FF2B5EF4-FFF2-40B4-BE49-F238E27FC236}">
                  <ns2:creationId id="{8CA5A030-FE5E-A238-8F6F-12F86A1EF3E2}"/>
                </a:ext>
              </a:extLst>
            </p:cNvPr>
            <p:cNvCxnSpPr/>
            <p:nvPr/>
          </p:nvCxnSpPr>
          <p:spPr>
            <a:xfrm flipV="1">
              <a:off x="3248144" y="4507815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矢印コネクタ 171">
              <a:extLst>
                <a:ext uri="{FF2B5EF4-FFF2-40B4-BE49-F238E27FC236}">
                  <ns2:creationId id="{590CE81A-EB7A-8802-DA3F-A5F3130DB35F}"/>
                </a:ext>
              </a:extLst>
            </p:cNvPr>
            <p:cNvCxnSpPr/>
            <p:nvPr/>
          </p:nvCxnSpPr>
          <p:spPr>
            <a:xfrm flipV="1">
              <a:off x="3248144" y="3777672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矢印コネクタ 172">
              <a:extLst>
                <a:ext uri="{FF2B5EF4-FFF2-40B4-BE49-F238E27FC236}">
                  <ns2:creationId id="{478064D2-3A9E-1F2A-5E53-DA0CE8BA7AEB}"/>
                </a:ext>
              </a:extLst>
            </p:cNvPr>
            <p:cNvCxnSpPr>
              <a:cxnSpLocks/>
            </p:cNvCxnSpPr>
            <p:nvPr/>
          </p:nvCxnSpPr>
          <p:spPr>
            <a:xfrm>
              <a:off x="3248144" y="5233911"/>
              <a:ext cx="105173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テキスト ボックス 174">
              <a:extLst>
                <a:ext uri="{FF2B5EF4-FFF2-40B4-BE49-F238E27FC236}">
                  <ns2:creationId id="{22570668-66A8-4384-CB1D-091623588EF5}"/>
                </a:ext>
              </a:extLst>
            </p:cNvPr>
            <p:cNvSpPr txBox="1"/>
            <p:nvPr/>
          </p:nvSpPr>
          <p:spPr>
            <a:xfrm>
              <a:off x="3538884" y="3038321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6" name="テキスト ボックス 175">
              <a:extLst>
                <a:ext uri="{FF2B5EF4-FFF2-40B4-BE49-F238E27FC236}">
                  <ns2:creationId id="{61534D9B-7A32-AD13-1CD3-513CC4557371}"/>
                </a:ext>
              </a:extLst>
            </p:cNvPr>
            <p:cNvSpPr txBox="1"/>
            <p:nvPr/>
          </p:nvSpPr>
          <p:spPr>
            <a:xfrm>
              <a:off x="3525714" y="3777672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7" name="テキスト ボックス 176">
              <a:extLst>
                <a:ext uri="{FF2B5EF4-FFF2-40B4-BE49-F238E27FC236}">
                  <ns2:creationId id="{072DE9FF-9E66-08DF-39C0-B20A324CC843}"/>
                </a:ext>
              </a:extLst>
            </p:cNvPr>
            <p:cNvSpPr txBox="1"/>
            <p:nvPr/>
          </p:nvSpPr>
          <p:spPr>
            <a:xfrm>
              <a:off x="3538884" y="4503767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78" name="テキスト ボックス 177">
              <a:extLst>
                <a:ext uri="{FF2B5EF4-FFF2-40B4-BE49-F238E27FC236}">
                  <ns2:creationId id="{2E7389C2-AF9A-4AF4-298B-3234842690BF}"/>
                </a:ext>
              </a:extLst>
            </p:cNvPr>
            <p:cNvSpPr txBox="1"/>
            <p:nvPr/>
          </p:nvSpPr>
          <p:spPr>
            <a:xfrm>
              <a:off x="3538884" y="5206228"/>
              <a:ext cx="4965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DE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cxnSp>
          <p:nvCxnSpPr>
            <p:cNvPr id="179" name="直線矢印コネクタ 178">
              <a:extLst>
                <a:ext uri="{FF2B5EF4-FFF2-40B4-BE49-F238E27FC236}">
                  <ns2:creationId id="{261EEE36-ED39-F0D8-767F-DEC9AE3C827C}"/>
                </a:ext>
              </a:extLst>
            </p:cNvPr>
            <p:cNvCxnSpPr>
              <a:cxnSpLocks/>
            </p:cNvCxnSpPr>
            <p:nvPr/>
          </p:nvCxnSpPr>
          <p:spPr>
            <a:xfrm>
              <a:off x="3250539" y="5999536"/>
              <a:ext cx="1046947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テキスト ボックス 179">
              <a:extLst>
                <a:ext uri="{FF2B5EF4-FFF2-40B4-BE49-F238E27FC236}">
                  <ns2:creationId id="{7AA8B471-8463-2CE7-2E1C-7B26FFEABBD6}"/>
                </a:ext>
              </a:extLst>
            </p:cNvPr>
            <p:cNvSpPr txBox="1"/>
            <p:nvPr/>
          </p:nvSpPr>
          <p:spPr>
            <a:xfrm>
              <a:off x="3441192" y="5984771"/>
              <a:ext cx="691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br>
                <a:rPr kumimoji="1" lang="en-US" altLang="ja-JP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</a:br>
              <a:r>
                <a: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ja-DE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190" name="テキスト ボックス 189">
              <a:extLst>
                <a:ext uri="{FF2B5EF4-FFF2-40B4-BE49-F238E27FC236}">
                  <ns2:creationId id="{F9449D25-6AB6-B7F4-FFF5-306CC0790D4C}"/>
                </a:ext>
              </a:extLst>
            </p:cNvPr>
            <p:cNvSpPr txBox="1"/>
            <p:nvPr/>
          </p:nvSpPr>
          <p:spPr>
            <a:xfrm>
              <a:off x="3430560" y="5623173"/>
              <a:ext cx="7332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</a:br>
              <a:r>
                <a: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DE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 / </a:t>
              </a:r>
              <a:r>
                <a:rPr kumimoji="1" lang="ja-DE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DE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</p:grpSp>
      <p:grpSp>
        <p:nvGrpSpPr>
          <p:cNvPr id="5" name="グループ化 4">
            <a:extLst>
              <a:ext uri="{FF2B5EF4-FFF2-40B4-BE49-F238E27FC236}">
                <ns2:creationId id="{BD923122-53E3-DABF-6252-7DA76A7E2917}"/>
              </a:ext>
            </a:extLst>
          </p:cNvPr>
          <p:cNvGrpSpPr/>
          <p:nvPr/>
        </p:nvGrpSpPr>
        <p:grpSpPr>
          <a:xfrm>
            <a:off x="4654980" y="4888019"/>
            <a:ext cx="2916002" cy="691510"/>
            <a:chOff x="4654980" y="4888019"/>
            <a:chExt cx="2916002" cy="691510"/>
          </a:xfrm>
        </p:grpSpPr>
        <p:sp>
          <p:nvSpPr>
            <p:cNvPr id="131" name="正方形/長方形 130">
              <a:extLst>
                <a:ext uri="{FF2B5EF4-FFF2-40B4-BE49-F238E27FC236}">
                  <ns2:creationId id="{69A7B91C-6270-6AC9-1624-FC412E88118C}"/>
                </a:ext>
              </a:extLst>
            </p:cNvPr>
            <p:cNvSpPr/>
            <p:nvPr/>
          </p:nvSpPr>
          <p:spPr>
            <a:xfrm>
              <a:off x="4661464" y="4888019"/>
              <a:ext cx="2903033" cy="69151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24000" tIns="251999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99450" marR="0" lvl="0" indent="-99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5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34" charset="-128"/>
                  <a:ea typeface="Meiryo UI" panose="020B0604030504040204" pitchFamily="34" charset="-128"/>
                  <a:cs typeface="+mn-cs"/>
                </a:rPr>
                <a:t>XX</a:t>
              </a:r>
              <a:endParaRPr kumimoji="1" lang="en-US" altLang="ja-JP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+mn-cs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57E2D50B-C2CA-912D-88B5-14B39586C06A}"/>
                </a:ext>
              </a:extLst>
            </p:cNvPr>
            <p:cNvSpPr/>
            <p:nvPr/>
          </p:nvSpPr>
          <p:spPr>
            <a:xfrm>
              <a:off x="4654980" y="5013832"/>
              <a:ext cx="2916001" cy="210206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DE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3" name="グラフィックス 2" descr="地球: 南北アメリカ 単色塗りつぶし">
              <a:extLst>
                <a:ext uri="{FF2B5EF4-FFF2-40B4-BE49-F238E27FC236}">
                  <ns2:creationId id="{375F8779-1A4C-6944-6576-1955A6D587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7210982" y="5219529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978343891"/>
      </p:ext>
    </p:extLst>
  </p:cSld>
  <p:clrMapOvr>
    <a:masterClrMapping/>
  </p:clrMapOvr>
</p:sld>
</file>

<file path=ppt/slides/slide38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5849FD4-2726-5FB3-E952-B1EA9337B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5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D0FFE0F-3A5B-0913-93C3-DB8A213544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</a:p>
        </p:txBody>
      </p:sp>
      <p:cxnSp>
        <p:nvCxnSpPr>
          <p:cNvPr id="5" name="Straight Connector 4">
            <a:extLst>
              <a:ext uri="{FF2B5EF4-FFF2-40B4-BE49-F238E27FC236}">
                <ns2:creationId id="{7B448DE4-270E-91C0-21E8-05BA97F71D26}"/>
              </a:ext>
            </a:extLst>
          </p:cNvPr>
          <p:cNvCxnSpPr>
            <a:cxnSpLocks/>
          </p:cNvCxnSpPr>
          <p:nvPr/>
        </p:nvCxnSpPr>
        <p:spPr>
          <a:xfrm flipH="1" flipV="1">
            <a:off x="335255" y="3987065"/>
            <a:ext cx="1786947" cy="1892093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5">
            <a:extLst>
              <a:ext uri="{FF2B5EF4-FFF2-40B4-BE49-F238E27FC236}">
                <ns2:creationId id="{5B5AFB19-FC5A-2570-57A9-5B399548E0EE}"/>
              </a:ext>
            </a:extLst>
          </p:cNvPr>
          <p:cNvCxnSpPr>
            <a:cxnSpLocks/>
          </p:cNvCxnSpPr>
          <p:nvPr/>
        </p:nvCxnSpPr>
        <p:spPr>
          <a:xfrm flipH="1">
            <a:off x="339157" y="3079228"/>
            <a:ext cx="1782526" cy="919366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ns2:creationId id="{E5C61269-825B-580D-5EF1-B1F0DE043C30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477817" y="4011962"/>
            <a:ext cx="2240159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ns2:creationId id="{0C9196B3-CCA1-E074-1573-78576D5E4B16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2121683" y="2146495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ns2:creationId id="{696777B5-E336-6ED8-D066-3E68394DAD3C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2121683" y="5877430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ns2:creationId id="{D7545559-DAAF-4447-2B6A-E7D0DD3802F6}"/>
              </a:ext>
            </a:extLst>
          </p:cNvPr>
          <p:cNvCxnSpPr>
            <a:cxnSpLocks/>
            <a:stCxn id="29" idx="2"/>
          </p:cNvCxnSpPr>
          <p:nvPr/>
        </p:nvCxnSpPr>
        <p:spPr>
          <a:xfrm flipH="1">
            <a:off x="2121683" y="4944697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ns2:creationId id="{7E42C707-DCB9-3691-1086-BA45D675E14D}"/>
              </a:ext>
            </a:extLst>
          </p:cNvPr>
          <p:cNvCxnSpPr>
            <a:cxnSpLocks/>
            <a:stCxn id="23" idx="2"/>
          </p:cNvCxnSpPr>
          <p:nvPr/>
        </p:nvCxnSpPr>
        <p:spPr>
          <a:xfrm flipH="1">
            <a:off x="2121683" y="3079228"/>
            <a:ext cx="596293" cy="0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3">
            <a:extLst>
              <a:ext uri="{FF2B5EF4-FFF2-40B4-BE49-F238E27FC236}">
                <ns2:creationId id="{98B78614-5096-EAC5-2959-61758B79EE76}"/>
              </a:ext>
            </a:extLst>
          </p:cNvPr>
          <p:cNvSpPr/>
          <p:nvPr/>
        </p:nvSpPr>
        <p:spPr>
          <a:xfrm>
            <a:off x="2717976" y="1723794"/>
            <a:ext cx="845402" cy="845402"/>
          </a:xfrm>
          <a:prstGeom prst="ellipse">
            <a:avLst/>
          </a:prstGeom>
          <a:solidFill>
            <a:schemeClr val="accent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3" name="楕円 3">
            <a:extLst>
              <a:ext uri="{FF2B5EF4-FFF2-40B4-BE49-F238E27FC236}">
                <ns2:creationId id="{71B9E4A0-5388-0B0D-C45D-0DC24A3319E6}"/>
              </a:ext>
            </a:extLst>
          </p:cNvPr>
          <p:cNvSpPr/>
          <p:nvPr/>
        </p:nvSpPr>
        <p:spPr>
          <a:xfrm>
            <a:off x="2717976" y="2656527"/>
            <a:ext cx="845402" cy="845402"/>
          </a:xfrm>
          <a:prstGeom prst="ellipse">
            <a:avLst/>
          </a:prstGeom>
          <a:solidFill>
            <a:schemeClr val="accent5">
              <a:alpha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6" name="楕円 3">
            <a:extLst>
              <a:ext uri="{FF2B5EF4-FFF2-40B4-BE49-F238E27FC236}">
                <ns2:creationId id="{C0E1D73F-64FB-5E95-8242-7E94EA1BF7F7}"/>
              </a:ext>
            </a:extLst>
          </p:cNvPr>
          <p:cNvSpPr/>
          <p:nvPr/>
        </p:nvSpPr>
        <p:spPr>
          <a:xfrm>
            <a:off x="2717976" y="3589261"/>
            <a:ext cx="845402" cy="845402"/>
          </a:xfrm>
          <a:prstGeom prst="ellipse">
            <a:avLst/>
          </a:prstGeom>
          <a:solidFill>
            <a:schemeClr val="accent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9" name="楕円 3">
            <a:extLst>
              <a:ext uri="{FF2B5EF4-FFF2-40B4-BE49-F238E27FC236}">
                <ns2:creationId id="{778FFAA4-1CFB-8338-46FD-633EB19EF180}"/>
              </a:ext>
            </a:extLst>
          </p:cNvPr>
          <p:cNvSpPr/>
          <p:nvPr/>
        </p:nvSpPr>
        <p:spPr>
          <a:xfrm>
            <a:off x="2717976" y="4521996"/>
            <a:ext cx="845402" cy="845402"/>
          </a:xfrm>
          <a:prstGeom prst="ellipse">
            <a:avLst/>
          </a:prstGeom>
          <a:solidFill>
            <a:schemeClr val="accent5">
              <a:alpha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2" name="楕円 3">
            <a:extLst>
              <a:ext uri="{FF2B5EF4-FFF2-40B4-BE49-F238E27FC236}">
                <ns2:creationId id="{348FAE60-C7B0-4FBA-3422-78F98327032C}"/>
              </a:ext>
            </a:extLst>
          </p:cNvPr>
          <p:cNvSpPr/>
          <p:nvPr/>
        </p:nvSpPr>
        <p:spPr>
          <a:xfrm>
            <a:off x="2717976" y="5454729"/>
            <a:ext cx="845402" cy="845402"/>
          </a:xfrm>
          <a:prstGeom prst="ellipse">
            <a:avLst/>
          </a:prstGeom>
          <a:solidFill>
            <a:schemeClr val="accent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cxnSp>
        <p:nvCxnSpPr>
          <p:cNvPr id="34" name="Straight Connector 30">
            <a:extLst>
              <a:ext uri="{FF2B5EF4-FFF2-40B4-BE49-F238E27FC236}">
                <ns2:creationId id="{192C0498-F473-EBE1-84C7-058DDD3287A6}"/>
              </a:ext>
            </a:extLst>
          </p:cNvPr>
          <p:cNvCxnSpPr>
            <a:cxnSpLocks/>
          </p:cNvCxnSpPr>
          <p:nvPr/>
        </p:nvCxnSpPr>
        <p:spPr>
          <a:xfrm flipH="1">
            <a:off x="339157" y="2146495"/>
            <a:ext cx="1782526" cy="1865468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5">
            <a:extLst>
              <a:ext uri="{FF2B5EF4-FFF2-40B4-BE49-F238E27FC236}">
                <ns2:creationId id="{5A71FF12-258B-213E-9A3D-FB30EDAA7A5A}"/>
              </a:ext>
            </a:extLst>
          </p:cNvPr>
          <p:cNvCxnSpPr>
            <a:cxnSpLocks/>
          </p:cNvCxnSpPr>
          <p:nvPr/>
        </p:nvCxnSpPr>
        <p:spPr>
          <a:xfrm flipH="1" flipV="1">
            <a:off x="339157" y="3945404"/>
            <a:ext cx="1782526" cy="999292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6">
            <a:extLst>
              <a:ext uri="{FF2B5EF4-FFF2-40B4-BE49-F238E27FC236}">
                <ns2:creationId id="{5D2CE62C-0D21-23F8-7D51-4BF026261DA6}"/>
              </a:ext>
            </a:extLst>
          </p:cNvPr>
          <p:cNvCxnSpPr>
            <a:cxnSpLocks/>
            <a:stCxn id="40" idx="3"/>
            <a:endCxn id="40" idx="1"/>
          </p:cNvCxnSpPr>
          <p:nvPr/>
        </p:nvCxnSpPr>
        <p:spPr>
          <a:xfrm>
            <a:off x="336942" y="2710856"/>
            <a:ext cx="0" cy="2552418"/>
          </a:xfrm>
          <a:prstGeom prst="line">
            <a:avLst/>
          </a:prstGeom>
          <a:ln w="9525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2">
            <a:extLst>
              <a:ext uri="{FF2B5EF4-FFF2-40B4-BE49-F238E27FC236}">
                <ns2:creationId id="{E5131F9D-AB16-A520-86C1-7DC87B3CBD03}"/>
              </a:ext>
            </a:extLst>
          </p:cNvPr>
          <p:cNvSpPr/>
          <p:nvPr/>
        </p:nvSpPr>
        <p:spPr>
          <a:xfrm>
            <a:off x="-1447800" y="2200376"/>
            <a:ext cx="3573386" cy="3573385"/>
          </a:xfrm>
          <a:prstGeom prst="arc">
            <a:avLst>
              <a:gd name="adj1" fmla="val 16200000"/>
              <a:gd name="adj2" fmla="val 5407509"/>
            </a:avLst>
          </a:prstGeom>
          <a:solidFill>
            <a:schemeClr val="bg1"/>
          </a:solidFill>
          <a:ln w="254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39" name="Freeform 44">
            <a:extLst>
              <a:ext uri="{FF2B5EF4-FFF2-40B4-BE49-F238E27FC236}">
                <ns2:creationId id="{8F8ECA5D-5710-7F5B-3E13-1A43F2C172EC}"/>
              </a:ext>
            </a:extLst>
          </p:cNvPr>
          <p:cNvSpPr/>
          <p:nvPr/>
        </p:nvSpPr>
        <p:spPr>
          <a:xfrm>
            <a:off x="331526" y="2312253"/>
            <a:ext cx="1674815" cy="3349630"/>
          </a:xfrm>
          <a:custGeom>
            <a:avLst/>
            <a:gdLst>
              <a:gd name="connsiteX0" fmla="*/ 0 w 1800000"/>
              <a:gd name="connsiteY0" fmla="*/ 0 h 3600000"/>
              <a:gd name="connsiteX1" fmla="*/ 1800000 w 1800000"/>
              <a:gd name="connsiteY1" fmla="*/ 1800000 h 3600000"/>
              <a:gd name="connsiteX2" fmla="*/ 0 w 1800000"/>
              <a:gd name="connsiteY2" fmla="*/ 360000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00000" h="3600000">
                <a:moveTo>
                  <a:pt x="0" y="0"/>
                </a:moveTo>
                <a:cubicBezTo>
                  <a:pt x="994113" y="0"/>
                  <a:pt x="1800000" y="805887"/>
                  <a:pt x="1800000" y="1800000"/>
                </a:cubicBezTo>
                <a:cubicBezTo>
                  <a:pt x="1800000" y="2794113"/>
                  <a:pt x="994113" y="3600000"/>
                  <a:pt x="0" y="3600000"/>
                </a:cubicBezTo>
                <a:close/>
              </a:path>
            </a:pathLst>
          </a:cu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sp>
        <p:nvSpPr>
          <p:cNvPr id="40" name="楕円 3">
            <a:extLst>
              <a:ext uri="{FF2B5EF4-FFF2-40B4-BE49-F238E27FC236}">
                <ns2:creationId id="{563F8185-F0E5-7A36-8862-B4D520C0ADDA}"/>
              </a:ext>
            </a:extLst>
          </p:cNvPr>
          <p:cNvSpPr/>
          <p:nvPr/>
        </p:nvSpPr>
        <p:spPr>
          <a:xfrm>
            <a:off x="-939267" y="2710856"/>
            <a:ext cx="2552418" cy="2552418"/>
          </a:xfrm>
          <a:prstGeom prst="pie">
            <a:avLst>
              <a:gd name="adj1" fmla="val 16205533"/>
              <a:gd name="adj2" fmla="val 5412291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68000" tIns="1368000" rIns="36000" bIns="3600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703020202090204" pitchFamily="34" charset="0"/>
              <a:ea typeface="Meiryo" panose="020B0604030504040204" pitchFamily="34" charset="-128"/>
              <a:cs typeface="+mn-cs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ns2:creationId id="{CF87860C-A344-6601-AAFC-C1B1BC487129}"/>
              </a:ext>
            </a:extLst>
          </p:cNvPr>
          <p:cNvGrpSpPr/>
          <p:nvPr/>
        </p:nvGrpSpPr>
        <p:grpSpPr>
          <a:xfrm>
            <a:off x="3519836" y="1672200"/>
            <a:ext cx="8340204" cy="948590"/>
            <a:chOff x="3519836" y="1629200"/>
            <a:chExt cx="8340204" cy="948590"/>
          </a:xfrm>
        </p:grpSpPr>
        <p:sp>
          <p:nvSpPr>
            <p:cNvPr id="9" name="テキスト ボックス 72">
              <a:extLst>
                <a:ext uri="{FF2B5EF4-FFF2-40B4-BE49-F238E27FC236}">
                  <ns2:creationId id="{F41ACF5F-E2CB-5D0B-6367-5E1FF7043BCE}"/>
                </a:ext>
              </a:extLst>
            </p:cNvPr>
            <p:cNvSpPr txBox="1"/>
            <p:nvPr/>
          </p:nvSpPr>
          <p:spPr>
            <a:xfrm>
              <a:off x="3519836" y="1629200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endPara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5" name="Group 64">
              <a:extLst>
                <a:ext uri="{FF2B5EF4-FFF2-40B4-BE49-F238E27FC236}">
                  <ns2:creationId id="{D47D74C9-BC61-B4E5-653E-2BB86F00990F}"/>
                </a:ext>
              </a:extLst>
            </p:cNvPr>
            <p:cNvGrpSpPr/>
            <p:nvPr/>
          </p:nvGrpSpPr>
          <p:grpSpPr>
            <a:xfrm>
              <a:off x="3721100" y="1879600"/>
              <a:ext cx="8138940" cy="643188"/>
              <a:chOff x="3721100" y="1917700"/>
              <a:chExt cx="8138940" cy="540000"/>
            </a:xfrm>
          </p:grpSpPr>
          <p:sp>
            <p:nvSpPr>
              <p:cNvPr id="50" name="Rectangle 49">
                <a:extLst>
                  <a:ext uri="{FF2B5EF4-FFF2-40B4-BE49-F238E27FC236}">
                    <ns2:creationId id="{492F3100-2192-3C81-106D-C7F6C8E92C44}"/>
                  </a:ext>
                </a:extLst>
              </p:cNvPr>
              <p:cNvSpPr/>
              <p:nvPr/>
            </p:nvSpPr>
            <p:spPr>
              <a:xfrm>
                <a:off x="3721100" y="19177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ns2:creationId id="{FB255420-696C-5591-EC5B-B043660B4035}"/>
                  </a:ext>
                </a:extLst>
              </p:cNvPr>
              <p:cNvSpPr/>
              <p:nvPr/>
            </p:nvSpPr>
            <p:spPr>
              <a:xfrm>
                <a:off x="6488820" y="19177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ns2:creationId id="{65848203-FEBD-5D98-CFD2-935C4305CD0D}"/>
                  </a:ext>
                </a:extLst>
              </p:cNvPr>
              <p:cNvSpPr/>
              <p:nvPr/>
            </p:nvSpPr>
            <p:spPr>
              <a:xfrm>
                <a:off x="9256540" y="19177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7" name="グループ化 6">
            <a:extLst>
              <a:ext uri="{FF2B5EF4-FFF2-40B4-BE49-F238E27FC236}">
                <ns2:creationId id="{49F71912-76E2-419B-1197-6DAE09F34CB3}"/>
              </a:ext>
            </a:extLst>
          </p:cNvPr>
          <p:cNvGrpSpPr/>
          <p:nvPr/>
        </p:nvGrpSpPr>
        <p:grpSpPr>
          <a:xfrm>
            <a:off x="3519836" y="2604933"/>
            <a:ext cx="8340204" cy="948590"/>
            <a:chOff x="3519836" y="2561933"/>
            <a:chExt cx="8340204" cy="948590"/>
          </a:xfrm>
        </p:grpSpPr>
        <p:sp>
          <p:nvSpPr>
            <p:cNvPr id="15" name="テキスト ボックス 72">
              <a:extLst>
                <a:ext uri="{FF2B5EF4-FFF2-40B4-BE49-F238E27FC236}">
                  <ns2:creationId id="{97F08E16-C814-6AAC-BE8C-18F863EA7004}"/>
                </a:ext>
              </a:extLst>
            </p:cNvPr>
            <p:cNvSpPr txBox="1"/>
            <p:nvPr/>
          </p:nvSpPr>
          <p:spPr>
            <a:xfrm>
              <a:off x="3519836" y="2561933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</a:p>
          </p:txBody>
        </p:sp>
        <p:grpSp>
          <p:nvGrpSpPr>
            <p:cNvPr id="66" name="Group 65">
              <a:extLst>
                <a:ext uri="{FF2B5EF4-FFF2-40B4-BE49-F238E27FC236}">
                  <ns2:creationId id="{30D449B2-CA2D-BBAD-8924-6D77ACD582C8}"/>
                </a:ext>
              </a:extLst>
            </p:cNvPr>
            <p:cNvGrpSpPr/>
            <p:nvPr/>
          </p:nvGrpSpPr>
          <p:grpSpPr>
            <a:xfrm>
              <a:off x="3721100" y="2816559"/>
              <a:ext cx="8138940" cy="643188"/>
              <a:chOff x="3721100" y="2823332"/>
              <a:chExt cx="8138940" cy="540000"/>
            </a:xfrm>
          </p:grpSpPr>
          <p:sp>
            <p:nvSpPr>
              <p:cNvPr id="53" name="Rectangle 52">
                <a:extLst>
                  <a:ext uri="{FF2B5EF4-FFF2-40B4-BE49-F238E27FC236}">
                    <ns2:creationId id="{999468F4-4EB9-CE82-9654-F0CA977289E2}"/>
                  </a:ext>
                </a:extLst>
              </p:cNvPr>
              <p:cNvSpPr/>
              <p:nvPr/>
            </p:nvSpPr>
            <p:spPr>
              <a:xfrm>
                <a:off x="3721100" y="2823332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ns2:creationId id="{9A90BDF6-CFA1-AC6C-B02C-457A0E87EE97}"/>
                  </a:ext>
                </a:extLst>
              </p:cNvPr>
              <p:cNvSpPr/>
              <p:nvPr/>
            </p:nvSpPr>
            <p:spPr>
              <a:xfrm>
                <a:off x="6488820" y="2823332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ns2:creationId id="{F97855CF-A84B-7E09-4574-B8C9A94DCE26}"/>
                  </a:ext>
                </a:extLst>
              </p:cNvPr>
              <p:cNvSpPr/>
              <p:nvPr/>
            </p:nvSpPr>
            <p:spPr>
              <a:xfrm>
                <a:off x="9256540" y="2823332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19" name="グループ化 18">
            <a:extLst>
              <a:ext uri="{FF2B5EF4-FFF2-40B4-BE49-F238E27FC236}">
                <ns2:creationId id="{93A974D0-3C18-D6C8-F374-6D991176F3E1}"/>
              </a:ext>
            </a:extLst>
          </p:cNvPr>
          <p:cNvGrpSpPr/>
          <p:nvPr/>
        </p:nvGrpSpPr>
        <p:grpSpPr>
          <a:xfrm>
            <a:off x="3519836" y="3537667"/>
            <a:ext cx="8340204" cy="948590"/>
            <a:chOff x="3519836" y="3494668"/>
            <a:chExt cx="8340204" cy="948590"/>
          </a:xfrm>
        </p:grpSpPr>
        <p:sp>
          <p:nvSpPr>
            <p:cNvPr id="16" name="テキスト ボックス 72">
              <a:extLst>
                <a:ext uri="{FF2B5EF4-FFF2-40B4-BE49-F238E27FC236}">
                  <ns2:creationId id="{EC06FE0C-7A86-0CA4-CD3E-96501F61348A}"/>
                </a:ext>
              </a:extLst>
            </p:cNvPr>
            <p:cNvSpPr txBox="1"/>
            <p:nvPr/>
          </p:nvSpPr>
          <p:spPr>
            <a:xfrm>
              <a:off x="3519836" y="3494668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ns2:creationId id="{39649290-FB7A-E620-2169-F0A82A52B9DC}"/>
                </a:ext>
              </a:extLst>
            </p:cNvPr>
            <p:cNvGrpSpPr/>
            <p:nvPr/>
          </p:nvGrpSpPr>
          <p:grpSpPr>
            <a:xfrm>
              <a:off x="3721100" y="3753518"/>
              <a:ext cx="8138940" cy="643188"/>
              <a:chOff x="3721100" y="3800071"/>
              <a:chExt cx="8138940" cy="540000"/>
            </a:xfrm>
          </p:grpSpPr>
          <p:sp>
            <p:nvSpPr>
              <p:cNvPr id="56" name="Rectangle 55">
                <a:extLst>
                  <a:ext uri="{FF2B5EF4-FFF2-40B4-BE49-F238E27FC236}">
                    <ns2:creationId id="{9CB7C72A-6478-3719-5061-85C58622F063}"/>
                  </a:ext>
                </a:extLst>
              </p:cNvPr>
              <p:cNvSpPr/>
              <p:nvPr/>
            </p:nvSpPr>
            <p:spPr>
              <a:xfrm>
                <a:off x="3721100" y="3800071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ns2:creationId id="{BFBAEAC2-63C6-7F5F-56C0-D7018F3C0A1E}"/>
                  </a:ext>
                </a:extLst>
              </p:cNvPr>
              <p:cNvSpPr/>
              <p:nvPr/>
            </p:nvSpPr>
            <p:spPr>
              <a:xfrm>
                <a:off x="6488820" y="3800071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1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1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ns2:creationId id="{CCB2334B-9D91-8C20-E6C8-B292A93F7645}"/>
                  </a:ext>
                </a:extLst>
              </p:cNvPr>
              <p:cNvSpPr/>
              <p:nvPr/>
            </p:nvSpPr>
            <p:spPr>
              <a:xfrm>
                <a:off x="9256540" y="3800071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21" name="グループ化 20">
            <a:extLst>
              <a:ext uri="{FF2B5EF4-FFF2-40B4-BE49-F238E27FC236}">
                <ns2:creationId id="{E1607AA6-5DED-0E56-096A-A4258914D75D}"/>
              </a:ext>
            </a:extLst>
          </p:cNvPr>
          <p:cNvGrpSpPr/>
          <p:nvPr/>
        </p:nvGrpSpPr>
        <p:grpSpPr>
          <a:xfrm>
            <a:off x="3519836" y="4470402"/>
            <a:ext cx="8336540" cy="948590"/>
            <a:chOff x="3519836" y="4427402"/>
            <a:chExt cx="8336540" cy="948590"/>
          </a:xfrm>
        </p:grpSpPr>
        <p:sp>
          <p:nvSpPr>
            <p:cNvPr id="17" name="テキスト ボックス 72">
              <a:extLst>
                <a:ext uri="{FF2B5EF4-FFF2-40B4-BE49-F238E27FC236}">
                  <ns2:creationId id="{A17074B6-32FB-E907-5275-09A65F3991AB}"/>
                </a:ext>
              </a:extLst>
            </p:cNvPr>
            <p:cNvSpPr txBox="1"/>
            <p:nvPr/>
          </p:nvSpPr>
          <p:spPr>
            <a:xfrm>
              <a:off x="3519836" y="4427402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8D2E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8" name="Group 67">
              <a:extLst>
                <a:ext uri="{FF2B5EF4-FFF2-40B4-BE49-F238E27FC236}">
                  <ns2:creationId id="{70937D77-05D5-173E-299F-339811529F6C}"/>
                </a:ext>
              </a:extLst>
            </p:cNvPr>
            <p:cNvGrpSpPr/>
            <p:nvPr/>
          </p:nvGrpSpPr>
          <p:grpSpPr>
            <a:xfrm>
              <a:off x="3721100" y="4690477"/>
              <a:ext cx="5371220" cy="643188"/>
              <a:chOff x="3721100" y="4688800"/>
              <a:chExt cx="5371220" cy="540000"/>
            </a:xfrm>
          </p:grpSpPr>
          <p:sp>
            <p:nvSpPr>
              <p:cNvPr id="59" name="Rectangle 58">
                <a:extLst>
                  <a:ext uri="{FF2B5EF4-FFF2-40B4-BE49-F238E27FC236}">
                    <ns2:creationId id="{511D6648-3702-1D49-6549-B2D8E12E4CC0}"/>
                  </a:ext>
                </a:extLst>
              </p:cNvPr>
              <p:cNvSpPr/>
              <p:nvPr/>
            </p:nvSpPr>
            <p:spPr>
              <a:xfrm>
                <a:off x="3721100" y="46888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ns2:creationId id="{7C19D247-7E9F-3404-DA7B-F107B1EF0BC3}"/>
                  </a:ext>
                </a:extLst>
              </p:cNvPr>
              <p:cNvSpPr/>
              <p:nvPr/>
            </p:nvSpPr>
            <p:spPr>
              <a:xfrm>
                <a:off x="6488820" y="4688800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Excel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grpSp>
        <p:nvGrpSpPr>
          <p:cNvPr id="22" name="グループ化 21">
            <a:extLst>
              <a:ext uri="{FF2B5EF4-FFF2-40B4-BE49-F238E27FC236}">
                <ns2:creationId id="{A1CE6F8F-C340-CA77-5B83-D41856AB0ADC}"/>
              </a:ext>
            </a:extLst>
          </p:cNvPr>
          <p:cNvGrpSpPr/>
          <p:nvPr/>
        </p:nvGrpSpPr>
        <p:grpSpPr>
          <a:xfrm>
            <a:off x="3519836" y="5403135"/>
            <a:ext cx="8336540" cy="948590"/>
            <a:chOff x="3519836" y="5360135"/>
            <a:chExt cx="8336540" cy="948590"/>
          </a:xfrm>
        </p:grpSpPr>
        <p:sp>
          <p:nvSpPr>
            <p:cNvPr id="18" name="テキスト ボックス 72">
              <a:extLst>
                <a:ext uri="{FF2B5EF4-FFF2-40B4-BE49-F238E27FC236}">
                  <ns2:creationId id="{D5F6832D-EC10-D052-F5BE-CB517255AB2D}"/>
                </a:ext>
              </a:extLst>
            </p:cNvPr>
            <p:cNvSpPr txBox="1"/>
            <p:nvPr/>
          </p:nvSpPr>
          <p:spPr>
            <a:xfrm>
              <a:off x="3519836" y="5360135"/>
              <a:ext cx="8336540" cy="948590"/>
            </a:xfrm>
            <a:prstGeom prst="rect">
              <a:avLst/>
            </a:prstGeom>
            <a:noFill/>
          </p:spPr>
          <p:txBody>
            <a:bodyPr wrap="square" lIns="72000" tIns="36000" rIns="36000" bIns="36000" rtlCol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B9BD5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) </a:t>
              </a: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grpSp>
          <p:nvGrpSpPr>
            <p:cNvPr id="69" name="Group 68">
              <a:extLst>
                <a:ext uri="{FF2B5EF4-FFF2-40B4-BE49-F238E27FC236}">
                  <ns2:creationId id="{1425DB3C-C79E-A747-A590-963C8C589421}"/>
                </a:ext>
              </a:extLst>
            </p:cNvPr>
            <p:cNvGrpSpPr/>
            <p:nvPr/>
          </p:nvGrpSpPr>
          <p:grpSpPr>
            <a:xfrm>
              <a:off x="3721100" y="5627437"/>
              <a:ext cx="5371220" cy="643188"/>
              <a:chOff x="3721100" y="5752867"/>
              <a:chExt cx="5371220" cy="540000"/>
            </a:xfrm>
          </p:grpSpPr>
          <p:sp>
            <p:nvSpPr>
              <p:cNvPr id="62" name="Rectangle 61">
                <a:extLst>
                  <a:ext uri="{FF2B5EF4-FFF2-40B4-BE49-F238E27FC236}">
                    <ns2:creationId id="{25F7CF9B-BF5E-D9E9-7D82-687C983843B9}"/>
                  </a:ext>
                </a:extLst>
              </p:cNvPr>
              <p:cNvSpPr/>
              <p:nvPr/>
            </p:nvSpPr>
            <p:spPr>
              <a:xfrm>
                <a:off x="3721100" y="5752867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1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ns2:creationId id="{0F4266E9-6071-49B4-4897-49588C93B0E4}"/>
                  </a:ext>
                </a:extLst>
              </p:cNvPr>
              <p:cNvSpPr/>
              <p:nvPr/>
            </p:nvSpPr>
            <p:spPr>
              <a:xfrm>
                <a:off x="6488820" y="5752867"/>
                <a:ext cx="2603500" cy="5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3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08D2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</a:p>
            </p:txBody>
          </p:sp>
        </p:grpSp>
      </p:grpSp>
      <p:pic>
        <p:nvPicPr>
          <p:cNvPr id="72" name="Graphic 71" descr="Full Brick Wall with solid fill">
            <a:extLst>
              <a:ext uri="{FF2B5EF4-FFF2-40B4-BE49-F238E27FC236}">
                <ns2:creationId id="{196925F5-5F16-9E1C-67CD-E3C9F6609C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77817" y="3562868"/>
            <a:ext cx="849600" cy="849600"/>
          </a:xfrm>
          <a:prstGeom prst="rect">
            <a:avLst/>
          </a:prstGeom>
        </p:spPr>
      </p:pic>
      <p:pic>
        <p:nvPicPr>
          <p:cNvPr id="74" name="Graphic 73" descr="Exit with solid fill">
            <a:extLst>
              <a:ext uri="{FF2B5EF4-FFF2-40B4-BE49-F238E27FC236}">
                <ns2:creationId id="{13C6EBF5-F3F6-C55F-7F6D-2AF4CADE4C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2780677" y="5517430"/>
            <a:ext cx="720000" cy="720000"/>
          </a:xfrm>
          <a:prstGeom prst="rect">
            <a:avLst/>
          </a:prstGeom>
        </p:spPr>
      </p:pic>
      <p:pic>
        <p:nvPicPr>
          <p:cNvPr id="76" name="Graphic 75" descr="Hierarchy with solid fill">
            <a:extLst>
              <a:ext uri="{FF2B5EF4-FFF2-40B4-BE49-F238E27FC236}">
                <ns2:creationId id="{5394E6E2-C166-D78E-4351-241A6F4681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2780677" y="4584697"/>
            <a:ext cx="720000" cy="720000"/>
          </a:xfrm>
          <a:prstGeom prst="rect">
            <a:avLst/>
          </a:prstGeom>
        </p:spPr>
      </p:pic>
      <p:pic>
        <p:nvPicPr>
          <p:cNvPr id="80" name="Graphic 79" descr="Circles with arrows with solid fill">
            <a:extLst>
              <a:ext uri="{FF2B5EF4-FFF2-40B4-BE49-F238E27FC236}">
                <ns2:creationId id="{D63C9FBA-F931-F189-E9D2-01EE3C13CA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5"/>
              </a:ext>
            </a:extLst>
          </a:blip>
          <a:stretch>
            <a:fillRect/>
          </a:stretch>
        </p:blipFill>
        <p:spPr>
          <a:xfrm>
            <a:off x="2780677" y="3651962"/>
            <a:ext cx="720000" cy="720000"/>
          </a:xfrm>
          <a:prstGeom prst="rect">
            <a:avLst/>
          </a:prstGeom>
        </p:spPr>
      </p:pic>
      <p:pic>
        <p:nvPicPr>
          <p:cNvPr id="82" name="Graphic 81" descr="Database with solid fill">
            <a:extLst>
              <a:ext uri="{FF2B5EF4-FFF2-40B4-BE49-F238E27FC236}">
                <ns2:creationId id="{3F3C27C9-971A-04E9-C355-7DEE265C6E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2780677" y="2719228"/>
            <a:ext cx="720000" cy="720000"/>
          </a:xfrm>
          <a:prstGeom prst="rect">
            <a:avLst/>
          </a:prstGeom>
        </p:spPr>
      </p:pic>
      <p:pic>
        <p:nvPicPr>
          <p:cNvPr id="84" name="Graphic 83" descr="Clipboard Checked with solid fill">
            <a:extLst>
              <a:ext uri="{FF2B5EF4-FFF2-40B4-BE49-F238E27FC236}">
                <ns2:creationId id="{103D3E4B-E488-F605-6C34-BB11DAC40C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7"/>
              </a:ext>
            </a:extLst>
          </a:blip>
          <a:stretch>
            <a:fillRect/>
          </a:stretch>
        </p:blipFill>
        <p:spPr>
          <a:xfrm>
            <a:off x="2780677" y="1786495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ns5:creationId val="1653420550"/>
      </p:ext>
    </p:extLst>
  </p:cSld>
  <p:clrMapOvr>
    <a:masterClrMapping/>
  </p:clrMapOvr>
</p:sld>
</file>

<file path=ppt/slides/slide382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3536568-08D5-3BF2-98A9-B071C1D15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23982073-8C65-5A5A-57D7-06A157C83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19E295C1-65AA-C4FC-FBC5-946BEB18B2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(</a:t>
            </a:r>
            <a:r>
              <a:rPr kumimoji="1" lang="ja-JP" altLang="en-US" dirty="0"/>
              <a:t>XX</a:t>
            </a:r>
            <a:r>
              <a:rPr kumimoji="1" lang="en-US" altLang="ja-JP" dirty="0"/>
              <a:t>) </a:t>
            </a:r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</a:p>
        </p:txBody>
      </p:sp>
      <p:grpSp>
        <p:nvGrpSpPr>
          <p:cNvPr id="132" name="Group 131">
            <a:extLst>
              <a:ext uri="{FF2B5EF4-FFF2-40B4-BE49-F238E27FC236}">
                <ns2:creationId id="{ACA1F6FA-C941-0EDA-1C88-6DD9229F3D64}"/>
              </a:ext>
            </a:extLst>
          </p:cNvPr>
          <p:cNvGrpSpPr/>
          <p:nvPr/>
        </p:nvGrpSpPr>
        <p:grpSpPr>
          <a:xfrm>
            <a:off x="336119" y="1628775"/>
            <a:ext cx="11520919" cy="4679950"/>
            <a:chOff x="336119" y="1628775"/>
            <a:chExt cx="11520919" cy="4679950"/>
          </a:xfrm>
        </p:grpSpPr>
        <p:grpSp>
          <p:nvGrpSpPr>
            <p:cNvPr id="125" name="Group 124">
              <a:extLst>
                <a:ext uri="{FF2B5EF4-FFF2-40B4-BE49-F238E27FC236}">
                  <ns2:creationId id="{D4DBBD38-18B0-995B-71A1-B5C0E121CE8A}"/>
                </a:ext>
              </a:extLst>
            </p:cNvPr>
            <p:cNvGrpSpPr/>
            <p:nvPr/>
          </p:nvGrpSpPr>
          <p:grpSpPr>
            <a:xfrm>
              <a:off x="7285038" y="2597363"/>
              <a:ext cx="4572000" cy="3711362"/>
              <a:chOff x="7285038" y="2597363"/>
              <a:chExt cx="4572000" cy="3711362"/>
            </a:xfrm>
          </p:grpSpPr>
          <p:sp>
            <p:nvSpPr>
              <p:cNvPr id="26" name="TextBox 25">
                <a:extLst>
                  <a:ext uri="{FF2B5EF4-FFF2-40B4-BE49-F238E27FC236}">
                    <ns2:creationId id="{6EDE6FC8-EA44-3231-8C44-109077B027DA}"/>
                  </a:ext>
                </a:extLst>
              </p:cNvPr>
              <p:cNvSpPr txBox="1"/>
              <p:nvPr/>
            </p:nvSpPr>
            <p:spPr>
              <a:xfrm>
                <a:off x="7285038" y="2597363"/>
                <a:ext cx="4572000" cy="396000"/>
              </a:xfrm>
              <a:prstGeom prst="rect">
                <a:avLst/>
              </a:prstGeom>
              <a:solidFill>
                <a:schemeClr val="accent5"/>
              </a:solidFill>
            </p:spPr>
            <p:txBody>
              <a:bodyPr wrap="square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ROI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  <a:endParaRPr kumimoji="1" lang="ja-JP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124" name="Group 123">
                <a:extLst>
                  <a:ext uri="{FF2B5EF4-FFF2-40B4-BE49-F238E27FC236}">
                    <ns2:creationId id="{0D90E039-9FC7-952A-FCD7-BBC0790112E7}"/>
                  </a:ext>
                </a:extLst>
              </p:cNvPr>
              <p:cNvGrpSpPr/>
              <p:nvPr/>
            </p:nvGrpSpPr>
            <p:grpSpPr>
              <a:xfrm>
                <a:off x="7285038" y="3056862"/>
                <a:ext cx="4570842" cy="1527923"/>
                <a:chOff x="7285038" y="3056862"/>
                <a:chExt cx="4570842" cy="1527923"/>
              </a:xfrm>
            </p:grpSpPr>
            <p:sp>
              <p:nvSpPr>
                <p:cNvPr id="53" name="Rectangle: Rounded Corners 52">
                  <a:extLst>
                    <a:ext uri="{FF2B5EF4-FFF2-40B4-BE49-F238E27FC236}">
                      <ns2:creationId id="{B88D9643-BB38-A719-B02C-6E2E7D7C7300}"/>
                    </a:ext>
                  </a:extLst>
                </p:cNvPr>
                <p:cNvSpPr/>
                <p:nvPr/>
              </p:nvSpPr>
              <p:spPr>
                <a:xfrm>
                  <a:off x="7437437" y="3124197"/>
                  <a:ext cx="4418443" cy="1460588"/>
                </a:xfrm>
                <a:prstGeom prst="roundRect">
                  <a:avLst>
                    <a:gd name="adj" fmla="val 3697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179388" marR="0" lvl="0" indent="-1793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: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79388" marR="0" lvl="0" indent="-179388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85" name="background">
                  <a:extLst>
                    <a:ext uri="{FF2B5EF4-FFF2-40B4-BE49-F238E27FC236}">
                      <ns2:creationId id="{B112E2E8-EE86-B031-F36D-570A3E01CDA4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7285038" y="3056862"/>
                  <a:ext cx="288000" cy="288000"/>
                </a:xfrm>
                <a:prstGeom prst="ellips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accent5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5B9BD5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pic>
              <p:nvPicPr>
                <p:cNvPr id="91" name="Graphic 90" descr="Downward trend graph with solid fill">
                  <a:extLst>
                    <a:ext uri="{FF2B5EF4-FFF2-40B4-BE49-F238E27FC236}">
                      <ns2:creationId id="{7F7C4CFF-E034-8FE6-E9AD-0E8C413F0A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243880" y="3972785"/>
                  <a:ext cx="612000" cy="612000"/>
                </a:xfrm>
                <a:prstGeom prst="rect">
                  <a:avLst/>
                </a:prstGeom>
              </p:spPr>
            </p:pic>
          </p:grpSp>
          <p:grpSp>
            <p:nvGrpSpPr>
              <p:cNvPr id="123" name="Group 122">
                <a:extLst>
                  <a:ext uri="{FF2B5EF4-FFF2-40B4-BE49-F238E27FC236}">
                    <ns2:creationId id="{8D2D3B35-7430-00C6-C1AF-B81BE2860B79}"/>
                  </a:ext>
                </a:extLst>
              </p:cNvPr>
              <p:cNvGrpSpPr/>
              <p:nvPr/>
            </p:nvGrpSpPr>
            <p:grpSpPr>
              <a:xfrm>
                <a:off x="7285038" y="4692688"/>
                <a:ext cx="4570842" cy="1616037"/>
                <a:chOff x="7285038" y="4692688"/>
                <a:chExt cx="4570842" cy="1616037"/>
              </a:xfrm>
            </p:grpSpPr>
            <p:sp>
              <p:nvSpPr>
                <p:cNvPr id="54" name="Rectangle: Rounded Corners 53">
                  <a:extLst>
                    <a:ext uri="{FF2B5EF4-FFF2-40B4-BE49-F238E27FC236}">
                      <ns2:creationId id="{249D0827-1268-E506-2502-5ABA9A341188}"/>
                    </a:ext>
                  </a:extLst>
                </p:cNvPr>
                <p:cNvSpPr/>
                <p:nvPr/>
              </p:nvSpPr>
              <p:spPr>
                <a:xfrm>
                  <a:off x="7437437" y="4750475"/>
                  <a:ext cx="4418443" cy="1558250"/>
                </a:xfrm>
                <a:prstGeom prst="roundRect">
                  <a:avLst>
                    <a:gd name="adj" fmla="val 3465"/>
                  </a:avLst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180000" marR="0" lvl="0" indent="-18000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: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80000" marR="0" lvl="0" indent="-18000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180000" marR="0" lvl="0" indent="-18000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accent5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: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86" name="background">
                  <a:extLst>
                    <a:ext uri="{FF2B5EF4-FFF2-40B4-BE49-F238E27FC236}">
                      <ns2:creationId id="{EC81D67D-F9C9-9354-B0D1-338444367D78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7285038" y="4692688"/>
                  <a:ext cx="288000" cy="288000"/>
                </a:xfrm>
                <a:prstGeom prst="ellips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chemeClr val="accent5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5B9BD5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accent5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5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pic>
              <p:nvPicPr>
                <p:cNvPr id="93" name="Graphic 92" descr="Upward trend with solid fill">
                  <a:extLst>
                    <a:ext uri="{FF2B5EF4-FFF2-40B4-BE49-F238E27FC236}">
                      <ns2:creationId id="{18232298-9B19-9130-8FD8-62354D21BD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243880" y="5696725"/>
                  <a:ext cx="612000" cy="612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31" name="Group 130">
              <a:extLst>
                <a:ext uri="{FF2B5EF4-FFF2-40B4-BE49-F238E27FC236}">
                  <ns2:creationId id="{6BDCB0BD-02B5-F2C0-7198-DA94231D006A}"/>
                </a:ext>
              </a:extLst>
            </p:cNvPr>
            <p:cNvGrpSpPr/>
            <p:nvPr/>
          </p:nvGrpSpPr>
          <p:grpSpPr>
            <a:xfrm>
              <a:off x="345122" y="1628775"/>
              <a:ext cx="11511916" cy="860425"/>
              <a:chOff x="345122" y="1628775"/>
              <a:chExt cx="11511916" cy="860425"/>
            </a:xfrm>
          </p:grpSpPr>
          <p:sp>
            <p:nvSpPr>
              <p:cNvPr id="7" name="Rectangle 6">
                <a:extLst>
                  <a:ext uri="{FF2B5EF4-FFF2-40B4-BE49-F238E27FC236}">
                    <ns2:creationId id="{AC22D26E-12AB-EB6C-A80B-11E58FA1994E}"/>
                  </a:ext>
                </a:extLst>
              </p:cNvPr>
              <p:cNvSpPr/>
              <p:nvPr/>
            </p:nvSpPr>
            <p:spPr>
              <a:xfrm>
                <a:off x="345122" y="1628775"/>
                <a:ext cx="1106488" cy="860425"/>
              </a:xfrm>
              <a:prstGeom prst="rect">
                <a:avLst/>
              </a:prstGeom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br>
                  <a: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</a:br>
                <a:r>
                  <a: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ns2:creationId id="{3B892642-F187-19C2-E477-FEAD6107E131}"/>
                  </a:ext>
                </a:extLst>
              </p:cNvPr>
              <p:cNvSpPr/>
              <p:nvPr/>
            </p:nvSpPr>
            <p:spPr>
              <a:xfrm>
                <a:off x="1451610" y="1628775"/>
                <a:ext cx="10405428" cy="860425"/>
              </a:xfrm>
              <a:prstGeom prst="rect">
                <a:avLst/>
              </a:prstGeom>
              <a:noFill/>
              <a:ln w="9525">
                <a:solidFill>
                  <a:schemeClr val="accent5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128" name="Group 127">
                <a:extLst>
                  <a:ext uri="{FF2B5EF4-FFF2-40B4-BE49-F238E27FC236}">
                    <ns2:creationId id="{C3BD650B-FFE5-92B7-7B66-19048CB3F585}"/>
                  </a:ext>
                </a:extLst>
              </p:cNvPr>
              <p:cNvGrpSpPr/>
              <p:nvPr/>
            </p:nvGrpSpPr>
            <p:grpSpPr>
              <a:xfrm>
                <a:off x="8435481" y="1725930"/>
                <a:ext cx="3337419" cy="679133"/>
                <a:chOff x="8435481" y="1725930"/>
                <a:chExt cx="3337419" cy="679133"/>
              </a:xfrm>
            </p:grpSpPr>
            <p:sp>
              <p:nvSpPr>
                <p:cNvPr id="16" name="Rectangle 15">
                  <a:extLst>
                    <a:ext uri="{FF2B5EF4-FFF2-40B4-BE49-F238E27FC236}">
                      <ns2:creationId id="{34232DAA-DF04-9CA8-47E6-ECA28E389639}"/>
                    </a:ext>
                  </a:extLst>
                </p:cNvPr>
                <p:cNvSpPr/>
                <p:nvPr/>
              </p:nvSpPr>
              <p:spPr>
                <a:xfrm>
                  <a:off x="8435481" y="1725930"/>
                  <a:ext cx="1250223" cy="679133"/>
                </a:xfrm>
                <a:prstGeom prst="rect">
                  <a:avLst/>
                </a:prstGeom>
                <a:solidFill>
                  <a:schemeClr val="accent5">
                    <a:alpha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ns2:creationId id="{2A2C8B5A-1337-594F-E6C1-91D4478B7D90}"/>
                    </a:ext>
                  </a:extLst>
                </p:cNvPr>
                <p:cNvSpPr/>
                <p:nvPr/>
              </p:nvSpPr>
              <p:spPr>
                <a:xfrm>
                  <a:off x="9698256" y="1725930"/>
                  <a:ext cx="2074644" cy="67913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101" name="Graphic 100" descr="Document with solid fill">
                  <a:extLst>
                    <a:ext uri="{FF2B5EF4-FFF2-40B4-BE49-F238E27FC236}">
                      <ns2:creationId id="{88E492D1-2EDE-D3AC-DDDA-E581B24651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94096" y="1867496"/>
                  <a:ext cx="396000" cy="396000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oup 128">
                <a:extLst>
                  <a:ext uri="{FF2B5EF4-FFF2-40B4-BE49-F238E27FC236}">
                    <ns2:creationId id="{7D2651BC-C95D-F4DD-3747-7416E0D8C014}"/>
                  </a:ext>
                </a:extLst>
              </p:cNvPr>
              <p:cNvGrpSpPr/>
              <p:nvPr/>
            </p:nvGrpSpPr>
            <p:grpSpPr>
              <a:xfrm>
                <a:off x="4994981" y="1725930"/>
                <a:ext cx="3337419" cy="679133"/>
                <a:chOff x="4994981" y="1725930"/>
                <a:chExt cx="3337419" cy="679133"/>
              </a:xfrm>
            </p:grpSpPr>
            <p:sp>
              <p:nvSpPr>
                <p:cNvPr id="15" name="Rectangle 14">
                  <a:extLst>
                    <a:ext uri="{FF2B5EF4-FFF2-40B4-BE49-F238E27FC236}">
                      <ns2:creationId id="{DD7D00B7-DEF4-DFC2-E169-6F0D43826101}"/>
                    </a:ext>
                  </a:extLst>
                </p:cNvPr>
                <p:cNvSpPr/>
                <p:nvPr/>
              </p:nvSpPr>
              <p:spPr>
                <a:xfrm>
                  <a:off x="4994981" y="1725930"/>
                  <a:ext cx="1250224" cy="679133"/>
                </a:xfrm>
                <a:prstGeom prst="rect">
                  <a:avLst/>
                </a:prstGeom>
                <a:solidFill>
                  <a:schemeClr val="accent5">
                    <a:alpha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ns2:creationId id="{A4DCE2E2-B7A7-E80E-232A-E81734A0ADD2}"/>
                    </a:ext>
                  </a:extLst>
                </p:cNvPr>
                <p:cNvSpPr/>
                <p:nvPr/>
              </p:nvSpPr>
              <p:spPr>
                <a:xfrm>
                  <a:off x="6257755" y="1725930"/>
                  <a:ext cx="2074645" cy="67913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05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103" name="Graphic 102" descr="Fire with solid fill">
                  <a:extLst>
                    <a:ext uri="{FF2B5EF4-FFF2-40B4-BE49-F238E27FC236}">
                      <ns2:creationId id="{23EA45E0-9332-1C05-C5D5-9CA17C748C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3596" y="1867496"/>
                  <a:ext cx="396000" cy="396000"/>
                </a:xfrm>
                <a:prstGeom prst="rect">
                  <a:avLst/>
                </a:prstGeom>
              </p:spPr>
            </p:pic>
          </p:grpSp>
          <p:grpSp>
            <p:nvGrpSpPr>
              <p:cNvPr id="130" name="Group 129">
                <a:extLst>
                  <a:ext uri="{FF2B5EF4-FFF2-40B4-BE49-F238E27FC236}">
                    <ns2:creationId id="{78CFFB23-D0CA-A80F-B892-644CD5FC6ED6}"/>
                  </a:ext>
                </a:extLst>
              </p:cNvPr>
              <p:cNvGrpSpPr/>
              <p:nvPr/>
            </p:nvGrpSpPr>
            <p:grpSpPr>
              <a:xfrm>
                <a:off x="1554480" y="1725930"/>
                <a:ext cx="3337419" cy="679133"/>
                <a:chOff x="1554480" y="1725930"/>
                <a:chExt cx="3337419" cy="679133"/>
              </a:xfrm>
            </p:grpSpPr>
            <p:sp>
              <p:nvSpPr>
                <p:cNvPr id="14" name="Rectangle 13">
                  <a:extLst>
                    <a:ext uri="{FF2B5EF4-FFF2-40B4-BE49-F238E27FC236}">
                      <ns2:creationId id="{5F98826F-80FA-DD1B-565C-8EC3A6E3D37A}"/>
                    </a:ext>
                  </a:extLst>
                </p:cNvPr>
                <p:cNvSpPr/>
                <p:nvPr/>
              </p:nvSpPr>
              <p:spPr>
                <a:xfrm>
                  <a:off x="1554480" y="1725930"/>
                  <a:ext cx="1250224" cy="679133"/>
                </a:xfrm>
                <a:prstGeom prst="rect">
                  <a:avLst/>
                </a:prstGeom>
                <a:solidFill>
                  <a:schemeClr val="accent5">
                    <a:alpha val="6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68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 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ns2:creationId id="{FBF13BEF-4BB7-F88D-0CD6-E7BD1DC8B0DD}"/>
                    </a:ext>
                  </a:extLst>
                </p:cNvPr>
                <p:cNvSpPr/>
                <p:nvPr/>
              </p:nvSpPr>
              <p:spPr>
                <a:xfrm>
                  <a:off x="2817254" y="1725930"/>
                  <a:ext cx="2074645" cy="679133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105" name="Graphic 104" descr="Medieval Armor with solid fill">
                  <a:extLst>
                    <a:ext uri="{FF2B5EF4-FFF2-40B4-BE49-F238E27FC236}">
                      <ns2:creationId id="{12B0B057-1C11-8A37-0758-459B6C94A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13095" y="1867496"/>
                  <a:ext cx="396000" cy="396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7" name="Group 126">
              <a:extLst>
                <a:ext uri="{FF2B5EF4-FFF2-40B4-BE49-F238E27FC236}">
                  <ns2:creationId id="{14994273-1DE4-6EDF-A9C3-F61F4A2E601E}"/>
                </a:ext>
              </a:extLst>
            </p:cNvPr>
            <p:cNvGrpSpPr/>
            <p:nvPr/>
          </p:nvGrpSpPr>
          <p:grpSpPr>
            <a:xfrm>
              <a:off x="336119" y="2597363"/>
              <a:ext cx="6836206" cy="3711026"/>
              <a:chOff x="336119" y="2597363"/>
              <a:chExt cx="6836206" cy="3711026"/>
            </a:xfrm>
          </p:grpSpPr>
          <p:sp>
            <p:nvSpPr>
              <p:cNvPr id="24" name="TextBox 23">
                <a:extLst>
                  <a:ext uri="{FF2B5EF4-FFF2-40B4-BE49-F238E27FC236}">
                    <ns2:creationId id="{898ED8CC-12C8-A81C-78F4-2E82982AFACD}"/>
                  </a:ext>
                </a:extLst>
              </p:cNvPr>
              <p:cNvSpPr txBox="1"/>
              <p:nvPr/>
            </p:nvSpPr>
            <p:spPr>
              <a:xfrm>
                <a:off x="345123" y="2597363"/>
                <a:ext cx="6827202" cy="396000"/>
              </a:xfrm>
              <a:prstGeom prst="rect">
                <a:avLst/>
              </a:prstGeom>
              <a:solidFill>
                <a:schemeClr val="accent5"/>
              </a:solidFill>
            </p:spPr>
            <p:txBody>
              <a:bodyPr wrap="square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(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ROI</a:t>
                </a:r>
                <a:r>
                  <a:rPr kumimoji="1" lang="ja-JP" alt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) </a:t>
                </a: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ns2:creationId id="{A940108B-D1C3-D921-1649-E7EB8E262A27}"/>
                  </a:ext>
                </a:extLst>
              </p:cNvPr>
              <p:cNvGrpSpPr/>
              <p:nvPr/>
            </p:nvGrpSpPr>
            <p:grpSpPr>
              <a:xfrm>
                <a:off x="336119" y="3056862"/>
                <a:ext cx="6827203" cy="3251527"/>
                <a:chOff x="336119" y="3056862"/>
                <a:chExt cx="6827203" cy="3251527"/>
              </a:xfrm>
            </p:grpSpPr>
            <p:sp>
              <p:nvSpPr>
                <p:cNvPr id="27" name="Rectangle 26">
                  <a:extLst>
                    <a:ext uri="{FF2B5EF4-FFF2-40B4-BE49-F238E27FC236}">
                      <ns2:creationId id="{44C53E8B-50EA-BE5A-D19F-0357821B7A6C}"/>
                    </a:ext>
                  </a:extLst>
                </p:cNvPr>
                <p:cNvSpPr/>
                <p:nvPr/>
              </p:nvSpPr>
              <p:spPr>
                <a:xfrm>
                  <a:off x="336119" y="3056862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ns2:creationId id="{289F0138-0329-8EA2-333E-BA2DD57F1906}"/>
                    </a:ext>
                  </a:extLst>
                </p:cNvPr>
                <p:cNvSpPr/>
                <p:nvPr/>
              </p:nvSpPr>
              <p:spPr>
                <a:xfrm>
                  <a:off x="336119" y="3716744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zh-TW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D2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ns2:creationId id="{DEA0861C-F829-1B20-F5BC-1A4F7E4AD50B}"/>
                    </a:ext>
                  </a:extLst>
                </p:cNvPr>
                <p:cNvSpPr/>
                <p:nvPr/>
              </p:nvSpPr>
              <p:spPr>
                <a:xfrm>
                  <a:off x="336119" y="4376626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ns2:creationId id="{D907B8D8-5523-EE6B-D4E8-8EA16FD07F7E}"/>
                    </a:ext>
                  </a:extLst>
                </p:cNvPr>
                <p:cNvSpPr/>
                <p:nvPr/>
              </p:nvSpPr>
              <p:spPr>
                <a:xfrm>
                  <a:off x="336119" y="5036508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ns2:creationId id="{9AC989B0-AD0A-CD75-9FB6-1F6C7172A579}"/>
                    </a:ext>
                  </a:extLst>
                </p:cNvPr>
                <p:cNvSpPr/>
                <p:nvPr/>
              </p:nvSpPr>
              <p:spPr>
                <a:xfrm>
                  <a:off x="336119" y="5696389"/>
                  <a:ext cx="822991" cy="612000"/>
                </a:xfrm>
                <a:prstGeom prst="rect">
                  <a:avLst/>
                </a:prstGeom>
                <a:solidFill>
                  <a:schemeClr val="accent5">
                    <a:alpha val="1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ns2:creationId id="{680F77BA-4AD2-FF87-ECF7-7B9740C06C90}"/>
                    </a:ext>
                  </a:extLst>
                </p:cNvPr>
                <p:cNvSpPr/>
                <p:nvPr/>
              </p:nvSpPr>
              <p:spPr>
                <a:xfrm>
                  <a:off x="1259789" y="3056862"/>
                  <a:ext cx="1900725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ns2:creationId id="{8F0B182C-F083-A57D-ADF0-353FEB71EFA0}"/>
                    </a:ext>
                  </a:extLst>
                </p:cNvPr>
                <p:cNvSpPr/>
                <p:nvPr/>
              </p:nvSpPr>
              <p:spPr>
                <a:xfrm>
                  <a:off x="1259789" y="3716744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Excel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ns2:creationId id="{AEC435F7-30E6-D9CE-1E86-CED1E4EA2DF7}"/>
                    </a:ext>
                  </a:extLst>
                </p:cNvPr>
                <p:cNvSpPr/>
                <p:nvPr/>
              </p:nvSpPr>
              <p:spPr>
                <a:xfrm>
                  <a:off x="1259789" y="4376626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1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ns2:creationId id="{37A2A677-D473-9681-F3D0-1BDA7E709F30}"/>
                    </a:ext>
                  </a:extLst>
                </p:cNvPr>
                <p:cNvSpPr/>
                <p:nvPr/>
              </p:nvSpPr>
              <p:spPr>
                <a:xfrm>
                  <a:off x="1259789" y="5036508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ns2:creationId id="{8C6C5B14-1BD2-3DF3-9835-55CC52DA0E68}"/>
                    </a:ext>
                  </a:extLst>
                </p:cNvPr>
                <p:cNvSpPr/>
                <p:nvPr/>
              </p:nvSpPr>
              <p:spPr>
                <a:xfrm>
                  <a:off x="1259789" y="5696389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ns2:creationId id="{FDA7F55B-CA77-087E-2EC4-5A3AC92085BB}"/>
                    </a:ext>
                  </a:extLst>
                </p:cNvPr>
                <p:cNvSpPr/>
                <p:nvPr/>
              </p:nvSpPr>
              <p:spPr>
                <a:xfrm>
                  <a:off x="3261193" y="3056862"/>
                  <a:ext cx="1900725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ns2:creationId id="{A1BB55A4-BA8D-7A61-F21F-8F2FABB49538}"/>
                    </a:ext>
                  </a:extLst>
                </p:cNvPr>
                <p:cNvSpPr/>
                <p:nvPr/>
              </p:nvSpPr>
              <p:spPr>
                <a:xfrm>
                  <a:off x="3261193" y="3716744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API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endParaRPr kumimoji="1" lang="zh-TW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ns2:creationId id="{56427761-BB0F-C81C-AEAB-D35E9A138AAC}"/>
                    </a:ext>
                  </a:extLst>
                </p:cNvPr>
                <p:cNvSpPr/>
                <p:nvPr/>
              </p:nvSpPr>
              <p:spPr>
                <a:xfrm>
                  <a:off x="3261193" y="4376626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ns2:creationId id="{B307055C-3C87-6B3A-CEF4-ACA9DB437096}"/>
                    </a:ext>
                  </a:extLst>
                </p:cNvPr>
                <p:cNvSpPr/>
                <p:nvPr/>
              </p:nvSpPr>
              <p:spPr>
                <a:xfrm>
                  <a:off x="3261193" y="5036508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ns2:creationId id="{5AE2AEDC-4162-4B5D-E5CB-B8C8C58B6A5A}"/>
                    </a:ext>
                  </a:extLst>
                </p:cNvPr>
                <p:cNvSpPr/>
                <p:nvPr/>
              </p:nvSpPr>
              <p:spPr>
                <a:xfrm>
                  <a:off x="3261193" y="5696389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ns2:creationId id="{330F4432-0E68-CDC8-4626-29E7DB001941}"/>
                    </a:ext>
                  </a:extLst>
                </p:cNvPr>
                <p:cNvSpPr/>
                <p:nvPr/>
              </p:nvSpPr>
              <p:spPr>
                <a:xfrm>
                  <a:off x="5262597" y="3056862"/>
                  <a:ext cx="1900725" cy="612000"/>
                </a:xfrm>
                <a:prstGeom prst="rect">
                  <a:avLst/>
                </a:prstGeom>
                <a:solidFill>
                  <a:schemeClr val="accent5">
                    <a:alpha val="70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ROI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ns2:creationId id="{CADBDAB9-F258-9DEA-F972-2219D5481B0E}"/>
                    </a:ext>
                  </a:extLst>
                </p:cNvPr>
                <p:cNvSpPr/>
                <p:nvPr/>
              </p:nvSpPr>
              <p:spPr>
                <a:xfrm>
                  <a:off x="5262597" y="3716744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(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ns2:creationId id="{5626D65A-6470-E12D-9046-F15610B577F7}"/>
                    </a:ext>
                  </a:extLst>
                </p:cNvPr>
                <p:cNvSpPr/>
                <p:nvPr/>
              </p:nvSpPr>
              <p:spPr>
                <a:xfrm>
                  <a:off x="5262597" y="4376626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) </a:t>
                  </a:r>
                  <a:endPara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ns2:creationId id="{2D1786EE-900A-6F89-36B8-8E5A97233D05}"/>
                    </a:ext>
                  </a:extLst>
                </p:cNvPr>
                <p:cNvSpPr/>
                <p:nvPr/>
              </p:nvSpPr>
              <p:spPr>
                <a:xfrm>
                  <a:off x="5262597" y="5036508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ns2:creationId id="{A58E7478-BB6C-38C6-5D9C-EDC5113D1D28}"/>
                    </a:ext>
                  </a:extLst>
                </p:cNvPr>
                <p:cNvSpPr/>
                <p:nvPr/>
              </p:nvSpPr>
              <p:spPr>
                <a:xfrm>
                  <a:off x="5262597" y="5696389"/>
                  <a:ext cx="1900725" cy="61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8D2E"/>
                      </a:solidFill>
                      <a:effectLst/>
                      <a:uLnTx/>
                      <a:uFillTx/>
                      <a:latin typeface="+mn-ea"/>
                      <a:cs typeface="+mn-cs"/>
                    </a:rPr>
                    <a:t>XX</a:t>
                  </a:r>
                </a:p>
              </p:txBody>
            </p:sp>
            <p:pic>
              <p:nvPicPr>
                <p:cNvPr id="95" name="Graphic 94" descr="Piggy Bank with solid fill">
                  <a:extLst>
                    <a:ext uri="{FF2B5EF4-FFF2-40B4-BE49-F238E27FC236}">
                      <ns2:creationId id="{42240C07-2790-6BE2-2AA1-1B26BD5CCA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8797" y="3164862"/>
                  <a:ext cx="396000" cy="396000"/>
                </a:xfrm>
                <a:prstGeom prst="rect">
                  <a:avLst/>
                </a:prstGeom>
              </p:spPr>
            </p:pic>
            <p:pic>
              <p:nvPicPr>
                <p:cNvPr id="97" name="Graphic 96" descr="Star with solid fill">
                  <a:extLst>
                    <a:ext uri="{FF2B5EF4-FFF2-40B4-BE49-F238E27FC236}">
                      <ns2:creationId id="{B1F2A239-C4C8-DD56-8F07-BDD47EA067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02493" y="3164862"/>
                  <a:ext cx="396000" cy="396000"/>
                </a:xfrm>
                <a:prstGeom prst="rect">
                  <a:avLst/>
                </a:prstGeom>
              </p:spPr>
            </p:pic>
            <p:pic>
              <p:nvPicPr>
                <p:cNvPr id="99" name="Graphic 98" descr="Marker with solid fill">
                  <a:extLst>
                    <a:ext uri="{FF2B5EF4-FFF2-40B4-BE49-F238E27FC236}">
                      <ns2:creationId id="{BEEFDDF1-C83E-9052-0E03-214472B2A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4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01089" y="3164862"/>
                  <a:ext cx="396000" cy="396000"/>
                </a:xfrm>
                <a:prstGeom prst="rect">
                  <a:avLst/>
                </a:prstGeom>
              </p:spPr>
            </p:pic>
            <p:cxnSp>
              <p:nvCxnSpPr>
                <p:cNvPr id="113" name="Straight Connector 112">
                  <a:extLst>
                    <a:ext uri="{FF2B5EF4-FFF2-40B4-BE49-F238E27FC236}">
                      <ns2:creationId id="{7B06084C-7524-628D-F6AD-760C551754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9789" y="4352685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ns2:creationId id="{F6536EB9-F9FC-B537-18D4-DA4111CCF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9789" y="5012567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ns2:creationId id="{9F6C1956-64D1-2822-D3C3-DCF08D28F8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9789" y="5672449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ns2:creationId id="{B5715DC5-27CC-40D5-4FA8-029C5DC908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1193" y="4352685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ns2:creationId id="{B12C71C7-9BF2-428E-61D6-966070953E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1193" y="5012567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ns2:creationId id="{0D366469-3659-387A-7880-0D3EED9250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1193" y="5672449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ns2:creationId id="{6B3228AA-2A0E-09C1-5101-AAFDB0BA57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62597" y="4352685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ns2:creationId id="{E81A0824-0F07-E50C-DEEF-2695CADE47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62597" y="5012567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ns2:creationId id="{D367E503-BC0D-34F2-8C70-1E60705CA8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62597" y="5672449"/>
                  <a:ext cx="1900725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4077210781"/>
      </p:ext>
    </p:extLst>
  </p:cSld>
  <p:clrMapOvr>
    <a:masterClrMapping/>
  </p:clrMapOvr>
</p:sld>
</file>

<file path=ppt/slides/slide38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FAEE7E12-3E2C-5BC4-8F0B-485C4CA66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EDCED11-3023-59D0-4D55-C6AC4BEF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FE5C54A0-22ED-5539-7CE6-AF22974AD4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23" name="グループ化 22">
            <a:extLst>
              <a:ext uri="{FF2B5EF4-FFF2-40B4-BE49-F238E27FC236}">
                <ns2:creationId id="{0D06E4CE-9EFC-4205-24A3-E5683C30FF10}"/>
              </a:ext>
            </a:extLst>
          </p:cNvPr>
          <p:cNvGrpSpPr/>
          <p:nvPr/>
        </p:nvGrpSpPr>
        <p:grpSpPr>
          <a:xfrm>
            <a:off x="334963" y="1639020"/>
            <a:ext cx="11522074" cy="427038"/>
            <a:chOff x="334963" y="1639020"/>
            <a:chExt cx="11522074" cy="427038"/>
          </a:xfrm>
        </p:grpSpPr>
        <p:sp>
          <p:nvSpPr>
            <p:cNvPr id="10" name="正方形/長方形 9">
              <a:extLst>
                <a:ext uri="{FF2B5EF4-FFF2-40B4-BE49-F238E27FC236}">
                  <ns2:creationId id="{159AECCD-7C64-600C-3D52-83BC9B389E1E}"/>
                </a:ext>
              </a:extLst>
            </p:cNvPr>
            <p:cNvSpPr/>
            <p:nvPr/>
          </p:nvSpPr>
          <p:spPr>
            <a:xfrm>
              <a:off x="334963" y="1639020"/>
              <a:ext cx="1597469" cy="427038"/>
            </a:xfrm>
            <a:prstGeom prst="rect">
              <a:avLst/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324000" tIns="0" rIns="0" bIns="36000" rtlCol="0" anchor="ctr"/>
            <a:lstStyle/>
            <a:p>
              <a:pPr algn="ctr"/>
              <a:r>
                <a:rPr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E3A4195A-93E8-59F3-93A6-5103F1328C03}"/>
                </a:ext>
              </a:extLst>
            </p:cNvPr>
            <p:cNvSpPr/>
            <p:nvPr/>
          </p:nvSpPr>
          <p:spPr>
            <a:xfrm>
              <a:off x="1999488" y="1639020"/>
              <a:ext cx="9857549" cy="42703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marL="285750" indent="-285750">
                <a:spcBef>
                  <a:spcPts val="200"/>
                </a:spcBef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marL="285750" indent="-285750">
                <a:spcBef>
                  <a:spcPts val="200"/>
                </a:spcBef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16" name="グラフィックス 15" descr="拡大鏡 単色塗りつぶし">
              <a:extLst>
                <a:ext uri="{FF2B5EF4-FFF2-40B4-BE49-F238E27FC236}">
                  <ns2:creationId id="{937A71D9-C091-D051-E07E-26FB6FB288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756948" y="1726539"/>
              <a:ext cx="252000" cy="252000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ns2:creationId id="{DD6D1C2A-6AD9-2804-4E70-C6DB624BC416}"/>
              </a:ext>
            </a:extLst>
          </p:cNvPr>
          <p:cNvGrpSpPr/>
          <p:nvPr/>
        </p:nvGrpSpPr>
        <p:grpSpPr>
          <a:xfrm>
            <a:off x="334964" y="2209888"/>
            <a:ext cx="5761037" cy="4098837"/>
            <a:chOff x="334964" y="2209888"/>
            <a:chExt cx="5761037" cy="4098837"/>
          </a:xfrm>
        </p:grpSpPr>
        <p:sp>
          <p:nvSpPr>
            <p:cNvPr id="18" name="正方形/長方形 17">
              <a:extLst>
                <a:ext uri="{FF2B5EF4-FFF2-40B4-BE49-F238E27FC236}">
                  <ns2:creationId id="{C35F613C-169C-7073-6AC6-B77B72840ACB}"/>
                </a:ext>
              </a:extLst>
            </p:cNvPr>
            <p:cNvSpPr/>
            <p:nvPr/>
          </p:nvSpPr>
          <p:spPr>
            <a:xfrm>
              <a:off x="334964" y="2889250"/>
              <a:ext cx="321252" cy="29782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9" name="正方形/長方形 18">
              <a:extLst>
                <a:ext uri="{FF2B5EF4-FFF2-40B4-BE49-F238E27FC236}">
                  <ns2:creationId id="{B876FA3E-8D2C-2228-2541-E5E434E78ED4}"/>
                </a:ext>
              </a:extLst>
            </p:cNvPr>
            <p:cNvSpPr/>
            <p:nvPr/>
          </p:nvSpPr>
          <p:spPr>
            <a:xfrm>
              <a:off x="798995" y="2619250"/>
              <a:ext cx="2621503" cy="27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ns2:creationId id="{2CE07BDE-BADF-E1F8-11D0-082C1A1F4F12}"/>
                </a:ext>
              </a:extLst>
            </p:cNvPr>
            <p:cNvSpPr/>
            <p:nvPr/>
          </p:nvSpPr>
          <p:spPr>
            <a:xfrm>
              <a:off x="3474498" y="2619250"/>
              <a:ext cx="2621503" cy="27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rgbClr val="008000"/>
                  </a:solidFill>
                  <a:latin typeface="+mn-ea"/>
                </a:rPr>
                <a:t>XX</a:t>
              </a:r>
            </a:p>
          </p:txBody>
        </p:sp>
        <p:sp>
          <p:nvSpPr>
            <p:cNvPr id="27" name="正方形/長方形 26">
              <a:extLst>
                <a:ext uri="{FF2B5EF4-FFF2-40B4-BE49-F238E27FC236}">
                  <ns2:creationId id="{AD4A2F76-10C8-8085-18C4-49F250A7189F}"/>
                </a:ext>
              </a:extLst>
            </p:cNvPr>
            <p:cNvSpPr/>
            <p:nvPr/>
          </p:nvSpPr>
          <p:spPr>
            <a:xfrm>
              <a:off x="798995" y="5867474"/>
              <a:ext cx="2621503" cy="4412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68E03943-60EE-E2CA-7BD8-D227622B301E}"/>
                </a:ext>
              </a:extLst>
            </p:cNvPr>
            <p:cNvSpPr/>
            <p:nvPr/>
          </p:nvSpPr>
          <p:spPr>
            <a:xfrm>
              <a:off x="3474498" y="5867474"/>
              <a:ext cx="2621503" cy="4412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40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33" name="直線コネクタ 32">
              <a:extLst>
                <a:ext uri="{FF2B5EF4-FFF2-40B4-BE49-F238E27FC236}">
                  <ns2:creationId id="{159CA488-0E81-4581-EBB3-F61A0626CC0A}"/>
                </a:ext>
              </a:extLst>
            </p:cNvPr>
            <p:cNvCxnSpPr/>
            <p:nvPr/>
          </p:nvCxnSpPr>
          <p:spPr>
            <a:xfrm>
              <a:off x="656216" y="2889250"/>
              <a:ext cx="0" cy="2978224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楕円 33">
              <a:extLst>
                <a:ext uri="{FF2B5EF4-FFF2-40B4-BE49-F238E27FC236}">
                  <ns2:creationId id="{ECC79419-30F3-FD00-48CE-111F314E41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1746" y="3100362"/>
              <a:ext cx="2556000" cy="2556000"/>
            </a:xfrm>
            <a:prstGeom prst="ellips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endParaRPr lang="ja-JP" altLang="en-US" sz="1400" dirty="0">
                <a:solidFill>
                  <a:srgbClr val="008000"/>
                </a:solidFill>
                <a:latin typeface="+mn-ea"/>
              </a:endParaRPr>
            </a:p>
          </p:txBody>
        </p:sp>
        <p:sp>
          <p:nvSpPr>
            <p:cNvPr id="35" name="楕円 34">
              <a:extLst>
                <a:ext uri="{FF2B5EF4-FFF2-40B4-BE49-F238E27FC236}">
                  <ns2:creationId id="{648FAEEF-F863-7CAE-439B-F6362E2E77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07249" y="3100362"/>
              <a:ext cx="2556000" cy="2556000"/>
            </a:xfrm>
            <a:prstGeom prst="ellipse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endParaRPr lang="ja-JP" altLang="en-US" sz="1400" dirty="0">
                <a:solidFill>
                  <a:srgbClr val="008000"/>
                </a:solidFill>
                <a:latin typeface="+mn-ea"/>
              </a:endParaRPr>
            </a:p>
          </p:txBody>
        </p:sp>
        <p:cxnSp>
          <p:nvCxnSpPr>
            <p:cNvPr id="39" name="直線コネクタ 38">
              <a:extLst>
                <a:ext uri="{FF2B5EF4-FFF2-40B4-BE49-F238E27FC236}">
                  <ns2:creationId id="{B8DAC3CC-1579-3CAF-60FF-3308D129EC61}"/>
                </a:ext>
              </a:extLst>
            </p:cNvPr>
            <p:cNvCxnSpPr/>
            <p:nvPr/>
          </p:nvCxnSpPr>
          <p:spPr>
            <a:xfrm>
              <a:off x="2109746" y="3100362"/>
              <a:ext cx="0" cy="2556000"/>
            </a:xfrm>
            <a:prstGeom prst="line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ns2:creationId id="{2ACF1F37-E62B-A868-F54C-1EA23948C346}"/>
                </a:ext>
              </a:extLst>
            </p:cNvPr>
            <p:cNvSpPr/>
            <p:nvPr/>
          </p:nvSpPr>
          <p:spPr>
            <a:xfrm>
              <a:off x="831746" y="4244184"/>
              <a:ext cx="1278000" cy="268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3" name="正方形/長方形 42">
              <a:extLst>
                <a:ext uri="{FF2B5EF4-FFF2-40B4-BE49-F238E27FC236}">
                  <ns2:creationId id="{15ABD9C1-4480-F2B2-7A62-24A77FA47793}"/>
                </a:ext>
              </a:extLst>
            </p:cNvPr>
            <p:cNvSpPr/>
            <p:nvPr/>
          </p:nvSpPr>
          <p:spPr>
            <a:xfrm>
              <a:off x="2109746" y="4244184"/>
              <a:ext cx="1278000" cy="268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4" name="楕円 43">
              <a:extLst>
                <a:ext uri="{FF2B5EF4-FFF2-40B4-BE49-F238E27FC236}">
                  <ns2:creationId id="{BF56C38A-41E0-B42C-2F83-93DD4A3034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09142" y="3487638"/>
              <a:ext cx="540000" cy="540000"/>
            </a:xfrm>
            <a:prstGeom prst="ellipse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7" name="楕円 56">
              <a:extLst>
                <a:ext uri="{FF2B5EF4-FFF2-40B4-BE49-F238E27FC236}">
                  <ns2:creationId id="{F4D282A9-B7CC-D0AE-AD94-E6380BA6D8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18938" y="4993973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58" name="楕円 57">
              <a:extLst>
                <a:ext uri="{FF2B5EF4-FFF2-40B4-BE49-F238E27FC236}">
                  <ns2:creationId id="{56E5007E-6AF9-70AE-4A94-AEF52370F1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72745" y="3435515"/>
              <a:ext cx="540000" cy="540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9" name="楕円 58">
              <a:extLst>
                <a:ext uri="{FF2B5EF4-FFF2-40B4-BE49-F238E27FC236}">
                  <ns2:creationId id="{067E7F2A-A78E-1A9C-03F9-3351CB4E71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6251" y="3926994"/>
              <a:ext cx="540000" cy="540000"/>
            </a:xfrm>
            <a:prstGeom prst="ellipse">
              <a:avLst/>
            </a:prstGeom>
            <a:solidFill>
              <a:srgbClr val="008000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75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0" name="楕円 59">
              <a:extLst>
                <a:ext uri="{FF2B5EF4-FFF2-40B4-BE49-F238E27FC236}">
                  <ns2:creationId id="{94BF84AF-3699-675D-FE24-8D7F1670EA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72496" y="3159000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10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8" name="楕円 67">
              <a:extLst>
                <a:ext uri="{FF2B5EF4-FFF2-40B4-BE49-F238E27FC236}">
                  <ns2:creationId id="{5BEA5EA4-2E80-3C43-1A6E-3A2FABFF9E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18103" y="3769201"/>
              <a:ext cx="540000" cy="540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15</a:t>
              </a:r>
              <a:r>
                <a:rPr lang="ja-JP" altLang="en-US" sz="6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9" name="楕円 68">
              <a:extLst>
                <a:ext uri="{FF2B5EF4-FFF2-40B4-BE49-F238E27FC236}">
                  <ns2:creationId id="{757D50FE-6DEA-9B3E-EDDF-4B6292D6B4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1590" y="5010036"/>
              <a:ext cx="540000" cy="540000"/>
            </a:xfrm>
            <a:prstGeom prst="ellipse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  <a:endParaRPr lang="ja-JP" altLang="en-US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0" name="楕円 69">
              <a:extLst>
                <a:ext uri="{FF2B5EF4-FFF2-40B4-BE49-F238E27FC236}">
                  <ns2:creationId id="{5BB1959A-566E-1E01-AADB-E586BEC74B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9435" y="4551014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10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1" name="楕円 70">
              <a:extLst>
                <a:ext uri="{FF2B5EF4-FFF2-40B4-BE49-F238E27FC236}">
                  <ns2:creationId id="{0512CAE1-E8C1-8384-C5E2-4DE30E3FD7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57603" y="4319662"/>
              <a:ext cx="540000" cy="540000"/>
            </a:xfrm>
            <a:prstGeom prst="ellipse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15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2" name="楕円 71">
              <a:extLst>
                <a:ext uri="{FF2B5EF4-FFF2-40B4-BE49-F238E27FC236}">
                  <ns2:creationId id="{16239D38-7539-B913-4581-D4D0A074D5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187" y="4177458"/>
              <a:ext cx="540000" cy="540000"/>
            </a:xfrm>
            <a:prstGeom prst="ellipse">
              <a:avLst/>
            </a:prstGeom>
            <a:solidFill>
              <a:srgbClr val="008000">
                <a:alpha val="5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kumimoji="1"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楕円 72">
              <a:extLst>
                <a:ext uri="{FF2B5EF4-FFF2-40B4-BE49-F238E27FC236}">
                  <ns2:creationId id="{3827C2D1-D413-4B48-7DB8-BA8CD2C184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22355" y="4718012"/>
              <a:ext cx="540000" cy="540000"/>
            </a:xfrm>
            <a:prstGeom prst="ellipse">
              <a:avLst/>
            </a:prstGeom>
            <a:solidFill>
              <a:srgbClr val="008000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(</a:t>
              </a:r>
              <a:r>
                <a:rPr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bg1"/>
                  </a:solidFill>
                  <a:latin typeface="+mn-ea"/>
                </a:rPr>
                <a:t>)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kumimoji="1" lang="ja-JP" altLang="en-US" sz="6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96" name="楕円 95">
              <a:extLst>
                <a:ext uri="{FF2B5EF4-FFF2-40B4-BE49-F238E27FC236}">
                  <ns2:creationId id="{4D770089-15F7-FFAB-C062-ED1CA31CF3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76271" y="4104228"/>
              <a:ext cx="540000" cy="540000"/>
            </a:xfrm>
            <a:prstGeom prst="ellipse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600" dirty="0" err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600" dirty="0">
                  <a:solidFill>
                    <a:schemeClr val="tx1"/>
                  </a:solidFill>
                  <a:latin typeface="+mn-ea"/>
                </a:rPr>
                <a:t>15</a:t>
              </a:r>
              <a:r>
                <a:rPr lang="ja-JP" altLang="en-US" sz="60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+mn-ea"/>
              </a:endParaRPr>
            </a:p>
          </p:txBody>
        </p:sp>
        <p:grpSp>
          <p:nvGrpSpPr>
            <p:cNvPr id="6" name="グループ化 5">
              <a:extLst>
                <a:ext uri="{FF2B5EF4-FFF2-40B4-BE49-F238E27FC236}">
                  <ns2:creationId id="{8852E368-3737-05FC-7C16-7EFE44EE0F49}"/>
                </a:ext>
              </a:extLst>
            </p:cNvPr>
            <p:cNvGrpSpPr/>
            <p:nvPr/>
          </p:nvGrpSpPr>
          <p:grpSpPr>
            <a:xfrm>
              <a:off x="798994" y="2209888"/>
              <a:ext cx="5297005" cy="291957"/>
              <a:chOff x="334962" y="2209888"/>
              <a:chExt cx="5761038" cy="291957"/>
            </a:xfrm>
          </p:grpSpPr>
          <p:sp>
            <p:nvSpPr>
              <p:cNvPr id="3" name="正方形/長方形 2">
                <a:extLst>
                  <a:ext uri="{FF2B5EF4-FFF2-40B4-BE49-F238E27FC236}">
                    <ns2:creationId id="{921F72D5-33E6-910F-FCD2-8104F48F82C3}"/>
                  </a:ext>
                </a:extLst>
              </p:cNvPr>
              <p:cNvSpPr/>
              <p:nvPr/>
            </p:nvSpPr>
            <p:spPr>
              <a:xfrm>
                <a:off x="334962" y="2209888"/>
                <a:ext cx="5728285" cy="23640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none" lIns="0" tIns="0" rIns="0" bIns="0" rtlCol="0" anchor="ctr"/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" name="直線コネクタ 3">
                <a:extLst>
                  <a:ext uri="{FF2B5EF4-FFF2-40B4-BE49-F238E27FC236}">
                    <ns2:creationId id="{16536D60-9A19-A74B-59B6-86245C4E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4" y="2501845"/>
                <a:ext cx="576103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グループ化 20">
            <a:extLst>
              <a:ext uri="{FF2B5EF4-FFF2-40B4-BE49-F238E27FC236}">
                <ns2:creationId id="{1FFD086F-51EC-2857-D404-76A8E61C46AE}"/>
              </a:ext>
            </a:extLst>
          </p:cNvPr>
          <p:cNvGrpSpPr/>
          <p:nvPr/>
        </p:nvGrpSpPr>
        <p:grpSpPr>
          <a:xfrm>
            <a:off x="6422571" y="2256515"/>
            <a:ext cx="5434467" cy="4052209"/>
            <a:chOff x="6422571" y="2256515"/>
            <a:chExt cx="5434467" cy="4052209"/>
          </a:xfrm>
        </p:grpSpPr>
        <p:sp>
          <p:nvSpPr>
            <p:cNvPr id="181" name="二等辺三角形 180">
              <a:extLst>
                <a:ext uri="{FF2B5EF4-FFF2-40B4-BE49-F238E27FC236}">
                  <ns2:creationId id="{F697D1C5-7E5E-7F72-D449-A9F1D6A838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54956" y="3354230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83" name="十字形 182">
              <a:extLst>
                <a:ext uri="{FF2B5EF4-FFF2-40B4-BE49-F238E27FC236}">
                  <ns2:creationId id="{09049A52-5DCE-2B60-FB57-44CFD7EA85C5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10765293" y="3843630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86" name="二等辺三角形 185">
              <a:extLst>
                <a:ext uri="{FF2B5EF4-FFF2-40B4-BE49-F238E27FC236}">
                  <ns2:creationId id="{F931943B-B74C-3ACF-0254-6573851153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54956" y="4369828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87" name="二等辺三角形 186">
              <a:extLst>
                <a:ext uri="{FF2B5EF4-FFF2-40B4-BE49-F238E27FC236}">
                  <ns2:creationId id="{A510147B-5DE9-2758-3F77-8D2EE66CCA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54956" y="5893223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94" name="楕円 193">
              <a:extLst>
                <a:ext uri="{FF2B5EF4-FFF2-40B4-BE49-F238E27FC236}">
                  <ns2:creationId id="{3DF8FEA9-D771-7CE6-CFDA-D59C8707CF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83294" y="4877228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95" name="楕円 194">
              <a:extLst>
                <a:ext uri="{FF2B5EF4-FFF2-40B4-BE49-F238E27FC236}">
                  <ns2:creationId id="{6C81D2AF-A195-240F-A56C-8F0E653C93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83294" y="5385026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82" name="十字形 181">
              <a:extLst>
                <a:ext uri="{FF2B5EF4-FFF2-40B4-BE49-F238E27FC236}">
                  <ns2:creationId id="{353F4702-55BE-1C7C-6A7A-9802537BA56A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8941803" y="3335831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84" name="十字形 183">
              <a:extLst>
                <a:ext uri="{FF2B5EF4-FFF2-40B4-BE49-F238E27FC236}">
                  <ns2:creationId id="{7B27B5BE-7ECD-F508-FFA2-8E47DC92474F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8941805" y="3843631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85" name="十字形 184">
              <a:extLst>
                <a:ext uri="{FF2B5EF4-FFF2-40B4-BE49-F238E27FC236}">
                  <ns2:creationId id="{9B2DBF14-EECC-0809-5891-D6C8227B34DF}"/>
                </a:ext>
              </a:extLst>
            </p:cNvPr>
            <p:cNvSpPr>
              <a:spLocks noChangeAspect="1"/>
            </p:cNvSpPr>
            <p:nvPr/>
          </p:nvSpPr>
          <p:spPr>
            <a:xfrm rot="18824375">
              <a:off x="8941805" y="5874824"/>
              <a:ext cx="396000" cy="396000"/>
            </a:xfrm>
            <a:prstGeom prst="plus">
              <a:avLst>
                <a:gd name="adj" fmla="val 50000"/>
              </a:avLst>
            </a:prstGeom>
            <a:noFill/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latin typeface="+mn-ea"/>
              </a:endParaRPr>
            </a:p>
          </p:txBody>
        </p:sp>
        <p:sp>
          <p:nvSpPr>
            <p:cNvPr id="190" name="二等辺三角形 189">
              <a:extLst>
                <a:ext uri="{FF2B5EF4-FFF2-40B4-BE49-F238E27FC236}">
                  <ns2:creationId id="{24863B2E-4E0C-CB1C-2A4A-7D8ACAC13E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31467" y="5385425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91" name="二等辺三角形 190">
              <a:extLst>
                <a:ext uri="{FF2B5EF4-FFF2-40B4-BE49-F238E27FC236}">
                  <ns2:creationId id="{AA9071EF-DEAE-00BA-49BB-35B438003A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31467" y="4877626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grpSp>
          <p:nvGrpSpPr>
            <p:cNvPr id="199" name="グループ化 198">
              <a:extLst>
                <a:ext uri="{FF2B5EF4-FFF2-40B4-BE49-F238E27FC236}">
                  <ns2:creationId id="{151337FD-2717-940D-0EEC-9900C5EC1BD5}"/>
                </a:ext>
              </a:extLst>
            </p:cNvPr>
            <p:cNvGrpSpPr/>
            <p:nvPr/>
          </p:nvGrpSpPr>
          <p:grpSpPr>
            <a:xfrm>
              <a:off x="8959805" y="4369429"/>
              <a:ext cx="360000" cy="360000"/>
              <a:chOff x="12774326" y="914400"/>
              <a:chExt cx="360000" cy="360000"/>
            </a:xfrm>
          </p:grpSpPr>
          <p:sp>
            <p:nvSpPr>
              <p:cNvPr id="200" name="楕円 199">
                <a:extLst>
                  <a:ext uri="{FF2B5EF4-FFF2-40B4-BE49-F238E27FC236}">
                    <ns2:creationId id="{0AE4E016-2256-7AE3-2527-6180467BDB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74326" y="914400"/>
                <a:ext cx="360000" cy="360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  <p:sp>
            <p:nvSpPr>
              <p:cNvPr id="201" name="楕円 200">
                <a:extLst>
                  <a:ext uri="{FF2B5EF4-FFF2-40B4-BE49-F238E27FC236}">
                    <ns2:creationId id="{034C91FA-7001-433D-D3CC-B2DD83004D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846325" y="986400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</p:grpSp>
        <p:sp>
          <p:nvSpPr>
            <p:cNvPr id="180" name="楕円 179">
              <a:extLst>
                <a:ext uri="{FF2B5EF4-FFF2-40B4-BE49-F238E27FC236}">
                  <ns2:creationId id="{0A7E2817-8F6E-8EBB-96C7-02D7972DFC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6316" y="3353832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88" name="二等辺三角形 187">
              <a:extLst>
                <a:ext uri="{FF2B5EF4-FFF2-40B4-BE49-F238E27FC236}">
                  <ns2:creationId id="{279415C6-86F0-59AC-2676-ED4B7E13F7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7978" y="5893223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89" name="二等辺三角形 188">
              <a:extLst>
                <a:ext uri="{FF2B5EF4-FFF2-40B4-BE49-F238E27FC236}">
                  <ns2:creationId id="{F03053FD-0045-47E7-0B39-79FD1E71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7978" y="5385422"/>
              <a:ext cx="416675" cy="359203"/>
            </a:xfrm>
            <a:prstGeom prst="triangle">
              <a:avLst/>
            </a:prstGeom>
            <a:noFill/>
            <a:ln w="38100" cap="flat" cmpd="sng" algn="ctr">
              <a:solidFill>
                <a:schemeClr val="accent2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CEDA46"/>
                </a:solidFill>
                <a:latin typeface="+mn-ea"/>
              </a:endParaRPr>
            </a:p>
          </p:txBody>
        </p:sp>
        <p:sp>
          <p:nvSpPr>
            <p:cNvPr id="192" name="楕円 191">
              <a:extLst>
                <a:ext uri="{FF2B5EF4-FFF2-40B4-BE49-F238E27FC236}">
                  <ns2:creationId id="{C80E6795-430E-FA4E-C8CB-0DD26561A8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6316" y="3861630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sp>
          <p:nvSpPr>
            <p:cNvPr id="193" name="楕円 192">
              <a:extLst>
                <a:ext uri="{FF2B5EF4-FFF2-40B4-BE49-F238E27FC236}">
                  <ns2:creationId id="{ADD2660E-A06B-49ED-C664-4A177802E0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6316" y="4877226"/>
              <a:ext cx="360000" cy="360000"/>
            </a:xfrm>
            <a:prstGeom prst="ellipse">
              <a:avLst/>
            </a:prstGeom>
            <a:noFill/>
            <a:ln w="38100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sz="1050" dirty="0">
                <a:solidFill>
                  <a:srgbClr val="258063"/>
                </a:solidFill>
                <a:latin typeface="+mn-ea"/>
              </a:endParaRPr>
            </a:p>
          </p:txBody>
        </p:sp>
        <p:grpSp>
          <p:nvGrpSpPr>
            <p:cNvPr id="198" name="グループ化 197">
              <a:extLst>
                <a:ext uri="{FF2B5EF4-FFF2-40B4-BE49-F238E27FC236}">
                  <ns2:creationId id="{E79EFC56-BA11-9951-837C-B3EAB574F69E}"/>
                </a:ext>
              </a:extLst>
            </p:cNvPr>
            <p:cNvGrpSpPr/>
            <p:nvPr/>
          </p:nvGrpSpPr>
          <p:grpSpPr>
            <a:xfrm>
              <a:off x="7136316" y="4369428"/>
              <a:ext cx="360000" cy="360000"/>
              <a:chOff x="12774326" y="914400"/>
              <a:chExt cx="360000" cy="360000"/>
            </a:xfrm>
          </p:grpSpPr>
          <p:sp>
            <p:nvSpPr>
              <p:cNvPr id="196" name="楕円 195">
                <a:extLst>
                  <a:ext uri="{FF2B5EF4-FFF2-40B4-BE49-F238E27FC236}">
                    <ns2:creationId id="{55451D7A-1A00-0AA1-766D-AF25BA8FF9E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74326" y="914400"/>
                <a:ext cx="360000" cy="360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  <p:sp>
            <p:nvSpPr>
              <p:cNvPr id="197" name="楕円 196">
                <a:extLst>
                  <a:ext uri="{FF2B5EF4-FFF2-40B4-BE49-F238E27FC236}">
                    <ns2:creationId id="{3DBFDF48-5B28-BAF5-2A56-E890986E7A4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846325" y="986400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sz="1050" dirty="0">
                  <a:solidFill>
                    <a:srgbClr val="258063"/>
                  </a:solidFill>
                  <a:latin typeface="+mn-ea"/>
                </a:endParaRPr>
              </a:p>
            </p:txBody>
          </p:sp>
        </p:grpSp>
        <p:sp>
          <p:nvSpPr>
            <p:cNvPr id="74" name="正方形/長方形 73">
              <a:extLst>
                <a:ext uri="{FF2B5EF4-FFF2-40B4-BE49-F238E27FC236}">
                  <ns2:creationId id="{BD8131B8-1370-74AB-D134-1818FE58F302}"/>
                </a:ext>
              </a:extLst>
            </p:cNvPr>
            <p:cNvSpPr/>
            <p:nvPr/>
          </p:nvSpPr>
          <p:spPr>
            <a:xfrm>
              <a:off x="6422571" y="2481090"/>
              <a:ext cx="5434467" cy="270000"/>
            </a:xfrm>
            <a:prstGeom prst="rect">
              <a:avLst/>
            </a:prstGeom>
            <a:solidFill>
              <a:schemeClr val="bg1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zh-TW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zh-TW" altLang="en-US" sz="14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zh-TW" sz="14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zh-TW" altLang="en-US" sz="14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14943DE3-5956-38F9-D363-00F5E18AFE42}"/>
                </a:ext>
              </a:extLst>
            </p:cNvPr>
            <p:cNvSpPr/>
            <p:nvPr/>
          </p:nvSpPr>
          <p:spPr>
            <a:xfrm>
              <a:off x="6422571" y="2790135"/>
              <a:ext cx="1787489" cy="47179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5" name="正方形/長方形 114">
              <a:extLst>
                <a:ext uri="{FF2B5EF4-FFF2-40B4-BE49-F238E27FC236}">
                  <ns2:creationId id="{4E8CEDD2-399E-F8B5-CCD8-5E0CEDC61508}"/>
                </a:ext>
              </a:extLst>
            </p:cNvPr>
            <p:cNvSpPr/>
            <p:nvPr/>
          </p:nvSpPr>
          <p:spPr>
            <a:xfrm>
              <a:off x="8246060" y="2790135"/>
              <a:ext cx="1787489" cy="47179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56447D2B-1B12-202F-872B-CFEA16AA1C74}"/>
                </a:ext>
              </a:extLst>
            </p:cNvPr>
            <p:cNvSpPr/>
            <p:nvPr/>
          </p:nvSpPr>
          <p:spPr>
            <a:xfrm>
              <a:off x="10069549" y="2790135"/>
              <a:ext cx="1787489" cy="471798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316CE56F-2ACE-9E42-C4D7-DD2B6B744129}"/>
                </a:ext>
              </a:extLst>
            </p:cNvPr>
            <p:cNvSpPr/>
            <p:nvPr/>
          </p:nvSpPr>
          <p:spPr>
            <a:xfrm>
              <a:off x="6422571" y="3297933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ns2:creationId id="{3A093792-4795-0A49-912F-46E269448B46}"/>
                </a:ext>
              </a:extLst>
            </p:cNvPr>
            <p:cNvSpPr/>
            <p:nvPr/>
          </p:nvSpPr>
          <p:spPr>
            <a:xfrm>
              <a:off x="8246060" y="3297933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19" name="正方形/長方形 118">
              <a:extLst>
                <a:ext uri="{FF2B5EF4-FFF2-40B4-BE49-F238E27FC236}">
                  <ns2:creationId id="{CED300CB-1827-6DD3-DE5B-6801CD472971}"/>
                </a:ext>
              </a:extLst>
            </p:cNvPr>
            <p:cNvSpPr/>
            <p:nvPr/>
          </p:nvSpPr>
          <p:spPr>
            <a:xfrm>
              <a:off x="10069549" y="3297933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0" name="正方形/長方形 119">
              <a:extLst>
                <a:ext uri="{FF2B5EF4-FFF2-40B4-BE49-F238E27FC236}">
                  <ns2:creationId id="{A6B7C7AF-6FA5-422F-270D-30228557BF9A}"/>
                </a:ext>
              </a:extLst>
            </p:cNvPr>
            <p:cNvSpPr/>
            <p:nvPr/>
          </p:nvSpPr>
          <p:spPr>
            <a:xfrm>
              <a:off x="6422571" y="3805731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1" name="正方形/長方形 120">
              <a:extLst>
                <a:ext uri="{FF2B5EF4-FFF2-40B4-BE49-F238E27FC236}">
                  <ns2:creationId id="{71862B97-F473-6663-07C5-7A8E8D2C0070}"/>
                </a:ext>
              </a:extLst>
            </p:cNvPr>
            <p:cNvSpPr/>
            <p:nvPr/>
          </p:nvSpPr>
          <p:spPr>
            <a:xfrm>
              <a:off x="8246060" y="3805732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2" name="正方形/長方形 121">
              <a:extLst>
                <a:ext uri="{FF2B5EF4-FFF2-40B4-BE49-F238E27FC236}">
                  <ns2:creationId id="{467B5C9F-08F5-6870-CBE3-C71600BE5416}"/>
                </a:ext>
              </a:extLst>
            </p:cNvPr>
            <p:cNvSpPr/>
            <p:nvPr/>
          </p:nvSpPr>
          <p:spPr>
            <a:xfrm>
              <a:off x="10069549" y="3805732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A21229C8-98A1-F002-AD5E-B601A6351708}"/>
                </a:ext>
              </a:extLst>
            </p:cNvPr>
            <p:cNvSpPr/>
            <p:nvPr/>
          </p:nvSpPr>
          <p:spPr>
            <a:xfrm>
              <a:off x="6422571" y="4313529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/ 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4" name="正方形/長方形 123">
              <a:extLst>
                <a:ext uri="{FF2B5EF4-FFF2-40B4-BE49-F238E27FC236}">
                  <ns2:creationId id="{CA572959-ECDF-322E-7DCF-5A7E04167555}"/>
                </a:ext>
              </a:extLst>
            </p:cNvPr>
            <p:cNvSpPr/>
            <p:nvPr/>
          </p:nvSpPr>
          <p:spPr>
            <a:xfrm>
              <a:off x="8246060" y="4313530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5" name="正方形/長方形 124">
              <a:extLst>
                <a:ext uri="{FF2B5EF4-FFF2-40B4-BE49-F238E27FC236}">
                  <ns2:creationId id="{31D980D1-ACC7-ECD4-D524-2463CAA022B8}"/>
                </a:ext>
              </a:extLst>
            </p:cNvPr>
            <p:cNvSpPr/>
            <p:nvPr/>
          </p:nvSpPr>
          <p:spPr>
            <a:xfrm>
              <a:off x="10069549" y="4313530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6" name="正方形/長方形 125">
              <a:extLst>
                <a:ext uri="{FF2B5EF4-FFF2-40B4-BE49-F238E27FC236}">
                  <ns2:creationId id="{057FFA1A-85D5-EA5B-3E51-FBE1CB752920}"/>
                </a:ext>
              </a:extLst>
            </p:cNvPr>
            <p:cNvSpPr/>
            <p:nvPr/>
          </p:nvSpPr>
          <p:spPr>
            <a:xfrm>
              <a:off x="6422571" y="4821327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7" name="正方形/長方形 126">
              <a:extLst>
                <a:ext uri="{FF2B5EF4-FFF2-40B4-BE49-F238E27FC236}">
                  <ns2:creationId id="{B48A04E2-DCEE-F58B-004C-E744792C4E2A}"/>
                </a:ext>
              </a:extLst>
            </p:cNvPr>
            <p:cNvSpPr/>
            <p:nvPr/>
          </p:nvSpPr>
          <p:spPr>
            <a:xfrm>
              <a:off x="8246060" y="4821329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8" name="正方形/長方形 127">
              <a:extLst>
                <a:ext uri="{FF2B5EF4-FFF2-40B4-BE49-F238E27FC236}">
                  <ns2:creationId id="{43A66CFB-8989-E24A-2560-4EC474C8B598}"/>
                </a:ext>
              </a:extLst>
            </p:cNvPr>
            <p:cNvSpPr/>
            <p:nvPr/>
          </p:nvSpPr>
          <p:spPr>
            <a:xfrm>
              <a:off x="10069549" y="4821329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29" name="正方形/長方形 128">
              <a:extLst>
                <a:ext uri="{FF2B5EF4-FFF2-40B4-BE49-F238E27FC236}">
                  <ns2:creationId id="{16D51529-8651-BE53-6B73-7F9D43D940EB}"/>
                </a:ext>
              </a:extLst>
            </p:cNvPr>
            <p:cNvSpPr/>
            <p:nvPr/>
          </p:nvSpPr>
          <p:spPr>
            <a:xfrm>
              <a:off x="6422571" y="5329125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※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0" name="正方形/長方形 129">
              <a:extLst>
                <a:ext uri="{FF2B5EF4-FFF2-40B4-BE49-F238E27FC236}">
                  <ns2:creationId id="{B7094D9D-B862-1807-1DD9-4F9EE73B8D9D}"/>
                </a:ext>
              </a:extLst>
            </p:cNvPr>
            <p:cNvSpPr/>
            <p:nvPr/>
          </p:nvSpPr>
          <p:spPr>
            <a:xfrm>
              <a:off x="8246060" y="5329127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1" name="正方形/長方形 130">
              <a:extLst>
                <a:ext uri="{FF2B5EF4-FFF2-40B4-BE49-F238E27FC236}">
                  <ns2:creationId id="{3736C60E-E71B-F187-1C90-38D37541D809}"/>
                </a:ext>
              </a:extLst>
            </p:cNvPr>
            <p:cNvSpPr/>
            <p:nvPr/>
          </p:nvSpPr>
          <p:spPr>
            <a:xfrm>
              <a:off x="10069549" y="5329127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2" name="正方形/長方形 131">
              <a:extLst>
                <a:ext uri="{FF2B5EF4-FFF2-40B4-BE49-F238E27FC236}">
                  <ns2:creationId id="{F1FAAD34-A7CD-23A6-AE8D-B356CFA16841}"/>
                </a:ext>
              </a:extLst>
            </p:cNvPr>
            <p:cNvSpPr/>
            <p:nvPr/>
          </p:nvSpPr>
          <p:spPr>
            <a:xfrm>
              <a:off x="6422571" y="5836926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9E43C697-598E-966B-C971-4BD15C61CAD5}"/>
                </a:ext>
              </a:extLst>
            </p:cNvPr>
            <p:cNvSpPr/>
            <p:nvPr/>
          </p:nvSpPr>
          <p:spPr>
            <a:xfrm>
              <a:off x="8246060" y="5836926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  <a:p>
              <a:pPr algn="ctr"/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: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34" name="正方形/長方形 133">
              <a:extLst>
                <a:ext uri="{FF2B5EF4-FFF2-40B4-BE49-F238E27FC236}">
                  <ns2:creationId id="{D83D95A1-147A-D912-1503-2ECC325C9D16}"/>
                </a:ext>
              </a:extLst>
            </p:cNvPr>
            <p:cNvSpPr/>
            <p:nvPr/>
          </p:nvSpPr>
          <p:spPr>
            <a:xfrm>
              <a:off x="10069549" y="5836926"/>
              <a:ext cx="1787489" cy="4717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none" lIns="0" tIns="0" rIns="0" bIns="0" rtlCol="0" anchor="ctr"/>
            <a:lstStyle/>
            <a:p>
              <a:pPr algn="ctr"/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+mn-ea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cxnSp>
          <p:nvCxnSpPr>
            <p:cNvPr id="165" name="直線コネクタ 164">
              <a:extLst>
                <a:ext uri="{FF2B5EF4-FFF2-40B4-BE49-F238E27FC236}">
                  <ns2:creationId id="{BC7F74CC-F125-BD7E-5B0E-23B43B31D974}"/>
                </a:ext>
              </a:extLst>
            </p:cNvPr>
            <p:cNvCxnSpPr/>
            <p:nvPr/>
          </p:nvCxnSpPr>
          <p:spPr>
            <a:xfrm>
              <a:off x="6422571" y="3787731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直線コネクタ 165">
              <a:extLst>
                <a:ext uri="{FF2B5EF4-FFF2-40B4-BE49-F238E27FC236}">
                  <ns2:creationId id="{F7AF8BB5-6DBB-19CA-C836-0B5A988779D9}"/>
                </a:ext>
              </a:extLst>
            </p:cNvPr>
            <p:cNvCxnSpPr/>
            <p:nvPr/>
          </p:nvCxnSpPr>
          <p:spPr>
            <a:xfrm>
              <a:off x="6422571" y="4295529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線コネクタ 166">
              <a:extLst>
                <a:ext uri="{FF2B5EF4-FFF2-40B4-BE49-F238E27FC236}">
                  <ns2:creationId id="{7A5795BB-B2C0-C329-CEC7-AC2A12B66EF7}"/>
                </a:ext>
              </a:extLst>
            </p:cNvPr>
            <p:cNvCxnSpPr/>
            <p:nvPr/>
          </p:nvCxnSpPr>
          <p:spPr>
            <a:xfrm>
              <a:off x="6422571" y="4803327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直線コネクタ 167">
              <a:extLst>
                <a:ext uri="{FF2B5EF4-FFF2-40B4-BE49-F238E27FC236}">
                  <ns2:creationId id="{7C4BC261-E9D7-AB44-CB14-7226F3BF1BA1}"/>
                </a:ext>
              </a:extLst>
            </p:cNvPr>
            <p:cNvCxnSpPr/>
            <p:nvPr/>
          </p:nvCxnSpPr>
          <p:spPr>
            <a:xfrm>
              <a:off x="6422571" y="5311125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線コネクタ 168">
              <a:extLst>
                <a:ext uri="{FF2B5EF4-FFF2-40B4-BE49-F238E27FC236}">
                  <ns2:creationId id="{82A86577-051B-DFEE-07ED-EDC51C3007BA}"/>
                </a:ext>
              </a:extLst>
            </p:cNvPr>
            <p:cNvCxnSpPr/>
            <p:nvPr/>
          </p:nvCxnSpPr>
          <p:spPr>
            <a:xfrm>
              <a:off x="6422571" y="5818923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0F39C3F5-D90F-0CFF-7940-38EA5848E9A1}"/>
                </a:ext>
              </a:extLst>
            </p:cNvPr>
            <p:cNvCxnSpPr/>
            <p:nvPr/>
          </p:nvCxnSpPr>
          <p:spPr>
            <a:xfrm>
              <a:off x="8246060" y="3787731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線コネクタ 170">
              <a:extLst>
                <a:ext uri="{FF2B5EF4-FFF2-40B4-BE49-F238E27FC236}">
                  <ns2:creationId id="{18F3127B-0FDE-1381-2178-E0E26C146B05}"/>
                </a:ext>
              </a:extLst>
            </p:cNvPr>
            <p:cNvCxnSpPr/>
            <p:nvPr/>
          </p:nvCxnSpPr>
          <p:spPr>
            <a:xfrm>
              <a:off x="8246060" y="4295529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線コネクタ 171">
              <a:extLst>
                <a:ext uri="{FF2B5EF4-FFF2-40B4-BE49-F238E27FC236}">
                  <ns2:creationId id="{41902450-17B5-BA56-0689-1AA4E12CB733}"/>
                </a:ext>
              </a:extLst>
            </p:cNvPr>
            <p:cNvCxnSpPr/>
            <p:nvPr/>
          </p:nvCxnSpPr>
          <p:spPr>
            <a:xfrm>
              <a:off x="8246060" y="4803327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線コネクタ 172">
              <a:extLst>
                <a:ext uri="{FF2B5EF4-FFF2-40B4-BE49-F238E27FC236}">
                  <ns2:creationId id="{250C0EDA-B9A9-4AE3-C009-54148612FB19}"/>
                </a:ext>
              </a:extLst>
            </p:cNvPr>
            <p:cNvCxnSpPr/>
            <p:nvPr/>
          </p:nvCxnSpPr>
          <p:spPr>
            <a:xfrm>
              <a:off x="8246060" y="5311125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線コネクタ 173">
              <a:extLst>
                <a:ext uri="{FF2B5EF4-FFF2-40B4-BE49-F238E27FC236}">
                  <ns2:creationId id="{9187AA2D-DE7E-EF48-7908-9C4F9D20B408}"/>
                </a:ext>
              </a:extLst>
            </p:cNvPr>
            <p:cNvCxnSpPr/>
            <p:nvPr/>
          </p:nvCxnSpPr>
          <p:spPr>
            <a:xfrm>
              <a:off x="8246060" y="5818923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線コネクタ 174">
              <a:extLst>
                <a:ext uri="{FF2B5EF4-FFF2-40B4-BE49-F238E27FC236}">
                  <ns2:creationId id="{7FB8BDE0-0F3C-C8AE-638D-240A41B03959}"/>
                </a:ext>
              </a:extLst>
            </p:cNvPr>
            <p:cNvCxnSpPr/>
            <p:nvPr/>
          </p:nvCxnSpPr>
          <p:spPr>
            <a:xfrm>
              <a:off x="10069548" y="3787731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線コネクタ 175">
              <a:extLst>
                <a:ext uri="{FF2B5EF4-FFF2-40B4-BE49-F238E27FC236}">
                  <ns2:creationId id="{10A2A74F-8E20-7AC1-078A-84F06827B701}"/>
                </a:ext>
              </a:extLst>
            </p:cNvPr>
            <p:cNvCxnSpPr/>
            <p:nvPr/>
          </p:nvCxnSpPr>
          <p:spPr>
            <a:xfrm>
              <a:off x="10069548" y="4295529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線コネクタ 176">
              <a:extLst>
                <a:ext uri="{FF2B5EF4-FFF2-40B4-BE49-F238E27FC236}">
                  <ns2:creationId id="{1F48C9F3-700F-07AC-29E9-4F24A64ED071}"/>
                </a:ext>
              </a:extLst>
            </p:cNvPr>
            <p:cNvCxnSpPr/>
            <p:nvPr/>
          </p:nvCxnSpPr>
          <p:spPr>
            <a:xfrm>
              <a:off x="10069548" y="4803327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線コネクタ 177">
              <a:extLst>
                <a:ext uri="{FF2B5EF4-FFF2-40B4-BE49-F238E27FC236}">
                  <ns2:creationId id="{9D3F9268-CF6D-1365-2935-D15AD11BFDAD}"/>
                </a:ext>
              </a:extLst>
            </p:cNvPr>
            <p:cNvCxnSpPr/>
            <p:nvPr/>
          </p:nvCxnSpPr>
          <p:spPr>
            <a:xfrm>
              <a:off x="10069548" y="5311125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線コネクタ 178">
              <a:extLst>
                <a:ext uri="{FF2B5EF4-FFF2-40B4-BE49-F238E27FC236}">
                  <ns2:creationId id="{F96A7C90-350B-DF73-CCCB-A0088E3FBD26}"/>
                </a:ext>
              </a:extLst>
            </p:cNvPr>
            <p:cNvCxnSpPr/>
            <p:nvPr/>
          </p:nvCxnSpPr>
          <p:spPr>
            <a:xfrm>
              <a:off x="10069548" y="5818923"/>
              <a:ext cx="1787489" cy="0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ns2:creationId id="{A8B110ED-32EF-8BC8-266E-EDF93BDAA3ED}"/>
                </a:ext>
              </a:extLst>
            </p:cNvPr>
            <p:cNvGrpSpPr/>
            <p:nvPr/>
          </p:nvGrpSpPr>
          <p:grpSpPr>
            <a:xfrm>
              <a:off x="6422572" y="2256515"/>
              <a:ext cx="5434466" cy="185531"/>
              <a:chOff x="6422572" y="2565560"/>
              <a:chExt cx="5434466" cy="185531"/>
            </a:xfrm>
          </p:grpSpPr>
          <p:sp>
            <p:nvSpPr>
              <p:cNvPr id="9" name="正方形/長方形 8">
                <a:extLst>
                  <a:ext uri="{FF2B5EF4-FFF2-40B4-BE49-F238E27FC236}">
                    <ns2:creationId id="{F3E3D322-332F-AB75-0557-682864DBD483}"/>
                  </a:ext>
                </a:extLst>
              </p:cNvPr>
              <p:cNvSpPr/>
              <p:nvPr/>
            </p:nvSpPr>
            <p:spPr>
              <a:xfrm>
                <a:off x="6422572" y="2565560"/>
                <a:ext cx="499096" cy="185531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ns2:creationId id="{C14E3EF7-DE33-FF4E-E0A1-A999802C956F}"/>
                  </a:ext>
                </a:extLst>
              </p:cNvPr>
              <p:cNvSpPr/>
              <p:nvPr/>
            </p:nvSpPr>
            <p:spPr>
              <a:xfrm>
                <a:off x="8246061" y="2565560"/>
                <a:ext cx="499096" cy="1855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4BBD763F-4B6F-07D7-2C08-0CEC281F841A}"/>
                  </a:ext>
                </a:extLst>
              </p:cNvPr>
              <p:cNvSpPr/>
              <p:nvPr/>
            </p:nvSpPr>
            <p:spPr>
              <a:xfrm>
                <a:off x="10069550" y="2565560"/>
                <a:ext cx="499096" cy="18553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F35332CC-670C-A5BE-7EE9-F50BC00D1ADD}"/>
                  </a:ext>
                </a:extLst>
              </p:cNvPr>
              <p:cNvSpPr/>
              <p:nvPr/>
            </p:nvSpPr>
            <p:spPr>
              <a:xfrm>
                <a:off x="6921668" y="2565560"/>
                <a:ext cx="1288392" cy="18553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E619E398-6360-D8B9-B279-B5F12FC2D8C3}"/>
                  </a:ext>
                </a:extLst>
              </p:cNvPr>
              <p:cNvSpPr/>
              <p:nvPr/>
            </p:nvSpPr>
            <p:spPr>
              <a:xfrm>
                <a:off x="8745157" y="2565560"/>
                <a:ext cx="1288392" cy="18553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F99F8FC2-3BDC-4278-24B3-F105B2AD3CD5}"/>
                  </a:ext>
                </a:extLst>
              </p:cNvPr>
              <p:cNvSpPr/>
              <p:nvPr/>
            </p:nvSpPr>
            <p:spPr>
              <a:xfrm>
                <a:off x="10568646" y="2565560"/>
                <a:ext cx="1288392" cy="18553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</p:spTree>
    <p:extLst>
      <p:ext uri="{BB962C8B-B14F-4D97-AF65-F5344CB8AC3E}">
        <ns5:creationId val="3797816178"/>
      </p:ext>
    </p:extLst>
  </p:cSld>
  <p:clrMapOvr>
    <a:masterClrMapping/>
  </p:clrMapOvr>
</p:sld>
</file>

<file path=ppt/slides/slide38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D04FFB9B-1F3F-7257-12C6-C12D0AB82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タイトル 20">
            <a:extLst>
              <a:ext uri="{FF2B5EF4-FFF2-40B4-BE49-F238E27FC236}">
                <ns2:creationId id="{36CD95E6-5CBB-6D7C-432E-47D3B4585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br>
              <a:rPr lang="en-US" altLang="ja-JP" dirty="0"/>
            </a:br>
            <a:r>
              <a:rPr lang="ja-JP" altLang="en-US" dirty="0"/>
              <a:t>XX</a:t>
            </a:r>
          </a:p>
        </p:txBody>
      </p:sp>
      <p:grpSp>
        <p:nvGrpSpPr>
          <p:cNvPr id="202" name="グループ化 201">
            <a:extLst>
              <a:ext uri="{FF2B5EF4-FFF2-40B4-BE49-F238E27FC236}">
                <ns2:creationId id="{9DAFB134-3541-DBA7-FECC-683413CB506F}"/>
              </a:ext>
            </a:extLst>
          </p:cNvPr>
          <p:cNvGrpSpPr/>
          <p:nvPr/>
        </p:nvGrpSpPr>
        <p:grpSpPr>
          <a:xfrm>
            <a:off x="426118" y="1638011"/>
            <a:ext cx="5400001" cy="396000"/>
            <a:chOff x="426118" y="1638011"/>
            <a:chExt cx="5400001" cy="396000"/>
          </a:xfrm>
        </p:grpSpPr>
        <p:sp>
          <p:nvSpPr>
            <p:cNvPr id="13" name="正方形/長方形 12">
              <a:extLst>
                <a:ext uri="{FF2B5EF4-FFF2-40B4-BE49-F238E27FC236}">
                  <ns2:creationId id="{4B211542-35CD-ECA8-06D9-BA306F83F8F3}"/>
                </a:ext>
              </a:extLst>
            </p:cNvPr>
            <p:cNvSpPr/>
            <p:nvPr/>
          </p:nvSpPr>
          <p:spPr>
            <a:xfrm>
              <a:off x="426119" y="1638011"/>
              <a:ext cx="5400000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ja-JP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9" name="直線コネクタ 18">
              <a:extLst>
                <a:ext uri="{FF2B5EF4-FFF2-40B4-BE49-F238E27FC236}">
                  <ns2:creationId id="{085628C9-F558-E0BB-A0FD-F70C6D05DDB6}"/>
                </a:ext>
              </a:extLst>
            </p:cNvPr>
            <p:cNvCxnSpPr/>
            <p:nvPr/>
          </p:nvCxnSpPr>
          <p:spPr>
            <a:xfrm>
              <a:off x="426118" y="2034011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1" name="グラフィックス 200" descr="繰り返し 枠線">
              <a:extLst>
                <a:ext uri="{FF2B5EF4-FFF2-40B4-BE49-F238E27FC236}">
                  <ns2:creationId id="{D2C14592-D5BC-4707-B924-C93494E104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26119" y="1638011"/>
              <a:ext cx="396000" cy="396000"/>
            </a:xfrm>
            <a:prstGeom prst="rect">
              <a:avLst/>
            </a:prstGeom>
          </p:spPr>
        </p:pic>
      </p:grpSp>
      <p:cxnSp>
        <p:nvCxnSpPr>
          <p:cNvPr id="204" name="直線コネクタ 203">
            <a:extLst>
              <a:ext uri="{FF2B5EF4-FFF2-40B4-BE49-F238E27FC236}">
                <ns2:creationId id="{6411AD79-E3EE-3187-6D77-747B6BCA14B4}"/>
              </a:ext>
            </a:extLst>
          </p:cNvPr>
          <p:cNvCxnSpPr/>
          <p:nvPr/>
        </p:nvCxnSpPr>
        <p:spPr>
          <a:xfrm>
            <a:off x="6335260" y="2114080"/>
            <a:ext cx="0" cy="4195219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コネクタ: カギ線 205">
            <a:extLst>
              <a:ext uri="{FF2B5EF4-FFF2-40B4-BE49-F238E27FC236}">
                <ns2:creationId id="{DBE38CFC-034C-1ECD-E856-E3EA7CB86869}"/>
              </a:ext>
            </a:extLst>
          </p:cNvPr>
          <p:cNvCxnSpPr>
            <a:cxnSpLocks/>
          </p:cNvCxnSpPr>
          <p:nvPr/>
        </p:nvCxnSpPr>
        <p:spPr>
          <a:xfrm rot="10800000" flipV="1">
            <a:off x="5812417" y="4211691"/>
            <a:ext cx="522843" cy="922032"/>
          </a:xfrm>
          <a:prstGeom prst="bentConnector3">
            <a:avLst>
              <a:gd name="adj1" fmla="val 50000"/>
            </a:avLst>
          </a:prstGeom>
          <a:ln w="38100">
            <a:gradFill>
              <a:gsLst>
                <a:gs pos="100000">
                  <a:srgbClr val="F6BE98"/>
                </a:gs>
                <a:gs pos="0">
                  <a:schemeClr val="accent2"/>
                </a:gs>
              </a:gsLst>
              <a:lin ang="0" scaled="0"/>
            </a:gradFill>
            <a:headEnd type="none" w="med" len="med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" name="グループ化 308">
            <a:extLst>
              <a:ext uri="{FF2B5EF4-FFF2-40B4-BE49-F238E27FC236}">
                <ns2:creationId id="{A099C980-91E6-BDC4-EB7C-A855BA357A74}"/>
              </a:ext>
            </a:extLst>
          </p:cNvPr>
          <p:cNvGrpSpPr/>
          <p:nvPr/>
        </p:nvGrpSpPr>
        <p:grpSpPr>
          <a:xfrm>
            <a:off x="9443090" y="1231717"/>
            <a:ext cx="2413717" cy="252000"/>
            <a:chOff x="9443090" y="1231717"/>
            <a:chExt cx="2413717" cy="252000"/>
          </a:xfrm>
        </p:grpSpPr>
        <p:grpSp>
          <p:nvGrpSpPr>
            <p:cNvPr id="305" name="グループ化 304">
              <a:extLst>
                <a:ext uri="{FF2B5EF4-FFF2-40B4-BE49-F238E27FC236}">
                  <ns2:creationId id="{831A905C-E436-1FCC-032B-127AEEA989D0}"/>
                </a:ext>
              </a:extLst>
            </p:cNvPr>
            <p:cNvGrpSpPr/>
            <p:nvPr/>
          </p:nvGrpSpPr>
          <p:grpSpPr>
            <a:xfrm>
              <a:off x="9443090" y="1231717"/>
              <a:ext cx="432000" cy="252000"/>
              <a:chOff x="9323721" y="1242603"/>
              <a:chExt cx="432000" cy="252000"/>
            </a:xfrm>
          </p:grpSpPr>
          <p:cxnSp>
            <p:nvCxnSpPr>
              <p:cNvPr id="229" name="直線矢印コネクタ 228">
                <a:extLst>
                  <a:ext uri="{FF2B5EF4-FFF2-40B4-BE49-F238E27FC236}">
                    <ns2:creationId id="{B79A68B4-B15C-C0B3-AC67-CCDBB426A30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449721" y="1242605"/>
                <a:ext cx="0" cy="252000"/>
              </a:xfrm>
              <a:prstGeom prst="straightConnector1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2" name="正方形/長方形 301">
                <a:extLst>
                  <a:ext uri="{FF2B5EF4-FFF2-40B4-BE49-F238E27FC236}">
                    <ns2:creationId id="{4C5300A6-ABAE-E6D4-E978-B8BD1C3872CC}"/>
                  </a:ext>
                </a:extLst>
              </p:cNvPr>
              <p:cNvSpPr/>
              <p:nvPr/>
            </p:nvSpPr>
            <p:spPr>
              <a:xfrm>
                <a:off x="9575721" y="1242603"/>
                <a:ext cx="180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bg1">
                        <a:lumMod val="6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例</a:t>
                </a:r>
                <a:endParaRPr lang="en-US" altLang="ja-JP" sz="800" dirty="0">
                  <a:solidFill>
                    <a:schemeClr val="bg1">
                      <a:lumMod val="6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304" name="グループ化 303">
              <a:extLst>
                <a:ext uri="{FF2B5EF4-FFF2-40B4-BE49-F238E27FC236}">
                  <ns2:creationId id="{9F73BAEC-745A-FD61-B131-B08734A3D687}"/>
                </a:ext>
              </a:extLst>
            </p:cNvPr>
            <p:cNvGrpSpPr/>
            <p:nvPr/>
          </p:nvGrpSpPr>
          <p:grpSpPr>
            <a:xfrm>
              <a:off x="11064808" y="1231717"/>
              <a:ext cx="791999" cy="252000"/>
              <a:chOff x="10082559" y="1242603"/>
              <a:chExt cx="791999" cy="252000"/>
            </a:xfrm>
          </p:grpSpPr>
          <p:cxnSp>
            <p:nvCxnSpPr>
              <p:cNvPr id="230" name="直線矢印コネクタ 229">
                <a:extLst>
                  <a:ext uri="{FF2B5EF4-FFF2-40B4-BE49-F238E27FC236}">
                    <ns2:creationId id="{D3C4A9D0-6678-5E71-DC37-3368828A611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208559" y="1242605"/>
                <a:ext cx="0" cy="252000"/>
              </a:xfrm>
              <a:prstGeom prst="straightConnector1">
                <a:avLst/>
              </a:prstGeom>
              <a:ln w="9525">
                <a:solidFill>
                  <a:schemeClr val="accent2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3" name="正方形/長方形 302">
                <a:extLst>
                  <a:ext uri="{FF2B5EF4-FFF2-40B4-BE49-F238E27FC236}">
                    <ns2:creationId id="{4820FB4B-3F42-8108-B40A-AE314D1687D8}"/>
                  </a:ext>
                </a:extLst>
              </p:cNvPr>
              <p:cNvSpPr/>
              <p:nvPr/>
            </p:nvSpPr>
            <p:spPr>
              <a:xfrm>
                <a:off x="10334558" y="1242603"/>
                <a:ext cx="540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306" name="グループ化 305">
              <a:extLst>
                <a:ext uri="{FF2B5EF4-FFF2-40B4-BE49-F238E27FC236}">
                  <ns2:creationId id="{7767C7F8-8628-371D-F8BD-1B110D7E2762}"/>
                </a:ext>
              </a:extLst>
            </p:cNvPr>
            <p:cNvGrpSpPr/>
            <p:nvPr/>
          </p:nvGrpSpPr>
          <p:grpSpPr>
            <a:xfrm>
              <a:off x="9983950" y="1231717"/>
              <a:ext cx="971999" cy="252000"/>
              <a:chOff x="10082559" y="1242603"/>
              <a:chExt cx="971999" cy="252000"/>
            </a:xfrm>
          </p:grpSpPr>
          <p:cxnSp>
            <p:nvCxnSpPr>
              <p:cNvPr id="307" name="直線矢印コネクタ 306">
                <a:extLst>
                  <a:ext uri="{FF2B5EF4-FFF2-40B4-BE49-F238E27FC236}">
                    <ns2:creationId id="{1681A6BC-66C6-703F-A405-D3885E1347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208559" y="1242605"/>
                <a:ext cx="0" cy="252000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8" name="正方形/長方形 307">
                <a:extLst>
                  <a:ext uri="{FF2B5EF4-FFF2-40B4-BE49-F238E27FC236}">
                    <ns2:creationId id="{A840FCBF-8D88-9431-9BBB-33B06EFB5F76}"/>
                  </a:ext>
                </a:extLst>
              </p:cNvPr>
              <p:cNvSpPr/>
              <p:nvPr/>
            </p:nvSpPr>
            <p:spPr>
              <a:xfrm>
                <a:off x="10334558" y="1242603"/>
                <a:ext cx="720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</p:grpSp>
      <p:grpSp>
        <p:nvGrpSpPr>
          <p:cNvPr id="200" name="グループ化 199">
            <a:extLst>
              <a:ext uri="{FF2B5EF4-FFF2-40B4-BE49-F238E27FC236}">
                <ns2:creationId id="{598D27D9-C5DA-DD61-79D2-2A756E48D9C0}"/>
              </a:ext>
            </a:extLst>
          </p:cNvPr>
          <p:cNvGrpSpPr/>
          <p:nvPr/>
        </p:nvGrpSpPr>
        <p:grpSpPr>
          <a:xfrm>
            <a:off x="6456805" y="1638011"/>
            <a:ext cx="5400001" cy="396000"/>
            <a:chOff x="6456805" y="1638011"/>
            <a:chExt cx="5400001" cy="396000"/>
          </a:xfrm>
        </p:grpSpPr>
        <p:sp>
          <p:nvSpPr>
            <p:cNvPr id="22" name="正方形/長方形 21">
              <a:extLst>
                <a:ext uri="{FF2B5EF4-FFF2-40B4-BE49-F238E27FC236}">
                  <ns2:creationId id="{0B5B5392-ED9D-CBE0-FB69-9AD5BD6D84E1}"/>
                </a:ext>
              </a:extLst>
            </p:cNvPr>
            <p:cNvSpPr/>
            <p:nvPr/>
          </p:nvSpPr>
          <p:spPr>
            <a:xfrm>
              <a:off x="6456806" y="1638011"/>
              <a:ext cx="5400000" cy="396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ja-JP" altLang="en-US" sz="16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3" name="直線コネクタ 22">
              <a:extLst>
                <a:ext uri="{FF2B5EF4-FFF2-40B4-BE49-F238E27FC236}">
                  <ns2:creationId id="{AEA3FFD0-01E0-AE01-0FBE-6E02F188A742}"/>
                </a:ext>
              </a:extLst>
            </p:cNvPr>
            <p:cNvCxnSpPr/>
            <p:nvPr/>
          </p:nvCxnSpPr>
          <p:spPr>
            <a:xfrm>
              <a:off x="6456805" y="2034011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9" name="グラフィックス 198" descr="原因と結果 枠線">
              <a:extLst>
                <a:ext uri="{FF2B5EF4-FFF2-40B4-BE49-F238E27FC236}">
                  <ns2:creationId id="{2F657B37-1766-C761-B3F9-58D6180BF8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6456806" y="1638011"/>
              <a:ext cx="396000" cy="396000"/>
            </a:xfrm>
            <a:prstGeom prst="rect">
              <a:avLst/>
            </a:prstGeom>
          </p:spPr>
        </p:pic>
      </p:grpSp>
      <p:grpSp>
        <p:nvGrpSpPr>
          <p:cNvPr id="10" name="グループ化 9">
            <a:extLst>
              <a:ext uri="{FF2B5EF4-FFF2-40B4-BE49-F238E27FC236}">
                <ns2:creationId id="{4CDC2E63-DDC6-24A1-AD8F-479C722A652F}"/>
              </a:ext>
            </a:extLst>
          </p:cNvPr>
          <p:cNvGrpSpPr/>
          <p:nvPr/>
        </p:nvGrpSpPr>
        <p:grpSpPr>
          <a:xfrm>
            <a:off x="340417" y="2113826"/>
            <a:ext cx="5485701" cy="4195474"/>
            <a:chOff x="340417" y="2113826"/>
            <a:chExt cx="5485701" cy="4195474"/>
          </a:xfrm>
        </p:grpSpPr>
        <p:pic>
          <p:nvPicPr>
            <p:cNvPr id="59" name="グラフィックス 58" descr="ユーザー 単色塗りつぶし">
              <a:extLst>
                <a:ext uri="{FF2B5EF4-FFF2-40B4-BE49-F238E27FC236}">
                  <ns2:creationId id="{9C453018-C197-5464-C813-D172070927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241332" y="3240840"/>
              <a:ext cx="540000" cy="540000"/>
            </a:xfrm>
            <a:prstGeom prst="rect">
              <a:avLst/>
            </a:prstGeom>
          </p:spPr>
        </p:pic>
        <p:sp>
          <p:nvSpPr>
            <p:cNvPr id="25" name="ホームベース 51">
              <a:extLst>
                <a:ext uri="{FF2B5EF4-FFF2-40B4-BE49-F238E27FC236}">
                  <ns2:creationId id="{B4912411-FD9A-17D5-07C5-80BFD071A127}"/>
                </a:ext>
              </a:extLst>
            </p:cNvPr>
            <p:cNvSpPr/>
            <p:nvPr/>
          </p:nvSpPr>
          <p:spPr>
            <a:xfrm>
              <a:off x="1208547" y="2113826"/>
              <a:ext cx="1548000" cy="28800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6" name="山形 52">
              <a:extLst>
                <a:ext uri="{FF2B5EF4-FFF2-40B4-BE49-F238E27FC236}">
                  <ns2:creationId id="{9F6017FD-8812-4E26-F0E3-84B72F0916F6}"/>
                </a:ext>
              </a:extLst>
            </p:cNvPr>
            <p:cNvSpPr/>
            <p:nvPr/>
          </p:nvSpPr>
          <p:spPr>
            <a:xfrm>
              <a:off x="2737332" y="2113826"/>
              <a:ext cx="1548000" cy="288000"/>
            </a:xfrm>
            <a:prstGeom prst="chevron">
              <a:avLst>
                <a:gd name="adj" fmla="val 18094"/>
              </a:avLst>
            </a:prstGeom>
            <a:solidFill>
              <a:srgbClr val="008000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7" name="山形 53">
              <a:extLst>
                <a:ext uri="{FF2B5EF4-FFF2-40B4-BE49-F238E27FC236}">
                  <ns2:creationId id="{F4456D2A-F9EA-D417-0DFA-2B32F4ABB8A4}"/>
                </a:ext>
              </a:extLst>
            </p:cNvPr>
            <p:cNvSpPr/>
            <p:nvPr/>
          </p:nvSpPr>
          <p:spPr>
            <a:xfrm>
              <a:off x="4266117" y="2113826"/>
              <a:ext cx="1560001" cy="288000"/>
            </a:xfrm>
            <a:prstGeom prst="chevron">
              <a:avLst>
                <a:gd name="adj" fmla="val 18094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900" dirty="0">
                  <a:solidFill>
                    <a:srgbClr val="FFFFFF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F80126C7-7312-DF70-30E8-5C4887C89A97}"/>
                </a:ext>
              </a:extLst>
            </p:cNvPr>
            <p:cNvSpPr/>
            <p:nvPr/>
          </p:nvSpPr>
          <p:spPr>
            <a:xfrm>
              <a:off x="1208547" y="2440920"/>
              <a:ext cx="4617571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78" name="グループ化 177">
              <a:extLst>
                <a:ext uri="{FF2B5EF4-FFF2-40B4-BE49-F238E27FC236}">
                  <ns2:creationId id="{E8C3D1C8-51E5-8B17-E6A5-19FA12312D7B}"/>
                </a:ext>
              </a:extLst>
            </p:cNvPr>
            <p:cNvGrpSpPr/>
            <p:nvPr/>
          </p:nvGrpSpPr>
          <p:grpSpPr>
            <a:xfrm>
              <a:off x="426117" y="2440920"/>
              <a:ext cx="684000" cy="432000"/>
              <a:chOff x="339029" y="2440920"/>
              <a:chExt cx="684000" cy="432000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93266DBC-71EA-0120-5AB8-AAD9A7801CB0}"/>
                  </a:ext>
                </a:extLst>
              </p:cNvPr>
              <p:cNvSpPr/>
              <p:nvPr/>
            </p:nvSpPr>
            <p:spPr>
              <a:xfrm>
                <a:off x="339029" y="2440920"/>
                <a:ext cx="684000" cy="43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6" name="直線コネクタ 35">
                <a:extLst>
                  <a:ext uri="{FF2B5EF4-FFF2-40B4-BE49-F238E27FC236}">
                    <ns2:creationId id="{FFC63218-AE6A-4B15-5877-E6F3A9A9BD13}"/>
                  </a:ext>
                </a:extLst>
              </p:cNvPr>
              <p:cNvCxnSpPr/>
              <p:nvPr/>
            </p:nvCxnSpPr>
            <p:spPr>
              <a:xfrm>
                <a:off x="1023029" y="2440920"/>
                <a:ext cx="0" cy="432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円/楕円 34">
                <a:extLst>
                  <a:ext uri="{FF2B5EF4-FFF2-40B4-BE49-F238E27FC236}">
                    <ns2:creationId id="{35296DCD-39FF-6F6D-E6F5-E26FCA7D96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2467395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79" name="グループ化 178">
              <a:extLst>
                <a:ext uri="{FF2B5EF4-FFF2-40B4-BE49-F238E27FC236}">
                  <ns2:creationId id="{C21CC193-0323-5DDB-37D0-6216389A4155}"/>
                </a:ext>
              </a:extLst>
            </p:cNvPr>
            <p:cNvGrpSpPr/>
            <p:nvPr/>
          </p:nvGrpSpPr>
          <p:grpSpPr>
            <a:xfrm>
              <a:off x="426117" y="2928964"/>
              <a:ext cx="684000" cy="996375"/>
              <a:chOff x="339029" y="2928964"/>
              <a:chExt cx="684000" cy="996375"/>
            </a:xfrm>
          </p:grpSpPr>
          <p:sp>
            <p:nvSpPr>
              <p:cNvPr id="31" name="正方形/長方形 30">
                <a:extLst>
                  <a:ext uri="{FF2B5EF4-FFF2-40B4-BE49-F238E27FC236}">
                    <ns2:creationId id="{C43AC3CE-35F1-03D7-7CDD-DC8724535569}"/>
                  </a:ext>
                </a:extLst>
              </p:cNvPr>
              <p:cNvSpPr/>
              <p:nvPr/>
            </p:nvSpPr>
            <p:spPr>
              <a:xfrm>
                <a:off x="339029" y="2928965"/>
                <a:ext cx="684000" cy="996374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7" name="直線コネクタ 36">
                <a:extLst>
                  <a:ext uri="{FF2B5EF4-FFF2-40B4-BE49-F238E27FC236}">
                    <ns2:creationId id="{11327233-61BB-CFE8-F76B-E100341C64D7}"/>
                  </a:ext>
                </a:extLst>
              </p:cNvPr>
              <p:cNvCxnSpPr/>
              <p:nvPr/>
            </p:nvCxnSpPr>
            <p:spPr>
              <a:xfrm>
                <a:off x="1023029" y="2928965"/>
                <a:ext cx="0" cy="996374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円/楕円 34">
                <a:extLst>
                  <a:ext uri="{FF2B5EF4-FFF2-40B4-BE49-F238E27FC236}">
                    <ns2:creationId id="{EC0C90E4-F37A-FC69-26BC-C10D2E050B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2928964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80" name="グループ化 179">
              <a:extLst>
                <a:ext uri="{FF2B5EF4-FFF2-40B4-BE49-F238E27FC236}">
                  <ns2:creationId id="{8C7FD97F-83F0-7561-5115-F0CA30D1195E}"/>
                </a:ext>
              </a:extLst>
            </p:cNvPr>
            <p:cNvGrpSpPr/>
            <p:nvPr/>
          </p:nvGrpSpPr>
          <p:grpSpPr>
            <a:xfrm>
              <a:off x="426117" y="3993008"/>
              <a:ext cx="684000" cy="1584000"/>
              <a:chOff x="339029" y="3993008"/>
              <a:chExt cx="684000" cy="1584000"/>
            </a:xfrm>
          </p:grpSpPr>
          <p:sp>
            <p:nvSpPr>
              <p:cNvPr id="32" name="正方形/長方形 31">
                <a:extLst>
                  <a:ext uri="{FF2B5EF4-FFF2-40B4-BE49-F238E27FC236}">
                    <ns2:creationId id="{158D8D39-5576-FB2A-719D-2D26FF87CB45}"/>
                  </a:ext>
                </a:extLst>
              </p:cNvPr>
              <p:cNvSpPr/>
              <p:nvPr/>
            </p:nvSpPr>
            <p:spPr>
              <a:xfrm>
                <a:off x="339029" y="3993008"/>
                <a:ext cx="684000" cy="158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38" name="直線コネクタ 37">
                <a:extLst>
                  <a:ext uri="{FF2B5EF4-FFF2-40B4-BE49-F238E27FC236}">
                    <ns2:creationId id="{485A367C-8554-D00C-184B-0306B1490F03}"/>
                  </a:ext>
                </a:extLst>
              </p:cNvPr>
              <p:cNvCxnSpPr/>
              <p:nvPr/>
            </p:nvCxnSpPr>
            <p:spPr>
              <a:xfrm>
                <a:off x="1023029" y="3993008"/>
                <a:ext cx="0" cy="1584000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円/楕円 34">
                <a:extLst>
                  <a:ext uri="{FF2B5EF4-FFF2-40B4-BE49-F238E27FC236}">
                    <ns2:creationId id="{5EB5C7F5-77A6-3C9B-45B4-C163CFBCDB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3993008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81" name="グループ化 180">
              <a:extLst>
                <a:ext uri="{FF2B5EF4-FFF2-40B4-BE49-F238E27FC236}">
                  <ns2:creationId id="{582017EF-0361-4561-B607-0DB64475ECAF}"/>
                </a:ext>
              </a:extLst>
            </p:cNvPr>
            <p:cNvGrpSpPr/>
            <p:nvPr/>
          </p:nvGrpSpPr>
          <p:grpSpPr>
            <a:xfrm>
              <a:off x="426117" y="5625357"/>
              <a:ext cx="684000" cy="683943"/>
              <a:chOff x="339029" y="5625357"/>
              <a:chExt cx="684000" cy="683943"/>
            </a:xfrm>
          </p:grpSpPr>
          <p:sp>
            <p:nvSpPr>
              <p:cNvPr id="33" name="正方形/長方形 32">
                <a:extLst>
                  <a:ext uri="{FF2B5EF4-FFF2-40B4-BE49-F238E27FC236}">
                    <ns2:creationId id="{D8C56082-EB23-F468-B9F0-DBA393BFED77}"/>
                  </a:ext>
                </a:extLst>
              </p:cNvPr>
              <p:cNvSpPr/>
              <p:nvPr/>
            </p:nvSpPr>
            <p:spPr>
              <a:xfrm>
                <a:off x="339029" y="5625358"/>
                <a:ext cx="684000" cy="683942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cxnSp>
            <p:nvCxnSpPr>
              <p:cNvPr id="39" name="直線コネクタ 38">
                <a:extLst>
                  <a:ext uri="{FF2B5EF4-FFF2-40B4-BE49-F238E27FC236}">
                    <ns2:creationId id="{12F0DF30-C031-89D2-A696-8E6B8CC24B1E}"/>
                  </a:ext>
                </a:extLst>
              </p:cNvPr>
              <p:cNvCxnSpPr/>
              <p:nvPr/>
            </p:nvCxnSpPr>
            <p:spPr>
              <a:xfrm>
                <a:off x="1023029" y="5625357"/>
                <a:ext cx="0" cy="683943"/>
              </a:xfrm>
              <a:prstGeom prst="line">
                <a:avLst/>
              </a:prstGeom>
              <a:ln w="38100">
                <a:solidFill>
                  <a:srgbClr val="008000">
                    <a:alpha val="50000"/>
                  </a:srgb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円/楕円 34">
                <a:extLst>
                  <a:ext uri="{FF2B5EF4-FFF2-40B4-BE49-F238E27FC236}">
                    <ns2:creationId id="{78E29837-BABC-45EF-E294-70FBB44F89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9029" y="5625357"/>
                <a:ext cx="180000" cy="1800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49" name="矢印: 左右 48">
              <a:extLst>
                <a:ext uri="{FF2B5EF4-FFF2-40B4-BE49-F238E27FC236}">
                  <ns2:creationId id="{484A1357-E90B-5157-5392-DE8C4500DBF5}"/>
                </a:ext>
              </a:extLst>
            </p:cNvPr>
            <p:cNvSpPr/>
            <p:nvPr/>
          </p:nvSpPr>
          <p:spPr>
            <a:xfrm>
              <a:off x="1208547" y="2656920"/>
              <a:ext cx="4617571" cy="216000"/>
            </a:xfrm>
            <a:prstGeom prst="leftRightArrow">
              <a:avLst>
                <a:gd name="adj1" fmla="val 100000"/>
                <a:gd name="adj2" fmla="val 18199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88B0F239-5139-93C6-A287-16AD652F0948}"/>
                </a:ext>
              </a:extLst>
            </p:cNvPr>
            <p:cNvSpPr/>
            <p:nvPr/>
          </p:nvSpPr>
          <p:spPr>
            <a:xfrm>
              <a:off x="1208547" y="3228975"/>
              <a:ext cx="1800000" cy="252000"/>
            </a:xfrm>
            <a:prstGeom prst="rect">
              <a:avLst/>
            </a:prstGeom>
            <a:solidFill>
              <a:srgbClr val="008000">
                <a:alpha val="4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89" name="グループ化 88">
              <a:extLst>
                <a:ext uri="{FF2B5EF4-FFF2-40B4-BE49-F238E27FC236}">
                  <ns2:creationId id="{BAFF959E-3C24-9A18-88B1-91FE03963D2E}"/>
                </a:ext>
              </a:extLst>
            </p:cNvPr>
            <p:cNvGrpSpPr/>
            <p:nvPr/>
          </p:nvGrpSpPr>
          <p:grpSpPr>
            <a:xfrm>
              <a:off x="4131747" y="2928964"/>
              <a:ext cx="1620000" cy="252000"/>
              <a:chOff x="4044659" y="2957539"/>
              <a:chExt cx="1620000" cy="252000"/>
            </a:xfrm>
          </p:grpSpPr>
          <p:sp>
            <p:nvSpPr>
              <p:cNvPr id="52" name="正方形/長方形 51">
                <a:extLst>
                  <a:ext uri="{FF2B5EF4-FFF2-40B4-BE49-F238E27FC236}">
                    <ns2:creationId id="{8B72E639-23DD-358E-401A-02D1BDDC4BFE}"/>
                  </a:ext>
                </a:extLst>
              </p:cNvPr>
              <p:cNvSpPr/>
              <p:nvPr/>
            </p:nvSpPr>
            <p:spPr>
              <a:xfrm>
                <a:off x="4044659" y="2957539"/>
                <a:ext cx="1620000" cy="252000"/>
              </a:xfrm>
              <a:prstGeom prst="rect">
                <a:avLst/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8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3" name="グラフィックス 52" descr="データベース 単色塗りつぶし">
                <a:extLst>
                  <a:ext uri="{FF2B5EF4-FFF2-40B4-BE49-F238E27FC236}">
                    <ns2:creationId id="{A6335A63-98E9-C8FF-E253-C1F8EB6D95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4160382" y="2957539"/>
                <a:ext cx="252000" cy="252000"/>
              </a:xfrm>
              <a:prstGeom prst="rect">
                <a:avLst/>
              </a:prstGeom>
            </p:spPr>
          </p:pic>
        </p:grpSp>
        <p:sp>
          <p:nvSpPr>
            <p:cNvPr id="54" name="正方形/長方形 53">
              <a:extLst>
                <a:ext uri="{FF2B5EF4-FFF2-40B4-BE49-F238E27FC236}">
                  <ns2:creationId id="{93A1002C-EA8A-5C5B-4F59-0E50A36E2C48}"/>
                </a:ext>
              </a:extLst>
            </p:cNvPr>
            <p:cNvSpPr/>
            <p:nvPr/>
          </p:nvSpPr>
          <p:spPr>
            <a:xfrm>
              <a:off x="4266117" y="3248884"/>
              <a:ext cx="1485630" cy="684000"/>
            </a:xfrm>
            <a:prstGeom prst="rect">
              <a:avLst/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5" name="四角形: 角を丸くする 54">
              <a:extLst>
                <a:ext uri="{FF2B5EF4-FFF2-40B4-BE49-F238E27FC236}">
                  <ns2:creationId id="{C690EA25-580A-58D7-39F7-07E94E52835A}"/>
                </a:ext>
              </a:extLst>
            </p:cNvPr>
            <p:cNvSpPr/>
            <p:nvPr/>
          </p:nvSpPr>
          <p:spPr>
            <a:xfrm>
              <a:off x="4324932" y="3554454"/>
              <a:ext cx="1368000" cy="324000"/>
            </a:xfrm>
            <a:prstGeom prst="roundRect">
              <a:avLst>
                <a:gd name="adj" fmla="val 5556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361950" indent="-968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361950" indent="-96838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CB76162B-35C2-F254-0D54-51AD3817B514}"/>
                </a:ext>
              </a:extLst>
            </p:cNvPr>
            <p:cNvSpPr/>
            <p:nvPr/>
          </p:nvSpPr>
          <p:spPr>
            <a:xfrm>
              <a:off x="2881332" y="3673339"/>
              <a:ext cx="1260000" cy="252000"/>
            </a:xfrm>
            <a:prstGeom prst="rect">
              <a:avLst/>
            </a:prstGeom>
            <a:solidFill>
              <a:srgbClr val="008000">
                <a:alpha val="7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C1CEF665-74BF-0EF8-6505-B6E208528247}"/>
                </a:ext>
              </a:extLst>
            </p:cNvPr>
            <p:cNvSpPr/>
            <p:nvPr/>
          </p:nvSpPr>
          <p:spPr>
            <a:xfrm>
              <a:off x="1208548" y="3480974"/>
              <a:ext cx="1672785" cy="480364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736EE6A3-5CD6-CB7B-9C7C-688E4E635937}"/>
                </a:ext>
              </a:extLst>
            </p:cNvPr>
            <p:cNvSpPr/>
            <p:nvPr/>
          </p:nvSpPr>
          <p:spPr>
            <a:xfrm>
              <a:off x="3017256" y="3047301"/>
              <a:ext cx="1114491" cy="10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0" name="右矢印 59">
              <a:extLst>
                <a:ext uri="{FF2B5EF4-FFF2-40B4-BE49-F238E27FC236}">
                  <ns2:creationId id="{75FCFF4C-23ED-BA2F-5C33-57ECF38145E8}"/>
                </a:ext>
              </a:extLst>
            </p:cNvPr>
            <p:cNvSpPr/>
            <p:nvPr/>
          </p:nvSpPr>
          <p:spPr>
            <a:xfrm>
              <a:off x="3879725" y="3498403"/>
              <a:ext cx="288000" cy="144000"/>
            </a:xfrm>
            <a:prstGeom prst="leftRightArrow">
              <a:avLst/>
            </a:prstGeom>
            <a:gradFill>
              <a:gsLst>
                <a:gs pos="0">
                  <a:srgbClr val="008000">
                    <a:alpha val="70000"/>
                  </a:srgbClr>
                </a:gs>
                <a:gs pos="100000">
                  <a:srgbClr val="008000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62" name="コネクタ: カギ線 61">
              <a:extLst>
                <a:ext uri="{FF2B5EF4-FFF2-40B4-BE49-F238E27FC236}">
                  <ns2:creationId id="{7B513FB8-EDFE-A285-EE2C-9D77358D65F0}"/>
                </a:ext>
              </a:extLst>
            </p:cNvPr>
            <p:cNvCxnSpPr>
              <a:cxnSpLocks/>
              <a:stCxn id="52" idx="1"/>
              <a:endCxn id="50" idx="0"/>
            </p:cNvCxnSpPr>
            <p:nvPr/>
          </p:nvCxnSpPr>
          <p:spPr>
            <a:xfrm rot="10800000" flipV="1">
              <a:off x="2108547" y="3012974"/>
              <a:ext cx="2023200" cy="216000"/>
            </a:xfrm>
            <a:prstGeom prst="bentConnector2">
              <a:avLst/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ns2:creationId id="{E2F62CAA-2F60-B270-10E1-A2295F6927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41332" y="3799339"/>
              <a:ext cx="124785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コネクタ: カギ線 64">
              <a:extLst>
                <a:ext uri="{FF2B5EF4-FFF2-40B4-BE49-F238E27FC236}">
                  <ns2:creationId id="{C94FCF1D-A370-B96F-A4F3-8FAD7A04B110}"/>
                </a:ext>
              </a:extLst>
            </p:cNvPr>
            <p:cNvCxnSpPr>
              <a:cxnSpLocks/>
              <a:stCxn id="56" idx="1"/>
              <a:endCxn id="50" idx="2"/>
            </p:cNvCxnSpPr>
            <p:nvPr/>
          </p:nvCxnSpPr>
          <p:spPr>
            <a:xfrm rot="10800000">
              <a:off x="2701332" y="3480975"/>
              <a:ext cx="180000" cy="318364"/>
            </a:xfrm>
            <a:prstGeom prst="bentConnector2">
              <a:avLst/>
            </a:prstGeom>
            <a:ln w="9525">
              <a:solidFill>
                <a:srgbClr val="008000">
                  <a:alpha val="40000"/>
                </a:srgbClr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正方形/長方形 69">
              <a:extLst>
                <a:ext uri="{FF2B5EF4-FFF2-40B4-BE49-F238E27FC236}">
                  <ns2:creationId id="{635E3174-3616-2513-D18B-E248084FB227}"/>
                </a:ext>
              </a:extLst>
            </p:cNvPr>
            <p:cNvSpPr/>
            <p:nvPr/>
          </p:nvSpPr>
          <p:spPr>
            <a:xfrm>
              <a:off x="3017256" y="3174352"/>
              <a:ext cx="972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右矢印 59">
              <a:extLst>
                <a:ext uri="{FF2B5EF4-FFF2-40B4-BE49-F238E27FC236}">
                  <ns2:creationId id="{7CC608CD-8FC2-8AF2-E46A-CB6ACF33061C}"/>
                </a:ext>
              </a:extLst>
            </p:cNvPr>
            <p:cNvSpPr/>
            <p:nvPr/>
          </p:nvSpPr>
          <p:spPr>
            <a:xfrm>
              <a:off x="2853694" y="3498403"/>
              <a:ext cx="288000" cy="144000"/>
            </a:xfrm>
            <a:prstGeom prst="leftRightArrow">
              <a:avLst/>
            </a:prstGeom>
            <a:gradFill>
              <a:gsLst>
                <a:gs pos="0">
                  <a:srgbClr val="008000">
                    <a:alpha val="40000"/>
                  </a:srgbClr>
                </a:gs>
                <a:gs pos="100000">
                  <a:srgbClr val="008000">
                    <a:alpha val="70000"/>
                  </a:srgbClr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3999A05E-E907-1D00-8F0E-9A39C8A1347B}"/>
                </a:ext>
              </a:extLst>
            </p:cNvPr>
            <p:cNvSpPr/>
            <p:nvPr/>
          </p:nvSpPr>
          <p:spPr>
            <a:xfrm>
              <a:off x="1184694" y="5625358"/>
              <a:ext cx="900000" cy="683942"/>
            </a:xfrm>
            <a:prstGeom prst="rect">
              <a:avLst/>
            </a:prstGeom>
            <a:solidFill>
              <a:srgbClr val="008000">
                <a:alpha val="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kumimoji="1"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7B3F4B2F-213C-9349-FC27-8BF5D2D0F2E1}"/>
                </a:ext>
              </a:extLst>
            </p:cNvPr>
            <p:cNvSpPr/>
            <p:nvPr/>
          </p:nvSpPr>
          <p:spPr>
            <a:xfrm>
              <a:off x="2145835" y="5625358"/>
              <a:ext cx="900000" cy="683942"/>
            </a:xfrm>
            <a:prstGeom prst="rect">
              <a:avLst/>
            </a:prstGeom>
            <a:solidFill>
              <a:srgbClr val="008000">
                <a:alpha val="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</a:t>
              </a:r>
              <a:endParaRPr kumimoji="1"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2D3526B1-AB37-A807-3476-640D1217B870}"/>
                </a:ext>
              </a:extLst>
            </p:cNvPr>
            <p:cNvSpPr/>
            <p:nvPr/>
          </p:nvSpPr>
          <p:spPr>
            <a:xfrm>
              <a:off x="3106976" y="5625357"/>
              <a:ext cx="1098000" cy="683943"/>
            </a:xfrm>
            <a:prstGeom prst="rect">
              <a:avLst/>
            </a:prstGeom>
            <a:solidFill>
              <a:srgbClr val="008000">
                <a:alpha val="5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>
                <a:spcAft>
                  <a:spcPts val="300"/>
                </a:spcAft>
              </a:pPr>
              <a: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4DAE1BD7-9EAD-E726-B318-2B64D427AA66}"/>
                </a:ext>
              </a:extLst>
            </p:cNvPr>
            <p:cNvGrpSpPr/>
            <p:nvPr/>
          </p:nvGrpSpPr>
          <p:grpSpPr>
            <a:xfrm>
              <a:off x="4266117" y="5625357"/>
              <a:ext cx="1485630" cy="683943"/>
              <a:chOff x="4179029" y="5625357"/>
              <a:chExt cx="1485630" cy="683943"/>
            </a:xfrm>
          </p:grpSpPr>
          <p:sp>
            <p:nvSpPr>
              <p:cNvPr id="86" name="正方形/長方形 85">
                <a:extLst>
                  <a:ext uri="{FF2B5EF4-FFF2-40B4-BE49-F238E27FC236}">
                    <ns2:creationId id="{5C8679BF-EEBF-6F11-C276-30B3EF293275}"/>
                  </a:ext>
                </a:extLst>
              </p:cNvPr>
              <p:cNvSpPr/>
              <p:nvPr/>
            </p:nvSpPr>
            <p:spPr>
              <a:xfrm>
                <a:off x="4179029" y="5625357"/>
                <a:ext cx="1485630" cy="68394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300"/>
                  </a:spcAft>
                </a:pPr>
                <a:endPara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AF9451AA-89F9-56E9-DAE6-C560402FAD8C}"/>
                  </a:ext>
                </a:extLst>
              </p:cNvPr>
              <p:cNvSpPr/>
              <p:nvPr/>
            </p:nvSpPr>
            <p:spPr>
              <a:xfrm>
                <a:off x="4179029" y="5644407"/>
                <a:ext cx="148563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24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ns2:creationId id="{E39D2FF8-8B78-0992-71E1-D2961FEB2832}"/>
                  </a:ext>
                </a:extLst>
              </p:cNvPr>
              <p:cNvSpPr/>
              <p:nvPr/>
            </p:nvSpPr>
            <p:spPr>
              <a:xfrm>
                <a:off x="4179029" y="5859329"/>
                <a:ext cx="148563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24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85725" indent="-85725">
                  <a:lnSpc>
                    <a:spcPct val="9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85725" indent="-85725">
                  <a:lnSpc>
                    <a:spcPct val="90000"/>
                  </a:lnSpc>
                  <a:buClr>
                    <a:srgbClr val="008000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ns2:creationId id="{951C443E-9211-F030-0900-F7479F078692}"/>
                  </a:ext>
                </a:extLst>
              </p:cNvPr>
              <p:cNvSpPr/>
              <p:nvPr/>
            </p:nvSpPr>
            <p:spPr>
              <a:xfrm>
                <a:off x="4179029" y="6074250"/>
                <a:ext cx="1485630" cy="216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24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  <a:buClr>
                    <a:srgbClr val="008000"/>
                  </a:buClr>
                </a:pP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82" name="グラフィックス 81" descr="握手 単色塗りつぶし">
                <a:extLst>
                  <a:ext uri="{FF2B5EF4-FFF2-40B4-BE49-F238E27FC236}">
                    <ns2:creationId id="{99B9B633-2E4F-B678-6301-1DF7681C78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4203521" y="5841329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83" name="グラフィックス 82" descr="ストップウォッチ 単色塗りつぶし">
                <a:extLst>
                  <a:ext uri="{FF2B5EF4-FFF2-40B4-BE49-F238E27FC236}">
                    <ns2:creationId id="{60756C08-D1D3-045B-7927-F20171801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4203521" y="6056250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84" name="グラフィックス 83" descr="ブリーフケース 単色塗りつぶし">
                <a:extLst>
                  <a:ext uri="{FF2B5EF4-FFF2-40B4-BE49-F238E27FC236}">
                    <ns2:creationId id="{D5576742-4E39-5AE2-8C0B-2E84B61CA1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203521" y="5626407"/>
                <a:ext cx="252000" cy="252000"/>
              </a:xfrm>
              <a:prstGeom prst="rect">
                <a:avLst/>
              </a:prstGeom>
            </p:spPr>
          </p:pic>
        </p:grpSp>
        <p:sp>
          <p:nvSpPr>
            <p:cNvPr id="90" name="正方形/長方形 89">
              <a:extLst>
                <a:ext uri="{FF2B5EF4-FFF2-40B4-BE49-F238E27FC236}">
                  <ns2:creationId id="{5C8DCDA3-C333-E168-0EA9-C40938C71B06}"/>
                </a:ext>
              </a:extLst>
            </p:cNvPr>
            <p:cNvSpPr/>
            <p:nvPr/>
          </p:nvSpPr>
          <p:spPr>
            <a:xfrm>
              <a:off x="4491746" y="5217008"/>
              <a:ext cx="1260000" cy="36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67" name="グループ化 166">
              <a:extLst>
                <a:ext uri="{FF2B5EF4-FFF2-40B4-BE49-F238E27FC236}">
                  <ns2:creationId id="{A8679F4A-7070-3B60-2285-83929795CE2F}"/>
                </a:ext>
              </a:extLst>
            </p:cNvPr>
            <p:cNvGrpSpPr/>
            <p:nvPr/>
          </p:nvGrpSpPr>
          <p:grpSpPr>
            <a:xfrm>
              <a:off x="4842221" y="3993008"/>
              <a:ext cx="909526" cy="1187998"/>
              <a:chOff x="4755133" y="3993008"/>
              <a:chExt cx="909526" cy="1187998"/>
            </a:xfrm>
          </p:grpSpPr>
          <p:sp>
            <p:nvSpPr>
              <p:cNvPr id="91" name="正方形/長方形 90">
                <a:extLst>
                  <a:ext uri="{FF2B5EF4-FFF2-40B4-BE49-F238E27FC236}">
                    <ns2:creationId id="{4A8C6E60-43C9-38A3-2115-E7EC3E75BB11}"/>
                  </a:ext>
                </a:extLst>
              </p:cNvPr>
              <p:cNvSpPr/>
              <p:nvPr/>
            </p:nvSpPr>
            <p:spPr>
              <a:xfrm>
                <a:off x="4755133" y="3993008"/>
                <a:ext cx="900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BI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2" name="正方形/長方形 91">
                <a:extLst>
                  <a:ext uri="{FF2B5EF4-FFF2-40B4-BE49-F238E27FC236}">
                    <ns2:creationId id="{17285B8A-058D-3910-297B-1E1029B19630}"/>
                  </a:ext>
                </a:extLst>
              </p:cNvPr>
              <p:cNvSpPr/>
              <p:nvPr/>
            </p:nvSpPr>
            <p:spPr>
              <a:xfrm>
                <a:off x="4755133" y="4281006"/>
                <a:ext cx="900000" cy="90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4" name="正方形/長方形 93">
                <a:extLst>
                  <a:ext uri="{FF2B5EF4-FFF2-40B4-BE49-F238E27FC236}">
                    <ns2:creationId id="{92415D55-4694-6168-C546-508F295FF526}"/>
                  </a:ext>
                </a:extLst>
              </p:cNvPr>
              <p:cNvSpPr/>
              <p:nvPr/>
            </p:nvSpPr>
            <p:spPr>
              <a:xfrm>
                <a:off x="5016659" y="4350324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5" name="正方形/長方形 94">
                <a:extLst>
                  <a:ext uri="{FF2B5EF4-FFF2-40B4-BE49-F238E27FC236}">
                    <ns2:creationId id="{E25D8114-9E1A-E569-8936-EE5F865F9056}"/>
                  </a:ext>
                </a:extLst>
              </p:cNvPr>
              <p:cNvSpPr/>
              <p:nvPr/>
            </p:nvSpPr>
            <p:spPr>
              <a:xfrm>
                <a:off x="5016659" y="4623545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ns2:creationId id="{39ED0A56-268C-0DCB-79E1-C4EEC04E30A0}"/>
                  </a:ext>
                </a:extLst>
              </p:cNvPr>
              <p:cNvSpPr/>
              <p:nvPr/>
            </p:nvSpPr>
            <p:spPr>
              <a:xfrm>
                <a:off x="5016659" y="4896766"/>
                <a:ext cx="648000" cy="252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97" name="グラフィックス 96" descr="ブログ 単色塗りつぶし">
                <a:extLst>
                  <a:ext uri="{FF2B5EF4-FFF2-40B4-BE49-F238E27FC236}">
                    <ns2:creationId id="{01C46999-62FE-437D-523B-ADA3094E0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783709" y="4623545"/>
                <a:ext cx="252000" cy="252000"/>
              </a:xfrm>
              <a:prstGeom prst="rect">
                <a:avLst/>
              </a:prstGeom>
            </p:spPr>
          </p:pic>
          <p:pic>
            <p:nvPicPr>
              <p:cNvPr id="99" name="グラフィックス 98" descr="Web デザイン 単色塗りつぶし">
                <a:extLst>
                  <a:ext uri="{FF2B5EF4-FFF2-40B4-BE49-F238E27FC236}">
                    <ns2:creationId id="{C747B4D0-C1CE-CC7C-5992-E811B49B84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768961" y="4350324"/>
                <a:ext cx="252000" cy="252000"/>
              </a:xfrm>
              <a:prstGeom prst="rect">
                <a:avLst/>
              </a:prstGeom>
            </p:spPr>
          </p:pic>
          <p:grpSp>
            <p:nvGrpSpPr>
              <p:cNvPr id="101" name="グループ化 100">
                <a:extLst>
                  <a:ext uri="{FF2B5EF4-FFF2-40B4-BE49-F238E27FC236}">
                    <ns2:creationId id="{80FAE1DF-04A3-64E0-853C-7E7F2EBF55FF}"/>
                  </a:ext>
                </a:extLst>
              </p:cNvPr>
              <p:cNvGrpSpPr/>
              <p:nvPr/>
            </p:nvGrpSpPr>
            <p:grpSpPr>
              <a:xfrm>
                <a:off x="4768961" y="4896766"/>
                <a:ext cx="252000" cy="252000"/>
                <a:chOff x="4685235" y="4842426"/>
                <a:chExt cx="252000" cy="252000"/>
              </a:xfrm>
            </p:grpSpPr>
            <p:pic>
              <p:nvPicPr>
                <p:cNvPr id="98" name="グラフィックス 97" descr="ブラウザー ウィンドウ 単色塗りつぶし">
                  <a:extLst>
                    <a:ext uri="{FF2B5EF4-FFF2-40B4-BE49-F238E27FC236}">
                      <ns2:creationId id="{9655938E-9D8E-3918-1D5E-768E645E82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685235" y="4842426"/>
                  <a:ext cx="252000" cy="252000"/>
                </a:xfrm>
                <a:prstGeom prst="rect">
                  <a:avLst/>
                </a:prstGeom>
              </p:spPr>
            </p:pic>
            <p:pic>
              <p:nvPicPr>
                <p:cNvPr id="100" name="グラフィックス 99" descr="テーブル 単色塗りつぶし">
                  <a:extLst>
                    <a:ext uri="{FF2B5EF4-FFF2-40B4-BE49-F238E27FC236}">
                      <ns2:creationId id="{D207996C-433F-2464-D705-6F88F9FC1B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39235" y="4907002"/>
                  <a:ext cx="144000" cy="144000"/>
                </a:xfrm>
                <a:prstGeom prst="rect">
                  <a:avLst/>
                </a:prstGeom>
              </p:spPr>
            </p:pic>
          </p:grpSp>
        </p:grpSp>
        <p:sp>
          <p:nvSpPr>
            <p:cNvPr id="121" name="正方形/長方形 120">
              <a:extLst>
                <a:ext uri="{FF2B5EF4-FFF2-40B4-BE49-F238E27FC236}">
                  <ns2:creationId id="{7A00DE04-216F-7929-188B-E5BBC7F8777E}"/>
                </a:ext>
              </a:extLst>
            </p:cNvPr>
            <p:cNvSpPr/>
            <p:nvPr/>
          </p:nvSpPr>
          <p:spPr>
            <a:xfrm>
              <a:off x="3879724" y="5403140"/>
              <a:ext cx="586037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127" name="グループ化 126">
              <a:extLst>
                <a:ext uri="{FF2B5EF4-FFF2-40B4-BE49-F238E27FC236}">
                  <ns2:creationId id="{98633284-338F-C0FB-9990-637656F7D8A5}"/>
                </a:ext>
              </a:extLst>
            </p:cNvPr>
            <p:cNvGrpSpPr/>
            <p:nvPr/>
          </p:nvGrpSpPr>
          <p:grpSpPr>
            <a:xfrm>
              <a:off x="2621652" y="3993008"/>
              <a:ext cx="1044001" cy="1367997"/>
              <a:chOff x="2503317" y="3993008"/>
              <a:chExt cx="1044001" cy="1367997"/>
            </a:xfrm>
          </p:grpSpPr>
          <p:sp>
            <p:nvSpPr>
              <p:cNvPr id="103" name="正方形/長方形 102">
                <a:extLst>
                  <a:ext uri="{FF2B5EF4-FFF2-40B4-BE49-F238E27FC236}">
                    <ns2:creationId id="{D02F9369-DE2B-2341-2A42-024627815DDA}"/>
                  </a:ext>
                </a:extLst>
              </p:cNvPr>
              <p:cNvSpPr/>
              <p:nvPr/>
            </p:nvSpPr>
            <p:spPr>
              <a:xfrm>
                <a:off x="2503318" y="3993008"/>
                <a:ext cx="1044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 err="1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700" dirty="0">
                    <a:solidFill>
                      <a:srgbClr val="FFFF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ns2:creationId id="{C92DE248-BE1E-0358-92A6-517C9B09F5A4}"/>
                  </a:ext>
                </a:extLst>
              </p:cNvPr>
              <p:cNvSpPr/>
              <p:nvPr/>
            </p:nvSpPr>
            <p:spPr>
              <a:xfrm>
                <a:off x="2503317" y="4856564"/>
                <a:ext cx="1044000" cy="324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GCP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22" name="グラフィックス 121" descr="データベース 単色塗りつぶし">
                <a:extLst>
                  <a:ext uri="{FF2B5EF4-FFF2-40B4-BE49-F238E27FC236}">
                    <ns2:creationId id="{437CD0D5-38B5-1C5C-8079-59DCF62F8D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3"/>
                  </a:ext>
                </a:extLst>
              </a:blip>
              <a:stretch>
                <a:fillRect/>
              </a:stretch>
            </p:blipFill>
            <p:spPr>
              <a:xfrm>
                <a:off x="2899317" y="4604564"/>
                <a:ext cx="252000" cy="252000"/>
              </a:xfrm>
              <a:prstGeom prst="rect">
                <a:avLst/>
              </a:prstGeom>
            </p:spPr>
          </p:pic>
          <p:sp>
            <p:nvSpPr>
              <p:cNvPr id="123" name="正方形/長方形 122">
                <a:extLst>
                  <a:ext uri="{FF2B5EF4-FFF2-40B4-BE49-F238E27FC236}">
                    <ns2:creationId id="{0640F3EB-27A1-8E5C-54A6-E07448171FA4}"/>
                  </a:ext>
                </a:extLst>
              </p:cNvPr>
              <p:cNvSpPr/>
              <p:nvPr/>
            </p:nvSpPr>
            <p:spPr>
              <a:xfrm>
                <a:off x="2503318" y="4281005"/>
                <a:ext cx="1044000" cy="108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24" name="グラフィックス 123" descr="同期中のクラウド 単色塗りつぶし">
                <a:extLst>
                  <a:ext uri="{FF2B5EF4-FFF2-40B4-BE49-F238E27FC236}">
                    <ns2:creationId id="{D4B35361-9706-1F23-8B05-0BC4B9D48D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2899317" y="4311602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59" name="グループ化 158">
              <a:extLst>
                <a:ext uri="{FF2B5EF4-FFF2-40B4-BE49-F238E27FC236}">
                  <ns2:creationId id="{EF778576-0B29-BC2C-D8EF-648DF63D4277}"/>
                </a:ext>
              </a:extLst>
            </p:cNvPr>
            <p:cNvGrpSpPr/>
            <p:nvPr/>
          </p:nvGrpSpPr>
          <p:grpSpPr>
            <a:xfrm>
              <a:off x="1939173" y="3993008"/>
              <a:ext cx="648000" cy="1367999"/>
              <a:chOff x="1786648" y="3993008"/>
              <a:chExt cx="648000" cy="1367999"/>
            </a:xfrm>
          </p:grpSpPr>
          <p:sp>
            <p:nvSpPr>
              <p:cNvPr id="115" name="正方形/長方形 114">
                <a:extLst>
                  <a:ext uri="{FF2B5EF4-FFF2-40B4-BE49-F238E27FC236}">
                    <ns2:creationId id="{B3C7CB34-9F86-23DF-6A71-B7FF77DE23D4}"/>
                  </a:ext>
                </a:extLst>
              </p:cNvPr>
              <p:cNvSpPr/>
              <p:nvPr/>
            </p:nvSpPr>
            <p:spPr>
              <a:xfrm>
                <a:off x="1822648" y="4481106"/>
                <a:ext cx="576000" cy="10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17" name="正方形/長方形 116">
                <a:extLst>
                  <a:ext uri="{FF2B5EF4-FFF2-40B4-BE49-F238E27FC236}">
                    <ns2:creationId id="{E0AF505C-5993-3A44-87D4-173F1FB7EF3F}"/>
                  </a:ext>
                </a:extLst>
              </p:cNvPr>
              <p:cNvSpPr/>
              <p:nvPr/>
            </p:nvSpPr>
            <p:spPr>
              <a:xfrm>
                <a:off x="1822648" y="5164216"/>
                <a:ext cx="576000" cy="180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28" name="正方形/長方形 127">
                <a:extLst>
                  <a:ext uri="{FF2B5EF4-FFF2-40B4-BE49-F238E27FC236}">
                    <ns2:creationId id="{043565E5-63E3-EA0A-FB0C-6DC2EF8F6A4C}"/>
                  </a:ext>
                </a:extLst>
              </p:cNvPr>
              <p:cNvSpPr/>
              <p:nvPr/>
            </p:nvSpPr>
            <p:spPr>
              <a:xfrm>
                <a:off x="1786648" y="4281007"/>
                <a:ext cx="648000" cy="108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29" name="グラフィックス 128" descr="歯車 1 つ 単色塗りつぶし">
                <a:extLst>
                  <a:ext uri="{FF2B5EF4-FFF2-40B4-BE49-F238E27FC236}">
                    <ns2:creationId id="{3D7AE622-17C9-C456-F303-0B07C69B3C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5"/>
                  </a:ext>
                </a:extLst>
              </a:blip>
              <a:srcRect/>
              <a:stretch/>
            </p:blipFill>
            <p:spPr>
              <a:xfrm>
                <a:off x="2002648" y="4281008"/>
                <a:ext cx="216000" cy="216000"/>
              </a:xfrm>
              <a:prstGeom prst="rect">
                <a:avLst/>
              </a:prstGeom>
            </p:spPr>
          </p:pic>
          <p:sp>
            <p:nvSpPr>
              <p:cNvPr id="116" name="正方形/長方形 115">
                <a:extLst>
                  <a:ext uri="{FF2B5EF4-FFF2-40B4-BE49-F238E27FC236}">
                    <ns2:creationId id="{717F510C-EAFC-BFAD-7C88-AEFEC25228CF}"/>
                  </a:ext>
                </a:extLst>
              </p:cNvPr>
              <p:cNvSpPr/>
              <p:nvPr/>
            </p:nvSpPr>
            <p:spPr>
              <a:xfrm>
                <a:off x="1822648" y="4822661"/>
                <a:ext cx="576000" cy="10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ns2:creationId id="{9991B337-0136-65C8-677C-5559568A0935}"/>
                  </a:ext>
                </a:extLst>
              </p:cNvPr>
              <p:cNvSpPr/>
              <p:nvPr/>
            </p:nvSpPr>
            <p:spPr>
              <a:xfrm>
                <a:off x="1786648" y="3993008"/>
                <a:ext cx="648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30" name="グラフィックス 129" descr="サーバー 単色塗りつぶし">
                <a:extLst>
                  <a:ext uri="{FF2B5EF4-FFF2-40B4-BE49-F238E27FC236}">
                    <ns2:creationId id="{4523DBA6-9BD5-EDC5-63BA-259883C957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6"/>
                  </a:ext>
                </a:extLst>
              </a:blip>
              <a:stretch>
                <a:fillRect/>
              </a:stretch>
            </p:blipFill>
            <p:spPr>
              <a:xfrm>
                <a:off x="2002648" y="4622563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31" name="グラフィックス 130" descr="ごみ 単色塗りつぶし">
                <a:extLst>
                  <a:ext uri="{FF2B5EF4-FFF2-40B4-BE49-F238E27FC236}">
                    <ns2:creationId id="{3D92EDCB-72F6-C5B2-2D07-D542729FDC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7"/>
                  </a:ext>
                </a:extLst>
              </a:blip>
              <a:srcRect/>
              <a:stretch/>
            </p:blipFill>
            <p:spPr>
              <a:xfrm>
                <a:off x="2002648" y="4964118"/>
                <a:ext cx="216000" cy="216000"/>
              </a:xfrm>
              <a:prstGeom prst="rect">
                <a:avLst/>
              </a:prstGeom>
            </p:spPr>
          </p:pic>
        </p:grpSp>
        <p:cxnSp>
          <p:nvCxnSpPr>
            <p:cNvPr id="134" name="コネクタ: カギ線 133">
              <a:extLst>
                <a:ext uri="{FF2B5EF4-FFF2-40B4-BE49-F238E27FC236}">
                  <ns2:creationId id="{1D38982B-886F-ED90-EAAF-39CC1B06343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969293" y="4460562"/>
              <a:ext cx="179113" cy="1620000"/>
            </a:xfrm>
            <a:prstGeom prst="bentConnector3">
              <a:avLst>
                <a:gd name="adj1" fmla="val -110545"/>
              </a:avLst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正方形/長方形 137">
              <a:extLst>
                <a:ext uri="{FF2B5EF4-FFF2-40B4-BE49-F238E27FC236}">
                  <ns2:creationId id="{1DAB0055-5DE8-6C9B-B60D-997B5668DB86}"/>
                </a:ext>
              </a:extLst>
            </p:cNvPr>
            <p:cNvSpPr/>
            <p:nvPr/>
          </p:nvSpPr>
          <p:spPr>
            <a:xfrm>
              <a:off x="2503330" y="5365466"/>
              <a:ext cx="9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pic>
          <p:nvPicPr>
            <p:cNvPr id="139" name="グラフィックス 138" descr="切断 単色塗りつぶし">
              <a:extLst>
                <a:ext uri="{FF2B5EF4-FFF2-40B4-BE49-F238E27FC236}">
                  <ns2:creationId id="{49258726-D73B-4E63-DBE8-6CC5D189A7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8"/>
                </a:ext>
              </a:extLst>
            </a:blip>
            <a:stretch>
              <a:fillRect/>
            </a:stretch>
          </p:blipFill>
          <p:spPr>
            <a:xfrm>
              <a:off x="1904694" y="5361008"/>
              <a:ext cx="216000" cy="216000"/>
            </a:xfrm>
            <a:prstGeom prst="rect">
              <a:avLst/>
            </a:prstGeom>
          </p:spPr>
        </p:pic>
        <p:cxnSp>
          <p:nvCxnSpPr>
            <p:cNvPr id="144" name="直線矢印コネクタ 143">
              <a:extLst>
                <a:ext uri="{FF2B5EF4-FFF2-40B4-BE49-F238E27FC236}">
                  <ns2:creationId id="{EC4367CD-7760-F031-A95B-264A2CD276AC}"/>
                </a:ext>
              </a:extLst>
            </p:cNvPr>
            <p:cNvCxnSpPr>
              <a:cxnSpLocks/>
              <a:stCxn id="130" idx="3"/>
              <a:endCxn id="122" idx="1"/>
            </p:cNvCxnSpPr>
            <p:nvPr/>
          </p:nvCxnSpPr>
          <p:spPr>
            <a:xfrm>
              <a:off x="2371173" y="4730563"/>
              <a:ext cx="646479" cy="1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コネクタ: カギ線 108">
              <a:extLst>
                <a:ext uri="{FF2B5EF4-FFF2-40B4-BE49-F238E27FC236}">
                  <ns2:creationId id="{A6E53A26-0933-1F71-195E-C1CAFFA8B55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190936" y="5070772"/>
              <a:ext cx="229046" cy="372576"/>
            </a:xfrm>
            <a:prstGeom prst="bentConnector2">
              <a:avLst/>
            </a:prstGeom>
            <a:ln w="9525">
              <a:solidFill>
                <a:schemeClr val="accent2"/>
              </a:solidFill>
              <a:prstDash val="dash"/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6" name="グループ化 165">
              <a:extLst>
                <a:ext uri="{FF2B5EF4-FFF2-40B4-BE49-F238E27FC236}">
                  <ns2:creationId id="{5E4C3A82-88AC-5CCB-2671-AE57C6A03266}"/>
                </a:ext>
              </a:extLst>
            </p:cNvPr>
            <p:cNvGrpSpPr/>
            <p:nvPr/>
          </p:nvGrpSpPr>
          <p:grpSpPr>
            <a:xfrm>
              <a:off x="3700132" y="3993008"/>
              <a:ext cx="1044000" cy="1187997"/>
              <a:chOff x="3613044" y="3993008"/>
              <a:chExt cx="1044000" cy="1187997"/>
            </a:xfrm>
          </p:grpSpPr>
          <p:sp>
            <p:nvSpPr>
              <p:cNvPr id="102" name="正方形/長方形 101">
                <a:extLst>
                  <a:ext uri="{FF2B5EF4-FFF2-40B4-BE49-F238E27FC236}">
                    <ns2:creationId id="{EB65154A-EA07-ED0E-D2A1-4718E4C77D15}"/>
                  </a:ext>
                </a:extLst>
              </p:cNvPr>
              <p:cNvSpPr/>
              <p:nvPr/>
            </p:nvSpPr>
            <p:spPr>
              <a:xfrm>
                <a:off x="3613044" y="3993008"/>
                <a:ext cx="1044000" cy="288000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 w="9525">
                <a:solidFill>
                  <a:srgbClr val="7FBF7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:</a:t>
                </a:r>
                <a:b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ja-JP" alt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6" name="四角形: 角を丸くする 105">
                <a:extLst>
                  <a:ext uri="{FF2B5EF4-FFF2-40B4-BE49-F238E27FC236}">
                    <ns2:creationId id="{F92390C4-5167-B24C-88F8-778C03CF19D7}"/>
                  </a:ext>
                </a:extLst>
              </p:cNvPr>
              <p:cNvSpPr/>
              <p:nvPr/>
            </p:nvSpPr>
            <p:spPr>
              <a:xfrm>
                <a:off x="3658044" y="4333655"/>
                <a:ext cx="954000" cy="216000"/>
              </a:xfrm>
              <a:prstGeom prst="roundRect">
                <a:avLst>
                  <a:gd name="adj" fmla="val 8333"/>
                </a:avLst>
              </a:prstGeom>
              <a:solidFill>
                <a:schemeClr val="bg1">
                  <a:lumMod val="9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07" name="四角形: 角を丸くする 106">
                <a:extLst>
                  <a:ext uri="{FF2B5EF4-FFF2-40B4-BE49-F238E27FC236}">
                    <ns2:creationId id="{4815BC99-1D99-A127-626A-7DD21EA342E1}"/>
                  </a:ext>
                </a:extLst>
              </p:cNvPr>
              <p:cNvSpPr/>
              <p:nvPr/>
            </p:nvSpPr>
            <p:spPr>
              <a:xfrm>
                <a:off x="3658044" y="4602536"/>
                <a:ext cx="954000" cy="540000"/>
              </a:xfrm>
              <a:prstGeom prst="roundRect">
                <a:avLst>
                  <a:gd name="adj" fmla="val 3333"/>
                </a:avLst>
              </a:prstGeom>
              <a:solidFill>
                <a:schemeClr val="accent2">
                  <a:alpha val="10000"/>
                </a:schemeClr>
              </a:solidFill>
              <a:ln w="9525">
                <a:solidFill>
                  <a:schemeClr val="accent2"/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25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ja-JP" altLang="en-US" sz="800" dirty="0">
                    <a:solidFill>
                      <a:schemeClr val="accent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】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8" name="正方形/長方形 107">
                <a:extLst>
                  <a:ext uri="{FF2B5EF4-FFF2-40B4-BE49-F238E27FC236}">
                    <ns2:creationId id="{3FE1F5EB-ABC5-B011-5A33-0D5ED7BF98A1}"/>
                  </a:ext>
                </a:extLst>
              </p:cNvPr>
              <p:cNvSpPr/>
              <p:nvPr/>
            </p:nvSpPr>
            <p:spPr>
              <a:xfrm>
                <a:off x="3613044" y="4281005"/>
                <a:ext cx="1044000" cy="900000"/>
              </a:xfrm>
              <a:prstGeom prst="rect">
                <a:avLst/>
              </a:prstGeom>
              <a:noFill/>
              <a:ln w="9525">
                <a:solidFill>
                  <a:srgbClr val="7FBF7F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112" name="グラフィックス 111" descr="プロセッサ 単色塗りつぶし">
                <a:extLst>
                  <a:ext uri="{FF2B5EF4-FFF2-40B4-BE49-F238E27FC236}">
                    <ns2:creationId id="{3B381834-A816-1CE6-D41B-D20C13395C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9"/>
                  </a:ext>
                </a:extLst>
              </a:blip>
              <a:stretch>
                <a:fillRect/>
              </a:stretch>
            </p:blipFill>
            <p:spPr>
              <a:xfrm>
                <a:off x="3672792" y="4333655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13" name="グラフィックス 112" descr="警告 単色塗りつぶし">
                <a:extLst>
                  <a:ext uri="{FF2B5EF4-FFF2-40B4-BE49-F238E27FC236}">
                    <ns2:creationId id="{A2ADB2B8-FAA5-08AD-A7D7-C6E37CA28F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0"/>
                  </a:ext>
                </a:extLst>
              </a:blip>
              <a:stretch>
                <a:fillRect/>
              </a:stretch>
            </p:blipFill>
            <p:spPr>
              <a:xfrm>
                <a:off x="3672792" y="4635194"/>
                <a:ext cx="216000" cy="216000"/>
              </a:xfrm>
              <a:prstGeom prst="rect">
                <a:avLst/>
              </a:prstGeom>
            </p:spPr>
          </p:pic>
          <p:pic>
            <p:nvPicPr>
              <p:cNvPr id="114" name="グラフィックス 113" descr="クリップボード: チェックマーク 単色塗りつぶし">
                <a:extLst>
                  <a:ext uri="{FF2B5EF4-FFF2-40B4-BE49-F238E27FC236}">
                    <ns2:creationId id="{A9DEFAF3-A600-2FD1-7BF0-7E746255B8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1"/>
                  </a:ext>
                </a:extLst>
              </a:blip>
              <a:srcRect/>
              <a:stretch/>
            </p:blipFill>
            <p:spPr>
              <a:xfrm>
                <a:off x="3672792" y="4893878"/>
                <a:ext cx="216000" cy="216000"/>
              </a:xfrm>
              <a:prstGeom prst="rect">
                <a:avLst/>
              </a:prstGeom>
            </p:spPr>
          </p:pic>
        </p:grpSp>
        <p:cxnSp>
          <p:nvCxnSpPr>
            <p:cNvPr id="160" name="コネクタ: カギ線 159">
              <a:extLst>
                <a:ext uri="{FF2B5EF4-FFF2-40B4-BE49-F238E27FC236}">
                  <ns2:creationId id="{646D9041-88E2-7F7D-5A52-EDEB1D69396C}"/>
                </a:ext>
              </a:extLst>
            </p:cNvPr>
            <p:cNvCxnSpPr>
              <a:cxnSpLocks/>
              <a:stCxn id="107" idx="3"/>
              <a:endCxn id="99" idx="1"/>
            </p:cNvCxnSpPr>
            <p:nvPr/>
          </p:nvCxnSpPr>
          <p:spPr>
            <a:xfrm flipV="1">
              <a:off x="4699132" y="4476325"/>
              <a:ext cx="156917" cy="273221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コネクタ: カギ線 163">
              <a:extLst>
                <a:ext uri="{FF2B5EF4-FFF2-40B4-BE49-F238E27FC236}">
                  <ns2:creationId id="{EBE24602-9C7D-DF5E-750B-51144B0E1493}"/>
                </a:ext>
              </a:extLst>
            </p:cNvPr>
            <p:cNvCxnSpPr>
              <a:cxnSpLocks/>
            </p:cNvCxnSpPr>
            <p:nvPr/>
          </p:nvCxnSpPr>
          <p:spPr>
            <a:xfrm>
              <a:off x="4699132" y="4749545"/>
              <a:ext cx="156917" cy="273221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矢印コネクタ 152">
              <a:extLst>
                <a:ext uri="{FF2B5EF4-FFF2-40B4-BE49-F238E27FC236}">
                  <ns2:creationId id="{A560ECEA-747C-002A-8274-45547086EE8F}"/>
                </a:ext>
              </a:extLst>
            </p:cNvPr>
            <p:cNvCxnSpPr>
              <a:cxnSpLocks/>
              <a:endCxn id="97" idx="1"/>
            </p:cNvCxnSpPr>
            <p:nvPr/>
          </p:nvCxnSpPr>
          <p:spPr>
            <a:xfrm>
              <a:off x="4699132" y="4749545"/>
              <a:ext cx="171665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正方形/長方形 132">
              <a:extLst>
                <a:ext uri="{FF2B5EF4-FFF2-40B4-BE49-F238E27FC236}">
                  <ns2:creationId id="{C792148C-0103-527D-4488-95801CD2A8F2}"/>
                </a:ext>
              </a:extLst>
            </p:cNvPr>
            <p:cNvSpPr/>
            <p:nvPr/>
          </p:nvSpPr>
          <p:spPr>
            <a:xfrm>
              <a:off x="1184694" y="3993008"/>
              <a:ext cx="720000" cy="158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endParaRPr kumimoji="1" lang="ja-JP" altLang="en-US" sz="6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171" name="グラフィックス 170" descr="データベース 単色塗りつぶし">
              <a:extLst>
                <a:ext uri="{FF2B5EF4-FFF2-40B4-BE49-F238E27FC236}">
                  <ns2:creationId id="{2751DD3E-52C1-B9F8-1AEA-80A2EB3822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2"/>
                </a:ext>
              </a:extLst>
            </a:blip>
            <a:stretch>
              <a:fillRect/>
            </a:stretch>
          </p:blipFill>
          <p:spPr>
            <a:xfrm>
              <a:off x="1436694" y="5120058"/>
              <a:ext cx="216000" cy="216000"/>
            </a:xfrm>
            <a:prstGeom prst="rect">
              <a:avLst/>
            </a:prstGeom>
          </p:spPr>
        </p:pic>
        <p:sp>
          <p:nvSpPr>
            <p:cNvPr id="172" name="正方形/長方形 171">
              <a:extLst>
                <a:ext uri="{FF2B5EF4-FFF2-40B4-BE49-F238E27FC236}">
                  <ns2:creationId id="{1B004B87-3D90-0001-8A84-E05824F7FE15}"/>
                </a:ext>
              </a:extLst>
            </p:cNvPr>
            <p:cNvSpPr/>
            <p:nvPr/>
          </p:nvSpPr>
          <p:spPr>
            <a:xfrm>
              <a:off x="1184694" y="5303399"/>
              <a:ext cx="720000" cy="25770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3" name="正方形/長方形 172">
              <a:extLst>
                <a:ext uri="{FF2B5EF4-FFF2-40B4-BE49-F238E27FC236}">
                  <ns2:creationId id="{00018CBE-1E95-4A3E-2394-D1CC8048646B}"/>
                </a:ext>
              </a:extLst>
            </p:cNvPr>
            <p:cNvSpPr/>
            <p:nvPr/>
          </p:nvSpPr>
          <p:spPr>
            <a:xfrm>
              <a:off x="1184694" y="4845593"/>
              <a:ext cx="720000" cy="257707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175" name="四角形: 角を丸くする 174">
              <a:extLst>
                <a:ext uri="{FF2B5EF4-FFF2-40B4-BE49-F238E27FC236}">
                  <ns2:creationId id="{0C7977B6-721E-A4C1-16C2-6F2ADEFF96FB}"/>
                </a:ext>
              </a:extLst>
            </p:cNvPr>
            <p:cNvSpPr/>
            <p:nvPr/>
          </p:nvSpPr>
          <p:spPr>
            <a:xfrm>
              <a:off x="1364694" y="4472466"/>
              <a:ext cx="360000" cy="144000"/>
            </a:xfrm>
            <a:prstGeom prst="roundRect">
              <a:avLst>
                <a:gd name="adj" fmla="val 12500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SAP</a:t>
              </a:r>
            </a:p>
          </p:txBody>
        </p:sp>
        <p:pic>
          <p:nvPicPr>
            <p:cNvPr id="176" name="グラフィックス 175" descr="拡大鏡 単色塗りつぶし">
              <a:extLst>
                <a:ext uri="{FF2B5EF4-FFF2-40B4-BE49-F238E27FC236}">
                  <ns2:creationId id="{6592AEFC-0542-07C0-BA94-2C32F94AD2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3"/>
                </a:ext>
              </a:extLst>
            </a:blip>
            <a:srcRect/>
            <a:stretch/>
          </p:blipFill>
          <p:spPr>
            <a:xfrm>
              <a:off x="1184694" y="4101008"/>
              <a:ext cx="216000" cy="216000"/>
            </a:xfrm>
            <a:prstGeom prst="rect">
              <a:avLst/>
            </a:prstGeom>
          </p:spPr>
        </p:pic>
        <p:sp>
          <p:nvSpPr>
            <p:cNvPr id="177" name="正方形/長方形 176">
              <a:extLst>
                <a:ext uri="{FF2B5EF4-FFF2-40B4-BE49-F238E27FC236}">
                  <ns2:creationId id="{F0D8EC94-3650-9748-A9B9-1250D60F92FD}"/>
                </a:ext>
              </a:extLst>
            </p:cNvPr>
            <p:cNvSpPr/>
            <p:nvPr/>
          </p:nvSpPr>
          <p:spPr>
            <a:xfrm>
              <a:off x="1371434" y="3993008"/>
              <a:ext cx="533261" cy="43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altLang="ja-JP" sz="6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lang="ja-JP" altLang="en-US" sz="6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</a:t>
              </a:r>
            </a:p>
            <a:p>
              <a:pPr>
                <a:lnSpc>
                  <a:spcPct val="90000"/>
                </a:lnSpc>
              </a:pP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03" name="正方形/長方形 202">
              <a:extLst>
                <a:ext uri="{FF2B5EF4-FFF2-40B4-BE49-F238E27FC236}">
                  <ns2:creationId id="{E5316437-CCEA-7CD3-FD4E-3C030963F8F7}"/>
                </a:ext>
              </a:extLst>
            </p:cNvPr>
            <p:cNvSpPr/>
            <p:nvPr/>
          </p:nvSpPr>
          <p:spPr>
            <a:xfrm>
              <a:off x="340417" y="3958146"/>
              <a:ext cx="5472000" cy="2351153"/>
            </a:xfrm>
            <a:prstGeom prst="rect">
              <a:avLst/>
            </a:prstGeom>
            <a:noFill/>
            <a:ln w="38100">
              <a:solidFill>
                <a:schemeClr val="accent2">
                  <a:alpha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0"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4" name="グループ化 3">
              <a:extLst>
                <a:ext uri="{FF2B5EF4-FFF2-40B4-BE49-F238E27FC236}">
                  <ns2:creationId id="{BA85F5DB-988C-1085-5F5C-D4388563442E}"/>
                </a:ext>
              </a:extLst>
            </p:cNvPr>
            <p:cNvGrpSpPr/>
            <p:nvPr/>
          </p:nvGrpSpPr>
          <p:grpSpPr>
            <a:xfrm>
              <a:off x="1238952" y="4658479"/>
              <a:ext cx="611485" cy="180000"/>
              <a:chOff x="0" y="4658479"/>
              <a:chExt cx="611485" cy="180000"/>
            </a:xfrm>
          </p:grpSpPr>
          <p:sp>
            <p:nvSpPr>
              <p:cNvPr id="2" name="フローチャート: 磁気ディスク 1">
                <a:extLst>
                  <a:ext uri="{FF2B5EF4-FFF2-40B4-BE49-F238E27FC236}">
                    <ns2:creationId id="{FFBDBADB-6C9D-4EBC-D350-791C7AF96CB6}"/>
                  </a:ext>
                </a:extLst>
              </p:cNvPr>
              <p:cNvSpPr/>
              <p:nvPr/>
            </p:nvSpPr>
            <p:spPr>
              <a:xfrm>
                <a:off x="0" y="4658479"/>
                <a:ext cx="288000" cy="180000"/>
              </a:xfrm>
              <a:prstGeom prst="flowChartMagneticDisk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" name="フローチャート: 磁気ディスク 2">
                <a:extLst>
                  <a:ext uri="{FF2B5EF4-FFF2-40B4-BE49-F238E27FC236}">
                    <ns2:creationId id="{7F8D70DD-D280-5C7A-D434-6695E38FFB88}"/>
                  </a:ext>
                </a:extLst>
              </p:cNvPr>
              <p:cNvSpPr/>
              <p:nvPr/>
            </p:nvSpPr>
            <p:spPr>
              <a:xfrm>
                <a:off x="323485" y="4658479"/>
                <a:ext cx="288000" cy="180000"/>
              </a:xfrm>
              <a:prstGeom prst="flowChartMagneticDisk">
                <a:avLst/>
              </a:prstGeom>
              <a:solidFill>
                <a:schemeClr val="bg1">
                  <a:lumMod val="65000"/>
                </a:schemeClr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6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6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cxnSp>
          <p:nvCxnSpPr>
            <p:cNvPr id="147" name="コネクタ: カギ線 146">
              <a:extLst>
                <a:ext uri="{FF2B5EF4-FFF2-40B4-BE49-F238E27FC236}">
                  <ns2:creationId id="{55C7D298-312D-264C-7A5C-77125A5A7B12}"/>
                </a:ext>
              </a:extLst>
            </p:cNvPr>
            <p:cNvCxnSpPr>
              <a:cxnSpLocks/>
              <a:stCxn id="122" idx="3"/>
              <a:endCxn id="106" idx="1"/>
            </p:cNvCxnSpPr>
            <p:nvPr/>
          </p:nvCxnSpPr>
          <p:spPr>
            <a:xfrm flipV="1">
              <a:off x="3269652" y="4441655"/>
              <a:ext cx="475480" cy="288909"/>
            </a:xfrm>
            <a:prstGeom prst="bentConnector3">
              <a:avLst>
                <a:gd name="adj1" fmla="val 70000"/>
              </a:avLst>
            </a:prstGeom>
            <a:ln w="9525">
              <a:solidFill>
                <a:schemeClr val="bg1">
                  <a:lumMod val="65000"/>
                </a:schemeClr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線矢印コネクタ 144">
              <a:extLst>
                <a:ext uri="{FF2B5EF4-FFF2-40B4-BE49-F238E27FC236}">
                  <ns2:creationId id="{C41E3E79-4A41-A2D4-7C55-5FFF8262D35C}"/>
                </a:ext>
              </a:extLst>
            </p:cNvPr>
            <p:cNvCxnSpPr>
              <a:cxnSpLocks/>
              <a:stCxn id="122" idx="3"/>
            </p:cNvCxnSpPr>
            <p:nvPr/>
          </p:nvCxnSpPr>
          <p:spPr>
            <a:xfrm>
              <a:off x="3269652" y="4730564"/>
              <a:ext cx="475480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コネクタ: カギ線 149">
              <a:extLst>
                <a:ext uri="{FF2B5EF4-FFF2-40B4-BE49-F238E27FC236}">
                  <ns2:creationId id="{D55B09C3-4A17-8BBB-5295-F285BAA73A25}"/>
                </a:ext>
              </a:extLst>
            </p:cNvPr>
            <p:cNvCxnSpPr>
              <a:cxnSpLocks/>
              <a:stCxn id="122" idx="3"/>
            </p:cNvCxnSpPr>
            <p:nvPr/>
          </p:nvCxnSpPr>
          <p:spPr>
            <a:xfrm>
              <a:off x="3269652" y="4730564"/>
              <a:ext cx="475480" cy="287997"/>
            </a:xfrm>
            <a:prstGeom prst="bentConnector3">
              <a:avLst>
                <a:gd name="adj1" fmla="val 70000"/>
              </a:avLst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グループ化 8">
            <a:extLst>
              <a:ext uri="{FF2B5EF4-FFF2-40B4-BE49-F238E27FC236}">
                <ns2:creationId id="{42EFE58A-BF73-A729-C3E0-F521A8A581DD}"/>
              </a:ext>
            </a:extLst>
          </p:cNvPr>
          <p:cNvGrpSpPr/>
          <p:nvPr/>
        </p:nvGrpSpPr>
        <p:grpSpPr>
          <a:xfrm>
            <a:off x="6456804" y="2114080"/>
            <a:ext cx="5400003" cy="4195221"/>
            <a:chOff x="6456804" y="2114080"/>
            <a:chExt cx="5400003" cy="4195221"/>
          </a:xfrm>
        </p:grpSpPr>
        <p:grpSp>
          <p:nvGrpSpPr>
            <p:cNvPr id="257" name="グループ化 256">
              <a:extLst>
                <a:ext uri="{FF2B5EF4-FFF2-40B4-BE49-F238E27FC236}">
                  <ns2:creationId id="{A82F5E38-F616-B27A-18B9-752FF566C610}"/>
                </a:ext>
              </a:extLst>
            </p:cNvPr>
            <p:cNvGrpSpPr/>
            <p:nvPr/>
          </p:nvGrpSpPr>
          <p:grpSpPr>
            <a:xfrm>
              <a:off x="6737948" y="2114080"/>
              <a:ext cx="5118859" cy="1259999"/>
              <a:chOff x="6737948" y="2114080"/>
              <a:chExt cx="5118859" cy="1259999"/>
            </a:xfrm>
          </p:grpSpPr>
          <p:sp>
            <p:nvSpPr>
              <p:cNvPr id="186" name="正方形/長方形 185">
                <a:extLst>
                  <a:ext uri="{FF2B5EF4-FFF2-40B4-BE49-F238E27FC236}">
                    <ns2:creationId id="{3A195053-261F-20AB-9CAA-02D1F05A09A6}"/>
                  </a:ext>
                </a:extLst>
              </p:cNvPr>
              <p:cNvSpPr/>
              <p:nvPr/>
            </p:nvSpPr>
            <p:spPr>
              <a:xfrm>
                <a:off x="6737948" y="2402079"/>
                <a:ext cx="5118859" cy="9720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ns2:creationId id="{AEED0DC9-096D-FE5E-3860-90C21C7DB0C7}"/>
                  </a:ext>
                </a:extLst>
              </p:cNvPr>
              <p:cNvSpPr/>
              <p:nvPr/>
            </p:nvSpPr>
            <p:spPr>
              <a:xfrm>
                <a:off x="6737948" y="2114080"/>
                <a:ext cx="5118859" cy="28800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8" name="四角形: 角を丸くする 187">
                <a:extLst>
                  <a:ext uri="{FF2B5EF4-FFF2-40B4-BE49-F238E27FC236}">
                    <ns2:creationId id="{E8605252-75A7-53B6-9789-CC56C562E684}"/>
                  </a:ext>
                </a:extLst>
              </p:cNvPr>
              <p:cNvSpPr/>
              <p:nvPr/>
            </p:nvSpPr>
            <p:spPr>
              <a:xfrm>
                <a:off x="6803325" y="2467395"/>
                <a:ext cx="1620000" cy="324000"/>
              </a:xfrm>
              <a:prstGeom prst="roundRect">
                <a:avLst>
                  <a:gd name="adj" fmla="val 555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9" name="四角形: 角を丸くする 188">
                <a:extLst>
                  <a:ext uri="{FF2B5EF4-FFF2-40B4-BE49-F238E27FC236}">
                    <ns2:creationId id="{27A64921-64BC-B148-3181-DF8802DBC661}"/>
                  </a:ext>
                </a:extLst>
              </p:cNvPr>
              <p:cNvSpPr/>
              <p:nvPr/>
            </p:nvSpPr>
            <p:spPr>
              <a:xfrm>
                <a:off x="8487169" y="2467395"/>
                <a:ext cx="1620000" cy="324000"/>
              </a:xfrm>
              <a:prstGeom prst="roundRect">
                <a:avLst>
                  <a:gd name="adj" fmla="val 555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0" name="四角形: 角を丸くする 189">
                <a:extLst>
                  <a:ext uri="{FF2B5EF4-FFF2-40B4-BE49-F238E27FC236}">
                    <ns2:creationId id="{3C1F0E31-96FE-4415-BE49-CED238E9F99B}"/>
                  </a:ext>
                </a:extLst>
              </p:cNvPr>
              <p:cNvSpPr/>
              <p:nvPr/>
            </p:nvSpPr>
            <p:spPr>
              <a:xfrm>
                <a:off x="10171013" y="2467395"/>
                <a:ext cx="1620000" cy="324000"/>
              </a:xfrm>
              <a:prstGeom prst="roundRect">
                <a:avLst>
                  <a:gd name="adj" fmla="val 5556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1" name="四角形: 角を丸くする 190">
                <a:extLst>
                  <a:ext uri="{FF2B5EF4-FFF2-40B4-BE49-F238E27FC236}">
                    <ns2:creationId id="{84BB92F8-2B41-8C72-CD13-AF247D2C1441}"/>
                  </a:ext>
                </a:extLst>
              </p:cNvPr>
              <p:cNvSpPr/>
              <p:nvPr/>
            </p:nvSpPr>
            <p:spPr>
              <a:xfrm>
                <a:off x="6803326" y="2982281"/>
                <a:ext cx="2493843" cy="324000"/>
              </a:xfrm>
              <a:prstGeom prst="roundRect">
                <a:avLst>
                  <a:gd name="adj" fmla="val 5556"/>
                </a:avLst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4" name="四角形: 角を丸くする 193">
                <a:extLst>
                  <a:ext uri="{FF2B5EF4-FFF2-40B4-BE49-F238E27FC236}">
                    <ns2:creationId id="{47F182C1-B2A5-F97C-030A-ECF158B07D95}"/>
                  </a:ext>
                </a:extLst>
              </p:cNvPr>
              <p:cNvSpPr/>
              <p:nvPr/>
            </p:nvSpPr>
            <p:spPr>
              <a:xfrm>
                <a:off x="9806811" y="2982281"/>
                <a:ext cx="1980000" cy="324000"/>
              </a:xfrm>
              <a:prstGeom prst="roundRect">
                <a:avLst>
                  <a:gd name="adj" fmla="val 5556"/>
                </a:avLst>
              </a:prstGeom>
              <a:solidFill>
                <a:srgbClr val="008000">
                  <a:alpha val="1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195" name="直線矢印コネクタ 194">
                <a:extLst>
                  <a:ext uri="{FF2B5EF4-FFF2-40B4-BE49-F238E27FC236}">
                    <ns2:creationId id="{5248AEA8-F48D-D246-6C29-F7B0A5FF3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13324" y="2791395"/>
                <a:ext cx="0" cy="190886"/>
              </a:xfrm>
              <a:prstGeom prst="straightConnector1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コネクタ: カギ線 210">
                <a:extLst>
                  <a:ext uri="{FF2B5EF4-FFF2-40B4-BE49-F238E27FC236}">
                    <ns2:creationId id="{EFCFF2D9-2199-D26A-3B0C-DB9BC80EA1DC}"/>
                  </a:ext>
                </a:extLst>
              </p:cNvPr>
              <p:cNvCxnSpPr>
                <a:cxnSpLocks/>
                <a:stCxn id="190" idx="2"/>
                <a:endCxn id="191" idx="0"/>
              </p:cNvCxnSpPr>
              <p:nvPr/>
            </p:nvCxnSpPr>
            <p:spPr>
              <a:xfrm rot="5400000">
                <a:off x="9420188" y="1421456"/>
                <a:ext cx="190886" cy="2930765"/>
              </a:xfrm>
              <a:prstGeom prst="bentConnector3">
                <a:avLst/>
              </a:prstGeom>
              <a:ln w="9525">
                <a:solidFill>
                  <a:srgbClr val="008000"/>
                </a:solidFill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1" name="直線矢印コネクタ 230">
              <a:extLst>
                <a:ext uri="{FF2B5EF4-FFF2-40B4-BE49-F238E27FC236}">
                  <ns2:creationId id="{CBA32B2A-AE82-02E7-49C4-1117ABF45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6805" y="3374079"/>
              <a:ext cx="0" cy="372662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コネクタ: カギ線 233">
              <a:extLst>
                <a:ext uri="{FF2B5EF4-FFF2-40B4-BE49-F238E27FC236}">
                  <ns2:creationId id="{D93F2BAC-1F51-DE4D-F751-CA66F039574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557948" y="2258079"/>
              <a:ext cx="180000" cy="1488663"/>
            </a:xfrm>
            <a:prstGeom prst="bentConnector2">
              <a:avLst/>
            </a:prstGeom>
            <a:ln w="9525">
              <a:solidFill>
                <a:srgbClr val="008000"/>
              </a:solidFill>
              <a:headEnd type="non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ホームベース 91">
              <a:extLst>
                <a:ext uri="{FF2B5EF4-FFF2-40B4-BE49-F238E27FC236}">
                  <ns2:creationId id="{D72C1737-5CE1-50EB-D178-F9F44E35D593}"/>
                </a:ext>
              </a:extLst>
            </p:cNvPr>
            <p:cNvSpPr/>
            <p:nvPr/>
          </p:nvSpPr>
          <p:spPr>
            <a:xfrm rot="5400000">
              <a:off x="7583193" y="3504371"/>
              <a:ext cx="648000" cy="540000"/>
            </a:xfrm>
            <a:prstGeom prst="homePlate">
              <a:avLst>
                <a:gd name="adj" fmla="val 18199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0" name="山形 92">
              <a:extLst>
                <a:ext uri="{FF2B5EF4-FFF2-40B4-BE49-F238E27FC236}">
                  <ns2:creationId id="{5BC165CC-4EA2-F103-7B04-0EAA35D3F6A4}"/>
                </a:ext>
              </a:extLst>
            </p:cNvPr>
            <p:cNvSpPr/>
            <p:nvPr/>
          </p:nvSpPr>
          <p:spPr>
            <a:xfrm rot="5400000">
              <a:off x="7331193" y="4333992"/>
              <a:ext cx="1152000" cy="540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1" name="山形 92">
              <a:extLst>
                <a:ext uri="{FF2B5EF4-FFF2-40B4-BE49-F238E27FC236}">
                  <ns2:creationId id="{4FF64D6A-790C-F498-38EF-5CE0D336349F}"/>
                </a:ext>
              </a:extLst>
            </p:cNvPr>
            <p:cNvSpPr/>
            <p:nvPr/>
          </p:nvSpPr>
          <p:spPr>
            <a:xfrm rot="5400000">
              <a:off x="7310594" y="5442702"/>
              <a:ext cx="1193198" cy="540000"/>
            </a:xfrm>
            <a:prstGeom prst="chevron">
              <a:avLst>
                <a:gd name="adj" fmla="val 18199"/>
              </a:avLst>
            </a:prstGeom>
            <a:solidFill>
              <a:srgbClr val="008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0" rtlCol="0" anchor="ctr"/>
            <a:lstStyle/>
            <a:p>
              <a:pPr lvl="0" algn="ctr">
                <a:buClr>
                  <a:srgbClr val="046294"/>
                </a:buClr>
                <a:defRPr/>
              </a:pP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lang="ja-JP" altLang="en-US" sz="9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1125003E-BAC3-54BA-5898-BC5BBD8CE42D}"/>
                </a:ext>
              </a:extLst>
            </p:cNvPr>
            <p:cNvSpPr/>
            <p:nvPr/>
          </p:nvSpPr>
          <p:spPr>
            <a:xfrm>
              <a:off x="8253393" y="3450370"/>
              <a:ext cx="36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43" name="コネクタ: カギ線 242">
              <a:extLst>
                <a:ext uri="{FF2B5EF4-FFF2-40B4-BE49-F238E27FC236}">
                  <ns2:creationId id="{762475BE-33A7-21AB-1A70-5C384C0BFC0C}"/>
                </a:ext>
              </a:extLst>
            </p:cNvPr>
            <p:cNvCxnSpPr>
              <a:cxnSpLocks/>
              <a:stCxn id="215" idx="3"/>
              <a:endCxn id="239" idx="2"/>
            </p:cNvCxnSpPr>
            <p:nvPr/>
          </p:nvCxnSpPr>
          <p:spPr>
            <a:xfrm flipV="1">
              <a:off x="7356804" y="3725234"/>
              <a:ext cx="280389" cy="66950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コネクタ: カギ線 245">
              <a:extLst>
                <a:ext uri="{FF2B5EF4-FFF2-40B4-BE49-F238E27FC236}">
                  <ns2:creationId id="{5C7B359D-DBFA-8126-928E-CC536F0623CA}"/>
                </a:ext>
              </a:extLst>
            </p:cNvPr>
            <p:cNvCxnSpPr>
              <a:cxnSpLocks/>
              <a:stCxn id="215" idx="3"/>
              <a:endCxn id="327" idx="1"/>
            </p:cNvCxnSpPr>
            <p:nvPr/>
          </p:nvCxnSpPr>
          <p:spPr>
            <a:xfrm>
              <a:off x="7356804" y="4394740"/>
              <a:ext cx="896588" cy="1415316"/>
            </a:xfrm>
            <a:prstGeom prst="bentConnector3">
              <a:avLst>
                <a:gd name="adj1" fmla="val 15659"/>
              </a:avLst>
            </a:prstGeom>
            <a:ln w="9525">
              <a:solidFill>
                <a:srgbClr val="008000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6" name="グループ化 255">
              <a:extLst>
                <a:ext uri="{FF2B5EF4-FFF2-40B4-BE49-F238E27FC236}">
                  <ns2:creationId id="{832D3A65-1E18-4FAA-F3BE-D0E4D9CEAF47}"/>
                </a:ext>
              </a:extLst>
            </p:cNvPr>
            <p:cNvGrpSpPr/>
            <p:nvPr/>
          </p:nvGrpSpPr>
          <p:grpSpPr>
            <a:xfrm>
              <a:off x="6456804" y="3746741"/>
              <a:ext cx="900001" cy="2015999"/>
              <a:chOff x="6456804" y="3746741"/>
              <a:chExt cx="900001" cy="2015999"/>
            </a:xfrm>
          </p:grpSpPr>
          <p:sp>
            <p:nvSpPr>
              <p:cNvPr id="215" name="正方形/長方形 214">
                <a:extLst>
                  <a:ext uri="{FF2B5EF4-FFF2-40B4-BE49-F238E27FC236}">
                    <ns2:creationId id="{91BFAD51-84DE-3422-D793-60FB42487D80}"/>
                  </a:ext>
                </a:extLst>
              </p:cNvPr>
              <p:cNvSpPr/>
              <p:nvPr/>
            </p:nvSpPr>
            <p:spPr>
              <a:xfrm>
                <a:off x="6456804" y="4034740"/>
                <a:ext cx="900000" cy="720000"/>
              </a:xfrm>
              <a:prstGeom prst="rect">
                <a:avLst/>
              </a:prstGeom>
              <a:noFill/>
              <a:ln w="9525">
                <a:solidFill>
                  <a:schemeClr val="bg1">
                    <a:lumMod val="8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6" name="正方形/長方形 215">
                <a:extLst>
                  <a:ext uri="{FF2B5EF4-FFF2-40B4-BE49-F238E27FC236}">
                    <ns2:creationId id="{E03388EE-8EBD-505F-A428-41FC52191136}"/>
                  </a:ext>
                </a:extLst>
              </p:cNvPr>
              <p:cNvSpPr/>
              <p:nvPr/>
            </p:nvSpPr>
            <p:spPr>
              <a:xfrm>
                <a:off x="6456804" y="3746741"/>
                <a:ext cx="900000" cy="288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7" name="正方形/長方形 216">
                <a:extLst>
                  <a:ext uri="{FF2B5EF4-FFF2-40B4-BE49-F238E27FC236}">
                    <ns2:creationId id="{B8BC7BBD-EB33-7A4F-6BB8-95B4322A006F}"/>
                  </a:ext>
                </a:extLst>
              </p:cNvPr>
              <p:cNvSpPr/>
              <p:nvPr/>
            </p:nvSpPr>
            <p:spPr>
              <a:xfrm>
                <a:off x="6456804" y="5042740"/>
                <a:ext cx="900000" cy="720000"/>
              </a:xfrm>
              <a:prstGeom prst="rect">
                <a:avLst/>
              </a:prstGeom>
              <a:noFill/>
              <a:ln w="9525">
                <a:solidFill>
                  <a:schemeClr val="bg1">
                    <a:lumMod val="8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0" rtlCol="0" anchor="ctr"/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8" name="正方形/長方形 217">
                <a:extLst>
                  <a:ext uri="{FF2B5EF4-FFF2-40B4-BE49-F238E27FC236}">
                    <ns2:creationId id="{ED0826C9-0BCC-0E61-36B0-AB116E34126C}"/>
                  </a:ext>
                </a:extLst>
              </p:cNvPr>
              <p:cNvSpPr/>
              <p:nvPr/>
            </p:nvSpPr>
            <p:spPr>
              <a:xfrm>
                <a:off x="6456804" y="4754740"/>
                <a:ext cx="900000" cy="28800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219" name="グラフィックス 218" descr="同期中のクラウド 単色塗りつぶし">
                <a:extLst>
                  <a:ext uri="{FF2B5EF4-FFF2-40B4-BE49-F238E27FC236}">
                    <ns2:creationId id="{099E8A0B-3F7D-300C-9880-1A0A12DCA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4"/>
                  </a:ext>
                </a:extLst>
              </a:blip>
              <a:srcRect/>
              <a:stretch/>
            </p:blipFill>
            <p:spPr>
              <a:xfrm>
                <a:off x="6762805" y="4106740"/>
                <a:ext cx="288000" cy="288000"/>
              </a:xfrm>
              <a:prstGeom prst="rect">
                <a:avLst/>
              </a:prstGeom>
            </p:spPr>
          </p:pic>
          <p:sp>
            <p:nvSpPr>
              <p:cNvPr id="220" name="正方形/長方形 219">
                <a:extLst>
                  <a:ext uri="{FF2B5EF4-FFF2-40B4-BE49-F238E27FC236}">
                    <ns2:creationId id="{8E6794D8-1CCB-9CBB-472E-9E13C8BC2910}"/>
                  </a:ext>
                </a:extLst>
              </p:cNvPr>
              <p:cNvSpPr/>
              <p:nvPr/>
            </p:nvSpPr>
            <p:spPr>
              <a:xfrm>
                <a:off x="6456805" y="4394739"/>
                <a:ext cx="90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23" name="グラフィックス 222" descr="オフィス ワーカー (男性) 単色塗りつぶし">
                <a:extLst>
                  <a:ext uri="{FF2B5EF4-FFF2-40B4-BE49-F238E27FC236}">
                    <ns2:creationId id="{CBDABF8D-CCBB-02D1-2743-DCD04FE00A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4"/>
                  </a:ext>
                </a:extLst>
              </a:blip>
              <a:srcRect/>
              <a:stretch/>
            </p:blipFill>
            <p:spPr>
              <a:xfrm>
                <a:off x="6762804" y="5114740"/>
                <a:ext cx="288000" cy="288000"/>
              </a:xfrm>
              <a:prstGeom prst="rect">
                <a:avLst/>
              </a:prstGeom>
            </p:spPr>
          </p:pic>
          <p:sp>
            <p:nvSpPr>
              <p:cNvPr id="224" name="正方形/長方形 223">
                <a:extLst>
                  <a:ext uri="{FF2B5EF4-FFF2-40B4-BE49-F238E27FC236}">
                    <ns2:creationId id="{98D13723-2055-5469-F6C5-92904F1BF169}"/>
                  </a:ext>
                </a:extLst>
              </p:cNvPr>
              <p:cNvSpPr/>
              <p:nvPr/>
            </p:nvSpPr>
            <p:spPr>
              <a:xfrm>
                <a:off x="6456804" y="5402739"/>
                <a:ext cx="900000" cy="288000"/>
              </a:xfrm>
              <a:prstGeom prst="rect">
                <a:avLst/>
              </a:prstGeom>
              <a:noFill/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49" name="コネクタ: カギ線 248">
                <a:extLst>
                  <a:ext uri="{FF2B5EF4-FFF2-40B4-BE49-F238E27FC236}">
                    <ns2:creationId id="{07839005-8803-41B5-9A70-BF2A4390A741}"/>
                  </a:ext>
                </a:extLst>
              </p:cNvPr>
              <p:cNvCxnSpPr>
                <a:cxnSpLocks/>
                <a:stCxn id="223" idx="1"/>
                <a:endCxn id="219" idx="1"/>
              </p:cNvCxnSpPr>
              <p:nvPr/>
            </p:nvCxnSpPr>
            <p:spPr>
              <a:xfrm rot="10800000" flipH="1">
                <a:off x="6762803" y="4250740"/>
                <a:ext cx="1" cy="1008000"/>
              </a:xfrm>
              <a:prstGeom prst="bentConnector3">
                <a:avLst>
                  <a:gd name="adj1" fmla="val -22860000000"/>
                </a:avLst>
              </a:prstGeom>
              <a:ln w="9525">
                <a:solidFill>
                  <a:srgbClr val="008000"/>
                </a:solidFill>
                <a:headEnd type="none" w="med" len="med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4" name="正方形/長方形 263">
              <a:extLst>
                <a:ext uri="{FF2B5EF4-FFF2-40B4-BE49-F238E27FC236}">
                  <ns2:creationId id="{D88434C8-1579-0178-8217-E7C8CAF1BFCF}"/>
                </a:ext>
              </a:extLst>
            </p:cNvPr>
            <p:cNvSpPr/>
            <p:nvPr/>
          </p:nvSpPr>
          <p:spPr>
            <a:xfrm>
              <a:off x="9500859" y="3630370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273" name="グラフィックス 272" descr="インターネット 単色塗りつぶし">
              <a:extLst>
                <a:ext uri="{FF2B5EF4-FFF2-40B4-BE49-F238E27FC236}">
                  <ns2:creationId id="{DD0ADC1C-00A2-E9EF-B13E-63206D002E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5"/>
                </a:ext>
              </a:extLst>
            </a:blip>
            <a:stretch>
              <a:fillRect/>
            </a:stretch>
          </p:blipFill>
          <p:spPr>
            <a:xfrm>
              <a:off x="8356759" y="3738370"/>
              <a:ext cx="288000" cy="288000"/>
            </a:xfrm>
            <a:prstGeom prst="rect">
              <a:avLst/>
            </a:prstGeom>
          </p:spPr>
        </p:pic>
        <p:sp>
          <p:nvSpPr>
            <p:cNvPr id="274" name="正方形/長方形 273">
              <a:extLst>
                <a:ext uri="{FF2B5EF4-FFF2-40B4-BE49-F238E27FC236}">
                  <ns2:creationId id="{30B66067-3653-18BB-2447-580350C930C6}"/>
                </a:ext>
              </a:extLst>
            </p:cNvPr>
            <p:cNvSpPr/>
            <p:nvPr/>
          </p:nvSpPr>
          <p:spPr>
            <a:xfrm>
              <a:off x="8253393" y="4027734"/>
              <a:ext cx="36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0A98B43B-43E6-F38C-BD8F-F1D0F6282C52}"/>
                </a:ext>
              </a:extLst>
            </p:cNvPr>
            <p:cNvSpPr/>
            <p:nvPr/>
          </p:nvSpPr>
          <p:spPr>
            <a:xfrm>
              <a:off x="9500859" y="4207734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278" name="グラフィックス 277" descr="歯車 単色塗りつぶし">
              <a:extLst>
                <a:ext uri="{FF2B5EF4-FFF2-40B4-BE49-F238E27FC236}">
                  <ns2:creationId id="{5A741BF6-3F3C-0DDB-5600-308A62D54A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6"/>
                </a:ext>
              </a:extLst>
            </a:blip>
            <a:srcRect/>
            <a:stretch/>
          </p:blipFill>
          <p:spPr>
            <a:xfrm>
              <a:off x="8356757" y="4279734"/>
              <a:ext cx="288000" cy="288000"/>
            </a:xfrm>
            <a:prstGeom prst="rect">
              <a:avLst/>
            </a:prstGeom>
          </p:spPr>
        </p:pic>
        <p:pic>
          <p:nvPicPr>
            <p:cNvPr id="277" name="グラフィックス 276" descr="データベース 単色塗りつぶし">
              <a:extLst>
                <a:ext uri="{FF2B5EF4-FFF2-40B4-BE49-F238E27FC236}">
                  <ns2:creationId id="{6CC2F5D8-AC98-B89D-9F21-1BA4ACCAA5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7"/>
                </a:ext>
              </a:extLst>
            </a:blip>
            <a:stretch>
              <a:fillRect/>
            </a:stretch>
          </p:blipFill>
          <p:spPr>
            <a:xfrm>
              <a:off x="8356759" y="4552646"/>
              <a:ext cx="288000" cy="288000"/>
            </a:xfrm>
            <a:prstGeom prst="rect">
              <a:avLst/>
            </a:prstGeom>
          </p:spPr>
        </p:pic>
        <p:pic>
          <p:nvPicPr>
            <p:cNvPr id="279" name="グラフィックス 278" descr="データベース 単色塗りつぶし">
              <a:extLst>
                <a:ext uri="{FF2B5EF4-FFF2-40B4-BE49-F238E27FC236}">
                  <ns2:creationId id="{CBF91328-FDCD-C3C7-232B-9D7D64ADCE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7"/>
                </a:ext>
              </a:extLst>
            </a:blip>
            <a:stretch>
              <a:fillRect/>
            </a:stretch>
          </p:blipFill>
          <p:spPr>
            <a:xfrm>
              <a:off x="9235774" y="4552646"/>
              <a:ext cx="288000" cy="288000"/>
            </a:xfrm>
            <a:prstGeom prst="rect">
              <a:avLst/>
            </a:prstGeom>
          </p:spPr>
        </p:pic>
        <p:pic>
          <p:nvPicPr>
            <p:cNvPr id="280" name="グラフィックス 279" descr="データベース 単色塗りつぶし">
              <a:extLst>
                <a:ext uri="{FF2B5EF4-FFF2-40B4-BE49-F238E27FC236}">
                  <ns2:creationId id="{B2AFCC31-D5C4-6C8F-D1F5-9B882F46E4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7"/>
                </a:ext>
              </a:extLst>
            </a:blip>
            <a:stretch>
              <a:fillRect/>
            </a:stretch>
          </p:blipFill>
          <p:spPr>
            <a:xfrm>
              <a:off x="10114787" y="4552646"/>
              <a:ext cx="288000" cy="288000"/>
            </a:xfrm>
            <a:prstGeom prst="rect">
              <a:avLst/>
            </a:prstGeom>
          </p:spPr>
        </p:pic>
        <p:pic>
          <p:nvPicPr>
            <p:cNvPr id="281" name="グラフィックス 280" descr="ブログ 単色塗りつぶし">
              <a:extLst>
                <a:ext uri="{FF2B5EF4-FFF2-40B4-BE49-F238E27FC236}">
                  <ns2:creationId id="{2147A0B6-6530-118F-4AE4-CAF7AB5200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8"/>
                </a:ext>
              </a:extLst>
            </a:blip>
            <a:stretch>
              <a:fillRect/>
            </a:stretch>
          </p:blipFill>
          <p:spPr>
            <a:xfrm>
              <a:off x="10993799" y="4552646"/>
              <a:ext cx="288000" cy="288000"/>
            </a:xfrm>
            <a:prstGeom prst="rect">
              <a:avLst/>
            </a:prstGeom>
          </p:spPr>
        </p:pic>
        <p:sp>
          <p:nvSpPr>
            <p:cNvPr id="282" name="正方形/長方形 281">
              <a:extLst>
                <a:ext uri="{FF2B5EF4-FFF2-40B4-BE49-F238E27FC236}">
                  <ns2:creationId id="{961962E1-8252-B529-F4E1-735EBB8981BD}"/>
                </a:ext>
              </a:extLst>
            </p:cNvPr>
            <p:cNvSpPr/>
            <p:nvPr/>
          </p:nvSpPr>
          <p:spPr>
            <a:xfrm>
              <a:off x="8140760" y="4840646"/>
              <a:ext cx="72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74C0E855-8837-550A-CE3C-E6957A6DF7A7}"/>
                </a:ext>
              </a:extLst>
            </p:cNvPr>
            <p:cNvSpPr/>
            <p:nvPr/>
          </p:nvSpPr>
          <p:spPr>
            <a:xfrm>
              <a:off x="9109774" y="4840646"/>
              <a:ext cx="54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7E697ACC-C657-8F4B-0857-981D4AA2EC0C}"/>
                </a:ext>
              </a:extLst>
            </p:cNvPr>
            <p:cNvSpPr/>
            <p:nvPr/>
          </p:nvSpPr>
          <p:spPr>
            <a:xfrm>
              <a:off x="9898786" y="4840646"/>
              <a:ext cx="72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9CCF51DB-8D47-FFE8-8D5B-464105104A9B}"/>
                </a:ext>
              </a:extLst>
            </p:cNvPr>
            <p:cNvSpPr/>
            <p:nvPr/>
          </p:nvSpPr>
          <p:spPr>
            <a:xfrm>
              <a:off x="10777800" y="4840646"/>
              <a:ext cx="720000" cy="252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18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287" name="直線矢印コネクタ 286">
              <a:extLst>
                <a:ext uri="{FF2B5EF4-FFF2-40B4-BE49-F238E27FC236}">
                  <ns2:creationId id="{40B7ABA4-CBAB-8500-C3AC-2245EB8C554D}"/>
                </a:ext>
              </a:extLst>
            </p:cNvPr>
            <p:cNvCxnSpPr>
              <a:cxnSpLocks/>
              <a:stCxn id="277" idx="3"/>
              <a:endCxn id="279" idx="1"/>
            </p:cNvCxnSpPr>
            <p:nvPr/>
          </p:nvCxnSpPr>
          <p:spPr>
            <a:xfrm>
              <a:off x="8644759" y="4696646"/>
              <a:ext cx="591015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線矢印コネクタ 290">
              <a:extLst>
                <a:ext uri="{FF2B5EF4-FFF2-40B4-BE49-F238E27FC236}">
                  <ns2:creationId id="{A8A79A40-C0CC-E990-BA0F-DEE8FF01B9E8}"/>
                </a:ext>
              </a:extLst>
            </p:cNvPr>
            <p:cNvCxnSpPr>
              <a:cxnSpLocks/>
              <a:stCxn id="279" idx="3"/>
              <a:endCxn id="280" idx="1"/>
            </p:cNvCxnSpPr>
            <p:nvPr/>
          </p:nvCxnSpPr>
          <p:spPr>
            <a:xfrm>
              <a:off x="9523774" y="4696646"/>
              <a:ext cx="591013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直線矢印コネクタ 293">
              <a:extLst>
                <a:ext uri="{FF2B5EF4-FFF2-40B4-BE49-F238E27FC236}">
                  <ns2:creationId id="{B6743978-5631-E3F8-A9A8-53C1C1BAA598}"/>
                </a:ext>
              </a:extLst>
            </p:cNvPr>
            <p:cNvCxnSpPr>
              <a:cxnSpLocks/>
              <a:stCxn id="280" idx="3"/>
              <a:endCxn id="281" idx="1"/>
            </p:cNvCxnSpPr>
            <p:nvPr/>
          </p:nvCxnSpPr>
          <p:spPr>
            <a:xfrm>
              <a:off x="10402787" y="4696646"/>
              <a:ext cx="591012" cy="0"/>
            </a:xfrm>
            <a:prstGeom prst="straightConnector1">
              <a:avLst/>
            </a:prstGeom>
            <a:ln w="9525">
              <a:solidFill>
                <a:srgbClr val="008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97" name="グラフィックス 296" descr="歯車 1 つ 単色塗りつぶし">
              <a:extLst>
                <a:ext uri="{FF2B5EF4-FFF2-40B4-BE49-F238E27FC236}">
                  <ns2:creationId id="{C9ACF206-0D7A-94A6-EB41-72B3742AE5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9"/>
                </a:ext>
              </a:extLst>
            </a:blip>
            <a:srcRect/>
            <a:stretch/>
          </p:blipFill>
          <p:spPr>
            <a:xfrm>
              <a:off x="10228610" y="4624646"/>
              <a:ext cx="216000" cy="216000"/>
            </a:xfrm>
            <a:prstGeom prst="rect">
              <a:avLst/>
            </a:prstGeom>
          </p:spPr>
        </p:pic>
        <p:cxnSp>
          <p:nvCxnSpPr>
            <p:cNvPr id="298" name="コネクタ: カギ線 297">
              <a:extLst>
                <a:ext uri="{FF2B5EF4-FFF2-40B4-BE49-F238E27FC236}">
                  <ns2:creationId id="{19513EE3-4157-9FF1-77DF-15C968D76037}"/>
                </a:ext>
              </a:extLst>
            </p:cNvPr>
            <p:cNvCxnSpPr>
              <a:cxnSpLocks/>
              <a:stCxn id="278" idx="3"/>
              <a:endCxn id="279" idx="0"/>
            </p:cNvCxnSpPr>
            <p:nvPr/>
          </p:nvCxnSpPr>
          <p:spPr>
            <a:xfrm>
              <a:off x="8644757" y="4423734"/>
              <a:ext cx="735017" cy="128912"/>
            </a:xfrm>
            <a:prstGeom prst="bentConnector2">
              <a:avLst/>
            </a:prstGeom>
            <a:ln w="9525">
              <a:solidFill>
                <a:schemeClr val="accent2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0" name="円: 塗りつぶしなし 309">
              <a:extLst>
                <a:ext uri="{FF2B5EF4-FFF2-40B4-BE49-F238E27FC236}">
                  <ns2:creationId id="{BFED4C66-C233-E7FA-0D1E-6293C68119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86267" y="4571076"/>
              <a:ext cx="108000" cy="10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11" name="円: 塗りつぶしなし 310">
              <a:extLst>
                <a:ext uri="{FF2B5EF4-FFF2-40B4-BE49-F238E27FC236}">
                  <ns2:creationId id="{31786BFF-9AF8-346C-CACA-CAFEA69E91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44293" y="4571076"/>
              <a:ext cx="108000" cy="108000"/>
            </a:xfrm>
            <a:prstGeom prst="donut">
              <a:avLst/>
            </a:prstGeom>
            <a:noFill/>
            <a:ln w="19050">
              <a:solidFill>
                <a:srgbClr val="008000">
                  <a:alpha val="75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12" name="円: 塗りつぶしなし 311">
              <a:extLst>
                <a:ext uri="{FF2B5EF4-FFF2-40B4-BE49-F238E27FC236}">
                  <ns2:creationId id="{3B5F97A2-33A5-FBEA-06E3-3F6F02D41D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765281" y="4571076"/>
              <a:ext cx="108000" cy="10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cxnSp>
          <p:nvCxnSpPr>
            <p:cNvPr id="313" name="コネクタ: カギ線 312">
              <a:extLst>
                <a:ext uri="{FF2B5EF4-FFF2-40B4-BE49-F238E27FC236}">
                  <ns2:creationId id="{4B117916-0B30-D142-E671-2D8FB49FF04C}"/>
                </a:ext>
              </a:extLst>
            </p:cNvPr>
            <p:cNvCxnSpPr>
              <a:cxnSpLocks/>
              <a:stCxn id="310" idx="4"/>
              <a:endCxn id="283" idx="1"/>
            </p:cNvCxnSpPr>
            <p:nvPr/>
          </p:nvCxnSpPr>
          <p:spPr>
            <a:xfrm rot="16200000" flipH="1">
              <a:off x="8881235" y="4738107"/>
              <a:ext cx="287570" cy="169507"/>
            </a:xfrm>
            <a:prstGeom prst="bentConnector2">
              <a:avLst/>
            </a:prstGeom>
            <a:ln w="9525">
              <a:solidFill>
                <a:schemeClr val="accent2"/>
              </a:solidFill>
              <a:prstDash val="dash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0" name="正方形/長方形 319">
              <a:extLst>
                <a:ext uri="{FF2B5EF4-FFF2-40B4-BE49-F238E27FC236}">
                  <ns2:creationId id="{696CFEE0-7DE7-8CEC-3DB3-881474F1E66A}"/>
                </a:ext>
              </a:extLst>
            </p:cNvPr>
            <p:cNvSpPr/>
            <p:nvPr/>
          </p:nvSpPr>
          <p:spPr>
            <a:xfrm>
              <a:off x="8253393" y="5121704"/>
              <a:ext cx="3600000" cy="18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1" name="正方形/長方形 320">
              <a:extLst>
                <a:ext uri="{FF2B5EF4-FFF2-40B4-BE49-F238E27FC236}">
                  <ns2:creationId id="{EC6E5F0E-5658-EA30-83E5-20242F3BE827}"/>
                </a:ext>
              </a:extLst>
            </p:cNvPr>
            <p:cNvSpPr/>
            <p:nvPr/>
          </p:nvSpPr>
          <p:spPr>
            <a:xfrm>
              <a:off x="9500859" y="5301704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7" name="正方形/長方形 326">
              <a:extLst>
                <a:ext uri="{FF2B5EF4-FFF2-40B4-BE49-F238E27FC236}">
                  <ns2:creationId id="{4010680A-8018-A4D5-F307-C12275EB8EA4}"/>
                </a:ext>
              </a:extLst>
            </p:cNvPr>
            <p:cNvSpPr/>
            <p:nvPr/>
          </p:nvSpPr>
          <p:spPr>
            <a:xfrm>
              <a:off x="8253392" y="5666056"/>
              <a:ext cx="3600000" cy="288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dirty="0">
                <a:solidFill>
                  <a:srgbClr val="008000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8" name="正方形/長方形 327">
              <a:extLst>
                <a:ext uri="{FF2B5EF4-FFF2-40B4-BE49-F238E27FC236}">
                  <ns2:creationId id="{40B859A6-8FE2-6F00-5F3F-04F3FCAC547C}"/>
                </a:ext>
              </a:extLst>
            </p:cNvPr>
            <p:cNvSpPr/>
            <p:nvPr/>
          </p:nvSpPr>
          <p:spPr>
            <a:xfrm>
              <a:off x="9500859" y="5948725"/>
              <a:ext cx="2160000" cy="360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35" name="円: 塗りつぶしなし 334">
              <a:extLst>
                <a:ext uri="{FF2B5EF4-FFF2-40B4-BE49-F238E27FC236}">
                  <ns2:creationId id="{D3461387-BAE5-730D-58DD-AFA45173E9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68946" y="5337705"/>
              <a:ext cx="288000" cy="28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36" name="円: 塗りつぶしなし 335">
              <a:extLst>
                <a:ext uri="{FF2B5EF4-FFF2-40B4-BE49-F238E27FC236}">
                  <ns2:creationId id="{82BDD699-15A5-2F47-3D09-B36EC78558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68946" y="5984726"/>
              <a:ext cx="288000" cy="288000"/>
            </a:xfrm>
            <a:prstGeom prst="donut">
              <a:avLst>
                <a:gd name="adj" fmla="val 13447"/>
              </a:avLst>
            </a:prstGeom>
            <a:solidFill>
              <a:srgbClr val="008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337" name="円: 塗りつぶしなし 336">
              <a:extLst>
                <a:ext uri="{FF2B5EF4-FFF2-40B4-BE49-F238E27FC236}">
                  <ns2:creationId id="{6CC4B632-4A25-420D-4CFF-A719A3D74E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68945" y="5666057"/>
              <a:ext cx="288000" cy="288000"/>
            </a:xfrm>
            <a:prstGeom prst="donut">
              <a:avLst/>
            </a:prstGeom>
            <a:noFill/>
            <a:ln w="25400">
              <a:solidFill>
                <a:srgbClr val="008000">
                  <a:alpha val="25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pic>
          <p:nvPicPr>
            <p:cNvPr id="338" name="グラフィックス 337" descr="拡大鏡 単色塗りつぶし">
              <a:extLst>
                <a:ext uri="{FF2B5EF4-FFF2-40B4-BE49-F238E27FC236}">
                  <ns2:creationId id="{95DC8AE5-883E-1EE7-EE2A-81724EBC32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0"/>
                </a:ext>
              </a:extLst>
            </a:blip>
            <a:stretch>
              <a:fillRect/>
            </a:stretch>
          </p:blipFill>
          <p:spPr>
            <a:xfrm>
              <a:off x="8356759" y="5337704"/>
              <a:ext cx="287999" cy="287999"/>
            </a:xfrm>
            <a:prstGeom prst="rect">
              <a:avLst/>
            </a:prstGeom>
          </p:spPr>
        </p:pic>
        <p:pic>
          <p:nvPicPr>
            <p:cNvPr id="339" name="グラフィックス 338" descr="ブログ 単色塗りつぶし">
              <a:extLst>
                <a:ext uri="{FF2B5EF4-FFF2-40B4-BE49-F238E27FC236}">
                  <ns2:creationId id="{B0FC5D32-60AE-4B10-42F6-6AEB608A54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tretch>
              <a:fillRect/>
            </a:stretch>
          </p:blipFill>
          <p:spPr>
            <a:xfrm>
              <a:off x="8356758" y="5984725"/>
              <a:ext cx="287999" cy="287999"/>
            </a:xfrm>
            <a:prstGeom prst="rect">
              <a:avLst/>
            </a:prstGeom>
          </p:spPr>
        </p:pic>
        <p:pic>
          <p:nvPicPr>
            <p:cNvPr id="7" name="グラフィックス 6" descr="警告 単色塗りつぶし">
              <a:extLst>
                <a:ext uri="{FF2B5EF4-FFF2-40B4-BE49-F238E27FC236}">
                  <ns2:creationId id="{417F765E-F2B1-288C-9E7A-8A3E571D3D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1"/>
                </a:ext>
              </a:extLst>
            </a:blip>
            <a:stretch>
              <a:fillRect/>
            </a:stretch>
          </p:blipFill>
          <p:spPr>
            <a:xfrm>
              <a:off x="8940264" y="4279734"/>
              <a:ext cx="144000" cy="144000"/>
            </a:xfrm>
            <a:prstGeom prst="rect">
              <a:avLst/>
            </a:prstGeom>
          </p:spPr>
        </p:pic>
        <p:pic>
          <p:nvPicPr>
            <p:cNvPr id="8" name="グラフィックス 7" descr="警告 単色塗りつぶし">
              <a:extLst>
                <a:ext uri="{FF2B5EF4-FFF2-40B4-BE49-F238E27FC236}">
                  <ns2:creationId id="{669F94F4-9228-F5A5-A64A-5A3562F2F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1"/>
                </a:ext>
              </a:extLst>
            </a:blip>
            <a:stretch>
              <a:fillRect/>
            </a:stretch>
          </p:blipFill>
          <p:spPr>
            <a:xfrm>
              <a:off x="8796265" y="4750858"/>
              <a:ext cx="144000" cy="144000"/>
            </a:xfrm>
            <a:prstGeom prst="rect">
              <a:avLst/>
            </a:prstGeom>
          </p:spPr>
        </p:pic>
      </p:grpSp>
      <p:sp>
        <p:nvSpPr>
          <p:cNvPr id="11" name="テキスト プレースホルダー 2">
            <a:extLst>
              <a:ext uri="{FF2B5EF4-FFF2-40B4-BE49-F238E27FC236}">
                <ns2:creationId id="{0A1D7847-0CF2-D147-61E3-259203113C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5:creationId val="776723624"/>
      </p:ext>
    </p:extLst>
  </p:cSld>
  <p:clrMapOvr>
    <a:masterClrMapping/>
  </p:clrMapOvr>
</p:sld>
</file>

<file path=ppt/slides/slide385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CCBCB777-DD71-3B9C-8BE9-6E4861AED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9E3A7B9-3636-2054-4009-C2258986A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XX</a:t>
            </a:r>
            <a:br>
              <a:rPr kumimoji="1" lang="en-US" altLang="ja-JP" dirty="0"/>
            </a:br>
            <a:r>
              <a:rPr kumimoji="1" lang="ja-JP" altLang="en-US" dirty="0"/>
              <a:t>XX</a:t>
            </a:r>
          </a:p>
        </p:txBody>
      </p:sp>
      <p:grpSp>
        <p:nvGrpSpPr>
          <p:cNvPr id="328" name="グループ化 327">
            <a:extLst>
              <a:ext uri="{FF2B5EF4-FFF2-40B4-BE49-F238E27FC236}">
                <ns2:creationId id="{5ACD238B-B1B1-8945-568A-5D5D6459D815}"/>
              </a:ext>
            </a:extLst>
          </p:cNvPr>
          <p:cNvGrpSpPr/>
          <p:nvPr/>
        </p:nvGrpSpPr>
        <p:grpSpPr>
          <a:xfrm>
            <a:off x="345848" y="1639661"/>
            <a:ext cx="11508708" cy="4669064"/>
            <a:chOff x="345848" y="1639661"/>
            <a:chExt cx="11508708" cy="4669064"/>
          </a:xfrm>
        </p:grpSpPr>
        <p:grpSp>
          <p:nvGrpSpPr>
            <p:cNvPr id="186" name="グループ化 185">
              <a:extLst>
                <a:ext uri="{FF2B5EF4-FFF2-40B4-BE49-F238E27FC236}">
                  <ns2:creationId id="{51D1C139-DFB2-B586-20CF-1307A1228539}"/>
                </a:ext>
              </a:extLst>
            </p:cNvPr>
            <p:cNvGrpSpPr/>
            <p:nvPr/>
          </p:nvGrpSpPr>
          <p:grpSpPr>
            <a:xfrm>
              <a:off x="740979" y="2581371"/>
              <a:ext cx="11113577" cy="1008000"/>
              <a:chOff x="740979" y="2642375"/>
              <a:chExt cx="11113577" cy="1008000"/>
            </a:xfrm>
          </p:grpSpPr>
          <p:sp>
            <p:nvSpPr>
              <p:cNvPr id="9" name="四角形: 角を丸くする 8">
                <a:extLst>
                  <a:ext uri="{FF2B5EF4-FFF2-40B4-BE49-F238E27FC236}">
                    <ns2:creationId id="{7D5A0AEA-9517-A5E0-5D54-E53CD26C9FF6}"/>
                  </a:ext>
                </a:extLst>
              </p:cNvPr>
              <p:cNvSpPr/>
              <p:nvPr/>
            </p:nvSpPr>
            <p:spPr>
              <a:xfrm>
                <a:off x="740979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1" name="四角形: 角を丸くする 10">
                <a:extLst>
                  <a:ext uri="{FF2B5EF4-FFF2-40B4-BE49-F238E27FC236}">
                    <ns2:creationId id="{1C53BCE1-3A3F-E577-3698-77518DD9A0DA}"/>
                  </a:ext>
                </a:extLst>
              </p:cNvPr>
              <p:cNvSpPr/>
              <p:nvPr/>
            </p:nvSpPr>
            <p:spPr>
              <a:xfrm>
                <a:off x="740979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2" name="四角形: 角を丸くする 11">
                <a:extLst>
                  <a:ext uri="{FF2B5EF4-FFF2-40B4-BE49-F238E27FC236}">
                    <ns2:creationId id="{61583D06-5B7D-7C06-BDFD-88B1B70C7623}"/>
                  </a:ext>
                </a:extLst>
              </p:cNvPr>
              <p:cNvSpPr/>
              <p:nvPr/>
            </p:nvSpPr>
            <p:spPr>
              <a:xfrm>
                <a:off x="1604110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3" name="四角形: 角を丸くする 12">
                <a:extLst>
                  <a:ext uri="{FF2B5EF4-FFF2-40B4-BE49-F238E27FC236}">
                    <ns2:creationId id="{6821CDC6-DCA8-9F61-F238-1DB983DA5DC0}"/>
                  </a:ext>
                </a:extLst>
              </p:cNvPr>
              <p:cNvSpPr/>
              <p:nvPr/>
            </p:nvSpPr>
            <p:spPr>
              <a:xfrm>
                <a:off x="2467241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4" name="四角形: 角を丸くする 13">
                <a:extLst>
                  <a:ext uri="{FF2B5EF4-FFF2-40B4-BE49-F238E27FC236}">
                    <ns2:creationId id="{06277344-3E69-03C6-6C9D-3B00E9FC31D1}"/>
                  </a:ext>
                </a:extLst>
              </p:cNvPr>
              <p:cNvSpPr/>
              <p:nvPr/>
            </p:nvSpPr>
            <p:spPr>
              <a:xfrm>
                <a:off x="3330372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ns2:creationId id="{B32517C0-E9D5-6471-217C-F13777E9008C}"/>
                  </a:ext>
                </a:extLst>
              </p:cNvPr>
              <p:cNvSpPr/>
              <p:nvPr/>
            </p:nvSpPr>
            <p:spPr>
              <a:xfrm>
                <a:off x="4193503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四角形: 角を丸くする 15">
                <a:extLst>
                  <a:ext uri="{FF2B5EF4-FFF2-40B4-BE49-F238E27FC236}">
                    <ns2:creationId id="{0FE9CD82-6BFE-2FB2-42A5-2B3B5FD70054}"/>
                  </a:ext>
                </a:extLst>
              </p:cNvPr>
              <p:cNvSpPr/>
              <p:nvPr/>
            </p:nvSpPr>
            <p:spPr>
              <a:xfrm>
                <a:off x="5056634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ns2:creationId id="{F8E1D93F-6C03-F1D6-3AD1-C8C76F17BDED}"/>
                  </a:ext>
                </a:extLst>
              </p:cNvPr>
              <p:cNvSpPr/>
              <p:nvPr/>
            </p:nvSpPr>
            <p:spPr>
              <a:xfrm>
                <a:off x="5919765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四角形: 角を丸くする 17">
                <a:extLst>
                  <a:ext uri="{FF2B5EF4-FFF2-40B4-BE49-F238E27FC236}">
                    <ns2:creationId id="{0B19858A-3908-1AC3-16FE-C13E4006692B}"/>
                  </a:ext>
                </a:extLst>
              </p:cNvPr>
              <p:cNvSpPr/>
              <p:nvPr/>
            </p:nvSpPr>
            <p:spPr>
              <a:xfrm>
                <a:off x="6782896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9" name="四角形: 角を丸くする 18">
                <a:extLst>
                  <a:ext uri="{FF2B5EF4-FFF2-40B4-BE49-F238E27FC236}">
                    <ns2:creationId id="{14EA70AD-96E6-82C1-A8F6-F448695D6F16}"/>
                  </a:ext>
                </a:extLst>
              </p:cNvPr>
              <p:cNvSpPr/>
              <p:nvPr/>
            </p:nvSpPr>
            <p:spPr>
              <a:xfrm>
                <a:off x="7646027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0" name="四角形: 角を丸くする 19">
                <a:extLst>
                  <a:ext uri="{FF2B5EF4-FFF2-40B4-BE49-F238E27FC236}">
                    <ns2:creationId id="{508A8661-BD55-2C40-074F-E514BE0BFC56}"/>
                  </a:ext>
                </a:extLst>
              </p:cNvPr>
              <p:cNvSpPr/>
              <p:nvPr/>
            </p:nvSpPr>
            <p:spPr>
              <a:xfrm>
                <a:off x="8509158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1" name="四角形: 角を丸くする 20">
                <a:extLst>
                  <a:ext uri="{FF2B5EF4-FFF2-40B4-BE49-F238E27FC236}">
                    <ns2:creationId id="{4F3BEF38-DCC9-B27D-7FF5-35CFE03ECD3C}"/>
                  </a:ext>
                </a:extLst>
              </p:cNvPr>
              <p:cNvSpPr/>
              <p:nvPr/>
            </p:nvSpPr>
            <p:spPr>
              <a:xfrm>
                <a:off x="9372289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四角形: 角を丸くする 21">
                <a:extLst>
                  <a:ext uri="{FF2B5EF4-FFF2-40B4-BE49-F238E27FC236}">
                    <ns2:creationId id="{A4499D30-E148-1169-07BC-356288BB52C4}"/>
                  </a:ext>
                </a:extLst>
              </p:cNvPr>
              <p:cNvSpPr/>
              <p:nvPr/>
            </p:nvSpPr>
            <p:spPr>
              <a:xfrm>
                <a:off x="10235420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3" name="四角形: 角を丸くする 22">
                <a:extLst>
                  <a:ext uri="{FF2B5EF4-FFF2-40B4-BE49-F238E27FC236}">
                    <ns2:creationId id="{3CE415B7-03C9-F718-E93A-195E53261166}"/>
                  </a:ext>
                </a:extLst>
              </p:cNvPr>
              <p:cNvSpPr/>
              <p:nvPr/>
            </p:nvSpPr>
            <p:spPr>
              <a:xfrm>
                <a:off x="11098555" y="2642375"/>
                <a:ext cx="756000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6" name="四角形: 角を丸くする 25">
                <a:extLst>
                  <a:ext uri="{FF2B5EF4-FFF2-40B4-BE49-F238E27FC236}">
                    <ns2:creationId id="{DC6CCE52-5237-6CF5-E71F-65C5CA278D1D}"/>
                  </a:ext>
                </a:extLst>
              </p:cNvPr>
              <p:cNvSpPr/>
              <p:nvPr/>
            </p:nvSpPr>
            <p:spPr>
              <a:xfrm>
                <a:off x="1604110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7" name="四角形: 角を丸くする 26">
                <a:extLst>
                  <a:ext uri="{FF2B5EF4-FFF2-40B4-BE49-F238E27FC236}">
                    <ns2:creationId id="{A331C6BE-57D2-9DE3-AD02-7B9E7A116F29}"/>
                  </a:ext>
                </a:extLst>
              </p:cNvPr>
              <p:cNvSpPr/>
              <p:nvPr/>
            </p:nvSpPr>
            <p:spPr>
              <a:xfrm>
                <a:off x="2467241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四角形: 角を丸くする 27">
                <a:extLst>
                  <a:ext uri="{FF2B5EF4-FFF2-40B4-BE49-F238E27FC236}">
                    <ns2:creationId id="{C1321AF4-FFC9-D9D5-FADE-9C4257EA6355}"/>
                  </a:ext>
                </a:extLst>
              </p:cNvPr>
              <p:cNvSpPr/>
              <p:nvPr/>
            </p:nvSpPr>
            <p:spPr>
              <a:xfrm>
                <a:off x="3330372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9" name="四角形: 角を丸くする 28">
                <a:extLst>
                  <a:ext uri="{FF2B5EF4-FFF2-40B4-BE49-F238E27FC236}">
                    <ns2:creationId id="{83936E9E-374D-2841-FAD1-34DB8CC21C21}"/>
                  </a:ext>
                </a:extLst>
              </p:cNvPr>
              <p:cNvSpPr/>
              <p:nvPr/>
            </p:nvSpPr>
            <p:spPr>
              <a:xfrm>
                <a:off x="4193503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0" name="四角形: 角を丸くする 29">
                <a:extLst>
                  <a:ext uri="{FF2B5EF4-FFF2-40B4-BE49-F238E27FC236}">
                    <ns2:creationId id="{44A6D688-EF48-4D4A-03F7-DC9DDC809CE0}"/>
                  </a:ext>
                </a:extLst>
              </p:cNvPr>
              <p:cNvSpPr/>
              <p:nvPr/>
            </p:nvSpPr>
            <p:spPr>
              <a:xfrm>
                <a:off x="5056634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四角形: 角を丸くする 30">
                <a:extLst>
                  <a:ext uri="{FF2B5EF4-FFF2-40B4-BE49-F238E27FC236}">
                    <ns2:creationId id="{57172B40-E3CD-C8E1-F233-221DE0863A4D}"/>
                  </a:ext>
                </a:extLst>
              </p:cNvPr>
              <p:cNvSpPr/>
              <p:nvPr/>
            </p:nvSpPr>
            <p:spPr>
              <a:xfrm>
                <a:off x="5919765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四角形: 角を丸くする 31">
                <a:extLst>
                  <a:ext uri="{FF2B5EF4-FFF2-40B4-BE49-F238E27FC236}">
                    <ns2:creationId id="{FB2523C1-F4BC-AFD6-6B92-60C5D40943CB}"/>
                  </a:ext>
                </a:extLst>
              </p:cNvPr>
              <p:cNvSpPr/>
              <p:nvPr/>
            </p:nvSpPr>
            <p:spPr>
              <a:xfrm>
                <a:off x="6782896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3" name="四角形: 角を丸くする 32">
                <a:extLst>
                  <a:ext uri="{FF2B5EF4-FFF2-40B4-BE49-F238E27FC236}">
                    <ns2:creationId id="{C5FCF5D7-FC89-68F9-394F-4AB69D9BCD2D}"/>
                  </a:ext>
                </a:extLst>
              </p:cNvPr>
              <p:cNvSpPr/>
              <p:nvPr/>
            </p:nvSpPr>
            <p:spPr>
              <a:xfrm>
                <a:off x="7646027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zh-TW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四角形: 角を丸くする 33">
                <a:extLst>
                  <a:ext uri="{FF2B5EF4-FFF2-40B4-BE49-F238E27FC236}">
                    <ns2:creationId id="{B96A169C-999C-5048-399C-02F2629A0923}"/>
                  </a:ext>
                </a:extLst>
              </p:cNvPr>
              <p:cNvSpPr/>
              <p:nvPr/>
            </p:nvSpPr>
            <p:spPr>
              <a:xfrm>
                <a:off x="8509158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5" name="四角形: 角を丸くする 34">
                <a:extLst>
                  <a:ext uri="{FF2B5EF4-FFF2-40B4-BE49-F238E27FC236}">
                    <ns2:creationId id="{D96233D9-625F-B217-1C0A-0BB3D81DEBFC}"/>
                  </a:ext>
                </a:extLst>
              </p:cNvPr>
              <p:cNvSpPr/>
              <p:nvPr/>
            </p:nvSpPr>
            <p:spPr>
              <a:xfrm>
                <a:off x="9372289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6" name="四角形: 角を丸くする 35">
                <a:extLst>
                  <a:ext uri="{FF2B5EF4-FFF2-40B4-BE49-F238E27FC236}">
                    <ns2:creationId id="{0B854234-04FB-845D-533A-BF0B70EDF5CD}"/>
                  </a:ext>
                </a:extLst>
              </p:cNvPr>
              <p:cNvSpPr/>
              <p:nvPr/>
            </p:nvSpPr>
            <p:spPr>
              <a:xfrm>
                <a:off x="10235420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・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7" name="四角形: 角を丸くする 36">
                <a:extLst>
                  <a:ext uri="{FF2B5EF4-FFF2-40B4-BE49-F238E27FC236}">
                    <ns2:creationId id="{8A802342-D9F1-EE43-3636-DFCF42130DF0}"/>
                  </a:ext>
                </a:extLst>
              </p:cNvPr>
              <p:cNvSpPr/>
              <p:nvPr/>
            </p:nvSpPr>
            <p:spPr>
              <a:xfrm>
                <a:off x="11098556" y="2930375"/>
                <a:ext cx="756000" cy="720000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9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6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6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41" name="四角形: 角を丸くする 40">
              <a:extLst>
                <a:ext uri="{FF2B5EF4-FFF2-40B4-BE49-F238E27FC236}">
                  <ns2:creationId id="{E239B468-3556-1E6C-C676-B1544CBE63E6}"/>
                </a:ext>
              </a:extLst>
            </p:cNvPr>
            <p:cNvSpPr/>
            <p:nvPr/>
          </p:nvSpPr>
          <p:spPr>
            <a:xfrm>
              <a:off x="740979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3" name="四角形: 角を丸くする 42">
              <a:extLst>
                <a:ext uri="{FF2B5EF4-FFF2-40B4-BE49-F238E27FC236}">
                  <ns2:creationId id="{AD239A7E-292E-D347-49A4-1FA7849E3B2A}"/>
                </a:ext>
              </a:extLst>
            </p:cNvPr>
            <p:cNvSpPr/>
            <p:nvPr/>
          </p:nvSpPr>
          <p:spPr>
            <a:xfrm>
              <a:off x="6025402" y="1639661"/>
              <a:ext cx="1440000" cy="288000"/>
            </a:xfrm>
            <a:prstGeom prst="roundRect">
              <a:avLst>
                <a:gd name="adj" fmla="val 0"/>
              </a:avLst>
            </a:prstGeom>
            <a:solidFill>
              <a:srgbClr val="008000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6" name="四角形: 角を丸くする 45">
              <a:extLst>
                <a:ext uri="{FF2B5EF4-FFF2-40B4-BE49-F238E27FC236}">
                  <ns2:creationId id="{25574CF8-0D62-1DBA-6AA7-79900ADB1CE7}"/>
                </a:ext>
              </a:extLst>
            </p:cNvPr>
            <p:cNvSpPr/>
            <p:nvPr/>
          </p:nvSpPr>
          <p:spPr>
            <a:xfrm>
              <a:off x="740979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7" name="四角形: 角を丸くする 46">
              <a:extLst>
                <a:ext uri="{FF2B5EF4-FFF2-40B4-BE49-F238E27FC236}">
                  <ns2:creationId id="{0F23F561-3346-0100-4FBA-1DAF50976F40}"/>
                </a:ext>
              </a:extLst>
            </p:cNvPr>
            <p:cNvSpPr/>
            <p:nvPr/>
          </p:nvSpPr>
          <p:spPr>
            <a:xfrm>
              <a:off x="345848" y="5503082"/>
              <a:ext cx="288000" cy="805642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備考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51" name="コネクタ: カギ線 50">
              <a:extLst>
                <a:ext uri="{FF2B5EF4-FFF2-40B4-BE49-F238E27FC236}">
                  <ns2:creationId id="{6A4C2F00-017B-1432-1019-C913D4514E7E}"/>
                </a:ext>
              </a:extLst>
            </p:cNvPr>
            <p:cNvCxnSpPr>
              <a:cxnSpLocks/>
              <a:stCxn id="43" idx="2"/>
              <a:endCxn id="4" idx="0"/>
            </p:cNvCxnSpPr>
            <p:nvPr/>
          </p:nvCxnSpPr>
          <p:spPr>
            <a:xfrm rot="5400000">
              <a:off x="4488112" y="-146775"/>
              <a:ext cx="182855" cy="4331726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コネクタ: カギ線 51">
              <a:extLst>
                <a:ext uri="{FF2B5EF4-FFF2-40B4-BE49-F238E27FC236}">
                  <ns2:creationId id="{CC593B62-7DEB-B502-96E1-B17B66DCF8D0}"/>
                </a:ext>
              </a:extLst>
            </p:cNvPr>
            <p:cNvCxnSpPr>
              <a:cxnSpLocks/>
              <a:stCxn id="43" idx="2"/>
              <a:endCxn id="6" idx="0"/>
            </p:cNvCxnSpPr>
            <p:nvPr/>
          </p:nvCxnSpPr>
          <p:spPr>
            <a:xfrm rot="5400000">
              <a:off x="5996574" y="1365721"/>
              <a:ext cx="186889" cy="1310768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コネクタ: カギ線 54">
              <a:extLst>
                <a:ext uri="{FF2B5EF4-FFF2-40B4-BE49-F238E27FC236}">
                  <ns2:creationId id="{7948C38C-BB8D-3BEE-3BCF-DCED80B23EA7}"/>
                </a:ext>
              </a:extLst>
            </p:cNvPr>
            <p:cNvCxnSpPr>
              <a:cxnSpLocks/>
              <a:stCxn id="43" idx="2"/>
              <a:endCxn id="7" idx="0"/>
            </p:cNvCxnSpPr>
            <p:nvPr/>
          </p:nvCxnSpPr>
          <p:spPr>
            <a:xfrm rot="16200000" flipH="1">
              <a:off x="7291271" y="1381792"/>
              <a:ext cx="186889" cy="127862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コネクタ: カギ線 57">
              <a:extLst>
                <a:ext uri="{FF2B5EF4-FFF2-40B4-BE49-F238E27FC236}">
                  <ns2:creationId id="{4B44C484-AA16-7228-950B-F84C69FD41BC}"/>
                </a:ext>
              </a:extLst>
            </p:cNvPr>
            <p:cNvCxnSpPr>
              <a:cxnSpLocks/>
              <a:stCxn id="43" idx="2"/>
              <a:endCxn id="8" idx="0"/>
            </p:cNvCxnSpPr>
            <p:nvPr/>
          </p:nvCxnSpPr>
          <p:spPr>
            <a:xfrm rot="16200000" flipH="1">
              <a:off x="8585132" y="87930"/>
              <a:ext cx="186889" cy="3866349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コネクタ: カギ線 60">
              <a:extLst>
                <a:ext uri="{FF2B5EF4-FFF2-40B4-BE49-F238E27FC236}">
                  <ns2:creationId id="{71C4ABAF-A4C2-0635-8B21-C0C63BA09813}"/>
                </a:ext>
              </a:extLst>
            </p:cNvPr>
            <p:cNvCxnSpPr>
              <a:cxnSpLocks/>
              <a:stCxn id="9" idx="0"/>
              <a:endCxn id="4" idx="2"/>
            </p:cNvCxnSpPr>
            <p:nvPr/>
          </p:nvCxnSpPr>
          <p:spPr>
            <a:xfrm rot="5400000" flipH="1" flipV="1">
              <a:off x="1674900" y="1842596"/>
              <a:ext cx="182855" cy="1294697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コネクタ: カギ線 66">
              <a:extLst>
                <a:ext uri="{FF2B5EF4-FFF2-40B4-BE49-F238E27FC236}">
                  <ns2:creationId id="{4BFF83E9-A49C-D9D6-CCB0-C75178688AB2}"/>
                </a:ext>
              </a:extLst>
            </p:cNvPr>
            <p:cNvCxnSpPr>
              <a:cxnSpLocks/>
              <a:stCxn id="12" idx="0"/>
              <a:endCxn id="4" idx="2"/>
            </p:cNvCxnSpPr>
            <p:nvPr/>
          </p:nvCxnSpPr>
          <p:spPr>
            <a:xfrm rot="5400000" flipH="1" flipV="1">
              <a:off x="2106466" y="2274161"/>
              <a:ext cx="182855" cy="43156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コネクタ: カギ線 69">
              <a:extLst>
                <a:ext uri="{FF2B5EF4-FFF2-40B4-BE49-F238E27FC236}">
                  <ns2:creationId id="{8F25BE8C-F6A6-BBC1-B33D-71863EAE8BF8}"/>
                </a:ext>
              </a:extLst>
            </p:cNvPr>
            <p:cNvCxnSpPr>
              <a:cxnSpLocks/>
              <a:stCxn id="13" idx="0"/>
              <a:endCxn id="4" idx="2"/>
            </p:cNvCxnSpPr>
            <p:nvPr/>
          </p:nvCxnSpPr>
          <p:spPr>
            <a:xfrm rot="16200000" flipV="1">
              <a:off x="2538032" y="2274161"/>
              <a:ext cx="182855" cy="431565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コネクタ: カギ線 72">
              <a:extLst>
                <a:ext uri="{FF2B5EF4-FFF2-40B4-BE49-F238E27FC236}">
                  <ns2:creationId id="{6D3DBF24-97BE-8AC0-C36F-AF974F56151A}"/>
                </a:ext>
              </a:extLst>
            </p:cNvPr>
            <p:cNvCxnSpPr>
              <a:cxnSpLocks/>
              <a:stCxn id="14" idx="0"/>
              <a:endCxn id="4" idx="2"/>
            </p:cNvCxnSpPr>
            <p:nvPr/>
          </p:nvCxnSpPr>
          <p:spPr>
            <a:xfrm rot="16200000" flipV="1">
              <a:off x="2969597" y="1842596"/>
              <a:ext cx="182855" cy="1294696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コネクタ: カギ線 85">
              <a:extLst>
                <a:ext uri="{FF2B5EF4-FFF2-40B4-BE49-F238E27FC236}">
                  <ns2:creationId id="{CE586E6E-9A7A-7289-C54B-BDB10AE0BB96}"/>
                </a:ext>
              </a:extLst>
            </p:cNvPr>
            <p:cNvCxnSpPr>
              <a:cxnSpLocks/>
              <a:stCxn id="15" idx="0"/>
              <a:endCxn id="6" idx="2"/>
            </p:cNvCxnSpPr>
            <p:nvPr/>
          </p:nvCxnSpPr>
          <p:spPr>
            <a:xfrm rot="5400000" flipH="1" flipV="1">
              <a:off x="4913658" y="2060396"/>
              <a:ext cx="178821" cy="86313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コネクタ: カギ線 88">
              <a:extLst>
                <a:ext uri="{FF2B5EF4-FFF2-40B4-BE49-F238E27FC236}">
                  <ns2:creationId id="{485FE4D4-1909-2BDB-44B4-8A134296B867}"/>
                </a:ext>
              </a:extLst>
            </p:cNvPr>
            <p:cNvCxnSpPr>
              <a:cxnSpLocks/>
              <a:stCxn id="17" idx="0"/>
              <a:endCxn id="6" idx="2"/>
            </p:cNvCxnSpPr>
            <p:nvPr/>
          </p:nvCxnSpPr>
          <p:spPr>
            <a:xfrm rot="16200000" flipV="1">
              <a:off x="5776790" y="2060395"/>
              <a:ext cx="178821" cy="86313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コネクタ: カギ線 92">
              <a:extLst>
                <a:ext uri="{FF2B5EF4-FFF2-40B4-BE49-F238E27FC236}">
                  <ns2:creationId id="{24440B38-76FF-D3B9-0297-8D9A0634132B}"/>
                </a:ext>
              </a:extLst>
            </p:cNvPr>
            <p:cNvCxnSpPr>
              <a:cxnSpLocks/>
              <a:stCxn id="18" idx="0"/>
              <a:endCxn id="7" idx="2"/>
            </p:cNvCxnSpPr>
            <p:nvPr/>
          </p:nvCxnSpPr>
          <p:spPr>
            <a:xfrm rot="5400000" flipH="1" flipV="1">
              <a:off x="7503052" y="2060395"/>
              <a:ext cx="178821" cy="86313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コネクタ: カギ線 93">
              <a:extLst>
                <a:ext uri="{FF2B5EF4-FFF2-40B4-BE49-F238E27FC236}">
                  <ns2:creationId id="{7DBFD2B2-32F8-45A6-6E82-9F2E30080D5A}"/>
                </a:ext>
              </a:extLst>
            </p:cNvPr>
            <p:cNvCxnSpPr>
              <a:cxnSpLocks/>
              <a:stCxn id="20" idx="0"/>
              <a:endCxn id="7" idx="2"/>
            </p:cNvCxnSpPr>
            <p:nvPr/>
          </p:nvCxnSpPr>
          <p:spPr>
            <a:xfrm rot="16200000" flipV="1">
              <a:off x="8366183" y="2060396"/>
              <a:ext cx="178821" cy="863130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コネクタ: カギ線 98">
              <a:extLst>
                <a:ext uri="{FF2B5EF4-FFF2-40B4-BE49-F238E27FC236}">
                  <ns2:creationId id="{06B34E28-998C-D6E9-0F67-7D385F47BD18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 rot="16200000" flipH="1">
              <a:off x="10954743" y="2059558"/>
              <a:ext cx="178821" cy="864804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コネクタ: カギ線 99">
              <a:extLst>
                <a:ext uri="{FF2B5EF4-FFF2-40B4-BE49-F238E27FC236}">
                  <ns2:creationId id="{1646F2E8-AB3B-1708-AC9D-072DB0100859}"/>
                </a:ext>
              </a:extLst>
            </p:cNvPr>
            <p:cNvCxnSpPr>
              <a:cxnSpLocks/>
              <a:stCxn id="21" idx="0"/>
              <a:endCxn id="8" idx="2"/>
            </p:cNvCxnSpPr>
            <p:nvPr/>
          </p:nvCxnSpPr>
          <p:spPr>
            <a:xfrm rot="5400000" flipH="1" flipV="1">
              <a:off x="10091610" y="2061230"/>
              <a:ext cx="178821" cy="861462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ns2:creationId id="{DCFDE769-8F22-DA70-7861-BF74ECDC9DBF}"/>
                </a:ext>
              </a:extLst>
            </p:cNvPr>
            <p:cNvCxnSpPr>
              <a:cxnSpLocks/>
              <a:stCxn id="6" idx="2"/>
              <a:endCxn id="16" idx="0"/>
            </p:cNvCxnSpPr>
            <p:nvPr/>
          </p:nvCxnSpPr>
          <p:spPr>
            <a:xfrm>
              <a:off x="5434634" y="2402550"/>
              <a:ext cx="0" cy="17882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ns2:creationId id="{9002B38D-7F70-B920-1D70-F83FF1820E80}"/>
                </a:ext>
              </a:extLst>
            </p:cNvPr>
            <p:cNvCxnSpPr>
              <a:cxnSpLocks/>
              <a:stCxn id="7" idx="2"/>
              <a:endCxn id="19" idx="0"/>
            </p:cNvCxnSpPr>
            <p:nvPr/>
          </p:nvCxnSpPr>
          <p:spPr>
            <a:xfrm flipH="1">
              <a:off x="8024027" y="2402550"/>
              <a:ext cx="1" cy="17882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ns2:creationId id="{F6932EC2-75EC-4968-9F8B-18D6707F9BBD}"/>
                </a:ext>
              </a:extLst>
            </p:cNvPr>
            <p:cNvCxnSpPr>
              <a:cxnSpLocks/>
              <a:stCxn id="8" idx="2"/>
              <a:endCxn id="22" idx="0"/>
            </p:cNvCxnSpPr>
            <p:nvPr/>
          </p:nvCxnSpPr>
          <p:spPr>
            <a:xfrm>
              <a:off x="10611751" y="2402550"/>
              <a:ext cx="1669" cy="178821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コネクタ 126">
              <a:extLst>
                <a:ext uri="{FF2B5EF4-FFF2-40B4-BE49-F238E27FC236}">
                  <ns2:creationId id="{B5F3C208-91EB-8571-4E4A-A3C4E1C71783}"/>
                </a:ext>
              </a:extLst>
            </p:cNvPr>
            <p:cNvCxnSpPr>
              <a:cxnSpLocks/>
              <a:stCxn id="11" idx="2"/>
              <a:endCxn id="41" idx="0"/>
            </p:cNvCxnSpPr>
            <p:nvPr/>
          </p:nvCxnSpPr>
          <p:spPr>
            <a:xfrm>
              <a:off x="1118979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コネクタ 129">
              <a:extLst>
                <a:ext uri="{FF2B5EF4-FFF2-40B4-BE49-F238E27FC236}">
                  <ns2:creationId id="{9263A22B-4B7A-7E0B-D0ED-5752E7DCD9F0}"/>
                </a:ext>
              </a:extLst>
            </p:cNvPr>
            <p:cNvCxnSpPr>
              <a:cxnSpLocks/>
              <a:stCxn id="41" idx="2"/>
              <a:endCxn id="46" idx="0"/>
            </p:cNvCxnSpPr>
            <p:nvPr/>
          </p:nvCxnSpPr>
          <p:spPr>
            <a:xfrm>
              <a:off x="1118979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四角形: 角を丸くする 136">
              <a:extLst>
                <a:ext uri="{FF2B5EF4-FFF2-40B4-BE49-F238E27FC236}">
                  <ns2:creationId id="{53C7DB89-6655-EFE8-0F1A-D44908D3D77B}"/>
                </a:ext>
              </a:extLst>
            </p:cNvPr>
            <p:cNvSpPr/>
            <p:nvPr/>
          </p:nvSpPr>
          <p:spPr>
            <a:xfrm>
              <a:off x="1604110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8" name="四角形: 角を丸くする 137">
              <a:extLst>
                <a:ext uri="{FF2B5EF4-FFF2-40B4-BE49-F238E27FC236}">
                  <ns2:creationId id="{A580299B-6CC2-BEEE-5F36-FA5892483448}"/>
                </a:ext>
              </a:extLst>
            </p:cNvPr>
            <p:cNvSpPr/>
            <p:nvPr/>
          </p:nvSpPr>
          <p:spPr>
            <a:xfrm>
              <a:off x="1604110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39" name="直線コネクタ 138">
              <a:extLst>
                <a:ext uri="{FF2B5EF4-FFF2-40B4-BE49-F238E27FC236}">
                  <ns2:creationId id="{9D50F12C-1773-E9EF-C7B0-5A06F376371D}"/>
                </a:ext>
              </a:extLst>
            </p:cNvPr>
            <p:cNvCxnSpPr>
              <a:cxnSpLocks/>
              <a:stCxn id="26" idx="2"/>
              <a:endCxn id="137" idx="0"/>
            </p:cNvCxnSpPr>
            <p:nvPr/>
          </p:nvCxnSpPr>
          <p:spPr>
            <a:xfrm>
              <a:off x="1982110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コネクタ 139">
              <a:extLst>
                <a:ext uri="{FF2B5EF4-FFF2-40B4-BE49-F238E27FC236}">
                  <ns2:creationId id="{8783EE53-A8B2-86B4-5C82-352386324CB0}"/>
                </a:ext>
              </a:extLst>
            </p:cNvPr>
            <p:cNvCxnSpPr>
              <a:cxnSpLocks/>
              <a:stCxn id="137" idx="2"/>
              <a:endCxn id="138" idx="0"/>
            </p:cNvCxnSpPr>
            <p:nvPr/>
          </p:nvCxnSpPr>
          <p:spPr>
            <a:xfrm>
              <a:off x="1982110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四角形: 角を丸くする 140">
              <a:extLst>
                <a:ext uri="{FF2B5EF4-FFF2-40B4-BE49-F238E27FC236}">
                  <ns2:creationId id="{505475E4-4A8F-53A1-6ADC-E44099525607}"/>
                </a:ext>
              </a:extLst>
            </p:cNvPr>
            <p:cNvSpPr/>
            <p:nvPr/>
          </p:nvSpPr>
          <p:spPr>
            <a:xfrm>
              <a:off x="2467241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2" name="四角形: 角を丸くする 141">
              <a:extLst>
                <a:ext uri="{FF2B5EF4-FFF2-40B4-BE49-F238E27FC236}">
                  <ns2:creationId id="{E07E05C9-E168-F143-B035-7F485BD1A48E}"/>
                </a:ext>
              </a:extLst>
            </p:cNvPr>
            <p:cNvSpPr/>
            <p:nvPr/>
          </p:nvSpPr>
          <p:spPr>
            <a:xfrm>
              <a:off x="2467241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3" name="直線コネクタ 142">
              <a:extLst>
                <a:ext uri="{FF2B5EF4-FFF2-40B4-BE49-F238E27FC236}">
                  <ns2:creationId id="{23A63335-23B3-1679-CAB7-701F93D7D9C8}"/>
                </a:ext>
              </a:extLst>
            </p:cNvPr>
            <p:cNvCxnSpPr>
              <a:cxnSpLocks/>
              <a:stCxn id="27" idx="2"/>
              <a:endCxn id="141" idx="0"/>
            </p:cNvCxnSpPr>
            <p:nvPr/>
          </p:nvCxnSpPr>
          <p:spPr>
            <a:xfrm>
              <a:off x="2845241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コネクタ 143">
              <a:extLst>
                <a:ext uri="{FF2B5EF4-FFF2-40B4-BE49-F238E27FC236}">
                  <ns2:creationId id="{CC742C48-693B-5A9F-A923-8C7EADD45221}"/>
                </a:ext>
              </a:extLst>
            </p:cNvPr>
            <p:cNvCxnSpPr>
              <a:cxnSpLocks/>
              <a:stCxn id="141" idx="2"/>
              <a:endCxn id="142" idx="0"/>
            </p:cNvCxnSpPr>
            <p:nvPr/>
          </p:nvCxnSpPr>
          <p:spPr>
            <a:xfrm>
              <a:off x="2845241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四角形: 角を丸くする 144">
              <a:extLst>
                <a:ext uri="{FF2B5EF4-FFF2-40B4-BE49-F238E27FC236}">
                  <ns2:creationId id="{5257AC2A-DE06-AE1E-862B-46A93F106253}"/>
                </a:ext>
              </a:extLst>
            </p:cNvPr>
            <p:cNvSpPr/>
            <p:nvPr/>
          </p:nvSpPr>
          <p:spPr>
            <a:xfrm>
              <a:off x="3330372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46" name="四角形: 角を丸くする 145">
              <a:extLst>
                <a:ext uri="{FF2B5EF4-FFF2-40B4-BE49-F238E27FC236}">
                  <ns2:creationId id="{A2EB9B72-410D-A032-5926-00E8E3EC3484}"/>
                </a:ext>
              </a:extLst>
            </p:cNvPr>
            <p:cNvSpPr/>
            <p:nvPr/>
          </p:nvSpPr>
          <p:spPr>
            <a:xfrm>
              <a:off x="3330372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47" name="直線コネクタ 146">
              <a:extLst>
                <a:ext uri="{FF2B5EF4-FFF2-40B4-BE49-F238E27FC236}">
                  <ns2:creationId id="{3994C748-3DBE-A8B4-68A7-4C4062A6A47B}"/>
                </a:ext>
              </a:extLst>
            </p:cNvPr>
            <p:cNvCxnSpPr>
              <a:cxnSpLocks/>
              <a:stCxn id="28" idx="2"/>
              <a:endCxn id="145" idx="0"/>
            </p:cNvCxnSpPr>
            <p:nvPr/>
          </p:nvCxnSpPr>
          <p:spPr>
            <a:xfrm>
              <a:off x="3708372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コネクタ 147">
              <a:extLst>
                <a:ext uri="{FF2B5EF4-FFF2-40B4-BE49-F238E27FC236}">
                  <ns2:creationId id="{D75F2EB4-C50C-9AB0-7AA0-3BFAAC9942C8}"/>
                </a:ext>
              </a:extLst>
            </p:cNvPr>
            <p:cNvCxnSpPr>
              <a:cxnSpLocks/>
              <a:stCxn id="145" idx="2"/>
              <a:endCxn id="146" idx="0"/>
            </p:cNvCxnSpPr>
            <p:nvPr/>
          </p:nvCxnSpPr>
          <p:spPr>
            <a:xfrm>
              <a:off x="3708372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四角形: 角を丸くする 148">
              <a:extLst>
                <a:ext uri="{FF2B5EF4-FFF2-40B4-BE49-F238E27FC236}">
                  <ns2:creationId id="{B1DE9A26-64B8-472A-38C6-6A3659C289C0}"/>
                </a:ext>
              </a:extLst>
            </p:cNvPr>
            <p:cNvSpPr/>
            <p:nvPr/>
          </p:nvSpPr>
          <p:spPr>
            <a:xfrm>
              <a:off x="4193503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0" name="四角形: 角を丸くする 149">
              <a:extLst>
                <a:ext uri="{FF2B5EF4-FFF2-40B4-BE49-F238E27FC236}">
                  <ns2:creationId id="{D89753EE-50D0-C860-0A31-13F8A4978C13}"/>
                </a:ext>
              </a:extLst>
            </p:cNvPr>
            <p:cNvSpPr/>
            <p:nvPr/>
          </p:nvSpPr>
          <p:spPr>
            <a:xfrm>
              <a:off x="4193503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51" name="直線コネクタ 150">
              <a:extLst>
                <a:ext uri="{FF2B5EF4-FFF2-40B4-BE49-F238E27FC236}">
                  <ns2:creationId id="{3C5D19C9-E71E-883B-E045-93016EBE7078}"/>
                </a:ext>
              </a:extLst>
            </p:cNvPr>
            <p:cNvCxnSpPr>
              <a:cxnSpLocks/>
              <a:stCxn id="29" idx="2"/>
              <a:endCxn id="149" idx="0"/>
            </p:cNvCxnSpPr>
            <p:nvPr/>
          </p:nvCxnSpPr>
          <p:spPr>
            <a:xfrm>
              <a:off x="4571503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コネクタ 151">
              <a:extLst>
                <a:ext uri="{FF2B5EF4-FFF2-40B4-BE49-F238E27FC236}">
                  <ns2:creationId id="{D78FB958-0914-5BEA-64F5-2D245CDE25CC}"/>
                </a:ext>
              </a:extLst>
            </p:cNvPr>
            <p:cNvCxnSpPr>
              <a:cxnSpLocks/>
              <a:stCxn id="149" idx="2"/>
              <a:endCxn id="150" idx="0"/>
            </p:cNvCxnSpPr>
            <p:nvPr/>
          </p:nvCxnSpPr>
          <p:spPr>
            <a:xfrm>
              <a:off x="4571503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四角形: 角を丸くする 152">
              <a:extLst>
                <a:ext uri="{FF2B5EF4-FFF2-40B4-BE49-F238E27FC236}">
                  <ns2:creationId id="{2912DFDD-63B7-8516-8300-47F5C4D4B0F4}"/>
                </a:ext>
              </a:extLst>
            </p:cNvPr>
            <p:cNvSpPr/>
            <p:nvPr/>
          </p:nvSpPr>
          <p:spPr>
            <a:xfrm>
              <a:off x="5056634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4" name="四角形: 角を丸くする 153">
              <a:extLst>
                <a:ext uri="{FF2B5EF4-FFF2-40B4-BE49-F238E27FC236}">
                  <ns2:creationId id="{C5424D5D-4FA6-876A-685E-F2DA0D574E55}"/>
                </a:ext>
              </a:extLst>
            </p:cNvPr>
            <p:cNvSpPr/>
            <p:nvPr/>
          </p:nvSpPr>
          <p:spPr>
            <a:xfrm>
              <a:off x="5056634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55" name="直線コネクタ 154">
              <a:extLst>
                <a:ext uri="{FF2B5EF4-FFF2-40B4-BE49-F238E27FC236}">
                  <ns2:creationId id="{BC25BEBE-5FF7-7E9C-C037-CE33F3EF4EBF}"/>
                </a:ext>
              </a:extLst>
            </p:cNvPr>
            <p:cNvCxnSpPr>
              <a:cxnSpLocks/>
              <a:stCxn id="30" idx="2"/>
              <a:endCxn id="153" idx="0"/>
            </p:cNvCxnSpPr>
            <p:nvPr/>
          </p:nvCxnSpPr>
          <p:spPr>
            <a:xfrm>
              <a:off x="5434634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ns2:creationId id="{E09402FE-C8D4-844A-C3FE-8170DB8A79AB}"/>
                </a:ext>
              </a:extLst>
            </p:cNvPr>
            <p:cNvCxnSpPr>
              <a:cxnSpLocks/>
              <a:stCxn id="153" idx="2"/>
              <a:endCxn id="154" idx="0"/>
            </p:cNvCxnSpPr>
            <p:nvPr/>
          </p:nvCxnSpPr>
          <p:spPr>
            <a:xfrm>
              <a:off x="5434634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四角形: 角を丸くする 156">
              <a:extLst>
                <a:ext uri="{FF2B5EF4-FFF2-40B4-BE49-F238E27FC236}">
                  <ns2:creationId id="{0AB73051-DF2B-4CF8-E5C2-4AB599F58016}"/>
                </a:ext>
              </a:extLst>
            </p:cNvPr>
            <p:cNvSpPr/>
            <p:nvPr/>
          </p:nvSpPr>
          <p:spPr>
            <a:xfrm>
              <a:off x="5919764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58" name="四角形: 角を丸くする 157">
              <a:extLst>
                <a:ext uri="{FF2B5EF4-FFF2-40B4-BE49-F238E27FC236}">
                  <ns2:creationId id="{34E7C720-630E-50D7-3FB4-0413A5678ABD}"/>
                </a:ext>
              </a:extLst>
            </p:cNvPr>
            <p:cNvSpPr/>
            <p:nvPr/>
          </p:nvSpPr>
          <p:spPr>
            <a:xfrm>
              <a:off x="5919764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59" name="直線コネクタ 158">
              <a:extLst>
                <a:ext uri="{FF2B5EF4-FFF2-40B4-BE49-F238E27FC236}">
                  <ns2:creationId id="{3612414F-CAD4-E5CB-DFF6-CA6C3D68567B}"/>
                </a:ext>
              </a:extLst>
            </p:cNvPr>
            <p:cNvCxnSpPr>
              <a:cxnSpLocks/>
              <a:stCxn id="31" idx="2"/>
              <a:endCxn id="157" idx="0"/>
            </p:cNvCxnSpPr>
            <p:nvPr/>
          </p:nvCxnSpPr>
          <p:spPr>
            <a:xfrm flipH="1">
              <a:off x="6297764" y="3589371"/>
              <a:ext cx="1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ns2:creationId id="{4BCBB405-EDE1-707E-7C85-D6B41D606CFA}"/>
                </a:ext>
              </a:extLst>
            </p:cNvPr>
            <p:cNvCxnSpPr>
              <a:cxnSpLocks/>
              <a:stCxn id="157" idx="2"/>
              <a:endCxn id="158" idx="0"/>
            </p:cNvCxnSpPr>
            <p:nvPr/>
          </p:nvCxnSpPr>
          <p:spPr>
            <a:xfrm>
              <a:off x="6297764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1" name="四角形: 角を丸くする 160">
              <a:extLst>
                <a:ext uri="{FF2B5EF4-FFF2-40B4-BE49-F238E27FC236}">
                  <ns2:creationId id="{F8AEF2CE-29C3-A92B-9979-31AD35C779A4}"/>
                </a:ext>
              </a:extLst>
            </p:cNvPr>
            <p:cNvSpPr/>
            <p:nvPr/>
          </p:nvSpPr>
          <p:spPr>
            <a:xfrm>
              <a:off x="6782896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62" name="四角形: 角を丸くする 161">
              <a:extLst>
                <a:ext uri="{FF2B5EF4-FFF2-40B4-BE49-F238E27FC236}">
                  <ns2:creationId id="{85107826-D664-95BE-C1EC-D2A47EBD16BE}"/>
                </a:ext>
              </a:extLst>
            </p:cNvPr>
            <p:cNvSpPr/>
            <p:nvPr/>
          </p:nvSpPr>
          <p:spPr>
            <a:xfrm>
              <a:off x="6782896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GCP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3" name="直線コネクタ 162">
              <a:extLst>
                <a:ext uri="{FF2B5EF4-FFF2-40B4-BE49-F238E27FC236}">
                  <ns2:creationId id="{C24B29CF-3461-06C8-1CFB-99F018DAE264}"/>
                </a:ext>
              </a:extLst>
            </p:cNvPr>
            <p:cNvCxnSpPr>
              <a:cxnSpLocks/>
              <a:stCxn id="32" idx="2"/>
              <a:endCxn id="161" idx="0"/>
            </p:cNvCxnSpPr>
            <p:nvPr/>
          </p:nvCxnSpPr>
          <p:spPr>
            <a:xfrm>
              <a:off x="7160896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線コネクタ 163">
              <a:extLst>
                <a:ext uri="{FF2B5EF4-FFF2-40B4-BE49-F238E27FC236}">
                  <ns2:creationId id="{3891AC46-247E-D506-9056-C4EFE10EAB4B}"/>
                </a:ext>
              </a:extLst>
            </p:cNvPr>
            <p:cNvCxnSpPr>
              <a:cxnSpLocks/>
              <a:stCxn id="161" idx="2"/>
              <a:endCxn id="162" idx="0"/>
            </p:cNvCxnSpPr>
            <p:nvPr/>
          </p:nvCxnSpPr>
          <p:spPr>
            <a:xfrm>
              <a:off x="7160896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四角形: 角を丸くする 164">
              <a:extLst>
                <a:ext uri="{FF2B5EF4-FFF2-40B4-BE49-F238E27FC236}">
                  <ns2:creationId id="{8C57D2C0-C89D-A611-8959-C435F90CF4A5}"/>
                </a:ext>
              </a:extLst>
            </p:cNvPr>
            <p:cNvSpPr/>
            <p:nvPr/>
          </p:nvSpPr>
          <p:spPr>
            <a:xfrm>
              <a:off x="7646026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en-US" altLang="ja-JP" sz="700" dirty="0" err="1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6" name="直線コネクタ 165">
              <a:extLst>
                <a:ext uri="{FF2B5EF4-FFF2-40B4-BE49-F238E27FC236}">
                  <ns2:creationId id="{A9C18A86-A667-5A7F-9B9E-9F001D8C8D0F}"/>
                </a:ext>
              </a:extLst>
            </p:cNvPr>
            <p:cNvCxnSpPr>
              <a:cxnSpLocks/>
              <a:stCxn id="33" idx="2"/>
              <a:endCxn id="165" idx="0"/>
            </p:cNvCxnSpPr>
            <p:nvPr/>
          </p:nvCxnSpPr>
          <p:spPr>
            <a:xfrm flipH="1">
              <a:off x="8024026" y="3589371"/>
              <a:ext cx="1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四角形: 角を丸くする 166">
              <a:extLst>
                <a:ext uri="{FF2B5EF4-FFF2-40B4-BE49-F238E27FC236}">
                  <ns2:creationId id="{D2F6F6DF-EF82-F3B7-F230-2845E9CB6FFF}"/>
                </a:ext>
              </a:extLst>
            </p:cNvPr>
            <p:cNvSpPr/>
            <p:nvPr/>
          </p:nvSpPr>
          <p:spPr>
            <a:xfrm>
              <a:off x="8509157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8" name="四角形: 角を丸くする 167">
              <a:extLst>
                <a:ext uri="{FF2B5EF4-FFF2-40B4-BE49-F238E27FC236}">
                  <ns2:creationId id="{F1F3399D-E9E3-C872-CF41-433F7AA2F57A}"/>
                </a:ext>
              </a:extLst>
            </p:cNvPr>
            <p:cNvSpPr/>
            <p:nvPr/>
          </p:nvSpPr>
          <p:spPr>
            <a:xfrm>
              <a:off x="8509157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Excel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69" name="直線コネクタ 168">
              <a:extLst>
                <a:ext uri="{FF2B5EF4-FFF2-40B4-BE49-F238E27FC236}">
                  <ns2:creationId id="{34C04EA9-FE1D-D2D3-BC57-402383744EEE}"/>
                </a:ext>
              </a:extLst>
            </p:cNvPr>
            <p:cNvCxnSpPr>
              <a:cxnSpLocks/>
              <a:stCxn id="34" idx="2"/>
              <a:endCxn id="167" idx="0"/>
            </p:cNvCxnSpPr>
            <p:nvPr/>
          </p:nvCxnSpPr>
          <p:spPr>
            <a:xfrm flipH="1">
              <a:off x="8887157" y="3589371"/>
              <a:ext cx="1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線コネクタ 169">
              <a:extLst>
                <a:ext uri="{FF2B5EF4-FFF2-40B4-BE49-F238E27FC236}">
                  <ns2:creationId id="{9DF58FA2-3B58-516B-7DF9-6A91BD868B7D}"/>
                </a:ext>
              </a:extLst>
            </p:cNvPr>
            <p:cNvCxnSpPr>
              <a:cxnSpLocks/>
              <a:stCxn id="167" idx="2"/>
              <a:endCxn id="168" idx="0"/>
            </p:cNvCxnSpPr>
            <p:nvPr/>
          </p:nvCxnSpPr>
          <p:spPr>
            <a:xfrm>
              <a:off x="8887157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四角形: 角を丸くする 172">
              <a:extLst>
                <a:ext uri="{FF2B5EF4-FFF2-40B4-BE49-F238E27FC236}">
                  <ns2:creationId id="{879CA4C1-EA23-F67D-5514-FA75DB991C8C}"/>
                </a:ext>
              </a:extLst>
            </p:cNvPr>
            <p:cNvSpPr/>
            <p:nvPr/>
          </p:nvSpPr>
          <p:spPr>
            <a:xfrm>
              <a:off x="9372289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4" name="四角形: 角を丸くする 173">
              <a:extLst>
                <a:ext uri="{FF2B5EF4-FFF2-40B4-BE49-F238E27FC236}">
                  <ns2:creationId id="{D694613D-C988-F8E4-30D2-6D103AE269F5}"/>
                </a:ext>
              </a:extLst>
            </p:cNvPr>
            <p:cNvSpPr/>
            <p:nvPr/>
          </p:nvSpPr>
          <p:spPr>
            <a:xfrm>
              <a:off x="9372289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75" name="直線コネクタ 174">
              <a:extLst>
                <a:ext uri="{FF2B5EF4-FFF2-40B4-BE49-F238E27FC236}">
                  <ns2:creationId id="{9E59DBC8-452E-58EE-EBE0-C4FC5991B455}"/>
                </a:ext>
              </a:extLst>
            </p:cNvPr>
            <p:cNvCxnSpPr>
              <a:cxnSpLocks/>
              <a:stCxn id="35" idx="2"/>
              <a:endCxn id="173" idx="0"/>
            </p:cNvCxnSpPr>
            <p:nvPr/>
          </p:nvCxnSpPr>
          <p:spPr>
            <a:xfrm>
              <a:off x="9750289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線コネクタ 175">
              <a:extLst>
                <a:ext uri="{FF2B5EF4-FFF2-40B4-BE49-F238E27FC236}">
                  <ns2:creationId id="{0577AADA-5843-9D9A-E97A-3D851042999E}"/>
                </a:ext>
              </a:extLst>
            </p:cNvPr>
            <p:cNvCxnSpPr>
              <a:cxnSpLocks/>
              <a:stCxn id="173" idx="2"/>
              <a:endCxn id="174" idx="0"/>
            </p:cNvCxnSpPr>
            <p:nvPr/>
          </p:nvCxnSpPr>
          <p:spPr>
            <a:xfrm>
              <a:off x="9750289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四角形: 角を丸くする 176">
              <a:extLst>
                <a:ext uri="{FF2B5EF4-FFF2-40B4-BE49-F238E27FC236}">
                  <ns2:creationId id="{6E0236E8-1FDD-9A4E-3CCA-B880B90B06A7}"/>
                </a:ext>
              </a:extLst>
            </p:cNvPr>
            <p:cNvSpPr/>
            <p:nvPr/>
          </p:nvSpPr>
          <p:spPr>
            <a:xfrm>
              <a:off x="10235420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78" name="四角形: 角を丸くする 177">
              <a:extLst>
                <a:ext uri="{FF2B5EF4-FFF2-40B4-BE49-F238E27FC236}">
                  <ns2:creationId id="{39051809-0ABF-A30C-3A0A-AF4CCDC786F5}"/>
                </a:ext>
              </a:extLst>
            </p:cNvPr>
            <p:cNvSpPr/>
            <p:nvPr/>
          </p:nvSpPr>
          <p:spPr>
            <a:xfrm>
              <a:off x="10235420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【</a:t>
              </a:r>
              <a:r>
                <a:rPr kumimoji="1" lang="ja-JP" altLang="en-US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700" dirty="0">
                  <a:solidFill>
                    <a:srgbClr val="008000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】 </a:t>
              </a:r>
            </a:p>
            <a:p>
              <a:pPr>
                <a:buClr>
                  <a:srgbClr val="008000"/>
                </a:buClr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79" name="直線コネクタ 178">
              <a:extLst>
                <a:ext uri="{FF2B5EF4-FFF2-40B4-BE49-F238E27FC236}">
                  <ns2:creationId id="{F275DC22-033E-74B9-77B5-649E55EDE52D}"/>
                </a:ext>
              </a:extLst>
            </p:cNvPr>
            <p:cNvCxnSpPr>
              <a:cxnSpLocks/>
              <a:stCxn id="36" idx="2"/>
              <a:endCxn id="177" idx="0"/>
            </p:cNvCxnSpPr>
            <p:nvPr/>
          </p:nvCxnSpPr>
          <p:spPr>
            <a:xfrm>
              <a:off x="10613420" y="3589371"/>
              <a:ext cx="0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線コネクタ 179">
              <a:extLst>
                <a:ext uri="{FF2B5EF4-FFF2-40B4-BE49-F238E27FC236}">
                  <ns2:creationId id="{97DBA7E4-DBA2-9F05-776D-64004C170192}"/>
                </a:ext>
              </a:extLst>
            </p:cNvPr>
            <p:cNvCxnSpPr>
              <a:cxnSpLocks/>
              <a:stCxn id="177" idx="2"/>
              <a:endCxn id="178" idx="0"/>
            </p:cNvCxnSpPr>
            <p:nvPr/>
          </p:nvCxnSpPr>
          <p:spPr>
            <a:xfrm>
              <a:off x="10613420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四角形: 角を丸くする 180">
              <a:extLst>
                <a:ext uri="{FF2B5EF4-FFF2-40B4-BE49-F238E27FC236}">
                  <ns2:creationId id="{E1C247DF-E191-1812-A7DE-C0D1D0327F3B}"/>
                </a:ext>
              </a:extLst>
            </p:cNvPr>
            <p:cNvSpPr/>
            <p:nvPr/>
          </p:nvSpPr>
          <p:spPr>
            <a:xfrm>
              <a:off x="11098554" y="3772226"/>
              <a:ext cx="756000" cy="1548000"/>
            </a:xfrm>
            <a:prstGeom prst="roundRect">
              <a:avLst>
                <a:gd name="adj" fmla="val 0"/>
              </a:avLst>
            </a:prstGeom>
            <a:solidFill>
              <a:srgbClr val="008000">
                <a:alpha val="1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08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87313" indent="-87313">
                <a:spcAft>
                  <a:spcPts val="6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</a:pP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82" name="四角形: 角を丸くする 181">
              <a:extLst>
                <a:ext uri="{FF2B5EF4-FFF2-40B4-BE49-F238E27FC236}">
                  <ns2:creationId id="{CDFC859D-0FBE-4E16-AB6E-F4B72584649B}"/>
                </a:ext>
              </a:extLst>
            </p:cNvPr>
            <p:cNvSpPr/>
            <p:nvPr/>
          </p:nvSpPr>
          <p:spPr>
            <a:xfrm>
              <a:off x="11098554" y="5503083"/>
              <a:ext cx="756000" cy="805642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buClr>
                  <a:srgbClr val="008000"/>
                </a:buClr>
              </a:pPr>
              <a: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kumimoji="1"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kumimoji="1"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83" name="直線コネクタ 182">
              <a:extLst>
                <a:ext uri="{FF2B5EF4-FFF2-40B4-BE49-F238E27FC236}">
                  <ns2:creationId id="{1019F77E-73B9-121A-7ADF-414929CE11CA}"/>
                </a:ext>
              </a:extLst>
            </p:cNvPr>
            <p:cNvCxnSpPr>
              <a:cxnSpLocks/>
              <a:stCxn id="37" idx="2"/>
              <a:endCxn id="181" idx="0"/>
            </p:cNvCxnSpPr>
            <p:nvPr/>
          </p:nvCxnSpPr>
          <p:spPr>
            <a:xfrm flipH="1">
              <a:off x="11476554" y="3589371"/>
              <a:ext cx="2" cy="182855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線コネクタ 183">
              <a:extLst>
                <a:ext uri="{FF2B5EF4-FFF2-40B4-BE49-F238E27FC236}">
                  <ns2:creationId id="{C79EFC28-E6DE-D1F2-4972-DA720E1CCE7A}"/>
                </a:ext>
              </a:extLst>
            </p:cNvPr>
            <p:cNvCxnSpPr>
              <a:cxnSpLocks/>
              <a:stCxn id="181" idx="2"/>
              <a:endCxn id="182" idx="0"/>
            </p:cNvCxnSpPr>
            <p:nvPr/>
          </p:nvCxnSpPr>
          <p:spPr>
            <a:xfrm>
              <a:off x="11476554" y="5320226"/>
              <a:ext cx="0" cy="182857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四角形: 角を丸くする 184">
              <a:extLst>
                <a:ext uri="{FF2B5EF4-FFF2-40B4-BE49-F238E27FC236}">
                  <ns2:creationId id="{039D17DD-8703-6127-FEF9-D03D51DF811B}"/>
                </a:ext>
              </a:extLst>
            </p:cNvPr>
            <p:cNvSpPr/>
            <p:nvPr/>
          </p:nvSpPr>
          <p:spPr>
            <a:xfrm>
              <a:off x="345848" y="3772226"/>
              <a:ext cx="288000" cy="1548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cxnSp>
          <p:nvCxnSpPr>
            <p:cNvPr id="193" name="直線コネクタ 192">
              <a:extLst>
                <a:ext uri="{FF2B5EF4-FFF2-40B4-BE49-F238E27FC236}">
                  <ns2:creationId id="{5ACED776-FADE-27DE-9CCE-4355DFA3B16B}"/>
                </a:ext>
              </a:extLst>
            </p:cNvPr>
            <p:cNvCxnSpPr/>
            <p:nvPr/>
          </p:nvCxnSpPr>
          <p:spPr>
            <a:xfrm>
              <a:off x="633848" y="3772226"/>
              <a:ext cx="0" cy="154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ns2:creationId id="{EBEF6BD1-4979-5EED-242E-CDE5B42E941D}"/>
                </a:ext>
              </a:extLst>
            </p:cNvPr>
            <p:cNvCxnSpPr/>
            <p:nvPr/>
          </p:nvCxnSpPr>
          <p:spPr>
            <a:xfrm>
              <a:off x="633848" y="5503082"/>
              <a:ext cx="0" cy="805642"/>
            </a:xfrm>
            <a:prstGeom prst="line">
              <a:avLst/>
            </a:prstGeom>
            <a:ln w="38100">
              <a:solidFill>
                <a:schemeClr val="bg1">
                  <a:lumMod val="65000"/>
                  <a:alpha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線コネクタ 194">
              <a:extLst>
                <a:ext uri="{FF2B5EF4-FFF2-40B4-BE49-F238E27FC236}">
                  <ns2:creationId id="{7BAC164D-08C1-39E5-D51B-7A44BEE81957}"/>
                </a:ext>
              </a:extLst>
            </p:cNvPr>
            <p:cNvCxnSpPr/>
            <p:nvPr/>
          </p:nvCxnSpPr>
          <p:spPr>
            <a:xfrm>
              <a:off x="633848" y="2581371"/>
              <a:ext cx="0" cy="1008000"/>
            </a:xfrm>
            <a:prstGeom prst="line">
              <a:avLst/>
            </a:prstGeom>
            <a:ln w="38100">
              <a:solidFill>
                <a:srgbClr val="008000">
                  <a:alpha val="50000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四角形: 角を丸くする 195">
              <a:extLst>
                <a:ext uri="{FF2B5EF4-FFF2-40B4-BE49-F238E27FC236}">
                  <ns2:creationId id="{7B074E04-7FE3-D790-55F4-84FA286099A4}"/>
                </a:ext>
              </a:extLst>
            </p:cNvPr>
            <p:cNvSpPr/>
            <p:nvPr/>
          </p:nvSpPr>
          <p:spPr>
            <a:xfrm>
              <a:off x="345848" y="2581371"/>
              <a:ext cx="288000" cy="1008000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eaVert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320" name="グループ化 319">
              <a:extLst>
                <a:ext uri="{FF2B5EF4-FFF2-40B4-BE49-F238E27FC236}">
                  <ns2:creationId id="{5F657723-2EBA-69C0-B358-649EFE93AEC4}"/>
                </a:ext>
              </a:extLst>
            </p:cNvPr>
            <p:cNvGrpSpPr/>
            <p:nvPr/>
          </p:nvGrpSpPr>
          <p:grpSpPr>
            <a:xfrm>
              <a:off x="9372289" y="2114550"/>
              <a:ext cx="2478924" cy="288000"/>
              <a:chOff x="9372289" y="2114550"/>
              <a:chExt cx="2478924" cy="288000"/>
            </a:xfrm>
          </p:grpSpPr>
          <p:sp>
            <p:nvSpPr>
              <p:cNvPr id="8" name="四角形: 角を丸くする 7">
                <a:extLst>
                  <a:ext uri="{FF2B5EF4-FFF2-40B4-BE49-F238E27FC236}">
                    <ns2:creationId id="{C0388029-B98F-C94D-4DD0-952AA63B7023}"/>
                  </a:ext>
                </a:extLst>
              </p:cNvPr>
              <p:cNvSpPr/>
              <p:nvPr/>
            </p:nvSpPr>
            <p:spPr>
              <a:xfrm>
                <a:off x="9372289" y="2114550"/>
                <a:ext cx="2478924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97" name="グラフィックス 196" descr="矢印付きの円 単色塗りつぶし">
                <a:extLst>
                  <a:ext uri="{FF2B5EF4-FFF2-40B4-BE49-F238E27FC236}">
                    <ns2:creationId id="{05E7749A-5611-217A-0A80-0938FD8380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9742402" y="211455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319" name="グループ化 318">
              <a:extLst>
                <a:ext uri="{FF2B5EF4-FFF2-40B4-BE49-F238E27FC236}">
                  <ns2:creationId id="{7196EACF-0A88-4C0D-01F7-F2C219742A37}"/>
                </a:ext>
              </a:extLst>
            </p:cNvPr>
            <p:cNvGrpSpPr/>
            <p:nvPr/>
          </p:nvGrpSpPr>
          <p:grpSpPr>
            <a:xfrm>
              <a:off x="6782897" y="2114550"/>
              <a:ext cx="2482262" cy="288000"/>
              <a:chOff x="6782897" y="2114550"/>
              <a:chExt cx="2482262" cy="288000"/>
            </a:xfrm>
          </p:grpSpPr>
          <p:sp>
            <p:nvSpPr>
              <p:cNvPr id="7" name="四角形: 角を丸くする 6">
                <a:extLst>
                  <a:ext uri="{FF2B5EF4-FFF2-40B4-BE49-F238E27FC236}">
                    <ns2:creationId id="{8ECAC161-2974-609C-DBA3-A4E63B5CA2B0}"/>
                  </a:ext>
                </a:extLst>
              </p:cNvPr>
              <p:cNvSpPr/>
              <p:nvPr/>
            </p:nvSpPr>
            <p:spPr>
              <a:xfrm>
                <a:off x="6782897" y="2114550"/>
                <a:ext cx="2482262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kumimoji="1" lang="en-US" altLang="ja-JP" sz="800" dirty="0" err="1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2" name="グラフィックス 201" descr="イラストレーター 単色塗りつぶし">
                <a:extLst>
                  <a:ext uri="{FF2B5EF4-FFF2-40B4-BE49-F238E27FC236}">
                    <ns2:creationId id="{3AF50136-5C8C-0EDD-8F13-B970AD1F5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7250986" y="211455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204" name="グループ化 203">
              <a:extLst>
                <a:ext uri="{FF2B5EF4-FFF2-40B4-BE49-F238E27FC236}">
                  <ns2:creationId id="{08B10A61-9164-D802-3487-5610DD67D1C3}"/>
                </a:ext>
              </a:extLst>
            </p:cNvPr>
            <p:cNvGrpSpPr/>
            <p:nvPr/>
          </p:nvGrpSpPr>
          <p:grpSpPr>
            <a:xfrm>
              <a:off x="4193503" y="2114550"/>
              <a:ext cx="2482262" cy="288000"/>
              <a:chOff x="4193503" y="2114550"/>
              <a:chExt cx="2482262" cy="288000"/>
            </a:xfrm>
          </p:grpSpPr>
          <p:sp>
            <p:nvSpPr>
              <p:cNvPr id="6" name="四角形: 角を丸くする 5">
                <a:extLst>
                  <a:ext uri="{FF2B5EF4-FFF2-40B4-BE49-F238E27FC236}">
                    <ns2:creationId id="{8D3CA44B-A0BA-230E-E496-FE1E3157D26D}"/>
                  </a:ext>
                </a:extLst>
              </p:cNvPr>
              <p:cNvSpPr/>
              <p:nvPr/>
            </p:nvSpPr>
            <p:spPr>
              <a:xfrm>
                <a:off x="4193503" y="2114550"/>
                <a:ext cx="2482262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ja-JP" altLang="en-US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8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kumimoji="1"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203" name="グラフィックス 202" descr="クリップボード 単色塗りつぶし">
                <a:extLst>
                  <a:ext uri="{FF2B5EF4-FFF2-40B4-BE49-F238E27FC236}">
                    <ns2:creationId id="{F7F46CD0-5AB6-12FC-D6F8-CC123610D9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58819" y="2114550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322" name="グループ化 321">
              <a:extLst>
                <a:ext uri="{FF2B5EF4-FFF2-40B4-BE49-F238E27FC236}">
                  <ns2:creationId id="{C5AA50A6-C144-A4B2-25E8-A333746A4ADA}"/>
                </a:ext>
              </a:extLst>
            </p:cNvPr>
            <p:cNvGrpSpPr/>
            <p:nvPr/>
          </p:nvGrpSpPr>
          <p:grpSpPr>
            <a:xfrm>
              <a:off x="740979" y="2110516"/>
              <a:ext cx="3345393" cy="288000"/>
              <a:chOff x="740979" y="2110516"/>
              <a:chExt cx="3345393" cy="288000"/>
            </a:xfrm>
          </p:grpSpPr>
          <p:sp>
            <p:nvSpPr>
              <p:cNvPr id="4" name="四角形: 角を丸くする 3">
                <a:extLst>
                  <a:ext uri="{FF2B5EF4-FFF2-40B4-BE49-F238E27FC236}">
                    <ns2:creationId id="{FDB2BEBF-1C69-15BA-8CBE-A8B4C7723B26}"/>
                  </a:ext>
                </a:extLst>
              </p:cNvPr>
              <p:cNvSpPr/>
              <p:nvPr/>
            </p:nvSpPr>
            <p:spPr>
              <a:xfrm>
                <a:off x="740979" y="2110516"/>
                <a:ext cx="3345393" cy="288000"/>
              </a:xfrm>
              <a:prstGeom prst="roundRect">
                <a:avLst>
                  <a:gd name="adj" fmla="val 0"/>
                </a:avLst>
              </a:prstGeom>
              <a:solidFill>
                <a:srgbClr val="008000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kumimoji="1" lang="ja-JP" altLang="en-US" sz="10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321" name="グラフィックス 320" descr="羅針盤 単色塗りつぶし">
                <a:extLst>
                  <a:ext uri="{FF2B5EF4-FFF2-40B4-BE49-F238E27FC236}">
                    <ns2:creationId id="{0B0269C7-F761-9603-DF49-F7AD1BCE36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492095" y="2110516"/>
                <a:ext cx="288000" cy="288000"/>
              </a:xfrm>
              <a:prstGeom prst="rect">
                <a:avLst/>
              </a:prstGeom>
            </p:spPr>
          </p:pic>
        </p:grpSp>
        <p:sp>
          <p:nvSpPr>
            <p:cNvPr id="324" name="円/楕円 34">
              <a:extLst>
                <a:ext uri="{FF2B5EF4-FFF2-40B4-BE49-F238E27FC236}">
                  <ns2:creationId id="{8760F967-0876-63F3-1859-F5121729B8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3891" y="2066972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5" name="円/楕円 34">
              <a:extLst>
                <a:ext uri="{FF2B5EF4-FFF2-40B4-BE49-F238E27FC236}">
                  <ns2:creationId id="{35CCEFCD-CD1C-DD5E-71F9-107EED62A5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6415" y="2071006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6" name="円/楕円 34">
              <a:extLst>
                <a:ext uri="{FF2B5EF4-FFF2-40B4-BE49-F238E27FC236}">
                  <ns2:creationId id="{7687C35F-B728-D318-842A-96769AF8A1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5808" y="2071006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27" name="円/楕円 34">
              <a:extLst>
                <a:ext uri="{FF2B5EF4-FFF2-40B4-BE49-F238E27FC236}">
                  <ns2:creationId id="{43C5F098-D4FD-26CD-3B94-D21A8A964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85201" y="2071006"/>
              <a:ext cx="162000" cy="162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</a:rPr>
                <a:t>4</a:t>
              </a:r>
              <a:endParaRPr kumimoji="1" lang="ja-JP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3" name="テキスト プレースホルダー 2">
            <a:extLst>
              <a:ext uri="{FF2B5EF4-FFF2-40B4-BE49-F238E27FC236}">
                <ns2:creationId id="{9D863048-34F4-7C8F-5A05-6FD3736E7C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400"/>
            <a:ext cx="11745912" cy="427038"/>
          </a:xfrm>
        </p:spPr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</p:spTree>
    <p:extLst>
      <p:ext uri="{BB962C8B-B14F-4D97-AF65-F5344CB8AC3E}">
        <ns5:creationId val="2509823968"/>
      </p:ext>
    </p:extLst>
  </p:cSld>
  <p:clrMapOvr>
    <a:masterClrMapping/>
  </p:clrMapOvr>
</p:sld>
</file>

<file path=ppt/slides/slide38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３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76" name="グループ化 75">
            <a:extLst>
              <a:ext uri="{FF2B5EF4-FFF2-40B4-BE49-F238E27FC236}">
                <ns2:creationId id="{CF8E8DB3-61F8-7916-233D-A0511E2555F2}"/>
              </a:ext>
            </a:extLst>
          </p:cNvPr>
          <p:cNvGrpSpPr/>
          <p:nvPr/>
        </p:nvGrpSpPr>
        <p:grpSpPr>
          <a:xfrm>
            <a:off x="346870" y="1637162"/>
            <a:ext cx="11498259" cy="1990387"/>
            <a:chOff x="346870" y="1637162"/>
            <a:chExt cx="11498259" cy="1990387"/>
          </a:xfrm>
        </p:grpSpPr>
        <p:sp>
          <p:nvSpPr>
            <p:cNvPr id="5" name="正方形/長方形 4">
              <a:extLst>
                <a:ext uri="{FF2B5EF4-FFF2-40B4-BE49-F238E27FC236}">
                  <ns2:creationId id="{F9720B41-6AB0-9578-A2CC-61838875269F}"/>
                </a:ext>
              </a:extLst>
            </p:cNvPr>
            <p:cNvSpPr/>
            <p:nvPr/>
          </p:nvSpPr>
          <p:spPr>
            <a:xfrm>
              <a:off x="346870" y="1640417"/>
              <a:ext cx="1246546" cy="368220"/>
            </a:xfrm>
            <a:prstGeom prst="rect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84150" lvl="1" indent="-88900" algn="ctr">
                <a:defRPr/>
              </a:pPr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PEST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D9F1D6FF-A3F7-D1A9-4C70-1736AA888B49}"/>
                </a:ext>
              </a:extLst>
            </p:cNvPr>
            <p:cNvSpPr/>
            <p:nvPr/>
          </p:nvSpPr>
          <p:spPr>
            <a:xfrm>
              <a:off x="1593414" y="1637162"/>
              <a:ext cx="10251715" cy="368220"/>
            </a:xfrm>
            <a:prstGeom prst="rect">
              <a:avLst/>
            </a:prstGeom>
            <a:noFill/>
            <a:ln w="9525">
              <a:solidFill>
                <a:srgbClr val="008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2" name="グループ化 71">
              <a:extLst>
                <a:ext uri="{FF2B5EF4-FFF2-40B4-BE49-F238E27FC236}">
                  <ns2:creationId id="{6870AD16-DF8E-4735-2DBC-B63F7744435D}"/>
                </a:ext>
              </a:extLst>
            </p:cNvPr>
            <p:cNvGrpSpPr/>
            <p:nvPr/>
          </p:nvGrpSpPr>
          <p:grpSpPr>
            <a:xfrm>
              <a:off x="346870" y="2145720"/>
              <a:ext cx="2697076" cy="1481829"/>
              <a:chOff x="346870" y="2145720"/>
              <a:chExt cx="2697076" cy="1481829"/>
            </a:xfrm>
          </p:grpSpPr>
          <p:sp>
            <p:nvSpPr>
              <p:cNvPr id="9" name="四角形: 角を丸くする 8">
                <a:extLst>
                  <a:ext uri="{FF2B5EF4-FFF2-40B4-BE49-F238E27FC236}">
                    <ns2:creationId id="{756A9C72-A7B6-0959-326B-5530B34E88C8}"/>
                  </a:ext>
                </a:extLst>
              </p:cNvPr>
              <p:cNvSpPr/>
              <p:nvPr/>
            </p:nvSpPr>
            <p:spPr>
              <a:xfrm>
                <a:off x="346870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ns2:creationId id="{9DC4BFEA-BB23-E294-7604-C030D081EEF6}"/>
                  </a:ext>
                </a:extLst>
              </p:cNvPr>
              <p:cNvSpPr/>
              <p:nvPr/>
            </p:nvSpPr>
            <p:spPr>
              <a:xfrm>
                <a:off x="449608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8" name="グラフィックス 57" descr="持続可能性 単色塗りつぶし">
                <a:extLst>
                  <a:ext uri="{FF2B5EF4-FFF2-40B4-BE49-F238E27FC236}">
                    <ns2:creationId id="{C6271242-E8E0-540B-660B-44D8708603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tretch>
                <a:fillRect/>
              </a:stretch>
            </p:blipFill>
            <p:spPr>
              <a:xfrm>
                <a:off x="2542632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3" name="グループ化 72">
              <a:extLst>
                <a:ext uri="{FF2B5EF4-FFF2-40B4-BE49-F238E27FC236}">
                  <ns2:creationId id="{AF04EC10-D6DD-2C0F-8F06-BD83B87CE308}"/>
                </a:ext>
              </a:extLst>
            </p:cNvPr>
            <p:cNvGrpSpPr/>
            <p:nvPr/>
          </p:nvGrpSpPr>
          <p:grpSpPr>
            <a:xfrm>
              <a:off x="3280598" y="2145720"/>
              <a:ext cx="2697076" cy="1481829"/>
              <a:chOff x="3280598" y="2145720"/>
              <a:chExt cx="2697076" cy="1481829"/>
            </a:xfrm>
          </p:grpSpPr>
          <p:sp>
            <p:nvSpPr>
              <p:cNvPr id="11" name="四角形: 角を丸くする 10">
                <a:extLst>
                  <a:ext uri="{FF2B5EF4-FFF2-40B4-BE49-F238E27FC236}">
                    <ns2:creationId id="{2DF765FB-EDE9-3D71-F7EF-56BC62350E83}"/>
                  </a:ext>
                </a:extLst>
              </p:cNvPr>
              <p:cNvSpPr/>
              <p:nvPr/>
            </p:nvSpPr>
            <p:spPr>
              <a:xfrm>
                <a:off x="3280598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ns2:creationId id="{24BECC96-3C55-5786-F37F-DCFCDE8754BF}"/>
                  </a:ext>
                </a:extLst>
              </p:cNvPr>
              <p:cNvSpPr/>
              <p:nvPr/>
            </p:nvSpPr>
            <p:spPr>
              <a:xfrm>
                <a:off x="3306693" y="2615291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59" name="グラフィックス 58" descr="慈善 単色塗りつぶし">
                <a:extLst>
                  <a:ext uri="{FF2B5EF4-FFF2-40B4-BE49-F238E27FC236}">
                    <ns2:creationId id="{414C70B9-13C7-BB8E-F0E0-42D9023834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439826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ns2:creationId id="{72B468F0-F667-0DFB-C799-745EE847D1EF}"/>
                </a:ext>
              </a:extLst>
            </p:cNvPr>
            <p:cNvGrpSpPr/>
            <p:nvPr/>
          </p:nvGrpSpPr>
          <p:grpSpPr>
            <a:xfrm>
              <a:off x="6214325" y="2145720"/>
              <a:ext cx="2697076" cy="1481829"/>
              <a:chOff x="6214325" y="2145720"/>
              <a:chExt cx="2697076" cy="1481829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ns2:creationId id="{06C8460A-0F95-CCAB-3470-B46DBD48779B}"/>
                  </a:ext>
                </a:extLst>
              </p:cNvPr>
              <p:cNvSpPr/>
              <p:nvPr/>
            </p:nvSpPr>
            <p:spPr>
              <a:xfrm>
                <a:off x="6214325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ns2:creationId id="{8585658F-1FD2-A2F2-DE3E-8D1743356D8C}"/>
                  </a:ext>
                </a:extLst>
              </p:cNvPr>
              <p:cNvSpPr/>
              <p:nvPr/>
            </p:nvSpPr>
            <p:spPr>
              <a:xfrm>
                <a:off x="6317063" y="2615291"/>
                <a:ext cx="2491603" cy="717679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5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0" name="グラフィックス 59" descr="ヨガ 単色塗りつぶし">
                <a:extLst>
                  <a:ext uri="{FF2B5EF4-FFF2-40B4-BE49-F238E27FC236}">
                    <ns2:creationId id="{F1858CAD-E671-005E-72DC-95610A95B8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8337020" y="3189716"/>
                <a:ext cx="398579" cy="398579"/>
              </a:xfrm>
              <a:prstGeom prst="rect">
                <a:avLst/>
              </a:prstGeom>
            </p:spPr>
          </p:pic>
        </p:grpSp>
        <p:grpSp>
          <p:nvGrpSpPr>
            <p:cNvPr id="75" name="グループ化 74">
              <a:extLst>
                <a:ext uri="{FF2B5EF4-FFF2-40B4-BE49-F238E27FC236}">
                  <ns2:creationId id="{75A8911B-7EFF-B104-49F1-293830D03BEF}"/>
                </a:ext>
              </a:extLst>
            </p:cNvPr>
            <p:cNvGrpSpPr/>
            <p:nvPr/>
          </p:nvGrpSpPr>
          <p:grpSpPr>
            <a:xfrm>
              <a:off x="9148053" y="2145720"/>
              <a:ext cx="2697076" cy="1481829"/>
              <a:chOff x="9148053" y="2145720"/>
              <a:chExt cx="2697076" cy="1481829"/>
            </a:xfrm>
          </p:grpSpPr>
          <p:sp>
            <p:nvSpPr>
              <p:cNvPr id="14" name="四角形: 角を丸くする 13">
                <a:extLst>
                  <a:ext uri="{FF2B5EF4-FFF2-40B4-BE49-F238E27FC236}">
                    <ns2:creationId id="{248019CC-BBFB-8FA1-0C8F-56934125146C}"/>
                  </a:ext>
                </a:extLst>
              </p:cNvPr>
              <p:cNvSpPr/>
              <p:nvPr/>
            </p:nvSpPr>
            <p:spPr>
              <a:xfrm>
                <a:off x="9148053" y="2145720"/>
                <a:ext cx="2697076" cy="1481829"/>
              </a:xfrm>
              <a:prstGeom prst="roundRect">
                <a:avLst>
                  <a:gd name="adj" fmla="val 2429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ns2:creationId id="{4891FFFD-F9AB-9E4B-5D77-2268070D4E82}"/>
                  </a:ext>
                </a:extLst>
              </p:cNvPr>
              <p:cNvSpPr/>
              <p:nvPr/>
            </p:nvSpPr>
            <p:spPr>
              <a:xfrm>
                <a:off x="9174148" y="2615290"/>
                <a:ext cx="2644887" cy="89680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lvl="1" indent="-171450">
                  <a:spcAft>
                    <a:spcPts val="600"/>
                  </a:spcAft>
                  <a:buClr>
                    <a:srgbClr val="008000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2" name="グラフィックス 61" descr="人工知能 単色塗りつぶし">
                <a:extLst>
                  <a:ext uri="{FF2B5EF4-FFF2-40B4-BE49-F238E27FC236}">
                    <ns2:creationId id="{B43768B9-0441-9C8D-268C-583117911C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11234214" y="3189716"/>
                <a:ext cx="398579" cy="398579"/>
              </a:xfrm>
              <a:prstGeom prst="rect">
                <a:avLst/>
              </a:prstGeom>
            </p:spPr>
          </p:pic>
        </p:grpSp>
      </p:grpSp>
      <p:grpSp>
        <p:nvGrpSpPr>
          <p:cNvPr id="80" name="グループ化 79">
            <a:extLst>
              <a:ext uri="{FF2B5EF4-FFF2-40B4-BE49-F238E27FC236}">
                <ns2:creationId id="{AC4D905E-D42D-164A-6AF7-7C8D3F116179}"/>
              </a:ext>
            </a:extLst>
          </p:cNvPr>
          <p:cNvGrpSpPr/>
          <p:nvPr/>
        </p:nvGrpSpPr>
        <p:grpSpPr>
          <a:xfrm>
            <a:off x="346870" y="3980795"/>
            <a:ext cx="11553709" cy="2337913"/>
            <a:chOff x="346870" y="3980795"/>
            <a:chExt cx="11553709" cy="2337913"/>
          </a:xfrm>
        </p:grpSpPr>
        <p:grpSp>
          <p:nvGrpSpPr>
            <p:cNvPr id="20" name="グループ化 19">
              <a:extLst>
                <a:ext uri="{FF2B5EF4-FFF2-40B4-BE49-F238E27FC236}">
                  <ns2:creationId id="{09CA7744-5823-F146-595F-680019B78291}"/>
                </a:ext>
              </a:extLst>
            </p:cNvPr>
            <p:cNvGrpSpPr/>
            <p:nvPr/>
          </p:nvGrpSpPr>
          <p:grpSpPr>
            <a:xfrm>
              <a:off x="358779" y="3980795"/>
              <a:ext cx="11498259" cy="368220"/>
              <a:chOff x="346870" y="1637162"/>
              <a:chExt cx="11498259" cy="368220"/>
            </a:xfrm>
          </p:grpSpPr>
          <p:sp>
            <p:nvSpPr>
              <p:cNvPr id="21" name="正方形/長方形 20">
                <a:extLst>
                  <a:ext uri="{FF2B5EF4-FFF2-40B4-BE49-F238E27FC236}">
                    <ns2:creationId id="{06BB28CF-1108-E0B7-FC41-CF708B9509D1}"/>
                  </a:ext>
                </a:extLst>
              </p:cNvPr>
              <p:cNvSpPr/>
              <p:nvPr/>
            </p:nvSpPr>
            <p:spPr>
              <a:xfrm>
                <a:off x="346870" y="1637162"/>
                <a:ext cx="1246546" cy="368220"/>
              </a:xfrm>
              <a:prstGeom prst="rect">
                <a:avLst/>
              </a:prstGeom>
              <a:solidFill>
                <a:srgbClr val="008000"/>
              </a:solidFill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84150" lvl="1" indent="-88900" algn="ctr"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altLang="ja-JP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endParaRPr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ns2:creationId id="{45E6FCDE-62A0-95E4-3869-AF0FBF76D18F}"/>
                  </a:ext>
                </a:extLst>
              </p:cNvPr>
              <p:cNvSpPr/>
              <p:nvPr/>
            </p:nvSpPr>
            <p:spPr>
              <a:xfrm>
                <a:off x="1593414" y="1637162"/>
                <a:ext cx="10251715" cy="36822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77" name="グループ化 76">
              <a:extLst>
                <a:ext uri="{FF2B5EF4-FFF2-40B4-BE49-F238E27FC236}">
                  <ns2:creationId id="{CA0FA3C3-6FB3-3B08-633D-FBA247C4D594}"/>
                </a:ext>
              </a:extLst>
            </p:cNvPr>
            <p:cNvGrpSpPr/>
            <p:nvPr/>
          </p:nvGrpSpPr>
          <p:grpSpPr>
            <a:xfrm>
              <a:off x="346870" y="4486700"/>
              <a:ext cx="3630044" cy="1822025"/>
              <a:chOff x="346870" y="4486700"/>
              <a:chExt cx="3630044" cy="1822025"/>
            </a:xfrm>
          </p:grpSpPr>
          <p:sp>
            <p:nvSpPr>
              <p:cNvPr id="23" name="四角形: 角を丸くする 22">
                <a:extLst>
                  <a:ext uri="{FF2B5EF4-FFF2-40B4-BE49-F238E27FC236}">
                    <ns2:creationId id="{4D552A5A-75EA-5135-10ED-B6A15BADCE29}"/>
                  </a:ext>
                </a:extLst>
              </p:cNvPr>
              <p:cNvSpPr/>
              <p:nvPr/>
            </p:nvSpPr>
            <p:spPr>
              <a:xfrm>
                <a:off x="346870" y="4486700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A001AFE8-6AD7-ABEC-1EDD-F0F1CEE7EE5C}"/>
                  </a:ext>
                </a:extLst>
              </p:cNvPr>
              <p:cNvSpPr/>
              <p:nvPr/>
            </p:nvSpPr>
            <p:spPr>
              <a:xfrm>
                <a:off x="55524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0FA08232-1EAF-372A-9CA0-49F890CA0C0E}"/>
                  </a:ext>
                </a:extLst>
              </p:cNvPr>
              <p:cNvSpPr/>
              <p:nvPr/>
            </p:nvSpPr>
            <p:spPr>
              <a:xfrm>
                <a:off x="55524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AI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147F8E1E-29A7-8805-27CB-99D72CDEE2B2}"/>
                  </a:ext>
                </a:extLst>
              </p:cNvPr>
              <p:cNvSpPr/>
              <p:nvPr/>
            </p:nvSpPr>
            <p:spPr>
              <a:xfrm>
                <a:off x="2299863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670B216A-AEAB-B220-BE67-FEFDD6D6FC4A}"/>
                  </a:ext>
                </a:extLst>
              </p:cNvPr>
              <p:cNvSpPr/>
              <p:nvPr/>
            </p:nvSpPr>
            <p:spPr>
              <a:xfrm>
                <a:off x="2299863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1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6" name="グラフィックス 65" descr="ユーザー 単色塗りつぶし">
                <a:extLst>
                  <a:ext uri="{FF2B5EF4-FFF2-40B4-BE49-F238E27FC236}">
                    <ns2:creationId id="{C6CCE024-A49F-33B2-82A4-888ACE1A58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878748" y="4958486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68" name="グラフィックス 67" descr="ストア 単色塗りつぶし">
                <a:extLst>
                  <a:ext uri="{FF2B5EF4-FFF2-40B4-BE49-F238E27FC236}">
                    <ns2:creationId id="{23EA23D7-7944-4C93-0416-59A0C54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2669496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ns2:creationId id="{799C1EBB-5DA7-9781-F12D-2E771548BC7A}"/>
                </a:ext>
              </a:extLst>
            </p:cNvPr>
            <p:cNvGrpSpPr/>
            <p:nvPr/>
          </p:nvGrpSpPr>
          <p:grpSpPr>
            <a:xfrm>
              <a:off x="4280978" y="4461514"/>
              <a:ext cx="3630044" cy="1822025"/>
              <a:chOff x="4280978" y="4461514"/>
              <a:chExt cx="3630044" cy="1822025"/>
            </a:xfrm>
          </p:grpSpPr>
          <p:sp>
            <p:nvSpPr>
              <p:cNvPr id="36" name="四角形: 角を丸くする 35">
                <a:extLst>
                  <a:ext uri="{FF2B5EF4-FFF2-40B4-BE49-F238E27FC236}">
                    <ns2:creationId id="{75E07F81-CDEF-1EA3-6522-06A53BBE6176}"/>
                  </a:ext>
                </a:extLst>
              </p:cNvPr>
              <p:cNvSpPr/>
              <p:nvPr/>
            </p:nvSpPr>
            <p:spPr>
              <a:xfrm>
                <a:off x="4280978" y="4461514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ns2:creationId id="{407C4A32-D9DC-8165-9250-EC30F051A5E2}"/>
                  </a:ext>
                </a:extLst>
              </p:cNvPr>
              <p:cNvSpPr/>
              <p:nvPr/>
            </p:nvSpPr>
            <p:spPr>
              <a:xfrm>
                <a:off x="4489352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3" name="正方形/長方形 42">
                <a:extLst>
                  <a:ext uri="{FF2B5EF4-FFF2-40B4-BE49-F238E27FC236}">
                    <ns2:creationId id="{0A2877DF-CF09-778A-97F9-67047177BC0C}"/>
                  </a:ext>
                </a:extLst>
              </p:cNvPr>
              <p:cNvSpPr/>
              <p:nvPr/>
            </p:nvSpPr>
            <p:spPr>
              <a:xfrm>
                <a:off x="4489352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6625AF3D-2B60-688D-C276-C4228E3B50AC}"/>
                  </a:ext>
                </a:extLst>
              </p:cNvPr>
              <p:cNvSpPr/>
              <p:nvPr/>
            </p:nvSpPr>
            <p:spPr>
              <a:xfrm>
                <a:off x="6214325" y="4929431"/>
                <a:ext cx="1468676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0B1B8A65-9163-4BC0-66E4-9A8A040CFA63}"/>
                  </a:ext>
                </a:extLst>
              </p:cNvPr>
              <p:cNvSpPr/>
              <p:nvPr/>
            </p:nvSpPr>
            <p:spPr>
              <a:xfrm>
                <a:off x="6214325" y="5220839"/>
                <a:ext cx="1468676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69" name="グラフィックス 68" descr="世界 単色塗りつぶし">
                <a:extLst>
                  <a:ext uri="{FF2B5EF4-FFF2-40B4-BE49-F238E27FC236}">
                    <ns2:creationId id="{B3077C10-8580-EAAF-8F17-30B078BD6B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21407" y="49584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70" name="グラフィックス 69" descr="建物 単色塗りつぶし">
                <a:extLst>
                  <a:ext uri="{FF2B5EF4-FFF2-40B4-BE49-F238E27FC236}">
                    <ns2:creationId id="{C2274ED3-3817-B178-63F1-399AC91273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9"/>
                  </a:ext>
                </a:extLst>
              </a:blip>
              <a:srcRect/>
              <a:stretch/>
            </p:blipFill>
            <p:spPr>
              <a:xfrm>
                <a:off x="6440682" y="4958487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79" name="グループ化 78">
              <a:extLst>
                <a:ext uri="{FF2B5EF4-FFF2-40B4-BE49-F238E27FC236}">
                  <ns2:creationId id="{F73B3AF9-5DF6-5D61-7F0F-08EDCBFE5A69}"/>
                </a:ext>
              </a:extLst>
            </p:cNvPr>
            <p:cNvGrpSpPr/>
            <p:nvPr/>
          </p:nvGrpSpPr>
          <p:grpSpPr>
            <a:xfrm>
              <a:off x="8270535" y="4496683"/>
              <a:ext cx="3630044" cy="1822025"/>
              <a:chOff x="8270535" y="4496683"/>
              <a:chExt cx="3630044" cy="1822025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ns2:creationId id="{E38E64BA-638E-B40D-F88F-89981FC35136}"/>
                  </a:ext>
                </a:extLst>
              </p:cNvPr>
              <p:cNvSpPr/>
              <p:nvPr/>
            </p:nvSpPr>
            <p:spPr>
              <a:xfrm>
                <a:off x="8270535" y="4496683"/>
                <a:ext cx="3630044" cy="1822025"/>
              </a:xfrm>
              <a:prstGeom prst="roundRect">
                <a:avLst>
                  <a:gd name="adj" fmla="val 1976"/>
                </a:avLst>
              </a:prstGeom>
              <a:solidFill>
                <a:srgbClr val="008000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36000" rIns="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ns2:creationId id="{E348A066-157E-24E2-8064-120335B281EF}"/>
                  </a:ext>
                </a:extLst>
              </p:cNvPr>
              <p:cNvSpPr/>
              <p:nvPr/>
            </p:nvSpPr>
            <p:spPr>
              <a:xfrm>
                <a:off x="8478909" y="4929431"/>
                <a:ext cx="3183199" cy="291408"/>
              </a:xfrm>
              <a:prstGeom prst="rect">
                <a:avLst/>
              </a:prstGeom>
              <a:solidFill>
                <a:srgbClr val="9CC39C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rgbClr val="008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ns2:creationId id="{632B9503-F5F8-F6F9-F48D-8F5E3083D73E}"/>
                  </a:ext>
                </a:extLst>
              </p:cNvPr>
              <p:cNvSpPr/>
              <p:nvPr/>
            </p:nvSpPr>
            <p:spPr>
              <a:xfrm>
                <a:off x="8478909" y="5220839"/>
                <a:ext cx="3183199" cy="9500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rgbClr val="9CC39C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71" name="グラフィックス 70" descr="筋骨たくましい腕 単色塗りつぶし">
                <a:extLst>
                  <a:ext uri="{FF2B5EF4-FFF2-40B4-BE49-F238E27FC236}">
                    <ns2:creationId id="{A47141D3-7B8A-BF42-0E4D-5837A71758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10"/>
                  </a:ext>
                </a:extLst>
              </a:blip>
              <a:srcRect/>
              <a:stretch/>
            </p:blipFill>
            <p:spPr>
              <a:xfrm>
                <a:off x="9689321" y="4958487"/>
                <a:ext cx="233296" cy="2332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1581331818"/>
      </p:ext>
    </p:extLst>
  </p:cSld>
  <p:clrMapOvr>
    <a:masterClrMapping/>
  </p:clrMapOvr>
</p:sld>
</file>

<file path=ppt/slides/slide38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br>
              <a:rPr kumimoji="1" lang="ja-JP" altLang="en-US" dirty="0"/>
            </a:br>
            <a:r>
              <a:rPr kumimoji="1" lang="ja-JP" altLang="en-US" dirty="0"/>
              <a:t>XX</a:t>
            </a:r>
            <a:r>
              <a:rPr kumimoji="1" lang="en-US" altLang="ja-JP" dirty="0"/>
              <a:t>DX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latin typeface="+mn-ea"/>
                <a:ea typeface="+mn-ea"/>
              </a:rPr>
              <a:t>XX</a:t>
            </a:r>
            <a:r>
              <a:rPr lang="ja-JP" altLang="en-US" dirty="0">
                <a:latin typeface="+mn-ea"/>
                <a:ea typeface="+mn-ea"/>
              </a:rPr>
              <a:t>XX</a:t>
            </a:r>
            <a:r>
              <a:rPr lang="en-US" dirty="0">
                <a:latin typeface="+mn-ea"/>
                <a:ea typeface="+mn-ea"/>
              </a:rPr>
              <a:t>AI</a:t>
            </a:r>
            <a:r>
              <a:rPr lang="ja-JP" altLang="en-US" dirty="0">
                <a:latin typeface="+mn-ea"/>
                <a:ea typeface="+mn-ea"/>
              </a:rPr>
              <a:t>XX</a:t>
            </a:r>
            <a:br>
              <a:rPr lang="en-US" altLang="ja-JP" dirty="0">
                <a:latin typeface="+mn-ea"/>
                <a:ea typeface="+mn-ea"/>
              </a:rPr>
            </a:br>
            <a:r>
              <a:rPr lang="ja-JP" altLang="en-US" dirty="0">
                <a:latin typeface="+mn-ea"/>
                <a:ea typeface="+mn-ea"/>
              </a:rPr>
              <a:t>XX</a:t>
            </a:r>
            <a:endParaRPr kumimoji="1" lang="ja-JP" altLang="en-US" dirty="0">
              <a:latin typeface="+mn-ea"/>
              <a:ea typeface="+mn-ea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ns2:creationId id="{44118B60-03F8-7E94-7284-A26793518328}"/>
              </a:ext>
            </a:extLst>
          </p:cNvPr>
          <p:cNvGrpSpPr/>
          <p:nvPr/>
        </p:nvGrpSpPr>
        <p:grpSpPr>
          <a:xfrm>
            <a:off x="334963" y="1628773"/>
            <a:ext cx="11522076" cy="4679948"/>
            <a:chOff x="334963" y="1628773"/>
            <a:chExt cx="11522076" cy="4679948"/>
          </a:xfrm>
        </p:grpSpPr>
        <p:cxnSp>
          <p:nvCxnSpPr>
            <p:cNvPr id="84" name="直線コネクタ 83">
              <a:extLst>
                <a:ext uri="{FF2B5EF4-FFF2-40B4-BE49-F238E27FC236}">
                  <ns2:creationId id="{97F7B208-3F5A-DF9B-D676-3AEC8958F44D}"/>
                </a:ext>
              </a:extLst>
            </p:cNvPr>
            <p:cNvCxnSpPr/>
            <p:nvPr/>
          </p:nvCxnSpPr>
          <p:spPr>
            <a:xfrm>
              <a:off x="4995526" y="3931046"/>
              <a:ext cx="6861513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ホームベース 91">
              <a:extLst>
                <a:ext uri="{FF2B5EF4-FFF2-40B4-BE49-F238E27FC236}">
                  <ns2:creationId id="{3F08752F-3197-B92D-2936-B32147A713B5}"/>
                </a:ext>
              </a:extLst>
            </p:cNvPr>
            <p:cNvSpPr/>
            <p:nvPr/>
          </p:nvSpPr>
          <p:spPr>
            <a:xfrm rot="5400000">
              <a:off x="-463340" y="2427077"/>
              <a:ext cx="2373317" cy="776710"/>
            </a:xfrm>
            <a:prstGeom prst="homePlate">
              <a:avLst>
                <a:gd name="adj" fmla="val 18206"/>
              </a:avLst>
            </a:prstGeom>
            <a:solidFill>
              <a:srgbClr val="008000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0" rIns="0" bIns="0" rtlCol="0" anchor="ctr"/>
            <a:lstStyle/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br>
                <a:rPr lang="en-US" altLang="ja-JP" sz="1200" dirty="0">
                  <a:solidFill>
                    <a:srgbClr val="FFFFFF"/>
                  </a:solidFill>
                  <a:latin typeface="+mn-ea"/>
                </a:rPr>
              </a:b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</a:p>
            <a:p>
              <a:pPr lvl="0" algn="ctr">
                <a:spcAft>
                  <a:spcPts val="1200"/>
                </a:spcAft>
                <a:buClr>
                  <a:srgbClr val="046294"/>
                </a:buClr>
                <a:defRPr/>
              </a:pPr>
              <a:r>
                <a:rPr lang="en-US" altLang="ja-JP" sz="1200" dirty="0">
                  <a:solidFill>
                    <a:srgbClr val="FFFFFF"/>
                  </a:solidFill>
                  <a:latin typeface="+mn-ea"/>
                </a:rPr>
                <a:t>XX</a:t>
              </a:r>
              <a:endParaRPr kumimoji="1" lang="ja-JP" altLang="en-US" sz="1200" b="0" i="0" u="none" strike="noStrike" kern="120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5" name="楕円 24">
              <a:extLst>
                <a:ext uri="{FF2B5EF4-FFF2-40B4-BE49-F238E27FC236}">
                  <ns2:creationId id="{D03E70B5-521E-B238-B892-554105F75C9F}"/>
                </a:ext>
              </a:extLst>
            </p:cNvPr>
            <p:cNvSpPr/>
            <p:nvPr/>
          </p:nvSpPr>
          <p:spPr>
            <a:xfrm>
              <a:off x="1249518" y="2370658"/>
              <a:ext cx="1158091" cy="1157018"/>
            </a:xfrm>
            <a:prstGeom prst="ellipse">
              <a:avLst/>
            </a:prstGeom>
            <a:solidFill>
              <a:srgbClr val="DCE9DC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effectLst/>
                  <a:latin typeface="+mn-ea"/>
                </a:rPr>
              </a:b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en-US" altLang="ja-JP" sz="1000" dirty="0">
                <a:solidFill>
                  <a:schemeClr val="tx1"/>
                </a:solidFill>
                <a:effectLst/>
                <a:latin typeface="+mn-ea"/>
              </a:endParaRPr>
            </a:p>
            <a:p>
              <a:pPr marL="0" lvl="1">
                <a:defRPr/>
              </a:pPr>
              <a:r>
                <a:rPr lang="ja-JP" altLang="en-US" sz="1000" dirty="0">
                  <a:solidFill>
                    <a:schemeClr val="tx1"/>
                  </a:solidFill>
                  <a:effectLst/>
                  <a:latin typeface="+mn-ea"/>
                </a:rPr>
                <a:t>XX</a:t>
              </a:r>
              <a:endParaRPr lang="ja-JP" altLang="en-US" sz="700" dirty="0">
                <a:solidFill>
                  <a:schemeClr val="tx1"/>
                </a:solidFill>
                <a:effectLst/>
                <a:latin typeface="+mn-ea"/>
              </a:endParaRPr>
            </a:p>
          </p:txBody>
        </p:sp>
        <p:sp>
          <p:nvSpPr>
            <p:cNvPr id="26" name="楕円 25">
              <a:extLst>
                <a:ext uri="{FF2B5EF4-FFF2-40B4-BE49-F238E27FC236}">
                  <ns2:creationId id="{BD5BADD0-8DBE-FF4B-66F9-EFB028740E84}"/>
                </a:ext>
              </a:extLst>
            </p:cNvPr>
            <p:cNvSpPr/>
            <p:nvPr/>
          </p:nvSpPr>
          <p:spPr>
            <a:xfrm>
              <a:off x="3332281" y="2087676"/>
              <a:ext cx="1417785" cy="1416475"/>
            </a:xfrm>
            <a:prstGeom prst="ellipse">
              <a:avLst/>
            </a:prstGeom>
            <a:solidFill>
              <a:srgbClr val="44A244"/>
            </a:solidFill>
            <a:ln w="3175">
              <a:noFill/>
            </a:ln>
            <a:effectLst>
              <a:outerShdw blurRad="25400" dist="127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lvl="1" algn="ctr">
                <a:defRPr/>
              </a:pP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br>
                <a:rPr lang="en-US" altLang="ja-JP" sz="1050" dirty="0">
                  <a:solidFill>
                    <a:schemeClr val="bg1"/>
                  </a:solidFill>
                  <a:latin typeface="+mn-ea"/>
                </a:rPr>
              </a:br>
              <a:r>
                <a:rPr lang="ja-JP" altLang="en-US" sz="1050" dirty="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図形 28">
              <a:extLst>
                <a:ext uri="{FF2B5EF4-FFF2-40B4-BE49-F238E27FC236}">
                  <ns2:creationId id="{51CB6346-B471-BAAB-D4CF-9EB09B0C4106}"/>
                </a:ext>
              </a:extLst>
            </p:cNvPr>
            <p:cNvSpPr/>
            <p:nvPr/>
          </p:nvSpPr>
          <p:spPr>
            <a:xfrm rot="18358563" flipV="1">
              <a:off x="2543166" y="2793349"/>
              <a:ext cx="719157" cy="487441"/>
            </a:xfrm>
            <a:prstGeom prst="swooshArrow">
              <a:avLst>
                <a:gd name="adj1" fmla="val 25982"/>
                <a:gd name="adj2" fmla="val 3137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ja-JP" altLang="en-US">
                <a:latin typeface="+mn-ea"/>
              </a:endParaRPr>
            </a:p>
          </p:txBody>
        </p:sp>
        <p:grpSp>
          <p:nvGrpSpPr>
            <p:cNvPr id="105" name="グループ化 104">
              <a:extLst>
                <a:ext uri="{FF2B5EF4-FFF2-40B4-BE49-F238E27FC236}">
                  <ns2:creationId id="{30A6CB54-DDD6-8024-599A-3AC2A0F6D62C}"/>
                </a:ext>
              </a:extLst>
            </p:cNvPr>
            <p:cNvGrpSpPr/>
            <p:nvPr/>
          </p:nvGrpSpPr>
          <p:grpSpPr>
            <a:xfrm>
              <a:off x="4905842" y="1650722"/>
              <a:ext cx="6951197" cy="2081515"/>
              <a:chOff x="4905842" y="1650722"/>
              <a:chExt cx="6951197" cy="2081515"/>
            </a:xfrm>
          </p:grpSpPr>
          <p:sp>
            <p:nvSpPr>
              <p:cNvPr id="30" name="正方形/長方形 29">
                <a:extLst>
                  <a:ext uri="{FF2B5EF4-FFF2-40B4-BE49-F238E27FC236}">
                    <ns2:creationId id="{49438D76-CB5E-009C-E0C8-819EB94950BE}"/>
                  </a:ext>
                </a:extLst>
              </p:cNvPr>
              <p:cNvSpPr/>
              <p:nvPr/>
            </p:nvSpPr>
            <p:spPr>
              <a:xfrm>
                <a:off x="4995526" y="1755183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 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 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A4CB7EB5-6E7E-9149-86E6-9512140B6A8E}"/>
                  </a:ext>
                </a:extLst>
              </p:cNvPr>
              <p:cNvSpPr/>
              <p:nvPr/>
            </p:nvSpPr>
            <p:spPr>
              <a:xfrm>
                <a:off x="6357938" y="1755183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AI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正方形/長方形 36">
                <a:extLst>
                  <a:ext uri="{FF2B5EF4-FFF2-40B4-BE49-F238E27FC236}">
                    <ns2:creationId id="{FAC127ED-C4B9-DACD-6F85-15934996D899}"/>
                  </a:ext>
                </a:extLst>
              </p:cNvPr>
              <p:cNvSpPr/>
              <p:nvPr/>
            </p:nvSpPr>
            <p:spPr>
              <a:xfrm>
                <a:off x="4995526" y="2428802"/>
                <a:ext cx="1362412" cy="629817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24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8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b="1" dirty="0">
                    <a:solidFill>
                      <a:schemeClr val="bg1"/>
                    </a:solidFill>
                    <a:latin typeface="+mn-ea"/>
                  </a:rPr>
                  <a:t>) 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ns2:creationId id="{8352B956-F7F8-3D47-9F70-EF20AEDB66C6}"/>
                  </a:ext>
                </a:extLst>
              </p:cNvPr>
              <p:cNvSpPr/>
              <p:nvPr/>
            </p:nvSpPr>
            <p:spPr>
              <a:xfrm>
                <a:off x="6357938" y="2428802"/>
                <a:ext cx="5499101" cy="629817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AAE9AE9D-FD78-6599-B41D-88D4BF5EC08C}"/>
                  </a:ext>
                </a:extLst>
              </p:cNvPr>
              <p:cNvSpPr/>
              <p:nvPr/>
            </p:nvSpPr>
            <p:spPr>
              <a:xfrm>
                <a:off x="4995526" y="3159676"/>
                <a:ext cx="1362412" cy="572561"/>
              </a:xfrm>
              <a:prstGeom prst="rect">
                <a:avLst/>
              </a:prstGeom>
              <a:solidFill>
                <a:srgbClr val="66B366"/>
              </a:solidFill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indent="-88900">
                  <a:defRPr/>
                </a:pPr>
                <a:r>
                  <a:rPr lang="ja-JP" altLang="en-US" sz="90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:</a:t>
                </a:r>
                <a:b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900" dirty="0">
                  <a:solidFill>
                    <a:schemeClr val="bg1"/>
                  </a:solidFill>
                  <a:latin typeface="+mn-ea"/>
                </a:endParaRPr>
              </a:p>
              <a:p>
                <a:pPr marL="0" lvl="1" indent="-88900">
                  <a:defRPr/>
                </a:pP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9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900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4BB2CCED-47ED-2535-67FE-BEFC8D953BE9}"/>
                  </a:ext>
                </a:extLst>
              </p:cNvPr>
              <p:cNvSpPr/>
              <p:nvPr/>
            </p:nvSpPr>
            <p:spPr>
              <a:xfrm>
                <a:off x="6357938" y="3159676"/>
                <a:ext cx="5499101" cy="572561"/>
              </a:xfrm>
              <a:prstGeom prst="rect">
                <a:avLst/>
              </a:prstGeom>
              <a:noFill/>
              <a:ln w="9525">
                <a:solidFill>
                  <a:srgbClr val="66B36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800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87" name="グループ化 86">
                <a:extLst>
                  <a:ext uri="{FF2B5EF4-FFF2-40B4-BE49-F238E27FC236}">
                    <ns2:creationId id="{EB40FCE4-7740-B487-2A7C-B055733FEEAA}"/>
                  </a:ext>
                </a:extLst>
              </p:cNvPr>
              <p:cNvGrpSpPr/>
              <p:nvPr/>
            </p:nvGrpSpPr>
            <p:grpSpPr>
              <a:xfrm>
                <a:off x="4905842" y="1650722"/>
                <a:ext cx="179369" cy="1628970"/>
                <a:chOff x="4905842" y="1682252"/>
                <a:chExt cx="179369" cy="1628970"/>
              </a:xfrm>
            </p:grpSpPr>
            <p:sp>
              <p:nvSpPr>
                <p:cNvPr id="83" name="楕円 82">
                  <a:extLst>
                    <a:ext uri="{FF2B5EF4-FFF2-40B4-BE49-F238E27FC236}">
                      <ns2:creationId id="{F9E00D2C-D39D-F299-2842-0DFAC49D36C2}"/>
                    </a:ext>
                  </a:extLst>
                </p:cNvPr>
                <p:cNvSpPr/>
                <p:nvPr/>
              </p:nvSpPr>
              <p:spPr>
                <a:xfrm>
                  <a:off x="4905842" y="1682252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1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5" name="楕円 84">
                  <a:extLst>
                    <a:ext uri="{FF2B5EF4-FFF2-40B4-BE49-F238E27FC236}">
                      <ns2:creationId id="{EFF49E5C-DE05-41F2-9884-436CAA0F3A48}"/>
                    </a:ext>
                  </a:extLst>
                </p:cNvPr>
                <p:cNvSpPr/>
                <p:nvPr/>
              </p:nvSpPr>
              <p:spPr>
                <a:xfrm>
                  <a:off x="4905843" y="2407136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2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86" name="楕円 85">
                  <a:extLst>
                    <a:ext uri="{FF2B5EF4-FFF2-40B4-BE49-F238E27FC236}">
                      <ns2:creationId id="{6A32F502-73FE-2BAD-1199-72544D0716AE}"/>
                    </a:ext>
                  </a:extLst>
                </p:cNvPr>
                <p:cNvSpPr/>
                <p:nvPr/>
              </p:nvSpPr>
              <p:spPr>
                <a:xfrm>
                  <a:off x="4905843" y="3132020"/>
                  <a:ext cx="179368" cy="17920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en-US" altLang="ja-JP" sz="1000" dirty="0">
                      <a:solidFill>
                        <a:srgbClr val="008000"/>
                      </a:solidFill>
                      <a:latin typeface="+mn-ea"/>
                    </a:rPr>
                    <a:t>3</a:t>
                  </a:r>
                  <a:endParaRPr lang="ja-JP" altLang="en-US" sz="7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  <p:pic>
            <p:nvPicPr>
              <p:cNvPr id="92" name="グラフィックス 91" descr="対象の人々 単色塗りつぶし">
                <a:extLst>
                  <a:ext uri="{FF2B5EF4-FFF2-40B4-BE49-F238E27FC236}">
                    <ns2:creationId id="{995FA723-EF78-AEC2-7DE8-FF2057FDE1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048222" y="1906087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3" name="グラフィックス 92" descr="山形の矢印 単色塗りつぶし">
                <a:extLst>
                  <a:ext uri="{FF2B5EF4-FFF2-40B4-BE49-F238E27FC236}">
                    <ns2:creationId id="{334E8206-5B4E-0C8F-2997-5486CD8C1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5048222" y="2627063"/>
                <a:ext cx="233296" cy="233296"/>
              </a:xfrm>
              <a:prstGeom prst="rect">
                <a:avLst/>
              </a:prstGeom>
            </p:spPr>
          </p:pic>
          <p:pic>
            <p:nvPicPr>
              <p:cNvPr id="94" name="グラフィックス 93" descr="教師 単色塗りつぶし">
                <a:extLst>
                  <a:ext uri="{FF2B5EF4-FFF2-40B4-BE49-F238E27FC236}">
                    <ns2:creationId id="{812496CB-C108-666F-D0EA-EC49B7B24F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048222" y="3329309"/>
                <a:ext cx="233296" cy="233296"/>
              </a:xfrm>
              <a:prstGeom prst="rect">
                <a:avLst/>
              </a:prstGeom>
            </p:spPr>
          </p:pic>
        </p:grpSp>
        <p:grpSp>
          <p:nvGrpSpPr>
            <p:cNvPr id="108" name="グループ化 107">
              <a:extLst>
                <a:ext uri="{FF2B5EF4-FFF2-40B4-BE49-F238E27FC236}">
                  <ns2:creationId id="{A7F22D3C-571A-1AFB-913D-4AE0EA6D2F89}"/>
                </a:ext>
              </a:extLst>
            </p:cNvPr>
            <p:cNvGrpSpPr/>
            <p:nvPr/>
          </p:nvGrpSpPr>
          <p:grpSpPr>
            <a:xfrm>
              <a:off x="334963" y="3935404"/>
              <a:ext cx="11522076" cy="2373317"/>
              <a:chOff x="334963" y="3935404"/>
              <a:chExt cx="11522076" cy="2373317"/>
            </a:xfrm>
          </p:grpSpPr>
          <p:sp>
            <p:nvSpPr>
              <p:cNvPr id="10" name="山形 92">
                <a:extLst>
                  <a:ext uri="{FF2B5EF4-FFF2-40B4-BE49-F238E27FC236}">
                    <ns2:creationId id="{17BCEE03-B13F-DAC4-A6B9-E79989671910}"/>
                  </a:ext>
                </a:extLst>
              </p:cNvPr>
              <p:cNvSpPr/>
              <p:nvPr/>
            </p:nvSpPr>
            <p:spPr>
              <a:xfrm rot="5400000">
                <a:off x="-463341" y="4733708"/>
                <a:ext cx="2373317" cy="77671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tIns="0" rIns="0" bIns="0" rtlCol="0" anchor="ctr"/>
              <a:lstStyle/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lang="en-US" altLang="ja-JP" sz="1200" dirty="0">
                    <a:solidFill>
                      <a:srgbClr val="FFFFFF"/>
                    </a:solidFill>
                    <a:latin typeface="+mn-ea"/>
                  </a:rPr>
                  <a:t>XX</a:t>
                </a:r>
              </a:p>
              <a:p>
                <a:pPr lvl="0" algn="ctr">
                  <a:spcAft>
                    <a:spcPts val="1200"/>
                  </a:spcAft>
                  <a:buClr>
                    <a:srgbClr val="046294"/>
                  </a:buClr>
                  <a:defRPr/>
                </a:pPr>
                <a:r>
                  <a:rPr kumimoji="1" lang="en-US" altLang="ja-JP" sz="1200" b="0" i="0" u="none" strike="noStrike" kern="1200" cap="none" spc="0" normalizeH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XX</a:t>
                </a:r>
                <a:endParaRPr kumimoji="1" lang="ja-JP" altLang="en-US" sz="1200" b="0" i="0" u="none" strike="noStrike" kern="1200" cap="none" spc="0" normalizeH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82" name="グループ化 81">
                <a:extLst>
                  <a:ext uri="{FF2B5EF4-FFF2-40B4-BE49-F238E27FC236}">
                    <ns2:creationId id="{D73194D8-31C0-012C-0542-56817B9CCA4D}"/>
                  </a:ext>
                </a:extLst>
              </p:cNvPr>
              <p:cNvGrpSpPr/>
              <p:nvPr/>
            </p:nvGrpSpPr>
            <p:grpSpPr>
              <a:xfrm>
                <a:off x="1744444" y="4144615"/>
                <a:ext cx="2360522" cy="1981879"/>
                <a:chOff x="1309928" y="4312375"/>
                <a:chExt cx="2360522" cy="1981879"/>
              </a:xfrm>
            </p:grpSpPr>
            <p:grpSp>
              <p:nvGrpSpPr>
                <p:cNvPr id="78" name="グループ化 77">
                  <a:extLst>
                    <a:ext uri="{FF2B5EF4-FFF2-40B4-BE49-F238E27FC236}">
                      <ns2:creationId id="{8A389CA1-EB39-DE24-23D9-782F63D0CDE6}"/>
                    </a:ext>
                  </a:extLst>
                </p:cNvPr>
                <p:cNvGrpSpPr/>
                <p:nvPr/>
              </p:nvGrpSpPr>
              <p:grpSpPr>
                <a:xfrm>
                  <a:off x="1309928" y="4739412"/>
                  <a:ext cx="2360522" cy="1554842"/>
                  <a:chOff x="1309928" y="4876572"/>
                  <a:chExt cx="2360522" cy="1554842"/>
                </a:xfrm>
              </p:grpSpPr>
              <p:sp>
                <p:nvSpPr>
                  <p:cNvPr id="73" name="ひし形 72">
                    <a:extLst>
                      <a:ext uri="{FF2B5EF4-FFF2-40B4-BE49-F238E27FC236}">
                        <ns2:creationId id="{8ACAA9AD-EA39-7983-53BA-97998CAA813F}"/>
                      </a:ext>
                    </a:extLst>
                  </p:cNvPr>
                  <p:cNvSpPr/>
                  <p:nvPr/>
                </p:nvSpPr>
                <p:spPr>
                  <a:xfrm>
                    <a:off x="1309928" y="5253522"/>
                    <a:ext cx="2360522" cy="1170403"/>
                  </a:xfrm>
                  <a:prstGeom prst="diamond">
                    <a:avLst/>
                  </a:prstGeom>
                  <a:solidFill>
                    <a:srgbClr val="008000">
                      <a:alpha val="2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kumimoji="1" lang="ja-JP" altLang="en-US" sz="900" dirty="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4" name="ひし形 73">
                    <a:extLst>
                      <a:ext uri="{FF2B5EF4-FFF2-40B4-BE49-F238E27FC236}">
                        <ns2:creationId id="{D54F2C51-7326-0A00-3DAA-5D01A719E1FE}"/>
                      </a:ext>
                    </a:extLst>
                  </p:cNvPr>
                  <p:cNvSpPr/>
                  <p:nvPr/>
                </p:nvSpPr>
                <p:spPr>
                  <a:xfrm>
                    <a:off x="1309928" y="4876572"/>
                    <a:ext cx="2360522" cy="1170403"/>
                  </a:xfrm>
                  <a:prstGeom prst="diamond">
                    <a:avLst/>
                  </a:prstGeom>
                  <a:solidFill>
                    <a:srgbClr val="9CC39C"/>
                  </a:solidFill>
                  <a:ln w="3175">
                    <a:noFill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 dirty="0">
                        <a:solidFill>
                          <a:schemeClr val="bg1"/>
                        </a:solidFill>
                        <a:latin typeface="+mn-ea"/>
                      </a:rPr>
                      <a:t>XX</a:t>
                    </a:r>
                    <a:endParaRPr kumimoji="1" lang="ja-JP" altLang="en-US" sz="1050" dirty="0">
                      <a:solidFill>
                        <a:schemeClr val="bg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77" name="テキスト ボックス 76">
                    <a:extLst>
                      <a:ext uri="{FF2B5EF4-FFF2-40B4-BE49-F238E27FC236}">
                        <ns2:creationId id="{6D0BFEF3-BD91-9299-7790-C4CF07D11EA1}"/>
                      </a:ext>
                    </a:extLst>
                  </p:cNvPr>
                  <p:cNvSpPr txBox="1"/>
                  <p:nvPr/>
                </p:nvSpPr>
                <p:spPr>
                  <a:xfrm>
                    <a:off x="1759139" y="6031304"/>
                    <a:ext cx="1462100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AI</a:t>
                    </a:r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lang="en-US" altLang="ja-JP" sz="1000" dirty="0">
                      <a:solidFill>
                        <a:srgbClr val="008000"/>
                      </a:solidFill>
                      <a:latin typeface="+mn-ea"/>
                    </a:endParaRPr>
                  </a:p>
                  <a:p>
                    <a:pPr algn="ctr"/>
                    <a:r>
                      <a:rPr lang="ja-JP" altLang="en-US" sz="1000" dirty="0">
                        <a:solidFill>
                          <a:srgbClr val="008000"/>
                        </a:solidFill>
                        <a:latin typeface="+mn-ea"/>
                      </a:rPr>
                      <a:t>XX</a:t>
                    </a:r>
                    <a:endParaRPr kumimoji="1" lang="ja-JP" altLang="en-US" sz="10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sp>
              <p:nvSpPr>
                <p:cNvPr id="79" name="楕円 78">
                  <a:extLst>
                    <a:ext uri="{FF2B5EF4-FFF2-40B4-BE49-F238E27FC236}">
                      <ns2:creationId id="{EBC7A9BD-4C31-F991-CC47-94459317A8E8}"/>
                    </a:ext>
                  </a:extLst>
                </p:cNvPr>
                <p:cNvSpPr/>
                <p:nvPr/>
              </p:nvSpPr>
              <p:spPr>
                <a:xfrm>
                  <a:off x="2017553" y="4312375"/>
                  <a:ext cx="975886" cy="974982"/>
                </a:xfrm>
                <a:prstGeom prst="ellipse">
                  <a:avLst/>
                </a:prstGeom>
                <a:solidFill>
                  <a:srgbClr val="FFFFFF"/>
                </a:solidFill>
                <a:ln w="9525">
                  <a:solidFill>
                    <a:srgbClr val="008000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05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 algn="ctr">
                    <a:defRPr/>
                  </a:pP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05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ja-JP" altLang="en-US" sz="8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pic>
              <p:nvPicPr>
                <p:cNvPr id="80" name="グラフィックス 79" descr="人工知能 単色塗りつぶし">
                  <a:extLst>
                    <a:ext uri="{FF2B5EF4-FFF2-40B4-BE49-F238E27FC236}">
                      <ns2:creationId id="{776AB92D-53A5-C866-E344-CB22D1100F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2818821" y="5748346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81" name="グラフィックス 80" descr="データベース 単色塗りつぶし">
                  <a:extLst>
                    <a:ext uri="{FF2B5EF4-FFF2-40B4-BE49-F238E27FC236}">
                      <ns2:creationId id="{B9356E6C-DC75-2F56-5BB7-A0ED203328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2818821" y="5349061"/>
                  <a:ext cx="233296" cy="233296"/>
                </a:xfrm>
                <a:prstGeom prst="rect">
                  <a:avLst/>
                </a:prstGeom>
              </p:spPr>
            </p:pic>
          </p:grpSp>
          <p:grpSp>
            <p:nvGrpSpPr>
              <p:cNvPr id="98" name="グループ化 97">
                <a:extLst>
                  <a:ext uri="{FF2B5EF4-FFF2-40B4-BE49-F238E27FC236}">
                    <ns2:creationId id="{4462B0CA-C671-C1EA-7F19-F1B0BD7C8E8D}"/>
                  </a:ext>
                </a:extLst>
              </p:cNvPr>
              <p:cNvGrpSpPr/>
              <p:nvPr/>
            </p:nvGrpSpPr>
            <p:grpSpPr>
              <a:xfrm>
                <a:off x="4905842" y="4057269"/>
                <a:ext cx="6951197" cy="2095831"/>
                <a:chOff x="4905842" y="4030666"/>
                <a:chExt cx="6951197" cy="2095831"/>
              </a:xfrm>
            </p:grpSpPr>
            <p:sp>
              <p:nvSpPr>
                <p:cNvPr id="56" name="正方形/長方形 55">
                  <a:extLst>
                    <a:ext uri="{FF2B5EF4-FFF2-40B4-BE49-F238E27FC236}">
                      <ns2:creationId id="{BB5CE46A-5654-486B-51FF-4B890809C32C}"/>
                    </a:ext>
                  </a:extLst>
                </p:cNvPr>
                <p:cNvSpPr/>
                <p:nvPr/>
              </p:nvSpPr>
              <p:spPr>
                <a:xfrm>
                  <a:off x="4995526" y="4121317"/>
                  <a:ext cx="1362412" cy="600683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)</a:t>
                  </a: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ns2:creationId id="{6CFF47FB-B780-4440-FDFE-60D723FE62E1}"/>
                    </a:ext>
                  </a:extLst>
                </p:cNvPr>
                <p:cNvSpPr/>
                <p:nvPr/>
              </p:nvSpPr>
              <p:spPr>
                <a:xfrm>
                  <a:off x="6357938" y="4121317"/>
                  <a:ext cx="5499101" cy="600683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IoT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 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4" name="正方形/長方形 53">
                  <a:extLst>
                    <a:ext uri="{FF2B5EF4-FFF2-40B4-BE49-F238E27FC236}">
                      <ns2:creationId id="{583F1471-1BAE-F32C-55D1-E2595C0EAECE}"/>
                    </a:ext>
                  </a:extLst>
                </p:cNvPr>
                <p:cNvSpPr/>
                <p:nvPr/>
              </p:nvSpPr>
              <p:spPr>
                <a:xfrm>
                  <a:off x="4995526" y="4851687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chemeClr val="bg1"/>
                    </a:solidFill>
                    <a:latin typeface="+mn-ea"/>
                  </a:endParaRPr>
                </a:p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ns2:creationId id="{7D424B39-543F-731D-141C-689DAC6BEA11}"/>
                    </a:ext>
                  </a:extLst>
                </p:cNvPr>
                <p:cNvSpPr/>
                <p:nvPr/>
              </p:nvSpPr>
              <p:spPr>
                <a:xfrm>
                  <a:off x="6357938" y="4851687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  <a:t>)</a:t>
                  </a:r>
                  <a:br>
                    <a:rPr lang="en-US" altLang="ja-JP" sz="800" dirty="0">
                      <a:solidFill>
                        <a:srgbClr val="008000"/>
                      </a:solidFill>
                      <a:latin typeface="+mn-ea"/>
                    </a:rPr>
                  </a:b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2" name="正方形/長方形 51">
                  <a:extLst>
                    <a:ext uri="{FF2B5EF4-FFF2-40B4-BE49-F238E27FC236}">
                      <ns2:creationId id="{A622D173-6D62-1AAD-C828-273CC03997CA}"/>
                    </a:ext>
                  </a:extLst>
                </p:cNvPr>
                <p:cNvSpPr/>
                <p:nvPr/>
              </p:nvSpPr>
              <p:spPr>
                <a:xfrm>
                  <a:off x="4995526" y="5553936"/>
                  <a:ext cx="1362412" cy="572561"/>
                </a:xfrm>
                <a:prstGeom prst="rect">
                  <a:avLst/>
                </a:prstGeom>
                <a:solidFill>
                  <a:srgbClr val="008000"/>
                </a:solidFill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0" tIns="36000" rIns="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 indent="-88900">
                    <a:defRPr/>
                  </a:pP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(</a:t>
                  </a:r>
                  <a:r>
                    <a:rPr lang="en-US" altLang="ja-JP" sz="900" dirty="0" err="1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bg1"/>
                      </a:solidFill>
                      <a:latin typeface="+mn-ea"/>
                    </a:rPr>
                    <a:t>・</a:t>
                  </a:r>
                  <a:r>
                    <a:rPr lang="en-US" altLang="ja-JP" sz="900" dirty="0">
                      <a:solidFill>
                        <a:schemeClr val="bg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53" name="正方形/長方形 52">
                  <a:extLst>
                    <a:ext uri="{FF2B5EF4-FFF2-40B4-BE49-F238E27FC236}">
                      <ns2:creationId id="{31DE1768-7A36-A80A-DED4-694ACC820C27}"/>
                    </a:ext>
                  </a:extLst>
                </p:cNvPr>
                <p:cNvSpPr/>
                <p:nvPr/>
              </p:nvSpPr>
              <p:spPr>
                <a:xfrm>
                  <a:off x="6357938" y="5553935"/>
                  <a:ext cx="5499101" cy="572561"/>
                </a:xfrm>
                <a:prstGeom prst="rect">
                  <a:avLst/>
                </a:prstGeom>
                <a:noFill/>
                <a:ln w="9525">
                  <a:solidFill>
                    <a:srgbClr val="008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8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b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8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8" name="グループ化 87">
                  <a:extLst>
                    <a:ext uri="{FF2B5EF4-FFF2-40B4-BE49-F238E27FC236}">
                      <ns2:creationId id="{6744C972-55CE-DBED-2C2E-AD627B14BABF}"/>
                    </a:ext>
                  </a:extLst>
                </p:cNvPr>
                <p:cNvGrpSpPr/>
                <p:nvPr/>
              </p:nvGrpSpPr>
              <p:grpSpPr>
                <a:xfrm>
                  <a:off x="4905842" y="4030666"/>
                  <a:ext cx="179369" cy="1648020"/>
                  <a:chOff x="4905842" y="1663202"/>
                  <a:chExt cx="179369" cy="1648020"/>
                </a:xfrm>
              </p:grpSpPr>
              <p:sp>
                <p:nvSpPr>
                  <p:cNvPr id="89" name="楕円 88">
                    <a:extLst>
                      <a:ext uri="{FF2B5EF4-FFF2-40B4-BE49-F238E27FC236}">
                        <ns2:creationId id="{0DC4DDA7-AF67-6990-5E96-6D3DC81719C3}"/>
                      </a:ext>
                    </a:extLst>
                  </p:cNvPr>
                  <p:cNvSpPr/>
                  <p:nvPr/>
                </p:nvSpPr>
                <p:spPr>
                  <a:xfrm>
                    <a:off x="4905842" y="1663202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1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0" name="楕円 89">
                    <a:extLst>
                      <a:ext uri="{FF2B5EF4-FFF2-40B4-BE49-F238E27FC236}">
                        <ns2:creationId id="{F2603FDC-BBD9-D039-68AF-AD0F9678DA2F}"/>
                      </a:ext>
                    </a:extLst>
                  </p:cNvPr>
                  <p:cNvSpPr/>
                  <p:nvPr/>
                </p:nvSpPr>
                <p:spPr>
                  <a:xfrm>
                    <a:off x="4905843" y="2407136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2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91" name="楕円 90">
                    <a:extLst>
                      <a:ext uri="{FF2B5EF4-FFF2-40B4-BE49-F238E27FC236}">
                        <ns2:creationId id="{301D2E8D-E8E6-390E-DA05-F410E0A6F7F1}"/>
                      </a:ext>
                    </a:extLst>
                  </p:cNvPr>
                  <p:cNvSpPr/>
                  <p:nvPr/>
                </p:nvSpPr>
                <p:spPr>
                  <a:xfrm>
                    <a:off x="4905843" y="3132020"/>
                    <a:ext cx="179368" cy="179202"/>
                  </a:xfrm>
                  <a:prstGeom prst="ellipse">
                    <a:avLst/>
                  </a:prstGeom>
                  <a:solidFill>
                    <a:srgbClr val="FFFFFF"/>
                  </a:solidFill>
                  <a:ln w="9525">
                    <a:solidFill>
                      <a:srgbClr val="008000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lvl="1" algn="ctr">
                      <a:defRPr/>
                    </a:pPr>
                    <a:r>
                      <a:rPr lang="en-US" altLang="ja-JP" sz="1000" dirty="0">
                        <a:solidFill>
                          <a:srgbClr val="008000"/>
                        </a:solidFill>
                        <a:latin typeface="+mn-ea"/>
                      </a:rPr>
                      <a:t>3</a:t>
                    </a:r>
                    <a:endParaRPr lang="ja-JP" altLang="en-US" sz="700" dirty="0">
                      <a:solidFill>
                        <a:srgbClr val="008000"/>
                      </a:solidFill>
                      <a:latin typeface="+mn-ea"/>
                    </a:endParaRPr>
                  </a:p>
                </p:txBody>
              </p:sp>
            </p:grpSp>
            <p:pic>
              <p:nvPicPr>
                <p:cNvPr id="95" name="グラフィックス 94" descr="データベース 単色塗りつぶし">
                  <a:extLst>
                    <a:ext uri="{FF2B5EF4-FFF2-40B4-BE49-F238E27FC236}">
                      <ns2:creationId id="{DDD22290-BB4E-AEA7-C115-0808277ED8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6"/>
                    </a:ext>
                  </a:extLst>
                </a:blip>
                <a:srcRect/>
                <a:stretch/>
              </p:blipFill>
              <p:spPr>
                <a:xfrm>
                  <a:off x="5048222" y="4334413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6" name="グラフィックス 95" descr="人工知能 単色塗りつぶし">
                  <a:extLst>
                    <a:ext uri="{FF2B5EF4-FFF2-40B4-BE49-F238E27FC236}">
                      <ns2:creationId id="{C8B0A3FD-B856-F1B9-2D4D-2FEB3B0BF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5048222" y="5014534"/>
                  <a:ext cx="233296" cy="233296"/>
                </a:xfrm>
                <a:prstGeom prst="rect">
                  <a:avLst/>
                </a:prstGeom>
              </p:spPr>
            </p:pic>
            <p:pic>
              <p:nvPicPr>
                <p:cNvPr id="97" name="グラフィックス 96" descr="循環フローチャート 単色塗りつぶし">
                  <a:extLst>
                    <a:ext uri="{FF2B5EF4-FFF2-40B4-BE49-F238E27FC236}">
                      <ns2:creationId id="{5E99EA4E-ED45-1028-7163-A38882535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5048222" y="5723569"/>
                  <a:ext cx="233296" cy="233296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00" name="直線コネクタ 99">
              <a:extLst>
                <a:ext uri="{FF2B5EF4-FFF2-40B4-BE49-F238E27FC236}">
                  <ns2:creationId id="{C5AE348A-296A-511E-1173-F1E31D16A03A}"/>
                </a:ext>
              </a:extLst>
            </p:cNvPr>
            <p:cNvCxnSpPr>
              <a:cxnSpLocks/>
            </p:cNvCxnSpPr>
            <p:nvPr/>
          </p:nvCxnSpPr>
          <p:spPr>
            <a:xfrm>
              <a:off x="1247775" y="3931047"/>
              <a:ext cx="3495675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977257362"/>
      </p:ext>
    </p:extLst>
  </p:cSld>
  <p:clrMapOvr>
    <a:masterClrMapping/>
  </p:clrMapOvr>
</p:sld>
</file>

<file path=ppt/slides/slide38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BFB7DA0D-F7DB-FB3A-220A-6FD868CC6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PL</a:t>
            </a:r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5D61B63C-37BE-559F-650A-FB7DEBD02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grpSp>
        <p:nvGrpSpPr>
          <p:cNvPr id="147" name="グループ化 146">
            <a:extLst>
              <a:ext uri="{FF2B5EF4-FFF2-40B4-BE49-F238E27FC236}">
                <ns2:creationId id="{B78156CA-5445-0FEE-379E-3FFBCE098F95}"/>
              </a:ext>
            </a:extLst>
          </p:cNvPr>
          <p:cNvGrpSpPr/>
          <p:nvPr/>
        </p:nvGrpSpPr>
        <p:grpSpPr>
          <a:xfrm>
            <a:off x="334962" y="1628774"/>
            <a:ext cx="11522077" cy="4679951"/>
            <a:chOff x="334962" y="1628774"/>
            <a:chExt cx="11522077" cy="4679951"/>
          </a:xfrm>
        </p:grpSpPr>
        <p:grpSp>
          <p:nvGrpSpPr>
            <p:cNvPr id="145" name="グループ化 144">
              <a:extLst>
                <a:ext uri="{FF2B5EF4-FFF2-40B4-BE49-F238E27FC236}">
                  <ns2:creationId id="{4CDE1D98-31C6-252D-C237-9D06304A167B}"/>
                </a:ext>
              </a:extLst>
            </p:cNvPr>
            <p:cNvGrpSpPr/>
            <p:nvPr/>
          </p:nvGrpSpPr>
          <p:grpSpPr>
            <a:xfrm>
              <a:off x="6169515" y="1628774"/>
              <a:ext cx="5687524" cy="2267850"/>
              <a:chOff x="6169515" y="1628774"/>
              <a:chExt cx="5687524" cy="2267850"/>
            </a:xfrm>
          </p:grpSpPr>
          <p:sp>
            <p:nvSpPr>
              <p:cNvPr id="46" name="正方形/長方形 45">
                <a:extLst>
                  <a:ext uri="{FF2B5EF4-FFF2-40B4-BE49-F238E27FC236}">
                    <ns2:creationId id="{B8C848C3-777C-ED29-6F66-48FD7A38A336}"/>
                  </a:ext>
                </a:extLst>
              </p:cNvPr>
              <p:cNvSpPr/>
              <p:nvPr/>
            </p:nvSpPr>
            <p:spPr>
              <a:xfrm>
                <a:off x="6169515" y="1628774"/>
                <a:ext cx="5687524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152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51" name="グループ化 50">
                <a:extLst>
                  <a:ext uri="{FF2B5EF4-FFF2-40B4-BE49-F238E27FC236}">
                    <ns2:creationId id="{FF8F0064-EC2E-D69C-C838-8F4E8E0E55A7}"/>
                  </a:ext>
                </a:extLst>
              </p:cNvPr>
              <p:cNvGrpSpPr/>
              <p:nvPr/>
            </p:nvGrpSpPr>
            <p:grpSpPr>
              <a:xfrm>
                <a:off x="7784104" y="2197727"/>
                <a:ext cx="3995714" cy="1698897"/>
                <a:chOff x="7861324" y="2270948"/>
                <a:chExt cx="4311076" cy="1474222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ns2:creationId id="{2E0F2B22-1CA3-9384-3F3E-152444003F7E}"/>
                    </a:ext>
                  </a:extLst>
                </p:cNvPr>
                <p:cNvSpPr/>
                <p:nvPr/>
              </p:nvSpPr>
              <p:spPr>
                <a:xfrm>
                  <a:off x="7861324" y="2270948"/>
                  <a:ext cx="4311076" cy="56784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ns2:creationId id="{DB49AA7F-4A11-69CE-B46E-E6C763CC495A}"/>
                    </a:ext>
                  </a:extLst>
                </p:cNvPr>
                <p:cNvSpPr/>
                <p:nvPr/>
              </p:nvSpPr>
              <p:spPr>
                <a:xfrm>
                  <a:off x="7861324" y="2889249"/>
                  <a:ext cx="4311076" cy="85592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3" name="グループ化 142">
              <a:extLst>
                <a:ext uri="{FF2B5EF4-FFF2-40B4-BE49-F238E27FC236}">
                  <ns2:creationId id="{2011CBAC-EAB3-A0F5-8DD3-F54E426088F6}"/>
                </a:ext>
              </a:extLst>
            </p:cNvPr>
            <p:cNvGrpSpPr/>
            <p:nvPr/>
          </p:nvGrpSpPr>
          <p:grpSpPr>
            <a:xfrm>
              <a:off x="6169515" y="3946584"/>
              <a:ext cx="5687524" cy="2362141"/>
              <a:chOff x="6169515" y="3946584"/>
              <a:chExt cx="5687524" cy="2362141"/>
            </a:xfrm>
          </p:grpSpPr>
          <p:sp>
            <p:nvSpPr>
              <p:cNvPr id="131" name="正方形/長方形 130">
                <a:extLst>
                  <a:ext uri="{FF2B5EF4-FFF2-40B4-BE49-F238E27FC236}">
                    <ns2:creationId id="{1B0BC75E-ABF7-B789-A9CB-A1EBC0BA1397}"/>
                  </a:ext>
                </a:extLst>
              </p:cNvPr>
              <p:cNvSpPr/>
              <p:nvPr/>
            </p:nvSpPr>
            <p:spPr>
              <a:xfrm>
                <a:off x="6169515" y="3946584"/>
                <a:ext cx="5687524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endParaRPr lang="ja-JP" altLang="en-US" sz="12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grpSp>
            <p:nvGrpSpPr>
              <p:cNvPr id="142" name="グループ化 141">
                <a:extLst>
                  <a:ext uri="{FF2B5EF4-FFF2-40B4-BE49-F238E27FC236}">
                    <ns2:creationId id="{89371112-C5E6-0109-562E-EE5E3B582C79}"/>
                  </a:ext>
                </a:extLst>
              </p:cNvPr>
              <p:cNvGrpSpPr/>
              <p:nvPr/>
            </p:nvGrpSpPr>
            <p:grpSpPr>
              <a:xfrm>
                <a:off x="7784104" y="4404917"/>
                <a:ext cx="3995714" cy="1588376"/>
                <a:chOff x="7784104" y="4404917"/>
                <a:chExt cx="3995714" cy="158837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999F5F2A-5CA3-9AC6-9585-87AF8903D3FD}"/>
                    </a:ext>
                  </a:extLst>
                </p:cNvPr>
                <p:cNvSpPr/>
                <p:nvPr/>
              </p:nvSpPr>
              <p:spPr>
                <a:xfrm>
                  <a:off x="7784104" y="4404917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0" name="正方形/長方形 59">
                  <a:extLst>
                    <a:ext uri="{FF2B5EF4-FFF2-40B4-BE49-F238E27FC236}">
                      <ns2:creationId id="{5D17DA06-B071-A1DA-6F7B-4FBD2C5829C8}"/>
                    </a:ext>
                  </a:extLst>
                </p:cNvPr>
                <p:cNvSpPr/>
                <p:nvPr/>
              </p:nvSpPr>
              <p:spPr>
                <a:xfrm>
                  <a:off x="7784104" y="5221352"/>
                  <a:ext cx="3995714" cy="771941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4" name="グループ化 143">
              <a:extLst>
                <a:ext uri="{FF2B5EF4-FFF2-40B4-BE49-F238E27FC236}">
                  <ns2:creationId id="{46C0334C-390F-2534-EC11-0A61C84326D9}"/>
                </a:ext>
              </a:extLst>
            </p:cNvPr>
            <p:cNvGrpSpPr/>
            <p:nvPr/>
          </p:nvGrpSpPr>
          <p:grpSpPr>
            <a:xfrm>
              <a:off x="334962" y="3946584"/>
              <a:ext cx="5724000" cy="2362141"/>
              <a:chOff x="334962" y="3946584"/>
              <a:chExt cx="5724000" cy="2362141"/>
            </a:xfrm>
          </p:grpSpPr>
          <p:sp>
            <p:nvSpPr>
              <p:cNvPr id="64" name="正方形/長方形 63">
                <a:extLst>
                  <a:ext uri="{FF2B5EF4-FFF2-40B4-BE49-F238E27FC236}">
                    <ns2:creationId id="{BCF07665-C1FD-7B8F-A7C9-EA2F8CC3FD84}"/>
                  </a:ext>
                </a:extLst>
              </p:cNvPr>
              <p:cNvSpPr/>
              <p:nvPr/>
            </p:nvSpPr>
            <p:spPr>
              <a:xfrm>
                <a:off x="334962" y="3946584"/>
                <a:ext cx="5724000" cy="2362141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44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AI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1200" b="1" dirty="0">
                  <a:solidFill>
                    <a:srgbClr val="008000"/>
                  </a:solidFill>
                  <a:latin typeface="+mn-ea"/>
                </a:endParaRPr>
              </a:p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66" name="グループ化 65">
                <a:extLst>
                  <a:ext uri="{FF2B5EF4-FFF2-40B4-BE49-F238E27FC236}">
                    <ns2:creationId id="{2868B185-24ED-EDAF-0EBD-A3BB747662BC}"/>
                  </a:ext>
                </a:extLst>
              </p:cNvPr>
              <p:cNvGrpSpPr/>
              <p:nvPr/>
            </p:nvGrpSpPr>
            <p:grpSpPr>
              <a:xfrm>
                <a:off x="540660" y="4641973"/>
                <a:ext cx="4126629" cy="1500579"/>
                <a:chOff x="7772441" y="4799248"/>
                <a:chExt cx="3995714" cy="1348502"/>
              </a:xfrm>
            </p:grpSpPr>
            <p:sp>
              <p:nvSpPr>
                <p:cNvPr id="67" name="正方形/長方形 66">
                  <a:extLst>
                    <a:ext uri="{FF2B5EF4-FFF2-40B4-BE49-F238E27FC236}">
                      <ns2:creationId id="{4279C033-DA3D-F088-4E94-097A9DBBFAA2}"/>
                    </a:ext>
                  </a:extLst>
                </p:cNvPr>
                <p:cNvSpPr/>
                <p:nvPr/>
              </p:nvSpPr>
              <p:spPr>
                <a:xfrm>
                  <a:off x="7772441" y="4799248"/>
                  <a:ext cx="3995714" cy="614810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059AFC75-8A2E-146C-9D27-70FDEC65A06D}"/>
                    </a:ext>
                  </a:extLst>
                </p:cNvPr>
                <p:cNvSpPr/>
                <p:nvPr/>
              </p:nvSpPr>
              <p:spPr>
                <a:xfrm>
                  <a:off x="7772441" y="5454042"/>
                  <a:ext cx="3995714" cy="693708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11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11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11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</p:grpSp>
        </p:grpSp>
        <p:grpSp>
          <p:nvGrpSpPr>
            <p:cNvPr id="141" name="グループ化 140">
              <a:extLst>
                <a:ext uri="{FF2B5EF4-FFF2-40B4-BE49-F238E27FC236}">
                  <ns2:creationId id="{3929DBB4-60CF-7013-C7D5-3142F766DCAF}"/>
                </a:ext>
              </a:extLst>
            </p:cNvPr>
            <p:cNvGrpSpPr/>
            <p:nvPr/>
          </p:nvGrpSpPr>
          <p:grpSpPr>
            <a:xfrm>
              <a:off x="334962" y="1628774"/>
              <a:ext cx="5724000" cy="2207190"/>
              <a:chOff x="334962" y="1628774"/>
              <a:chExt cx="5724000" cy="2207190"/>
            </a:xfrm>
          </p:grpSpPr>
          <p:sp>
            <p:nvSpPr>
              <p:cNvPr id="69" name="正方形/長方形 68">
                <a:extLst>
                  <a:ext uri="{FF2B5EF4-FFF2-40B4-BE49-F238E27FC236}">
                    <ns2:creationId id="{B40E9A04-B31B-FD6E-136B-3FBD42E202F8}"/>
                  </a:ext>
                </a:extLst>
              </p:cNvPr>
              <p:cNvSpPr/>
              <p:nvPr/>
            </p:nvSpPr>
            <p:spPr>
              <a:xfrm>
                <a:off x="334962" y="1628774"/>
                <a:ext cx="5724000" cy="2207190"/>
              </a:xfrm>
              <a:prstGeom prst="rect">
                <a:avLst/>
              </a:prstGeom>
              <a:solidFill>
                <a:srgbClr val="008000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108000" rIns="144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>
                  <a:spcAft>
                    <a:spcPts val="200"/>
                  </a:spcAft>
                  <a:defRPr/>
                </a:pP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b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</a:b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1200" b="1" dirty="0">
                    <a:solidFill>
                      <a:srgbClr val="008000"/>
                    </a:solidFill>
                    <a:latin typeface="+mn-ea"/>
                  </a:rPr>
                  <a:t>) </a:t>
                </a:r>
                <a:r>
                  <a:rPr lang="ja-JP" altLang="en-US" sz="1200" b="1" dirty="0">
                    <a:solidFill>
                      <a:srgbClr val="008000"/>
                    </a:solidFill>
                    <a:latin typeface="+mn-ea"/>
                  </a:rPr>
                  <a:t>XX</a:t>
                </a:r>
              </a:p>
            </p:txBody>
          </p:sp>
          <p:grpSp>
            <p:nvGrpSpPr>
              <p:cNvPr id="102" name="グループ化 101">
                <a:extLst>
                  <a:ext uri="{FF2B5EF4-FFF2-40B4-BE49-F238E27FC236}">
                    <ns2:creationId id="{0E0BE5B3-8424-39BD-25C8-0D0A3AA7D4D7}"/>
                  </a:ext>
                </a:extLst>
              </p:cNvPr>
              <p:cNvGrpSpPr/>
              <p:nvPr/>
            </p:nvGrpSpPr>
            <p:grpSpPr>
              <a:xfrm>
                <a:off x="540660" y="2128322"/>
                <a:ext cx="4126629" cy="1619426"/>
                <a:chOff x="526362" y="2128322"/>
                <a:chExt cx="3839802" cy="1619426"/>
              </a:xfrm>
            </p:grpSpPr>
            <p:sp>
              <p:nvSpPr>
                <p:cNvPr id="71" name="正方形/長方形 70">
                  <a:extLst>
                    <a:ext uri="{FF2B5EF4-FFF2-40B4-BE49-F238E27FC236}">
                      <ns2:creationId id="{541CF148-BB9E-898D-82E1-DCE0B4AC99F2}"/>
                    </a:ext>
                  </a:extLst>
                </p:cNvPr>
                <p:cNvSpPr/>
                <p:nvPr/>
              </p:nvSpPr>
              <p:spPr>
                <a:xfrm>
                  <a:off x="526362" y="2128322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900" dirty="0">
                    <a:solidFill>
                      <a:srgbClr val="008000"/>
                    </a:solidFill>
                    <a:latin typeface="+mn-ea"/>
                  </a:endParaRPr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ns2:creationId id="{500D3B13-9203-6703-A51F-C4D548166D5F}"/>
                    </a:ext>
                  </a:extLst>
                </p:cNvPr>
                <p:cNvSpPr/>
                <p:nvPr/>
              </p:nvSpPr>
              <p:spPr>
                <a:xfrm>
                  <a:off x="526362" y="2673889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03C09D16-2070-2178-9584-ED7DBBC369D9}"/>
                    </a:ext>
                  </a:extLst>
                </p:cNvPr>
                <p:cNvSpPr/>
                <p:nvPr/>
              </p:nvSpPr>
              <p:spPr>
                <a:xfrm>
                  <a:off x="526362" y="3219456"/>
                  <a:ext cx="3839802" cy="528292"/>
                </a:xfrm>
                <a:prstGeom prst="rect">
                  <a:avLst/>
                </a:prstGeom>
                <a:noFill/>
                <a:ln w="952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ja-JP" altLang="en-US" sz="900" dirty="0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endParaRPr lang="en-US" altLang="ja-JP" sz="900" dirty="0">
                    <a:solidFill>
                      <a:srgbClr val="008000"/>
                    </a:solidFill>
                    <a:latin typeface="+mn-ea"/>
                  </a:endParaRPr>
                </a:p>
                <a:p>
                  <a:pPr marL="0" lvl="1">
                    <a:spcAft>
                      <a:spcPts val="200"/>
                    </a:spcAft>
                    <a:defRPr/>
                  </a:pP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AI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</a:b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900" dirty="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</p:grpSp>
        </p:grpSp>
        <p:grpSp>
          <p:nvGrpSpPr>
            <p:cNvPr id="146" name="グループ化 145">
              <a:extLst>
                <a:ext uri="{FF2B5EF4-FFF2-40B4-BE49-F238E27FC236}">
                  <ns2:creationId id="{62FF77F8-5600-E016-B968-453C5672748B}"/>
                </a:ext>
              </a:extLst>
            </p:cNvPr>
            <p:cNvGrpSpPr/>
            <p:nvPr/>
          </p:nvGrpSpPr>
          <p:grpSpPr>
            <a:xfrm>
              <a:off x="4413318" y="2225936"/>
              <a:ext cx="3485090" cy="3369742"/>
              <a:chOff x="4413318" y="2225936"/>
              <a:chExt cx="3485090" cy="3369742"/>
            </a:xfrm>
          </p:grpSpPr>
          <p:grpSp>
            <p:nvGrpSpPr>
              <p:cNvPr id="117" name="グループ化 116">
                <a:extLst>
                  <a:ext uri="{FF2B5EF4-FFF2-40B4-BE49-F238E27FC236}">
                    <ns2:creationId id="{48D72C9E-666B-43E4-DC65-56B3B8343307}"/>
                  </a:ext>
                </a:extLst>
              </p:cNvPr>
              <p:cNvGrpSpPr/>
              <p:nvPr/>
            </p:nvGrpSpPr>
            <p:grpSpPr>
              <a:xfrm>
                <a:off x="4413318" y="2225936"/>
                <a:ext cx="3370786" cy="3369742"/>
                <a:chOff x="3525838" y="860426"/>
                <a:chExt cx="5140326" cy="5138738"/>
              </a:xfrm>
              <a:solidFill>
                <a:srgbClr val="008000"/>
              </a:solidFill>
            </p:grpSpPr>
            <p:sp>
              <p:nvSpPr>
                <p:cNvPr id="118" name="Freeform 5">
                  <a:extLst>
                    <a:ext uri="{FF2B5EF4-FFF2-40B4-BE49-F238E27FC236}">
                      <ns2:creationId id="{67E5E355-B694-0E43-CE17-15383175F4D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860426"/>
                  <a:ext cx="2570163" cy="2568575"/>
                </a:xfrm>
                <a:custGeom>
                  <a:avLst/>
                  <a:gdLst>
                    <a:gd name="T0" fmla="*/ 0 w 6745"/>
                    <a:gd name="T1" fmla="*/ 0 h 6744"/>
                    <a:gd name="T2" fmla="*/ 6745 w 6745"/>
                    <a:gd name="T3" fmla="*/ 6744 h 6744"/>
                    <a:gd name="T4" fmla="*/ 0 w 6745"/>
                    <a:gd name="T5" fmla="*/ 6744 h 6744"/>
                    <a:gd name="T6" fmla="*/ 0 w 6745"/>
                    <a:gd name="T7" fmla="*/ 0 h 67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4">
                      <a:moveTo>
                        <a:pt x="0" y="0"/>
                      </a:moveTo>
                      <a:cubicBezTo>
                        <a:pt x="3725" y="0"/>
                        <a:pt x="6745" y="3020"/>
                        <a:pt x="6745" y="6744"/>
                      </a:cubicBezTo>
                      <a:lnTo>
                        <a:pt x="0" y="67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000">
                    <a:alpha val="6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19" name="Freeform 7">
                  <a:extLst>
                    <a:ext uri="{FF2B5EF4-FFF2-40B4-BE49-F238E27FC236}">
                      <ns2:creationId id="{707685B7-A53E-5232-563D-4A25F9C69B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096001" y="3429001"/>
                  <a:ext cx="2570163" cy="2570163"/>
                </a:xfrm>
                <a:custGeom>
                  <a:avLst/>
                  <a:gdLst>
                    <a:gd name="T0" fmla="*/ 6745 w 6745"/>
                    <a:gd name="T1" fmla="*/ 0 h 6745"/>
                    <a:gd name="T2" fmla="*/ 0 w 6745"/>
                    <a:gd name="T3" fmla="*/ 6745 h 6745"/>
                    <a:gd name="T4" fmla="*/ 0 w 6745"/>
                    <a:gd name="T5" fmla="*/ 0 h 6745"/>
                    <a:gd name="T6" fmla="*/ 6745 w 6745"/>
                    <a:gd name="T7" fmla="*/ 0 h 67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45" h="6745">
                      <a:moveTo>
                        <a:pt x="6745" y="0"/>
                      </a:moveTo>
                      <a:cubicBezTo>
                        <a:pt x="6745" y="3725"/>
                        <a:pt x="3725" y="6745"/>
                        <a:pt x="0" y="6745"/>
                      </a:cubicBezTo>
                      <a:lnTo>
                        <a:pt x="0" y="0"/>
                      </a:lnTo>
                      <a:lnTo>
                        <a:pt x="6745" y="0"/>
                      </a:lnTo>
                      <a:close/>
                    </a:path>
                  </a:pathLst>
                </a:custGeom>
                <a:solidFill>
                  <a:srgbClr val="008000">
                    <a:alpha val="85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0" name="Freeform 9">
                  <a:extLst>
                    <a:ext uri="{FF2B5EF4-FFF2-40B4-BE49-F238E27FC236}">
                      <ns2:creationId id="{D9A8B8C6-E39C-43E8-D893-ACB0DC06C7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3429000"/>
                  <a:ext cx="2570163" cy="2570164"/>
                </a:xfrm>
                <a:custGeom>
                  <a:avLst/>
                  <a:gdLst>
                    <a:gd name="T0" fmla="*/ 13488 w 13488"/>
                    <a:gd name="T1" fmla="*/ 13489 h 13489"/>
                    <a:gd name="T2" fmla="*/ 0 w 13488"/>
                    <a:gd name="T3" fmla="*/ 0 h 13489"/>
                    <a:gd name="T4" fmla="*/ 13488 w 13488"/>
                    <a:gd name="T5" fmla="*/ 0 h 13489"/>
                    <a:gd name="T6" fmla="*/ 13488 w 13488"/>
                    <a:gd name="T7" fmla="*/ 13489 h 134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9">
                      <a:moveTo>
                        <a:pt x="13488" y="13489"/>
                      </a:moveTo>
                      <a:cubicBezTo>
                        <a:pt x="6039" y="13489"/>
                        <a:pt x="0" y="7450"/>
                        <a:pt x="0" y="0"/>
                      </a:cubicBezTo>
                      <a:lnTo>
                        <a:pt x="13488" y="0"/>
                      </a:lnTo>
                      <a:lnTo>
                        <a:pt x="13488" y="13489"/>
                      </a:lnTo>
                      <a:close/>
                    </a:path>
                  </a:pathLst>
                </a:custGeom>
                <a:grpFill/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121" name="Freeform 11">
                  <a:extLst>
                    <a:ext uri="{FF2B5EF4-FFF2-40B4-BE49-F238E27FC236}">
                      <ns2:creationId id="{29DB06D0-A651-3358-AFF3-2594D2462C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25838" y="860426"/>
                  <a:ext cx="2570163" cy="2568575"/>
                </a:xfrm>
                <a:custGeom>
                  <a:avLst/>
                  <a:gdLst>
                    <a:gd name="T0" fmla="*/ 0 w 13488"/>
                    <a:gd name="T1" fmla="*/ 13488 h 13488"/>
                    <a:gd name="T2" fmla="*/ 13488 w 13488"/>
                    <a:gd name="T3" fmla="*/ 0 h 13488"/>
                    <a:gd name="T4" fmla="*/ 13488 w 13488"/>
                    <a:gd name="T5" fmla="*/ 13488 h 13488"/>
                    <a:gd name="T6" fmla="*/ 0 w 13488"/>
                    <a:gd name="T7" fmla="*/ 13488 h 134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3488" h="13488">
                      <a:moveTo>
                        <a:pt x="0" y="13488"/>
                      </a:moveTo>
                      <a:cubicBezTo>
                        <a:pt x="0" y="6039"/>
                        <a:pt x="6039" y="0"/>
                        <a:pt x="13488" y="0"/>
                      </a:cubicBezTo>
                      <a:lnTo>
                        <a:pt x="13488" y="13488"/>
                      </a:lnTo>
                      <a:lnTo>
                        <a:pt x="0" y="13488"/>
                      </a:lnTo>
                      <a:close/>
                    </a:path>
                  </a:pathLst>
                </a:custGeom>
                <a:solidFill>
                  <a:srgbClr val="008000">
                    <a:alpha val="50000"/>
                  </a:srgbClr>
                </a:solidFill>
                <a:ln w="76200">
                  <a:solidFill>
                    <a:schemeClr val="bg1"/>
                  </a:solidFill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</a:bodyPr>
                <a:lstStyle/>
                <a:p>
                  <a:endParaRPr lang="ja-JP" altLang="en-US" sz="1100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</p:grpSp>
          <p:sp>
            <p:nvSpPr>
              <p:cNvPr id="122" name="正方形/長方形 121">
                <a:extLst>
                  <a:ext uri="{FF2B5EF4-FFF2-40B4-BE49-F238E27FC236}">
                    <ns2:creationId id="{646D82D1-978B-344C-DF60-43E6267EA2A8}"/>
                  </a:ext>
                </a:extLst>
              </p:cNvPr>
              <p:cNvSpPr/>
              <p:nvPr/>
            </p:nvSpPr>
            <p:spPr>
              <a:xfrm>
                <a:off x="4687366" y="3946583"/>
                <a:ext cx="1482149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123" name="正方形/長方形 122">
                <a:extLst>
                  <a:ext uri="{FF2B5EF4-FFF2-40B4-BE49-F238E27FC236}">
                    <ns2:creationId id="{12E35998-DB53-9634-38F9-5F2A7F2FCFBC}"/>
                  </a:ext>
                </a:extLst>
              </p:cNvPr>
              <p:cNvSpPr/>
              <p:nvPr/>
            </p:nvSpPr>
            <p:spPr>
              <a:xfrm>
                <a:off x="6169515" y="2845656"/>
                <a:ext cx="1543785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4" name="正方形/長方形 123">
                <a:extLst>
                  <a:ext uri="{FF2B5EF4-FFF2-40B4-BE49-F238E27FC236}">
                    <ns2:creationId id="{445D4135-A476-5BB5-9067-6B686FA500D7}"/>
                  </a:ext>
                </a:extLst>
              </p:cNvPr>
              <p:cNvSpPr/>
              <p:nvPr/>
            </p:nvSpPr>
            <p:spPr>
              <a:xfrm>
                <a:off x="4759921" y="2845656"/>
                <a:ext cx="1409594" cy="66701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050" b="1" dirty="0">
                  <a:solidFill>
                    <a:schemeClr val="bg1"/>
                  </a:solidFill>
                  <a:latin typeface="+mn-ea"/>
                </a:endParaRPr>
              </a:p>
              <a:p>
                <a:r>
                  <a:rPr lang="en-US" altLang="ja-JP" sz="1050" dirty="0">
                    <a:solidFill>
                      <a:schemeClr val="bg1"/>
                    </a:solidFill>
                    <a:latin typeface="+mn-ea"/>
                  </a:rPr>
                  <a:t>LTV</a:t>
                </a:r>
                <a:r>
                  <a:rPr lang="ja-JP" altLang="en-US" sz="1050" dirty="0">
                    <a:solidFill>
                      <a:schemeClr val="bg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125" name="楕円 124">
                <a:extLst>
                  <a:ext uri="{FF2B5EF4-FFF2-40B4-BE49-F238E27FC236}">
                    <ns2:creationId id="{FDB3AD1F-820E-6D33-D682-F730598DF052}"/>
                  </a:ext>
                </a:extLst>
              </p:cNvPr>
              <p:cNvSpPr/>
              <p:nvPr/>
            </p:nvSpPr>
            <p:spPr>
              <a:xfrm>
                <a:off x="6777729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2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6" name="楕円 125">
                <a:extLst>
                  <a:ext uri="{FF2B5EF4-FFF2-40B4-BE49-F238E27FC236}">
                    <ns2:creationId id="{38B9BEF9-1667-BE15-EC4B-FDFA9B39B3E9}"/>
                  </a:ext>
                </a:extLst>
              </p:cNvPr>
              <p:cNvSpPr/>
              <p:nvPr/>
            </p:nvSpPr>
            <p:spPr>
              <a:xfrm>
                <a:off x="677772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3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7" name="楕円 126">
                <a:extLst>
                  <a:ext uri="{FF2B5EF4-FFF2-40B4-BE49-F238E27FC236}">
                    <ns2:creationId id="{78E834E3-2621-1E17-D3FD-2563146687DA}"/>
                  </a:ext>
                </a:extLst>
              </p:cNvPr>
              <p:cNvSpPr/>
              <p:nvPr/>
            </p:nvSpPr>
            <p:spPr>
              <a:xfrm>
                <a:off x="5128708" y="4971536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4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8" name="楕円 127">
                <a:extLst>
                  <a:ext uri="{FF2B5EF4-FFF2-40B4-BE49-F238E27FC236}">
                    <ns2:creationId id="{C765B362-8CBC-5839-7E6E-315C51648F01}"/>
                  </a:ext>
                </a:extLst>
              </p:cNvPr>
              <p:cNvSpPr/>
              <p:nvPr/>
            </p:nvSpPr>
            <p:spPr>
              <a:xfrm>
                <a:off x="5128708" y="2580021"/>
                <a:ext cx="242500" cy="242276"/>
              </a:xfrm>
              <a:prstGeom prst="ellipse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0" tIns="36000" rIns="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lvl="1" algn="ctr">
                  <a:defRPr/>
                </a:pPr>
                <a:r>
                  <a:rPr lang="en-US" altLang="ja-JP" sz="1050" dirty="0">
                    <a:solidFill>
                      <a:srgbClr val="008000"/>
                    </a:solidFill>
                    <a:latin typeface="+mn-ea"/>
                  </a:rPr>
                  <a:t>1</a:t>
                </a:r>
                <a:endParaRPr lang="ja-JP" altLang="en-US" sz="800" dirty="0">
                  <a:solidFill>
                    <a:srgbClr val="008000"/>
                  </a:solidFill>
                  <a:latin typeface="+mn-ea"/>
                </a:endParaRPr>
              </a:p>
            </p:txBody>
          </p:sp>
          <p:sp>
            <p:nvSpPr>
              <p:cNvPr id="129" name="正方形/長方形 128">
                <a:extLst>
                  <a:ext uri="{FF2B5EF4-FFF2-40B4-BE49-F238E27FC236}">
                    <ns2:creationId id="{7FCB6D35-2A9D-0DD4-2853-FA85FF5A415C}"/>
                  </a:ext>
                </a:extLst>
              </p:cNvPr>
              <p:cNvSpPr/>
              <p:nvPr/>
            </p:nvSpPr>
            <p:spPr>
              <a:xfrm>
                <a:off x="6169516" y="3946583"/>
                <a:ext cx="1728892" cy="1028334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72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(</a:t>
                </a:r>
                <a:r>
                  <a:rPr lang="ja-JP" altLang="en-US" sz="1050" b="1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1050" b="1" dirty="0">
                    <a:solidFill>
                      <a:schemeClr val="bg1"/>
                    </a:solidFill>
                    <a:latin typeface="+mn-ea"/>
                  </a:rPr>
                  <a:t>)</a:t>
                </a:r>
              </a:p>
              <a:p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  <a:t>ROI</a:t>
                </a: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br>
                  <a:rPr lang="en-US" altLang="ja-JP" sz="800" dirty="0">
                    <a:solidFill>
                      <a:schemeClr val="bg1"/>
                    </a:solidFill>
                    <a:latin typeface="+mn-ea"/>
                  </a:rPr>
                </a:br>
                <a:r>
                  <a:rPr lang="ja-JP" altLang="en-US" sz="800" dirty="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800" dirty="0">
                  <a:solidFill>
                    <a:schemeClr val="bg1"/>
                  </a:solidFill>
                  <a:latin typeface="+mn-ea"/>
                </a:endParaRPr>
              </a:p>
            </p:txBody>
          </p:sp>
          <p:pic>
            <p:nvPicPr>
              <p:cNvPr id="134" name="グラフィックス 133" descr="棒グラフ (上昇) 単色塗りつぶし">
                <a:extLst>
                  <a:ext uri="{FF2B5EF4-FFF2-40B4-BE49-F238E27FC236}">
                    <ns2:creationId id="{67BE4D5A-1CCC-BAF0-38D8-BB3D41804E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>
                <a:off x="5530799" y="3386199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5" name="グラフィックス 134" descr="慈善 単色塗りつぶし">
                <a:extLst>
                  <a:ext uri="{FF2B5EF4-FFF2-40B4-BE49-F238E27FC236}">
                    <ns2:creationId id="{E586E53B-7855-DCF0-CF18-4266DDFE1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169515" y="338504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8" name="グラフィックス 137" descr="上矢印 単色塗りつぶし">
                <a:extLst>
                  <a:ext uri="{FF2B5EF4-FFF2-40B4-BE49-F238E27FC236}">
                    <ns2:creationId id="{F9AF3AC8-BDBB-B12F-AB75-AF044B47B3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5508053" y="4974257"/>
                <a:ext cx="475280" cy="475280"/>
              </a:xfrm>
              <a:prstGeom prst="rect">
                <a:avLst/>
              </a:prstGeom>
            </p:spPr>
          </p:pic>
          <p:pic>
            <p:nvPicPr>
              <p:cNvPr id="139" name="グラフィックス 138" descr="繰り返し 単色塗りつぶし">
                <a:extLst>
                  <a:ext uri="{FF2B5EF4-FFF2-40B4-BE49-F238E27FC236}">
                    <ns2:creationId id="{B9735F3B-D7F2-017A-D02E-6824A4561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6146769" y="4973105"/>
                <a:ext cx="475280" cy="47528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5:creationId val="599673967"/>
      </p:ext>
    </p:extLst>
  </p:cSld>
  <p:clrMapOvr>
    <a:masterClrMapping/>
  </p:clrMapOvr>
</p:sld>
</file>

<file path=ppt/slides/slide38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D89C3B8A-E8EA-C24A-2361-6FA5D660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BDF438EE-C536-FF27-2031-474164CC1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XX</a:t>
            </a:r>
            <a:r>
              <a:rPr lang="en-US" altLang="ja-JP" dirty="0"/>
              <a:t>/ </a:t>
            </a:r>
            <a:r>
              <a:rPr lang="ja-JP" altLang="en-US" dirty="0"/>
              <a:t>XX</a:t>
            </a:r>
            <a:r>
              <a:rPr kumimoji="1" lang="ja-JP" altLang="en-US" dirty="0"/>
              <a:t>XX</a:t>
            </a:r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  <a:r>
              <a:rPr lang="ja-JP" altLang="en-US" dirty="0"/>
              <a:t>XX</a:t>
            </a:r>
            <a:br>
              <a:rPr lang="it-IT" altLang="ja-JP" dirty="0"/>
            </a:br>
            <a:r>
              <a:rPr lang="ja-JP" altLang="en-US" dirty="0"/>
              <a:t>XX</a:t>
            </a:r>
            <a:endParaRPr kumimoji="1" lang="ja-JP" altLang="en-US" dirty="0"/>
          </a:p>
        </p:txBody>
      </p:sp>
      <p:grpSp>
        <p:nvGrpSpPr>
          <p:cNvPr id="22" name="グループ化 21">
            <a:extLst>
              <a:ext uri="{FF2B5EF4-FFF2-40B4-BE49-F238E27FC236}">
                <ns2:creationId id="{F4FAF604-0FF5-208D-8246-FB736B59B5B4}"/>
              </a:ext>
            </a:extLst>
          </p:cNvPr>
          <p:cNvGrpSpPr/>
          <p:nvPr/>
        </p:nvGrpSpPr>
        <p:grpSpPr>
          <a:xfrm>
            <a:off x="6795197" y="500731"/>
            <a:ext cx="3694027" cy="281411"/>
            <a:chOff x="6013465" y="488245"/>
            <a:chExt cx="4442711" cy="360000"/>
          </a:xfrm>
        </p:grpSpPr>
        <p:sp>
          <p:nvSpPr>
            <p:cNvPr id="26" name="ホームベース 85">
              <a:extLst>
                <a:ext uri="{FF2B5EF4-FFF2-40B4-BE49-F238E27FC236}">
                  <ns2:creationId id="{DE119137-4DDA-F5D0-2F2C-C5E51F5B4D70}"/>
                </a:ext>
              </a:extLst>
            </p:cNvPr>
            <p:cNvSpPr/>
            <p:nvPr/>
          </p:nvSpPr>
          <p:spPr>
            <a:xfrm>
              <a:off x="6013465" y="488245"/>
              <a:ext cx="900000" cy="360000"/>
            </a:xfrm>
            <a:prstGeom prst="homePlate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8" name="山形 86">
              <a:extLst>
                <a:ext uri="{FF2B5EF4-FFF2-40B4-BE49-F238E27FC236}">
                  <ns2:creationId id="{49DD68B8-4B30-975D-2422-CC2A209F2ABF}"/>
                </a:ext>
              </a:extLst>
            </p:cNvPr>
            <p:cNvSpPr/>
            <p:nvPr/>
          </p:nvSpPr>
          <p:spPr>
            <a:xfrm>
              <a:off x="6899143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29" name="山形 87">
              <a:extLst>
                <a:ext uri="{FF2B5EF4-FFF2-40B4-BE49-F238E27FC236}">
                  <ns2:creationId id="{058C1473-68DE-0A6B-75DF-6A77E51DBBCB}"/>
                </a:ext>
              </a:extLst>
            </p:cNvPr>
            <p:cNvSpPr/>
            <p:nvPr/>
          </p:nvSpPr>
          <p:spPr>
            <a:xfrm>
              <a:off x="7784821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  <p:sp>
          <p:nvSpPr>
            <p:cNvPr id="30" name="山形 88">
              <a:extLst>
                <a:ext uri="{FF2B5EF4-FFF2-40B4-BE49-F238E27FC236}">
                  <ns2:creationId id="{85386562-34C5-D331-EE42-572471A3ED15}"/>
                </a:ext>
              </a:extLst>
            </p:cNvPr>
            <p:cNvSpPr/>
            <p:nvPr/>
          </p:nvSpPr>
          <p:spPr>
            <a:xfrm>
              <a:off x="8670500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1" name="山形 89">
              <a:extLst>
                <a:ext uri="{FF2B5EF4-FFF2-40B4-BE49-F238E27FC236}">
                  <ns2:creationId id="{91D1B9FB-EDD5-7D9E-4DA9-76BC1A87927C}"/>
                </a:ext>
              </a:extLst>
            </p:cNvPr>
            <p:cNvSpPr/>
            <p:nvPr/>
          </p:nvSpPr>
          <p:spPr>
            <a:xfrm>
              <a:off x="9556176" y="488245"/>
              <a:ext cx="900000" cy="360000"/>
            </a:xfrm>
            <a:prstGeom prst="chevron">
              <a:avLst>
                <a:gd name="adj" fmla="val 18206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kumimoji="1" lang="ja-JP" altLang="en-US" sz="1400" dirty="0">
                  <a:solidFill>
                    <a:schemeClr val="bg1">
                      <a:lumMod val="65000"/>
                    </a:schemeClr>
                  </a:solidFill>
                  <a:latin typeface="+mn-ea"/>
                </a:rPr>
                <a:t>XX</a:t>
              </a:r>
            </a:p>
          </p:txBody>
        </p:sp>
      </p:grpSp>
      <p:sp>
        <p:nvSpPr>
          <p:cNvPr id="32" name="四角形: 角を丸くする 83">
            <a:extLst>
              <a:ext uri="{FF2B5EF4-FFF2-40B4-BE49-F238E27FC236}">
                <ns2:creationId id="{53242579-C6A2-338D-C6BA-9E845D1D9480}"/>
              </a:ext>
            </a:extLst>
          </p:cNvPr>
          <p:cNvSpPr/>
          <p:nvPr/>
        </p:nvSpPr>
        <p:spPr>
          <a:xfrm>
            <a:off x="8624078" y="2001862"/>
            <a:ext cx="3240000" cy="4305333"/>
          </a:xfrm>
          <a:prstGeom prst="roundRect">
            <a:avLst>
              <a:gd name="adj" fmla="val 1111"/>
            </a:avLst>
          </a:prstGeom>
          <a:noFill/>
          <a:ln w="28575">
            <a:solidFill>
              <a:srgbClr val="008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96000" tIns="36000" rIns="36000" bIns="36000" rtlCol="0" anchor="ctr"/>
          <a:lstStyle/>
          <a:p>
            <a:endParaRPr lang="ja-JP" altLang="en-US" sz="1100" b="1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3" name="四角形: 角を丸くする 113">
            <a:extLst>
              <a:ext uri="{FF2B5EF4-FFF2-40B4-BE49-F238E27FC236}">
                <ns2:creationId id="{04784637-8970-5D8B-5AB5-D1B8DD9B9A8A}"/>
              </a:ext>
            </a:extLst>
          </p:cNvPr>
          <p:cNvSpPr/>
          <p:nvPr/>
        </p:nvSpPr>
        <p:spPr>
          <a:xfrm>
            <a:off x="342989" y="2001862"/>
            <a:ext cx="1440000" cy="684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ns2:creationId id="{ACF02361-C38F-1FE6-94BF-A513DBB41E03}"/>
              </a:ext>
            </a:extLst>
          </p:cNvPr>
          <p:cNvSpPr txBox="1"/>
          <p:nvPr/>
        </p:nvSpPr>
        <p:spPr>
          <a:xfrm>
            <a:off x="194231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35" name="四角形: 角を丸くする 79">
            <a:extLst>
              <a:ext uri="{FF2B5EF4-FFF2-40B4-BE49-F238E27FC236}">
                <ns2:creationId id="{9E40AE97-ADA3-5684-C5BA-81E188C85B84}"/>
              </a:ext>
            </a:extLst>
          </p:cNvPr>
          <p:cNvSpPr/>
          <p:nvPr/>
        </p:nvSpPr>
        <p:spPr>
          <a:xfrm>
            <a:off x="1852326" y="1630641"/>
            <a:ext cx="10004712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en" altLang="ja-JP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6" name="四角形: 角を丸くする 79">
            <a:extLst>
              <a:ext uri="{FF2B5EF4-FFF2-40B4-BE49-F238E27FC236}">
                <ns2:creationId id="{E5A86D5C-C3AF-1BCE-486C-EE1BC892F39E}"/>
              </a:ext>
            </a:extLst>
          </p:cNvPr>
          <p:cNvSpPr/>
          <p:nvPr/>
        </p:nvSpPr>
        <p:spPr>
          <a:xfrm>
            <a:off x="342989" y="1630642"/>
            <a:ext cx="1440000" cy="324000"/>
          </a:xfrm>
          <a:prstGeom prst="rect">
            <a:avLst/>
          </a:prstGeom>
          <a:solidFill>
            <a:srgbClr val="008000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>
                <a:srgbClr val="008000"/>
              </a:buClr>
            </a:pPr>
            <a:r>
              <a:rPr lang="ja-JP" altLang="en-US" sz="14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37" name="四角形: 角を丸くする 113">
            <a:extLst>
              <a:ext uri="{FF2B5EF4-FFF2-40B4-BE49-F238E27FC236}">
                <ns2:creationId id="{890A14A5-EBD8-5448-5262-C75B7579D3EF}"/>
              </a:ext>
            </a:extLst>
          </p:cNvPr>
          <p:cNvSpPr/>
          <p:nvPr/>
        </p:nvSpPr>
        <p:spPr>
          <a:xfrm>
            <a:off x="342989" y="2733082"/>
            <a:ext cx="1440000" cy="396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8" name="四角形: 角を丸くする 113">
            <a:extLst>
              <a:ext uri="{FF2B5EF4-FFF2-40B4-BE49-F238E27FC236}">
                <ns2:creationId id="{E0CB6B87-8EDC-06AE-DCB8-FC0941C8FC89}"/>
              </a:ext>
            </a:extLst>
          </p:cNvPr>
          <p:cNvSpPr/>
          <p:nvPr/>
        </p:nvSpPr>
        <p:spPr>
          <a:xfrm>
            <a:off x="342989" y="3176302"/>
            <a:ext cx="1440000" cy="792000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39" name="四角形: 角を丸くする 113">
            <a:extLst>
              <a:ext uri="{FF2B5EF4-FFF2-40B4-BE49-F238E27FC236}">
                <ns2:creationId id="{F4B37E4F-4613-ACA4-C47B-05A0C5DE33D7}"/>
              </a:ext>
            </a:extLst>
          </p:cNvPr>
          <p:cNvSpPr/>
          <p:nvPr/>
        </p:nvSpPr>
        <p:spPr>
          <a:xfrm>
            <a:off x="342989" y="4015522"/>
            <a:ext cx="771882" cy="1014834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400" dirty="0">
              <a:solidFill>
                <a:schemeClr val="bg1"/>
              </a:solidFill>
              <a:ea typeface="Meiryo UI" panose="020B0604030504040204" pitchFamily="50" charset="-128"/>
            </a:endParaRPr>
          </a:p>
        </p:txBody>
      </p:sp>
      <p:sp>
        <p:nvSpPr>
          <p:cNvPr id="40" name="四角形: 角を丸くする 113">
            <a:extLst>
              <a:ext uri="{FF2B5EF4-FFF2-40B4-BE49-F238E27FC236}">
                <ns2:creationId id="{B59E0E84-C09B-9AA6-1162-8DE25273349C}"/>
              </a:ext>
            </a:extLst>
          </p:cNvPr>
          <p:cNvSpPr/>
          <p:nvPr/>
        </p:nvSpPr>
        <p:spPr>
          <a:xfrm>
            <a:off x="1170989" y="5919926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1" name="四角形: 角を丸くする 113">
            <a:extLst>
              <a:ext uri="{FF2B5EF4-FFF2-40B4-BE49-F238E27FC236}">
                <ns2:creationId id="{4276F779-57F8-478E-7C52-9A7A1AB8E237}"/>
              </a:ext>
            </a:extLst>
          </p:cNvPr>
          <p:cNvSpPr/>
          <p:nvPr/>
        </p:nvSpPr>
        <p:spPr>
          <a:xfrm>
            <a:off x="1170989" y="5077578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 dirty="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2" name="四角形: 角を丸くする 113">
            <a:extLst>
              <a:ext uri="{FF2B5EF4-FFF2-40B4-BE49-F238E27FC236}">
                <ns2:creationId id="{F92D99B0-154A-1F2C-00D1-00EB9D0F5578}"/>
              </a:ext>
            </a:extLst>
          </p:cNvPr>
          <p:cNvSpPr/>
          <p:nvPr/>
        </p:nvSpPr>
        <p:spPr>
          <a:xfrm>
            <a:off x="1170989" y="5498752"/>
            <a:ext cx="612000" cy="388800"/>
          </a:xfrm>
          <a:prstGeom prst="rect">
            <a:avLst/>
          </a:prstGeom>
          <a:solidFill>
            <a:srgbClr val="008000">
              <a:alpha val="2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" altLang="ja-JP" sz="1000" dirty="0">
                <a:solidFill>
                  <a:schemeClr val="tx1"/>
                </a:solidFill>
                <a:ea typeface="Meiryo UI" panose="020B0604030504040204" pitchFamily="50" charset="-128"/>
              </a:rPr>
              <a:t>XX</a:t>
            </a:r>
            <a:endParaRPr kumimoji="1" lang="ja-JP" altLang="en-US" sz="1000">
              <a:solidFill>
                <a:schemeClr val="tx1"/>
              </a:solidFill>
              <a:ea typeface="Meiryo UI" panose="020B0604030504040204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ns2:creationId id="{3C081514-A6FE-C961-997C-DB11773C31AB}"/>
              </a:ext>
            </a:extLst>
          </p:cNvPr>
          <p:cNvSpPr txBox="1"/>
          <p:nvPr/>
        </p:nvSpPr>
        <p:spPr>
          <a:xfrm>
            <a:off x="194231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0488" indent="-90488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88900" indent="-88900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ns2:creationId id="{1D12D89D-7C25-68E9-3DA5-A4B3D23285B5}"/>
              </a:ext>
            </a:extLst>
          </p:cNvPr>
          <p:cNvSpPr txBox="1"/>
          <p:nvPr/>
        </p:nvSpPr>
        <p:spPr>
          <a:xfrm>
            <a:off x="194231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ROIC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ns2:creationId id="{6B84B4BB-2B22-EAF4-144B-05C5D7FBBDD1}"/>
              </a:ext>
            </a:extLst>
          </p:cNvPr>
          <p:cNvSpPr txBox="1"/>
          <p:nvPr/>
        </p:nvSpPr>
        <p:spPr>
          <a:xfrm>
            <a:off x="194231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49" name="ホームベース 43">
            <a:extLst>
              <a:ext uri="{FF2B5EF4-FFF2-40B4-BE49-F238E27FC236}">
                <ns2:creationId id="{965E8921-D138-8909-65D2-4CF7742DADBC}"/>
              </a:ext>
            </a:extLst>
          </p:cNvPr>
          <p:cNvSpPr/>
          <p:nvPr/>
        </p:nvSpPr>
        <p:spPr>
          <a:xfrm rot="5400000">
            <a:off x="1242933" y="3943579"/>
            <a:ext cx="468113" cy="612000"/>
          </a:xfrm>
          <a:prstGeom prst="homePlate">
            <a:avLst>
              <a:gd name="adj" fmla="val 18206"/>
            </a:avLst>
          </a:prstGeom>
          <a:solidFill>
            <a:srgbClr val="008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kumimoji="1"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1</a:t>
            </a:r>
          </a:p>
        </p:txBody>
      </p:sp>
      <p:sp>
        <p:nvSpPr>
          <p:cNvPr id="50" name="山形 44">
            <a:extLst>
              <a:ext uri="{FF2B5EF4-FFF2-40B4-BE49-F238E27FC236}">
                <ns2:creationId id="{F58BCE78-B011-AD2A-C43C-DA34AA6E9566}"/>
              </a:ext>
            </a:extLst>
          </p:cNvPr>
          <p:cNvSpPr/>
          <p:nvPr/>
        </p:nvSpPr>
        <p:spPr>
          <a:xfrm rot="5400000">
            <a:off x="1188990" y="4436356"/>
            <a:ext cx="576000" cy="612000"/>
          </a:xfrm>
          <a:prstGeom prst="chevron">
            <a:avLst>
              <a:gd name="adj" fmla="val 18094"/>
            </a:avLst>
          </a:prstGeom>
          <a:solidFill>
            <a:srgbClr val="008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r>
              <a:rPr lang="en-US" altLang="ja-JP" sz="1400" dirty="0">
                <a:solidFill>
                  <a:srgbClr val="008000"/>
                </a:solidFill>
                <a:ea typeface="Meiryo" panose="020B0604030504040204" pitchFamily="34" charset="-128"/>
              </a:rPr>
              <a:t>2</a:t>
            </a:r>
            <a:endParaRPr kumimoji="1" lang="ja-JP" altLang="en-US" sz="1400">
              <a:solidFill>
                <a:srgbClr val="008000"/>
              </a:solidFill>
              <a:ea typeface="Meiryo" panose="020B0604030504040204" pitchFamily="34" charset="-128"/>
            </a:endParaRPr>
          </a:p>
        </p:txBody>
      </p:sp>
      <p:sp>
        <p:nvSpPr>
          <p:cNvPr id="51" name="四角形: 角を丸くする 113">
            <a:extLst>
              <a:ext uri="{FF2B5EF4-FFF2-40B4-BE49-F238E27FC236}">
                <ns2:creationId id="{85329D18-D1F2-60E8-A6BC-83E9FBAB4564}"/>
              </a:ext>
            </a:extLst>
          </p:cNvPr>
          <p:cNvSpPr/>
          <p:nvPr/>
        </p:nvSpPr>
        <p:spPr>
          <a:xfrm>
            <a:off x="342989" y="5077578"/>
            <a:ext cx="771883" cy="1231148"/>
          </a:xfrm>
          <a:prstGeom prst="rect">
            <a:avLst/>
          </a:prstGeom>
          <a:solidFill>
            <a:srgbClr val="008000">
              <a:alpha val="70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algn="ctr" rtl="0" eaLnBrk="1" latinLnBrk="0" hangingPunct="1">
              <a:buNone/>
            </a:pP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br>
              <a:rPr kumimoji="1" lang="it-IT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</a:br>
            <a:r>
              <a:rPr kumimoji="1" lang="ja-JP" altLang="ja-JP" sz="1400" kern="1200" dirty="0">
                <a:solidFill>
                  <a:schemeClr val="bg1"/>
                </a:solidFill>
                <a:effectLst/>
                <a:ea typeface="Meiryo UI" panose="020B0604030504040204" pitchFamily="34" charset="-128"/>
                <a:cs typeface="+mn-cs"/>
              </a:rPr>
              <a:t>XX</a:t>
            </a:r>
            <a:endParaRPr lang="ja-JP" altLang="ja-JP" sz="1400" dirty="0">
              <a:solidFill>
                <a:schemeClr val="bg1"/>
              </a:solidFill>
              <a:effectLst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ns2:creationId id="{718C3C18-49F7-EDAE-436C-93F116C7F65E}"/>
              </a:ext>
            </a:extLst>
          </p:cNvPr>
          <p:cNvSpPr txBox="1"/>
          <p:nvPr/>
        </p:nvSpPr>
        <p:spPr>
          <a:xfrm>
            <a:off x="5283197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en-US" altLang="ja-JP" sz="1100" dirty="0"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-US" altLang="ja-JP" sz="1100" dirty="0"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ns2:creationId id="{075AB14F-D557-AA2A-DB81-8E776E8EA60F}"/>
              </a:ext>
            </a:extLst>
          </p:cNvPr>
          <p:cNvSpPr txBox="1"/>
          <p:nvPr/>
        </p:nvSpPr>
        <p:spPr>
          <a:xfrm>
            <a:off x="5283197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en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br>
              <a:rPr lang="it-IT" altLang="ja-JP" sz="1100" dirty="0">
                <a:ea typeface="Meiryo UI" panose="020B0604030504040204" pitchFamily="50" charset="-128"/>
              </a:rPr>
            </a:b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ns2:creationId id="{DCD134BB-B374-01BA-244E-B65F987BD9DC}"/>
              </a:ext>
            </a:extLst>
          </p:cNvPr>
          <p:cNvSpPr txBox="1"/>
          <p:nvPr/>
        </p:nvSpPr>
        <p:spPr>
          <a:xfrm>
            <a:off x="5283197" y="4015523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kumimoji="1" lang="ja-JP" altLang="en-US" sz="1100" dirty="0">
              <a:ea typeface="Meiryo UI" panose="020B0604030504040204" pitchFamily="50" charset="-128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ns2:creationId id="{05BB8052-8761-B316-6BA7-D54BC451D825}"/>
              </a:ext>
            </a:extLst>
          </p:cNvPr>
          <p:cNvSpPr txBox="1"/>
          <p:nvPr/>
        </p:nvSpPr>
        <p:spPr>
          <a:xfrm>
            <a:off x="5283197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it-IT" altLang="ja-JP" sz="1100" dirty="0">
                <a:ea typeface="Meiryo UI" panose="020B0604030504040204" pitchFamily="50" charset="-128"/>
              </a:rPr>
              <a:t>XX</a:t>
            </a:r>
            <a:r>
              <a:rPr lang="ja-JP" altLang="en-US" sz="1100" dirty="0">
                <a:ea typeface="Meiryo UI" panose="020B0604030504040204" pitchFamily="50" charset="-128"/>
              </a:rPr>
              <a:t>XX</a:t>
            </a:r>
            <a:endParaRPr lang="en-US" altLang="ja-JP" sz="1100" dirty="0">
              <a:ea typeface="Meiryo UI" panose="020B0604030504040204" pitchFamily="50" charset="-128"/>
            </a:endParaRPr>
          </a:p>
          <a:p>
            <a:r>
              <a:rPr lang="ja-JP" altLang="en-US" sz="1100" dirty="0">
                <a:ea typeface="Meiryo UI" panose="020B0604030504040204" pitchFamily="50" charset="-128"/>
              </a:rPr>
              <a:t>XX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ns2:creationId id="{0242E7B3-6EB9-5D0F-5CB3-4C33E7E7B4BF}"/>
              </a:ext>
            </a:extLst>
          </p:cNvPr>
          <p:cNvSpPr txBox="1"/>
          <p:nvPr/>
        </p:nvSpPr>
        <p:spPr>
          <a:xfrm>
            <a:off x="8624078" y="2733082"/>
            <a:ext cx="3240000" cy="396000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ns2:creationId id="{A2117DCC-B3F8-D6B4-AC8F-72274EEBFD88}"/>
              </a:ext>
            </a:extLst>
          </p:cNvPr>
          <p:cNvSpPr txBox="1"/>
          <p:nvPr/>
        </p:nvSpPr>
        <p:spPr>
          <a:xfrm>
            <a:off x="8624078" y="3176302"/>
            <a:ext cx="3240000" cy="792000"/>
          </a:xfrm>
          <a:prstGeom prst="rect">
            <a:avLst/>
          </a:prstGeom>
          <a:noFill/>
        </p:spPr>
        <p:txBody>
          <a:bodyPr wrap="square" lIns="72000" rIns="36000" rtlCol="0" anchor="t" anchorCtr="0">
            <a:noAutofit/>
          </a:bodyPr>
          <a:lstStyle/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lang="en-US" altLang="ja-JP" sz="1100" b="1" dirty="0">
              <a:ea typeface="Meiryo UI" panose="020B0604030504040204" pitchFamily="50" charset="-128"/>
            </a:endParaRPr>
          </a:p>
          <a:p>
            <a:pPr marL="92075" indent="-92075">
              <a:spcAft>
                <a:spcPts val="400"/>
              </a:spcAft>
              <a:buClr>
                <a:srgbClr val="008000"/>
              </a:buClr>
              <a:buFont typeface="Arial" panose="020B0604020202020204" pitchFamily="34" charset="0"/>
              <a:buChar char="•"/>
            </a:pP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 dirty="0">
                <a:ea typeface="Meiryo UI" panose="020B0604030504040204" pitchFamily="50" charset="-128"/>
              </a:rPr>
            </a:b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ns2:creationId id="{884A7D2C-D4A4-BEB2-3AA2-8DF4F0CE9E5C}"/>
              </a:ext>
            </a:extLst>
          </p:cNvPr>
          <p:cNvSpPr txBox="1"/>
          <p:nvPr/>
        </p:nvSpPr>
        <p:spPr>
          <a:xfrm>
            <a:off x="8624078" y="4015522"/>
            <a:ext cx="3240000" cy="382888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ns2:creationId id="{82C90D2A-15AF-9294-60C1-4384285F1FDD}"/>
              </a:ext>
            </a:extLst>
          </p:cNvPr>
          <p:cNvSpPr txBox="1"/>
          <p:nvPr/>
        </p:nvSpPr>
        <p:spPr>
          <a:xfrm>
            <a:off x="8624078" y="4454356"/>
            <a:ext cx="3240000" cy="471779"/>
          </a:xfrm>
          <a:prstGeom prst="rect">
            <a:avLst/>
          </a:prstGeom>
          <a:noFill/>
        </p:spPr>
        <p:txBody>
          <a:bodyPr wrap="square" lIns="72000" rIns="36000" rtlCol="0" anchor="ctr" anchorCtr="0">
            <a:noAutofit/>
          </a:bodyPr>
          <a:lstStyle/>
          <a:p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r>
              <a:rPr lang="it-IT" altLang="ja-JP" sz="1100" b="1" dirty="0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br>
              <a:rPr lang="it-IT" altLang="ja-JP" sz="1100" b="1">
                <a:ea typeface="Meiryo UI" panose="020B0604030504040204" pitchFamily="50" charset="-128"/>
              </a:rPr>
            </a:br>
            <a:r>
              <a:rPr lang="ja-JP" altLang="en-US" sz="1100" b="1">
                <a:ea typeface="Meiryo UI" panose="020B0604030504040204" pitchFamily="50" charset="-128"/>
              </a:rPr>
              <a:t>XX</a:t>
            </a:r>
            <a:r>
              <a:rPr lang="ja-JP" altLang="en-US" sz="1100" b="1" dirty="0">
                <a:ea typeface="Meiryo UI" panose="020B0604030504040204" pitchFamily="50" charset="-128"/>
              </a:rPr>
              <a:t>XX</a:t>
            </a:r>
            <a:endParaRPr kumimoji="1" lang="ja-JP" altLang="en-US" sz="1100" b="1" dirty="0">
              <a:ea typeface="Meiryo UI" panose="020B0604030504040204" pitchFamily="50" charset="-128"/>
            </a:endParaRPr>
          </a:p>
        </p:txBody>
      </p:sp>
      <p:grpSp>
        <p:nvGrpSpPr>
          <p:cNvPr id="122" name="グループ化 121">
            <a:extLst>
              <a:ext uri="{FF2B5EF4-FFF2-40B4-BE49-F238E27FC236}">
                <ns2:creationId id="{F0388A63-A713-EF0D-5DC0-9A473E4F8650}"/>
              </a:ext>
            </a:extLst>
          </p:cNvPr>
          <p:cNvGrpSpPr/>
          <p:nvPr/>
        </p:nvGrpSpPr>
        <p:grpSpPr>
          <a:xfrm>
            <a:off x="5216416" y="1962414"/>
            <a:ext cx="3306781" cy="723448"/>
            <a:chOff x="5216416" y="1962414"/>
            <a:chExt cx="3306781" cy="723448"/>
          </a:xfrm>
        </p:grpSpPr>
        <p:sp>
          <p:nvSpPr>
            <p:cNvPr id="44" name="四角形: 角を丸くする 83">
              <a:extLst>
                <a:ext uri="{FF2B5EF4-FFF2-40B4-BE49-F238E27FC236}">
                  <ns2:creationId id="{CD273D8C-3C8C-6860-D4FB-B014D0795227}"/>
                </a:ext>
              </a:extLst>
            </p:cNvPr>
            <p:cNvSpPr/>
            <p:nvPr/>
          </p:nvSpPr>
          <p:spPr>
            <a:xfrm>
              <a:off x="528319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0" name="円/楕円 92">
              <a:extLst>
                <a:ext uri="{FF2B5EF4-FFF2-40B4-BE49-F238E27FC236}">
                  <ns2:creationId id="{8542F2E2-8509-6D7C-2746-E759AB833599}"/>
                </a:ext>
              </a:extLst>
            </p:cNvPr>
            <p:cNvSpPr/>
            <p:nvPr/>
          </p:nvSpPr>
          <p:spPr>
            <a:xfrm>
              <a:off x="521641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2" name="グラフィックス 71" descr="ネットワーク図 単色塗りつぶし">
              <a:extLst>
                <a:ext uri="{FF2B5EF4-FFF2-40B4-BE49-F238E27FC236}">
                  <ns2:creationId id="{43DBFD90-B77A-EDB8-FB2F-C68233BE1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5327265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1" name="グループ化 120">
            <a:extLst>
              <a:ext uri="{FF2B5EF4-FFF2-40B4-BE49-F238E27FC236}">
                <ns2:creationId id="{349198AA-8C52-3D16-494C-3C44ACE11A63}"/>
              </a:ext>
            </a:extLst>
          </p:cNvPr>
          <p:cNvGrpSpPr/>
          <p:nvPr/>
        </p:nvGrpSpPr>
        <p:grpSpPr>
          <a:xfrm>
            <a:off x="8562154" y="1971554"/>
            <a:ext cx="3301924" cy="714308"/>
            <a:chOff x="8562154" y="1971554"/>
            <a:chExt cx="3301924" cy="714308"/>
          </a:xfrm>
        </p:grpSpPr>
        <p:sp>
          <p:nvSpPr>
            <p:cNvPr id="45" name="四角形: 角を丸くする 83">
              <a:extLst>
                <a:ext uri="{FF2B5EF4-FFF2-40B4-BE49-F238E27FC236}">
                  <ns2:creationId id="{73295B08-8953-46C5-EE58-642BD1447E46}"/>
                </a:ext>
              </a:extLst>
            </p:cNvPr>
            <p:cNvSpPr/>
            <p:nvPr/>
          </p:nvSpPr>
          <p:spPr>
            <a:xfrm>
              <a:off x="8624078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b="1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1" name="円/楕円 93">
              <a:extLst>
                <a:ext uri="{FF2B5EF4-FFF2-40B4-BE49-F238E27FC236}">
                  <ns2:creationId id="{071249A8-3F90-449B-42B3-748264252BA2}"/>
                </a:ext>
              </a:extLst>
            </p:cNvPr>
            <p:cNvSpPr/>
            <p:nvPr/>
          </p:nvSpPr>
          <p:spPr>
            <a:xfrm>
              <a:off x="8562154" y="197155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3" name="グラフィックス 72" descr="教師 単色塗りつぶし">
              <a:extLst>
                <a:ext uri="{FF2B5EF4-FFF2-40B4-BE49-F238E27FC236}">
                  <ns2:creationId id="{D2AD1547-CC43-0FFD-4FE2-4B8984055E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68146" y="2211964"/>
              <a:ext cx="396000" cy="396000"/>
            </a:xfrm>
            <a:prstGeom prst="rect">
              <a:avLst/>
            </a:prstGeom>
          </p:spPr>
        </p:pic>
      </p:grpSp>
      <p:grpSp>
        <p:nvGrpSpPr>
          <p:cNvPr id="123" name="グループ化 122">
            <a:extLst>
              <a:ext uri="{FF2B5EF4-FFF2-40B4-BE49-F238E27FC236}">
                <ns2:creationId id="{F6272AD3-B3B8-FB66-F7D2-682659D42F9B}"/>
              </a:ext>
            </a:extLst>
          </p:cNvPr>
          <p:cNvGrpSpPr/>
          <p:nvPr/>
        </p:nvGrpSpPr>
        <p:grpSpPr>
          <a:xfrm>
            <a:off x="1852326" y="1962414"/>
            <a:ext cx="3329991" cy="723448"/>
            <a:chOff x="1852326" y="1962414"/>
            <a:chExt cx="3329991" cy="723448"/>
          </a:xfrm>
        </p:grpSpPr>
        <p:sp>
          <p:nvSpPr>
            <p:cNvPr id="43" name="四角形: 角を丸くする 83">
              <a:extLst>
                <a:ext uri="{FF2B5EF4-FFF2-40B4-BE49-F238E27FC236}">
                  <ns2:creationId id="{CE2685EB-F052-2592-CA69-7A3C34E3D62C}"/>
                </a:ext>
              </a:extLst>
            </p:cNvPr>
            <p:cNvSpPr/>
            <p:nvPr/>
          </p:nvSpPr>
          <p:spPr>
            <a:xfrm>
              <a:off x="1942317" y="2001862"/>
              <a:ext cx="3240000" cy="684000"/>
            </a:xfrm>
            <a:prstGeom prst="roundRect">
              <a:avLst>
                <a:gd name="adj" fmla="val 5263"/>
              </a:avLst>
            </a:prstGeom>
            <a:solidFill>
              <a:srgbClr val="008000">
                <a:alpha val="14902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68000" tIns="36000" rIns="36000" bIns="36000" rtlCol="0" anchor="ctr"/>
            <a:lstStyle/>
            <a:p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en-US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/ 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r>
                <a:rPr lang="ja-JP" altLang="en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・</a:t>
              </a:r>
              <a:r>
                <a:rPr lang="en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ROIC</a:t>
              </a: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  <a:br>
                <a:rPr lang="it-IT" altLang="ja-JP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</a:br>
              <a:r>
                <a:rPr lang="ja-JP" altLang="en-US" sz="1300" dirty="0">
                  <a:solidFill>
                    <a:srgbClr val="008000"/>
                  </a:solidFill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9" name="円/楕円 91">
              <a:extLst>
                <a:ext uri="{FF2B5EF4-FFF2-40B4-BE49-F238E27FC236}">
                  <ns2:creationId id="{3554995B-D391-A659-CA1F-97B5CE06ADCA}"/>
                </a:ext>
              </a:extLst>
            </p:cNvPr>
            <p:cNvSpPr/>
            <p:nvPr/>
          </p:nvSpPr>
          <p:spPr>
            <a:xfrm>
              <a:off x="1852326" y="1962414"/>
              <a:ext cx="250350" cy="250350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ペン 単色塗りつぶし">
              <a:extLst>
                <a:ext uri="{FF2B5EF4-FFF2-40B4-BE49-F238E27FC236}">
                  <ns2:creationId id="{09DD9456-0B10-6B6D-C466-B11133D3F0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1986385" y="2211964"/>
              <a:ext cx="396000" cy="396000"/>
            </a:xfrm>
            <a:prstGeom prst="rect">
              <a:avLst/>
            </a:prstGeom>
          </p:spPr>
        </p:pic>
      </p:grpSp>
      <p:cxnSp>
        <p:nvCxnSpPr>
          <p:cNvPr id="78" name="直線コネクタ 77">
            <a:extLst>
              <a:ext uri="{FF2B5EF4-FFF2-40B4-BE49-F238E27FC236}">
                <ns2:creationId id="{A2D49198-77A0-0BF5-9964-0E489185ABEE}"/>
              </a:ext>
            </a:extLst>
          </p:cNvPr>
          <p:cNvCxnSpPr>
            <a:cxnSpLocks/>
          </p:cNvCxnSpPr>
          <p:nvPr/>
        </p:nvCxnSpPr>
        <p:spPr>
          <a:xfrm>
            <a:off x="194231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ns2:creationId id="{57D37C88-C9BA-6B56-A12E-94A5FEFECF37}"/>
              </a:ext>
            </a:extLst>
          </p:cNvPr>
          <p:cNvCxnSpPr>
            <a:cxnSpLocks/>
          </p:cNvCxnSpPr>
          <p:nvPr/>
        </p:nvCxnSpPr>
        <p:spPr>
          <a:xfrm>
            <a:off x="194231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ns2:creationId id="{5AE90C9B-41CA-A52C-706D-9B4F345B4E6A}"/>
              </a:ext>
            </a:extLst>
          </p:cNvPr>
          <p:cNvCxnSpPr>
            <a:cxnSpLocks/>
          </p:cNvCxnSpPr>
          <p:nvPr/>
        </p:nvCxnSpPr>
        <p:spPr>
          <a:xfrm>
            <a:off x="194231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ns2:creationId id="{C8CAABA2-33FA-646D-AEBB-26A8402F06CF}"/>
              </a:ext>
            </a:extLst>
          </p:cNvPr>
          <p:cNvCxnSpPr>
            <a:cxnSpLocks/>
          </p:cNvCxnSpPr>
          <p:nvPr/>
        </p:nvCxnSpPr>
        <p:spPr>
          <a:xfrm>
            <a:off x="5283197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ns2:creationId id="{E438F93E-C4B9-0DC2-2E69-423BAE97616C}"/>
              </a:ext>
            </a:extLst>
          </p:cNvPr>
          <p:cNvCxnSpPr>
            <a:cxnSpLocks/>
          </p:cNvCxnSpPr>
          <p:nvPr/>
        </p:nvCxnSpPr>
        <p:spPr>
          <a:xfrm>
            <a:off x="5283197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コネクタ 85">
            <a:extLst>
              <a:ext uri="{FF2B5EF4-FFF2-40B4-BE49-F238E27FC236}">
                <ns2:creationId id="{C70F4C54-A6DE-6433-7201-8E9D4F4799EC}"/>
              </a:ext>
            </a:extLst>
          </p:cNvPr>
          <p:cNvCxnSpPr>
            <a:cxnSpLocks/>
          </p:cNvCxnSpPr>
          <p:nvPr/>
        </p:nvCxnSpPr>
        <p:spPr>
          <a:xfrm>
            <a:off x="5283197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グループ化 94">
            <a:extLst>
              <a:ext uri="{FF2B5EF4-FFF2-40B4-BE49-F238E27FC236}">
                <ns2:creationId id="{C0518212-AB33-7536-8D14-D1D64D6B6A1A}"/>
              </a:ext>
            </a:extLst>
          </p:cNvPr>
          <p:cNvGrpSpPr/>
          <p:nvPr/>
        </p:nvGrpSpPr>
        <p:grpSpPr>
          <a:xfrm>
            <a:off x="1942317" y="3991912"/>
            <a:ext cx="9921761" cy="0"/>
            <a:chOff x="1942317" y="3991912"/>
            <a:chExt cx="9921761" cy="0"/>
          </a:xfrm>
        </p:grpSpPr>
        <p:cxnSp>
          <p:nvCxnSpPr>
            <p:cNvPr id="75" name="直線コネクタ 74">
              <a:extLst>
                <a:ext uri="{FF2B5EF4-FFF2-40B4-BE49-F238E27FC236}">
                  <ns2:creationId id="{2F824703-2C45-808E-F38D-39EBCB1B2DD4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線コネクタ 80">
              <a:extLst>
                <a:ext uri="{FF2B5EF4-FFF2-40B4-BE49-F238E27FC236}">
                  <ns2:creationId id="{2581E031-8486-0072-0188-8B2DF51F0B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ns2:creationId id="{1E585B17-A9D3-9C24-3500-7A0F46253CA5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9919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グループ化 93">
            <a:extLst>
              <a:ext uri="{FF2B5EF4-FFF2-40B4-BE49-F238E27FC236}">
                <ns2:creationId id="{0DA2C5F8-941D-97CD-E523-26ADD9575A37}"/>
              </a:ext>
            </a:extLst>
          </p:cNvPr>
          <p:cNvGrpSpPr/>
          <p:nvPr/>
        </p:nvGrpSpPr>
        <p:grpSpPr>
          <a:xfrm>
            <a:off x="1942317" y="4426383"/>
            <a:ext cx="9921761" cy="0"/>
            <a:chOff x="1942317" y="4613412"/>
            <a:chExt cx="9921761" cy="0"/>
          </a:xfrm>
        </p:grpSpPr>
        <p:cxnSp>
          <p:nvCxnSpPr>
            <p:cNvPr id="76" name="直線コネクタ 75">
              <a:extLst>
                <a:ext uri="{FF2B5EF4-FFF2-40B4-BE49-F238E27FC236}">
                  <ns2:creationId id="{A0A8A419-3F36-2D53-5BE4-7DE2DC7047FE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ns2:creationId id="{1E522B36-5D15-DC03-0B01-A4B884B2C7FD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ns2:creationId id="{A93FA6CB-D779-C985-FBD8-8A3AB9D0A33A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461341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グループ化 95">
            <a:extLst>
              <a:ext uri="{FF2B5EF4-FFF2-40B4-BE49-F238E27FC236}">
                <ns2:creationId id="{433BD3D3-9EA6-96FD-FA32-4069B2BC1211}"/>
              </a:ext>
            </a:extLst>
          </p:cNvPr>
          <p:cNvGrpSpPr/>
          <p:nvPr/>
        </p:nvGrpSpPr>
        <p:grpSpPr>
          <a:xfrm>
            <a:off x="1942317" y="3152692"/>
            <a:ext cx="9921761" cy="0"/>
            <a:chOff x="1942317" y="3152692"/>
            <a:chExt cx="9921761" cy="0"/>
          </a:xfrm>
        </p:grpSpPr>
        <p:cxnSp>
          <p:nvCxnSpPr>
            <p:cNvPr id="77" name="直線コネクタ 76">
              <a:extLst>
                <a:ext uri="{FF2B5EF4-FFF2-40B4-BE49-F238E27FC236}">
                  <ns2:creationId id="{0F55C67F-F58E-1E7D-9260-6B6C2A9B24E9}"/>
                </a:ext>
              </a:extLst>
            </p:cNvPr>
            <p:cNvCxnSpPr>
              <a:cxnSpLocks/>
            </p:cNvCxnSpPr>
            <p:nvPr/>
          </p:nvCxnSpPr>
          <p:spPr>
            <a:xfrm>
              <a:off x="194231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ns2:creationId id="{55C73B9C-ED95-0DD0-2F78-C1D8CE8458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197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コネクタ 88">
              <a:extLst>
                <a:ext uri="{FF2B5EF4-FFF2-40B4-BE49-F238E27FC236}">
                  <ns2:creationId id="{7E068327-1F86-A34C-09D2-C43E17D4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624078" y="3152692"/>
              <a:ext cx="3240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直線コネクタ 89">
            <a:extLst>
              <a:ext uri="{FF2B5EF4-FFF2-40B4-BE49-F238E27FC236}">
                <ns2:creationId id="{F427EBC5-AECE-2827-86C4-D615414DA652}"/>
              </a:ext>
            </a:extLst>
          </p:cNvPr>
          <p:cNvCxnSpPr>
            <a:cxnSpLocks/>
          </p:cNvCxnSpPr>
          <p:nvPr/>
        </p:nvCxnSpPr>
        <p:spPr>
          <a:xfrm>
            <a:off x="8624078" y="5465168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コネクタ 90">
            <a:extLst>
              <a:ext uri="{FF2B5EF4-FFF2-40B4-BE49-F238E27FC236}">
                <ns2:creationId id="{9600F4F5-AFD5-5C56-D57A-0F6619C54AE3}"/>
              </a:ext>
            </a:extLst>
          </p:cNvPr>
          <p:cNvCxnSpPr>
            <a:cxnSpLocks/>
          </p:cNvCxnSpPr>
          <p:nvPr/>
        </p:nvCxnSpPr>
        <p:spPr>
          <a:xfrm>
            <a:off x="8624078" y="5854882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ns2:creationId id="{680BAB05-0104-7582-E196-4B793B7FB26A}"/>
              </a:ext>
            </a:extLst>
          </p:cNvPr>
          <p:cNvCxnSpPr>
            <a:cxnSpLocks/>
          </p:cNvCxnSpPr>
          <p:nvPr/>
        </p:nvCxnSpPr>
        <p:spPr>
          <a:xfrm>
            <a:off x="8624078" y="5048654"/>
            <a:ext cx="32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二等辺三角形 105">
            <a:extLst>
              <a:ext uri="{FF2B5EF4-FFF2-40B4-BE49-F238E27FC236}">
                <ns2:creationId id="{2E6E3367-F385-03B4-D02A-47CD04693A45}"/>
              </a:ext>
            </a:extLst>
          </p:cNvPr>
          <p:cNvSpPr/>
          <p:nvPr/>
        </p:nvSpPr>
        <p:spPr>
          <a:xfrm>
            <a:off x="3458628" y="5603766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7" name="楕円 106">
            <a:extLst>
              <a:ext uri="{FF2B5EF4-FFF2-40B4-BE49-F238E27FC236}">
                <ns2:creationId id="{49039E94-C6F3-FD94-DD7F-E633752AF169}"/>
              </a:ext>
            </a:extLst>
          </p:cNvPr>
          <p:cNvSpPr/>
          <p:nvPr/>
        </p:nvSpPr>
        <p:spPr>
          <a:xfrm>
            <a:off x="3458628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8" name="楕円 107">
            <a:extLst>
              <a:ext uri="{FF2B5EF4-FFF2-40B4-BE49-F238E27FC236}">
                <ns2:creationId id="{0B49643A-6EC1-FF7A-4AD1-F3E8D80F7119}"/>
              </a:ext>
            </a:extLst>
          </p:cNvPr>
          <p:cNvSpPr/>
          <p:nvPr/>
        </p:nvSpPr>
        <p:spPr>
          <a:xfrm>
            <a:off x="10140391" y="6010638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09" name="楕円 108">
            <a:extLst>
              <a:ext uri="{FF2B5EF4-FFF2-40B4-BE49-F238E27FC236}">
                <ns2:creationId id="{A725930B-8444-F038-0AE4-7E294956C107}"/>
              </a:ext>
            </a:extLst>
          </p:cNvPr>
          <p:cNvSpPr/>
          <p:nvPr/>
        </p:nvSpPr>
        <p:spPr>
          <a:xfrm>
            <a:off x="10140390" y="5168290"/>
            <a:ext cx="207377" cy="207377"/>
          </a:xfrm>
          <a:prstGeom prst="ellipse">
            <a:avLst/>
          </a:prstGeom>
          <a:solidFill>
            <a:schemeClr val="bg1"/>
          </a:solidFill>
          <a:ln w="22225" cap="flat" cmpd="sng" algn="ctr">
            <a:solidFill>
              <a:srgbClr val="258063">
                <a:alpha val="5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258063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2" name="十字形 111">
            <a:extLst>
              <a:ext uri="{FF2B5EF4-FFF2-40B4-BE49-F238E27FC236}">
                <ns2:creationId id="{078AF6FB-F7A4-524D-CCF8-B9B3C06CFD48}"/>
              </a:ext>
            </a:extLst>
          </p:cNvPr>
          <p:cNvSpPr/>
          <p:nvPr/>
        </p:nvSpPr>
        <p:spPr>
          <a:xfrm rot="18900000">
            <a:off x="6778156" y="5568110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3" name="十字形 112">
            <a:extLst>
              <a:ext uri="{FF2B5EF4-FFF2-40B4-BE49-F238E27FC236}">
                <ns2:creationId id="{EE77EB90-2A11-EFC5-4140-37AFA7860CEB}"/>
              </a:ext>
            </a:extLst>
          </p:cNvPr>
          <p:cNvSpPr/>
          <p:nvPr/>
        </p:nvSpPr>
        <p:spPr>
          <a:xfrm rot="18900000">
            <a:off x="6778156" y="5989285"/>
            <a:ext cx="250086" cy="250086"/>
          </a:xfrm>
          <a:prstGeom prst="plus">
            <a:avLst>
              <a:gd name="adj" fmla="val 50000"/>
            </a:avLst>
          </a:prstGeom>
          <a:solidFill>
            <a:schemeClr val="accent2"/>
          </a:solidFill>
          <a:ln w="2222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4" name="二等辺三角形 113">
            <a:extLst>
              <a:ext uri="{FF2B5EF4-FFF2-40B4-BE49-F238E27FC236}">
                <ns2:creationId id="{9D483903-4115-CCF8-D936-BD14A12462D3}"/>
              </a:ext>
            </a:extLst>
          </p:cNvPr>
          <p:cNvSpPr/>
          <p:nvPr/>
        </p:nvSpPr>
        <p:spPr>
          <a:xfrm>
            <a:off x="3458629" y="6024939"/>
            <a:ext cx="207377" cy="178773"/>
          </a:xfrm>
          <a:prstGeom prst="triangle">
            <a:avLst/>
          </a:prstGeom>
          <a:solidFill>
            <a:schemeClr val="bg1"/>
          </a:solidFill>
          <a:ln w="222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buClr>
                <a:schemeClr val="accent1"/>
              </a:buClr>
            </a:pPr>
            <a:endParaRPr kumimoji="1" lang="ja-JP" altLang="en-US" dirty="0">
              <a:solidFill>
                <a:srgbClr val="CEDA46"/>
              </a:solidFill>
              <a:latin typeface="Trebuchet MS" panose="020B0703020202090204" pitchFamily="34" charset="0"/>
              <a:ea typeface="Meiryo" panose="020B0604030504040204" pitchFamily="34" charset="-128"/>
            </a:endParaRPr>
          </a:p>
        </p:txBody>
      </p:sp>
      <p:sp>
        <p:nvSpPr>
          <p:cNvPr id="115" name="円: 塗りつぶしなし 114">
            <a:extLst>
              <a:ext uri="{FF2B5EF4-FFF2-40B4-BE49-F238E27FC236}">
                <ns2:creationId id="{BAE1CA54-8951-E56A-1165-D53BDBB00A24}"/>
              </a:ext>
            </a:extLst>
          </p:cNvPr>
          <p:cNvSpPr/>
          <p:nvPr/>
        </p:nvSpPr>
        <p:spPr>
          <a:xfrm>
            <a:off x="6795197" y="5163978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6" name="円: 塗りつぶしなし 115">
            <a:extLst>
              <a:ext uri="{FF2B5EF4-FFF2-40B4-BE49-F238E27FC236}">
                <ns2:creationId id="{B20E6F7D-FB49-63BB-569C-84259B3414EF}"/>
              </a:ext>
            </a:extLst>
          </p:cNvPr>
          <p:cNvSpPr/>
          <p:nvPr/>
        </p:nvSpPr>
        <p:spPr>
          <a:xfrm>
            <a:off x="10136080" y="5585152"/>
            <a:ext cx="216000" cy="216000"/>
          </a:xfrm>
          <a:prstGeom prst="donut">
            <a:avLst/>
          </a:prstGeom>
          <a:noFill/>
          <a:ln w="25400">
            <a:solidFill>
              <a:srgbClr val="00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400" dirty="0">
              <a:solidFill>
                <a:srgbClr val="008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ns5:creationId val="4162618754"/>
      </p:ext>
    </p:extLst>
  </p:cSld>
  <p:clrMapOvr>
    <a:masterClrMapping/>
  </p:clrMapOvr>
</p:sld>
</file>

<file path=ppt/slides/slide39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drawing/2010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A37FFE5-82B1-34FB-8280-5532993D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E1046258-6099-B790-D122-807D36C9A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ns2:creationId id="{D9A2520C-6DB2-2E46-FA74-9E45BB621241}"/>
              </a:ext>
            </a:extLst>
          </p:cNvPr>
          <p:cNvCxnSpPr/>
          <p:nvPr/>
        </p:nvCxnSpPr>
        <p:spPr>
          <a:xfrm flipV="1">
            <a:off x="6246391" y="2443355"/>
            <a:ext cx="0" cy="144000"/>
          </a:xfrm>
          <a:prstGeom prst="line">
            <a:avLst/>
          </a:prstGeom>
          <a:ln w="952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プレースホルダー 3">
            <a:extLst>
              <a:ext uri="{FF2B5EF4-FFF2-40B4-BE49-F238E27FC236}">
                <ns2:creationId id="{06E23325-4EB1-BEB7-D76C-6CBB490EC3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</a:p>
          <a:p>
            <a:r>
              <a:rPr lang="ja-JP" altLang="en-US"/>
              <a:t>XX</a:t>
            </a:r>
            <a:r>
              <a:rPr lang="en-US" altLang="ja-JP"/>
              <a:t>XX</a:t>
            </a:r>
            <a:r>
              <a:rPr lang="ja-JP" altLang="en-US"/>
              <a:t>XX</a:t>
            </a:r>
            <a:r>
              <a:rPr lang="en-US" altLang="ja-JP"/>
              <a:t>KGI</a:t>
            </a:r>
            <a:r>
              <a:rPr lang="ja-JP" altLang="en-US"/>
              <a:t>XX</a:t>
            </a:r>
          </a:p>
        </p:txBody>
      </p:sp>
      <p:grpSp>
        <p:nvGrpSpPr>
          <p:cNvPr id="77" name="グループ化 76">
            <a:extLst>
              <a:ext uri="{FF2B5EF4-FFF2-40B4-BE49-F238E27FC236}">
                <ns2:creationId id="{E54FA29C-C48E-1009-E56E-A8D3AF4C8912}"/>
              </a:ext>
            </a:extLst>
          </p:cNvPr>
          <p:cNvGrpSpPr/>
          <p:nvPr/>
        </p:nvGrpSpPr>
        <p:grpSpPr>
          <a:xfrm>
            <a:off x="334964" y="1774094"/>
            <a:ext cx="11534290" cy="4534643"/>
            <a:chOff x="-7196" y="1774094"/>
            <a:chExt cx="11876450" cy="4534643"/>
          </a:xfrm>
        </p:grpSpPr>
        <p:grpSp>
          <p:nvGrpSpPr>
            <p:cNvPr id="19" name="グループ化 18">
              <a:extLst>
                <a:ext uri="{FF2B5EF4-FFF2-40B4-BE49-F238E27FC236}">
                  <ns2:creationId id="{38AB108B-EDED-BBCB-EB46-8477257143C3}"/>
                </a:ext>
              </a:extLst>
            </p:cNvPr>
            <p:cNvGrpSpPr/>
            <p:nvPr/>
          </p:nvGrpSpPr>
          <p:grpSpPr>
            <a:xfrm>
              <a:off x="-7196" y="1774094"/>
              <a:ext cx="11864234" cy="4534631"/>
              <a:chOff x="-7196" y="1659794"/>
              <a:chExt cx="11864234" cy="4534631"/>
            </a:xfrm>
          </p:grpSpPr>
          <p:sp>
            <p:nvSpPr>
              <p:cNvPr id="37" name="正方形/長方形 36">
                <a:extLst>
                  <a:ext uri="{FF2B5EF4-FFF2-40B4-BE49-F238E27FC236}">
                    <ns2:creationId id="{ED331457-F327-1690-BBD2-2D5362A584F1}"/>
                  </a:ext>
                </a:extLst>
              </p:cNvPr>
              <p:cNvSpPr/>
              <p:nvPr/>
            </p:nvSpPr>
            <p:spPr>
              <a:xfrm>
                <a:off x="334963" y="1659794"/>
                <a:ext cx="11522074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cxnSp>
            <p:nvCxnSpPr>
              <p:cNvPr id="41" name="直線コネクタ 40">
                <a:extLst>
                  <a:ext uri="{FF2B5EF4-FFF2-40B4-BE49-F238E27FC236}">
                    <ns2:creationId id="{ED7E87EC-1A6A-D26A-7B39-85BE2176505C}"/>
                  </a:ext>
                </a:extLst>
              </p:cNvPr>
              <p:cNvCxnSpPr/>
              <p:nvPr/>
            </p:nvCxnSpPr>
            <p:spPr>
              <a:xfrm>
                <a:off x="334963" y="1983794"/>
                <a:ext cx="11522075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正方形/長方形 77">
                <a:extLst>
                  <a:ext uri="{FF2B5EF4-FFF2-40B4-BE49-F238E27FC236}">
                    <ns2:creationId id="{75FA3125-BE78-E567-F2AC-C4D6D29738C4}"/>
                  </a:ext>
                </a:extLst>
              </p:cNvPr>
              <p:cNvSpPr/>
              <p:nvPr/>
            </p:nvSpPr>
            <p:spPr>
              <a:xfrm>
                <a:off x="-7196" y="2473055"/>
                <a:ext cx="392449" cy="372137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defRPr/>
                </a:pPr>
                <a:r>
                  <a:rPr lang="ja-JP" altLang="en-US" sz="16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</p:grpSp>
        <p:cxnSp>
          <p:nvCxnSpPr>
            <p:cNvPr id="23" name="直線矢印コネクタ 22">
              <a:extLst>
                <a:ext uri="{FF2B5EF4-FFF2-40B4-BE49-F238E27FC236}">
                  <ns2:creationId id="{34825340-E798-D22A-5662-9267D75944E5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4" y="2587355"/>
              <a:ext cx="0" cy="372137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正方形/長方形 13">
              <a:extLst>
                <a:ext uri="{FF2B5EF4-FFF2-40B4-BE49-F238E27FC236}">
                  <ns2:creationId id="{D525BA24-10B1-ED4E-7D8F-E4C2CCEFF549}"/>
                </a:ext>
              </a:extLst>
            </p:cNvPr>
            <p:cNvSpPr/>
            <p:nvPr/>
          </p:nvSpPr>
          <p:spPr>
            <a:xfrm>
              <a:off x="3350957" y="2237159"/>
              <a:ext cx="8373898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ns2:creationId id="{87CFA611-F505-7CB1-830C-0DEDE40DDB67}"/>
                </a:ext>
              </a:extLst>
            </p:cNvPr>
            <p:cNvSpPr/>
            <p:nvPr/>
          </p:nvSpPr>
          <p:spPr>
            <a:xfrm>
              <a:off x="514008" y="2671175"/>
              <a:ext cx="2700000" cy="36000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sz="14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ns2:creationId id="{3231EE64-8F70-573E-2A71-A44D02357DBA}"/>
                </a:ext>
              </a:extLst>
            </p:cNvPr>
            <p:cNvSpPr/>
            <p:nvPr/>
          </p:nvSpPr>
          <p:spPr>
            <a:xfrm>
              <a:off x="3350957" y="2671175"/>
              <a:ext cx="2700000" cy="360000"/>
            </a:xfrm>
            <a:prstGeom prst="rect">
              <a:avLst/>
            </a:prstGeom>
            <a:solidFill>
              <a:srgbClr val="168A16">
                <a:alpha val="8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 </a:t>
              </a:r>
            </a:p>
          </p:txBody>
        </p:sp>
        <p:sp>
          <p:nvSpPr>
            <p:cNvPr id="38" name="正方形/長方形 37">
              <a:extLst>
                <a:ext uri="{FF2B5EF4-FFF2-40B4-BE49-F238E27FC236}">
                  <ns2:creationId id="{B90695A3-8C1E-D07F-AF05-E101F7C2A5D7}"/>
                </a:ext>
              </a:extLst>
            </p:cNvPr>
            <p:cNvSpPr/>
            <p:nvPr/>
          </p:nvSpPr>
          <p:spPr>
            <a:xfrm>
              <a:off x="6187906" y="2671175"/>
              <a:ext cx="2700000" cy="360000"/>
            </a:xfrm>
            <a:prstGeom prst="rect">
              <a:avLst/>
            </a:prstGeom>
            <a:solidFill>
              <a:srgbClr val="168A16">
                <a:alpha val="6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39" name="正方形/長方形 38">
              <a:extLst>
                <a:ext uri="{FF2B5EF4-FFF2-40B4-BE49-F238E27FC236}">
                  <ns2:creationId id="{4830FCAF-BADA-8FFC-3F76-0E857D98CDCA}"/>
                </a:ext>
              </a:extLst>
            </p:cNvPr>
            <p:cNvSpPr/>
            <p:nvPr/>
          </p:nvSpPr>
          <p:spPr>
            <a:xfrm>
              <a:off x="9024855" y="2671175"/>
              <a:ext cx="2700000" cy="360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ns2:creationId id="{A86AE5F0-FDEA-0F32-C39F-51CBF488E33E}"/>
                </a:ext>
              </a:extLst>
            </p:cNvPr>
            <p:cNvSpPr/>
            <p:nvPr/>
          </p:nvSpPr>
          <p:spPr>
            <a:xfrm>
              <a:off x="514008" y="2237159"/>
              <a:ext cx="2700000" cy="350196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400">
                  <a:solidFill>
                    <a:schemeClr val="tx1"/>
                  </a:solidFill>
                  <a:latin typeface="+mn-ea"/>
                </a:rPr>
                <a:t>) </a:t>
              </a:r>
              <a:endParaRPr lang="ja-JP" altLang="en-US" sz="1400">
                <a:solidFill>
                  <a:schemeClr val="tx1"/>
                </a:solidFill>
                <a:latin typeface="+mn-ea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ns2:creationId id="{0C097B50-59ED-A740-D903-75FC5BB9813E}"/>
                </a:ext>
              </a:extLst>
            </p:cNvPr>
            <p:cNvCxnSpPr/>
            <p:nvPr/>
          </p:nvCxnSpPr>
          <p:spPr>
            <a:xfrm>
              <a:off x="385254" y="2587355"/>
              <a:ext cx="11484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矢印: 下 78">
              <a:extLst>
                <a:ext uri="{FF2B5EF4-FFF2-40B4-BE49-F238E27FC236}">
                  <ns2:creationId id="{271CD705-1717-5BD2-3B23-B2B722029782}"/>
                </a:ext>
              </a:extLst>
            </p:cNvPr>
            <p:cNvSpPr/>
            <p:nvPr/>
          </p:nvSpPr>
          <p:spPr>
            <a:xfrm>
              <a:off x="1738008" y="4227432"/>
              <a:ext cx="252000" cy="324000"/>
            </a:xfrm>
            <a:prstGeom prst="downArrow">
              <a:avLst/>
            </a:prstGeom>
            <a:solidFill>
              <a:srgbClr val="72B872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C6943C1-4A53-DB85-04BE-A713F068B635}"/>
                </a:ext>
              </a:extLst>
            </p:cNvPr>
            <p:cNvSpPr/>
            <p:nvPr/>
          </p:nvSpPr>
          <p:spPr>
            <a:xfrm>
              <a:off x="694008" y="3828809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80F51FEB-FBB7-3B50-74F6-B2E6708CEBB3}"/>
                </a:ext>
              </a:extLst>
            </p:cNvPr>
            <p:cNvSpPr/>
            <p:nvPr/>
          </p:nvSpPr>
          <p:spPr>
            <a:xfrm>
              <a:off x="694008" y="4482056"/>
              <a:ext cx="2340000" cy="468000"/>
            </a:xfrm>
            <a:prstGeom prst="rect">
              <a:avLst/>
            </a:prstGeom>
            <a:solidFill>
              <a:srgbClr val="72B872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4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DCCB23EE-1653-2FFB-B2DE-B13B5A9E02B0}"/>
                </a:ext>
              </a:extLst>
            </p:cNvPr>
            <p:cNvSpPr/>
            <p:nvPr/>
          </p:nvSpPr>
          <p:spPr>
            <a:xfrm>
              <a:off x="514008" y="3774810"/>
              <a:ext cx="2700000" cy="1229246"/>
            </a:xfrm>
            <a:prstGeom prst="rect">
              <a:avLst/>
            </a:prstGeom>
            <a:noFill/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4" name="正方形/長方形 113">
              <a:extLst>
                <a:ext uri="{FF2B5EF4-FFF2-40B4-BE49-F238E27FC236}">
                  <ns2:creationId id="{A2871C00-1FE7-29DA-1EE1-12DD669A20D5}"/>
                </a:ext>
              </a:extLst>
            </p:cNvPr>
            <p:cNvSpPr/>
            <p:nvPr/>
          </p:nvSpPr>
          <p:spPr>
            <a:xfrm>
              <a:off x="514008" y="3774810"/>
              <a:ext cx="612000" cy="216000"/>
            </a:xfrm>
            <a:prstGeom prst="rect">
              <a:avLst/>
            </a:prstGeom>
            <a:solidFill>
              <a:srgbClr val="72B872"/>
            </a:solidFill>
            <a:ln w="9525">
              <a:solidFill>
                <a:srgbClr val="72B87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2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75" name="正方形/長方形 74">
              <a:extLst>
                <a:ext uri="{FF2B5EF4-FFF2-40B4-BE49-F238E27FC236}">
                  <ns2:creationId id="{5AFB040B-8D27-65DE-997D-F5F0BB77E798}"/>
                </a:ext>
              </a:extLst>
            </p:cNvPr>
            <p:cNvSpPr/>
            <p:nvPr/>
          </p:nvSpPr>
          <p:spPr>
            <a:xfrm>
              <a:off x="514008" y="3121562"/>
              <a:ext cx="2700000" cy="576000"/>
            </a:xfrm>
            <a:prstGeom prst="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ns2:creationId id="{2EC3BD4C-9649-9D9B-DBC1-72797A280913}"/>
                </a:ext>
              </a:extLst>
            </p:cNvPr>
            <p:cNvSpPr/>
            <p:nvPr/>
          </p:nvSpPr>
          <p:spPr>
            <a:xfrm>
              <a:off x="694008" y="3175562"/>
              <a:ext cx="2340000" cy="468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52CD126A-17BE-C3E3-5F7A-2B15F392FD06}"/>
                </a:ext>
              </a:extLst>
            </p:cNvPr>
            <p:cNvSpPr/>
            <p:nvPr/>
          </p:nvSpPr>
          <p:spPr>
            <a:xfrm>
              <a:off x="514008" y="3121562"/>
              <a:ext cx="612000" cy="216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1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56CC8B9E-EB2A-8805-5101-5FBA8C73F57D}"/>
                </a:ext>
              </a:extLst>
            </p:cNvPr>
            <p:cNvSpPr/>
            <p:nvPr/>
          </p:nvSpPr>
          <p:spPr>
            <a:xfrm>
              <a:off x="514008" y="5079491"/>
              <a:ext cx="2700000" cy="1229246"/>
            </a:xfrm>
            <a:prstGeom prst="rect">
              <a:avLst/>
            </a:prstGeom>
            <a:noFill/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16" name="正方形/長方形 115">
              <a:extLst>
                <a:ext uri="{FF2B5EF4-FFF2-40B4-BE49-F238E27FC236}">
                  <ns2:creationId id="{D399C82A-0576-B220-E32B-12944C562C63}"/>
                </a:ext>
              </a:extLst>
            </p:cNvPr>
            <p:cNvSpPr/>
            <p:nvPr/>
          </p:nvSpPr>
          <p:spPr>
            <a:xfrm>
              <a:off x="694008" y="5135303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17" name="正方形/長方形 116">
              <a:extLst>
                <a:ext uri="{FF2B5EF4-FFF2-40B4-BE49-F238E27FC236}">
                  <ns2:creationId id="{5DA916EE-B49A-3843-3B77-8CBBB48C374B}"/>
                </a:ext>
              </a:extLst>
            </p:cNvPr>
            <p:cNvSpPr/>
            <p:nvPr/>
          </p:nvSpPr>
          <p:spPr>
            <a:xfrm>
              <a:off x="694008" y="5788550"/>
              <a:ext cx="2340000" cy="468000"/>
            </a:xfrm>
            <a:prstGeom prst="rect">
              <a:avLst/>
            </a:prstGeom>
            <a:solidFill>
              <a:srgbClr val="44A244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BE0ADF6D-75B6-1575-D4EF-AD2881BE4543}"/>
                </a:ext>
              </a:extLst>
            </p:cNvPr>
            <p:cNvSpPr/>
            <p:nvPr/>
          </p:nvSpPr>
          <p:spPr>
            <a:xfrm>
              <a:off x="514008" y="5079491"/>
              <a:ext cx="612000" cy="216000"/>
            </a:xfrm>
            <a:prstGeom prst="rect">
              <a:avLst/>
            </a:prstGeom>
            <a:solidFill>
              <a:srgbClr val="44A244"/>
            </a:solidFill>
            <a:ln w="9525">
              <a:solidFill>
                <a:srgbClr val="44A24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4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96" name="正方形/長方形 95">
              <a:extLst>
                <a:ext uri="{FF2B5EF4-FFF2-40B4-BE49-F238E27FC236}">
                  <ns2:creationId id="{A4B147C3-5753-303D-3502-DDCD627D8A0A}"/>
                </a:ext>
              </a:extLst>
            </p:cNvPr>
            <p:cNvSpPr/>
            <p:nvPr/>
          </p:nvSpPr>
          <p:spPr>
            <a:xfrm>
              <a:off x="3530958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6C9A8901-C9B1-A827-1D56-6B570D17DB4D}"/>
                </a:ext>
              </a:extLst>
            </p:cNvPr>
            <p:cNvSpPr/>
            <p:nvPr/>
          </p:nvSpPr>
          <p:spPr>
            <a:xfrm>
              <a:off x="3350957" y="3774810"/>
              <a:ext cx="8373898" cy="2531815"/>
            </a:xfrm>
            <a:prstGeom prst="rect">
              <a:avLst/>
            </a:prstGeom>
            <a:noFill/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02" name="正方形/長方形 101">
              <a:extLst>
                <a:ext uri="{FF2B5EF4-FFF2-40B4-BE49-F238E27FC236}">
                  <ns2:creationId id="{3E8611B7-9C01-3AF2-62BF-A2558761BD53}"/>
                </a:ext>
              </a:extLst>
            </p:cNvPr>
            <p:cNvSpPr/>
            <p:nvPr/>
          </p:nvSpPr>
          <p:spPr>
            <a:xfrm>
              <a:off x="3350957" y="3774810"/>
              <a:ext cx="612000" cy="216000"/>
            </a:xfrm>
            <a:prstGeom prst="rect">
              <a:avLst/>
            </a:prstGeom>
            <a:solidFill>
              <a:srgbClr val="168A16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5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103" name="正方形/長方形 102">
              <a:extLst>
                <a:ext uri="{FF2B5EF4-FFF2-40B4-BE49-F238E27FC236}">
                  <ns2:creationId id="{4DFF4389-3CC7-DFCE-B59C-457BC56E3C66}"/>
                </a:ext>
              </a:extLst>
            </p:cNvPr>
            <p:cNvSpPr/>
            <p:nvPr/>
          </p:nvSpPr>
          <p:spPr>
            <a:xfrm>
              <a:off x="3530958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ns2:creationId id="{1A1EAA0D-8DCA-2FE9-D566-DC221E8452B5}"/>
                </a:ext>
              </a:extLst>
            </p:cNvPr>
            <p:cNvSpPr/>
            <p:nvPr/>
          </p:nvSpPr>
          <p:spPr>
            <a:xfrm>
              <a:off x="3530958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8" name="正方形/長方形 27">
              <a:extLst>
                <a:ext uri="{FF2B5EF4-FFF2-40B4-BE49-F238E27FC236}">
                  <ns2:creationId id="{455E4AB3-E998-E1CD-2892-66528B32BD27}"/>
                </a:ext>
              </a:extLst>
            </p:cNvPr>
            <p:cNvSpPr/>
            <p:nvPr/>
          </p:nvSpPr>
          <p:spPr>
            <a:xfrm>
              <a:off x="3350957" y="3121562"/>
              <a:ext cx="8373898" cy="576000"/>
            </a:xfrm>
            <a:prstGeom prst="rect">
              <a:avLst/>
            </a:prstGeom>
            <a:noFill/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ns2:creationId id="{AE747153-93AA-CBEA-F465-4F1D88C08B34}"/>
                </a:ext>
              </a:extLst>
            </p:cNvPr>
            <p:cNvSpPr/>
            <p:nvPr/>
          </p:nvSpPr>
          <p:spPr>
            <a:xfrm>
              <a:off x="3530957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94" name="正方形/長方形 93">
              <a:extLst>
                <a:ext uri="{FF2B5EF4-FFF2-40B4-BE49-F238E27FC236}">
                  <ns2:creationId id="{15C8AA7F-6307-CD5D-2474-9D18A02221B8}"/>
                </a:ext>
              </a:extLst>
            </p:cNvPr>
            <p:cNvSpPr/>
            <p:nvPr/>
          </p:nvSpPr>
          <p:spPr>
            <a:xfrm>
              <a:off x="3350957" y="3121562"/>
              <a:ext cx="612000" cy="2160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B05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lang="ja-JP" altLang="en-US" sz="1050">
                  <a:solidFill>
                    <a:prstClr val="white"/>
                  </a:solidFill>
                  <a:latin typeface="+mn-ea"/>
                </a:rPr>
                <a:t>XX</a:t>
              </a:r>
              <a:r>
                <a:rPr lang="en-US" altLang="ja-JP" sz="1050">
                  <a:solidFill>
                    <a:prstClr val="white"/>
                  </a:solidFill>
                  <a:latin typeface="+mn-ea"/>
                </a:rPr>
                <a:t>3</a:t>
              </a:r>
              <a:endParaRPr lang="ja-JP" altLang="en-US" sz="1050">
                <a:solidFill>
                  <a:prstClr val="white"/>
                </a:solidFill>
                <a:latin typeface="+mn-ea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2234A6F2-4E87-3AC0-D5C0-30630D69A47D}"/>
                </a:ext>
              </a:extLst>
            </p:cNvPr>
            <p:cNvSpPr/>
            <p:nvPr/>
          </p:nvSpPr>
          <p:spPr>
            <a:xfrm>
              <a:off x="3530958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3357737-E319-0050-CAB0-7B526A9C871B}"/>
                </a:ext>
              </a:extLst>
            </p:cNvPr>
            <p:cNvSpPr/>
            <p:nvPr/>
          </p:nvSpPr>
          <p:spPr>
            <a:xfrm>
              <a:off x="6403701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91B27BF7-761D-D524-7734-363A65F084A2}"/>
                </a:ext>
              </a:extLst>
            </p:cNvPr>
            <p:cNvSpPr/>
            <p:nvPr/>
          </p:nvSpPr>
          <p:spPr>
            <a:xfrm>
              <a:off x="9204855" y="3193562"/>
              <a:ext cx="2340000" cy="432000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ns2:creationId id="{C7334C23-0019-D92D-3868-3DB93967627F}"/>
                </a:ext>
              </a:extLst>
            </p:cNvPr>
            <p:cNvSpPr/>
            <p:nvPr/>
          </p:nvSpPr>
          <p:spPr>
            <a:xfrm>
              <a:off x="6403701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1" name="正方形/長方形 50">
              <a:extLst>
                <a:ext uri="{FF2B5EF4-FFF2-40B4-BE49-F238E27FC236}">
                  <ns2:creationId id="{4F242860-98A3-A358-9494-22B6FB78B2CB}"/>
                </a:ext>
              </a:extLst>
            </p:cNvPr>
            <p:cNvSpPr/>
            <p:nvPr/>
          </p:nvSpPr>
          <p:spPr>
            <a:xfrm>
              <a:off x="6403701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2" name="正方形/長方形 51">
              <a:extLst>
                <a:ext uri="{FF2B5EF4-FFF2-40B4-BE49-F238E27FC236}">
                  <ns2:creationId id="{5D6234C4-1143-E001-051F-976E3C5A5D2E}"/>
                </a:ext>
              </a:extLst>
            </p:cNvPr>
            <p:cNvSpPr/>
            <p:nvPr/>
          </p:nvSpPr>
          <p:spPr>
            <a:xfrm>
              <a:off x="6403701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3" name="正方形/長方形 52">
              <a:extLst>
                <a:ext uri="{FF2B5EF4-FFF2-40B4-BE49-F238E27FC236}">
                  <ns2:creationId id="{A7EF6258-9EE4-49E4-DFB9-C56B318782AB}"/>
                </a:ext>
              </a:extLst>
            </p:cNvPr>
            <p:cNvSpPr/>
            <p:nvPr/>
          </p:nvSpPr>
          <p:spPr>
            <a:xfrm>
              <a:off x="6403701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189B7267-68C1-0266-630C-D07F283F9EF9}"/>
                </a:ext>
              </a:extLst>
            </p:cNvPr>
            <p:cNvSpPr/>
            <p:nvPr/>
          </p:nvSpPr>
          <p:spPr>
            <a:xfrm>
              <a:off x="9204856" y="3828809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5" name="正方形/長方形 54">
              <a:extLst>
                <a:ext uri="{FF2B5EF4-FFF2-40B4-BE49-F238E27FC236}">
                  <ns2:creationId id="{06AC7778-444B-C253-A568-759F5960526E}"/>
                </a:ext>
              </a:extLst>
            </p:cNvPr>
            <p:cNvSpPr/>
            <p:nvPr/>
          </p:nvSpPr>
          <p:spPr>
            <a:xfrm>
              <a:off x="9204856" y="5135303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EBITDA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ns2:creationId id="{11C18599-9562-DDF2-42EA-AAC0ED87286C}"/>
                </a:ext>
              </a:extLst>
            </p:cNvPr>
            <p:cNvSpPr/>
            <p:nvPr/>
          </p:nvSpPr>
          <p:spPr>
            <a:xfrm>
              <a:off x="9204856" y="5788551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ROIC</a:t>
              </a: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57" name="正方形/長方形 56">
              <a:extLst>
                <a:ext uri="{FF2B5EF4-FFF2-40B4-BE49-F238E27FC236}">
                  <ns2:creationId id="{E5731D24-EA64-8857-9683-BE0A98FCD890}"/>
                </a:ext>
              </a:extLst>
            </p:cNvPr>
            <p:cNvSpPr/>
            <p:nvPr/>
          </p:nvSpPr>
          <p:spPr>
            <a:xfrm>
              <a:off x="9204856" y="4482056"/>
              <a:ext cx="2340000" cy="468000"/>
            </a:xfrm>
            <a:prstGeom prst="rect">
              <a:avLst/>
            </a:prstGeom>
            <a:solidFill>
              <a:srgbClr val="168A16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59" name="矢印: 下 58">
              <a:extLst>
                <a:ext uri="{FF2B5EF4-FFF2-40B4-BE49-F238E27FC236}">
                  <ns2:creationId id="{FDAC00AB-0B20-7CE5-E813-018BF489B8AB}"/>
                </a:ext>
              </a:extLst>
            </p:cNvPr>
            <p:cNvSpPr/>
            <p:nvPr/>
          </p:nvSpPr>
          <p:spPr>
            <a:xfrm rot="16200000">
              <a:off x="3156482" y="3189287"/>
              <a:ext cx="252000" cy="612000"/>
            </a:xfrm>
            <a:prstGeom prst="downArrow">
              <a:avLst/>
            </a:prstGeom>
            <a:solidFill>
              <a:srgbClr val="44A244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1" name="矢印: 下 60">
              <a:extLst>
                <a:ext uri="{FF2B5EF4-FFF2-40B4-BE49-F238E27FC236}">
                  <ns2:creationId id="{78E273E7-F5A7-AF30-B283-A989050FE541}"/>
                </a:ext>
              </a:extLst>
            </p:cNvPr>
            <p:cNvSpPr/>
            <p:nvPr/>
          </p:nvSpPr>
          <p:spPr>
            <a:xfrm>
              <a:off x="7447701" y="3565185"/>
              <a:ext cx="252000" cy="324000"/>
            </a:xfrm>
            <a:prstGeom prst="downArrow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pic>
        <p:nvPicPr>
          <p:cNvPr id="71" name="グラフィックス 70" descr="世界 単色塗りつぶし">
            <a:extLst>
              <a:ext uri="{FF2B5EF4-FFF2-40B4-BE49-F238E27FC236}">
                <ns2:creationId id="{6B2322C3-ACB7-D2D7-E1B3-FCC9912A3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3:svgBlip r:embed="rId3"/>
              </a:ext>
            </a:extLst>
          </a:blip>
          <a:stretch>
            <a:fillRect/>
          </a:stretch>
        </p:blipFill>
        <p:spPr>
          <a:xfrm>
            <a:off x="6314866" y="2237159"/>
            <a:ext cx="350196" cy="350196"/>
          </a:xfrm>
          <a:prstGeom prst="rect">
            <a:avLst/>
          </a:prstGeom>
        </p:spPr>
      </p:pic>
      <p:pic>
        <p:nvPicPr>
          <p:cNvPr id="76" name="Grafik 3">
            <a:extLst>
              <a:ext uri="{FF2B5EF4-FFF2-40B4-BE49-F238E27FC236}">
                <ns2:creationId id="{CBD57045-5146-BBAB-E2E7-C0A4511F11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p:blipFill>
        <p:spPr>
          <a:xfrm>
            <a:off x="1371244" y="2290085"/>
            <a:ext cx="343368" cy="244344"/>
          </a:xfrm>
          <a:prstGeom prst="rect">
            <a:avLst/>
          </a:prstGeom>
          <a:ln w="9525" cap="flat" cmpd="sng" algn="ctr">
            <a:solidFill>
              <a:srgbClr val="808080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  <p:extLst>
      <p:ext uri="{BB962C8B-B14F-4D97-AF65-F5344CB8AC3E}">
        <ns6:creationId val="1374939991"/>
      </p:ext>
    </p:extLst>
  </p:cSld>
  <p:clrMapOvr>
    <a:masterClrMapping/>
  </p:clrMapOvr>
</p:sld>
</file>

<file path=ppt/slides/slide39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8DB822-8069-A5C3-144F-062863201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6D8E2E2-235C-2A38-4298-6945BF20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>
                <a:latin typeface="+mn-ea"/>
                <a:ea typeface="+mn-ea"/>
              </a:rPr>
              <a:t>【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】</a:t>
            </a:r>
            <a:r>
              <a:rPr lang="ja-JP" altLang="en-US">
                <a:latin typeface="+mn-ea"/>
                <a:ea typeface="+mn-ea"/>
              </a:rPr>
              <a:t>XX</a:t>
            </a:r>
            <a:r>
              <a:rPr lang="en-US" altLang="ja-JP">
                <a:latin typeface="+mn-ea"/>
                <a:ea typeface="+mn-ea"/>
              </a:rPr>
              <a:t>/ </a:t>
            </a:r>
            <a:r>
              <a:rPr lang="ja-JP" altLang="en-US">
                <a:latin typeface="+mn-ea"/>
                <a:ea typeface="+mn-ea"/>
              </a:rPr>
              <a:t>XX</a:t>
            </a:r>
            <a:br>
              <a:rPr lang="en-US" altLang="ja-JP">
                <a:latin typeface="+mn-ea"/>
                <a:ea typeface="+mn-ea"/>
              </a:rPr>
            </a:br>
            <a:r>
              <a:rPr lang="ja-JP" altLang="en-US">
                <a:latin typeface="+mn-ea"/>
                <a:ea typeface="+mn-ea"/>
              </a:rPr>
              <a:t>XX</a:t>
            </a:r>
            <a:endParaRPr kumimoji="1" lang="ja-JP" altLang="en-US">
              <a:latin typeface="+mn-ea"/>
              <a:ea typeface="+mn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ns2:creationId id="{D3EA2685-B009-20D2-9230-ADA29B3A2A72}"/>
              </a:ext>
            </a:extLst>
          </p:cNvPr>
          <p:cNvSpPr txBox="1"/>
          <p:nvPr/>
        </p:nvSpPr>
        <p:spPr>
          <a:xfrm>
            <a:off x="334963" y="6308724"/>
            <a:ext cx="11522075" cy="498877"/>
          </a:xfrm>
          <a:prstGeom prst="rect">
            <a:avLst/>
          </a:prstGeom>
          <a:noFill/>
          <a:ln w="9525">
            <a:noFill/>
          </a:ln>
        </p:spPr>
        <p:txBody>
          <a:bodyPr wrap="square" tIns="36000" bIns="36000" numCol="2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7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12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5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(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…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PL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5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ea"/>
                <a:cs typeface="+mn-cs"/>
              </a:rPr>
              <a:t>XX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grpSp>
        <p:nvGrpSpPr>
          <p:cNvPr id="296" name="グループ化 295">
            <a:extLst>
              <a:ext uri="{FF2B5EF4-FFF2-40B4-BE49-F238E27FC236}">
                <ns2:creationId id="{E4A87712-790F-034D-0003-15E8189AC3E4}"/>
              </a:ext>
            </a:extLst>
          </p:cNvPr>
          <p:cNvGrpSpPr/>
          <p:nvPr/>
        </p:nvGrpSpPr>
        <p:grpSpPr>
          <a:xfrm>
            <a:off x="7355541" y="261493"/>
            <a:ext cx="3224021" cy="579088"/>
            <a:chOff x="8206450" y="261493"/>
            <a:chExt cx="3650583" cy="579088"/>
          </a:xfrm>
        </p:grpSpPr>
        <p:sp>
          <p:nvSpPr>
            <p:cNvPr id="11" name="正方形/長方形 10">
              <a:extLst>
                <a:ext uri="{FF2B5EF4-FFF2-40B4-BE49-F238E27FC236}">
                  <ns2:creationId id="{4981D41D-184E-D236-1DD5-1E3D674A7974}"/>
                </a:ext>
              </a:extLst>
            </p:cNvPr>
            <p:cNvSpPr/>
            <p:nvPr/>
          </p:nvSpPr>
          <p:spPr>
            <a:xfrm>
              <a:off x="8206450" y="261493"/>
              <a:ext cx="3650583" cy="579088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txBody>
            <a:bodyPr vert="horz" wrap="square" lIns="72000" tIns="72000" rIns="72000" bIns="72000" numCol="2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【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(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r>
                <a:rPr lang="en-US" altLang="ja-JP" sz="1050">
                  <a:solidFill>
                    <a:prstClr val="black"/>
                  </a:solidFill>
                  <a:latin typeface="+mn-ea"/>
                </a:rPr>
                <a:t>)</a:t>
              </a:r>
              <a:r>
                <a:rPr lang="ja-JP" altLang="en-US" sz="1050">
                  <a:solidFill>
                    <a:prstClr val="black"/>
                  </a:solidFill>
                  <a:latin typeface="+mn-ea"/>
                </a:rPr>
                <a:t> 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】</a:t>
              </a:r>
              <a:endParaRPr kumimoji="1" lang="ja-JP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ns2:creationId id="{4A1345CF-7368-E8BC-C963-DBAF18E7ECAA}"/>
                </a:ext>
              </a:extLst>
            </p:cNvPr>
            <p:cNvSpPr/>
            <p:nvPr/>
          </p:nvSpPr>
          <p:spPr>
            <a:xfrm>
              <a:off x="8972724" y="501737"/>
              <a:ext cx="676037" cy="316076"/>
            </a:xfrm>
            <a:prstGeom prst="rect">
              <a:avLst/>
            </a:prstGeom>
            <a:solidFill>
              <a:srgbClr val="CCE6CC">
                <a:alpha val="7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10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ns2:creationId id="{DE478FDE-08A2-3BAE-F616-97C5427BF3D2}"/>
                </a:ext>
              </a:extLst>
            </p:cNvPr>
            <p:cNvSpPr/>
            <p:nvPr/>
          </p:nvSpPr>
          <p:spPr>
            <a:xfrm>
              <a:off x="9692135" y="501737"/>
              <a:ext cx="676037" cy="316076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11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ns2:creationId id="{ADA9EB96-D9C3-DE3E-F8BC-0658DE8260A2}"/>
                </a:ext>
              </a:extLst>
            </p:cNvPr>
            <p:cNvSpPr/>
            <p:nvPr/>
          </p:nvSpPr>
          <p:spPr>
            <a:xfrm>
              <a:off x="11130957" y="501737"/>
              <a:ext cx="676037" cy="31607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zh-TW" alt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zh-TW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15F18CED-E359-9577-D376-03ABA6F2521E}"/>
                </a:ext>
              </a:extLst>
            </p:cNvPr>
            <p:cNvSpPr/>
            <p:nvPr/>
          </p:nvSpPr>
          <p:spPr>
            <a:xfrm>
              <a:off x="8253312" y="501737"/>
              <a:ext cx="676037" cy="316076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9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ns2:creationId id="{2177CEA1-CAC5-612A-0E14-62590C6782C3}"/>
                </a:ext>
              </a:extLst>
            </p:cNvPr>
            <p:cNvSpPr/>
            <p:nvPr/>
          </p:nvSpPr>
          <p:spPr>
            <a:xfrm>
              <a:off x="10411546" y="501737"/>
              <a:ext cx="676037" cy="316076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～</a:t>
              </a:r>
              <a:r>
                <a:rPr kumimoji="1" lang="en-US" altLang="ja-JP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12</a:t>
              </a:r>
              <a:r>
                <a:rPr kumimoji="1" lang="ja-JP" altLang="en-US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  <a:endParaRPr kumimoji="1" lang="en-US" altLang="ja-JP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5" name="テキスト プレースホルダー 4">
            <a:extLst>
              <a:ext uri="{FF2B5EF4-FFF2-40B4-BE49-F238E27FC236}">
                <ns2:creationId id="{519B8EBA-4FA9-2795-3253-7A21E43A56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3044" y="914399"/>
            <a:ext cx="11745912" cy="714375"/>
          </a:xfrm>
        </p:spPr>
        <p:txBody>
          <a:bodyPr/>
          <a:lstStyle/>
          <a:p>
            <a:r>
              <a:rPr lang="ja-JP" altLang="en-US"/>
              <a:t>XX</a:t>
            </a:r>
            <a:br>
              <a:rPr lang="ja-JP" altLang="en-US"/>
            </a:br>
            <a:r>
              <a:rPr lang="ja-JP" altLang="en-US"/>
              <a:t>XX</a:t>
            </a:r>
          </a:p>
        </p:txBody>
      </p:sp>
      <p:grpSp>
        <p:nvGrpSpPr>
          <p:cNvPr id="20" name="グループ化 19">
            <a:extLst>
              <a:ext uri="{FF2B5EF4-FFF2-40B4-BE49-F238E27FC236}">
                <ns2:creationId id="{BE74F0B9-90E7-56A6-BC6B-4B612CC09D69}"/>
              </a:ext>
            </a:extLst>
          </p:cNvPr>
          <p:cNvGrpSpPr/>
          <p:nvPr/>
        </p:nvGrpSpPr>
        <p:grpSpPr>
          <a:xfrm>
            <a:off x="9841040" y="1674704"/>
            <a:ext cx="2016000" cy="324000"/>
            <a:chOff x="334963" y="1659794"/>
            <a:chExt cx="8766996" cy="324000"/>
          </a:xfrm>
        </p:grpSpPr>
        <p:sp>
          <p:nvSpPr>
            <p:cNvPr id="21" name="正方形/長方形 20">
              <a:extLst>
                <a:ext uri="{FF2B5EF4-FFF2-40B4-BE49-F238E27FC236}">
                  <ns2:creationId id="{2DAAC653-C877-7851-DF72-C99EF60D1D51}"/>
                </a:ext>
              </a:extLst>
            </p:cNvPr>
            <p:cNvSpPr/>
            <p:nvPr/>
          </p:nvSpPr>
          <p:spPr>
            <a:xfrm>
              <a:off x="334963" y="1659794"/>
              <a:ext cx="8766996" cy="324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en-US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(</a:t>
              </a: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例</a:t>
              </a:r>
              <a:r>
                <a:rPr kumimoji="1" lang="it-IT" altLang="ja-JP" sz="160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)</a:t>
              </a:r>
              <a:endParaRPr lang="ja-JP" altLang="en-US" sz="1600">
                <a:solidFill>
                  <a:srgbClr val="168A16"/>
                </a:solidFill>
                <a:latin typeface="+mn-ea"/>
              </a:endParaRPr>
            </a:p>
          </p:txBody>
        </p:sp>
        <p:cxnSp>
          <p:nvCxnSpPr>
            <p:cNvPr id="22" name="直線コネクタ 21">
              <a:extLst>
                <a:ext uri="{FF2B5EF4-FFF2-40B4-BE49-F238E27FC236}">
                  <ns2:creationId id="{C031C618-2E62-8412-701A-0FF3FB2B9BAD}"/>
                </a:ext>
              </a:extLst>
            </p:cNvPr>
            <p:cNvCxnSpPr>
              <a:cxnSpLocks/>
            </p:cNvCxnSpPr>
            <p:nvPr/>
          </p:nvCxnSpPr>
          <p:spPr>
            <a:xfrm>
              <a:off x="334963" y="1983794"/>
              <a:ext cx="8766996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4" name="グループ化 293">
            <a:extLst>
              <a:ext uri="{FF2B5EF4-FFF2-40B4-BE49-F238E27FC236}">
                <ns2:creationId id="{E0288A62-A17C-E943-594D-41C0D3E6D0A1}"/>
              </a:ext>
            </a:extLst>
          </p:cNvPr>
          <p:cNvGrpSpPr/>
          <p:nvPr/>
        </p:nvGrpSpPr>
        <p:grpSpPr>
          <a:xfrm>
            <a:off x="9841040" y="2062240"/>
            <a:ext cx="2016004" cy="4249989"/>
            <a:chOff x="9841040" y="2098426"/>
            <a:chExt cx="2016004" cy="4203864"/>
          </a:xfrm>
        </p:grpSpPr>
        <p:grpSp>
          <p:nvGrpSpPr>
            <p:cNvPr id="292" name="グループ化 291">
              <a:extLst>
                <a:ext uri="{FF2B5EF4-FFF2-40B4-BE49-F238E27FC236}">
                  <ns2:creationId id="{22077CC5-10E9-432F-1E0B-98D66D53A10C}"/>
                </a:ext>
              </a:extLst>
            </p:cNvPr>
            <p:cNvGrpSpPr/>
            <p:nvPr/>
          </p:nvGrpSpPr>
          <p:grpSpPr>
            <a:xfrm>
              <a:off x="9841040" y="2098426"/>
              <a:ext cx="2016002" cy="1368001"/>
              <a:chOff x="9841040" y="2098426"/>
              <a:chExt cx="2016002" cy="1368001"/>
            </a:xfrm>
          </p:grpSpPr>
          <p:sp>
            <p:nvSpPr>
              <p:cNvPr id="25" name="ホームベース 13">
                <a:extLst>
                  <a:ext uri="{FF2B5EF4-FFF2-40B4-BE49-F238E27FC236}">
                    <ns2:creationId id="{E80F19DE-817E-1C25-83B8-53FF01B5D8CD}"/>
                  </a:ext>
                </a:extLst>
              </p:cNvPr>
              <p:cNvSpPr/>
              <p:nvPr/>
            </p:nvSpPr>
            <p:spPr>
              <a:xfrm rot="5400000">
                <a:off x="10165042" y="1774427"/>
                <a:ext cx="136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16000" tIns="36000" rIns="36000" bIns="36000" rtlCol="0" anchor="ctr"/>
              <a:lstStyle/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  <a:p>
                <a:pPr marL="108000" lvl="0" indent="-108000">
                  <a:spcAft>
                    <a:spcPts val="400"/>
                  </a:spcAft>
                  <a:buClr>
                    <a:srgbClr val="168A17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prstClr val="black"/>
                  </a:solidFill>
                  <a:latin typeface="+mn-ea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F087F038-6699-AE1B-07EF-8556C43244B7}"/>
                  </a:ext>
                </a:extLst>
              </p:cNvPr>
              <p:cNvSpPr/>
              <p:nvPr/>
            </p:nvSpPr>
            <p:spPr>
              <a:xfrm>
                <a:off x="9841040" y="2098426"/>
                <a:ext cx="2016001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1" name="グループ化 290">
              <a:extLst>
                <a:ext uri="{FF2B5EF4-FFF2-40B4-BE49-F238E27FC236}">
                  <ns2:creationId id="{D1BDBDF0-5E9C-1F17-EEE2-58CEBA0D3636}"/>
                </a:ext>
              </a:extLst>
            </p:cNvPr>
            <p:cNvGrpSpPr/>
            <p:nvPr/>
          </p:nvGrpSpPr>
          <p:grpSpPr>
            <a:xfrm>
              <a:off x="9841040" y="3552357"/>
              <a:ext cx="2016003" cy="1476001"/>
              <a:chOff x="9841040" y="3552357"/>
              <a:chExt cx="2016003" cy="1476001"/>
            </a:xfrm>
          </p:grpSpPr>
          <p:sp>
            <p:nvSpPr>
              <p:cNvPr id="31" name="ホームベース 13">
                <a:extLst>
                  <a:ext uri="{FF2B5EF4-FFF2-40B4-BE49-F238E27FC236}">
                    <ns2:creationId id="{81489766-2EF2-323C-562E-7F7A6529EBD5}"/>
                  </a:ext>
                </a:extLst>
              </p:cNvPr>
              <p:cNvSpPr/>
              <p:nvPr/>
            </p:nvSpPr>
            <p:spPr>
              <a:xfrm rot="5400000">
                <a:off x="10111043" y="3282358"/>
                <a:ext cx="1476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288000" tIns="36000" rIns="36000" bIns="36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it-IT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22B28A67-4BC3-855E-6128-6387F96D63BA}"/>
                  </a:ext>
                </a:extLst>
              </p:cNvPr>
              <p:cNvSpPr/>
              <p:nvPr/>
            </p:nvSpPr>
            <p:spPr>
              <a:xfrm>
                <a:off x="9841040" y="3552357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293" name="グループ化 292">
              <a:extLst>
                <a:ext uri="{FF2B5EF4-FFF2-40B4-BE49-F238E27FC236}">
                  <ns2:creationId id="{4C7142F1-7B67-37A2-3596-8A0B0C98107F}"/>
                </a:ext>
              </a:extLst>
            </p:cNvPr>
            <p:cNvGrpSpPr/>
            <p:nvPr/>
          </p:nvGrpSpPr>
          <p:grpSpPr>
            <a:xfrm>
              <a:off x="9841043" y="5114289"/>
              <a:ext cx="2016001" cy="1188001"/>
              <a:chOff x="9841043" y="5114289"/>
              <a:chExt cx="2016001" cy="1188001"/>
            </a:xfrm>
          </p:grpSpPr>
          <p:sp>
            <p:nvSpPr>
              <p:cNvPr id="34" name="ホームベース 13">
                <a:extLst>
                  <a:ext uri="{FF2B5EF4-FFF2-40B4-BE49-F238E27FC236}">
                    <ns2:creationId id="{8C5675F9-0705-21E4-989A-4B09CE64117D}"/>
                  </a:ext>
                </a:extLst>
              </p:cNvPr>
              <p:cNvSpPr/>
              <p:nvPr/>
            </p:nvSpPr>
            <p:spPr>
              <a:xfrm rot="5400000">
                <a:off x="10255044" y="4700290"/>
                <a:ext cx="1188000" cy="2016000"/>
              </a:xfrm>
              <a:prstGeom prst="homePlate">
                <a:avLst>
                  <a:gd name="adj" fmla="val 18206"/>
                </a:avLst>
              </a:prstGeom>
              <a:noFill/>
              <a:ln w="9525">
                <a:solidFill>
                  <a:srgbClr val="168A1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24000" tIns="36000" rIns="36000" bIns="144000" rtlCol="0" anchor="ctr"/>
              <a:lstStyle/>
              <a:p>
                <a:pPr lvl="0">
                  <a:spcAft>
                    <a:spcPts val="400"/>
                  </a:spcAft>
                  <a:defRPr/>
                </a:pP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  <a:br>
                  <a:rPr lang="en-US" altLang="ja-JP" sz="1200">
                    <a:solidFill>
                      <a:prstClr val="black"/>
                    </a:solidFill>
                    <a:latin typeface="+mn-ea"/>
                  </a:rPr>
                </a:br>
                <a:r>
                  <a:rPr lang="ja-JP" altLang="en-US" sz="1200">
                    <a:solidFill>
                      <a:prstClr val="black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11D63093-64E4-27B6-E987-E8CC3732B7AF}"/>
                  </a:ext>
                </a:extLst>
              </p:cNvPr>
              <p:cNvSpPr/>
              <p:nvPr/>
            </p:nvSpPr>
            <p:spPr>
              <a:xfrm>
                <a:off x="9841043" y="5114289"/>
                <a:ext cx="2016000" cy="298818"/>
              </a:xfrm>
              <a:prstGeom prst="rect">
                <a:avLst/>
              </a:prstGeom>
              <a:solidFill>
                <a:srgbClr val="168A17"/>
              </a:solidFill>
              <a:ln w="9525">
                <a:solidFill>
                  <a:srgbClr val="168A1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200">
                    <a:solidFill>
                      <a:schemeClr val="bg1"/>
                    </a:solidFill>
                    <a:latin typeface="+mn-ea"/>
                  </a:rPr>
                  <a:t>XX</a:t>
                </a:r>
                <a:endParaRPr lang="en-US" altLang="ja-JP" sz="120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</p:grpSp>
      <p:grpSp>
        <p:nvGrpSpPr>
          <p:cNvPr id="295" name="グループ化 294">
            <a:extLst>
              <a:ext uri="{FF2B5EF4-FFF2-40B4-BE49-F238E27FC236}">
                <ns2:creationId id="{764A6A0F-7F70-D355-3676-B76E695E0988}"/>
              </a:ext>
            </a:extLst>
          </p:cNvPr>
          <p:cNvGrpSpPr/>
          <p:nvPr/>
        </p:nvGrpSpPr>
        <p:grpSpPr>
          <a:xfrm>
            <a:off x="334963" y="1674704"/>
            <a:ext cx="9357173" cy="4637525"/>
            <a:chOff x="334963" y="1674704"/>
            <a:chExt cx="9357173" cy="4637525"/>
          </a:xfrm>
        </p:grpSpPr>
        <p:grpSp>
          <p:nvGrpSpPr>
            <p:cNvPr id="6" name="グループ化 5">
              <a:extLst>
                <a:ext uri="{FF2B5EF4-FFF2-40B4-BE49-F238E27FC236}">
                  <ns2:creationId id="{AFE50D73-223C-D124-C0DE-56C3F1EACAD8}"/>
                </a:ext>
              </a:extLst>
            </p:cNvPr>
            <p:cNvGrpSpPr/>
            <p:nvPr/>
          </p:nvGrpSpPr>
          <p:grpSpPr>
            <a:xfrm>
              <a:off x="334963" y="1674704"/>
              <a:ext cx="9357172" cy="324000"/>
              <a:chOff x="334963" y="1659794"/>
              <a:chExt cx="8766996" cy="324000"/>
            </a:xfrm>
          </p:grpSpPr>
          <p:sp>
            <p:nvSpPr>
              <p:cNvPr id="17" name="正方形/長方形 16">
                <a:extLst>
                  <a:ext uri="{FF2B5EF4-FFF2-40B4-BE49-F238E27FC236}">
                    <ns2:creationId id="{FBCE53B1-DA73-481A-ED23-3A74DA6159B7}"/>
                  </a:ext>
                </a:extLst>
              </p:cNvPr>
              <p:cNvSpPr/>
              <p:nvPr/>
            </p:nvSpPr>
            <p:spPr>
              <a:xfrm>
                <a:off x="334963" y="1659794"/>
                <a:ext cx="8766996" cy="324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600" b="1" i="0" u="none" strike="noStrike" kern="1200" cap="none" spc="0" normalizeH="0" baseline="0" noProof="0">
                    <a:ln>
                      <a:noFill/>
                    </a:ln>
                    <a:solidFill>
                      <a:srgbClr val="168A16"/>
                    </a:solidFill>
                    <a:effectLst/>
                    <a:uLnTx/>
                    <a:uFillTx/>
                    <a:latin typeface="Meiryo UI"/>
                    <a:ea typeface="Meiryo UI"/>
                    <a:cs typeface="+mn-cs"/>
                  </a:rPr>
                  <a:t>XX</a:t>
                </a:r>
              </a:p>
            </p:txBody>
          </p:sp>
          <p:cxnSp>
            <p:nvCxnSpPr>
              <p:cNvPr id="18" name="直線コネクタ 17">
                <a:extLst>
                  <a:ext uri="{FF2B5EF4-FFF2-40B4-BE49-F238E27FC236}">
                    <ns2:creationId id="{76F3E66B-E134-BB7B-01DF-271639B96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963" y="1983794"/>
                <a:ext cx="8766996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正方形/長方形 42">
              <a:extLst>
                <a:ext uri="{FF2B5EF4-FFF2-40B4-BE49-F238E27FC236}">
                  <ns2:creationId id="{2499D83D-46B0-6ED5-23D0-E08D1742E2E4}"/>
                </a:ext>
              </a:extLst>
            </p:cNvPr>
            <p:cNvSpPr/>
            <p:nvPr/>
          </p:nvSpPr>
          <p:spPr>
            <a:xfrm>
              <a:off x="1382008" y="2397098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4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4521DF07-8162-B951-718B-2050E96226B0}"/>
                </a:ext>
              </a:extLst>
            </p:cNvPr>
            <p:cNvSpPr/>
            <p:nvPr/>
          </p:nvSpPr>
          <p:spPr>
            <a:xfrm>
              <a:off x="3054540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6" name="正方形/長方形 45">
              <a:extLst>
                <a:ext uri="{FF2B5EF4-FFF2-40B4-BE49-F238E27FC236}">
                  <ns2:creationId id="{58359FD4-4FA7-876E-9D0D-952E19E14234}"/>
                </a:ext>
              </a:extLst>
            </p:cNvPr>
            <p:cNvSpPr/>
            <p:nvPr/>
          </p:nvSpPr>
          <p:spPr>
            <a:xfrm>
              <a:off x="4727072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7" name="正方形/長方形 46">
              <a:extLst>
                <a:ext uri="{FF2B5EF4-FFF2-40B4-BE49-F238E27FC236}">
                  <ns2:creationId id="{0DB425CE-DCD5-B34F-7B27-53346CF0B75C}"/>
                </a:ext>
              </a:extLst>
            </p:cNvPr>
            <p:cNvSpPr/>
            <p:nvPr/>
          </p:nvSpPr>
          <p:spPr>
            <a:xfrm>
              <a:off x="682554" y="279524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ns2:creationId id="{7D2DB784-6D6C-1266-E309-99AA8D44B1FA}"/>
                </a:ext>
              </a:extLst>
            </p:cNvPr>
            <p:cNvSpPr/>
            <p:nvPr/>
          </p:nvSpPr>
          <p:spPr>
            <a:xfrm>
              <a:off x="682554" y="3259351"/>
              <a:ext cx="654062" cy="1728672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49" name="正方形/長方形 48">
              <a:extLst>
                <a:ext uri="{FF2B5EF4-FFF2-40B4-BE49-F238E27FC236}">
                  <ns2:creationId id="{80955C87-4211-ED25-668F-F2A72DEE1C94}"/>
                </a:ext>
              </a:extLst>
            </p:cNvPr>
            <p:cNvSpPr/>
            <p:nvPr/>
          </p:nvSpPr>
          <p:spPr>
            <a:xfrm>
              <a:off x="682554" y="5020127"/>
              <a:ext cx="654062" cy="432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4" name="正方形/長方形 53">
              <a:extLst>
                <a:ext uri="{FF2B5EF4-FFF2-40B4-BE49-F238E27FC236}">
                  <ns2:creationId id="{FCB56E5C-D9E1-5FC7-2FE8-8F94D11FC131}"/>
                </a:ext>
              </a:extLst>
            </p:cNvPr>
            <p:cNvSpPr/>
            <p:nvPr/>
          </p:nvSpPr>
          <p:spPr>
            <a:xfrm>
              <a:off x="682554" y="5484229"/>
              <a:ext cx="654062" cy="828000"/>
            </a:xfrm>
            <a:prstGeom prst="rect">
              <a:avLst/>
            </a:prstGeom>
            <a:solidFill>
              <a:srgbClr val="168A16">
                <a:alpha val="69804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bg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bg1"/>
                  </a:solidFill>
                  <a:latin typeface="+mn-ea"/>
                </a:rPr>
                <a:t>XX</a:t>
              </a:r>
              <a:endParaRPr lang="ja-JP" altLang="en-US" baseline="3000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58" name="正方形/長方形 57">
              <a:extLst>
                <a:ext uri="{FF2B5EF4-FFF2-40B4-BE49-F238E27FC236}">
                  <ns2:creationId id="{427B2213-B133-82C7-2D91-BFE5DA3092EB}"/>
                </a:ext>
              </a:extLst>
            </p:cNvPr>
            <p:cNvSpPr/>
            <p:nvPr/>
          </p:nvSpPr>
          <p:spPr>
            <a:xfrm>
              <a:off x="6399604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4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9" name="正方形/長方形 58">
              <a:extLst>
                <a:ext uri="{FF2B5EF4-FFF2-40B4-BE49-F238E27FC236}">
                  <ns2:creationId id="{4A214096-D49A-0EE0-CB56-A6A12C66E2E1}"/>
                </a:ext>
              </a:extLst>
            </p:cNvPr>
            <p:cNvSpPr/>
            <p:nvPr/>
          </p:nvSpPr>
          <p:spPr>
            <a:xfrm>
              <a:off x="8072135" y="2398859"/>
              <a:ext cx="1620000" cy="36604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ns2:creationId id="{3594D064-5B79-C958-8BB2-0D2613ABA4E7}"/>
                </a:ext>
              </a:extLst>
            </p:cNvPr>
            <p:cNvSpPr/>
            <p:nvPr/>
          </p:nvSpPr>
          <p:spPr>
            <a:xfrm>
              <a:off x="334964" y="2798769"/>
              <a:ext cx="287918" cy="2191601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65" name="グラフィックス 64" descr="受信箱: チェックマーク 単色塗りつぶし">
              <a:extLst>
                <a:ext uri="{FF2B5EF4-FFF2-40B4-BE49-F238E27FC236}">
                  <ns2:creationId id="{528666BE-F99C-D28C-3694-A3F78D9807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52923" y="3520471"/>
              <a:ext cx="252000" cy="252000"/>
            </a:xfrm>
            <a:prstGeom prst="rect">
              <a:avLst/>
            </a:prstGeom>
          </p:spPr>
        </p:pic>
        <p:sp>
          <p:nvSpPr>
            <p:cNvPr id="68" name="正方形/長方形 67">
              <a:extLst>
                <a:ext uri="{FF2B5EF4-FFF2-40B4-BE49-F238E27FC236}">
                  <ns2:creationId id="{BEF1E97B-9FA4-8C32-1FF0-38620D8387E1}"/>
                </a:ext>
              </a:extLst>
            </p:cNvPr>
            <p:cNvSpPr/>
            <p:nvPr/>
          </p:nvSpPr>
          <p:spPr>
            <a:xfrm>
              <a:off x="334964" y="5021299"/>
              <a:ext cx="287918" cy="1290930"/>
            </a:xfrm>
            <a:prstGeom prst="rect">
              <a:avLst/>
            </a:prstGeom>
            <a:solidFill>
              <a:srgbClr val="168A16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9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pic>
          <p:nvPicPr>
            <p:cNvPr id="71" name="グラフィックス 70" descr="将来 単色塗りつぶし">
              <a:extLst>
                <a:ext uri="{FF2B5EF4-FFF2-40B4-BE49-F238E27FC236}">
                  <ns2:creationId id="{ED080054-C8AA-6D3E-135C-0F357F009A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352923" y="5208460"/>
              <a:ext cx="252000" cy="252000"/>
            </a:xfrm>
            <a:prstGeom prst="rect">
              <a:avLst/>
            </a:prstGeom>
          </p:spPr>
        </p:pic>
        <p:sp>
          <p:nvSpPr>
            <p:cNvPr id="72" name="正方形/長方形 71">
              <a:extLst>
                <a:ext uri="{FF2B5EF4-FFF2-40B4-BE49-F238E27FC236}">
                  <ns2:creationId id="{3F90918C-486C-4F56-705C-6376D4D2F111}"/>
                </a:ext>
              </a:extLst>
            </p:cNvPr>
            <p:cNvSpPr/>
            <p:nvPr/>
          </p:nvSpPr>
          <p:spPr>
            <a:xfrm>
              <a:off x="1382008" y="2062239"/>
              <a:ext cx="4965064" cy="3027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3" name="正方形/長方形 72">
              <a:extLst>
                <a:ext uri="{FF2B5EF4-FFF2-40B4-BE49-F238E27FC236}">
                  <ns2:creationId id="{F7A7427D-D398-3511-E605-08829156DC6F}"/>
                </a:ext>
              </a:extLst>
            </p:cNvPr>
            <p:cNvSpPr/>
            <p:nvPr/>
          </p:nvSpPr>
          <p:spPr>
            <a:xfrm>
              <a:off x="1577067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chemeClr val="bg1">
                      <a:lumMod val="65000"/>
                    </a:schemeClr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4" name="正方形/長方形 73">
              <a:extLst>
                <a:ext uri="{FF2B5EF4-FFF2-40B4-BE49-F238E27FC236}">
                  <ns2:creationId id="{A67D4B99-1E62-DC07-A3E2-DFBE6AEA508D}"/>
                </a:ext>
              </a:extLst>
            </p:cNvPr>
            <p:cNvSpPr/>
            <p:nvPr/>
          </p:nvSpPr>
          <p:spPr>
            <a:xfrm>
              <a:off x="6399603" y="2062240"/>
              <a:ext cx="3292532" cy="302754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400" b="1">
                  <a:solidFill>
                    <a:schemeClr val="bg1"/>
                  </a:solidFill>
                  <a:latin typeface="+mn-ea"/>
                </a:rPr>
                <a:t>XX</a:t>
              </a:r>
            </a:p>
          </p:txBody>
        </p:sp>
        <p:sp>
          <p:nvSpPr>
            <p:cNvPr id="77" name="正方形/長方形 76">
              <a:extLst>
                <a:ext uri="{FF2B5EF4-FFF2-40B4-BE49-F238E27FC236}">
                  <ns2:creationId id="{DF60AA45-9DE4-ECC6-6755-B01E4EE2161D}"/>
                </a:ext>
              </a:extLst>
            </p:cNvPr>
            <p:cNvSpPr/>
            <p:nvPr/>
          </p:nvSpPr>
          <p:spPr>
            <a:xfrm>
              <a:off x="6509581" y="2105617"/>
              <a:ext cx="648000" cy="21600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050" b="1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+mn-ea"/>
                  <a:cs typeface="+mn-cs"/>
                </a:rPr>
                <a:t>XX</a:t>
              </a:r>
            </a:p>
          </p:txBody>
        </p:sp>
        <p:sp>
          <p:nvSpPr>
            <p:cNvPr id="78" name="正方形/長方形 77">
              <a:extLst>
                <a:ext uri="{FF2B5EF4-FFF2-40B4-BE49-F238E27FC236}">
                  <ns2:creationId id="{D271801D-EC04-6D57-37E5-70C904390EB4}"/>
                </a:ext>
              </a:extLst>
            </p:cNvPr>
            <p:cNvSpPr/>
            <p:nvPr/>
          </p:nvSpPr>
          <p:spPr>
            <a:xfrm>
              <a:off x="1382008" y="2798769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7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2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79" name="正方形/長方形 78">
              <a:extLst>
                <a:ext uri="{FF2B5EF4-FFF2-40B4-BE49-F238E27FC236}">
                  <ns2:creationId id="{9E08FA26-D483-0166-FF79-B0C4C94C62E4}"/>
                </a:ext>
              </a:extLst>
            </p:cNvPr>
            <p:cNvSpPr/>
            <p:nvPr/>
          </p:nvSpPr>
          <p:spPr>
            <a:xfrm>
              <a:off x="3054540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7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5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5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ns2:creationId id="{A0B8683A-387D-2E64-64DE-A6047E769F02}"/>
                </a:ext>
              </a:extLst>
            </p:cNvPr>
            <p:cNvSpPr/>
            <p:nvPr/>
          </p:nvSpPr>
          <p:spPr>
            <a:xfrm>
              <a:off x="4727072" y="2798769"/>
              <a:ext cx="1620000" cy="432000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fontAlgn="ctr">
                <a:defRPr/>
              </a:pPr>
              <a:r>
                <a:rPr lang="en-US" altLang="ja-JP" sz="1200" b="1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1" name="正方形/長方形 80">
              <a:extLst>
                <a:ext uri="{FF2B5EF4-FFF2-40B4-BE49-F238E27FC236}">
                  <ns2:creationId id="{BC8DE020-6404-AB03-E936-65DFD1D37FD8}"/>
                </a:ext>
              </a:extLst>
            </p:cNvPr>
            <p:cNvSpPr/>
            <p:nvPr/>
          </p:nvSpPr>
          <p:spPr>
            <a:xfrm>
              <a:off x="1382008" y="5020127"/>
              <a:ext cx="1620000" cy="432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3" name="正方形/長方形 82">
              <a:extLst>
                <a:ext uri="{FF2B5EF4-FFF2-40B4-BE49-F238E27FC236}">
                  <ns2:creationId id="{48C87FB1-B64D-D1B6-7DE9-EEDC2D180D5A}"/>
                </a:ext>
              </a:extLst>
            </p:cNvPr>
            <p:cNvSpPr/>
            <p:nvPr/>
          </p:nvSpPr>
          <p:spPr>
            <a:xfrm>
              <a:off x="3054539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C935633D-1659-FC9F-D0CC-35E5B36F107A}"/>
                </a:ext>
              </a:extLst>
            </p:cNvPr>
            <p:cNvSpPr/>
            <p:nvPr/>
          </p:nvSpPr>
          <p:spPr>
            <a:xfrm>
              <a:off x="4727070" y="5020127"/>
              <a:ext cx="1620000" cy="432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 b="1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85" name="正方形/長方形 84">
              <a:extLst>
                <a:ext uri="{FF2B5EF4-FFF2-40B4-BE49-F238E27FC236}">
                  <ns2:creationId id="{A4689F7D-8462-B1E9-E407-2F19E5FE02FF}"/>
                </a:ext>
              </a:extLst>
            </p:cNvPr>
            <p:cNvSpPr/>
            <p:nvPr/>
          </p:nvSpPr>
          <p:spPr>
            <a:xfrm>
              <a:off x="6399604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ns2:creationId id="{ADA3B629-141A-94EA-D779-3F135CA440E8}"/>
                </a:ext>
              </a:extLst>
            </p:cNvPr>
            <p:cNvSpPr/>
            <p:nvPr/>
          </p:nvSpPr>
          <p:spPr>
            <a:xfrm>
              <a:off x="8072135" y="2798769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en-US" altLang="ja-JP" sz="1200">
                  <a:solidFill>
                    <a:schemeClr val="tx1"/>
                  </a:solidFill>
                  <a:latin typeface="+mn-ea"/>
                </a:rPr>
                <a:t>12</a:t>
              </a: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正方形/長方形 97">
              <a:extLst>
                <a:ext uri="{FF2B5EF4-FFF2-40B4-BE49-F238E27FC236}">
                  <ns2:creationId id="{1033E5CF-9A7E-090F-92EE-D26CB671C376}"/>
                </a:ext>
              </a:extLst>
            </p:cNvPr>
            <p:cNvSpPr/>
            <p:nvPr/>
          </p:nvSpPr>
          <p:spPr>
            <a:xfrm>
              <a:off x="6399601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2" name="正方形/長方形 111">
              <a:extLst>
                <a:ext uri="{FF2B5EF4-FFF2-40B4-BE49-F238E27FC236}">
                  <ns2:creationId id="{C58822FD-CD88-D168-4AD1-E8D432E89A76}"/>
                </a:ext>
              </a:extLst>
            </p:cNvPr>
            <p:cNvSpPr/>
            <p:nvPr/>
          </p:nvSpPr>
          <p:spPr>
            <a:xfrm>
              <a:off x="8072134" y="5020127"/>
              <a:ext cx="1620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fontAlgn="ctr"/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13" name="正方形/長方形 112">
              <a:extLst>
                <a:ext uri="{FF2B5EF4-FFF2-40B4-BE49-F238E27FC236}">
                  <ns2:creationId id="{49C2C2BE-970D-955A-170F-E303D5DD25A6}"/>
                </a:ext>
              </a:extLst>
            </p:cNvPr>
            <p:cNvSpPr/>
            <p:nvPr/>
          </p:nvSpPr>
          <p:spPr>
            <a:xfrm>
              <a:off x="1382008" y="3259351"/>
              <a:ext cx="1620000" cy="1728672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23" name="正方形/長方形 122">
              <a:extLst>
                <a:ext uri="{FF2B5EF4-FFF2-40B4-BE49-F238E27FC236}">
                  <ns2:creationId id="{E3681BE4-57CA-118E-A0E4-003CF3F3D09A}"/>
                </a:ext>
              </a:extLst>
            </p:cNvPr>
            <p:cNvSpPr/>
            <p:nvPr/>
          </p:nvSpPr>
          <p:spPr>
            <a:xfrm>
              <a:off x="3054540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33" name="正方形/長方形 132">
              <a:extLst>
                <a:ext uri="{FF2B5EF4-FFF2-40B4-BE49-F238E27FC236}">
                  <ns2:creationId id="{6A6C2720-B142-9587-5A35-0024D8E64498}"/>
                </a:ext>
              </a:extLst>
            </p:cNvPr>
            <p:cNvSpPr/>
            <p:nvPr/>
          </p:nvSpPr>
          <p:spPr>
            <a:xfrm>
              <a:off x="4727072" y="3259351"/>
              <a:ext cx="1620000" cy="1728672"/>
            </a:xfrm>
            <a:prstGeom prst="rect">
              <a:avLst/>
            </a:prstGeom>
            <a:solidFill>
              <a:srgbClr val="CCE6CC">
                <a:alpha val="4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43" name="正方形/長方形 142">
              <a:extLst>
                <a:ext uri="{FF2B5EF4-FFF2-40B4-BE49-F238E27FC236}">
                  <ns2:creationId id="{FCDF5752-B48D-AEC1-1C01-B2FFEDED7EA6}"/>
                </a:ext>
              </a:extLst>
            </p:cNvPr>
            <p:cNvSpPr/>
            <p:nvPr/>
          </p:nvSpPr>
          <p:spPr>
            <a:xfrm>
              <a:off x="639960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3" name="正方形/長方形 152">
              <a:extLst>
                <a:ext uri="{FF2B5EF4-FFF2-40B4-BE49-F238E27FC236}">
                  <ns2:creationId id="{873DD037-E45B-BDAC-4619-D38B821357C3}"/>
                </a:ext>
              </a:extLst>
            </p:cNvPr>
            <p:cNvSpPr/>
            <p:nvPr/>
          </p:nvSpPr>
          <p:spPr>
            <a:xfrm>
              <a:off x="8072134" y="3259351"/>
              <a:ext cx="1620000" cy="17286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200" baseline="30000">
                  <a:solidFill>
                    <a:schemeClr val="tx1"/>
                  </a:solidFill>
                  <a:latin typeface="+mn-ea"/>
                </a:rPr>
                <a:t>XX</a:t>
              </a:r>
            </a:p>
          </p:txBody>
        </p:sp>
        <p:sp>
          <p:nvSpPr>
            <p:cNvPr id="154" name="正方形/長方形 153">
              <a:extLst>
                <a:ext uri="{FF2B5EF4-FFF2-40B4-BE49-F238E27FC236}">
                  <ns2:creationId id="{14FA76C3-B351-DFD9-2B0E-61FDD6267B63}"/>
                </a:ext>
              </a:extLst>
            </p:cNvPr>
            <p:cNvSpPr/>
            <p:nvPr/>
          </p:nvSpPr>
          <p:spPr>
            <a:xfrm>
              <a:off x="1382008" y="5484229"/>
              <a:ext cx="1620000" cy="828000"/>
            </a:xfrm>
            <a:prstGeom prst="rect">
              <a:avLst/>
            </a:prstGeom>
            <a:solidFill>
              <a:srgbClr val="008000">
                <a:alpha val="20000"/>
              </a:srgb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6" name="正方形/長方形 165">
              <a:extLst>
                <a:ext uri="{FF2B5EF4-FFF2-40B4-BE49-F238E27FC236}">
                  <ns2:creationId id="{75AAB534-40B3-F484-5BB8-1ECE2DC10496}"/>
                </a:ext>
              </a:extLst>
            </p:cNvPr>
            <p:cNvSpPr/>
            <p:nvPr/>
          </p:nvSpPr>
          <p:spPr>
            <a:xfrm>
              <a:off x="3054540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8" name="正方形/長方形 167">
              <a:extLst>
                <a:ext uri="{FF2B5EF4-FFF2-40B4-BE49-F238E27FC236}">
                  <ns2:creationId id="{99C090BB-27F7-F224-8660-E07A852F3531}"/>
                </a:ext>
              </a:extLst>
            </p:cNvPr>
            <p:cNvSpPr/>
            <p:nvPr/>
          </p:nvSpPr>
          <p:spPr>
            <a:xfrm>
              <a:off x="4727072" y="5484229"/>
              <a:ext cx="1620000" cy="828000"/>
            </a:xfrm>
            <a:prstGeom prst="rect">
              <a:avLst/>
            </a:prstGeom>
            <a:noFill/>
            <a:ln w="9525">
              <a:solidFill>
                <a:srgbClr val="CCE6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5" name="正方形/長方形 204">
              <a:extLst>
                <a:ext uri="{FF2B5EF4-FFF2-40B4-BE49-F238E27FC236}">
                  <ns2:creationId id="{D10FA92E-354A-04AC-60B1-943466299BA1}"/>
                </a:ext>
              </a:extLst>
            </p:cNvPr>
            <p:cNvSpPr/>
            <p:nvPr/>
          </p:nvSpPr>
          <p:spPr>
            <a:xfrm>
              <a:off x="6399603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06" name="正方形/長方形 205">
              <a:extLst>
                <a:ext uri="{FF2B5EF4-FFF2-40B4-BE49-F238E27FC236}">
                  <ns2:creationId id="{6B21D4A7-7D9F-390C-9CB4-95D7E33D5665}"/>
                </a:ext>
              </a:extLst>
            </p:cNvPr>
            <p:cNvSpPr/>
            <p:nvPr/>
          </p:nvSpPr>
          <p:spPr>
            <a:xfrm>
              <a:off x="8072136" y="5484229"/>
              <a:ext cx="1620000" cy="82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93663" indent="-93663" fontAlgn="ctr">
                <a:buFont typeface="メイリオ" panose="020B0604030504040204" pitchFamily="50" charset="-128"/>
                <a:buChar char="▶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endParaRPr lang="en-US" altLang="ja-JP" sz="12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5" name="正方形/長方形 224">
              <a:extLst>
                <a:ext uri="{FF2B5EF4-FFF2-40B4-BE49-F238E27FC236}">
                  <ns2:creationId id="{5CC6C1E6-6B6C-886A-A70C-D2CC7D5BDD8C}"/>
                </a:ext>
              </a:extLst>
            </p:cNvPr>
            <p:cNvSpPr/>
            <p:nvPr/>
          </p:nvSpPr>
          <p:spPr>
            <a:xfrm>
              <a:off x="1431704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6" name="正方形/長方形 225">
              <a:extLst>
                <a:ext uri="{FF2B5EF4-FFF2-40B4-BE49-F238E27FC236}">
                  <ns2:creationId id="{4BCA71B4-7DF4-DD1C-9139-CEB4FE8D399A}"/>
                </a:ext>
              </a:extLst>
            </p:cNvPr>
            <p:cNvSpPr/>
            <p:nvPr/>
          </p:nvSpPr>
          <p:spPr>
            <a:xfrm>
              <a:off x="1431704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27" name="正方形/長方形 226">
              <a:extLst>
                <a:ext uri="{FF2B5EF4-FFF2-40B4-BE49-F238E27FC236}">
                  <ns2:creationId id="{D4214B79-2CD8-91FF-1CA6-4470C2CBFAFE}"/>
                </a:ext>
              </a:extLst>
            </p:cNvPr>
            <p:cNvSpPr/>
            <p:nvPr/>
          </p:nvSpPr>
          <p:spPr>
            <a:xfrm>
              <a:off x="2016369" y="3498461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8" name="正方形/長方形 227">
              <a:extLst>
                <a:ext uri="{FF2B5EF4-FFF2-40B4-BE49-F238E27FC236}">
                  <ns2:creationId id="{7C1FAE3D-7744-3211-625E-70F87FE3C097}"/>
                </a:ext>
              </a:extLst>
            </p:cNvPr>
            <p:cNvSpPr/>
            <p:nvPr/>
          </p:nvSpPr>
          <p:spPr>
            <a:xfrm>
              <a:off x="2016369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29" name="正方形/長方形 228">
              <a:extLst>
                <a:ext uri="{FF2B5EF4-FFF2-40B4-BE49-F238E27FC236}">
                  <ns2:creationId id="{CF8AA1A6-EA20-6408-4226-E9DB63493B84}"/>
                </a:ext>
              </a:extLst>
            </p:cNvPr>
            <p:cNvSpPr/>
            <p:nvPr/>
          </p:nvSpPr>
          <p:spPr>
            <a:xfrm>
              <a:off x="1431704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0" name="正方形/長方形 229">
              <a:extLst>
                <a:ext uri="{FF2B5EF4-FFF2-40B4-BE49-F238E27FC236}">
                  <ns2:creationId id="{BBF5FCBE-A94E-8D64-992A-9D3B5C3DAC39}"/>
                </a:ext>
              </a:extLst>
            </p:cNvPr>
            <p:cNvSpPr/>
            <p:nvPr/>
          </p:nvSpPr>
          <p:spPr>
            <a:xfrm>
              <a:off x="1431704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1" name="正方形/長方形 230">
              <a:extLst>
                <a:ext uri="{FF2B5EF4-FFF2-40B4-BE49-F238E27FC236}">
                  <ns2:creationId id="{73F7EA00-4DE0-4FC6-F959-9B1B10C630E5}"/>
                </a:ext>
              </a:extLst>
            </p:cNvPr>
            <p:cNvSpPr/>
            <p:nvPr/>
          </p:nvSpPr>
          <p:spPr>
            <a:xfrm>
              <a:off x="2016369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2" name="正方形/長方形 231">
              <a:extLst>
                <a:ext uri="{FF2B5EF4-FFF2-40B4-BE49-F238E27FC236}">
                  <ns2:creationId id="{89F78B2F-1773-995D-3374-C163C6175CA7}"/>
                </a:ext>
              </a:extLst>
            </p:cNvPr>
            <p:cNvSpPr/>
            <p:nvPr/>
          </p:nvSpPr>
          <p:spPr>
            <a:xfrm>
              <a:off x="1382008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3" name="正方形/長方形 232">
              <a:extLst>
                <a:ext uri="{FF2B5EF4-FFF2-40B4-BE49-F238E27FC236}">
                  <ns2:creationId id="{064EE077-8CEE-AF9A-C84F-8EEC10D9E5B6}"/>
                </a:ext>
              </a:extLst>
            </p:cNvPr>
            <p:cNvSpPr/>
            <p:nvPr/>
          </p:nvSpPr>
          <p:spPr>
            <a:xfrm>
              <a:off x="2016369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4" name="正方形/長方形 233">
              <a:extLst>
                <a:ext uri="{FF2B5EF4-FFF2-40B4-BE49-F238E27FC236}">
                  <ns2:creationId id="{DE13EAF8-9009-2B6B-FC18-0D0AD5187D20}"/>
                </a:ext>
              </a:extLst>
            </p:cNvPr>
            <p:cNvSpPr/>
            <p:nvPr/>
          </p:nvSpPr>
          <p:spPr>
            <a:xfrm>
              <a:off x="3104235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5" name="正方形/長方形 234">
              <a:extLst>
                <a:ext uri="{FF2B5EF4-FFF2-40B4-BE49-F238E27FC236}">
                  <ns2:creationId id="{76AC4C15-3DAF-C0D8-CED7-1425EC33FBF0}"/>
                </a:ext>
              </a:extLst>
            </p:cNvPr>
            <p:cNvSpPr/>
            <p:nvPr/>
          </p:nvSpPr>
          <p:spPr>
            <a:xfrm>
              <a:off x="3104235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6" name="正方形/長方形 235">
              <a:extLst>
                <a:ext uri="{FF2B5EF4-FFF2-40B4-BE49-F238E27FC236}">
                  <ns2:creationId id="{203A8B68-6051-B67F-AFC4-F5ED6D344E51}"/>
                </a:ext>
              </a:extLst>
            </p:cNvPr>
            <p:cNvSpPr/>
            <p:nvPr/>
          </p:nvSpPr>
          <p:spPr>
            <a:xfrm>
              <a:off x="3699311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7" name="正方形/長方形 236">
              <a:extLst>
                <a:ext uri="{FF2B5EF4-FFF2-40B4-BE49-F238E27FC236}">
                  <ns2:creationId id="{527126BF-A888-8DB8-DFA7-E4C20FC3C8EE}"/>
                </a:ext>
              </a:extLst>
            </p:cNvPr>
            <p:cNvSpPr/>
            <p:nvPr/>
          </p:nvSpPr>
          <p:spPr>
            <a:xfrm>
              <a:off x="3699311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38" name="正方形/長方形 237">
              <a:extLst>
                <a:ext uri="{FF2B5EF4-FFF2-40B4-BE49-F238E27FC236}">
                  <ns2:creationId id="{2C3D03B5-BDED-DDBC-19ED-7F2DC85AE6BB}"/>
                </a:ext>
              </a:extLst>
            </p:cNvPr>
            <p:cNvSpPr/>
            <p:nvPr/>
          </p:nvSpPr>
          <p:spPr>
            <a:xfrm>
              <a:off x="3104235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39" name="正方形/長方形 238">
              <a:extLst>
                <a:ext uri="{FF2B5EF4-FFF2-40B4-BE49-F238E27FC236}">
                  <ns2:creationId id="{39920E79-D225-A8CC-93D8-1B30CCF34DB4}"/>
                </a:ext>
              </a:extLst>
            </p:cNvPr>
            <p:cNvSpPr/>
            <p:nvPr/>
          </p:nvSpPr>
          <p:spPr>
            <a:xfrm>
              <a:off x="3104235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0" name="正方形/長方形 239">
              <a:extLst>
                <a:ext uri="{FF2B5EF4-FFF2-40B4-BE49-F238E27FC236}">
                  <ns2:creationId id="{459F2B32-FF6A-3B6C-90EC-1675DA17B4C7}"/>
                </a:ext>
              </a:extLst>
            </p:cNvPr>
            <p:cNvSpPr/>
            <p:nvPr/>
          </p:nvSpPr>
          <p:spPr>
            <a:xfrm>
              <a:off x="3699311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1" name="正方形/長方形 240">
              <a:extLst>
                <a:ext uri="{FF2B5EF4-FFF2-40B4-BE49-F238E27FC236}">
                  <ns2:creationId id="{E7D63494-FC42-FF17-4BB2-244C8B7B81FA}"/>
                </a:ext>
              </a:extLst>
            </p:cNvPr>
            <p:cNvSpPr/>
            <p:nvPr/>
          </p:nvSpPr>
          <p:spPr>
            <a:xfrm>
              <a:off x="3054540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2" name="正方形/長方形 241">
              <a:extLst>
                <a:ext uri="{FF2B5EF4-FFF2-40B4-BE49-F238E27FC236}">
                  <ns2:creationId id="{275E33CA-F2D4-5DC5-DF2C-1D4CA2D35098}"/>
                </a:ext>
              </a:extLst>
            </p:cNvPr>
            <p:cNvSpPr/>
            <p:nvPr/>
          </p:nvSpPr>
          <p:spPr>
            <a:xfrm>
              <a:off x="3699312" y="46591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 b="1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3" name="正方形/長方形 242">
              <a:extLst>
                <a:ext uri="{FF2B5EF4-FFF2-40B4-BE49-F238E27FC236}">
                  <ns2:creationId id="{2E4041D2-356E-1AD2-CD67-14F233E46119}"/>
                </a:ext>
              </a:extLst>
            </p:cNvPr>
            <p:cNvSpPr/>
            <p:nvPr/>
          </p:nvSpPr>
          <p:spPr>
            <a:xfrm>
              <a:off x="4776767" y="3498461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4" name="正方形/長方形 243">
              <a:extLst>
                <a:ext uri="{FF2B5EF4-FFF2-40B4-BE49-F238E27FC236}">
                  <ns2:creationId id="{0E863A23-FE9A-2C8C-E206-6878B0F67A8A}"/>
                </a:ext>
              </a:extLst>
            </p:cNvPr>
            <p:cNvSpPr/>
            <p:nvPr/>
          </p:nvSpPr>
          <p:spPr>
            <a:xfrm>
              <a:off x="4776767" y="3817560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5" name="正方形/長方形 244">
              <a:extLst>
                <a:ext uri="{FF2B5EF4-FFF2-40B4-BE49-F238E27FC236}">
                  <ns2:creationId id="{2AE46677-6983-DB9E-0362-1D65A2A51A16}"/>
                </a:ext>
              </a:extLst>
            </p:cNvPr>
            <p:cNvSpPr/>
            <p:nvPr/>
          </p:nvSpPr>
          <p:spPr>
            <a:xfrm>
              <a:off x="5371844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6" name="正方形/長方形 245">
              <a:extLst>
                <a:ext uri="{FF2B5EF4-FFF2-40B4-BE49-F238E27FC236}">
                  <ns2:creationId id="{A559DBC3-EA59-5075-73B2-AA72C7F9C0AB}"/>
                </a:ext>
              </a:extLst>
            </p:cNvPr>
            <p:cNvSpPr/>
            <p:nvPr/>
          </p:nvSpPr>
          <p:spPr>
            <a:xfrm>
              <a:off x="5371844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47" name="正方形/長方形 246">
              <a:extLst>
                <a:ext uri="{FF2B5EF4-FFF2-40B4-BE49-F238E27FC236}">
                  <ns2:creationId id="{1F89B41B-25BB-50E9-8B18-9522D0A187EC}"/>
                </a:ext>
              </a:extLst>
            </p:cNvPr>
            <p:cNvSpPr/>
            <p:nvPr/>
          </p:nvSpPr>
          <p:spPr>
            <a:xfrm>
              <a:off x="4776767" y="4340065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8" name="正方形/長方形 247">
              <a:extLst>
                <a:ext uri="{FF2B5EF4-FFF2-40B4-BE49-F238E27FC236}">
                  <ns2:creationId id="{3096A0B9-66E0-5AD4-7955-485A5295B801}"/>
                </a:ext>
              </a:extLst>
            </p:cNvPr>
            <p:cNvSpPr/>
            <p:nvPr/>
          </p:nvSpPr>
          <p:spPr>
            <a:xfrm>
              <a:off x="4776767" y="4659164"/>
              <a:ext cx="595077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49" name="正方形/長方形 248">
              <a:extLst>
                <a:ext uri="{FF2B5EF4-FFF2-40B4-BE49-F238E27FC236}">
                  <ns2:creationId id="{D98849E6-266B-04C9-72D9-5020A4FE6A26}"/>
                </a:ext>
              </a:extLst>
            </p:cNvPr>
            <p:cNvSpPr/>
            <p:nvPr/>
          </p:nvSpPr>
          <p:spPr>
            <a:xfrm>
              <a:off x="5371844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0" name="正方形/長方形 249">
              <a:extLst>
                <a:ext uri="{FF2B5EF4-FFF2-40B4-BE49-F238E27FC236}">
                  <ns2:creationId id="{0C68E8E2-7D56-F80F-7B25-F8497FE60C7C}"/>
                </a:ext>
              </a:extLst>
            </p:cNvPr>
            <p:cNvSpPr/>
            <p:nvPr/>
          </p:nvSpPr>
          <p:spPr>
            <a:xfrm>
              <a:off x="4727072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1" name="正方形/長方形 250">
              <a:extLst>
                <a:ext uri="{FF2B5EF4-FFF2-40B4-BE49-F238E27FC236}">
                  <ns2:creationId id="{3EA86346-79B8-88FB-F298-0F1AF8F30AC8}"/>
                </a:ext>
              </a:extLst>
            </p:cNvPr>
            <p:cNvSpPr/>
            <p:nvPr/>
          </p:nvSpPr>
          <p:spPr>
            <a:xfrm>
              <a:off x="5371844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2" name="正方形/長方形 251">
              <a:extLst>
                <a:ext uri="{FF2B5EF4-FFF2-40B4-BE49-F238E27FC236}">
                  <ns2:creationId id="{E9C2700C-FDBF-B9B2-F3AB-9D52C5B2DE77}"/>
                </a:ext>
              </a:extLst>
            </p:cNvPr>
            <p:cNvSpPr/>
            <p:nvPr/>
          </p:nvSpPr>
          <p:spPr>
            <a:xfrm>
              <a:off x="6449298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3" name="正方形/長方形 252">
              <a:extLst>
                <a:ext uri="{FF2B5EF4-FFF2-40B4-BE49-F238E27FC236}">
                  <ns2:creationId id="{EB4F16BD-42CC-F0D9-D504-48DF08EF8D68}"/>
                </a:ext>
              </a:extLst>
            </p:cNvPr>
            <p:cNvSpPr/>
            <p:nvPr/>
          </p:nvSpPr>
          <p:spPr>
            <a:xfrm>
              <a:off x="6449298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4" name="正方形/長方形 253">
              <a:extLst>
                <a:ext uri="{FF2B5EF4-FFF2-40B4-BE49-F238E27FC236}">
                  <ns2:creationId id="{5137F9EE-13FD-E18B-6C28-94E88988E012}"/>
                </a:ext>
              </a:extLst>
            </p:cNvPr>
            <p:cNvSpPr/>
            <p:nvPr/>
          </p:nvSpPr>
          <p:spPr>
            <a:xfrm>
              <a:off x="6996713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 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5" name="正方形/長方形 254">
              <a:extLst>
                <a:ext uri="{FF2B5EF4-FFF2-40B4-BE49-F238E27FC236}">
                  <ns2:creationId id="{66388907-8EBC-4A93-ED8B-7649CF2D5116}"/>
                </a:ext>
              </a:extLst>
            </p:cNvPr>
            <p:cNvSpPr/>
            <p:nvPr/>
          </p:nvSpPr>
          <p:spPr>
            <a:xfrm>
              <a:off x="6996713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6" name="正方形/長方形 255">
              <a:extLst>
                <a:ext uri="{FF2B5EF4-FFF2-40B4-BE49-F238E27FC236}">
                  <ns2:creationId id="{62D406A3-F4B1-5613-C1C9-26F58637C3F2}"/>
                </a:ext>
              </a:extLst>
            </p:cNvPr>
            <p:cNvSpPr/>
            <p:nvPr/>
          </p:nvSpPr>
          <p:spPr>
            <a:xfrm>
              <a:off x="6449298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7" name="正方形/長方形 256">
              <a:extLst>
                <a:ext uri="{FF2B5EF4-FFF2-40B4-BE49-F238E27FC236}">
                  <ns2:creationId id="{A5ADA5F2-CBAA-D6F0-AB2B-BC8B094398C3}"/>
                </a:ext>
              </a:extLst>
            </p:cNvPr>
            <p:cNvSpPr/>
            <p:nvPr/>
          </p:nvSpPr>
          <p:spPr>
            <a:xfrm>
              <a:off x="6449298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58" name="正方形/長方形 257">
              <a:extLst>
                <a:ext uri="{FF2B5EF4-FFF2-40B4-BE49-F238E27FC236}">
                  <ns2:creationId id="{7D4F0A85-7F5B-F549-A47C-85BC568AB529}"/>
                </a:ext>
              </a:extLst>
            </p:cNvPr>
            <p:cNvSpPr/>
            <p:nvPr/>
          </p:nvSpPr>
          <p:spPr>
            <a:xfrm>
              <a:off x="6996713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59" name="正方形/長方形 258">
              <a:extLst>
                <a:ext uri="{FF2B5EF4-FFF2-40B4-BE49-F238E27FC236}">
                  <ns2:creationId id="{2B431428-D48D-778E-756B-29438384904F}"/>
                </a:ext>
              </a:extLst>
            </p:cNvPr>
            <p:cNvSpPr/>
            <p:nvPr/>
          </p:nvSpPr>
          <p:spPr>
            <a:xfrm>
              <a:off x="639960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0" name="正方形/長方形 259">
              <a:extLst>
                <a:ext uri="{FF2B5EF4-FFF2-40B4-BE49-F238E27FC236}">
                  <ns2:creationId id="{20192CF9-E53A-096D-81B3-A0312AE5B159}"/>
                </a:ext>
              </a:extLst>
            </p:cNvPr>
            <p:cNvSpPr/>
            <p:nvPr/>
          </p:nvSpPr>
          <p:spPr>
            <a:xfrm>
              <a:off x="6996713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1" name="正方形/長方形 260">
              <a:extLst>
                <a:ext uri="{FF2B5EF4-FFF2-40B4-BE49-F238E27FC236}">
                  <ns2:creationId id="{DDEE4B56-4B3A-5B12-638E-DF6746A15EC6}"/>
                </a:ext>
              </a:extLst>
            </p:cNvPr>
            <p:cNvSpPr/>
            <p:nvPr/>
          </p:nvSpPr>
          <p:spPr>
            <a:xfrm>
              <a:off x="8121831" y="34984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ROIC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2" name="正方形/長方形 261">
              <a:extLst>
                <a:ext uri="{FF2B5EF4-FFF2-40B4-BE49-F238E27FC236}">
                  <ns2:creationId id="{71D230A3-0F1A-B811-F9D3-A772456FDE86}"/>
                </a:ext>
              </a:extLst>
            </p:cNvPr>
            <p:cNvSpPr/>
            <p:nvPr/>
          </p:nvSpPr>
          <p:spPr>
            <a:xfrm>
              <a:off x="8121831" y="3817560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800">
                  <a:solidFill>
                    <a:srgbClr val="168A16"/>
                  </a:solidFill>
                  <a:latin typeface="+mn-ea"/>
                </a:rPr>
                <a:t>EBITDA</a:t>
              </a:r>
              <a:r>
                <a:rPr lang="ja-JP" altLang="en-US" sz="8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3" name="正方形/長方形 262">
              <a:extLst>
                <a:ext uri="{FF2B5EF4-FFF2-40B4-BE49-F238E27FC236}">
                  <ns2:creationId id="{919CA77B-CFDF-B029-9DE2-BE6CF9B476F6}"/>
                </a:ext>
              </a:extLst>
            </p:cNvPr>
            <p:cNvSpPr/>
            <p:nvPr/>
          </p:nvSpPr>
          <p:spPr>
            <a:xfrm>
              <a:off x="8669248" y="34984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900">
                  <a:solidFill>
                    <a:schemeClr val="tx1"/>
                  </a:solidFill>
                  <a:latin typeface="+mn-ea"/>
                </a:rPr>
                <a:t>)</a:t>
              </a:r>
              <a:r>
                <a:rPr kumimoji="1" lang="en-US" altLang="ja-JP" sz="900" b="0" i="0" u="none" strike="noStrike" kern="1200" cap="none" spc="0" normalizeH="0" baseline="3000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9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264" name="正方形/長方形 263">
              <a:extLst>
                <a:ext uri="{FF2B5EF4-FFF2-40B4-BE49-F238E27FC236}">
                  <ns2:creationId id="{FC7B38B2-2F00-37CB-3504-8561C0E31063}"/>
                </a:ext>
              </a:extLst>
            </p:cNvPr>
            <p:cNvSpPr/>
            <p:nvPr/>
          </p:nvSpPr>
          <p:spPr>
            <a:xfrm>
              <a:off x="8669248" y="3817560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5" name="正方形/長方形 264">
              <a:extLst>
                <a:ext uri="{FF2B5EF4-FFF2-40B4-BE49-F238E27FC236}">
                  <ns2:creationId id="{A121A8FE-3B0F-18C2-3F72-D987E575E516}"/>
                </a:ext>
              </a:extLst>
            </p:cNvPr>
            <p:cNvSpPr/>
            <p:nvPr/>
          </p:nvSpPr>
          <p:spPr>
            <a:xfrm>
              <a:off x="8121831" y="4340065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6" name="正方形/長方形 265">
              <a:extLst>
                <a:ext uri="{FF2B5EF4-FFF2-40B4-BE49-F238E27FC236}">
                  <ns2:creationId id="{676B5EC3-1BD0-EAFA-C7D9-4CA3CE79B300}"/>
                </a:ext>
              </a:extLst>
            </p:cNvPr>
            <p:cNvSpPr/>
            <p:nvPr/>
          </p:nvSpPr>
          <p:spPr>
            <a:xfrm>
              <a:off x="8121831" y="4659164"/>
              <a:ext cx="547416" cy="288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>
                  <a:solidFill>
                    <a:srgbClr val="168A16"/>
                  </a:solidFill>
                  <a:latin typeface="+mn-ea"/>
                </a:rPr>
                <a:t>XX</a:t>
              </a: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br>
                <a:rPr lang="en-US" altLang="ja-JP" sz="900">
                  <a:solidFill>
                    <a:srgbClr val="168A16"/>
                  </a:solidFill>
                  <a:latin typeface="+mn-ea"/>
                </a:rPr>
              </a:br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67" name="正方形/長方形 266">
              <a:extLst>
                <a:ext uri="{FF2B5EF4-FFF2-40B4-BE49-F238E27FC236}">
                  <ns2:creationId id="{FE6DB5D1-9AF4-83A5-9C10-205464394070}"/>
                </a:ext>
              </a:extLst>
            </p:cNvPr>
            <p:cNvSpPr/>
            <p:nvPr/>
          </p:nvSpPr>
          <p:spPr>
            <a:xfrm>
              <a:off x="8669248" y="4340065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8" name="正方形/長方形 267">
              <a:extLst>
                <a:ext uri="{FF2B5EF4-FFF2-40B4-BE49-F238E27FC236}">
                  <ns2:creationId id="{306E26B4-272C-DB1E-36F9-07F5A7738478}"/>
                </a:ext>
              </a:extLst>
            </p:cNvPr>
            <p:cNvSpPr/>
            <p:nvPr/>
          </p:nvSpPr>
          <p:spPr>
            <a:xfrm>
              <a:off x="8072134" y="4126621"/>
              <a:ext cx="1620000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indent="-171450">
                <a:buFont typeface="Arial" panose="020B0604020202020204" pitchFamily="34" charset="0"/>
                <a:buChar char="►"/>
              </a:pPr>
              <a:r>
                <a:rPr lang="ja-JP" altLang="en-US" sz="1200">
                  <a:solidFill>
                    <a:schemeClr val="tx1"/>
                  </a:solidFill>
                  <a:latin typeface="+mn-ea"/>
                </a:rPr>
                <a:t>XX</a:t>
              </a:r>
              <a:r>
                <a:rPr lang="en-US" altLang="ja-JP" sz="1000" baseline="30000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1000" baseline="300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69" name="正方形/長方形 268">
              <a:extLst>
                <a:ext uri="{FF2B5EF4-FFF2-40B4-BE49-F238E27FC236}">
                  <ns2:creationId id="{6D326A3F-4028-00BD-651C-ACEA8A7B2ABB}"/>
                </a:ext>
              </a:extLst>
            </p:cNvPr>
            <p:cNvSpPr/>
            <p:nvPr/>
          </p:nvSpPr>
          <p:spPr>
            <a:xfrm>
              <a:off x="8669248" y="4659164"/>
              <a:ext cx="913242" cy="288000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0" name="正方形/長方形 269">
              <a:extLst>
                <a:ext uri="{FF2B5EF4-FFF2-40B4-BE49-F238E27FC236}">
                  <ns2:creationId id="{112F8B5A-6C7E-FFB8-A406-1E12F776BBCB}"/>
                </a:ext>
              </a:extLst>
            </p:cNvPr>
            <p:cNvSpPr/>
            <p:nvPr/>
          </p:nvSpPr>
          <p:spPr>
            <a:xfrm>
              <a:off x="1431703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1" name="正方形/長方形 270">
              <a:extLst>
                <a:ext uri="{FF2B5EF4-FFF2-40B4-BE49-F238E27FC236}">
                  <ns2:creationId id="{301ADF18-8FD0-708E-D9B4-863F2C77DE8D}"/>
                </a:ext>
              </a:extLst>
            </p:cNvPr>
            <p:cNvSpPr/>
            <p:nvPr/>
          </p:nvSpPr>
          <p:spPr>
            <a:xfrm>
              <a:off x="2016369" y="5788515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2" name="正方形/長方形 271">
              <a:extLst>
                <a:ext uri="{FF2B5EF4-FFF2-40B4-BE49-F238E27FC236}">
                  <ns2:creationId id="{85E8C428-85EC-F4AF-D42F-38F8B5AFF5A8}"/>
                </a:ext>
              </a:extLst>
            </p:cNvPr>
            <p:cNvSpPr/>
            <p:nvPr/>
          </p:nvSpPr>
          <p:spPr>
            <a:xfrm>
              <a:off x="1431703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3" name="正方形/長方形 272">
              <a:extLst>
                <a:ext uri="{FF2B5EF4-FFF2-40B4-BE49-F238E27FC236}">
                  <ns2:creationId id="{81BAE229-E323-B347-E695-5E3FD98518FE}"/>
                </a:ext>
              </a:extLst>
            </p:cNvPr>
            <p:cNvSpPr/>
            <p:nvPr/>
          </p:nvSpPr>
          <p:spPr>
            <a:xfrm>
              <a:off x="2016369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4" name="正方形/長方形 273">
              <a:extLst>
                <a:ext uri="{FF2B5EF4-FFF2-40B4-BE49-F238E27FC236}">
                  <ns2:creationId id="{300CBAAA-DBB2-DBD8-F7D2-120029820A85}"/>
                </a:ext>
              </a:extLst>
            </p:cNvPr>
            <p:cNvSpPr/>
            <p:nvPr/>
          </p:nvSpPr>
          <p:spPr>
            <a:xfrm>
              <a:off x="3104235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5" name="正方形/長方形 274">
              <a:extLst>
                <a:ext uri="{FF2B5EF4-FFF2-40B4-BE49-F238E27FC236}">
                  <ns2:creationId id="{1EFD728A-02E1-6933-8CB7-E38119CAC153}"/>
                </a:ext>
              </a:extLst>
            </p:cNvPr>
            <p:cNvSpPr/>
            <p:nvPr/>
          </p:nvSpPr>
          <p:spPr>
            <a:xfrm>
              <a:off x="3699311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6" name="正方形/長方形 275">
              <a:extLst>
                <a:ext uri="{FF2B5EF4-FFF2-40B4-BE49-F238E27FC236}">
                  <ns2:creationId id="{4A3F98A1-E80B-6104-F286-DD2C184D3BC6}"/>
                </a:ext>
              </a:extLst>
            </p:cNvPr>
            <p:cNvSpPr/>
            <p:nvPr/>
          </p:nvSpPr>
          <p:spPr>
            <a:xfrm>
              <a:off x="3104235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7" name="正方形/長方形 276">
              <a:extLst>
                <a:ext uri="{FF2B5EF4-FFF2-40B4-BE49-F238E27FC236}">
                  <ns2:creationId id="{49E46885-7B73-A6DC-8592-C92F18B1C26C}"/>
                </a:ext>
              </a:extLst>
            </p:cNvPr>
            <p:cNvSpPr/>
            <p:nvPr/>
          </p:nvSpPr>
          <p:spPr>
            <a:xfrm>
              <a:off x="3699311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8" name="正方形/長方形 277">
              <a:extLst>
                <a:ext uri="{FF2B5EF4-FFF2-40B4-BE49-F238E27FC236}">
                  <ns2:creationId id="{012C16D3-63B0-EE5E-8B7B-B15A7A32325B}"/>
                </a:ext>
              </a:extLst>
            </p:cNvPr>
            <p:cNvSpPr/>
            <p:nvPr/>
          </p:nvSpPr>
          <p:spPr>
            <a:xfrm>
              <a:off x="4776767" y="5788515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79" name="正方形/長方形 278">
              <a:extLst>
                <a:ext uri="{FF2B5EF4-FFF2-40B4-BE49-F238E27FC236}">
                  <ns2:creationId id="{99DAEF7F-C53B-53B5-2618-8F963AABCE46}"/>
                </a:ext>
              </a:extLst>
            </p:cNvPr>
            <p:cNvSpPr/>
            <p:nvPr/>
          </p:nvSpPr>
          <p:spPr>
            <a:xfrm>
              <a:off x="537184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0" name="正方形/長方形 279">
              <a:extLst>
                <a:ext uri="{FF2B5EF4-FFF2-40B4-BE49-F238E27FC236}">
                  <ns2:creationId id="{A0EF1A3E-5276-9A45-E5F2-8ACFF055D7D5}"/>
                </a:ext>
              </a:extLst>
            </p:cNvPr>
            <p:cNvSpPr/>
            <p:nvPr/>
          </p:nvSpPr>
          <p:spPr>
            <a:xfrm>
              <a:off x="4776767" y="6025646"/>
              <a:ext cx="595077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1" name="正方形/長方形 280">
              <a:extLst>
                <a:ext uri="{FF2B5EF4-FFF2-40B4-BE49-F238E27FC236}">
                  <ns2:creationId id="{63E496D9-DB3E-1EC9-3DA5-FBCF039EF3EB}"/>
                </a:ext>
              </a:extLst>
            </p:cNvPr>
            <p:cNvSpPr/>
            <p:nvPr/>
          </p:nvSpPr>
          <p:spPr>
            <a:xfrm>
              <a:off x="537184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2" name="正方形/長方形 281">
              <a:extLst>
                <a:ext uri="{FF2B5EF4-FFF2-40B4-BE49-F238E27FC236}">
                  <ns2:creationId id="{0311D489-DAB8-DB6A-DBB8-F5E4558A64B2}"/>
                </a:ext>
              </a:extLst>
            </p:cNvPr>
            <p:cNvSpPr/>
            <p:nvPr/>
          </p:nvSpPr>
          <p:spPr>
            <a:xfrm>
              <a:off x="6449298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3" name="正方形/長方形 282">
              <a:extLst>
                <a:ext uri="{FF2B5EF4-FFF2-40B4-BE49-F238E27FC236}">
                  <ns2:creationId id="{6135404E-F425-3792-1EFB-0AAAD06D6897}"/>
                </a:ext>
              </a:extLst>
            </p:cNvPr>
            <p:cNvSpPr/>
            <p:nvPr/>
          </p:nvSpPr>
          <p:spPr>
            <a:xfrm>
              <a:off x="6996714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4" name="正方形/長方形 283">
              <a:extLst>
                <a:ext uri="{FF2B5EF4-FFF2-40B4-BE49-F238E27FC236}">
                  <ns2:creationId id="{136438A3-9859-E6F3-2A0B-DCCED6DDC7BD}"/>
                </a:ext>
              </a:extLst>
            </p:cNvPr>
            <p:cNvSpPr/>
            <p:nvPr/>
          </p:nvSpPr>
          <p:spPr>
            <a:xfrm>
              <a:off x="6449298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5" name="正方形/長方形 284">
              <a:extLst>
                <a:ext uri="{FF2B5EF4-FFF2-40B4-BE49-F238E27FC236}">
                  <ns2:creationId id="{7A681597-E383-B0AA-71A8-9CAEAFBDDE6E}"/>
                </a:ext>
              </a:extLst>
            </p:cNvPr>
            <p:cNvSpPr/>
            <p:nvPr/>
          </p:nvSpPr>
          <p:spPr>
            <a:xfrm>
              <a:off x="6996714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6" name="正方形/長方形 285">
              <a:extLst>
                <a:ext uri="{FF2B5EF4-FFF2-40B4-BE49-F238E27FC236}">
                  <ns2:creationId id="{E85326CC-E090-80ED-C22C-952239BB6129}"/>
                </a:ext>
              </a:extLst>
            </p:cNvPr>
            <p:cNvSpPr/>
            <p:nvPr/>
          </p:nvSpPr>
          <p:spPr>
            <a:xfrm>
              <a:off x="8121831" y="5788515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7" name="正方形/長方形 286">
              <a:extLst>
                <a:ext uri="{FF2B5EF4-FFF2-40B4-BE49-F238E27FC236}">
                  <ns2:creationId id="{1CF68A42-4A2A-0972-9DC8-E26EF057D58C}"/>
                </a:ext>
              </a:extLst>
            </p:cNvPr>
            <p:cNvSpPr/>
            <p:nvPr/>
          </p:nvSpPr>
          <p:spPr>
            <a:xfrm>
              <a:off x="8669248" y="5788514"/>
              <a:ext cx="913242" cy="206032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8" name="正方形/長方形 287">
              <a:extLst>
                <a:ext uri="{FF2B5EF4-FFF2-40B4-BE49-F238E27FC236}">
                  <ns2:creationId id="{932F5E7E-BBFF-C9D4-9A0D-57F563B7401D}"/>
                </a:ext>
              </a:extLst>
            </p:cNvPr>
            <p:cNvSpPr/>
            <p:nvPr/>
          </p:nvSpPr>
          <p:spPr>
            <a:xfrm>
              <a:off x="8121831" y="6025646"/>
              <a:ext cx="547416" cy="20603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168A1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>
                  <a:solidFill>
                    <a:srgbClr val="168A16"/>
                  </a:solidFill>
                  <a:latin typeface="+mn-ea"/>
                </a:rPr>
                <a:t>XX</a:t>
              </a:r>
              <a:endParaRPr kumimoji="1" lang="ja-JP" altLang="en-US" sz="900">
                <a:solidFill>
                  <a:srgbClr val="168A16"/>
                </a:solidFill>
                <a:latin typeface="+mn-ea"/>
              </a:endParaRPr>
            </a:p>
          </p:txBody>
        </p:sp>
        <p:sp>
          <p:nvSpPr>
            <p:cNvPr id="289" name="正方形/長方形 288">
              <a:extLst>
                <a:ext uri="{FF2B5EF4-FFF2-40B4-BE49-F238E27FC236}">
                  <ns2:creationId id="{21262EDC-A8DF-D0A3-8177-2A8DA4ADE770}"/>
                </a:ext>
              </a:extLst>
            </p:cNvPr>
            <p:cNvSpPr/>
            <p:nvPr/>
          </p:nvSpPr>
          <p:spPr>
            <a:xfrm>
              <a:off x="8669248" y="6025646"/>
              <a:ext cx="913242" cy="20603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900" b="1">
                  <a:solidFill>
                    <a:schemeClr val="tx1"/>
                  </a:solidFill>
                  <a:latin typeface="+mn-ea"/>
                </a:rPr>
                <a:t>XX</a:t>
              </a:r>
              <a:endParaRPr kumimoji="1" lang="ja-JP" altLang="en-US" sz="800">
                <a:solidFill>
                  <a:schemeClr val="tx1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ns5:creationId val="4027621831"/>
      </p:ext>
    </p:extLst>
  </p:cSld>
  <p:clrMapOvr>
    <a:masterClrMapping/>
  </p:clrMapOvr>
</p:sld>
</file>

<file path=ppt/slides/slide39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859E8A0-9D17-EA45-F93B-8FE6BBD0B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C60B6407-842C-B91E-25AF-2DDFBED6D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/>
              <a:t>【</a:t>
            </a:r>
            <a:r>
              <a:rPr lang="ja-JP" altLang="en-US"/>
              <a:t>XX</a:t>
            </a:r>
            <a:r>
              <a:rPr lang="en-US" altLang="ja-JP"/>
              <a:t>】</a:t>
            </a:r>
            <a:r>
              <a:rPr lang="ja-JP" altLang="en-US"/>
              <a:t>XX</a:t>
            </a:r>
            <a:r>
              <a:rPr lang="en-US" altLang="ja-JP"/>
              <a:t>/</a:t>
            </a:r>
            <a:r>
              <a:rPr lang="ja-JP" altLang="en-US"/>
              <a:t>XX</a:t>
            </a:r>
            <a:br>
              <a:rPr lang="en-US" altLang="ja-JP"/>
            </a:br>
            <a:r>
              <a:rPr lang="ja-JP" altLang="en-US"/>
              <a:t>XX</a:t>
            </a:r>
            <a:endParaRPr kumimoji="1" lang="ja-JP" altLang="en-US"/>
          </a:p>
        </p:txBody>
      </p:sp>
      <p:grpSp>
        <p:nvGrpSpPr>
          <p:cNvPr id="129" name="グループ化 128">
            <a:extLst>
              <a:ext uri="{FF2B5EF4-FFF2-40B4-BE49-F238E27FC236}">
                <ns2:creationId id="{3A317226-D7EF-D1F7-F28B-7DDDE9982A5C}"/>
              </a:ext>
            </a:extLst>
          </p:cNvPr>
          <p:cNvGrpSpPr/>
          <p:nvPr/>
        </p:nvGrpSpPr>
        <p:grpSpPr>
          <a:xfrm>
            <a:off x="8206449" y="480573"/>
            <a:ext cx="2553195" cy="360008"/>
            <a:chOff x="4284624" y="645102"/>
            <a:chExt cx="2493204" cy="138922"/>
          </a:xfrm>
        </p:grpSpPr>
        <p:sp>
          <p:nvSpPr>
            <p:cNvPr id="130" name="テキスト ボックス 129">
              <a:extLst>
                <a:ext uri="{FF2B5EF4-FFF2-40B4-BE49-F238E27FC236}">
                  <ns2:creationId id="{7A627EF9-2ED1-8411-85F0-DE7BD99FCF1A}"/>
                </a:ext>
              </a:extLst>
            </p:cNvPr>
            <p:cNvSpPr txBox="1"/>
            <p:nvPr/>
          </p:nvSpPr>
          <p:spPr>
            <a:xfrm>
              <a:off x="4868094" y="645105"/>
              <a:ext cx="1909734" cy="13891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36000" rIns="36000" bIns="36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手動 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(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) 		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611313" algn="l"/>
                  <a:tab pos="3500438" algn="l"/>
                </a:tabLst>
                <a:defRPr/>
              </a:pPr>
              <a:r>
                <a:rPr kumimoji="1" lang="en-US" altLang="ja-JP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31" name="直線矢印コネクタ 130">
              <a:extLst>
                <a:ext uri="{FF2B5EF4-FFF2-40B4-BE49-F238E27FC236}">
                  <ns2:creationId id="{CDFE0980-C32D-FE44-7A8F-6953BC3626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4" y="686230"/>
              <a:ext cx="540000" cy="0"/>
            </a:xfrm>
            <a:prstGeom prst="straightConnector1">
              <a:avLst/>
            </a:prstGeom>
            <a:ln w="9525">
              <a:solidFill>
                <a:schemeClr val="bg1">
                  <a:lumMod val="50000"/>
                </a:schemeClr>
              </a:solidFill>
              <a:prstDash val="sysDot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矢印コネクタ 132">
              <a:extLst>
                <a:ext uri="{FF2B5EF4-FFF2-40B4-BE49-F238E27FC236}">
                  <ns2:creationId id="{10165495-040D-5302-B02A-1F2F2745DD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2452" y="745058"/>
              <a:ext cx="540000" cy="0"/>
            </a:xfrm>
            <a:prstGeom prst="straightConnector1">
              <a:avLst/>
            </a:prstGeom>
            <a:ln w="9525">
              <a:solidFill>
                <a:srgbClr val="168A16"/>
              </a:solidFill>
              <a:prstDash val="solid"/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四角形: 角を丸くする 133">
              <a:extLst>
                <a:ext uri="{FF2B5EF4-FFF2-40B4-BE49-F238E27FC236}">
                  <ns2:creationId id="{8229EE80-7648-F25D-96F9-0306FFF5FF64}"/>
                </a:ext>
              </a:extLst>
            </p:cNvPr>
            <p:cNvSpPr/>
            <p:nvPr/>
          </p:nvSpPr>
          <p:spPr>
            <a:xfrm>
              <a:off x="4284624" y="645102"/>
              <a:ext cx="540000" cy="138919"/>
            </a:xfrm>
            <a:prstGeom prst="roundRect">
              <a:avLst>
                <a:gd name="adj" fmla="val 8333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</p:grpSp>
      <p:sp>
        <p:nvSpPr>
          <p:cNvPr id="4" name="テキスト プレースホルダー 3">
            <a:extLst>
              <a:ext uri="{FF2B5EF4-FFF2-40B4-BE49-F238E27FC236}">
                <ns2:creationId id="{A4AC6C30-D8FD-6820-7C64-23D86D8D98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26</a:t>
            </a:r>
            <a:r>
              <a:rPr lang="ja-JP" altLang="en-US"/>
              <a:t>XX</a:t>
            </a:r>
            <a:r>
              <a:rPr lang="en-US" altLang="ja-JP"/>
              <a:t>/ </a:t>
            </a:r>
            <a:r>
              <a:rPr lang="ja-JP" altLang="en-US"/>
              <a:t>XX</a:t>
            </a:r>
            <a:br>
              <a:rPr lang="ja-JP" altLang="en-US"/>
            </a:br>
            <a:r>
              <a:rPr lang="en-US" altLang="ja-JP"/>
              <a:t>30</a:t>
            </a:r>
            <a:r>
              <a:rPr lang="ja-JP" altLang="en-US"/>
              <a:t>XX</a:t>
            </a:r>
          </a:p>
          <a:p>
            <a:pPr marL="0" indent="0">
              <a:buNone/>
            </a:pPr>
            <a:endParaRPr lang="ja-JP" altLang="en-US"/>
          </a:p>
        </p:txBody>
      </p:sp>
      <p:grpSp>
        <p:nvGrpSpPr>
          <p:cNvPr id="689" name="グループ化 688">
            <a:extLst>
              <a:ext uri="{FF2B5EF4-FFF2-40B4-BE49-F238E27FC236}">
                <ns2:creationId id="{C01BD6C8-3A5F-B2FC-5535-A58E32519DDE}"/>
              </a:ext>
            </a:extLst>
          </p:cNvPr>
          <p:cNvGrpSpPr/>
          <p:nvPr/>
        </p:nvGrpSpPr>
        <p:grpSpPr>
          <a:xfrm>
            <a:off x="340299" y="1628775"/>
            <a:ext cx="11510054" cy="4678778"/>
            <a:chOff x="340299" y="1628775"/>
            <a:chExt cx="11510054" cy="4678778"/>
          </a:xfrm>
        </p:grpSpPr>
        <p:sp>
          <p:nvSpPr>
            <p:cNvPr id="22" name="矢印: 五方向 21">
              <a:extLst>
                <a:ext uri="{FF2B5EF4-FFF2-40B4-BE49-F238E27FC236}">
                  <ns2:creationId id="{3F42BA07-BD1C-9E6C-CC55-35035BC9C626}"/>
                </a:ext>
              </a:extLst>
            </p:cNvPr>
            <p:cNvSpPr/>
            <p:nvPr/>
          </p:nvSpPr>
          <p:spPr>
            <a:xfrm>
              <a:off x="340299" y="1628775"/>
              <a:ext cx="3852000" cy="432000"/>
            </a:xfrm>
            <a:prstGeom prst="homePlate">
              <a:avLst>
                <a:gd name="adj" fmla="val 15765"/>
              </a:avLst>
            </a:prstGeom>
            <a:solidFill>
              <a:srgbClr val="008000">
                <a:alpha val="5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65354" tIns="82677" rIns="353679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(</a:t>
              </a:r>
              <a:r>
                <a:rPr kumimoji="1" lang="ja-JP" altLang="en-US" sz="16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lang="en-US" altLang="ja-JP" sz="1600">
                  <a:solidFill>
                    <a:prstClr val="white"/>
                  </a:solidFill>
                  <a:latin typeface="Meiryo UI"/>
                  <a:ea typeface="Meiryo UI"/>
                </a:rPr>
                <a:t>)</a:t>
              </a:r>
              <a:r>
                <a:rPr lang="ja-JP" altLang="en-US" sz="1600">
                  <a:solidFill>
                    <a:prstClr val="white"/>
                  </a:solidFill>
                  <a:latin typeface="Meiryo UI"/>
                  <a:ea typeface="Meiryo UI"/>
                </a:rPr>
                <a:t> </a:t>
              </a:r>
              <a:endPara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3" name="正方形/長方形 32">
              <a:extLst>
                <a:ext uri="{FF2B5EF4-FFF2-40B4-BE49-F238E27FC236}">
                  <ns2:creationId id="{BC98AD00-FD78-FAF5-D6D8-F156FA153092}"/>
                </a:ext>
              </a:extLst>
            </p:cNvPr>
            <p:cNvSpPr/>
            <p:nvPr/>
          </p:nvSpPr>
          <p:spPr>
            <a:xfrm>
              <a:off x="340299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sp>
          <p:nvSpPr>
            <p:cNvPr id="23" name="矢印: 山形 22">
              <a:extLst>
                <a:ext uri="{FF2B5EF4-FFF2-40B4-BE49-F238E27FC236}">
                  <ns2:creationId id="{23309F7F-2865-82CA-352A-93D7AA12388B}"/>
                </a:ext>
              </a:extLst>
            </p:cNvPr>
            <p:cNvSpPr/>
            <p:nvPr/>
          </p:nvSpPr>
          <p:spPr>
            <a:xfrm>
              <a:off x="4169326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7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endParaRPr kumimoji="1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/>
                <a:ea typeface="Meiryo UI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ns2:creationId id="{5C563ED2-2DC0-CAC7-1944-951102E1B5A8}"/>
                </a:ext>
              </a:extLst>
            </p:cNvPr>
            <p:cNvSpPr/>
            <p:nvPr/>
          </p:nvSpPr>
          <p:spPr>
            <a:xfrm>
              <a:off x="4181783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en-US" altLang="ja-JP" sz="1400" i="0" u="none" strike="noStrike" kern="1200" cap="none" spc="0" normalizeH="0" baseline="0" noProof="0">
                <a:ln>
                  <a:noFill/>
                </a:ln>
                <a:solidFill>
                  <a:srgbClr val="168A16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  <a:p>
              <a:pPr marL="144000" indent="-144000">
                <a:spcAft>
                  <a:spcPts val="300"/>
                </a:spcAft>
                <a:buClr>
                  <a:srgbClr val="008000"/>
                </a:buClr>
                <a:buFont typeface="Arial" panose="020B0604020202020204" pitchFamily="34" charset="0"/>
                <a:buChar char="•"/>
                <a:defRPr/>
              </a:pPr>
              <a:r>
                <a:rPr lang="ja-JP" altLang="en-US" sz="140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400">
                  <a:solidFill>
                    <a:schemeClr val="accent2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4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矢印: 山形 23">
              <a:extLst>
                <a:ext uri="{FF2B5EF4-FFF2-40B4-BE49-F238E27FC236}">
                  <ns2:creationId id="{4A0F3B44-55D8-3F8C-3FDD-64CA9B5D32E7}"/>
                </a:ext>
              </a:extLst>
            </p:cNvPr>
            <p:cNvSpPr/>
            <p:nvPr/>
          </p:nvSpPr>
          <p:spPr>
            <a:xfrm>
              <a:off x="7998353" y="1628775"/>
              <a:ext cx="3852000" cy="432000"/>
            </a:xfrm>
            <a:prstGeom prst="chevron">
              <a:avLst>
                <a:gd name="adj" fmla="val 15765"/>
              </a:avLst>
            </a:prstGeom>
            <a:solidFill>
              <a:srgbClr val="008000">
                <a:alpha val="90000"/>
              </a:srgbClr>
            </a:solidFill>
            <a:ln w="9525"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748697" tIns="82677" rIns="666020" bIns="82677" numCol="1" spcCol="1270" anchor="ctr" anchorCtr="0">
              <a:noAutofit/>
            </a:bodyPr>
            <a:lstStyle/>
            <a:p>
              <a:pPr marL="0" marR="0" lvl="0" indent="0" algn="ctr" defTabSz="137795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XX</a:t>
              </a:r>
              <a:r>
                <a:rPr kumimoji="1" lang="ja-JP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eiryo UI"/>
                  <a:ea typeface="Meiryo UI"/>
                  <a:cs typeface="+mn-cs"/>
                </a:rPr>
                <a:t>～</a:t>
              </a:r>
            </a:p>
          </p:txBody>
        </p:sp>
        <p:sp>
          <p:nvSpPr>
            <p:cNvPr id="35" name="正方形/長方形 34">
              <a:extLst>
                <a:ext uri="{FF2B5EF4-FFF2-40B4-BE49-F238E27FC236}">
                  <ns2:creationId id="{D52883A5-7765-EB18-08C4-7AA94D4116C1}"/>
                </a:ext>
              </a:extLst>
            </p:cNvPr>
            <p:cNvSpPr/>
            <p:nvPr/>
          </p:nvSpPr>
          <p:spPr>
            <a:xfrm>
              <a:off x="8023267" y="2060775"/>
              <a:ext cx="3783895" cy="950991"/>
            </a:xfrm>
            <a:prstGeom prst="rect">
              <a:avLst/>
            </a:prstGeom>
            <a:noFill/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44000" marR="0" lvl="0" indent="-144000" algn="l" defTabSz="914400" rtl="0" eaLnBrk="1" fontAlgn="auto" latinLnBrk="0" hangingPunct="1">
                <a:spcAft>
                  <a:spcPts val="300"/>
                </a:spcAft>
                <a:buClr>
                  <a:srgbClr val="00800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br>
                <a:rPr kumimoji="1" lang="en-US" altLang="ja-JP" sz="1400" i="0" u="none" strike="noStrike" kern="1200" cap="none" spc="0" normalizeH="0" baseline="0" noProof="0">
                  <a:ln>
                    <a:noFill/>
                  </a:ln>
                  <a:solidFill>
                    <a:srgbClr val="168A16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</a:br>
              <a:r>
                <a:rPr kumimoji="1" lang="en-US" altLang="ja-JP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※</a:t>
              </a:r>
              <a:r>
                <a:rPr kumimoji="1" lang="ja-JP" altLang="en-US" sz="105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  <a:endPara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128" name="グループ化 127">
              <a:extLst>
                <a:ext uri="{FF2B5EF4-FFF2-40B4-BE49-F238E27FC236}">
                  <ns2:creationId id="{D18C3883-F253-8070-30B1-B21CFA968150}"/>
                </a:ext>
              </a:extLst>
            </p:cNvPr>
            <p:cNvGrpSpPr/>
            <p:nvPr/>
          </p:nvGrpSpPr>
          <p:grpSpPr>
            <a:xfrm>
              <a:off x="354367" y="3038123"/>
              <a:ext cx="3755759" cy="3269430"/>
              <a:chOff x="354367" y="3038123"/>
              <a:chExt cx="3755759" cy="3269430"/>
            </a:xfrm>
          </p:grpSpPr>
          <p:sp>
            <p:nvSpPr>
              <p:cNvPr id="415" name="四角形: 角を丸くする 414">
                <a:extLst>
                  <a:ext uri="{FF2B5EF4-FFF2-40B4-BE49-F238E27FC236}">
                    <ns2:creationId id="{7A8C16B3-2B6F-9BF8-F68C-11BF29CDD780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5" name="四角形: 角を丸くする 404">
                <a:extLst>
                  <a:ext uri="{FF2B5EF4-FFF2-40B4-BE49-F238E27FC236}">
                    <ns2:creationId id="{824C463E-55EC-35D9-2B79-DF8297E25065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7" name="四角形: 角を丸くする 406">
                <a:extLst>
                  <a:ext uri="{FF2B5EF4-FFF2-40B4-BE49-F238E27FC236}">
                    <ns2:creationId id="{4DCF5277-BA74-8A27-469B-6105FD990E2E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1" name="四角形: 角を丸くする 410">
                <a:extLst>
                  <a:ext uri="{FF2B5EF4-FFF2-40B4-BE49-F238E27FC236}">
                    <ns2:creationId id="{055F2997-377C-A922-7207-6E44CDBD80F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6" name="四角形: 角を丸くする 415">
                <a:extLst>
                  <a:ext uri="{FF2B5EF4-FFF2-40B4-BE49-F238E27FC236}">
                    <ns2:creationId id="{331FCE13-45E3-E85A-405A-01DCDFB9AA3C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17" name="四角形: 角を丸くする 416">
                <a:extLst>
                  <a:ext uri="{FF2B5EF4-FFF2-40B4-BE49-F238E27FC236}">
                    <ns2:creationId id="{B9CD13D5-318C-691D-2E8E-A4C03C194591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6" name="四角形: 角を丸くする 405">
                <a:extLst>
                  <a:ext uri="{FF2B5EF4-FFF2-40B4-BE49-F238E27FC236}">
                    <ns2:creationId id="{2446BEB2-1BE1-08EB-3C17-48469209898D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3" name="正方形/長方形 392">
                <a:extLst>
                  <a:ext uri="{FF2B5EF4-FFF2-40B4-BE49-F238E27FC236}">
                    <ns2:creationId id="{7B976454-6DE7-5DB9-5535-12EAC6798EE7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1" name="正方形/長方形 390">
                <a:extLst>
                  <a:ext uri="{FF2B5EF4-FFF2-40B4-BE49-F238E27FC236}">
                    <ns2:creationId id="{DDCC7168-4152-2F54-2549-64D1AACD24DB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9" name="正方形/長方形 388">
                <a:extLst>
                  <a:ext uri="{FF2B5EF4-FFF2-40B4-BE49-F238E27FC236}">
                    <ns2:creationId id="{3E5D6F50-6152-304F-6433-44850C51AD38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83" name="正方形/長方形 382">
                <a:extLst>
                  <a:ext uri="{FF2B5EF4-FFF2-40B4-BE49-F238E27FC236}">
                    <ns2:creationId id="{CF70FEC7-FA76-9769-2C96-2B2EB97D0B68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1" name="正方形/長方形 380">
                <a:extLst>
                  <a:ext uri="{FF2B5EF4-FFF2-40B4-BE49-F238E27FC236}">
                    <ns2:creationId id="{D4978B48-F1E3-38C9-94D2-E8929E8F31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79" name="正方形/長方形 378">
                <a:extLst>
                  <a:ext uri="{FF2B5EF4-FFF2-40B4-BE49-F238E27FC236}">
                    <ns2:creationId id="{D1DE863A-4B53-FADE-08CE-28E029FDB0C1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380" name="Grafik 3">
                <a:extLst>
                  <a:ext uri="{FF2B5EF4-FFF2-40B4-BE49-F238E27FC236}">
                    <ns2:creationId id="{D36346CC-6A6E-D843-F18F-EF52D0F75A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397" name="図 396">
                <a:extLst>
                  <a:ext uri="{FF2B5EF4-FFF2-40B4-BE49-F238E27FC236}">
                    <ns2:creationId id="{64B4428F-F908-4A35-2869-6105292312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398" name="フローチャート: 磁気ディスク 397">
                <a:extLst>
                  <a:ext uri="{FF2B5EF4-FFF2-40B4-BE49-F238E27FC236}">
                    <ns2:creationId id="{05CE1472-58D0-FFAA-AE7F-4FEBE06374B1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9" name="フローチャート: 磁気ディスク 398">
                <a:extLst>
                  <a:ext uri="{FF2B5EF4-FFF2-40B4-BE49-F238E27FC236}">
                    <ns2:creationId id="{8B404B33-F8E0-ED4B-F546-5CC20CF9D03C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0" name="フローチャート: 磁気ディスク 399">
                <a:extLst>
                  <a:ext uri="{FF2B5EF4-FFF2-40B4-BE49-F238E27FC236}">
                    <ns2:creationId id="{E7E30E5D-EA42-973E-1DDD-C9F1BEB9F6E3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1" name="フローチャート: 磁気ディスク 400">
                <a:extLst>
                  <a:ext uri="{FF2B5EF4-FFF2-40B4-BE49-F238E27FC236}">
                    <ns2:creationId id="{6FAFF5E0-C5D1-AB16-2E90-5A614DD860E8}"/>
                  </a:ext>
                </a:extLst>
              </p:cNvPr>
              <p:cNvSpPr/>
              <p:nvPr/>
            </p:nvSpPr>
            <p:spPr>
              <a:xfrm>
                <a:off x="2686001" y="3819408"/>
                <a:ext cx="576000" cy="190439"/>
              </a:xfrm>
              <a:prstGeom prst="flowChartMagneticDisk">
                <a:avLst/>
              </a:prstGeom>
              <a:solidFill>
                <a:srgbClr val="168A17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02" name="フローチャート: 複数書類 401">
                <a:extLst>
                  <a:ext uri="{FF2B5EF4-FFF2-40B4-BE49-F238E27FC236}">
                    <ns2:creationId id="{C1D980F5-B1A4-BAF0-89FA-49B127A82AFE}"/>
                  </a:ext>
                </a:extLst>
              </p:cNvPr>
              <p:cNvSpPr/>
              <p:nvPr/>
            </p:nvSpPr>
            <p:spPr>
              <a:xfrm>
                <a:off x="2046222" y="3974562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4" name="フローチャート: 磁気ディスク 403">
                <a:extLst>
                  <a:ext uri="{FF2B5EF4-FFF2-40B4-BE49-F238E27FC236}">
                    <ns2:creationId id="{16D27A2B-7B15-99C0-2ABE-C48D891D2FE0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408" name="直線コネクタ 407">
                <a:extLst>
                  <a:ext uri="{FF2B5EF4-FFF2-40B4-BE49-F238E27FC236}">
                    <ns2:creationId id="{70378E0F-5B77-6BF8-2012-32C44E81C0A6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直線コネクタ 409">
                <a:extLst>
                  <a:ext uri="{FF2B5EF4-FFF2-40B4-BE49-F238E27FC236}">
                    <ns2:creationId id="{2AC15A38-21A9-A813-95E8-2921D6BD9C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2" name="フローチャート: 磁気ディスク 411">
                <a:extLst>
                  <a:ext uri="{FF2B5EF4-FFF2-40B4-BE49-F238E27FC236}">
                    <ns2:creationId id="{F43CB866-7D86-9759-172E-6D859F391B3D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13" name="グラフィックス 412" descr="ユーザー 単色塗りつぶし">
                <a:extLst>
                  <a:ext uri="{FF2B5EF4-FFF2-40B4-BE49-F238E27FC236}">
                    <ns2:creationId id="{718916D6-89E8-9D3C-727C-4C7D228EE5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3809956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14" name="グラフィックス 413" descr="ユーザー 単色塗りつぶし">
                <a:extLst>
                  <a:ext uri="{FF2B5EF4-FFF2-40B4-BE49-F238E27FC236}">
                    <ns2:creationId id="{5B32837D-ED3D-74E3-C1AA-02009E32BB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18" name="コネクタ: カギ線 417">
                <a:extLst>
                  <a:ext uri="{FF2B5EF4-FFF2-40B4-BE49-F238E27FC236}">
                    <ns2:creationId id="{8448682E-F25B-BABC-7589-5A30C688D3B4}"/>
                  </a:ext>
                </a:extLst>
              </p:cNvPr>
              <p:cNvCxnSpPr>
                <a:cxnSpLocks/>
                <a:stCxn id="398" idx="4"/>
                <a:endCxn id="401" idx="2"/>
              </p:cNvCxnSpPr>
              <p:nvPr/>
            </p:nvCxnSpPr>
            <p:spPr>
              <a:xfrm>
                <a:off x="1312700" y="3657990"/>
                <a:ext cx="1373301" cy="256638"/>
              </a:xfrm>
              <a:prstGeom prst="bentConnector3">
                <a:avLst>
                  <a:gd name="adj1" fmla="val 74848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コネクタ: カギ線 418">
                <a:extLst>
                  <a:ext uri="{FF2B5EF4-FFF2-40B4-BE49-F238E27FC236}">
                    <ns2:creationId id="{50C0ACBF-74CB-9430-94AB-A12F3FFE643E}"/>
                  </a:ext>
                </a:extLst>
              </p:cNvPr>
              <p:cNvCxnSpPr>
                <a:cxnSpLocks/>
                <a:stCxn id="413" idx="3"/>
                <a:endCxn id="402" idx="1"/>
              </p:cNvCxnSpPr>
              <p:nvPr/>
            </p:nvCxnSpPr>
            <p:spPr>
              <a:xfrm>
                <a:off x="1516337" y="3914628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コネクタ: カギ線 419">
                <a:extLst>
                  <a:ext uri="{FF2B5EF4-FFF2-40B4-BE49-F238E27FC236}">
                    <ns2:creationId id="{112AC54F-8A9E-6E96-DC3A-AADAB5BBB3C2}"/>
                  </a:ext>
                </a:extLst>
              </p:cNvPr>
              <p:cNvCxnSpPr>
                <a:cxnSpLocks/>
                <a:stCxn id="414" idx="3"/>
                <a:endCxn id="402" idx="1"/>
              </p:cNvCxnSpPr>
              <p:nvPr/>
            </p:nvCxnSpPr>
            <p:spPr>
              <a:xfrm flipV="1">
                <a:off x="1516337" y="4042946"/>
                <a:ext cx="529885" cy="128318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コネクタ: カギ線 420">
                <a:extLst>
                  <a:ext uri="{FF2B5EF4-FFF2-40B4-BE49-F238E27FC236}">
                    <ns2:creationId id="{DE04E4E4-F9EC-3630-EBA1-847AA2692366}"/>
                  </a:ext>
                </a:extLst>
              </p:cNvPr>
              <p:cNvCxnSpPr>
                <a:cxnSpLocks/>
                <a:stCxn id="402" idx="3"/>
                <a:endCxn id="401" idx="2"/>
              </p:cNvCxnSpPr>
              <p:nvPr/>
            </p:nvCxnSpPr>
            <p:spPr>
              <a:xfrm flipV="1">
                <a:off x="2207923" y="3914628"/>
                <a:ext cx="478078" cy="128318"/>
              </a:xfrm>
              <a:prstGeom prst="bentConnector3">
                <a:avLst>
                  <a:gd name="adj1" fmla="val 27695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2" name="直線矢印コネクタ 421">
                <a:extLst>
                  <a:ext uri="{FF2B5EF4-FFF2-40B4-BE49-F238E27FC236}">
                    <ns2:creationId id="{FC562475-C0BB-F9BD-8CB7-3074E1C3808A}"/>
                  </a:ext>
                </a:extLst>
              </p:cNvPr>
              <p:cNvCxnSpPr>
                <a:cxnSpLocks/>
                <a:stCxn id="401" idx="4"/>
                <a:endCxn id="397" idx="1"/>
              </p:cNvCxnSpPr>
              <p:nvPr/>
            </p:nvCxnSpPr>
            <p:spPr>
              <a:xfrm>
                <a:off x="3262001" y="3914628"/>
                <a:ext cx="303423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3" name="フローチャート: 複数書類 422">
                <a:extLst>
                  <a:ext uri="{FF2B5EF4-FFF2-40B4-BE49-F238E27FC236}">
                    <ns2:creationId id="{030F548B-F397-1291-84A6-8C4C2EC90347}"/>
                  </a:ext>
                </a:extLst>
              </p:cNvPr>
              <p:cNvSpPr/>
              <p:nvPr/>
            </p:nvSpPr>
            <p:spPr>
              <a:xfrm>
                <a:off x="2046222" y="480000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26" name="フローチャート: 複数書類 425">
                <a:extLst>
                  <a:ext uri="{FF2B5EF4-FFF2-40B4-BE49-F238E27FC236}">
                    <ns2:creationId id="{6F38DB2E-6336-6BA0-967E-6995B679844E}"/>
                  </a:ext>
                </a:extLst>
              </p:cNvPr>
              <p:cNvSpPr/>
              <p:nvPr/>
            </p:nvSpPr>
            <p:spPr>
              <a:xfrm>
                <a:off x="2046222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3" name="フローチャート: 磁気ディスク 402">
                <a:extLst>
                  <a:ext uri="{FF2B5EF4-FFF2-40B4-BE49-F238E27FC236}">
                    <ns2:creationId id="{7918A00C-5051-5A45-DA63-09FB5BC6BFB7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09" name="フローチャート: 磁気ディスク 408">
                <a:extLst>
                  <a:ext uri="{FF2B5EF4-FFF2-40B4-BE49-F238E27FC236}">
                    <ns2:creationId id="{CD53D7CF-C831-1E2C-7391-62A3B6FD2B65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27" name="グラフィックス 426" descr="ユーザー 単色塗りつぶし">
                <a:extLst>
                  <a:ext uri="{FF2B5EF4-FFF2-40B4-BE49-F238E27FC236}">
                    <ns2:creationId id="{BD986FAF-EC61-0163-7D56-61DA946D5C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63478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8" name="グラフィックス 427" descr="ユーザー 単色塗りつぶし">
                <a:extLst>
                  <a:ext uri="{FF2B5EF4-FFF2-40B4-BE49-F238E27FC236}">
                    <ns2:creationId id="{A60C005E-F640-2C67-F994-9C3E665568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429" name="グラフィックス 428" descr="ユーザー 単色塗りつぶし">
                <a:extLst>
                  <a:ext uri="{FF2B5EF4-FFF2-40B4-BE49-F238E27FC236}">
                    <ns2:creationId id="{F394A6D3-30EC-3B0C-BD76-CC5E2B24B0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3" name="コネクタ: カギ線 432">
                <a:extLst>
                  <a:ext uri="{FF2B5EF4-FFF2-40B4-BE49-F238E27FC236}">
                    <ns2:creationId id="{BD91FB4B-E5AA-7A80-E008-63A6DF39AEF4}"/>
                  </a:ext>
                </a:extLst>
              </p:cNvPr>
              <p:cNvCxnSpPr>
                <a:cxnSpLocks/>
                <a:stCxn id="423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85854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4" name="コネクタ: カギ線 433">
                <a:extLst>
                  <a:ext uri="{FF2B5EF4-FFF2-40B4-BE49-F238E27FC236}">
                    <ns2:creationId id="{38D75ADC-D467-D54C-D0AA-82534DEA10E9}"/>
                  </a:ext>
                </a:extLst>
              </p:cNvPr>
              <p:cNvCxnSpPr>
                <a:cxnSpLocks/>
                <a:stCxn id="42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6" name="フローチャート: 複数書類 435">
                <a:extLst>
                  <a:ext uri="{FF2B5EF4-FFF2-40B4-BE49-F238E27FC236}">
                    <ns2:creationId id="{DC65252A-F150-2B50-A8B0-531EFCEDB656}"/>
                  </a:ext>
                </a:extLst>
              </p:cNvPr>
              <p:cNvSpPr/>
              <p:nvPr/>
            </p:nvSpPr>
            <p:spPr>
              <a:xfrm>
                <a:off x="2046222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438" name="グラフィックス 437" descr="ユーザー 単色塗りつぶし">
                <a:extLst>
                  <a:ext uri="{FF2B5EF4-FFF2-40B4-BE49-F238E27FC236}">
                    <ns2:creationId id="{815224FD-DD63-272C-7A68-7CC2DD89F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439" name="コネクタ: カギ線 438">
                <a:extLst>
                  <a:ext uri="{FF2B5EF4-FFF2-40B4-BE49-F238E27FC236}">
                    <ns2:creationId id="{CE9C300C-7514-52A3-91D8-3876EA4A5FA5}"/>
                  </a:ext>
                </a:extLst>
              </p:cNvPr>
              <p:cNvCxnSpPr>
                <a:cxnSpLocks/>
                <a:stCxn id="436" idx="3"/>
                <a:endCxn id="401" idx="3"/>
              </p:cNvCxnSpPr>
              <p:nvPr/>
            </p:nvCxnSpPr>
            <p:spPr>
              <a:xfrm flipV="1">
                <a:off x="2207923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62" name="グラフィックス 561" descr="開いたフォルダー 単色塗りつぶし">
                <a:extLst>
                  <a:ext uri="{FF2B5EF4-FFF2-40B4-BE49-F238E27FC236}">
                    <ns2:creationId id="{3937007E-06E4-ED08-5645-C8FF7A1196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4" name="グラフィックス 563" descr="ダウンロード 単色塗りつぶし">
                <a:extLst>
                  <a:ext uri="{FF2B5EF4-FFF2-40B4-BE49-F238E27FC236}">
                    <ns2:creationId id="{FBCB1269-2978-CAE0-0958-3B94A4AAA3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6" name="グラフィックス 565" descr="リサーチ 単色塗りつぶし">
                <a:extLst>
                  <a:ext uri="{FF2B5EF4-FFF2-40B4-BE49-F238E27FC236}">
                    <ns2:creationId id="{AA07EB62-F45D-9750-5285-4D41E74B9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68" name="グラフィックス 567" descr="世界 単色塗りつぶし">
                <a:extLst>
                  <a:ext uri="{FF2B5EF4-FFF2-40B4-BE49-F238E27FC236}">
                    <ns2:creationId id="{B9915098-1DB5-F47C-5288-8ADFB8C834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570" name="グラフィックス 569" descr="リンク 単色塗りつぶし">
                <a:extLst>
                  <a:ext uri="{FF2B5EF4-FFF2-40B4-BE49-F238E27FC236}">
                    <ns2:creationId id="{4EA12DD0-FA2D-3323-2DE3-199A0E9A9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575" name="コネクタ: カギ線 574">
                <a:extLst>
                  <a:ext uri="{FF2B5EF4-FFF2-40B4-BE49-F238E27FC236}">
                    <ns2:creationId id="{7C842265-AD10-123F-585A-67ABC141869E}"/>
                  </a:ext>
                </a:extLst>
              </p:cNvPr>
              <p:cNvCxnSpPr>
                <a:cxnSpLocks/>
                <a:stCxn id="427" idx="3"/>
                <a:endCxn id="423" idx="1"/>
              </p:cNvCxnSpPr>
              <p:nvPr/>
            </p:nvCxnSpPr>
            <p:spPr>
              <a:xfrm>
                <a:off x="1516337" y="473945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" name="コネクタ: カギ線 575">
                <a:extLst>
                  <a:ext uri="{FF2B5EF4-FFF2-40B4-BE49-F238E27FC236}">
                    <ns2:creationId id="{D2F9A811-930F-015F-DBB3-E6C940F35A9E}"/>
                  </a:ext>
                </a:extLst>
              </p:cNvPr>
              <p:cNvCxnSpPr>
                <a:cxnSpLocks/>
                <a:stCxn id="428" idx="3"/>
                <a:endCxn id="423" idx="1"/>
              </p:cNvCxnSpPr>
              <p:nvPr/>
            </p:nvCxnSpPr>
            <p:spPr>
              <a:xfrm flipV="1">
                <a:off x="1516337" y="4868393"/>
                <a:ext cx="529885" cy="128940"/>
              </a:xfrm>
              <a:prstGeom prst="bentConnector3">
                <a:avLst>
                  <a:gd name="adj1" fmla="val 25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線矢印コネクタ 582">
                <a:extLst>
                  <a:ext uri="{FF2B5EF4-FFF2-40B4-BE49-F238E27FC236}">
                    <ns2:creationId id="{5645DA78-EF46-510C-B765-F1BDE4FF478A}"/>
                  </a:ext>
                </a:extLst>
              </p:cNvPr>
              <p:cNvCxnSpPr>
                <a:cxnSpLocks/>
                <a:stCxn id="429" idx="3"/>
                <a:endCxn id="426" idx="1"/>
              </p:cNvCxnSpPr>
              <p:nvPr/>
            </p:nvCxnSpPr>
            <p:spPr>
              <a:xfrm>
                <a:off x="1516337" y="5470227"/>
                <a:ext cx="529885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直線矢印コネクタ 583">
                <a:extLst>
                  <a:ext uri="{FF2B5EF4-FFF2-40B4-BE49-F238E27FC236}">
                    <ns2:creationId id="{861D14B1-AB27-3FB8-9DE2-ACFD5131D6EF}"/>
                  </a:ext>
                </a:extLst>
              </p:cNvPr>
              <p:cNvCxnSpPr>
                <a:cxnSpLocks/>
                <a:stCxn id="438" idx="3"/>
                <a:endCxn id="436" idx="1"/>
              </p:cNvCxnSpPr>
              <p:nvPr/>
            </p:nvCxnSpPr>
            <p:spPr>
              <a:xfrm>
                <a:off x="1516337" y="6019553"/>
                <a:ext cx="529885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5" name="正方形/長方形 394">
                <a:extLst>
                  <a:ext uri="{FF2B5EF4-FFF2-40B4-BE49-F238E27FC236}">
                    <ns2:creationId id="{FB1AB555-F5D7-6574-28B4-43D86D985C39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5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560" name="グラフィックス 559" descr="データベース 単色塗りつぶし">
                <a:extLst>
                  <a:ext uri="{FF2B5EF4-FFF2-40B4-BE49-F238E27FC236}">
                    <ns2:creationId id="{E64B62B6-80E5-4B3E-F74C-35745F1F8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</p:grpSp>
        <p:grpSp>
          <p:nvGrpSpPr>
            <p:cNvPr id="132" name="グループ化 131">
              <a:extLst>
                <a:ext uri="{FF2B5EF4-FFF2-40B4-BE49-F238E27FC236}">
                  <ns2:creationId id="{8597FE7F-CD5F-15EF-2894-A2AFA333CF42}"/>
                </a:ext>
              </a:extLst>
            </p:cNvPr>
            <p:cNvGrpSpPr/>
            <p:nvPr/>
          </p:nvGrpSpPr>
          <p:grpSpPr>
            <a:xfrm>
              <a:off x="4195851" y="3038123"/>
              <a:ext cx="3755759" cy="3269430"/>
              <a:chOff x="354367" y="3038123"/>
              <a:chExt cx="3755759" cy="3269430"/>
            </a:xfrm>
          </p:grpSpPr>
          <p:sp>
            <p:nvSpPr>
              <p:cNvPr id="138" name="四角形: 角を丸くする 137">
                <a:extLst>
                  <a:ext uri="{FF2B5EF4-FFF2-40B4-BE49-F238E27FC236}">
                    <ns2:creationId id="{F171ACBB-7190-4102-CA64-D667099844ED}"/>
                  </a:ext>
                </a:extLst>
              </p:cNvPr>
              <p:cNvSpPr/>
              <p:nvPr/>
            </p:nvSpPr>
            <p:spPr>
              <a:xfrm>
                <a:off x="1785406" y="3364416"/>
                <a:ext cx="683333" cy="2943137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50" name="四角形: 角を丸くする 149">
                <a:extLst>
                  <a:ext uri="{FF2B5EF4-FFF2-40B4-BE49-F238E27FC236}">
                    <ns2:creationId id="{6702DF0D-469F-6C70-8D2A-2FF2706972D9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1" name="四角形: 角を丸くする 150">
                <a:extLst>
                  <a:ext uri="{FF2B5EF4-FFF2-40B4-BE49-F238E27FC236}">
                    <ns2:creationId id="{512651DA-F2C6-CF0B-D1D1-48263CE6038A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4" name="四角形: 角を丸くする 153">
                <a:extLst>
                  <a:ext uri="{FF2B5EF4-FFF2-40B4-BE49-F238E27FC236}">
                    <ns2:creationId id="{224B45A0-8E5B-F101-97F4-91F2631F0FFE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8" name="四角形: 角を丸くする 157">
                <a:extLst>
                  <a:ext uri="{FF2B5EF4-FFF2-40B4-BE49-F238E27FC236}">
                    <ns2:creationId id="{8D9F60F8-82DD-35EF-8C67-A823E1D2E2A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9" name="四角形: 角を丸くする 158">
                <a:extLst>
                  <a:ext uri="{FF2B5EF4-FFF2-40B4-BE49-F238E27FC236}">
                    <ns2:creationId id="{C88D69D2-54B2-E15B-6D67-1A9D109C077E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8" name="四角形: 角を丸くする 167">
                <a:extLst>
                  <a:ext uri="{FF2B5EF4-FFF2-40B4-BE49-F238E27FC236}">
                    <ns2:creationId id="{53FD6694-D512-F45E-8FBC-7CC208668107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5" name="正方形/長方形 134">
                <a:extLst>
                  <a:ext uri="{FF2B5EF4-FFF2-40B4-BE49-F238E27FC236}">
                    <ns2:creationId id="{3B56A0B7-D87C-12F0-5826-294412AD932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36" name="正方形/長方形 135">
                <a:extLst>
                  <a:ext uri="{FF2B5EF4-FFF2-40B4-BE49-F238E27FC236}">
                    <ns2:creationId id="{665D205F-8BB9-4169-3A35-1CAD61FFE89D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7" name="正方形/長方形 136">
                <a:extLst>
                  <a:ext uri="{FF2B5EF4-FFF2-40B4-BE49-F238E27FC236}">
                    <ns2:creationId id="{E9D89847-5B4B-4DD8-0081-3FD836B69AC5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39" name="正方形/長方形 138">
                <a:extLst>
                  <a:ext uri="{FF2B5EF4-FFF2-40B4-BE49-F238E27FC236}">
                    <ns2:creationId id="{6E5F7266-0FFD-1C51-3AD9-67EAB877CE4B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0" name="正方形/長方形 139">
                <a:extLst>
                  <a:ext uri="{FF2B5EF4-FFF2-40B4-BE49-F238E27FC236}">
                    <ns2:creationId id="{BC17145E-316C-486B-A7F7-158F865E8EBB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1" name="正方形/長方形 140">
                <a:extLst>
                  <a:ext uri="{FF2B5EF4-FFF2-40B4-BE49-F238E27FC236}">
                    <ns2:creationId id="{A23EDFC2-D7A3-4E53-4F71-5354942B29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42" name="Grafik 3">
                <a:extLst>
                  <a:ext uri="{FF2B5EF4-FFF2-40B4-BE49-F238E27FC236}">
                    <ns2:creationId id="{088EFA2B-1D1B-E80B-2626-F79E532CE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143" name="図 142">
                <a:extLst>
                  <a:ext uri="{FF2B5EF4-FFF2-40B4-BE49-F238E27FC236}">
                    <ns2:creationId id="{E58DCBE6-6D99-EB94-E44B-469BF137D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147" name="フローチャート: 磁気ディスク 146">
                <a:extLst>
                  <a:ext uri="{FF2B5EF4-FFF2-40B4-BE49-F238E27FC236}">
                    <ns2:creationId id="{E638C029-F852-CC95-3182-3A0CF74BC1C1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148" name="フローチャート: 複数書類 147">
                <a:extLst>
                  <a:ext uri="{FF2B5EF4-FFF2-40B4-BE49-F238E27FC236}">
                    <ns2:creationId id="{9F3695A7-2662-2CF1-DDE8-2197758D1F10}"/>
                  </a:ext>
                </a:extLst>
              </p:cNvPr>
              <p:cNvSpPr/>
              <p:nvPr/>
            </p:nvSpPr>
            <p:spPr>
              <a:xfrm>
                <a:off x="2046223" y="4102881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152" name="直線コネクタ 151">
                <a:extLst>
                  <a:ext uri="{FF2B5EF4-FFF2-40B4-BE49-F238E27FC236}">
                    <ns2:creationId id="{8880C905-5768-32D7-153C-20CA23D762C2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線コネクタ 152">
                <a:extLst>
                  <a:ext uri="{FF2B5EF4-FFF2-40B4-BE49-F238E27FC236}">
                    <ns2:creationId id="{5D0F2ACD-D3B4-D941-6AF3-BAD7E7D54A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57" name="グラフィックス 156" descr="ユーザー 単色塗りつぶし">
                <a:extLst>
                  <a:ext uri="{FF2B5EF4-FFF2-40B4-BE49-F238E27FC236}">
                    <ns2:creationId id="{50C77D12-7167-7735-2AB7-014952E3A2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066592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60" name="コネクタ: カギ線 159">
                <a:extLst>
                  <a:ext uri="{FF2B5EF4-FFF2-40B4-BE49-F238E27FC236}">
                    <ns2:creationId id="{3307A711-2DD8-1EFC-968D-484DEA7CD754}"/>
                  </a:ext>
                </a:extLst>
              </p:cNvPr>
              <p:cNvCxnSpPr>
                <a:cxnSpLocks/>
                <a:stCxn id="144" idx="4"/>
                <a:endCxn id="14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75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コネクタ: カギ線 161">
                <a:extLst>
                  <a:ext uri="{FF2B5EF4-FFF2-40B4-BE49-F238E27FC236}">
                    <ns2:creationId id="{663D2EDD-21DE-A78F-4D6B-06DEF81E79EF}"/>
                  </a:ext>
                </a:extLst>
              </p:cNvPr>
              <p:cNvCxnSpPr>
                <a:cxnSpLocks/>
                <a:stCxn id="157" idx="3"/>
                <a:endCxn id="148" idx="1"/>
              </p:cNvCxnSpPr>
              <p:nvPr/>
            </p:nvCxnSpPr>
            <p:spPr>
              <a:xfrm>
                <a:off x="1516337" y="4171264"/>
                <a:ext cx="529886" cy="1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コネクタ: カギ線 162">
                <a:extLst>
                  <a:ext uri="{FF2B5EF4-FFF2-40B4-BE49-F238E27FC236}">
                    <ns2:creationId id="{3ED36472-47BA-53A1-0B94-33FCA5AB5517}"/>
                  </a:ext>
                </a:extLst>
              </p:cNvPr>
              <p:cNvCxnSpPr>
                <a:cxnSpLocks/>
                <a:stCxn id="148" idx="3"/>
                <a:endCxn id="147" idx="2"/>
              </p:cNvCxnSpPr>
              <p:nvPr/>
            </p:nvCxnSpPr>
            <p:spPr>
              <a:xfrm flipV="1">
                <a:off x="2207924" y="3914628"/>
                <a:ext cx="478078" cy="256637"/>
              </a:xfrm>
              <a:prstGeom prst="bentConnector3">
                <a:avLst>
                  <a:gd name="adj1" fmla="val 28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線矢印コネクタ 163">
                <a:extLst>
                  <a:ext uri="{FF2B5EF4-FFF2-40B4-BE49-F238E27FC236}">
                    <ns2:creationId id="{A6C43F8D-347A-B372-2814-30E65292C45D}"/>
                  </a:ext>
                </a:extLst>
              </p:cNvPr>
              <p:cNvCxnSpPr>
                <a:cxnSpLocks/>
                <a:stCxn id="147" idx="4"/>
                <a:endCxn id="143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フローチャート: 複数書類 164">
                <a:extLst>
                  <a:ext uri="{FF2B5EF4-FFF2-40B4-BE49-F238E27FC236}">
                    <ns2:creationId id="{EBDE570E-5CC3-8553-6CB0-5533A379D7F7}"/>
                  </a:ext>
                </a:extLst>
              </p:cNvPr>
              <p:cNvSpPr/>
              <p:nvPr/>
            </p:nvSpPr>
            <p:spPr>
              <a:xfrm>
                <a:off x="2046223" y="492894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6" name="フローチャート: 複数書類 165">
                <a:extLst>
                  <a:ext uri="{FF2B5EF4-FFF2-40B4-BE49-F238E27FC236}">
                    <ns2:creationId id="{F47AA612-801E-511F-D7F6-871349EE0E9B}"/>
                  </a:ext>
                </a:extLst>
              </p:cNvPr>
              <p:cNvSpPr/>
              <p:nvPr/>
            </p:nvSpPr>
            <p:spPr>
              <a:xfrm>
                <a:off x="2046223" y="5401844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1" name="グラフィックス 170" descr="ユーザー 単色塗りつぶし">
                <a:extLst>
                  <a:ext uri="{FF2B5EF4-FFF2-40B4-BE49-F238E27FC236}">
                    <ns2:creationId id="{1EEA1193-31ED-592D-D6E0-2106482097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4892661"/>
                <a:ext cx="209344" cy="209344"/>
              </a:xfrm>
              <a:prstGeom prst="rect">
                <a:avLst/>
              </a:prstGeom>
            </p:spPr>
          </p:pic>
          <p:pic>
            <p:nvPicPr>
              <p:cNvPr id="172" name="グラフィックス 171" descr="ユーザー 単色塗りつぶし">
                <a:extLst>
                  <a:ext uri="{FF2B5EF4-FFF2-40B4-BE49-F238E27FC236}">
                    <ns2:creationId id="{8FAD23B7-D1A8-01CB-EED4-EB40766203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365555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3" name="コネクタ: カギ線 172">
                <a:extLst>
                  <a:ext uri="{FF2B5EF4-FFF2-40B4-BE49-F238E27FC236}">
                    <ns2:creationId id="{838D0FAB-46DC-3F2C-3A34-9F00D1E6B4A7}"/>
                  </a:ext>
                </a:extLst>
              </p:cNvPr>
              <p:cNvCxnSpPr>
                <a:cxnSpLocks/>
                <a:stCxn id="16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コネクタ: カギ線 173">
                <a:extLst>
                  <a:ext uri="{FF2B5EF4-FFF2-40B4-BE49-F238E27FC236}">
                    <ns2:creationId id="{48A81575-D4ED-7745-BBBC-9F7755C1024A}"/>
                  </a:ext>
                </a:extLst>
              </p:cNvPr>
              <p:cNvCxnSpPr>
                <a:cxnSpLocks/>
                <a:stCxn id="166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フローチャート: 複数書類 174">
                <a:extLst>
                  <a:ext uri="{FF2B5EF4-FFF2-40B4-BE49-F238E27FC236}">
                    <ns2:creationId id="{153B6125-944F-0C2D-18BF-F1E27ABB2F0F}"/>
                  </a:ext>
                </a:extLst>
              </p:cNvPr>
              <p:cNvSpPr/>
              <p:nvPr/>
            </p:nvSpPr>
            <p:spPr>
              <a:xfrm>
                <a:off x="2046223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76" name="グラフィックス 175" descr="ユーザー 単色塗りつぶし">
                <a:extLst>
                  <a:ext uri="{FF2B5EF4-FFF2-40B4-BE49-F238E27FC236}">
                    <ns2:creationId id="{6A644112-BBD0-C45F-2A98-E1BB13D7AB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177" name="コネクタ: カギ線 176">
                <a:extLst>
                  <a:ext uri="{FF2B5EF4-FFF2-40B4-BE49-F238E27FC236}">
                    <ns2:creationId id="{DAFA2871-2D93-9AE4-57FC-FC391691ADFB}"/>
                  </a:ext>
                </a:extLst>
              </p:cNvPr>
              <p:cNvCxnSpPr>
                <a:cxnSpLocks/>
                <a:stCxn id="175" idx="3"/>
                <a:endCxn id="147" idx="3"/>
              </p:cNvCxnSpPr>
              <p:nvPr/>
            </p:nvCxnSpPr>
            <p:spPr>
              <a:xfrm flipV="1">
                <a:off x="2207924" y="4009847"/>
                <a:ext cx="766078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78" name="グラフィックス 177" descr="開いたフォルダー 単色塗りつぶし">
                <a:extLst>
                  <a:ext uri="{FF2B5EF4-FFF2-40B4-BE49-F238E27FC236}">
                    <ns2:creationId id="{603D751F-54BA-CE8C-A469-9B8AD9ED1D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79" name="グラフィックス 178" descr="ダウンロード 単色塗りつぶし">
                <a:extLst>
                  <a:ext uri="{FF2B5EF4-FFF2-40B4-BE49-F238E27FC236}">
                    <ns2:creationId id="{8F92D768-B56A-9377-A8C8-CB278DE693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0" name="グラフィックス 179" descr="リサーチ 単色塗りつぶし">
                <a:extLst>
                  <a:ext uri="{FF2B5EF4-FFF2-40B4-BE49-F238E27FC236}">
                    <ns2:creationId id="{C993E7C8-095C-76F0-361B-BBEC95E4F3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1" name="グラフィックス 180" descr="世界 単色塗りつぶし">
                <a:extLst>
                  <a:ext uri="{FF2B5EF4-FFF2-40B4-BE49-F238E27FC236}">
                    <ns2:creationId id="{26653BE7-06FC-BF30-459F-BFC3D2599F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82" name="グラフィックス 181" descr="リンク 単色塗りつぶし">
                <a:extLst>
                  <a:ext uri="{FF2B5EF4-FFF2-40B4-BE49-F238E27FC236}">
                    <ns2:creationId id="{C5E570B7-4A2C-F9BB-03C9-1A214A7078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185" name="直線矢印コネクタ 184">
                <a:extLst>
                  <a:ext uri="{FF2B5EF4-FFF2-40B4-BE49-F238E27FC236}">
                    <ns2:creationId id="{13AB43B3-FE24-18B4-C4A7-FB4CA7849F4D}"/>
                  </a:ext>
                </a:extLst>
              </p:cNvPr>
              <p:cNvCxnSpPr>
                <a:cxnSpLocks/>
                <a:stCxn id="172" idx="3"/>
                <a:endCxn id="166" idx="1"/>
              </p:cNvCxnSpPr>
              <p:nvPr/>
            </p:nvCxnSpPr>
            <p:spPr>
              <a:xfrm>
                <a:off x="1516337" y="5470227"/>
                <a:ext cx="529886" cy="1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直線矢印コネクタ 185">
                <a:extLst>
                  <a:ext uri="{FF2B5EF4-FFF2-40B4-BE49-F238E27FC236}">
                    <ns2:creationId id="{1ACB29C2-2D05-8EED-3127-F6395D23C95B}"/>
                  </a:ext>
                </a:extLst>
              </p:cNvPr>
              <p:cNvCxnSpPr>
                <a:cxnSpLocks/>
                <a:stCxn id="176" idx="3"/>
                <a:endCxn id="175" idx="1"/>
              </p:cNvCxnSpPr>
              <p:nvPr/>
            </p:nvCxnSpPr>
            <p:spPr>
              <a:xfrm>
                <a:off x="1516337" y="601955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" name="正方形/長方形 186">
                <a:extLst>
                  <a:ext uri="{FF2B5EF4-FFF2-40B4-BE49-F238E27FC236}">
                    <ns2:creationId id="{F19D0496-A2D2-C711-A956-86DEA87F9D51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7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188" name="グラフィックス 187" descr="データベース 単色塗りつぶし">
                <a:extLst>
                  <a:ext uri="{FF2B5EF4-FFF2-40B4-BE49-F238E27FC236}">
                    <ns2:creationId id="{5C652462-379C-A18A-44BA-8F95E909F2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372" name="直線矢印コネクタ 371">
                <a:extLst>
                  <a:ext uri="{FF2B5EF4-FFF2-40B4-BE49-F238E27FC236}">
                    <ns2:creationId id="{6953BE39-437F-3B95-FBC4-5388C52BFEDA}"/>
                  </a:ext>
                </a:extLst>
              </p:cNvPr>
              <p:cNvCxnSpPr>
                <a:cxnSpLocks/>
                <a:stCxn id="171" idx="3"/>
                <a:endCxn id="165" idx="1"/>
              </p:cNvCxnSpPr>
              <p:nvPr/>
            </p:nvCxnSpPr>
            <p:spPr>
              <a:xfrm>
                <a:off x="1516337" y="4997333"/>
                <a:ext cx="529886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0" name="コネクタ: カギ線 679">
                <a:extLst>
                  <a:ext uri="{FF2B5EF4-FFF2-40B4-BE49-F238E27FC236}">
                    <ns2:creationId id="{5887412A-2D6A-0601-C08D-419DE396269A}"/>
                  </a:ext>
                </a:extLst>
              </p:cNvPr>
              <p:cNvCxnSpPr>
                <a:cxnSpLocks/>
                <a:stCxn id="167" idx="4"/>
                <a:endCxn id="14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4" name="フローチャート: 磁気ディスク 143">
                <a:extLst>
                  <a:ext uri="{FF2B5EF4-FFF2-40B4-BE49-F238E27FC236}">
                    <ns2:creationId id="{3769973B-023F-47A5-94EA-2A2BF81FC1F4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5" name="フローチャート: 磁気ディスク 144">
                <a:extLst>
                  <a:ext uri="{FF2B5EF4-FFF2-40B4-BE49-F238E27FC236}">
                    <ns2:creationId id="{C4E2CFBA-2BED-4A4F-8A6C-4D952AAF0E97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6" name="フローチャート: 磁気ディスク 145">
                <a:extLst>
                  <a:ext uri="{FF2B5EF4-FFF2-40B4-BE49-F238E27FC236}">
                    <ns2:creationId id="{413D5A84-25D7-442F-54AA-66A6E7F3AFC2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49" name="フローチャート: 磁気ディスク 148">
                <a:extLst>
                  <a:ext uri="{FF2B5EF4-FFF2-40B4-BE49-F238E27FC236}">
                    <ns2:creationId id="{2C9C4DE8-EDDB-5038-D54B-CEE0F1C8FFED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55" name="フローチャート: 磁気ディスク 154">
                <a:extLst>
                  <a:ext uri="{FF2B5EF4-FFF2-40B4-BE49-F238E27FC236}">
                    <ns2:creationId id="{682B5648-E50C-ADAB-35B2-087C184695DC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7" name="フローチャート: 磁気ディスク 166">
                <a:extLst>
                  <a:ext uri="{FF2B5EF4-FFF2-40B4-BE49-F238E27FC236}">
                    <ns2:creationId id="{6DAEC5AF-93E6-AFCB-75CB-CE9C4D107526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169" name="フローチャート: 磁気ディスク 168">
                <a:extLst>
                  <a:ext uri="{FF2B5EF4-FFF2-40B4-BE49-F238E27FC236}">
                    <ns2:creationId id="{64B980D6-1690-A9BC-CBE1-BF86FBEF9C0D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cxnSp>
          <p:nvCxnSpPr>
            <p:cNvPr id="377" name="直線矢印コネクタ 376">
              <a:extLst>
                <a:ext uri="{FF2B5EF4-FFF2-40B4-BE49-F238E27FC236}">
                  <ns2:creationId id="{F94EC67E-ABA9-7AEC-D7E5-D84B4665B619}"/>
                </a:ext>
              </a:extLst>
            </p:cNvPr>
            <p:cNvCxnSpPr>
              <a:stCxn id="145" idx="4"/>
              <a:endCxn id="147" idx="2"/>
            </p:cNvCxnSpPr>
            <p:nvPr/>
          </p:nvCxnSpPr>
          <p:spPr>
            <a:xfrm>
              <a:off x="5154184" y="3914628"/>
              <a:ext cx="1373302" cy="0"/>
            </a:xfrm>
            <a:prstGeom prst="straightConnector1">
              <a:avLst/>
            </a:prstGeom>
            <a:ln w="9525">
              <a:solidFill>
                <a:srgbClr val="168A16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6" name="グループ化 385">
              <a:extLst>
                <a:ext uri="{FF2B5EF4-FFF2-40B4-BE49-F238E27FC236}">
                  <ns2:creationId id="{247D1586-A8B3-D000-2599-F0F2C4265705}"/>
                </a:ext>
              </a:extLst>
            </p:cNvPr>
            <p:cNvGrpSpPr/>
            <p:nvPr/>
          </p:nvGrpSpPr>
          <p:grpSpPr>
            <a:xfrm>
              <a:off x="8037334" y="3038123"/>
              <a:ext cx="3755759" cy="3269430"/>
              <a:chOff x="354367" y="3038123"/>
              <a:chExt cx="3755759" cy="3269430"/>
            </a:xfrm>
          </p:grpSpPr>
          <p:sp>
            <p:nvSpPr>
              <p:cNvPr id="392" name="四角形: 角を丸くする 391">
                <a:extLst>
                  <a:ext uri="{FF2B5EF4-FFF2-40B4-BE49-F238E27FC236}">
                    <ns2:creationId id="{06E169F7-9CBB-7A27-1C5A-AB13DAEEFA06}"/>
                  </a:ext>
                </a:extLst>
              </p:cNvPr>
              <p:cNvSpPr/>
              <p:nvPr/>
            </p:nvSpPr>
            <p:spPr>
              <a:xfrm>
                <a:off x="1785406" y="5731552"/>
                <a:ext cx="683333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42" name="四角形: 角を丸くする 441">
                <a:extLst>
                  <a:ext uri="{FF2B5EF4-FFF2-40B4-BE49-F238E27FC236}">
                    <ns2:creationId id="{CB926667-C9FB-08BC-243C-FC1AB5D1CF96}"/>
                  </a:ext>
                </a:extLst>
              </p:cNvPr>
              <p:cNvSpPr/>
              <p:nvPr/>
            </p:nvSpPr>
            <p:spPr>
              <a:xfrm>
                <a:off x="696763" y="3364416"/>
                <a:ext cx="1006111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3" name="四角形: 角を丸くする 442">
                <a:extLst>
                  <a:ext uri="{FF2B5EF4-FFF2-40B4-BE49-F238E27FC236}">
                    <ns2:creationId id="{5D8206D4-CAEE-57C5-5FD8-F79F8295AF10}"/>
                  </a:ext>
                </a:extLst>
              </p:cNvPr>
              <p:cNvSpPr/>
              <p:nvPr/>
            </p:nvSpPr>
            <p:spPr>
              <a:xfrm>
                <a:off x="696763" y="5196624"/>
                <a:ext cx="1006111" cy="503361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7" name="四角形: 角を丸くする 446">
                <a:extLst>
                  <a:ext uri="{FF2B5EF4-FFF2-40B4-BE49-F238E27FC236}">
                    <ns2:creationId id="{DFFD69B4-6E89-427A-D28D-8AA83948797D}"/>
                  </a:ext>
                </a:extLst>
              </p:cNvPr>
              <p:cNvSpPr/>
              <p:nvPr/>
            </p:nvSpPr>
            <p:spPr>
              <a:xfrm>
                <a:off x="696763" y="5731552"/>
                <a:ext cx="1006111" cy="576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6" name="コネクタ: カギ線 645">
                <a:extLst>
                  <a:ext uri="{FF2B5EF4-FFF2-40B4-BE49-F238E27FC236}">
                    <ns2:creationId id="{13B409DE-97F2-AFB2-BA0F-13CC53EB21ED}"/>
                  </a:ext>
                </a:extLst>
              </p:cNvPr>
              <p:cNvCxnSpPr>
                <a:cxnSpLocks/>
                <a:stCxn id="435" idx="4"/>
                <a:endCxn id="437" idx="2"/>
              </p:cNvCxnSpPr>
              <p:nvPr/>
            </p:nvCxnSpPr>
            <p:spPr>
              <a:xfrm flipV="1">
                <a:off x="1312700" y="3914628"/>
                <a:ext cx="1373302" cy="256637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1" name="四角形: 角を丸くする 650">
                <a:extLst>
                  <a:ext uri="{FF2B5EF4-FFF2-40B4-BE49-F238E27FC236}">
                    <ns2:creationId id="{7D2702D0-C656-91F2-1B41-C2E9AEB8175F}"/>
                  </a:ext>
                </a:extLst>
              </p:cNvPr>
              <p:cNvSpPr/>
              <p:nvPr/>
            </p:nvSpPr>
            <p:spPr>
              <a:xfrm>
                <a:off x="696763" y="4437333"/>
                <a:ext cx="1006111" cy="733498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55" name="コネクタ: カギ線 654">
                <a:extLst>
                  <a:ext uri="{FF2B5EF4-FFF2-40B4-BE49-F238E27FC236}">
                    <ns2:creationId id="{E30F1749-FA27-2126-E7B5-94FD7A6FD2FB}"/>
                  </a:ext>
                </a:extLst>
              </p:cNvPr>
              <p:cNvCxnSpPr>
                <a:cxnSpLocks/>
                <a:stCxn id="652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98748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7" name="正方形/長方形 386">
                <a:extLst>
                  <a:ext uri="{FF2B5EF4-FFF2-40B4-BE49-F238E27FC236}">
                    <ns2:creationId id="{CF7B252A-6B77-9E8B-EAA3-FCE1CB368BAA}"/>
                  </a:ext>
                </a:extLst>
              </p:cNvPr>
              <p:cNvSpPr/>
              <p:nvPr/>
            </p:nvSpPr>
            <p:spPr>
              <a:xfrm>
                <a:off x="1785406" y="3038123"/>
                <a:ext cx="683333" cy="288000"/>
              </a:xfrm>
              <a:prstGeom prst="rect">
                <a:avLst/>
              </a:prstGeom>
              <a:solidFill>
                <a:schemeClr val="bg1">
                  <a:lumMod val="75000"/>
                  <a:alpha val="9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44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88" name="正方形/長方形 387">
                <a:extLst>
                  <a:ext uri="{FF2B5EF4-FFF2-40B4-BE49-F238E27FC236}">
                    <ns2:creationId id="{5AEADA23-DCEF-59D3-B38F-75BC15E97217}"/>
                  </a:ext>
                </a:extLst>
              </p:cNvPr>
              <p:cNvSpPr/>
              <p:nvPr/>
            </p:nvSpPr>
            <p:spPr>
              <a:xfrm>
                <a:off x="2551271" y="3038123"/>
                <a:ext cx="845460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0" name="正方形/長方形 389">
                <a:extLst>
                  <a:ext uri="{FF2B5EF4-FFF2-40B4-BE49-F238E27FC236}">
                    <ns2:creationId id="{AAC3DB17-3A2B-9A2F-5360-6AF5CD68075C}"/>
                  </a:ext>
                </a:extLst>
              </p:cNvPr>
              <p:cNvSpPr/>
              <p:nvPr/>
            </p:nvSpPr>
            <p:spPr>
              <a:xfrm>
                <a:off x="3479262" y="3038123"/>
                <a:ext cx="630864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1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BI</a:t>
                </a:r>
                <a:endParaRPr kumimoji="1" lang="ja-JP" altLang="en-US" sz="11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394" name="正方形/長方形 393">
                <a:extLst>
                  <a:ext uri="{FF2B5EF4-FFF2-40B4-BE49-F238E27FC236}">
                    <ns2:creationId id="{FBE7688F-F705-BCC0-6DCE-5F1A1E395C1E}"/>
                  </a:ext>
                </a:extLst>
              </p:cNvPr>
              <p:cNvSpPr/>
              <p:nvPr/>
            </p:nvSpPr>
            <p:spPr>
              <a:xfrm>
                <a:off x="354367" y="4437333"/>
                <a:ext cx="288000" cy="1262651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25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396" name="正方形/長方形 395">
                <a:extLst>
                  <a:ext uri="{FF2B5EF4-FFF2-40B4-BE49-F238E27FC236}">
                    <ns2:creationId id="{EEABC20E-9947-6F0B-9FC3-32DF2B6B14D9}"/>
                  </a:ext>
                </a:extLst>
              </p:cNvPr>
              <p:cNvSpPr/>
              <p:nvPr/>
            </p:nvSpPr>
            <p:spPr>
              <a:xfrm>
                <a:off x="354367" y="5731553"/>
                <a:ext cx="288000" cy="576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80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sp>
            <p:nvSpPr>
              <p:cNvPr id="424" name="正方形/長方形 423">
                <a:extLst>
                  <a:ext uri="{FF2B5EF4-FFF2-40B4-BE49-F238E27FC236}">
                    <ns2:creationId id="{549B530F-37CD-4D01-21F9-F009FE4B3115}"/>
                  </a:ext>
                </a:extLst>
              </p:cNvPr>
              <p:cNvSpPr/>
              <p:nvPr/>
            </p:nvSpPr>
            <p:spPr>
              <a:xfrm>
                <a:off x="354367" y="3364416"/>
                <a:ext cx="288000" cy="1044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144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425" name="Grafik 3">
                <a:extLst>
                  <a:ext uri="{FF2B5EF4-FFF2-40B4-BE49-F238E27FC236}">
                    <ns2:creationId id="{9A90A7C9-2D07-8F59-FF3C-DD6AB5B2F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ns4:useLocalDpi val="0"/>
                  </a:ext>
                </a:extLst>
              </a:blip>
              <a:stretch>
                <a:fillRect/>
              </a:stretch>
            </p:blipFill>
            <p:spPr>
              <a:xfrm>
                <a:off x="413285" y="3591716"/>
                <a:ext cx="170165" cy="121091"/>
              </a:xfrm>
              <a:prstGeom prst="rect">
                <a:avLst/>
              </a:prstGeom>
              <a:ln w="9525" cap="flat" cmpd="sng" algn="ctr">
                <a:solidFill>
                  <a:srgbClr val="808080">
                    <a:alpha val="2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</p:spPr>
          </p:pic>
          <p:pic>
            <p:nvPicPr>
              <p:cNvPr id="430" name="図 429">
                <a:extLst>
                  <a:ext uri="{FF2B5EF4-FFF2-40B4-BE49-F238E27FC236}">
                    <ns2:creationId id="{ECF79B22-5D42-ADE1-5A25-B297DE6DC5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424" y="3808485"/>
                <a:ext cx="458540" cy="212287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437" name="フローチャート: 磁気ディスク 436">
                <a:extLst>
                  <a:ext uri="{FF2B5EF4-FFF2-40B4-BE49-F238E27FC236}">
                    <ns2:creationId id="{8AC34171-401C-2576-4C34-6746ED6ED3B6}"/>
                  </a:ext>
                </a:extLst>
              </p:cNvPr>
              <p:cNvSpPr/>
              <p:nvPr/>
            </p:nvSpPr>
            <p:spPr>
              <a:xfrm>
                <a:off x="2686002" y="3819408"/>
                <a:ext cx="576000" cy="190439"/>
              </a:xfrm>
              <a:prstGeom prst="flowChartMagneticDisk">
                <a:avLst/>
              </a:prstGeom>
              <a:solidFill>
                <a:srgbClr val="168A16"/>
              </a:solidFill>
              <a:ln w="95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kumimoji="1" lang="en-US" altLang="ja-JP" sz="8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cxnSp>
            <p:nvCxnSpPr>
              <p:cNvPr id="444" name="直線コネクタ 443">
                <a:extLst>
                  <a:ext uri="{FF2B5EF4-FFF2-40B4-BE49-F238E27FC236}">
                    <ns2:creationId id="{03DA426D-219C-0ED1-C960-17F7593F8F80}"/>
                  </a:ext>
                </a:extLst>
              </p:cNvPr>
              <p:cNvCxnSpPr/>
              <p:nvPr/>
            </p:nvCxnSpPr>
            <p:spPr>
              <a:xfrm>
                <a:off x="1024700" y="4300510"/>
                <a:ext cx="0" cy="92765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直線コネクタ 444">
                <a:extLst>
                  <a:ext uri="{FF2B5EF4-FFF2-40B4-BE49-F238E27FC236}">
                    <ns2:creationId id="{AC8865A7-94C6-E193-7448-2EB801E403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4274" y="5602207"/>
                <a:ext cx="853" cy="74380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sysDot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四角形: 角を丸くする 641">
                <a:extLst>
                  <a:ext uri="{FF2B5EF4-FFF2-40B4-BE49-F238E27FC236}">
                    <ns2:creationId id="{EE5EA3AC-C71D-0116-FD5F-20B9B8D04301}"/>
                  </a:ext>
                </a:extLst>
              </p:cNvPr>
              <p:cNvSpPr/>
              <p:nvPr/>
            </p:nvSpPr>
            <p:spPr>
              <a:xfrm>
                <a:off x="2551271" y="3364417"/>
                <a:ext cx="845460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GCP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3" name="四角形: 角を丸くする 642">
                <a:extLst>
                  <a:ext uri="{FF2B5EF4-FFF2-40B4-BE49-F238E27FC236}">
                    <ns2:creationId id="{0CCD17C5-0053-13DC-0CCC-FE745F63D185}"/>
                  </a:ext>
                </a:extLst>
              </p:cNvPr>
              <p:cNvSpPr/>
              <p:nvPr/>
            </p:nvSpPr>
            <p:spPr>
              <a:xfrm>
                <a:off x="3479263" y="3364417"/>
                <a:ext cx="630863" cy="1044000"/>
              </a:xfrm>
              <a:prstGeom prst="roundRect">
                <a:avLst>
                  <a:gd name="adj" fmla="val 2564"/>
                </a:avLst>
              </a:prstGeom>
              <a:solidFill>
                <a:srgbClr val="168A16">
                  <a:alpha val="5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cxnSp>
            <p:nvCxnSpPr>
              <p:cNvPr id="644" name="コネクタ: カギ線 643">
                <a:extLst>
                  <a:ext uri="{FF2B5EF4-FFF2-40B4-BE49-F238E27FC236}">
                    <ns2:creationId id="{F73BD63C-4A25-D250-4BBB-0C48AD0343D6}"/>
                  </a:ext>
                </a:extLst>
              </p:cNvPr>
              <p:cNvCxnSpPr>
                <a:cxnSpLocks/>
                <a:stCxn id="431" idx="4"/>
                <a:endCxn id="437" idx="2"/>
              </p:cNvCxnSpPr>
              <p:nvPr/>
            </p:nvCxnSpPr>
            <p:spPr>
              <a:xfrm>
                <a:off x="1312700" y="3657990"/>
                <a:ext cx="1373302" cy="256638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直線矢印コネクタ 646">
                <a:extLst>
                  <a:ext uri="{FF2B5EF4-FFF2-40B4-BE49-F238E27FC236}">
                    <ns2:creationId id="{B8FD112C-0971-3306-01EE-B6D6622022AF}"/>
                  </a:ext>
                </a:extLst>
              </p:cNvPr>
              <p:cNvCxnSpPr>
                <a:cxnSpLocks/>
                <a:stCxn id="437" idx="4"/>
                <a:endCxn id="430" idx="1"/>
              </p:cNvCxnSpPr>
              <p:nvPr/>
            </p:nvCxnSpPr>
            <p:spPr>
              <a:xfrm>
                <a:off x="3262002" y="3914628"/>
                <a:ext cx="303422" cy="1"/>
              </a:xfrm>
              <a:prstGeom prst="straightConnector1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6" name="コネクタ: カギ線 655">
                <a:extLst>
                  <a:ext uri="{FF2B5EF4-FFF2-40B4-BE49-F238E27FC236}">
                    <ns2:creationId id="{DB6834E6-1EBF-DC57-72EA-971C3DC06AF3}"/>
                  </a:ext>
                </a:extLst>
              </p:cNvPr>
              <p:cNvCxnSpPr>
                <a:cxnSpLocks/>
                <a:stCxn id="441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1460381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7" name="フローチャート: 複数書類 656">
                <a:extLst>
                  <a:ext uri="{FF2B5EF4-FFF2-40B4-BE49-F238E27FC236}">
                    <ns2:creationId id="{3A28E026-8E45-92FB-4CDD-5E0A8B6BA216}"/>
                  </a:ext>
                </a:extLst>
              </p:cNvPr>
              <p:cNvSpPr/>
              <p:nvPr/>
            </p:nvSpPr>
            <p:spPr>
              <a:xfrm>
                <a:off x="1894506" y="5951169"/>
                <a:ext cx="161701" cy="136767"/>
              </a:xfrm>
              <a:prstGeom prst="flowChartMultidocument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en-US" altLang="ja-JP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658" name="グラフィックス 657" descr="ユーザー 単色塗りつぶし">
                <a:extLst>
                  <a:ext uri="{FF2B5EF4-FFF2-40B4-BE49-F238E27FC236}">
                    <ns2:creationId id="{5CED9684-C0B8-68CF-69C8-4A3FBB8EA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1306993" y="5914881"/>
                <a:ext cx="209344" cy="209344"/>
              </a:xfrm>
              <a:prstGeom prst="rect">
                <a:avLst/>
              </a:prstGeom>
            </p:spPr>
          </p:pic>
          <p:cxnSp>
            <p:nvCxnSpPr>
              <p:cNvPr id="659" name="コネクタ: カギ線 658">
                <a:extLst>
                  <a:ext uri="{FF2B5EF4-FFF2-40B4-BE49-F238E27FC236}">
                    <ns2:creationId id="{CF51EAB1-0470-0B9C-3305-DD98643AE09F}"/>
                  </a:ext>
                </a:extLst>
              </p:cNvPr>
              <p:cNvCxnSpPr>
                <a:cxnSpLocks/>
                <a:stCxn id="657" idx="3"/>
                <a:endCxn id="437" idx="3"/>
              </p:cNvCxnSpPr>
              <p:nvPr/>
            </p:nvCxnSpPr>
            <p:spPr>
              <a:xfrm flipV="1">
                <a:off x="2056207" y="4009847"/>
                <a:ext cx="917795" cy="20097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60" name="グラフィックス 659" descr="開いたフォルダー 単色塗りつぶし">
                <a:extLst>
                  <a:ext uri="{FF2B5EF4-FFF2-40B4-BE49-F238E27FC236}">
                    <ns2:creationId id="{0B466E9C-D425-D1A4-B148-7A109B6F10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6"/>
                  </a:ext>
                </a:extLst>
              </a:blip>
              <a:stretch>
                <a:fillRect/>
              </a:stretch>
            </p:blipFill>
            <p:spPr>
              <a:xfrm>
                <a:off x="178540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1" name="グラフィックス 660" descr="ダウンロード 単色塗りつぶし">
                <a:extLst>
                  <a:ext uri="{FF2B5EF4-FFF2-40B4-BE49-F238E27FC236}">
                    <ns2:creationId id="{C77200CD-62F7-C49A-3EA2-B8F9E698F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2580026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2" name="グラフィックス 661" descr="リサーチ 単色塗りつぶし">
                <a:extLst>
                  <a:ext uri="{FF2B5EF4-FFF2-40B4-BE49-F238E27FC236}">
                    <ns2:creationId id="{D3F424BC-CD8A-BD85-BF6D-036D649CB0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3588531" y="3092123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3" name="グラフィックス 662" descr="世界 単色塗りつぶし">
                <a:extLst>
                  <a:ext uri="{FF2B5EF4-FFF2-40B4-BE49-F238E27FC236}">
                    <ns2:creationId id="{9D6F6C29-C8CF-FD98-567A-92FECEAA94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408367" y="4742139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664" name="グラフィックス 663" descr="リンク 単色塗りつぶし">
                <a:extLst>
                  <a:ext uri="{FF2B5EF4-FFF2-40B4-BE49-F238E27FC236}">
                    <ns2:creationId id="{DA3A65D5-C92C-0B82-5E93-E76F9E5A7B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tretch>
                <a:fillRect/>
              </a:stretch>
            </p:blipFill>
            <p:spPr>
              <a:xfrm>
                <a:off x="408367" y="5761517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66" name="直線矢印コネクタ 665">
                <a:extLst>
                  <a:ext uri="{FF2B5EF4-FFF2-40B4-BE49-F238E27FC236}">
                    <ns2:creationId id="{888125C2-EB87-FA6C-9254-58F84CDC7B15}"/>
                  </a:ext>
                </a:extLst>
              </p:cNvPr>
              <p:cNvCxnSpPr>
                <a:cxnSpLocks/>
                <a:stCxn id="658" idx="3"/>
                <a:endCxn id="657" idx="1"/>
              </p:cNvCxnSpPr>
              <p:nvPr/>
            </p:nvCxnSpPr>
            <p:spPr>
              <a:xfrm>
                <a:off x="1516337" y="6019553"/>
                <a:ext cx="378169" cy="0"/>
              </a:xfrm>
              <a:prstGeom prst="straightConnector1">
                <a:avLst/>
              </a:prstGeom>
              <a:ln w="9525">
                <a:solidFill>
                  <a:schemeClr val="bg1">
                    <a:lumMod val="50000"/>
                  </a:schemeClr>
                </a:solidFill>
                <a:prstDash val="sysDot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7" name="正方形/長方形 666">
                <a:extLst>
                  <a:ext uri="{FF2B5EF4-FFF2-40B4-BE49-F238E27FC236}">
                    <ns2:creationId id="{32A4438C-A2CB-0B02-D22E-DFD5297FC628}"/>
                  </a:ext>
                </a:extLst>
              </p:cNvPr>
              <p:cNvSpPr/>
              <p:nvPr/>
            </p:nvSpPr>
            <p:spPr>
              <a:xfrm>
                <a:off x="696763" y="3038123"/>
                <a:ext cx="1006111" cy="288000"/>
              </a:xfrm>
              <a:prstGeom prst="rect">
                <a:avLst/>
              </a:prstGeom>
              <a:solidFill>
                <a:srgbClr val="168A17">
                  <a:alpha val="9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668" name="グラフィックス 667" descr="データベース 単色塗りつぶし">
                <a:extLst>
                  <a:ext uri="{FF2B5EF4-FFF2-40B4-BE49-F238E27FC236}">
                    <ns2:creationId id="{7279B1BA-6D21-A46D-3E1B-7622A9B47E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tretch>
                <a:fillRect/>
              </a:stretch>
            </p:blipFill>
            <p:spPr>
              <a:xfrm>
                <a:off x="725518" y="3092123"/>
                <a:ext cx="180000" cy="180000"/>
              </a:xfrm>
              <a:prstGeom prst="rect">
                <a:avLst/>
              </a:prstGeom>
            </p:spPr>
          </p:pic>
          <p:cxnSp>
            <p:nvCxnSpPr>
              <p:cNvPr id="683" name="コネクタ: カギ線 682">
                <a:extLst>
                  <a:ext uri="{FF2B5EF4-FFF2-40B4-BE49-F238E27FC236}">
                    <ns2:creationId id="{8949C818-E7C3-D4EE-ADFF-8054CE2A3436}"/>
                  </a:ext>
                </a:extLst>
              </p:cNvPr>
              <p:cNvCxnSpPr>
                <a:cxnSpLocks/>
                <a:stCxn id="650" idx="4"/>
                <a:endCxn id="437" idx="3"/>
              </p:cNvCxnSpPr>
              <p:nvPr/>
            </p:nvCxnSpPr>
            <p:spPr>
              <a:xfrm flipV="1">
                <a:off x="1312700" y="4009847"/>
                <a:ext cx="1661302" cy="729606"/>
              </a:xfrm>
              <a:prstGeom prst="bentConnector2">
                <a:avLst/>
              </a:prstGeom>
              <a:ln w="9525">
                <a:solidFill>
                  <a:srgbClr val="168A16"/>
                </a:solidFill>
                <a:prstDash val="solid"/>
                <a:headEnd type="none" w="med" len="me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1" name="フローチャート: 磁気ディスク 430">
                <a:extLst>
                  <a:ext uri="{FF2B5EF4-FFF2-40B4-BE49-F238E27FC236}">
                    <ns2:creationId id="{E8BC2EA1-579E-1D2D-27CE-40EC0480508F}"/>
                  </a:ext>
                </a:extLst>
              </p:cNvPr>
              <p:cNvSpPr/>
              <p:nvPr/>
            </p:nvSpPr>
            <p:spPr>
              <a:xfrm>
                <a:off x="736700" y="3562770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SAP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2" name="フローチャート: 磁気ディスク 431">
                <a:extLst>
                  <a:ext uri="{FF2B5EF4-FFF2-40B4-BE49-F238E27FC236}">
                    <ns2:creationId id="{BEAF9C02-B6E7-BB30-9F27-7386E480BA9A}"/>
                  </a:ext>
                </a:extLst>
              </p:cNvPr>
              <p:cNvSpPr/>
              <p:nvPr/>
            </p:nvSpPr>
            <p:spPr>
              <a:xfrm>
                <a:off x="736700" y="38194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r>
                  <a:rPr lang="ja-JP" altLang="en-US" sz="7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35" name="フローチャート: 磁気ディスク 434">
                <a:extLst>
                  <a:ext uri="{FF2B5EF4-FFF2-40B4-BE49-F238E27FC236}">
                    <ns2:creationId id="{8C333B8A-B19E-108A-9B79-57A0051ACE16}"/>
                  </a:ext>
                </a:extLst>
              </p:cNvPr>
              <p:cNvSpPr/>
              <p:nvPr/>
            </p:nvSpPr>
            <p:spPr>
              <a:xfrm>
                <a:off x="736700" y="4076045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441" name="フローチャート: 磁気ディスク 440">
                <a:extLst>
                  <a:ext uri="{FF2B5EF4-FFF2-40B4-BE49-F238E27FC236}">
                    <ns2:creationId id="{2F8900BD-26BA-A82D-F229-4DE4D15B5B19}"/>
                  </a:ext>
                </a:extLst>
              </p:cNvPr>
              <p:cNvSpPr/>
              <p:nvPr/>
            </p:nvSpPr>
            <p:spPr>
              <a:xfrm>
                <a:off x="736700" y="5375008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40" name="フローチャート: 磁気ディスク 639">
                <a:extLst>
                  <a:ext uri="{FF2B5EF4-FFF2-40B4-BE49-F238E27FC236}">
                    <ns2:creationId id="{73759940-6C12-E1A7-0E59-8BF5B4511D9E}"/>
                  </a:ext>
                </a:extLst>
              </p:cNvPr>
              <p:cNvSpPr/>
              <p:nvPr/>
            </p:nvSpPr>
            <p:spPr>
              <a:xfrm>
                <a:off x="736700" y="59243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7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0" name="フローチャート: 磁気ディスク 649">
                <a:extLst>
                  <a:ext uri="{FF2B5EF4-FFF2-40B4-BE49-F238E27FC236}">
                    <ns2:creationId id="{36E9AE46-3FCE-A4F4-66EE-6F08192A8285}"/>
                  </a:ext>
                </a:extLst>
              </p:cNvPr>
              <p:cNvSpPr/>
              <p:nvPr/>
            </p:nvSpPr>
            <p:spPr>
              <a:xfrm>
                <a:off x="736700" y="464423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52" name="フローチャート: 磁気ディスク 651">
                <a:extLst>
                  <a:ext uri="{FF2B5EF4-FFF2-40B4-BE49-F238E27FC236}">
                    <ns2:creationId id="{0CE4A34B-A45E-8BDE-F5DE-0E1DF1DF194A}"/>
                  </a:ext>
                </a:extLst>
              </p:cNvPr>
              <p:cNvSpPr/>
              <p:nvPr/>
            </p:nvSpPr>
            <p:spPr>
              <a:xfrm>
                <a:off x="736700" y="4902113"/>
                <a:ext cx="576000" cy="190439"/>
              </a:xfrm>
              <a:prstGeom prst="flowChartMagneticDisk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6:creationId val="585341711"/>
      </p:ext>
    </p:extLst>
  </p:cSld>
  <p:clrMapOvr>
    <a:masterClrMapping/>
  </p:clrMapOvr>
</p:sld>
</file>

<file path=ppt/slides/slide393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B5E46DE-C53F-30ED-8520-B573B9EA0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2AB0FBF-2536-BCB5-01F1-2C8F218C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82F47A70-89B2-DEC7-6C76-14A49E03FC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37" name="グループ化 36">
            <a:extLst>
              <a:ext uri="{FF2B5EF4-FFF2-40B4-BE49-F238E27FC236}">
                <ns2:creationId id="{10C9633D-79A6-E08B-CD92-383C70A9E37C}"/>
              </a:ext>
            </a:extLst>
          </p:cNvPr>
          <p:cNvGrpSpPr/>
          <p:nvPr/>
        </p:nvGrpSpPr>
        <p:grpSpPr>
          <a:xfrm>
            <a:off x="334964" y="1625331"/>
            <a:ext cx="11530488" cy="4676620"/>
            <a:chOff x="334964" y="1625331"/>
            <a:chExt cx="11530488" cy="4676620"/>
          </a:xfrm>
        </p:grpSpPr>
        <p:grpSp>
          <p:nvGrpSpPr>
            <p:cNvPr id="32" name="グループ化 31">
              <a:extLst>
                <a:ext uri="{FF2B5EF4-FFF2-40B4-BE49-F238E27FC236}">
                  <ns2:creationId id="{D4D7CA54-CAEE-C3F1-68C9-3EBD20BD96F0}"/>
                </a:ext>
              </a:extLst>
            </p:cNvPr>
            <p:cNvGrpSpPr/>
            <p:nvPr/>
          </p:nvGrpSpPr>
          <p:grpSpPr>
            <a:xfrm>
              <a:off x="3247338" y="1625331"/>
              <a:ext cx="2880000" cy="354076"/>
              <a:chOff x="8417909" y="1625331"/>
              <a:chExt cx="3439129" cy="354076"/>
            </a:xfrm>
          </p:grpSpPr>
          <p:cxnSp>
            <p:nvCxnSpPr>
              <p:cNvPr id="30" name="直線コネクタ 29">
                <a:extLst>
                  <a:ext uri="{FF2B5EF4-FFF2-40B4-BE49-F238E27FC236}">
                    <ns2:creationId id="{A8573481-BC50-8960-E3C1-0E0D20ABAB64}"/>
                  </a:ext>
                </a:extLst>
              </p:cNvPr>
              <p:cNvCxnSpPr/>
              <p:nvPr/>
            </p:nvCxnSpPr>
            <p:spPr>
              <a:xfrm flipH="1">
                <a:off x="8417909" y="1979407"/>
                <a:ext cx="3439129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テキスト ボックス 30">
                <a:extLst>
                  <a:ext uri="{FF2B5EF4-FFF2-40B4-BE49-F238E27FC236}">
                    <ns2:creationId id="{A9746029-801B-D0E8-C6A0-96AD708D1AAB}"/>
                  </a:ext>
                </a:extLst>
              </p:cNvPr>
              <p:cNvSpPr txBox="1"/>
              <p:nvPr/>
            </p:nvSpPr>
            <p:spPr>
              <a:xfrm>
                <a:off x="8417909" y="1625331"/>
                <a:ext cx="34391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cxnSp>
          <p:nvCxnSpPr>
            <p:cNvPr id="34" name="直線コネクタ 33">
              <a:extLst>
                <a:ext uri="{FF2B5EF4-FFF2-40B4-BE49-F238E27FC236}">
                  <ns2:creationId id="{65ECCE7B-07DF-5946-0135-83E192581F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55389" y="1979407"/>
              <a:ext cx="5400000" cy="0"/>
            </a:xfrm>
            <a:prstGeom prst="line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ns2:creationId id="{0E4BFAB2-EC01-9B43-3387-A3E01F3E09F4}"/>
                </a:ext>
              </a:extLst>
            </p:cNvPr>
            <p:cNvSpPr txBox="1"/>
            <p:nvPr/>
          </p:nvSpPr>
          <p:spPr>
            <a:xfrm>
              <a:off x="6465452" y="1625331"/>
              <a:ext cx="54000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1600">
                  <a:solidFill>
                    <a:srgbClr val="008000"/>
                  </a:solidFill>
                </a:rPr>
                <a:t>XX</a:t>
              </a:r>
              <a:endParaRPr kumimoji="1" lang="ja-JP" altLang="en-US" sz="1600">
                <a:solidFill>
                  <a:srgbClr val="008000"/>
                </a:solidFill>
              </a:endParaRPr>
            </a:p>
          </p:txBody>
        </p:sp>
        <p:grpSp>
          <p:nvGrpSpPr>
            <p:cNvPr id="5" name="グループ化 4">
              <a:extLst>
                <a:ext uri="{FF2B5EF4-FFF2-40B4-BE49-F238E27FC236}">
                  <ns2:creationId id="{F1EFDD00-81AC-1526-7F3E-2F9DF709D2FB}"/>
                </a:ext>
              </a:extLst>
            </p:cNvPr>
            <p:cNvGrpSpPr/>
            <p:nvPr/>
          </p:nvGrpSpPr>
          <p:grpSpPr>
            <a:xfrm>
              <a:off x="339977" y="1625331"/>
              <a:ext cx="2354575" cy="354076"/>
              <a:chOff x="380618" y="1625331"/>
              <a:chExt cx="1944000" cy="354076"/>
            </a:xfrm>
          </p:grpSpPr>
          <p:cxnSp>
            <p:nvCxnSpPr>
              <p:cNvPr id="58" name="直線コネクタ 57">
                <a:extLst>
                  <a:ext uri="{FF2B5EF4-FFF2-40B4-BE49-F238E27FC236}">
                    <ns2:creationId id="{EBB1D52B-8FF3-2B0F-517E-7DDDCEE3EDAA}"/>
                  </a:ext>
                </a:extLst>
              </p:cNvPr>
              <p:cNvCxnSpPr/>
              <p:nvPr/>
            </p:nvCxnSpPr>
            <p:spPr>
              <a:xfrm flipH="1">
                <a:off x="380618" y="1979407"/>
                <a:ext cx="1944000" cy="0"/>
              </a:xfrm>
              <a:prstGeom prst="line">
                <a:avLst/>
              </a:prstGeom>
              <a:ln w="952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テキスト ボックス 58">
                <a:extLst>
                  <a:ext uri="{FF2B5EF4-FFF2-40B4-BE49-F238E27FC236}">
                    <ns2:creationId id="{81876B40-7EAE-7EDF-A4D0-AF75BE135BB1}"/>
                  </a:ext>
                </a:extLst>
              </p:cNvPr>
              <p:cNvSpPr txBox="1"/>
              <p:nvPr/>
            </p:nvSpPr>
            <p:spPr>
              <a:xfrm>
                <a:off x="380618" y="1625331"/>
                <a:ext cx="19440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600">
                    <a:solidFill>
                      <a:srgbClr val="008000"/>
                    </a:solidFill>
                  </a:rPr>
                  <a:t>XX</a:t>
                </a:r>
              </a:p>
            </p:txBody>
          </p:sp>
        </p:grpSp>
        <p:grpSp>
          <p:nvGrpSpPr>
            <p:cNvPr id="36" name="グループ化 35">
              <a:extLst>
                <a:ext uri="{FF2B5EF4-FFF2-40B4-BE49-F238E27FC236}">
                  <ns2:creationId id="{78E370AA-8669-17EB-354C-FB14E5848328}"/>
                </a:ext>
              </a:extLst>
            </p:cNvPr>
            <p:cNvGrpSpPr/>
            <p:nvPr/>
          </p:nvGrpSpPr>
          <p:grpSpPr>
            <a:xfrm>
              <a:off x="334964" y="2008004"/>
              <a:ext cx="11520425" cy="4293947"/>
              <a:chOff x="334964" y="2008004"/>
              <a:chExt cx="11520425" cy="4293947"/>
            </a:xfrm>
          </p:grpSpPr>
          <p:grpSp>
            <p:nvGrpSpPr>
              <p:cNvPr id="145" name="グループ化 144">
                <a:extLst>
                  <a:ext uri="{FF2B5EF4-FFF2-40B4-BE49-F238E27FC236}">
                    <ns2:creationId id="{3565F737-677D-0848-12A0-D542060058B5}"/>
                  </a:ext>
                </a:extLst>
              </p:cNvPr>
              <p:cNvGrpSpPr/>
              <p:nvPr/>
            </p:nvGrpSpPr>
            <p:grpSpPr>
              <a:xfrm>
                <a:off x="3247339" y="2030877"/>
                <a:ext cx="2880000" cy="1991987"/>
                <a:chOff x="3247339" y="2030877"/>
                <a:chExt cx="2880000" cy="1991987"/>
              </a:xfrm>
            </p:grpSpPr>
            <p:sp>
              <p:nvSpPr>
                <p:cNvPr id="22" name="正方形/長方形 21">
                  <a:extLst>
                    <a:ext uri="{FF2B5EF4-FFF2-40B4-BE49-F238E27FC236}">
                      <ns2:creationId id="{9E67478D-7FA3-49E9-969D-D820EEA0D6C4}"/>
                    </a:ext>
                  </a:extLst>
                </p:cNvPr>
                <p:cNvSpPr/>
                <p:nvPr/>
              </p:nvSpPr>
              <p:spPr>
                <a:xfrm>
                  <a:off x="3247339" y="2030877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ns2:creationId id="{03ABD6EE-1A20-9F4A-471E-7AFC231D7A50}"/>
                    </a:ext>
                  </a:extLst>
                </p:cNvPr>
                <p:cNvSpPr/>
                <p:nvPr/>
              </p:nvSpPr>
              <p:spPr>
                <a:xfrm>
                  <a:off x="3247339" y="271187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rgbClr val="000000"/>
                      </a:solidFill>
                    </a:rPr>
                  </a:br>
                  <a:r>
                    <a:rPr lang="ja-JP" altLang="en-US" sz="1200">
                      <a:solidFill>
                        <a:srgbClr val="000000"/>
                      </a:solidFill>
                    </a:rPr>
                    <a:t>XX</a:t>
                  </a:r>
                  <a:endParaRPr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ns2:creationId id="{06E88DCF-729E-52BD-A664-E0DF92ED07FB}"/>
                    </a:ext>
                  </a:extLst>
                </p:cNvPr>
                <p:cNvSpPr/>
                <p:nvPr/>
              </p:nvSpPr>
              <p:spPr>
                <a:xfrm>
                  <a:off x="3247339" y="3392864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7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en-US" altLang="ja-JP" sz="1200">
                      <a:solidFill>
                        <a:srgbClr val="000000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200">
                    <a:solidFill>
                      <a:srgbClr val="000000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0" name="コネクタ: カギ線 99">
                  <a:extLst>
                    <a:ext uri="{FF2B5EF4-FFF2-40B4-BE49-F238E27FC236}">
                      <ns2:creationId id="{968ECB01-EB60-1DE1-1F88-F868B4ACF281}"/>
                    </a:ext>
                  </a:extLst>
                </p:cNvPr>
                <p:cNvCxnSpPr>
                  <a:cxnSpLocks/>
                  <a:stCxn id="24" idx="1"/>
                  <a:endCxn id="22" idx="1"/>
                </p:cNvCxnSpPr>
                <p:nvPr/>
              </p:nvCxnSpPr>
              <p:spPr>
                <a:xfrm rot="10800000">
                  <a:off x="3247339" y="2345878"/>
                  <a:ext cx="12700" cy="1361987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グループ化 143">
                <a:extLst>
                  <a:ext uri="{FF2B5EF4-FFF2-40B4-BE49-F238E27FC236}">
                    <ns2:creationId id="{C42DD1A0-87BB-AEBB-3A04-ED08F71A5058}"/>
                  </a:ext>
                </a:extLst>
              </p:cNvPr>
              <p:cNvGrpSpPr/>
              <p:nvPr/>
            </p:nvGrpSpPr>
            <p:grpSpPr>
              <a:xfrm>
                <a:off x="3247339" y="4304842"/>
                <a:ext cx="2880000" cy="1990539"/>
                <a:chOff x="3247339" y="4304842"/>
                <a:chExt cx="2880000" cy="1990539"/>
              </a:xfrm>
            </p:grpSpPr>
            <p:sp>
              <p:nvSpPr>
                <p:cNvPr id="25" name="正方形/長方形 24">
                  <a:extLst>
                    <a:ext uri="{FF2B5EF4-FFF2-40B4-BE49-F238E27FC236}">
                      <ns2:creationId id="{3B8C331D-36DE-F5AE-C8C3-8080D09A51AB}"/>
                    </a:ext>
                  </a:extLst>
                </p:cNvPr>
                <p:cNvSpPr/>
                <p:nvPr/>
              </p:nvSpPr>
              <p:spPr>
                <a:xfrm>
                  <a:off x="3247339" y="430484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</a:t>
                  </a:r>
                  <a:endParaRPr lang="ja-JP" altLang="en-US" sz="12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ns2:creationId id="{403DCB0A-C9E2-51C9-827E-FB65F0D3D9D2}"/>
                    </a:ext>
                  </a:extLst>
                </p:cNvPr>
                <p:cNvSpPr/>
                <p:nvPr/>
              </p:nvSpPr>
              <p:spPr>
                <a:xfrm>
                  <a:off x="3247339" y="4985112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(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r>
                    <a:rPr lang="en-US" altLang="ja-JP" sz="1200">
                      <a:solidFill>
                        <a:schemeClr val="tx1"/>
                      </a:solidFill>
                    </a:rPr>
                    <a:t>) </a:t>
                  </a: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br>
                    <a:rPr lang="en-US" altLang="ja-JP" sz="1200">
                      <a:solidFill>
                        <a:schemeClr val="tx1"/>
                      </a:solidFill>
                    </a:rPr>
                  </a:br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ns2:creationId id="{B1CEF1BA-36FD-DDFC-FCE5-ACDC5E0A1787}"/>
                    </a:ext>
                  </a:extLst>
                </p:cNvPr>
                <p:cNvSpPr/>
                <p:nvPr/>
              </p:nvSpPr>
              <p:spPr>
                <a:xfrm>
                  <a:off x="3247339" y="5665381"/>
                  <a:ext cx="2880000" cy="630000"/>
                </a:xfrm>
                <a:prstGeom prst="rect">
                  <a:avLst/>
                </a:prstGeom>
                <a:solidFill>
                  <a:srgbClr val="BFBFBF">
                    <a:alpha val="40000"/>
                  </a:srgb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chemeClr val="tx1"/>
                      </a:solidFill>
                    </a:rPr>
                    <a:t>XX</a:t>
                  </a:r>
                  <a:endParaRPr kumimoji="1" lang="ja-JP" altLang="en-US" sz="120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cxnSp>
              <p:nvCxnSpPr>
                <p:cNvPr id="107" name="コネクタ: カギ線 106">
                  <a:extLst>
                    <a:ext uri="{FF2B5EF4-FFF2-40B4-BE49-F238E27FC236}">
                      <ns2:creationId id="{D3B4E798-08F9-86AC-BB05-EE156AE2E991}"/>
                    </a:ext>
                  </a:extLst>
                </p:cNvPr>
                <p:cNvCxnSpPr>
                  <a:cxnSpLocks/>
                  <a:stCxn id="27" idx="1"/>
                  <a:endCxn id="25" idx="1"/>
                </p:cNvCxnSpPr>
                <p:nvPr/>
              </p:nvCxnSpPr>
              <p:spPr>
                <a:xfrm rot="10800000">
                  <a:off x="3247339" y="4619843"/>
                  <a:ext cx="12700" cy="1360539"/>
                </a:xfrm>
                <a:prstGeom prst="bentConnector3">
                  <a:avLst>
                    <a:gd name="adj1" fmla="val 1800000"/>
                  </a:avLst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グループ化 32">
                <a:extLst>
                  <a:ext uri="{FF2B5EF4-FFF2-40B4-BE49-F238E27FC236}">
                    <ns2:creationId id="{3B0953C0-DCBE-C7D8-61DF-FEE2349C9896}"/>
                  </a:ext>
                </a:extLst>
              </p:cNvPr>
              <p:cNvGrpSpPr/>
              <p:nvPr/>
            </p:nvGrpSpPr>
            <p:grpSpPr>
              <a:xfrm>
                <a:off x="334964" y="2669268"/>
                <a:ext cx="2912375" cy="3245578"/>
                <a:chOff x="334964" y="2669268"/>
                <a:chExt cx="2912375" cy="3245578"/>
              </a:xfrm>
            </p:grpSpPr>
            <p:sp>
              <p:nvSpPr>
                <p:cNvPr id="4" name="正方形/長方形 3">
                  <a:extLst>
                    <a:ext uri="{FF2B5EF4-FFF2-40B4-BE49-F238E27FC236}">
                      <ns2:creationId id="{A94E928E-0C83-B743-3EB0-B19FF7A276D0}"/>
                    </a:ext>
                  </a:extLst>
                </p:cNvPr>
                <p:cNvSpPr/>
                <p:nvPr/>
              </p:nvSpPr>
              <p:spPr>
                <a:xfrm>
                  <a:off x="334964" y="3153792"/>
                  <a:ext cx="1021488" cy="1872000"/>
                </a:xfrm>
                <a:prstGeom prst="rect">
                  <a:avLst/>
                </a:prstGeom>
                <a:solidFill>
                  <a:srgbClr val="008000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612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en-US" altLang="ja-JP" sz="140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  <a:p>
                  <a:pPr algn="ctr"/>
                  <a:r>
                    <a:rPr kumimoji="1" lang="ja-JP" altLang="en-US" sz="14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75" name="グループ化 74">
                  <a:extLst>
                    <a:ext uri="{FF2B5EF4-FFF2-40B4-BE49-F238E27FC236}">
                      <ns2:creationId id="{3026D9D3-0D18-FEB1-1046-A9C8E54588A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2669268"/>
                  <a:ext cx="720000" cy="720000"/>
                  <a:chOff x="2650454" y="3608624"/>
                  <a:chExt cx="1563550" cy="1563550"/>
                </a:xfrm>
                <a:solidFill>
                  <a:srgbClr val="008000">
                    <a:alpha val="80000"/>
                  </a:srgbClr>
                </a:solidFill>
              </p:grpSpPr>
              <p:sp>
                <p:nvSpPr>
                  <p:cNvPr id="76" name="円/楕円 42">
                    <a:extLst>
                      <a:ext uri="{FF2B5EF4-FFF2-40B4-BE49-F238E27FC236}">
                        <ns2:creationId id="{61588ABC-0A2D-74EC-3830-955E943A768B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78" name="グラフィックス 77" descr="上階 単色塗りつぶし">
                    <a:extLst>
                      <a:ext uri="{FF2B5EF4-FFF2-40B4-BE49-F238E27FC236}">
                        <ns2:creationId id="{2A2A46A9-4940-7076-3675-CFF6E66C62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2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85" name="正方形/長方形 84">
                  <a:extLst>
                    <a:ext uri="{FF2B5EF4-FFF2-40B4-BE49-F238E27FC236}">
                      <ns2:creationId id="{09C172E1-917D-D0B0-CD61-7252AEE10F4E}"/>
                    </a:ext>
                  </a:extLst>
                </p:cNvPr>
                <p:cNvSpPr/>
                <p:nvPr/>
              </p:nvSpPr>
              <p:spPr>
                <a:xfrm>
                  <a:off x="1684264" y="3447563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4CA64C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97981C-1EDA-070B-635A-2534AFA5FB15}"/>
                    </a:ext>
                  </a:extLst>
                </p:cNvPr>
                <p:cNvSpPr/>
                <p:nvPr/>
              </p:nvSpPr>
              <p:spPr>
                <a:xfrm>
                  <a:off x="1668954" y="5662846"/>
                  <a:ext cx="1296000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ja-JP" altLang="en-US" sz="1200">
                      <a:solidFill>
                        <a:srgbClr val="7FBF7F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grpSp>
              <p:nvGrpSpPr>
                <p:cNvPr id="87" name="グループ化 86">
                  <a:extLst>
                    <a:ext uri="{FF2B5EF4-FFF2-40B4-BE49-F238E27FC236}">
                      <ns2:creationId id="{285D3B1E-B97D-5B6D-8D69-C38EA29A785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974553" y="4935091"/>
                  <a:ext cx="720000" cy="720000"/>
                  <a:chOff x="2650454" y="3608624"/>
                  <a:chExt cx="1563550" cy="1563550"/>
                </a:xfrm>
              </p:grpSpPr>
              <p:sp>
                <p:nvSpPr>
                  <p:cNvPr id="88" name="円/楕円 42">
                    <a:extLst>
                      <a:ext uri="{FF2B5EF4-FFF2-40B4-BE49-F238E27FC236}">
                        <ns2:creationId id="{8AFB08AD-2AB9-F421-9FD9-AEFEA6ECB8B7}"/>
                      </a:ext>
                    </a:extLst>
                  </p:cNvPr>
                  <p:cNvSpPr/>
                  <p:nvPr/>
                </p:nvSpPr>
                <p:spPr>
                  <a:xfrm>
                    <a:off x="2650454" y="3608624"/>
                    <a:ext cx="1563550" cy="1563550"/>
                  </a:xfrm>
                  <a:prstGeom prst="ellipse">
                    <a:avLst/>
                  </a:prstGeom>
                  <a:solidFill>
                    <a:srgbClr val="00800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400" b="0" i="0" u="none" strike="noStrike" kern="1200" cap="none" spc="0" normalizeH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rebuchet MS" panose="020B060302020202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89" name="グラフィックス 88" descr="意思決定図 単色塗りつぶし">
                    <a:extLst>
                      <a:ext uri="{FF2B5EF4-FFF2-40B4-BE49-F238E27FC236}">
                        <ns2:creationId id="{AE7D1A7E-6AB4-6FAC-07BE-E21C8C6820A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3"/>
                      </a:ext>
                    </a:extLst>
                  </a:blip>
                  <a:srcRect/>
                  <a:stretch/>
                </p:blipFill>
                <p:spPr>
                  <a:xfrm>
                    <a:off x="2964649" y="3893618"/>
                    <a:ext cx="938130" cy="93813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92" name="グラフィックス 91" descr="事業の成長 単色塗りつぶし">
                  <a:extLst>
                    <a:ext uri="{FF2B5EF4-FFF2-40B4-BE49-F238E27FC236}">
                      <ns2:creationId id="{6D988CC4-7AA8-B75C-9216-104CCB7B05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61117" y="3385881"/>
                  <a:ext cx="576000" cy="576000"/>
                </a:xfrm>
                <a:prstGeom prst="rect">
                  <a:avLst/>
                </a:prstGeom>
              </p:spPr>
            </p:pic>
            <p:cxnSp>
              <p:nvCxnSpPr>
                <p:cNvPr id="96" name="コネクタ: カギ線 95">
                  <a:extLst>
                    <a:ext uri="{FF2B5EF4-FFF2-40B4-BE49-F238E27FC236}">
                      <ns2:creationId id="{EC5417BC-E527-A421-C1BC-A1EE4FCCCA38}"/>
                    </a:ext>
                  </a:extLst>
                </p:cNvPr>
                <p:cNvCxnSpPr>
                  <a:stCxn id="4" idx="3"/>
                  <a:endCxn id="76" idx="2"/>
                </p:cNvCxnSpPr>
                <p:nvPr/>
              </p:nvCxnSpPr>
              <p:spPr>
                <a:xfrm flipV="1">
                  <a:off x="1356452" y="3029268"/>
                  <a:ext cx="618101" cy="1060524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コネクタ: カギ線 96">
                  <a:extLst>
                    <a:ext uri="{FF2B5EF4-FFF2-40B4-BE49-F238E27FC236}">
                      <ns2:creationId id="{C598E272-1764-A2A7-4AB1-95F39DB7D0F1}"/>
                    </a:ext>
                  </a:extLst>
                </p:cNvPr>
                <p:cNvCxnSpPr>
                  <a:cxnSpLocks/>
                  <a:stCxn id="4" idx="3"/>
                  <a:endCxn id="88" idx="2"/>
                </p:cNvCxnSpPr>
                <p:nvPr/>
              </p:nvCxnSpPr>
              <p:spPr>
                <a:xfrm>
                  <a:off x="1356452" y="4089792"/>
                  <a:ext cx="618101" cy="1205299"/>
                </a:xfrm>
                <a:prstGeom prst="bentConnector3">
                  <a:avLst/>
                </a:prstGeom>
                <a:ln w="9525">
                  <a:solidFill>
                    <a:srgbClr val="000000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直線コネクタ 105">
                  <a:extLst>
                    <a:ext uri="{FF2B5EF4-FFF2-40B4-BE49-F238E27FC236}">
                      <ns2:creationId id="{3F0B6EA9-CB32-895E-7D85-2A1FA369AC47}"/>
                    </a:ext>
                  </a:extLst>
                </p:cNvPr>
                <p:cNvCxnSpPr>
                  <a:cxnSpLocks/>
                  <a:stCxn id="76" idx="6"/>
                </p:cNvCxnSpPr>
                <p:nvPr/>
              </p:nvCxnSpPr>
              <p:spPr>
                <a:xfrm flipV="1">
                  <a:off x="2694553" y="302687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線コネクタ 107">
                  <a:extLst>
                    <a:ext uri="{FF2B5EF4-FFF2-40B4-BE49-F238E27FC236}">
                      <ns2:creationId id="{F5452B6D-BCF0-AC50-68A8-D3C2104CE180}"/>
                    </a:ext>
                  </a:extLst>
                </p:cNvPr>
                <p:cNvCxnSpPr>
                  <a:cxnSpLocks/>
                  <a:stCxn id="88" idx="6"/>
                  <a:endCxn id="26" idx="1"/>
                </p:cNvCxnSpPr>
                <p:nvPr/>
              </p:nvCxnSpPr>
              <p:spPr>
                <a:xfrm>
                  <a:off x="2694553" y="5295091"/>
                  <a:ext cx="552786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" name="グループ化 5">
                <a:extLst>
                  <a:ext uri="{FF2B5EF4-FFF2-40B4-BE49-F238E27FC236}">
                    <ns2:creationId id="{E9999A97-4DC5-82C5-21D0-B8030696365F}"/>
                  </a:ext>
                </a:extLst>
              </p:cNvPr>
              <p:cNvGrpSpPr/>
              <p:nvPr/>
            </p:nvGrpSpPr>
            <p:grpSpPr>
              <a:xfrm>
                <a:off x="6127339" y="2008004"/>
                <a:ext cx="5728050" cy="649429"/>
                <a:chOff x="6127339" y="2008004"/>
                <a:chExt cx="5728050" cy="649429"/>
              </a:xfrm>
            </p:grpSpPr>
            <p:grpSp>
              <p:nvGrpSpPr>
                <p:cNvPr id="147" name="グループ化 146">
                  <a:extLst>
                    <a:ext uri="{FF2B5EF4-FFF2-40B4-BE49-F238E27FC236}">
                      <ns2:creationId id="{3EC0938D-A386-CF53-1565-943F7482F14C}"/>
                    </a:ext>
                  </a:extLst>
                </p:cNvPr>
                <p:cNvGrpSpPr/>
                <p:nvPr/>
              </p:nvGrpSpPr>
              <p:grpSpPr>
                <a:xfrm>
                  <a:off x="6455389" y="2030877"/>
                  <a:ext cx="5400000" cy="626556"/>
                  <a:chOff x="6455389" y="2030877"/>
                  <a:chExt cx="5400000" cy="626556"/>
                </a:xfrm>
              </p:grpSpPr>
              <p:sp>
                <p:nvSpPr>
                  <p:cNvPr id="14" name="正方形/長方形 13">
                    <a:extLst>
                      <a:ext uri="{FF2B5EF4-FFF2-40B4-BE49-F238E27FC236}">
                        <ns2:creationId id="{A8C5E620-CB3D-EEC7-AEA3-59F7DC9FDBB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243433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05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05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05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8" name="正方形/長方形 7">
                    <a:extLst>
                      <a:ext uri="{FF2B5EF4-FFF2-40B4-BE49-F238E27FC236}">
                        <ns2:creationId id="{9BC50D65-9A7A-1B24-8222-AD362DB3B871}"/>
                      </a:ext>
                    </a:extLst>
                  </p:cNvPr>
                  <p:cNvSpPr/>
                  <p:nvPr/>
                </p:nvSpPr>
                <p:spPr>
                  <a:xfrm>
                    <a:off x="6455389" y="2030877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</p:grpSp>
            <p:pic>
              <p:nvPicPr>
                <p:cNvPr id="55" name="グラフィックス 54" descr="スプラッシュ 1 単色塗りつぶし">
                  <a:extLst>
                    <a:ext uri="{FF2B5EF4-FFF2-40B4-BE49-F238E27FC236}">
                      <ns2:creationId id="{03B1C060-AFDE-5AFF-D4E2-2BFD1932D8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5"/>
                    </a:ext>
                  </a:extLst>
                </a:blip>
                <a:srcRect/>
                <a:stretch/>
              </p:blipFill>
              <p:spPr>
                <a:xfrm>
                  <a:off x="7818223" y="2008004"/>
                  <a:ext cx="252000" cy="252000"/>
                </a:xfrm>
                <a:prstGeom prst="rect">
                  <a:avLst/>
                </a:prstGeom>
              </p:spPr>
            </p:pic>
            <p:cxnSp>
              <p:nvCxnSpPr>
                <p:cNvPr id="41" name="直線コネクタ 40">
                  <a:extLst>
                    <a:ext uri="{FF2B5EF4-FFF2-40B4-BE49-F238E27FC236}">
                      <ns2:creationId id="{5B9F6D1A-D846-8256-9355-59150D59FB4F}"/>
                    </a:ext>
                  </a:extLst>
                </p:cNvPr>
                <p:cNvCxnSpPr>
                  <a:cxnSpLocks/>
                  <a:stCxn id="22" idx="3"/>
                </p:cNvCxnSpPr>
                <p:nvPr/>
              </p:nvCxnSpPr>
              <p:spPr>
                <a:xfrm flipV="1">
                  <a:off x="6127339" y="234375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グループ化 6">
                <a:extLst>
                  <a:ext uri="{FF2B5EF4-FFF2-40B4-BE49-F238E27FC236}">
                    <ns2:creationId id="{22481E09-C24C-D1E7-A496-361B55D1129B}"/>
                  </a:ext>
                </a:extLst>
              </p:cNvPr>
              <p:cNvGrpSpPr/>
              <p:nvPr/>
            </p:nvGrpSpPr>
            <p:grpSpPr>
              <a:xfrm>
                <a:off x="6127339" y="2687616"/>
                <a:ext cx="5728050" cy="646922"/>
                <a:chOff x="6127339" y="2687616"/>
                <a:chExt cx="5728050" cy="646922"/>
              </a:xfrm>
            </p:grpSpPr>
            <p:grpSp>
              <p:nvGrpSpPr>
                <p:cNvPr id="153" name="グループ化 152">
                  <a:extLst>
                    <a:ext uri="{FF2B5EF4-FFF2-40B4-BE49-F238E27FC236}">
                      <ns2:creationId id="{9369CD57-8A1F-AD65-6CEB-BED4A22EBC69}"/>
                    </a:ext>
                  </a:extLst>
                </p:cNvPr>
                <p:cNvGrpSpPr/>
                <p:nvPr/>
              </p:nvGrpSpPr>
              <p:grpSpPr>
                <a:xfrm>
                  <a:off x="6455389" y="2687616"/>
                  <a:ext cx="5400000" cy="646922"/>
                  <a:chOff x="6455389" y="2687616"/>
                  <a:chExt cx="5400000" cy="646922"/>
                </a:xfrm>
              </p:grpSpPr>
              <p:sp>
                <p:nvSpPr>
                  <p:cNvPr id="15" name="正方形/長方形 14">
                    <a:extLst>
                      <a:ext uri="{FF2B5EF4-FFF2-40B4-BE49-F238E27FC236}">
                        <ns2:creationId id="{FD44DB5D-D816-1913-B4CA-401220CA43F5}"/>
                      </a:ext>
                    </a:extLst>
                  </p:cNvPr>
                  <p:cNvSpPr/>
                  <p:nvPr/>
                </p:nvSpPr>
                <p:spPr>
                  <a:xfrm>
                    <a:off x="6455389" y="2920538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9" name="正方形/長方形 8">
                    <a:extLst>
                      <a:ext uri="{FF2B5EF4-FFF2-40B4-BE49-F238E27FC236}">
                        <ns2:creationId id="{B94A0024-6361-9EC5-597B-EDA3D5BF2F67}"/>
                      </a:ext>
                    </a:extLst>
                  </p:cNvPr>
                  <p:cNvSpPr/>
                  <p:nvPr/>
                </p:nvSpPr>
                <p:spPr>
                  <a:xfrm>
                    <a:off x="6455389" y="2711870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3" name="グラフィックス 62" descr="シャッフル 単色塗りつぶし">
                    <a:extLst>
                      <a:ext uri="{FF2B5EF4-FFF2-40B4-BE49-F238E27FC236}">
                        <ns2:creationId id="{B1A19649-AE7C-312B-7FAF-FE0A2FF3D87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2687616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4" name="直線コネクタ 43">
                  <a:extLst>
                    <a:ext uri="{FF2B5EF4-FFF2-40B4-BE49-F238E27FC236}">
                      <ns2:creationId id="{FD52E46C-EF58-F961-E537-7551B7BB17C6}"/>
                    </a:ext>
                  </a:extLst>
                </p:cNvPr>
                <p:cNvCxnSpPr>
                  <a:cxnSpLocks/>
                  <a:stCxn id="23" idx="3"/>
                </p:cNvCxnSpPr>
                <p:nvPr/>
              </p:nvCxnSpPr>
              <p:spPr>
                <a:xfrm>
                  <a:off x="6127339" y="3026871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グループ化 19">
                <a:extLst>
                  <a:ext uri="{FF2B5EF4-FFF2-40B4-BE49-F238E27FC236}">
                    <ns2:creationId id="{9453B84A-5F72-FC8D-CB44-20EF34280F93}"/>
                  </a:ext>
                </a:extLst>
              </p:cNvPr>
              <p:cNvGrpSpPr/>
              <p:nvPr/>
            </p:nvGrpSpPr>
            <p:grpSpPr>
              <a:xfrm>
                <a:off x="6127339" y="3383122"/>
                <a:ext cx="5728050" cy="637194"/>
                <a:chOff x="6127339" y="3383122"/>
                <a:chExt cx="5728050" cy="637194"/>
              </a:xfrm>
            </p:grpSpPr>
            <p:grpSp>
              <p:nvGrpSpPr>
                <p:cNvPr id="149" name="グループ化 148">
                  <a:extLst>
                    <a:ext uri="{FF2B5EF4-FFF2-40B4-BE49-F238E27FC236}">
                      <ns2:creationId id="{433097F7-B098-8135-402D-76E68DAD01F4}"/>
                    </a:ext>
                  </a:extLst>
                </p:cNvPr>
                <p:cNvGrpSpPr/>
                <p:nvPr/>
              </p:nvGrpSpPr>
              <p:grpSpPr>
                <a:xfrm>
                  <a:off x="6455389" y="3383122"/>
                  <a:ext cx="5400000" cy="637194"/>
                  <a:chOff x="6455389" y="3383122"/>
                  <a:chExt cx="5400000" cy="637194"/>
                </a:xfrm>
              </p:grpSpPr>
              <p:sp>
                <p:nvSpPr>
                  <p:cNvPr id="16" name="正方形/長方形 15">
                    <a:extLst>
                      <a:ext uri="{FF2B5EF4-FFF2-40B4-BE49-F238E27FC236}">
                        <ns2:creationId id="{9DF1134A-B00D-9972-0CD8-9DD1BAE89348}"/>
                      </a:ext>
                    </a:extLst>
                  </p:cNvPr>
                  <p:cNvSpPr/>
                  <p:nvPr/>
                </p:nvSpPr>
                <p:spPr>
                  <a:xfrm>
                    <a:off x="6455389" y="3606316"/>
                    <a:ext cx="5400000" cy="414000"/>
                  </a:xfrm>
                  <a:prstGeom prst="rect">
                    <a:avLst/>
                  </a:prstGeom>
                  <a:solidFill>
                    <a:srgbClr val="E2F0D9"/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sp>
                <p:nvSpPr>
                  <p:cNvPr id="10" name="正方形/長方形 9">
                    <a:extLst>
                      <a:ext uri="{FF2B5EF4-FFF2-40B4-BE49-F238E27FC236}">
                        <ns2:creationId id="{3F330653-D181-AD80-87B6-7566075B9AAC}"/>
                      </a:ext>
                    </a:extLst>
                  </p:cNvPr>
                  <p:cNvSpPr/>
                  <p:nvPr/>
                </p:nvSpPr>
                <p:spPr>
                  <a:xfrm>
                    <a:off x="6455389" y="3392864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70000"/>
                    </a:srgbClr>
                  </a:solidFill>
                  <a:ln w="9525">
                    <a:solidFill>
                      <a:srgbClr val="4CA64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PDCA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4" name="グラフィックス 63" descr="バツを付けたチェック ボックス 単色塗りつぶし">
                    <a:extLst>
                      <a:ext uri="{FF2B5EF4-FFF2-40B4-BE49-F238E27FC236}">
                        <ns2:creationId id="{8A040303-3763-CFF1-109C-985379ABC2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7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3383122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7" name="直線コネクタ 46">
                  <a:extLst>
                    <a:ext uri="{FF2B5EF4-FFF2-40B4-BE49-F238E27FC236}">
                      <ns2:creationId id="{94694F1C-95B9-BC04-624C-E2502CC5E692}"/>
                    </a:ext>
                  </a:extLst>
                </p:cNvPr>
                <p:cNvCxnSpPr>
                  <a:cxnSpLocks/>
                  <a:stCxn id="24" idx="3"/>
                </p:cNvCxnSpPr>
                <p:nvPr/>
              </p:nvCxnSpPr>
              <p:spPr>
                <a:xfrm flipV="1">
                  <a:off x="6127339" y="3699563"/>
                  <a:ext cx="338114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グループ化 20">
                <a:extLst>
                  <a:ext uri="{FF2B5EF4-FFF2-40B4-BE49-F238E27FC236}">
                    <ns2:creationId id="{E07BE4C3-23D9-7080-966A-184152366033}"/>
                  </a:ext>
                </a:extLst>
              </p:cNvPr>
              <p:cNvGrpSpPr/>
              <p:nvPr/>
            </p:nvGrpSpPr>
            <p:grpSpPr>
              <a:xfrm>
                <a:off x="6127339" y="4287101"/>
                <a:ext cx="5728050" cy="641148"/>
                <a:chOff x="6127339" y="4287101"/>
                <a:chExt cx="5728050" cy="641148"/>
              </a:xfrm>
            </p:grpSpPr>
            <p:grpSp>
              <p:nvGrpSpPr>
                <p:cNvPr id="150" name="グループ化 149">
                  <a:extLst>
                    <a:ext uri="{FF2B5EF4-FFF2-40B4-BE49-F238E27FC236}">
                      <ns2:creationId id="{FBC1DC27-835D-B9DA-CCD9-E70BD79B24EF}"/>
                    </a:ext>
                  </a:extLst>
                </p:cNvPr>
                <p:cNvGrpSpPr/>
                <p:nvPr/>
              </p:nvGrpSpPr>
              <p:grpSpPr>
                <a:xfrm>
                  <a:off x="6455389" y="4287101"/>
                  <a:ext cx="5400000" cy="641148"/>
                  <a:chOff x="6455389" y="4287101"/>
                  <a:chExt cx="5400000" cy="641148"/>
                </a:xfrm>
              </p:grpSpPr>
              <p:sp>
                <p:nvSpPr>
                  <p:cNvPr id="17" name="正方形/長方形 16">
                    <a:extLst>
                      <a:ext uri="{FF2B5EF4-FFF2-40B4-BE49-F238E27FC236}">
                        <ns2:creationId id="{4A4964ED-970C-1415-4BA1-007EAD25F281}"/>
                      </a:ext>
                    </a:extLst>
                  </p:cNvPr>
                  <p:cNvSpPr/>
                  <p:nvPr/>
                </p:nvSpPr>
                <p:spPr>
                  <a:xfrm>
                    <a:off x="6455389" y="4514249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49804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SAP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、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BW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</a:p>
                </p:txBody>
              </p:sp>
              <p:sp>
                <p:nvSpPr>
                  <p:cNvPr id="11" name="正方形/長方形 10">
                    <a:extLst>
                      <a:ext uri="{FF2B5EF4-FFF2-40B4-BE49-F238E27FC236}">
                        <ns2:creationId id="{1B0F7D3E-CDE4-FBEA-2D5B-1F8AEE137AFB}"/>
                      </a:ext>
                    </a:extLst>
                  </p:cNvPr>
                  <p:cNvSpPr/>
                  <p:nvPr/>
                </p:nvSpPr>
                <p:spPr>
                  <a:xfrm>
                    <a:off x="6455389" y="4304842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65" name="グラフィックス 64" descr="接続済み 単色塗りつぶし">
                    <a:extLst>
                      <a:ext uri="{FF2B5EF4-FFF2-40B4-BE49-F238E27FC236}">
                        <ns2:creationId id="{62A81D25-5CC3-C21A-C086-5A980DB16D5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8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287101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49" name="直線コネクタ 48">
                  <a:extLst>
                    <a:ext uri="{FF2B5EF4-FFF2-40B4-BE49-F238E27FC236}">
                      <ns2:creationId id="{54534FDA-76EA-0D95-66FC-CF74C5859D60}"/>
                    </a:ext>
                  </a:extLst>
                </p:cNvPr>
                <p:cNvCxnSpPr>
                  <a:cxnSpLocks/>
                  <a:stCxn id="25" idx="3"/>
                </p:cNvCxnSpPr>
                <p:nvPr/>
              </p:nvCxnSpPr>
              <p:spPr>
                <a:xfrm>
                  <a:off x="6127339" y="4619842"/>
                  <a:ext cx="328050" cy="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グループ化 27">
                <a:extLst>
                  <a:ext uri="{FF2B5EF4-FFF2-40B4-BE49-F238E27FC236}">
                    <ns2:creationId id="{60DF0535-903D-839C-1A93-F93E36E8D2AC}"/>
                  </a:ext>
                </a:extLst>
              </p:cNvPr>
              <p:cNvGrpSpPr/>
              <p:nvPr/>
            </p:nvGrpSpPr>
            <p:grpSpPr>
              <a:xfrm>
                <a:off x="6127339" y="4975085"/>
                <a:ext cx="5728050" cy="642921"/>
                <a:chOff x="6127339" y="4975085"/>
                <a:chExt cx="5728050" cy="642921"/>
              </a:xfrm>
            </p:grpSpPr>
            <p:grpSp>
              <p:nvGrpSpPr>
                <p:cNvPr id="151" name="グループ化 150">
                  <a:extLst>
                    <a:ext uri="{FF2B5EF4-FFF2-40B4-BE49-F238E27FC236}">
                      <ns2:creationId id="{867636DA-79F6-174A-027B-0766974B7534}"/>
                    </a:ext>
                  </a:extLst>
                </p:cNvPr>
                <p:cNvGrpSpPr/>
                <p:nvPr/>
              </p:nvGrpSpPr>
              <p:grpSpPr>
                <a:xfrm>
                  <a:off x="6455389" y="4975085"/>
                  <a:ext cx="5400000" cy="642921"/>
                  <a:chOff x="6455389" y="4975085"/>
                  <a:chExt cx="5400000" cy="642921"/>
                </a:xfrm>
              </p:grpSpPr>
              <p:sp>
                <p:nvSpPr>
                  <p:cNvPr id="18" name="正方形/長方形 17">
                    <a:extLst>
                      <a:ext uri="{FF2B5EF4-FFF2-40B4-BE49-F238E27FC236}">
                        <ns2:creationId id="{2DC34310-0562-EF8A-E1ED-8E8065382654}"/>
                      </a:ext>
                    </a:extLst>
                  </p:cNvPr>
                  <p:cNvSpPr/>
                  <p:nvPr/>
                </p:nvSpPr>
                <p:spPr>
                  <a:xfrm>
                    <a:off x="6455389" y="5204006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(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/ 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)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2" name="正方形/長方形 11">
                    <a:extLst>
                      <a:ext uri="{FF2B5EF4-FFF2-40B4-BE49-F238E27FC236}">
                        <ns2:creationId id="{E0ED649F-8A33-FEDD-6EA3-41D0A90D4D50}"/>
                      </a:ext>
                    </a:extLst>
                  </p:cNvPr>
                  <p:cNvSpPr/>
                  <p:nvPr/>
                </p:nvSpPr>
                <p:spPr>
                  <a:xfrm>
                    <a:off x="6455389" y="4985111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(</a:t>
                    </a:r>
                    <a:r>
                      <a:rPr lang="ja-JP" altLang="en-US" sz="1200">
                        <a:solidFill>
                          <a:schemeClr val="bg1"/>
                        </a:solidFill>
                      </a:rPr>
                      <a:t>XX</a:t>
                    </a:r>
                    <a:r>
                      <a:rPr lang="en-US" altLang="ja-JP" sz="1200">
                        <a:solidFill>
                          <a:schemeClr val="bg1"/>
                        </a:solidFill>
                      </a:rPr>
                      <a:t>)</a:t>
                    </a:r>
                    <a:endParaRPr kumimoji="1" lang="ja-JP" altLang="en-US" sz="120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endParaRPr>
                  </a:p>
                </p:txBody>
              </p:sp>
              <p:pic>
                <p:nvPicPr>
                  <p:cNvPr id="71" name="グラフィックス 70" descr="数学 単色塗りつぶし">
                    <a:extLst>
                      <a:ext uri="{FF2B5EF4-FFF2-40B4-BE49-F238E27FC236}">
                        <ns2:creationId id="{05C382BB-52C8-6334-F4F8-3785819E32D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9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4975085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0" name="直線コネクタ 49">
                  <a:extLst>
                    <a:ext uri="{FF2B5EF4-FFF2-40B4-BE49-F238E27FC236}">
                      <ns2:creationId id="{316990FA-46C5-8B2E-0E72-F84C7A50C31A}"/>
                    </a:ext>
                  </a:extLst>
                </p:cNvPr>
                <p:cNvCxnSpPr>
                  <a:cxnSpLocks/>
                  <a:stCxn id="26" idx="3"/>
                </p:cNvCxnSpPr>
                <p:nvPr/>
              </p:nvCxnSpPr>
              <p:spPr>
                <a:xfrm>
                  <a:off x="6127339" y="5300112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グループ化 28">
                <a:extLst>
                  <a:ext uri="{FF2B5EF4-FFF2-40B4-BE49-F238E27FC236}">
                    <ns2:creationId id="{6B46D0F9-75D2-A6E1-4B73-49384376E0A3}"/>
                  </a:ext>
                </a:extLst>
              </p:cNvPr>
              <p:cNvGrpSpPr/>
              <p:nvPr/>
            </p:nvGrpSpPr>
            <p:grpSpPr>
              <a:xfrm>
                <a:off x="6127339" y="5656187"/>
                <a:ext cx="5728050" cy="645764"/>
                <a:chOff x="6127339" y="5656187"/>
                <a:chExt cx="5728050" cy="645764"/>
              </a:xfrm>
            </p:grpSpPr>
            <p:grpSp>
              <p:nvGrpSpPr>
                <p:cNvPr id="152" name="グループ化 151">
                  <a:extLst>
                    <a:ext uri="{FF2B5EF4-FFF2-40B4-BE49-F238E27FC236}">
                      <ns2:creationId id="{7F744153-BFF4-BA31-402D-8ECD3D21E94E}"/>
                    </a:ext>
                  </a:extLst>
                </p:cNvPr>
                <p:cNvGrpSpPr/>
                <p:nvPr/>
              </p:nvGrpSpPr>
              <p:grpSpPr>
                <a:xfrm>
                  <a:off x="6455389" y="5656187"/>
                  <a:ext cx="5400000" cy="645764"/>
                  <a:chOff x="6455389" y="5656187"/>
                  <a:chExt cx="5400000" cy="645764"/>
                </a:xfrm>
              </p:grpSpPr>
              <p:sp>
                <p:nvSpPr>
                  <p:cNvPr id="19" name="正方形/長方形 18">
                    <a:extLst>
                      <a:ext uri="{FF2B5EF4-FFF2-40B4-BE49-F238E27FC236}">
                        <ns2:creationId id="{4C7A57ED-2B62-08EE-DFA3-8C6BE585138B}"/>
                      </a:ext>
                    </a:extLst>
                  </p:cNvPr>
                  <p:cNvSpPr/>
                  <p:nvPr/>
                </p:nvSpPr>
                <p:spPr>
                  <a:xfrm>
                    <a:off x="6455389" y="5887951"/>
                    <a:ext cx="5400000" cy="414000"/>
                  </a:xfrm>
                  <a:prstGeom prst="rect">
                    <a:avLst/>
                  </a:prstGeom>
                  <a:solidFill>
                    <a:srgbClr val="E2F0D9">
                      <a:alpha val="50000"/>
                    </a:srgbClr>
                  </a:solidFill>
                  <a:ln w="317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10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  <a:t>Excel</a:t>
                    </a: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br>
                      <a:rPr lang="en-US" altLang="ja-JP" sz="1100">
                        <a:solidFill>
                          <a:schemeClr val="tx1"/>
                        </a:solidFill>
                        <a:latin typeface="+mn-ea"/>
                      </a:rPr>
                    </a:br>
                    <a:r>
                      <a:rPr lang="ja-JP" altLang="en-US" sz="1100">
                        <a:solidFill>
                          <a:schemeClr val="tx1"/>
                        </a:solidFill>
                        <a:latin typeface="+mn-ea"/>
                      </a:rPr>
                      <a:t>XX</a:t>
                    </a:r>
                    <a:endParaRPr kumimoji="1" lang="ja-JP" altLang="en-US" sz="11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  <p:sp>
                <p:nvSpPr>
                  <p:cNvPr id="13" name="正方形/長方形 12">
                    <a:extLst>
                      <a:ext uri="{FF2B5EF4-FFF2-40B4-BE49-F238E27FC236}">
                        <ns2:creationId id="{655138D5-5A85-33EF-732D-421114232637}"/>
                      </a:ext>
                    </a:extLst>
                  </p:cNvPr>
                  <p:cNvSpPr/>
                  <p:nvPr/>
                </p:nvSpPr>
                <p:spPr>
                  <a:xfrm>
                    <a:off x="6455389" y="5675655"/>
                    <a:ext cx="5400000" cy="216000"/>
                  </a:xfrm>
                  <a:prstGeom prst="rect">
                    <a:avLst/>
                  </a:prstGeom>
                  <a:solidFill>
                    <a:srgbClr val="008000">
                      <a:alpha val="50000"/>
                    </a:srgbClr>
                  </a:solidFill>
                  <a:ln w="9525">
                    <a:solidFill>
                      <a:srgbClr val="7FBF7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r>
                      <a:rPr kumimoji="1" lang="ja-JP" altLang="en-US" sz="1200">
                        <a:solidFill>
                          <a:schemeClr val="bg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rPr>
                      <a:t>XX</a:t>
                    </a:r>
                  </a:p>
                </p:txBody>
              </p:sp>
              <p:pic>
                <p:nvPicPr>
                  <p:cNvPr id="74" name="グラフィックス 73" descr="クリップボード 単色塗りつぶし">
                    <a:extLst>
                      <a:ext uri="{FF2B5EF4-FFF2-40B4-BE49-F238E27FC236}">
                        <ns2:creationId id="{72D929F0-5774-4CE7-411D-FE8E859B40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0"/>
                      </a:ext>
                    </a:extLst>
                  </a:blip>
                  <a:srcRect/>
                  <a:stretch/>
                </p:blipFill>
                <p:spPr>
                  <a:xfrm>
                    <a:off x="7818223" y="5656187"/>
                    <a:ext cx="252000" cy="25200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51" name="直線コネクタ 50">
                  <a:extLst>
                    <a:ext uri="{FF2B5EF4-FFF2-40B4-BE49-F238E27FC236}">
                      <ns2:creationId id="{54B4E457-96A5-F70E-CE9D-ED42CD55A89D}"/>
                    </a:ext>
                  </a:extLst>
                </p:cNvPr>
                <p:cNvCxnSpPr>
                  <a:cxnSpLocks/>
                  <a:stCxn id="27" idx="3"/>
                </p:cNvCxnSpPr>
                <p:nvPr/>
              </p:nvCxnSpPr>
              <p:spPr>
                <a:xfrm flipV="1">
                  <a:off x="6127339" y="5975655"/>
                  <a:ext cx="32805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157400569"/>
      </p:ext>
    </p:extLst>
  </p:cSld>
  <p:clrMapOvr>
    <a:masterClrMapping/>
  </p:clrMapOvr>
</p:sld>
</file>

<file path=ppt/slides/slide39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6B8666-AB17-0E16-8836-D4C44AE7D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0D10A482-7D7D-7A51-AE24-CE9103D1B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XX</a:t>
            </a:r>
            <a:r>
              <a:rPr lang="en-US" altLang="ja-JP"/>
              <a:t>XX</a:t>
            </a:r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ns2:creationId id="{C24BCA9C-0559-2B4D-D26F-FE90E3D4F9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XX</a:t>
            </a:r>
            <a:endParaRPr kumimoji="1" lang="ja-JP" altLang="en-US"/>
          </a:p>
        </p:txBody>
      </p:sp>
      <p:grpSp>
        <p:nvGrpSpPr>
          <p:cNvPr id="166" name="グループ化 165">
            <a:extLst>
              <a:ext uri="{FF2B5EF4-FFF2-40B4-BE49-F238E27FC236}">
                <ns2:creationId id="{C6DAD4A5-BFEA-26CA-D902-3894A796FB97}"/>
              </a:ext>
            </a:extLst>
          </p:cNvPr>
          <p:cNvGrpSpPr/>
          <p:nvPr/>
        </p:nvGrpSpPr>
        <p:grpSpPr>
          <a:xfrm>
            <a:off x="341744" y="4869389"/>
            <a:ext cx="11519500" cy="1444942"/>
            <a:chOff x="341744" y="4869389"/>
            <a:chExt cx="11519500" cy="1444942"/>
          </a:xfrm>
        </p:grpSpPr>
        <p:grpSp>
          <p:nvGrpSpPr>
            <p:cNvPr id="152" name="グループ化 151">
              <a:extLst>
                <a:ext uri="{FF2B5EF4-FFF2-40B4-BE49-F238E27FC236}">
                  <ns2:creationId id="{E4A9D6FB-F9B3-CEF9-26F4-AC652A2DDCE2}"/>
                </a:ext>
              </a:extLst>
            </p:cNvPr>
            <p:cNvGrpSpPr/>
            <p:nvPr/>
          </p:nvGrpSpPr>
          <p:grpSpPr>
            <a:xfrm>
              <a:off x="341744" y="4869389"/>
              <a:ext cx="5673521" cy="1444942"/>
              <a:chOff x="341744" y="4869389"/>
              <a:chExt cx="5673521" cy="1444942"/>
            </a:xfrm>
          </p:grpSpPr>
          <p:sp>
            <p:nvSpPr>
              <p:cNvPr id="55" name="正方形/長方形 54">
                <a:extLst>
                  <a:ext uri="{FF2B5EF4-FFF2-40B4-BE49-F238E27FC236}">
                    <ns2:creationId id="{B14F9E27-EEE0-5D5F-78A8-8ACE295A1853}"/>
                  </a:ext>
                </a:extLst>
              </p:cNvPr>
              <p:cNvSpPr/>
              <p:nvPr/>
            </p:nvSpPr>
            <p:spPr>
              <a:xfrm>
                <a:off x="341744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ns2:creationId id="{210EAAD6-E672-20D1-F2F5-1F872917CA7D}"/>
                  </a:ext>
                </a:extLst>
              </p:cNvPr>
              <p:cNvSpPr/>
              <p:nvPr/>
            </p:nvSpPr>
            <p:spPr>
              <a:xfrm>
                <a:off x="723265" y="6098331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000">
                    <a:solidFill>
                      <a:schemeClr val="bg1"/>
                    </a:solidFill>
                  </a:rPr>
                  <a:t>XX</a:t>
                </a:r>
                <a:endParaRPr lang="ja-JP" altLang="en-US" sz="10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0" name="グループ化 149">
                <a:extLst>
                  <a:ext uri="{FF2B5EF4-FFF2-40B4-BE49-F238E27FC236}">
                    <ns2:creationId id="{CB27D07E-AF7E-BC75-7CE5-3BF51E6CDC4E}"/>
                  </a:ext>
                </a:extLst>
              </p:cNvPr>
              <p:cNvGrpSpPr/>
              <p:nvPr/>
            </p:nvGrpSpPr>
            <p:grpSpPr>
              <a:xfrm>
                <a:off x="724740" y="4877122"/>
                <a:ext cx="5274250" cy="1193426"/>
                <a:chOff x="724740" y="4877122"/>
                <a:chExt cx="5274250" cy="1193426"/>
              </a:xfrm>
            </p:grpSpPr>
            <p:sp>
              <p:nvSpPr>
                <p:cNvPr id="59" name="正方形/長方形 58">
                  <a:extLst>
                    <a:ext uri="{FF2B5EF4-FFF2-40B4-BE49-F238E27FC236}">
                      <ns2:creationId id="{EC699C23-22A5-9553-6E4B-1531819B976C}"/>
                    </a:ext>
                  </a:extLst>
                </p:cNvPr>
                <p:cNvSpPr/>
                <p:nvPr/>
              </p:nvSpPr>
              <p:spPr>
                <a:xfrm>
                  <a:off x="724740" y="5121479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5" name="正方形/長方形 64">
                  <a:extLst>
                    <a:ext uri="{FF2B5EF4-FFF2-40B4-BE49-F238E27FC236}">
                      <ns2:creationId id="{9257D92D-6208-2307-D1AF-EE169D5B0430}"/>
                    </a:ext>
                  </a:extLst>
                </p:cNvPr>
                <p:cNvSpPr/>
                <p:nvPr/>
              </p:nvSpPr>
              <p:spPr>
                <a:xfrm>
                  <a:off x="1349466" y="5121479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66" name="正方形/長方形 65">
                  <a:extLst>
                    <a:ext uri="{FF2B5EF4-FFF2-40B4-BE49-F238E27FC236}">
                      <ns2:creationId id="{C61BEC5D-F926-EEE4-8AD3-F90444A997D0}"/>
                    </a:ext>
                  </a:extLst>
                </p:cNvPr>
                <p:cNvSpPr/>
                <p:nvPr/>
              </p:nvSpPr>
              <p:spPr>
                <a:xfrm>
                  <a:off x="724740" y="5365836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7" name="正方形/長方形 66">
                  <a:extLst>
                    <a:ext uri="{FF2B5EF4-FFF2-40B4-BE49-F238E27FC236}">
                      <ns2:creationId id="{AC8FF3A4-DD5C-E700-B3A9-B96375DE11F5}"/>
                    </a:ext>
                  </a:extLst>
                </p:cNvPr>
                <p:cNvSpPr/>
                <p:nvPr/>
              </p:nvSpPr>
              <p:spPr>
                <a:xfrm>
                  <a:off x="1349466" y="5365836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8" name="正方形/長方形 67">
                  <a:extLst>
                    <a:ext uri="{FF2B5EF4-FFF2-40B4-BE49-F238E27FC236}">
                      <ns2:creationId id="{DE44ED23-CABD-FE0B-B421-35FB0F0474ED}"/>
                    </a:ext>
                  </a:extLst>
                </p:cNvPr>
                <p:cNvSpPr/>
                <p:nvPr/>
              </p:nvSpPr>
              <p:spPr>
                <a:xfrm>
                  <a:off x="724740" y="5610193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ns2:creationId id="{95B00AE4-539F-1EAC-70DF-760EAC1E13FE}"/>
                    </a:ext>
                  </a:extLst>
                </p:cNvPr>
                <p:cNvSpPr/>
                <p:nvPr/>
              </p:nvSpPr>
              <p:spPr>
                <a:xfrm>
                  <a:off x="1349466" y="5610193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70" name="正方形/長方形 69">
                  <a:extLst>
                    <a:ext uri="{FF2B5EF4-FFF2-40B4-BE49-F238E27FC236}">
                      <ns2:creationId id="{A5BF9F23-4EB5-0F3D-774C-97EB2A640F9E}"/>
                    </a:ext>
                  </a:extLst>
                </p:cNvPr>
                <p:cNvSpPr/>
                <p:nvPr/>
              </p:nvSpPr>
              <p:spPr>
                <a:xfrm>
                  <a:off x="724740" y="4877122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4" name="正方形/長方形 73">
                  <a:extLst>
                    <a:ext uri="{FF2B5EF4-FFF2-40B4-BE49-F238E27FC236}">
                      <ns2:creationId id="{D8950188-206F-E5CF-68E9-A3CBFB0554D1}"/>
                    </a:ext>
                  </a:extLst>
                </p:cNvPr>
                <p:cNvSpPr/>
                <p:nvPr/>
              </p:nvSpPr>
              <p:spPr>
                <a:xfrm>
                  <a:off x="1349466" y="4877122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75" name="正方形/長方形 74">
                  <a:extLst>
                    <a:ext uri="{FF2B5EF4-FFF2-40B4-BE49-F238E27FC236}">
                      <ns2:creationId id="{91BF7A1B-9318-2823-B0EB-FB7C3A405133}"/>
                    </a:ext>
                  </a:extLst>
                </p:cNvPr>
                <p:cNvSpPr/>
                <p:nvPr/>
              </p:nvSpPr>
              <p:spPr>
                <a:xfrm>
                  <a:off x="724740" y="585454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3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2" name="正方形/長方形 81">
                  <a:extLst>
                    <a:ext uri="{FF2B5EF4-FFF2-40B4-BE49-F238E27FC236}">
                      <ns2:creationId id="{2B602631-745D-A706-1645-805F444B70B6}"/>
                    </a:ext>
                  </a:extLst>
                </p:cNvPr>
                <p:cNvSpPr/>
                <p:nvPr/>
              </p:nvSpPr>
              <p:spPr>
                <a:xfrm>
                  <a:off x="1349466" y="585454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83" name="正方形/長方形 82">
                  <a:extLst>
                    <a:ext uri="{FF2B5EF4-FFF2-40B4-BE49-F238E27FC236}">
                      <ns2:creationId id="{6652B6D3-DB4F-87D7-A625-71D422589FE5}"/>
                    </a:ext>
                  </a:extLst>
                </p:cNvPr>
                <p:cNvSpPr/>
                <p:nvPr/>
              </p:nvSpPr>
              <p:spPr>
                <a:xfrm>
                  <a:off x="2465794" y="5121479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6" name="正方形/長方形 85">
                  <a:extLst>
                    <a:ext uri="{FF2B5EF4-FFF2-40B4-BE49-F238E27FC236}">
                      <ns2:creationId id="{2C7A9301-B5C4-7C28-7B51-C231A75CC912}"/>
                    </a:ext>
                  </a:extLst>
                </p:cNvPr>
                <p:cNvSpPr/>
                <p:nvPr/>
              </p:nvSpPr>
              <p:spPr>
                <a:xfrm>
                  <a:off x="2465794" y="5365836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7" name="正方形/長方形 86">
                  <a:extLst>
                    <a:ext uri="{FF2B5EF4-FFF2-40B4-BE49-F238E27FC236}">
                      <ns2:creationId id="{C869ADF6-9CBC-84ED-6DC2-F0E77FE7CEA1}"/>
                    </a:ext>
                  </a:extLst>
                </p:cNvPr>
                <p:cNvSpPr/>
                <p:nvPr/>
              </p:nvSpPr>
              <p:spPr>
                <a:xfrm>
                  <a:off x="2465794" y="5610193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18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lnSpc>
                      <a:spcPts val="900"/>
                    </a:lnSpc>
                    <a:buNone/>
                  </a:pP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88" name="正方形/長方形 87">
                  <a:extLst>
                    <a:ext uri="{FF2B5EF4-FFF2-40B4-BE49-F238E27FC236}">
                      <ns2:creationId id="{5E60B347-2308-2088-CC5E-0B1D5DB6CD66}"/>
                    </a:ext>
                  </a:extLst>
                </p:cNvPr>
                <p:cNvSpPr/>
                <p:nvPr/>
              </p:nvSpPr>
              <p:spPr>
                <a:xfrm>
                  <a:off x="2465794" y="4877122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90" name="正方形/長方形 89">
                  <a:extLst>
                    <a:ext uri="{FF2B5EF4-FFF2-40B4-BE49-F238E27FC236}">
                      <ns2:creationId id="{4A3AD08D-2A7F-563C-AAFA-D0EBC57A3C5D}"/>
                    </a:ext>
                  </a:extLst>
                </p:cNvPr>
                <p:cNvSpPr/>
                <p:nvPr/>
              </p:nvSpPr>
              <p:spPr>
                <a:xfrm>
                  <a:off x="2465794" y="585454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rgbClr val="000000"/>
                      </a:solidFill>
                      <a:latin typeface="+mn-ea"/>
                    </a:rPr>
                    <a:t>3</a:t>
                  </a:r>
                  <a:r>
                    <a:rPr lang="ja-JP" altLang="en-US" sz="80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111" name="グループ化 110">
                  <a:extLst>
                    <a:ext uri="{FF2B5EF4-FFF2-40B4-BE49-F238E27FC236}">
                      <ns2:creationId id="{D4C10FF6-4852-8CCF-80F9-326D613ADBBC}"/>
                    </a:ext>
                  </a:extLst>
                </p:cNvPr>
                <p:cNvGrpSpPr/>
                <p:nvPr/>
              </p:nvGrpSpPr>
              <p:grpSpPr>
                <a:xfrm>
                  <a:off x="724740" y="5097396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2" name="直線コネクタ 111">
                    <a:extLst>
                      <a:ext uri="{FF2B5EF4-FFF2-40B4-BE49-F238E27FC236}">
                        <ns2:creationId id="{8C42AF61-6FB4-B5CF-FF9B-DA75CB93A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コネクタ 112">
                    <a:extLst>
                      <a:ext uri="{FF2B5EF4-FFF2-40B4-BE49-F238E27FC236}">
                        <ns2:creationId id="{3BD0B624-6B52-A199-164B-96FB5BF5D2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コネクタ 113">
                    <a:extLst>
                      <a:ext uri="{FF2B5EF4-FFF2-40B4-BE49-F238E27FC236}">
                        <ns2:creationId id="{4E9FF369-BE18-2D6E-521F-F90EF452A0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グループ化 114">
                  <a:extLst>
                    <a:ext uri="{FF2B5EF4-FFF2-40B4-BE49-F238E27FC236}">
                      <ns2:creationId id="{941F15A9-09E3-A5AC-DE93-B6F16B647776}"/>
                    </a:ext>
                  </a:extLst>
                </p:cNvPr>
                <p:cNvGrpSpPr/>
                <p:nvPr/>
              </p:nvGrpSpPr>
              <p:grpSpPr>
                <a:xfrm>
                  <a:off x="724740" y="533556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16" name="直線コネクタ 115">
                    <a:extLst>
                      <a:ext uri="{FF2B5EF4-FFF2-40B4-BE49-F238E27FC236}">
                        <ns2:creationId id="{39519C59-504F-A61F-5E60-C775EF67F0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線コネクタ 116">
                    <a:extLst>
                      <a:ext uri="{FF2B5EF4-FFF2-40B4-BE49-F238E27FC236}">
                        <ns2:creationId id="{97BD6E2C-2BAC-EA0E-B3D2-1F32ABF650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線コネクタ 117">
                    <a:extLst>
                      <a:ext uri="{FF2B5EF4-FFF2-40B4-BE49-F238E27FC236}">
                        <ns2:creationId id="{DA5AF314-BA1A-7D27-B371-F0F4C39A73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9" name="グループ化 118">
                  <a:extLst>
                    <a:ext uri="{FF2B5EF4-FFF2-40B4-BE49-F238E27FC236}">
                      <ns2:creationId id="{85C3536E-669C-2334-C351-61A38366C61F}"/>
                    </a:ext>
                  </a:extLst>
                </p:cNvPr>
                <p:cNvGrpSpPr/>
                <p:nvPr/>
              </p:nvGrpSpPr>
              <p:grpSpPr>
                <a:xfrm>
                  <a:off x="724740" y="5596071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0" name="直線コネクタ 119">
                    <a:extLst>
                      <a:ext uri="{FF2B5EF4-FFF2-40B4-BE49-F238E27FC236}">
                        <ns2:creationId id="{908A9403-CF75-E520-5BBC-9C0BEF7CA5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直線コネクタ 120">
                    <a:extLst>
                      <a:ext uri="{FF2B5EF4-FFF2-40B4-BE49-F238E27FC236}">
                        <ns2:creationId id="{39B4B2A8-2DF1-3556-849F-A18480753DD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直線コネクタ 121">
                    <a:extLst>
                      <a:ext uri="{FF2B5EF4-FFF2-40B4-BE49-F238E27FC236}">
                        <ns2:creationId id="{FBEBAA39-492D-1117-BB04-5CB3B18115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3" name="グループ化 122">
                  <a:extLst>
                    <a:ext uri="{FF2B5EF4-FFF2-40B4-BE49-F238E27FC236}">
                      <ns2:creationId id="{C0D7D639-359E-A984-61B7-3877B1114E4C}"/>
                    </a:ext>
                  </a:extLst>
                </p:cNvPr>
                <p:cNvGrpSpPr/>
                <p:nvPr/>
              </p:nvGrpSpPr>
              <p:grpSpPr>
                <a:xfrm>
                  <a:off x="724740" y="5850114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24" name="直線コネクタ 123">
                    <a:extLst>
                      <a:ext uri="{FF2B5EF4-FFF2-40B4-BE49-F238E27FC236}">
                        <ns2:creationId id="{20F75E50-429C-494C-AECB-D290029216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直線コネクタ 124">
                    <a:extLst>
                      <a:ext uri="{FF2B5EF4-FFF2-40B4-BE49-F238E27FC236}">
                        <ns2:creationId id="{0DAB8FE9-50DB-E127-E0FE-26A73756C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直線コネクタ 125">
                    <a:extLst>
                      <a:ext uri="{FF2B5EF4-FFF2-40B4-BE49-F238E27FC236}">
                        <ns2:creationId id="{2FAD3451-2970-1F48-8A8F-DF164EEC2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53" name="グループ化 152">
              <a:extLst>
                <a:ext uri="{FF2B5EF4-FFF2-40B4-BE49-F238E27FC236}">
                  <ns2:creationId id="{E5279548-F95A-3A9E-57E2-C3ECE7F02FDC}"/>
                </a:ext>
              </a:extLst>
            </p:cNvPr>
            <p:cNvGrpSpPr/>
            <p:nvPr/>
          </p:nvGrpSpPr>
          <p:grpSpPr>
            <a:xfrm>
              <a:off x="6182452" y="4869389"/>
              <a:ext cx="5678792" cy="1443461"/>
              <a:chOff x="6182452" y="4869389"/>
              <a:chExt cx="5678792" cy="1443461"/>
            </a:xfrm>
          </p:grpSpPr>
          <p:sp>
            <p:nvSpPr>
              <p:cNvPr id="91" name="正方形/長方形 90">
                <a:extLst>
                  <a:ext uri="{FF2B5EF4-FFF2-40B4-BE49-F238E27FC236}">
                    <ns2:creationId id="{B0203898-4B4A-D4F2-32E1-82B5FDD5E442}"/>
                  </a:ext>
                </a:extLst>
              </p:cNvPr>
              <p:cNvSpPr/>
              <p:nvPr/>
            </p:nvSpPr>
            <p:spPr>
              <a:xfrm>
                <a:off x="6182452" y="4869389"/>
                <a:ext cx="360000" cy="144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" tIns="0" rIns="1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</a:rPr>
                </a:b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endParaRPr lang="en-US" altLang="ja-JP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ns2:creationId id="{12E71F4E-A149-5E3F-4A09-D3419C2AF275}"/>
                  </a:ext>
                </a:extLst>
              </p:cNvPr>
              <p:cNvSpPr/>
              <p:nvPr/>
            </p:nvSpPr>
            <p:spPr>
              <a:xfrm>
                <a:off x="6569244" y="6096850"/>
                <a:ext cx="5292000" cy="216000"/>
              </a:xfrm>
              <a:prstGeom prst="rect">
                <a:avLst/>
              </a:prstGeom>
              <a:solidFill>
                <a:srgbClr val="008000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900">
                    <a:solidFill>
                      <a:schemeClr val="bg1"/>
                    </a:solidFill>
                  </a:rPr>
                  <a:t>XX</a:t>
                </a:r>
                <a:endParaRPr lang="ja-JP" altLang="en-US" sz="900">
                  <a:solidFill>
                    <a:schemeClr val="bg1"/>
                  </a:solidFill>
                  <a:latin typeface="+mn-ea"/>
                </a:endParaRPr>
              </a:p>
            </p:txBody>
          </p:sp>
          <p:grpSp>
            <p:nvGrpSpPr>
              <p:cNvPr id="151" name="グループ化 150">
                <a:extLst>
                  <a:ext uri="{FF2B5EF4-FFF2-40B4-BE49-F238E27FC236}">
                    <ns2:creationId id="{0D5EA8BF-CAE2-DCAE-DAD6-0B8456D6A5B2}"/>
                  </a:ext>
                </a:extLst>
              </p:cNvPr>
              <p:cNvGrpSpPr/>
              <p:nvPr/>
            </p:nvGrpSpPr>
            <p:grpSpPr>
              <a:xfrm>
                <a:off x="6575594" y="4885384"/>
                <a:ext cx="5281444" cy="1193426"/>
                <a:chOff x="6575594" y="4885384"/>
                <a:chExt cx="5281444" cy="1193426"/>
              </a:xfrm>
            </p:grpSpPr>
            <p:sp>
              <p:nvSpPr>
                <p:cNvPr id="93" name="正方形/長方形 92">
                  <a:extLst>
                    <a:ext uri="{FF2B5EF4-FFF2-40B4-BE49-F238E27FC236}">
                      <ns2:creationId id="{112D9805-C896-3F22-33EC-EE948A163B3F}"/>
                    </a:ext>
                  </a:extLst>
                </p:cNvPr>
                <p:cNvSpPr/>
                <p:nvPr/>
              </p:nvSpPr>
              <p:spPr>
                <a:xfrm>
                  <a:off x="6578147" y="5129741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4" name="正方形/長方形 93">
                  <a:extLst>
                    <a:ext uri="{FF2B5EF4-FFF2-40B4-BE49-F238E27FC236}">
                      <ns2:creationId id="{99A3B094-4BFC-6EF4-7CE2-CE400AC348C9}"/>
                    </a:ext>
                  </a:extLst>
                </p:cNvPr>
                <p:cNvSpPr/>
                <p:nvPr/>
              </p:nvSpPr>
              <p:spPr>
                <a:xfrm>
                  <a:off x="7193348" y="5129741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(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)</a:t>
                  </a:r>
                  <a:endParaRPr lang="ja-JP" altLang="en-US" sz="800">
                    <a:latin typeface="+mn-ea"/>
                  </a:endParaRPr>
                </a:p>
              </p:txBody>
            </p:sp>
            <p:sp>
              <p:nvSpPr>
                <p:cNvPr id="96" name="正方形/長方形 95">
                  <a:extLst>
                    <a:ext uri="{FF2B5EF4-FFF2-40B4-BE49-F238E27FC236}">
                      <ns2:creationId id="{E791E29E-6536-723D-8265-817BEE648328}"/>
                    </a:ext>
                  </a:extLst>
                </p:cNvPr>
                <p:cNvSpPr/>
                <p:nvPr/>
              </p:nvSpPr>
              <p:spPr>
                <a:xfrm>
                  <a:off x="8300151" y="5129741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10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7" name="正方形/長方形 96">
                  <a:extLst>
                    <a:ext uri="{FF2B5EF4-FFF2-40B4-BE49-F238E27FC236}">
                      <ns2:creationId id="{07C740EE-4533-501E-D70E-C6C6464F8EB3}"/>
                    </a:ext>
                  </a:extLst>
                </p:cNvPr>
                <p:cNvSpPr/>
                <p:nvPr/>
              </p:nvSpPr>
              <p:spPr>
                <a:xfrm>
                  <a:off x="6578147" y="5374098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98" name="正方形/長方形 97">
                  <a:extLst>
                    <a:ext uri="{FF2B5EF4-FFF2-40B4-BE49-F238E27FC236}">
                      <ns2:creationId id="{BFBB0422-6558-9E9E-152A-89AE2D14722F}"/>
                    </a:ext>
                  </a:extLst>
                </p:cNvPr>
                <p:cNvSpPr/>
                <p:nvPr/>
              </p:nvSpPr>
              <p:spPr>
                <a:xfrm>
                  <a:off x="7193348" y="5374098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0" name="正方形/長方形 99">
                  <a:extLst>
                    <a:ext uri="{FF2B5EF4-FFF2-40B4-BE49-F238E27FC236}">
                      <ns2:creationId id="{7A8058A9-872E-A7A2-B676-9D8E455BDDAB}"/>
                    </a:ext>
                  </a:extLst>
                </p:cNvPr>
                <p:cNvSpPr/>
                <p:nvPr/>
              </p:nvSpPr>
              <p:spPr>
                <a:xfrm>
                  <a:off x="8300151" y="5374098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SAP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、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BW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GCP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1" name="正方形/長方形 100">
                  <a:extLst>
                    <a:ext uri="{FF2B5EF4-FFF2-40B4-BE49-F238E27FC236}">
                      <ns2:creationId id="{D22C199F-263A-B01C-CD3E-240101703776}"/>
                    </a:ext>
                  </a:extLst>
                </p:cNvPr>
                <p:cNvSpPr/>
                <p:nvPr/>
              </p:nvSpPr>
              <p:spPr>
                <a:xfrm>
                  <a:off x="6578147" y="5618455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ns2:creationId id="{E0AAF8B0-C68C-8E56-2170-44B8078468FC}"/>
                    </a:ext>
                  </a:extLst>
                </p:cNvPr>
                <p:cNvSpPr/>
                <p:nvPr/>
              </p:nvSpPr>
              <p:spPr>
                <a:xfrm>
                  <a:off x="7193348" y="5618455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4" name="正方形/長方形 103">
                  <a:extLst>
                    <a:ext uri="{FF2B5EF4-FFF2-40B4-BE49-F238E27FC236}">
                      <ns2:creationId id="{DB3AF833-D960-C762-674B-3D3C35524D7D}"/>
                    </a:ext>
                  </a:extLst>
                </p:cNvPr>
                <p:cNvSpPr/>
                <p:nvPr/>
              </p:nvSpPr>
              <p:spPr>
                <a:xfrm>
                  <a:off x="8300151" y="5618455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Excel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5" name="正方形/長方形 104">
                  <a:extLst>
                    <a:ext uri="{FF2B5EF4-FFF2-40B4-BE49-F238E27FC236}">
                      <ns2:creationId id="{DAD82BD1-14C6-B07B-8363-B47C2C209F03}"/>
                    </a:ext>
                  </a:extLst>
                </p:cNvPr>
                <p:cNvSpPr/>
                <p:nvPr/>
              </p:nvSpPr>
              <p:spPr>
                <a:xfrm>
                  <a:off x="6578147" y="4885384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6" name="正方形/長方形 105">
                  <a:extLst>
                    <a:ext uri="{FF2B5EF4-FFF2-40B4-BE49-F238E27FC236}">
                      <ns2:creationId id="{9A249F54-9271-4154-13FC-AEE0156A2D8D}"/>
                    </a:ext>
                  </a:extLst>
                </p:cNvPr>
                <p:cNvSpPr/>
                <p:nvPr/>
              </p:nvSpPr>
              <p:spPr>
                <a:xfrm>
                  <a:off x="7193348" y="4885384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  <a:r>
                    <a:rPr lang="en-US" altLang="ja-JP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7" name="正方形/長方形 106">
                  <a:extLst>
                    <a:ext uri="{FF2B5EF4-FFF2-40B4-BE49-F238E27FC236}">
                      <ns2:creationId id="{B2430D9C-45BE-15C9-C2B3-96D839994897}"/>
                    </a:ext>
                  </a:extLst>
                </p:cNvPr>
                <p:cNvSpPr/>
                <p:nvPr/>
              </p:nvSpPr>
              <p:spPr>
                <a:xfrm>
                  <a:off x="8300151" y="4885384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ja-JP" altLang="en-US" sz="800" b="1">
                      <a:solidFill>
                        <a:srgbClr val="008000"/>
                      </a:solidFill>
                      <a:latin typeface="+mn-ea"/>
                    </a:rPr>
                    <a:t>XX</a:t>
                  </a:r>
                </a:p>
              </p:txBody>
            </p:sp>
            <p:sp>
              <p:nvSpPr>
                <p:cNvPr id="108" name="正方形/長方形 107">
                  <a:extLst>
                    <a:ext uri="{FF2B5EF4-FFF2-40B4-BE49-F238E27FC236}">
                      <ns2:creationId id="{953F0C98-D0D4-E6D7-E8D8-857EDF433119}"/>
                    </a:ext>
                  </a:extLst>
                </p:cNvPr>
                <p:cNvSpPr/>
                <p:nvPr/>
              </p:nvSpPr>
              <p:spPr>
                <a:xfrm>
                  <a:off x="6578147" y="5862810"/>
                  <a:ext cx="576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buNone/>
                  </a:pP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KGI</a:t>
                  </a:r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 </a:t>
                  </a:r>
                  <a:r>
                    <a:rPr lang="en-US" altLang="ja-JP" sz="800" b="1">
                      <a:solidFill>
                        <a:srgbClr val="000000"/>
                      </a:solidFill>
                      <a:latin typeface="+mn-ea"/>
                    </a:rPr>
                    <a:t>3</a:t>
                  </a:r>
                  <a:endParaRPr lang="ja-JP" altLang="en-US" sz="800" b="1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09" name="正方形/長方形 108">
                  <a:extLst>
                    <a:ext uri="{FF2B5EF4-FFF2-40B4-BE49-F238E27FC236}">
                      <ns2:creationId id="{C4E61ED8-29F9-84B2-2094-FFB2CDEA1E7F}"/>
                    </a:ext>
                  </a:extLst>
                </p:cNvPr>
                <p:cNvSpPr/>
                <p:nvPr/>
              </p:nvSpPr>
              <p:spPr>
                <a:xfrm>
                  <a:off x="7193348" y="5862810"/>
                  <a:ext cx="1080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 b="1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800">
                    <a:solidFill>
                      <a:srgbClr val="000000"/>
                    </a:solidFill>
                    <a:latin typeface="+mn-ea"/>
                  </a:endParaRPr>
                </a:p>
              </p:txBody>
            </p:sp>
            <p:sp>
              <p:nvSpPr>
                <p:cNvPr id="110" name="正方形/長方形 109">
                  <a:extLst>
                    <a:ext uri="{FF2B5EF4-FFF2-40B4-BE49-F238E27FC236}">
                      <ns2:creationId id="{F36D6BD2-653F-50F6-F4C1-3167D7CFC2F7}"/>
                    </a:ext>
                  </a:extLst>
                </p:cNvPr>
                <p:cNvSpPr/>
                <p:nvPr/>
              </p:nvSpPr>
              <p:spPr>
                <a:xfrm>
                  <a:off x="8300151" y="5862810"/>
                  <a:ext cx="3528000" cy="216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(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  <a:r>
                    <a:rPr lang="en-US" altLang="ja-JP" sz="800">
                      <a:solidFill>
                        <a:schemeClr val="tx1"/>
                      </a:solidFill>
                      <a:latin typeface="+mn-ea"/>
                    </a:rPr>
                    <a:t>) </a:t>
                  </a:r>
                  <a:r>
                    <a:rPr lang="ja-JP" altLang="en-US" sz="800">
                      <a:solidFill>
                        <a:schemeClr val="tx1"/>
                      </a:solidFill>
                      <a:latin typeface="+mn-ea"/>
                    </a:rPr>
                    <a:t>XX</a:t>
                  </a:r>
                </a:p>
              </p:txBody>
            </p:sp>
            <p:grpSp>
              <p:nvGrpSpPr>
                <p:cNvPr id="8" name="グループ化 7">
                  <a:extLst>
                    <a:ext uri="{FF2B5EF4-FFF2-40B4-BE49-F238E27FC236}">
                      <ns2:creationId id="{1EE32E7D-AA2F-E0D1-190B-AB5D040A7D2A}"/>
                    </a:ext>
                  </a:extLst>
                </p:cNvPr>
                <p:cNvGrpSpPr/>
                <p:nvPr/>
              </p:nvGrpSpPr>
              <p:grpSpPr>
                <a:xfrm>
                  <a:off x="6575594" y="5097395"/>
                  <a:ext cx="5281444" cy="0"/>
                  <a:chOff x="6575594" y="5097395"/>
                  <a:chExt cx="5281444" cy="0"/>
                </a:xfrm>
              </p:grpSpPr>
              <p:cxnSp>
                <p:nvCxnSpPr>
                  <p:cNvPr id="128" name="直線コネクタ 127">
                    <a:extLst>
                      <a:ext uri="{FF2B5EF4-FFF2-40B4-BE49-F238E27FC236}">
                        <ns2:creationId id="{2B1CCF00-C823-75C7-FBFB-546554DB85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575594" y="5097395"/>
                    <a:ext cx="577938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9" name="直線コネクタ 128">
                    <a:extLst>
                      <a:ext uri="{FF2B5EF4-FFF2-40B4-BE49-F238E27FC236}">
                        <ns2:creationId id="{930C030B-CC3F-A183-D188-A9E78CE9FDC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10182" y="5097395"/>
                    <a:ext cx="1083635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線コネクタ 129">
                    <a:extLst>
                      <a:ext uri="{FF2B5EF4-FFF2-40B4-BE49-F238E27FC236}">
                        <ns2:creationId id="{9285CCC8-8A78-A9E0-2687-A7060FDCD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327721" y="5097395"/>
                    <a:ext cx="3529317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1" name="グループ化 130">
                  <a:extLst>
                    <a:ext uri="{FF2B5EF4-FFF2-40B4-BE49-F238E27FC236}">
                      <ns2:creationId id="{6AEA5936-7513-FDD1-D097-7075DF85A836}"/>
                    </a:ext>
                  </a:extLst>
                </p:cNvPr>
                <p:cNvGrpSpPr/>
                <p:nvPr/>
              </p:nvGrpSpPr>
              <p:grpSpPr>
                <a:xfrm>
                  <a:off x="6575594" y="533408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2" name="直線コネクタ 131">
                    <a:extLst>
                      <a:ext uri="{FF2B5EF4-FFF2-40B4-BE49-F238E27FC236}">
                        <ns2:creationId id="{F501D7E6-A58B-77C6-0AAF-C74ECE2CD9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直線コネクタ 132">
                    <a:extLst>
                      <a:ext uri="{FF2B5EF4-FFF2-40B4-BE49-F238E27FC236}">
                        <ns2:creationId id="{EAF622B7-97C2-A11C-DD32-21D0F552B0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直線コネクタ 133">
                    <a:extLst>
                      <a:ext uri="{FF2B5EF4-FFF2-40B4-BE49-F238E27FC236}">
                        <ns2:creationId id="{06277755-DBBC-6CC0-D47C-DB427E6837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5" name="グループ化 134">
                  <a:extLst>
                    <a:ext uri="{FF2B5EF4-FFF2-40B4-BE49-F238E27FC236}">
                      <ns2:creationId id="{B4B61DD6-973B-0542-62E1-0534477183F2}"/>
                    </a:ext>
                  </a:extLst>
                </p:cNvPr>
                <p:cNvGrpSpPr/>
                <p:nvPr/>
              </p:nvGrpSpPr>
              <p:grpSpPr>
                <a:xfrm>
                  <a:off x="6575594" y="5594590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36" name="直線コネクタ 135">
                    <a:extLst>
                      <a:ext uri="{FF2B5EF4-FFF2-40B4-BE49-F238E27FC236}">
                        <ns2:creationId id="{705B2CC2-7F70-D18F-37B7-BEDDA5AF8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7" name="直線コネクタ 136">
                    <a:extLst>
                      <a:ext uri="{FF2B5EF4-FFF2-40B4-BE49-F238E27FC236}">
                        <ns2:creationId id="{2B597EF4-C1DA-775B-80FA-EAB884F2BD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線コネクタ 137">
                    <a:extLst>
                      <a:ext uri="{FF2B5EF4-FFF2-40B4-BE49-F238E27FC236}">
                        <ns2:creationId id="{F12BD516-792B-143E-E3F6-2BD39FEF77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9" name="グループ化 138">
                  <a:extLst>
                    <a:ext uri="{FF2B5EF4-FFF2-40B4-BE49-F238E27FC236}">
                      <ns2:creationId id="{ECA113EC-7E9A-6D32-6BBB-0C9C6619AD1A}"/>
                    </a:ext>
                  </a:extLst>
                </p:cNvPr>
                <p:cNvGrpSpPr/>
                <p:nvPr/>
              </p:nvGrpSpPr>
              <p:grpSpPr>
                <a:xfrm>
                  <a:off x="6575594" y="5848633"/>
                  <a:ext cx="5274250" cy="0"/>
                  <a:chOff x="709500" y="5080678"/>
                  <a:chExt cx="5274250" cy="0"/>
                </a:xfrm>
              </p:grpSpPr>
              <p:cxnSp>
                <p:nvCxnSpPr>
                  <p:cNvPr id="140" name="直線コネクタ 139">
                    <a:extLst>
                      <a:ext uri="{FF2B5EF4-FFF2-40B4-BE49-F238E27FC236}">
                        <ns2:creationId id="{6217E910-FF0D-1190-39C3-64261FCB95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09500" y="5080678"/>
                    <a:ext cx="576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直線コネクタ 140">
                    <a:extLst>
                      <a:ext uri="{FF2B5EF4-FFF2-40B4-BE49-F238E27FC236}">
                        <ns2:creationId id="{7275B933-1741-B988-9AF2-3BDB137E37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341960" y="5080678"/>
                    <a:ext cx="1080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線コネクタ 141">
                    <a:extLst>
                      <a:ext uri="{FF2B5EF4-FFF2-40B4-BE49-F238E27FC236}">
                        <ns2:creationId id="{B4F83118-FFC1-8049-5233-DBBEDD6F08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455750" y="5080678"/>
                    <a:ext cx="3528000" cy="0"/>
                  </a:xfrm>
                  <a:prstGeom prst="line">
                    <a:avLst/>
                  </a:prstGeom>
                  <a:ln w="9525">
                    <a:solidFill>
                      <a:srgbClr val="000000"/>
                    </a:solidFill>
                    <a:prstDash val="sysDot"/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165" name="グループ化 164">
            <a:extLst>
              <a:ext uri="{FF2B5EF4-FFF2-40B4-BE49-F238E27FC236}">
                <ns2:creationId id="{75C8801A-56F4-A96F-8C63-7DA2739EB407}"/>
              </a:ext>
            </a:extLst>
          </p:cNvPr>
          <p:cNvGrpSpPr/>
          <p:nvPr/>
        </p:nvGrpSpPr>
        <p:grpSpPr>
          <a:xfrm>
            <a:off x="334963" y="1636044"/>
            <a:ext cx="11523175" cy="3197481"/>
            <a:chOff x="334963" y="1636044"/>
            <a:chExt cx="11523175" cy="3197481"/>
          </a:xfrm>
        </p:grpSpPr>
        <p:sp>
          <p:nvSpPr>
            <p:cNvPr id="15" name="ホームベース 64">
              <a:extLst>
                <a:ext uri="{FF2B5EF4-FFF2-40B4-BE49-F238E27FC236}">
                  <ns2:creationId id="{54343A36-3E92-07A7-5FE5-0AE808E6AFAD}"/>
                </a:ext>
              </a:extLst>
            </p:cNvPr>
            <p:cNvSpPr/>
            <p:nvPr/>
          </p:nvSpPr>
          <p:spPr>
            <a:xfrm>
              <a:off x="341745" y="1636044"/>
              <a:ext cx="5220000" cy="324000"/>
            </a:xfrm>
            <a:prstGeom prst="homePlate">
              <a:avLst>
                <a:gd name="adj" fmla="val 48118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r>
                <a:rPr lang="ja-JP" altLang="en-US" sz="1400">
                  <a:latin typeface="+mj-ea"/>
                  <a:ea typeface="+mj-ea"/>
                </a:rPr>
                <a:t>XX</a:t>
              </a:r>
              <a:endParaRPr kumimoji="1" lang="ja-JP" altLang="en-US" sz="1400">
                <a:latin typeface="+mj-ea"/>
                <a:ea typeface="+mj-ea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ns2:creationId id="{F0255257-6213-62B3-0CC5-06067219D522}"/>
                </a:ext>
              </a:extLst>
            </p:cNvPr>
            <p:cNvSpPr/>
            <p:nvPr/>
          </p:nvSpPr>
          <p:spPr>
            <a:xfrm>
              <a:off x="6892119" y="1636044"/>
              <a:ext cx="4966019" cy="324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154" name="グループ化 153">
              <a:extLst>
                <a:ext uri="{FF2B5EF4-FFF2-40B4-BE49-F238E27FC236}">
                  <ns2:creationId id="{3CE4D3E9-46EB-3D78-848F-24CAD1CCF39D}"/>
                </a:ext>
              </a:extLst>
            </p:cNvPr>
            <p:cNvGrpSpPr/>
            <p:nvPr/>
          </p:nvGrpSpPr>
          <p:grpSpPr>
            <a:xfrm>
              <a:off x="6892120" y="2012192"/>
              <a:ext cx="4907041" cy="936000"/>
              <a:chOff x="6892120" y="2012192"/>
              <a:chExt cx="4907041" cy="936000"/>
            </a:xfrm>
          </p:grpSpPr>
          <p:sp>
            <p:nvSpPr>
              <p:cNvPr id="24" name="ホームベース 13">
                <a:extLst>
                  <a:ext uri="{FF2B5EF4-FFF2-40B4-BE49-F238E27FC236}">
                    <ns2:creationId id="{5A426EE6-B79F-702D-48BC-B6AA9A5C8AA3}"/>
                  </a:ext>
                </a:extLst>
              </p:cNvPr>
              <p:cNvSpPr/>
              <p:nvPr/>
            </p:nvSpPr>
            <p:spPr>
              <a:xfrm rot="5400000">
                <a:off x="6604120" y="2300192"/>
                <a:ext cx="936000" cy="360000"/>
              </a:xfrm>
              <a:prstGeom prst="homePlate">
                <a:avLst>
                  <a:gd name="adj" fmla="val 18206"/>
                </a:avLst>
              </a:prstGeom>
              <a:solidFill>
                <a:srgbClr val="008000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lnSpc>
                    <a:spcPts val="1200"/>
                  </a:lnSpc>
                  <a:buClr>
                    <a:schemeClr val="accent1"/>
                  </a:buClr>
                </a:pPr>
                <a:r>
                  <a:rPr lang="en-US" altLang="ja-JP" sz="700">
                    <a:solidFill>
                      <a:schemeClr val="bg1"/>
                    </a:solidFill>
                    <a:latin typeface="+mn-ea"/>
                  </a:rPr>
                  <a:t>XX</a:t>
                </a: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①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39" name="正方形/長方形 38">
                <a:extLst>
                  <a:ext uri="{FF2B5EF4-FFF2-40B4-BE49-F238E27FC236}">
                    <ns2:creationId id="{5340B45E-5E0F-C9E8-45AF-B3180699CD26}"/>
                  </a:ext>
                </a:extLst>
              </p:cNvPr>
              <p:cNvSpPr/>
              <p:nvPr/>
            </p:nvSpPr>
            <p:spPr>
              <a:xfrm>
                <a:off x="7516531" y="2012192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BW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GCP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rgbClr val="000000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ns2:creationId id="{71F1C07F-921C-A130-9EB2-D7E43760DE13}"/>
                  </a:ext>
                </a:extLst>
              </p:cNvPr>
              <p:cNvSpPr/>
              <p:nvPr/>
            </p:nvSpPr>
            <p:spPr>
              <a:xfrm>
                <a:off x="7529231" y="2169969"/>
                <a:ext cx="1151317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ns2:creationId id="{B3C65A01-88D6-023E-01BC-BDC39162F87B}"/>
                  </a:ext>
                </a:extLst>
              </p:cNvPr>
              <p:cNvSpPr/>
              <p:nvPr/>
            </p:nvSpPr>
            <p:spPr>
              <a:xfrm>
                <a:off x="7529231" y="2430319"/>
                <a:ext cx="1116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ns2:creationId id="{0D59B8E0-E266-D785-D827-F5ECB3D74F76}"/>
                  </a:ext>
                </a:extLst>
              </p:cNvPr>
              <p:cNvSpPr/>
              <p:nvPr/>
            </p:nvSpPr>
            <p:spPr>
              <a:xfrm>
                <a:off x="7529231" y="2703369"/>
                <a:ext cx="140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155" name="グループ化 154">
              <a:extLst>
                <a:ext uri="{FF2B5EF4-FFF2-40B4-BE49-F238E27FC236}">
                  <ns2:creationId id="{7A459B6F-C264-55A8-D017-103861120C42}"/>
                </a:ext>
              </a:extLst>
            </p:cNvPr>
            <p:cNvGrpSpPr/>
            <p:nvPr/>
          </p:nvGrpSpPr>
          <p:grpSpPr>
            <a:xfrm>
              <a:off x="6892120" y="2967769"/>
              <a:ext cx="4907041" cy="936002"/>
              <a:chOff x="6892120" y="2967769"/>
              <a:chExt cx="4907041" cy="936002"/>
            </a:xfrm>
          </p:grpSpPr>
          <p:sp>
            <p:nvSpPr>
              <p:cNvPr id="25" name="山形 14">
                <a:extLst>
                  <a:ext uri="{FF2B5EF4-FFF2-40B4-BE49-F238E27FC236}">
                    <ns2:creationId id="{20EBA465-CFA5-935B-5D43-9CA417DF4C85}"/>
                  </a:ext>
                </a:extLst>
              </p:cNvPr>
              <p:cNvSpPr/>
              <p:nvPr/>
            </p:nvSpPr>
            <p:spPr>
              <a:xfrm rot="5400000">
                <a:off x="6604120" y="3255771"/>
                <a:ext cx="93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</a:rPr>
                  <a:t>②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B576E048-B95C-02D7-2D0E-6ABEB15A1B61}"/>
                  </a:ext>
                </a:extLst>
              </p:cNvPr>
              <p:cNvSpPr/>
              <p:nvPr/>
            </p:nvSpPr>
            <p:spPr>
              <a:xfrm>
                <a:off x="7516531" y="2967769"/>
                <a:ext cx="4282630" cy="93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、</a:t>
                </a:r>
                <a:r>
                  <a:rPr lang="en-US" altLang="ja-JP" sz="800" err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1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3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ns2:creationId id="{AB24D903-7824-22B7-A7AA-362F72ACB064}"/>
                  </a:ext>
                </a:extLst>
              </p:cNvPr>
              <p:cNvSpPr/>
              <p:nvPr/>
            </p:nvSpPr>
            <p:spPr>
              <a:xfrm>
                <a:off x="7541930" y="3114513"/>
                <a:ext cx="1170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ns2:creationId id="{CA479595-A43D-4543-1544-23C0FBCB497C}"/>
                  </a:ext>
                </a:extLst>
              </p:cNvPr>
              <p:cNvSpPr/>
              <p:nvPr/>
            </p:nvSpPr>
            <p:spPr>
              <a:xfrm>
                <a:off x="7541931" y="3389294"/>
                <a:ext cx="1062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C29BB292-1B20-56D5-B119-B36D3D496EBD}"/>
                  </a:ext>
                </a:extLst>
              </p:cNvPr>
              <p:cNvSpPr/>
              <p:nvPr/>
            </p:nvSpPr>
            <p:spPr>
              <a:xfrm>
                <a:off x="7541931" y="3636367"/>
                <a:ext cx="864000" cy="1188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54" name="正方形/長方形 53">
              <a:extLst>
                <a:ext uri="{FF2B5EF4-FFF2-40B4-BE49-F238E27FC236}">
                  <ns2:creationId id="{14603911-F83C-58E9-738F-7A8C2A04D0E2}"/>
                </a:ext>
              </a:extLst>
            </p:cNvPr>
            <p:cNvSpPr/>
            <p:nvPr/>
          </p:nvSpPr>
          <p:spPr>
            <a:xfrm>
              <a:off x="334963" y="4581525"/>
              <a:ext cx="11522075" cy="252000"/>
            </a:xfrm>
            <a:prstGeom prst="rect">
              <a:avLst/>
            </a:prstGeom>
            <a:solidFill>
              <a:srgbClr val="008000"/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200">
                  <a:latin typeface="+mn-ea"/>
                </a:rPr>
                <a:t>XX</a:t>
              </a:r>
              <a:endParaRPr lang="ja-JP" altLang="en-US" sz="1200">
                <a:latin typeface="+mn-ea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7B946F7-FC29-D926-FB8A-874AC26F3398}"/>
                </a:ext>
              </a:extLst>
            </p:cNvPr>
            <p:cNvGrpSpPr/>
            <p:nvPr/>
          </p:nvGrpSpPr>
          <p:grpSpPr>
            <a:xfrm>
              <a:off x="334963" y="2807238"/>
              <a:ext cx="5148000" cy="1209298"/>
              <a:chOff x="340295" y="2788662"/>
              <a:chExt cx="5148000" cy="1209298"/>
            </a:xfrm>
          </p:grpSpPr>
          <p:sp>
            <p:nvSpPr>
              <p:cNvPr id="20" name="正方形/長方形 19">
                <a:extLst>
                  <a:ext uri="{FF2B5EF4-FFF2-40B4-BE49-F238E27FC236}">
                    <ns2:creationId id="{15C9C0A7-950E-927D-B045-4504CA5D5D27}"/>
                  </a:ext>
                </a:extLst>
              </p:cNvPr>
              <p:cNvSpPr/>
              <p:nvPr/>
            </p:nvSpPr>
            <p:spPr>
              <a:xfrm>
                <a:off x="340295" y="2788662"/>
                <a:ext cx="5148000" cy="1209298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ns2:creationId id="{2A446B46-16D2-4604-D925-D0C8883A6538}"/>
                  </a:ext>
                </a:extLst>
              </p:cNvPr>
              <p:cNvSpPr/>
              <p:nvPr/>
            </p:nvSpPr>
            <p:spPr>
              <a:xfrm>
                <a:off x="392839" y="2819806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4" name="グラフィックス 43" descr="スプラッシュ 1 単色塗りつぶし">
                <a:extLst>
                  <a:ext uri="{FF2B5EF4-FFF2-40B4-BE49-F238E27FC236}">
                    <ns2:creationId id="{5C43B69D-95DC-D7F1-DA11-CBBB1FE0B6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467295" y="29098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52" name="正方形/長方形 51">
                <a:extLst>
                  <a:ext uri="{FF2B5EF4-FFF2-40B4-BE49-F238E27FC236}">
                    <ns2:creationId id="{5D5552E6-23D0-0119-0811-51EE78492132}"/>
                  </a:ext>
                </a:extLst>
              </p:cNvPr>
              <p:cNvSpPr/>
              <p:nvPr/>
            </p:nvSpPr>
            <p:spPr>
              <a:xfrm>
                <a:off x="392839" y="3276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PDCA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8" name="グラフィックス 47" descr="バツを付けたチェック ボックス 単色塗りつぶし">
                <a:extLst>
                  <a:ext uri="{FF2B5EF4-FFF2-40B4-BE49-F238E27FC236}">
                    <ns2:creationId id="{68772A60-A85F-C270-CDFC-F990DF7FE7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67295" y="3312206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0" name="正方形/長方形 59">
                <a:extLst>
                  <a:ext uri="{FF2B5EF4-FFF2-40B4-BE49-F238E27FC236}">
                    <ns2:creationId id="{8341379F-70A4-0E21-A409-38B4E6D1D56A}"/>
                  </a:ext>
                </a:extLst>
              </p:cNvPr>
              <p:cNvSpPr/>
              <p:nvPr/>
            </p:nvSpPr>
            <p:spPr>
              <a:xfrm>
                <a:off x="392839" y="3635206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)</a:t>
                </a:r>
              </a:p>
              <a:p>
                <a:pPr>
                  <a:spcAft>
                    <a:spcPts val="200"/>
                  </a:spcAft>
                </a:pP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(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/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)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2" name="グラフィックス 71" descr="数学 単色塗りつぶし">
                <a:extLst>
                  <a:ext uri="{FF2B5EF4-FFF2-40B4-BE49-F238E27FC236}">
                    <ns2:creationId id="{5E05B9AF-EDA5-4334-3C70-C18BE1D06F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67295" y="3671206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ns2:creationId id="{A61F584B-CDE4-7B02-144B-550EEC815355}"/>
                </a:ext>
              </a:extLst>
            </p:cNvPr>
            <p:cNvGrpSpPr/>
            <p:nvPr/>
          </p:nvGrpSpPr>
          <p:grpSpPr>
            <a:xfrm>
              <a:off x="334963" y="2027536"/>
              <a:ext cx="5148000" cy="756408"/>
              <a:chOff x="340295" y="1993449"/>
              <a:chExt cx="5148000" cy="756408"/>
            </a:xfrm>
          </p:grpSpPr>
          <p:sp>
            <p:nvSpPr>
              <p:cNvPr id="16" name="正方形/長方形 15">
                <a:extLst>
                  <a:ext uri="{FF2B5EF4-FFF2-40B4-BE49-F238E27FC236}">
                    <ns2:creationId id="{92A93AB4-9082-4662-3D78-BB15875396AA}"/>
                  </a:ext>
                </a:extLst>
              </p:cNvPr>
              <p:cNvSpPr/>
              <p:nvPr/>
            </p:nvSpPr>
            <p:spPr>
              <a:xfrm>
                <a:off x="340295" y="1993449"/>
                <a:ext cx="5148000" cy="75640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ns2:creationId id="{AEA2F19A-867A-E3D4-5ED1-190BEB7D7D56}"/>
                  </a:ext>
                </a:extLst>
              </p:cNvPr>
              <p:cNvSpPr/>
              <p:nvPr/>
            </p:nvSpPr>
            <p:spPr>
              <a:xfrm>
                <a:off x="392839" y="2035734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</a:rPr>
                  <a:t>SAP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、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BW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</a:rPr>
                  <a:t>XX</a:t>
                </a:r>
                <a:r>
                  <a:rPr lang="ja-JP" altLang="en-US" sz="800">
                    <a:solidFill>
                      <a:schemeClr val="tx1"/>
                    </a:solidFill>
                  </a:rPr>
                  <a:t>XX</a:t>
                </a:r>
              </a:p>
            </p:txBody>
          </p:sp>
          <p:pic>
            <p:nvPicPr>
              <p:cNvPr id="71" name="グラフィックス 70" descr="接続済み 単色塗りつぶし">
                <a:extLst>
                  <a:ext uri="{FF2B5EF4-FFF2-40B4-BE49-F238E27FC236}">
                    <ns2:creationId id="{E80CA7B1-EA81-8D38-491C-411EAD5E5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467295" y="2071734"/>
                <a:ext cx="252000" cy="252000"/>
              </a:xfrm>
              <a:prstGeom prst="rect">
                <a:avLst/>
              </a:prstGeom>
            </p:spPr>
          </p:pic>
          <p:sp>
            <p:nvSpPr>
              <p:cNvPr id="61" name="正方形/長方形 60">
                <a:extLst>
                  <a:ext uri="{FF2B5EF4-FFF2-40B4-BE49-F238E27FC236}">
                    <ns2:creationId id="{5375DB84-651C-F698-3563-00368BDEEACC}"/>
                  </a:ext>
                </a:extLst>
              </p:cNvPr>
              <p:cNvSpPr/>
              <p:nvPr/>
            </p:nvSpPr>
            <p:spPr>
              <a:xfrm>
                <a:off x="392839" y="2381121"/>
                <a:ext cx="5030212" cy="324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pPr>
                  <a:spcAft>
                    <a:spcPts val="200"/>
                  </a:spcAft>
                </a:pP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10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>
                    <a:solidFill>
                      <a:schemeClr val="tx1"/>
                    </a:solidFill>
                    <a:latin typeface="+mn-ea"/>
                  </a:rPr>
                  <a:t>Excel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73" name="グラフィックス 72" descr="クリップボード 単色塗りつぶし">
                <a:extLst>
                  <a:ext uri="{FF2B5EF4-FFF2-40B4-BE49-F238E27FC236}">
                    <ns2:creationId id="{F195478E-6169-468F-11D4-D54B0D871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467295" y="2417121"/>
                <a:ext cx="252000" cy="252000"/>
              </a:xfrm>
              <a:prstGeom prst="rect">
                <a:avLst/>
              </a:prstGeom>
            </p:spPr>
          </p:pic>
        </p:grpSp>
        <p:grpSp>
          <p:nvGrpSpPr>
            <p:cNvPr id="156" name="グループ化 155">
              <a:extLst>
                <a:ext uri="{FF2B5EF4-FFF2-40B4-BE49-F238E27FC236}">
                  <ns2:creationId id="{A603064F-69D2-6C1A-5260-6D4D25359168}"/>
                </a:ext>
              </a:extLst>
            </p:cNvPr>
            <p:cNvGrpSpPr/>
            <p:nvPr/>
          </p:nvGrpSpPr>
          <p:grpSpPr>
            <a:xfrm>
              <a:off x="6892121" y="3938030"/>
              <a:ext cx="4919740" cy="576003"/>
              <a:chOff x="6892121" y="3938030"/>
              <a:chExt cx="4919740" cy="576003"/>
            </a:xfrm>
          </p:grpSpPr>
          <p:sp>
            <p:nvSpPr>
              <p:cNvPr id="41" name="正方形/長方形 40">
                <a:extLst>
                  <a:ext uri="{FF2B5EF4-FFF2-40B4-BE49-F238E27FC236}">
                    <ns2:creationId id="{A10A13B9-9FC2-32CB-A80C-D201AA67AA8A}"/>
                  </a:ext>
                </a:extLst>
              </p:cNvPr>
              <p:cNvSpPr/>
              <p:nvPr/>
            </p:nvSpPr>
            <p:spPr>
              <a:xfrm>
                <a:off x="7529231" y="3938030"/>
                <a:ext cx="4282630" cy="576000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8000"/>
                    </a:solidFill>
                    <a:latin typeface="+mn-ea"/>
                  </a:rPr>
                  <a:t>XX</a:t>
                </a:r>
                <a:r>
                  <a:rPr lang="ja-JP" altLang="en-US" sz="900">
                    <a:solidFill>
                      <a:srgbClr val="008000"/>
                    </a:solidFill>
                    <a:latin typeface="+mn-ea"/>
                  </a:rPr>
                  <a:t>XX</a:t>
                </a:r>
                <a:endParaRPr lang="en-US" altLang="ja-JP" sz="900">
                  <a:solidFill>
                    <a:srgbClr val="008000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  <a:p>
                <a:pPr>
                  <a:lnSpc>
                    <a:spcPts val="1000"/>
                  </a:lnSpc>
                  <a:spcAft>
                    <a:spcPts val="1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r>
                  <a:rPr lang="en-US" altLang="ja-JP" sz="800" b="1">
                    <a:solidFill>
                      <a:schemeClr val="tx1"/>
                    </a:solidFill>
                    <a:latin typeface="+mn-ea"/>
                  </a:rPr>
                  <a:t> </a:t>
                </a: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5B717F9C-718F-1C4B-4A61-63A267391747}"/>
                  </a:ext>
                </a:extLst>
              </p:cNvPr>
              <p:cNvSpPr/>
              <p:nvPr/>
            </p:nvSpPr>
            <p:spPr>
              <a:xfrm>
                <a:off x="7547704" y="4109451"/>
                <a:ext cx="810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ns2:creationId id="{05E70187-BCA0-768D-4FF9-5976368D46CA}"/>
                  </a:ext>
                </a:extLst>
              </p:cNvPr>
              <p:cNvSpPr/>
              <p:nvPr/>
            </p:nvSpPr>
            <p:spPr>
              <a:xfrm>
                <a:off x="7547704" y="4254801"/>
                <a:ext cx="1188000" cy="111600"/>
              </a:xfrm>
              <a:prstGeom prst="rect">
                <a:avLst/>
              </a:prstGeom>
              <a:noFill/>
              <a:ln w="9525">
                <a:solidFill>
                  <a:srgbClr val="008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9" name="山形 14">
                <a:extLst>
                  <a:ext uri="{FF2B5EF4-FFF2-40B4-BE49-F238E27FC236}">
                    <ns2:creationId id="{CDAC78DB-C360-84E5-0013-2BCE5266BFB6}"/>
                  </a:ext>
                </a:extLst>
              </p:cNvPr>
              <p:cNvSpPr/>
              <p:nvPr/>
            </p:nvSpPr>
            <p:spPr>
              <a:xfrm rot="5400000">
                <a:off x="6784121" y="4046033"/>
                <a:ext cx="576000" cy="360000"/>
              </a:xfrm>
              <a:prstGeom prst="chevron">
                <a:avLst>
                  <a:gd name="adj" fmla="val 18094"/>
                </a:avLst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100">
                    <a:solidFill>
                      <a:schemeClr val="bg1"/>
                    </a:solidFill>
                    <a:latin typeface="+mn-ea"/>
                    <a:ea typeface="+mj-ea"/>
                  </a:rPr>
                  <a:t>③</a:t>
                </a:r>
                <a:endParaRPr kumimoji="1" lang="ja-JP" altLang="en-US" sz="11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76" name="グループ化 75">
              <a:extLst>
                <a:ext uri="{FF2B5EF4-FFF2-40B4-BE49-F238E27FC236}">
                  <ns2:creationId id="{F58162D0-1083-1B24-7768-80135D56F353}"/>
                </a:ext>
              </a:extLst>
            </p:cNvPr>
            <p:cNvGrpSpPr/>
            <p:nvPr/>
          </p:nvGrpSpPr>
          <p:grpSpPr>
            <a:xfrm>
              <a:off x="334963" y="4039829"/>
              <a:ext cx="5148000" cy="485671"/>
              <a:chOff x="340295" y="4055901"/>
              <a:chExt cx="5148000" cy="485671"/>
            </a:xfrm>
          </p:grpSpPr>
          <p:sp>
            <p:nvSpPr>
              <p:cNvPr id="23" name="正方形/長方形 22">
                <a:extLst>
                  <a:ext uri="{FF2B5EF4-FFF2-40B4-BE49-F238E27FC236}">
                    <ns2:creationId id="{FE39501C-7AAF-79FD-2B4F-39E9C7909A46}"/>
                  </a:ext>
                </a:extLst>
              </p:cNvPr>
              <p:cNvSpPr/>
              <p:nvPr/>
            </p:nvSpPr>
            <p:spPr>
              <a:xfrm>
                <a:off x="340295" y="4055901"/>
                <a:ext cx="5148000" cy="485671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200"/>
                  </a:spcAft>
                </a:pPr>
                <a:endParaRPr kumimoji="1" lang="ja-JP" altLang="en-US" sz="140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51" name="正方形/長方形 50">
                <a:extLst>
                  <a:ext uri="{FF2B5EF4-FFF2-40B4-BE49-F238E27FC236}">
                    <ns2:creationId id="{8A64B8F6-6D22-20A5-64C9-E683FA581698}"/>
                  </a:ext>
                </a:extLst>
              </p:cNvPr>
              <p:cNvSpPr/>
              <p:nvPr/>
            </p:nvSpPr>
            <p:spPr>
              <a:xfrm>
                <a:off x="392839" y="4082737"/>
                <a:ext cx="5030212" cy="432000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lang="ja-JP" altLang="en-US" sz="800" b="1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lang="en-US" altLang="ja-JP" sz="800" b="1">
                  <a:solidFill>
                    <a:schemeClr val="tx1"/>
                  </a:solidFill>
                  <a:latin typeface="+mn-ea"/>
                </a:endParaRPr>
              </a:p>
              <a:p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br>
                  <a:rPr lang="en-US" altLang="ja-JP" sz="800">
                    <a:solidFill>
                      <a:schemeClr val="tx1"/>
                    </a:solidFill>
                    <a:latin typeface="+mn-ea"/>
                  </a:rPr>
                </a:br>
                <a:r>
                  <a:rPr lang="ja-JP" altLang="en-US" sz="800">
                    <a:solidFill>
                      <a:schemeClr val="tx1"/>
                    </a:solidFill>
                    <a:latin typeface="+mn-ea"/>
                  </a:rPr>
                  <a:t>XX</a:t>
                </a:r>
                <a:endParaRPr kumimoji="1" lang="ja-JP" altLang="en-US" sz="800">
                  <a:solidFill>
                    <a:schemeClr val="tx1"/>
                  </a:solidFill>
                  <a:latin typeface="+mn-ea"/>
                </a:endParaRPr>
              </a:p>
            </p:txBody>
          </p:sp>
          <p:pic>
            <p:nvPicPr>
              <p:cNvPr id="46" name="グラフィックス 45" descr="シャッフル 単色塗りつぶし">
                <a:extLst>
                  <a:ext uri="{FF2B5EF4-FFF2-40B4-BE49-F238E27FC236}">
                    <ns2:creationId id="{042FE79B-8E21-5EAE-26C8-08E1D76933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467295" y="4172736"/>
                <a:ext cx="252000" cy="252000"/>
              </a:xfrm>
              <a:prstGeom prst="rect">
                <a:avLst/>
              </a:prstGeom>
            </p:spPr>
          </p:pic>
        </p:grpSp>
        <p:cxnSp>
          <p:nvCxnSpPr>
            <p:cNvPr id="99" name="コネクタ: カギ線 98">
              <a:extLst>
                <a:ext uri="{FF2B5EF4-FFF2-40B4-BE49-F238E27FC236}">
                  <ns2:creationId id="{01277870-0CE2-B3CB-DB94-C077AC34465C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>
              <a:off x="5477873" y="2208237"/>
              <a:ext cx="1414247" cy="239184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コネクタ: カギ線 101">
              <a:extLst>
                <a:ext uri="{FF2B5EF4-FFF2-40B4-BE49-F238E27FC236}">
                  <ns2:creationId id="{54A07E27-2D00-0435-B285-76463C4F178B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5465521" y="4193464"/>
              <a:ext cx="1426600" cy="182656"/>
            </a:xfrm>
            <a:prstGeom prst="bentConnector3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線矢印コネクタ 148">
              <a:extLst>
                <a:ext uri="{FF2B5EF4-FFF2-40B4-BE49-F238E27FC236}">
                  <ns2:creationId id="{65CD9E71-AB57-AECE-43C2-D9DD1119C5F8}"/>
                </a:ext>
              </a:extLst>
            </p:cNvPr>
            <p:cNvCxnSpPr>
              <a:stCxn id="20" idx="3"/>
              <a:endCxn id="25" idx="2"/>
            </p:cNvCxnSpPr>
            <p:nvPr/>
          </p:nvCxnSpPr>
          <p:spPr>
            <a:xfrm flipV="1">
              <a:off x="5482963" y="3403202"/>
              <a:ext cx="1409157" cy="868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277192922"/>
      </p:ext>
    </p:extLst>
  </p:cSld>
  <p:clrMapOvr>
    <a:masterClrMapping/>
  </p:clrMapOvr>
</p:sld>
</file>

<file path=ppt/slides/slide396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A75D061-9F76-366D-EC0B-F1447A87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161F7506-CA91-68B2-A846-707C71DF2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7" cy="914400"/>
          </a:xfrm>
        </p:spPr>
        <p:txBody>
          <a:bodyPr/>
          <a:lstStyle/>
          <a:p>
            <a:r>
              <a:rPr kumimoji="1" lang="en-US" altLang="ja-JP" dirty="0"/>
              <a:t>XX</a:t>
            </a:r>
            <a:r>
              <a:rPr kumimoji="1" lang="ja-JP" altLang="en-US" dirty="0"/>
              <a:t>XX</a:t>
            </a:r>
          </a:p>
        </p:txBody>
      </p:sp>
      <p:grpSp>
        <p:nvGrpSpPr>
          <p:cNvPr id="32" name="グループ化 31">
            <a:extLst>
              <a:ext uri="{FF2B5EF4-FFF2-40B4-BE49-F238E27FC236}">
                <ns2:creationId id="{AE9D22B9-DCBF-4773-8360-BE7ECD451E54}"/>
              </a:ext>
            </a:extLst>
          </p:cNvPr>
          <p:cNvGrpSpPr/>
          <p:nvPr/>
        </p:nvGrpSpPr>
        <p:grpSpPr>
          <a:xfrm>
            <a:off x="334962" y="1630877"/>
            <a:ext cx="11527608" cy="4677849"/>
            <a:chOff x="334962" y="1630877"/>
            <a:chExt cx="11527608" cy="4677849"/>
          </a:xfrm>
        </p:grpSpPr>
        <p:grpSp>
          <p:nvGrpSpPr>
            <p:cNvPr id="29" name="グループ化 28">
              <a:extLst>
                <a:ext uri="{FF2B5EF4-FFF2-40B4-BE49-F238E27FC236}">
                  <ns2:creationId id="{E06CFD3D-8D15-AF0F-54FC-83CDD81B378D}"/>
                </a:ext>
              </a:extLst>
            </p:cNvPr>
            <p:cNvGrpSpPr/>
            <p:nvPr/>
          </p:nvGrpSpPr>
          <p:grpSpPr>
            <a:xfrm>
              <a:off x="334962" y="3068526"/>
              <a:ext cx="11527608" cy="2160000"/>
              <a:chOff x="334962" y="3068526"/>
              <a:chExt cx="11527608" cy="2160000"/>
            </a:xfrm>
          </p:grpSpPr>
          <p:sp>
            <p:nvSpPr>
              <p:cNvPr id="144" name="テキスト ボックス 24">
                <a:extLst>
                  <a:ext uri="{FF2B5EF4-FFF2-40B4-BE49-F238E27FC236}">
                    <ns2:creationId id="{DCA25AB3-3668-DF4F-A7A4-C0C054AEAA9E}"/>
                  </a:ext>
                </a:extLst>
              </p:cNvPr>
              <p:cNvSpPr txBox="1"/>
              <p:nvPr/>
            </p:nvSpPr>
            <p:spPr>
              <a:xfrm>
                <a:off x="8875585" y="3311662"/>
                <a:ext cx="2981453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27" name="テキスト ボックス 24">
                <a:extLst>
                  <a:ext uri="{FF2B5EF4-FFF2-40B4-BE49-F238E27FC236}">
                    <ns2:creationId id="{11F266EC-1F9E-179A-C9E5-FF50869ACAB8}"/>
                  </a:ext>
                </a:extLst>
              </p:cNvPr>
              <p:cNvSpPr txBox="1"/>
              <p:nvPr/>
            </p:nvSpPr>
            <p:spPr>
              <a:xfrm>
                <a:off x="334962" y="330893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l">
                  <a:buClr>
                    <a:schemeClr val="accent1"/>
                  </a:buClr>
                </a:pP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ns2:creationId id="{29D4E903-9B82-918D-9163-D60D22E6420E}"/>
                  </a:ext>
                </a:extLst>
              </p:cNvPr>
              <p:cNvSpPr/>
              <p:nvPr/>
            </p:nvSpPr>
            <p:spPr>
              <a:xfrm>
                <a:off x="334963" y="3068526"/>
                <a:ext cx="3132138" cy="244864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36000" rIns="36000" bIns="36000" rtlCol="0" anchor="t"/>
              <a:lstStyle/>
              <a:p>
                <a:pPr fontAlgn="ctr"/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1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ns2:creationId id="{FA301E0A-EC72-ABBD-D6AC-93FB4644D47D}"/>
                  </a:ext>
                </a:extLst>
              </p:cNvPr>
              <p:cNvSpPr/>
              <p:nvPr/>
            </p:nvSpPr>
            <p:spPr>
              <a:xfrm>
                <a:off x="3505197" y="3068526"/>
                <a:ext cx="1350000" cy="244864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endParaRPr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ns2:creationId id="{C4D9B2E5-557A-4869-23EC-314EF23D75FB}"/>
                  </a:ext>
                </a:extLst>
              </p:cNvPr>
              <p:cNvSpPr/>
              <p:nvPr/>
            </p:nvSpPr>
            <p:spPr>
              <a:xfrm>
                <a:off x="4892992" y="3068526"/>
                <a:ext cx="6963426" cy="244864"/>
              </a:xfrm>
              <a:prstGeom prst="rect">
                <a:avLst/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</a:p>
            </p:txBody>
          </p:sp>
          <p:grpSp>
            <p:nvGrpSpPr>
              <p:cNvPr id="212" name="グループ化 211">
                <a:extLst>
                  <a:ext uri="{FF2B5EF4-FFF2-40B4-BE49-F238E27FC236}">
                    <ns2:creationId id="{02DBF4A9-F4F9-6935-E6F5-BA6D8A5E04F7}"/>
                  </a:ext>
                </a:extLst>
              </p:cNvPr>
              <p:cNvGrpSpPr/>
              <p:nvPr/>
            </p:nvGrpSpPr>
            <p:grpSpPr>
              <a:xfrm>
                <a:off x="334965" y="3551866"/>
                <a:ext cx="11447671" cy="0"/>
                <a:chOff x="334965" y="3122819"/>
                <a:chExt cx="11447671" cy="0"/>
              </a:xfrm>
            </p:grpSpPr>
            <p:cxnSp>
              <p:nvCxnSpPr>
                <p:cNvPr id="112" name="直線コネクタ 13">
                  <a:extLst>
                    <a:ext uri="{FF2B5EF4-FFF2-40B4-BE49-F238E27FC236}">
                      <ns2:creationId id="{4C2C3066-D4B8-4AD0-6A7E-8ACBAEB8DB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122819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直線コネクタ 13">
                  <a:extLst>
                    <a:ext uri="{FF2B5EF4-FFF2-40B4-BE49-F238E27FC236}">
                      <ns2:creationId id="{FEB635CB-1C3C-230D-3F32-9848714F6B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122819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線コネクタ 13">
                  <a:extLst>
                    <a:ext uri="{FF2B5EF4-FFF2-40B4-BE49-F238E27FC236}">
                      <ns2:creationId id="{6AE3BC7D-55E2-71C7-09A1-AB0C59E86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コネクタ 13">
                  <a:extLst>
                    <a:ext uri="{FF2B5EF4-FFF2-40B4-BE49-F238E27FC236}">
                      <ns2:creationId id="{AE2D8DBE-541E-7F0D-EC45-4A7CA085E2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122819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線コネクタ 13">
                  <a:extLst>
                    <a:ext uri="{FF2B5EF4-FFF2-40B4-BE49-F238E27FC236}">
                      <ns2:creationId id="{0794FABB-DC8A-5415-C489-8BE43A91D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122819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" name="テキスト ボックス 24">
                <a:extLst>
                  <a:ext uri="{FF2B5EF4-FFF2-40B4-BE49-F238E27FC236}">
                    <ns2:creationId id="{3A7DA540-B765-8AA6-B17E-853DAF802434}"/>
                  </a:ext>
                </a:extLst>
              </p:cNvPr>
              <p:cNvSpPr txBox="1"/>
              <p:nvPr/>
            </p:nvSpPr>
            <p:spPr>
              <a:xfrm>
                <a:off x="334962" y="3788515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6" name="テキスト ボックス 24">
                <a:extLst>
                  <a:ext uri="{FF2B5EF4-FFF2-40B4-BE49-F238E27FC236}">
                    <ns2:creationId id="{0A05B660-E1A5-379F-19C6-CEE1C5F5C01B}"/>
                  </a:ext>
                </a:extLst>
              </p:cNvPr>
              <p:cNvSpPr txBox="1"/>
              <p:nvPr/>
            </p:nvSpPr>
            <p:spPr>
              <a:xfrm>
                <a:off x="334962" y="4024220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 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72" name="テキスト ボックス 24">
                <a:extLst>
                  <a:ext uri="{FF2B5EF4-FFF2-40B4-BE49-F238E27FC236}">
                    <ns2:creationId id="{A93D66E0-7609-EBE5-CC03-5E19A81B29FF}"/>
                  </a:ext>
                </a:extLst>
              </p:cNvPr>
              <p:cNvSpPr txBox="1"/>
              <p:nvPr/>
            </p:nvSpPr>
            <p:spPr>
              <a:xfrm>
                <a:off x="334962" y="4499964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91" name="テキスト ボックス 24">
                <a:extLst>
                  <a:ext uri="{FF2B5EF4-FFF2-40B4-BE49-F238E27FC236}">
                    <ns2:creationId id="{37BF01A2-25BE-6730-1DFC-7A2DADE15EE5}"/>
                  </a:ext>
                </a:extLst>
              </p:cNvPr>
              <p:cNvSpPr txBox="1"/>
              <p:nvPr/>
            </p:nvSpPr>
            <p:spPr>
              <a:xfrm>
                <a:off x="334962" y="426425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2" name="テキスト ボックス 24">
                <a:extLst>
                  <a:ext uri="{FF2B5EF4-FFF2-40B4-BE49-F238E27FC236}">
                    <ns2:creationId id="{E757AA83-236C-658C-9679-CFA99C33ADC8}"/>
                  </a:ext>
                </a:extLst>
              </p:cNvPr>
              <p:cNvSpPr txBox="1"/>
              <p:nvPr/>
            </p:nvSpPr>
            <p:spPr>
              <a:xfrm>
                <a:off x="334962" y="473566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3" name="テキスト ボックス 24">
                <a:extLst>
                  <a:ext uri="{FF2B5EF4-FFF2-40B4-BE49-F238E27FC236}">
                    <ns2:creationId id="{48849768-5A4F-70C8-82A8-159941B85955}"/>
                  </a:ext>
                </a:extLst>
              </p:cNvPr>
              <p:cNvSpPr txBox="1"/>
              <p:nvPr/>
            </p:nvSpPr>
            <p:spPr>
              <a:xfrm>
                <a:off x="334962" y="4975709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72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  <a:endParaRPr lang="ja-JP" altLang="en-US" sz="1050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4" name="テキスト ボックス 24">
                <a:extLst>
                  <a:ext uri="{FF2B5EF4-FFF2-40B4-BE49-F238E27FC236}">
                    <ns2:creationId id="{D5ED0F09-D8C2-9FB1-7A6C-735626BF33DE}"/>
                  </a:ext>
                </a:extLst>
              </p:cNvPr>
              <p:cNvSpPr txBox="1"/>
              <p:nvPr/>
            </p:nvSpPr>
            <p:spPr>
              <a:xfrm>
                <a:off x="3505198" y="330893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5" name="テキスト ボックス 24">
                <a:extLst>
                  <a:ext uri="{FF2B5EF4-FFF2-40B4-BE49-F238E27FC236}">
                    <ns2:creationId id="{7E3B3DA8-F241-F05B-5088-05CC6588F9A8}"/>
                  </a:ext>
                </a:extLst>
              </p:cNvPr>
              <p:cNvSpPr txBox="1"/>
              <p:nvPr/>
            </p:nvSpPr>
            <p:spPr>
              <a:xfrm>
                <a:off x="3505198" y="3548476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6" name="テキスト ボックス 24">
                <a:extLst>
                  <a:ext uri="{FF2B5EF4-FFF2-40B4-BE49-F238E27FC236}">
                    <ns2:creationId id="{175B7467-9237-F7CD-E15F-892BFF6F4F49}"/>
                  </a:ext>
                </a:extLst>
              </p:cNvPr>
              <p:cNvSpPr txBox="1"/>
              <p:nvPr/>
            </p:nvSpPr>
            <p:spPr>
              <a:xfrm>
                <a:off x="3505198" y="3788515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7" name="テキスト ボックス 24">
                <a:extLst>
                  <a:ext uri="{FF2B5EF4-FFF2-40B4-BE49-F238E27FC236}">
                    <ns2:creationId id="{E3648EC8-5DB0-155E-7D24-5755CA626146}"/>
                  </a:ext>
                </a:extLst>
              </p:cNvPr>
              <p:cNvSpPr txBox="1"/>
              <p:nvPr/>
            </p:nvSpPr>
            <p:spPr>
              <a:xfrm>
                <a:off x="3505198" y="4024220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8" name="テキスト ボックス 24">
                <a:extLst>
                  <a:ext uri="{FF2B5EF4-FFF2-40B4-BE49-F238E27FC236}">
                    <ns2:creationId id="{4A67C0BB-82C0-E697-A7A8-F62E7899EC93}"/>
                  </a:ext>
                </a:extLst>
              </p:cNvPr>
              <p:cNvSpPr txBox="1"/>
              <p:nvPr/>
            </p:nvSpPr>
            <p:spPr>
              <a:xfrm>
                <a:off x="3505198" y="426425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09" name="テキスト ボックス 24">
                <a:extLst>
                  <a:ext uri="{FF2B5EF4-FFF2-40B4-BE49-F238E27FC236}">
                    <ns2:creationId id="{9AB6B9A9-2275-6A29-5610-50A06B4508E7}"/>
                  </a:ext>
                </a:extLst>
              </p:cNvPr>
              <p:cNvSpPr txBox="1"/>
              <p:nvPr/>
            </p:nvSpPr>
            <p:spPr>
              <a:xfrm>
                <a:off x="3505198" y="4499964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0" name="テキスト ボックス 24">
                <a:extLst>
                  <a:ext uri="{FF2B5EF4-FFF2-40B4-BE49-F238E27FC236}">
                    <ns2:creationId id="{4448F684-63EC-3551-BF9B-444B080DD112}"/>
                  </a:ext>
                </a:extLst>
              </p:cNvPr>
              <p:cNvSpPr txBox="1"/>
              <p:nvPr/>
            </p:nvSpPr>
            <p:spPr>
              <a:xfrm>
                <a:off x="3505198" y="473566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11" name="テキスト ボックス 24">
                <a:extLst>
                  <a:ext uri="{FF2B5EF4-FFF2-40B4-BE49-F238E27FC236}">
                    <ns2:creationId id="{F8DA79F3-0603-6203-48B8-F924EA9559F7}"/>
                  </a:ext>
                </a:extLst>
              </p:cNvPr>
              <p:cNvSpPr txBox="1"/>
              <p:nvPr/>
            </p:nvSpPr>
            <p:spPr>
              <a:xfrm>
                <a:off x="3505198" y="4975709"/>
                <a:ext cx="1351552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ja-JP" altLang="en-US" sz="1400">
                    <a:solidFill>
                      <a:schemeClr val="tx1">
                        <a:lumMod val="75000"/>
                      </a:schemeClr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  <a:p>
                <a:pPr algn="ctr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54" name="テキスト ボックス 24">
                <a:extLst>
                  <a:ext uri="{FF2B5EF4-FFF2-40B4-BE49-F238E27FC236}">
                    <ns2:creationId id="{2A5E6319-310F-B62C-55F6-009A596348A7}"/>
                  </a:ext>
                </a:extLst>
              </p:cNvPr>
              <p:cNvSpPr txBox="1"/>
              <p:nvPr/>
            </p:nvSpPr>
            <p:spPr>
              <a:xfrm>
                <a:off x="334962" y="3548476"/>
                <a:ext cx="3132137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360000" tIns="36000" rIns="72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(</a:t>
                </a:r>
                <a:r>
                  <a:rPr lang="ja-JP" altLang="en-US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XX</a:t>
                </a:r>
                <a:r>
                  <a:rPr lang="en-US" altLang="ja-JP" sz="1050">
                    <a:solidFill>
                      <a:schemeClr val="tx1">
                        <a:lumMod val="75000"/>
                      </a:schemeClr>
                    </a:solidFill>
                    <a:latin typeface="+mn-ea"/>
                  </a:rPr>
                  <a:t>)</a:t>
                </a:r>
                <a:endParaRPr lang="ja-JP" altLang="en-US" sz="1050">
                  <a:solidFill>
                    <a:schemeClr val="accent1"/>
                  </a:solidFill>
                  <a:latin typeface="+mn-ea"/>
                </a:endParaRPr>
              </a:p>
            </p:txBody>
          </p:sp>
          <p:sp>
            <p:nvSpPr>
              <p:cNvPr id="128" name="テキスト ボックス 24">
                <a:extLst>
                  <a:ext uri="{FF2B5EF4-FFF2-40B4-BE49-F238E27FC236}">
                    <ns2:creationId id="{8AA90A85-472D-79E4-F8B8-473870F61B1E}"/>
                  </a:ext>
                </a:extLst>
              </p:cNvPr>
              <p:cNvSpPr txBox="1"/>
              <p:nvPr/>
            </p:nvSpPr>
            <p:spPr>
              <a:xfrm>
                <a:off x="4891440" y="3313037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29" name="テキスト ボックス 24">
                <a:extLst>
                  <a:ext uri="{FF2B5EF4-FFF2-40B4-BE49-F238E27FC236}">
                    <ns2:creationId id="{E84AA4DF-092B-07D3-46C2-46421DEC1B7C}"/>
                  </a:ext>
                </a:extLst>
              </p:cNvPr>
              <p:cNvSpPr txBox="1"/>
              <p:nvPr/>
            </p:nvSpPr>
            <p:spPr>
              <a:xfrm>
                <a:off x="4891440" y="3551981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0" name="テキスト ボックス 24">
                <a:extLst>
                  <a:ext uri="{FF2B5EF4-FFF2-40B4-BE49-F238E27FC236}">
                    <ns2:creationId id="{02BA8E19-F7F7-E0C2-6BF6-BBB232C8919B}"/>
                  </a:ext>
                </a:extLst>
              </p:cNvPr>
              <p:cNvSpPr txBox="1"/>
              <p:nvPr/>
            </p:nvSpPr>
            <p:spPr>
              <a:xfrm>
                <a:off x="4849560" y="3814595"/>
                <a:ext cx="1008000" cy="237868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1" name="テキスト ボックス 24">
                <a:extLst>
                  <a:ext uri="{FF2B5EF4-FFF2-40B4-BE49-F238E27FC236}">
                    <ns2:creationId id="{3B8D27F0-1528-23B3-F54A-7A73BE66A308}"/>
                  </a:ext>
                </a:extLst>
              </p:cNvPr>
              <p:cNvSpPr txBox="1"/>
              <p:nvPr/>
            </p:nvSpPr>
            <p:spPr>
              <a:xfrm>
                <a:off x="4891440" y="4027773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2" name="テキスト ボックス 24">
                <a:extLst>
                  <a:ext uri="{FF2B5EF4-FFF2-40B4-BE49-F238E27FC236}">
                    <ns2:creationId id="{F1DC08F3-E475-5B2E-BFA1-4DE20271276C}"/>
                  </a:ext>
                </a:extLst>
              </p:cNvPr>
              <p:cNvSpPr txBox="1"/>
              <p:nvPr/>
            </p:nvSpPr>
            <p:spPr>
              <a:xfrm>
                <a:off x="4891440" y="4265894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3" name="テキスト ボックス 24">
                <a:extLst>
                  <a:ext uri="{FF2B5EF4-FFF2-40B4-BE49-F238E27FC236}">
                    <ns2:creationId id="{2818515D-2AB7-74F1-4CAD-723D24D1B6AD}"/>
                  </a:ext>
                </a:extLst>
              </p:cNvPr>
              <p:cNvSpPr txBox="1"/>
              <p:nvPr/>
            </p:nvSpPr>
            <p:spPr>
              <a:xfrm>
                <a:off x="4891440" y="45063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4" name="テキスト ボックス 24">
                <a:extLst>
                  <a:ext uri="{FF2B5EF4-FFF2-40B4-BE49-F238E27FC236}">
                    <ns2:creationId id="{B9C9CBB2-A9FD-4A24-5071-46E5E10ACCC6}"/>
                  </a:ext>
                </a:extLst>
              </p:cNvPr>
              <p:cNvSpPr txBox="1"/>
              <p:nvPr/>
            </p:nvSpPr>
            <p:spPr>
              <a:xfrm>
                <a:off x="4891440" y="4744482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5" name="テキスト ボックス 24">
                <a:extLst>
                  <a:ext uri="{FF2B5EF4-FFF2-40B4-BE49-F238E27FC236}">
                    <ns2:creationId id="{959D2272-C412-26FD-8D68-E79DAC84AEC6}"/>
                  </a:ext>
                </a:extLst>
              </p:cNvPr>
              <p:cNvSpPr txBox="1"/>
              <p:nvPr/>
            </p:nvSpPr>
            <p:spPr>
              <a:xfrm>
                <a:off x="4891440" y="4980260"/>
                <a:ext cx="10080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6" name="テキスト ボックス 24">
                <a:extLst>
                  <a:ext uri="{FF2B5EF4-FFF2-40B4-BE49-F238E27FC236}">
                    <ns2:creationId id="{D2609258-2702-D776-4102-BD87651B2F60}"/>
                  </a:ext>
                </a:extLst>
              </p:cNvPr>
              <p:cNvSpPr txBox="1"/>
              <p:nvPr/>
            </p:nvSpPr>
            <p:spPr>
              <a:xfrm>
                <a:off x="5899441" y="331124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7" name="テキスト ボックス 24">
                <a:extLst>
                  <a:ext uri="{FF2B5EF4-FFF2-40B4-BE49-F238E27FC236}">
                    <ns2:creationId id="{F49072A7-28FE-749E-2BA0-D2EEC106B33E}"/>
                  </a:ext>
                </a:extLst>
              </p:cNvPr>
              <p:cNvSpPr txBox="1"/>
              <p:nvPr/>
            </p:nvSpPr>
            <p:spPr>
              <a:xfrm>
                <a:off x="5900797" y="3551529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 sz="1400">
                  <a:solidFill>
                    <a:schemeClr val="tx1">
                      <a:lumMod val="75000"/>
                    </a:schemeClr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8" name="テキスト ボックス 24">
                <a:extLst>
                  <a:ext uri="{FF2B5EF4-FFF2-40B4-BE49-F238E27FC236}">
                    <ns2:creationId id="{1EBBBAD8-7557-E08C-E6EE-206848554356}"/>
                  </a:ext>
                </a:extLst>
              </p:cNvPr>
              <p:cNvSpPr txBox="1"/>
              <p:nvPr/>
            </p:nvSpPr>
            <p:spPr>
              <a:xfrm>
                <a:off x="5898385" y="3789651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39" name="テキスト ボックス 24">
                <a:extLst>
                  <a:ext uri="{FF2B5EF4-FFF2-40B4-BE49-F238E27FC236}">
                    <ns2:creationId id="{4DDD9B72-B641-4289-9FE7-7E9F009656BF}"/>
                  </a:ext>
                </a:extLst>
              </p:cNvPr>
              <p:cNvSpPr txBox="1"/>
              <p:nvPr/>
            </p:nvSpPr>
            <p:spPr>
              <a:xfrm>
                <a:off x="5898385" y="40301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0" name="テキスト ボックス 24">
                <a:extLst>
                  <a:ext uri="{FF2B5EF4-FFF2-40B4-BE49-F238E27FC236}">
                    <ns2:creationId id="{32BAD40C-3857-587A-A15E-DE0904F7277C}"/>
                  </a:ext>
                </a:extLst>
              </p:cNvPr>
              <p:cNvSpPr txBox="1"/>
              <p:nvPr/>
            </p:nvSpPr>
            <p:spPr>
              <a:xfrm>
                <a:off x="5900798" y="4267417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1" name="テキスト ボックス 24">
                <a:extLst>
                  <a:ext uri="{FF2B5EF4-FFF2-40B4-BE49-F238E27FC236}">
                    <ns2:creationId id="{F5C1D1EA-4BA2-BC4A-5E59-EA169A947D85}"/>
                  </a:ext>
                </a:extLst>
              </p:cNvPr>
              <p:cNvSpPr txBox="1"/>
              <p:nvPr/>
            </p:nvSpPr>
            <p:spPr>
              <a:xfrm>
                <a:off x="5900798" y="45063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2" name="テキスト ボックス 24">
                <a:extLst>
                  <a:ext uri="{FF2B5EF4-FFF2-40B4-BE49-F238E27FC236}">
                    <ns2:creationId id="{0493CC33-6878-6082-0D75-28720DEF3941}"/>
                  </a:ext>
                </a:extLst>
              </p:cNvPr>
              <p:cNvSpPr txBox="1"/>
              <p:nvPr/>
            </p:nvSpPr>
            <p:spPr>
              <a:xfrm>
                <a:off x="5900798" y="4744482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3" name="テキスト ボックス 24">
                <a:extLst>
                  <a:ext uri="{FF2B5EF4-FFF2-40B4-BE49-F238E27FC236}">
                    <ns2:creationId id="{7BB65786-3530-C844-5666-F82289DEA6C3}"/>
                  </a:ext>
                </a:extLst>
              </p:cNvPr>
              <p:cNvSpPr txBox="1"/>
              <p:nvPr/>
            </p:nvSpPr>
            <p:spPr>
              <a:xfrm>
                <a:off x="5900798" y="4980260"/>
                <a:ext cx="29772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5" name="テキスト ボックス 24">
                <a:extLst>
                  <a:ext uri="{FF2B5EF4-FFF2-40B4-BE49-F238E27FC236}">
                    <ns2:creationId id="{13841864-7246-3FD8-8FFB-6EB9D9363453}"/>
                  </a:ext>
                </a:extLst>
              </p:cNvPr>
              <p:cNvSpPr txBox="1"/>
              <p:nvPr/>
            </p:nvSpPr>
            <p:spPr>
              <a:xfrm>
                <a:off x="8879356" y="3552280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6" name="テキスト ボックス 24">
                <a:extLst>
                  <a:ext uri="{FF2B5EF4-FFF2-40B4-BE49-F238E27FC236}">
                    <ns2:creationId id="{EFB8D3AF-9C5A-A75B-72C9-29CC3BFAB8AC}"/>
                  </a:ext>
                </a:extLst>
              </p:cNvPr>
              <p:cNvSpPr txBox="1"/>
              <p:nvPr/>
            </p:nvSpPr>
            <p:spPr>
              <a:xfrm>
                <a:off x="8876944" y="3789762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7" name="テキスト ボックス 24">
                <a:extLst>
                  <a:ext uri="{FF2B5EF4-FFF2-40B4-BE49-F238E27FC236}">
                    <ns2:creationId id="{A708A551-259D-9A92-ACA9-A57226EA6354}"/>
                  </a:ext>
                </a:extLst>
              </p:cNvPr>
              <p:cNvSpPr txBox="1"/>
              <p:nvPr/>
            </p:nvSpPr>
            <p:spPr>
              <a:xfrm>
                <a:off x="8876944" y="4031174"/>
                <a:ext cx="2980094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8" name="テキスト ボックス 24">
                <a:extLst>
                  <a:ext uri="{FF2B5EF4-FFF2-40B4-BE49-F238E27FC236}">
                    <ns2:creationId id="{8FBA6A55-B499-547C-4912-38ADCB394B84}"/>
                  </a:ext>
                </a:extLst>
              </p:cNvPr>
              <p:cNvSpPr txBox="1"/>
              <p:nvPr/>
            </p:nvSpPr>
            <p:spPr>
              <a:xfrm>
                <a:off x="8879357" y="4269296"/>
                <a:ext cx="297904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49" name="テキスト ボックス 24">
                <a:extLst>
                  <a:ext uri="{FF2B5EF4-FFF2-40B4-BE49-F238E27FC236}">
                    <ns2:creationId id="{8E0D7AE5-7B77-5EFF-2485-484CE94A5FB1}"/>
                  </a:ext>
                </a:extLst>
              </p:cNvPr>
              <p:cNvSpPr txBox="1"/>
              <p:nvPr/>
            </p:nvSpPr>
            <p:spPr>
              <a:xfrm>
                <a:off x="8881770" y="4507418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0" name="テキスト ボックス 24">
                <a:extLst>
                  <a:ext uri="{FF2B5EF4-FFF2-40B4-BE49-F238E27FC236}">
                    <ns2:creationId id="{F776A262-D7B3-1311-2C89-91025BC70EF0}"/>
                  </a:ext>
                </a:extLst>
              </p:cNvPr>
              <p:cNvSpPr txBox="1"/>
              <p:nvPr/>
            </p:nvSpPr>
            <p:spPr>
              <a:xfrm>
                <a:off x="8881770" y="4745539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51" name="テキスト ボックス 24">
                <a:extLst>
                  <a:ext uri="{FF2B5EF4-FFF2-40B4-BE49-F238E27FC236}">
                    <ns2:creationId id="{15FBAAFC-5F8F-64D5-5D7E-155D7B7D7982}"/>
                  </a:ext>
                </a:extLst>
              </p:cNvPr>
              <p:cNvSpPr txBox="1"/>
              <p:nvPr/>
            </p:nvSpPr>
            <p:spPr>
              <a:xfrm>
                <a:off x="8881770" y="4983662"/>
                <a:ext cx="2980800" cy="244864"/>
              </a:xfrm>
              <a:prstGeom prst="rect">
                <a:avLst/>
              </a:prstGeom>
              <a:noFill/>
              <a:ln>
                <a:noFill/>
                <a:prstDash val="sysDot"/>
              </a:ln>
            </p:spPr>
            <p:txBody>
              <a:bodyPr wrap="square" lIns="72000" tIns="36000" rIns="36000" bIns="36000" rtlCol="0" anchor="t">
                <a:noAutofit/>
              </a:bodyPr>
              <a:lstStyle/>
              <a:p>
                <a:pPr algn="l">
                  <a:buClr>
                    <a:schemeClr val="accent1"/>
                  </a:buClr>
                </a:pPr>
                <a:endParaRPr lang="ja-JP" altLang="en-US">
                  <a:solidFill>
                    <a:schemeClr val="accent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161" name="円/楕円 34">
                <a:extLst>
                  <a:ext uri="{FF2B5EF4-FFF2-40B4-BE49-F238E27FC236}">
                    <ns2:creationId id="{F9F7A3BB-5984-70F7-AC88-3FC04BD4C1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2" name="円/楕円 34">
                <a:extLst>
                  <a:ext uri="{FF2B5EF4-FFF2-40B4-BE49-F238E27FC236}">
                    <ns2:creationId id="{7906D385-0EFD-DABB-3CD8-9E02D8CC83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3" name="円/楕円 34">
                <a:extLst>
                  <a:ext uri="{FF2B5EF4-FFF2-40B4-BE49-F238E27FC236}">
                    <ns2:creationId id="{31691C65-1CD0-D5FD-C92A-2CBE10BE62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4" name="円/楕円 34">
                <a:extLst>
                  <a:ext uri="{FF2B5EF4-FFF2-40B4-BE49-F238E27FC236}">
                    <ns2:creationId id="{0446C31E-7F03-3A62-4206-C3A3B71855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5" name="円/楕円 34">
                <a:extLst>
                  <a:ext uri="{FF2B5EF4-FFF2-40B4-BE49-F238E27FC236}">
                    <ns2:creationId id="{323D96AA-D2A7-98B5-6A37-B28CB5BEBF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34391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6" name="円/楕円 34">
                <a:extLst>
                  <a:ext uri="{FF2B5EF4-FFF2-40B4-BE49-F238E27FC236}">
                    <ns2:creationId id="{C05562AB-9256-666C-6F41-AA0FE587B5E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3583457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6" name="円/楕円 34">
                <a:extLst>
                  <a:ext uri="{FF2B5EF4-FFF2-40B4-BE49-F238E27FC236}">
                    <ns2:creationId id="{95CDA662-461B-BAC9-6C60-AB60063E18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7" name="円/楕円 34">
                <a:extLst>
                  <a:ext uri="{FF2B5EF4-FFF2-40B4-BE49-F238E27FC236}">
                    <ns2:creationId id="{8541758D-0111-B9C7-DEFB-21F0ABEAB17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8" name="円/楕円 34">
                <a:extLst>
                  <a:ext uri="{FF2B5EF4-FFF2-40B4-BE49-F238E27FC236}">
                    <ns2:creationId id="{8B6C316A-DAF1-D031-4139-50D5897CB1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79" name="円/楕円 34">
                <a:extLst>
                  <a:ext uri="{FF2B5EF4-FFF2-40B4-BE49-F238E27FC236}">
                    <ns2:creationId id="{953C3F9F-1EBE-C0B5-9C65-0AE0D5A4C6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0" name="円/楕円 34">
                <a:extLst>
                  <a:ext uri="{FF2B5EF4-FFF2-40B4-BE49-F238E27FC236}">
                    <ns2:creationId id="{38C8DD03-001C-5039-E6C6-65C4594A55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1" name="円/楕円 34">
                <a:extLst>
                  <a:ext uri="{FF2B5EF4-FFF2-40B4-BE49-F238E27FC236}">
                    <ns2:creationId id="{D9C20BE1-EE96-C3A1-FD1E-7CF76AB905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92992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2" name="円/楕円 34">
                <a:extLst>
                  <a:ext uri="{FF2B5EF4-FFF2-40B4-BE49-F238E27FC236}">
                    <ns2:creationId id="{DF5C7C9B-32D0-C25A-390B-CA14BB190FE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3" name="円/楕円 34">
                <a:extLst>
                  <a:ext uri="{FF2B5EF4-FFF2-40B4-BE49-F238E27FC236}">
                    <ns2:creationId id="{225235C5-DD1D-8082-E612-A7DFAAAF657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4" name="円/楕円 34">
                <a:extLst>
                  <a:ext uri="{FF2B5EF4-FFF2-40B4-BE49-F238E27FC236}">
                    <ns2:creationId id="{09FB5D3C-18D1-82E3-FF59-E6D57993141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5" name="円/楕円 34">
                <a:extLst>
                  <a:ext uri="{FF2B5EF4-FFF2-40B4-BE49-F238E27FC236}">
                    <ns2:creationId id="{8365BF6C-348C-A453-1DE7-48267BD4EE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534945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6" name="円/楕円 34">
                <a:extLst>
                  <a:ext uri="{FF2B5EF4-FFF2-40B4-BE49-F238E27FC236}">
                    <ns2:creationId id="{1CCA3AEB-962D-BB52-BD33-CDF655C8D9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7" name="円/楕円 34">
                <a:extLst>
                  <a:ext uri="{FF2B5EF4-FFF2-40B4-BE49-F238E27FC236}">
                    <ns2:creationId id="{1F2A3114-A329-13AB-6385-D280103ECB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7848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8" name="円/楕円 34">
                <a:extLst>
                  <a:ext uri="{FF2B5EF4-FFF2-40B4-BE49-F238E27FC236}">
                    <ns2:creationId id="{28EA8C64-671B-5340-959F-0761DB8CBB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5" y="3823496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89" name="円/楕円 34">
                <a:extLst>
                  <a:ext uri="{FF2B5EF4-FFF2-40B4-BE49-F238E27FC236}">
                    <ns2:creationId id="{5619786D-AB1F-386A-D8E6-0EB158898C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059201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0" name="円/楕円 34">
                <a:extLst>
                  <a:ext uri="{FF2B5EF4-FFF2-40B4-BE49-F238E27FC236}">
                    <ns2:creationId id="{5F3BFD2A-B1EC-9D28-E973-E2FFD841F7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29923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1" name="円/楕円 34">
                <a:extLst>
                  <a:ext uri="{FF2B5EF4-FFF2-40B4-BE49-F238E27FC236}">
                    <ns2:creationId id="{EDDEC6BA-5E79-A473-B5E7-C188A89F98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534944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2" name="円/楕円 34">
                <a:extLst>
                  <a:ext uri="{FF2B5EF4-FFF2-40B4-BE49-F238E27FC236}">
                    <ns2:creationId id="{6165AF69-E424-51BB-8508-511B59279A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477064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93" name="円/楕円 34">
                <a:extLst>
                  <a:ext uri="{FF2B5EF4-FFF2-40B4-BE49-F238E27FC236}">
                    <ns2:creationId id="{679B56F2-D756-CC06-7370-FE810140C6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02636" y="5010689"/>
                <a:ext cx="176400" cy="174903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grpSp>
            <p:nvGrpSpPr>
              <p:cNvPr id="216" name="グループ化 215">
                <a:extLst>
                  <a:ext uri="{FF2B5EF4-FFF2-40B4-BE49-F238E27FC236}">
                    <ns2:creationId id="{E3366E3B-18C3-E01D-C48D-AAB15C62A9D1}"/>
                  </a:ext>
                </a:extLst>
              </p:cNvPr>
              <p:cNvGrpSpPr/>
              <p:nvPr/>
            </p:nvGrpSpPr>
            <p:grpSpPr>
              <a:xfrm>
                <a:off x="334965" y="4741309"/>
                <a:ext cx="11447671" cy="0"/>
                <a:chOff x="334965" y="4329724"/>
                <a:chExt cx="11447671" cy="0"/>
              </a:xfrm>
            </p:grpSpPr>
            <p:cxnSp>
              <p:nvCxnSpPr>
                <p:cNvPr id="71" name="直線コネクタ 13">
                  <a:extLst>
                    <a:ext uri="{FF2B5EF4-FFF2-40B4-BE49-F238E27FC236}">
                      <ns2:creationId id="{4493EB9E-40CA-9B85-AE22-53B4B8F815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329724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3">
                  <a:extLst>
                    <a:ext uri="{FF2B5EF4-FFF2-40B4-BE49-F238E27FC236}">
                      <ns2:creationId id="{529B37E6-CE61-40BB-8C45-E53B1BD87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329724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直線コネクタ 13">
                  <a:extLst>
                    <a:ext uri="{FF2B5EF4-FFF2-40B4-BE49-F238E27FC236}">
                      <ns2:creationId id="{5BB512A2-268E-2A6C-C2D3-ECF930CF6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329724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線コネクタ 13">
                  <a:extLst>
                    <a:ext uri="{FF2B5EF4-FFF2-40B4-BE49-F238E27FC236}">
                      <ns2:creationId id="{53B92E06-F045-45F3-96CB-AABC2893EB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コネクタ 13">
                  <a:extLst>
                    <a:ext uri="{FF2B5EF4-FFF2-40B4-BE49-F238E27FC236}">
                      <ns2:creationId id="{2913E24E-42A9-FB60-65CC-77306DCC0F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329724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5" name="グループ化 214">
                <a:extLst>
                  <a:ext uri="{FF2B5EF4-FFF2-40B4-BE49-F238E27FC236}">
                    <ns2:creationId id="{8E7DC883-94E9-2E79-7ED7-583C206B8618}"/>
                  </a:ext>
                </a:extLst>
              </p:cNvPr>
              <p:cNvGrpSpPr/>
              <p:nvPr/>
            </p:nvGrpSpPr>
            <p:grpSpPr>
              <a:xfrm>
                <a:off x="334965" y="4979197"/>
                <a:ext cx="11426701" cy="0"/>
                <a:chOff x="334965" y="4571106"/>
                <a:chExt cx="11426701" cy="0"/>
              </a:xfrm>
            </p:grpSpPr>
            <p:cxnSp>
              <p:nvCxnSpPr>
                <p:cNvPr id="57" name="直線コネクタ 13">
                  <a:extLst>
                    <a:ext uri="{FF2B5EF4-FFF2-40B4-BE49-F238E27FC236}">
                      <ns2:creationId id="{BFCC8385-8822-D8C2-08E9-22680BFEF3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571106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直線コネクタ 13">
                  <a:extLst>
                    <a:ext uri="{FF2B5EF4-FFF2-40B4-BE49-F238E27FC236}">
                      <ns2:creationId id="{2E540BA8-65B0-2440-D598-97A5352575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571106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線コネクタ 13">
                  <a:extLst>
                    <a:ext uri="{FF2B5EF4-FFF2-40B4-BE49-F238E27FC236}">
                      <ns2:creationId id="{08991801-8C14-D0C6-012E-0CF5896AC6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571106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直線コネクタ 13">
                  <a:extLst>
                    <a:ext uri="{FF2B5EF4-FFF2-40B4-BE49-F238E27FC236}">
                      <ns2:creationId id="{89747A1D-547D-D289-A9CF-DBAEECA89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27848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コネクタ 13">
                  <a:extLst>
                    <a:ext uri="{FF2B5EF4-FFF2-40B4-BE49-F238E27FC236}">
                      <ns2:creationId id="{567EA10E-8A05-EA36-E8C1-5BFF9447C9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81666" y="4571106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7" name="グループ化 216">
                <a:extLst>
                  <a:ext uri="{FF2B5EF4-FFF2-40B4-BE49-F238E27FC236}">
                    <ns2:creationId id="{0998D664-DAEC-0E9C-BE10-D44509AACEF0}"/>
                  </a:ext>
                </a:extLst>
              </p:cNvPr>
              <p:cNvGrpSpPr/>
              <p:nvPr/>
            </p:nvGrpSpPr>
            <p:grpSpPr>
              <a:xfrm>
                <a:off x="334965" y="4503420"/>
                <a:ext cx="11447671" cy="0"/>
                <a:chOff x="334965" y="4088343"/>
                <a:chExt cx="11447671" cy="0"/>
              </a:xfrm>
            </p:grpSpPr>
            <p:cxnSp>
              <p:nvCxnSpPr>
                <p:cNvPr id="68" name="直線コネクタ 13">
                  <a:extLst>
                    <a:ext uri="{FF2B5EF4-FFF2-40B4-BE49-F238E27FC236}">
                      <ns2:creationId id="{91025057-AD21-8B22-03E6-CD89BA2ED1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4088343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線コネクタ 13">
                  <a:extLst>
                    <a:ext uri="{FF2B5EF4-FFF2-40B4-BE49-F238E27FC236}">
                      <ns2:creationId id="{F2460598-6761-D2D2-DE66-6A17B02CC8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4088343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線コネクタ 13">
                  <a:extLst>
                    <a:ext uri="{FF2B5EF4-FFF2-40B4-BE49-F238E27FC236}">
                      <ns2:creationId id="{7806D4F5-4C37-B640-81DA-4C59230463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4088343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直線コネクタ 13">
                  <a:extLst>
                    <a:ext uri="{FF2B5EF4-FFF2-40B4-BE49-F238E27FC236}">
                      <ns2:creationId id="{2406B5BA-06E0-5DF6-B7E8-2E4DD83CF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コネクタ 13">
                  <a:extLst>
                    <a:ext uri="{FF2B5EF4-FFF2-40B4-BE49-F238E27FC236}">
                      <ns2:creationId id="{5C42AA29-5391-BEB6-E58B-7BFFC6B319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4088343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4" name="グループ化 213">
                <a:extLst>
                  <a:ext uri="{FF2B5EF4-FFF2-40B4-BE49-F238E27FC236}">
                    <ns2:creationId id="{0F7497A6-FFB0-F710-EA70-BBBDC65F2394}"/>
                  </a:ext>
                </a:extLst>
              </p:cNvPr>
              <p:cNvGrpSpPr/>
              <p:nvPr/>
            </p:nvGrpSpPr>
            <p:grpSpPr>
              <a:xfrm>
                <a:off x="334965" y="4265532"/>
                <a:ext cx="11447671" cy="0"/>
                <a:chOff x="334965" y="3846962"/>
                <a:chExt cx="11447671" cy="0"/>
              </a:xfrm>
            </p:grpSpPr>
            <p:cxnSp>
              <p:nvCxnSpPr>
                <p:cNvPr id="60" name="直線コネクタ 13">
                  <a:extLst>
                    <a:ext uri="{FF2B5EF4-FFF2-40B4-BE49-F238E27FC236}">
                      <ns2:creationId id="{B73C8D13-805F-E979-4FA7-8962F0AB40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846962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線コネクタ 13">
                  <a:extLst>
                    <a:ext uri="{FF2B5EF4-FFF2-40B4-BE49-F238E27FC236}">
                      <ns2:creationId id="{E73CDA10-3A26-F480-3A39-0415999A1F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846962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線コネクタ 13">
                  <a:extLst>
                    <a:ext uri="{FF2B5EF4-FFF2-40B4-BE49-F238E27FC236}">
                      <ns2:creationId id="{46BC09E2-8806-67A1-75F7-A24871E7D2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846962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直線コネクタ 13">
                  <a:extLst>
                    <a:ext uri="{FF2B5EF4-FFF2-40B4-BE49-F238E27FC236}">
                      <ns2:creationId id="{37CE16A7-C2AC-B1FA-52D3-FD79D787E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13">
                  <a:extLst>
                    <a:ext uri="{FF2B5EF4-FFF2-40B4-BE49-F238E27FC236}">
                      <ns2:creationId id="{FA859850-DBDA-6463-0B43-9F2585A25A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846962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8" name="グループ化 217">
                <a:extLst>
                  <a:ext uri="{FF2B5EF4-FFF2-40B4-BE49-F238E27FC236}">
                    <ns2:creationId id="{D59B1B57-686A-2C46-1E1D-E0046A3B6756}"/>
                  </a:ext>
                </a:extLst>
              </p:cNvPr>
              <p:cNvGrpSpPr/>
              <p:nvPr/>
            </p:nvGrpSpPr>
            <p:grpSpPr>
              <a:xfrm>
                <a:off x="334965" y="4027643"/>
                <a:ext cx="11447671" cy="0"/>
                <a:chOff x="334965" y="3605581"/>
                <a:chExt cx="11447671" cy="0"/>
              </a:xfrm>
            </p:grpSpPr>
            <p:cxnSp>
              <p:nvCxnSpPr>
                <p:cNvPr id="59" name="直線コネクタ 13">
                  <a:extLst>
                    <a:ext uri="{FF2B5EF4-FFF2-40B4-BE49-F238E27FC236}">
                      <ns2:creationId id="{3CE4A974-07C0-9282-76CA-22583CFA14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605581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線コネクタ 13">
                  <a:extLst>
                    <a:ext uri="{FF2B5EF4-FFF2-40B4-BE49-F238E27FC236}">
                      <ns2:creationId id="{575FE8F9-8DEA-B1CC-FF3F-D78B1B133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605581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線コネクタ 13">
                  <a:extLst>
                    <a:ext uri="{FF2B5EF4-FFF2-40B4-BE49-F238E27FC236}">
                      <ns2:creationId id="{8A6C635E-E4F2-E261-656B-301F12F9F2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605581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コネクタ 13">
                  <a:extLst>
                    <a:ext uri="{FF2B5EF4-FFF2-40B4-BE49-F238E27FC236}">
                      <ns2:creationId id="{32A3AED5-43BA-2A11-1906-A274F896F7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直線コネクタ 13">
                  <a:extLst>
                    <a:ext uri="{FF2B5EF4-FFF2-40B4-BE49-F238E27FC236}">
                      <ns2:creationId id="{BEB88E54-928C-3276-DF96-346EAF0D5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605581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グループ化 212">
                <a:extLst>
                  <a:ext uri="{FF2B5EF4-FFF2-40B4-BE49-F238E27FC236}">
                    <ns2:creationId id="{037F82B3-2F90-DD44-39E7-DB00DEEF03E4}"/>
                  </a:ext>
                </a:extLst>
              </p:cNvPr>
              <p:cNvGrpSpPr/>
              <p:nvPr/>
            </p:nvGrpSpPr>
            <p:grpSpPr>
              <a:xfrm>
                <a:off x="334965" y="3789755"/>
                <a:ext cx="11447671" cy="0"/>
                <a:chOff x="334965" y="3364200"/>
                <a:chExt cx="11447671" cy="0"/>
              </a:xfrm>
            </p:grpSpPr>
            <p:cxnSp>
              <p:nvCxnSpPr>
                <p:cNvPr id="58" name="直線コネクタ 13">
                  <a:extLst>
                    <a:ext uri="{FF2B5EF4-FFF2-40B4-BE49-F238E27FC236}">
                      <ns2:creationId id="{2071F044-38ED-F8EF-CFA5-C23C2F1EA2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4965" y="3364200"/>
                  <a:ext cx="3132136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直線コネクタ 13">
                  <a:extLst>
                    <a:ext uri="{FF2B5EF4-FFF2-40B4-BE49-F238E27FC236}">
                      <ns2:creationId id="{FF25D559-ED76-6BED-4565-DBCD16E01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03493" y="3364200"/>
                  <a:ext cx="135340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直線コネクタ 13">
                  <a:extLst>
                    <a:ext uri="{FF2B5EF4-FFF2-40B4-BE49-F238E27FC236}">
                      <ns2:creationId id="{B5907569-F49A-5AD5-BE8F-D23294B4E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92993" y="3364200"/>
                  <a:ext cx="987848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直線コネクタ 13">
                  <a:extLst>
                    <a:ext uri="{FF2B5EF4-FFF2-40B4-BE49-F238E27FC236}">
                      <ns2:creationId id="{98DBBCA7-30DC-B40D-9337-B0C86856E5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48818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直線コネクタ 13">
                  <a:extLst>
                    <a:ext uri="{FF2B5EF4-FFF2-40B4-BE49-F238E27FC236}">
                      <ns2:creationId id="{376609BB-8C3E-D05B-BAC5-075E8B347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02636" y="3364200"/>
                  <a:ext cx="2880000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グループ化 14">
              <a:extLst>
                <a:ext uri="{FF2B5EF4-FFF2-40B4-BE49-F238E27FC236}">
                  <ns2:creationId id="{2D59DBA7-0E0C-BA20-552B-A4CB6C36C756}"/>
                </a:ext>
              </a:extLst>
            </p:cNvPr>
            <p:cNvGrpSpPr/>
            <p:nvPr/>
          </p:nvGrpSpPr>
          <p:grpSpPr>
            <a:xfrm>
              <a:off x="337343" y="1630877"/>
              <a:ext cx="11519695" cy="1368000"/>
              <a:chOff x="337343" y="1630877"/>
              <a:chExt cx="11519695" cy="1368000"/>
            </a:xfrm>
          </p:grpSpPr>
          <p:sp>
            <p:nvSpPr>
              <p:cNvPr id="7" name="正方形/長方形 6">
                <a:extLst>
                  <a:ext uri="{FF2B5EF4-FFF2-40B4-BE49-F238E27FC236}">
                    <ns2:creationId id="{32D2B87A-43C6-8786-3678-6BFF668DACFF}"/>
                  </a:ext>
                </a:extLst>
              </p:cNvPr>
              <p:cNvSpPr/>
              <p:nvPr/>
            </p:nvSpPr>
            <p:spPr>
              <a:xfrm>
                <a:off x="337343" y="1630877"/>
                <a:ext cx="1440000" cy="1368000"/>
              </a:xfrm>
              <a:prstGeom prst="rect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576000" rIns="36000" bIns="36000" rtlCol="0" anchor="ctr"/>
              <a:lstStyle/>
              <a:p>
                <a:pPr algn="ctr" fontAlgn="ctr"/>
                <a:r>
                  <a:rPr lang="ja-JP" altLang="en-US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  <a:endParaRPr lang="en-US" altLang="ja-JP" sz="1200" dirty="0">
                  <a:solidFill>
                    <a:schemeClr val="bg1"/>
                  </a:solidFill>
                  <a:latin typeface="+mj-ea"/>
                  <a:ea typeface="+mj-ea"/>
                </a:endParaRPr>
              </a:p>
              <a:p>
                <a:pPr algn="ctr" fontAlgn="ctr"/>
                <a:r>
                  <a:rPr lang="en-US" altLang="ja-JP" sz="1200" dirty="0">
                    <a:solidFill>
                      <a:schemeClr val="bg1"/>
                    </a:solidFill>
                    <a:latin typeface="+mj-ea"/>
                    <a:ea typeface="+mj-ea"/>
                  </a:rPr>
                  <a:t>XX</a:t>
                </a:r>
              </a:p>
            </p:txBody>
          </p:sp>
          <p:pic>
            <p:nvPicPr>
              <p:cNvPr id="8" name="Graphic 187">
                <a:extLst>
                  <a:ext uri="{FF2B5EF4-FFF2-40B4-BE49-F238E27FC236}">
                    <ns2:creationId id="{0500931F-BD4A-E802-F545-6BFDAF8CBD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787343" y="1779667"/>
                <a:ext cx="540000" cy="540000"/>
              </a:xfrm>
              <a:prstGeom prst="rect">
                <a:avLst/>
              </a:prstGeom>
            </p:spPr>
          </p:pic>
          <p:sp>
            <p:nvSpPr>
              <p:cNvPr id="9" name="テキスト ボックス 8">
                <a:extLst>
                  <a:ext uri="{FF2B5EF4-FFF2-40B4-BE49-F238E27FC236}">
                    <ns2:creationId id="{BAAF8569-327C-1277-0604-06FF139F434D}"/>
                  </a:ext>
                </a:extLst>
              </p:cNvPr>
              <p:cNvSpPr txBox="1"/>
              <p:nvPr/>
            </p:nvSpPr>
            <p:spPr>
              <a:xfrm>
                <a:off x="2406881" y="1649155"/>
                <a:ext cx="9450157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spAutoFit/>
              </a:bodyPr>
              <a:lstStyle/>
              <a:p>
                <a:pPr lvl="0">
                  <a:buClr>
                    <a:srgbClr val="046294"/>
                  </a:buClr>
                  <a:defRPr/>
                </a:pP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1" name="ホームベース 51">
                <a:extLst>
                  <a:ext uri="{FF2B5EF4-FFF2-40B4-BE49-F238E27FC236}">
                    <ns2:creationId id="{E37051A6-0AF2-671F-F43B-5C7361DEBC5C}"/>
                  </a:ext>
                </a:extLst>
              </p:cNvPr>
              <p:cNvSpPr/>
              <p:nvPr/>
            </p:nvSpPr>
            <p:spPr>
              <a:xfrm>
                <a:off x="2406881" y="1918877"/>
                <a:ext cx="3096000" cy="216000"/>
              </a:xfrm>
              <a:prstGeom prst="homePlate">
                <a:avLst>
                  <a:gd name="adj" fmla="val 28868"/>
                </a:avLst>
              </a:prstGeom>
              <a:solidFill>
                <a:srgbClr val="008000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rgbClr val="008000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8000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ns2:creationId id="{E84A2C46-9721-EC26-BC17-0BDA4C438E94}"/>
                  </a:ext>
                </a:extLst>
              </p:cNvPr>
              <p:cNvSpPr txBox="1"/>
              <p:nvPr/>
            </p:nvSpPr>
            <p:spPr>
              <a:xfrm>
                <a:off x="2406880" y="2162322"/>
                <a:ext cx="29880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1000" dirty="0">
                    <a:solidFill>
                      <a:srgbClr val="000000"/>
                    </a:solidFill>
                    <a:latin typeface="+mj-ea"/>
                    <a:ea typeface="+mj-ea"/>
                  </a:rPr>
                  <a:t>XX</a:t>
                </a:r>
                <a:endParaRPr kumimoji="1" lang="ja-JP" alt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12" name="山形 52">
                <a:extLst>
                  <a:ext uri="{FF2B5EF4-FFF2-40B4-BE49-F238E27FC236}">
                    <ns2:creationId id="{CE18DCEA-A98C-DCFD-C9BD-5313D74508BD}"/>
                  </a:ext>
                </a:extLst>
              </p:cNvPr>
              <p:cNvSpPr/>
              <p:nvPr/>
            </p:nvSpPr>
            <p:spPr>
              <a:xfrm>
                <a:off x="5583650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ns2:creationId id="{2CA670CF-9F47-2B22-C572-F972F3D73E24}"/>
                  </a:ext>
                </a:extLst>
              </p:cNvPr>
              <p:cNvSpPr txBox="1"/>
              <p:nvPr/>
            </p:nvSpPr>
            <p:spPr>
              <a:xfrm>
                <a:off x="5583650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ns2:creationId id="{623F00B1-6D4D-C433-10DF-FBDB9505D3D6}"/>
                  </a:ext>
                </a:extLst>
              </p:cNvPr>
              <p:cNvSpPr txBox="1"/>
              <p:nvPr/>
            </p:nvSpPr>
            <p:spPr>
              <a:xfrm>
                <a:off x="5583650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kumimoji="1" lang="ja-JP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13" name="山形 53">
                <a:extLst>
                  <a:ext uri="{FF2B5EF4-FFF2-40B4-BE49-F238E27FC236}">
                    <ns2:creationId id="{28F6D518-F71F-ED69-3C32-14812F9BEB02}"/>
                  </a:ext>
                </a:extLst>
              </p:cNvPr>
              <p:cNvSpPr/>
              <p:nvPr/>
            </p:nvSpPr>
            <p:spPr>
              <a:xfrm>
                <a:off x="8760418" y="1918877"/>
                <a:ext cx="3096000" cy="216000"/>
              </a:xfrm>
              <a:prstGeom prst="chevron">
                <a:avLst>
                  <a:gd name="adj" fmla="val 28868"/>
                </a:avLst>
              </a:prstGeom>
              <a:solidFill>
                <a:srgbClr val="008000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+mj-lt"/>
                    <a:ea typeface="游ゴシック" panose="020B0400000000000000" pitchFamily="50" charset="-128"/>
                  </a:rPr>
                  <a:t>XX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ns2:creationId id="{AF4D2AFD-CFAB-0CDA-D7F1-5A9CC03B8106}"/>
                  </a:ext>
                </a:extLst>
              </p:cNvPr>
              <p:cNvSpPr txBox="1"/>
              <p:nvPr/>
            </p:nvSpPr>
            <p:spPr>
              <a:xfrm>
                <a:off x="8760417" y="2162322"/>
                <a:ext cx="2991600" cy="169135"/>
              </a:xfrm>
              <a:prstGeom prst="rect">
                <a:avLst/>
              </a:prstGeom>
              <a:noFill/>
            </p:spPr>
            <p:txBody>
              <a:bodyPr wrap="square" lIns="36000" tIns="36000" rIns="36000" bIns="36000" rtlCol="0" anchor="ctr">
                <a:noAutofit/>
              </a:bodyPr>
              <a:lstStyle>
                <a:defPPr>
                  <a:defRPr lang="ja-JP"/>
                </a:defPPr>
                <a:lvl1pPr lvl="0" algn="ctr">
                  <a:buClr>
                    <a:srgbClr val="046294"/>
                  </a:buClr>
                  <a:defRPr sz="1000">
                    <a:solidFill>
                      <a:srgbClr val="000000"/>
                    </a:solidFill>
                    <a:latin typeface="+mj-ea"/>
                    <a:ea typeface="+mj-ea"/>
                  </a:defRPr>
                </a:lvl1pPr>
              </a:lstStyle>
              <a:p>
                <a:r>
                  <a:rPr lang="ja-JP" altLang="en-US" dirty="0"/>
                  <a:t>XX</a:t>
                </a: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ns2:creationId id="{6FF20DC2-0476-F7CF-CDD7-FC71E5E7BA3F}"/>
                  </a:ext>
                </a:extLst>
              </p:cNvPr>
              <p:cNvSpPr txBox="1"/>
              <p:nvPr/>
            </p:nvSpPr>
            <p:spPr>
              <a:xfrm>
                <a:off x="8760418" y="2367428"/>
                <a:ext cx="2991600" cy="179670"/>
              </a:xfrm>
              <a:prstGeom prst="rect">
                <a:avLst/>
              </a:prstGeom>
              <a:solidFill>
                <a:srgbClr val="E7EEE8"/>
              </a:solidFill>
            </p:spPr>
            <p:txBody>
              <a:bodyPr wrap="square" lIns="36000" tIns="36000" rIns="36000" bIns="36000" rtlCol="0" anchor="ctr">
                <a:noAutofit/>
              </a:bodyPr>
              <a:lstStyle/>
              <a:p>
                <a:pPr lvl="0" algn="ctr">
                  <a:buClr>
                    <a:srgbClr val="046294"/>
                  </a:buClr>
                  <a:defRPr/>
                </a:pP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90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900">
                    <a:solidFill>
                      <a:srgbClr val="000000"/>
                    </a:solidFill>
                    <a:latin typeface="+mn-ea"/>
                  </a:rPr>
                  <a:t> </a:t>
                </a:r>
                <a:endParaRPr kumimoji="1" lang="ja-JP" altLang="en-US" sz="700" b="0" i="0" u="none" strike="noStrike" kern="1200" cap="none" spc="0" normalizeH="0" baseline="0" noProof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grpSp>
            <p:nvGrpSpPr>
              <p:cNvPr id="6" name="グループ化 5">
                <a:extLst>
                  <a:ext uri="{FF2B5EF4-FFF2-40B4-BE49-F238E27FC236}">
                    <ns2:creationId id="{69A66BE5-240E-EAE8-224E-0D749F04C4FD}"/>
                  </a:ext>
                </a:extLst>
              </p:cNvPr>
              <p:cNvGrpSpPr/>
              <p:nvPr/>
            </p:nvGrpSpPr>
            <p:grpSpPr>
              <a:xfrm>
                <a:off x="1858112" y="2367428"/>
                <a:ext cx="3556281" cy="631449"/>
                <a:chOff x="1858112" y="2167746"/>
                <a:chExt cx="3556281" cy="759131"/>
              </a:xfrm>
            </p:grpSpPr>
            <p:sp>
              <p:nvSpPr>
                <p:cNvPr id="18" name="テキスト ボックス 17">
                  <a:extLst>
                    <a:ext uri="{FF2B5EF4-FFF2-40B4-BE49-F238E27FC236}">
                      <ns2:creationId id="{64383E3B-A405-9694-E2F2-EA65F77504C8}"/>
                    </a:ext>
                  </a:extLst>
                </p:cNvPr>
                <p:cNvSpPr txBox="1"/>
                <p:nvPr/>
              </p:nvSpPr>
              <p:spPr>
                <a:xfrm>
                  <a:off x="2406881" y="2167746"/>
                  <a:ext cx="1440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19" name="テキスト ボックス 18">
                  <a:extLst>
                    <a:ext uri="{FF2B5EF4-FFF2-40B4-BE49-F238E27FC236}">
                      <ns2:creationId id="{EFDBD883-41F8-6EBC-74A9-AD61857CBAB5}"/>
                    </a:ext>
                  </a:extLst>
                </p:cNvPr>
                <p:cNvSpPr txBox="1"/>
                <p:nvPr/>
              </p:nvSpPr>
              <p:spPr>
                <a:xfrm>
                  <a:off x="3902393" y="2167746"/>
                  <a:ext cx="1512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7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ns2:creationId id="{CA0D702C-CC34-144C-E0E2-73CC8CE031CB}"/>
                    </a:ext>
                  </a:extLst>
                </p:cNvPr>
                <p:cNvSpPr txBox="1"/>
                <p:nvPr/>
              </p:nvSpPr>
              <p:spPr>
                <a:xfrm>
                  <a:off x="1858112" y="2383746"/>
                  <a:ext cx="468000" cy="216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ns2:creationId id="{ED923DA8-FB61-313A-D456-BD94EC01EEB2}"/>
                    </a:ext>
                  </a:extLst>
                </p:cNvPr>
                <p:cNvSpPr txBox="1"/>
                <p:nvPr/>
              </p:nvSpPr>
              <p:spPr>
                <a:xfrm>
                  <a:off x="1858112" y="2638877"/>
                  <a:ext cx="468000" cy="288000"/>
                </a:xfrm>
                <a:prstGeom prst="rect">
                  <a:avLst/>
                </a:prstGeom>
                <a:solidFill>
                  <a:srgbClr val="E7EEE8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en-US" altLang="ja-JP" sz="1000" dirty="0">
                      <a:solidFill>
                        <a:srgbClr val="000000"/>
                      </a:solidFill>
                      <a:latin typeface="Meiryo UI" panose="020B0604030504040204" pitchFamily="34" charset="-128"/>
                      <a:ea typeface="Meiryo UI" panose="020B0604030504040204" pitchFamily="34" charset="-128"/>
                    </a:rPr>
                    <a:t>XX</a:t>
                  </a:r>
                  <a:endParaRPr kumimoji="1" lang="ja-JP" altLang="en-US" sz="800" b="0" i="0" u="none" strike="noStrike" kern="1200" cap="none" spc="0" normalizeH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Meiryo UI" panose="020B0604030504040204" pitchFamily="34" charset="-128"/>
                    <a:ea typeface="Meiryo UI" panose="020B0604030504040204" pitchFamily="34" charset="-128"/>
                    <a:cs typeface="+mn-cs"/>
                  </a:endParaRPr>
                </a:p>
              </p:txBody>
            </p:sp>
            <p:sp>
              <p:nvSpPr>
                <p:cNvPr id="23" name="テキスト ボックス 22">
                  <a:extLst>
                    <a:ext uri="{FF2B5EF4-FFF2-40B4-BE49-F238E27FC236}">
                      <ns2:creationId id="{4752F049-459F-8115-B688-7D245FD19B61}"/>
                    </a:ext>
                  </a:extLst>
                </p:cNvPr>
                <p:cNvSpPr txBox="1"/>
                <p:nvPr/>
              </p:nvSpPr>
              <p:spPr>
                <a:xfrm>
                  <a:off x="2404005" y="2383746"/>
                  <a:ext cx="1440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24" name="テキスト ボックス 23">
                  <a:extLst>
                    <a:ext uri="{FF2B5EF4-FFF2-40B4-BE49-F238E27FC236}">
                      <ns2:creationId id="{ACE0FEDC-155E-D36F-41F6-902CE45FCAF0}"/>
                    </a:ext>
                  </a:extLst>
                </p:cNvPr>
                <p:cNvSpPr txBox="1"/>
                <p:nvPr/>
              </p:nvSpPr>
              <p:spPr>
                <a:xfrm>
                  <a:off x="2404005" y="2638877"/>
                  <a:ext cx="1440000" cy="288000"/>
                </a:xfrm>
                <a:prstGeom prst="rect">
                  <a:avLst/>
                </a:prstGeom>
                <a:noFill/>
              </p:spPr>
              <p:txBody>
                <a:bodyPr wrap="square" lIns="72000" tIns="0" rIns="36000" bIns="0" rtlCol="0" anchor="ctr">
                  <a:noAutofit/>
                </a:bodyPr>
                <a:lstStyle/>
                <a:p>
                  <a:pPr fontAlgn="t"/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b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</a:b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60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0" name="テキスト ボックス 29">
                  <a:extLst>
                    <a:ext uri="{FF2B5EF4-FFF2-40B4-BE49-F238E27FC236}">
                      <ns2:creationId id="{7A7F4230-AB48-E5AF-8349-22FB8E8A73A6}"/>
                    </a:ext>
                  </a:extLst>
                </p:cNvPr>
                <p:cNvSpPr txBox="1"/>
                <p:nvPr/>
              </p:nvSpPr>
              <p:spPr>
                <a:xfrm>
                  <a:off x="3902393" y="2383746"/>
                  <a:ext cx="1512000" cy="216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t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/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BI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ns2:creationId id="{4DB090A3-DACC-117A-3BAC-F7E8CD80CD7B}"/>
                    </a:ext>
                  </a:extLst>
                </p:cNvPr>
                <p:cNvSpPr txBox="1"/>
                <p:nvPr/>
              </p:nvSpPr>
              <p:spPr>
                <a:xfrm>
                  <a:off x="3902393" y="2638877"/>
                  <a:ext cx="1512000" cy="288000"/>
                </a:xfrm>
                <a:prstGeom prst="rect">
                  <a:avLst/>
                </a:prstGeom>
                <a:noFill/>
              </p:spPr>
              <p:txBody>
                <a:bodyPr wrap="square" lIns="0" tIns="36000" rIns="0" bIns="36000" rtlCol="0" anchor="ctr">
                  <a:noAutofit/>
                </a:bodyPr>
                <a:lstStyle/>
                <a:p>
                  <a:pPr lvl="0" algn="ctr">
                    <a:buClr>
                      <a:srgbClr val="046294"/>
                    </a:buClr>
                    <a:defRPr/>
                  </a:pP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en-US" altLang="ja-JP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r>
                    <a:rPr lang="ja-JP" altLang="en-US" sz="900" dirty="0">
                      <a:solidFill>
                        <a:srgbClr val="000000"/>
                      </a:solidFill>
                      <a:latin typeface="+mn-ea"/>
                    </a:rPr>
                    <a:t>XX</a:t>
                  </a:r>
                  <a:endParaRPr lang="ja-JP" altLang="en-US" sz="700" dirty="0">
                    <a:solidFill>
                      <a:srgbClr val="575757">
                        <a:lumMod val="75000"/>
                      </a:srgbClr>
                    </a:solidFill>
                    <a:latin typeface="+mn-ea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ns2:creationId id="{5733872E-0EE9-5CAE-5AE8-17ABA6707BA0}"/>
                    </a:ext>
                  </a:extLst>
                </p:cNvPr>
                <p:cNvCxnSpPr/>
                <p:nvPr/>
              </p:nvCxnSpPr>
              <p:spPr>
                <a:xfrm>
                  <a:off x="3902393" y="2619312"/>
                  <a:ext cx="1512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コネクタ 3">
                  <a:extLst>
                    <a:ext uri="{FF2B5EF4-FFF2-40B4-BE49-F238E27FC236}">
                      <ns2:creationId id="{2BC47EA5-5D10-6595-8FB3-4A455BD0FF02}"/>
                    </a:ext>
                  </a:extLst>
                </p:cNvPr>
                <p:cNvCxnSpPr/>
                <p:nvPr/>
              </p:nvCxnSpPr>
              <p:spPr>
                <a:xfrm>
                  <a:off x="2404005" y="2619312"/>
                  <a:ext cx="1440000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75000"/>
                    </a:schemeClr>
                  </a:solidFill>
                  <a:prstDash val="sysDot"/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グループ化 27">
              <a:extLst>
                <a:ext uri="{FF2B5EF4-FFF2-40B4-BE49-F238E27FC236}">
                  <ns2:creationId id="{412E7926-971A-C2D5-EB8E-E3507AAB3074}"/>
                </a:ext>
              </a:extLst>
            </p:cNvPr>
            <p:cNvGrpSpPr/>
            <p:nvPr/>
          </p:nvGrpSpPr>
          <p:grpSpPr>
            <a:xfrm>
              <a:off x="337343" y="5274960"/>
              <a:ext cx="11522075" cy="1033766"/>
              <a:chOff x="337343" y="5274960"/>
              <a:chExt cx="11522075" cy="1033766"/>
            </a:xfrm>
          </p:grpSpPr>
          <p:sp>
            <p:nvSpPr>
              <p:cNvPr id="42" name="四角形: 角を丸くする 41">
                <a:extLst>
                  <a:ext uri="{FF2B5EF4-FFF2-40B4-BE49-F238E27FC236}">
                    <ns2:creationId id="{EB40244C-F9D6-CEDB-9475-7DB462A7713E}"/>
                  </a:ext>
                </a:extLst>
              </p:cNvPr>
              <p:cNvSpPr/>
              <p:nvPr/>
            </p:nvSpPr>
            <p:spPr>
              <a:xfrm>
                <a:off x="337343" y="5274960"/>
                <a:ext cx="11522075" cy="1033766"/>
              </a:xfrm>
              <a:prstGeom prst="roundRect">
                <a:avLst>
                  <a:gd name="adj" fmla="val 1767"/>
                </a:avLst>
              </a:prstGeom>
              <a:solidFill>
                <a:srgbClr val="E2F0D9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100">
                  <a:solidFill>
                    <a:schemeClr val="tx1"/>
                  </a:solidFill>
                  <a:latin typeface="+mn-ea"/>
                </a:endParaRPr>
              </a:p>
            </p:txBody>
          </p:sp>
          <p:grpSp>
            <p:nvGrpSpPr>
              <p:cNvPr id="210" name="グループ化 209">
                <a:extLst>
                  <a:ext uri="{FF2B5EF4-FFF2-40B4-BE49-F238E27FC236}">
                    <ns2:creationId id="{5082963E-E810-3952-E25D-35763B1F1B4E}"/>
                  </a:ext>
                </a:extLst>
              </p:cNvPr>
              <p:cNvGrpSpPr/>
              <p:nvPr/>
            </p:nvGrpSpPr>
            <p:grpSpPr>
              <a:xfrm>
                <a:off x="364639" y="5313872"/>
                <a:ext cx="1269274" cy="396000"/>
                <a:chOff x="442006" y="4887920"/>
                <a:chExt cx="1269274" cy="396000"/>
              </a:xfrm>
            </p:grpSpPr>
            <p:sp>
              <p:nvSpPr>
                <p:cNvPr id="43" name="テキスト ボックス 42">
                  <a:extLst>
                    <a:ext uri="{FF2B5EF4-FFF2-40B4-BE49-F238E27FC236}">
                      <ns2:creationId id="{E98DC75D-9DD0-32DE-18BD-3F98D35D48E4}"/>
                    </a:ext>
                  </a:extLst>
                </p:cNvPr>
                <p:cNvSpPr txBox="1"/>
                <p:nvPr/>
              </p:nvSpPr>
              <p:spPr>
                <a:xfrm>
                  <a:off x="703280" y="4889951"/>
                  <a:ext cx="1008000" cy="391939"/>
                </a:xfrm>
                <a:prstGeom prst="rect">
                  <a:avLst/>
                </a:prstGeom>
                <a:solidFill>
                  <a:srgbClr val="E2F0D9"/>
                </a:solidFill>
                <a:ln>
                  <a:noFill/>
                </a:ln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 fontAlgn="ctr"/>
                  <a:r>
                    <a:rPr lang="ja-JP" altLang="en-US" sz="1400" dirty="0">
                      <a:solidFill>
                        <a:srgbClr val="008000"/>
                      </a:solidFill>
                      <a:latin typeface="+mj-ea"/>
                      <a:ea typeface="+mj-ea"/>
                    </a:rPr>
                    <a:t>XX</a:t>
                  </a:r>
                  <a:endParaRPr lang="en-US" altLang="ja-JP" sz="1400" dirty="0">
                    <a:solidFill>
                      <a:srgbClr val="008000"/>
                    </a:solidFill>
                    <a:latin typeface="+mj-ea"/>
                    <a:ea typeface="+mj-ea"/>
                  </a:endParaRPr>
                </a:p>
              </p:txBody>
            </p:sp>
            <p:pic>
              <p:nvPicPr>
                <p:cNvPr id="44" name="Graphic 187">
                  <a:extLst>
                    <a:ext uri="{FF2B5EF4-FFF2-40B4-BE49-F238E27FC236}">
                      <ns2:creationId id="{0645C658-0316-012A-30C7-F39989E50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442006" y="4887920"/>
                  <a:ext cx="396000" cy="396000"/>
                </a:xfrm>
                <a:prstGeom prst="rect">
                  <a:avLst/>
                </a:prstGeom>
              </p:spPr>
            </p:pic>
          </p:grpSp>
          <p:sp>
            <p:nvSpPr>
              <p:cNvPr id="45" name="円/楕円 34">
                <a:extLst>
                  <a:ext uri="{FF2B5EF4-FFF2-40B4-BE49-F238E27FC236}">
                    <ns2:creationId id="{895F4013-6083-9DBF-B17B-6657C556260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395234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12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１</a:t>
                </a:r>
              </a:p>
            </p:txBody>
          </p:sp>
          <p:sp>
            <p:nvSpPr>
              <p:cNvPr id="49" name="円/楕円 34">
                <a:extLst>
                  <a:ext uri="{FF2B5EF4-FFF2-40B4-BE49-F238E27FC236}">
                    <ns2:creationId id="{0B44AD90-A804-4D9B-69D3-FB1372DC1AF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748972" y="5677295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1" name="円/楕円 34">
                <a:extLst>
                  <a:ext uri="{FF2B5EF4-FFF2-40B4-BE49-F238E27FC236}">
                    <ns2:creationId id="{8CA77BE9-A395-8482-10AB-6ED5904595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48972" y="5959357"/>
                <a:ext cx="230400" cy="230400"/>
              </a:xfrm>
              <a:prstGeom prst="ellipse">
                <a:avLst/>
              </a:prstGeom>
              <a:solidFill>
                <a:srgbClr val="008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8800" tIns="28800" rIns="28800" bIns="28800" rtlCol="0" anchor="ctr"/>
              <a:lstStyle/>
              <a:p>
                <a:pPr marR="0" lvl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20" dirty="0">
                    <a:solidFill>
                      <a:srgbClr val="FFFFFF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3</a:t>
                </a:r>
                <a:endParaRPr kumimoji="1" lang="ja-JP" altLang="en-US" sz="112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48" name="テキスト ボックス 47">
                <a:extLst>
                  <a:ext uri="{FF2B5EF4-FFF2-40B4-BE49-F238E27FC236}">
                    <ns2:creationId id="{CC3ABA46-7F21-DE64-08ED-E24DDA38D8A7}"/>
                  </a:ext>
                </a:extLst>
              </p:cNvPr>
              <p:cNvSpPr txBox="1"/>
              <p:nvPr/>
            </p:nvSpPr>
            <p:spPr>
              <a:xfrm>
                <a:off x="2011456" y="5668731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ns2:creationId id="{620E9055-6CE3-AB8F-A457-886BEAE6A133}"/>
                  </a:ext>
                </a:extLst>
              </p:cNvPr>
              <p:cNvSpPr txBox="1"/>
              <p:nvPr/>
            </p:nvSpPr>
            <p:spPr>
              <a:xfrm>
                <a:off x="2011456" y="5950793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(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+mn-ea"/>
                  </a:rPr>
                  <a:t>) </a:t>
                </a:r>
                <a:r>
                  <a:rPr lang="ja-JP" altLang="en-US" sz="1400" dirty="0">
                    <a:solidFill>
                      <a:srgbClr val="000000"/>
                    </a:solidFill>
                    <a:latin typeface="+mn-ea"/>
                  </a:rPr>
                  <a:t>XX</a:t>
                </a:r>
                <a:endParaRPr lang="en-US" altLang="ja-JP" sz="1400" dirty="0">
                  <a:solidFill>
                    <a:srgbClr val="000000"/>
                  </a:solidFill>
                  <a:latin typeface="+mn-ea"/>
                </a:endParaRPr>
              </a:p>
            </p:txBody>
          </p:sp>
          <p:sp>
            <p:nvSpPr>
              <p:cNvPr id="211" name="テキスト ボックス 210">
                <a:extLst>
                  <a:ext uri="{FF2B5EF4-FFF2-40B4-BE49-F238E27FC236}">
                    <ns2:creationId id="{720D5915-1831-60B8-E7B7-18907DD0BC5D}"/>
                  </a:ext>
                </a:extLst>
              </p:cNvPr>
              <p:cNvSpPr txBox="1"/>
              <p:nvPr/>
            </p:nvSpPr>
            <p:spPr>
              <a:xfrm>
                <a:off x="9899496" y="5920016"/>
                <a:ext cx="1872000" cy="276999"/>
              </a:xfrm>
              <a:prstGeom prst="rect">
                <a:avLst/>
              </a:prstGeom>
              <a:noFill/>
            </p:spPr>
            <p:txBody>
              <a:bodyPr wrap="square" rIns="0" rtlCol="0">
                <a:noAutofit/>
              </a:bodyPr>
              <a:lstStyle/>
              <a:p>
                <a:r>
                  <a:rPr kumimoji="1" lang="en-US" altLang="ja-JP" sz="1200" dirty="0">
                    <a:latin typeface="+mn-ea"/>
                  </a:rPr>
                  <a:t>※</a:t>
                </a:r>
                <a:r>
                  <a:rPr lang="ja-JP" altLang="en-US" sz="1200" dirty="0">
                    <a:latin typeface="+mn-ea"/>
                  </a:rPr>
                  <a:t>XX</a:t>
                </a:r>
                <a:r>
                  <a:rPr kumimoji="1" lang="ja-JP" altLang="en-US" sz="1200" dirty="0">
                    <a:latin typeface="+mn-ea"/>
                  </a:rPr>
                  <a:t>XX</a:t>
                </a: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ns2:creationId id="{411BD87B-5936-40AF-F00A-822FC4F65E7D}"/>
                  </a:ext>
                </a:extLst>
              </p:cNvPr>
              <p:cNvSpPr txBox="1"/>
              <p:nvPr/>
            </p:nvSpPr>
            <p:spPr>
              <a:xfrm>
                <a:off x="2011456" y="5386670"/>
                <a:ext cx="9305231" cy="215444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 anchor="ctr">
                <a:noAutofit/>
              </a:bodyPr>
              <a:lstStyle/>
              <a:p>
                <a:pPr fontAlgn="ctr"/>
                <a:r>
                  <a:rPr lang="ja-JP" altLang="en-US" sz="1400" dirty="0"/>
                  <a:t>XX</a:t>
                </a:r>
                <a:r>
                  <a:rPr lang="en-US" altLang="ja-JP" sz="1400" dirty="0"/>
                  <a:t>/ </a:t>
                </a:r>
                <a:r>
                  <a:rPr lang="ja-JP" altLang="en-US" sz="1400" dirty="0">
                    <a:solidFill>
                      <a:srgbClr val="008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50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 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chemeClr val="accent1">
                        <a:lumMod val="75000"/>
                      </a:schemeClr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ja-JP" altLang="en-US" sz="1400" dirty="0">
                    <a:solidFill>
                      <a:srgbClr val="FFC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0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XX</a:t>
                </a:r>
                <a:r>
                  <a:rPr lang="en-US" altLang="ja-JP" sz="1400" dirty="0">
                    <a:solidFill>
                      <a:srgbClr val="C00000"/>
                    </a:solidFill>
                    <a:latin typeface="游ゴシック" panose="020B0400000000000000" pitchFamily="50" charset="-128"/>
                    <a:ea typeface="游ゴシック" panose="020B0400000000000000" pitchFamily="50" charset="-128"/>
                  </a:rPr>
                  <a:t>×</a:t>
                </a:r>
                <a:endPara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ns5:creationId val="1123512959"/>
      </p:ext>
    </p:extLst>
  </p:cSld>
  <p:clrMapOvr>
    <a:masterClrMapping/>
  </p:clrMapOvr>
</p:sld>
</file>

<file path=ppt/slides/slide40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1641C912-5A0E-A527-B157-A99F4F106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0322D3B9-401A-EFE8-826D-45985EF4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XX</a:t>
            </a:r>
            <a:r>
              <a:rPr lang="ja-JP" altLang="en-US" dirty="0"/>
              <a:t>XX</a:t>
            </a:r>
            <a:endParaRPr lang="ja-JP" altLang="en-US" b="0" dirty="0"/>
          </a:p>
        </p:txBody>
      </p:sp>
      <p:sp>
        <p:nvSpPr>
          <p:cNvPr id="3" name="Text Placeholder 2">
            <a:extLst>
              <a:ext uri="{FF2B5EF4-FFF2-40B4-BE49-F238E27FC236}">
                <ns2:creationId id="{86329BAF-078B-F74C-9B28-938DBF3266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53" name="グループ化 52">
            <a:extLst>
              <a:ext uri="{FF2B5EF4-FFF2-40B4-BE49-F238E27FC236}">
                <ns2:creationId id="{30759602-D8ED-2EEE-9B19-FCCF08628065}"/>
              </a:ext>
            </a:extLst>
          </p:cNvPr>
          <p:cNvGrpSpPr/>
          <p:nvPr/>
        </p:nvGrpSpPr>
        <p:grpSpPr>
          <a:xfrm>
            <a:off x="334960" y="1634475"/>
            <a:ext cx="11529904" cy="4876748"/>
            <a:chOff x="334960" y="1634475"/>
            <a:chExt cx="11529904" cy="4876748"/>
          </a:xfrm>
        </p:grpSpPr>
        <p:grpSp>
          <p:nvGrpSpPr>
            <p:cNvPr id="50" name="グループ化 49">
              <a:extLst>
                <a:ext uri="{FF2B5EF4-FFF2-40B4-BE49-F238E27FC236}">
                  <ns2:creationId id="{B1EE49B6-4E5B-2B6E-7442-A7F49FD2E64D}"/>
                </a:ext>
              </a:extLst>
            </p:cNvPr>
            <p:cNvGrpSpPr/>
            <p:nvPr/>
          </p:nvGrpSpPr>
          <p:grpSpPr>
            <a:xfrm>
              <a:off x="334960" y="1634475"/>
              <a:ext cx="5696384" cy="3556274"/>
              <a:chOff x="334960" y="1634475"/>
              <a:chExt cx="5696384" cy="3556274"/>
            </a:xfrm>
          </p:grpSpPr>
          <p:sp>
            <p:nvSpPr>
              <p:cNvPr id="13" name="正方形/長方形 12">
                <a:extLst>
                  <a:ext uri="{FF2B5EF4-FFF2-40B4-BE49-F238E27FC236}">
                    <ns2:creationId id="{B8370FF4-B179-663D-A76B-BCD8514880D0}"/>
                  </a:ext>
                </a:extLst>
              </p:cNvPr>
              <p:cNvSpPr/>
              <p:nvPr/>
            </p:nvSpPr>
            <p:spPr>
              <a:xfrm>
                <a:off x="334962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68" name="グループ化 67">
                <a:extLst>
                  <a:ext uri="{FF2B5EF4-FFF2-40B4-BE49-F238E27FC236}">
                    <ns2:creationId id="{5C562829-9F29-F7B8-2284-5C46A283ED89}"/>
                  </a:ext>
                </a:extLst>
              </p:cNvPr>
              <p:cNvGrpSpPr/>
              <p:nvPr/>
            </p:nvGrpSpPr>
            <p:grpSpPr>
              <a:xfrm>
                <a:off x="334962" y="1967773"/>
                <a:ext cx="5696381" cy="324000"/>
                <a:chOff x="334962" y="1996648"/>
                <a:chExt cx="5696381" cy="324000"/>
              </a:xfrm>
            </p:grpSpPr>
            <p:sp>
              <p:nvSpPr>
                <p:cNvPr id="5" name="ホームベース 64">
                  <a:extLst>
                    <a:ext uri="{FF2B5EF4-FFF2-40B4-BE49-F238E27FC236}">
                      <ns2:creationId id="{0EEF9730-8C87-CED0-D9A3-80A1F28120AC}"/>
                    </a:ext>
                  </a:extLst>
                </p:cNvPr>
                <p:cNvSpPr/>
                <p:nvPr/>
              </p:nvSpPr>
              <p:spPr>
                <a:xfrm>
                  <a:off x="334962" y="2006248"/>
                  <a:ext cx="5696381" cy="304801"/>
                </a:xfrm>
                <a:prstGeom prst="homePlate">
                  <a:avLst>
                    <a:gd name="adj" fmla="val 18206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2" name="グラフィックス 21" descr="接続済み 単色塗りつぶし">
                  <a:extLst>
                    <a:ext uri="{FF2B5EF4-FFF2-40B4-BE49-F238E27FC236}">
                      <ns2:creationId id="{441D1668-F677-8740-F495-4BB70028B7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93920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6" name="四角形: 角を丸くする 5">
                <a:extLst>
                  <a:ext uri="{FF2B5EF4-FFF2-40B4-BE49-F238E27FC236}">
                    <ns2:creationId id="{98289650-9BD6-6F5E-DFE8-2F9D4ACE5862}"/>
                  </a:ext>
                </a:extLst>
              </p:cNvPr>
              <p:cNvSpPr/>
              <p:nvPr/>
            </p:nvSpPr>
            <p:spPr>
              <a:xfrm>
                <a:off x="334960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③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" name="四角形: 角を丸くする 7">
                <a:extLst>
                  <a:ext uri="{FF2B5EF4-FFF2-40B4-BE49-F238E27FC236}">
                    <ns2:creationId id="{E6F71E0C-18C1-E93A-99D0-EFF356FE21F7}"/>
                  </a:ext>
                </a:extLst>
              </p:cNvPr>
              <p:cNvSpPr/>
              <p:nvPr/>
            </p:nvSpPr>
            <p:spPr>
              <a:xfrm>
                <a:off x="3211324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alpha val="1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cxnSp>
            <p:nvCxnSpPr>
              <p:cNvPr id="28" name="直線コネクタ 10">
                <a:extLst>
                  <a:ext uri="{FF2B5EF4-FFF2-40B4-BE49-F238E27FC236}">
                    <ns2:creationId id="{D9D3B3AA-F291-42E0-9132-A828B627F5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5322" y="4390797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" name="グループ化 11">
                <a:extLst>
                  <a:ext uri="{FF2B5EF4-FFF2-40B4-BE49-F238E27FC236}">
                    <ns2:creationId id="{1D85F27F-EAD9-47C3-8AA5-13F77033FF58}"/>
                  </a:ext>
                </a:extLst>
              </p:cNvPr>
              <p:cNvGrpSpPr/>
              <p:nvPr/>
            </p:nvGrpSpPr>
            <p:grpSpPr>
              <a:xfrm rot="5400000">
                <a:off x="3077792" y="4305520"/>
                <a:ext cx="175060" cy="170551"/>
                <a:chOff x="4481985" y="4552638"/>
                <a:chExt cx="369517" cy="360001"/>
              </a:xfrm>
            </p:grpSpPr>
            <p:sp>
              <p:nvSpPr>
                <p:cNvPr id="30" name="円/楕円 8">
                  <a:extLst>
                    <a:ext uri="{FF2B5EF4-FFF2-40B4-BE49-F238E27FC236}">
                      <ns2:creationId id="{B99C187C-D859-48B8-97AB-B0290822608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85" y="4552638"/>
                  <a:ext cx="360001" cy="360002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31" name="グラフィックス 13">
                  <a:extLst>
                    <a:ext uri="{FF2B5EF4-FFF2-40B4-BE49-F238E27FC236}">
                      <ns2:creationId id="{8FF06CB3-69B7-45CA-8270-BF88E6DF221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26" name="正方形/長方形 25">
                <a:extLst>
                  <a:ext uri="{FF2B5EF4-FFF2-40B4-BE49-F238E27FC236}">
                    <ns2:creationId id="{EB6C241A-D64D-A9A4-5C61-B026D8714BE1}"/>
                  </a:ext>
                </a:extLst>
              </p:cNvPr>
              <p:cNvSpPr/>
              <p:nvPr/>
            </p:nvSpPr>
            <p:spPr>
              <a:xfrm>
                <a:off x="346060" y="4518294"/>
                <a:ext cx="515938" cy="672455"/>
              </a:xfrm>
              <a:prstGeom prst="rect">
                <a:avLst/>
              </a:prstGeom>
              <a:solidFill>
                <a:schemeClr val="bg1">
                  <a:lumMod val="75000"/>
                  <a:alpha val="4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3" name="正方形/長方形 32">
                <a:extLst>
                  <a:ext uri="{FF2B5EF4-FFF2-40B4-BE49-F238E27FC236}">
                    <ns2:creationId id="{1555619B-4FB9-AFB8-209C-7A43D477037D}"/>
                  </a:ext>
                </a:extLst>
              </p:cNvPr>
              <p:cNvSpPr/>
              <p:nvPr/>
            </p:nvSpPr>
            <p:spPr>
              <a:xfrm>
                <a:off x="860524" y="4518294"/>
                <a:ext cx="5122800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chemeClr val="bg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ns2:creationId id="{30EC5F0B-3AE8-4369-99D2-2602B675C331}"/>
                  </a:ext>
                </a:extLst>
              </p:cNvPr>
              <p:cNvSpPr/>
              <p:nvPr/>
            </p:nvSpPr>
            <p:spPr>
              <a:xfrm>
                <a:off x="346060" y="2309805"/>
                <a:ext cx="515938" cy="918689"/>
              </a:xfrm>
              <a:prstGeom prst="rect">
                <a:avLst/>
              </a:prstGeom>
              <a:solidFill>
                <a:schemeClr val="bg1">
                  <a:lumMod val="75000"/>
                  <a:alpha val="20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6" name="ホームベース 13">
                <a:extLst>
                  <a:ext uri="{FF2B5EF4-FFF2-40B4-BE49-F238E27FC236}">
                    <ns2:creationId id="{543E068C-45B3-1342-86CC-9C994A3616F9}"/>
                  </a:ext>
                </a:extLst>
              </p:cNvPr>
              <p:cNvSpPr/>
              <p:nvPr/>
            </p:nvSpPr>
            <p:spPr>
              <a:xfrm rot="5400000">
                <a:off x="1087280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7" name="山形 14">
                <a:extLst>
                  <a:ext uri="{FF2B5EF4-FFF2-40B4-BE49-F238E27FC236}">
                    <ns2:creationId id="{5170BDBC-4EC2-374C-90B3-7B95935088D5}"/>
                  </a:ext>
                </a:extLst>
              </p:cNvPr>
              <p:cNvSpPr/>
              <p:nvPr/>
            </p:nvSpPr>
            <p:spPr>
              <a:xfrm rot="5400000">
                <a:off x="1087280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0" name="山形 14">
                <a:extLst>
                  <a:ext uri="{FF2B5EF4-FFF2-40B4-BE49-F238E27FC236}">
                    <ns2:creationId id="{A533E799-DFE6-03E5-CBBC-C26D5F6C2396}"/>
                  </a:ext>
                </a:extLst>
              </p:cNvPr>
              <p:cNvSpPr/>
              <p:nvPr/>
            </p:nvSpPr>
            <p:spPr>
              <a:xfrm rot="5400000">
                <a:off x="1087280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7" name="山形 14">
                <a:extLst>
                  <a:ext uri="{FF2B5EF4-FFF2-40B4-BE49-F238E27FC236}">
                    <ns2:creationId id="{F899EA30-264C-310E-8059-D9D15DAE3FD2}"/>
                  </a:ext>
                </a:extLst>
              </p:cNvPr>
              <p:cNvSpPr/>
              <p:nvPr/>
            </p:nvSpPr>
            <p:spPr>
              <a:xfrm rot="5400000">
                <a:off x="1087280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" name="正方形/長方形 3">
                <a:extLst>
                  <a:ext uri="{FF2B5EF4-FFF2-40B4-BE49-F238E27FC236}">
                    <ns2:creationId id="{B4E1100A-CD9B-78FB-78FB-5274B9AD0052}"/>
                  </a:ext>
                </a:extLst>
              </p:cNvPr>
              <p:cNvSpPr/>
              <p:nvPr/>
            </p:nvSpPr>
            <p:spPr>
              <a:xfrm>
                <a:off x="1554433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ns2:creationId id="{1D01B981-52AD-E5B8-495C-0DBB99AC1B0B}"/>
                  </a:ext>
                </a:extLst>
              </p:cNvPr>
              <p:cNvSpPr/>
              <p:nvPr/>
            </p:nvSpPr>
            <p:spPr>
              <a:xfrm>
                <a:off x="1554433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ns2:creationId id="{9107ED6D-F204-C49B-C743-E65F0BDA369A}"/>
                  </a:ext>
                </a:extLst>
              </p:cNvPr>
              <p:cNvSpPr/>
              <p:nvPr/>
            </p:nvSpPr>
            <p:spPr>
              <a:xfrm>
                <a:off x="1554433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ns2:creationId id="{DE5E47F3-F07A-C12E-AC6D-EEC10275A6F6}"/>
                  </a:ext>
                </a:extLst>
              </p:cNvPr>
              <p:cNvSpPr/>
              <p:nvPr/>
            </p:nvSpPr>
            <p:spPr>
              <a:xfrm>
                <a:off x="1554433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ns2:creationId id="{EA7087C1-6A50-570C-585A-E1732557D1D3}"/>
                </a:ext>
              </a:extLst>
            </p:cNvPr>
            <p:cNvGrpSpPr/>
            <p:nvPr/>
          </p:nvGrpSpPr>
          <p:grpSpPr>
            <a:xfrm>
              <a:off x="6160657" y="1634475"/>
              <a:ext cx="5704207" cy="3556274"/>
              <a:chOff x="6160657" y="1634475"/>
              <a:chExt cx="5704207" cy="3556274"/>
            </a:xfrm>
          </p:grpSpPr>
          <p:cxnSp>
            <p:nvCxnSpPr>
              <p:cNvPr id="86" name="直線コネクタ 10">
                <a:extLst>
                  <a:ext uri="{FF2B5EF4-FFF2-40B4-BE49-F238E27FC236}">
                    <ns2:creationId id="{A20D6E66-2AC3-508E-2E75-9CA28512CC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47378" y="4390796"/>
                <a:ext cx="5220000" cy="0"/>
              </a:xfrm>
              <a:prstGeom prst="line">
                <a:avLst/>
              </a:prstGeom>
              <a:ln w="9525">
                <a:solidFill>
                  <a:schemeClr val="tx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7" name="グループ化 11">
                <a:extLst>
                  <a:ext uri="{FF2B5EF4-FFF2-40B4-BE49-F238E27FC236}">
                    <ns2:creationId id="{C76D96A2-71FE-8C11-AA88-769998EAA6D9}"/>
                  </a:ext>
                </a:extLst>
              </p:cNvPr>
              <p:cNvGrpSpPr/>
              <p:nvPr/>
            </p:nvGrpSpPr>
            <p:grpSpPr>
              <a:xfrm rot="5400000">
                <a:off x="8969846" y="4305520"/>
                <a:ext cx="175065" cy="170551"/>
                <a:chOff x="4481975" y="4552638"/>
                <a:chExt cx="369527" cy="360000"/>
              </a:xfrm>
            </p:grpSpPr>
            <p:sp>
              <p:nvSpPr>
                <p:cNvPr id="88" name="円/楕円 8">
                  <a:extLst>
                    <a:ext uri="{FF2B5EF4-FFF2-40B4-BE49-F238E27FC236}">
                      <ns2:creationId id="{19469FDA-62C3-F71D-5D62-C0C134C414B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>
                  <a:off x="4481975" y="4552638"/>
                  <a:ext cx="360000" cy="360000"/>
                </a:xfrm>
                <a:prstGeom prst="ellipse">
                  <a:avLst/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endParaRPr kumimoji="1" lang="ja-JP" altLang="en-US" dirty="0"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89" name="グラフィックス 13">
                  <a:extLst>
                    <a:ext uri="{FF2B5EF4-FFF2-40B4-BE49-F238E27FC236}">
                      <ns2:creationId id="{BE3D30F7-FB34-6BDB-A4A0-FB559B1A12D1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491502" y="4552638"/>
                  <a:ext cx="360000" cy="360000"/>
                </a:xfrm>
                <a:prstGeom prst="rect">
                  <a:avLst/>
                </a:prstGeom>
              </p:spPr>
            </p:pic>
          </p:grpSp>
          <p:sp>
            <p:nvSpPr>
              <p:cNvPr id="71" name="四角形: 角を丸くする 70">
                <a:extLst>
                  <a:ext uri="{FF2B5EF4-FFF2-40B4-BE49-F238E27FC236}">
                    <ns2:creationId id="{8F223FAF-7DDD-F225-195E-CEEA5298BC97}"/>
                  </a:ext>
                </a:extLst>
              </p:cNvPr>
              <p:cNvSpPr/>
              <p:nvPr/>
            </p:nvSpPr>
            <p:spPr>
              <a:xfrm>
                <a:off x="6217391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b="1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2" name="四角形: 角を丸くする 71">
                <a:extLst>
                  <a:ext uri="{FF2B5EF4-FFF2-40B4-BE49-F238E27FC236}">
                    <ns2:creationId id="{AAA29247-C320-213F-95B1-02000D8F1223}"/>
                  </a:ext>
                </a:extLst>
              </p:cNvPr>
              <p:cNvSpPr/>
              <p:nvPr/>
            </p:nvSpPr>
            <p:spPr>
              <a:xfrm>
                <a:off x="9086052" y="3291298"/>
                <a:ext cx="2772000" cy="972000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1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1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rgbClr val="262626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ns2:creationId id="{9BE32370-EAC7-B2AC-00B1-99AE7DF19247}"/>
                  </a:ext>
                </a:extLst>
              </p:cNvPr>
              <p:cNvSpPr/>
              <p:nvPr/>
            </p:nvSpPr>
            <p:spPr>
              <a:xfrm>
                <a:off x="6228491" y="4518294"/>
                <a:ext cx="515938" cy="672455"/>
              </a:xfrm>
              <a:prstGeom prst="rect">
                <a:avLst/>
              </a:prstGeom>
              <a:solidFill>
                <a:srgbClr val="008D2E">
                  <a:alpha val="4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ns2:creationId id="{186F8337-B4AE-844E-C41B-D48AFD830EB6}"/>
                  </a:ext>
                </a:extLst>
              </p:cNvPr>
              <p:cNvSpPr/>
              <p:nvPr/>
            </p:nvSpPr>
            <p:spPr>
              <a:xfrm>
                <a:off x="6733330" y="4518294"/>
                <a:ext cx="5123708" cy="672455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20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en-US" altLang="ja-JP" sz="9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 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ns2:creationId id="{FC7E7A4C-1F1A-5A38-C217-99A7E98EB150}"/>
                  </a:ext>
                </a:extLst>
              </p:cNvPr>
              <p:cNvSpPr/>
              <p:nvPr/>
            </p:nvSpPr>
            <p:spPr>
              <a:xfrm>
                <a:off x="6160657" y="1634475"/>
                <a:ext cx="5696382" cy="3048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6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endPara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0" name="グループ化 89">
                <a:extLst>
                  <a:ext uri="{FF2B5EF4-FFF2-40B4-BE49-F238E27FC236}">
                    <ns2:creationId id="{D5E3247F-6B7B-CDF0-B36D-51AC5B18534B}"/>
                  </a:ext>
                </a:extLst>
              </p:cNvPr>
              <p:cNvGrpSpPr/>
              <p:nvPr/>
            </p:nvGrpSpPr>
            <p:grpSpPr>
              <a:xfrm>
                <a:off x="6160657" y="1967773"/>
                <a:ext cx="5696381" cy="324000"/>
                <a:chOff x="6160657" y="1996648"/>
                <a:chExt cx="5696381" cy="324000"/>
              </a:xfrm>
            </p:grpSpPr>
            <p:sp>
              <p:nvSpPr>
                <p:cNvPr id="7" name="山形 65">
                  <a:extLst>
                    <a:ext uri="{FF2B5EF4-FFF2-40B4-BE49-F238E27FC236}">
                      <ns2:creationId id="{006774BF-5624-D00A-5E8D-B0BAC5D4E067}"/>
                    </a:ext>
                  </a:extLst>
                </p:cNvPr>
                <p:cNvSpPr/>
                <p:nvPr/>
              </p:nvSpPr>
              <p:spPr>
                <a:xfrm>
                  <a:off x="6160657" y="2006248"/>
                  <a:ext cx="5696381" cy="304801"/>
                </a:xfrm>
                <a:prstGeom prst="chevron">
                  <a:avLst>
                    <a:gd name="adj" fmla="val 18094"/>
                  </a:avLst>
                </a:prstGeom>
                <a:solidFill>
                  <a:srgbClr val="008D2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32000" tIns="36000" rIns="36000" bIns="3600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BPR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en-US" altLang="ja-JP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4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4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pic>
              <p:nvPicPr>
                <p:cNvPr id="24" name="グラフィックス 23" descr="切断 単色塗りつぶし">
                  <a:extLst>
                    <a:ext uri="{FF2B5EF4-FFF2-40B4-BE49-F238E27FC236}">
                      <ns2:creationId id="{79DE9107-4C2C-36D6-51CA-A7CB1897D2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05051" y="1996648"/>
                  <a:ext cx="324000" cy="324000"/>
                </a:xfrm>
                <a:prstGeom prst="rect">
                  <a:avLst/>
                </a:prstGeom>
              </p:spPr>
            </p:pic>
          </p:grpSp>
          <p:sp>
            <p:nvSpPr>
              <p:cNvPr id="77" name="正方形/長方形 76">
                <a:extLst>
                  <a:ext uri="{FF2B5EF4-FFF2-40B4-BE49-F238E27FC236}">
                    <ns2:creationId id="{E2CE5C8B-DF9D-6A76-8263-C7ED13D92326}"/>
                  </a:ext>
                </a:extLst>
              </p:cNvPr>
              <p:cNvSpPr/>
              <p:nvPr/>
            </p:nvSpPr>
            <p:spPr>
              <a:xfrm>
                <a:off x="6228491" y="2309805"/>
                <a:ext cx="515938" cy="918690"/>
              </a:xfrm>
              <a:prstGeom prst="rect">
                <a:avLst/>
              </a:prstGeom>
              <a:solidFill>
                <a:srgbClr val="008D2E">
                  <a:alpha val="2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eaVert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ja-JP" altLang="en-US" sz="14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8" name="ホームベース 13">
                <a:extLst>
                  <a:ext uri="{FF2B5EF4-FFF2-40B4-BE49-F238E27FC236}">
                    <ns2:creationId id="{D01FCCA3-842E-943A-F904-6E7E27FD6F76}"/>
                  </a:ext>
                </a:extLst>
              </p:cNvPr>
              <p:cNvSpPr/>
              <p:nvPr/>
            </p:nvSpPr>
            <p:spPr>
              <a:xfrm rot="5400000">
                <a:off x="6969711" y="2161208"/>
                <a:ext cx="241872" cy="539069"/>
              </a:xfrm>
              <a:prstGeom prst="homePlate">
                <a:avLst>
                  <a:gd name="adj" fmla="val 18206"/>
                </a:avLst>
              </a:prstGeom>
              <a:solidFill>
                <a:srgbClr val="008D2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  <a:endParaRPr kumimoji="1" lang="ja-JP" altLang="en-US" sz="1100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79" name="山形 14">
                <a:extLst>
                  <a:ext uri="{FF2B5EF4-FFF2-40B4-BE49-F238E27FC236}">
                    <ns2:creationId id="{94CFD293-791A-FEC9-B527-6014BBA93703}"/>
                  </a:ext>
                </a:extLst>
              </p:cNvPr>
              <p:cNvSpPr/>
              <p:nvPr/>
            </p:nvSpPr>
            <p:spPr>
              <a:xfrm rot="5400000">
                <a:off x="6969711" y="2394230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8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0" name="山形 14">
                <a:extLst>
                  <a:ext uri="{FF2B5EF4-FFF2-40B4-BE49-F238E27FC236}">
                    <ns2:creationId id="{E34CB311-1EFD-2DD3-A198-2ABBF9174943}"/>
                  </a:ext>
                </a:extLst>
              </p:cNvPr>
              <p:cNvSpPr/>
              <p:nvPr/>
            </p:nvSpPr>
            <p:spPr>
              <a:xfrm rot="5400000">
                <a:off x="6969711" y="2627253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1" name="山形 14">
                <a:extLst>
                  <a:ext uri="{FF2B5EF4-FFF2-40B4-BE49-F238E27FC236}">
                    <ns2:creationId id="{F148EC34-6148-20C7-920D-04EED818F6B8}"/>
                  </a:ext>
                </a:extLst>
              </p:cNvPr>
              <p:cNvSpPr/>
              <p:nvPr/>
            </p:nvSpPr>
            <p:spPr>
              <a:xfrm rot="5400000">
                <a:off x="6969711" y="2860276"/>
                <a:ext cx="241872" cy="539069"/>
              </a:xfrm>
              <a:prstGeom prst="chevron">
                <a:avLst>
                  <a:gd name="adj" fmla="val 18094"/>
                </a:avLst>
              </a:prstGeom>
              <a:solidFill>
                <a:srgbClr val="008D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  <a:endParaRPr kumimoji="1" lang="ja-JP" altLang="en-US" sz="11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ns2:creationId id="{314184C6-A132-BAFB-88AB-F709DCB74095}"/>
                  </a:ext>
                </a:extLst>
              </p:cNvPr>
              <p:cNvSpPr/>
              <p:nvPr/>
            </p:nvSpPr>
            <p:spPr>
              <a:xfrm>
                <a:off x="7436864" y="2292495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BPR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ns2:creationId id="{00E6748E-E6A0-DFFE-D664-78B7B2F112F0}"/>
                  </a:ext>
                </a:extLst>
              </p:cNvPr>
              <p:cNvSpPr/>
              <p:nvPr/>
            </p:nvSpPr>
            <p:spPr>
              <a:xfrm>
                <a:off x="7436864" y="2521479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×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4" name="正方形/長方形 83">
                <a:extLst>
                  <a:ext uri="{FF2B5EF4-FFF2-40B4-BE49-F238E27FC236}">
                    <ns2:creationId id="{EE939DBD-8F90-B2D8-ED5E-04E155D6D15A}"/>
                  </a:ext>
                </a:extLst>
              </p:cNvPr>
              <p:cNvSpPr/>
              <p:nvPr/>
            </p:nvSpPr>
            <p:spPr>
              <a:xfrm>
                <a:off x="7436864" y="2750464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85" name="正方形/長方形 84">
                <a:extLst>
                  <a:ext uri="{FF2B5EF4-FFF2-40B4-BE49-F238E27FC236}">
                    <ns2:creationId id="{BACB4395-5146-A395-1D01-81E8DBDC4B3C}"/>
                  </a:ext>
                </a:extLst>
              </p:cNvPr>
              <p:cNvSpPr/>
              <p:nvPr/>
            </p:nvSpPr>
            <p:spPr>
              <a:xfrm>
                <a:off x="7436864" y="2979448"/>
                <a:ext cx="4428000" cy="220185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altLang="ja-JP" sz="1100" dirty="0" err="1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【</a:t>
                </a:r>
                <a:r>
                  <a:rPr lang="ja-JP" altLang="en-US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1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grpSp>
          <p:nvGrpSpPr>
            <p:cNvPr id="52" name="グループ化 51">
              <a:extLst>
                <a:ext uri="{FF2B5EF4-FFF2-40B4-BE49-F238E27FC236}">
                  <ns2:creationId id="{A2536BA0-60E2-A9CD-7956-CCD20AB7A49D}"/>
                </a:ext>
              </a:extLst>
            </p:cNvPr>
            <p:cNvGrpSpPr/>
            <p:nvPr/>
          </p:nvGrpSpPr>
          <p:grpSpPr>
            <a:xfrm>
              <a:off x="334963" y="5266403"/>
              <a:ext cx="11522074" cy="1244820"/>
              <a:chOff x="334963" y="5266403"/>
              <a:chExt cx="11522074" cy="1244820"/>
            </a:xfrm>
          </p:grpSpPr>
          <p:sp>
            <p:nvSpPr>
              <p:cNvPr id="12" name="Rectangle 7">
                <a:extLst>
                  <a:ext uri="{FF2B5EF4-FFF2-40B4-BE49-F238E27FC236}">
                    <ns2:creationId id="{F6BEA994-E58B-2FEE-4F14-D34A5BF2B160}"/>
                  </a:ext>
                </a:extLst>
              </p:cNvPr>
              <p:cNvSpPr/>
              <p:nvPr/>
            </p:nvSpPr>
            <p:spPr>
              <a:xfrm>
                <a:off x="334963" y="6308725"/>
                <a:ext cx="7303147" cy="202498"/>
              </a:xfrm>
              <a:prstGeom prst="rect">
                <a:avLst/>
              </a:prstGeom>
              <a:solidFill>
                <a:schemeClr val="bg1"/>
              </a:solidFill>
              <a:ln w="635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64008" tIns="0" rIns="64008" bIns="0" rtlCol="0" anchor="ctr"/>
              <a:lstStyle/>
              <a:p>
                <a:r>
                  <a:rPr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※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(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ja-JP" alt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sz="800" dirty="0">
                  <a:solidFill>
                    <a:srgbClr val="595959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ns2:creationId id="{62998051-7035-6C7F-0157-C7DE43DA07C1}"/>
                  </a:ext>
                </a:extLst>
              </p:cNvPr>
              <p:cNvSpPr/>
              <p:nvPr/>
            </p:nvSpPr>
            <p:spPr>
              <a:xfrm>
                <a:off x="346061" y="5266403"/>
                <a:ext cx="11510976" cy="1032697"/>
              </a:xfrm>
              <a:prstGeom prst="rect">
                <a:avLst/>
              </a:prstGeom>
              <a:noFill/>
              <a:ln w="9525">
                <a:solidFill>
                  <a:srgbClr val="199842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72000" rIns="36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kumimoji="1" lang="ja-JP" altLang="en-US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ns2:creationId id="{9C65362C-DFDE-350F-2D61-FEACDF16CD16}"/>
                  </a:ext>
                </a:extLst>
              </p:cNvPr>
              <p:cNvSpPr/>
              <p:nvPr/>
            </p:nvSpPr>
            <p:spPr>
              <a:xfrm>
                <a:off x="6316682" y="5554020"/>
                <a:ext cx="5482509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1050" dirty="0">
                  <a:solidFill>
                    <a:srgbClr val="19984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marL="360363" indent="-180975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メイリオ" panose="020B0604030504040204" pitchFamily="50" charset="-128"/>
                  <a:buChar char="▶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ns2:creationId id="{3ACA2DE5-BAD3-5A76-D80D-0D7CECD36245}"/>
                  </a:ext>
                </a:extLst>
              </p:cNvPr>
              <p:cNvSpPr/>
              <p:nvPr/>
            </p:nvSpPr>
            <p:spPr>
              <a:xfrm>
                <a:off x="392810" y="5554020"/>
                <a:ext cx="5581796" cy="720000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marL="171450" indent="-171450">
                  <a:lnSpc>
                    <a:spcPct val="110000"/>
                  </a:lnSpc>
                  <a:spcAft>
                    <a:spcPts val="350"/>
                  </a:spcAft>
                  <a:buClr>
                    <a:srgbClr val="199842"/>
                  </a:buClr>
                  <a:buFont typeface="Arial" panose="020B0604020202020204" pitchFamily="34" charset="0"/>
                  <a:buChar char="•"/>
                </a:pP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05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05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6" name="グループ化 95">
                <a:extLst>
                  <a:ext uri="{FF2B5EF4-FFF2-40B4-BE49-F238E27FC236}">
                    <ns2:creationId id="{1EF68766-7D70-E0FE-8395-435F05E9882E}"/>
                  </a:ext>
                </a:extLst>
              </p:cNvPr>
              <p:cNvGrpSpPr/>
              <p:nvPr/>
            </p:nvGrpSpPr>
            <p:grpSpPr>
              <a:xfrm>
                <a:off x="390939" y="5308184"/>
                <a:ext cx="4912581" cy="252000"/>
                <a:chOff x="390939" y="5317809"/>
                <a:chExt cx="4912581" cy="252000"/>
              </a:xfrm>
            </p:grpSpPr>
            <p:sp>
              <p:nvSpPr>
                <p:cNvPr id="39" name="正方形/長方形 38">
                  <a:extLst>
                    <a:ext uri="{FF2B5EF4-FFF2-40B4-BE49-F238E27FC236}">
                      <ns2:creationId id="{0BE3CC18-F830-4737-9E5E-9D0AFBC612E5}"/>
                    </a:ext>
                  </a:extLst>
                </p:cNvPr>
                <p:cNvSpPr/>
                <p:nvPr/>
              </p:nvSpPr>
              <p:spPr>
                <a:xfrm>
                  <a:off x="2716696" y="5317809"/>
                  <a:ext cx="2586824" cy="252000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r>
                    <a:rPr lang="ja-JP" altLang="en-US" sz="1100" dirty="0">
                      <a:solidFill>
                        <a:srgbClr val="19984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endParaRPr kumimoji="1" lang="ja-JP" altLang="en-US" sz="1100" dirty="0">
                    <a:solidFill>
                      <a:srgbClr val="19984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ns2:creationId id="{16E30053-F467-8AE5-697A-B2693A36B3F9}"/>
                    </a:ext>
                  </a:extLst>
                </p:cNvPr>
                <p:cNvSpPr/>
                <p:nvPr/>
              </p:nvSpPr>
              <p:spPr>
                <a:xfrm>
                  <a:off x="390939" y="5317809"/>
                  <a:ext cx="2332128" cy="252000"/>
                </a:xfrm>
                <a:prstGeom prst="rect">
                  <a:avLst/>
                </a:prstGeom>
                <a:solidFill>
                  <a:srgbClr val="008D2E"/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US" altLang="ja-JP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  <a:r>
                    <a:rPr lang="ja-JP" altLang="en-US" sz="1100" dirty="0">
                      <a:solidFill>
                        <a:schemeClr val="bg1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  <p:sp>
            <p:nvSpPr>
              <p:cNvPr id="27" name="二等辺三角形 26">
                <a:extLst>
                  <a:ext uri="{FF2B5EF4-FFF2-40B4-BE49-F238E27FC236}">
                    <ns2:creationId id="{ADF54FC3-DEFB-7417-4F5C-3D73CFA0613F}"/>
                  </a:ext>
                </a:extLst>
              </p:cNvPr>
              <p:cNvSpPr/>
              <p:nvPr/>
            </p:nvSpPr>
            <p:spPr>
              <a:xfrm rot="5400000">
                <a:off x="5857644" y="5824020"/>
                <a:ext cx="576000" cy="180000"/>
              </a:xfrm>
              <a:prstGeom prst="triangle">
                <a:avLst/>
              </a:prstGeom>
              <a:solidFill>
                <a:srgbClr val="008D2E">
                  <a:alpha val="60000"/>
                </a:srgb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</p:spTree>
    <p:extLst>
      <p:ext uri="{BB962C8B-B14F-4D97-AF65-F5344CB8AC3E}">
        <ns5:creationId val="875458031"/>
      </p:ext>
    </p:extLst>
  </p:cSld>
  <p:clrMapOvr>
    <a:masterClrMapping/>
  </p:clrMapOvr>
</p:sld>
</file>

<file path=ppt/slides/slide40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983D2AA-B551-A86F-7956-9CF70FBF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E3B5720-955A-7BB4-3F77-632B1B44E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018CF9A-8FAF-A406-CB44-9A11E8B83B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24" name="グループ化 23">
            <a:extLst>
              <a:ext uri="{FF2B5EF4-FFF2-40B4-BE49-F238E27FC236}">
                <ns2:creationId id="{0DDA200A-D02E-0B98-3DD6-C7FCA33A720D}"/>
              </a:ext>
            </a:extLst>
          </p:cNvPr>
          <p:cNvGrpSpPr/>
          <p:nvPr/>
        </p:nvGrpSpPr>
        <p:grpSpPr>
          <a:xfrm>
            <a:off x="334962" y="5100624"/>
            <a:ext cx="11522076" cy="1208100"/>
            <a:chOff x="334962" y="5100624"/>
            <a:chExt cx="11522076" cy="1208100"/>
          </a:xfrm>
        </p:grpSpPr>
        <p:sp>
          <p:nvSpPr>
            <p:cNvPr id="6" name="正方形/長方形 5">
              <a:extLst>
                <a:ext uri="{FF2B5EF4-FFF2-40B4-BE49-F238E27FC236}">
                  <ns2:creationId id="{B44CB09D-D3A3-8211-0E76-6EEADBD82455}"/>
                </a:ext>
              </a:extLst>
            </p:cNvPr>
            <p:cNvSpPr/>
            <p:nvPr/>
          </p:nvSpPr>
          <p:spPr>
            <a:xfrm>
              <a:off x="334962" y="5303520"/>
              <a:ext cx="11522076" cy="1005204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144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en-US" sz="140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3" name="四角形: 角を丸くする 82">
              <a:extLst>
                <a:ext uri="{FF2B5EF4-FFF2-40B4-BE49-F238E27FC236}">
                  <ns2:creationId id="{969C6032-A98F-ACA6-3F03-FFD24FB26952}"/>
                </a:ext>
              </a:extLst>
            </p:cNvPr>
            <p:cNvSpPr/>
            <p:nvPr/>
          </p:nvSpPr>
          <p:spPr>
            <a:xfrm>
              <a:off x="507668" y="5100624"/>
              <a:ext cx="3373306" cy="357022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6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6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51" name="グループ化 50">
              <a:extLst>
                <a:ext uri="{FF2B5EF4-FFF2-40B4-BE49-F238E27FC236}">
                  <ns2:creationId id="{92C7583C-90E2-11F0-6FAE-AD1D1F06E206}"/>
                </a:ext>
              </a:extLst>
            </p:cNvPr>
            <p:cNvGrpSpPr/>
            <p:nvPr/>
          </p:nvGrpSpPr>
          <p:grpSpPr>
            <a:xfrm>
              <a:off x="420343" y="5507537"/>
              <a:ext cx="11351314" cy="703651"/>
              <a:chOff x="420343" y="5507537"/>
              <a:chExt cx="11351314" cy="70365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480319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6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3307803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7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6135287" y="5554629"/>
                <a:ext cx="2738584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98" name="四角形: 角を丸くする 12">
                <a:extLst>
                  <a:ext uri="{FF2B5EF4-FFF2-40B4-BE49-F238E27FC236}">
                    <ns2:creationId id="{0918758B-3B69-13C5-C42D-471E2909E74A}"/>
                  </a:ext>
                </a:extLst>
              </p:cNvPr>
              <p:cNvSpPr/>
              <p:nvPr/>
            </p:nvSpPr>
            <p:spPr>
              <a:xfrm>
                <a:off x="8962771" y="5554629"/>
                <a:ext cx="2808886" cy="656559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 w="952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52000" tIns="36000" rIns="72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br>
                  <a:rPr lang="en-US" altLang="ja-JP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lang="ja-JP" altLang="en-US" sz="12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sp>
            <p:nvSpPr>
              <p:cNvPr id="28" name="Text 20">
                <a:extLst>
                  <a:ext uri="{FF2B5EF4-FFF2-40B4-BE49-F238E27FC236}">
                    <ns2:creationId id="{98E880F9-E556-C370-B80D-A7D119E8EC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034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1</a:t>
                </a:r>
              </a:p>
            </p:txBody>
          </p:sp>
          <p:sp>
            <p:nvSpPr>
              <p:cNvPr id="30" name="Text 33">
                <a:extLst>
                  <a:ext uri="{FF2B5EF4-FFF2-40B4-BE49-F238E27FC236}">
                    <ns2:creationId id="{C02916C9-1E3E-0A48-8485-92EC1436576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34313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2</a:t>
                </a:r>
              </a:p>
            </p:txBody>
          </p:sp>
          <p:sp>
            <p:nvSpPr>
              <p:cNvPr id="32" name="Text 33">
                <a:extLst>
                  <a:ext uri="{FF2B5EF4-FFF2-40B4-BE49-F238E27FC236}">
                    <ns2:creationId id="{79C9424A-8703-FFCB-2CB6-0B47717387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80329" y="5507537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3</a:t>
                </a:r>
              </a:p>
            </p:txBody>
          </p:sp>
          <p:sp>
            <p:nvSpPr>
              <p:cNvPr id="34" name="Text 33">
                <a:extLst>
                  <a:ext uri="{FF2B5EF4-FFF2-40B4-BE49-F238E27FC236}">
                    <ns2:creationId id="{413F2CE6-E0D2-3A30-E6D0-735144E0B4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910028" y="5507538"/>
                <a:ext cx="288000" cy="288000"/>
              </a:xfrm>
              <a:prstGeom prst="ellipse">
                <a:avLst/>
              </a:prstGeom>
              <a:solidFill>
                <a:srgbClr val="008D2E"/>
              </a:solidFill>
              <a:ln w="9525">
                <a:solidFill>
                  <a:schemeClr val="bg1"/>
                </a:solidFill>
              </a:ln>
            </p:spPr>
            <p:txBody>
              <a:bodyPr wrap="square" lIns="36000" tIns="18000" rIns="36000" bIns="0" rtlCol="0" anchor="ctr" anchorCtr="0">
                <a:noAutofit/>
              </a:bodyPr>
              <a:lstStyle/>
              <a:p>
                <a:pPr algn="ctr" defTabSz="457200">
                  <a:defRPr/>
                </a:pPr>
                <a:r>
                  <a:rPr kumimoji="0" lang="en-US" sz="1200" dirty="0">
                    <a:solidFill>
                      <a:prstClr val="whit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4</a:t>
                </a:r>
              </a:p>
            </p:txBody>
          </p:sp>
        </p:grpSp>
      </p:grpSp>
      <p:grpSp>
        <p:nvGrpSpPr>
          <p:cNvPr id="31" name="グループ化 30">
            <a:extLst>
              <a:ext uri="{FF2B5EF4-FFF2-40B4-BE49-F238E27FC236}">
                <ns2:creationId id="{9FC26D3D-3201-CBEF-DF11-93ED673AB62B}"/>
              </a:ext>
            </a:extLst>
          </p:cNvPr>
          <p:cNvGrpSpPr/>
          <p:nvPr/>
        </p:nvGrpSpPr>
        <p:grpSpPr>
          <a:xfrm>
            <a:off x="4231479" y="1637456"/>
            <a:ext cx="3729042" cy="3365631"/>
            <a:chOff x="4231479" y="1637456"/>
            <a:chExt cx="3729042" cy="3365631"/>
          </a:xfrm>
        </p:grpSpPr>
        <p:sp>
          <p:nvSpPr>
            <p:cNvPr id="94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4231480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" name="正方形/長方形 80">
              <a:extLst>
                <a:ext uri="{FF2B5EF4-FFF2-40B4-BE49-F238E27FC236}">
                  <ns2:creationId id="{9B11330F-574B-B4F0-FD0B-38D8E7020C40}"/>
                </a:ext>
              </a:extLst>
            </p:cNvPr>
            <p:cNvSpPr/>
            <p:nvPr/>
          </p:nvSpPr>
          <p:spPr>
            <a:xfrm>
              <a:off x="4241804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四角形: 角を丸くする 6">
              <a:extLst>
                <a:ext uri="{FF2B5EF4-FFF2-40B4-BE49-F238E27FC236}">
                  <ns2:creationId id="{417D27FC-A933-28A1-F235-4173C0983941}"/>
                </a:ext>
              </a:extLst>
            </p:cNvPr>
            <p:cNvSpPr/>
            <p:nvPr/>
          </p:nvSpPr>
          <p:spPr>
            <a:xfrm>
              <a:off x="4231479" y="2414844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ROIC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0F94AB5B-C60F-1B59-C40B-0427AB24DAB7}"/>
                </a:ext>
              </a:extLst>
            </p:cNvPr>
            <p:cNvSpPr/>
            <p:nvPr/>
          </p:nvSpPr>
          <p:spPr>
            <a:xfrm>
              <a:off x="4231479" y="3302992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ns2:creationId id="{BB976C45-41E1-8BFF-06E0-18822000821A}"/>
                </a:ext>
              </a:extLst>
            </p:cNvPr>
            <p:cNvSpPr/>
            <p:nvPr/>
          </p:nvSpPr>
          <p:spPr>
            <a:xfrm>
              <a:off x="4231479" y="4191139"/>
              <a:ext cx="3718717" cy="811948"/>
            </a:xfrm>
            <a:prstGeom prst="roundRect">
              <a:avLst>
                <a:gd name="adj" fmla="val 3364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171450" indent="-171450">
                <a:buClr>
                  <a:srgbClr val="008D2E"/>
                </a:buClr>
                <a:buFont typeface="Yu Gothic UI" panose="020B0500000000000000" pitchFamily="50" charset="-128"/>
                <a:buChar char="▶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36" name="グラフィックス 35" descr="繰り返し 単色塗りつぶし">
              <a:extLst>
                <a:ext uri="{FF2B5EF4-FFF2-40B4-BE49-F238E27FC236}">
                  <ns2:creationId id="{4DD82B0A-4782-8F8F-8237-9759C37402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385739" y="1653778"/>
              <a:ext cx="291356" cy="291356"/>
            </a:xfrm>
            <a:prstGeom prst="rect">
              <a:avLst/>
            </a:prstGeom>
          </p:spPr>
        </p:pic>
      </p:grpSp>
      <p:grpSp>
        <p:nvGrpSpPr>
          <p:cNvPr id="27" name="グループ化 26">
            <a:extLst>
              <a:ext uri="{FF2B5EF4-FFF2-40B4-BE49-F238E27FC236}">
                <ns2:creationId id="{B58CC62F-1739-28F8-B1EB-20BC49192014}"/>
              </a:ext>
            </a:extLst>
          </p:cNvPr>
          <p:cNvGrpSpPr/>
          <p:nvPr/>
        </p:nvGrpSpPr>
        <p:grpSpPr>
          <a:xfrm>
            <a:off x="334962" y="1637456"/>
            <a:ext cx="3729042" cy="3365632"/>
            <a:chOff x="334962" y="1637456"/>
            <a:chExt cx="3729042" cy="3365632"/>
          </a:xfrm>
        </p:grpSpPr>
        <p:sp>
          <p:nvSpPr>
            <p:cNvPr id="81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334963" y="1637456"/>
              <a:ext cx="3718717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正方形/長方形 2">
              <a:extLst>
                <a:ext uri="{FF2B5EF4-FFF2-40B4-BE49-F238E27FC236}">
                  <ns2:creationId id="{76278CDF-CCF1-B2C6-9632-879C97D11BC0}"/>
                </a:ext>
              </a:extLst>
            </p:cNvPr>
            <p:cNvSpPr/>
            <p:nvPr/>
          </p:nvSpPr>
          <p:spPr>
            <a:xfrm>
              <a:off x="345287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2414844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420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9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3302992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00" name="四角形: 角を丸くする 7">
              <a:extLst>
                <a:ext uri="{FF2B5EF4-FFF2-40B4-BE49-F238E27FC236}">
                  <ns2:creationId id="{2E3B11F9-DF55-CE59-A9BF-BBF8BBECCCFA}"/>
                </a:ext>
              </a:extLst>
            </p:cNvPr>
            <p:cNvSpPr/>
            <p:nvPr/>
          </p:nvSpPr>
          <p:spPr>
            <a:xfrm>
              <a:off x="334962" y="4191140"/>
              <a:ext cx="3718717" cy="811948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0" name="グラフィックス 39" descr="慈善 単色塗りつぶし">
              <a:extLst>
                <a:ext uri="{FF2B5EF4-FFF2-40B4-BE49-F238E27FC236}">
                  <ns2:creationId id="{5F11D566-8D08-B83F-5050-2DE142C85E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3731728" y="2935436"/>
              <a:ext cx="291356" cy="291356"/>
            </a:xfrm>
            <a:prstGeom prst="rect">
              <a:avLst/>
            </a:prstGeom>
          </p:spPr>
        </p:pic>
        <p:pic>
          <p:nvPicPr>
            <p:cNvPr id="42" name="グラフィックス 41" descr="的中 単色塗りつぶし">
              <a:extLst>
                <a:ext uri="{FF2B5EF4-FFF2-40B4-BE49-F238E27FC236}">
                  <ns2:creationId id="{DE4B6B32-A17C-1C15-D2D8-A43DDDBDFB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tretch>
              <a:fillRect/>
            </a:stretch>
          </p:blipFill>
          <p:spPr>
            <a:xfrm>
              <a:off x="507668" y="1653778"/>
              <a:ext cx="291356" cy="291356"/>
            </a:xfrm>
            <a:prstGeom prst="rect">
              <a:avLst/>
            </a:prstGeom>
          </p:spPr>
        </p:pic>
        <p:pic>
          <p:nvPicPr>
            <p:cNvPr id="44" name="グラフィックス 43" descr="ターゲット 単色塗りつぶし">
              <a:extLst>
                <a:ext uri="{FF2B5EF4-FFF2-40B4-BE49-F238E27FC236}">
                  <ns2:creationId id="{33D6A359-D38C-8C11-2622-8DDF942F71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tretch>
              <a:fillRect/>
            </a:stretch>
          </p:blipFill>
          <p:spPr>
            <a:xfrm>
              <a:off x="3731729" y="4711731"/>
              <a:ext cx="291356" cy="291356"/>
            </a:xfrm>
            <a:prstGeom prst="rect">
              <a:avLst/>
            </a:prstGeom>
          </p:spPr>
        </p:pic>
        <p:pic>
          <p:nvPicPr>
            <p:cNvPr id="46" name="グラフィックス 45" descr="フラグ 単色塗りつぶし">
              <a:extLst>
                <a:ext uri="{FF2B5EF4-FFF2-40B4-BE49-F238E27FC236}">
                  <ns2:creationId id="{2BA90FA5-BEA2-A153-0D39-3D8B6A7A3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tretch>
              <a:fillRect/>
            </a:stretch>
          </p:blipFill>
          <p:spPr>
            <a:xfrm>
              <a:off x="3731728" y="3823583"/>
              <a:ext cx="291356" cy="291356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ns2:creationId id="{E6CA1C2A-963E-DBE1-DD5E-C30C531F7C6E}"/>
              </a:ext>
            </a:extLst>
          </p:cNvPr>
          <p:cNvGrpSpPr/>
          <p:nvPr/>
        </p:nvGrpSpPr>
        <p:grpSpPr>
          <a:xfrm>
            <a:off x="8127997" y="1637456"/>
            <a:ext cx="3729041" cy="3365630"/>
            <a:chOff x="8127997" y="1637456"/>
            <a:chExt cx="3729041" cy="3365630"/>
          </a:xfrm>
        </p:grpSpPr>
        <p:sp>
          <p:nvSpPr>
            <p:cNvPr id="95" name="正方形/長方形 80">
              <a:extLst>
                <a:ext uri="{FF2B5EF4-FFF2-40B4-BE49-F238E27FC236}">
                  <ns2:creationId id="{1E553561-2546-2BA9-4F78-3AF638616E60}"/>
                </a:ext>
              </a:extLst>
            </p:cNvPr>
            <p:cNvSpPr/>
            <p:nvPr/>
          </p:nvSpPr>
          <p:spPr>
            <a:xfrm>
              <a:off x="8127997" y="1637456"/>
              <a:ext cx="3729040" cy="324000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4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r>
                <a:rPr lang="ja-JP" altLang="en-US" sz="14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正方形/長方形 80">
              <a:extLst>
                <a:ext uri="{FF2B5EF4-FFF2-40B4-BE49-F238E27FC236}">
                  <ns2:creationId id="{FB052DB8-1956-D715-5626-9089E4FE391C}"/>
                </a:ext>
              </a:extLst>
            </p:cNvPr>
            <p:cNvSpPr/>
            <p:nvPr/>
          </p:nvSpPr>
          <p:spPr>
            <a:xfrm>
              <a:off x="8138321" y="1999956"/>
              <a:ext cx="3718717" cy="324000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4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  <a:cs typeface="Meiryo UI" pitchFamily="34" charset="-120"/>
                </a:rPr>
                <a:t>XX</a:t>
              </a:r>
              <a:endParaRPr lang="ja-JP" altLang="en-US" sz="14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2414844"/>
              <a:ext cx="3729040" cy="1352118"/>
            </a:xfrm>
            <a:prstGeom prst="roundRect">
              <a:avLst>
                <a:gd name="adj" fmla="val 2020"/>
              </a:avLst>
            </a:prstGeom>
            <a:solidFill>
              <a:srgbClr val="008D2E">
                <a:alpha val="20000"/>
              </a:srgb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/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12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1" name="四角形: 角を丸くする 11">
              <a:extLst>
                <a:ext uri="{FF2B5EF4-FFF2-40B4-BE49-F238E27FC236}">
                  <ns2:creationId id="{2F967FFC-E105-A119-7F11-00DE7D44130E}"/>
                </a:ext>
              </a:extLst>
            </p:cNvPr>
            <p:cNvSpPr/>
            <p:nvPr/>
          </p:nvSpPr>
          <p:spPr>
            <a:xfrm>
              <a:off x="8127997" y="3940456"/>
              <a:ext cx="3729040" cy="1062630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75000"/>
                <a:alpha val="20000"/>
              </a:schemeClr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363538">
                <a:spcAft>
                  <a:spcPts val="400"/>
                </a:spcAft>
              </a:pP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marL="171450" indent="-171450">
                <a:buClr>
                  <a:srgbClr val="008D2E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1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F815D6D4-2056-F84A-4E5F-778291752D8A}"/>
                </a:ext>
              </a:extLst>
            </p:cNvPr>
            <p:cNvSpPr/>
            <p:nvPr/>
          </p:nvSpPr>
          <p:spPr>
            <a:xfrm>
              <a:off x="8176257" y="2714713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6" name="table_TWformat_txt_1_1">
              <a:extLst>
                <a:ext uri="{FF2B5EF4-FFF2-40B4-BE49-F238E27FC236}">
                  <ns2:creationId id="{74352AC7-1E7B-F986-4B67-81BB1EB29F5C}"/>
                </a:ext>
              </a:extLst>
            </p:cNvPr>
            <p:cNvSpPr/>
            <p:nvPr/>
          </p:nvSpPr>
          <p:spPr>
            <a:xfrm>
              <a:off x="8176256" y="3247162"/>
              <a:ext cx="899998" cy="45443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7" name="table_TWformat_txt_1_1">
              <a:extLst>
                <a:ext uri="{FF2B5EF4-FFF2-40B4-BE49-F238E27FC236}">
                  <ns2:creationId id="{72B26449-2F6E-CFF4-D431-907FACB07BC1}"/>
                </a:ext>
              </a:extLst>
            </p:cNvPr>
            <p:cNvSpPr/>
            <p:nvPr/>
          </p:nvSpPr>
          <p:spPr>
            <a:xfrm>
              <a:off x="9076256" y="2714713"/>
              <a:ext cx="2780781" cy="4544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8" name="table_TWformat_txt_1_1">
              <a:extLst>
                <a:ext uri="{FF2B5EF4-FFF2-40B4-BE49-F238E27FC236}">
                  <ns2:creationId id="{7E61A94D-BE27-EB1B-0714-AF4C0485209C}"/>
                </a:ext>
              </a:extLst>
            </p:cNvPr>
            <p:cNvSpPr/>
            <p:nvPr/>
          </p:nvSpPr>
          <p:spPr>
            <a:xfrm>
              <a:off x="9076256" y="3247162"/>
              <a:ext cx="2780782" cy="4544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「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13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12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grpSp>
          <p:nvGrpSpPr>
            <p:cNvPr id="23" name="グループ化 22">
              <a:extLst>
                <a:ext uri="{FF2B5EF4-FFF2-40B4-BE49-F238E27FC236}">
                  <ns2:creationId id="{2B84A7CC-6F11-8B9F-D33A-274DB4A5A178}"/>
                </a:ext>
              </a:extLst>
            </p:cNvPr>
            <p:cNvGrpSpPr/>
            <p:nvPr/>
          </p:nvGrpSpPr>
          <p:grpSpPr>
            <a:xfrm>
              <a:off x="8127997" y="2238471"/>
              <a:ext cx="351615" cy="351615"/>
              <a:chOff x="8111873" y="2220890"/>
              <a:chExt cx="386777" cy="386777"/>
            </a:xfrm>
          </p:grpSpPr>
          <p:sp>
            <p:nvSpPr>
              <p:cNvPr id="19" name="楕円 18">
                <a:extLst>
                  <a:ext uri="{FF2B5EF4-FFF2-40B4-BE49-F238E27FC236}">
                    <ns2:creationId id="{2B1F67C1-67F6-F831-F8C5-4DC0BC2B6C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11873" y="222089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2" name="楕円 21">
                <a:extLst>
                  <a:ext uri="{FF2B5EF4-FFF2-40B4-BE49-F238E27FC236}">
                    <ns2:creationId id="{92704F72-E1C0-446D-4F8E-7E37825A0F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97262" y="2306278"/>
                <a:ext cx="216000" cy="216000"/>
              </a:xfrm>
              <a:prstGeom prst="ellipse">
                <a:avLst/>
              </a:prstGeom>
              <a:noFill/>
              <a:ln w="38100" cap="flat" cmpd="sng" algn="ctr">
                <a:solidFill>
                  <a:srgbClr val="008D2E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grpSp>
          <p:nvGrpSpPr>
            <p:cNvPr id="26" name="グループ化 25">
              <a:extLst>
                <a:ext uri="{FF2B5EF4-FFF2-40B4-BE49-F238E27FC236}">
                  <ns2:creationId id="{54A6B8B4-F640-3C1D-F7D5-12355B655120}"/>
                </a:ext>
              </a:extLst>
            </p:cNvPr>
            <p:cNvGrpSpPr/>
            <p:nvPr/>
          </p:nvGrpSpPr>
          <p:grpSpPr>
            <a:xfrm>
              <a:off x="8127997" y="3807091"/>
              <a:ext cx="351615" cy="351615"/>
              <a:chOff x="8127997" y="3789510"/>
              <a:chExt cx="386777" cy="386777"/>
            </a:xfrm>
          </p:grpSpPr>
          <p:sp>
            <p:nvSpPr>
              <p:cNvPr id="20" name="楕円 19">
                <a:extLst>
                  <a:ext uri="{FF2B5EF4-FFF2-40B4-BE49-F238E27FC236}">
                    <ns2:creationId id="{93F9DD25-4B76-4F98-65ED-CFDD6923CD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27997" y="3789510"/>
                <a:ext cx="386777" cy="386777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sz="14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5" name="乗算記号 24">
                <a:extLst>
                  <a:ext uri="{FF2B5EF4-FFF2-40B4-BE49-F238E27FC236}">
                    <ns2:creationId id="{AF78D0E6-4817-DB99-7CCB-7BD81654A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58669" y="3820182"/>
                <a:ext cx="325431" cy="325431"/>
              </a:xfrm>
              <a:prstGeom prst="mathMultiply">
                <a:avLst>
                  <a:gd name="adj1" fmla="val 13985"/>
                </a:avLst>
              </a:prstGeom>
              <a:solidFill>
                <a:schemeClr val="bg1">
                  <a:lumMod val="75000"/>
                </a:schemeClr>
              </a:solidFill>
              <a:ln w="38100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70F26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noProof="0">
                  <a:ln>
                    <a:noFill/>
                  </a:ln>
                  <a:solidFill>
                    <a:srgbClr val="258063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pic>
          <p:nvPicPr>
            <p:cNvPr id="48" name="グラフィックス 47" descr="クリップボード: 混合 単色塗りつぶし">
              <a:extLst>
                <a:ext uri="{FF2B5EF4-FFF2-40B4-BE49-F238E27FC236}">
                  <ns2:creationId id="{AD4C9A97-7689-1209-56A0-B92CB34990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tretch>
              <a:fillRect/>
            </a:stretch>
          </p:blipFill>
          <p:spPr>
            <a:xfrm>
              <a:off x="8288939" y="1653778"/>
              <a:ext cx="291356" cy="291356"/>
            </a:xfrm>
            <a:prstGeom prst="rect">
              <a:avLst/>
            </a:prstGeom>
          </p:spPr>
        </p:pic>
      </p:grpSp>
    </p:spTree>
    <p:extLst>
      <p:ext uri="{BB962C8B-B14F-4D97-AF65-F5344CB8AC3E}">
        <ns5:creationId val="1242894728"/>
      </p:ext>
    </p:extLst>
  </p:cSld>
  <p:clrMapOvr>
    <a:masterClrMapping/>
  </p:clrMapOvr>
</p:sld>
</file>

<file path=ppt/slides/slide402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B0526021-7E39-78C2-67D0-CCD07A6DF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FA263F10-C46A-24C5-54AD-C53BD76E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6214D8A5-0C85-1AFB-6814-4B5B444A30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12" name="グループ化 11">
            <a:extLst>
              <a:ext uri="{FF2B5EF4-FFF2-40B4-BE49-F238E27FC236}">
                <ns2:creationId id="{31913C15-6E75-D801-AEA7-223DD63F2C8E}"/>
              </a:ext>
            </a:extLst>
          </p:cNvPr>
          <p:cNvGrpSpPr/>
          <p:nvPr/>
        </p:nvGrpSpPr>
        <p:grpSpPr>
          <a:xfrm>
            <a:off x="334962" y="1630458"/>
            <a:ext cx="1117319" cy="315573"/>
            <a:chOff x="334962" y="1630458"/>
            <a:chExt cx="1117319" cy="315573"/>
          </a:xfrm>
        </p:grpSpPr>
        <p:sp>
          <p:nvSpPr>
            <p:cNvPr id="21" name="table_TWformat_txt_1_1">
              <a:extLst>
                <a:ext uri="{FF2B5EF4-FFF2-40B4-BE49-F238E27FC236}">
                  <ns2:creationId id="{0DCFDD7B-48DD-A8CE-7E71-F4E95A7FBC81}"/>
                </a:ext>
              </a:extLst>
            </p:cNvPr>
            <p:cNvSpPr/>
            <p:nvPr/>
          </p:nvSpPr>
          <p:spPr>
            <a:xfrm>
              <a:off x="334962" y="1630458"/>
              <a:ext cx="1117319" cy="31557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11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1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pic>
          <p:nvPicPr>
            <p:cNvPr id="37" name="グラフィックス 36" descr="フラグ 単色塗りつぶし">
              <a:extLst>
                <a:ext uri="{FF2B5EF4-FFF2-40B4-BE49-F238E27FC236}">
                  <ns2:creationId id="{775320A7-7BB0-5DB0-B516-93BD049496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381854" y="1661301"/>
              <a:ext cx="253885" cy="253885"/>
            </a:xfrm>
            <a:prstGeom prst="rect">
              <a:avLst/>
            </a:prstGeom>
          </p:spPr>
        </p:pic>
      </p:grpSp>
      <p:grpSp>
        <p:nvGrpSpPr>
          <p:cNvPr id="9" name="グループ化 8">
            <a:extLst>
              <a:ext uri="{FF2B5EF4-FFF2-40B4-BE49-F238E27FC236}">
                <ns2:creationId id="{6FC7BD07-95CC-1A2B-43FC-047522131415}"/>
              </a:ext>
            </a:extLst>
          </p:cNvPr>
          <p:cNvGrpSpPr/>
          <p:nvPr/>
        </p:nvGrpSpPr>
        <p:grpSpPr>
          <a:xfrm>
            <a:off x="334963" y="2020715"/>
            <a:ext cx="3079289" cy="948813"/>
            <a:chOff x="334963" y="2020715"/>
            <a:chExt cx="3079289" cy="948813"/>
          </a:xfrm>
        </p:grpSpPr>
        <p:sp>
          <p:nvSpPr>
            <p:cNvPr id="55" name="四角形: 角を丸くする 54">
              <a:extLst>
                <a:ext uri="{FF2B5EF4-FFF2-40B4-BE49-F238E27FC236}">
                  <ns2:creationId id="{A7FEC568-7A56-9308-3D42-2419A0B717D6}"/>
                </a:ext>
              </a:extLst>
            </p:cNvPr>
            <p:cNvSpPr/>
            <p:nvPr/>
          </p:nvSpPr>
          <p:spPr>
            <a:xfrm>
              <a:off x="334963" y="2151465"/>
              <a:ext cx="3079289" cy="818063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10196"/>
              </a:srgbClr>
            </a:solidFill>
            <a:ln w="9525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10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3" name="四角形: 角を丸くする 52">
              <a:extLst>
                <a:ext uri="{FF2B5EF4-FFF2-40B4-BE49-F238E27FC236}">
                  <ns2:creationId id="{CE05A229-EBF6-2694-9476-0852F7DC0EC3}"/>
                </a:ext>
              </a:extLst>
            </p:cNvPr>
            <p:cNvSpPr/>
            <p:nvPr/>
          </p:nvSpPr>
          <p:spPr>
            <a:xfrm>
              <a:off x="393954" y="2020715"/>
              <a:ext cx="771169" cy="213666"/>
            </a:xfrm>
            <a:prstGeom prst="roundRect">
              <a:avLst>
                <a:gd name="adj" fmla="val 10000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ns2:creationId id="{88ECA43C-7A34-05DA-FA22-ACF1309219CE}"/>
              </a:ext>
            </a:extLst>
          </p:cNvPr>
          <p:cNvGrpSpPr/>
          <p:nvPr/>
        </p:nvGrpSpPr>
        <p:grpSpPr>
          <a:xfrm>
            <a:off x="334962" y="1630457"/>
            <a:ext cx="11534311" cy="4678267"/>
            <a:chOff x="334962" y="1630457"/>
            <a:chExt cx="11534311" cy="4678267"/>
          </a:xfrm>
        </p:grpSpPr>
        <p:grpSp>
          <p:nvGrpSpPr>
            <p:cNvPr id="39" name="グループ化 38">
              <a:extLst>
                <a:ext uri="{FF2B5EF4-FFF2-40B4-BE49-F238E27FC236}">
                  <ns2:creationId id="{62436A00-30BE-D25B-A6B5-7DCCDFFB9BC3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3CAC2132-0F74-5FA7-D6E1-BF6D854807F6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7F02C09E-1642-DC42-9388-A2F18F7EF73B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AEEB396-AD3D-331A-57F1-B14B65DBF5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BF89E727-E906-4453-F516-F9C89B808C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grpSp>
          <p:nvGrpSpPr>
            <p:cNvPr id="65" name="グループ化 64">
              <a:extLst>
                <a:ext uri="{FF2B5EF4-FFF2-40B4-BE49-F238E27FC236}">
                  <ns2:creationId id="{89632BC6-62F9-B125-B3B4-8840677CFF41}"/>
                </a:ext>
              </a:extLst>
            </p:cNvPr>
            <p:cNvGrpSpPr/>
            <p:nvPr/>
          </p:nvGrpSpPr>
          <p:grpSpPr>
            <a:xfrm>
              <a:off x="4864108" y="2077281"/>
              <a:ext cx="6992929" cy="325961"/>
              <a:chOff x="4864108" y="2077281"/>
              <a:chExt cx="6982607" cy="325961"/>
            </a:xfrm>
          </p:grpSpPr>
          <p:sp>
            <p:nvSpPr>
              <p:cNvPr id="43" name="正方形/長方形 42">
                <a:extLst>
                  <a:ext uri="{FF2B5EF4-FFF2-40B4-BE49-F238E27FC236}">
                    <ns2:creationId id="{78B5D91D-1105-DFC8-7A8F-84CA68B09D5C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2264955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 </a:t>
                </a:r>
                <a:r>
                  <a:rPr lang="zh-CN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ns2:creationId id="{5A09074D-1CF0-544E-4607-3335E0204202}"/>
                  </a:ext>
                </a:extLst>
              </p:cNvPr>
              <p:cNvSpPr/>
              <p:nvPr/>
            </p:nvSpPr>
            <p:spPr>
              <a:xfrm>
                <a:off x="4864108" y="2077281"/>
                <a:ext cx="6982607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49" name="グラフィックス 48" descr="会議 単色塗りつぶし">
                <a:extLst>
                  <a:ext uri="{FF2B5EF4-FFF2-40B4-BE49-F238E27FC236}">
                    <ns2:creationId id="{742FFB0B-7821-21D9-911F-8544DD023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4926162" y="2096042"/>
                <a:ext cx="306747" cy="307200"/>
              </a:xfrm>
              <a:prstGeom prst="rect">
                <a:avLst/>
              </a:prstGeom>
            </p:spPr>
          </p:pic>
        </p:grpSp>
        <p:sp>
          <p:nvSpPr>
            <p:cNvPr id="57" name="四角形: 角を丸くする 56">
              <a:extLst>
                <a:ext uri="{FF2B5EF4-FFF2-40B4-BE49-F238E27FC236}">
                  <ns2:creationId id="{28F6025B-057F-E1E2-01EA-656BB40ABDC2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D870385B-C541-E86E-6CDE-B6E819373D9D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0D07713F-AFF3-3156-EDAB-9C01162958A6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A291E57F-DCD7-E068-DABF-424C948C3FCF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9E43CD67-5E89-336E-6D15-49F2867AA7FF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0AF8D3D9-C46F-942E-FE30-506877685C1D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D695D0FF-6132-43F6-4857-26287BBFD1BD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3617B184-8D67-F3E3-AA4A-4FDE4FC7E335}"/>
                </a:ext>
              </a:extLst>
            </p:cNvPr>
            <p:cNvSpPr/>
            <p:nvPr/>
          </p:nvSpPr>
          <p:spPr>
            <a:xfrm>
              <a:off x="334962" y="3497899"/>
              <a:ext cx="7119937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11DC57AD-1C5A-7937-FF7E-5EFEF080B010}"/>
                </a:ext>
              </a:extLst>
            </p:cNvPr>
            <p:cNvSpPr/>
            <p:nvPr/>
          </p:nvSpPr>
          <p:spPr>
            <a:xfrm>
              <a:off x="334962" y="3791408"/>
              <a:ext cx="7119937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: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環状の矢印 単色塗りつぶし">
              <a:extLst>
                <a:ext uri="{FF2B5EF4-FFF2-40B4-BE49-F238E27FC236}">
                  <ns2:creationId id="{8E9D45AB-454F-63AA-7553-5652B0B563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854C3D53-C617-EC39-69F9-4EB58137EECE}"/>
                </a:ext>
              </a:extLst>
            </p:cNvPr>
            <p:cNvSpPr/>
            <p:nvPr/>
          </p:nvSpPr>
          <p:spPr>
            <a:xfrm>
              <a:off x="7651591" y="3508225"/>
              <a:ext cx="4205446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1C5CBD3F-CBAB-1961-86FD-C98F41772A8A}"/>
                </a:ext>
              </a:extLst>
            </p:cNvPr>
            <p:cNvSpPr/>
            <p:nvPr/>
          </p:nvSpPr>
          <p:spPr>
            <a:xfrm>
              <a:off x="7651591" y="3801734"/>
              <a:ext cx="4205445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サーバー 単色塗りつぶし">
              <a:extLst>
                <a:ext uri="{FF2B5EF4-FFF2-40B4-BE49-F238E27FC236}">
                  <ns2:creationId id="{A21890DC-1393-3BAD-9823-34A2F4A2C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7"/>
                </a:ext>
              </a:extLst>
            </a:blip>
            <a:srcRect/>
            <a:stretch/>
          </p:blipFill>
          <p:spPr>
            <a:xfrm>
              <a:off x="7690295" y="3512517"/>
              <a:ext cx="253885" cy="253885"/>
            </a:xfrm>
            <a:prstGeom prst="rect">
              <a:avLst/>
            </a:prstGeom>
          </p:spPr>
        </p:pic>
        <p:sp>
          <p:nvSpPr>
            <p:cNvPr id="76" name="正方形/長方形 75">
              <a:extLst>
                <a:ext uri="{FF2B5EF4-FFF2-40B4-BE49-F238E27FC236}">
                  <ns2:creationId id="{0A9207E0-E6A9-7E02-4A28-084D77A79DB9}"/>
                </a:ext>
              </a:extLst>
            </p:cNvPr>
            <p:cNvSpPr/>
            <p:nvPr/>
          </p:nvSpPr>
          <p:spPr>
            <a:xfrm>
              <a:off x="334962" y="5408053"/>
              <a:ext cx="7119937" cy="90067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indent="2060575"/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正方形/長方形 83">
              <a:extLst>
                <a:ext uri="{FF2B5EF4-FFF2-40B4-BE49-F238E27FC236}">
                  <ns2:creationId id="{FE3184E2-93F5-A8ED-FA46-77814275C304}"/>
                </a:ext>
              </a:extLst>
            </p:cNvPr>
            <p:cNvSpPr/>
            <p:nvPr/>
          </p:nvSpPr>
          <p:spPr>
            <a:xfrm>
              <a:off x="334962" y="5408053"/>
              <a:ext cx="2274421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A71F8968-9F77-05B8-6E46-354372A7071B}"/>
                </a:ext>
              </a:extLst>
            </p:cNvPr>
            <p:cNvGrpSpPr/>
            <p:nvPr/>
          </p:nvGrpSpPr>
          <p:grpSpPr>
            <a:xfrm>
              <a:off x="579292" y="5626400"/>
              <a:ext cx="3142441" cy="662229"/>
              <a:chOff x="444822" y="5626400"/>
              <a:chExt cx="3142441" cy="662229"/>
            </a:xfrm>
          </p:grpSpPr>
          <p:sp>
            <p:nvSpPr>
              <p:cNvPr id="86" name="四角形: 角を丸くする 85">
                <a:extLst>
                  <a:ext uri="{FF2B5EF4-FFF2-40B4-BE49-F238E27FC236}">
                    <ns2:creationId id="{FA285B18-BE96-8F0D-1F06-C3EFA52C1D0F}"/>
                  </a:ext>
                </a:extLst>
              </p:cNvPr>
              <p:cNvSpPr/>
              <p:nvPr/>
            </p:nvSpPr>
            <p:spPr>
              <a:xfrm>
                <a:off x="444822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grpSp>
            <p:nvGrpSpPr>
              <p:cNvPr id="92" name="グループ化 91">
                <a:extLst>
                  <a:ext uri="{FF2B5EF4-FFF2-40B4-BE49-F238E27FC236}">
                    <ns2:creationId id="{880AB71F-A31C-847C-602B-D280A59168DE}"/>
                  </a:ext>
                </a:extLst>
              </p:cNvPr>
              <p:cNvGrpSpPr/>
              <p:nvPr/>
            </p:nvGrpSpPr>
            <p:grpSpPr>
              <a:xfrm>
                <a:off x="723014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89" name="table_TWformat_txt_1_1">
                  <a:extLst>
                    <a:ext uri="{FF2B5EF4-FFF2-40B4-BE49-F238E27FC236}">
                      <ns2:creationId id="{995F0404-508A-A472-11B6-18879A79211B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91" name="table_TWformat_txt_1_1">
                  <a:extLst>
                    <a:ext uri="{FF2B5EF4-FFF2-40B4-BE49-F238E27FC236}">
                      <ns2:creationId id="{0EC791CC-FAA2-F843-D2CD-87502AF6635D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grpSp>
          <p:nvGrpSpPr>
            <p:cNvPr id="5" name="グループ化 4">
              <a:extLst>
                <a:ext uri="{FF2B5EF4-FFF2-40B4-BE49-F238E27FC236}">
                  <ns2:creationId id="{E81DD080-F6E1-6555-6BD2-33E39358C2C0}"/>
                </a:ext>
              </a:extLst>
            </p:cNvPr>
            <p:cNvGrpSpPr/>
            <p:nvPr/>
          </p:nvGrpSpPr>
          <p:grpSpPr>
            <a:xfrm>
              <a:off x="3959452" y="5626400"/>
              <a:ext cx="3142441" cy="662229"/>
              <a:chOff x="3636724" y="5626400"/>
              <a:chExt cx="3142441" cy="662229"/>
            </a:xfrm>
          </p:grpSpPr>
          <p:sp>
            <p:nvSpPr>
              <p:cNvPr id="87" name="四角形: 角を丸くする 86">
                <a:extLst>
                  <a:ext uri="{FF2B5EF4-FFF2-40B4-BE49-F238E27FC236}">
                    <ns2:creationId id="{432A158A-C453-6D3F-1111-90183E20B7F3}"/>
                  </a:ext>
                </a:extLst>
              </p:cNvPr>
              <p:cNvSpPr/>
              <p:nvPr/>
            </p:nvSpPr>
            <p:spPr>
              <a:xfrm>
                <a:off x="3636724" y="5626400"/>
                <a:ext cx="3142441" cy="662229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9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  <a:p>
                <a:r>
                  <a:rPr lang="ja-JP" altLang="en-US" sz="9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</p:txBody>
          </p:sp>
          <p:grpSp>
            <p:nvGrpSpPr>
              <p:cNvPr id="93" name="グループ化 92">
                <a:extLst>
                  <a:ext uri="{FF2B5EF4-FFF2-40B4-BE49-F238E27FC236}">
                    <ns2:creationId id="{8E2530B8-3E35-9FE3-7417-21404AF8765B}"/>
                  </a:ext>
                </a:extLst>
              </p:cNvPr>
              <p:cNvGrpSpPr/>
              <p:nvPr/>
            </p:nvGrpSpPr>
            <p:grpSpPr>
              <a:xfrm>
                <a:off x="3862325" y="5950383"/>
                <a:ext cx="2691238" cy="338245"/>
                <a:chOff x="723014" y="6087046"/>
                <a:chExt cx="2013493" cy="338245"/>
              </a:xfrm>
            </p:grpSpPr>
            <p:sp>
              <p:nvSpPr>
                <p:cNvPr id="102" name="table_TWformat_txt_1_1">
                  <a:extLst>
                    <a:ext uri="{FF2B5EF4-FFF2-40B4-BE49-F238E27FC236}">
                      <ns2:creationId id="{F9F4C9A0-57AA-D65B-CFCF-7CBC1CCB3331}"/>
                    </a:ext>
                  </a:extLst>
                </p:cNvPr>
                <p:cNvSpPr/>
                <p:nvPr/>
              </p:nvSpPr>
              <p:spPr>
                <a:xfrm>
                  <a:off x="723014" y="6091594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03" name="table_TWformat_txt_1_1">
                  <a:extLst>
                    <a:ext uri="{FF2B5EF4-FFF2-40B4-BE49-F238E27FC236}">
                      <ns2:creationId id="{1B69064B-F448-2E8F-4071-839E02164F58}"/>
                    </a:ext>
                  </a:extLst>
                </p:cNvPr>
                <p:cNvSpPr/>
                <p:nvPr/>
              </p:nvSpPr>
              <p:spPr>
                <a:xfrm>
                  <a:off x="1729760" y="6087046"/>
                  <a:ext cx="1006747" cy="333697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tIns="36000" rIns="36000" bIns="36000" numCol="1" rtlCol="0" anchor="ctr"/>
                <a:lstStyle/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  <a:p>
                  <a:pPr lvl="0">
                    <a:buClr>
                      <a:srgbClr val="5B9BD5"/>
                    </a:buClr>
                    <a:defRPr/>
                  </a:pPr>
                  <a:r>
                    <a:rPr lang="en-US" altLang="ja-JP" sz="700" dirty="0">
                      <a:solidFill>
                        <a:prstClr val="black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XX</a:t>
                  </a:r>
                </a:p>
              </p:txBody>
            </p:sp>
          </p:grpSp>
        </p:grpSp>
        <p:sp>
          <p:nvSpPr>
            <p:cNvPr id="105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1090276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9" name="table_TWformat_txt_1_1">
              <a:extLst>
                <a:ext uri="{FF2B5EF4-FFF2-40B4-BE49-F238E27FC236}">
                  <ns2:creationId id="{EEF769A8-18D4-EB56-E3EA-CC58BDB1971A}"/>
                </a:ext>
              </a:extLst>
            </p:cNvPr>
            <p:cNvSpPr/>
            <p:nvPr/>
          </p:nvSpPr>
          <p:spPr>
            <a:xfrm>
              <a:off x="334962" y="4398003"/>
              <a:ext cx="755315" cy="364141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0" name="table_TWformat_txt_1_1">
              <a:extLst>
                <a:ext uri="{FF2B5EF4-FFF2-40B4-BE49-F238E27FC236}">
                  <ns2:creationId id="{44D4BD37-E9CF-2CDE-56E0-B13DED094C2C}"/>
                </a:ext>
              </a:extLst>
            </p:cNvPr>
            <p:cNvSpPr/>
            <p:nvPr/>
          </p:nvSpPr>
          <p:spPr>
            <a:xfrm>
              <a:off x="334962" y="4781373"/>
              <a:ext cx="755315" cy="587302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1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3237217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2" name="四角形: 角を丸くする 104">
              <a:extLst>
                <a:ext uri="{FF2B5EF4-FFF2-40B4-BE49-F238E27FC236}">
                  <ns2:creationId id="{FC40C326-B751-781E-D610-3560790F906A}"/>
                </a:ext>
              </a:extLst>
            </p:cNvPr>
            <p:cNvSpPr/>
            <p:nvPr/>
          </p:nvSpPr>
          <p:spPr>
            <a:xfrm>
              <a:off x="5384158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9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" name="四角形: 角を丸くする 104">
              <a:extLst>
                <a:ext uri="{FF2B5EF4-FFF2-40B4-BE49-F238E27FC236}">
                  <ns2:creationId id="{C09C71C5-72B6-16A5-E1EA-06B15568F201}"/>
                </a:ext>
              </a:extLst>
            </p:cNvPr>
            <p:cNvSpPr/>
            <p:nvPr/>
          </p:nvSpPr>
          <p:spPr>
            <a:xfrm>
              <a:off x="7651591" y="4169808"/>
              <a:ext cx="2070741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4" name="四角形: 角を丸くする 104">
              <a:extLst>
                <a:ext uri="{FF2B5EF4-FFF2-40B4-BE49-F238E27FC236}">
                  <ns2:creationId id="{B244A0B7-44E6-FFB2-36C2-FE60DD8733C1}"/>
                </a:ext>
              </a:extLst>
            </p:cNvPr>
            <p:cNvSpPr/>
            <p:nvPr/>
          </p:nvSpPr>
          <p:spPr>
            <a:xfrm>
              <a:off x="9798532" y="4169808"/>
              <a:ext cx="2058505" cy="214748"/>
            </a:xfrm>
            <a:prstGeom prst="roundRect">
              <a:avLst>
                <a:gd name="adj" fmla="val 0"/>
              </a:avLst>
            </a:prstGeom>
            <a:solidFill>
              <a:srgbClr val="008D2E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ja-JP" sz="900" dirty="0" err="1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</a:p>
          </p:txBody>
        </p:sp>
        <p:sp>
          <p:nvSpPr>
            <p:cNvPr id="8" name="table_TWformat_txt_1_1">
              <a:extLst>
                <a:ext uri="{FF2B5EF4-FFF2-40B4-BE49-F238E27FC236}">
                  <ns2:creationId id="{CA9C2F60-DED3-4406-7FCA-79190C911892}"/>
                </a:ext>
              </a:extLst>
            </p:cNvPr>
            <p:cNvSpPr/>
            <p:nvPr/>
          </p:nvSpPr>
          <p:spPr>
            <a:xfrm>
              <a:off x="1090276" y="4398003"/>
              <a:ext cx="2070741" cy="364140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table_TWformat_txt_1_1">
              <a:extLst>
                <a:ext uri="{FF2B5EF4-FFF2-40B4-BE49-F238E27FC236}">
                  <ns2:creationId id="{1BFFD305-5AFD-2525-83A1-E75024F9E99F}"/>
                </a:ext>
              </a:extLst>
            </p:cNvPr>
            <p:cNvSpPr/>
            <p:nvPr/>
          </p:nvSpPr>
          <p:spPr>
            <a:xfrm>
              <a:off x="3237217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3" name="table_TWformat_txt_1_1">
              <a:extLst>
                <a:ext uri="{FF2B5EF4-FFF2-40B4-BE49-F238E27FC236}">
                  <ns2:creationId id="{38FA58ED-2FA4-68E3-73F8-72A336A3BD79}"/>
                </a:ext>
              </a:extLst>
            </p:cNvPr>
            <p:cNvSpPr/>
            <p:nvPr/>
          </p:nvSpPr>
          <p:spPr>
            <a:xfrm>
              <a:off x="5384158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32" name="table_TWformat_txt_1_1">
              <a:extLst>
                <a:ext uri="{FF2B5EF4-FFF2-40B4-BE49-F238E27FC236}">
                  <ns2:creationId id="{C6B76E52-04D0-8E08-A49A-DFAEC31CE5E1}"/>
                </a:ext>
              </a:extLst>
            </p:cNvPr>
            <p:cNvSpPr/>
            <p:nvPr/>
          </p:nvSpPr>
          <p:spPr>
            <a:xfrm>
              <a:off x="7651591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en-US" altLang="ja-JP" sz="800" dirty="0" err="1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4" name="table_TWformat_txt_1_1">
              <a:extLst>
                <a:ext uri="{FF2B5EF4-FFF2-40B4-BE49-F238E27FC236}">
                  <ns2:creationId id="{C8C0578F-2C5D-3A5B-50BC-AB2B65878CF5}"/>
                </a:ext>
              </a:extLst>
            </p:cNvPr>
            <p:cNvSpPr/>
            <p:nvPr/>
          </p:nvSpPr>
          <p:spPr>
            <a:xfrm>
              <a:off x="9798532" y="4398003"/>
              <a:ext cx="2070741" cy="364138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6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109027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10" name="直線コネクタ 9">
              <a:extLst>
                <a:ext uri="{FF2B5EF4-FFF2-40B4-BE49-F238E27FC236}">
                  <ns2:creationId id="{2D88974E-B724-9CBA-8CC4-5641801E7D21}"/>
                </a:ext>
              </a:extLst>
            </p:cNvPr>
            <p:cNvCxnSpPr/>
            <p:nvPr/>
          </p:nvCxnSpPr>
          <p:spPr>
            <a:xfrm>
              <a:off x="1090276" y="4771759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able_TWformat_txt_1_1">
              <a:extLst>
                <a:ext uri="{FF2B5EF4-FFF2-40B4-BE49-F238E27FC236}">
                  <ns2:creationId id="{0E6342BC-7F31-2251-32EC-427FC3424189}"/>
                </a:ext>
              </a:extLst>
            </p:cNvPr>
            <p:cNvSpPr/>
            <p:nvPr/>
          </p:nvSpPr>
          <p:spPr>
            <a:xfrm>
              <a:off x="2125646" y="4781373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" name="table_TWformat_txt_1_1">
              <a:extLst>
                <a:ext uri="{FF2B5EF4-FFF2-40B4-BE49-F238E27FC236}">
                  <ns2:creationId id="{824DA237-1996-F4B1-AF4D-ABC793B69026}"/>
                </a:ext>
              </a:extLst>
            </p:cNvPr>
            <p:cNvSpPr/>
            <p:nvPr/>
          </p:nvSpPr>
          <p:spPr>
            <a:xfrm>
              <a:off x="323721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20" name="直線コネクタ 19">
              <a:extLst>
                <a:ext uri="{FF2B5EF4-FFF2-40B4-BE49-F238E27FC236}">
                  <ns2:creationId id="{31293C62-F21A-AF40-2E53-6A3B8DDC5F49}"/>
                </a:ext>
              </a:extLst>
            </p:cNvPr>
            <p:cNvCxnSpPr/>
            <p:nvPr/>
          </p:nvCxnSpPr>
          <p:spPr>
            <a:xfrm>
              <a:off x="3237217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able_TWformat_txt_1_1">
              <a:extLst>
                <a:ext uri="{FF2B5EF4-FFF2-40B4-BE49-F238E27FC236}">
                  <ns2:creationId id="{6C99669A-8630-ACCE-86F5-AA00C443B50B}"/>
                </a:ext>
              </a:extLst>
            </p:cNvPr>
            <p:cNvSpPr/>
            <p:nvPr/>
          </p:nvSpPr>
          <p:spPr>
            <a:xfrm>
              <a:off x="4272587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42" name="table_TWformat_txt_1_1">
              <a:extLst>
                <a:ext uri="{FF2B5EF4-FFF2-40B4-BE49-F238E27FC236}">
                  <ns2:creationId id="{D96C2A3F-99D8-8BBF-38CD-FA143B7C3AA4}"/>
                </a:ext>
              </a:extLst>
            </p:cNvPr>
            <p:cNvSpPr/>
            <p:nvPr/>
          </p:nvSpPr>
          <p:spPr>
            <a:xfrm>
              <a:off x="538415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51" name="直線コネクタ 50">
              <a:extLst>
                <a:ext uri="{FF2B5EF4-FFF2-40B4-BE49-F238E27FC236}">
                  <ns2:creationId id="{AEDB3368-2ABB-A43D-507A-AFA3B9E7194F}"/>
                </a:ext>
              </a:extLst>
            </p:cNvPr>
            <p:cNvCxnSpPr/>
            <p:nvPr/>
          </p:nvCxnSpPr>
          <p:spPr>
            <a:xfrm>
              <a:off x="5384158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able_TWformat_txt_1_1">
              <a:extLst>
                <a:ext uri="{FF2B5EF4-FFF2-40B4-BE49-F238E27FC236}">
                  <ns2:creationId id="{2C8CE97D-70CA-55C8-008A-FAAFD8452439}"/>
                </a:ext>
              </a:extLst>
            </p:cNvPr>
            <p:cNvSpPr/>
            <p:nvPr/>
          </p:nvSpPr>
          <p:spPr>
            <a:xfrm>
              <a:off x="6419528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284A15FF-618E-782D-F290-BE9F3C59059A}"/>
                </a:ext>
              </a:extLst>
            </p:cNvPr>
            <p:cNvSpPr/>
            <p:nvPr/>
          </p:nvSpPr>
          <p:spPr>
            <a:xfrm>
              <a:off x="765159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ns2:creationId id="{6FE26CB4-E732-D507-38C2-D07D2AA6D28E}"/>
                </a:ext>
              </a:extLst>
            </p:cNvPr>
            <p:cNvCxnSpPr/>
            <p:nvPr/>
          </p:nvCxnSpPr>
          <p:spPr>
            <a:xfrm>
              <a:off x="7651591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able_TWformat_txt_1_1">
              <a:extLst>
                <a:ext uri="{FF2B5EF4-FFF2-40B4-BE49-F238E27FC236}">
                  <ns2:creationId id="{465B9E4E-B47C-E89F-114A-2071ED7BA629}"/>
                </a:ext>
              </a:extLst>
            </p:cNvPr>
            <p:cNvSpPr/>
            <p:nvPr/>
          </p:nvSpPr>
          <p:spPr>
            <a:xfrm>
              <a:off x="8686961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37DE5FCA-BA79-389A-5A05-A876C7335043}"/>
                </a:ext>
              </a:extLst>
            </p:cNvPr>
            <p:cNvSpPr/>
            <p:nvPr/>
          </p:nvSpPr>
          <p:spPr>
            <a:xfrm>
              <a:off x="979853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ns2:creationId id="{7A585EEA-B8D7-188C-CAA8-97BF7B68250D}"/>
                </a:ext>
              </a:extLst>
            </p:cNvPr>
            <p:cNvCxnSpPr/>
            <p:nvPr/>
          </p:nvCxnSpPr>
          <p:spPr>
            <a:xfrm>
              <a:off x="9798532" y="4771758"/>
              <a:ext cx="2070741" cy="0"/>
            </a:xfrm>
            <a:prstGeom prst="line">
              <a:avLst/>
            </a:prstGeom>
            <a:ln w="9525">
              <a:solidFill>
                <a:schemeClr val="tx1"/>
              </a:solidFill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table_TWformat_txt_1_1">
              <a:extLst>
                <a:ext uri="{FF2B5EF4-FFF2-40B4-BE49-F238E27FC236}">
                  <ns2:creationId id="{1616F8C9-DBD6-1E49-32F9-8980B406CF42}"/>
                </a:ext>
              </a:extLst>
            </p:cNvPr>
            <p:cNvSpPr/>
            <p:nvPr/>
          </p:nvSpPr>
          <p:spPr>
            <a:xfrm>
              <a:off x="10833902" y="4781372"/>
              <a:ext cx="1035370" cy="587303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 lvl="0"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  <a:p>
              <a:pPr>
                <a:buClr>
                  <a:srgbClr val="5B9BD5"/>
                </a:buClr>
                <a:defRPr/>
              </a:pPr>
              <a:r>
                <a:rPr lang="en-US" altLang="ja-JP" sz="7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BBA35EF2-F1BC-3B3A-F554-04AF33F01F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2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DCA25FDC-1E59-A0E8-98DC-3989A5CC5E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8"/>
                </a:ext>
              </a:extLst>
            </a:blip>
            <a:stretch>
              <a:fillRect/>
            </a:stretch>
          </p:blipFill>
          <p:spPr>
            <a:xfrm>
              <a:off x="7711751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8F6D8896-5F49-AC97-C0A8-C284F55D1F2F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FFB70CB0-524E-18CB-F569-0DADCA83D33D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324983" y="78893"/>
              <a:ext cx="1551807" cy="5306855"/>
            </a:xfrm>
            <a:prstGeom prst="bentConnector3">
              <a:avLst>
                <a:gd name="adj1" fmla="val 94895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E3A3E56-0B1D-D4BA-AA08-6AD24373A9F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4AB5A313-1F6A-42B3-69D6-222BBC45748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0E5D89BD-73DD-BE39-CCD8-B0DB9AF8A5F9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592346D8-2122-4553-ED88-517505C9272E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ns5:creationId val="1388922836"/>
      </p:ext>
    </p:extLst>
  </p:cSld>
  <p:clrMapOvr>
    <a:masterClrMapping/>
  </p:clrMapOvr>
</p:sld>
</file>

<file path=ppt/slides/slide404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703E2CDD-2F95-D5D6-AE28-3136428E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6C3EA8CD-20DB-0460-74D8-173A12DA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dirty="0"/>
              <a:t>XX</a:t>
            </a:r>
            <a:endParaRPr kumimoji="1" lang="en-US" dirty="0"/>
          </a:p>
        </p:txBody>
      </p:sp>
      <p:sp>
        <p:nvSpPr>
          <p:cNvPr id="11" name="テキスト プレースホルダー 2">
            <a:extLst>
              <a:ext uri="{FF2B5EF4-FFF2-40B4-BE49-F238E27FC236}">
                <ns2:creationId id="{463FFF29-8E7D-E138-D461-1CB0E27612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3943" y="924790"/>
            <a:ext cx="11532773" cy="695279"/>
          </a:xfrm>
        </p:spPr>
        <p:txBody>
          <a:bodyPr lIns="0">
            <a:noAutofit/>
          </a:bodyPr>
          <a:lstStyle/>
          <a:p>
            <a:r>
              <a:rPr lang="en-US" altLang="ja-JP" dirty="0"/>
              <a:t>XX</a:t>
            </a:r>
          </a:p>
        </p:txBody>
      </p:sp>
      <p:grpSp>
        <p:nvGrpSpPr>
          <p:cNvPr id="31" name="グループ化 30">
            <a:extLst>
              <a:ext uri="{FF2B5EF4-FFF2-40B4-BE49-F238E27FC236}">
                <ns2:creationId id="{BBEDB715-BD81-E10B-004C-C5F829DFB431}"/>
              </a:ext>
            </a:extLst>
          </p:cNvPr>
          <p:cNvGrpSpPr/>
          <p:nvPr/>
        </p:nvGrpSpPr>
        <p:grpSpPr>
          <a:xfrm>
            <a:off x="334962" y="1630457"/>
            <a:ext cx="3286583" cy="719423"/>
            <a:chOff x="334962" y="1630457"/>
            <a:chExt cx="3286583" cy="719423"/>
          </a:xfrm>
        </p:grpSpPr>
        <p:sp>
          <p:nvSpPr>
            <p:cNvPr id="52" name="正方形/長方形 62">
              <a:extLst>
                <a:ext uri="{FF2B5EF4-FFF2-40B4-BE49-F238E27FC236}">
                  <ns2:creationId id="{E8FDC824-3508-835A-85FC-55AF757B45DF}"/>
                </a:ext>
              </a:extLst>
            </p:cNvPr>
            <p:cNvSpPr/>
            <p:nvPr/>
          </p:nvSpPr>
          <p:spPr>
            <a:xfrm>
              <a:off x="334962" y="1720284"/>
              <a:ext cx="3286583" cy="629596"/>
            </a:xfrm>
            <a:prstGeom prst="roundRect">
              <a:avLst>
                <a:gd name="adj" fmla="val 8577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ja-JP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97" name="正方形/長方形 96">
              <a:extLst>
                <a:ext uri="{FF2B5EF4-FFF2-40B4-BE49-F238E27FC236}">
                  <ns2:creationId id="{DAE775EC-F5A8-54E8-ADAC-3CBD2277FC2F}"/>
                </a:ext>
              </a:extLst>
            </p:cNvPr>
            <p:cNvSpPr/>
            <p:nvPr/>
          </p:nvSpPr>
          <p:spPr>
            <a:xfrm>
              <a:off x="446777" y="1630457"/>
              <a:ext cx="432000" cy="15995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9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rPr>
                <a:t>XX</a:t>
              </a:r>
            </a:p>
          </p:txBody>
        </p:sp>
        <p:grpSp>
          <p:nvGrpSpPr>
            <p:cNvPr id="101" name="グループ化 100">
              <a:extLst>
                <a:ext uri="{FF2B5EF4-FFF2-40B4-BE49-F238E27FC236}">
                  <ns2:creationId id="{9B05D98E-5B1E-4793-E994-EC9121370671}"/>
                </a:ext>
              </a:extLst>
            </p:cNvPr>
            <p:cNvGrpSpPr/>
            <p:nvPr/>
          </p:nvGrpSpPr>
          <p:grpSpPr>
            <a:xfrm>
              <a:off x="470562" y="1870297"/>
              <a:ext cx="3015382" cy="315574"/>
              <a:chOff x="557171" y="1870297"/>
              <a:chExt cx="3015382" cy="315574"/>
            </a:xfrm>
          </p:grpSpPr>
          <p:sp>
            <p:nvSpPr>
              <p:cNvPr id="21" name="table_TWformat_txt_1_1">
                <a:extLst>
                  <a:ext uri="{FF2B5EF4-FFF2-40B4-BE49-F238E27FC236}">
                    <ns2:creationId id="{FE762532-61F1-27B8-1811-F810A7284900}"/>
                  </a:ext>
                </a:extLst>
              </p:cNvPr>
              <p:cNvSpPr/>
              <p:nvPr/>
            </p:nvSpPr>
            <p:spPr>
              <a:xfrm>
                <a:off x="557171" y="1870298"/>
                <a:ext cx="936000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en-US" altLang="ja-JP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37" name="グラフィックス 36" descr="フラグ 単色塗りつぶし">
                <a:extLst>
                  <a:ext uri="{FF2B5EF4-FFF2-40B4-BE49-F238E27FC236}">
                    <ns2:creationId id="{DA0DE62A-2B77-658B-66CF-2F9856A5EC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tretch>
                <a:fillRect/>
              </a:stretch>
            </p:blipFill>
            <p:spPr>
              <a:xfrm>
                <a:off x="604066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7" name="table_TWformat_txt_1_1">
                <a:extLst>
                  <a:ext uri="{FF2B5EF4-FFF2-40B4-BE49-F238E27FC236}">
                    <ns2:creationId id="{3A4A5691-F58B-91D4-E478-8E45C1933AB6}"/>
                  </a:ext>
                </a:extLst>
              </p:cNvPr>
              <p:cNvSpPr/>
              <p:nvPr/>
            </p:nvSpPr>
            <p:spPr>
              <a:xfrm>
                <a:off x="1504086" y="1870297"/>
                <a:ext cx="693768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lang="ja-JP" altLang="en-US" sz="11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" name="グラフィックス 9" descr="フローチャート 単色塗りつぶし">
                <a:extLst>
                  <a:ext uri="{FF2B5EF4-FFF2-40B4-BE49-F238E27FC236}">
                    <ns2:creationId id="{C60850E9-1566-65D4-CEA6-8543EE750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1507975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13" name="table_TWformat_txt_1_1">
                <a:extLst>
                  <a:ext uri="{FF2B5EF4-FFF2-40B4-BE49-F238E27FC236}">
                    <ns2:creationId id="{C91CFC5C-B30E-5A18-67BD-151F707556BC}"/>
                  </a:ext>
                </a:extLst>
              </p:cNvPr>
              <p:cNvSpPr/>
              <p:nvPr/>
            </p:nvSpPr>
            <p:spPr>
              <a:xfrm>
                <a:off x="2208769" y="1870297"/>
                <a:ext cx="757243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ja-JP" altLang="en-US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</a:p>
            </p:txBody>
          </p:sp>
          <p:pic>
            <p:nvPicPr>
              <p:cNvPr id="22" name="グラフィックス 21" descr="計器 単色塗りつぶし">
                <a:extLst>
                  <a:ext uri="{FF2B5EF4-FFF2-40B4-BE49-F238E27FC236}">
                    <ns2:creationId id="{7F81F7FC-DA2C-DCEE-D145-141C4E2636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208769" y="1901141"/>
                <a:ext cx="253885" cy="253885"/>
              </a:xfrm>
              <a:prstGeom prst="rect">
                <a:avLst/>
              </a:prstGeom>
            </p:spPr>
          </p:pic>
          <p:sp>
            <p:nvSpPr>
              <p:cNvPr id="98" name="table_TWformat_txt_1_1">
                <a:extLst>
                  <a:ext uri="{FF2B5EF4-FFF2-40B4-BE49-F238E27FC236}">
                    <ns2:creationId id="{09F4177D-9D11-3FA1-69A2-24E2EF3C2743}"/>
                  </a:ext>
                </a:extLst>
              </p:cNvPr>
              <p:cNvSpPr/>
              <p:nvPr/>
            </p:nvSpPr>
            <p:spPr>
              <a:xfrm>
                <a:off x="2976927" y="1870297"/>
                <a:ext cx="595626" cy="315573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24000" tIns="36000" rIns="36000" bIns="36000" rtlCol="0" anchor="ctr"/>
              <a:lstStyle/>
              <a:p>
                <a:pPr lvl="0">
                  <a:buClr>
                    <a:srgbClr val="5B9BD5"/>
                  </a:buClr>
                  <a:defRPr/>
                </a:pPr>
                <a:r>
                  <a:rPr kumimoji="1" lang="en-US" altLang="ja-JP" sz="11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Meiryo UI" panose="020B0604030504040204" pitchFamily="50" charset="-128"/>
                    <a:ea typeface="Meiryo UI" panose="020B0604030504040204" pitchFamily="50" charset="-128"/>
                    <a:cs typeface="+mn-cs"/>
                  </a:rPr>
                  <a:t>XX</a:t>
                </a:r>
                <a:endParaRPr kumimoji="1" lang="ja-JP" altLang="en-US" sz="11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pic>
            <p:nvPicPr>
              <p:cNvPr id="100" name="グラフィックス 99" descr="オフィス ワーカー (男性) 単色塗りつぶし">
                <a:extLst>
                  <a:ext uri="{FF2B5EF4-FFF2-40B4-BE49-F238E27FC236}">
                    <ns2:creationId id="{E7CED2FA-CAC4-D2EB-9374-99F6CC1D80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2976927" y="1901141"/>
                <a:ext cx="253885" cy="253885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ns2:creationId id="{A96401E3-60A0-84C4-D816-BD9B69F1C606}"/>
              </a:ext>
            </a:extLst>
          </p:cNvPr>
          <p:cNvGrpSpPr/>
          <p:nvPr/>
        </p:nvGrpSpPr>
        <p:grpSpPr>
          <a:xfrm>
            <a:off x="334962" y="1630457"/>
            <a:ext cx="11522076" cy="4683203"/>
            <a:chOff x="334962" y="1630457"/>
            <a:chExt cx="11522076" cy="4683203"/>
          </a:xfrm>
        </p:grpSpPr>
        <p:grpSp>
          <p:nvGrpSpPr>
            <p:cNvPr id="39" name="グループ化 38">
              <a:extLst>
                <a:ext uri="{FF2B5EF4-FFF2-40B4-BE49-F238E27FC236}">
                  <ns2:creationId id="{9A78C315-65A6-4DB5-42C9-E9CE8F31121E}"/>
                </a:ext>
              </a:extLst>
            </p:cNvPr>
            <p:cNvGrpSpPr/>
            <p:nvPr/>
          </p:nvGrpSpPr>
          <p:grpSpPr>
            <a:xfrm>
              <a:off x="4232031" y="1630457"/>
              <a:ext cx="7625007" cy="325961"/>
              <a:chOff x="4232031" y="1630457"/>
              <a:chExt cx="7625007" cy="325961"/>
            </a:xfrm>
          </p:grpSpPr>
          <p:sp>
            <p:nvSpPr>
              <p:cNvPr id="27" name="正方形/長方形 26">
                <a:extLst>
                  <a:ext uri="{FF2B5EF4-FFF2-40B4-BE49-F238E27FC236}">
                    <ns2:creationId id="{E71FC529-8865-5996-651D-CE2F3FE5F4BB}"/>
                  </a:ext>
                </a:extLst>
              </p:cNvPr>
              <p:cNvSpPr/>
              <p:nvPr/>
            </p:nvSpPr>
            <p:spPr>
              <a:xfrm>
                <a:off x="4232031" y="1630457"/>
                <a:ext cx="1946031" cy="315573"/>
              </a:xfrm>
              <a:prstGeom prst="rect">
                <a:avLst/>
              </a:prstGeom>
              <a:solidFill>
                <a:srgbClr val="008D2E"/>
              </a:solidFill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ns2:creationId id="{529BE766-90B8-4D9A-0928-86514C051D18}"/>
                  </a:ext>
                </a:extLst>
              </p:cNvPr>
              <p:cNvSpPr/>
              <p:nvPr/>
            </p:nvSpPr>
            <p:spPr>
              <a:xfrm>
                <a:off x="6178062" y="1630457"/>
                <a:ext cx="5678976" cy="315573"/>
              </a:xfrm>
              <a:prstGeom prst="rect">
                <a:avLst/>
              </a:prstGeom>
              <a:no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DX</a:t>
                </a:r>
                <a:r>
                  <a:rPr lang="ja-JP" altLang="en-US" sz="12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120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pic>
            <p:nvPicPr>
              <p:cNvPr id="33" name="グラフィックス 32" descr="フラグ 単色塗りつぶし">
                <a:extLst>
                  <a:ext uri="{FF2B5EF4-FFF2-40B4-BE49-F238E27FC236}">
                    <ns2:creationId id="{F3E0266A-63EF-57F0-7368-F44BA38726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6243101" y="1661301"/>
                <a:ext cx="253885" cy="253885"/>
              </a:xfrm>
              <a:prstGeom prst="rect">
                <a:avLst/>
              </a:prstGeom>
            </p:spPr>
          </p:pic>
          <p:pic>
            <p:nvPicPr>
              <p:cNvPr id="38" name="グラフィックス 37" descr="コンパス 単色塗りつぶし">
                <a:extLst>
                  <a:ext uri="{FF2B5EF4-FFF2-40B4-BE49-F238E27FC236}">
                    <ns2:creationId id="{A19E7756-BCD1-85EF-2720-4E2D63B29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tretch>
                <a:fillRect/>
              </a:stretch>
            </p:blipFill>
            <p:spPr>
              <a:xfrm>
                <a:off x="4293859" y="1649218"/>
                <a:ext cx="307200" cy="307200"/>
              </a:xfrm>
              <a:prstGeom prst="rect">
                <a:avLst/>
              </a:prstGeom>
            </p:spPr>
          </p:pic>
        </p:grpSp>
        <p:sp>
          <p:nvSpPr>
            <p:cNvPr id="43" name="正方形/長方形 42">
              <a:extLst>
                <a:ext uri="{FF2B5EF4-FFF2-40B4-BE49-F238E27FC236}">
                  <ns2:creationId id="{3F86F55C-AA99-919F-04C4-8C41FC86058D}"/>
                </a:ext>
              </a:extLst>
            </p:cNvPr>
            <p:cNvSpPr/>
            <p:nvPr/>
          </p:nvSpPr>
          <p:spPr>
            <a:xfrm>
              <a:off x="4864108" y="2077281"/>
              <a:ext cx="2268303" cy="315573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CN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CN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5" name="正方形/長方形 44">
              <a:extLst>
                <a:ext uri="{FF2B5EF4-FFF2-40B4-BE49-F238E27FC236}">
                  <ns2:creationId id="{C8619AE7-4426-33B7-9F36-F5B75726AFC8}"/>
                </a:ext>
              </a:extLst>
            </p:cNvPr>
            <p:cNvSpPr/>
            <p:nvPr/>
          </p:nvSpPr>
          <p:spPr>
            <a:xfrm>
              <a:off x="4864108" y="2077281"/>
              <a:ext cx="6992929" cy="315573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448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pic>
          <p:nvPicPr>
            <p:cNvPr id="49" name="グラフィックス 48" descr="会議 単色塗りつぶし">
              <a:extLst>
                <a:ext uri="{FF2B5EF4-FFF2-40B4-BE49-F238E27FC236}">
                  <ns2:creationId id="{241A4597-0734-85D3-A8D4-BFC157F8D1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9"/>
                </a:ext>
              </a:extLst>
            </a:blip>
            <a:srcRect/>
            <a:stretch/>
          </p:blipFill>
          <p:spPr>
            <a:xfrm>
              <a:off x="4926254" y="2096042"/>
              <a:ext cx="307200" cy="307200"/>
            </a:xfrm>
            <a:prstGeom prst="rect">
              <a:avLst/>
            </a:prstGeom>
          </p:spPr>
        </p:pic>
        <p:sp>
          <p:nvSpPr>
            <p:cNvPr id="57" name="四角形: 角を丸くする 56">
              <a:extLst>
                <a:ext uri="{FF2B5EF4-FFF2-40B4-BE49-F238E27FC236}">
                  <ns2:creationId id="{45AFAEFE-2CFD-495B-1557-CCEAF9A730A8}"/>
                </a:ext>
              </a:extLst>
            </p:cNvPr>
            <p:cNvSpPr/>
            <p:nvPr/>
          </p:nvSpPr>
          <p:spPr>
            <a:xfrm>
              <a:off x="4857793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。、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9" name="四角形: 角を丸くする 58">
              <a:extLst>
                <a:ext uri="{FF2B5EF4-FFF2-40B4-BE49-F238E27FC236}">
                  <ns2:creationId id="{8C281B64-603A-54A0-7600-B7ACCC3A8583}"/>
                </a:ext>
              </a:extLst>
            </p:cNvPr>
            <p:cNvSpPr/>
            <p:nvPr/>
          </p:nvSpPr>
          <p:spPr>
            <a:xfrm>
              <a:off x="9796469" y="2533950"/>
              <a:ext cx="2060568" cy="84356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10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r>
                <a: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450AADE0-18F9-8410-7573-3FF00BBA0BCA}"/>
                </a:ext>
              </a:extLst>
            </p:cNvPr>
            <p:cNvGrpSpPr/>
            <p:nvPr/>
          </p:nvGrpSpPr>
          <p:grpSpPr>
            <a:xfrm>
              <a:off x="7241692" y="2533950"/>
              <a:ext cx="2237761" cy="843568"/>
              <a:chOff x="7049834" y="2585432"/>
              <a:chExt cx="2237761" cy="843568"/>
            </a:xfrm>
            <a:solidFill>
              <a:schemeClr val="bg1"/>
            </a:solidFill>
          </p:grpSpPr>
          <p:sp>
            <p:nvSpPr>
              <p:cNvPr id="58" name="四角形: 角を丸くする 57">
                <a:extLst>
                  <a:ext uri="{FF2B5EF4-FFF2-40B4-BE49-F238E27FC236}">
                    <ns2:creationId id="{36D845B7-2FE0-E62F-54BF-AE3ADEC8F180}"/>
                  </a:ext>
                </a:extLst>
              </p:cNvPr>
              <p:cNvSpPr/>
              <p:nvPr/>
            </p:nvSpPr>
            <p:spPr>
              <a:xfrm>
                <a:off x="7049834" y="2585432"/>
                <a:ext cx="2237761" cy="843568"/>
              </a:xfrm>
              <a:prstGeom prst="roundRect">
                <a:avLst>
                  <a:gd name="adj" fmla="val 0"/>
                </a:avLst>
              </a:prstGeom>
              <a:grpFill/>
              <a:ln w="9525">
                <a:solidFill>
                  <a:srgbClr val="008D2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0000" tIns="36000" rIns="90000" bIns="36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  <a:r>
                  <a:rPr lang="ja-JP" altLang="en-US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 </a:t>
                </a:r>
                <a:r>
                  <a:rPr lang="en-US" altLang="ja-JP" sz="1000" dirty="0">
                    <a:solidFill>
                      <a:srgbClr val="008D2E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ja-JP" altLang="en-US" sz="10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</a:p>
              <a:p>
                <a:pPr indent="985838">
                  <a:spcAft>
                    <a:spcPts val="800"/>
                  </a:spcAft>
                </a:pP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。、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r>
                  <a:rPr lang="ja-JP" altLang="en-US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、</a:t>
                </a:r>
                <a:r>
                  <a:rPr lang="en-US" altLang="ja-JP" sz="800" dirty="0">
                    <a:solidFill>
                      <a:schemeClr val="tx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lang="en-US" altLang="ja-JP" sz="9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61" name="table_TWformat_txt_1_1">
                <a:extLst>
                  <a:ext uri="{FF2B5EF4-FFF2-40B4-BE49-F238E27FC236}">
                    <ns2:creationId id="{47D6D77E-6AE2-5BFC-082F-FC991CBFE013}"/>
                  </a:ext>
                </a:extLst>
              </p:cNvPr>
              <p:cNvSpPr/>
              <p:nvPr/>
            </p:nvSpPr>
            <p:spPr>
              <a:xfrm>
                <a:off x="7130748" y="2793532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2" name="table_TWformat_txt_1_1">
                <a:extLst>
                  <a:ext uri="{FF2B5EF4-FFF2-40B4-BE49-F238E27FC236}">
                    <ns2:creationId id="{F65F2D27-7633-815E-01B1-20FB65382953}"/>
                  </a:ext>
                </a:extLst>
              </p:cNvPr>
              <p:cNvSpPr/>
              <p:nvPr/>
            </p:nvSpPr>
            <p:spPr>
              <a:xfrm>
                <a:off x="7130748" y="3009006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  <p:sp>
            <p:nvSpPr>
              <p:cNvPr id="63" name="table_TWformat_txt_1_1">
                <a:extLst>
                  <a:ext uri="{FF2B5EF4-FFF2-40B4-BE49-F238E27FC236}">
                    <ns2:creationId id="{20BFB271-BAEE-9ED3-A1FB-FCAF14312DB1}"/>
                  </a:ext>
                </a:extLst>
              </p:cNvPr>
              <p:cNvSpPr/>
              <p:nvPr/>
            </p:nvSpPr>
            <p:spPr>
              <a:xfrm>
                <a:off x="7130748" y="3218169"/>
                <a:ext cx="899998" cy="192726"/>
              </a:xfrm>
              <a:prstGeom prst="roundRect">
                <a:avLst>
                  <a:gd name="adj" fmla="val 0"/>
                </a:avLst>
              </a:prstGeom>
              <a:solidFill>
                <a:srgbClr val="008D2E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lvl="0" algn="ctr">
                  <a:buClr>
                    <a:srgbClr val="5B9BD5"/>
                  </a:buClr>
                  <a:defRPr/>
                </a:pPr>
                <a:r>
                  <a:rPr lang="ja-JP" altLang="en-US" sz="800" dirty="0">
                    <a:solidFill>
                      <a:prstClr val="black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XX</a:t>
                </a:r>
                <a:endParaRPr kumimoji="1" lang="ja-JP" altLang="en-US" sz="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Meiryo UI" panose="020B0604030504040204" pitchFamily="50" charset="-128"/>
                  <a:ea typeface="Meiryo UI" panose="020B0604030504040204" pitchFamily="50" charset="-128"/>
                  <a:cs typeface="+mn-cs"/>
                </a:endParaRPr>
              </a:p>
            </p:txBody>
          </p:sp>
        </p:grpSp>
        <p:sp>
          <p:nvSpPr>
            <p:cNvPr id="67" name="正方形/長方形 66">
              <a:extLst>
                <a:ext uri="{FF2B5EF4-FFF2-40B4-BE49-F238E27FC236}">
                  <ns2:creationId id="{DBBD1DD1-8D61-A55F-9A10-11A70B9B80F5}"/>
                </a:ext>
              </a:extLst>
            </p:cNvPr>
            <p:cNvSpPr/>
            <p:nvPr/>
          </p:nvSpPr>
          <p:spPr>
            <a:xfrm>
              <a:off x="334962" y="3508225"/>
              <a:ext cx="8208279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68" name="正方形/長方形 67">
              <a:extLst>
                <a:ext uri="{FF2B5EF4-FFF2-40B4-BE49-F238E27FC236}">
                  <ns2:creationId id="{3F7EBE65-B385-71FD-6E80-AC7158B104DE}"/>
                </a:ext>
              </a:extLst>
            </p:cNvPr>
            <p:cNvSpPr/>
            <p:nvPr/>
          </p:nvSpPr>
          <p:spPr>
            <a:xfrm>
              <a:off x="334962" y="3791408"/>
              <a:ext cx="8208279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0" name="グラフィックス 69" descr="山形の矢印 単色塗りつぶし">
              <a:extLst>
                <a:ext uri="{FF2B5EF4-FFF2-40B4-BE49-F238E27FC236}">
                  <ns2:creationId id="{36FD0339-6D3C-A853-9019-7E6AEC0596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0"/>
                </a:ext>
              </a:extLst>
            </a:blip>
            <a:srcRect/>
            <a:stretch/>
          </p:blipFill>
          <p:spPr>
            <a:xfrm>
              <a:off x="423448" y="3512517"/>
              <a:ext cx="253885" cy="253885"/>
            </a:xfrm>
            <a:prstGeom prst="rect">
              <a:avLst/>
            </a:prstGeom>
          </p:spPr>
        </p:pic>
        <p:sp>
          <p:nvSpPr>
            <p:cNvPr id="71" name="正方形/長方形 70">
              <a:extLst>
                <a:ext uri="{FF2B5EF4-FFF2-40B4-BE49-F238E27FC236}">
                  <ns2:creationId id="{D8657400-5E94-D7A1-EBC1-06E62D296D9B}"/>
                </a:ext>
              </a:extLst>
            </p:cNvPr>
            <p:cNvSpPr/>
            <p:nvPr/>
          </p:nvSpPr>
          <p:spPr>
            <a:xfrm>
              <a:off x="8619442" y="3508225"/>
              <a:ext cx="3237595" cy="283122"/>
            </a:xfrm>
            <a:prstGeom prst="rect">
              <a:avLst/>
            </a:pr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72" name="正方形/長方形 71">
              <a:extLst>
                <a:ext uri="{FF2B5EF4-FFF2-40B4-BE49-F238E27FC236}">
                  <ns2:creationId id="{4643DC07-3586-8C71-B5EB-85C769C387B3}"/>
                </a:ext>
              </a:extLst>
            </p:cNvPr>
            <p:cNvSpPr/>
            <p:nvPr/>
          </p:nvSpPr>
          <p:spPr>
            <a:xfrm>
              <a:off x="8619442" y="3801734"/>
              <a:ext cx="3237594" cy="323483"/>
            </a:xfrm>
            <a:prstGeom prst="rect">
              <a:avLst/>
            </a:prstGeom>
            <a:noFill/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9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10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74" name="グラフィックス 73" descr="箱 単色塗りつぶし">
              <a:extLst>
                <a:ext uri="{FF2B5EF4-FFF2-40B4-BE49-F238E27FC236}">
                  <ns2:creationId id="{61134F72-AB88-55C7-7F14-2C8C016AEF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11"/>
                </a:ext>
              </a:extLst>
            </a:blip>
            <a:srcRect/>
            <a:stretch/>
          </p:blipFill>
          <p:spPr>
            <a:xfrm>
              <a:off x="8717234" y="3512517"/>
              <a:ext cx="253885" cy="253885"/>
            </a:xfrm>
            <a:prstGeom prst="rect">
              <a:avLst/>
            </a:prstGeom>
          </p:spPr>
        </p:pic>
        <p:sp>
          <p:nvSpPr>
            <p:cNvPr id="105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3496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pic>
          <p:nvPicPr>
            <p:cNvPr id="79" name="グラフィックス 78" descr="フラグ 単色塗りつぶし">
              <a:extLst>
                <a:ext uri="{FF2B5EF4-FFF2-40B4-BE49-F238E27FC236}">
                  <ns2:creationId id="{EBE2C336-4127-0152-1D1E-47F6ACDEA1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423447" y="3836532"/>
              <a:ext cx="253885" cy="253885"/>
            </a:xfrm>
            <a:prstGeom prst="rect">
              <a:avLst/>
            </a:prstGeom>
          </p:spPr>
        </p:pic>
        <p:pic>
          <p:nvPicPr>
            <p:cNvPr id="80" name="グラフィックス 79" descr="フラグ 単色塗りつぶし">
              <a:extLst>
                <a:ext uri="{FF2B5EF4-FFF2-40B4-BE49-F238E27FC236}">
                  <ns2:creationId id="{A5750429-FF96-0E3A-CA2F-AAF2CEBFA6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3"/>
                </a:ext>
              </a:extLst>
            </a:blip>
            <a:stretch>
              <a:fillRect/>
            </a:stretch>
          </p:blipFill>
          <p:spPr>
            <a:xfrm>
              <a:off x="8619442" y="3836533"/>
              <a:ext cx="253885" cy="253885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ns2:creationId id="{023FBB88-B4EE-4D0E-00BA-5B7D63E1915E}"/>
                </a:ext>
              </a:extLst>
            </p:cNvPr>
            <p:cNvCxnSpPr>
              <a:cxnSpLocks/>
              <a:stCxn id="38" idx="2"/>
              <a:endCxn id="43" idx="1"/>
            </p:cNvCxnSpPr>
            <p:nvPr/>
          </p:nvCxnSpPr>
          <p:spPr>
            <a:xfrm rot="16200000" flipH="1">
              <a:off x="4516458" y="1887418"/>
              <a:ext cx="278650" cy="416649"/>
            </a:xfrm>
            <a:prstGeom prst="bentConnector2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ns2:creationId id="{01E66866-5A93-7CE5-6318-0225E36434B2}"/>
                </a:ext>
              </a:extLst>
            </p:cNvPr>
            <p:cNvCxnSpPr>
              <a:cxnSpLocks/>
              <a:stCxn id="38" idx="2"/>
              <a:endCxn id="71" idx="0"/>
            </p:cNvCxnSpPr>
            <p:nvPr/>
          </p:nvCxnSpPr>
          <p:spPr>
            <a:xfrm rot="16200000" flipH="1">
              <a:off x="6566946" y="-163070"/>
              <a:ext cx="1551807" cy="5790781"/>
            </a:xfrm>
            <a:prstGeom prst="bentConnector3">
              <a:avLst>
                <a:gd name="adj1" fmla="val 9442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コネクタ: カギ線 95">
              <a:extLst>
                <a:ext uri="{FF2B5EF4-FFF2-40B4-BE49-F238E27FC236}">
                  <ns2:creationId id="{50736827-459D-F459-7C39-0E7DF58B21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67472" y="2716308"/>
              <a:ext cx="1559970" cy="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コネクタ: カギ線 103">
              <a:extLst>
                <a:ext uri="{FF2B5EF4-FFF2-40B4-BE49-F238E27FC236}">
                  <ns2:creationId id="{CB942DFA-08F8-4428-032D-3286307CA774}"/>
                </a:ext>
              </a:extLst>
            </p:cNvPr>
            <p:cNvCxnSpPr>
              <a:cxnSpLocks/>
              <a:stCxn id="45" idx="2"/>
              <a:endCxn id="57" idx="0"/>
            </p:cNvCxnSpPr>
            <p:nvPr/>
          </p:nvCxnSpPr>
          <p:spPr>
            <a:xfrm rot="5400000">
              <a:off x="7053777" y="1227154"/>
              <a:ext cx="141096" cy="247249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コネクタ: カギ線 107">
              <a:extLst>
                <a:ext uri="{FF2B5EF4-FFF2-40B4-BE49-F238E27FC236}">
                  <ns2:creationId id="{C427B631-F4F0-087C-95DA-6247BEB7B881}"/>
                </a:ext>
              </a:extLst>
            </p:cNvPr>
            <p:cNvCxnSpPr>
              <a:cxnSpLocks/>
              <a:stCxn id="45" idx="2"/>
              <a:endCxn id="58" idx="0"/>
            </p:cNvCxnSpPr>
            <p:nvPr/>
          </p:nvCxnSpPr>
          <p:spPr>
            <a:xfrm>
              <a:off x="8360573" y="2392854"/>
              <a:ext cx="0" cy="141096"/>
            </a:xfrm>
            <a:prstGeom prst="straightConnector1">
              <a:avLst/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コネクタ: カギ線 115">
              <a:extLst>
                <a:ext uri="{FF2B5EF4-FFF2-40B4-BE49-F238E27FC236}">
                  <ns2:creationId id="{9C58918F-1125-36D0-95C6-751960561606}"/>
                </a:ext>
              </a:extLst>
            </p:cNvPr>
            <p:cNvCxnSpPr>
              <a:cxnSpLocks/>
              <a:stCxn id="59" idx="0"/>
              <a:endCxn id="45" idx="2"/>
            </p:cNvCxnSpPr>
            <p:nvPr/>
          </p:nvCxnSpPr>
          <p:spPr>
            <a:xfrm rot="16200000" flipV="1">
              <a:off x="9523115" y="1230312"/>
              <a:ext cx="141096" cy="2466180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008D2E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99185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SCM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8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3648754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19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5305650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0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6962546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21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8619442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22" name="四角形: 角を丸くする 104">
              <a:extLst>
                <a:ext uri="{FF2B5EF4-FFF2-40B4-BE49-F238E27FC236}">
                  <ns2:creationId id="{D973A2B8-36CE-C2ED-4CCA-8EB7CF366B3F}"/>
                </a:ext>
              </a:extLst>
            </p:cNvPr>
            <p:cNvSpPr/>
            <p:nvPr/>
          </p:nvSpPr>
          <p:spPr>
            <a:xfrm>
              <a:off x="10276338" y="4182623"/>
              <a:ext cx="1580696" cy="269665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69804"/>
              </a:srgbClr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3600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ns2:creationId id="{38AD321A-6AC6-9DFE-7A78-A099CFFD4079}"/>
                </a:ext>
              </a:extLst>
            </p:cNvPr>
            <p:cNvSpPr/>
            <p:nvPr/>
          </p:nvSpPr>
          <p:spPr>
            <a:xfrm>
              <a:off x="334962" y="4452287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ns2:creationId id="{2792BE90-B769-D831-8461-3303A963A2B2}"/>
                </a:ext>
              </a:extLst>
            </p:cNvPr>
            <p:cNvSpPr/>
            <p:nvPr/>
          </p:nvSpPr>
          <p:spPr>
            <a:xfrm>
              <a:off x="1991857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ns2:creationId id="{C143FA12-D522-2975-6EF5-70FBFE240C29}"/>
                </a:ext>
              </a:extLst>
            </p:cNvPr>
            <p:cNvSpPr/>
            <p:nvPr/>
          </p:nvSpPr>
          <p:spPr>
            <a:xfrm>
              <a:off x="3648753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ns2:creationId id="{709E8691-C822-5121-6B4F-C12C0DCF6775}"/>
                </a:ext>
              </a:extLst>
            </p:cNvPr>
            <p:cNvSpPr/>
            <p:nvPr/>
          </p:nvSpPr>
          <p:spPr>
            <a:xfrm>
              <a:off x="6962545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4" name="四角形: 角を丸くする 23">
              <a:extLst>
                <a:ext uri="{FF2B5EF4-FFF2-40B4-BE49-F238E27FC236}">
                  <ns2:creationId id="{3C6DA5E9-43E6-FFFF-8D1E-A4DC776EB3AD}"/>
                </a:ext>
              </a:extLst>
            </p:cNvPr>
            <p:cNvSpPr/>
            <p:nvPr/>
          </p:nvSpPr>
          <p:spPr>
            <a:xfrm>
              <a:off x="5305649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300"/>
                </a:spcAft>
              </a:pP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zh-TW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zh-TW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ns2:creationId id="{62E3C447-858E-7BCB-3ECF-AAABFA45C006}"/>
                </a:ext>
              </a:extLst>
            </p:cNvPr>
            <p:cNvSpPr/>
            <p:nvPr/>
          </p:nvSpPr>
          <p:spPr>
            <a:xfrm>
              <a:off x="10276338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48" name="四角形: 角を丸くする 47">
              <a:extLst>
                <a:ext uri="{FF2B5EF4-FFF2-40B4-BE49-F238E27FC236}">
                  <ns2:creationId id="{19A61CEA-4FDF-83B0-03B0-6AC7AF06F0BE}"/>
                </a:ext>
              </a:extLst>
            </p:cNvPr>
            <p:cNvSpPr/>
            <p:nvPr/>
          </p:nvSpPr>
          <p:spPr>
            <a:xfrm>
              <a:off x="8619442" y="4452286"/>
              <a:ext cx="1580696" cy="93794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9525">
              <a:solidFill>
                <a:srgbClr val="008D2E">
                  <a:alpha val="69804"/>
                </a:srgb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300"/>
                </a:spcAft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zh-TW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pic>
          <p:nvPicPr>
            <p:cNvPr id="4" name="グラフィックス 3" descr="フローチャート 単色塗りつぶし">
              <a:extLst>
                <a:ext uri="{FF2B5EF4-FFF2-40B4-BE49-F238E27FC236}">
                  <ns2:creationId id="{192342F2-45A7-3576-BA3D-15B13BC66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69016" y="4745885"/>
              <a:ext cx="240790" cy="240790"/>
            </a:xfrm>
            <a:prstGeom prst="rect">
              <a:avLst/>
            </a:prstGeom>
          </p:spPr>
        </p:pic>
        <p:pic>
          <p:nvPicPr>
            <p:cNvPr id="6" name="グラフィックス 5" descr="計器 単色塗りつぶし">
              <a:extLst>
                <a:ext uri="{FF2B5EF4-FFF2-40B4-BE49-F238E27FC236}">
                  <ns2:creationId id="{32EFDCDF-0DBC-034D-50E5-098694719D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69017" y="5094331"/>
              <a:ext cx="240790" cy="240790"/>
            </a:xfrm>
            <a:prstGeom prst="rect">
              <a:avLst/>
            </a:prstGeom>
          </p:spPr>
        </p:pic>
        <p:sp>
          <p:nvSpPr>
            <p:cNvPr id="54" name="table_TWformat_txt_1_1">
              <a:extLst>
                <a:ext uri="{FF2B5EF4-FFF2-40B4-BE49-F238E27FC236}">
                  <ns2:creationId id="{65553E94-A6C3-CB03-0ACD-E10A257B5588}"/>
                </a:ext>
              </a:extLst>
            </p:cNvPr>
            <p:cNvSpPr/>
            <p:nvPr/>
          </p:nvSpPr>
          <p:spPr>
            <a:xfrm>
              <a:off x="65841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BPR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、</a:t>
              </a:r>
              <a:b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56" name="table_TWformat_txt_1_1">
              <a:extLst>
                <a:ext uri="{FF2B5EF4-FFF2-40B4-BE49-F238E27FC236}">
                  <ns2:creationId id="{CF1BD92E-4A5C-5DE8-A297-C4AFB2F5E7BF}"/>
                </a:ext>
              </a:extLst>
            </p:cNvPr>
            <p:cNvSpPr/>
            <p:nvPr/>
          </p:nvSpPr>
          <p:spPr>
            <a:xfrm>
              <a:off x="65841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5" name="table_TWformat_txt_1_1">
              <a:extLst>
                <a:ext uri="{FF2B5EF4-FFF2-40B4-BE49-F238E27FC236}">
                  <ns2:creationId id="{5FC50933-5E13-B5D1-C097-6BBC86F215DF}"/>
                </a:ext>
              </a:extLst>
            </p:cNvPr>
            <p:cNvSpPr/>
            <p:nvPr/>
          </p:nvSpPr>
          <p:spPr>
            <a:xfrm>
              <a:off x="2376957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PLM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76" name="table_TWformat_txt_1_1">
              <a:extLst>
                <a:ext uri="{FF2B5EF4-FFF2-40B4-BE49-F238E27FC236}">
                  <ns2:creationId id="{1D15B26A-DD16-5927-6D1C-BFF1EBC212A2}"/>
                </a:ext>
              </a:extLst>
            </p:cNvPr>
            <p:cNvSpPr/>
            <p:nvPr/>
          </p:nvSpPr>
          <p:spPr>
            <a:xfrm>
              <a:off x="2376957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4" name="table_TWformat_txt_1_1">
              <a:extLst>
                <a:ext uri="{FF2B5EF4-FFF2-40B4-BE49-F238E27FC236}">
                  <ns2:creationId id="{FF257D83-FDAC-5B37-A864-9B9DAE7C4A20}"/>
                </a:ext>
              </a:extLst>
            </p:cNvPr>
            <p:cNvSpPr/>
            <p:nvPr/>
          </p:nvSpPr>
          <p:spPr>
            <a:xfrm>
              <a:off x="4033853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5" name="table_TWformat_txt_1_1">
              <a:extLst>
                <a:ext uri="{FF2B5EF4-FFF2-40B4-BE49-F238E27FC236}">
                  <ns2:creationId id="{988DA059-69B7-4FAB-9425-ECBB38614A16}"/>
                </a:ext>
              </a:extLst>
            </p:cNvPr>
            <p:cNvSpPr/>
            <p:nvPr/>
          </p:nvSpPr>
          <p:spPr>
            <a:xfrm>
              <a:off x="4033853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89" name="table_TWformat_txt_1_1">
              <a:extLst>
                <a:ext uri="{FF2B5EF4-FFF2-40B4-BE49-F238E27FC236}">
                  <ns2:creationId id="{C2725AAF-587E-F0C2-A715-D1BC8D19555B}"/>
                </a:ext>
              </a:extLst>
            </p:cNvPr>
            <p:cNvSpPr/>
            <p:nvPr/>
          </p:nvSpPr>
          <p:spPr>
            <a:xfrm>
              <a:off x="5690749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90" name="table_TWformat_txt_1_1">
              <a:extLst>
                <a:ext uri="{FF2B5EF4-FFF2-40B4-BE49-F238E27FC236}">
                  <ns2:creationId id="{D619D741-65C0-63B8-0E6C-09131B0F8C50}"/>
                </a:ext>
              </a:extLst>
            </p:cNvPr>
            <p:cNvSpPr/>
            <p:nvPr/>
          </p:nvSpPr>
          <p:spPr>
            <a:xfrm>
              <a:off x="5690749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zh-TW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zh-TW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4" name="table_TWformat_txt_1_1">
              <a:extLst>
                <a:ext uri="{FF2B5EF4-FFF2-40B4-BE49-F238E27FC236}">
                  <ns2:creationId id="{0ECEE0C3-CA59-0203-2574-E40015627797}"/>
                </a:ext>
              </a:extLst>
            </p:cNvPr>
            <p:cNvSpPr/>
            <p:nvPr/>
          </p:nvSpPr>
          <p:spPr>
            <a:xfrm>
              <a:off x="7347644" y="4684211"/>
              <a:ext cx="1195597" cy="36413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CRM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lang="ja-JP" altLang="en-US" sz="800" dirty="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5" name="table_TWformat_txt_1_1">
              <a:extLst>
                <a:ext uri="{FF2B5EF4-FFF2-40B4-BE49-F238E27FC236}">
                  <ns2:creationId id="{4A567A82-7468-033F-8637-FBB48CF707BB}"/>
                </a:ext>
              </a:extLst>
            </p:cNvPr>
            <p:cNvSpPr/>
            <p:nvPr/>
          </p:nvSpPr>
          <p:spPr>
            <a:xfrm>
              <a:off x="7347644" y="5049209"/>
              <a:ext cx="1195597" cy="331035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numCol="1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1" name="正方形/長方形 110">
              <a:extLst>
                <a:ext uri="{FF2B5EF4-FFF2-40B4-BE49-F238E27FC236}">
                  <ns2:creationId id="{EA9D511D-BF39-3295-D265-9E63C75CB556}"/>
                </a:ext>
              </a:extLst>
            </p:cNvPr>
            <p:cNvSpPr/>
            <p:nvPr/>
          </p:nvSpPr>
          <p:spPr>
            <a:xfrm>
              <a:off x="334962" y="6002781"/>
              <a:ext cx="11522076" cy="310879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13" name="table_TWformat_txt_1_1">
              <a:extLst>
                <a:ext uri="{FF2B5EF4-FFF2-40B4-BE49-F238E27FC236}">
                  <ns2:creationId id="{9F05F284-B607-9D1D-30EC-E20B25FB79A7}"/>
                </a:ext>
              </a:extLst>
            </p:cNvPr>
            <p:cNvSpPr/>
            <p:nvPr/>
          </p:nvSpPr>
          <p:spPr>
            <a:xfrm>
              <a:off x="1373084" y="6041621"/>
              <a:ext cx="81818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4" name="table_TWformat_txt_1_1">
              <a:extLst>
                <a:ext uri="{FF2B5EF4-FFF2-40B4-BE49-F238E27FC236}">
                  <ns2:creationId id="{E3A10089-CFB0-4940-5D89-859B65C3E6CC}"/>
                </a:ext>
              </a:extLst>
            </p:cNvPr>
            <p:cNvSpPr/>
            <p:nvPr/>
          </p:nvSpPr>
          <p:spPr>
            <a:xfrm>
              <a:off x="5115705" y="6041621"/>
              <a:ext cx="743800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15" name="table_TWformat_txt_1_1">
              <a:extLst>
                <a:ext uri="{FF2B5EF4-FFF2-40B4-BE49-F238E27FC236}">
                  <ns2:creationId id="{6A071310-3461-2928-4A48-F7D33E114030}"/>
                </a:ext>
              </a:extLst>
            </p:cNvPr>
            <p:cNvSpPr/>
            <p:nvPr/>
          </p:nvSpPr>
          <p:spPr>
            <a:xfrm>
              <a:off x="2241193" y="6041621"/>
              <a:ext cx="2824582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DX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×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3" name="table_TWformat_txt_1_1">
              <a:extLst>
                <a:ext uri="{FF2B5EF4-FFF2-40B4-BE49-F238E27FC236}">
                  <ns2:creationId id="{C24225CE-2426-81AE-756C-E179E3FFFCA3}"/>
                </a:ext>
              </a:extLst>
            </p:cNvPr>
            <p:cNvSpPr/>
            <p:nvPr/>
          </p:nvSpPr>
          <p:spPr>
            <a:xfrm>
              <a:off x="5909434" y="6041621"/>
              <a:ext cx="3107040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4" name="table_TWformat_txt_1_1">
              <a:extLst>
                <a:ext uri="{FF2B5EF4-FFF2-40B4-BE49-F238E27FC236}">
                  <ns2:creationId id="{C4B58748-E49C-AAC2-1B88-F143C05ED773}"/>
                </a:ext>
              </a:extLst>
            </p:cNvPr>
            <p:cNvSpPr/>
            <p:nvPr/>
          </p:nvSpPr>
          <p:spPr>
            <a:xfrm>
              <a:off x="9066404" y="6041621"/>
              <a:ext cx="899998" cy="233199"/>
            </a:xfrm>
            <a:prstGeom prst="roundRect">
              <a:avLst>
                <a:gd name="adj" fmla="val 0"/>
              </a:avLst>
            </a:prstGeom>
            <a:solidFill>
              <a:srgbClr val="008D2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10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25" name="table_TWformat_txt_1_1">
              <a:extLst>
                <a:ext uri="{FF2B5EF4-FFF2-40B4-BE49-F238E27FC236}">
                  <ns2:creationId id="{5053EFA2-9E5C-E3F4-D5E9-6434EF86FBDE}"/>
                </a:ext>
              </a:extLst>
            </p:cNvPr>
            <p:cNvSpPr/>
            <p:nvPr/>
          </p:nvSpPr>
          <p:spPr>
            <a:xfrm>
              <a:off x="10016332" y="6041621"/>
              <a:ext cx="1753843" cy="233199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prstClr val="black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9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cxnSp>
          <p:nvCxnSpPr>
            <p:cNvPr id="127" name="直線コネクタ 126">
              <a:extLst>
                <a:ext uri="{FF2B5EF4-FFF2-40B4-BE49-F238E27FC236}">
                  <ns2:creationId id="{D988B467-E83B-1E1A-9B97-F3660DA61EEB}"/>
                </a:ext>
              </a:extLst>
            </p:cNvPr>
            <p:cNvCxnSpPr/>
            <p:nvPr/>
          </p:nvCxnSpPr>
          <p:spPr>
            <a:xfrm>
              <a:off x="1254180" y="6033167"/>
              <a:ext cx="0" cy="250107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正方形/長方形 128">
              <a:extLst>
                <a:ext uri="{FF2B5EF4-FFF2-40B4-BE49-F238E27FC236}">
                  <ns2:creationId id="{618F4D34-6E2B-6804-35C0-C89BCA05DA80}"/>
                </a:ext>
              </a:extLst>
            </p:cNvPr>
            <p:cNvSpPr/>
            <p:nvPr/>
          </p:nvSpPr>
          <p:spPr>
            <a:xfrm>
              <a:off x="334962" y="5458157"/>
              <a:ext cx="4894487" cy="499501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772000" tIns="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 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131" name="正方形/長方形 83">
              <a:extLst>
                <a:ext uri="{FF2B5EF4-FFF2-40B4-BE49-F238E27FC236}">
                  <ns2:creationId id="{B1C4E6B6-E0E0-FD29-7214-EA866AD9E673}"/>
                </a:ext>
              </a:extLst>
            </p:cNvPr>
            <p:cNvSpPr/>
            <p:nvPr/>
          </p:nvSpPr>
          <p:spPr>
            <a:xfrm>
              <a:off x="334962" y="5458157"/>
              <a:ext cx="2752049" cy="178970"/>
            </a:xfrm>
            <a:custGeom>
              <a:avLst/>
              <a:gdLst>
                <a:gd name="csX0" fmla="*/ 0 w 2148250"/>
                <a:gd name="csY0" fmla="*/ 0 h 238209"/>
                <a:gd name="csX1" fmla="*/ 2148250 w 2148250"/>
                <a:gd name="csY1" fmla="*/ 0 h 238209"/>
                <a:gd name="csX2" fmla="*/ 2024666 w 2148250"/>
                <a:gd name="csY2" fmla="*/ 230205 h 238209"/>
                <a:gd name="csX3" fmla="*/ 0 w 2148250"/>
                <a:gd name="csY3" fmla="*/ 238209 h 238209"/>
                <a:gd name="csX4" fmla="*/ 0 w 2148250"/>
                <a:gd name="csY4" fmla="*/ 0 h 23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48250" h="238209">
                  <a:moveTo>
                    <a:pt x="0" y="0"/>
                  </a:moveTo>
                  <a:lnTo>
                    <a:pt x="2148250" y="0"/>
                  </a:lnTo>
                  <a:lnTo>
                    <a:pt x="2024666" y="230205"/>
                  </a:lnTo>
                  <a:lnTo>
                    <a:pt x="0" y="2382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8D2E"/>
            </a:solidFill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9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</a:p>
          </p:txBody>
        </p:sp>
        <p:sp>
          <p:nvSpPr>
            <p:cNvPr id="133" name="table_TWformat_txt_1_1">
              <a:extLst>
                <a:ext uri="{FF2B5EF4-FFF2-40B4-BE49-F238E27FC236}">
                  <ns2:creationId id="{A13A9184-C9D3-0CF7-879E-98DEFED8ADC7}"/>
                </a:ext>
              </a:extLst>
            </p:cNvPr>
            <p:cNvSpPr/>
            <p:nvPr/>
          </p:nvSpPr>
          <p:spPr>
            <a:xfrm>
              <a:off x="385397" y="5725832"/>
              <a:ext cx="508025" cy="20355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 w="9525">
              <a:solidFill>
                <a:srgbClr val="008D2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 algn="ctr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4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999180" y="5725831"/>
              <a:ext cx="144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5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2314739" y="5725832"/>
              <a:ext cx="1620000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　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136" name="table_TWformat_txt_1_1">
              <a:extLst>
                <a:ext uri="{FF2B5EF4-FFF2-40B4-BE49-F238E27FC236}">
                  <ns2:creationId id="{0AFFA796-93BD-5D7E-5BF5-2889AE149306}"/>
                </a:ext>
              </a:extLst>
            </p:cNvPr>
            <p:cNvSpPr/>
            <p:nvPr/>
          </p:nvSpPr>
          <p:spPr>
            <a:xfrm>
              <a:off x="3852360" y="5725832"/>
              <a:ext cx="1377088" cy="20355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5" name="Text 20">
              <a:extLst>
                <a:ext uri="{FF2B5EF4-FFF2-40B4-BE49-F238E27FC236}">
                  <ns2:creationId id="{9318C5C0-F4D1-6730-E46E-2F6770539C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9180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1</a:t>
              </a:r>
            </a:p>
          </p:txBody>
        </p:sp>
        <p:sp>
          <p:nvSpPr>
            <p:cNvPr id="8" name="Text 33">
              <a:extLst>
                <a:ext uri="{FF2B5EF4-FFF2-40B4-BE49-F238E27FC236}">
                  <ns2:creationId id="{BB6D8426-D90D-4453-302E-2F89C6CC61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4738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2</a:t>
              </a:r>
            </a:p>
          </p:txBody>
        </p:sp>
        <p:sp>
          <p:nvSpPr>
            <p:cNvPr id="12" name="Text 33">
              <a:extLst>
                <a:ext uri="{FF2B5EF4-FFF2-40B4-BE49-F238E27FC236}">
                  <ns2:creationId id="{740DEC20-958F-BFBC-7132-7A168B344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52359" y="5737609"/>
              <a:ext cx="180000" cy="180000"/>
            </a:xfrm>
            <a:prstGeom prst="ellipse">
              <a:avLst/>
            </a:prstGeom>
            <a:solidFill>
              <a:srgbClr val="008D2E"/>
            </a:solidFill>
            <a:ln w="9525">
              <a:solidFill>
                <a:schemeClr val="bg1"/>
              </a:solidFill>
            </a:ln>
          </p:spPr>
          <p:txBody>
            <a:bodyPr wrap="square" lIns="0" tIns="0" rIns="0" bIns="0" rtlCol="0" anchor="ctr" anchorCtr="0">
              <a:noAutofit/>
            </a:bodyPr>
            <a:lstStyle/>
            <a:p>
              <a:pPr algn="ctr" defTabSz="457200">
                <a:defRPr/>
              </a:pPr>
              <a:r>
                <a:rPr kumimoji="0" lang="en-US" sz="800" dirty="0">
                  <a:solidFill>
                    <a:prstClr val="whit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3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ns2:creationId id="{83E4317B-FAB6-2D80-B8FC-8C4A1BE97972}"/>
                </a:ext>
              </a:extLst>
            </p:cNvPr>
            <p:cNvSpPr/>
            <p:nvPr/>
          </p:nvSpPr>
          <p:spPr>
            <a:xfrm>
              <a:off x="8619442" y="5458156"/>
              <a:ext cx="3237591" cy="499498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252000" tIns="36000" rIns="90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105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</a:t>
              </a:r>
              <a:endParaRPr lang="ja-JP" altLang="en-US" sz="105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ns2:creationId id="{ECC55C44-55B5-67D7-4FC5-FBD846F6D401}"/>
                </a:ext>
              </a:extLst>
            </p:cNvPr>
            <p:cNvCxnSpPr/>
            <p:nvPr/>
          </p:nvCxnSpPr>
          <p:spPr>
            <a:xfrm>
              <a:off x="9945370" y="5486365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able_TWformat_txt_1_1">
              <a:extLst>
                <a:ext uri="{FF2B5EF4-FFF2-40B4-BE49-F238E27FC236}">
                  <ns2:creationId id="{EA1893BF-8A05-B8F5-A251-A385EBBDD100}"/>
                </a:ext>
              </a:extLst>
            </p:cNvPr>
            <p:cNvSpPr/>
            <p:nvPr/>
          </p:nvSpPr>
          <p:spPr>
            <a:xfrm>
              <a:off x="10016331" y="5458156"/>
              <a:ext cx="1810981" cy="49949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lvl="0">
                <a:buClr>
                  <a:srgbClr val="5B9BD5"/>
                </a:buClr>
                <a:defRPr/>
              </a:pP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・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 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8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kumimoji="1" lang="ja-JP" altLang="en-US" sz="8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ns2:creationId id="{B77503A3-9856-D047-2F17-087DB0C2FDD8}"/>
                </a:ext>
              </a:extLst>
            </p:cNvPr>
            <p:cNvSpPr/>
            <p:nvPr/>
          </p:nvSpPr>
          <p:spPr>
            <a:xfrm>
              <a:off x="5279885" y="5458156"/>
              <a:ext cx="3263356" cy="499500"/>
            </a:xfrm>
            <a:prstGeom prst="rect">
              <a:avLst/>
            </a:prstGeom>
            <a:noFill/>
            <a:ln w="9525">
              <a:solidFill>
                <a:srgbClr val="008D2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00000" tIns="36000" rIns="72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75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 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en-US" altLang="ja-JP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r>
                <a:rPr lang="ja-JP" altLang="en-US" sz="75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ns2:creationId id="{27F554C1-33BA-AFF9-A071-B3A19F585C37}"/>
                </a:ext>
              </a:extLst>
            </p:cNvPr>
            <p:cNvSpPr txBox="1"/>
            <p:nvPr/>
          </p:nvSpPr>
          <p:spPr>
            <a:xfrm>
              <a:off x="5279885" y="5538628"/>
              <a:ext cx="847728" cy="338554"/>
            </a:xfrm>
            <a:prstGeom prst="rect">
              <a:avLst/>
            </a:prstGeom>
            <a:noFill/>
          </p:spPr>
          <p:txBody>
            <a:bodyPr wrap="square" lIns="72000" rIns="36000" anchor="ctr">
              <a:spAutoFit/>
            </a:bodyPr>
            <a:lstStyle/>
            <a:p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br>
                <a:rPr lang="en-US" altLang="ja-JP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800" dirty="0">
                  <a:solidFill>
                    <a:srgbClr val="008D2E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  <a:endParaRPr lang="en-US" altLang="ja-JP" sz="800" dirty="0">
                <a:solidFill>
                  <a:srgbClr val="008D2E"/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cxnSp>
          <p:nvCxnSpPr>
            <p:cNvPr id="25" name="直線コネクタ 24">
              <a:extLst>
                <a:ext uri="{FF2B5EF4-FFF2-40B4-BE49-F238E27FC236}">
                  <ns2:creationId id="{DE0085BB-CEB4-C512-40BA-8652D89B211F}"/>
                </a:ext>
              </a:extLst>
            </p:cNvPr>
            <p:cNvCxnSpPr/>
            <p:nvPr/>
          </p:nvCxnSpPr>
          <p:spPr>
            <a:xfrm>
              <a:off x="6120276" y="5493767"/>
              <a:ext cx="0" cy="443080"/>
            </a:xfrm>
            <a:prstGeom prst="line">
              <a:avLst/>
            </a:prstGeom>
            <a:ln w="38100">
              <a:solidFill>
                <a:srgbClr val="008D2E">
                  <a:alpha val="50196"/>
                </a:srgb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" name="グラフィックス 102" descr="フローチャート 単色塗りつぶし">
              <a:extLst>
                <a:ext uri="{FF2B5EF4-FFF2-40B4-BE49-F238E27FC236}">
                  <ns2:creationId id="{D67E47A1-7520-819B-F3A1-B4266CB870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2084457" y="4745885"/>
              <a:ext cx="240790" cy="240790"/>
            </a:xfrm>
            <a:prstGeom prst="rect">
              <a:avLst/>
            </a:prstGeom>
          </p:spPr>
        </p:pic>
        <p:pic>
          <p:nvPicPr>
            <p:cNvPr id="106" name="グラフィックス 105" descr="計器 単色塗りつぶし">
              <a:extLst>
                <a:ext uri="{FF2B5EF4-FFF2-40B4-BE49-F238E27FC236}">
                  <ns2:creationId id="{77B47B62-E991-36F4-1323-3BBBFF9D04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2084458" y="5094331"/>
              <a:ext cx="240790" cy="240790"/>
            </a:xfrm>
            <a:prstGeom prst="rect">
              <a:avLst/>
            </a:prstGeom>
          </p:spPr>
        </p:pic>
        <p:pic>
          <p:nvPicPr>
            <p:cNvPr id="109" name="グラフィックス 108" descr="フローチャート 単色塗りつぶし">
              <a:extLst>
                <a:ext uri="{FF2B5EF4-FFF2-40B4-BE49-F238E27FC236}">
                  <ns2:creationId id="{E55B3DAB-D5A1-D51E-E081-8DBA5534E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3736838" y="4745885"/>
              <a:ext cx="240790" cy="240790"/>
            </a:xfrm>
            <a:prstGeom prst="rect">
              <a:avLst/>
            </a:prstGeom>
          </p:spPr>
        </p:pic>
        <p:pic>
          <p:nvPicPr>
            <p:cNvPr id="110" name="グラフィックス 109" descr="計器 単色塗りつぶし">
              <a:extLst>
                <a:ext uri="{FF2B5EF4-FFF2-40B4-BE49-F238E27FC236}">
                  <ns2:creationId id="{238F936D-C9B4-6272-3B41-43DF139829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3736839" y="5094331"/>
              <a:ext cx="240790" cy="240790"/>
            </a:xfrm>
            <a:prstGeom prst="rect">
              <a:avLst/>
            </a:prstGeom>
          </p:spPr>
        </p:pic>
        <p:pic>
          <p:nvPicPr>
            <p:cNvPr id="126" name="グラフィックス 125" descr="フローチャート 単色塗りつぶし">
              <a:extLst>
                <a:ext uri="{FF2B5EF4-FFF2-40B4-BE49-F238E27FC236}">
                  <ns2:creationId id="{EF1EEB94-07BF-ADC6-BB0D-CF0ADB006A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5400239" y="4745885"/>
              <a:ext cx="240790" cy="240790"/>
            </a:xfrm>
            <a:prstGeom prst="rect">
              <a:avLst/>
            </a:prstGeom>
          </p:spPr>
        </p:pic>
        <p:pic>
          <p:nvPicPr>
            <p:cNvPr id="128" name="グラフィックス 127" descr="計器 単色塗りつぶし">
              <a:extLst>
                <a:ext uri="{FF2B5EF4-FFF2-40B4-BE49-F238E27FC236}">
                  <ns2:creationId id="{234A8916-D6E3-F668-DD22-86BBACDB83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5400240" y="5094331"/>
              <a:ext cx="240790" cy="240790"/>
            </a:xfrm>
            <a:prstGeom prst="rect">
              <a:avLst/>
            </a:prstGeom>
          </p:spPr>
        </p:pic>
        <p:pic>
          <p:nvPicPr>
            <p:cNvPr id="132" name="グラフィックス 131" descr="フローチャート 単色塗りつぶし">
              <a:extLst>
                <a:ext uri="{FF2B5EF4-FFF2-40B4-BE49-F238E27FC236}">
                  <ns2:creationId id="{C4BEE531-1714-FE92-21C4-D5C4CB1675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4"/>
                </a:ext>
              </a:extLst>
            </a:blip>
            <a:srcRect/>
            <a:stretch/>
          </p:blipFill>
          <p:spPr>
            <a:xfrm>
              <a:off x="7052104" y="4745885"/>
              <a:ext cx="240790" cy="240790"/>
            </a:xfrm>
            <a:prstGeom prst="rect">
              <a:avLst/>
            </a:prstGeom>
          </p:spPr>
        </p:pic>
        <p:pic>
          <p:nvPicPr>
            <p:cNvPr id="139" name="グラフィックス 138" descr="計器 単色塗りつぶし">
              <a:extLst>
                <a:ext uri="{FF2B5EF4-FFF2-40B4-BE49-F238E27FC236}">
                  <ns2:creationId id="{4246B3AE-81E1-3643-A5BA-3A4DF205F7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7052105" y="5094331"/>
              <a:ext cx="240790" cy="240790"/>
            </a:xfrm>
            <a:prstGeom prst="rect">
              <a:avLst/>
            </a:prstGeom>
          </p:spPr>
        </p:pic>
        <p:pic>
          <p:nvPicPr>
            <p:cNvPr id="141" name="グラフィックス 140" descr="オフィス ワーカー (男性) 単色塗りつぶし">
              <a:extLst>
                <a:ext uri="{FF2B5EF4-FFF2-40B4-BE49-F238E27FC236}">
                  <ns2:creationId id="{80A61E3E-5BF7-0F44-356A-0B249E7762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468808" y="4463807"/>
              <a:ext cx="209823" cy="209823"/>
            </a:xfrm>
            <a:prstGeom prst="rect">
              <a:avLst/>
            </a:prstGeom>
          </p:spPr>
        </p:pic>
        <p:pic>
          <p:nvPicPr>
            <p:cNvPr id="142" name="グラフィックス 141" descr="オフィス ワーカー (男性) 単色塗りつぶし">
              <a:extLst>
                <a:ext uri="{FF2B5EF4-FFF2-40B4-BE49-F238E27FC236}">
                  <ns2:creationId id="{46B46926-D68A-664C-A890-AC279F61EC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2188613" y="4463806"/>
              <a:ext cx="209823" cy="209823"/>
            </a:xfrm>
            <a:prstGeom prst="rect">
              <a:avLst/>
            </a:prstGeom>
          </p:spPr>
        </p:pic>
        <p:pic>
          <p:nvPicPr>
            <p:cNvPr id="143" name="グラフィックス 142" descr="オフィス ワーカー (男性) 単色塗りつぶし">
              <a:extLst>
                <a:ext uri="{FF2B5EF4-FFF2-40B4-BE49-F238E27FC236}">
                  <ns2:creationId id="{23ED3F8F-1BAE-E4F1-96F2-DB6A07C112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3785929" y="4463806"/>
              <a:ext cx="209823" cy="209823"/>
            </a:xfrm>
            <a:prstGeom prst="rect">
              <a:avLst/>
            </a:prstGeom>
          </p:spPr>
        </p:pic>
        <p:pic>
          <p:nvPicPr>
            <p:cNvPr id="144" name="グラフィックス 143" descr="オフィス ワーカー (男性) 単色塗りつぶし">
              <a:extLst>
                <a:ext uri="{FF2B5EF4-FFF2-40B4-BE49-F238E27FC236}">
                  <ns2:creationId id="{9BDF69B4-9B73-9153-B532-DDC780F5D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5442825" y="4463806"/>
              <a:ext cx="209823" cy="209823"/>
            </a:xfrm>
            <a:prstGeom prst="rect">
              <a:avLst/>
            </a:prstGeom>
          </p:spPr>
        </p:pic>
        <p:pic>
          <p:nvPicPr>
            <p:cNvPr id="145" name="グラフィックス 144" descr="オフィス ワーカー (男性) 単色塗りつぶし">
              <a:extLst>
                <a:ext uri="{FF2B5EF4-FFF2-40B4-BE49-F238E27FC236}">
                  <ns2:creationId id="{2BED2D0B-0892-1275-F22E-422AA2154D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6"/>
                </a:ext>
              </a:extLst>
            </a:blip>
            <a:srcRect/>
            <a:stretch/>
          </p:blipFill>
          <p:spPr>
            <a:xfrm>
              <a:off x="7124325" y="4463806"/>
              <a:ext cx="209823" cy="209823"/>
            </a:xfrm>
            <a:prstGeom prst="rect">
              <a:avLst/>
            </a:prstGeom>
          </p:spPr>
        </p:pic>
        <p:pic>
          <p:nvPicPr>
            <p:cNvPr id="147" name="グラフィックス 146" descr="計器 単色塗りつぶし">
              <a:extLst>
                <a:ext uri="{FF2B5EF4-FFF2-40B4-BE49-F238E27FC236}">
                  <ns2:creationId id="{437661DB-0B1D-CAB7-66FD-A67456906F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3:svgBlip r:embed="rId5"/>
                </a:ext>
              </a:extLst>
            </a:blip>
            <a:srcRect/>
            <a:stretch/>
          </p:blipFill>
          <p:spPr>
            <a:xfrm>
              <a:off x="8626874" y="5587510"/>
              <a:ext cx="240790" cy="240790"/>
            </a:xfrm>
            <a:prstGeom prst="rect">
              <a:avLst/>
            </a:prstGeom>
          </p:spPr>
        </p:pic>
        <p:sp>
          <p:nvSpPr>
            <p:cNvPr id="3" name="四角形: 角を丸くする 2">
              <a:extLst>
                <a:ext uri="{FF2B5EF4-FFF2-40B4-BE49-F238E27FC236}">
                  <ns2:creationId id="{05F9992B-B910-3DED-F0CA-E9F7351CF5FD}"/>
                </a:ext>
              </a:extLst>
            </p:cNvPr>
            <p:cNvSpPr/>
            <p:nvPr/>
          </p:nvSpPr>
          <p:spPr>
            <a:xfrm>
              <a:off x="10975681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ns2:creationId id="{1A4FDB7C-50E8-1E68-3249-B4CA02EC0E66}"/>
                </a:ext>
              </a:extLst>
            </p:cNvPr>
            <p:cNvSpPr/>
            <p:nvPr/>
          </p:nvSpPr>
          <p:spPr>
            <a:xfrm>
              <a:off x="7661885" y="3553530"/>
              <a:ext cx="802525" cy="192512"/>
            </a:xfrm>
            <a:prstGeom prst="roundRect">
              <a:avLst>
                <a:gd name="adj" fmla="val 9350"/>
              </a:avLst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ja-JP" altLang="en-US" sz="1200" dirty="0">
                  <a:solidFill>
                    <a:schemeClr val="tx1"/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XX</a:t>
              </a:r>
            </a:p>
          </p:txBody>
        </p:sp>
      </p:grpSp>
    </p:spTree>
    <p:extLst>
      <p:ext uri="{BB962C8B-B14F-4D97-AF65-F5344CB8AC3E}">
        <ns5:creationId val="1178769986"/>
      </p:ext>
    </p:extLst>
  </p:cSld>
  <p:clrMapOvr>
    <a:masterClrMapping/>
  </p:clrMapOvr>
</p:sld>
</file>

<file path=ppt/slides/slide40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39E31F54-209F-E366-1407-0DB4BFC6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ns2:creationId id="{45094E13-E555-B100-13F5-9157DD888B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/>
                </a:solidFill>
              </a:rPr>
              <a:pPr/>
              <a:t>405</a:t>
            </a:fld>
            <a:endParaRPr lang="ja-JP" altLang="en-US" dirty="0">
              <a:solidFill>
                <a:srgbClr val="7F7F7F"/>
              </a:solidFill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ns2:creationId id="{2FD0B951-B2C6-EB0F-07F3-8F42250424DD}"/>
              </a:ext>
            </a:extLst>
          </p:cNvPr>
          <p:cNvGrpSpPr/>
          <p:nvPr/>
        </p:nvGrpSpPr>
        <p:grpSpPr>
          <a:xfrm>
            <a:off x="-1" y="-2923"/>
            <a:ext cx="12192003" cy="6860923"/>
            <a:chOff x="-1" y="-2923"/>
            <a:chExt cx="12192003" cy="6860923"/>
          </a:xfrm>
        </p:grpSpPr>
        <p:pic>
          <p:nvPicPr>
            <p:cNvPr id="4" name="図 3">
              <a:extLst>
                <a:ext uri="{FF2B5EF4-FFF2-40B4-BE49-F238E27FC236}">
                  <ns2:creationId id="{321A85A8-DEC0-354D-06BD-0ACD194EFE5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/>
            <a:stretch/>
          </p:blipFill>
          <p:spPr>
            <a:xfrm>
              <a:off x="1" y="0"/>
              <a:ext cx="12191999" cy="68580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ns2:creationId id="{3852E983-6121-3568-63D6-A433A67BA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861592" y="5409338"/>
              <a:ext cx="958933" cy="720000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ns2:creationId id="{EEE5E330-FB2F-FE0E-25E8-E447715C641B}"/>
                </a:ext>
              </a:extLst>
            </p:cNvPr>
            <p:cNvSpPr/>
            <p:nvPr/>
          </p:nvSpPr>
          <p:spPr>
            <a:xfrm>
              <a:off x="-1" y="-2923"/>
              <a:ext cx="12192000" cy="6858000"/>
            </a:xfrm>
            <a:prstGeom prst="rect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7" name="フリーフォーム: 図形 6">
              <a:extLst>
                <a:ext uri="{FF2B5EF4-FFF2-40B4-BE49-F238E27FC236}">
                  <ns2:creationId id="{1DFC479E-0236-6F8B-3E19-012F45751247}"/>
                </a:ext>
              </a:extLst>
            </p:cNvPr>
            <p:cNvSpPr/>
            <p:nvPr/>
          </p:nvSpPr>
          <p:spPr>
            <a:xfrm>
              <a:off x="9143938" y="3819981"/>
              <a:ext cx="3048064" cy="3038019"/>
            </a:xfrm>
            <a:custGeom>
              <a:avLst/>
              <a:gdLst>
                <a:gd name="connsiteX0" fmla="*/ 3048064 w 3048064"/>
                <a:gd name="connsiteY0" fmla="*/ 0 h 3038019"/>
                <a:gd name="connsiteX1" fmla="*/ 3048064 w 3048064"/>
                <a:gd name="connsiteY1" fmla="*/ 3038019 h 3038019"/>
                <a:gd name="connsiteX2" fmla="*/ 786251 w 3048064"/>
                <a:gd name="connsiteY2" fmla="*/ 3038019 h 3038019"/>
                <a:gd name="connsiteX3" fmla="*/ 0 w 3048064"/>
                <a:gd name="connsiteY3" fmla="*/ 3034516 h 3038019"/>
                <a:gd name="connsiteX4" fmla="*/ 2891698 w 3048064"/>
                <a:gd name="connsiteY4" fmla="*/ 3942 h 3038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64" h="3038019">
                  <a:moveTo>
                    <a:pt x="3048064" y="0"/>
                  </a:moveTo>
                  <a:lnTo>
                    <a:pt x="3048064" y="3038019"/>
                  </a:lnTo>
                  <a:lnTo>
                    <a:pt x="786251" y="3038019"/>
                  </a:lnTo>
                  <a:lnTo>
                    <a:pt x="0" y="3034516"/>
                  </a:lnTo>
                  <a:cubicBezTo>
                    <a:pt x="7242" y="1408858"/>
                    <a:pt x="1286118" y="85090"/>
                    <a:pt x="2891698" y="3942"/>
                  </a:cubicBezTo>
                  <a:close/>
                </a:path>
              </a:pathLst>
            </a:custGeom>
            <a:solidFill>
              <a:srgbClr val="FF64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solidFill>
                  <a:schemeClr val="tx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ns2:creationId id="{FE249427-A800-4090-9CC6-D5A647E202F7}"/>
              </a:ext>
            </a:extLst>
          </p:cNvPr>
          <p:cNvGrpSpPr/>
          <p:nvPr/>
        </p:nvGrpSpPr>
        <p:grpSpPr>
          <a:xfrm>
            <a:off x="1083868" y="466857"/>
            <a:ext cx="10158710" cy="5636413"/>
            <a:chOff x="1083868" y="466857"/>
            <a:chExt cx="10158710" cy="5636413"/>
          </a:xfrm>
        </p:grpSpPr>
        <p:sp>
          <p:nvSpPr>
            <p:cNvPr id="9" name="TextBox 26">
              <a:extLst>
                <a:ext uri="{FF2B5EF4-FFF2-40B4-BE49-F238E27FC236}">
                  <ns2:creationId id="{5CEFEED8-1CA1-71F9-4564-CE6D7F44AFCE}"/>
                </a:ext>
              </a:extLst>
            </p:cNvPr>
            <p:cNvSpPr txBox="1"/>
            <p:nvPr/>
          </p:nvSpPr>
          <p:spPr>
            <a:xfrm>
              <a:off x="1083868" y="466857"/>
              <a:ext cx="3411523" cy="609603"/>
            </a:xfrm>
            <a:prstGeom prst="rect">
              <a:avLst/>
            </a:prstGeom>
            <a:noFill/>
          </p:spPr>
          <p:txBody>
            <a:bodyPr wrap="square" lIns="0" tIns="108000" rIns="0" bIns="0" rtlCol="0" anchor="ctr">
              <a:noAutofit/>
            </a:bodyPr>
            <a:lstStyle/>
            <a:p>
              <a:pPr algn="l">
                <a:buClr>
                  <a:schemeClr val="accent1"/>
                </a:buClr>
              </a:pPr>
              <a:r>
                <a:rPr kumimoji="1" lang="en-US" altLang="ja-JP" sz="4000" dirty="0">
                  <a:solidFill>
                    <a:srgbClr val="FF6450"/>
                  </a:solidFill>
                  <a:ea typeface="Meiryo" panose="020B0604030504040204" pitchFamily="50" charset="-128"/>
                </a:rPr>
                <a:t>XX</a:t>
              </a:r>
              <a:endParaRPr kumimoji="1" lang="ja-JP" altLang="en-US" sz="2400" dirty="0">
                <a:solidFill>
                  <a:srgbClr val="046294"/>
                </a:solidFill>
                <a:latin typeface="Trebuchet MS" panose="020B0703020202090204" pitchFamily="34" charset="0"/>
                <a:ea typeface="Meiryo" panose="020B0604030504040204" pitchFamily="50" charset="-128"/>
              </a:endParaRPr>
            </a:p>
          </p:txBody>
        </p:sp>
        <p:grpSp>
          <p:nvGrpSpPr>
            <p:cNvPr id="33" name="グループ化 32">
              <a:extLst>
                <a:ext uri="{FF2B5EF4-FFF2-40B4-BE49-F238E27FC236}">
                  <ns2:creationId id="{7AF8BAFA-20B0-259A-846E-4AB774139EB3}"/>
                </a:ext>
              </a:extLst>
            </p:cNvPr>
            <p:cNvGrpSpPr/>
            <p:nvPr/>
          </p:nvGrpSpPr>
          <p:grpSpPr>
            <a:xfrm>
              <a:off x="1442049" y="1385167"/>
              <a:ext cx="9800529" cy="4718103"/>
              <a:chOff x="1442049" y="1385167"/>
              <a:chExt cx="9800529" cy="4718103"/>
            </a:xfrm>
          </p:grpSpPr>
          <p:grpSp>
            <p:nvGrpSpPr>
              <p:cNvPr id="26" name="グループ化 25">
                <a:extLst>
                  <a:ext uri="{FF2B5EF4-FFF2-40B4-BE49-F238E27FC236}">
                    <ns2:creationId id="{61E6F52E-CAC7-ECCC-8FE5-F78CAEC984F4}"/>
                  </a:ext>
                </a:extLst>
              </p:cNvPr>
              <p:cNvGrpSpPr/>
              <p:nvPr/>
            </p:nvGrpSpPr>
            <p:grpSpPr>
              <a:xfrm>
                <a:off x="1493794" y="1385167"/>
                <a:ext cx="9748784" cy="442035"/>
                <a:chOff x="1493794" y="1385167"/>
                <a:chExt cx="9748784" cy="442035"/>
              </a:xfrm>
            </p:grpSpPr>
            <p:sp>
              <p:nvSpPr>
                <p:cNvPr id="10" name="TextBox 27">
                  <a:extLst>
                    <a:ext uri="{FF2B5EF4-FFF2-40B4-BE49-F238E27FC236}">
                      <ns2:creationId id="{E08E4698-E4F7-100E-9A96-5231D6FAC88E}"/>
                    </a:ext>
                  </a:extLst>
                </p:cNvPr>
                <p:cNvSpPr txBox="1"/>
                <p:nvPr/>
              </p:nvSpPr>
              <p:spPr>
                <a:xfrm>
                  <a:off x="2164525" y="138516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17" name="background">
                  <a:extLst>
                    <a:ext uri="{FF2B5EF4-FFF2-40B4-BE49-F238E27FC236}">
                      <ns2:creationId id="{2F1104E7-68EF-D19F-89EC-84D9095EDD24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7"/>
                  </p:custDataLst>
                </p:nvPr>
              </p:nvSpPr>
              <p:spPr>
                <a:xfrm>
                  <a:off x="1493794" y="1425209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1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7" name="グループ化 26">
                <a:extLst>
                  <a:ext uri="{FF2B5EF4-FFF2-40B4-BE49-F238E27FC236}">
                    <ns2:creationId id="{80A4B992-4067-4803-27E5-136A066AE0E6}"/>
                  </a:ext>
                </a:extLst>
              </p:cNvPr>
              <p:cNvGrpSpPr/>
              <p:nvPr/>
            </p:nvGrpSpPr>
            <p:grpSpPr>
              <a:xfrm>
                <a:off x="1493794" y="1943957"/>
                <a:ext cx="9748784" cy="1365365"/>
                <a:chOff x="1493794" y="1943957"/>
                <a:chExt cx="9748784" cy="1365365"/>
              </a:xfrm>
            </p:grpSpPr>
            <p:sp>
              <p:nvSpPr>
                <p:cNvPr id="11" name="TextBox 28">
                  <a:extLst>
                    <a:ext uri="{FF2B5EF4-FFF2-40B4-BE49-F238E27FC236}">
                      <ns2:creationId id="{243081E1-1AA6-20B7-0543-6C8943300C90}"/>
                    </a:ext>
                  </a:extLst>
                </p:cNvPr>
                <p:cNvSpPr txBox="1"/>
                <p:nvPr/>
              </p:nvSpPr>
              <p:spPr>
                <a:xfrm>
                  <a:off x="2164525" y="1943957"/>
                  <a:ext cx="9078053" cy="136536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  <a:spcAft>
                      <a:spcPts val="400"/>
                    </a:spcAft>
                  </a:pPr>
                  <a:r>
                    <a:rPr lang="ja-JP" altLang="en-US" sz="2000" dirty="0">
                      <a:solidFill>
                        <a:srgbClr val="414141">
                          <a:lumMod val="100000"/>
                        </a:srgb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rgbClr val="414141">
                        <a:lumMod val="100000"/>
                      </a:srgb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  <a:p>
                  <a:pPr marL="446088" indent="-269875">
                    <a:lnSpc>
                      <a:spcPct val="100000"/>
                    </a:lnSpc>
                    <a:spcAft>
                      <a:spcPts val="200"/>
                    </a:spcAft>
                    <a:buClr>
                      <a:srgbClr val="FF645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  <a:p>
                  <a:pPr marL="446088" indent="-269875">
                    <a:lnSpc>
                      <a:spcPct val="100000"/>
                    </a:lnSpc>
                    <a:spcAft>
                      <a:spcPts val="200"/>
                    </a:spcAft>
                    <a:buClr>
                      <a:srgbClr val="FF645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  <a:p>
                  <a:pPr marL="446088" indent="-269875">
                    <a:lnSpc>
                      <a:spcPct val="100000"/>
                    </a:lnSpc>
                    <a:spcAft>
                      <a:spcPts val="200"/>
                    </a:spcAft>
                    <a:buClr>
                      <a:srgbClr val="FF6450"/>
                    </a:buClr>
                    <a:buFont typeface="Arial" panose="020B0604020202020204" pitchFamily="34" charset="0"/>
                    <a:buChar char="•"/>
                  </a:pP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(</a:t>
                  </a:r>
                  <a:r>
                    <a:rPr lang="ja-JP" altLang="en-US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)</a:t>
                  </a:r>
                  <a:endParaRPr lang="ja-JP" altLang="en-US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0" name="background">
                  <a:extLst>
                    <a:ext uri="{FF2B5EF4-FFF2-40B4-BE49-F238E27FC236}">
                      <ns2:creationId id="{E2499EE7-95DE-CE12-0F72-680A27350890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6"/>
                  </p:custDataLst>
                </p:nvPr>
              </p:nvSpPr>
              <p:spPr>
                <a:xfrm>
                  <a:off x="1493794" y="1978070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2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8" name="グループ化 27">
                <a:extLst>
                  <a:ext uri="{FF2B5EF4-FFF2-40B4-BE49-F238E27FC236}">
                    <ns2:creationId id="{8DDC6F81-3D25-208D-CB7B-B45A4A8B873B}"/>
                  </a:ext>
                </a:extLst>
              </p:cNvPr>
              <p:cNvGrpSpPr/>
              <p:nvPr/>
            </p:nvGrpSpPr>
            <p:grpSpPr>
              <a:xfrm>
                <a:off x="1442049" y="3426077"/>
                <a:ext cx="9800529" cy="442035"/>
                <a:chOff x="1442049" y="3426077"/>
                <a:chExt cx="9800529" cy="442035"/>
              </a:xfrm>
            </p:grpSpPr>
            <p:sp>
              <p:nvSpPr>
                <p:cNvPr id="12" name="TextBox 29">
                  <a:extLst>
                    <a:ext uri="{FF2B5EF4-FFF2-40B4-BE49-F238E27FC236}">
                      <ns2:creationId id="{D377F808-27AA-E039-2B53-4EF17730B8E2}"/>
                    </a:ext>
                  </a:extLst>
                </p:cNvPr>
                <p:cNvSpPr txBox="1"/>
                <p:nvPr/>
              </p:nvSpPr>
              <p:spPr>
                <a:xfrm>
                  <a:off x="2164525" y="342607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ROI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・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・</a:t>
                  </a:r>
                  <a:r>
                    <a:rPr lang="en-US" altLang="ja-JP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1" name="background">
                  <a:extLst>
                    <a:ext uri="{FF2B5EF4-FFF2-40B4-BE49-F238E27FC236}">
                      <ns2:creationId id="{BC746641-DB6D-3285-0264-7CC7D326EA69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5"/>
                  </p:custDataLst>
                </p:nvPr>
              </p:nvSpPr>
              <p:spPr>
                <a:xfrm>
                  <a:off x="1442049" y="3466119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3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29" name="グループ化 28">
                <a:extLst>
                  <a:ext uri="{FF2B5EF4-FFF2-40B4-BE49-F238E27FC236}">
                    <ns2:creationId id="{A8757BE5-E43C-9B1C-687B-59381D154E4B}"/>
                  </a:ext>
                </a:extLst>
              </p:cNvPr>
              <p:cNvGrpSpPr/>
              <p:nvPr/>
            </p:nvGrpSpPr>
            <p:grpSpPr>
              <a:xfrm>
                <a:off x="1442049" y="3984867"/>
                <a:ext cx="9800529" cy="442035"/>
                <a:chOff x="1442049" y="3984867"/>
                <a:chExt cx="9800529" cy="442035"/>
              </a:xfrm>
            </p:grpSpPr>
            <p:sp>
              <p:nvSpPr>
                <p:cNvPr id="13" name="TextBox 30">
                  <a:extLst>
                    <a:ext uri="{FF2B5EF4-FFF2-40B4-BE49-F238E27FC236}">
                      <ns2:creationId id="{06F7F57B-DE25-668B-F540-8CE68D28A1E6}"/>
                    </a:ext>
                  </a:extLst>
                </p:cNvPr>
                <p:cNvSpPr txBox="1"/>
                <p:nvPr/>
              </p:nvSpPr>
              <p:spPr>
                <a:xfrm>
                  <a:off x="2164525" y="398486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 algn="l">
                    <a:buClr>
                      <a:schemeClr val="accent1"/>
                    </a:buClr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kumimoji="1" lang="ja-JP" altLang="en-US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2" name="background">
                  <a:extLst>
                    <a:ext uri="{FF2B5EF4-FFF2-40B4-BE49-F238E27FC236}">
                      <ns2:creationId id="{ADF9259F-5742-1DFC-964A-1C302F977852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4"/>
                  </p:custDataLst>
                </p:nvPr>
              </p:nvSpPr>
              <p:spPr>
                <a:xfrm>
                  <a:off x="1442049" y="4024908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4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30" name="グループ化 29">
                <a:extLst>
                  <a:ext uri="{FF2B5EF4-FFF2-40B4-BE49-F238E27FC236}">
                    <ns2:creationId id="{1FE4F1BC-A8CD-D4BB-5F4E-93710EC21972}"/>
                  </a:ext>
                </a:extLst>
              </p:cNvPr>
              <p:cNvGrpSpPr/>
              <p:nvPr/>
            </p:nvGrpSpPr>
            <p:grpSpPr>
              <a:xfrm>
                <a:off x="1442049" y="4543657"/>
                <a:ext cx="9800529" cy="442035"/>
                <a:chOff x="1442049" y="4543657"/>
                <a:chExt cx="9800529" cy="442035"/>
              </a:xfrm>
            </p:grpSpPr>
            <p:sp>
              <p:nvSpPr>
                <p:cNvPr id="14" name="TextBox 31">
                  <a:extLst>
                    <a:ext uri="{FF2B5EF4-FFF2-40B4-BE49-F238E27FC236}">
                      <ns2:creationId id="{CD467AA2-38D2-6077-C8B7-4A12D35AFB05}"/>
                    </a:ext>
                  </a:extLst>
                </p:cNvPr>
                <p:cNvSpPr txBox="1"/>
                <p:nvPr/>
              </p:nvSpPr>
              <p:spPr>
                <a:xfrm>
                  <a:off x="2164525" y="454365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3" name="background">
                  <a:extLst>
                    <a:ext uri="{FF2B5EF4-FFF2-40B4-BE49-F238E27FC236}">
                      <ns2:creationId id="{EFA3EA34-B87A-92DB-9AD3-9DC2A4FF3704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3"/>
                  </p:custDataLst>
                </p:nvPr>
              </p:nvSpPr>
              <p:spPr>
                <a:xfrm>
                  <a:off x="1442049" y="4583697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5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31" name="グループ化 30">
                <a:extLst>
                  <a:ext uri="{FF2B5EF4-FFF2-40B4-BE49-F238E27FC236}">
                    <ns2:creationId id="{5E1D30B2-9F84-19C5-6915-DCF25D5B8F49}"/>
                  </a:ext>
                </a:extLst>
              </p:cNvPr>
              <p:cNvGrpSpPr/>
              <p:nvPr/>
            </p:nvGrpSpPr>
            <p:grpSpPr>
              <a:xfrm>
                <a:off x="1442049" y="5102447"/>
                <a:ext cx="9800529" cy="442035"/>
                <a:chOff x="1442049" y="5102447"/>
                <a:chExt cx="9800529" cy="442035"/>
              </a:xfrm>
            </p:grpSpPr>
            <p:sp>
              <p:nvSpPr>
                <p:cNvPr id="18" name="TextBox 31">
                  <a:extLst>
                    <a:ext uri="{FF2B5EF4-FFF2-40B4-BE49-F238E27FC236}">
                      <ns2:creationId id="{E1A23DFA-D0FE-FE4F-662D-54E213E5321E}"/>
                    </a:ext>
                  </a:extLst>
                </p:cNvPr>
                <p:cNvSpPr txBox="1"/>
                <p:nvPr/>
              </p:nvSpPr>
              <p:spPr>
                <a:xfrm>
                  <a:off x="2164525" y="5102447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  <a:endParaRPr lang="en-US" altLang="ja-JP" sz="2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endParaRPr>
                </a:p>
              </p:txBody>
            </p:sp>
            <p:sp>
              <p:nvSpPr>
                <p:cNvPr id="24" name="background">
                  <a:extLst>
                    <a:ext uri="{FF2B5EF4-FFF2-40B4-BE49-F238E27FC236}">
                      <ns2:creationId id="{CE09673B-DBED-681D-A6B8-6FADDBF702CF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2"/>
                  </p:custDataLst>
                </p:nvPr>
              </p:nvSpPr>
              <p:spPr>
                <a:xfrm>
                  <a:off x="1442049" y="5142486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6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  <p:grpSp>
            <p:nvGrpSpPr>
              <p:cNvPr id="32" name="グループ化 31">
                <a:extLst>
                  <a:ext uri="{FF2B5EF4-FFF2-40B4-BE49-F238E27FC236}">
                    <ns2:creationId id="{BEE9EE49-7D44-5435-8110-250B2CC411A8}"/>
                  </a:ext>
                </a:extLst>
              </p:cNvPr>
              <p:cNvGrpSpPr/>
              <p:nvPr/>
            </p:nvGrpSpPr>
            <p:grpSpPr>
              <a:xfrm>
                <a:off x="1442049" y="5661235"/>
                <a:ext cx="9800529" cy="442035"/>
                <a:chOff x="1442049" y="5661235"/>
                <a:chExt cx="9800529" cy="442035"/>
              </a:xfrm>
            </p:grpSpPr>
            <p:sp>
              <p:nvSpPr>
                <p:cNvPr id="19" name="TextBox 31">
                  <a:extLst>
                    <a:ext uri="{FF2B5EF4-FFF2-40B4-BE49-F238E27FC236}">
                      <ns2:creationId id="{6A9D9839-309F-FD0A-CF57-6A5F67960639}"/>
                    </a:ext>
                  </a:extLst>
                </p:cNvPr>
                <p:cNvSpPr txBox="1"/>
                <p:nvPr/>
              </p:nvSpPr>
              <p:spPr>
                <a:xfrm>
                  <a:off x="2164525" y="5661235"/>
                  <a:ext cx="9078053" cy="442035"/>
                </a:xfrm>
                <a:prstGeom prst="rect">
                  <a:avLst/>
                </a:prstGeom>
                <a:noFill/>
              </p:spPr>
              <p:txBody>
                <a:bodyPr wrap="none" lIns="36000" tIns="72000" rIns="36000" bIns="36000" rtlCol="0" anchor="ctr" anchorCtr="0">
                  <a:noAutofit/>
                </a:bodyPr>
                <a:lstStyle/>
                <a:p>
                  <a:pPr marL="36000">
                    <a:lnSpc>
                      <a:spcPct val="100000"/>
                    </a:lnSpc>
                  </a:pPr>
                  <a:r>
                    <a:rPr lang="ja-JP" altLang="en-US" sz="200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sp>
              <p:nvSpPr>
                <p:cNvPr id="25" name="background">
                  <a:extLst>
                    <a:ext uri="{FF2B5EF4-FFF2-40B4-BE49-F238E27FC236}">
                      <ns2:creationId id="{22A04D4D-FAA9-E61C-3BAB-4DD143C1E916}"/>
                    </a:ext>
                  </a:extLst>
                </p:cNvPr>
                <p:cNvSpPr>
                  <a:spLocks noChangeAspect="1"/>
                </p:cNvSpPr>
                <p:nvPr>
                  <p:custDataLst>
                    <p:tags r:id="rId1"/>
                  </p:custDataLst>
                </p:nvPr>
              </p:nvSpPr>
              <p:spPr>
                <a:xfrm>
                  <a:off x="1442049" y="5701277"/>
                  <a:ext cx="361950" cy="361950"/>
                </a:xfrm>
                <a:prstGeom prst="ellipse">
                  <a:avLst/>
                </a:prstGeom>
                <a:solidFill>
                  <a:srgbClr val="FF645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>
                    <a:buClr>
                      <a:schemeClr val="accent1"/>
                    </a:buClr>
                  </a:pPr>
                  <a:r>
                    <a:rPr lang="en-US" altLang="ja-JP" dirty="0">
                      <a:solidFill>
                        <a:schemeClr val="bg1"/>
                      </a:solidFill>
                      <a:latin typeface="Trebuchet MS" panose="020B0703020202090204" pitchFamily="34" charset="0"/>
                      <a:ea typeface="Meiryo" panose="020B0604030504040204" pitchFamily="34" charset="-128"/>
                    </a:rPr>
                    <a:t>7</a:t>
                  </a:r>
                  <a:endParaRPr lang="ja-JP" altLang="en-US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endParaRPr>
                </a:p>
              </p:txBody>
            </p:sp>
          </p:grpSp>
        </p:grpSp>
      </p:grpSp>
    </p:spTree>
    <p:extLst>
      <p:ext uri="{BB962C8B-B14F-4D97-AF65-F5344CB8AC3E}">
        <ns4:creationId val="4267992686"/>
      </p:ext>
    </p:extLst>
  </p:cSld>
  <p:clrMapOvr>
    <a:masterClrMapping/>
  </p:clrMapOvr>
</p:sld>
</file>

<file path=ppt/slides/slide406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406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90" name="グループ化 89">
            <a:extLst>
              <a:ext uri="{FF2B5EF4-FFF2-40B4-BE49-F238E27FC236}">
                <ns2:creationId id="{742990E6-251E-850E-0704-4E41E9BFD3DC}"/>
              </a:ext>
            </a:extLst>
          </p:cNvPr>
          <p:cNvGrpSpPr/>
          <p:nvPr/>
        </p:nvGrpSpPr>
        <p:grpSpPr>
          <a:xfrm>
            <a:off x="371475" y="1170854"/>
            <a:ext cx="11449050" cy="414335"/>
            <a:chOff x="371475" y="1170854"/>
            <a:chExt cx="11449050" cy="414335"/>
          </a:xfrm>
        </p:grpSpPr>
        <p:sp>
          <p:nvSpPr>
            <p:cNvPr id="4" name="テキスト ボックス 3">
              <a:extLst>
                <a:ext uri="{FF2B5EF4-FFF2-40B4-BE49-F238E27FC236}">
                  <ns2:creationId id="{2389367F-2800-478D-7C3B-1A06C7D92BFE}"/>
                </a:ext>
              </a:extLst>
            </p:cNvPr>
            <p:cNvSpPr txBox="1"/>
            <p:nvPr/>
          </p:nvSpPr>
          <p:spPr>
            <a:xfrm>
              <a:off x="371475" y="1170854"/>
              <a:ext cx="2815704" cy="414335"/>
            </a:xfrm>
            <a:prstGeom prst="roundRect">
              <a:avLst>
                <a:gd name="adj" fmla="val 8689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(</a:t>
              </a: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XX</a:t>
              </a:r>
              <a:r>
                <a:rPr kumimoji="1" lang="en-US" altLang="ja-JP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575757">
                      <a:lumMod val="75000"/>
                    </a:srgbClr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rPr>
                <a:t>) 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ns2:creationId id="{0D89BC73-45BC-4626-A5E5-CB298DDA8767}"/>
                </a:ext>
              </a:extLst>
            </p:cNvPr>
            <p:cNvSpPr txBox="1"/>
            <p:nvPr/>
          </p:nvSpPr>
          <p:spPr>
            <a:xfrm>
              <a:off x="3903587" y="1170854"/>
              <a:ext cx="2815704" cy="414335"/>
            </a:xfrm>
            <a:prstGeom prst="roundRect">
              <a:avLst>
                <a:gd name="adj" fmla="val 8689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GB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GB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)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14141">
                    <a:lumMod val="100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ns2:creationId id="{8C8830FD-A933-129A-F368-216C1A36040E}"/>
                </a:ext>
              </a:extLst>
            </p:cNvPr>
            <p:cNvSpPr txBox="1"/>
            <p:nvPr/>
          </p:nvSpPr>
          <p:spPr>
            <a:xfrm>
              <a:off x="6899820" y="1170854"/>
              <a:ext cx="4920705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ns2:creationId id="{F3A11C57-1B24-6BE0-747D-BFAA9603A01C}"/>
                </a:ext>
              </a:extLst>
            </p:cNvPr>
            <p:cNvSpPr txBox="1"/>
            <p:nvPr/>
          </p:nvSpPr>
          <p:spPr>
            <a:xfrm flipH="1">
              <a:off x="3367707" y="1170854"/>
              <a:ext cx="355352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kumimoji="1" lang="ja-JP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414141">
                      <a:lumMod val="100000"/>
                    </a:srgbClr>
                  </a:solidFill>
                  <a:effectLst/>
                  <a:uLnTx/>
                  <a:uFillTx/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14141">
                    <a:lumMod val="100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ns2:creationId id="{CFD55AB6-DAC8-C579-A90C-479B6031166A}"/>
              </a:ext>
            </a:extLst>
          </p:cNvPr>
          <p:cNvGrpSpPr/>
          <p:nvPr/>
        </p:nvGrpSpPr>
        <p:grpSpPr>
          <a:xfrm>
            <a:off x="3930793" y="1948543"/>
            <a:ext cx="7881001" cy="1777514"/>
            <a:chOff x="3930793" y="1948543"/>
            <a:chExt cx="7881001" cy="1777514"/>
          </a:xfrm>
        </p:grpSpPr>
        <p:sp>
          <p:nvSpPr>
            <p:cNvPr id="32" name="テキスト ボックス 31">
              <a:extLst>
                <a:ext uri="{FF2B5EF4-FFF2-40B4-BE49-F238E27FC236}">
                  <ns2:creationId id="{EF23731B-CD9B-1F58-5811-EC4F5FC9695D}"/>
                </a:ext>
              </a:extLst>
            </p:cNvPr>
            <p:cNvSpPr txBox="1"/>
            <p:nvPr/>
          </p:nvSpPr>
          <p:spPr>
            <a:xfrm>
              <a:off x="4056220" y="1969326"/>
              <a:ext cx="3145880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ns2:creationId id="{4F222ACC-E173-DDA2-C3B6-F3CDB1FE30DE}"/>
                </a:ext>
              </a:extLst>
            </p:cNvPr>
            <p:cNvSpPr txBox="1"/>
            <p:nvPr/>
          </p:nvSpPr>
          <p:spPr>
            <a:xfrm>
              <a:off x="10440286" y="1948543"/>
              <a:ext cx="1371508" cy="1508370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ns2:creationId id="{F4265F9D-E13A-492A-6643-C3172B64B7C8}"/>
                </a:ext>
              </a:extLst>
            </p:cNvPr>
            <p:cNvSpPr txBox="1"/>
            <p:nvPr/>
          </p:nvSpPr>
          <p:spPr>
            <a:xfrm>
              <a:off x="4059940" y="2401622"/>
              <a:ext cx="4337189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2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grpSp>
          <p:nvGrpSpPr>
            <p:cNvPr id="46" name="グループ化 45">
              <a:extLst>
                <a:ext uri="{FF2B5EF4-FFF2-40B4-BE49-F238E27FC236}">
                  <ns2:creationId id="{A02C83F7-A7A4-74B1-DF98-601DE0BC498E}"/>
                </a:ext>
              </a:extLst>
            </p:cNvPr>
            <p:cNvGrpSpPr/>
            <p:nvPr/>
          </p:nvGrpSpPr>
          <p:grpSpPr>
            <a:xfrm>
              <a:off x="3930793" y="2767798"/>
              <a:ext cx="4521752" cy="958259"/>
              <a:chOff x="4893221" y="2954043"/>
              <a:chExt cx="4337190" cy="1184886"/>
            </a:xfrm>
          </p:grpSpPr>
          <p:graphicFrame>
            <p:nvGraphicFramePr>
              <p:cNvPr id="44" name="グラフ 43">
                <a:extLst>
                  <a:ext uri="{FF2B5EF4-FFF2-40B4-BE49-F238E27FC236}">
                    <ns2:creationId id="{5344E6AF-FCFE-D915-12C0-A0715AD8A584}"/>
                  </a:ext>
                </a:extLst>
              </p:cNvPr>
              <p:cNvGraphicFramePr/>
              <p:nvPr/>
            </p:nvGraphicFramePr>
            <p:xfrm>
              <a:off x="4893221" y="2954043"/>
              <a:ext cx="4337190" cy="1184886"/>
            </p:xfrm>
            <a:graphic>
              <a:graphicData uri="http://schemas.openxmlformats.org/drawingml/2006/chart">
                <ns3:chart r:id="rId6"/>
              </a:graphicData>
            </a:graphic>
          </p:graphicFrame>
          <p:sp>
            <p:nvSpPr>
              <p:cNvPr id="45" name="テキスト ボックス 44">
                <a:extLst>
                  <a:ext uri="{FF2B5EF4-FFF2-40B4-BE49-F238E27FC236}">
                    <ns2:creationId id="{8FDDD6DD-7AFC-6762-8329-B3A655EB9633}"/>
                  </a:ext>
                </a:extLst>
              </p:cNvPr>
              <p:cNvSpPr txBox="1"/>
              <p:nvPr/>
            </p:nvSpPr>
            <p:spPr>
              <a:xfrm>
                <a:off x="5185055" y="3102415"/>
                <a:ext cx="1456430" cy="573492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</p:grpSp>
        <p:sp>
          <p:nvSpPr>
            <p:cNvPr id="47" name="三角形 60">
              <a:extLst>
                <a:ext uri="{FF2B5EF4-FFF2-40B4-BE49-F238E27FC236}">
                  <ns2:creationId id="{CDF2A8C1-8F1C-9A57-6ABD-D28E5A972935}"/>
                </a:ext>
              </a:extLst>
            </p:cNvPr>
            <p:cNvSpPr/>
            <p:nvPr/>
          </p:nvSpPr>
          <p:spPr>
            <a:xfrm rot="5400000">
              <a:off x="8256369" y="2743900"/>
              <a:ext cx="828000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ns2:creationId id="{7157415E-2EB8-6773-346A-53EAC3D906B2}"/>
                </a:ext>
              </a:extLst>
            </p:cNvPr>
            <p:cNvSpPr txBox="1"/>
            <p:nvPr/>
          </p:nvSpPr>
          <p:spPr>
            <a:xfrm>
              <a:off x="8922250" y="1948543"/>
              <a:ext cx="1442526" cy="1508370"/>
            </a:xfrm>
            <a:prstGeom prst="roundRect">
              <a:avLst>
                <a:gd name="adj" fmla="val 3743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108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40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95" name="グループ化 94">
            <a:extLst>
              <a:ext uri="{FF2B5EF4-FFF2-40B4-BE49-F238E27FC236}">
                <ns2:creationId id="{75F02E7C-E0C6-136F-DD09-90DCCAD6C06B}"/>
              </a:ext>
            </a:extLst>
          </p:cNvPr>
          <p:cNvGrpSpPr/>
          <p:nvPr/>
        </p:nvGrpSpPr>
        <p:grpSpPr>
          <a:xfrm>
            <a:off x="4056220" y="3972006"/>
            <a:ext cx="7755574" cy="2152789"/>
            <a:chOff x="4056220" y="3972006"/>
            <a:chExt cx="7755574" cy="2152789"/>
          </a:xfrm>
        </p:grpSpPr>
        <p:sp>
          <p:nvSpPr>
            <p:cNvPr id="48" name="テキスト ボックス 47">
              <a:extLst>
                <a:ext uri="{FF2B5EF4-FFF2-40B4-BE49-F238E27FC236}">
                  <ns2:creationId id="{0D0922BE-94C3-7ECF-D359-313FC0A67B3C}"/>
                </a:ext>
              </a:extLst>
            </p:cNvPr>
            <p:cNvSpPr txBox="1"/>
            <p:nvPr/>
          </p:nvSpPr>
          <p:spPr>
            <a:xfrm>
              <a:off x="4056220" y="3972006"/>
              <a:ext cx="4534483" cy="414335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LTV</a:t>
              </a: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49" name="テキスト ボックス 48">
              <a:extLst>
                <a:ext uri="{FF2B5EF4-FFF2-40B4-BE49-F238E27FC236}">
                  <ns2:creationId id="{4183ECF0-3A14-353D-5308-1BD8B5692C22}"/>
                </a:ext>
              </a:extLst>
            </p:cNvPr>
            <p:cNvSpPr txBox="1"/>
            <p:nvPr/>
          </p:nvSpPr>
          <p:spPr>
            <a:xfrm>
              <a:off x="6122129" y="4706655"/>
              <a:ext cx="266486" cy="266486"/>
            </a:xfrm>
            <a:prstGeom prst="rect">
              <a:avLst/>
            </a:prstGeom>
            <a:noFill/>
          </p:spPr>
          <p:txBody>
            <a:bodyPr wrap="square" lIns="0" tIns="36000" rIns="36000" bIns="0" rtlCol="0" anchor="ctr">
              <a:noAutofit/>
            </a:bodyPr>
            <a:lstStyle/>
            <a:p>
              <a:pPr algn="ctr" defTabSz="914377">
                <a:buClr>
                  <a:srgbClr val="046294"/>
                </a:buClr>
              </a:pPr>
              <a:r>
                <a:rPr lang="ja-JP" altLang="en-US" sz="3600" dirty="0">
                  <a:solidFill>
                    <a:srgbClr val="414141">
                      <a:lumMod val="100000"/>
                    </a:srgbClr>
                  </a:solidFill>
                  <a:latin typeface="Trebuchet MS" panose="020B0703020202090204" pitchFamily="34" charset="0"/>
                  <a:ea typeface="Meiryo" panose="020B0604030504040204" pitchFamily="34" charset="-128"/>
                  <a:cs typeface="Arial"/>
                  <a:sym typeface="Arial"/>
                </a:rPr>
                <a:t>XX</a:t>
              </a:r>
            </a:p>
          </p:txBody>
        </p:sp>
        <p:pic>
          <p:nvPicPr>
            <p:cNvPr id="50" name="図 49" descr="グラフィカル ユーザー インターフェイス, アプリケーション, Web サイト&#10;&#10;自動的に生成された説明">
              <a:extLst>
                <a:ext uri="{FF2B5EF4-FFF2-40B4-BE49-F238E27FC236}">
                  <ns2:creationId id="{E866D9AC-24F1-6367-3961-F8D157ABC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22639" y="4423514"/>
              <a:ext cx="828433" cy="832770"/>
            </a:xfrm>
            <a:prstGeom prst="rect">
              <a:avLst/>
            </a:prstGeom>
          </p:spPr>
        </p:pic>
        <p:pic>
          <p:nvPicPr>
            <p:cNvPr id="51" name="図 50" descr="グラフィカル ユーザー インターフェイス が含まれている画像&#10;&#10;自動的に生成された説明">
              <a:extLst>
                <a:ext uri="{FF2B5EF4-FFF2-40B4-BE49-F238E27FC236}">
                  <ns2:creationId id="{5B4EBAFF-DB7A-C8D3-12D2-AD969885E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059671" y="4423514"/>
              <a:ext cx="828433" cy="832770"/>
            </a:xfrm>
            <a:prstGeom prst="rect">
              <a:avLst/>
            </a:prstGeom>
          </p:spPr>
        </p:pic>
        <p:sp>
          <p:nvSpPr>
            <p:cNvPr id="54" name="テキスト ボックス 53">
              <a:extLst>
                <a:ext uri="{FF2B5EF4-FFF2-40B4-BE49-F238E27FC236}">
                  <ns2:creationId id="{82400B55-7D86-8145-F90F-43E7167230BE}"/>
                </a:ext>
              </a:extLst>
            </p:cNvPr>
            <p:cNvSpPr txBox="1"/>
            <p:nvPr/>
          </p:nvSpPr>
          <p:spPr>
            <a:xfrm>
              <a:off x="6482498" y="5341618"/>
              <a:ext cx="1982778" cy="414335"/>
            </a:xfrm>
            <a:prstGeom prst="rect">
              <a:avLst/>
            </a:prstGeom>
            <a:noFill/>
          </p:spPr>
          <p:txBody>
            <a:bodyPr wrap="square" lIns="360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en-US" altLang="ja-JP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(</a:t>
              </a:r>
              <a:r>
                <a:rPr lang="ja-JP" altLang="en-US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)</a:t>
              </a:r>
              <a:r>
                <a:rPr lang="ja-JP" altLang="en-US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 </a:t>
              </a:r>
              <a:br>
                <a:rPr lang="en-US" altLang="ja-JP" sz="10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55" name="吹き出し: 四角形 92">
              <a:extLst>
                <a:ext uri="{FF2B5EF4-FFF2-40B4-BE49-F238E27FC236}">
                  <ns2:creationId id="{145C18C0-861E-70CA-533B-C522E85AE113}"/>
                </a:ext>
              </a:extLst>
            </p:cNvPr>
            <p:cNvSpPr/>
            <p:nvPr/>
          </p:nvSpPr>
          <p:spPr>
            <a:xfrm>
              <a:off x="4056220" y="5816138"/>
              <a:ext cx="4409056" cy="308656"/>
            </a:xfrm>
            <a:prstGeom prst="rect">
              <a:avLst/>
            </a:prstGeom>
            <a:noFill/>
            <a:ln w="9525">
              <a:solidFill>
                <a:srgbClr val="F39C8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36000" rIns="36000" bIns="36000" rtlCol="0" anchor="ctr"/>
            <a:lstStyle/>
            <a:p>
              <a:pPr algn="ctr" defTabSz="914377">
                <a:buClr>
                  <a:srgbClr val="046294"/>
                </a:buClr>
              </a:pPr>
              <a:endParaRPr lang="ja-JP" altLang="en-US" sz="140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sym typeface="Arial"/>
              </a:endParaRPr>
            </a:p>
          </p:txBody>
        </p:sp>
        <p:sp>
          <p:nvSpPr>
            <p:cNvPr id="56" name="三角形 60">
              <a:extLst>
                <a:ext uri="{FF2B5EF4-FFF2-40B4-BE49-F238E27FC236}">
                  <ns2:creationId id="{50456730-2CD5-B9BC-FA13-A93BCE3B2206}"/>
                </a:ext>
              </a:extLst>
            </p:cNvPr>
            <p:cNvSpPr/>
            <p:nvPr/>
          </p:nvSpPr>
          <p:spPr>
            <a:xfrm rot="5400000">
              <a:off x="8256369" y="4958384"/>
              <a:ext cx="828000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ns2:creationId id="{E8187A3F-19C4-6106-D18D-7075D96E7C37}"/>
                </a:ext>
              </a:extLst>
            </p:cNvPr>
            <p:cNvSpPr txBox="1"/>
            <p:nvPr/>
          </p:nvSpPr>
          <p:spPr>
            <a:xfrm>
              <a:off x="8922251" y="3972007"/>
              <a:ext cx="1442526" cy="2152788"/>
            </a:xfrm>
            <a:prstGeom prst="roundRect">
              <a:avLst>
                <a:gd name="adj" fmla="val 3743"/>
              </a:avLst>
            </a:prstGeom>
            <a:solidFill>
              <a:srgbClr val="FF6450">
                <a:alpha val="10000"/>
              </a:srgbClr>
            </a:solidFill>
          </p:spPr>
          <p:txBody>
            <a:bodyPr wrap="square" lIns="72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LTV 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(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) 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58" name="テキスト ボックス 57">
              <a:extLst>
                <a:ext uri="{FF2B5EF4-FFF2-40B4-BE49-F238E27FC236}">
                  <ns2:creationId id="{AE2F60C0-AF0B-C283-F7C7-B6C6D6BA3FE9}"/>
                </a:ext>
              </a:extLst>
            </p:cNvPr>
            <p:cNvSpPr txBox="1"/>
            <p:nvPr/>
          </p:nvSpPr>
          <p:spPr>
            <a:xfrm>
              <a:off x="10440286" y="3972007"/>
              <a:ext cx="1371508" cy="2152788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b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</a:br>
              <a:r>
                <a:rPr lang="en-US" altLang="ja-JP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LTV</a:t>
              </a:r>
              <a:r>
                <a:rPr lang="ja-JP" altLang="en-US" sz="14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grpSp>
          <p:nvGrpSpPr>
            <p:cNvPr id="72" name="グループ化 71">
              <a:extLst>
                <a:ext uri="{FF2B5EF4-FFF2-40B4-BE49-F238E27FC236}">
                  <ns2:creationId id="{9116C897-9FEC-B5EE-94C9-4E22AB74FA91}"/>
                </a:ext>
              </a:extLst>
            </p:cNvPr>
            <p:cNvGrpSpPr/>
            <p:nvPr/>
          </p:nvGrpSpPr>
          <p:grpSpPr>
            <a:xfrm>
              <a:off x="4918488" y="5856166"/>
              <a:ext cx="2719108" cy="228600"/>
              <a:chOff x="4846580" y="6316964"/>
              <a:chExt cx="2719108" cy="228600"/>
            </a:xfrm>
          </p:grpSpPr>
          <p:sp>
            <p:nvSpPr>
              <p:cNvPr id="70" name="テキスト ボックス 69">
                <a:extLst>
                  <a:ext uri="{FF2B5EF4-FFF2-40B4-BE49-F238E27FC236}">
                    <ns2:creationId id="{2AFCB82F-563B-0A02-191F-4FDC025EF3DD}"/>
                  </a:ext>
                </a:extLst>
              </p:cNvPr>
              <p:cNvSpPr txBox="1"/>
              <p:nvPr/>
            </p:nvSpPr>
            <p:spPr>
              <a:xfrm flipH="1">
                <a:off x="5062699" y="6334620"/>
                <a:ext cx="355352" cy="193289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kumimoji="1" lang="ja-JP" alt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6450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ns2:creationId id="{7AF3A29D-E689-348C-E04F-850534C31C48}"/>
                  </a:ext>
                </a:extLst>
              </p:cNvPr>
              <p:cNvSpPr txBox="1"/>
              <p:nvPr/>
            </p:nvSpPr>
            <p:spPr>
              <a:xfrm flipH="1">
                <a:off x="5621688" y="6334620"/>
                <a:ext cx="1944000" cy="193289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defTabSz="914377">
                  <a:buClr>
                    <a:srgbClr val="046294"/>
                  </a:buClr>
                </a:pP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6</a:t>
                </a: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LTV</a:t>
                </a: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it-IT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1</a:t>
                </a:r>
                <a:r>
                  <a:rPr lang="en-GB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  <a:r>
                  <a:rPr lang="ja-JP" altLang="en-US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sym typeface="Arial"/>
                  </a:rPr>
                  <a:t>XX</a:t>
                </a:r>
              </a:p>
            </p:txBody>
          </p:sp>
          <p:sp>
            <p:nvSpPr>
              <p:cNvPr id="68" name="background">
                <a:extLst>
                  <a:ext uri="{FF2B5EF4-FFF2-40B4-BE49-F238E27FC236}">
                    <ns2:creationId id="{A25A32B4-00F3-7440-2A2E-995E85B1278C}"/>
                  </a:ext>
                </a:extLst>
              </p:cNvPr>
              <p:cNvSpPr>
                <a:spLocks noChangeAspec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4846580" y="6316964"/>
                <a:ext cx="228600" cy="228600"/>
              </a:xfrm>
              <a:prstGeom prst="ellipse">
                <a:avLst/>
              </a:prstGeom>
              <a:solidFill>
                <a:srgbClr val="FF645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2</a:t>
                </a:r>
                <a:endParaRPr lang="ja-JP" altLang="en-US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sp>
            <p:nvSpPr>
              <p:cNvPr id="69" name="background">
                <a:extLst>
                  <a:ext uri="{FF2B5EF4-FFF2-40B4-BE49-F238E27FC236}">
                    <ns2:creationId id="{2CF4CAFF-1BB4-C47A-709A-F9AB70EB6208}"/>
                  </a:ext>
                </a:extLst>
              </p:cNvPr>
              <p:cNvSpPr>
                <a:spLocks noChangeAspec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5405570" y="6316964"/>
                <a:ext cx="228600" cy="228600"/>
              </a:xfrm>
              <a:prstGeom prst="ellipse">
                <a:avLst/>
              </a:prstGeom>
              <a:solidFill>
                <a:srgbClr val="FF6450">
                  <a:alpha val="60000"/>
                </a:srgb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1</a:t>
                </a:r>
                <a:endParaRPr lang="ja-JP" altLang="en-US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  <p:sp>
          <p:nvSpPr>
            <p:cNvPr id="73" name="background">
              <a:extLst>
                <a:ext uri="{FF2B5EF4-FFF2-40B4-BE49-F238E27FC236}">
                  <ns2:creationId id="{B5246FB2-6C47-04AE-C8E5-EB59EB10BCC3}"/>
                </a:ext>
              </a:extLst>
            </p:cNvPr>
            <p:cNvSpPr>
              <a:spLocks noChangeAspect="1"/>
            </p:cNvSpPr>
            <p:nvPr>
              <p:custDataLst>
                <p:tags r:id="rId1"/>
              </p:custDataLst>
            </p:nvPr>
          </p:nvSpPr>
          <p:spPr>
            <a:xfrm>
              <a:off x="6526573" y="5434486"/>
              <a:ext cx="228600" cy="228600"/>
            </a:xfrm>
            <a:prstGeom prst="ellipse">
              <a:avLst/>
            </a:prstGeom>
            <a:solidFill>
              <a:srgbClr val="FF64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chemeClr val="accent1"/>
                </a:buClr>
              </a:pPr>
              <a:r>
                <a:rPr lang="en-US" altLang="ja-JP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rPr>
                <a:t>2</a:t>
              </a:r>
              <a:endParaRPr lang="ja-JP" altLang="en-US" sz="1100" dirty="0">
                <a:solidFill>
                  <a:schemeClr val="bg1"/>
                </a:solidFill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grpSp>
          <p:nvGrpSpPr>
            <p:cNvPr id="91" name="グループ化 90">
              <a:extLst>
                <a:ext uri="{FF2B5EF4-FFF2-40B4-BE49-F238E27FC236}">
                  <ns2:creationId id="{50628CAF-6808-C6D2-7D54-274E465C0BBC}"/>
                </a:ext>
              </a:extLst>
            </p:cNvPr>
            <p:cNvGrpSpPr/>
            <p:nvPr/>
          </p:nvGrpSpPr>
          <p:grpSpPr>
            <a:xfrm>
              <a:off x="4056220" y="5341618"/>
              <a:ext cx="2065908" cy="414335"/>
              <a:chOff x="3930794" y="5341618"/>
              <a:chExt cx="2065908" cy="414335"/>
            </a:xfrm>
          </p:grpSpPr>
          <p:sp>
            <p:nvSpPr>
              <p:cNvPr id="53" name="テキスト ボックス 52">
                <a:extLst>
                  <a:ext uri="{FF2B5EF4-FFF2-40B4-BE49-F238E27FC236}">
                    <ns2:creationId id="{0C789EE5-75B5-3021-A452-9E5C46BE706B}"/>
                  </a:ext>
                </a:extLst>
              </p:cNvPr>
              <p:cNvSpPr txBox="1"/>
              <p:nvPr/>
            </p:nvSpPr>
            <p:spPr>
              <a:xfrm>
                <a:off x="3930794" y="5341618"/>
                <a:ext cx="2065908" cy="414335"/>
              </a:xfrm>
              <a:prstGeom prst="rect">
                <a:avLst/>
              </a:prstGeom>
              <a:noFill/>
            </p:spPr>
            <p:txBody>
              <a:bodyPr wrap="square" lIns="32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br>
                  <a:rPr lang="en-US" altLang="ja-JP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</a:br>
                <a:r>
                  <a:rPr lang="en-US" altLang="ja-JP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(</a:t>
                </a:r>
                <a:r>
                  <a:rPr lang="ja-JP" altLang="en-US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en-US" altLang="ja-JP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)</a:t>
                </a:r>
                <a:r>
                  <a:rPr lang="ja-JP" altLang="en-US" sz="10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 </a:t>
                </a: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sp>
            <p:nvSpPr>
              <p:cNvPr id="74" name="background">
                <a:extLst>
                  <a:ext uri="{FF2B5EF4-FFF2-40B4-BE49-F238E27FC236}">
                    <ns2:creationId id="{BC062A3A-C5FB-304F-1089-5AF16425399A}"/>
                  </a:ext>
                </a:extLst>
              </p:cNvPr>
              <p:cNvSpPr>
                <a:spLocks noChangeAspec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3934067" y="5434486"/>
                <a:ext cx="228600" cy="228600"/>
              </a:xfrm>
              <a:prstGeom prst="ellipse">
                <a:avLst/>
              </a:prstGeom>
              <a:solidFill>
                <a:srgbClr val="FF6450">
                  <a:alpha val="60000"/>
                </a:srgb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lang="en-US" altLang="ja-JP" sz="1100" dirty="0">
                    <a:solidFill>
                      <a:schemeClr val="bg1"/>
                    </a:solidFill>
                    <a:latin typeface="Trebuchet MS" panose="020B0703020202090204" pitchFamily="34" charset="0"/>
                    <a:ea typeface="Meiryo" panose="020B0604030504040204" pitchFamily="34" charset="-128"/>
                  </a:rPr>
                  <a:t>1</a:t>
                </a:r>
                <a:endParaRPr lang="ja-JP" altLang="en-US" sz="1100" dirty="0">
                  <a:solidFill>
                    <a:schemeClr val="bg1"/>
                  </a:solidFill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</p:grpSp>
      </p:grpSp>
      <p:grpSp>
        <p:nvGrpSpPr>
          <p:cNvPr id="93" name="グループ化 92">
            <a:extLst>
              <a:ext uri="{FF2B5EF4-FFF2-40B4-BE49-F238E27FC236}">
                <ns2:creationId id="{787AF37B-ACF5-08DC-46C7-F8F53889EFE7}"/>
              </a:ext>
            </a:extLst>
          </p:cNvPr>
          <p:cNvGrpSpPr/>
          <p:nvPr/>
        </p:nvGrpSpPr>
        <p:grpSpPr>
          <a:xfrm>
            <a:off x="-508002" y="2038194"/>
            <a:ext cx="4229111" cy="4086600"/>
            <a:chOff x="-508002" y="2038194"/>
            <a:chExt cx="4229111" cy="4086600"/>
          </a:xfrm>
        </p:grpSpPr>
        <p:cxnSp>
          <p:nvCxnSpPr>
            <p:cNvPr id="10" name="Straight Connector 30">
              <a:extLst>
                <a:ext uri="{FF2B5EF4-FFF2-40B4-BE49-F238E27FC236}">
                  <ns2:creationId id="{663FDB9C-CB87-1C3B-F106-E4E1E41E8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986" y="2893671"/>
              <a:ext cx="1496599" cy="1131755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35">
              <a:extLst>
                <a:ext uri="{FF2B5EF4-FFF2-40B4-BE49-F238E27FC236}">
                  <ns2:creationId id="{9AFCBF88-0643-2E76-72F4-C6D590D654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00103" y="3939240"/>
              <a:ext cx="1491482" cy="1109419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1">
              <a:extLst>
                <a:ext uri="{FF2B5EF4-FFF2-40B4-BE49-F238E27FC236}">
                  <ns2:creationId id="{9A4F769B-FEDC-0822-0645-5F22C0F168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1585" y="2893671"/>
              <a:ext cx="492154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14">
              <a:extLst>
                <a:ext uri="{FF2B5EF4-FFF2-40B4-BE49-F238E27FC236}">
                  <ns2:creationId id="{CC1CBDEA-7C3A-2F4A-8BBF-11DF956A95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1585" y="5048659"/>
              <a:ext cx="492154" cy="0"/>
            </a:xfrm>
            <a:prstGeom prst="line">
              <a:avLst/>
            </a:prstGeom>
            <a:ln w="9525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" name="グラフィックス 16" descr="クリップボード: チェックマーク 単色塗りつぶし">
              <a:extLst>
                <a:ext uri="{FF2B5EF4-FFF2-40B4-BE49-F238E27FC236}">
                  <ns2:creationId id="{2BFAB6AC-B58C-D477-DA6D-BD4BE389A7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ns5:svgBlip r:embed="rId9"/>
                </a:ext>
              </a:extLst>
            </a:blip>
            <a:stretch>
              <a:fillRect/>
            </a:stretch>
          </p:blipFill>
          <p:spPr>
            <a:xfrm>
              <a:off x="817133" y="3495659"/>
              <a:ext cx="1052441" cy="1052441"/>
            </a:xfrm>
            <a:prstGeom prst="rect">
              <a:avLst/>
            </a:prstGeom>
          </p:spPr>
        </p:pic>
        <p:sp>
          <p:nvSpPr>
            <p:cNvPr id="17" name="楕円 2">
              <a:extLst>
                <a:ext uri="{FF2B5EF4-FFF2-40B4-BE49-F238E27FC236}">
                  <ns2:creationId id="{3964387F-F9AB-E54C-3157-16C22229DA1F}"/>
                </a:ext>
              </a:extLst>
            </p:cNvPr>
            <p:cNvSpPr/>
            <p:nvPr/>
          </p:nvSpPr>
          <p:spPr>
            <a:xfrm>
              <a:off x="-508002" y="2526911"/>
              <a:ext cx="2989936" cy="2989936"/>
            </a:xfrm>
            <a:prstGeom prst="arc">
              <a:avLst>
                <a:gd name="adj1" fmla="val 16200000"/>
                <a:gd name="adj2" fmla="val 5407509"/>
              </a:avLst>
            </a:prstGeom>
            <a:solidFill>
              <a:schemeClr val="bg1"/>
            </a:solidFill>
            <a:ln w="254000">
              <a:solidFill>
                <a:srgbClr val="F39C8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sp>
          <p:nvSpPr>
            <p:cNvPr id="18" name="Freeform 44">
              <a:extLst>
                <a:ext uri="{FF2B5EF4-FFF2-40B4-BE49-F238E27FC236}">
                  <ns2:creationId id="{740946E3-F840-427C-BCC6-848D05980D09}"/>
                </a:ext>
              </a:extLst>
            </p:cNvPr>
            <p:cNvSpPr/>
            <p:nvPr/>
          </p:nvSpPr>
          <p:spPr>
            <a:xfrm>
              <a:off x="980802" y="2620522"/>
              <a:ext cx="1401357" cy="2802715"/>
            </a:xfrm>
            <a:custGeom>
              <a:avLst/>
              <a:gdLst>
                <a:gd name="connsiteX0" fmla="*/ 0 w 1800000"/>
                <a:gd name="connsiteY0" fmla="*/ 0 h 3600000"/>
                <a:gd name="connsiteX1" fmla="*/ 1800000 w 1800000"/>
                <a:gd name="connsiteY1" fmla="*/ 1800000 h 3600000"/>
                <a:gd name="connsiteX2" fmla="*/ 0 w 1800000"/>
                <a:gd name="connsiteY2" fmla="*/ 360000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0000" h="3600000">
                  <a:moveTo>
                    <a:pt x="0" y="0"/>
                  </a:moveTo>
                  <a:cubicBezTo>
                    <a:pt x="994113" y="0"/>
                    <a:pt x="1800000" y="805887"/>
                    <a:pt x="1800000" y="1800000"/>
                  </a:cubicBezTo>
                  <a:cubicBezTo>
                    <a:pt x="1800000" y="2794113"/>
                    <a:pt x="994113" y="3600000"/>
                    <a:pt x="0" y="3600000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buClr>
                  <a:schemeClr val="accent1"/>
                </a:buClr>
              </a:pPr>
              <a:endParaRPr kumimoji="1" lang="ja-JP" altLang="en-US" dirty="0">
                <a:latin typeface="Trebuchet MS" panose="020B0703020202090204" pitchFamily="34" charset="0"/>
                <a:ea typeface="Meiryo" panose="020B0604030504040204" pitchFamily="34" charset="-128"/>
              </a:endParaRPr>
            </a:p>
          </p:txBody>
        </p:sp>
        <p:grpSp>
          <p:nvGrpSpPr>
            <p:cNvPr id="75" name="Group 97">
              <a:extLst>
                <a:ext uri="{FF2B5EF4-FFF2-40B4-BE49-F238E27FC236}">
                  <ns2:creationId id="{18C4B2DE-E711-0BBE-D848-3E348762F689}"/>
                </a:ext>
              </a:extLst>
            </p:cNvPr>
            <p:cNvGrpSpPr/>
            <p:nvPr/>
          </p:nvGrpSpPr>
          <p:grpSpPr>
            <a:xfrm>
              <a:off x="2762561" y="2472838"/>
              <a:ext cx="841666" cy="841666"/>
              <a:chOff x="5071132" y="1462267"/>
              <a:chExt cx="665854" cy="665854"/>
            </a:xfrm>
          </p:grpSpPr>
          <p:sp>
            <p:nvSpPr>
              <p:cNvPr id="76" name="楕円 3">
                <a:extLst>
                  <a:ext uri="{FF2B5EF4-FFF2-40B4-BE49-F238E27FC236}">
                    <ns2:creationId id="{AC48E137-E68F-C792-563E-8EA72F810562}"/>
                  </a:ext>
                </a:extLst>
              </p:cNvPr>
              <p:cNvSpPr/>
              <p:nvPr/>
            </p:nvSpPr>
            <p:spPr>
              <a:xfrm>
                <a:off x="5071132" y="1462267"/>
                <a:ext cx="665854" cy="665854"/>
              </a:xfrm>
              <a:prstGeom prst="ellipse">
                <a:avLst/>
              </a:prstGeom>
              <a:solidFill>
                <a:srgbClr val="FF6450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77" name="グラフィックス 76" descr="転送 単色塗りつぶし">
                <a:extLst>
                  <a:ext uri="{FF2B5EF4-FFF2-40B4-BE49-F238E27FC236}">
                    <ns2:creationId id="{E2BF01FB-F62C-9C29-419A-94CC84465F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0"/>
                  </a:ext>
                </a:extLst>
              </a:blip>
              <a:srcRect/>
              <a:stretch/>
            </p:blipFill>
            <p:spPr>
              <a:xfrm>
                <a:off x="5225924" y="1617058"/>
                <a:ext cx="356271" cy="356271"/>
              </a:xfrm>
              <a:prstGeom prst="rect">
                <a:avLst/>
              </a:prstGeom>
            </p:spPr>
          </p:pic>
        </p:grpSp>
        <p:cxnSp>
          <p:nvCxnSpPr>
            <p:cNvPr id="81" name="直線コネクタ 80">
              <a:extLst>
                <a:ext uri="{FF2B5EF4-FFF2-40B4-BE49-F238E27FC236}">
                  <ns2:creationId id="{D0D4C825-50DF-B4EA-5B1B-272C97FBE854}"/>
                </a:ext>
              </a:extLst>
            </p:cNvPr>
            <p:cNvCxnSpPr>
              <a:cxnSpLocks/>
            </p:cNvCxnSpPr>
            <p:nvPr/>
          </p:nvCxnSpPr>
          <p:spPr>
            <a:xfrm>
              <a:off x="3721109" y="2038194"/>
              <a:ext cx="0" cy="1581306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ns2:creationId id="{06571CE2-A7B3-AAC5-E177-41AA2C3C20D6}"/>
                </a:ext>
              </a:extLst>
            </p:cNvPr>
            <p:cNvCxnSpPr>
              <a:cxnSpLocks/>
            </p:cNvCxnSpPr>
            <p:nvPr/>
          </p:nvCxnSpPr>
          <p:spPr>
            <a:xfrm>
              <a:off x="3721109" y="3972006"/>
              <a:ext cx="0" cy="2152788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5" name="Group 145">
              <a:extLst>
                <a:ext uri="{FF2B5EF4-FFF2-40B4-BE49-F238E27FC236}">
                  <ns2:creationId id="{F7E5C742-0C16-9D7B-08BC-E1583670AC26}"/>
                </a:ext>
              </a:extLst>
            </p:cNvPr>
            <p:cNvGrpSpPr/>
            <p:nvPr/>
          </p:nvGrpSpPr>
          <p:grpSpPr>
            <a:xfrm>
              <a:off x="2762561" y="4627567"/>
              <a:ext cx="841666" cy="841666"/>
              <a:chOff x="5071132" y="1462267"/>
              <a:chExt cx="665854" cy="665854"/>
            </a:xfrm>
          </p:grpSpPr>
          <p:sp>
            <p:nvSpPr>
              <p:cNvPr id="86" name="楕円 3">
                <a:extLst>
                  <a:ext uri="{FF2B5EF4-FFF2-40B4-BE49-F238E27FC236}">
                    <ns2:creationId id="{4098DBB0-19D7-59BF-F97A-B826C414F356}"/>
                  </a:ext>
                </a:extLst>
              </p:cNvPr>
              <p:cNvSpPr/>
              <p:nvPr/>
            </p:nvSpPr>
            <p:spPr>
              <a:xfrm>
                <a:off x="5071132" y="1462267"/>
                <a:ext cx="665854" cy="665854"/>
              </a:xfrm>
              <a:prstGeom prst="ellipse">
                <a:avLst/>
              </a:prstGeom>
              <a:solidFill>
                <a:srgbClr val="F39C8E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pic>
            <p:nvPicPr>
              <p:cNvPr id="87" name="グラフィックス 26" descr="循環フローチャート 単色塗りつぶし">
                <a:extLst>
                  <a:ext uri="{FF2B5EF4-FFF2-40B4-BE49-F238E27FC236}">
                    <ns2:creationId id="{7B59AC39-6495-C322-9603-45416B76BE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1"/>
                  </a:ext>
                </a:extLst>
              </a:blip>
              <a:srcRect/>
              <a:stretch/>
            </p:blipFill>
            <p:spPr>
              <a:xfrm>
                <a:off x="5225924" y="1617059"/>
                <a:ext cx="356271" cy="356271"/>
              </a:xfrm>
              <a:prstGeom prst="rect">
                <a:avLst/>
              </a:prstGeom>
            </p:spPr>
          </p:pic>
        </p:grpSp>
        <p:grpSp>
          <p:nvGrpSpPr>
            <p:cNvPr id="92" name="グループ化 91">
              <a:extLst>
                <a:ext uri="{FF2B5EF4-FFF2-40B4-BE49-F238E27FC236}">
                  <ns2:creationId id="{5C1D8EEE-C651-6FD4-3A59-4068B4E004CD}"/>
                </a:ext>
              </a:extLst>
            </p:cNvPr>
            <p:cNvGrpSpPr/>
            <p:nvPr/>
          </p:nvGrpSpPr>
          <p:grpSpPr>
            <a:xfrm>
              <a:off x="380206" y="3147741"/>
              <a:ext cx="1748274" cy="1748274"/>
              <a:chOff x="380206" y="3147741"/>
              <a:chExt cx="1748274" cy="1748274"/>
            </a:xfrm>
          </p:grpSpPr>
          <p:sp>
            <p:nvSpPr>
              <p:cNvPr id="19" name="楕円 3">
                <a:extLst>
                  <a:ext uri="{FF2B5EF4-FFF2-40B4-BE49-F238E27FC236}">
                    <ns2:creationId id="{13CBDC05-49A9-C8CA-0336-E1BBB0D724E9}"/>
                  </a:ext>
                </a:extLst>
              </p:cNvPr>
              <p:cNvSpPr/>
              <p:nvPr/>
            </p:nvSpPr>
            <p:spPr>
              <a:xfrm>
                <a:off x="380206" y="3147741"/>
                <a:ext cx="1748274" cy="1748274"/>
              </a:xfrm>
              <a:prstGeom prst="ellipse">
                <a:avLst/>
              </a:prstGeom>
              <a:solidFill>
                <a:srgbClr val="FF6450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36000" tIns="648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r>
                  <a:rPr kumimoji="1" lang="ja-JP" altLang="en-US" sz="1600" dirty="0">
                    <a:latin typeface="Trebuchet MS" panose="020B070302020209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89" name="グラフィックス 88" descr="青写真 単色塗りつぶし">
                <a:extLst>
                  <a:ext uri="{FF2B5EF4-FFF2-40B4-BE49-F238E27FC236}">
                    <ns2:creationId id="{CFEBBB7E-7420-9F53-B7DF-CC6BEC217A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5:svgBlip r:embed="rId12"/>
                  </a:ext>
                </a:extLst>
              </a:blip>
              <a:stretch>
                <a:fillRect/>
              </a:stretch>
            </p:blipFill>
            <p:spPr>
              <a:xfrm>
                <a:off x="946586" y="3457797"/>
                <a:ext cx="615514" cy="61551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ns6:creationId val="3109147371"/>
      </p:ext>
    </p:extLst>
  </p:cSld>
  <p:clrMapOvr>
    <a:masterClrMapping/>
  </p:clrMapOvr>
</p:sld>
</file>

<file path=ppt/slides/slide407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72382"/>
            <a:ext cx="11449050" cy="407218"/>
          </a:xfrm>
        </p:spPr>
        <p:txBody>
          <a:bodyPr>
            <a:normAutofit fontScale="90000"/>
          </a:bodyPr>
          <a:lstStyle/>
          <a:p>
            <a:r>
              <a:rPr kumimoji="1" lang="ja-JP" altLang="en-US" sz="2350" dirty="0">
                <a:solidFill>
                  <a:srgbClr val="FF6450"/>
                </a:solidFill>
              </a:rPr>
              <a:t>XX</a:t>
            </a:r>
            <a:r>
              <a:rPr kumimoji="1" lang="en-US" altLang="ja-JP" sz="2350" dirty="0">
                <a:solidFill>
                  <a:srgbClr val="FF6450"/>
                </a:solidFill>
              </a:rPr>
              <a:t>(</a:t>
            </a:r>
            <a:r>
              <a:rPr kumimoji="1" lang="ja-JP" altLang="en-US" sz="2350" dirty="0">
                <a:solidFill>
                  <a:srgbClr val="FF6450"/>
                </a:solidFill>
              </a:rPr>
              <a:t>XX</a:t>
            </a:r>
            <a:r>
              <a:rPr kumimoji="1" lang="en-US" altLang="ja-JP" sz="2350" dirty="0">
                <a:solidFill>
                  <a:srgbClr val="FF6450"/>
                </a:solidFill>
              </a:rPr>
              <a:t>) </a:t>
            </a:r>
            <a:r>
              <a:rPr kumimoji="1" lang="ja-JP" altLang="en-US" sz="2350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407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11449049" cy="612129"/>
            <a:chOff x="371475" y="1199994"/>
            <a:chExt cx="11449049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099" y="1199994"/>
              <a:ext cx="11274425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600" dirty="0">
                <a:solidFill>
                  <a:srgbClr val="414141">
                    <a:lumMod val="100000"/>
                  </a:srgb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150" name="グループ化 149">
            <a:extLst>
              <a:ext uri="{FF2B5EF4-FFF2-40B4-BE49-F238E27FC236}">
                <ns2:creationId id="{7BD3C298-87BB-7D58-CA56-2792CD25A01A}"/>
              </a:ext>
            </a:extLst>
          </p:cNvPr>
          <p:cNvGrpSpPr/>
          <p:nvPr/>
        </p:nvGrpSpPr>
        <p:grpSpPr>
          <a:xfrm>
            <a:off x="371475" y="1896689"/>
            <a:ext cx="11449050" cy="4228596"/>
            <a:chOff x="371475" y="1896689"/>
            <a:chExt cx="11449050" cy="4228596"/>
          </a:xfrm>
        </p:grpSpPr>
        <p:grpSp>
          <p:nvGrpSpPr>
            <p:cNvPr id="132" name="グループ化 131">
              <a:extLst>
                <a:ext uri="{FF2B5EF4-FFF2-40B4-BE49-F238E27FC236}">
                  <ns2:creationId id="{FC73B98D-DDF1-033D-CA29-00EA0DD400B7}"/>
                </a:ext>
              </a:extLst>
            </p:cNvPr>
            <p:cNvGrpSpPr/>
            <p:nvPr/>
          </p:nvGrpSpPr>
          <p:grpSpPr>
            <a:xfrm>
              <a:off x="371475" y="1896689"/>
              <a:ext cx="3479361" cy="4228596"/>
              <a:chOff x="371475" y="1896689"/>
              <a:chExt cx="3479361" cy="4228596"/>
            </a:xfrm>
          </p:grpSpPr>
          <p:grpSp>
            <p:nvGrpSpPr>
              <p:cNvPr id="125" name="グループ化 124">
                <a:extLst>
                  <a:ext uri="{FF2B5EF4-FFF2-40B4-BE49-F238E27FC236}">
                    <ns2:creationId id="{42B38266-E34B-94C2-B50B-C6637F598A4E}"/>
                  </a:ext>
                </a:extLst>
              </p:cNvPr>
              <p:cNvGrpSpPr/>
              <p:nvPr/>
            </p:nvGrpSpPr>
            <p:grpSpPr>
              <a:xfrm>
                <a:off x="371475" y="4356596"/>
                <a:ext cx="3479360" cy="1768689"/>
                <a:chOff x="371475" y="4356596"/>
                <a:chExt cx="3479360" cy="1768689"/>
              </a:xfrm>
            </p:grpSpPr>
            <p:sp>
              <p:nvSpPr>
                <p:cNvPr id="105" name="四角形: 角を丸くする 104">
                  <a:extLst>
                    <a:ext uri="{FF2B5EF4-FFF2-40B4-BE49-F238E27FC236}">
                      <ns2:creationId id="{97A89544-1FE1-C353-52B8-356321CD03E6}"/>
                    </a:ext>
                  </a:extLst>
                </p:cNvPr>
                <p:cNvSpPr/>
                <p:nvPr/>
              </p:nvSpPr>
              <p:spPr>
                <a:xfrm>
                  <a:off x="371475" y="4356596"/>
                  <a:ext cx="3479360" cy="1768689"/>
                </a:xfrm>
                <a:prstGeom prst="roundRect">
                  <a:avLst>
                    <a:gd name="adj" fmla="val 5089"/>
                  </a:avLst>
                </a:prstGeom>
                <a:solidFill>
                  <a:srgbClr val="FF6450">
                    <a:alpha val="10000"/>
                  </a:srgbClr>
                </a:solidFill>
                <a:ln w="9525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grpSp>
              <p:nvGrpSpPr>
                <p:cNvPr id="112" name="グループ化 111">
                  <a:extLst>
                    <a:ext uri="{FF2B5EF4-FFF2-40B4-BE49-F238E27FC236}">
                      <ns2:creationId id="{F5DE8A11-1CC6-7296-0CFB-07BC558FB63C}"/>
                    </a:ext>
                  </a:extLst>
                </p:cNvPr>
                <p:cNvGrpSpPr/>
                <p:nvPr/>
              </p:nvGrpSpPr>
              <p:grpSpPr>
                <a:xfrm>
                  <a:off x="411235" y="4516746"/>
                  <a:ext cx="3399841" cy="1448389"/>
                  <a:chOff x="450994" y="4516746"/>
                  <a:chExt cx="3399841" cy="1448389"/>
                </a:xfrm>
              </p:grpSpPr>
              <p:sp>
                <p:nvSpPr>
                  <p:cNvPr id="25" name="テキスト ボックス 24">
                    <a:extLst>
                      <a:ext uri="{FF2B5EF4-FFF2-40B4-BE49-F238E27FC236}">
                        <ns2:creationId id="{2B45451C-5D12-E84A-FF8D-B38F16BC1360}"/>
                      </a:ext>
                    </a:extLst>
                  </p:cNvPr>
                  <p:cNvSpPr txBox="1"/>
                  <p:nvPr/>
                </p:nvSpPr>
                <p:spPr>
                  <a:xfrm>
                    <a:off x="1932709" y="4516746"/>
                    <a:ext cx="1918126" cy="1448389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72000" rIns="36000" bIns="36000" rtlCol="0" anchor="ctr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(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) 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endParaRPr kumimoji="0" lang="en-US" altLang="ja-JP" sz="1200" kern="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110" name="グループ化 109">
                    <a:extLst>
                      <a:ext uri="{FF2B5EF4-FFF2-40B4-BE49-F238E27FC236}">
                        <ns2:creationId id="{F7CC59C7-E2D7-229F-D0DA-0425D710EF8B}"/>
                      </a:ext>
                    </a:extLst>
                  </p:cNvPr>
                  <p:cNvGrpSpPr/>
                  <p:nvPr/>
                </p:nvGrpSpPr>
                <p:grpSpPr>
                  <a:xfrm>
                    <a:off x="450994" y="4615676"/>
                    <a:ext cx="1295978" cy="1250529"/>
                    <a:chOff x="450994" y="4752687"/>
                    <a:chExt cx="1295978" cy="1250529"/>
                  </a:xfrm>
                </p:grpSpPr>
                <p:pic>
                  <p:nvPicPr>
                    <p:cNvPr id="27" name="グラフィックス 26" descr="ユーザー 単色塗りつぶし">
                      <a:extLst>
                        <a:ext uri="{FF2B5EF4-FFF2-40B4-BE49-F238E27FC236}">
                          <ns2:creationId id="{0E5319E5-7CCF-8875-8A37-D40771061A2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42241" y="4752687"/>
                      <a:ext cx="513484" cy="513484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8" name="グラフィックス 27" descr="ビデオブログ 単色塗りつぶし">
                      <a:extLst>
                        <a:ext uri="{FF2B5EF4-FFF2-40B4-BE49-F238E27FC236}">
                          <ns2:creationId id="{97501977-FD6B-7B52-391A-93F0F98D46F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3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50994" y="5658006"/>
                      <a:ext cx="345210" cy="34521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" name="グラフィックス 28" descr="ドキュメント 単色塗りつぶし">
                      <a:extLst>
                        <a:ext uri="{FF2B5EF4-FFF2-40B4-BE49-F238E27FC236}">
                          <ns2:creationId id="{A6C663EC-3633-4366-81D0-DDBE44E49D4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4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926378" y="5658006"/>
                      <a:ext cx="345210" cy="34521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" name="グラフィックス 29" descr="スマート フォン 単色塗りつぶし">
                      <a:extLst>
                        <a:ext uri="{FF2B5EF4-FFF2-40B4-BE49-F238E27FC236}">
                          <ns2:creationId id="{FFE91AA7-110D-C493-236F-B5F20EDDDC5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ns3:svgBlip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401762" y="5658006"/>
                      <a:ext cx="345210" cy="345210"/>
                    </a:xfrm>
                    <a:prstGeom prst="rect">
                      <a:avLst/>
                    </a:prstGeom>
                  </p:spPr>
                </p:pic>
                <p:cxnSp>
                  <p:nvCxnSpPr>
                    <p:cNvPr id="37" name="コネクタ: カギ線 36">
                      <a:extLst>
                        <a:ext uri="{FF2B5EF4-FFF2-40B4-BE49-F238E27FC236}">
                          <ns2:creationId id="{35359A39-78F0-25FE-6CE9-31D23A4D577F}"/>
                        </a:ext>
                      </a:extLst>
                    </p:cNvPr>
                    <p:cNvCxnSpPr>
                      <a:cxnSpLocks/>
                      <a:stCxn id="27" idx="2"/>
                      <a:endCxn id="28" idx="0"/>
                    </p:cNvCxnSpPr>
                    <p:nvPr/>
                  </p:nvCxnSpPr>
                  <p:spPr>
                    <a:xfrm rot="5400000">
                      <a:off x="665374" y="5224396"/>
                      <a:ext cx="391835" cy="475384"/>
                    </a:xfrm>
                    <a:prstGeom prst="bentConnector3">
                      <a:avLst>
                        <a:gd name="adj1" fmla="val 50000"/>
                      </a:avLst>
                    </a:prstGeom>
                    <a:ln w="9525">
                      <a:solidFill>
                        <a:schemeClr val="tx1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9" name="コネクタ: カギ線 38">
                      <a:extLst>
                        <a:ext uri="{FF2B5EF4-FFF2-40B4-BE49-F238E27FC236}">
                          <ns2:creationId id="{581C4EC1-7216-D5EA-176C-303C60CB263C}"/>
                        </a:ext>
                      </a:extLst>
                    </p:cNvPr>
                    <p:cNvCxnSpPr>
                      <a:cxnSpLocks/>
                      <a:stCxn id="27" idx="2"/>
                      <a:endCxn id="30" idx="0"/>
                    </p:cNvCxnSpPr>
                    <p:nvPr/>
                  </p:nvCxnSpPr>
                  <p:spPr>
                    <a:xfrm rot="16200000" flipH="1">
                      <a:off x="1140758" y="5224396"/>
                      <a:ext cx="391835" cy="475384"/>
                    </a:xfrm>
                    <a:prstGeom prst="bentConnector3">
                      <a:avLst>
                        <a:gd name="adj1" fmla="val 50000"/>
                      </a:avLst>
                    </a:prstGeom>
                    <a:ln w="9525">
                      <a:solidFill>
                        <a:schemeClr val="tx1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コネクタ: カギ線 42">
                      <a:extLst>
                        <a:ext uri="{FF2B5EF4-FFF2-40B4-BE49-F238E27FC236}">
                          <ns2:creationId id="{ED4EFAF2-1273-3071-939E-8318CA8AD40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99382" y="5254515"/>
                      <a:ext cx="0" cy="403491"/>
                    </a:xfrm>
                    <a:prstGeom prst="straightConnector1">
                      <a:avLst/>
                    </a:prstGeom>
                    <a:ln w="9525">
                      <a:solidFill>
                        <a:schemeClr val="tx1">
                          <a:lumMod val="75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  <p:grpSp>
            <p:nvGrpSpPr>
              <p:cNvPr id="131" name="グループ化 130">
                <a:extLst>
                  <a:ext uri="{FF2B5EF4-FFF2-40B4-BE49-F238E27FC236}">
                    <ns2:creationId id="{3DC05A6C-8D6B-BF1A-A54A-8DCAF7A285BD}"/>
                  </a:ext>
                </a:extLst>
              </p:cNvPr>
              <p:cNvGrpSpPr/>
              <p:nvPr/>
            </p:nvGrpSpPr>
            <p:grpSpPr>
              <a:xfrm>
                <a:off x="371476" y="1896689"/>
                <a:ext cx="3479360" cy="2408611"/>
                <a:chOff x="371476" y="1896689"/>
                <a:chExt cx="3479360" cy="2408611"/>
              </a:xfrm>
            </p:grpSpPr>
            <p:sp>
              <p:nvSpPr>
                <p:cNvPr id="21" name="ホームベース 91">
                  <a:extLst>
                    <a:ext uri="{FF2B5EF4-FFF2-40B4-BE49-F238E27FC236}">
                      <ns2:creationId id="{52404C75-025C-1A57-A3BA-C033C03E7481}"/>
                    </a:ext>
                  </a:extLst>
                </p:cNvPr>
                <p:cNvSpPr/>
                <p:nvPr/>
              </p:nvSpPr>
              <p:spPr>
                <a:xfrm rot="5400000">
                  <a:off x="1117093" y="1571558"/>
                  <a:ext cx="1988125" cy="3479360"/>
                </a:xfrm>
                <a:prstGeom prst="homePlate">
                  <a:avLst>
                    <a:gd name="adj" fmla="val 15429"/>
                  </a:avLst>
                </a:prstGeom>
                <a:noFill/>
                <a:ln w="19050">
                  <a:solidFill>
                    <a:srgbClr val="FF64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72000" tIns="28800" rIns="28800" bIns="288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</p:txBody>
            </p:sp>
            <p:grpSp>
              <p:nvGrpSpPr>
                <p:cNvPr id="113" name="Group 97">
                  <a:extLst>
                    <a:ext uri="{FF2B5EF4-FFF2-40B4-BE49-F238E27FC236}">
                      <ns2:creationId id="{3EFFD0CD-05A3-705D-16B5-FE87C8DC36A1}"/>
                    </a:ext>
                  </a:extLst>
                </p:cNvPr>
                <p:cNvGrpSpPr/>
                <p:nvPr/>
              </p:nvGrpSpPr>
              <p:grpSpPr>
                <a:xfrm>
                  <a:off x="1802962" y="1896689"/>
                  <a:ext cx="616386" cy="616386"/>
                  <a:chOff x="5071132" y="1462267"/>
                  <a:chExt cx="665854" cy="665854"/>
                </a:xfrm>
              </p:grpSpPr>
              <p:sp>
                <p:nvSpPr>
                  <p:cNvPr id="114" name="楕円 3">
                    <a:extLst>
                      <a:ext uri="{FF2B5EF4-FFF2-40B4-BE49-F238E27FC236}">
                        <ns2:creationId id="{7265EE2A-1FED-BA22-CDA5-4AA325CBE02B}"/>
                      </a:ext>
                    </a:extLst>
                  </p:cNvPr>
                  <p:cNvSpPr/>
                  <p:nvPr/>
                </p:nvSpPr>
                <p:spPr>
                  <a:xfrm>
                    <a:off x="5071132" y="1462267"/>
                    <a:ext cx="665854" cy="665854"/>
                  </a:xfrm>
                  <a:prstGeom prst="ellipse">
                    <a:avLst/>
                  </a:prstGeom>
                  <a:solidFill>
                    <a:srgbClr val="FF6450"/>
                  </a:solidFill>
                  <a:ln w="1905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dirty="0"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pic>
                <p:nvPicPr>
                  <p:cNvPr id="115" name="グラフィックス 114" descr="シャッフル 単色塗りつぶし">
                    <a:extLst>
                      <a:ext uri="{FF2B5EF4-FFF2-40B4-BE49-F238E27FC236}">
                        <ns2:creationId id="{03EC8CAC-6CBA-7636-A2CE-C3D84A7AE32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6"/>
                      </a:ext>
                    </a:extLst>
                  </a:blip>
                  <a:srcRect/>
                  <a:stretch/>
                </p:blipFill>
                <p:spPr>
                  <a:xfrm>
                    <a:off x="5225924" y="1617058"/>
                    <a:ext cx="356271" cy="356271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33" name="グループ化 132">
              <a:extLst>
                <a:ext uri="{FF2B5EF4-FFF2-40B4-BE49-F238E27FC236}">
                  <ns2:creationId id="{A0EF99F4-C8BC-8693-6100-CB38BBF6F8DA}"/>
                </a:ext>
              </a:extLst>
            </p:cNvPr>
            <p:cNvGrpSpPr/>
            <p:nvPr/>
          </p:nvGrpSpPr>
          <p:grpSpPr>
            <a:xfrm>
              <a:off x="4356318" y="1896689"/>
              <a:ext cx="3479363" cy="4228596"/>
              <a:chOff x="4356318" y="1896689"/>
              <a:chExt cx="3479363" cy="4228596"/>
            </a:xfrm>
          </p:grpSpPr>
          <p:grpSp>
            <p:nvGrpSpPr>
              <p:cNvPr id="124" name="グループ化 123">
                <a:extLst>
                  <a:ext uri="{FF2B5EF4-FFF2-40B4-BE49-F238E27FC236}">
                    <ns2:creationId id="{16CDD659-FDA4-F22B-2C15-B8018D9837A6}"/>
                  </a:ext>
                </a:extLst>
              </p:cNvPr>
              <p:cNvGrpSpPr/>
              <p:nvPr/>
            </p:nvGrpSpPr>
            <p:grpSpPr>
              <a:xfrm>
                <a:off x="4356318" y="4356596"/>
                <a:ext cx="3479360" cy="1768689"/>
                <a:chOff x="4356318" y="4356596"/>
                <a:chExt cx="3479360" cy="1768689"/>
              </a:xfrm>
            </p:grpSpPr>
            <p:sp>
              <p:nvSpPr>
                <p:cNvPr id="106" name="四角形: 角を丸くする 105">
                  <a:extLst>
                    <a:ext uri="{FF2B5EF4-FFF2-40B4-BE49-F238E27FC236}">
                      <ns2:creationId id="{25A3AA91-6261-BE70-A59D-A1DD1E1E2B73}"/>
                    </a:ext>
                  </a:extLst>
                </p:cNvPr>
                <p:cNvSpPr/>
                <p:nvPr/>
              </p:nvSpPr>
              <p:spPr>
                <a:xfrm>
                  <a:off x="4356318" y="4356596"/>
                  <a:ext cx="3479360" cy="1768689"/>
                </a:xfrm>
                <a:prstGeom prst="roundRect">
                  <a:avLst>
                    <a:gd name="adj" fmla="val 5089"/>
                  </a:avLst>
                </a:prstGeom>
                <a:solidFill>
                  <a:srgbClr val="FF6450">
                    <a:alpha val="10000"/>
                  </a:srgbClr>
                </a:solidFill>
                <a:ln w="9525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75757">
                        <a:lumMod val="75000"/>
                      </a:srgb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</p:txBody>
            </p:sp>
            <p:grpSp>
              <p:nvGrpSpPr>
                <p:cNvPr id="111" name="グループ化 110">
                  <a:extLst>
                    <a:ext uri="{FF2B5EF4-FFF2-40B4-BE49-F238E27FC236}">
                      <ns2:creationId id="{E70A7F72-22EE-50B0-7332-376038B6BB84}"/>
                    </a:ext>
                  </a:extLst>
                </p:cNvPr>
                <p:cNvGrpSpPr/>
                <p:nvPr/>
              </p:nvGrpSpPr>
              <p:grpSpPr>
                <a:xfrm>
                  <a:off x="4575485" y="4516746"/>
                  <a:ext cx="3041025" cy="1448389"/>
                  <a:chOff x="4607616" y="4516746"/>
                  <a:chExt cx="3041025" cy="1448389"/>
                </a:xfrm>
              </p:grpSpPr>
              <p:grpSp>
                <p:nvGrpSpPr>
                  <p:cNvPr id="109" name="グループ化 108">
                    <a:extLst>
                      <a:ext uri="{FF2B5EF4-FFF2-40B4-BE49-F238E27FC236}">
                        <ns2:creationId id="{53C97EF4-F87A-C4D1-F539-DF3479A3C429}"/>
                      </a:ext>
                    </a:extLst>
                  </p:cNvPr>
                  <p:cNvGrpSpPr/>
                  <p:nvPr/>
                </p:nvGrpSpPr>
                <p:grpSpPr>
                  <a:xfrm>
                    <a:off x="4607616" y="4575465"/>
                    <a:ext cx="801232" cy="1330951"/>
                    <a:chOff x="4576443" y="4794335"/>
                    <a:chExt cx="801232" cy="1330951"/>
                  </a:xfrm>
                </p:grpSpPr>
                <p:pic>
                  <p:nvPicPr>
                    <p:cNvPr id="62" name="Google Shape;582;p65">
                      <a:extLst>
                        <a:ext uri="{FF2B5EF4-FFF2-40B4-BE49-F238E27FC236}">
                          <ns2:creationId id="{86960274-1885-C07E-2FC8-7D95E1F70E68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7"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635678" y="4794335"/>
                      <a:ext cx="682762" cy="2150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63" name="Google Shape;583;p65">
                      <a:extLst>
                        <a:ext uri="{FF2B5EF4-FFF2-40B4-BE49-F238E27FC236}">
                          <ns2:creationId id="{AE31F2E4-C081-F1EC-3A60-94602699CF2A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8"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601847" y="5172614"/>
                      <a:ext cx="750424" cy="161517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64" name="Google Shape;585;p65">
                      <a:extLst>
                        <a:ext uri="{FF2B5EF4-FFF2-40B4-BE49-F238E27FC236}">
                          <ns2:creationId id="{F1A5C950-85B2-E144-D003-7EA15812B700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9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601846" y="5497316"/>
                      <a:ext cx="750426" cy="22064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65" name="Google Shape;586;p65">
                      <a:extLst>
                        <a:ext uri="{FF2B5EF4-FFF2-40B4-BE49-F238E27FC236}">
                          <ns2:creationId id="{47D15913-9221-EA15-6A6F-8DD03CDB6940}"/>
                        </a:ext>
                      </a:extLst>
                    </p:cNvPr>
                    <p:cNvPicPr preferRelativeResize="0"/>
                    <p:nvPr/>
                  </p:nvPicPr>
                  <p:blipFill>
                    <a:blip r:embed="rId10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alphaModFix/>
                    </a:blip>
                    <a:stretch>
                      <a:fillRect/>
                    </a:stretch>
                  </p:blipFill>
                  <p:spPr>
                    <a:xfrm>
                      <a:off x="4576443" y="5881145"/>
                      <a:ext cx="801232" cy="2441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</p:grpSp>
              <p:sp>
                <p:nvSpPr>
                  <p:cNvPr id="67" name="テキスト ボックス 66">
                    <a:extLst>
                      <a:ext uri="{FF2B5EF4-FFF2-40B4-BE49-F238E27FC236}">
                        <ns2:creationId id="{540BFDDF-D87C-7822-DEBC-CC76DD768230}"/>
                      </a:ext>
                    </a:extLst>
                  </p:cNvPr>
                  <p:cNvSpPr txBox="1"/>
                  <p:nvPr/>
                </p:nvSpPr>
                <p:spPr>
                  <a:xfrm>
                    <a:off x="5635154" y="4516746"/>
                    <a:ext cx="2013487" cy="1448389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72000" rIns="36000" bIns="36000" rtlCol="0" anchor="ctr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rgbClr val="00000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</a:p>
                </p:txBody>
              </p:sp>
            </p:grpSp>
          </p:grpSp>
          <p:grpSp>
            <p:nvGrpSpPr>
              <p:cNvPr id="130" name="グループ化 129">
                <a:extLst>
                  <a:ext uri="{FF2B5EF4-FFF2-40B4-BE49-F238E27FC236}">
                    <ns2:creationId id="{12F8018B-6BA3-E8DE-55BA-2DA5E33BE9BA}"/>
                  </a:ext>
                </a:extLst>
              </p:cNvPr>
              <p:cNvGrpSpPr/>
              <p:nvPr/>
            </p:nvGrpSpPr>
            <p:grpSpPr>
              <a:xfrm>
                <a:off x="4356321" y="1896689"/>
                <a:ext cx="3479360" cy="2408611"/>
                <a:chOff x="4356321" y="1896689"/>
                <a:chExt cx="3479360" cy="2408611"/>
              </a:xfrm>
            </p:grpSpPr>
            <p:sp>
              <p:nvSpPr>
                <p:cNvPr id="22" name="ホームベース 91">
                  <a:extLst>
                    <a:ext uri="{FF2B5EF4-FFF2-40B4-BE49-F238E27FC236}">
                      <ns2:creationId id="{A623812E-EAC8-1233-4590-9D6137D3710D}"/>
                    </a:ext>
                  </a:extLst>
                </p:cNvPr>
                <p:cNvSpPr/>
                <p:nvPr/>
              </p:nvSpPr>
              <p:spPr>
                <a:xfrm rot="5400000">
                  <a:off x="5101939" y="1571558"/>
                  <a:ext cx="1988124" cy="3479360"/>
                </a:xfrm>
                <a:prstGeom prst="homePlate">
                  <a:avLst>
                    <a:gd name="adj" fmla="val 15429"/>
                  </a:avLst>
                </a:prstGeom>
                <a:noFill/>
                <a:ln w="19050">
                  <a:solidFill>
                    <a:srgbClr val="FF64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72000" tIns="28800" rIns="28800" bIns="288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</p:txBody>
            </p:sp>
            <p:grpSp>
              <p:nvGrpSpPr>
                <p:cNvPr id="117" name="Group 97">
                  <a:extLst>
                    <a:ext uri="{FF2B5EF4-FFF2-40B4-BE49-F238E27FC236}">
                      <ns2:creationId id="{6115F164-D0ED-CE76-ED76-6BB3F6489381}"/>
                    </a:ext>
                  </a:extLst>
                </p:cNvPr>
                <p:cNvGrpSpPr/>
                <p:nvPr/>
              </p:nvGrpSpPr>
              <p:grpSpPr>
                <a:xfrm>
                  <a:off x="5787806" y="1896689"/>
                  <a:ext cx="616386" cy="616386"/>
                  <a:chOff x="5071132" y="1462267"/>
                  <a:chExt cx="665854" cy="665854"/>
                </a:xfrm>
              </p:grpSpPr>
              <p:sp>
                <p:nvSpPr>
                  <p:cNvPr id="118" name="楕円 3">
                    <a:extLst>
                      <a:ext uri="{FF2B5EF4-FFF2-40B4-BE49-F238E27FC236}">
                        <ns2:creationId id="{C7E909E0-BE84-3729-0E54-C668A894F6F6}"/>
                      </a:ext>
                    </a:extLst>
                  </p:cNvPr>
                  <p:cNvSpPr/>
                  <p:nvPr/>
                </p:nvSpPr>
                <p:spPr>
                  <a:xfrm>
                    <a:off x="5071132" y="1462267"/>
                    <a:ext cx="665854" cy="665854"/>
                  </a:xfrm>
                  <a:prstGeom prst="ellipse">
                    <a:avLst/>
                  </a:prstGeom>
                  <a:solidFill>
                    <a:srgbClr val="FF6450"/>
                  </a:solidFill>
                  <a:ln w="1905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dirty="0"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pic>
                <p:nvPicPr>
                  <p:cNvPr id="119" name="グラフィックス 118" descr="アイデア 単色塗りつぶし">
                    <a:extLst>
                      <a:ext uri="{FF2B5EF4-FFF2-40B4-BE49-F238E27FC236}">
                        <ns2:creationId id="{697AF004-0993-78C2-9D3E-606C44064A3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1"/>
                      </a:ext>
                    </a:extLst>
                  </a:blip>
                  <a:srcRect/>
                  <a:stretch/>
                </p:blipFill>
                <p:spPr>
                  <a:xfrm>
                    <a:off x="5225924" y="1617058"/>
                    <a:ext cx="356271" cy="356271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49" name="グループ化 148">
              <a:extLst>
                <a:ext uri="{FF2B5EF4-FFF2-40B4-BE49-F238E27FC236}">
                  <ns2:creationId id="{B2E32105-A5ED-ABE6-4F1E-CB82250BFEEE}"/>
                </a:ext>
              </a:extLst>
            </p:cNvPr>
            <p:cNvGrpSpPr/>
            <p:nvPr/>
          </p:nvGrpSpPr>
          <p:grpSpPr>
            <a:xfrm>
              <a:off x="8341161" y="1896689"/>
              <a:ext cx="3479364" cy="4228596"/>
              <a:chOff x="8341161" y="1896689"/>
              <a:chExt cx="3479364" cy="4228596"/>
            </a:xfrm>
          </p:grpSpPr>
          <p:grpSp>
            <p:nvGrpSpPr>
              <p:cNvPr id="129" name="グループ化 128">
                <a:extLst>
                  <a:ext uri="{FF2B5EF4-FFF2-40B4-BE49-F238E27FC236}">
                    <ns2:creationId id="{EFE5780D-F807-57B6-BD56-5749CEDC3950}"/>
                  </a:ext>
                </a:extLst>
              </p:cNvPr>
              <p:cNvGrpSpPr/>
              <p:nvPr/>
            </p:nvGrpSpPr>
            <p:grpSpPr>
              <a:xfrm>
                <a:off x="8341165" y="1896689"/>
                <a:ext cx="3479360" cy="2408612"/>
                <a:chOff x="8341165" y="1896689"/>
                <a:chExt cx="3479360" cy="2408612"/>
              </a:xfrm>
            </p:grpSpPr>
            <p:sp>
              <p:nvSpPr>
                <p:cNvPr id="23" name="ホームベース 91">
                  <a:extLst>
                    <a:ext uri="{FF2B5EF4-FFF2-40B4-BE49-F238E27FC236}">
                      <ns2:creationId id="{995E386F-77EE-FBED-5BFD-CFFFD2138422}"/>
                    </a:ext>
                  </a:extLst>
                </p:cNvPr>
                <p:cNvSpPr/>
                <p:nvPr/>
              </p:nvSpPr>
              <p:spPr>
                <a:xfrm rot="5400000">
                  <a:off x="9086783" y="1571560"/>
                  <a:ext cx="1988123" cy="3479360"/>
                </a:xfrm>
                <a:prstGeom prst="homePlate">
                  <a:avLst>
                    <a:gd name="adj" fmla="val 15429"/>
                  </a:avLst>
                </a:prstGeom>
                <a:noFill/>
                <a:ln w="19050">
                  <a:solidFill>
                    <a:srgbClr val="FF64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72000" tIns="28800" rIns="28800" bIns="288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endParaRPr kumimoji="1" lang="en-US" altLang="ja-JP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endParaRP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GDPR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  <a:p>
                  <a:pPr marL="285750" marR="0" lvl="0" indent="-20955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600"/>
                    </a:spcAft>
                    <a:buClr>
                      <a:srgbClr val="FF645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  <a:br>
                    <a:rPr kumimoji="1" lang="en-US" altLang="ja-JP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</a:br>
                  <a:r>
                    <a:rPr kumimoji="1" lang="ja-JP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>
                          <a:lumMod val="75000"/>
                        </a:scheme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rPr>
                    <a:t>XX</a:t>
                  </a:r>
                </a:p>
              </p:txBody>
            </p:sp>
            <p:grpSp>
              <p:nvGrpSpPr>
                <p:cNvPr id="120" name="Group 97">
                  <a:extLst>
                    <a:ext uri="{FF2B5EF4-FFF2-40B4-BE49-F238E27FC236}">
                      <ns2:creationId id="{8C906519-F49D-1629-FF8D-EF7D426F539C}"/>
                    </a:ext>
                  </a:extLst>
                </p:cNvPr>
                <p:cNvGrpSpPr/>
                <p:nvPr/>
              </p:nvGrpSpPr>
              <p:grpSpPr>
                <a:xfrm>
                  <a:off x="9772652" y="1896689"/>
                  <a:ext cx="616386" cy="616386"/>
                  <a:chOff x="5071132" y="1462267"/>
                  <a:chExt cx="665854" cy="665854"/>
                </a:xfrm>
              </p:grpSpPr>
              <p:sp>
                <p:nvSpPr>
                  <p:cNvPr id="121" name="楕円 3">
                    <a:extLst>
                      <a:ext uri="{FF2B5EF4-FFF2-40B4-BE49-F238E27FC236}">
                        <ns2:creationId id="{4E5B3A36-DCE5-F351-EB34-631BF183DB95}"/>
                      </a:ext>
                    </a:extLst>
                  </p:cNvPr>
                  <p:cNvSpPr/>
                  <p:nvPr/>
                </p:nvSpPr>
                <p:spPr>
                  <a:xfrm>
                    <a:off x="5071132" y="1462267"/>
                    <a:ext cx="665854" cy="665854"/>
                  </a:xfrm>
                  <a:prstGeom prst="ellipse">
                    <a:avLst/>
                  </a:prstGeom>
                  <a:solidFill>
                    <a:srgbClr val="FF6450"/>
                  </a:solidFill>
                  <a:ln w="1905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>
                      <a:buClr>
                        <a:schemeClr val="accent1"/>
                      </a:buClr>
                    </a:pPr>
                    <a:endParaRPr kumimoji="1" lang="ja-JP" altLang="en-US" dirty="0">
                      <a:latin typeface="Trebuchet MS" panose="020B0703020202090204" pitchFamily="34" charset="0"/>
                      <a:ea typeface="Meiryo" panose="020B0604030504040204" pitchFamily="34" charset="-128"/>
                    </a:endParaRPr>
                  </a:p>
                </p:txBody>
              </p:sp>
              <p:pic>
                <p:nvPicPr>
                  <p:cNvPr id="122" name="グラフィックス 121" descr="イラストレーター 単色塗りつぶし">
                    <a:extLst>
                      <a:ext uri="{FF2B5EF4-FFF2-40B4-BE49-F238E27FC236}">
                        <ns2:creationId id="{E0D9A125-62E6-400F-AC48-E2A3B80FBD2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2"/>
                      </a:ext>
                    </a:extLst>
                  </a:blip>
                  <a:srcRect/>
                  <a:stretch/>
                </p:blipFill>
                <p:spPr>
                  <a:xfrm>
                    <a:off x="5225924" y="1617058"/>
                    <a:ext cx="356271" cy="356271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148" name="グループ化 147">
                <a:extLst>
                  <a:ext uri="{FF2B5EF4-FFF2-40B4-BE49-F238E27FC236}">
                    <ns2:creationId id="{12ECF924-0A3B-50A4-F70C-184702DFC1ED}"/>
                  </a:ext>
                </a:extLst>
              </p:cNvPr>
              <p:cNvGrpSpPr/>
              <p:nvPr/>
            </p:nvGrpSpPr>
            <p:grpSpPr>
              <a:xfrm>
                <a:off x="8341161" y="4356596"/>
                <a:ext cx="3479363" cy="1768689"/>
                <a:chOff x="8341161" y="4356596"/>
                <a:chExt cx="3479363" cy="1768689"/>
              </a:xfrm>
            </p:grpSpPr>
            <p:grpSp>
              <p:nvGrpSpPr>
                <p:cNvPr id="123" name="グループ化 122">
                  <a:extLst>
                    <a:ext uri="{FF2B5EF4-FFF2-40B4-BE49-F238E27FC236}">
                      <ns2:creationId id="{423E81CA-FFCE-A39E-00CA-EA1154072FB3}"/>
                    </a:ext>
                  </a:extLst>
                </p:cNvPr>
                <p:cNvGrpSpPr/>
                <p:nvPr/>
              </p:nvGrpSpPr>
              <p:grpSpPr>
                <a:xfrm>
                  <a:off x="8341161" y="4356596"/>
                  <a:ext cx="3479363" cy="1768689"/>
                  <a:chOff x="8341161" y="4356596"/>
                  <a:chExt cx="3479363" cy="1768689"/>
                </a:xfrm>
              </p:grpSpPr>
              <p:sp>
                <p:nvSpPr>
                  <p:cNvPr id="107" name="四角形: 角を丸くする 106">
                    <a:extLst>
                      <a:ext uri="{FF2B5EF4-FFF2-40B4-BE49-F238E27FC236}">
                        <ns2:creationId id="{B23F2314-19F6-D922-D557-DD8031EDEB51}"/>
                      </a:ext>
                    </a:extLst>
                  </p:cNvPr>
                  <p:cNvSpPr/>
                  <p:nvPr/>
                </p:nvSpPr>
                <p:spPr>
                  <a:xfrm>
                    <a:off x="8341161" y="4356596"/>
                    <a:ext cx="3479360" cy="1768689"/>
                  </a:xfrm>
                  <a:prstGeom prst="roundRect">
                    <a:avLst>
                      <a:gd name="adj" fmla="val 5089"/>
                    </a:avLst>
                  </a:prstGeom>
                  <a:solidFill>
                    <a:srgbClr val="FF6450">
                      <a:alpha val="10000"/>
                    </a:srgbClr>
                  </a:solidFill>
                  <a:ln w="9525">
                    <a:noFill/>
                    <a:prstDash val="soli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575757">
                          <a:lumMod val="75000"/>
                        </a:srgbClr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sp>
                <p:nvSpPr>
                  <p:cNvPr id="78" name="テキスト ボックス 77">
                    <a:extLst>
                      <a:ext uri="{FF2B5EF4-FFF2-40B4-BE49-F238E27FC236}">
                        <ns2:creationId id="{F688A01B-EF6B-10F0-7B30-DAAC5B588701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6152" y="4516746"/>
                    <a:ext cx="1774372" cy="1448389"/>
                  </a:xfrm>
                  <a:prstGeom prst="rect">
                    <a:avLst/>
                  </a:prstGeom>
                  <a:noFill/>
                </p:spPr>
                <p:txBody>
                  <a:bodyPr wrap="square" lIns="36000" tIns="72000" rIns="36000" bIns="36000" rtlCol="0" anchor="ctr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br>
                      <a:rPr kumimoji="0" lang="en-US" altLang="ja-JP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</a:b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endParaRPr kumimoji="0" lang="en-US" altLang="ja-JP" sz="1200" kern="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endParaRPr>
                  </a:p>
                  <a:p>
                    <a:pPr defTabSz="1219170">
                      <a:lnSpc>
                        <a:spcPct val="110000"/>
                      </a:lnSpc>
                      <a:buClr>
                        <a:srgbClr val="046294"/>
                      </a:buClr>
                    </a:pPr>
                    <a:r>
                      <a:rPr kumimoji="0" lang="en-US" altLang="ja-JP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(</a:t>
                    </a:r>
                    <a:r>
                      <a:rPr kumimoji="0" lang="ja-JP" altLang="en-US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r>
                      <a:rPr kumimoji="0" lang="en-US" altLang="ja-JP" sz="1200" kern="0" dirty="0">
                        <a:solidFill>
                          <a:srgbClr val="FF6450"/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) </a:t>
                    </a:r>
                    <a:r>
                      <a:rPr kumimoji="0" lang="ja-JP" altLang="en-US" sz="12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Arial"/>
                        <a:sym typeface="Arial"/>
                      </a:rPr>
                      <a:t>XX</a:t>
                    </a:r>
                    <a:endParaRPr kumimoji="0" lang="en-US" altLang="ja-JP" sz="1200" kern="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147" name="グループ化 146">
                  <a:extLst>
                    <a:ext uri="{FF2B5EF4-FFF2-40B4-BE49-F238E27FC236}">
                      <ns2:creationId id="{D46A9BA5-17A2-7B07-43EE-FC2BBAA5ADCB}"/>
                    </a:ext>
                  </a:extLst>
                </p:cNvPr>
                <p:cNvGrpSpPr/>
                <p:nvPr/>
              </p:nvGrpSpPr>
              <p:grpSpPr>
                <a:xfrm>
                  <a:off x="8452668" y="4494493"/>
                  <a:ext cx="1413484" cy="1492895"/>
                  <a:chOff x="8452668" y="4494493"/>
                  <a:chExt cx="1413484" cy="1492895"/>
                </a:xfrm>
              </p:grpSpPr>
              <p:sp>
                <p:nvSpPr>
                  <p:cNvPr id="136" name="円/楕円 36">
                    <a:extLst>
                      <a:ext uri="{FF2B5EF4-FFF2-40B4-BE49-F238E27FC236}">
                        <ns2:creationId id="{1FFF2151-BA18-B839-CF37-D50BB5379F5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979411" y="4494493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sp>
                <p:nvSpPr>
                  <p:cNvPr id="137" name="円/楕円 36">
                    <a:extLst>
                      <a:ext uri="{FF2B5EF4-FFF2-40B4-BE49-F238E27FC236}">
                        <ns2:creationId id="{2C224267-82A1-62DD-B699-F8A4441385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979411" y="5627388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pic>
                <p:nvPicPr>
                  <p:cNvPr id="138" name="グラフィックス 137" descr="人工知能 単色塗りつぶし">
                    <a:extLst>
                      <a:ext uri="{FF2B5EF4-FFF2-40B4-BE49-F238E27FC236}">
                        <ns2:creationId id="{D9A689AD-58D5-3CDB-5375-1A44018568D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ns3:svgBlip r:embed="rId13"/>
                      </a:ext>
                    </a:extLst>
                  </a:blip>
                  <a:srcRect/>
                  <a:stretch/>
                </p:blipFill>
                <p:spPr>
                  <a:xfrm>
                    <a:off x="8902668" y="4984199"/>
                    <a:ext cx="513484" cy="513484"/>
                  </a:xfrm>
                  <a:prstGeom prst="rect">
                    <a:avLst/>
                  </a:prstGeom>
                </p:spPr>
              </p:pic>
              <p:sp>
                <p:nvSpPr>
                  <p:cNvPr id="139" name="円/楕円 36">
                    <a:extLst>
                      <a:ext uri="{FF2B5EF4-FFF2-40B4-BE49-F238E27FC236}">
                        <ns2:creationId id="{43DDD885-C622-EC4B-CAC1-6CE1A940E5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506152" y="5060941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0" name="円/楕円 36">
                    <a:extLst>
                      <a:ext uri="{FF2B5EF4-FFF2-40B4-BE49-F238E27FC236}">
                        <ns2:creationId id="{FED6F1BC-003E-7F01-A625-3DBC05A0A9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452668" y="5060941"/>
                    <a:ext cx="360000" cy="360000"/>
                  </a:xfrm>
                  <a:prstGeom prst="ellipse">
                    <a:avLst/>
                  </a:prstGeom>
                  <a:solidFill>
                    <a:schemeClr val="bg1"/>
                  </a:solidFill>
                  <a:ln w="9525">
                    <a:solidFill>
                      <a:srgbClr val="FF64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46294"/>
                      </a:buClr>
                      <a:buSzTx/>
                      <a:buFontTx/>
                      <a:buNone/>
                      <a:tabLst/>
                      <a:defRPr/>
                    </a:pPr>
                    <a:r>
                      <a:rPr kumimoji="1" lang="en-US" altLang="ja-JP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6450"/>
                        </a:solidFill>
                        <a:effectLst/>
                        <a:uLnTx/>
                        <a:uFillTx/>
                        <a:latin typeface="Trebuchet MS" panose="020B0703020202090204" pitchFamily="34" charset="0"/>
                        <a:ea typeface="Meiryo" panose="020B0604030504040204" pitchFamily="34" charset="-128"/>
                        <a:cs typeface="+mn-cs"/>
                      </a:rPr>
                      <a:t>XX</a:t>
                    </a:r>
                    <a:endParaRPr kumimoji="1" lang="ja-JP" alt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6450"/>
                      </a:solidFill>
                      <a:effectLst/>
                      <a:uLnTx/>
                      <a:uFillTx/>
                      <a:latin typeface="Trebuchet MS" panose="020B0703020202090204" pitchFamily="34" charset="0"/>
                      <a:ea typeface="Meiryo" panose="020B0604030504040204" pitchFamily="34" charset="-128"/>
                      <a:cs typeface="+mn-cs"/>
                    </a:endParaRPr>
                  </a:p>
                </p:txBody>
              </p:sp>
              <p:cxnSp>
                <p:nvCxnSpPr>
                  <p:cNvPr id="141" name="コネクタ: カギ線 140">
                    <a:extLst>
                      <a:ext uri="{FF2B5EF4-FFF2-40B4-BE49-F238E27FC236}">
                        <ns2:creationId id="{C7429DA5-5B13-39EB-25AA-C2283D7D712D}"/>
                      </a:ext>
                    </a:extLst>
                  </p:cNvPr>
                  <p:cNvCxnSpPr>
                    <a:cxnSpLocks/>
                    <a:stCxn id="136" idx="6"/>
                    <a:endCxn id="139" idx="0"/>
                  </p:cNvCxnSpPr>
                  <p:nvPr/>
                </p:nvCxnSpPr>
                <p:spPr>
                  <a:xfrm>
                    <a:off x="9339411" y="4674493"/>
                    <a:ext cx="346741" cy="386448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コネクタ: カギ線 141">
                    <a:extLst>
                      <a:ext uri="{FF2B5EF4-FFF2-40B4-BE49-F238E27FC236}">
                        <ns2:creationId id="{0E4263DF-832D-62E5-AC08-541C05676932}"/>
                      </a:ext>
                    </a:extLst>
                  </p:cNvPr>
                  <p:cNvCxnSpPr>
                    <a:cxnSpLocks/>
                    <a:stCxn id="139" idx="4"/>
                    <a:endCxn id="137" idx="6"/>
                  </p:cNvCxnSpPr>
                  <p:nvPr/>
                </p:nvCxnSpPr>
                <p:spPr>
                  <a:xfrm rot="5400000">
                    <a:off x="9319559" y="5440794"/>
                    <a:ext cx="386447" cy="346741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コネクタ: カギ線 142">
                    <a:extLst>
                      <a:ext uri="{FF2B5EF4-FFF2-40B4-BE49-F238E27FC236}">
                        <ns2:creationId id="{161440AA-860D-ADCA-0265-42FD88373381}"/>
                      </a:ext>
                    </a:extLst>
                  </p:cNvPr>
                  <p:cNvCxnSpPr>
                    <a:cxnSpLocks/>
                    <a:stCxn id="137" idx="2"/>
                    <a:endCxn id="140" idx="4"/>
                  </p:cNvCxnSpPr>
                  <p:nvPr/>
                </p:nvCxnSpPr>
                <p:spPr>
                  <a:xfrm rot="10800000">
                    <a:off x="8632669" y="5420942"/>
                    <a:ext cx="346743" cy="386447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コネクタ: カギ線 143">
                    <a:extLst>
                      <a:ext uri="{FF2B5EF4-FFF2-40B4-BE49-F238E27FC236}">
                        <ns2:creationId id="{FC5D5142-D6DF-CF67-C1C7-27EA77D85631}"/>
                      </a:ext>
                    </a:extLst>
                  </p:cNvPr>
                  <p:cNvCxnSpPr>
                    <a:cxnSpLocks/>
                    <a:stCxn id="140" idx="0"/>
                    <a:endCxn id="136" idx="2"/>
                  </p:cNvCxnSpPr>
                  <p:nvPr/>
                </p:nvCxnSpPr>
                <p:spPr>
                  <a:xfrm rot="5400000" flipH="1" flipV="1">
                    <a:off x="8612815" y="4694346"/>
                    <a:ext cx="386448" cy="346743"/>
                  </a:xfrm>
                  <a:prstGeom prst="bentConnector2">
                    <a:avLst/>
                  </a:prstGeom>
                  <a:ln w="9525">
                    <a:solidFill>
                      <a:schemeClr val="tx1">
                        <a:lumMod val="7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</p:spTree>
    <p:extLst>
      <p:ext uri="{BB962C8B-B14F-4D97-AF65-F5344CB8AC3E}">
        <ns5:creationId val="376133733"/>
      </p:ext>
    </p:extLst>
  </p:cSld>
  <p:clrMapOvr>
    <a:masterClrMapping/>
  </p:clrMapOvr>
</p:sld>
</file>

<file path=ppt/slides/slide408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408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8747125" cy="612129"/>
            <a:chOff x="371475" y="1199994"/>
            <a:chExt cx="8747125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100" y="1199994"/>
              <a:ext cx="8572500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en-US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191" name="グループ化 190">
            <a:extLst>
              <a:ext uri="{FF2B5EF4-FFF2-40B4-BE49-F238E27FC236}">
                <ns2:creationId id="{48BBA5B7-CE71-4C5B-0A62-F558A9A9EA54}"/>
              </a:ext>
            </a:extLst>
          </p:cNvPr>
          <p:cNvGrpSpPr/>
          <p:nvPr/>
        </p:nvGrpSpPr>
        <p:grpSpPr>
          <a:xfrm>
            <a:off x="9118600" y="1160463"/>
            <a:ext cx="2690310" cy="741560"/>
            <a:chOff x="9263575" y="1127186"/>
            <a:chExt cx="2545335" cy="741560"/>
          </a:xfrm>
        </p:grpSpPr>
        <p:sp>
          <p:nvSpPr>
            <p:cNvPr id="12" name="四角形: 角を丸くする 11">
              <a:extLst>
                <a:ext uri="{FF2B5EF4-FFF2-40B4-BE49-F238E27FC236}">
                  <ns2:creationId id="{B16A1A2F-0FDF-C440-F6CE-586E38149E25}"/>
                </a:ext>
              </a:extLst>
            </p:cNvPr>
            <p:cNvSpPr/>
            <p:nvPr/>
          </p:nvSpPr>
          <p:spPr>
            <a:xfrm>
              <a:off x="9263575" y="1256616"/>
              <a:ext cx="2545335" cy="612130"/>
            </a:xfrm>
            <a:prstGeom prst="roundRect">
              <a:avLst>
                <a:gd name="adj" fmla="val 5089"/>
              </a:avLst>
            </a:prstGeom>
            <a:noFill/>
            <a:ln w="9525">
              <a:solidFill>
                <a:srgbClr val="FF645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13" name="矢印: 五方向 69">
              <a:extLst>
                <a:ext uri="{FF2B5EF4-FFF2-40B4-BE49-F238E27FC236}">
                  <ns2:creationId id="{76F7DCE6-99F1-4957-F641-AA81A1B01940}"/>
                </a:ext>
              </a:extLst>
            </p:cNvPr>
            <p:cNvSpPr/>
            <p:nvPr/>
          </p:nvSpPr>
          <p:spPr>
            <a:xfrm>
              <a:off x="9506779" y="1127186"/>
              <a:ext cx="2058929" cy="258859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r>
                <a:rPr lang="ja-JP" altLang="en-US" sz="105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05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ns2:creationId id="{DFB0892B-B55B-6908-4751-4C973F085F60}"/>
                </a:ext>
              </a:extLst>
            </p:cNvPr>
            <p:cNvGrpSpPr/>
            <p:nvPr/>
          </p:nvGrpSpPr>
          <p:grpSpPr>
            <a:xfrm>
              <a:off x="9379187" y="1414213"/>
              <a:ext cx="2314113" cy="378995"/>
              <a:chOff x="5417877" y="3837058"/>
              <a:chExt cx="2979962" cy="378995"/>
            </a:xfrm>
          </p:grpSpPr>
          <p:sp>
            <p:nvSpPr>
              <p:cNvPr id="16" name="矢印: 五方向 8">
                <a:extLst>
                  <a:ext uri="{FF2B5EF4-FFF2-40B4-BE49-F238E27FC236}">
                    <ns2:creationId id="{F3CE6328-14E9-F866-B162-2C17789EAECE}"/>
                  </a:ext>
                </a:extLst>
              </p:cNvPr>
              <p:cNvSpPr/>
              <p:nvPr/>
            </p:nvSpPr>
            <p:spPr>
              <a:xfrm>
                <a:off x="7549369" y="3840471"/>
                <a:ext cx="848470" cy="3721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" name="矢印: 五方向 70">
                <a:extLst>
                  <a:ext uri="{FF2B5EF4-FFF2-40B4-BE49-F238E27FC236}">
                    <ns2:creationId id="{E092D344-CAE7-AB2C-5E9A-879B45E3A86A}"/>
                  </a:ext>
                </a:extLst>
              </p:cNvPr>
              <p:cNvSpPr/>
              <p:nvPr/>
            </p:nvSpPr>
            <p:spPr>
              <a:xfrm>
                <a:off x="6482292" y="3838080"/>
                <a:ext cx="851134" cy="37695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" name="矢印: 五方向 69">
                <a:extLst>
                  <a:ext uri="{FF2B5EF4-FFF2-40B4-BE49-F238E27FC236}">
                    <ns2:creationId id="{7BD0A202-0D51-E9F2-F499-4544E43A05AE}"/>
                  </a:ext>
                </a:extLst>
              </p:cNvPr>
              <p:cNvSpPr/>
              <p:nvPr/>
            </p:nvSpPr>
            <p:spPr>
              <a:xfrm>
                <a:off x="5417877" y="3837058"/>
                <a:ext cx="848470" cy="378995"/>
              </a:xfrm>
              <a:prstGeom prst="rect">
                <a:avLst/>
              </a:prstGeom>
              <a:solidFill>
                <a:srgbClr val="FF645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0" tIns="72000" rIns="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" name="三角形 60">
                <a:extLst>
                  <a:ext uri="{FF2B5EF4-FFF2-40B4-BE49-F238E27FC236}">
                    <ns2:creationId id="{D83F10A6-8A75-6A48-E995-7CDC1E77CC2B}"/>
                  </a:ext>
                </a:extLst>
              </p:cNvPr>
              <p:cNvSpPr/>
              <p:nvPr/>
            </p:nvSpPr>
            <p:spPr>
              <a:xfrm rot="5400000">
                <a:off x="6281884" y="3975429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24" name="三角形 60">
                <a:extLst>
                  <a:ext uri="{FF2B5EF4-FFF2-40B4-BE49-F238E27FC236}">
                    <ns2:creationId id="{259FB310-0D1E-9480-209B-96CFCE585DCA}"/>
                  </a:ext>
                </a:extLst>
              </p:cNvPr>
              <p:cNvSpPr/>
              <p:nvPr/>
            </p:nvSpPr>
            <p:spPr>
              <a:xfrm rot="5400000">
                <a:off x="7348963" y="3975430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  <p:grpSp>
        <p:nvGrpSpPr>
          <p:cNvPr id="197" name="グループ化 196">
            <a:extLst>
              <a:ext uri="{FF2B5EF4-FFF2-40B4-BE49-F238E27FC236}">
                <ns2:creationId id="{B3DDBE0C-8017-14F0-009A-86E2171A6856}"/>
              </a:ext>
            </a:extLst>
          </p:cNvPr>
          <p:cNvGrpSpPr/>
          <p:nvPr/>
        </p:nvGrpSpPr>
        <p:grpSpPr>
          <a:xfrm>
            <a:off x="7387393" y="2143115"/>
            <a:ext cx="3319299" cy="2015116"/>
            <a:chOff x="7387393" y="2143115"/>
            <a:chExt cx="3319299" cy="2015116"/>
          </a:xfrm>
        </p:grpSpPr>
        <p:grpSp>
          <p:nvGrpSpPr>
            <p:cNvPr id="186" name="グループ化 185">
              <a:extLst>
                <a:ext uri="{FF2B5EF4-FFF2-40B4-BE49-F238E27FC236}">
                  <ns2:creationId id="{190592A4-6235-1352-9F91-E6631828200E}"/>
                </a:ext>
              </a:extLst>
            </p:cNvPr>
            <p:cNvGrpSpPr/>
            <p:nvPr/>
          </p:nvGrpSpPr>
          <p:grpSpPr>
            <a:xfrm>
              <a:off x="8076132" y="3133585"/>
              <a:ext cx="1941823" cy="1024646"/>
              <a:chOff x="8096250" y="3077331"/>
              <a:chExt cx="1941823" cy="1024646"/>
            </a:xfrm>
          </p:grpSpPr>
          <p:grpSp>
            <p:nvGrpSpPr>
              <p:cNvPr id="184" name="グループ化 183">
                <a:extLst>
                  <a:ext uri="{FF2B5EF4-FFF2-40B4-BE49-F238E27FC236}">
                    <ns2:creationId id="{C267B700-1148-033C-7EF5-71A070E54B12}"/>
                  </a:ext>
                </a:extLst>
              </p:cNvPr>
              <p:cNvGrpSpPr/>
              <p:nvPr/>
            </p:nvGrpSpPr>
            <p:grpSpPr>
              <a:xfrm>
                <a:off x="9206788" y="3077331"/>
                <a:ext cx="789734" cy="904382"/>
                <a:chOff x="9371888" y="3077331"/>
                <a:chExt cx="789734" cy="904382"/>
              </a:xfrm>
            </p:grpSpPr>
            <p:sp>
              <p:nvSpPr>
                <p:cNvPr id="36" name="テキスト ボックス 35">
                  <a:extLst>
                    <a:ext uri="{FF2B5EF4-FFF2-40B4-BE49-F238E27FC236}">
                      <ns2:creationId id="{F0F83813-853D-15F8-48EE-909204767833}"/>
                    </a:ext>
                  </a:extLst>
                </p:cNvPr>
                <p:cNvSpPr txBox="1"/>
                <p:nvPr/>
              </p:nvSpPr>
              <p:spPr>
                <a:xfrm>
                  <a:off x="9371888" y="3077331"/>
                  <a:ext cx="789734" cy="277589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ns2:creationId id="{881D56EC-50E6-A5C4-3E0E-FC139C74817A}"/>
                    </a:ext>
                  </a:extLst>
                </p:cNvPr>
                <p:cNvSpPr txBox="1"/>
                <p:nvPr/>
              </p:nvSpPr>
              <p:spPr>
                <a:xfrm>
                  <a:off x="9371888" y="3407110"/>
                  <a:ext cx="789734" cy="209377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rgbClr val="FF6450">
                          <a:alpha val="70000"/>
                        </a:srgb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sp>
              <p:nvSpPr>
                <p:cNvPr id="45" name="テキスト ボックス 44">
                  <a:extLst>
                    <a:ext uri="{FF2B5EF4-FFF2-40B4-BE49-F238E27FC236}">
                      <ns2:creationId id="{DD11A894-1127-D163-7365-F6BFA1644E80}"/>
                    </a:ext>
                  </a:extLst>
                </p:cNvPr>
                <p:cNvSpPr txBox="1"/>
                <p:nvPr/>
              </p:nvSpPr>
              <p:spPr>
                <a:xfrm>
                  <a:off x="9371888" y="3704124"/>
                  <a:ext cx="789734" cy="277589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chemeClr val="bg1">
                          <a:lumMod val="50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</p:grpSp>
          <p:sp>
            <p:nvSpPr>
              <p:cNvPr id="76" name="フリーフォーム: 図形 75">
                <a:extLst>
                  <a:ext uri="{FF2B5EF4-FFF2-40B4-BE49-F238E27FC236}">
                    <ns2:creationId id="{614B4843-9918-F08A-98D6-89211EC2684F}"/>
                  </a:ext>
                </a:extLst>
              </p:cNvPr>
              <p:cNvSpPr/>
              <p:nvPr/>
            </p:nvSpPr>
            <p:spPr>
              <a:xfrm>
                <a:off x="8789202" y="3150673"/>
                <a:ext cx="180217" cy="103545"/>
              </a:xfrm>
              <a:custGeom>
                <a:avLst/>
                <a:gdLst>
                  <a:gd name="connsiteX0" fmla="*/ 24765 w 153381"/>
                  <a:gd name="connsiteY0" fmla="*/ 88126 h 88126"/>
                  <a:gd name="connsiteX1" fmla="*/ 131255 w 153381"/>
                  <a:gd name="connsiteY1" fmla="*/ 88126 h 88126"/>
                  <a:gd name="connsiteX2" fmla="*/ 153381 w 153381"/>
                  <a:gd name="connsiteY2" fmla="*/ 66000 h 88126"/>
                  <a:gd name="connsiteX3" fmla="*/ 131255 w 153381"/>
                  <a:gd name="connsiteY3" fmla="*/ 43873 h 88126"/>
                  <a:gd name="connsiteX4" fmla="*/ 129416 w 153381"/>
                  <a:gd name="connsiteY4" fmla="*/ 43873 h 88126"/>
                  <a:gd name="connsiteX5" fmla="*/ 101975 w 153381"/>
                  <a:gd name="connsiteY5" fmla="*/ 16261 h 88126"/>
                  <a:gd name="connsiteX6" fmla="*/ 92535 w 153381"/>
                  <a:gd name="connsiteY6" fmla="*/ 17899 h 88126"/>
                  <a:gd name="connsiteX7" fmla="*/ 48037 w 153381"/>
                  <a:gd name="connsiteY7" fmla="*/ 3681 h 88126"/>
                  <a:gd name="connsiteX8" fmla="*/ 30147 w 153381"/>
                  <a:gd name="connsiteY8" fmla="*/ 32653 h 88126"/>
                  <a:gd name="connsiteX9" fmla="*/ 94 w 153381"/>
                  <a:gd name="connsiteY9" fmla="*/ 58155 h 88126"/>
                  <a:gd name="connsiteX10" fmla="*/ 24765 w 153381"/>
                  <a:gd name="connsiteY10" fmla="*/ 88126 h 88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3381" h="88126">
                    <a:moveTo>
                      <a:pt x="24765" y="88126"/>
                    </a:moveTo>
                    <a:lnTo>
                      <a:pt x="131255" y="88126"/>
                    </a:lnTo>
                    <a:cubicBezTo>
                      <a:pt x="143475" y="88126"/>
                      <a:pt x="153381" y="78220"/>
                      <a:pt x="153381" y="66000"/>
                    </a:cubicBezTo>
                    <a:cubicBezTo>
                      <a:pt x="153381" y="53779"/>
                      <a:pt x="143475" y="43873"/>
                      <a:pt x="131255" y="43873"/>
                    </a:cubicBezTo>
                    <a:lnTo>
                      <a:pt x="129416" y="43873"/>
                    </a:lnTo>
                    <a:cubicBezTo>
                      <a:pt x="129463" y="28670"/>
                      <a:pt x="117178" y="16308"/>
                      <a:pt x="101975" y="16261"/>
                    </a:cubicBezTo>
                    <a:cubicBezTo>
                      <a:pt x="98756" y="16251"/>
                      <a:pt x="95562" y="16805"/>
                      <a:pt x="92535" y="17899"/>
                    </a:cubicBezTo>
                    <a:cubicBezTo>
                      <a:pt x="84173" y="1685"/>
                      <a:pt x="64250" y="-4681"/>
                      <a:pt x="48037" y="3681"/>
                    </a:cubicBezTo>
                    <a:cubicBezTo>
                      <a:pt x="37171" y="9284"/>
                      <a:pt x="30290" y="20429"/>
                      <a:pt x="30147" y="32653"/>
                    </a:cubicBezTo>
                    <a:cubicBezTo>
                      <a:pt x="14806" y="31397"/>
                      <a:pt x="1351" y="42814"/>
                      <a:pt x="94" y="58155"/>
                    </a:cubicBezTo>
                    <a:cubicBezTo>
                      <a:pt x="-1135" y="73172"/>
                      <a:pt x="9792" y="86447"/>
                      <a:pt x="24765" y="88126"/>
                    </a:cubicBezTo>
                    <a:close/>
                  </a:path>
                </a:pathLst>
              </a:custGeom>
              <a:solidFill>
                <a:srgbClr val="FF645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7" name="フリーフォーム: 図形 76">
                <a:extLst>
                  <a:ext uri="{FF2B5EF4-FFF2-40B4-BE49-F238E27FC236}">
                    <ns2:creationId id="{C7FBEDD7-CBE9-A9F3-FE9A-194EC9928002}"/>
                  </a:ext>
                </a:extLst>
              </p:cNvPr>
              <p:cNvSpPr/>
              <p:nvPr/>
            </p:nvSpPr>
            <p:spPr>
              <a:xfrm>
                <a:off x="8164547" y="3229024"/>
                <a:ext cx="152805" cy="88962"/>
              </a:xfrm>
              <a:custGeom>
                <a:avLst/>
                <a:gdLst>
                  <a:gd name="connsiteX0" fmla="*/ 20688 w 130051"/>
                  <a:gd name="connsiteY0" fmla="*/ 75715 h 75715"/>
                  <a:gd name="connsiteX1" fmla="*/ 112128 w 130051"/>
                  <a:gd name="connsiteY1" fmla="*/ 75715 h 75715"/>
                  <a:gd name="connsiteX2" fmla="*/ 130018 w 130051"/>
                  <a:gd name="connsiteY2" fmla="*/ 55572 h 75715"/>
                  <a:gd name="connsiteX3" fmla="*/ 112128 w 130051"/>
                  <a:gd name="connsiteY3" fmla="*/ 37682 h 75715"/>
                  <a:gd name="connsiteX4" fmla="*/ 110547 w 130051"/>
                  <a:gd name="connsiteY4" fmla="*/ 37682 h 75715"/>
                  <a:gd name="connsiteX5" fmla="*/ 86981 w 130051"/>
                  <a:gd name="connsiteY5" fmla="*/ 13966 h 75715"/>
                  <a:gd name="connsiteX6" fmla="*/ 78866 w 130051"/>
                  <a:gd name="connsiteY6" fmla="*/ 15374 h 75715"/>
                  <a:gd name="connsiteX7" fmla="*/ 40626 w 130051"/>
                  <a:gd name="connsiteY7" fmla="*/ 3166 h 75715"/>
                  <a:gd name="connsiteX8" fmla="*/ 25260 w 130051"/>
                  <a:gd name="connsiteY8" fmla="*/ 28052 h 75715"/>
                  <a:gd name="connsiteX9" fmla="*/ 37 w 130051"/>
                  <a:gd name="connsiteY9" fmla="*/ 50648 h 75715"/>
                  <a:gd name="connsiteX10" fmla="*/ 20631 w 130051"/>
                  <a:gd name="connsiteY10" fmla="*/ 75677 h 75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0051" h="75715">
                    <a:moveTo>
                      <a:pt x="20688" y="75715"/>
                    </a:moveTo>
                    <a:lnTo>
                      <a:pt x="112128" y="75715"/>
                    </a:lnTo>
                    <a:cubicBezTo>
                      <a:pt x="122630" y="75093"/>
                      <a:pt x="130640" y="66075"/>
                      <a:pt x="130018" y="55572"/>
                    </a:cubicBezTo>
                    <a:cubicBezTo>
                      <a:pt x="129447" y="45938"/>
                      <a:pt x="121762" y="38253"/>
                      <a:pt x="112128" y="37682"/>
                    </a:cubicBezTo>
                    <a:lnTo>
                      <a:pt x="110547" y="37682"/>
                    </a:lnTo>
                    <a:cubicBezTo>
                      <a:pt x="110589" y="24625"/>
                      <a:pt x="100038" y="14008"/>
                      <a:pt x="86981" y="13966"/>
                    </a:cubicBezTo>
                    <a:cubicBezTo>
                      <a:pt x="84215" y="13957"/>
                      <a:pt x="81468" y="14433"/>
                      <a:pt x="78866" y="15374"/>
                    </a:cubicBezTo>
                    <a:cubicBezTo>
                      <a:pt x="71678" y="1443"/>
                      <a:pt x="54557" y="-4022"/>
                      <a:pt x="40626" y="3166"/>
                    </a:cubicBezTo>
                    <a:cubicBezTo>
                      <a:pt x="31296" y="7981"/>
                      <a:pt x="25385" y="17554"/>
                      <a:pt x="25260" y="28052"/>
                    </a:cubicBezTo>
                    <a:cubicBezTo>
                      <a:pt x="12054" y="27326"/>
                      <a:pt x="761" y="37443"/>
                      <a:pt x="37" y="50648"/>
                    </a:cubicBezTo>
                    <a:cubicBezTo>
                      <a:pt x="-646" y="63076"/>
                      <a:pt x="8304" y="73954"/>
                      <a:pt x="20631" y="75677"/>
                    </a:cubicBezTo>
                    <a:close/>
                  </a:path>
                </a:pathLst>
              </a:custGeom>
              <a:solidFill>
                <a:srgbClr val="FF645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9" name="フリーフォーム: 図形 78">
                <a:extLst>
                  <a:ext uri="{FF2B5EF4-FFF2-40B4-BE49-F238E27FC236}">
                    <ns2:creationId id="{DB3C40D3-7E97-03A9-22FD-399F9C4E877A}"/>
                  </a:ext>
                </a:extLst>
              </p:cNvPr>
              <p:cNvSpPr/>
              <p:nvPr/>
            </p:nvSpPr>
            <p:spPr>
              <a:xfrm>
                <a:off x="8139645" y="3150726"/>
                <a:ext cx="895322" cy="394505"/>
              </a:xfrm>
              <a:custGeom>
                <a:avLst/>
                <a:gdLst>
                  <a:gd name="connsiteX0" fmla="*/ 723871 w 761999"/>
                  <a:gd name="connsiteY0" fmla="*/ 269609 h 335759"/>
                  <a:gd name="connsiteX1" fmla="*/ 666721 w 761999"/>
                  <a:gd name="connsiteY1" fmla="*/ 257512 h 335759"/>
                  <a:gd name="connsiteX2" fmla="*/ 609571 w 761999"/>
                  <a:gd name="connsiteY2" fmla="*/ 269609 h 335759"/>
                  <a:gd name="connsiteX3" fmla="*/ 593169 w 761999"/>
                  <a:gd name="connsiteY3" fmla="*/ 275000 h 335759"/>
                  <a:gd name="connsiteX4" fmla="*/ 512597 w 761999"/>
                  <a:gd name="connsiteY4" fmla="*/ 96882 h 335759"/>
                  <a:gd name="connsiteX5" fmla="*/ 492881 w 761999"/>
                  <a:gd name="connsiteY5" fmla="*/ 85833 h 335759"/>
                  <a:gd name="connsiteX6" fmla="*/ 427253 w 761999"/>
                  <a:gd name="connsiteY6" fmla="*/ 94034 h 335759"/>
                  <a:gd name="connsiteX7" fmla="*/ 357721 w 761999"/>
                  <a:gd name="connsiteY7" fmla="*/ 7109 h 335759"/>
                  <a:gd name="connsiteX8" fmla="*/ 330937 w 761999"/>
                  <a:gd name="connsiteY8" fmla="*/ 4208 h 335759"/>
                  <a:gd name="connsiteX9" fmla="*/ 329403 w 761999"/>
                  <a:gd name="connsiteY9" fmla="*/ 5585 h 335759"/>
                  <a:gd name="connsiteX10" fmla="*/ 234153 w 761999"/>
                  <a:gd name="connsiteY10" fmla="*/ 100835 h 335759"/>
                  <a:gd name="connsiteX11" fmla="*/ 229391 w 761999"/>
                  <a:gd name="connsiteY11" fmla="*/ 108836 h 335759"/>
                  <a:gd name="connsiteX12" fmla="*/ 201701 w 761999"/>
                  <a:gd name="connsiteY12" fmla="*/ 201143 h 335759"/>
                  <a:gd name="connsiteX13" fmla="*/ 153467 w 761999"/>
                  <a:gd name="connsiteY13" fmla="*/ 270047 h 335759"/>
                  <a:gd name="connsiteX14" fmla="*/ 152400 w 761999"/>
                  <a:gd name="connsiteY14" fmla="*/ 269647 h 335759"/>
                  <a:gd name="connsiteX15" fmla="*/ 95250 w 761999"/>
                  <a:gd name="connsiteY15" fmla="*/ 257550 h 335759"/>
                  <a:gd name="connsiteX16" fmla="*/ 38100 w 761999"/>
                  <a:gd name="connsiteY16" fmla="*/ 269647 h 335759"/>
                  <a:gd name="connsiteX17" fmla="*/ 0 w 761999"/>
                  <a:gd name="connsiteY17" fmla="*/ 278610 h 335759"/>
                  <a:gd name="connsiteX18" fmla="*/ 0 w 761999"/>
                  <a:gd name="connsiteY18" fmla="*/ 335760 h 335759"/>
                  <a:gd name="connsiteX19" fmla="*/ 57150 w 761999"/>
                  <a:gd name="connsiteY19" fmla="*/ 323663 h 335759"/>
                  <a:gd name="connsiteX20" fmla="*/ 95250 w 761999"/>
                  <a:gd name="connsiteY20" fmla="*/ 314138 h 335759"/>
                  <a:gd name="connsiteX21" fmla="*/ 133350 w 761999"/>
                  <a:gd name="connsiteY21" fmla="*/ 323663 h 335759"/>
                  <a:gd name="connsiteX22" fmla="*/ 190500 w 761999"/>
                  <a:gd name="connsiteY22" fmla="*/ 335760 h 335759"/>
                  <a:gd name="connsiteX23" fmla="*/ 247650 w 761999"/>
                  <a:gd name="connsiteY23" fmla="*/ 323663 h 335759"/>
                  <a:gd name="connsiteX24" fmla="*/ 285750 w 761999"/>
                  <a:gd name="connsiteY24" fmla="*/ 314138 h 335759"/>
                  <a:gd name="connsiteX25" fmla="*/ 323850 w 761999"/>
                  <a:gd name="connsiteY25" fmla="*/ 323091 h 335759"/>
                  <a:gd name="connsiteX26" fmla="*/ 381000 w 761999"/>
                  <a:gd name="connsiteY26" fmla="*/ 335760 h 335759"/>
                  <a:gd name="connsiteX27" fmla="*/ 438150 w 761999"/>
                  <a:gd name="connsiteY27" fmla="*/ 323663 h 335759"/>
                  <a:gd name="connsiteX28" fmla="*/ 476250 w 761999"/>
                  <a:gd name="connsiteY28" fmla="*/ 314138 h 335759"/>
                  <a:gd name="connsiteX29" fmla="*/ 514350 w 761999"/>
                  <a:gd name="connsiteY29" fmla="*/ 323663 h 335759"/>
                  <a:gd name="connsiteX30" fmla="*/ 571500 w 761999"/>
                  <a:gd name="connsiteY30" fmla="*/ 335760 h 335759"/>
                  <a:gd name="connsiteX31" fmla="*/ 628650 w 761999"/>
                  <a:gd name="connsiteY31" fmla="*/ 323663 h 335759"/>
                  <a:gd name="connsiteX32" fmla="*/ 666750 w 761999"/>
                  <a:gd name="connsiteY32" fmla="*/ 314138 h 335759"/>
                  <a:gd name="connsiteX33" fmla="*/ 704850 w 761999"/>
                  <a:gd name="connsiteY33" fmla="*/ 323091 h 335759"/>
                  <a:gd name="connsiteX34" fmla="*/ 762000 w 761999"/>
                  <a:gd name="connsiteY34" fmla="*/ 335760 h 335759"/>
                  <a:gd name="connsiteX35" fmla="*/ 762000 w 761999"/>
                  <a:gd name="connsiteY35" fmla="*/ 278610 h 335759"/>
                  <a:gd name="connsiteX36" fmla="*/ 723871 w 761999"/>
                  <a:gd name="connsiteY36" fmla="*/ 269609 h 335759"/>
                  <a:gd name="connsiteX37" fmla="*/ 476221 w 761999"/>
                  <a:gd name="connsiteY37" fmla="*/ 257512 h 335759"/>
                  <a:gd name="connsiteX38" fmla="*/ 419071 w 761999"/>
                  <a:gd name="connsiteY38" fmla="*/ 269609 h 335759"/>
                  <a:gd name="connsiteX39" fmla="*/ 380971 w 761999"/>
                  <a:gd name="connsiteY39" fmla="*/ 278572 h 335759"/>
                  <a:gd name="connsiteX40" fmla="*/ 342871 w 761999"/>
                  <a:gd name="connsiteY40" fmla="*/ 269609 h 335759"/>
                  <a:gd name="connsiteX41" fmla="*/ 285721 w 761999"/>
                  <a:gd name="connsiteY41" fmla="*/ 257512 h 335759"/>
                  <a:gd name="connsiteX42" fmla="*/ 228571 w 761999"/>
                  <a:gd name="connsiteY42" fmla="*/ 269609 h 335759"/>
                  <a:gd name="connsiteX43" fmla="*/ 194281 w 761999"/>
                  <a:gd name="connsiteY43" fmla="*/ 278181 h 335759"/>
                  <a:gd name="connsiteX44" fmla="*/ 234686 w 761999"/>
                  <a:gd name="connsiteY44" fmla="*/ 220479 h 335759"/>
                  <a:gd name="connsiteX45" fmla="*/ 237325 w 761999"/>
                  <a:gd name="connsiteY45" fmla="*/ 215021 h 335759"/>
                  <a:gd name="connsiteX46" fmla="*/ 264519 w 761999"/>
                  <a:gd name="connsiteY46" fmla="*/ 124371 h 335759"/>
                  <a:gd name="connsiteX47" fmla="*/ 339985 w 761999"/>
                  <a:gd name="connsiteY47" fmla="*/ 48905 h 335759"/>
                  <a:gd name="connsiteX48" fmla="*/ 427206 w 761999"/>
                  <a:gd name="connsiteY48" fmla="*/ 193942 h 335759"/>
                  <a:gd name="connsiteX49" fmla="*/ 483746 w 761999"/>
                  <a:gd name="connsiteY49" fmla="*/ 125467 h 335759"/>
                  <a:gd name="connsiteX50" fmla="*/ 551640 w 761999"/>
                  <a:gd name="connsiteY50" fmla="*/ 275533 h 335759"/>
                  <a:gd name="connsiteX51" fmla="*/ 533371 w 761999"/>
                  <a:gd name="connsiteY51" fmla="*/ 269609 h 335759"/>
                  <a:gd name="connsiteX52" fmla="*/ 476221 w 761999"/>
                  <a:gd name="connsiteY52" fmla="*/ 257512 h 335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</a:cxnLst>
                <a:rect l="l" t="t" r="r" b="b"/>
                <a:pathLst>
                  <a:path w="761999" h="335759">
                    <a:moveTo>
                      <a:pt x="723871" y="269609"/>
                    </a:moveTo>
                    <a:cubicBezTo>
                      <a:pt x="705645" y="262364"/>
                      <a:pt x="686320" y="258273"/>
                      <a:pt x="666721" y="257512"/>
                    </a:cubicBezTo>
                    <a:cubicBezTo>
                      <a:pt x="647123" y="258273"/>
                      <a:pt x="627798" y="262363"/>
                      <a:pt x="609571" y="269609"/>
                    </a:cubicBezTo>
                    <a:cubicBezTo>
                      <a:pt x="604238" y="271791"/>
                      <a:pt x="598758" y="273593"/>
                      <a:pt x="593169" y="275000"/>
                    </a:cubicBezTo>
                    <a:lnTo>
                      <a:pt x="512597" y="96882"/>
                    </a:lnTo>
                    <a:cubicBezTo>
                      <a:pt x="509156" y="89277"/>
                      <a:pt x="501164" y="84799"/>
                      <a:pt x="492881" y="85833"/>
                    </a:cubicBezTo>
                    <a:lnTo>
                      <a:pt x="427253" y="94034"/>
                    </a:lnTo>
                    <a:lnTo>
                      <a:pt x="357721" y="7109"/>
                    </a:lnTo>
                    <a:cubicBezTo>
                      <a:pt x="351126" y="-1088"/>
                      <a:pt x="339134" y="-2387"/>
                      <a:pt x="330937" y="4208"/>
                    </a:cubicBezTo>
                    <a:cubicBezTo>
                      <a:pt x="330401" y="4639"/>
                      <a:pt x="329889" y="5099"/>
                      <a:pt x="329403" y="5585"/>
                    </a:cubicBezTo>
                    <a:lnTo>
                      <a:pt x="234153" y="100835"/>
                    </a:lnTo>
                    <a:cubicBezTo>
                      <a:pt x="231932" y="103070"/>
                      <a:pt x="230296" y="105819"/>
                      <a:pt x="229391" y="108836"/>
                    </a:cubicBezTo>
                    <a:lnTo>
                      <a:pt x="201701" y="201143"/>
                    </a:lnTo>
                    <a:lnTo>
                      <a:pt x="153467" y="270047"/>
                    </a:lnTo>
                    <a:cubicBezTo>
                      <a:pt x="153114" y="269904"/>
                      <a:pt x="152752" y="269799"/>
                      <a:pt x="152400" y="269647"/>
                    </a:cubicBezTo>
                    <a:cubicBezTo>
                      <a:pt x="134174" y="262402"/>
                      <a:pt x="114849" y="258311"/>
                      <a:pt x="95250" y="257550"/>
                    </a:cubicBezTo>
                    <a:cubicBezTo>
                      <a:pt x="75651" y="258311"/>
                      <a:pt x="56326" y="262401"/>
                      <a:pt x="38100" y="269647"/>
                    </a:cubicBezTo>
                    <a:cubicBezTo>
                      <a:pt x="25967" y="274671"/>
                      <a:pt x="13101" y="277698"/>
                      <a:pt x="0" y="278610"/>
                    </a:cubicBezTo>
                    <a:lnTo>
                      <a:pt x="0" y="335760"/>
                    </a:lnTo>
                    <a:cubicBezTo>
                      <a:pt x="19599" y="335001"/>
                      <a:pt x="38925" y="330910"/>
                      <a:pt x="57150" y="323663"/>
                    </a:cubicBezTo>
                    <a:cubicBezTo>
                      <a:pt x="69250" y="318443"/>
                      <a:pt x="82118" y="315227"/>
                      <a:pt x="95250" y="314138"/>
                    </a:cubicBezTo>
                    <a:cubicBezTo>
                      <a:pt x="108382" y="315227"/>
                      <a:pt x="121250" y="318443"/>
                      <a:pt x="133350" y="323663"/>
                    </a:cubicBezTo>
                    <a:cubicBezTo>
                      <a:pt x="151575" y="330910"/>
                      <a:pt x="170901" y="335001"/>
                      <a:pt x="190500" y="335760"/>
                    </a:cubicBezTo>
                    <a:cubicBezTo>
                      <a:pt x="210099" y="335001"/>
                      <a:pt x="229425" y="330910"/>
                      <a:pt x="247650" y="323663"/>
                    </a:cubicBezTo>
                    <a:cubicBezTo>
                      <a:pt x="259750" y="318443"/>
                      <a:pt x="272618" y="315227"/>
                      <a:pt x="285750" y="314138"/>
                    </a:cubicBezTo>
                    <a:cubicBezTo>
                      <a:pt x="298850" y="315046"/>
                      <a:pt x="311717" y="318070"/>
                      <a:pt x="323850" y="323091"/>
                    </a:cubicBezTo>
                    <a:cubicBezTo>
                      <a:pt x="342027" y="330579"/>
                      <a:pt x="361362" y="334864"/>
                      <a:pt x="381000" y="335760"/>
                    </a:cubicBezTo>
                    <a:cubicBezTo>
                      <a:pt x="400599" y="335001"/>
                      <a:pt x="419925" y="330910"/>
                      <a:pt x="438150" y="323663"/>
                    </a:cubicBezTo>
                    <a:cubicBezTo>
                      <a:pt x="450250" y="318443"/>
                      <a:pt x="463118" y="315227"/>
                      <a:pt x="476250" y="314138"/>
                    </a:cubicBezTo>
                    <a:cubicBezTo>
                      <a:pt x="489382" y="315227"/>
                      <a:pt x="502250" y="318443"/>
                      <a:pt x="514350" y="323663"/>
                    </a:cubicBezTo>
                    <a:cubicBezTo>
                      <a:pt x="532575" y="330910"/>
                      <a:pt x="551901" y="335001"/>
                      <a:pt x="571500" y="335760"/>
                    </a:cubicBezTo>
                    <a:cubicBezTo>
                      <a:pt x="591099" y="335001"/>
                      <a:pt x="610425" y="330910"/>
                      <a:pt x="628650" y="323663"/>
                    </a:cubicBezTo>
                    <a:cubicBezTo>
                      <a:pt x="640750" y="318443"/>
                      <a:pt x="653618" y="315227"/>
                      <a:pt x="666750" y="314138"/>
                    </a:cubicBezTo>
                    <a:cubicBezTo>
                      <a:pt x="679850" y="315046"/>
                      <a:pt x="692717" y="318070"/>
                      <a:pt x="704850" y="323091"/>
                    </a:cubicBezTo>
                    <a:cubicBezTo>
                      <a:pt x="723027" y="330579"/>
                      <a:pt x="742362" y="334864"/>
                      <a:pt x="762000" y="335760"/>
                    </a:cubicBezTo>
                    <a:lnTo>
                      <a:pt x="762000" y="278610"/>
                    </a:lnTo>
                    <a:cubicBezTo>
                      <a:pt x="748888" y="277690"/>
                      <a:pt x="736011" y="274649"/>
                      <a:pt x="723871" y="269609"/>
                    </a:cubicBezTo>
                    <a:close/>
                    <a:moveTo>
                      <a:pt x="476221" y="257512"/>
                    </a:moveTo>
                    <a:cubicBezTo>
                      <a:pt x="456623" y="258273"/>
                      <a:pt x="437298" y="262363"/>
                      <a:pt x="419071" y="269609"/>
                    </a:cubicBezTo>
                    <a:cubicBezTo>
                      <a:pt x="406938" y="274633"/>
                      <a:pt x="394072" y="277660"/>
                      <a:pt x="380971" y="278572"/>
                    </a:cubicBezTo>
                    <a:cubicBezTo>
                      <a:pt x="367871" y="277660"/>
                      <a:pt x="355004" y="274633"/>
                      <a:pt x="342871" y="269609"/>
                    </a:cubicBezTo>
                    <a:cubicBezTo>
                      <a:pt x="324645" y="262364"/>
                      <a:pt x="305320" y="258273"/>
                      <a:pt x="285721" y="257512"/>
                    </a:cubicBezTo>
                    <a:cubicBezTo>
                      <a:pt x="266123" y="258273"/>
                      <a:pt x="246798" y="262363"/>
                      <a:pt x="228571" y="269609"/>
                    </a:cubicBezTo>
                    <a:cubicBezTo>
                      <a:pt x="217621" y="274123"/>
                      <a:pt x="206069" y="277011"/>
                      <a:pt x="194281" y="278181"/>
                    </a:cubicBezTo>
                    <a:lnTo>
                      <a:pt x="234686" y="220479"/>
                    </a:lnTo>
                    <a:cubicBezTo>
                      <a:pt x="235847" y="218809"/>
                      <a:pt x="236736" y="216967"/>
                      <a:pt x="237325" y="215021"/>
                    </a:cubicBezTo>
                    <a:lnTo>
                      <a:pt x="264519" y="124371"/>
                    </a:lnTo>
                    <a:lnTo>
                      <a:pt x="339985" y="48905"/>
                    </a:lnTo>
                    <a:lnTo>
                      <a:pt x="427206" y="193942"/>
                    </a:lnTo>
                    <a:lnTo>
                      <a:pt x="483746" y="125467"/>
                    </a:lnTo>
                    <a:lnTo>
                      <a:pt x="551640" y="275533"/>
                    </a:lnTo>
                    <a:cubicBezTo>
                      <a:pt x="545404" y="274043"/>
                      <a:pt x="539295" y="272062"/>
                      <a:pt x="533371" y="269609"/>
                    </a:cubicBezTo>
                    <a:cubicBezTo>
                      <a:pt x="515145" y="262364"/>
                      <a:pt x="495820" y="258273"/>
                      <a:pt x="476221" y="257512"/>
                    </a:cubicBezTo>
                    <a:close/>
                  </a:path>
                </a:pathLst>
              </a:custGeom>
              <a:solidFill>
                <a:srgbClr val="FF645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80" name="フリーフォーム: 図形 79">
                <a:extLst>
                  <a:ext uri="{FF2B5EF4-FFF2-40B4-BE49-F238E27FC236}">
                    <ns2:creationId id="{56E0C0E4-5341-87EC-5994-2336A68CFE54}"/>
                  </a:ext>
                </a:extLst>
              </p:cNvPr>
              <p:cNvSpPr/>
              <p:nvPr/>
            </p:nvSpPr>
            <p:spPr>
              <a:xfrm>
                <a:off x="8240332" y="3587055"/>
                <a:ext cx="716261" cy="514922"/>
              </a:xfrm>
              <a:custGeom>
                <a:avLst/>
                <a:gdLst>
                  <a:gd name="connsiteX0" fmla="*/ 552690 w 609602"/>
                  <a:gd name="connsiteY0" fmla="*/ 3524 h 438245"/>
                  <a:gd name="connsiteX1" fmla="*/ 523906 w 609602"/>
                  <a:gd name="connsiteY1" fmla="*/ 12097 h 438245"/>
                  <a:gd name="connsiteX2" fmla="*/ 485806 w 609602"/>
                  <a:gd name="connsiteY2" fmla="*/ 21060 h 438245"/>
                  <a:gd name="connsiteX3" fmla="*/ 447706 w 609602"/>
                  <a:gd name="connsiteY3" fmla="*/ 12097 h 438245"/>
                  <a:gd name="connsiteX4" fmla="*/ 390556 w 609602"/>
                  <a:gd name="connsiteY4" fmla="*/ 0 h 438245"/>
                  <a:gd name="connsiteX5" fmla="*/ 333406 w 609602"/>
                  <a:gd name="connsiteY5" fmla="*/ 12097 h 438245"/>
                  <a:gd name="connsiteX6" fmla="*/ 295306 w 609602"/>
                  <a:gd name="connsiteY6" fmla="*/ 21060 h 438245"/>
                  <a:gd name="connsiteX7" fmla="*/ 257206 w 609602"/>
                  <a:gd name="connsiteY7" fmla="*/ 12097 h 438245"/>
                  <a:gd name="connsiteX8" fmla="*/ 200056 w 609602"/>
                  <a:gd name="connsiteY8" fmla="*/ 0 h 438245"/>
                  <a:gd name="connsiteX9" fmla="*/ 142906 w 609602"/>
                  <a:gd name="connsiteY9" fmla="*/ 12097 h 438245"/>
                  <a:gd name="connsiteX10" fmla="*/ 104806 w 609602"/>
                  <a:gd name="connsiteY10" fmla="*/ 21060 h 438245"/>
                  <a:gd name="connsiteX11" fmla="*/ 66706 w 609602"/>
                  <a:gd name="connsiteY11" fmla="*/ 12097 h 438245"/>
                  <a:gd name="connsiteX12" fmla="*/ 32806 w 609602"/>
                  <a:gd name="connsiteY12" fmla="*/ 2638 h 438245"/>
                  <a:gd name="connsiteX13" fmla="*/ 402 w 609602"/>
                  <a:gd name="connsiteY13" fmla="*/ 158105 h 438245"/>
                  <a:gd name="connsiteX14" fmla="*/ 6117 w 609602"/>
                  <a:gd name="connsiteY14" fmla="*/ 175984 h 438245"/>
                  <a:gd name="connsiteX15" fmla="*/ 126799 w 609602"/>
                  <a:gd name="connsiteY15" fmla="*/ 287388 h 438245"/>
                  <a:gd name="connsiteX16" fmla="*/ 182339 w 609602"/>
                  <a:gd name="connsiteY16" fmla="*/ 426263 h 438245"/>
                  <a:gd name="connsiteX17" fmla="*/ 200027 w 609602"/>
                  <a:gd name="connsiteY17" fmla="*/ 438245 h 438245"/>
                  <a:gd name="connsiteX18" fmla="*/ 202885 w 609602"/>
                  <a:gd name="connsiteY18" fmla="*/ 438017 h 438245"/>
                  <a:gd name="connsiteX19" fmla="*/ 326710 w 609602"/>
                  <a:gd name="connsiteY19" fmla="*/ 418967 h 438245"/>
                  <a:gd name="connsiteX20" fmla="*/ 339092 w 609602"/>
                  <a:gd name="connsiteY20" fmla="*/ 411575 h 438245"/>
                  <a:gd name="connsiteX21" fmla="*/ 393042 w 609602"/>
                  <a:gd name="connsiteY21" fmla="*/ 339642 h 438245"/>
                  <a:gd name="connsiteX22" fmla="*/ 483329 w 609602"/>
                  <a:gd name="connsiteY22" fmla="*/ 303524 h 438245"/>
                  <a:gd name="connsiteX23" fmla="*/ 491492 w 609602"/>
                  <a:gd name="connsiteY23" fmla="*/ 297275 h 438245"/>
                  <a:gd name="connsiteX24" fmla="*/ 605792 w 609602"/>
                  <a:gd name="connsiteY24" fmla="*/ 144875 h 438245"/>
                  <a:gd name="connsiteX25" fmla="*/ 607907 w 609602"/>
                  <a:gd name="connsiteY25" fmla="*/ 125587 h 438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09602" h="438245">
                    <a:moveTo>
                      <a:pt x="552690" y="3524"/>
                    </a:moveTo>
                    <a:cubicBezTo>
                      <a:pt x="542866" y="5547"/>
                      <a:pt x="533235" y="8415"/>
                      <a:pt x="523906" y="12097"/>
                    </a:cubicBezTo>
                    <a:cubicBezTo>
                      <a:pt x="511773" y="17121"/>
                      <a:pt x="498906" y="20148"/>
                      <a:pt x="485806" y="21060"/>
                    </a:cubicBezTo>
                    <a:cubicBezTo>
                      <a:pt x="472705" y="20148"/>
                      <a:pt x="459839" y="17121"/>
                      <a:pt x="447706" y="12097"/>
                    </a:cubicBezTo>
                    <a:cubicBezTo>
                      <a:pt x="429480" y="4852"/>
                      <a:pt x="410154" y="761"/>
                      <a:pt x="390556" y="0"/>
                    </a:cubicBezTo>
                    <a:cubicBezTo>
                      <a:pt x="370957" y="761"/>
                      <a:pt x="351632" y="4851"/>
                      <a:pt x="333406" y="12097"/>
                    </a:cubicBezTo>
                    <a:cubicBezTo>
                      <a:pt x="321273" y="17121"/>
                      <a:pt x="308406" y="20148"/>
                      <a:pt x="295306" y="21060"/>
                    </a:cubicBezTo>
                    <a:cubicBezTo>
                      <a:pt x="282205" y="20148"/>
                      <a:pt x="269339" y="17121"/>
                      <a:pt x="257206" y="12097"/>
                    </a:cubicBezTo>
                    <a:cubicBezTo>
                      <a:pt x="238980" y="4852"/>
                      <a:pt x="219654" y="761"/>
                      <a:pt x="200056" y="0"/>
                    </a:cubicBezTo>
                    <a:cubicBezTo>
                      <a:pt x="180457" y="761"/>
                      <a:pt x="161132" y="4851"/>
                      <a:pt x="142906" y="12097"/>
                    </a:cubicBezTo>
                    <a:cubicBezTo>
                      <a:pt x="130773" y="17121"/>
                      <a:pt x="117906" y="20148"/>
                      <a:pt x="104806" y="21060"/>
                    </a:cubicBezTo>
                    <a:cubicBezTo>
                      <a:pt x="91705" y="20148"/>
                      <a:pt x="78839" y="17121"/>
                      <a:pt x="66706" y="12097"/>
                    </a:cubicBezTo>
                    <a:cubicBezTo>
                      <a:pt x="55758" y="7798"/>
                      <a:pt x="44398" y="4629"/>
                      <a:pt x="32806" y="2638"/>
                    </a:cubicBezTo>
                    <a:lnTo>
                      <a:pt x="402" y="158105"/>
                    </a:lnTo>
                    <a:cubicBezTo>
                      <a:pt x="-965" y="164655"/>
                      <a:pt x="1205" y="171441"/>
                      <a:pt x="6117" y="175984"/>
                    </a:cubicBezTo>
                    <a:lnTo>
                      <a:pt x="126799" y="287388"/>
                    </a:lnTo>
                    <a:lnTo>
                      <a:pt x="182339" y="426263"/>
                    </a:lnTo>
                    <a:cubicBezTo>
                      <a:pt x="185230" y="433498"/>
                      <a:pt x="192236" y="438244"/>
                      <a:pt x="200027" y="438245"/>
                    </a:cubicBezTo>
                    <a:cubicBezTo>
                      <a:pt x="200984" y="438242"/>
                      <a:pt x="201940" y="438165"/>
                      <a:pt x="202885" y="438017"/>
                    </a:cubicBezTo>
                    <a:lnTo>
                      <a:pt x="326710" y="418967"/>
                    </a:lnTo>
                    <a:cubicBezTo>
                      <a:pt x="331646" y="418221"/>
                      <a:pt x="336093" y="415566"/>
                      <a:pt x="339092" y="411575"/>
                    </a:cubicBezTo>
                    <a:lnTo>
                      <a:pt x="393042" y="339642"/>
                    </a:lnTo>
                    <a:lnTo>
                      <a:pt x="483329" y="303524"/>
                    </a:lnTo>
                    <a:cubicBezTo>
                      <a:pt x="486571" y="302228"/>
                      <a:pt x="489395" y="300067"/>
                      <a:pt x="491492" y="297275"/>
                    </a:cubicBezTo>
                    <a:lnTo>
                      <a:pt x="605792" y="144875"/>
                    </a:lnTo>
                    <a:cubicBezTo>
                      <a:pt x="609964" y="139314"/>
                      <a:pt x="610775" y="131920"/>
                      <a:pt x="607907" y="12558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grpSp>
            <p:nvGrpSpPr>
              <p:cNvPr id="185" name="グループ化 184">
                <a:extLst>
                  <a:ext uri="{FF2B5EF4-FFF2-40B4-BE49-F238E27FC236}">
                    <ns2:creationId id="{447E8CF6-CC3C-45E6-8BD9-F258EAEEE306}"/>
                  </a:ext>
                </a:extLst>
              </p:cNvPr>
              <p:cNvGrpSpPr/>
              <p:nvPr/>
            </p:nvGrpSpPr>
            <p:grpSpPr>
              <a:xfrm>
                <a:off x="8096250" y="3378976"/>
                <a:ext cx="1941823" cy="265645"/>
                <a:chOff x="8096250" y="3378976"/>
                <a:chExt cx="2065372" cy="265645"/>
              </a:xfrm>
            </p:grpSpPr>
            <p:cxnSp>
              <p:nvCxnSpPr>
                <p:cNvPr id="81" name="直線コネクタ 80">
                  <a:extLst>
                    <a:ext uri="{FF2B5EF4-FFF2-40B4-BE49-F238E27FC236}">
                      <ns2:creationId id="{2C790636-AB85-FAD8-BD5F-4F73935859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096250" y="3378976"/>
                  <a:ext cx="206537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直線コネクタ 85">
                  <a:extLst>
                    <a:ext uri="{FF2B5EF4-FFF2-40B4-BE49-F238E27FC236}">
                      <ns2:creationId id="{B49A0FCB-D066-04C2-C985-88A27C4BD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01939" y="3644621"/>
                  <a:ext cx="2059683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6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61" name="グループ化 160">
              <a:extLst>
                <a:ext uri="{FF2B5EF4-FFF2-40B4-BE49-F238E27FC236}">
                  <ns2:creationId id="{C2900566-FEB3-58BB-051F-3A14EE5E6DA0}"/>
                </a:ext>
              </a:extLst>
            </p:cNvPr>
            <p:cNvGrpSpPr/>
            <p:nvPr/>
          </p:nvGrpSpPr>
          <p:grpSpPr>
            <a:xfrm>
              <a:off x="7387393" y="2143115"/>
              <a:ext cx="3319299" cy="651462"/>
              <a:chOff x="7387393" y="2147305"/>
              <a:chExt cx="3319299" cy="651462"/>
            </a:xfrm>
          </p:grpSpPr>
          <p:sp>
            <p:nvSpPr>
              <p:cNvPr id="35" name="乗算記号 34">
                <a:extLst>
                  <a:ext uri="{FF2B5EF4-FFF2-40B4-BE49-F238E27FC236}">
                    <ns2:creationId id="{DE41EABC-3482-F602-EE8C-95ACABAEA883}"/>
                  </a:ext>
                </a:extLst>
              </p:cNvPr>
              <p:cNvSpPr/>
              <p:nvPr/>
            </p:nvSpPr>
            <p:spPr>
              <a:xfrm>
                <a:off x="8730606" y="2147305"/>
                <a:ext cx="632874" cy="633418"/>
              </a:xfrm>
              <a:prstGeom prst="mathMultiply">
                <a:avLst>
                  <a:gd name="adj1" fmla="val 11480"/>
                </a:avLst>
              </a:prstGeom>
              <a:solidFill>
                <a:srgbClr val="FF645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grpSp>
            <p:nvGrpSpPr>
              <p:cNvPr id="160" name="グループ化 159">
                <a:extLst>
                  <a:ext uri="{FF2B5EF4-FFF2-40B4-BE49-F238E27FC236}">
                    <ns2:creationId id="{E77A6DAB-5E65-20B1-00CE-C7D2F067A929}"/>
                  </a:ext>
                </a:extLst>
              </p:cNvPr>
              <p:cNvGrpSpPr/>
              <p:nvPr/>
            </p:nvGrpSpPr>
            <p:grpSpPr>
              <a:xfrm>
                <a:off x="7387393" y="2165354"/>
                <a:ext cx="1199913" cy="633413"/>
                <a:chOff x="7387393" y="2165354"/>
                <a:chExt cx="1199913" cy="633413"/>
              </a:xfrm>
            </p:grpSpPr>
            <p:sp>
              <p:nvSpPr>
                <p:cNvPr id="33" name="矢印: 五方向 69">
                  <a:extLst>
                    <a:ext uri="{FF2B5EF4-FFF2-40B4-BE49-F238E27FC236}">
                      <ns2:creationId id="{B3F2352B-7B8F-EDD4-C59C-9D11CD6EF66D}"/>
                    </a:ext>
                  </a:extLst>
                </p:cNvPr>
                <p:cNvSpPr/>
                <p:nvPr/>
              </p:nvSpPr>
              <p:spPr>
                <a:xfrm>
                  <a:off x="7387393" y="2165354"/>
                  <a:ext cx="1199913" cy="633413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36000" tIns="540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</p:txBody>
            </p:sp>
            <p:pic>
              <p:nvPicPr>
                <p:cNvPr id="89" name="グラフィックス 88" descr="階層状のピラミッド 単色塗りつぶし">
                  <a:extLst>
                    <a:ext uri="{FF2B5EF4-FFF2-40B4-BE49-F238E27FC236}">
                      <ns2:creationId id="{AFD0293A-193A-9B76-0608-55F460BFA2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rcRect/>
                <a:stretch/>
              </p:blipFill>
              <p:spPr>
                <a:xfrm>
                  <a:off x="7818817" y="2204660"/>
                  <a:ext cx="337068" cy="337068"/>
                </a:xfrm>
                <a:prstGeom prst="rect">
                  <a:avLst/>
                </a:prstGeom>
              </p:spPr>
            </p:pic>
          </p:grpSp>
          <p:grpSp>
            <p:nvGrpSpPr>
              <p:cNvPr id="159" name="グループ化 158">
                <a:extLst>
                  <a:ext uri="{FF2B5EF4-FFF2-40B4-BE49-F238E27FC236}">
                    <ns2:creationId id="{013BA906-BE8D-7D0B-F5D4-011385206743}"/>
                  </a:ext>
                </a:extLst>
              </p:cNvPr>
              <p:cNvGrpSpPr/>
              <p:nvPr/>
            </p:nvGrpSpPr>
            <p:grpSpPr>
              <a:xfrm>
                <a:off x="9506779" y="2165354"/>
                <a:ext cx="1199913" cy="633413"/>
                <a:chOff x="9506779" y="2165354"/>
                <a:chExt cx="1199913" cy="633413"/>
              </a:xfrm>
            </p:grpSpPr>
            <p:sp>
              <p:nvSpPr>
                <p:cNvPr id="34" name="矢印: 五方向 69">
                  <a:extLst>
                    <a:ext uri="{FF2B5EF4-FFF2-40B4-BE49-F238E27FC236}">
                      <ns2:creationId id="{37D6D8A9-3FD6-EF97-26EA-ADE155D9CEB7}"/>
                    </a:ext>
                  </a:extLst>
                </p:cNvPr>
                <p:cNvSpPr/>
                <p:nvPr/>
              </p:nvSpPr>
              <p:spPr>
                <a:xfrm>
                  <a:off x="9506779" y="2165354"/>
                  <a:ext cx="1199913" cy="633413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36000" tIns="540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</p:txBody>
            </p:sp>
            <p:pic>
              <p:nvPicPr>
                <p:cNvPr id="92" name="グラフィックス 91" descr="沈思 単色塗りつぶし">
                  <a:extLst>
                    <a:ext uri="{FF2B5EF4-FFF2-40B4-BE49-F238E27FC236}">
                      <ns2:creationId id="{712F1380-73BB-64C4-919F-1785E78F4F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9938201" y="2204660"/>
                  <a:ext cx="337068" cy="33706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95" name="グループ化 194">
            <a:extLst>
              <a:ext uri="{FF2B5EF4-FFF2-40B4-BE49-F238E27FC236}">
                <ns2:creationId id="{FB2CCDC9-6094-25EE-4768-DC42063107E6}"/>
              </a:ext>
            </a:extLst>
          </p:cNvPr>
          <p:cNvGrpSpPr/>
          <p:nvPr/>
        </p:nvGrpSpPr>
        <p:grpSpPr>
          <a:xfrm>
            <a:off x="3502609" y="2501807"/>
            <a:ext cx="3883138" cy="3279230"/>
            <a:chOff x="3502609" y="2501807"/>
            <a:chExt cx="3883138" cy="3279230"/>
          </a:xfrm>
        </p:grpSpPr>
        <p:sp>
          <p:nvSpPr>
            <p:cNvPr id="52" name="Isosceles Triangle 3">
              <a:extLst>
                <a:ext uri="{FF2B5EF4-FFF2-40B4-BE49-F238E27FC236}">
                  <ns2:creationId id="{B005ED1A-B996-A302-78E4-FA1A7FA2EAEC}"/>
                </a:ext>
              </a:extLst>
            </p:cNvPr>
            <p:cNvSpPr/>
            <p:nvPr/>
          </p:nvSpPr>
          <p:spPr>
            <a:xfrm>
              <a:off x="4295353" y="3140156"/>
              <a:ext cx="2284952" cy="2285338"/>
            </a:xfrm>
            <a:prstGeom prst="ellipse">
              <a:avLst/>
            </a:prstGeom>
            <a:noFill/>
            <a:ln w="92075">
              <a:solidFill>
                <a:srgbClr val="F39C8E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</a:endParaRPr>
            </a:p>
          </p:txBody>
        </p:sp>
        <p:grpSp>
          <p:nvGrpSpPr>
            <p:cNvPr id="168" name="グループ化 167">
              <a:extLst>
                <a:ext uri="{FF2B5EF4-FFF2-40B4-BE49-F238E27FC236}">
                  <ns2:creationId id="{DA68ABD2-7CEE-31E4-DC1F-DE54F776C853}"/>
                </a:ext>
              </a:extLst>
            </p:cNvPr>
            <p:cNvGrpSpPr/>
            <p:nvPr/>
          </p:nvGrpSpPr>
          <p:grpSpPr>
            <a:xfrm>
              <a:off x="3502609" y="4473969"/>
              <a:ext cx="1307068" cy="1307068"/>
              <a:chOff x="3747084" y="4673073"/>
              <a:chExt cx="1307068" cy="1307068"/>
            </a:xfrm>
          </p:grpSpPr>
          <p:sp>
            <p:nvSpPr>
              <p:cNvPr id="54" name="Oval 7">
                <a:extLst>
                  <a:ext uri="{FF2B5EF4-FFF2-40B4-BE49-F238E27FC236}">
                    <ns2:creationId id="{48722EF6-E36B-2209-7150-D4E3AF5B04EB}"/>
                  </a:ext>
                </a:extLst>
              </p:cNvPr>
              <p:cNvSpPr/>
              <p:nvPr/>
            </p:nvSpPr>
            <p:spPr>
              <a:xfrm>
                <a:off x="3747084" y="4673073"/>
                <a:ext cx="1307068" cy="1307068"/>
              </a:xfrm>
              <a:prstGeom prst="ellipse">
                <a:avLst/>
              </a:prstGeom>
              <a:solidFill>
                <a:srgbClr val="FF64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684000" bIns="137160" rtlCol="0" anchor="ctr" anchorCtr="0"/>
              <a:lstStyle/>
              <a:p>
                <a:pPr algn="ctr">
                  <a:defRPr/>
                </a:pPr>
                <a:r>
                  <a:rPr kumimoji="0" lang="ja-JP" altLang="en-US" sz="1600" dirty="0">
                    <a:solidFill>
                      <a:prstClr val="white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165" name="グラフィックス 164" descr="的中 単色塗りつぶし">
                <a:extLst>
                  <a:ext uri="{FF2B5EF4-FFF2-40B4-BE49-F238E27FC236}">
                    <ns2:creationId id="{1F4D9D28-DC07-EE01-4FA0-5FFA8708B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4148618" y="4848556"/>
                <a:ext cx="504000" cy="504000"/>
              </a:xfrm>
              <a:prstGeom prst="rect">
                <a:avLst/>
              </a:prstGeom>
            </p:spPr>
          </p:pic>
        </p:grpSp>
        <p:grpSp>
          <p:nvGrpSpPr>
            <p:cNvPr id="177" name="グループ化 176">
              <a:extLst>
                <a:ext uri="{FF2B5EF4-FFF2-40B4-BE49-F238E27FC236}">
                  <ns2:creationId id="{2FFA715F-97DA-5140-4FDB-C2AA37702FB9}"/>
                </a:ext>
              </a:extLst>
            </p:cNvPr>
            <p:cNvGrpSpPr/>
            <p:nvPr/>
          </p:nvGrpSpPr>
          <p:grpSpPr>
            <a:xfrm>
              <a:off x="4784294" y="2501807"/>
              <a:ext cx="1307068" cy="1307068"/>
              <a:chOff x="5041469" y="2700911"/>
              <a:chExt cx="1307068" cy="1307068"/>
            </a:xfrm>
          </p:grpSpPr>
          <p:sp>
            <p:nvSpPr>
              <p:cNvPr id="178" name="Oval 5">
                <a:extLst>
                  <a:ext uri="{FF2B5EF4-FFF2-40B4-BE49-F238E27FC236}">
                    <ns2:creationId id="{848D3913-FC65-55E9-2D11-548812BCB172}"/>
                  </a:ext>
                </a:extLst>
              </p:cNvPr>
              <p:cNvSpPr/>
              <p:nvPr/>
            </p:nvSpPr>
            <p:spPr>
              <a:xfrm>
                <a:off x="5041469" y="2700911"/>
                <a:ext cx="1307068" cy="1307068"/>
              </a:xfrm>
              <a:prstGeom prst="ellipse">
                <a:avLst/>
              </a:prstGeom>
              <a:solidFill>
                <a:srgbClr val="FF64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684000" bIns="137160" rtlCol="0" anchor="ctr" anchorCtr="0"/>
              <a:lstStyle/>
              <a:p>
                <a:pPr algn="ctr">
                  <a:defRPr/>
                </a:pPr>
                <a:r>
                  <a:rPr kumimoji="0" lang="ja-JP" altLang="en-US" sz="1600" dirty="0">
                    <a:solidFill>
                      <a:prstClr val="white"/>
                    </a:solidFill>
                    <a:latin typeface="Trebuchet MS" panose="020B0603020202020204" pitchFamily="34" charset="0"/>
                    <a:ea typeface="Meiryo" panose="020B0604030504040204" pitchFamily="50" charset="-128"/>
                  </a:rPr>
                  <a:t>XX</a:t>
                </a:r>
              </a:p>
            </p:txBody>
          </p:sp>
          <p:pic>
            <p:nvPicPr>
              <p:cNvPr id="179" name="グラフィックス 178" descr="対象の人々 単色塗りつぶし">
                <a:extLst>
                  <a:ext uri="{FF2B5EF4-FFF2-40B4-BE49-F238E27FC236}">
                    <ns2:creationId id="{6EF92D28-E8A9-7AA3-4BE5-A66376BC69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5443002" y="2878879"/>
                <a:ext cx="504000" cy="504000"/>
              </a:xfrm>
              <a:prstGeom prst="rect">
                <a:avLst/>
              </a:prstGeom>
            </p:spPr>
          </p:pic>
        </p:grpSp>
        <p:grpSp>
          <p:nvGrpSpPr>
            <p:cNvPr id="181" name="グループ化 180">
              <a:extLst>
                <a:ext uri="{FF2B5EF4-FFF2-40B4-BE49-F238E27FC236}">
                  <ns2:creationId id="{233A17B8-2990-E1ED-C6A3-F8C0D8D5B59A}"/>
                </a:ext>
              </a:extLst>
            </p:cNvPr>
            <p:cNvGrpSpPr/>
            <p:nvPr/>
          </p:nvGrpSpPr>
          <p:grpSpPr>
            <a:xfrm>
              <a:off x="6078679" y="4473969"/>
              <a:ext cx="1307068" cy="1307068"/>
              <a:chOff x="6335854" y="4673073"/>
              <a:chExt cx="1307068" cy="1307068"/>
            </a:xfrm>
          </p:grpSpPr>
          <p:sp>
            <p:nvSpPr>
              <p:cNvPr id="182" name="Oval 8">
                <a:extLst>
                  <a:ext uri="{FF2B5EF4-FFF2-40B4-BE49-F238E27FC236}">
                    <ns2:creationId id="{7A73686F-2494-250F-79ED-B621336B8A3E}"/>
                  </a:ext>
                </a:extLst>
              </p:cNvPr>
              <p:cNvSpPr/>
              <p:nvPr/>
            </p:nvSpPr>
            <p:spPr>
              <a:xfrm>
                <a:off x="6335854" y="4673073"/>
                <a:ext cx="1307068" cy="1307068"/>
              </a:xfrm>
              <a:prstGeom prst="ellipse">
                <a:avLst/>
              </a:prstGeom>
              <a:solidFill>
                <a:srgbClr val="FF64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684000" bIns="137160" rtlCol="0" anchor="ctr" anchorCtr="0"/>
              <a:lstStyle/>
              <a:p>
                <a:pPr algn="ctr">
                  <a:defRPr/>
                </a:pPr>
                <a:r>
                  <a:rPr kumimoji="0" lang="ja-JP" altLang="en-US" sz="1400" dirty="0">
                    <a:solidFill>
                      <a:prstClr val="white"/>
                    </a:solidFill>
                    <a:latin typeface="Trebuchet MS" panose="020B0603020202020204" pitchFamily="34" charset="0"/>
                    <a:ea typeface="Meiryo" panose="020B0604030504040204" pitchFamily="34" charset="-128"/>
                  </a:rPr>
                  <a:t>XX</a:t>
                </a:r>
              </a:p>
            </p:txBody>
          </p:sp>
          <p:pic>
            <p:nvPicPr>
              <p:cNvPr id="183" name="グラフィックス 182" descr="原因と結果 単色塗りつぶし">
                <a:extLst>
                  <a:ext uri="{FF2B5EF4-FFF2-40B4-BE49-F238E27FC236}">
                    <ns2:creationId id="{C8F481BB-3FB3-EEB1-C30A-9DF5B1BE2F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6737388" y="4848556"/>
                <a:ext cx="504000" cy="504000"/>
              </a:xfrm>
              <a:prstGeom prst="rect">
                <a:avLst/>
              </a:prstGeom>
            </p:spPr>
          </p:pic>
        </p:grpSp>
      </p:grpSp>
      <p:grpSp>
        <p:nvGrpSpPr>
          <p:cNvPr id="204" name="グループ化 203">
            <a:extLst>
              <a:ext uri="{FF2B5EF4-FFF2-40B4-BE49-F238E27FC236}">
                <ns2:creationId id="{455B7100-6445-7198-F119-36F376C913CE}"/>
              </a:ext>
            </a:extLst>
          </p:cNvPr>
          <p:cNvGrpSpPr/>
          <p:nvPr/>
        </p:nvGrpSpPr>
        <p:grpSpPr>
          <a:xfrm>
            <a:off x="510518" y="2132724"/>
            <a:ext cx="2992091" cy="3996614"/>
            <a:chOff x="510518" y="2132724"/>
            <a:chExt cx="2992091" cy="3996614"/>
          </a:xfrm>
        </p:grpSpPr>
        <p:cxnSp>
          <p:nvCxnSpPr>
            <p:cNvPr id="171" name="直線コネクタ 170">
              <a:extLst>
                <a:ext uri="{FF2B5EF4-FFF2-40B4-BE49-F238E27FC236}">
                  <ns2:creationId id="{48154497-954F-369C-0F20-63CED100334A}"/>
                </a:ext>
              </a:extLst>
            </p:cNvPr>
            <p:cNvCxnSpPr>
              <a:cxnSpLocks/>
              <a:endCxn id="54" idx="2"/>
            </p:cNvCxnSpPr>
            <p:nvPr/>
          </p:nvCxnSpPr>
          <p:spPr>
            <a:xfrm>
              <a:off x="3178756" y="5127503"/>
              <a:ext cx="323853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6" name="グループ化 195">
              <a:extLst>
                <a:ext uri="{FF2B5EF4-FFF2-40B4-BE49-F238E27FC236}">
                  <ns2:creationId id="{7E18C9CD-D82C-D334-ABE9-14890BD59E6E}"/>
                </a:ext>
              </a:extLst>
            </p:cNvPr>
            <p:cNvGrpSpPr/>
            <p:nvPr/>
          </p:nvGrpSpPr>
          <p:grpSpPr>
            <a:xfrm>
              <a:off x="510518" y="2132724"/>
              <a:ext cx="2668238" cy="3996614"/>
              <a:chOff x="510518" y="2132724"/>
              <a:chExt cx="2668238" cy="3996614"/>
            </a:xfrm>
          </p:grpSpPr>
          <p:grpSp>
            <p:nvGrpSpPr>
              <p:cNvPr id="192" name="グループ化 191">
                <a:extLst>
                  <a:ext uri="{FF2B5EF4-FFF2-40B4-BE49-F238E27FC236}">
                    <ns2:creationId id="{597A9666-A679-364F-3B01-861CAB82712D}"/>
                  </a:ext>
                </a:extLst>
              </p:cNvPr>
              <p:cNvGrpSpPr/>
              <p:nvPr/>
            </p:nvGrpSpPr>
            <p:grpSpPr>
              <a:xfrm>
                <a:off x="510518" y="2143116"/>
                <a:ext cx="2520241" cy="3986222"/>
                <a:chOff x="707947" y="2143116"/>
                <a:chExt cx="2209035" cy="3986222"/>
              </a:xfrm>
            </p:grpSpPr>
            <p:sp>
              <p:nvSpPr>
                <p:cNvPr id="32" name="テキスト ボックス 31">
                  <a:extLst>
                    <a:ext uri="{FF2B5EF4-FFF2-40B4-BE49-F238E27FC236}">
                      <ns2:creationId id="{1F38D4C6-FBC4-CB2E-27F0-E848FEA8847C}"/>
                    </a:ext>
                  </a:extLst>
                </p:cNvPr>
                <p:cNvSpPr txBox="1"/>
                <p:nvPr/>
              </p:nvSpPr>
              <p:spPr>
                <a:xfrm>
                  <a:off x="707947" y="2143116"/>
                  <a:ext cx="2209035" cy="261532"/>
                </a:xfrm>
                <a:prstGeom prst="rect">
                  <a:avLst/>
                </a:prstGeom>
                <a:noFill/>
              </p:spPr>
              <p:txBody>
                <a:bodyPr wrap="square" lIns="36000" tIns="72000" rIns="36000" bIns="3600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46294"/>
                    </a:buClr>
                    <a:buSzTx/>
                    <a:buFontTx/>
                    <a:buNone/>
                    <a:tabLst/>
                    <a:defRPr/>
                  </a:pPr>
                  <a:r>
                    <a:rPr lang="ja-JP" altLang="en-US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r>
                    <a:rPr lang="en-US" altLang="ja-JP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/ </a:t>
                  </a:r>
                  <a:r>
                    <a:rPr lang="ja-JP" altLang="en-US" sz="14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grpSp>
              <p:nvGrpSpPr>
                <p:cNvPr id="162" name="グループ化 161">
                  <a:extLst>
                    <a:ext uri="{FF2B5EF4-FFF2-40B4-BE49-F238E27FC236}">
                      <ns2:creationId id="{DEA76CCF-B83F-D512-BB89-839E46A9CBE7}"/>
                    </a:ext>
                  </a:extLst>
                </p:cNvPr>
                <p:cNvGrpSpPr/>
                <p:nvPr/>
              </p:nvGrpSpPr>
              <p:grpSpPr>
                <a:xfrm>
                  <a:off x="707947" y="2450869"/>
                  <a:ext cx="2209035" cy="3678469"/>
                  <a:chOff x="707947" y="2513880"/>
                  <a:chExt cx="2209035" cy="3625849"/>
                </a:xfrm>
                <a:solidFill>
                  <a:srgbClr val="FF6450">
                    <a:alpha val="10000"/>
                  </a:srgbClr>
                </a:solidFill>
              </p:grpSpPr>
              <p:sp>
                <p:nvSpPr>
                  <p:cNvPr id="125" name="テキスト ボックス 20">
                    <a:extLst>
                      <a:ext uri="{FF2B5EF4-FFF2-40B4-BE49-F238E27FC236}">
                        <ns2:creationId id="{2BF55907-852B-EFD8-3348-0D194D65E62B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2513880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26" name="テキスト ボックス 20">
                    <a:extLst>
                      <a:ext uri="{FF2B5EF4-FFF2-40B4-BE49-F238E27FC236}">
                        <ns2:creationId id="{8A55B361-0C75-D3B9-D63D-67227D2A1692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2729377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36000" rIns="36000" bIns="36000" rtlCol="0" anchor="ctr">
                    <a:noAutofit/>
                  </a:bodyPr>
                  <a:lstStyle/>
                  <a:p>
                    <a:pPr marL="0" indent="0" algn="ctr" rtl="0" eaLnBrk="1" fontAlgn="b" latinLnBrk="0" hangingPunct="1">
                      <a:lnSpc>
                        <a:spcPct val="115000"/>
                      </a:lnSpc>
                      <a:buNone/>
                    </a:pPr>
                    <a:r>
                      <a:rPr kumimoji="1" lang="ja-JP" altLang="ja-JP" sz="1050" b="0" i="0" u="none" strike="noStrike" kern="1200" dirty="0">
                        <a:solidFill>
                          <a:schemeClr val="tx1">
                            <a:lumMod val="75000"/>
                          </a:schemeClr>
                        </a:solidFill>
                        <a:effectLst/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  <a:endParaRPr lang="ja-JP" altLang="ja-JP" sz="1050" b="0" i="0" u="none" strike="noStrike" dirty="0">
                      <a:solidFill>
                        <a:schemeClr val="tx1">
                          <a:lumMod val="75000"/>
                        </a:schemeClr>
                      </a:solidFill>
                      <a:effectLst/>
                      <a:latin typeface="Trebuchet MS" panose="020B0603020202020204" pitchFamily="34" charset="0"/>
                      <a:ea typeface="Meiryo" panose="020B0604030504040204" pitchFamily="50" charset="-128"/>
                    </a:endParaRPr>
                  </a:p>
                </p:txBody>
              </p:sp>
              <p:sp>
                <p:nvSpPr>
                  <p:cNvPr id="127" name="テキスト ボックス 20">
                    <a:extLst>
                      <a:ext uri="{FF2B5EF4-FFF2-40B4-BE49-F238E27FC236}">
                        <ns2:creationId id="{55B71C57-DDC2-8DB5-D13D-EFA5C4CB1F4A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2944874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28" name="テキスト ボックス 20">
                    <a:extLst>
                      <a:ext uri="{FF2B5EF4-FFF2-40B4-BE49-F238E27FC236}">
                        <ns2:creationId id="{C5213280-0765-8ACB-251F-10CD5806EC4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160371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29" name="テキスト ボックス 20">
                    <a:extLst>
                      <a:ext uri="{FF2B5EF4-FFF2-40B4-BE49-F238E27FC236}">
                        <ns2:creationId id="{812D4028-2999-A50B-3B7D-67DA415BD79D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375868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  <a:r>
                      <a:rPr lang="en-US" altLang="ja-JP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(</a:t>
                    </a: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  <a:r>
                      <a:rPr lang="en-US" altLang="ja-JP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)</a:t>
                    </a:r>
                    <a:endParaRPr lang="ja-JP" altLang="en-US" sz="1050" dirty="0">
                      <a:solidFill>
                        <a:schemeClr val="tx1">
                          <a:lumMod val="75000"/>
                        </a:schemeClr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</a:endParaRPr>
                  </a:p>
                </p:txBody>
              </p:sp>
              <p:sp>
                <p:nvSpPr>
                  <p:cNvPr id="130" name="テキスト ボックス 20">
                    <a:extLst>
                      <a:ext uri="{FF2B5EF4-FFF2-40B4-BE49-F238E27FC236}">
                        <ns2:creationId id="{0E4E13BF-5251-DDCC-6C93-4FADDBDFC366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591365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1" name="テキスト ボックス 20">
                    <a:extLst>
                      <a:ext uri="{FF2B5EF4-FFF2-40B4-BE49-F238E27FC236}">
                        <ns2:creationId id="{8189D2AB-846D-3D95-276D-F0F972DEEBEF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3806862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algn="ctr">
                      <a:buClr>
                        <a:schemeClr val="accent1"/>
                      </a:buClr>
                    </a:pPr>
                    <a:r>
                      <a:rPr kumimoji="1"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2" name="テキスト ボックス 20">
                    <a:extLst>
                      <a:ext uri="{FF2B5EF4-FFF2-40B4-BE49-F238E27FC236}">
                        <ns2:creationId id="{73CF01AC-A00B-3557-4528-1183EA31B0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022359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3" name="テキスト ボックス 20">
                    <a:extLst>
                      <a:ext uri="{FF2B5EF4-FFF2-40B4-BE49-F238E27FC236}">
                        <ns2:creationId id="{1E51DEB2-9F80-8E01-2430-374DF7B152A7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237856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4" name="テキスト ボックス 20">
                    <a:extLst>
                      <a:ext uri="{FF2B5EF4-FFF2-40B4-BE49-F238E27FC236}">
                        <ns2:creationId id="{8313588A-A2E4-3876-1563-DAFFCF746ECD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453353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5" name="テキスト ボックス 20">
                    <a:extLst>
                      <a:ext uri="{FF2B5EF4-FFF2-40B4-BE49-F238E27FC236}">
                        <ns2:creationId id="{82029113-DCE6-0749-2E7A-F619B08E46FC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668850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6" name="テキスト ボックス 20">
                    <a:extLst>
                      <a:ext uri="{FF2B5EF4-FFF2-40B4-BE49-F238E27FC236}">
                        <ns2:creationId id="{7C50505B-3E25-D9D4-1688-4E824E1C1D68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315341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7" name="テキスト ボックス 20">
                    <a:extLst>
                      <a:ext uri="{FF2B5EF4-FFF2-40B4-BE49-F238E27FC236}">
                        <ns2:creationId id="{272B255B-69B1-EFF5-4AB7-DA4D72DB4FE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4884347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8" name="テキスト ボックス 20">
                    <a:extLst>
                      <a:ext uri="{FF2B5EF4-FFF2-40B4-BE49-F238E27FC236}">
                        <ns2:creationId id="{901F26A7-F9EC-B8F3-C872-45864BE255B5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099844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39" name="テキスト ボックス 20">
                    <a:extLst>
                      <a:ext uri="{FF2B5EF4-FFF2-40B4-BE49-F238E27FC236}">
                        <ns2:creationId id="{5C5D091A-C9ED-1D09-D6DC-D7897B96B0A0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530838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40" name="テキスト ボックス 20">
                    <a:extLst>
                      <a:ext uri="{FF2B5EF4-FFF2-40B4-BE49-F238E27FC236}">
                        <ns2:creationId id="{A55F019E-E504-4CC1-FDB9-46BC7E0893EC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746335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  <p:sp>
                <p:nvSpPr>
                  <p:cNvPr id="141" name="テキスト ボックス 140">
                    <a:extLst>
                      <a:ext uri="{FF2B5EF4-FFF2-40B4-BE49-F238E27FC236}">
                        <ns2:creationId id="{25B72669-2E08-625F-36CC-59F8AB5F5CB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947" y="5961833"/>
                    <a:ext cx="2209035" cy="177896"/>
                  </a:xfrm>
                  <a:prstGeom prst="rect">
                    <a:avLst/>
                  </a:prstGeom>
                  <a:grpFill/>
                </p:spPr>
                <p:txBody>
                  <a:bodyPr wrap="none" lIns="36000" tIns="72000" rIns="36000" bIns="36000" rtlCol="0" anchor="ctr">
                    <a:noAutofit/>
                  </a:bodyPr>
                  <a:lstStyle/>
                  <a:p>
                    <a:pPr marL="0" lvl="0" indent="0" algn="ctr" rtl="0">
                      <a:lnSpc>
                        <a:spcPct val="115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ja-JP" altLang="en-US" sz="105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</a:rPr>
                      <a:t>XX</a:t>
                    </a:r>
                  </a:p>
                </p:txBody>
              </p:sp>
            </p:grpSp>
          </p:grpSp>
          <p:cxnSp>
            <p:nvCxnSpPr>
              <p:cNvPr id="188" name="直線コネクタ 187">
                <a:extLst>
                  <a:ext uri="{FF2B5EF4-FFF2-40B4-BE49-F238E27FC236}">
                    <ns2:creationId id="{F91951F9-AFB9-0060-B455-679E2F2CD6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8756" y="2132724"/>
                <a:ext cx="0" cy="3996614"/>
              </a:xfrm>
              <a:prstGeom prst="line">
                <a:avLst/>
              </a:prstGeom>
              <a:ln w="38100">
                <a:solidFill>
                  <a:srgbClr val="F39C8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2" name="グループ化 201">
            <a:extLst>
              <a:ext uri="{FF2B5EF4-FFF2-40B4-BE49-F238E27FC236}">
                <ns2:creationId id="{35B40917-6903-6DA8-62EB-8DB6DE76B824}"/>
              </a:ext>
            </a:extLst>
          </p:cNvPr>
          <p:cNvGrpSpPr/>
          <p:nvPr/>
        </p:nvGrpSpPr>
        <p:grpSpPr>
          <a:xfrm>
            <a:off x="6007681" y="2143115"/>
            <a:ext cx="974144" cy="2015116"/>
            <a:chOff x="6007681" y="2143115"/>
            <a:chExt cx="974144" cy="2015116"/>
          </a:xfrm>
        </p:grpSpPr>
        <p:cxnSp>
          <p:nvCxnSpPr>
            <p:cNvPr id="173" name="直線コネクタ 172">
              <a:extLst>
                <a:ext uri="{FF2B5EF4-FFF2-40B4-BE49-F238E27FC236}">
                  <ns2:creationId id="{78615289-B632-BAA5-B443-5216C8851EE9}"/>
                </a:ext>
              </a:extLst>
            </p:cNvPr>
            <p:cNvCxnSpPr>
              <a:cxnSpLocks/>
            </p:cNvCxnSpPr>
            <p:nvPr/>
          </p:nvCxnSpPr>
          <p:spPr>
            <a:xfrm>
              <a:off x="6007681" y="2901562"/>
              <a:ext cx="974144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直線コネクタ 188">
              <a:extLst>
                <a:ext uri="{FF2B5EF4-FFF2-40B4-BE49-F238E27FC236}">
                  <ns2:creationId id="{213635ED-B71B-5632-976A-DA516596F121}"/>
                </a:ext>
              </a:extLst>
            </p:cNvPr>
            <p:cNvCxnSpPr>
              <a:cxnSpLocks/>
            </p:cNvCxnSpPr>
            <p:nvPr/>
          </p:nvCxnSpPr>
          <p:spPr>
            <a:xfrm>
              <a:off x="6981825" y="2143115"/>
              <a:ext cx="0" cy="2015116"/>
            </a:xfrm>
            <a:prstGeom prst="line">
              <a:avLst/>
            </a:prstGeom>
            <a:ln w="38100">
              <a:solidFill>
                <a:srgbClr val="F39C8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3" name="グループ化 202">
            <a:extLst>
              <a:ext uri="{FF2B5EF4-FFF2-40B4-BE49-F238E27FC236}">
                <ns2:creationId id="{B80ABD3E-2096-1723-AFA0-213CFDB92106}"/>
              </a:ext>
            </a:extLst>
          </p:cNvPr>
          <p:cNvGrpSpPr/>
          <p:nvPr/>
        </p:nvGrpSpPr>
        <p:grpSpPr>
          <a:xfrm>
            <a:off x="7289800" y="4790209"/>
            <a:ext cx="806450" cy="1339129"/>
            <a:chOff x="7289800" y="4790209"/>
            <a:chExt cx="806450" cy="1339129"/>
          </a:xfrm>
        </p:grpSpPr>
        <p:cxnSp>
          <p:nvCxnSpPr>
            <p:cNvPr id="175" name="直線コネクタ 174">
              <a:extLst>
                <a:ext uri="{FF2B5EF4-FFF2-40B4-BE49-F238E27FC236}">
                  <ns2:creationId id="{A6819E7A-19B2-B383-1452-FEA332CD6B83}"/>
                </a:ext>
              </a:extLst>
            </p:cNvPr>
            <p:cNvCxnSpPr>
              <a:cxnSpLocks/>
            </p:cNvCxnSpPr>
            <p:nvPr/>
          </p:nvCxnSpPr>
          <p:spPr>
            <a:xfrm>
              <a:off x="7289800" y="5383831"/>
              <a:ext cx="806450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ns2:creationId id="{3EFE8207-C70E-ADC0-196D-4326635A88C6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50" y="4790209"/>
              <a:ext cx="0" cy="1339129"/>
            </a:xfrm>
            <a:prstGeom prst="line">
              <a:avLst/>
            </a:prstGeom>
            <a:ln w="38100">
              <a:solidFill>
                <a:srgbClr val="F39C8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1" name="グループ化 200">
            <a:extLst>
              <a:ext uri="{FF2B5EF4-FFF2-40B4-BE49-F238E27FC236}">
                <ns2:creationId id="{F6D32D13-5E15-A8B3-0E7F-0DF46A20C893}"/>
              </a:ext>
            </a:extLst>
          </p:cNvPr>
          <p:cNvGrpSpPr/>
          <p:nvPr/>
        </p:nvGrpSpPr>
        <p:grpSpPr>
          <a:xfrm>
            <a:off x="8326808" y="4705329"/>
            <a:ext cx="3475054" cy="1424009"/>
            <a:chOff x="8326808" y="4705329"/>
            <a:chExt cx="3475054" cy="1424009"/>
          </a:xfrm>
        </p:grpSpPr>
        <p:grpSp>
          <p:nvGrpSpPr>
            <p:cNvPr id="200" name="グループ化 199">
              <a:extLst>
                <a:ext uri="{FF2B5EF4-FFF2-40B4-BE49-F238E27FC236}">
                  <ns2:creationId id="{35F0D324-52A4-6AF4-F825-17478F83BEF2}"/>
                </a:ext>
              </a:extLst>
            </p:cNvPr>
            <p:cNvGrpSpPr/>
            <p:nvPr/>
          </p:nvGrpSpPr>
          <p:grpSpPr>
            <a:xfrm>
              <a:off x="8362570" y="4979417"/>
              <a:ext cx="3439291" cy="1149921"/>
              <a:chOff x="8362570" y="4979417"/>
              <a:chExt cx="3439291" cy="1149921"/>
            </a:xfrm>
          </p:grpSpPr>
          <p:sp>
            <p:nvSpPr>
              <p:cNvPr id="97" name="乗算記号 96">
                <a:extLst>
                  <a:ext uri="{FF2B5EF4-FFF2-40B4-BE49-F238E27FC236}">
                    <ns2:creationId id="{710FE143-34E9-DA19-BF4F-75B57F275D5E}"/>
                  </a:ext>
                </a:extLst>
              </p:cNvPr>
              <p:cNvSpPr/>
              <p:nvPr/>
            </p:nvSpPr>
            <p:spPr>
              <a:xfrm>
                <a:off x="9765778" y="5237669"/>
                <a:ext cx="632874" cy="633418"/>
              </a:xfrm>
              <a:prstGeom prst="mathMultiply">
                <a:avLst>
                  <a:gd name="adj1" fmla="val 11480"/>
                </a:avLst>
              </a:prstGeom>
              <a:solidFill>
                <a:srgbClr val="FF645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>
                  <a:buClr>
                    <a:schemeClr val="accent1"/>
                  </a:buClr>
                </a:pPr>
                <a:endParaRPr kumimoji="1" lang="ja-JP" altLang="en-US" dirty="0">
                  <a:latin typeface="Trebuchet MS" panose="020B0703020202090204" pitchFamily="34" charset="0"/>
                  <a:ea typeface="Meiryo" panose="020B0604030504040204" pitchFamily="34" charset="-128"/>
                </a:endParaRPr>
              </a:p>
            </p:txBody>
          </p:sp>
          <p:grpSp>
            <p:nvGrpSpPr>
              <p:cNvPr id="199" name="グループ化 198">
                <a:extLst>
                  <a:ext uri="{FF2B5EF4-FFF2-40B4-BE49-F238E27FC236}">
                    <ns2:creationId id="{46FEB8E3-A3FE-C447-2CEF-1B3D77F1E142}"/>
                  </a:ext>
                </a:extLst>
              </p:cNvPr>
              <p:cNvGrpSpPr/>
              <p:nvPr/>
            </p:nvGrpSpPr>
            <p:grpSpPr>
              <a:xfrm>
                <a:off x="8362570" y="4979417"/>
                <a:ext cx="1319904" cy="1149921"/>
                <a:chOff x="8362570" y="4979417"/>
                <a:chExt cx="1319904" cy="1149921"/>
              </a:xfrm>
            </p:grpSpPr>
            <p:sp>
              <p:nvSpPr>
                <p:cNvPr id="46" name="矢印: 五方向 69">
                  <a:extLst>
                    <a:ext uri="{FF2B5EF4-FFF2-40B4-BE49-F238E27FC236}">
                      <ns2:creationId id="{A2BC0296-C6BF-FDB5-2336-2853434BEBA9}"/>
                    </a:ext>
                  </a:extLst>
                </p:cNvPr>
                <p:cNvSpPr/>
                <p:nvPr/>
              </p:nvSpPr>
              <p:spPr>
                <a:xfrm>
                  <a:off x="8362570" y="4979417"/>
                  <a:ext cx="1319904" cy="1149921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36000" tIns="540000" rIns="36000" rtlCol="0" anchor="ctr"/>
                <a:lstStyle/>
                <a:p>
                  <a:pPr algn="ctr" defTabSz="1219170">
                    <a:defRPr/>
                  </a:pP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b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</a:b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b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</a:b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98" name="グラフィックス 97" descr="ドキュメント 単色塗りつぶし">
                  <a:extLst>
                    <a:ext uri="{FF2B5EF4-FFF2-40B4-BE49-F238E27FC236}">
                      <ns2:creationId id="{03221C5C-69D8-A2E4-4C21-095907A13C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7"/>
                    </a:ext>
                  </a:extLst>
                </a:blip>
                <a:srcRect/>
                <a:stretch/>
              </p:blipFill>
              <p:spPr>
                <a:xfrm>
                  <a:off x="8816512" y="5064561"/>
                  <a:ext cx="412020" cy="412020"/>
                </a:xfrm>
                <a:prstGeom prst="rect">
                  <a:avLst/>
                </a:prstGeom>
              </p:spPr>
            </p:pic>
          </p:grpSp>
          <p:grpSp>
            <p:nvGrpSpPr>
              <p:cNvPr id="198" name="グループ化 197">
                <a:extLst>
                  <a:ext uri="{FF2B5EF4-FFF2-40B4-BE49-F238E27FC236}">
                    <ns2:creationId id="{48474D4B-84C8-A2A2-CAB7-E2C4AEA4679A}"/>
                  </a:ext>
                </a:extLst>
              </p:cNvPr>
              <p:cNvGrpSpPr/>
              <p:nvPr/>
            </p:nvGrpSpPr>
            <p:grpSpPr>
              <a:xfrm>
                <a:off x="10481957" y="4979417"/>
                <a:ext cx="1319904" cy="1149921"/>
                <a:chOff x="10481957" y="4979417"/>
                <a:chExt cx="1319904" cy="1149921"/>
              </a:xfrm>
            </p:grpSpPr>
            <p:sp>
              <p:nvSpPr>
                <p:cNvPr id="47" name="矢印: 五方向 69">
                  <a:extLst>
                    <a:ext uri="{FF2B5EF4-FFF2-40B4-BE49-F238E27FC236}">
                      <ns2:creationId id="{81374438-1B51-A017-A911-49CD64D12C70}"/>
                    </a:ext>
                  </a:extLst>
                </p:cNvPr>
                <p:cNvSpPr/>
                <p:nvPr/>
              </p:nvSpPr>
              <p:spPr>
                <a:xfrm>
                  <a:off x="10481957" y="4979417"/>
                  <a:ext cx="1319904" cy="1149921"/>
                </a:xfrm>
                <a:prstGeom prst="roundRect">
                  <a:avLst>
                    <a:gd name="adj" fmla="val 5432"/>
                  </a:avLst>
                </a:prstGeom>
                <a:solidFill>
                  <a:srgbClr val="FF6450">
                    <a:alpha val="10000"/>
                  </a:srgbClr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180000" tIns="540000" rIns="36000" rtlCol="0" anchor="ctr"/>
                <a:lstStyle/>
                <a:p>
                  <a:pPr defTabSz="1219170">
                    <a:spcAft>
                      <a:spcPts val="600"/>
                    </a:spcAft>
                    <a:defRPr/>
                  </a:pPr>
                  <a: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sz="12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  <a:p>
                  <a:pPr defTabSz="1219170">
                    <a:spcAft>
                      <a:spcPts val="600"/>
                    </a:spcAft>
                    <a:defRPr/>
                  </a:pPr>
                  <a: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br>
                    <a:rPr lang="en-US" altLang="ja-JP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</a:br>
                  <a:r>
                    <a:rPr lang="ja-JP" altLang="en-US" sz="120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100" name="グラフィックス 99" descr="アイデア 単色塗りつぶし">
                  <a:extLst>
                    <a:ext uri="{FF2B5EF4-FFF2-40B4-BE49-F238E27FC236}">
                      <ns2:creationId id="{8C51BCD0-5581-2964-E031-8053C74106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8"/>
                    </a:ext>
                  </a:extLst>
                </a:blip>
                <a:srcRect/>
                <a:stretch/>
              </p:blipFill>
              <p:spPr>
                <a:xfrm>
                  <a:off x="10951837" y="5064561"/>
                  <a:ext cx="412020" cy="412020"/>
                </a:xfrm>
                <a:prstGeom prst="rect">
                  <a:avLst/>
                </a:prstGeom>
              </p:spPr>
            </p:pic>
          </p:grpSp>
        </p:grpSp>
        <p:sp>
          <p:nvSpPr>
            <p:cNvPr id="193" name="テキスト ボックス 192">
              <a:extLst>
                <a:ext uri="{FF2B5EF4-FFF2-40B4-BE49-F238E27FC236}">
                  <ns2:creationId id="{4F2C1007-F67B-A1FC-D06B-93142A42AFE0}"/>
                </a:ext>
              </a:extLst>
            </p:cNvPr>
            <p:cNvSpPr txBox="1"/>
            <p:nvPr/>
          </p:nvSpPr>
          <p:spPr>
            <a:xfrm>
              <a:off x="8326808" y="4705329"/>
              <a:ext cx="1391429" cy="277589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  <p:sp>
          <p:nvSpPr>
            <p:cNvPr id="194" name="テキスト ボックス 193">
              <a:extLst>
                <a:ext uri="{FF2B5EF4-FFF2-40B4-BE49-F238E27FC236}">
                  <ns2:creationId id="{E37F4231-E9BE-EE42-0B8E-D608E58FB9EA}"/>
                </a:ext>
              </a:extLst>
            </p:cNvPr>
            <p:cNvSpPr txBox="1"/>
            <p:nvPr/>
          </p:nvSpPr>
          <p:spPr>
            <a:xfrm>
              <a:off x="10410433" y="4716942"/>
              <a:ext cx="1391429" cy="277589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r>
                <a:rPr lang="ja-JP" altLang="en-US" sz="11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</p:spTree>
    <p:extLst>
      <p:ext uri="{BB962C8B-B14F-4D97-AF65-F5344CB8AC3E}">
        <ns5:creationId val="3089098514"/>
      </p:ext>
    </p:extLst>
  </p:cSld>
  <p:clrMapOvr>
    <a:masterClrMapping/>
  </p:clrMapOvr>
</p:sld>
</file>

<file path=ppt/slides/slide409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5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409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8747125" cy="612129"/>
            <a:chOff x="371475" y="1199994"/>
            <a:chExt cx="8747125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100" y="1199994"/>
              <a:ext cx="8572500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95" name="グループ化 94">
            <a:extLst>
              <a:ext uri="{FF2B5EF4-FFF2-40B4-BE49-F238E27FC236}">
                <ns2:creationId id="{1804F5A4-33F8-7C90-44F7-5CC5EB0AECD9}"/>
              </a:ext>
            </a:extLst>
          </p:cNvPr>
          <p:cNvGrpSpPr/>
          <p:nvPr/>
        </p:nvGrpSpPr>
        <p:grpSpPr>
          <a:xfrm>
            <a:off x="371475" y="2223638"/>
            <a:ext cx="11449050" cy="459903"/>
            <a:chOff x="371475" y="2223638"/>
            <a:chExt cx="11449050" cy="459903"/>
          </a:xfrm>
        </p:grpSpPr>
        <p:sp>
          <p:nvSpPr>
            <p:cNvPr id="4" name="矢印: 五方向 3">
              <a:extLst>
                <a:ext uri="{FF2B5EF4-FFF2-40B4-BE49-F238E27FC236}">
                  <ns2:creationId id="{C1AA2DB1-4FFA-5ADE-3A30-CF9643233814}"/>
                </a:ext>
              </a:extLst>
            </p:cNvPr>
            <p:cNvSpPr/>
            <p:nvPr/>
          </p:nvSpPr>
          <p:spPr>
            <a:xfrm>
              <a:off x="371475" y="2223638"/>
              <a:ext cx="11449050" cy="459903"/>
            </a:xfrm>
            <a:prstGeom prst="homePlate">
              <a:avLst/>
            </a:prstGeom>
            <a:gradFill flip="none" rotWithShape="1">
              <a:gsLst>
                <a:gs pos="2000">
                  <a:srgbClr val="FF6450"/>
                </a:gs>
                <a:gs pos="100000">
                  <a:srgbClr val="F39C8E">
                    <a:alpha val="20000"/>
                  </a:srgbClr>
                </a:gs>
                <a:gs pos="100000">
                  <a:schemeClr val="bg1"/>
                </a:gs>
              </a:gsLst>
              <a:lin ang="10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7" name="グループ化 6">
              <a:extLst>
                <a:ext uri="{FF2B5EF4-FFF2-40B4-BE49-F238E27FC236}">
                  <ns2:creationId id="{79A9776F-7959-5A17-5EC5-4530F0698A69}"/>
                </a:ext>
              </a:extLst>
            </p:cNvPr>
            <p:cNvGrpSpPr/>
            <p:nvPr/>
          </p:nvGrpSpPr>
          <p:grpSpPr>
            <a:xfrm>
              <a:off x="779468" y="2247579"/>
              <a:ext cx="2397125" cy="412020"/>
              <a:chOff x="511175" y="2262589"/>
              <a:chExt cx="2397125" cy="412020"/>
            </a:xfrm>
          </p:grpSpPr>
          <p:sp>
            <p:nvSpPr>
              <p:cNvPr id="5" name="テキスト ボックス 4">
                <a:extLst>
                  <a:ext uri="{FF2B5EF4-FFF2-40B4-BE49-F238E27FC236}">
                    <ns2:creationId id="{5084F01C-D998-FC58-444E-2E29CC3F9999}"/>
                  </a:ext>
                </a:extLst>
              </p:cNvPr>
              <p:cNvSpPr txBox="1"/>
              <p:nvPr/>
            </p:nvSpPr>
            <p:spPr>
              <a:xfrm>
                <a:off x="1035287" y="2278557"/>
                <a:ext cx="1873013" cy="38008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6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" name="グラフィックス 5" descr="矢印: 直線 単色塗りつぶし">
                <a:extLst>
                  <a:ext uri="{FF2B5EF4-FFF2-40B4-BE49-F238E27FC236}">
                    <ns2:creationId id="{B58703A2-87EB-81A7-C0E3-C599C9D3F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2"/>
                  </a:ext>
                </a:extLst>
              </a:blip>
              <a:srcRect/>
              <a:stretch/>
            </p:blipFill>
            <p:spPr>
              <a:xfrm flipH="1">
                <a:off x="511175" y="2262589"/>
                <a:ext cx="412020" cy="412020"/>
              </a:xfrm>
              <a:prstGeom prst="rect">
                <a:avLst/>
              </a:prstGeom>
            </p:spPr>
          </p:pic>
        </p:grpSp>
        <p:grpSp>
          <p:nvGrpSpPr>
            <p:cNvPr id="8" name="グループ化 7">
              <a:extLst>
                <a:ext uri="{FF2B5EF4-FFF2-40B4-BE49-F238E27FC236}">
                  <ns2:creationId id="{E723FD85-3971-365E-3D6D-21D813D10AED}"/>
                </a:ext>
              </a:extLst>
            </p:cNvPr>
            <p:cNvGrpSpPr/>
            <p:nvPr/>
          </p:nvGrpSpPr>
          <p:grpSpPr>
            <a:xfrm>
              <a:off x="9463088" y="2247579"/>
              <a:ext cx="2223627" cy="412020"/>
              <a:chOff x="371475" y="2262589"/>
              <a:chExt cx="2223627" cy="412020"/>
            </a:xfrm>
          </p:grpSpPr>
          <p:sp>
            <p:nvSpPr>
              <p:cNvPr id="9" name="テキスト ボックス 8">
                <a:extLst>
                  <a:ext uri="{FF2B5EF4-FFF2-40B4-BE49-F238E27FC236}">
                    <ns2:creationId id="{7356360A-A9F5-A464-665A-EFA177DC5A57}"/>
                  </a:ext>
                </a:extLst>
              </p:cNvPr>
              <p:cNvSpPr txBox="1"/>
              <p:nvPr/>
            </p:nvSpPr>
            <p:spPr>
              <a:xfrm>
                <a:off x="895587" y="2278557"/>
                <a:ext cx="1699515" cy="38008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6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10" name="グラフィックス 9" descr="矢印: 時計回りの曲線 単色塗りつぶし">
                <a:extLst>
                  <a:ext uri="{FF2B5EF4-FFF2-40B4-BE49-F238E27FC236}">
                    <ns2:creationId id="{24ACCA6C-BE5F-E0B3-33C7-C27C21C57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3"/>
                  </a:ext>
                </a:extLst>
              </a:blip>
              <a:srcRect/>
              <a:stretch/>
            </p:blipFill>
            <p:spPr>
              <a:xfrm flipH="1">
                <a:off x="371475" y="2262589"/>
                <a:ext cx="412020" cy="412020"/>
              </a:xfrm>
              <a:prstGeom prst="rect">
                <a:avLst/>
              </a:prstGeom>
            </p:spPr>
          </p:pic>
        </p:grpSp>
      </p:grpSp>
      <p:grpSp>
        <p:nvGrpSpPr>
          <p:cNvPr id="99" name="グループ化 98">
            <a:extLst>
              <a:ext uri="{FF2B5EF4-FFF2-40B4-BE49-F238E27FC236}">
                <ns2:creationId id="{C1DB48AC-AD6D-6526-1E7A-B640F1CCA20C}"/>
              </a:ext>
            </a:extLst>
          </p:cNvPr>
          <p:cNvGrpSpPr/>
          <p:nvPr/>
        </p:nvGrpSpPr>
        <p:grpSpPr>
          <a:xfrm>
            <a:off x="371475" y="2869290"/>
            <a:ext cx="11449051" cy="3260048"/>
            <a:chOff x="371475" y="2869290"/>
            <a:chExt cx="11449051" cy="3260048"/>
          </a:xfrm>
        </p:grpSpPr>
        <p:sp>
          <p:nvSpPr>
            <p:cNvPr id="29" name="Google Shape;787;p75">
              <a:extLst>
                <a:ext uri="{FF2B5EF4-FFF2-40B4-BE49-F238E27FC236}">
                  <ns2:creationId id="{EA74746F-0952-7821-146B-D81F1AC0189C}"/>
                </a:ext>
              </a:extLst>
            </p:cNvPr>
            <p:cNvSpPr/>
            <p:nvPr/>
          </p:nvSpPr>
          <p:spPr>
            <a:xfrm>
              <a:off x="390762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en-US" altLang="ja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1600" kern="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" altLang="en-US" sz="1200" kern="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 </a:t>
              </a: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1200" kern="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marL="171450" indent="-171450" defTabSz="1219170">
                <a:lnSpc>
                  <a:spcPct val="115000"/>
                </a:lnSpc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1200" kern="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</p:txBody>
        </p:sp>
        <p:sp>
          <p:nvSpPr>
            <p:cNvPr id="40" name="Google Shape;787;p75">
              <a:extLst>
                <a:ext uri="{FF2B5EF4-FFF2-40B4-BE49-F238E27FC236}">
                  <ns2:creationId id="{38496C7B-BE6E-AA30-BEDA-A37E8FABD712}"/>
                </a:ext>
              </a:extLst>
            </p:cNvPr>
            <p:cNvSpPr/>
            <p:nvPr/>
          </p:nvSpPr>
          <p:spPr>
            <a:xfrm>
              <a:off x="2773171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1" name="Google Shape;787;p75">
              <a:extLst>
                <a:ext uri="{FF2B5EF4-FFF2-40B4-BE49-F238E27FC236}">
                  <ns2:creationId id="{AF0A8574-12B2-EDDF-1036-3C764835C075}"/>
                </a:ext>
              </a:extLst>
            </p:cNvPr>
            <p:cNvSpPr/>
            <p:nvPr/>
          </p:nvSpPr>
          <p:spPr>
            <a:xfrm>
              <a:off x="5155580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lang="en-US" altLang="ja-JP" sz="1200" kern="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2" name="Google Shape;787;p75">
              <a:extLst>
                <a:ext uri="{FF2B5EF4-FFF2-40B4-BE49-F238E27FC236}">
                  <ns2:creationId id="{9A6BE363-8094-CABC-97EC-D284D744E35D}"/>
                </a:ext>
              </a:extLst>
            </p:cNvPr>
            <p:cNvSpPr/>
            <p:nvPr/>
          </p:nvSpPr>
          <p:spPr>
            <a:xfrm>
              <a:off x="7537989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35333" rIns="0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it-IT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3" name="Google Shape;787;p75">
              <a:extLst>
                <a:ext uri="{FF2B5EF4-FFF2-40B4-BE49-F238E27FC236}">
                  <ns2:creationId id="{0A4DD34E-7D4D-4DBF-0BDF-71491A4AB9B9}"/>
                </a:ext>
              </a:extLst>
            </p:cNvPr>
            <p:cNvSpPr/>
            <p:nvPr/>
          </p:nvSpPr>
          <p:spPr>
            <a:xfrm>
              <a:off x="9903424" y="3661648"/>
              <a:ext cx="1917102" cy="246769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89733" tIns="35333" rIns="89733" bIns="35333" anchor="t" anchorCtr="0">
              <a:noAutofit/>
            </a:bodyPr>
            <a:lstStyle/>
            <a:p>
              <a:pPr algn="ctr" defTabSz="1219170">
                <a:spcAft>
                  <a:spcPts val="1200"/>
                </a:spcAft>
                <a:buClr>
                  <a:srgbClr val="000000"/>
                </a:buClr>
                <a:buSzPts val="1100"/>
              </a:pPr>
              <a:r>
                <a:rPr kumimoji="0" lang="ja-JP" altLang="en-US" sz="16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  <a:p>
              <a:pPr marL="171450" indent="-171450" defTabSz="1219170">
                <a:lnSpc>
                  <a:spcPct val="115000"/>
                </a:lnSpc>
                <a:spcAft>
                  <a:spcPts val="600"/>
                </a:spcAft>
                <a:buClr>
                  <a:srgbClr val="FF6450"/>
                </a:buClr>
                <a:buSzPct val="100000"/>
                <a:buFont typeface="Arial" panose="020B0604020202020204" pitchFamily="34" charset="0"/>
                <a:buChar char="•"/>
              </a:pP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b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</a:br>
              <a:r>
                <a:rPr kumimoji="0" lang="en-US" altLang="ja-JP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-JP" altLang="en-US" sz="1200" kern="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</a:p>
          </p:txBody>
        </p:sp>
        <p:sp>
          <p:nvSpPr>
            <p:cNvPr id="48" name="三角形 60">
              <a:extLst>
                <a:ext uri="{FF2B5EF4-FFF2-40B4-BE49-F238E27FC236}">
                  <ns2:creationId id="{F1D03FBD-CCF5-183E-86C7-F4E0251E95C3}"/>
                </a:ext>
              </a:extLst>
            </p:cNvPr>
            <p:cNvSpPr/>
            <p:nvPr/>
          </p:nvSpPr>
          <p:spPr>
            <a:xfrm rot="5400000">
              <a:off x="2302514" y="370015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49" name="三角形 60">
              <a:extLst>
                <a:ext uri="{FF2B5EF4-FFF2-40B4-BE49-F238E27FC236}">
                  <ns2:creationId id="{9D6A7B9D-C033-8440-F9A9-DFE650CA27D9}"/>
                </a:ext>
              </a:extLst>
            </p:cNvPr>
            <p:cNvSpPr/>
            <p:nvPr/>
          </p:nvSpPr>
          <p:spPr>
            <a:xfrm rot="5400000">
              <a:off x="4684923" y="370015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0" name="三角形 60">
              <a:extLst>
                <a:ext uri="{FF2B5EF4-FFF2-40B4-BE49-F238E27FC236}">
                  <ns2:creationId id="{DBEDEAC1-794B-1203-B9A6-41AF061BF8D8}"/>
                </a:ext>
              </a:extLst>
            </p:cNvPr>
            <p:cNvSpPr/>
            <p:nvPr/>
          </p:nvSpPr>
          <p:spPr>
            <a:xfrm rot="5400000">
              <a:off x="7067332" y="366029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51" name="三角形 60">
              <a:extLst>
                <a:ext uri="{FF2B5EF4-FFF2-40B4-BE49-F238E27FC236}">
                  <ns2:creationId id="{53F92B27-6797-7782-25CC-ADFC92432559}"/>
                </a:ext>
              </a:extLst>
            </p:cNvPr>
            <p:cNvSpPr/>
            <p:nvPr/>
          </p:nvSpPr>
          <p:spPr>
            <a:xfrm rot="5400000">
              <a:off x="9449741" y="3700155"/>
              <a:ext cx="476007" cy="180037"/>
            </a:xfrm>
            <a:prstGeom prst="triangle">
              <a:avLst/>
            </a:prstGeom>
            <a:solidFill>
              <a:srgbClr val="9A9A9A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grpSp>
          <p:nvGrpSpPr>
            <p:cNvPr id="64" name="グループ化 63">
              <a:extLst>
                <a:ext uri="{FF2B5EF4-FFF2-40B4-BE49-F238E27FC236}">
                  <ns2:creationId id="{723B199E-79DC-E25F-D0D7-DABC05020915}"/>
                </a:ext>
              </a:extLst>
            </p:cNvPr>
            <p:cNvGrpSpPr/>
            <p:nvPr/>
          </p:nvGrpSpPr>
          <p:grpSpPr>
            <a:xfrm>
              <a:off x="371475" y="2869290"/>
              <a:ext cx="1917102" cy="612129"/>
              <a:chOff x="371475" y="2869290"/>
              <a:chExt cx="1917102" cy="612129"/>
            </a:xfrm>
          </p:grpSpPr>
          <p:sp>
            <p:nvSpPr>
              <p:cNvPr id="11" name="テキスト ボックス 10">
                <a:extLst>
                  <a:ext uri="{FF2B5EF4-FFF2-40B4-BE49-F238E27FC236}">
                    <ns2:creationId id="{CD04B442-C2AC-8ABE-59D5-A49CB6564295}"/>
                  </a:ext>
                </a:extLst>
              </p:cNvPr>
              <p:cNvSpPr txBox="1"/>
              <p:nvPr/>
            </p:nvSpPr>
            <p:spPr>
              <a:xfrm>
                <a:off x="371475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6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55" name="グラフィックス 54" descr="更新 単色塗りつぶし">
                <a:extLst>
                  <a:ext uri="{FF2B5EF4-FFF2-40B4-BE49-F238E27FC236}">
                    <ns2:creationId id="{FA9AEAF8-1A8E-6A1C-93CE-7FE2288C64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4"/>
                  </a:ext>
                </a:extLst>
              </a:blip>
              <a:srcRect/>
              <a:stretch/>
            </p:blipFill>
            <p:spPr>
              <a:xfrm>
                <a:off x="608632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5" name="グループ化 64">
              <a:extLst>
                <a:ext uri="{FF2B5EF4-FFF2-40B4-BE49-F238E27FC236}">
                  <ns2:creationId id="{8E070D66-0DB9-DD96-7A08-3D4F717B1297}"/>
                </a:ext>
              </a:extLst>
            </p:cNvPr>
            <p:cNvGrpSpPr/>
            <p:nvPr/>
          </p:nvGrpSpPr>
          <p:grpSpPr>
            <a:xfrm>
              <a:off x="2754462" y="2869290"/>
              <a:ext cx="1917102" cy="612129"/>
              <a:chOff x="2754462" y="2869290"/>
              <a:chExt cx="1917102" cy="612129"/>
            </a:xfrm>
          </p:grpSpPr>
          <p:sp>
            <p:nvSpPr>
              <p:cNvPr id="21" name="テキスト ボックス 20">
                <a:extLst>
                  <a:ext uri="{FF2B5EF4-FFF2-40B4-BE49-F238E27FC236}">
                    <ns2:creationId id="{4AE9F817-9166-3B86-8B78-2B07F4BFDCBA}"/>
                  </a:ext>
                </a:extLst>
              </p:cNvPr>
              <p:cNvSpPr txBox="1"/>
              <p:nvPr/>
            </p:nvSpPr>
            <p:spPr>
              <a:xfrm>
                <a:off x="2754462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7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0" name="グラフィックス 59" descr="バッジ: チェックマーク 1 単色塗りつぶし">
                <a:extLst>
                  <a:ext uri="{FF2B5EF4-FFF2-40B4-BE49-F238E27FC236}">
                    <ns2:creationId id="{75FDF539-DEF7-24CB-7D12-2BC05A983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5"/>
                  </a:ext>
                </a:extLst>
              </a:blip>
              <a:srcRect/>
              <a:stretch/>
            </p:blipFill>
            <p:spPr>
              <a:xfrm>
                <a:off x="2913046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6" name="グループ化 65">
              <a:extLst>
                <a:ext uri="{FF2B5EF4-FFF2-40B4-BE49-F238E27FC236}">
                  <ns2:creationId id="{683163A5-CE42-7758-E0B9-B2AF9C2CB462}"/>
                </a:ext>
              </a:extLst>
            </p:cNvPr>
            <p:cNvGrpSpPr/>
            <p:nvPr/>
          </p:nvGrpSpPr>
          <p:grpSpPr>
            <a:xfrm>
              <a:off x="5137449" y="2869290"/>
              <a:ext cx="1917102" cy="612129"/>
              <a:chOff x="5137449" y="2869290"/>
              <a:chExt cx="1917102" cy="612129"/>
            </a:xfrm>
          </p:grpSpPr>
          <p:sp>
            <p:nvSpPr>
              <p:cNvPr id="22" name="テキスト ボックス 21">
                <a:extLst>
                  <a:ext uri="{FF2B5EF4-FFF2-40B4-BE49-F238E27FC236}">
                    <ns2:creationId id="{FFE15130-7ACD-972E-5C4A-629D5DA587CA}"/>
                  </a:ext>
                </a:extLst>
              </p:cNvPr>
              <p:cNvSpPr txBox="1"/>
              <p:nvPr/>
            </p:nvSpPr>
            <p:spPr>
              <a:xfrm>
                <a:off x="5137449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8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1" name="グラフィックス 60" descr="山形の矢印 単色塗りつぶし">
                <a:extLst>
                  <a:ext uri="{FF2B5EF4-FFF2-40B4-BE49-F238E27FC236}">
                    <ns2:creationId id="{8A8DE83D-17D9-63F0-5F55-68754A3AD9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6"/>
                  </a:ext>
                </a:extLst>
              </a:blip>
              <a:srcRect/>
              <a:stretch/>
            </p:blipFill>
            <p:spPr>
              <a:xfrm>
                <a:off x="5343609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7" name="グループ化 66">
              <a:extLst>
                <a:ext uri="{FF2B5EF4-FFF2-40B4-BE49-F238E27FC236}">
                  <ns2:creationId id="{0DE79069-7FE6-E6FF-8D4B-FC79BA8B1084}"/>
                </a:ext>
              </a:extLst>
            </p:cNvPr>
            <p:cNvGrpSpPr/>
            <p:nvPr/>
          </p:nvGrpSpPr>
          <p:grpSpPr>
            <a:xfrm>
              <a:off x="7520436" y="2869290"/>
              <a:ext cx="1917102" cy="612129"/>
              <a:chOff x="7520436" y="2869290"/>
              <a:chExt cx="1917102" cy="612129"/>
            </a:xfrm>
          </p:grpSpPr>
          <p:sp>
            <p:nvSpPr>
              <p:cNvPr id="23" name="テキスト ボックス 22">
                <a:extLst>
                  <a:ext uri="{FF2B5EF4-FFF2-40B4-BE49-F238E27FC236}">
                    <ns2:creationId id="{3C6D4D4D-0ECA-91F9-CFE3-DC21BB24FE8A}"/>
                  </a:ext>
                </a:extLst>
              </p:cNvPr>
              <p:cNvSpPr txBox="1"/>
              <p:nvPr/>
            </p:nvSpPr>
            <p:spPr>
              <a:xfrm>
                <a:off x="7520436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>
                  <a:alpha val="90000"/>
                </a:srgbClr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2" name="グラフィックス 61" descr="絞り 単色塗りつぶし">
                <a:extLst>
                  <a:ext uri="{FF2B5EF4-FFF2-40B4-BE49-F238E27FC236}">
                    <ns2:creationId id="{A118023F-FBAA-3F01-25D6-16A856AADC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7"/>
                  </a:ext>
                </a:extLst>
              </a:blip>
              <a:srcRect/>
              <a:stretch/>
            </p:blipFill>
            <p:spPr>
              <a:xfrm>
                <a:off x="7722846" y="3010453"/>
                <a:ext cx="329803" cy="329803"/>
              </a:xfrm>
              <a:prstGeom prst="rect">
                <a:avLst/>
              </a:prstGeom>
            </p:spPr>
          </p:pic>
        </p:grpSp>
        <p:grpSp>
          <p:nvGrpSpPr>
            <p:cNvPr id="68" name="グループ化 67">
              <a:extLst>
                <a:ext uri="{FF2B5EF4-FFF2-40B4-BE49-F238E27FC236}">
                  <ns2:creationId id="{EA6AB0BD-E1BD-CF0F-AE81-A1A374ACD1CF}"/>
                </a:ext>
              </a:extLst>
            </p:cNvPr>
            <p:cNvGrpSpPr/>
            <p:nvPr/>
          </p:nvGrpSpPr>
          <p:grpSpPr>
            <a:xfrm>
              <a:off x="9903423" y="2869290"/>
              <a:ext cx="1917102" cy="612129"/>
              <a:chOff x="9903423" y="2869290"/>
              <a:chExt cx="1917102" cy="612129"/>
            </a:xfrm>
          </p:grpSpPr>
          <p:sp>
            <p:nvSpPr>
              <p:cNvPr id="25" name="テキスト ボックス 24">
                <a:extLst>
                  <a:ext uri="{FF2B5EF4-FFF2-40B4-BE49-F238E27FC236}">
                    <ns2:creationId id="{2A27471D-9467-B5CF-81F9-0B739D81D947}"/>
                  </a:ext>
                </a:extLst>
              </p:cNvPr>
              <p:cNvSpPr txBox="1"/>
              <p:nvPr/>
            </p:nvSpPr>
            <p:spPr>
              <a:xfrm>
                <a:off x="9903423" y="2869290"/>
                <a:ext cx="1917102" cy="612129"/>
              </a:xfrm>
              <a:prstGeom prst="roundRect">
                <a:avLst>
                  <a:gd name="adj" fmla="val 8822"/>
                </a:avLst>
              </a:prstGeom>
              <a:solidFill>
                <a:srgbClr val="FF6450"/>
              </a:solidFill>
            </p:spPr>
            <p:txBody>
              <a:bodyPr wrap="square" lIns="684000" tIns="72000" rIns="36000" bIns="36000" rtlCol="0" anchor="ctr">
                <a:no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r>
                  <a:rPr lang="ja-JP" altLang="en-US" sz="14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2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pic>
            <p:nvPicPr>
              <p:cNvPr id="63" name="グラフィックス 62" descr="最大化 単色塗りつぶし">
                <a:extLst>
                  <a:ext uri="{FF2B5EF4-FFF2-40B4-BE49-F238E27FC236}">
                    <ns2:creationId id="{CD97F751-CA73-619D-BE37-38EE6C4913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ns3:svgBlip r:embed="rId8"/>
                  </a:ext>
                </a:extLst>
              </a:blip>
              <a:srcRect/>
              <a:stretch/>
            </p:blipFill>
            <p:spPr>
              <a:xfrm>
                <a:off x="10121919" y="3010453"/>
                <a:ext cx="329803" cy="329803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ns2:creationId id="{C57F20D0-85CA-99BF-E37A-2F78AC13FDA5}"/>
              </a:ext>
            </a:extLst>
          </p:cNvPr>
          <p:cNvGrpSpPr/>
          <p:nvPr/>
        </p:nvGrpSpPr>
        <p:grpSpPr>
          <a:xfrm>
            <a:off x="9118600" y="1160463"/>
            <a:ext cx="2690310" cy="741560"/>
            <a:chOff x="9263575" y="1127186"/>
            <a:chExt cx="2545335" cy="741560"/>
          </a:xfrm>
        </p:grpSpPr>
        <p:sp>
          <p:nvSpPr>
            <p:cNvPr id="84" name="四角形: 角を丸くする 83">
              <a:extLst>
                <a:ext uri="{FF2B5EF4-FFF2-40B4-BE49-F238E27FC236}">
                  <ns2:creationId id="{994F831E-29A7-1A72-84AE-0CB7B56BD752}"/>
                </a:ext>
              </a:extLst>
            </p:cNvPr>
            <p:cNvSpPr/>
            <p:nvPr/>
          </p:nvSpPr>
          <p:spPr>
            <a:xfrm>
              <a:off x="9263575" y="1256616"/>
              <a:ext cx="2545335" cy="612130"/>
            </a:xfrm>
            <a:prstGeom prst="roundRect">
              <a:avLst>
                <a:gd name="adj" fmla="val 5089"/>
              </a:avLst>
            </a:prstGeom>
            <a:noFill/>
            <a:ln w="9525">
              <a:solidFill>
                <a:srgbClr val="FF645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>
                    <a:lumMod val="75000"/>
                  </a:srgbClr>
                </a:solidFill>
                <a:effectLst/>
                <a:uLnTx/>
                <a:uFillTx/>
                <a:latin typeface="Trebuchet MS" panose="020B0703020202090204" pitchFamily="34" charset="0"/>
                <a:ea typeface="Meiryo" panose="020B0604030504040204" pitchFamily="34" charset="-128"/>
                <a:cs typeface="+mn-cs"/>
              </a:endParaRPr>
            </a:p>
          </p:txBody>
        </p:sp>
        <p:sp>
          <p:nvSpPr>
            <p:cNvPr id="85" name="矢印: 五方向 69">
              <a:extLst>
                <a:ext uri="{FF2B5EF4-FFF2-40B4-BE49-F238E27FC236}">
                  <ns2:creationId id="{B353ABE3-6698-86FA-9894-7A11B2F3FB6F}"/>
                </a:ext>
              </a:extLst>
            </p:cNvPr>
            <p:cNvSpPr/>
            <p:nvPr/>
          </p:nvSpPr>
          <p:spPr>
            <a:xfrm>
              <a:off x="9506779" y="1127186"/>
              <a:ext cx="2058929" cy="258859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r>
                <a:rPr lang="ja-JP" altLang="en-US" sz="105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  <a:endParaRPr lang="en-US" altLang="ja-JP" sz="105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87" name="グループ化 86">
              <a:extLst>
                <a:ext uri="{FF2B5EF4-FFF2-40B4-BE49-F238E27FC236}">
                  <ns2:creationId id="{29956305-D71B-0D6C-5041-C2032D90E3EF}"/>
                </a:ext>
              </a:extLst>
            </p:cNvPr>
            <p:cNvGrpSpPr/>
            <p:nvPr/>
          </p:nvGrpSpPr>
          <p:grpSpPr>
            <a:xfrm>
              <a:off x="9379187" y="1414213"/>
              <a:ext cx="2314113" cy="378995"/>
              <a:chOff x="5417877" y="3837058"/>
              <a:chExt cx="2979962" cy="378995"/>
            </a:xfrm>
          </p:grpSpPr>
          <p:sp>
            <p:nvSpPr>
              <p:cNvPr id="88" name="矢印: 五方向 8">
                <a:extLst>
                  <a:ext uri="{FF2B5EF4-FFF2-40B4-BE49-F238E27FC236}">
                    <ns2:creationId id="{56790DEB-0375-20FA-D32D-C61A3D17A416}"/>
                  </a:ext>
                </a:extLst>
              </p:cNvPr>
              <p:cNvSpPr/>
              <p:nvPr/>
            </p:nvSpPr>
            <p:spPr>
              <a:xfrm>
                <a:off x="7549369" y="3840471"/>
                <a:ext cx="848470" cy="372169"/>
              </a:xfrm>
              <a:prstGeom prst="rect">
                <a:avLst/>
              </a:prstGeom>
              <a:solidFill>
                <a:srgbClr val="FF645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bg1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bg1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90" name="矢印: 五方向 70">
                <a:extLst>
                  <a:ext uri="{FF2B5EF4-FFF2-40B4-BE49-F238E27FC236}">
                    <ns2:creationId id="{64B5BD54-40D9-886F-3ADD-B09236065AF7}"/>
                  </a:ext>
                </a:extLst>
              </p:cNvPr>
              <p:cNvSpPr/>
              <p:nvPr/>
            </p:nvSpPr>
            <p:spPr>
              <a:xfrm>
                <a:off x="6482292" y="3838080"/>
                <a:ext cx="851134" cy="37695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36000" tIns="72000" rIns="3600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91" name="矢印: 五方向 69">
                <a:extLst>
                  <a:ext uri="{FF2B5EF4-FFF2-40B4-BE49-F238E27FC236}">
                    <ns2:creationId id="{B22D7914-1E6C-EAFC-AF17-50E6A9441280}"/>
                  </a:ext>
                </a:extLst>
              </p:cNvPr>
              <p:cNvSpPr/>
              <p:nvPr/>
            </p:nvSpPr>
            <p:spPr>
              <a:xfrm>
                <a:off x="5417877" y="3837058"/>
                <a:ext cx="848470" cy="3789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lIns="0" tIns="72000" rIns="0" rtlCol="0" anchor="ctr"/>
              <a:lstStyle/>
              <a:p>
                <a:pPr algn="ctr" defTabSz="1219170">
                  <a:defRPr/>
                </a:pPr>
                <a:r>
                  <a:rPr lang="ja-JP" altLang="en-US" sz="100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  <a:endParaRPr lang="en-US" altLang="ja-JP" sz="1000" dirty="0">
                  <a:solidFill>
                    <a:schemeClr val="tx1">
                      <a:lumMod val="75000"/>
                    </a:scheme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93" name="三角形 60">
                <a:extLst>
                  <a:ext uri="{FF2B5EF4-FFF2-40B4-BE49-F238E27FC236}">
                    <ns2:creationId id="{BD79BAF7-3633-6AE1-6C96-E3EB5CB9E310}"/>
                  </a:ext>
                </a:extLst>
              </p:cNvPr>
              <p:cNvSpPr/>
              <p:nvPr/>
            </p:nvSpPr>
            <p:spPr>
              <a:xfrm rot="5400000">
                <a:off x="6281884" y="3975429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94" name="三角形 60">
                <a:extLst>
                  <a:ext uri="{FF2B5EF4-FFF2-40B4-BE49-F238E27FC236}">
                    <ns2:creationId id="{942B7447-12C0-1265-D04B-890CA377D372}"/>
                  </a:ext>
                </a:extLst>
              </p:cNvPr>
              <p:cNvSpPr/>
              <p:nvPr/>
            </p:nvSpPr>
            <p:spPr>
              <a:xfrm rot="5400000">
                <a:off x="7348963" y="3975430"/>
                <a:ext cx="184871" cy="102255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</p:grpSp>
      </p:grpSp>
      <p:sp>
        <p:nvSpPr>
          <p:cNvPr id="96" name="テキスト ボックス 95">
            <a:extLst>
              <a:ext uri="{FF2B5EF4-FFF2-40B4-BE49-F238E27FC236}">
                <ns2:creationId id="{B555012B-1002-8D95-B632-9CEBA29FE95D}"/>
              </a:ext>
            </a:extLst>
          </p:cNvPr>
          <p:cNvSpPr txBox="1"/>
          <p:nvPr/>
        </p:nvSpPr>
        <p:spPr>
          <a:xfrm>
            <a:off x="5251517" y="2263547"/>
            <a:ext cx="1699515" cy="380085"/>
          </a:xfrm>
          <a:prstGeom prst="rect">
            <a:avLst/>
          </a:prstGeom>
          <a:noFill/>
        </p:spPr>
        <p:txBody>
          <a:bodyPr wrap="square" lIns="36000" tIns="72000" rIns="36000" bIns="36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46294"/>
              </a:buClr>
              <a:buSzTx/>
              <a:buFontTx/>
              <a:buNone/>
              <a:tabLst/>
              <a:defRPr/>
            </a:pPr>
            <a:r>
              <a:rPr lang="ja-JP" altLang="en-US" sz="1600" dirty="0">
                <a:solidFill>
                  <a:schemeClr val="tx1">
                    <a:lumMod val="75000"/>
                  </a:schemeClr>
                </a:solidFill>
                <a:latin typeface="Trebuchet MS" panose="020B0603020202020204" pitchFamily="34" charset="0"/>
                <a:ea typeface="Meiryo" panose="020B0604030504040204" pitchFamily="50" charset="-128"/>
                <a:cs typeface="Arial"/>
                <a:sym typeface="Arial"/>
              </a:rPr>
              <a:t>XX</a:t>
            </a:r>
          </a:p>
        </p:txBody>
      </p:sp>
    </p:spTree>
    <p:extLst>
      <p:ext uri="{BB962C8B-B14F-4D97-AF65-F5344CB8AC3E}">
        <ns5:creationId val="1013352158"/>
      </p:ext>
    </p:extLst>
  </p:cSld>
  <p:clrMapOvr>
    <a:masterClrMapping/>
  </p:clrMapOvr>
</p:sld>
</file>

<file path=ppt/slides/slide410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ROI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・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・</a:t>
            </a:r>
            <a:r>
              <a:rPr kumimoji="1" lang="en-US" altLang="ja-JP" dirty="0">
                <a:solidFill>
                  <a:srgbClr val="FF6450"/>
                </a:solidFill>
              </a:rPr>
              <a:t>XX</a:t>
            </a:r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410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16" name="グループ化 115">
            <a:extLst>
              <a:ext uri="{FF2B5EF4-FFF2-40B4-BE49-F238E27FC236}">
                <ns2:creationId id="{950957F1-024E-D667-7874-013AA5FEAD0E}"/>
              </a:ext>
            </a:extLst>
          </p:cNvPr>
          <p:cNvGrpSpPr/>
          <p:nvPr/>
        </p:nvGrpSpPr>
        <p:grpSpPr>
          <a:xfrm>
            <a:off x="371475" y="1199994"/>
            <a:ext cx="8747125" cy="612129"/>
            <a:chOff x="371475" y="1199994"/>
            <a:chExt cx="8747125" cy="763744"/>
          </a:xfrm>
        </p:grpSpPr>
        <p:cxnSp>
          <p:nvCxnSpPr>
            <p:cNvPr id="14" name="直線コネクタ 13">
              <a:extLst>
                <a:ext uri="{FF2B5EF4-FFF2-40B4-BE49-F238E27FC236}">
                  <ns2:creationId id="{6755964F-3572-E4A6-179B-6F9D4F816EB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1199994"/>
              <a:ext cx="0" cy="763744"/>
            </a:xfrm>
            <a:prstGeom prst="line">
              <a:avLst/>
            </a:prstGeom>
            <a:ln w="38100">
              <a:solidFill>
                <a:srgbClr val="FF645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ns2:creationId id="{BA3E0406-B06E-E9B7-0C9A-27125A779A34}"/>
                </a:ext>
              </a:extLst>
            </p:cNvPr>
            <p:cNvSpPr txBox="1"/>
            <p:nvPr/>
          </p:nvSpPr>
          <p:spPr>
            <a:xfrm>
              <a:off x="546100" y="1199994"/>
              <a:ext cx="8572500" cy="763744"/>
            </a:xfrm>
            <a:prstGeom prst="rect">
              <a:avLst/>
            </a:prstGeom>
            <a:noFill/>
          </p:spPr>
          <p:txBody>
            <a:bodyPr wrap="square" lIns="36000" tIns="72000" rIns="36000" bIns="36000" rtlCol="0" anchor="ctr">
              <a:no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46294"/>
                </a:buClr>
                <a:buSzTx/>
                <a:buFontTx/>
                <a:buNone/>
                <a:tabLst/>
                <a:defRPr/>
              </a:pPr>
              <a:r>
                <a:rPr lang="en-US" altLang="ja-JP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3</a:t>
              </a:r>
              <a:r>
                <a:rPr lang="ja-JP" altLang="en-US" sz="1600" dirty="0">
                  <a:solidFill>
                    <a:srgbClr val="414141">
                      <a:lumMod val="100000"/>
                    </a:srgbClr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Arial"/>
                  <a:sym typeface="Arial"/>
                </a:rPr>
                <a:t>XX</a:t>
              </a:r>
            </a:p>
          </p:txBody>
        </p:sp>
      </p:grpSp>
      <p:grpSp>
        <p:nvGrpSpPr>
          <p:cNvPr id="46" name="グループ化 45">
            <a:extLst>
              <a:ext uri="{FF2B5EF4-FFF2-40B4-BE49-F238E27FC236}">
                <ns2:creationId id="{5B3DCCF1-2C4B-2CFF-7F10-3D775DD034DD}"/>
              </a:ext>
            </a:extLst>
          </p:cNvPr>
          <p:cNvGrpSpPr/>
          <p:nvPr/>
        </p:nvGrpSpPr>
        <p:grpSpPr>
          <a:xfrm>
            <a:off x="371475" y="1956932"/>
            <a:ext cx="11449050" cy="4172405"/>
            <a:chOff x="371475" y="1956932"/>
            <a:chExt cx="11449050" cy="4172405"/>
          </a:xfrm>
        </p:grpSpPr>
        <p:grpSp>
          <p:nvGrpSpPr>
            <p:cNvPr id="39" name="グループ化 38">
              <a:extLst>
                <a:ext uri="{FF2B5EF4-FFF2-40B4-BE49-F238E27FC236}">
                  <ns2:creationId id="{6FDA4DF4-C74D-F5AD-7129-DEEA8D49668F}"/>
                </a:ext>
              </a:extLst>
            </p:cNvPr>
            <p:cNvGrpSpPr/>
            <p:nvPr/>
          </p:nvGrpSpPr>
          <p:grpSpPr>
            <a:xfrm>
              <a:off x="371475" y="1956932"/>
              <a:ext cx="3451923" cy="4172405"/>
              <a:chOff x="371475" y="1956932"/>
              <a:chExt cx="3451923" cy="4172405"/>
            </a:xfrm>
          </p:grpSpPr>
          <p:sp>
            <p:nvSpPr>
              <p:cNvPr id="29" name="Google Shape;787;p75">
                <a:extLst>
                  <a:ext uri="{FF2B5EF4-FFF2-40B4-BE49-F238E27FC236}">
                    <ns2:creationId id="{EA74746F-0952-7821-146B-D81F1AC0189C}"/>
                  </a:ext>
                </a:extLst>
              </p:cNvPr>
              <p:cNvSpPr/>
              <p:nvPr/>
            </p:nvSpPr>
            <p:spPr>
              <a:xfrm>
                <a:off x="405857" y="2943545"/>
                <a:ext cx="3417541" cy="3185792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35333" rIns="89733" bIns="35333" anchor="t" anchorCtr="0">
                <a:noAutofit/>
              </a:bodyPr>
              <a:lstStyle/>
              <a:p>
                <a:pPr algn="ctr" defTabSz="1219170">
                  <a:spcAft>
                    <a:spcPts val="1200"/>
                  </a:spcAft>
                  <a:buClr>
                    <a:srgbClr val="000000"/>
                  </a:buClr>
                  <a:buSzPts val="1100"/>
                </a:pP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endParaRPr kumimoji="0" sz="15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endParaRP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、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</p:txBody>
          </p:sp>
          <p:grpSp>
            <p:nvGrpSpPr>
              <p:cNvPr id="38" name="グループ化 37">
                <a:extLst>
                  <a:ext uri="{FF2B5EF4-FFF2-40B4-BE49-F238E27FC236}">
                    <ns2:creationId id="{379B76E1-A980-FC93-2B42-FBE76103DA5A}"/>
                  </a:ext>
                </a:extLst>
              </p:cNvPr>
              <p:cNvGrpSpPr/>
              <p:nvPr/>
            </p:nvGrpSpPr>
            <p:grpSpPr>
              <a:xfrm>
                <a:off x="371475" y="1956932"/>
                <a:ext cx="3417541" cy="841804"/>
                <a:chOff x="371475" y="1956932"/>
                <a:chExt cx="3417541" cy="841804"/>
              </a:xfrm>
            </p:grpSpPr>
            <p:sp>
              <p:nvSpPr>
                <p:cNvPr id="11" name="テキスト ボックス 10">
                  <a:extLst>
                    <a:ext uri="{FF2B5EF4-FFF2-40B4-BE49-F238E27FC236}">
                      <ns2:creationId id="{CD04B442-C2AC-8ABE-59D5-A49CB6564295}"/>
                    </a:ext>
                  </a:extLst>
                </p:cNvPr>
                <p:cNvSpPr txBox="1"/>
                <p:nvPr/>
              </p:nvSpPr>
              <p:spPr>
                <a:xfrm>
                  <a:off x="371475" y="1956932"/>
                  <a:ext cx="3417541" cy="841804"/>
                </a:xfrm>
                <a:prstGeom prst="roundRect">
                  <a:avLst>
                    <a:gd name="adj" fmla="val 8553"/>
                  </a:avLst>
                </a:prstGeom>
                <a:solidFill>
                  <a:srgbClr val="FF6450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8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6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19" name="グラフィックス 18" descr="チェックマークの付いた盾 単色塗りつぶし">
                  <a:extLst>
                    <a:ext uri="{FF2B5EF4-FFF2-40B4-BE49-F238E27FC236}">
                      <ns2:creationId id="{4E0D3B96-C62B-AA62-6BF5-E1BBF7397B0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71610" y="2239554"/>
                  <a:ext cx="517406" cy="51740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4" name="グループ化 43">
              <a:extLst>
                <a:ext uri="{FF2B5EF4-FFF2-40B4-BE49-F238E27FC236}">
                  <ns2:creationId id="{165EC962-7FFA-485B-A107-C22712F6CF83}"/>
                </a:ext>
              </a:extLst>
            </p:cNvPr>
            <p:cNvGrpSpPr/>
            <p:nvPr/>
          </p:nvGrpSpPr>
          <p:grpSpPr>
            <a:xfrm>
              <a:off x="4354496" y="1956932"/>
              <a:ext cx="3485068" cy="4172405"/>
              <a:chOff x="4354496" y="1956932"/>
              <a:chExt cx="3485068" cy="4172405"/>
            </a:xfrm>
          </p:grpSpPr>
          <p:sp>
            <p:nvSpPr>
              <p:cNvPr id="40" name="Google Shape;787;p75">
                <a:extLst>
                  <a:ext uri="{FF2B5EF4-FFF2-40B4-BE49-F238E27FC236}">
                    <ns2:creationId id="{38496C7B-BE6E-AA30-BEDA-A37E8FABD712}"/>
                  </a:ext>
                </a:extLst>
              </p:cNvPr>
              <p:cNvSpPr/>
              <p:nvPr/>
            </p:nvSpPr>
            <p:spPr>
              <a:xfrm>
                <a:off x="4387847" y="2943545"/>
                <a:ext cx="3451717" cy="3185792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35333" rIns="89733" bIns="35333" anchor="t" anchorCtr="0">
                <a:noAutofit/>
              </a:bodyPr>
              <a:lstStyle/>
              <a:p>
                <a:pPr algn="ctr" defTabSz="1219170">
                  <a:spcAft>
                    <a:spcPts val="1200"/>
                  </a:spcAft>
                  <a:buClr>
                    <a:srgbClr val="000000"/>
                  </a:buClr>
                  <a:buSzPts val="1100"/>
                </a:pP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37" name="グループ化 36">
                <a:extLst>
                  <a:ext uri="{FF2B5EF4-FFF2-40B4-BE49-F238E27FC236}">
                    <ns2:creationId id="{F48CA084-BB3E-501A-B946-354D5F200196}"/>
                  </a:ext>
                </a:extLst>
              </p:cNvPr>
              <p:cNvGrpSpPr/>
              <p:nvPr/>
            </p:nvGrpSpPr>
            <p:grpSpPr>
              <a:xfrm>
                <a:off x="4354496" y="1956932"/>
                <a:ext cx="3451717" cy="841804"/>
                <a:chOff x="4354496" y="1956932"/>
                <a:chExt cx="3451717" cy="841804"/>
              </a:xfrm>
            </p:grpSpPr>
            <p:sp>
              <p:nvSpPr>
                <p:cNvPr id="21" name="テキスト ボックス 20">
                  <a:extLst>
                    <a:ext uri="{FF2B5EF4-FFF2-40B4-BE49-F238E27FC236}">
                      <ns2:creationId id="{4AE9F817-9166-3B86-8B78-2B07F4BFDCBA}"/>
                    </a:ext>
                  </a:extLst>
                </p:cNvPr>
                <p:cNvSpPr txBox="1"/>
                <p:nvPr/>
              </p:nvSpPr>
              <p:spPr>
                <a:xfrm>
                  <a:off x="4354496" y="1956932"/>
                  <a:ext cx="3451717" cy="841804"/>
                </a:xfrm>
                <a:prstGeom prst="roundRect">
                  <a:avLst>
                    <a:gd name="adj" fmla="val 8553"/>
                  </a:avLst>
                </a:prstGeom>
                <a:solidFill>
                  <a:srgbClr val="FF6450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8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6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24" name="グラフィックス 23" descr="お金 単色塗りつぶし">
                  <a:extLst>
                    <a:ext uri="{FF2B5EF4-FFF2-40B4-BE49-F238E27FC236}">
                      <ns2:creationId id="{C6BFD04E-BB0C-771B-89B9-89EDA3C58D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7212607" y="2239554"/>
                  <a:ext cx="517406" cy="51740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5" name="グループ化 44">
              <a:extLst>
                <a:ext uri="{FF2B5EF4-FFF2-40B4-BE49-F238E27FC236}">
                  <ns2:creationId id="{34F65231-D04E-CB44-3EC7-285CA81F6918}"/>
                </a:ext>
              </a:extLst>
            </p:cNvPr>
            <p:cNvGrpSpPr/>
            <p:nvPr/>
          </p:nvGrpSpPr>
          <p:grpSpPr>
            <a:xfrm>
              <a:off x="8370663" y="1956932"/>
              <a:ext cx="3449862" cy="4172405"/>
              <a:chOff x="8370663" y="1956932"/>
              <a:chExt cx="3449862" cy="4172405"/>
            </a:xfrm>
          </p:grpSpPr>
          <p:sp>
            <p:nvSpPr>
              <p:cNvPr id="41" name="Google Shape;787;p75">
                <a:extLst>
                  <a:ext uri="{FF2B5EF4-FFF2-40B4-BE49-F238E27FC236}">
                    <ns2:creationId id="{AF0A8574-12B2-EDDF-1036-3C764835C075}"/>
                  </a:ext>
                </a:extLst>
              </p:cNvPr>
              <p:cNvSpPr/>
              <p:nvPr/>
            </p:nvSpPr>
            <p:spPr>
              <a:xfrm>
                <a:off x="8402984" y="2943545"/>
                <a:ext cx="3417541" cy="3185792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35333" rIns="89733" bIns="35333" anchor="t" anchorCtr="0">
                <a:noAutofit/>
              </a:bodyPr>
              <a:lstStyle/>
              <a:p>
                <a:pPr algn="ctr" defTabSz="1219170">
                  <a:spcAft>
                    <a:spcPts val="1200"/>
                  </a:spcAft>
                  <a:buClr>
                    <a:srgbClr val="000000"/>
                  </a:buClr>
                  <a:buSzPts val="1100"/>
                </a:pP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5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100000"/>
                  <a:buFont typeface="Arial" panose="020B0604020202020204" pitchFamily="34" charset="0"/>
                  <a:buChar char="•"/>
                </a:pP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3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36" name="グループ化 35">
                <a:extLst>
                  <a:ext uri="{FF2B5EF4-FFF2-40B4-BE49-F238E27FC236}">
                    <ns2:creationId id="{2F638427-6CC6-4B1C-2B0C-C866BDE1C031}"/>
                  </a:ext>
                </a:extLst>
              </p:cNvPr>
              <p:cNvGrpSpPr/>
              <p:nvPr/>
            </p:nvGrpSpPr>
            <p:grpSpPr>
              <a:xfrm>
                <a:off x="8370663" y="1956932"/>
                <a:ext cx="3417541" cy="841804"/>
                <a:chOff x="8370663" y="1956932"/>
                <a:chExt cx="3417541" cy="841804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ns2:creationId id="{FFE15130-7ACD-972E-5C4A-629D5DA587CA}"/>
                    </a:ext>
                  </a:extLst>
                </p:cNvPr>
                <p:cNvSpPr txBox="1"/>
                <p:nvPr/>
              </p:nvSpPr>
              <p:spPr>
                <a:xfrm>
                  <a:off x="8370663" y="1956932"/>
                  <a:ext cx="3417541" cy="841804"/>
                </a:xfrm>
                <a:prstGeom prst="roundRect">
                  <a:avLst>
                    <a:gd name="adj" fmla="val 8553"/>
                  </a:avLst>
                </a:prstGeom>
                <a:solidFill>
                  <a:srgbClr val="FF6450"/>
                </a:solidFill>
              </p:spPr>
              <p:txBody>
                <a:bodyPr wrap="square" lIns="36000" tIns="36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spcAft>
                      <a:spcPts val="600"/>
                    </a:spcAft>
                    <a:defRPr sz="2400">
                      <a:solidFill>
                        <a:schemeClr val="bg1"/>
                      </a:solidFill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en-US" altLang="ja-JP" sz="28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en-US" altLang="ja-JP" sz="16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26" name="グラフィックス 25" descr="トラック 単色塗りつぶし">
                  <a:extLst>
                    <a:ext uri="{FF2B5EF4-FFF2-40B4-BE49-F238E27FC236}">
                      <ns2:creationId id="{C6207E5A-BD77-2D02-C7A3-A596DACB6D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11175007" y="2239554"/>
                  <a:ext cx="517406" cy="517406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5:creationId val="2027913876"/>
      </p:ext>
    </p:extLst>
  </p:cSld>
  <p:clrMapOvr>
    <a:masterClrMapping/>
  </p:clrMapOvr>
</p:sld>
</file>

<file path=ppt/slides/slide411.xml><?xml version="1.0" encoding="utf-8"?>
<p:sld xmlns:a="http://schemas.openxmlformats.org/drawingml/2006/main" xmlns:ns2="http://schemas.microsoft.com/office/drawing/2014/main" xmlns:ns3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ns2:creationId id="{88143112-D249-7F71-7A52-E6D4CFAE0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rgbClr val="FF6450"/>
                </a:solidFill>
              </a:rPr>
              <a:t>XX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mtClean="0">
                <a:solidFill>
                  <a:srgbClr val="7F7F7F">
                    <a:lumMod val="100000"/>
                  </a:srgbClr>
                </a:solidFill>
              </a:rPr>
              <a:pPr/>
              <a:t>411</a:t>
            </a:fld>
            <a:endParaRPr lang="ja-JP" altLang="en-US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72" name="グループ化 71">
            <a:extLst>
              <a:ext uri="{FF2B5EF4-FFF2-40B4-BE49-F238E27FC236}">
                <ns2:creationId id="{B68D187F-8EF3-B6CB-93D0-6EFD8D1B9D92}"/>
              </a:ext>
            </a:extLst>
          </p:cNvPr>
          <p:cNvGrpSpPr/>
          <p:nvPr/>
        </p:nvGrpSpPr>
        <p:grpSpPr>
          <a:xfrm>
            <a:off x="371475" y="1177926"/>
            <a:ext cx="11449051" cy="4947494"/>
            <a:chOff x="371475" y="1177926"/>
            <a:chExt cx="11449051" cy="4947494"/>
          </a:xfrm>
        </p:grpSpPr>
        <p:grpSp>
          <p:nvGrpSpPr>
            <p:cNvPr id="71" name="グループ化 70">
              <a:extLst>
                <a:ext uri="{FF2B5EF4-FFF2-40B4-BE49-F238E27FC236}">
                  <ns2:creationId id="{420E8DA8-9E99-BE7B-BD6A-3FFED2A5B6A7}"/>
                </a:ext>
              </a:extLst>
            </p:cNvPr>
            <p:cNvGrpSpPr/>
            <p:nvPr/>
          </p:nvGrpSpPr>
          <p:grpSpPr>
            <a:xfrm>
              <a:off x="5393346" y="2099916"/>
              <a:ext cx="1437594" cy="4025504"/>
              <a:chOff x="5393346" y="2099916"/>
              <a:chExt cx="1437594" cy="4025504"/>
            </a:xfrm>
          </p:grpSpPr>
          <p:sp>
            <p:nvSpPr>
              <p:cNvPr id="46" name="三角形 60">
                <a:extLst>
                  <a:ext uri="{FF2B5EF4-FFF2-40B4-BE49-F238E27FC236}">
                    <ns2:creationId id="{917C1ADA-3055-F4A0-0FD4-FFF626C16A3A}"/>
                  </a:ext>
                </a:extLst>
              </p:cNvPr>
              <p:cNvSpPr/>
              <p:nvPr/>
            </p:nvSpPr>
            <p:spPr>
              <a:xfrm rot="5400000">
                <a:off x="6474103" y="4149400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47" name="三角形 60">
                <a:extLst>
                  <a:ext uri="{FF2B5EF4-FFF2-40B4-BE49-F238E27FC236}">
                    <ns2:creationId id="{48F3AA47-28C0-B057-B5A4-6563C30FD57D}"/>
                  </a:ext>
                </a:extLst>
              </p:cNvPr>
              <p:cNvSpPr/>
              <p:nvPr/>
            </p:nvSpPr>
            <p:spPr>
              <a:xfrm rot="16200000" flipH="1">
                <a:off x="5255618" y="4149399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1" name="三角形 60">
                <a:extLst>
                  <a:ext uri="{FF2B5EF4-FFF2-40B4-BE49-F238E27FC236}">
                    <ns2:creationId id="{73F3CAE1-7244-C7C9-632F-441874CA72BE}"/>
                  </a:ext>
                </a:extLst>
              </p:cNvPr>
              <p:cNvSpPr/>
              <p:nvPr/>
            </p:nvSpPr>
            <p:spPr>
              <a:xfrm rot="5400000">
                <a:off x="6477524" y="5423612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2" name="三角形 60">
                <a:extLst>
                  <a:ext uri="{FF2B5EF4-FFF2-40B4-BE49-F238E27FC236}">
                    <ns2:creationId id="{C7DA0315-5B83-7B82-AB6E-76DE8CDEC39D}"/>
                  </a:ext>
                </a:extLst>
              </p:cNvPr>
              <p:cNvSpPr/>
              <p:nvPr/>
            </p:nvSpPr>
            <p:spPr>
              <a:xfrm rot="16200000" flipH="1">
                <a:off x="5259039" y="5423613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4" name="三角形 60">
                <a:extLst>
                  <a:ext uri="{FF2B5EF4-FFF2-40B4-BE49-F238E27FC236}">
                    <ns2:creationId id="{1836CABB-FF1C-AEBA-8DA3-D57E1D015FE8}"/>
                  </a:ext>
                </a:extLst>
              </p:cNvPr>
              <p:cNvSpPr/>
              <p:nvPr/>
            </p:nvSpPr>
            <p:spPr>
              <a:xfrm rot="5400000">
                <a:off x="6474103" y="2730613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sp>
            <p:nvSpPr>
              <p:cNvPr id="55" name="三角形 60">
                <a:extLst>
                  <a:ext uri="{FF2B5EF4-FFF2-40B4-BE49-F238E27FC236}">
                    <ns2:creationId id="{51168443-FA8C-B183-3D92-05CBE9CF1C8B}"/>
                  </a:ext>
                </a:extLst>
              </p:cNvPr>
              <p:cNvSpPr/>
              <p:nvPr/>
            </p:nvSpPr>
            <p:spPr>
              <a:xfrm rot="16200000" flipH="1">
                <a:off x="5255618" y="2730612"/>
                <a:ext cx="491144" cy="215688"/>
              </a:xfrm>
              <a:prstGeom prst="triangle">
                <a:avLst/>
              </a:prstGeom>
              <a:solidFill>
                <a:srgbClr val="9A9A9A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endParaRPr kumimoji="1" lang="ja-JP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 panose="020B0703020202090204" pitchFamily="34" charset="0"/>
                  <a:ea typeface="Meiryo" panose="020B0604030504040204" pitchFamily="34" charset="-128"/>
                  <a:cs typeface="+mn-cs"/>
                </a:endParaRPr>
              </a:p>
            </p:txBody>
          </p:sp>
          <p:grpSp>
            <p:nvGrpSpPr>
              <p:cNvPr id="68" name="グループ化 67">
                <a:extLst>
                  <a:ext uri="{FF2B5EF4-FFF2-40B4-BE49-F238E27FC236}">
                    <ns2:creationId id="{54A25E7D-A3C7-F5A1-45CA-1CD97D3C98A4}"/>
                  </a:ext>
                </a:extLst>
              </p:cNvPr>
              <p:cNvGrpSpPr/>
              <p:nvPr/>
            </p:nvGrpSpPr>
            <p:grpSpPr>
              <a:xfrm>
                <a:off x="5751563" y="2099916"/>
                <a:ext cx="717738" cy="1477078"/>
                <a:chOff x="5751563" y="2099916"/>
                <a:chExt cx="717738" cy="1477078"/>
              </a:xfrm>
            </p:grpSpPr>
            <p:sp>
              <p:nvSpPr>
                <p:cNvPr id="13" name="テキスト ボックス 12">
                  <a:extLst>
                    <a:ext uri="{FF2B5EF4-FFF2-40B4-BE49-F238E27FC236}">
                      <ns2:creationId id="{2BF95818-9D64-8D4A-2E88-9B4D54478F47}"/>
                    </a:ext>
                  </a:extLst>
                </p:cNvPr>
                <p:cNvSpPr txBox="1"/>
                <p:nvPr/>
              </p:nvSpPr>
              <p:spPr>
                <a:xfrm>
                  <a:off x="5751563" y="2099916"/>
                  <a:ext cx="717738" cy="1477078"/>
                </a:xfrm>
                <a:prstGeom prst="roundRect">
                  <a:avLst>
                    <a:gd name="adj" fmla="val 5016"/>
                  </a:avLst>
                </a:prstGeom>
                <a:solidFill>
                  <a:srgbClr val="FF6450"/>
                </a:solidFill>
              </p:spPr>
              <p:txBody>
                <a:bodyPr wrap="square" lIns="36000" tIns="288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0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2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57" name="グラフィックス 56" descr="チェックマークの付いた盾 単色塗りつぶし">
                  <a:extLst>
                    <a:ext uri="{FF2B5EF4-FFF2-40B4-BE49-F238E27FC236}">
                      <ns2:creationId id="{5275C18A-1738-97F9-D5E4-49A04B953E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48431" y="2330470"/>
                  <a:ext cx="324000" cy="324000"/>
                </a:xfrm>
                <a:prstGeom prst="rect">
                  <a:avLst/>
                </a:prstGeom>
              </p:spPr>
            </p:pic>
          </p:grpSp>
          <p:grpSp>
            <p:nvGrpSpPr>
              <p:cNvPr id="69" name="グループ化 68">
                <a:extLst>
                  <a:ext uri="{FF2B5EF4-FFF2-40B4-BE49-F238E27FC236}">
                    <ns2:creationId id="{926978BA-0C40-7666-AFD0-BDA1366CA587}"/>
                  </a:ext>
                </a:extLst>
              </p:cNvPr>
              <p:cNvGrpSpPr/>
              <p:nvPr/>
            </p:nvGrpSpPr>
            <p:grpSpPr>
              <a:xfrm>
                <a:off x="5747974" y="3663278"/>
                <a:ext cx="724916" cy="1187929"/>
                <a:chOff x="5747974" y="3663278"/>
                <a:chExt cx="724916" cy="1187929"/>
              </a:xfrm>
            </p:grpSpPr>
            <p:sp>
              <p:nvSpPr>
                <p:cNvPr id="17" name="テキスト ボックス 16">
                  <a:extLst>
                    <a:ext uri="{FF2B5EF4-FFF2-40B4-BE49-F238E27FC236}">
                      <ns2:creationId id="{4D74D0E1-2446-66FF-51F9-F3B4A8590118}"/>
                    </a:ext>
                  </a:extLst>
                </p:cNvPr>
                <p:cNvSpPr txBox="1"/>
                <p:nvPr/>
              </p:nvSpPr>
              <p:spPr>
                <a:xfrm>
                  <a:off x="5747974" y="3663278"/>
                  <a:ext cx="724916" cy="1187929"/>
                </a:xfrm>
                <a:prstGeom prst="roundRect">
                  <a:avLst>
                    <a:gd name="adj" fmla="val 4966"/>
                  </a:avLst>
                </a:prstGeom>
                <a:solidFill>
                  <a:srgbClr val="FF6450"/>
                </a:solidFill>
              </p:spPr>
              <p:txBody>
                <a:bodyPr wrap="square" lIns="36000" tIns="288000" rIns="36000" bIns="36000" rtlCol="0" anchor="ctr">
                  <a:noAutofit/>
                </a:bodyPr>
                <a:lstStyle/>
                <a:p>
                  <a:pPr algn="ctr">
                    <a:spcAft>
                      <a:spcPts val="200"/>
                    </a:spcAft>
                  </a:pPr>
                  <a:r>
                    <a:rPr lang="en-US" altLang="ja-JP" sz="20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  <a:p>
                  <a:pPr algn="ctr">
                    <a:spcAft>
                      <a:spcPts val="200"/>
                    </a:spcAft>
                  </a:pPr>
                  <a:r>
                    <a:rPr lang="en-US" altLang="ja-JP" sz="1200" dirty="0">
                      <a:solidFill>
                        <a:schemeClr val="bg1"/>
                      </a:solidFill>
                      <a:ea typeface="Meiryo" panose="020B0604030504040204" pitchFamily="50" charset="-128"/>
                    </a:rPr>
                    <a:t>XX</a:t>
                  </a:r>
                </a:p>
              </p:txBody>
            </p:sp>
            <p:pic>
              <p:nvPicPr>
                <p:cNvPr id="58" name="グラフィックス 57" descr="お金 単色塗りつぶし">
                  <a:extLst>
                    <a:ext uri="{FF2B5EF4-FFF2-40B4-BE49-F238E27FC236}">
                      <ns2:creationId id="{2E66DEB6-720F-7520-EBAA-081E410224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3"/>
                    </a:ext>
                  </a:extLst>
                </a:blip>
                <a:srcRect/>
                <a:stretch/>
              </p:blipFill>
              <p:spPr>
                <a:xfrm>
                  <a:off x="5948432" y="3791322"/>
                  <a:ext cx="324000" cy="324000"/>
                </a:xfrm>
                <a:prstGeom prst="rect">
                  <a:avLst/>
                </a:prstGeom>
              </p:spPr>
            </p:pic>
          </p:grpSp>
          <p:grpSp>
            <p:nvGrpSpPr>
              <p:cNvPr id="70" name="グループ化 69">
                <a:extLst>
                  <a:ext uri="{FF2B5EF4-FFF2-40B4-BE49-F238E27FC236}">
                    <ns2:creationId id="{667B59DC-F11C-474D-62B6-BB46657EBD3F}"/>
                  </a:ext>
                </a:extLst>
              </p:cNvPr>
              <p:cNvGrpSpPr/>
              <p:nvPr/>
            </p:nvGrpSpPr>
            <p:grpSpPr>
              <a:xfrm>
                <a:off x="5751563" y="4937491"/>
                <a:ext cx="717738" cy="1187929"/>
                <a:chOff x="5751563" y="4937491"/>
                <a:chExt cx="717738" cy="1187929"/>
              </a:xfrm>
            </p:grpSpPr>
            <p:sp>
              <p:nvSpPr>
                <p:cNvPr id="25" name="テキスト ボックス 24">
                  <a:extLst>
                    <a:ext uri="{FF2B5EF4-FFF2-40B4-BE49-F238E27FC236}">
                      <ns2:creationId id="{D3BC97E7-5A4D-95E6-C88C-D37F362863F3}"/>
                    </a:ext>
                  </a:extLst>
                </p:cNvPr>
                <p:cNvSpPr txBox="1"/>
                <p:nvPr/>
              </p:nvSpPr>
              <p:spPr>
                <a:xfrm>
                  <a:off x="5751563" y="4937491"/>
                  <a:ext cx="717738" cy="1187929"/>
                </a:xfrm>
                <a:prstGeom prst="roundRect">
                  <a:avLst>
                    <a:gd name="adj" fmla="val 5016"/>
                  </a:avLst>
                </a:prstGeom>
                <a:solidFill>
                  <a:srgbClr val="FF6450"/>
                </a:solidFill>
              </p:spPr>
              <p:txBody>
                <a:bodyPr wrap="square" lIns="36000" tIns="288000" rIns="36000" bIns="36000" rtlCol="0" anchor="ctr">
                  <a:noAutofit/>
                </a:bodyPr>
                <a:lstStyle>
                  <a:defPPr>
                    <a:defRPr lang="ja-JP"/>
                  </a:defPPr>
                  <a:lvl1pPr algn="ctr">
                    <a:spcAft>
                      <a:spcPts val="600"/>
                    </a:spcAft>
                    <a:defRPr sz="2400">
                      <a:solidFill>
                        <a:schemeClr val="bg1"/>
                      </a:solidFill>
                    </a:defRPr>
                  </a:lvl1pPr>
                </a:lstStyle>
                <a:p>
                  <a:pPr>
                    <a:spcAft>
                      <a:spcPts val="200"/>
                    </a:spcAft>
                  </a:pPr>
                  <a:r>
                    <a:rPr lang="en-US" altLang="ja-JP" sz="20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  <a:p>
                  <a:pPr>
                    <a:spcAft>
                      <a:spcPts val="200"/>
                    </a:spcAft>
                  </a:pPr>
                  <a:r>
                    <a:rPr lang="en-US" altLang="ja-JP" sz="1200" dirty="0">
                      <a:ea typeface="Meiryo" panose="020B0604030504040204" pitchFamily="50" charset="-128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59" name="グラフィックス 58" descr="トラック 単色塗りつぶし">
                  <a:extLst>
                    <a:ext uri="{FF2B5EF4-FFF2-40B4-BE49-F238E27FC236}">
                      <ns2:creationId id="{A75ABA12-062E-CA46-E363-943C2FAF20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3:svgBlip r:embed="rId4"/>
                    </a:ext>
                  </a:extLst>
                </a:blip>
                <a:srcRect/>
                <a:stretch/>
              </p:blipFill>
              <p:spPr>
                <a:xfrm>
                  <a:off x="5948431" y="5020399"/>
                  <a:ext cx="324000" cy="324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6" name="グループ化 65">
              <a:extLst>
                <a:ext uri="{FF2B5EF4-FFF2-40B4-BE49-F238E27FC236}">
                  <ns2:creationId id="{A296CCCB-BC47-8A2E-6D14-A744508A16D2}"/>
                </a:ext>
              </a:extLst>
            </p:cNvPr>
            <p:cNvGrpSpPr/>
            <p:nvPr/>
          </p:nvGrpSpPr>
          <p:grpSpPr>
            <a:xfrm>
              <a:off x="371475" y="1177926"/>
              <a:ext cx="4994767" cy="4947494"/>
              <a:chOff x="371475" y="1177926"/>
              <a:chExt cx="4994767" cy="4947494"/>
            </a:xfrm>
          </p:grpSpPr>
          <p:sp>
            <p:nvSpPr>
              <p:cNvPr id="4" name="四角形: 角を丸くする 3">
                <a:extLst>
                  <a:ext uri="{FF2B5EF4-FFF2-40B4-BE49-F238E27FC236}">
                    <ns2:creationId id="{F7ADBC89-A5A1-526A-ED6C-B956DD075270}"/>
                  </a:ext>
                </a:extLst>
              </p:cNvPr>
              <p:cNvSpPr/>
              <p:nvPr/>
            </p:nvSpPr>
            <p:spPr>
              <a:xfrm>
                <a:off x="371475" y="1592266"/>
                <a:ext cx="4959061" cy="489298"/>
              </a:xfrm>
              <a:prstGeom prst="roundRect">
                <a:avLst>
                  <a:gd name="adj" fmla="val 5089"/>
                </a:avLst>
              </a:prstGeom>
              <a:solidFill>
                <a:srgbClr val="FF645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 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(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) 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ns2:creationId id="{21035541-D73D-F55B-40B4-84B9B6F594E8}"/>
                  </a:ext>
                </a:extLst>
              </p:cNvPr>
              <p:cNvSpPr txBox="1"/>
              <p:nvPr/>
            </p:nvSpPr>
            <p:spPr>
              <a:xfrm>
                <a:off x="371475" y="1177926"/>
                <a:ext cx="4959061" cy="41433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sp>
            <p:nvSpPr>
              <p:cNvPr id="37" name="Google Shape;787;p75">
                <a:extLst>
                  <a:ext uri="{FF2B5EF4-FFF2-40B4-BE49-F238E27FC236}">
                    <ns2:creationId id="{8A3A1B45-78B5-B367-269B-6E84285AE416}"/>
                  </a:ext>
                </a:extLst>
              </p:cNvPr>
              <p:cNvSpPr/>
              <p:nvPr/>
            </p:nvSpPr>
            <p:spPr>
              <a:xfrm>
                <a:off x="371475" y="2099916"/>
                <a:ext cx="4959061" cy="1477078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3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/</a:t>
                </a:r>
                <a:r>
                  <a:rPr kumimoji="0" lang="ja-JP" altLang="en-US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3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(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/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 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(</a:t>
                </a: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  <a:p>
                <a:pPr marL="171450" indent="-171450" defTabSz="1219170">
                  <a:spcAft>
                    <a:spcPts val="3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3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sp>
            <p:nvSpPr>
              <p:cNvPr id="38" name="Google Shape;787;p75">
                <a:extLst>
                  <a:ext uri="{FF2B5EF4-FFF2-40B4-BE49-F238E27FC236}">
                    <ns2:creationId id="{A130889A-BB43-8B8C-4B42-FD0C90ADC5EC}"/>
                  </a:ext>
                </a:extLst>
              </p:cNvPr>
              <p:cNvSpPr/>
              <p:nvPr/>
            </p:nvSpPr>
            <p:spPr>
              <a:xfrm>
                <a:off x="407181" y="3602034"/>
                <a:ext cx="4959061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6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1000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600"/>
                  </a:spcAft>
                  <a:buClr>
                    <a:srgbClr val="7F7F7F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(</a:t>
                </a:r>
                <a:r>
                  <a:rPr kumimoji="0" lang="ja-JP" altLang="en-US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10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</p:txBody>
          </p:sp>
          <p:sp>
            <p:nvSpPr>
              <p:cNvPr id="39" name="Google Shape;787;p75">
                <a:extLst>
                  <a:ext uri="{FF2B5EF4-FFF2-40B4-BE49-F238E27FC236}">
                    <ns2:creationId id="{42ED0416-E2D6-62B5-10AE-4A04BCD9646A}"/>
                  </a:ext>
                </a:extLst>
              </p:cNvPr>
              <p:cNvSpPr/>
              <p:nvPr/>
            </p:nvSpPr>
            <p:spPr>
              <a:xfrm>
                <a:off x="407181" y="4937491"/>
                <a:ext cx="4959061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62" name="グループ化 61">
                <a:extLst>
                  <a:ext uri="{FF2B5EF4-FFF2-40B4-BE49-F238E27FC236}">
                    <ns2:creationId id="{9137D4A9-B778-FB53-D5E6-E99C40F6F167}"/>
                  </a:ext>
                </a:extLst>
              </p:cNvPr>
              <p:cNvGrpSpPr/>
              <p:nvPr/>
            </p:nvGrpSpPr>
            <p:grpSpPr>
              <a:xfrm>
                <a:off x="371475" y="3589514"/>
                <a:ext cx="4959061" cy="1274213"/>
                <a:chOff x="371475" y="3589514"/>
                <a:chExt cx="4959061" cy="1274213"/>
              </a:xfrm>
            </p:grpSpPr>
            <p:cxnSp>
              <p:nvCxnSpPr>
                <p:cNvPr id="60" name="直線コネクタ 59">
                  <a:extLst>
                    <a:ext uri="{FF2B5EF4-FFF2-40B4-BE49-F238E27FC236}">
                      <ns2:creationId id="{47CB37E7-3C9A-3017-E09A-9A70771A5D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3589514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直線コネクタ 60">
                  <a:extLst>
                    <a:ext uri="{FF2B5EF4-FFF2-40B4-BE49-F238E27FC236}">
                      <ns2:creationId id="{D06193DC-D51F-779F-B0CB-8D9171A77B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4863727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7" name="グループ化 66">
              <a:extLst>
                <a:ext uri="{FF2B5EF4-FFF2-40B4-BE49-F238E27FC236}">
                  <ns2:creationId id="{553C1A19-2732-2B09-5B25-BA53B2A11AF4}"/>
                </a:ext>
              </a:extLst>
            </p:cNvPr>
            <p:cNvGrpSpPr/>
            <p:nvPr/>
          </p:nvGrpSpPr>
          <p:grpSpPr>
            <a:xfrm>
              <a:off x="6861464" y="1177926"/>
              <a:ext cx="4959062" cy="4947494"/>
              <a:chOff x="6861464" y="1177926"/>
              <a:chExt cx="4959062" cy="4947494"/>
            </a:xfrm>
          </p:grpSpPr>
          <p:sp>
            <p:nvSpPr>
              <p:cNvPr id="5" name="四角形: 角を丸くする 4">
                <a:extLst>
                  <a:ext uri="{FF2B5EF4-FFF2-40B4-BE49-F238E27FC236}">
                    <ns2:creationId id="{BFC6FD2A-E5B9-8CCF-1B2C-8FF61CD113A0}"/>
                  </a:ext>
                </a:extLst>
              </p:cNvPr>
              <p:cNvSpPr/>
              <p:nvPr/>
            </p:nvSpPr>
            <p:spPr>
              <a:xfrm>
                <a:off x="6861466" y="1574802"/>
                <a:ext cx="4959059" cy="489298"/>
              </a:xfrm>
              <a:prstGeom prst="roundRect">
                <a:avLst>
                  <a:gd name="adj" fmla="val 5089"/>
                </a:avLst>
              </a:prstGeom>
              <a:solidFill>
                <a:srgbClr val="FF6450">
                  <a:alpha val="10000"/>
                </a:srgbClr>
              </a:solidFill>
              <a:ln w="952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72000" rIns="36000" bIns="36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、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/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645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75000"/>
                      </a:schemeClr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Meiryo" panose="020B0604030504040204" pitchFamily="34" charset="-128"/>
                    <a:cs typeface="+mn-cs"/>
                  </a:rPr>
                  <a:t>XX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ns2:creationId id="{139ED259-A0A7-DADB-35AD-9BB08D2E409D}"/>
                  </a:ext>
                </a:extLst>
              </p:cNvPr>
              <p:cNvSpPr txBox="1"/>
              <p:nvPr/>
            </p:nvSpPr>
            <p:spPr>
              <a:xfrm>
                <a:off x="6861465" y="1177926"/>
                <a:ext cx="4959059" cy="414335"/>
              </a:xfrm>
              <a:prstGeom prst="rect">
                <a:avLst/>
              </a:prstGeom>
              <a:noFill/>
            </p:spPr>
            <p:txBody>
              <a:bodyPr wrap="square" lIns="36000" tIns="72000" rIns="36000" bIns="3600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46294"/>
                  </a:buClr>
                  <a:buSzTx/>
                  <a:buFontTx/>
                  <a:buNone/>
                  <a:tabLst/>
                  <a:defRPr/>
                </a:pPr>
                <a:r>
                  <a:rPr lang="ja-JP" altLang="en-US" sz="140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rPr>
                  <a:t>XX</a:t>
                </a:r>
              </a:p>
            </p:txBody>
          </p:sp>
          <p:sp>
            <p:nvSpPr>
              <p:cNvPr id="42" name="Google Shape;787;p75">
                <a:extLst>
                  <a:ext uri="{FF2B5EF4-FFF2-40B4-BE49-F238E27FC236}">
                    <ns2:creationId id="{C3489A7F-0319-2C12-9C51-443037E1D8C7}"/>
                  </a:ext>
                </a:extLst>
              </p:cNvPr>
              <p:cNvSpPr/>
              <p:nvPr/>
            </p:nvSpPr>
            <p:spPr>
              <a:xfrm>
                <a:off x="6861464" y="2099916"/>
                <a:ext cx="4959059" cy="1477078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0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sp>
            <p:nvSpPr>
              <p:cNvPr id="43" name="Google Shape;787;p75">
                <a:extLst>
                  <a:ext uri="{FF2B5EF4-FFF2-40B4-BE49-F238E27FC236}">
                    <ns2:creationId id="{37820CCE-D8B8-0C1F-35C8-A755C8DF02AA}"/>
                  </a:ext>
                </a:extLst>
              </p:cNvPr>
              <p:cNvSpPr/>
              <p:nvPr/>
            </p:nvSpPr>
            <p:spPr>
              <a:xfrm>
                <a:off x="6861464" y="3663278"/>
                <a:ext cx="4959059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sp>
            <p:nvSpPr>
              <p:cNvPr id="44" name="Google Shape;787;p75">
                <a:extLst>
                  <a:ext uri="{FF2B5EF4-FFF2-40B4-BE49-F238E27FC236}">
                    <ns2:creationId id="{F7E87B66-873B-FA19-92E1-07E0413A7466}"/>
                  </a:ext>
                </a:extLst>
              </p:cNvPr>
              <p:cNvSpPr/>
              <p:nvPr/>
            </p:nvSpPr>
            <p:spPr>
              <a:xfrm>
                <a:off x="6861464" y="4937491"/>
                <a:ext cx="4959059" cy="1187929"/>
              </a:xfrm>
              <a:prstGeom prst="rect">
                <a:avLst/>
              </a:prstGeom>
              <a:noFill/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9733" tIns="72000" rIns="89733" bIns="35333" anchor="ctr" anchorCtr="0">
                <a:noAutofit/>
              </a:bodyPr>
              <a:lstStyle/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rgbClr val="FF6450"/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b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</a:b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PDCA</a:t>
                </a: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  <a:r>
                  <a:rPr kumimoji="0" lang="en-US" altLang="ja-JP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)</a:t>
                </a:r>
              </a:p>
              <a:p>
                <a:pPr marL="171450" indent="-171450" defTabSz="1219170">
                  <a:spcAft>
                    <a:spcPts val="400"/>
                  </a:spcAft>
                  <a:buClr>
                    <a:schemeClr val="bg1">
                      <a:lumMod val="50000"/>
                    </a:schemeClr>
                  </a:buClr>
                  <a:buSzPct val="80000"/>
                  <a:buFont typeface="Wingdings" panose="05000000000000000000" pitchFamily="2" charset="2"/>
                  <a:buChar char="l"/>
                </a:pPr>
                <a:r>
                  <a:rPr kumimoji="0" lang="ja-JP" altLang="en-US" sz="950" kern="0" dirty="0">
                    <a:solidFill>
                      <a:schemeClr val="tx1">
                        <a:lumMod val="75000"/>
                      </a:schemeClr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rPr>
                  <a:t>XX</a:t>
                </a:r>
              </a:p>
            </p:txBody>
          </p:sp>
          <p:grpSp>
            <p:nvGrpSpPr>
              <p:cNvPr id="63" name="グループ化 62">
                <a:extLst>
                  <a:ext uri="{FF2B5EF4-FFF2-40B4-BE49-F238E27FC236}">
                    <ns2:creationId id="{96233C67-2529-D210-AB49-4989640BFF50}"/>
                  </a:ext>
                </a:extLst>
              </p:cNvPr>
              <p:cNvGrpSpPr/>
              <p:nvPr/>
            </p:nvGrpSpPr>
            <p:grpSpPr>
              <a:xfrm>
                <a:off x="6861465" y="3589513"/>
                <a:ext cx="4959061" cy="1274213"/>
                <a:chOff x="371475" y="3589514"/>
                <a:chExt cx="4959061" cy="1274213"/>
              </a:xfrm>
            </p:grpSpPr>
            <p:cxnSp>
              <p:nvCxnSpPr>
                <p:cNvPr id="64" name="直線コネクタ 63">
                  <a:extLst>
                    <a:ext uri="{FF2B5EF4-FFF2-40B4-BE49-F238E27FC236}">
                      <ns2:creationId id="{C0D4B0FF-D961-20FA-0DEA-F6582CF106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3589514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直線コネクタ 64">
                  <a:extLst>
                    <a:ext uri="{FF2B5EF4-FFF2-40B4-BE49-F238E27FC236}">
                      <ns2:creationId id="{73EA0381-FA8A-E79B-0817-BFC05D1C48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475" y="4863727"/>
                  <a:ext cx="4959061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75000"/>
                    </a:schemeClr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ns5:creationId val="507703623"/>
      </p:ext>
    </p:extLst>
  </p:cSld>
  <p:clrMapOvr>
    <a:masterClrMapping/>
  </p:clrMapOvr>
</p:sld>
</file>

<file path=ppt/slides/slide412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drawing/2016/SVG/main" xmlns:ns6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ebサイト, ウェブデザイン, 発達, コード, プログラミング">
            <a:extLst>
              <a:ext uri="{FF2B5EF4-FFF2-40B4-BE49-F238E27FC236}">
                <ns2:creationId id="{5EE19A1E-865E-888E-50F7-6B2A9E62A4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2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ns4:useLocalDpi val="0"/>
              </a:ext>
            </a:extLst>
          </a:blip>
          <a:srcRect l="20511" t="337" r="28776" b="5853"/>
          <a:stretch/>
        </p:blipFill>
        <p:spPr bwMode="auto">
          <a:xfrm>
            <a:off x="0" y="0"/>
            <a:ext cx="5556537" cy="6858000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3" name="スライド番号プレースホルダー 2">
            <a:extLst>
              <a:ext uri="{FF2B5EF4-FFF2-40B4-BE49-F238E27FC236}">
                <ns2:creationId id="{9A9206C9-BE71-9304-6B0E-1894327043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884680-B901-7B4E-B61D-104198092958}" type="slidenum">
              <a:rPr lang="ja-JP" altLang="en-US" sz="800" smtClean="0">
                <a:solidFill>
                  <a:srgbClr val="7F7F7F">
                    <a:lumMod val="100000"/>
                  </a:srgbClr>
                </a:solidFill>
              </a:rPr>
              <a:pPr/>
              <a:t>412</a:t>
            </a:fld>
            <a:endParaRPr lang="ja-JP" altLang="en-US" sz="800">
              <a:solidFill>
                <a:srgbClr val="7F7F7F">
                  <a:lumMod val="100000"/>
                </a:srgbClr>
              </a:solidFill>
            </a:endParaRPr>
          </a:p>
        </p:txBody>
      </p:sp>
      <p:grpSp>
        <p:nvGrpSpPr>
          <p:cNvPr id="102" name="グループ化 101">
            <a:extLst>
              <a:ext uri="{FF2B5EF4-FFF2-40B4-BE49-F238E27FC236}">
                <ns2:creationId id="{C3163F31-F1AF-653F-2B6B-CAF3D627E70A}"/>
              </a:ext>
            </a:extLst>
          </p:cNvPr>
          <p:cNvGrpSpPr/>
          <p:nvPr/>
        </p:nvGrpSpPr>
        <p:grpSpPr>
          <a:xfrm>
            <a:off x="323268" y="1772305"/>
            <a:ext cx="4910000" cy="3386127"/>
            <a:chOff x="323268" y="1806169"/>
            <a:chExt cx="4910000" cy="3386127"/>
          </a:xfrm>
        </p:grpSpPr>
        <p:pic>
          <p:nvPicPr>
            <p:cNvPr id="8" name="Google Shape;1905;p158">
              <a:extLst>
                <a:ext uri="{FF2B5EF4-FFF2-40B4-BE49-F238E27FC236}">
                  <ns2:creationId id="{A2507FB9-167E-7F46-682D-DF1AA8DB780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7202" y="1806169"/>
              <a:ext cx="3782133" cy="8864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" name="Google Shape;1906;p158">
              <a:extLst>
                <a:ext uri="{FF2B5EF4-FFF2-40B4-BE49-F238E27FC236}">
                  <ns2:creationId id="{0A0B8106-192A-6EAB-E1E6-78EA1454D9F9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567988" y="3036860"/>
              <a:ext cx="2557342" cy="775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" name="Google Shape;1908;p158">
              <a:extLst>
                <a:ext uri="{FF2B5EF4-FFF2-40B4-BE49-F238E27FC236}">
                  <ns2:creationId id="{B1C1DC25-65B6-EF2E-A766-0146DDABCBED}"/>
                </a:ext>
              </a:extLst>
            </p:cNvPr>
            <p:cNvSpPr txBox="1"/>
            <p:nvPr/>
          </p:nvSpPr>
          <p:spPr>
            <a:xfrm>
              <a:off x="323268" y="4096652"/>
              <a:ext cx="4910000" cy="10956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 defTabSz="1219170">
                <a:lnSpc>
                  <a:spcPct val="115000"/>
                </a:lnSpc>
                <a:buClr>
                  <a:srgbClr val="000000"/>
                </a:buClr>
              </a:pPr>
              <a:r>
                <a:rPr kumimoji="0" lang="en-US" altLang="ja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en-US" altLang="ja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2400" kern="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  <a:p>
              <a:pPr algn="ctr" defTabSz="1219170">
                <a:lnSpc>
                  <a:spcPct val="115000"/>
                </a:lnSpc>
                <a:buClr>
                  <a:srgbClr val="000000"/>
                </a:buClr>
              </a:pPr>
              <a:r>
                <a:rPr kumimoji="0" lang="en-US" altLang="ja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r>
                <a:rPr kumimoji="0" lang="ja" altLang="en-US" sz="2400" kern="0" dirty="0">
                  <a:solidFill>
                    <a:srgbClr val="FF6450"/>
                  </a:solidFill>
                  <a:latin typeface="Trebuchet MS" panose="020B0603020202020204" pitchFamily="34" charset="0"/>
                  <a:ea typeface="Meiryo" panose="020B0604030504040204" pitchFamily="50" charset="-128"/>
                  <a:cs typeface="Noto Sans JP"/>
                  <a:sym typeface="Noto Sans JP"/>
                </a:rPr>
                <a:t>XX</a:t>
              </a:r>
              <a:endParaRPr kumimoji="0" sz="2000" kern="0" dirty="0">
                <a:solidFill>
                  <a:srgbClr val="FF6450"/>
                </a:solidFill>
                <a:latin typeface="Trebuchet MS" panose="020B0603020202020204" pitchFamily="34" charset="0"/>
                <a:ea typeface="Meiryo" panose="020B0604030504040204" pitchFamily="50" charset="-128"/>
                <a:cs typeface="Noto Sans JP"/>
                <a:sym typeface="Noto Sans JP"/>
              </a:endParaRPr>
            </a:p>
          </p:txBody>
        </p:sp>
      </p:grpSp>
      <p:grpSp>
        <p:nvGrpSpPr>
          <p:cNvPr id="111" name="グループ化 110">
            <a:extLst>
              <a:ext uri="{FF2B5EF4-FFF2-40B4-BE49-F238E27FC236}">
                <ns2:creationId id="{C108BE73-D511-EF60-8B65-83FB75351E4A}"/>
              </a:ext>
            </a:extLst>
          </p:cNvPr>
          <p:cNvGrpSpPr/>
          <p:nvPr/>
        </p:nvGrpSpPr>
        <p:grpSpPr>
          <a:xfrm>
            <a:off x="6206151" y="1079860"/>
            <a:ext cx="5573676" cy="4698281"/>
            <a:chOff x="6237324" y="1079859"/>
            <a:chExt cx="5573676" cy="4698281"/>
          </a:xfrm>
        </p:grpSpPr>
        <p:grpSp>
          <p:nvGrpSpPr>
            <p:cNvPr id="106" name="グループ化 105">
              <a:extLst>
                <a:ext uri="{FF2B5EF4-FFF2-40B4-BE49-F238E27FC236}">
                  <ns2:creationId id="{CEE86D18-7FC8-250F-C071-8C9ACFB05438}"/>
                </a:ext>
              </a:extLst>
            </p:cNvPr>
            <p:cNvGrpSpPr/>
            <p:nvPr/>
          </p:nvGrpSpPr>
          <p:grpSpPr>
            <a:xfrm>
              <a:off x="6237324" y="1079859"/>
              <a:ext cx="5564150" cy="1482843"/>
              <a:chOff x="6237324" y="1079859"/>
              <a:chExt cx="5564150" cy="1482843"/>
            </a:xfrm>
          </p:grpSpPr>
          <p:grpSp>
            <p:nvGrpSpPr>
              <p:cNvPr id="105" name="グループ化 104">
                <a:extLst>
                  <a:ext uri="{FF2B5EF4-FFF2-40B4-BE49-F238E27FC236}">
                    <ns2:creationId id="{FEF5A333-72CB-B906-77CF-0AD949ECCFD7}"/>
                  </a:ext>
                </a:extLst>
              </p:cNvPr>
              <p:cNvGrpSpPr/>
              <p:nvPr/>
            </p:nvGrpSpPr>
            <p:grpSpPr>
              <a:xfrm>
                <a:off x="6237324" y="1079859"/>
                <a:ext cx="1657558" cy="1482843"/>
                <a:chOff x="6237324" y="1079859"/>
                <a:chExt cx="1657558" cy="1482843"/>
              </a:xfrm>
            </p:grpSpPr>
            <p:sp>
              <p:nvSpPr>
                <p:cNvPr id="78" name="矢印: 五方向 69">
                  <a:extLst>
                    <a:ext uri="{FF2B5EF4-FFF2-40B4-BE49-F238E27FC236}">
                      <ns2:creationId id="{6EBB6F1F-91AC-B2FA-ED38-4217AAB8DDB0}"/>
                    </a:ext>
                  </a:extLst>
                </p:cNvPr>
                <p:cNvSpPr/>
                <p:nvPr/>
              </p:nvSpPr>
              <p:spPr>
                <a:xfrm>
                  <a:off x="6237324" y="1079859"/>
                  <a:ext cx="1657558" cy="1482843"/>
                </a:xfrm>
                <a:prstGeom prst="roundRect">
                  <a:avLst>
                    <a:gd name="adj" fmla="val 6069"/>
                  </a:avLst>
                </a:prstGeom>
                <a:noFill/>
                <a:ln w="19050" cap="flat" cmpd="sng" algn="ctr">
                  <a:solidFill>
                    <a:srgbClr val="FF6450"/>
                  </a:solidFill>
                  <a:prstDash val="solid"/>
                  <a:miter lim="800000"/>
                </a:ln>
                <a:effectLst/>
              </p:spPr>
              <p:txBody>
                <a:bodyPr lIns="36000" tIns="936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ja-JP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ja-JP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  <a:p>
                  <a:pPr algn="ctr" defTabSz="1219170">
                    <a:defRPr/>
                  </a:pPr>
                  <a:r>
                    <a:rPr lang="ja-JP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92" name="グラフィックス 91" descr="メガホン 1 単色塗りつぶし">
                  <a:extLst>
                    <a:ext uri="{FF2B5EF4-FFF2-40B4-BE49-F238E27FC236}">
                      <ns2:creationId id="{6A0EF9D4-8449-5A95-BAC7-62237E640A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91192" y="1193800"/>
                  <a:ext cx="549822" cy="549822"/>
                </a:xfrm>
                <a:prstGeom prst="rect">
                  <a:avLst/>
                </a:prstGeom>
              </p:spPr>
            </p:pic>
          </p:grpSp>
          <p:grpSp>
            <p:nvGrpSpPr>
              <p:cNvPr id="104" name="グループ化 103">
                <a:extLst>
                  <a:ext uri="{FF2B5EF4-FFF2-40B4-BE49-F238E27FC236}">
                    <ns2:creationId id="{6B219AF2-CEFF-F70C-A8E8-49F715C069BA}"/>
                  </a:ext>
                </a:extLst>
              </p:cNvPr>
              <p:cNvGrpSpPr/>
              <p:nvPr/>
            </p:nvGrpSpPr>
            <p:grpSpPr>
              <a:xfrm>
                <a:off x="8190620" y="1079859"/>
                <a:ext cx="1657558" cy="1482843"/>
                <a:chOff x="8190620" y="1079859"/>
                <a:chExt cx="1657558" cy="1482843"/>
              </a:xfrm>
            </p:grpSpPr>
            <p:sp>
              <p:nvSpPr>
                <p:cNvPr id="82" name="矢印: 五方向 69">
                  <a:extLst>
                    <a:ext uri="{FF2B5EF4-FFF2-40B4-BE49-F238E27FC236}">
                      <ns2:creationId id="{3FB77413-5BC3-F8A4-B39C-4410B5E6D79E}"/>
                    </a:ext>
                  </a:extLst>
                </p:cNvPr>
                <p:cNvSpPr/>
                <p:nvPr/>
              </p:nvSpPr>
              <p:spPr>
                <a:xfrm>
                  <a:off x="8190620" y="1079859"/>
                  <a:ext cx="1657558" cy="1482843"/>
                </a:xfrm>
                <a:prstGeom prst="roundRect">
                  <a:avLst>
                    <a:gd name="adj" fmla="val 6069"/>
                  </a:avLst>
                </a:prstGeom>
                <a:noFill/>
                <a:ln w="19050" cap="flat" cmpd="sng" algn="ctr">
                  <a:solidFill>
                    <a:srgbClr val="FF6450"/>
                  </a:solidFill>
                  <a:prstDash val="solid"/>
                  <a:miter lim="800000"/>
                </a:ln>
                <a:effectLst/>
              </p:spPr>
              <p:txBody>
                <a:bodyPr lIns="36000" tIns="936000" rIns="36000" bIns="108000" rtlCol="0" anchor="ctr"/>
                <a:lstStyle/>
                <a:p>
                  <a:pPr algn="ctr" defTabSz="1219170">
                    <a:defRPr/>
                  </a:pPr>
                  <a:r>
                    <a:rPr lang="zh-TW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  <a:endParaRPr lang="en-US" altLang="zh-TW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Arial"/>
                    <a:sym typeface="Arial"/>
                  </a:endParaRPr>
                </a:p>
                <a:p>
                  <a:pPr algn="ctr" defTabSz="1219170">
                    <a:defRPr/>
                  </a:pPr>
                  <a:r>
                    <a:rPr lang="zh-TW" altLang="en-US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Arial"/>
                      <a:sym typeface="Arial"/>
                    </a:rPr>
                    <a:t>XX</a:t>
                  </a:r>
                </a:p>
              </p:txBody>
            </p:sp>
            <p:pic>
              <p:nvPicPr>
                <p:cNvPr id="93" name="グラフィックス 92" descr="棒グラフ (上昇) 単色塗りつぶし">
                  <a:extLst>
                    <a:ext uri="{FF2B5EF4-FFF2-40B4-BE49-F238E27FC236}">
                      <ns2:creationId id="{E419D121-6D77-1DD2-7E94-819578854C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6"/>
                    </a:ext>
                  </a:extLst>
                </a:blip>
                <a:srcRect/>
                <a:stretch/>
              </p:blipFill>
              <p:spPr>
                <a:xfrm>
                  <a:off x="8744488" y="1193800"/>
                  <a:ext cx="549822" cy="549822"/>
                </a:xfrm>
                <a:prstGeom prst="rect">
                  <a:avLst/>
                </a:prstGeom>
              </p:spPr>
            </p:pic>
          </p:grpSp>
          <p:grpSp>
            <p:nvGrpSpPr>
              <p:cNvPr id="103" name="グループ化 102">
                <a:extLst>
                  <a:ext uri="{FF2B5EF4-FFF2-40B4-BE49-F238E27FC236}">
                    <ns2:creationId id="{10F46F28-94E2-99F3-DEBA-3EB1BA26E32E}"/>
                  </a:ext>
                </a:extLst>
              </p:cNvPr>
              <p:cNvGrpSpPr/>
              <p:nvPr/>
            </p:nvGrpSpPr>
            <p:grpSpPr>
              <a:xfrm>
                <a:off x="10143916" y="1079859"/>
                <a:ext cx="1657558" cy="1482843"/>
                <a:chOff x="10143916" y="1079859"/>
                <a:chExt cx="1657558" cy="1482843"/>
              </a:xfrm>
            </p:grpSpPr>
            <p:sp>
              <p:nvSpPr>
                <p:cNvPr id="85" name="矢印: 五方向 69">
                  <a:extLst>
                    <a:ext uri="{FF2B5EF4-FFF2-40B4-BE49-F238E27FC236}">
                      <ns2:creationId id="{142577EC-F85A-EDF9-CD61-5F00E6FADE62}"/>
                    </a:ext>
                  </a:extLst>
                </p:cNvPr>
                <p:cNvSpPr/>
                <p:nvPr/>
              </p:nvSpPr>
              <p:spPr>
                <a:xfrm>
                  <a:off x="10143916" y="1079859"/>
                  <a:ext cx="1657558" cy="1482843"/>
                </a:xfrm>
                <a:prstGeom prst="roundRect">
                  <a:avLst>
                    <a:gd name="adj" fmla="val 6069"/>
                  </a:avLst>
                </a:prstGeom>
                <a:noFill/>
                <a:ln w="19050" cap="flat" cmpd="sng" algn="ctr">
                  <a:solidFill>
                    <a:srgbClr val="FF6450"/>
                  </a:solidFill>
                  <a:prstDash val="solid"/>
                  <a:miter lim="800000"/>
                </a:ln>
                <a:effectLst/>
              </p:spPr>
              <p:txBody>
                <a:bodyPr lIns="36000" tIns="936000" rIns="36000" bIns="108000" rtlCol="0" anchor="ctr"/>
                <a:lstStyle/>
                <a:p>
                  <a:pPr algn="ctr" defTabSz="1219170">
                    <a:buClr>
                      <a:srgbClr val="FF6450"/>
                    </a:buClr>
                    <a:buSzPct val="80000"/>
                  </a:pPr>
                  <a:r>
                    <a:rPr kumimoji="0" lang="zh-TW" altLang="en-US" kern="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Noto Sans JP"/>
                      <a:sym typeface="Noto Sans JP"/>
                    </a:rPr>
                    <a:t>XX</a:t>
                  </a:r>
                  <a:endParaRPr kumimoji="0" lang="en-US" altLang="zh-TW" kern="0" dirty="0">
                    <a:solidFill>
                      <a:srgbClr val="FF6450"/>
                    </a:solidFill>
                    <a:latin typeface="Trebuchet MS" panose="020B0603020202020204" pitchFamily="34" charset="0"/>
                    <a:ea typeface="Meiryo" panose="020B0604030504040204" pitchFamily="50" charset="-128"/>
                    <a:cs typeface="Noto Sans JP"/>
                    <a:sym typeface="Noto Sans JP"/>
                  </a:endParaRPr>
                </a:p>
                <a:p>
                  <a:pPr algn="ctr" defTabSz="1219170">
                    <a:buClr>
                      <a:srgbClr val="FF6450"/>
                    </a:buClr>
                    <a:buSzPct val="80000"/>
                  </a:pPr>
                  <a:r>
                    <a:rPr kumimoji="0" lang="zh-TW" altLang="en-US" kern="0" dirty="0">
                      <a:solidFill>
                        <a:srgbClr val="FF6450"/>
                      </a:solidFill>
                      <a:latin typeface="Trebuchet MS" panose="020B0603020202020204" pitchFamily="34" charset="0"/>
                      <a:ea typeface="Meiryo" panose="020B0604030504040204" pitchFamily="50" charset="-128"/>
                      <a:cs typeface="Noto Sans JP"/>
                      <a:sym typeface="Noto Sans JP"/>
                    </a:rPr>
                    <a:t>XX</a:t>
                  </a:r>
                </a:p>
              </p:txBody>
            </p:sp>
            <p:pic>
              <p:nvPicPr>
                <p:cNvPr id="94" name="グラフィックス 93" descr="ユーザー 単色塗りつぶし">
                  <a:extLst>
                    <a:ext uri="{FF2B5EF4-FFF2-40B4-BE49-F238E27FC236}">
                      <ns2:creationId id="{298931AE-A87A-9A77-75FF-A3D8EA4B06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7"/>
                    </a:ext>
                  </a:extLst>
                </a:blip>
                <a:srcRect/>
                <a:stretch/>
              </p:blipFill>
              <p:spPr>
                <a:xfrm>
                  <a:off x="10697784" y="1193800"/>
                  <a:ext cx="549822" cy="54982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0" name="グループ化 109">
              <a:extLst>
                <a:ext uri="{FF2B5EF4-FFF2-40B4-BE49-F238E27FC236}">
                  <ns2:creationId id="{2ECEF8A7-53FD-F73C-3165-7AB5CD4AD698}"/>
                </a:ext>
              </a:extLst>
            </p:cNvPr>
            <p:cNvGrpSpPr/>
            <p:nvPr/>
          </p:nvGrpSpPr>
          <p:grpSpPr>
            <a:xfrm>
              <a:off x="6285189" y="3152657"/>
              <a:ext cx="5525811" cy="2625483"/>
              <a:chOff x="6285189" y="3152657"/>
              <a:chExt cx="5525811" cy="2625483"/>
            </a:xfrm>
          </p:grpSpPr>
          <p:grpSp>
            <p:nvGrpSpPr>
              <p:cNvPr id="107" name="グループ化 106">
                <a:extLst>
                  <a:ext uri="{FF2B5EF4-FFF2-40B4-BE49-F238E27FC236}">
                    <ns2:creationId id="{0FF0931B-3139-4352-17EE-092237D38382}"/>
                  </a:ext>
                </a:extLst>
              </p:cNvPr>
              <p:cNvGrpSpPr/>
              <p:nvPr/>
            </p:nvGrpSpPr>
            <p:grpSpPr>
              <a:xfrm>
                <a:off x="6285189" y="3152657"/>
                <a:ext cx="5525811" cy="630164"/>
                <a:chOff x="6285189" y="3152657"/>
                <a:chExt cx="5525811" cy="630164"/>
              </a:xfrm>
            </p:grpSpPr>
            <p:grpSp>
              <p:nvGrpSpPr>
                <p:cNvPr id="72" name="グループ化 71">
                  <a:extLst>
                    <a:ext uri="{FF2B5EF4-FFF2-40B4-BE49-F238E27FC236}">
                      <ns2:creationId id="{36B18609-EC63-9862-5264-9A5B5AB7A574}"/>
                    </a:ext>
                  </a:extLst>
                </p:cNvPr>
                <p:cNvGrpSpPr/>
                <p:nvPr/>
              </p:nvGrpSpPr>
              <p:grpSpPr>
                <a:xfrm>
                  <a:off x="6888480" y="3152657"/>
                  <a:ext cx="4922520" cy="630164"/>
                  <a:chOff x="6353175" y="4034306"/>
                  <a:chExt cx="5467349" cy="858853"/>
                </a:xfrm>
              </p:grpSpPr>
              <p:sp>
                <p:nvSpPr>
                  <p:cNvPr id="56" name="Google Shape;787;p75">
                    <a:extLst>
                      <a:ext uri="{FF2B5EF4-FFF2-40B4-BE49-F238E27FC236}">
                        <ns2:creationId id="{E76931A2-BAB4-C239-6404-A2F000152D01}"/>
                      </a:ext>
                    </a:extLst>
                  </p:cNvPr>
                  <p:cNvSpPr/>
                  <p:nvPr/>
                </p:nvSpPr>
                <p:spPr>
                  <a:xfrm>
                    <a:off x="6488347" y="4124012"/>
                    <a:ext cx="5332177" cy="679442"/>
                  </a:xfrm>
                  <a:prstGeom prst="rect">
                    <a:avLst/>
                  </a:prstGeom>
                  <a:noFill/>
                  <a:ln w="9525" cap="flat" cmpd="sng">
                    <a:noFill/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89733" tIns="72000" rIns="89733" bIns="35333" anchor="ctr" anchorCtr="0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</p:txBody>
              </p:sp>
              <p:cxnSp>
                <p:nvCxnSpPr>
                  <p:cNvPr id="69" name="直線コネクタ 68">
                    <a:extLst>
                      <a:ext uri="{FF2B5EF4-FFF2-40B4-BE49-F238E27FC236}">
                        <ns2:creationId id="{810D8F82-8349-E0A7-F731-9A5B5D9008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53175" y="4034306"/>
                    <a:ext cx="0" cy="858853"/>
                  </a:xfrm>
                  <a:prstGeom prst="line">
                    <a:avLst/>
                  </a:prstGeom>
                  <a:ln w="38100">
                    <a:solidFill>
                      <a:srgbClr val="FF645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97" name="グラフィックス 96" descr="ターゲット 単色塗りつぶし">
                  <a:extLst>
                    <a:ext uri="{FF2B5EF4-FFF2-40B4-BE49-F238E27FC236}">
                      <ns2:creationId id="{5CE4AEE0-8514-2101-4935-886E6A0D29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8"/>
                    </a:ext>
                  </a:extLst>
                </a:blip>
                <a:srcRect/>
                <a:stretch/>
              </p:blipFill>
              <p:spPr>
                <a:xfrm>
                  <a:off x="6285189" y="3251739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108" name="グループ化 107">
                <a:extLst>
                  <a:ext uri="{FF2B5EF4-FFF2-40B4-BE49-F238E27FC236}">
                    <ns2:creationId id="{AC2AD307-5C5C-AA64-8F01-3A3E66F292D2}"/>
                  </a:ext>
                </a:extLst>
              </p:cNvPr>
              <p:cNvGrpSpPr/>
              <p:nvPr/>
            </p:nvGrpSpPr>
            <p:grpSpPr>
              <a:xfrm>
                <a:off x="6285189" y="3941732"/>
                <a:ext cx="5525811" cy="838748"/>
                <a:chOff x="6285189" y="3941732"/>
                <a:chExt cx="5525811" cy="838748"/>
              </a:xfrm>
            </p:grpSpPr>
            <p:grpSp>
              <p:nvGrpSpPr>
                <p:cNvPr id="73" name="グループ化 72">
                  <a:extLst>
                    <a:ext uri="{FF2B5EF4-FFF2-40B4-BE49-F238E27FC236}">
                      <ns2:creationId id="{AE4E2BBA-AE23-AFF6-2D98-B238059A5287}"/>
                    </a:ext>
                  </a:extLst>
                </p:cNvPr>
                <p:cNvGrpSpPr/>
                <p:nvPr/>
              </p:nvGrpSpPr>
              <p:grpSpPr>
                <a:xfrm>
                  <a:off x="6888480" y="3941732"/>
                  <a:ext cx="4922520" cy="838748"/>
                  <a:chOff x="6353175" y="4034306"/>
                  <a:chExt cx="5467349" cy="858853"/>
                </a:xfrm>
              </p:grpSpPr>
              <p:sp>
                <p:nvSpPr>
                  <p:cNvPr id="74" name="Google Shape;787;p75">
                    <a:extLst>
                      <a:ext uri="{FF2B5EF4-FFF2-40B4-BE49-F238E27FC236}">
                        <ns2:creationId id="{F0E5EDA1-D0FC-7B72-9216-1C9703972C44}"/>
                      </a:ext>
                    </a:extLst>
                  </p:cNvPr>
                  <p:cNvSpPr/>
                  <p:nvPr/>
                </p:nvSpPr>
                <p:spPr>
                  <a:xfrm>
                    <a:off x="6488347" y="4124012"/>
                    <a:ext cx="5332177" cy="679442"/>
                  </a:xfrm>
                  <a:prstGeom prst="rect">
                    <a:avLst/>
                  </a:prstGeom>
                  <a:noFill/>
                  <a:ln w="9525" cap="flat" cmpd="sng">
                    <a:noFill/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89733" tIns="72000" rIns="89733" bIns="35333" anchor="ctr" anchorCtr="0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  <a:br>
                      <a:rPr kumimoji="0" lang="en-US" altLang="ja-JP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</a:b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</p:txBody>
              </p:sp>
              <p:cxnSp>
                <p:nvCxnSpPr>
                  <p:cNvPr id="75" name="直線コネクタ 74">
                    <a:extLst>
                      <a:ext uri="{FF2B5EF4-FFF2-40B4-BE49-F238E27FC236}">
                        <ns2:creationId id="{6C2D228B-C3BD-C409-679D-DF282C1C59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53175" y="4034306"/>
                    <a:ext cx="0" cy="858853"/>
                  </a:xfrm>
                  <a:prstGeom prst="line">
                    <a:avLst/>
                  </a:prstGeom>
                  <a:ln w="38100">
                    <a:solidFill>
                      <a:srgbClr val="FF645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98" name="グラフィックス 97" descr="左矢印付きの円 単色塗りつぶし">
                  <a:extLst>
                    <a:ext uri="{FF2B5EF4-FFF2-40B4-BE49-F238E27FC236}">
                      <ns2:creationId id="{2BFD7E47-CBC1-FE78-DE21-257462E530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9"/>
                    </a:ext>
                  </a:extLst>
                </a:blip>
                <a:srcRect/>
                <a:stretch/>
              </p:blipFill>
              <p:spPr>
                <a:xfrm flipH="1">
                  <a:off x="6285189" y="4145106"/>
                  <a:ext cx="432000" cy="432000"/>
                </a:xfrm>
                <a:prstGeom prst="rect">
                  <a:avLst/>
                </a:prstGeom>
              </p:spPr>
            </p:pic>
          </p:grpSp>
          <p:grpSp>
            <p:nvGrpSpPr>
              <p:cNvPr id="109" name="グループ化 108">
                <a:extLst>
                  <a:ext uri="{FF2B5EF4-FFF2-40B4-BE49-F238E27FC236}">
                    <ns2:creationId id="{B36CADCE-1465-64EC-E482-5AB30A9B34A3}"/>
                  </a:ext>
                </a:extLst>
              </p:cNvPr>
              <p:cNvGrpSpPr/>
              <p:nvPr/>
            </p:nvGrpSpPr>
            <p:grpSpPr>
              <a:xfrm>
                <a:off x="6285189" y="4939392"/>
                <a:ext cx="5525811" cy="838748"/>
                <a:chOff x="6285189" y="4939392"/>
                <a:chExt cx="5525811" cy="838748"/>
              </a:xfrm>
            </p:grpSpPr>
            <p:grpSp>
              <p:nvGrpSpPr>
                <p:cNvPr id="76" name="グループ化 75">
                  <a:extLst>
                    <a:ext uri="{FF2B5EF4-FFF2-40B4-BE49-F238E27FC236}">
                      <ns2:creationId id="{F0544842-32B0-458A-602F-2790B16E9216}"/>
                    </a:ext>
                  </a:extLst>
                </p:cNvPr>
                <p:cNvGrpSpPr/>
                <p:nvPr/>
              </p:nvGrpSpPr>
              <p:grpSpPr>
                <a:xfrm>
                  <a:off x="6888481" y="4939392"/>
                  <a:ext cx="4922519" cy="838748"/>
                  <a:chOff x="6362869" y="5176448"/>
                  <a:chExt cx="5467348" cy="858853"/>
                </a:xfrm>
              </p:grpSpPr>
              <p:sp>
                <p:nvSpPr>
                  <p:cNvPr id="66" name="Google Shape;787;p75">
                    <a:extLst>
                      <a:ext uri="{FF2B5EF4-FFF2-40B4-BE49-F238E27FC236}">
                        <ns2:creationId id="{1922A6D2-D5CE-4B7B-CC14-C9587478C94A}"/>
                      </a:ext>
                    </a:extLst>
                  </p:cNvPr>
                  <p:cNvSpPr/>
                  <p:nvPr/>
                </p:nvSpPr>
                <p:spPr>
                  <a:xfrm>
                    <a:off x="6498040" y="5266154"/>
                    <a:ext cx="5332177" cy="679442"/>
                  </a:xfrm>
                  <a:prstGeom prst="rect">
                    <a:avLst/>
                  </a:prstGeom>
                  <a:noFill/>
                  <a:ln w="9525" cap="flat" cmpd="sng">
                    <a:noFill/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89733" tIns="72000" rIns="89733" bIns="35333" anchor="ctr" anchorCtr="0">
                    <a:noAutofit/>
                  </a:bodyPr>
                  <a:lstStyle/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en-US" altLang="ja-JP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  <a:p>
                    <a:pPr defTabSz="1219170">
                      <a:lnSpc>
                        <a:spcPct val="110000"/>
                      </a:lnSpc>
                      <a:buClr>
                        <a:srgbClr val="FF6450"/>
                      </a:buClr>
                      <a:buSzPct val="80000"/>
                    </a:pP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  <a:r>
                      <a:rPr kumimoji="0" lang="en-US" altLang="ja-JP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10</a:t>
                    </a:r>
                    <a:r>
                      <a:rPr kumimoji="0" lang="ja-JP" altLang="en-US" sz="1500" kern="0" dirty="0">
                        <a:solidFill>
                          <a:schemeClr val="tx1">
                            <a:lumMod val="75000"/>
                          </a:schemeClr>
                        </a:solidFill>
                        <a:latin typeface="Trebuchet MS" panose="020B0603020202020204" pitchFamily="34" charset="0"/>
                        <a:ea typeface="Meiryo" panose="020B0604030504040204" pitchFamily="50" charset="-128"/>
                        <a:cs typeface="Noto Sans JP"/>
                        <a:sym typeface="Noto Sans JP"/>
                      </a:rPr>
                      <a:t>XX</a:t>
                    </a:r>
                  </a:p>
                </p:txBody>
              </p:sp>
              <p:cxnSp>
                <p:nvCxnSpPr>
                  <p:cNvPr id="71" name="直線コネクタ 70">
                    <a:extLst>
                      <a:ext uri="{FF2B5EF4-FFF2-40B4-BE49-F238E27FC236}">
                        <ns2:creationId id="{E90C0C7F-EE3E-D230-3AB6-73DAED150F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62869" y="5176448"/>
                    <a:ext cx="0" cy="858853"/>
                  </a:xfrm>
                  <a:prstGeom prst="line">
                    <a:avLst/>
                  </a:prstGeom>
                  <a:ln w="38100">
                    <a:solidFill>
                      <a:srgbClr val="FF6450">
                        <a:alpha val="50000"/>
                      </a:srgb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99" name="グラフィックス 98" descr="バッジ: チェックマーク 1 単色塗りつぶし">
                  <a:extLst>
                    <a:ext uri="{FF2B5EF4-FFF2-40B4-BE49-F238E27FC236}">
                      <ns2:creationId id="{AF7C085D-DF00-195A-9C82-12BE2C876A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ns5:svgBlip r:embed="rId10"/>
                    </a:ext>
                  </a:extLst>
                </a:blip>
                <a:srcRect/>
                <a:stretch/>
              </p:blipFill>
              <p:spPr>
                <a:xfrm>
                  <a:off x="6285189" y="5142766"/>
                  <a:ext cx="432000" cy="43200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ns6:creationId val="12660340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HarveyBall"/>
  <p:tag name="EE4P_STYLE_ID" val="f547d190-3668-41f7-8510-759a08b5278f"/>
  <p:tag name="EE4P_STYLE_NAME" val="Timewitch Style"/>
  <p:tag name="EE4P_SMART_ELEMENT_XML" val="&lt;smartelement id=&quot;HarveyBall&quot; custom=&quot;1&quot; auto=&quot;0&quot; color=&quot;9&quot;&gt;&lt;position width=&quot;20&quot; height=&quot;20&quot; alignment=&quot;1&quot; /&gt;&lt;elements&gt;&lt;element name=&quot;background&quot;&gt;&lt;fill visible=&quot;1&quot; foreColor=&quot;#ffffff&quot; /&gt;&lt;line visible=&quot;0&quot; /&gt;&lt;reflection visible=&quot;0&quot; /&gt;&lt;shadow visible=&quot;0&quot; /&gt;&lt;/element&gt;&lt;element name=&quot;arc&quot;&gt;&lt;fill visible=&quot;1&quot; foreColor=&quot;&quot; /&gt;&lt;line visible=&quot;0&quot; /&gt;&lt;reflection visible=&quot;0&quot; /&gt;&lt;shadow visible=&quot;0&quot; /&gt;&lt;/element&gt;&lt;element name=&quot;circle&quot;&gt;&lt;fill visible=&quot;0&quot; /&gt;&lt;line visible=&quot;1&quot; foreColor=&quot;&quot; weight=&quot;0.75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/colors&gt;&lt;/smartelement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HarveyBall"/>
  <p:tag name="EE4P_STYLE_ID" val="f547d190-3668-41f7-8510-759a08b5278f"/>
  <p:tag name="EE4P_STYLE_NAME" val="Timewitch Style"/>
  <p:tag name="EE4P_SMART_ELEMENT_XML" val="&lt;smartelement id=&quot;HarveyBall&quot; custom=&quot;1&quot; auto=&quot;0&quot; color=&quot;9&quot;&gt;&lt;position width=&quot;20&quot; height=&quot;20&quot; alignment=&quot;1&quot; /&gt;&lt;elements&gt;&lt;element name=&quot;background&quot;&gt;&lt;fill visible=&quot;1&quot; foreColor=&quot;#ffffff&quot; /&gt;&lt;line visible=&quot;0&quot; /&gt;&lt;reflection visible=&quot;0&quot; /&gt;&lt;shadow visible=&quot;0&quot; /&gt;&lt;/element&gt;&lt;element name=&quot;arc&quot;&gt;&lt;fill visible=&quot;1&quot; foreColor=&quot;&quot; /&gt;&lt;line visible=&quot;0&quot; /&gt;&lt;reflection visible=&quot;0&quot; /&gt;&lt;shadow visible=&quot;0&quot; /&gt;&lt;/element&gt;&lt;element name=&quot;circle&quot;&gt;&lt;fill visible=&quot;0&quot; /&gt;&lt;line visible=&quot;1&quot; foreColor=&quot;&quot; weight=&quot;0.75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/colors&gt;&lt;/smartelement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HarveyBall"/>
  <p:tag name="EE4P_STYLE_ID" val="f547d190-3668-41f7-8510-759a08b5278f"/>
  <p:tag name="EE4P_STYLE_NAME" val="Timewitch Style"/>
  <p:tag name="EE4P_SMART_ELEMENT_XML" val="&lt;smartelement id=&quot;HarveyBall&quot; custom=&quot;1&quot; auto=&quot;0&quot; color=&quot;9&quot;&gt;&lt;position width=&quot;20&quot; height=&quot;20&quot; alignment=&quot;1&quot; /&gt;&lt;elements&gt;&lt;element name=&quot;background&quot;&gt;&lt;fill visible=&quot;1&quot; foreColor=&quot;#ffffff&quot; /&gt;&lt;line visible=&quot;0&quot; /&gt;&lt;reflection visible=&quot;0&quot; /&gt;&lt;shadow visible=&quot;0&quot; /&gt;&lt;/element&gt;&lt;element name=&quot;arc&quot;&gt;&lt;fill visible=&quot;1&quot; foreColor=&quot;&quot; /&gt;&lt;line visible=&quot;0&quot; /&gt;&lt;reflection visible=&quot;0&quot; /&gt;&lt;shadow visible=&quot;0&quot; /&gt;&lt;/element&gt;&lt;element name=&quot;circle&quot;&gt;&lt;fill visible=&quot;0&quot; /&gt;&lt;line visible=&quot;1&quot; foreColor=&quot;&quot; weight=&quot;0.75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/colors&gt;&lt;/smartelement&gt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INVERTED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10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ICKER" val="StickerNew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9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Evaluation"/>
  <p:tag name="EE4P_SMART_ELEMENT_XML" val="&lt;smartelement id=&quot;Evaluation&quot; spacing=&quot;0.25&quot; padding=&quot;0.25&quot; shape=&quot;5pointStar&quot; count=&quot;5&quot; value=&quot;3&quot; auto=&quot;0&quot; color=&quot;9&quot;&gt;&lt;elements&gt;&lt;element name=&quot;background&quot; autoShapeType=&quot;5&quot; adjustment=&quot;0.05&quot;&gt;&lt;fill visible=&quot;1&quot; foreColor=&quot;#ffffff&quot; /&gt;&lt;line visible=&quot;1&quot; foreColor=&quot;#575757&quot; weight=&quot;0.75&quot; /&gt;&lt;reflection visible=&quot;0&quot; /&gt;&lt;shadow visible=&quot;0&quot; /&gt;&lt;/element&gt;&lt;element name=&quot;on&quot;&gt;&lt;fill visible=&quot;1&quot; foreColor=&quot;&quot; /&gt;&lt;line visible=&quot;0&quot; /&gt;&lt;reflection visible=&quot;0&quot; /&gt;&lt;shadow visible=&quot;0&quot; /&gt;&lt;/element&gt;&lt;element name=&quot;off&quot;&gt;&lt;fill visible=&quot;1&quot; foreColor=&quot;#d9d9d9&quot; /&gt;&lt;line visible=&quot;0&quot; /&gt;&lt;reflection visible=&quot;0&quot; /&gt;&lt;shadow visible=&quot;0&quot; /&gt;&lt;/element&gt;&lt;/elements&gt;&lt;colors&gt;&lt;color theme=&quot;5&quot; name=&quot;Accent 1&quot; default=&quot;1&quot; /&gt;&lt;color theme=&quot;6&quot; name=&quot;Accent 2&quot; /&gt;&lt;color theme=&quot;7&quot; name=&quot;Accent 3&quot; /&gt;&lt;color theme=&quot;8&quot; name=&quot;Accent 4&quot; /&gt;&lt;color theme=&quot;9&quot; name=&quot;Accent 5&quot; /&gt;&lt;color theme=&quot;10&quot; name=&quot;Accent 6&quot; /&gt;&lt;color rgb=&quot;#575757&quot; name=&quot;Dark Grey&quot; /&gt;&lt;color rgb=&quot;#ffffff&quot; name=&quot;White&quot; /&gt;&lt;/colors&gt;&lt;shapes&gt;&lt;value id=&quot;5pointStar&quot; /&gt;&lt;value id=&quot;Rectangle&quot; /&gt;&lt;value id=&quot;Oval&quot; /&gt;&lt;value id=&quot;Diamond&quot; /&gt;&lt;value id=&quot;Heart&quot; /&gt;&lt;/shapes&gt;&lt;/smartelement&gt;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3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5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  <p:tag name="EE4P_STYLE_ID" val="f547d190-3668-41f7-8510-759a08b5278f"/>
  <p:tag name="EE4P_STYLE_NAME" val="Timewitch Style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6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_XML" val="&lt;smartelement id=&quot;ProcessArrow&quot; custom=&quot;1&quot;&gt;&lt;value angle=&quot;4&quot; /&gt;&lt;/smartelement&gt;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7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#ffffff!#575757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TEMPLATESTYLE" val="14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MART_ELEMENT_XML" val="&lt;smartelement id=&quot;ProcessArrow&quot; custom=&quot;1&quot;&gt;&lt;value angle=&quot;4&quot; /&gt;&lt;/smartelement&gt;"/>
  <p:tag name="EE4P_STYLE_ID" val="f547d190-3668-41f7-8510-759a08b5278f"/>
  <p:tag name="EE4P_STYLE_NAME" val="Timewitch Style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f547d190-3668-41f7-8510-759a08b5278f"/>
  <p:tag name="EE4P_STYLE_NAME" val="Timewitch Style"/>
  <p:tag name="EE4P_SMART_ELEMENT" val="NumberBall"/>
  <p:tag name="EE4P_SMART_ELEMENT_XML" val="&lt;smartelement id=&quot;NumberBall&quot; shape=&quot;Oval&quot; auto=&quot;0&quot; color=&quot;5!14&quot;&gt;&lt;position width=&quot;22&quot; height=&quot;22&quot; alignment=&quot;1&quot; /&gt;&lt;elements&gt;&lt;element name=&quot;background&quot;&gt;&lt;fill visible=&quot;1&quot; foreColor=&quot;&quot; /&gt;&lt;line visible=&quot;0&quot; /&gt;&lt;reflection visible=&quot;0&quot; /&gt;&lt;shadow visible=&quot;0&quot; /&gt;&lt;font color=&quot;!&quot; /&gt;&lt;/element&gt;&lt;/elements&gt;&lt;colors&gt;&lt;color value=&quot;5!14&quot; name=&quot;Accent 1&quot; default=&quot;1&quot; /&gt;&lt;color value=&quot;6!14&quot; name=&quot;Accent 2&quot; /&gt;&lt;color value=&quot;7!14&quot; name=&quot;Accent 3&quot; /&gt;&lt;color value=&quot;8!14&quot; name=&quot;Accent 4&quot; /&gt;&lt;color value=&quot;9!14&quot; name=&quot;Accent 5&quot; /&gt;&lt;color value=&quot;10!14&quot; name=&quot;Accent 6&quot; /&gt;&lt;color value=&quot;#575757!#ffffff&quot; name=&quot;Dark Grey&quot; /&gt;&lt;color value=&quot;#ffffff!#575757&quot; name=&quot;White&quot; /&gt;&lt;/colors&gt;&lt;shapes&gt;&lt;value id=&quot;Oval&quot; /&gt;&lt;value id=&quot;Rectangle&quot; /&gt;&lt;/shapes&gt;&lt;/smartelement&gt;"/>
</p:tagLst>
</file>

<file path=ppt/theme/theme1.xml><?xml version="1.0" encoding="utf-8"?>
<a:theme xmlns:a="http://schemas.openxmlformats.org/drawingml/2006/main" name="Office テーマ">
  <a:themeElements>
    <a:clrScheme name="ユーザー定義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008D2E"/>
      </a:accent5>
      <a:accent6>
        <a:srgbClr val="70AD47"/>
      </a:accent6>
      <a:hlink>
        <a:srgbClr val="0563C1"/>
      </a:hlink>
      <a:folHlink>
        <a:srgbClr val="954F72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20000"/>
            <a:lumOff val="80000"/>
          </a:schemeClr>
        </a:solidFill>
        <a:ln w="3175">
          <a:noFill/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dirty="0" smtClean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プレゼンテーション1" id="{C55E6A12-3EF5-4C74-A9A5-996A9174E5AC}" vid="{AED920B8-8640-468C-970B-65DAA56A6812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40000"/>
              <a:satMod val="155000"/>
            </a:schemeClr>
          </a:gs>
          <a:gs pos="65000">
            <a:schemeClr val="phClr">
              <a:shade val="85000"/>
              <a:satMod val="155000"/>
            </a:schemeClr>
          </a:gs>
          <a:gs pos="100000">
            <a:schemeClr val="phClr">
              <a:shade val="95000"/>
              <a:satMod val="155000"/>
            </a:schemeClr>
          </a:gs>
        </a:gsLst>
        <a:lin ang="16200000" scaled="0"/>
      </a:gradFill>
    </a:fillStyleLst>
    <a:lnStyleLst>
      <a:ln w="6350" cap="rnd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4925" cap="rnd" cmpd="sng" algn="ctr">
        <a:solidFill>
          <a:schemeClr val="phClr"/>
        </a:solidFill>
        <a:prstDash val="solid"/>
      </a:ln>
    </a:lnStyleLst>
    <a:effectStyleLst>
      <a:effectStyle>
        <a:effectLst>
          <a:outerShdw blurRad="50800" algn="tl" rotWithShape="0">
            <a:srgbClr val="000000">
              <a:alpha val="64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  <a:scene3d>
          <a:camera prst="orthographicFront" fov="0">
            <a:rot lat="0" lon="0" rev="0"/>
          </a:camera>
          <a:lightRig rig="threePt" dir="t">
            <a:rot lat="0" lon="0" rev="0"/>
          </a:lightRig>
        </a:scene3d>
        <a:sp3d prstMaterial="matte">
          <a:bevelT h="22225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shade val="50000"/>
              <a:satMod val="155000"/>
            </a:schemeClr>
          </a:gs>
          <a:gs pos="35000">
            <a:schemeClr val="phClr">
              <a:shade val="75000"/>
              <a:satMod val="155000"/>
            </a:schemeClr>
          </a:gs>
          <a:gs pos="100000">
            <a:schemeClr val="phClr">
              <a:tint val="80000"/>
              <a:satMod val="255000"/>
            </a:schemeClr>
          </a:gs>
        </a:gsLst>
        <a:lin ang="16200000" scaled="0"/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40000"/>
              <a:satMod val="155000"/>
            </a:schemeClr>
          </a:gs>
          <a:gs pos="65000">
            <a:schemeClr val="phClr">
              <a:shade val="85000"/>
              <a:satMod val="155000"/>
            </a:schemeClr>
          </a:gs>
          <a:gs pos="100000">
            <a:schemeClr val="phClr">
              <a:shade val="95000"/>
              <a:satMod val="155000"/>
            </a:schemeClr>
          </a:gs>
        </a:gsLst>
        <a:lin ang="16200000" scaled="0"/>
      </a:gradFill>
    </a:fillStyleLst>
    <a:lnStyleLst>
      <a:ln w="6350" cap="rnd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4925" cap="rnd" cmpd="sng" algn="ctr">
        <a:solidFill>
          <a:schemeClr val="phClr"/>
        </a:solidFill>
        <a:prstDash val="solid"/>
      </a:ln>
    </a:lnStyleLst>
    <a:effectStyleLst>
      <a:effectStyle>
        <a:effectLst>
          <a:outerShdw blurRad="50800" algn="tl" rotWithShape="0">
            <a:srgbClr val="000000">
              <a:alpha val="64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</a:effectStyle>
      <a:effectStyle>
        <a:effectLst>
          <a:outerShdw blurRad="39000" dist="25400" dir="5400000">
            <a:srgbClr val="000000">
              <a:alpha val="35000"/>
            </a:srgbClr>
          </a:outerShdw>
        </a:effectLst>
        <a:scene3d>
          <a:camera prst="orthographicFront" fov="0">
            <a:rot lat="0" lon="0" rev="0"/>
          </a:camera>
          <a:lightRig rig="threePt" dir="t">
            <a:rot lat="0" lon="0" rev="0"/>
          </a:lightRig>
        </a:scene3d>
        <a:sp3d prstMaterial="matte">
          <a:bevelT h="22225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shade val="50000"/>
              <a:satMod val="155000"/>
            </a:schemeClr>
          </a:gs>
          <a:gs pos="35000">
            <a:schemeClr val="phClr">
              <a:shade val="75000"/>
              <a:satMod val="155000"/>
            </a:schemeClr>
          </a:gs>
          <a:gs pos="100000">
            <a:schemeClr val="phClr">
              <a:tint val="80000"/>
              <a:satMod val="255000"/>
            </a:schemeClr>
          </a:gs>
        </a:gsLst>
        <a:lin ang="16200000" scaled="0"/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67F58365028D544AA740988642801B7" ma:contentTypeVersion="4" ma:contentTypeDescription="新しいドキュメントを作成します。" ma:contentTypeScope="" ma:versionID="bc76c07572b860ace8224c0271b6bb96">
  <xsd:schema xmlns:xsd="http://www.w3.org/2001/XMLSchema" xmlns:xs="http://www.w3.org/2001/XMLSchema" xmlns:p="http://schemas.microsoft.com/office/2006/metadata/properties" xmlns:ns2="8c1c9407-4680-4b4c-ac14-d1d287827f86" targetNamespace="http://schemas.microsoft.com/office/2006/metadata/properties" ma:root="true" ma:fieldsID="47583ab8e31be7e5044b872c9e9c7599" ns2:_="">
    <xsd:import namespace="8c1c9407-4680-4b4c-ac14-d1d287827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1c9407-4680-4b4c-ac14-d1d287827f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CB0E288-7022-488F-A212-4A370D1C7B0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1c9407-4680-4b4c-ac14-d1d287827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A7C669-CC4B-4827-97C7-09376F99CD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8FA6147-ADCB-432E-B533-0080162DBFA4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074f2a35-8cc4-4ad1-b0b6-60fb064ecec5"/>
    <ds:schemaRef ds:uri="http://purl.org/dc/elements/1.1/"/>
    <ds:schemaRef ds:uri="http://schemas.microsoft.com/office/2006/metadata/properties"/>
    <ds:schemaRef ds:uri="5a302c2d-1787-4a6f-b546-2016f8a66a26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20241120_パワポテンプレ</Template>
  <TotalTime>26691</TotalTime>
  <Words>168135</Words>
  <Application>Microsoft Office PowerPoint</Application>
  <PresentationFormat>ワイド画面</PresentationFormat>
  <Paragraphs>27046</Paragraphs>
  <Slides>412</Slides>
  <Notes>146</Notes>
  <HiddenSlides>2</HiddenSlides>
  <MMClips>0</MMClips>
  <ScaleCrop>false</ScaleCrop>
  <HeadingPairs>
    <vt:vector size="6" baseType="variant">
      <vt:variant>
        <vt:lpstr>使用されているフォント</vt:lpstr>
      </vt:variant>
      <vt:variant>
        <vt:i4>20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412</vt:i4>
      </vt:variant>
    </vt:vector>
  </HeadingPairs>
  <TitlesOfParts>
    <vt:vector size="433" baseType="lpstr">
      <vt:lpstr>Apis For Office</vt:lpstr>
      <vt:lpstr>Arial Unicode MS</vt:lpstr>
      <vt:lpstr>BIZ UDPゴシック</vt:lpstr>
      <vt:lpstr>Google Sans Text</vt:lpstr>
      <vt:lpstr>HGPｺﾞｼｯｸE</vt:lpstr>
      <vt:lpstr>Meiryo UI</vt:lpstr>
      <vt:lpstr>Noto Sans JP</vt:lpstr>
      <vt:lpstr>Yu Gothic UI</vt:lpstr>
      <vt:lpstr>メイリオ</vt:lpstr>
      <vt:lpstr>メイリオ</vt:lpstr>
      <vt:lpstr>游ゴシック</vt:lpstr>
      <vt:lpstr>游ゴシック</vt:lpstr>
      <vt:lpstr>Arial</vt:lpstr>
      <vt:lpstr>Calibri</vt:lpstr>
      <vt:lpstr>Cascadia Code ExtraLight</vt:lpstr>
      <vt:lpstr>Segoe UI</vt:lpstr>
      <vt:lpstr>Source Sans Pro</vt:lpstr>
      <vt:lpstr>Symbol</vt:lpstr>
      <vt:lpstr>Trebuchet MS</vt:lpstr>
      <vt:lpstr>Wingdings</vt:lpstr>
      <vt:lpstr>Office テーマ</vt:lpstr>
      <vt:lpstr>PowerPoint プレゼンテーション</vt:lpstr>
      <vt:lpstr>経歴</vt:lpstr>
      <vt:lpstr>XXXX</vt:lpstr>
      <vt:lpstr>PowerPoint プレゼンテーション</vt:lpstr>
      <vt:lpstr>XXXX</vt:lpstr>
      <vt:lpstr>オファーレター</vt:lpstr>
      <vt:lpstr>間接費用効率化 アプローチ骨子</vt:lpstr>
      <vt:lpstr>間接費用の定義 弊社部門の紐づけ</vt:lpstr>
      <vt:lpstr>What 問題意識_コーポレート機能</vt:lpstr>
      <vt:lpstr>XXXX</vt:lpstr>
      <vt:lpstr>XXXX</vt:lpstr>
      <vt:lpstr>XXXX</vt:lpstr>
      <vt:lpstr>XXXX</vt:lpstr>
      <vt:lpstr>XXXX</vt:lpstr>
      <vt:lpstr>XXXX</vt:lpstr>
      <vt:lpstr>レガシーシステムの統廃合：取組の目的・イメージ</vt:lpstr>
      <vt:lpstr>XXXX</vt:lpstr>
      <vt:lpstr>全体像</vt:lpstr>
      <vt:lpstr>問題の特定 情報システム機能外注費内訳</vt:lpstr>
      <vt:lpstr>問題の特定 情報システム機能外注費内訳</vt:lpstr>
      <vt:lpstr>問題の特定 情報システム機能人員内訳 (2022実績) </vt:lpstr>
      <vt:lpstr>実現ステップのイメージ</vt:lpstr>
      <vt:lpstr>XXXX</vt:lpstr>
      <vt:lpstr>XXXX</vt:lpstr>
      <vt:lpstr>課題の特定</vt:lpstr>
      <vt:lpstr>解決策の検討</vt:lpstr>
      <vt:lpstr>全社収益管理最適化</vt:lpstr>
      <vt:lpstr>課題を踏まえた管理フロー (案) </vt:lpstr>
      <vt:lpstr>競合企業との差別化ポイント</vt:lpstr>
      <vt:lpstr>XXXX</vt:lpstr>
      <vt:lpstr>Executive summary</vt:lpstr>
      <vt:lpstr>問題特定  現状業務の課題</vt:lpstr>
      <vt:lpstr>(参考) 業務ボリュームの増加について</vt:lpstr>
      <vt:lpstr>(参考) 業務ボリュームの増加について</vt:lpstr>
      <vt:lpstr>今後のデジタル投資予算管理について</vt:lpstr>
      <vt:lpstr>経営管理_呼称定義</vt:lpstr>
      <vt:lpstr>XXXX</vt:lpstr>
      <vt:lpstr>モノづくりDX</vt:lpstr>
      <vt:lpstr>モノづくりDX</vt:lpstr>
      <vt:lpstr>背景 / 課題 / 解決策 / スコープ</vt:lpstr>
      <vt:lpstr>需要予測_アプローチ</vt:lpstr>
      <vt:lpstr>XXXX</vt:lpstr>
      <vt:lpstr>XXXX</vt:lpstr>
      <vt:lpstr>客観的な成り行き予測による見通しのブレ防止 見通し活用における検証</vt:lpstr>
      <vt:lpstr>XXXX</vt:lpstr>
      <vt:lpstr>ライオンにおける「働き方のトランスフォーメーション」の考え方</vt:lpstr>
      <vt:lpstr>Why なぜライオンはスマートワークに取り組むのか？</vt:lpstr>
      <vt:lpstr>Why なぜライオンはスマートワークに取り組むのか？</vt:lpstr>
      <vt:lpstr>What 問題意識</vt:lpstr>
      <vt:lpstr>How どのように時間創出をするか</vt:lpstr>
      <vt:lpstr>How 事例）デジタル戦略部</vt:lpstr>
      <vt:lpstr>How 事例)生成AIを活用した自動化</vt:lpstr>
      <vt:lpstr>マイクロソフト社におけるスマートワーク</vt:lpstr>
      <vt:lpstr>マイクロソフト社におけるスマートワーク</vt:lpstr>
      <vt:lpstr>マイクロソフト社におけるスマートワーク</vt:lpstr>
      <vt:lpstr>How どのように時間創出をするか</vt:lpstr>
      <vt:lpstr>レガシーシステムの統廃合：取組の目的・イメージ</vt:lpstr>
      <vt:lpstr>組織デザインのプロセス</vt:lpstr>
      <vt:lpstr>全社方針の理解と目標・機能設定 (1/2)</vt:lpstr>
      <vt:lpstr>全社方針の理解と目標・機能設定 (2/2)</vt:lpstr>
      <vt:lpstr>新組織のデザイン (1/2) 全社方針に基づいた新しい組織構造案①</vt:lpstr>
      <vt:lpstr>新組織のデザイン (1/2) 全社方針に基づいた新しい組織構造案②</vt:lpstr>
      <vt:lpstr>短期的なテーマ 何が問題か・特にどこがフォーカスポイントか</vt:lpstr>
      <vt:lpstr>今後の取組に関するご協力のお願い</vt:lpstr>
      <vt:lpstr>個人スキルチェック 育成方針に関するインサイト</vt:lpstr>
      <vt:lpstr>DX銘柄を獲得する意義</vt:lpstr>
      <vt:lpstr>2. 解像度が高いテーマのXのイメージ</vt:lpstr>
      <vt:lpstr>2. 解像度が高いテーマのXのイメージ</vt:lpstr>
      <vt:lpstr>2.解像度が高いテーマのXのイメージ (経営管理 / グローバル連携)</vt:lpstr>
      <vt:lpstr>2.解像度が高いテーマのXのイメージ (人的資本経営)</vt:lpstr>
      <vt:lpstr>2.解像度が高いテーマのXのイメージ (レガシーシステム統廃合)</vt:lpstr>
      <vt:lpstr>口腔から全身健康につながる領域の整理</vt:lpstr>
      <vt:lpstr>市場ホワイトスペースを含めた競合状況</vt:lpstr>
      <vt:lpstr>市場ホワイトスペースから見た重点領域 1/2</vt:lpstr>
      <vt:lpstr>市場ホワイトスペースから見た重点領域 2/2</vt:lpstr>
      <vt:lpstr>XXXX</vt:lpstr>
      <vt:lpstr>13テーマ進捗情報_6173</vt:lpstr>
      <vt:lpstr>13テーマ進捗情報_6173</vt:lpstr>
      <vt:lpstr>13テーマ進捗情報_6173</vt:lpstr>
      <vt:lpstr>XXXX</vt:lpstr>
      <vt:lpstr>業務システム基盤 BI構築（2/2）</vt:lpstr>
      <vt:lpstr>会議効率化の観点 部門集約意見から整理</vt:lpstr>
      <vt:lpstr>XXX</vt:lpstr>
      <vt:lpstr>システム連携図 (25年度末）</vt:lpstr>
      <vt:lpstr>経営管理プロセス As-Is(1/2)</vt:lpstr>
      <vt:lpstr>経営管理プロセス As-Is(2/2)</vt:lpstr>
      <vt:lpstr>XXXX</vt:lpstr>
      <vt:lpstr>振り返り デジタル戦略部の人材育成概要</vt:lpstr>
      <vt:lpstr>振り返り デジタル戦略部の人材育成概要</vt:lpstr>
      <vt:lpstr>振り返り これまで取り組んできた取り組み内容</vt:lpstr>
      <vt:lpstr>今後取り組みたいアプローチ手順とそのヒアリング</vt:lpstr>
      <vt:lpstr>XXXX</vt:lpstr>
      <vt:lpstr>概要 本取り組みの位置づけ</vt:lpstr>
      <vt:lpstr>取り組みの概要</vt:lpstr>
      <vt:lpstr>需要予測の考え方</vt:lpstr>
      <vt:lpstr>需要予測の考え方</vt:lpstr>
      <vt:lpstr>XXXX</vt:lpstr>
      <vt:lpstr>業務管理 管理プロセス (たたき台) (N年度)</vt:lpstr>
      <vt:lpstr>業務管理 管理プロセス (たたき台) (N+1年度)</vt:lpstr>
      <vt:lpstr>運用開始時点のBI可視化状況 XXX</vt:lpstr>
      <vt:lpstr>進行状況</vt:lpstr>
      <vt:lpstr>PowerPoint プレゼンテーション</vt:lpstr>
      <vt:lpstr>PowerPoint プレゼンテーション</vt:lpstr>
      <vt:lpstr>NTTデータ_FY25支援内容 デジタル戦略部</vt:lpstr>
      <vt:lpstr>NTTデータ_FY25支援内容 SC企画本部</vt:lpstr>
      <vt:lpstr>XX社取引状況と評価</vt:lpstr>
      <vt:lpstr>ランサムウェアとは</vt:lpstr>
      <vt:lpstr>ランサムウェアの脅威と影響</vt:lpstr>
      <vt:lpstr>ランサムウェア対策</vt:lpstr>
      <vt:lpstr>事前対策 技術的対策と組織的対策</vt:lpstr>
      <vt:lpstr>事後対応</vt:lpstr>
      <vt:lpstr>ランサムウェア対策</vt:lpstr>
      <vt:lpstr>技術的対策</vt:lpstr>
      <vt:lpstr>ExecutiveSummary </vt:lpstr>
      <vt:lpstr>3.課題と今後の進め方  3.1 今後のスケジュール​</vt:lpstr>
      <vt:lpstr>サマリ</vt:lpstr>
      <vt:lpstr>問題意識 詳細</vt:lpstr>
      <vt:lpstr>PowerPoint プレゼンテーション</vt:lpstr>
      <vt:lpstr>1.振り返り  1.2 2024年評価実績 (コストダウン・撤退のみ)</vt:lpstr>
      <vt:lpstr>BIの目的</vt:lpstr>
      <vt:lpstr>【月次管理】経営管理プロセスに紐づく関連ダッシュボート定義</vt:lpstr>
      <vt:lpstr>【月次管理】10/20リリース時の課題と解決の方向性 (案)</vt:lpstr>
      <vt:lpstr>経営ダッシュボードの構成 (3/4) </vt:lpstr>
      <vt:lpstr>ダッシュボードイメージと使い方 (② : セグメント別ブリッジ) </vt:lpstr>
      <vt:lpstr>XX_FY25支援内容 デジタル戦略部</vt:lpstr>
      <vt:lpstr>XX_FY25支援内容 SC企画本部</vt:lpstr>
      <vt:lpstr>工場生産形態と費用分類</vt:lpstr>
      <vt:lpstr>各社の生産体制 : 定量的比較</vt:lpstr>
      <vt:lpstr>1. 生産体制・効率の定量比較とインサイト 比較テーブル : 1ラインあたりの生産効率 (直接人員)</vt:lpstr>
      <vt:lpstr>XXXX</vt:lpstr>
      <vt:lpstr>総括と示唆</vt:lpstr>
      <vt:lpstr>PowerPoint プレゼンテーション</vt:lpstr>
      <vt:lpstr>PowerPoint プレゼンテーション</vt:lpstr>
      <vt:lpstr>CCセンター向け目標案</vt:lpstr>
      <vt:lpstr>区分別 主要論点 (アジェンダ) とライオンにおける具体的検討事項・問い</vt:lpstr>
      <vt:lpstr>PowerPoint プレゼンテーション</vt:lpstr>
      <vt:lpstr>③投資方針の明確化・浸透 予算作成_投資構成比の目安を策定</vt:lpstr>
      <vt:lpstr>③投資方針の明確化・浸透 予算作成_戦略性・便益性を評価</vt:lpstr>
      <vt:lpstr>③投資方針の明確化・浸透 期中評価時_案件評価(1/2)</vt:lpstr>
      <vt:lpstr>①評価プロセス・オペレーションの標準化と効率化 詳細フロー</vt:lpstr>
      <vt:lpstr>投資合理化</vt:lpstr>
      <vt:lpstr>新マネジメント体制に合わせた必要な改修 変更点</vt:lpstr>
      <vt:lpstr>2025年経営管理プロセスに合わせた実装・改修状況 月次業績管理プロセス</vt:lpstr>
      <vt:lpstr>2025年経営管理プロセスに合わせた実装・改修状況 ダッシュボード</vt:lpstr>
      <vt:lpstr>進捗と課題 (月次/半期・年間)</vt:lpstr>
      <vt:lpstr>XXXX社プロダクトの市場機会と優位性 市場規模と成長ポテンシャル</vt:lpstr>
      <vt:lpstr>XXXX社プロダクトの市場機会と優位性 XXXX社プロダクトと日本の消費者ニーズの親和性</vt:lpstr>
      <vt:lpstr>生産性向上</vt:lpstr>
      <vt:lpstr>AIを活用した株主総会QA事前作成</vt:lpstr>
      <vt:lpstr>XXXX</vt:lpstr>
      <vt:lpstr>XXXX</vt:lpstr>
      <vt:lpstr>PowerPoint プレゼンテーション</vt:lpstr>
      <vt:lpstr>PowerPoint プレゼンテーション</vt:lpstr>
      <vt:lpstr>スマートワーク Mission＆ Strategic Split</vt:lpstr>
      <vt:lpstr>KGI / KPI＆アプローチ</vt:lpstr>
      <vt:lpstr>詳細フロー</vt:lpstr>
      <vt:lpstr>背景/目的</vt:lpstr>
      <vt:lpstr>XXXX</vt:lpstr>
      <vt:lpstr>XXXX</vt:lpstr>
      <vt:lpstr>XXXX</vt:lpstr>
      <vt:lpstr>XXXX</vt:lpstr>
      <vt:lpstr>XXXX</vt:lpstr>
      <vt:lpstr>背景/目的</vt:lpstr>
      <vt:lpstr>XXXX</vt:lpstr>
      <vt:lpstr>XXXX</vt:lpstr>
      <vt:lpstr>XXXX</vt:lpstr>
      <vt:lpstr>XXXX</vt:lpstr>
      <vt:lpstr>XXXX</vt:lpstr>
      <vt:lpstr>XX</vt:lpstr>
      <vt:lpstr>XX</vt:lpstr>
      <vt:lpstr>XXXX</vt:lpstr>
      <vt:lpstr>XX</vt:lpstr>
      <vt:lpstr>XX</vt:lpstr>
      <vt:lpstr>セクションMissionとKGI/KPI</vt:lpstr>
      <vt:lpstr>OKRの考え方</vt:lpstr>
      <vt:lpstr>2/10: 経営管理</vt:lpstr>
      <vt:lpstr>XXXX</vt:lpstr>
      <vt:lpstr>業績管理課題の構造化ツリー</vt:lpstr>
      <vt:lpstr>対応策とKGI / KPI</vt:lpstr>
      <vt:lpstr>【最適化】短期 / 成行き予測 フェーズとステータス</vt:lpstr>
      <vt:lpstr>【視える化】中長期 / 海外経営情報視える化 考え方</vt:lpstr>
      <vt:lpstr>【視える化】中長期 / 海外経営情報視える化 今後の進め方</vt:lpstr>
      <vt:lpstr>ケースシナリオ</vt:lpstr>
      <vt:lpstr>PEST/３C分析</vt:lpstr>
      <vt:lpstr>D (Digital) における貢献 「営業DX」における“X”とそれを実現する“D”</vt:lpstr>
      <vt:lpstr>取り組みによるPL改善効果</vt:lpstr>
      <vt:lpstr>AIアカウント契約の最適化</vt:lpstr>
      <vt:lpstr>目的と現状認識 (Why Change?)</vt:lpstr>
      <vt:lpstr>Executive Summary</vt:lpstr>
      <vt:lpstr>背景/目的 問題意識</vt:lpstr>
      <vt:lpstr>検討するにあたっての与件（新マネジメントの背景/目的） 経営課題と解決の方向性</vt:lpstr>
      <vt:lpstr>デジ戦課題と解決の方向性 (1on1情報より) </vt:lpstr>
      <vt:lpstr>デジ戦課題と解決の方向性 (1on1情報より) </vt:lpstr>
      <vt:lpstr>現状の課題認識</vt:lpstr>
      <vt:lpstr>バリューチェーン軸での意思決定</vt:lpstr>
      <vt:lpstr>組織単位 (部) の役割明確化</vt:lpstr>
      <vt:lpstr>権限の委譲</vt:lpstr>
      <vt:lpstr>階層のシンプル化</vt:lpstr>
      <vt:lpstr>デジタル戦略部の体制 体制変更の与件</vt:lpstr>
      <vt:lpstr>組織課題 組織構造の適正化</vt:lpstr>
      <vt:lpstr>組織体制</vt:lpstr>
      <vt:lpstr>AIを活用した株主総会QA事前作成</vt:lpstr>
      <vt:lpstr>PowerPoint プレゼンテーション</vt:lpstr>
      <vt:lpstr>XXXX</vt:lpstr>
      <vt:lpstr>セクションリーダー権限移譲とガバナンスまとめ</vt:lpstr>
      <vt:lpstr>戦略企画・DX推進チームに関わる会議体一覧</vt:lpstr>
      <vt:lpstr>1. 目標展開ツリー : デジタル戦略部から各層への垂直統合</vt:lpstr>
      <vt:lpstr>2. 階層別・構造化管理フォーマット</vt:lpstr>
      <vt:lpstr>XX</vt:lpstr>
      <vt:lpstr>PowerPoint プレゼンテーション</vt:lpstr>
      <vt:lpstr>PowerPoint プレゼンテーション</vt:lpstr>
      <vt:lpstr>PowerPoint プレゼンテーション</vt:lpstr>
      <vt:lpstr>社内</vt:lpstr>
      <vt:lpstr>区分別 主要論点 (アジェンダ) とライオンにおける具体的検討事項・問い</vt:lpstr>
      <vt:lpstr>1on1のポイント</vt:lpstr>
      <vt:lpstr>Overview of Digital Strategy Department Activities</vt:lpstr>
      <vt:lpstr> Management Process and Required Information</vt:lpstr>
      <vt:lpstr>Strengthening Management Framework / Global Coordination  – Overseas Management Info (Short-Term)</vt:lpstr>
      <vt:lpstr>Executive Summary</vt:lpstr>
      <vt:lpstr>背景/目的 問題意識</vt:lpstr>
      <vt:lpstr>投資合理化</vt:lpstr>
      <vt:lpstr>新マネジメント体制に合わせた必要な改修 変更点</vt:lpstr>
      <vt:lpstr>2025年経営管理プロセスに合わせた実装・改修状況 月次業績管理プロセス</vt:lpstr>
      <vt:lpstr>2025年経営管理プロセスに合わせた実装・改修状況 ダッシュボード</vt:lpstr>
      <vt:lpstr>進捗と課題 (月次/半期・年間)</vt:lpstr>
      <vt:lpstr>デジ戦課題と解決の方向性 (1on1情報より) </vt:lpstr>
      <vt:lpstr>XXXX社プロダクトの市場機会と優位性 市場規模と成長ポテンシャル</vt:lpstr>
      <vt:lpstr>XXXX社プロダクトの市場機会と優位性 XXXX社プロダクトと日本の消費者ニーズの親和性</vt:lpstr>
      <vt:lpstr>生産性向上</vt:lpstr>
      <vt:lpstr>現状の課題認識</vt:lpstr>
      <vt:lpstr>バリューチェーン軸での意思決定</vt:lpstr>
      <vt:lpstr>組織単位 (部) の役割明確化</vt:lpstr>
      <vt:lpstr>権限の委譲</vt:lpstr>
      <vt:lpstr>階層のシンプル化</vt:lpstr>
      <vt:lpstr>目的と現状認識 (Why Change?)</vt:lpstr>
      <vt:lpstr>デジタル戦略部の体制 体制変更の与件</vt:lpstr>
      <vt:lpstr>組織課題 組織構造の適正化</vt:lpstr>
      <vt:lpstr>組織体制</vt:lpstr>
      <vt:lpstr>AIを活用した株主総会QA事前作成</vt:lpstr>
      <vt:lpstr>PowerPoint プレゼンテーション</vt:lpstr>
      <vt:lpstr>PowerPoint プレゼンテーション</vt:lpstr>
      <vt:lpstr>XXXX</vt:lpstr>
      <vt:lpstr>XXXX</vt:lpstr>
      <vt:lpstr>To-Be検討の進め方を再設計</vt:lpstr>
      <vt:lpstr>13テーマ別 進捗と効果見込み (2026年10月時点) </vt:lpstr>
      <vt:lpstr>エグゼクティブサマリー</vt:lpstr>
      <vt:lpstr>1. 振り返り｜前回までに明らかになった課題と打ち手 前回 (4月) までの振り返り : 3つの課題と、合意した打ち手</vt:lpstr>
      <vt:lpstr>1. 振り返り｜参考：先進企業の動向 (2026年) 先進企業は「全社員の底上げ」と「現場での開発・課題設定」を制度で加速している</vt:lpstr>
      <vt:lpstr>1. 振り返り｜用語の定義 本資料で使う主な用語 ― 4つの視点で整理</vt:lpstr>
      <vt:lpstr>1. 振り返り｜前回合意事項の進捗 前回 (4月) に合意した5施策の進捗</vt:lpstr>
      <vt:lpstr>1. 振り返り｜育成戦略の全体像 (再掲) 育成は「PL改善」に接続する投資 ― 3層×施策×KPI</vt:lpstr>
      <vt:lpstr>2. 上期の成果①｜スキルチェック 重点4ロールの充足状況 ― 「誰を育てるか」が部門ごとに見える状態に</vt:lpstr>
      <vt:lpstr>2. 上期の成果②｜重点育成プログラム 知識習得×実践の2本柱 ― 修了ではなく「現場実装」を成果として測る</vt:lpstr>
      <vt:lpstr>2. 上期の成果③｜全社員の生成AI活用 生成AI活用は「個人の効率化」から「チーム・部門の変革」へ</vt:lpstr>
      <vt:lpstr>3. 下期の重点とご協力のお願い 下期は「検証 → 27年度の資源配分判断」の半期 ― 3点のご協力をお願いしたい</vt:lpstr>
      <vt:lpstr>XXXX</vt:lpstr>
      <vt:lpstr>XXXX</vt:lpstr>
      <vt:lpstr>XXXX</vt:lpstr>
      <vt:lpstr>XXXX</vt:lpstr>
      <vt:lpstr>XXXX</vt:lpstr>
      <vt:lpstr>13の重点テーマ進捗サマリ</vt:lpstr>
      <vt:lpstr>経営骨格強化</vt:lpstr>
      <vt:lpstr>Phase1 : 可視化：経営数字がすぐ見える  手集計の資料をやめ画面で確認</vt:lpstr>
      <vt:lpstr>Phase2 : データで意思決定  成行予測で計画との差を早期発見</vt:lpstr>
      <vt:lpstr>人事DX　全体像 ミスの出る人事オペレーションから、人材データで経営する人事へ</vt:lpstr>
      <vt:lpstr>人事DX　短期 : 締め日改定 ･ 給与計算刷新 短期 土台の安定化 ― 規程を変えて、ミスと手作業を根本から減らす</vt:lpstr>
      <vt:lpstr>人事DX　中期 : 人事インフラ統廃合 中期 人事システム統廃合 ― 7つを4つに集め、人材データを一元化する</vt:lpstr>
      <vt:lpstr>人事DX　長期：人事戦略KPI × DX施策（3rd STAGE） 長期 人的資本経営 ― 業務ごとのKPIを人材データで測り施策を打つ</vt:lpstr>
      <vt:lpstr>工場DX (OHC : 省人化と2040年拠点構想)</vt:lpstr>
      <vt:lpstr>個別テーマ進捗　レガシーシステムの統廃合　全体像 何をしているか ― 止められない古いシステムを計画的に無くす</vt:lpstr>
      <vt:lpstr>個別テーマ進捗　レガシーシステムの統廃合　Phase0〜3 : 旧基幹の廃止 ･ 集約 ･ 移行 統廃合の中身 ― 何を、どの順番で、どこへ移すか</vt:lpstr>
      <vt:lpstr>個別テーマ進捗　レガシーシステムの統廃合 第1層 : ITインフラ基盤 (クラウド移行 ･ IDaaS ･ サイバーレジリエンス) </vt:lpstr>
      <vt:lpstr>個別テーマ進捗　CO2排出量の可視化 ･ 精緻化 (SSBJ対応) 全体像 何をしているか ― 非財務情報を「決算と同じ品質」で出せる会社に</vt:lpstr>
      <vt:lpstr>CO2排出量の可視化 ･ 精緻化 (SSBJ対応) Step2 : 非財務情報管理プラットフォーム 仕組みの変化 ― Excel手集計から、証跡のそろった統合基盤へ</vt:lpstr>
      <vt:lpstr>ライオンDX戦略ディスカッション 2026年9月11日 (比較基準 : 2024年10月28日)</vt:lpstr>
      <vt:lpstr>XX</vt:lpstr>
      <vt:lpstr>XX</vt:lpstr>
      <vt:lpstr>XX</vt:lpstr>
      <vt:lpstr>XX</vt:lpstr>
      <vt:lpstr>長期要件・与件の全体構造 『2030年目指す成果』に接続するKGI-KPIロジックツリー</vt:lpstr>
      <vt:lpstr>要員計画・異動・社内公募・評価</vt:lpstr>
      <vt:lpstr>研修・育成/G海外ガバナンス/人的資本KPI</vt:lpstr>
      <vt:lpstr>採用/代謝・離職予兆/エンゲージメント改善</vt:lpstr>
      <vt:lpstr>「現場作業・データ発生」As-Is調査票の構造とデータフロー調査表</vt:lpstr>
      <vt:lpstr>採点表</vt:lpstr>
      <vt:lpstr>NextAction</vt:lpstr>
      <vt:lpstr>背景 / 課題 / 示唆</vt:lpstr>
      <vt:lpstr>示唆に対する選択肢</vt:lpstr>
      <vt:lpstr>参考) 近しい大手消費財・製造メーカーにおけるBPO構造転換事例</vt:lpstr>
      <vt:lpstr>構造転換と役割定義 As-Is / To-Be (3階層での対比)</vt:lpstr>
      <vt:lpstr>進め方 一括契約ではなく、意思決定ゲートで段階コミット</vt:lpstr>
      <vt:lpstr>進め方 一括契約ではなく、意思決定ゲートで段階コミット</vt:lpstr>
      <vt:lpstr>KPIとROI</vt:lpstr>
      <vt:lpstr>海外業績 (QDL) における意思決定高度化・自動化 7月→8月 更新報告</vt:lpstr>
      <vt:lpstr>真因と解決策</vt:lpstr>
      <vt:lpstr>4つの変革テーマ × 8つの重点施策 (A1〜D2) </vt:lpstr>
      <vt:lpstr>Howの全体構造 ― 5つの経営テーマへのMECE接続</vt:lpstr>
      <vt:lpstr>出口 マーケティング・営業DXの姿 (Before → After)</vt:lpstr>
      <vt:lpstr>マイルストーン (FY26–FY30)</vt:lpstr>
      <vt:lpstr>KGI / KPI体系 ― 最上位KPIとライオン固有のユニークKPI</vt:lpstr>
      <vt:lpstr>ToBeオペレーション策定 進め方</vt:lpstr>
      <vt:lpstr>戦略企画室紹介</vt:lpstr>
      <vt:lpstr>DX推進チーム紹介</vt:lpstr>
      <vt:lpstr>前提 — なぜ「明石工場 ･ ハブラシ植毛ライン」なのか</vt:lpstr>
      <vt:lpstr>進め方の詳細 すべての作業を「3つの問い」に順番にかける</vt:lpstr>
      <vt:lpstr>2040年構想との整合</vt:lpstr>
      <vt:lpstr>予算管理チャネル 投稿ルール  判定・対応フローチャート</vt:lpstr>
      <vt:lpstr>ステップ2 自社で作り続けるべきものは何か</vt:lpstr>
      <vt:lpstr>ステップ3 それをどこで作るか</vt:lpstr>
      <vt:lpstr>ステップ1 : 2040年 “以降“ 、OHCでどう勝つか (例と根拠)</vt:lpstr>
      <vt:lpstr>XXXX</vt:lpstr>
      <vt:lpstr>XXXX</vt:lpstr>
      <vt:lpstr>As-Is業務フロー 全体俯瞰</vt:lpstr>
      <vt:lpstr>As-Is 詳細業務フロー (全タスク × 年間タイムライン)</vt:lpstr>
      <vt:lpstr>提案評価 採点シートSSBJ対応 要求定義支援ファーム選定｜社外秘・評価者限り</vt:lpstr>
      <vt:lpstr>XXX</vt:lpstr>
      <vt:lpstr>製造業を取り巻くマクロ環境変化 (PEST分析) </vt:lpstr>
      <vt:lpstr> 顧客 ･ 取引先 ･ 競合の変化</vt:lpstr>
      <vt:lpstr>自社が対応しなければいけない点</vt:lpstr>
      <vt:lpstr> 自社が対応しなければいけない点</vt:lpstr>
      <vt:lpstr>これから目指す姿</vt:lpstr>
      <vt:lpstr>現状とのギャップと真因</vt:lpstr>
      <vt:lpstr>AI生活者分析の高度化およびデータ活用プロセス統合プロジェクト</vt:lpstr>
      <vt:lpstr>AI生活者分析の高度化およびデータ活用プロセス統合プロジェクト</vt:lpstr>
      <vt:lpstr>データ・AI活用実態ヒアリングシート 全社データ・AI活用プロセス全体像 (AS-IS) 構築のための調査票</vt:lpstr>
      <vt:lpstr>経営管理プロセスの構築 月次会議プロセス (今後 : 案)</vt:lpstr>
      <vt:lpstr>(海外) 海外経営情報自動収集の進捗状況 システムアセスメント/業務GAP (As-Is/To-Be) 実績</vt:lpstr>
      <vt:lpstr>2. (海外) 海外経営情報自動収集の進捗状況 システムアセスメント / 業務GAP (As-Is / To-Be) 計画 / 見通</vt:lpstr>
      <vt:lpstr>2. (海外) 海外経営情報自動収集の進捗状況 可視化可能データ項目 (QDL)</vt:lpstr>
      <vt:lpstr>2. (海外) 海外経営情報自動収集の進捗状況 可視化のダッシュボードイメージ</vt:lpstr>
      <vt:lpstr>XXX</vt:lpstr>
      <vt:lpstr>【提案依頼サマリー】 SSBJ対応に向けた戦略・システム基盤の並行構築プロジェクト</vt:lpstr>
      <vt:lpstr>会議生産性向上 ガイドライン図解 原則 (守るべき基本) と例外 (柔軟な対応) を明確化した、会議の実践手順</vt:lpstr>
      <vt:lpstr>会議生産性の構造図 (時間軸 × 投入労力 / 成果) 生産性 = 成果の向上 (価値) ÷ 投入労力の減少 (時間や手間)</vt:lpstr>
      <vt:lpstr>SSBJに準拠した情報開示に向けたスケジュール</vt:lpstr>
      <vt:lpstr>XXX</vt:lpstr>
      <vt:lpstr>1.振り返り 選定したシステムアーキテクチャ</vt:lpstr>
      <vt:lpstr>2.今後の進め方とスケジュール 選定したシステムアーキテクチャ＆実行プロジェクト</vt:lpstr>
      <vt:lpstr>3.要件定義フェーズ概要 対象業務スコープ/システム分担の決定方針</vt:lpstr>
      <vt:lpstr>4.推進体制と役割、会議体 推進体制</vt:lpstr>
      <vt:lpstr>SSBJ対応コスト</vt:lpstr>
      <vt:lpstr>DXによる経営課題の早期把握、戦略実現度向上 (XXX執行役員)</vt:lpstr>
      <vt:lpstr>ダッシュボード</vt:lpstr>
      <vt:lpstr>XXXX</vt:lpstr>
      <vt:lpstr>達成率を起点とした時系列予測 (数字はダミー)</vt:lpstr>
      <vt:lpstr>マクロ環境換算ベース (数値はダミー)</vt:lpstr>
      <vt:lpstr>取り組み整理</vt:lpstr>
      <vt:lpstr>解決アプローチ</vt:lpstr>
      <vt:lpstr>必要要員</vt:lpstr>
      <vt:lpstr>「成果」を出すためのDX実践指針</vt:lpstr>
      <vt:lpstr>選定結果フィードバック (1/2)</vt:lpstr>
      <vt:lpstr>選定結果フィードバック (2/2)</vt:lpstr>
      <vt:lpstr>アプローチ</vt:lpstr>
      <vt:lpstr>よくある失敗例</vt:lpstr>
      <vt:lpstr>XXXX</vt:lpstr>
      <vt:lpstr>業務要件イメージ_summary</vt:lpstr>
      <vt:lpstr>機能要件イメージ_summary</vt:lpstr>
      <vt:lpstr>システム要件イメージ_summary</vt:lpstr>
      <vt:lpstr>要件整理後のRFP例</vt:lpstr>
      <vt:lpstr>人件費・外注費実績モニタリング（1/2）</vt:lpstr>
      <vt:lpstr>人件費・外注費実績モニタリング（1/2）</vt:lpstr>
      <vt:lpstr>Summary</vt:lpstr>
      <vt:lpstr>XXX</vt:lpstr>
      <vt:lpstr>XXXX</vt:lpstr>
      <vt:lpstr>XXXX</vt:lpstr>
      <vt:lpstr>To-Beを元にした選定基準</vt:lpstr>
      <vt:lpstr>選定基準 To-Be : Quality</vt:lpstr>
      <vt:lpstr>アーキテクチャ構成案</vt:lpstr>
      <vt:lpstr>現状調査・要件定義における協力依頼の詳細</vt:lpstr>
      <vt:lpstr>Executive Summary</vt:lpstr>
      <vt:lpstr>SSBJ対応・ESG経営推進 体制図</vt:lpstr>
      <vt:lpstr>体制 / 役割</vt:lpstr>
      <vt:lpstr>選定プロセス</vt:lpstr>
      <vt:lpstr>スマートワーク 施策ポートフォリオ</vt:lpstr>
      <vt:lpstr>世の中の潮流と日本の動き</vt:lpstr>
      <vt:lpstr>SSBJの求める事項と当社の対応状況</vt:lpstr>
      <vt:lpstr>当社の問題と構造的なボトルネック</vt:lpstr>
      <vt:lpstr>イメージ To-BeとAs-Is</vt:lpstr>
      <vt:lpstr>将来オペレーションイメージ : 攻めのサステナ経営基盤 (完全統合型)</vt:lpstr>
      <vt:lpstr>XXXX</vt:lpstr>
      <vt:lpstr>非財務情報管理プラットフォーム構築における「5つの難所プロセス」</vt:lpstr>
      <vt:lpstr>PowerPoint プレゼンテーション</vt:lpstr>
      <vt:lpstr>選定summary</vt:lpstr>
      <vt:lpstr>グローバル業績管理自動化 戦略ロードマップと統合アプローチ</vt:lpstr>
      <vt:lpstr>グローバル業績管理自動化 戦略ロードマップと統合アプローチ</vt:lpstr>
      <vt:lpstr>PEST/３C分析</vt:lpstr>
      <vt:lpstr>D (Digital) における貢献 「営業DX」における“X”とそれを実現する“D”</vt:lpstr>
      <vt:lpstr>取り組みによるPL改善効果</vt:lpstr>
      <vt:lpstr>ケースシナリオ</vt:lpstr>
      <vt:lpstr>【最適化】短期 / 成行き予測 フェーズとステータス</vt:lpstr>
      <vt:lpstr>【視える化】中長期 / 海外経営情報視える化 考え方</vt:lpstr>
      <vt:lpstr>【視える化】中長期 / 海外経営情報視える化 今後の進め方</vt:lpstr>
      <vt:lpstr>業績管理課題の構造化ツリー</vt:lpstr>
      <vt:lpstr>対応策とKGI / KPI</vt:lpstr>
      <vt:lpstr>OKRの考え方</vt:lpstr>
      <vt:lpstr>2/10: 経営管理</vt:lpstr>
      <vt:lpstr>XX</vt:lpstr>
      <vt:lpstr>XX</vt:lpstr>
      <vt:lpstr>XXXX</vt:lpstr>
      <vt:lpstr>To-Be検討の進め方を再設計</vt:lpstr>
      <vt:lpstr>XX</vt:lpstr>
      <vt:lpstr>XX</vt:lpstr>
      <vt:lpstr>XX</vt:lpstr>
      <vt:lpstr>XX</vt:lpstr>
      <vt:lpstr>XXXX</vt:lpstr>
      <vt:lpstr>デジタル広告に最も重要な要素</vt:lpstr>
      <vt:lpstr>クリエイティブ運用はコンテンツの作り分け、配信面の最適化、検証 (量産) が重要</vt:lpstr>
      <vt:lpstr>コンテンツは「誰に、何を、どのように伝えるか」を作り分けること</vt:lpstr>
      <vt:lpstr>検証 (PDCA) はCR更新～革新まで5ステップを踏む</vt:lpstr>
      <vt:lpstr>クリエイティブROIはQuality・Cost・Delivery のバランスが重要</vt:lpstr>
      <vt:lpstr>選択肢としての外注と内製のメリットとデメリット</vt:lpstr>
      <vt:lpstr>PowerPoint プレゼンテーション</vt:lpstr>
    </vt:vector>
  </TitlesOfParts>
  <Company>lion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本日の目的</dc:title>
  <dc:creator>菊池;智裕</dc:creator>
  <cp:lastModifiedBy>菊池　智裕</cp:lastModifiedBy>
  <cp:revision>56</cp:revision>
  <dcterms:created xsi:type="dcterms:W3CDTF">2024-12-27T03:42:11Z</dcterms:created>
  <dcterms:modified xsi:type="dcterms:W3CDTF">2026-09-28T11:57:26Z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0x010100667F58365028D544AA740988642801B7</vt:lpwstr>
  </property>
</Properties>
</file>